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90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5120000" cy="10692000"/>
  <p:notesSz cx="6858000" cy="9144000"/>
  <p:embeddedFontLst>
    <p:embeddedFont>
      <p:font typeface="Montserrat"/>
      <p:regular r:id="rId100"/>
      <p:bold r:id="rId10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00" Type="http://schemas.openxmlformats.org/officeDocument/2006/relationships/font" Target="fonts/font1.fntdata"/><Relationship Id="rId101" Type="http://schemas.openxmlformats.org/officeDocument/2006/relationships/font" Target="fonts/font2.fntdata"/><Relationship Id="rId900" Type="http://schemas.openxmlformats.org/officeDocument/2006/relationships/notesMaster" Target="notesMasters/notesMaster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Карта этого слайда вставлена картинкой (PNG, 200 dpi): векторных фигур было слишком много для PowerPoint. Подписи, легенда и рамка остались текстом и фигурами.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pn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image" Target="../media/image12.jpeg"/><Relationship Id="rId12" Type="http://schemas.openxmlformats.org/officeDocument/2006/relationships/image" Target="../media/image13.jpeg"/><Relationship Id="rId13" Type="http://schemas.openxmlformats.org/officeDocument/2006/relationships/image" Target="../media/image14.jpeg"/><Relationship Id="rId14" Type="http://schemas.openxmlformats.org/officeDocument/2006/relationships/image" Target="../media/image15.png"/><Relationship Id="rId15" Type="http://schemas.openxmlformats.org/officeDocument/2006/relationships/image" Target="../media/image16.jpeg"/><Relationship Id="rId16" Type="http://schemas.openxmlformats.org/officeDocument/2006/relationships/image" Target="../media/image17.jpeg"/><Relationship Id="rId17" Type="http://schemas.openxmlformats.org/officeDocument/2006/relationships/image" Target="../media/image18.jpeg"/><Relationship Id="rId18" Type="http://schemas.openxmlformats.org/officeDocument/2006/relationships/image" Target="../media/image19.jpeg"/><Relationship Id="rId19" Type="http://schemas.openxmlformats.org/officeDocument/2006/relationships/image" Target="../media/image20.png"/><Relationship Id="rId20" Type="http://schemas.openxmlformats.org/officeDocument/2006/relationships/image" Target="../media/image21.png"/><Relationship Id="rId21" Type="http://schemas.openxmlformats.org/officeDocument/2006/relationships/image" Target="../media/image22.jpeg"/><Relationship Id="rId22" Type="http://schemas.openxmlformats.org/officeDocument/2006/relationships/image" Target="../media/image23.jpeg"/><Relationship Id="rId23" Type="http://schemas.openxmlformats.org/officeDocument/2006/relationships/image" Target="../media/image24.jpeg"/><Relationship Id="rId24" Type="http://schemas.openxmlformats.org/officeDocument/2006/relationships/image" Target="../media/image25.jpeg"/><Relationship Id="rId25" Type="http://schemas.openxmlformats.org/officeDocument/2006/relationships/image" Target="../media/image26.png"/><Relationship Id="rId26" Type="http://schemas.openxmlformats.org/officeDocument/2006/relationships/image" Target="../media/image27.png"/><Relationship Id="rId27" Type="http://schemas.openxmlformats.org/officeDocument/2006/relationships/image" Target="../media/image28.jpeg"/><Relationship Id="rId28" Type="http://schemas.openxmlformats.org/officeDocument/2006/relationships/image" Target="../media/image29.jpeg"/><Relationship Id="rId29" Type="http://schemas.openxmlformats.org/officeDocument/2006/relationships/image" Target="../media/image30.jpeg"/><Relationship Id="rId30" Type="http://schemas.openxmlformats.org/officeDocument/2006/relationships/image" Target="../media/image31.jpeg"/><Relationship Id="rId31" Type="http://schemas.openxmlformats.org/officeDocument/2006/relationships/image" Target="../media/image32.png"/><Relationship Id="rId32" Type="http://schemas.openxmlformats.org/officeDocument/2006/relationships/image" Target="../media/image33.png"/><Relationship Id="rId33" Type="http://schemas.openxmlformats.org/officeDocument/2006/relationships/image" Target="../media/image34.jpeg"/><Relationship Id="rId34" Type="http://schemas.openxmlformats.org/officeDocument/2006/relationships/image" Target="../media/image35.jpeg"/><Relationship Id="rId35" Type="http://schemas.openxmlformats.org/officeDocument/2006/relationships/image" Target="../media/image36.jpeg"/><Relationship Id="rId36" Type="http://schemas.openxmlformats.org/officeDocument/2006/relationships/image" Target="../media/image37.jpeg"/><Relationship Id="rId37" Type="http://schemas.openxmlformats.org/officeDocument/2006/relationships/image" Target="../media/image38.png"/><Relationship Id="rId38" Type="http://schemas.openxmlformats.org/officeDocument/2006/relationships/image" Target="../media/image39.png"/><Relationship Id="rId39" Type="http://schemas.openxmlformats.org/officeDocument/2006/relationships/image" Target="../media/image40.jpeg"/><Relationship Id="rId40" Type="http://schemas.openxmlformats.org/officeDocument/2006/relationships/image" Target="../media/image41.jpeg"/><Relationship Id="rId41" Type="http://schemas.openxmlformats.org/officeDocument/2006/relationships/image" Target="../media/image42.jpeg"/><Relationship Id="rId42" Type="http://schemas.openxmlformats.org/officeDocument/2006/relationships/image" Target="../media/image43.jpeg"/><Relationship Id="rId43" Type="http://schemas.openxmlformats.org/officeDocument/2006/relationships/image" Target="../media/image44.png"/><Relationship Id="rId44" Type="http://schemas.openxmlformats.org/officeDocument/2006/relationships/image" Target="../media/image45.png"/><Relationship Id="rId45" Type="http://schemas.openxmlformats.org/officeDocument/2006/relationships/image" Target="../media/image46.jpeg"/><Relationship Id="rId46" Type="http://schemas.openxmlformats.org/officeDocument/2006/relationships/image" Target="../media/image47.jpeg"/><Relationship Id="rId47" Type="http://schemas.openxmlformats.org/officeDocument/2006/relationships/image" Target="../media/image48.jpeg"/><Relationship Id="rId48" Type="http://schemas.openxmlformats.org/officeDocument/2006/relationships/image" Target="../media/image49.jpeg"/><Relationship Id="rId49" Type="http://schemas.openxmlformats.org/officeDocument/2006/relationships/image" Target="../media/image50.png"/><Relationship Id="rId50" Type="http://schemas.openxmlformats.org/officeDocument/2006/relationships/image" Target="../media/image51.jpeg"/><Relationship Id="rId51" Type="http://schemas.openxmlformats.org/officeDocument/2006/relationships/image" Target="../media/image52.png"/><Relationship Id="rId52" Type="http://schemas.openxmlformats.org/officeDocument/2006/relationships/image" Target="../media/image53.png"/><Relationship Id="rId53" Type="http://schemas.openxmlformats.org/officeDocument/2006/relationships/image" Target="../media/image54.png"/><Relationship Id="rId54" Type="http://schemas.openxmlformats.org/officeDocument/2006/relationships/image" Target="../media/image55.png"/><Relationship Id="rId55" Type="http://schemas.openxmlformats.org/officeDocument/2006/relationships/image" Target="../media/image56.png"/><Relationship Id="rId56" Type="http://schemas.openxmlformats.org/officeDocument/2006/relationships/image" Target="../media/image2.jpe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7.jpeg"/><Relationship Id="rId3" Type="http://schemas.openxmlformats.org/officeDocument/2006/relationships/image" Target="../media/image58.jpeg"/><Relationship Id="rId4" Type="http://schemas.openxmlformats.org/officeDocument/2006/relationships/image" Target="../media/image59.jpeg"/><Relationship Id="rId5" Type="http://schemas.openxmlformats.org/officeDocument/2006/relationships/image" Target="../media/image60.jpeg"/><Relationship Id="rId6" Type="http://schemas.openxmlformats.org/officeDocument/2006/relationships/image" Target="../media/image61.png"/><Relationship Id="rId7" Type="http://schemas.openxmlformats.org/officeDocument/2006/relationships/image" Target="../media/image62.jpeg"/><Relationship Id="rId8" Type="http://schemas.openxmlformats.org/officeDocument/2006/relationships/image" Target="../media/image63.jpeg"/><Relationship Id="rId9" Type="http://schemas.openxmlformats.org/officeDocument/2006/relationships/image" Target="../media/image64.png"/><Relationship Id="rId10" Type="http://schemas.openxmlformats.org/officeDocument/2006/relationships/image" Target="../media/image65.png"/><Relationship Id="rId11" Type="http://schemas.openxmlformats.org/officeDocument/2006/relationships/image" Target="../media/image66.jpeg"/><Relationship Id="rId12" Type="http://schemas.openxmlformats.org/officeDocument/2006/relationships/image" Target="../media/image67.jpeg"/><Relationship Id="rId13" Type="http://schemas.openxmlformats.org/officeDocument/2006/relationships/image" Target="../media/image68.png"/><Relationship Id="rId14" Type="http://schemas.openxmlformats.org/officeDocument/2006/relationships/image" Target="../media/image69.png"/><Relationship Id="rId15" Type="http://schemas.openxmlformats.org/officeDocument/2006/relationships/image" Target="../media/image70.jpeg"/><Relationship Id="rId16" Type="http://schemas.openxmlformats.org/officeDocument/2006/relationships/image" Target="../media/image71.jpeg"/><Relationship Id="rId17" Type="http://schemas.openxmlformats.org/officeDocument/2006/relationships/image" Target="../media/image72.png"/><Relationship Id="rId18" Type="http://schemas.openxmlformats.org/officeDocument/2006/relationships/image" Target="../media/image73.png"/><Relationship Id="rId19" Type="http://schemas.openxmlformats.org/officeDocument/2006/relationships/image" Target="../media/image74.jpeg"/><Relationship Id="rId20" Type="http://schemas.openxmlformats.org/officeDocument/2006/relationships/image" Target="../media/image75.jpeg"/><Relationship Id="rId21" Type="http://schemas.openxmlformats.org/officeDocument/2006/relationships/image" Target="../media/image76.png"/><Relationship Id="rId22" Type="http://schemas.openxmlformats.org/officeDocument/2006/relationships/image" Target="../media/image77.png"/><Relationship Id="rId23" Type="http://schemas.openxmlformats.org/officeDocument/2006/relationships/image" Target="../media/image78.png"/><Relationship Id="rId24" Type="http://schemas.openxmlformats.org/officeDocument/2006/relationships/image" Target="../media/image79.png"/><Relationship Id="rId25" Type="http://schemas.openxmlformats.org/officeDocument/2006/relationships/image" Target="../media/image80.jpeg"/><Relationship Id="rId26" Type="http://schemas.openxmlformats.org/officeDocument/2006/relationships/image" Target="../media/image2.jpe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1.jpeg"/><Relationship Id="rId3" Type="http://schemas.openxmlformats.org/officeDocument/2006/relationships/image" Target="../media/image82.jpeg"/><Relationship Id="rId4" Type="http://schemas.openxmlformats.org/officeDocument/2006/relationships/image" Target="../media/image83.jpeg"/><Relationship Id="rId5" Type="http://schemas.openxmlformats.org/officeDocument/2006/relationships/image" Target="../media/image84.jpeg"/><Relationship Id="rId6" Type="http://schemas.openxmlformats.org/officeDocument/2006/relationships/image" Target="../media/image85.jpeg"/><Relationship Id="rId7" Type="http://schemas.openxmlformats.org/officeDocument/2006/relationships/image" Target="../media/image86.jpeg"/><Relationship Id="rId8" Type="http://schemas.openxmlformats.org/officeDocument/2006/relationships/image" Target="../media/image87.jpeg"/><Relationship Id="rId9" Type="http://schemas.openxmlformats.org/officeDocument/2006/relationships/image" Target="../media/image88.jpeg"/><Relationship Id="rId10" Type="http://schemas.openxmlformats.org/officeDocument/2006/relationships/image" Target="../media/image2.jpe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9.jpeg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5" Type="http://schemas.openxmlformats.org/officeDocument/2006/relationships/image" Target="../media/image92.png"/><Relationship Id="rId6" Type="http://schemas.openxmlformats.org/officeDocument/2006/relationships/image" Target="../media/image93.png"/><Relationship Id="rId7" Type="http://schemas.openxmlformats.org/officeDocument/2006/relationships/image" Target="../media/image66.jpeg"/><Relationship Id="rId8" Type="http://schemas.openxmlformats.org/officeDocument/2006/relationships/image" Target="../media/image67.jpeg"/><Relationship Id="rId9" Type="http://schemas.openxmlformats.org/officeDocument/2006/relationships/image" Target="../media/image94.png"/><Relationship Id="rId10" Type="http://schemas.openxmlformats.org/officeDocument/2006/relationships/image" Target="../media/image95.png"/><Relationship Id="rId11" Type="http://schemas.openxmlformats.org/officeDocument/2006/relationships/image" Target="../media/image70.jpeg"/><Relationship Id="rId12" Type="http://schemas.openxmlformats.org/officeDocument/2006/relationships/image" Target="../media/image71.jpeg"/><Relationship Id="rId13" Type="http://schemas.openxmlformats.org/officeDocument/2006/relationships/image" Target="../media/image96.png"/><Relationship Id="rId14" Type="http://schemas.openxmlformats.org/officeDocument/2006/relationships/image" Target="../media/image97.jpeg"/><Relationship Id="rId15" Type="http://schemas.openxmlformats.org/officeDocument/2006/relationships/image" Target="../media/image98.png"/><Relationship Id="rId16" Type="http://schemas.openxmlformats.org/officeDocument/2006/relationships/image" Target="../media/image99.png"/><Relationship Id="rId17" Type="http://schemas.openxmlformats.org/officeDocument/2006/relationships/image" Target="../media/image100.jpeg"/><Relationship Id="rId18" Type="http://schemas.openxmlformats.org/officeDocument/2006/relationships/image" Target="../media/image2.jpe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Оформление"/>
          <p:cNvGrpSpPr/>
          <p:nvPr/>
        </p:nvGrpSpPr>
        <p:grpSpPr>
          <a:xfrm>
            <a:off x="0" y="0"/>
            <a:ext cx="8092800" cy="10692000"/>
            <a:chOff x="0" y="0"/>
            <a:chExt cx="8092800" cy="10692000"/>
          </a:xfrm>
        </p:grpSpPr>
        <p:sp>
          <p:nvSpPr>
            <p:cNvPr id="2" name="Контур"/>
            <p:cNvSpPr/>
            <p:nvPr/>
          </p:nvSpPr>
          <p:spPr>
            <a:xfrm>
              <a:off x="0" y="0"/>
              <a:ext cx="8092800" cy="10692000"/>
            </a:xfrm>
            <a:custGeom>
              <a:avLst/>
              <a:gdLst/>
              <a:ahLst/>
              <a:cxnLst/>
              <a:rect l="l" t="t" r="r" b="b"/>
              <a:pathLst>
                <a:path w="8092800" h="10692000">
                  <a:moveTo>
                    <a:pt x="0" y="0"/>
                  </a:moveTo>
                  <a:lnTo>
                    <a:pt x="8092800" y="0"/>
                  </a:lnTo>
                  <a:lnTo>
                    <a:pt x="8092800" y="10692000"/>
                  </a:lnTo>
                  <a:lnTo>
                    <a:pt x="0" y="10692000"/>
                  </a:lnTo>
                  <a:close/>
                </a:path>
              </a:pathLst>
            </a:custGeom>
            <a:solidFill>
              <a:srgbClr val="E73939"/>
            </a:solidFill>
            <a:ln>
              <a:noFill/>
            </a:ln>
          </p:spPr>
        </p:sp>
        <p:sp>
          <p:nvSpPr>
            <p:cNvPr id="4" name="Контур"/>
            <p:cNvSpPr/>
            <p:nvPr/>
          </p:nvSpPr>
          <p:spPr>
            <a:xfrm>
              <a:off x="576000" y="590400"/>
              <a:ext cx="7516800" cy="9507600"/>
            </a:xfrm>
            <a:custGeom>
              <a:avLst/>
              <a:gdLst/>
              <a:ahLst/>
              <a:cxnLst/>
              <a:rect l="l" t="t" r="r" b="b"/>
              <a:pathLst>
                <a:path w="7516800" h="9507600" fill="none">
                  <a:moveTo>
                    <a:pt x="0" y="0"/>
                  </a:moveTo>
                  <a:lnTo>
                    <a:pt x="7516800" y="0"/>
                  </a:lnTo>
                  <a:lnTo>
                    <a:pt x="7516800" y="9507600"/>
                  </a:lnTo>
                  <a:lnTo>
                    <a:pt x="0" y="9507600"/>
                  </a:lnTo>
                  <a:close/>
                </a:path>
              </a:pathLst>
            </a:custGeom>
            <a:noFill/>
            <a:ln w="57600" cap="flat">
              <a:solidFill>
                <a:srgbClr val="FFFFFF"/>
              </a:solidFill>
              <a:miter lim="1000000"/>
            </a:ln>
          </p:spPr>
        </p:sp>
        <p:sp>
          <p:nvSpPr>
            <p:cNvPr id="3" name="Надпись"/>
            <p:cNvSpPr txBox="1"/>
            <p:nvPr/>
          </p:nvSpPr>
          <p:spPr>
            <a:xfrm>
              <a:off x="838598" y="4506113"/>
              <a:ext cx="5357319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2000" dirty="0">
                  <a:solidFill>
                    <a:srgbClr val="FFFFFF"/>
                  </a:solidFill>
                  <a:latin typeface="Montserrat"/>
                  <a:cs typeface="Montserrat"/>
                </a:rPr>
                <a:t>Об утверждении проекта планировки</a:t>
              </a:r>
            </a:p>
          </p:txBody>
        </p:sp>
        <p:sp>
          <p:nvSpPr>
            <p:cNvPr id="5" name="Надпись"/>
            <p:cNvSpPr txBox="1"/>
            <p:nvPr/>
          </p:nvSpPr>
          <p:spPr>
            <a:xfrm>
              <a:off x="838598" y="4830113"/>
              <a:ext cx="3228056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2000" dirty="0">
                  <a:solidFill>
                    <a:srgbClr val="FFFFFF"/>
                  </a:solidFill>
                  <a:latin typeface="Montserrat"/>
                  <a:cs typeface="Montserrat"/>
                </a:rPr>
                <a:t>территории по адресу:</a:t>
              </a:r>
            </a:p>
          </p:txBody>
        </p:sp>
        <p:sp>
          <p:nvSpPr>
            <p:cNvPr id="6" name="Надпись"/>
            <p:cNvSpPr txBox="1"/>
            <p:nvPr/>
          </p:nvSpPr>
          <p:spPr>
            <a:xfrm>
              <a:off x="836058" y="5273524"/>
              <a:ext cx="4120135" cy="3406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2200" b="1" dirty="0">
                  <a:solidFill>
                    <a:srgbClr val="FFFFFF"/>
                  </a:solidFill>
                  <a:latin typeface="Montserrat"/>
                  <a:cs typeface="Montserrat"/>
                </a:rPr>
                <a:t>г. Москва, 1-й Иртышский</a:t>
              </a:r>
            </a:p>
          </p:txBody>
        </p:sp>
        <p:sp>
          <p:nvSpPr>
            <p:cNvPr id="7" name="Надпись"/>
            <p:cNvSpPr txBox="1"/>
            <p:nvPr/>
          </p:nvSpPr>
          <p:spPr>
            <a:xfrm>
              <a:off x="836058" y="5615524"/>
              <a:ext cx="1912781" cy="3406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2200" b="1" dirty="0">
                  <a:solidFill>
                    <a:srgbClr val="FFFFFF"/>
                  </a:solidFill>
                  <a:latin typeface="Montserrat"/>
                  <a:cs typeface="Montserrat"/>
                </a:rPr>
                <a:t>проезд, д. 8</a:t>
              </a:r>
            </a:p>
          </p:txBody>
        </p:sp>
        <p:sp>
          <p:nvSpPr>
            <p:cNvPr id="8" name="Надпись"/>
            <p:cNvSpPr txBox="1"/>
            <p:nvPr/>
          </p:nvSpPr>
          <p:spPr>
            <a:xfrm>
              <a:off x="838598" y="6162113"/>
              <a:ext cx="3371504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2000" dirty="0">
                  <a:solidFill>
                    <a:srgbClr val="FFFFFF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9" name="Надпись"/>
            <p:cNvSpPr txBox="1"/>
            <p:nvPr/>
          </p:nvSpPr>
          <p:spPr>
            <a:xfrm>
              <a:off x="836058" y="9377524"/>
              <a:ext cx="2205700" cy="3406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2200" b="1" dirty="0">
                  <a:solidFill>
                    <a:srgbClr val="FFFFFF"/>
                  </a:solidFill>
                  <a:latin typeface="Montserrat"/>
                  <a:cs typeface="Montserrat"/>
                </a:rPr>
                <a:t>Октябрь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Карта"/>
          <p:cNvGrpSpPr/>
          <p:nvPr/>
        </p:nvGrpSpPr>
        <p:grpSpPr>
          <a:xfrm>
            <a:off x="1140110" y="2009029"/>
            <a:ext cx="5763554" cy="7671750"/>
            <a:chOff x="1140110" y="2009029"/>
            <a:chExt cx="5763554" cy="7671750"/>
          </a:xfrm>
        </p:grpSpPr>
        <p:grpSp>
          <p:nvGrpSpPr>
            <p:cNvPr id="5" name="свой округ — заливка"/>
            <p:cNvGrpSpPr/>
            <p:nvPr/>
          </p:nvGrpSpPr>
          <p:grpSpPr>
            <a:xfrm>
              <a:off x="5339184" y="3254381"/>
              <a:ext cx="1455747" cy="1599325"/>
              <a:chOff x="5339184" y="3254381"/>
              <a:chExt cx="1455747" cy="1599325"/>
            </a:xfrm>
          </p:grpSpPr>
          <p:sp>
            <p:nvSpPr>
              <p:cNvPr id="2" name="Контур"/>
              <p:cNvSpPr/>
              <p:nvPr/>
            </p:nvSpPr>
            <p:spPr>
              <a:xfrm>
                <a:off x="5339184" y="3254381"/>
                <a:ext cx="1455747" cy="1599325"/>
              </a:xfrm>
              <a:custGeom>
                <a:avLst/>
                <a:gdLst/>
                <a:ahLst/>
                <a:cxnLst/>
                <a:rect l="l" t="t" r="r" b="b"/>
                <a:pathLst>
                  <a:path w="1455747" h="1599325">
                    <a:moveTo>
                      <a:pt x="574782" y="1257187"/>
                    </a:moveTo>
                    <a:lnTo>
                      <a:pt x="619352" y="1296754"/>
                    </a:lnTo>
                    <a:lnTo>
                      <a:pt x="918652" y="1474701"/>
                    </a:lnTo>
                    <a:lnTo>
                      <a:pt x="1030440" y="1548952"/>
                    </a:lnTo>
                    <a:lnTo>
                      <a:pt x="1092751" y="1599325"/>
                    </a:lnTo>
                    <a:lnTo>
                      <a:pt x="1168414" y="1512302"/>
                    </a:lnTo>
                    <a:lnTo>
                      <a:pt x="1343863" y="1486590"/>
                    </a:lnTo>
                    <a:lnTo>
                      <a:pt x="1361024" y="1451485"/>
                    </a:lnTo>
                    <a:lnTo>
                      <a:pt x="1361580" y="1424018"/>
                    </a:lnTo>
                    <a:lnTo>
                      <a:pt x="1413983" y="1414679"/>
                    </a:lnTo>
                    <a:lnTo>
                      <a:pt x="1455747" y="1373222"/>
                    </a:lnTo>
                    <a:lnTo>
                      <a:pt x="1416626" y="1322166"/>
                    </a:lnTo>
                    <a:lnTo>
                      <a:pt x="1382256" y="1295931"/>
                    </a:lnTo>
                    <a:lnTo>
                      <a:pt x="1371815" y="1300065"/>
                    </a:lnTo>
                    <a:lnTo>
                      <a:pt x="1343913" y="1283740"/>
                    </a:lnTo>
                    <a:lnTo>
                      <a:pt x="1321280" y="1289379"/>
                    </a:lnTo>
                    <a:lnTo>
                      <a:pt x="1311119" y="1314922"/>
                    </a:lnTo>
                    <a:lnTo>
                      <a:pt x="1270357" y="1340725"/>
                    </a:lnTo>
                    <a:lnTo>
                      <a:pt x="1243325" y="1336517"/>
                    </a:lnTo>
                    <a:lnTo>
                      <a:pt x="1228537" y="1351552"/>
                    </a:lnTo>
                    <a:lnTo>
                      <a:pt x="1185550" y="1362154"/>
                    </a:lnTo>
                    <a:lnTo>
                      <a:pt x="1177738" y="1350636"/>
                    </a:lnTo>
                    <a:lnTo>
                      <a:pt x="1154826" y="1353558"/>
                    </a:lnTo>
                    <a:lnTo>
                      <a:pt x="1167695" y="1380165"/>
                    </a:lnTo>
                    <a:lnTo>
                      <a:pt x="1136744" y="1390711"/>
                    </a:lnTo>
                    <a:lnTo>
                      <a:pt x="1116376" y="1379592"/>
                    </a:lnTo>
                    <a:lnTo>
                      <a:pt x="1113460" y="1354353"/>
                    </a:lnTo>
                    <a:lnTo>
                      <a:pt x="1095299" y="1353648"/>
                    </a:lnTo>
                    <a:lnTo>
                      <a:pt x="1084813" y="1326266"/>
                    </a:lnTo>
                    <a:lnTo>
                      <a:pt x="1098713" y="1295453"/>
                    </a:lnTo>
                    <a:lnTo>
                      <a:pt x="1078141" y="1270536"/>
                    </a:lnTo>
                    <a:lnTo>
                      <a:pt x="1060882" y="1269020"/>
                    </a:lnTo>
                    <a:lnTo>
                      <a:pt x="1054449" y="1255266"/>
                    </a:lnTo>
                    <a:lnTo>
                      <a:pt x="1097707" y="1222515"/>
                    </a:lnTo>
                    <a:lnTo>
                      <a:pt x="1123643" y="1227335"/>
                    </a:lnTo>
                    <a:lnTo>
                      <a:pt x="1135536" y="1186786"/>
                    </a:lnTo>
                    <a:lnTo>
                      <a:pt x="1186058" y="1189272"/>
                    </a:lnTo>
                    <a:lnTo>
                      <a:pt x="1172964" y="1134453"/>
                    </a:lnTo>
                    <a:lnTo>
                      <a:pt x="1144593" y="1127162"/>
                    </a:lnTo>
                    <a:lnTo>
                      <a:pt x="1039497" y="1162587"/>
                    </a:lnTo>
                    <a:lnTo>
                      <a:pt x="974569" y="1170316"/>
                    </a:lnTo>
                    <a:lnTo>
                      <a:pt x="948336" y="1145690"/>
                    </a:lnTo>
                    <a:lnTo>
                      <a:pt x="952653" y="972441"/>
                    </a:lnTo>
                    <a:lnTo>
                      <a:pt x="963362" y="959786"/>
                    </a:lnTo>
                    <a:lnTo>
                      <a:pt x="951440" y="903171"/>
                    </a:lnTo>
                    <a:lnTo>
                      <a:pt x="986278" y="872799"/>
                    </a:lnTo>
                    <a:lnTo>
                      <a:pt x="961650" y="876757"/>
                    </a:lnTo>
                    <a:lnTo>
                      <a:pt x="949160" y="868916"/>
                    </a:lnTo>
                    <a:lnTo>
                      <a:pt x="931095" y="582916"/>
                    </a:lnTo>
                    <a:lnTo>
                      <a:pt x="950753" y="556551"/>
                    </a:lnTo>
                    <a:lnTo>
                      <a:pt x="928044" y="543905"/>
                    </a:lnTo>
                    <a:lnTo>
                      <a:pt x="918133" y="488353"/>
                    </a:lnTo>
                    <a:lnTo>
                      <a:pt x="883182" y="421394"/>
                    </a:lnTo>
                    <a:lnTo>
                      <a:pt x="871022" y="419304"/>
                    </a:lnTo>
                    <a:lnTo>
                      <a:pt x="409130" y="0"/>
                    </a:lnTo>
                    <a:lnTo>
                      <a:pt x="394055" y="16267"/>
                    </a:lnTo>
                    <a:lnTo>
                      <a:pt x="396830" y="34395"/>
                    </a:lnTo>
                    <a:lnTo>
                      <a:pt x="361015" y="51044"/>
                    </a:lnTo>
                    <a:lnTo>
                      <a:pt x="339019" y="44888"/>
                    </a:lnTo>
                    <a:lnTo>
                      <a:pt x="243117" y="156904"/>
                    </a:lnTo>
                    <a:lnTo>
                      <a:pt x="330460" y="158998"/>
                    </a:lnTo>
                    <a:lnTo>
                      <a:pt x="348504" y="225753"/>
                    </a:lnTo>
                    <a:lnTo>
                      <a:pt x="340830" y="247138"/>
                    </a:lnTo>
                    <a:lnTo>
                      <a:pt x="311138" y="278982"/>
                    </a:lnTo>
                    <a:lnTo>
                      <a:pt x="268722" y="269907"/>
                    </a:lnTo>
                    <a:lnTo>
                      <a:pt x="248589" y="252772"/>
                    </a:lnTo>
                    <a:lnTo>
                      <a:pt x="247433" y="262468"/>
                    </a:lnTo>
                    <a:lnTo>
                      <a:pt x="222518" y="270329"/>
                    </a:lnTo>
                    <a:lnTo>
                      <a:pt x="209538" y="211500"/>
                    </a:lnTo>
                    <a:lnTo>
                      <a:pt x="190231" y="199432"/>
                    </a:lnTo>
                    <a:lnTo>
                      <a:pt x="175814" y="211959"/>
                    </a:lnTo>
                    <a:lnTo>
                      <a:pt x="203327" y="226816"/>
                    </a:lnTo>
                    <a:lnTo>
                      <a:pt x="180944" y="258490"/>
                    </a:lnTo>
                    <a:lnTo>
                      <a:pt x="195703" y="269863"/>
                    </a:lnTo>
                    <a:lnTo>
                      <a:pt x="145560" y="318471"/>
                    </a:lnTo>
                    <a:lnTo>
                      <a:pt x="130678" y="347720"/>
                    </a:lnTo>
                    <a:lnTo>
                      <a:pt x="111163" y="357261"/>
                    </a:lnTo>
                    <a:lnTo>
                      <a:pt x="96858" y="350844"/>
                    </a:lnTo>
                    <a:lnTo>
                      <a:pt x="97478" y="478502"/>
                    </a:lnTo>
                    <a:lnTo>
                      <a:pt x="5573" y="692032"/>
                    </a:lnTo>
                    <a:lnTo>
                      <a:pt x="1737" y="708693"/>
                    </a:lnTo>
                    <a:lnTo>
                      <a:pt x="16044" y="725367"/>
                    </a:lnTo>
                    <a:lnTo>
                      <a:pt x="4893" y="730377"/>
                    </a:lnTo>
                    <a:lnTo>
                      <a:pt x="0" y="721961"/>
                    </a:lnTo>
                    <a:lnTo>
                      <a:pt x="6062" y="784149"/>
                    </a:lnTo>
                    <a:lnTo>
                      <a:pt x="185677" y="847281"/>
                    </a:lnTo>
                    <a:lnTo>
                      <a:pt x="246093" y="845182"/>
                    </a:lnTo>
                    <a:lnTo>
                      <a:pt x="285915" y="863516"/>
                    </a:lnTo>
                    <a:lnTo>
                      <a:pt x="311268" y="904420"/>
                    </a:lnTo>
                    <a:lnTo>
                      <a:pt x="346268" y="982247"/>
                    </a:lnTo>
                    <a:lnTo>
                      <a:pt x="331331" y="1069304"/>
                    </a:lnTo>
                    <a:lnTo>
                      <a:pt x="343577" y="1112596"/>
                    </a:lnTo>
                    <a:lnTo>
                      <a:pt x="427751" y="1160809"/>
                    </a:lnTo>
                    <a:lnTo>
                      <a:pt x="491042" y="1220055"/>
                    </a:lnTo>
                    <a:lnTo>
                      <a:pt x="548961" y="1237769"/>
                    </a:lnTo>
                    <a:lnTo>
                      <a:pt x="574782" y="1257187"/>
                    </a:lnTo>
                    <a:close/>
                  </a:path>
                </a:pathLst>
              </a:custGeom>
              <a:solidFill>
                <a:srgbClr val="F7D4D4"/>
              </a:solidFill>
              <a:ln>
                <a:noFill/>
              </a:ln>
            </p:spPr>
          </p:sp>
          <p:sp>
            <p:nvSpPr>
              <p:cNvPr id="3" name="Контур"/>
              <p:cNvSpPr/>
              <p:nvPr/>
            </p:nvSpPr>
            <p:spPr>
              <a:xfrm>
                <a:off x="6298720" y="3742210"/>
                <a:ext cx="267268" cy="160553"/>
              </a:xfrm>
              <a:custGeom>
                <a:avLst/>
                <a:gdLst/>
                <a:ahLst/>
                <a:cxnLst/>
                <a:rect l="l" t="t" r="r" b="b"/>
                <a:pathLst>
                  <a:path w="267268" h="160553">
                    <a:moveTo>
                      <a:pt x="0" y="80843"/>
                    </a:moveTo>
                    <a:lnTo>
                      <a:pt x="23196" y="123010"/>
                    </a:lnTo>
                    <a:lnTo>
                      <a:pt x="32762" y="119442"/>
                    </a:lnTo>
                    <a:lnTo>
                      <a:pt x="53468" y="144826"/>
                    </a:lnTo>
                    <a:lnTo>
                      <a:pt x="79552" y="121558"/>
                    </a:lnTo>
                    <a:lnTo>
                      <a:pt x="103800" y="160553"/>
                    </a:lnTo>
                    <a:lnTo>
                      <a:pt x="126385" y="141928"/>
                    </a:lnTo>
                    <a:lnTo>
                      <a:pt x="120820" y="129461"/>
                    </a:lnTo>
                    <a:lnTo>
                      <a:pt x="137733" y="121118"/>
                    </a:lnTo>
                    <a:lnTo>
                      <a:pt x="137870" y="103695"/>
                    </a:lnTo>
                    <a:lnTo>
                      <a:pt x="160324" y="97207"/>
                    </a:lnTo>
                    <a:lnTo>
                      <a:pt x="189433" y="51366"/>
                    </a:lnTo>
                    <a:lnTo>
                      <a:pt x="245215" y="76376"/>
                    </a:lnTo>
                    <a:lnTo>
                      <a:pt x="267268" y="64198"/>
                    </a:lnTo>
                    <a:lnTo>
                      <a:pt x="253882" y="37283"/>
                    </a:lnTo>
                    <a:lnTo>
                      <a:pt x="207949" y="15808"/>
                    </a:lnTo>
                    <a:lnTo>
                      <a:pt x="171504" y="26682"/>
                    </a:lnTo>
                    <a:lnTo>
                      <a:pt x="160969" y="16863"/>
                    </a:lnTo>
                    <a:lnTo>
                      <a:pt x="138355" y="22697"/>
                    </a:lnTo>
                    <a:lnTo>
                      <a:pt x="130510" y="0"/>
                    </a:lnTo>
                    <a:lnTo>
                      <a:pt x="58670" y="26612"/>
                    </a:lnTo>
                    <a:lnTo>
                      <a:pt x="57614" y="41148"/>
                    </a:lnTo>
                    <a:lnTo>
                      <a:pt x="0" y="80843"/>
                    </a:lnTo>
                    <a:close/>
                  </a:path>
                </a:pathLst>
              </a:custGeom>
              <a:solidFill>
                <a:srgbClr val="F7D4D4"/>
              </a:solidFill>
              <a:ln>
                <a:noFill/>
              </a:ln>
            </p:spPr>
          </p:sp>
          <p:sp>
            <p:nvSpPr>
              <p:cNvPr id="4" name="Контур"/>
              <p:cNvSpPr/>
              <p:nvPr/>
            </p:nvSpPr>
            <p:spPr>
              <a:xfrm>
                <a:off x="6406266" y="3718030"/>
                <a:ext cx="40458" cy="26501"/>
              </a:xfrm>
              <a:custGeom>
                <a:avLst/>
                <a:gdLst/>
                <a:ahLst/>
                <a:cxnLst/>
                <a:rect l="l" t="t" r="r" b="b"/>
                <a:pathLst>
                  <a:path w="40458" h="26501">
                    <a:moveTo>
                      <a:pt x="0" y="14574"/>
                    </a:moveTo>
                    <a:lnTo>
                      <a:pt x="8533" y="26501"/>
                    </a:lnTo>
                    <a:lnTo>
                      <a:pt x="40458" y="0"/>
                    </a:lnTo>
                    <a:lnTo>
                      <a:pt x="0" y="14574"/>
                    </a:lnTo>
                    <a:close/>
                  </a:path>
                </a:pathLst>
              </a:custGeom>
              <a:solidFill>
                <a:srgbClr val="F7D4D4"/>
              </a:solidFill>
              <a:ln>
                <a:noFill/>
              </a:ln>
            </p:spPr>
          </p:sp>
        </p:grpSp>
        <p:sp>
          <p:nvSpPr>
            <p:cNvPr id="6" name="районы"/>
            <p:cNvSpPr/>
            <p:nvPr/>
          </p:nvSpPr>
          <p:spPr>
            <a:xfrm>
              <a:off x="1140110" y="2009029"/>
              <a:ext cx="5763554" cy="7671750"/>
            </a:xfrm>
            <a:custGeom>
              <a:avLst/>
              <a:gdLst/>
              <a:ahLst/>
              <a:cxnLst/>
              <a:rect l="l" t="t" r="r" b="b"/>
              <a:pathLst>
                <a:path w="5763554" h="7671750" fill="none">
                  <a:moveTo>
                    <a:pt x="3861579" y="2707436"/>
                  </a:moveTo>
                  <a:lnTo>
                    <a:pt x="3864947" y="2712191"/>
                  </a:lnTo>
                  <a:lnTo>
                    <a:pt x="3881175" y="2711473"/>
                  </a:lnTo>
                  <a:lnTo>
                    <a:pt x="3936800" y="2632888"/>
                  </a:lnTo>
                  <a:lnTo>
                    <a:pt x="3953332" y="2622814"/>
                  </a:lnTo>
                  <a:lnTo>
                    <a:pt x="3997798" y="2637958"/>
                  </a:lnTo>
                  <a:lnTo>
                    <a:pt x="4001587" y="2621300"/>
                  </a:lnTo>
                  <a:lnTo>
                    <a:pt x="4028847" y="2632843"/>
                  </a:lnTo>
                  <a:lnTo>
                    <a:pt x="4039515" y="2631035"/>
                  </a:lnTo>
                  <a:lnTo>
                    <a:pt x="4026526" y="2572961"/>
                  </a:lnTo>
                  <a:lnTo>
                    <a:pt x="4050234" y="2569647"/>
                  </a:lnTo>
                  <a:lnTo>
                    <a:pt x="4048550" y="2553067"/>
                  </a:lnTo>
                  <a:lnTo>
                    <a:pt x="4069451" y="2549048"/>
                  </a:lnTo>
                  <a:lnTo>
                    <a:pt x="4075814" y="2378923"/>
                  </a:lnTo>
                  <a:lnTo>
                    <a:pt x="4011008" y="2400366"/>
                  </a:lnTo>
                  <a:lnTo>
                    <a:pt x="3993222" y="2429150"/>
                  </a:lnTo>
                  <a:lnTo>
                    <a:pt x="3986839" y="2472167"/>
                  </a:lnTo>
                  <a:lnTo>
                    <a:pt x="3946267" y="2512579"/>
                  </a:lnTo>
                  <a:lnTo>
                    <a:pt x="3912028" y="2591094"/>
                  </a:lnTo>
                  <a:lnTo>
                    <a:pt x="3841548" y="2684100"/>
                  </a:lnTo>
                  <a:lnTo>
                    <a:pt x="3861579" y="2707436"/>
                  </a:lnTo>
                  <a:close/>
                  <a:moveTo>
                    <a:pt x="4440358" y="2090259"/>
                  </a:moveTo>
                  <a:lnTo>
                    <a:pt x="4383127" y="2092620"/>
                  </a:lnTo>
                  <a:lnTo>
                    <a:pt x="4368785" y="2097383"/>
                  </a:lnTo>
                  <a:lnTo>
                    <a:pt x="4345061" y="2134016"/>
                  </a:lnTo>
                  <a:lnTo>
                    <a:pt x="4325533" y="2122784"/>
                  </a:lnTo>
                  <a:lnTo>
                    <a:pt x="4268676" y="2167677"/>
                  </a:lnTo>
                  <a:lnTo>
                    <a:pt x="4261858" y="2198903"/>
                  </a:lnTo>
                  <a:lnTo>
                    <a:pt x="4171227" y="2210482"/>
                  </a:lnTo>
                  <a:lnTo>
                    <a:pt x="4091692" y="2287099"/>
                  </a:lnTo>
                  <a:lnTo>
                    <a:pt x="4124593" y="2338278"/>
                  </a:lnTo>
                  <a:lnTo>
                    <a:pt x="4166276" y="2347844"/>
                  </a:lnTo>
                  <a:lnTo>
                    <a:pt x="4241274" y="2329936"/>
                  </a:lnTo>
                  <a:lnTo>
                    <a:pt x="4260304" y="2334791"/>
                  </a:lnTo>
                  <a:lnTo>
                    <a:pt x="4267756" y="2348186"/>
                  </a:lnTo>
                  <a:lnTo>
                    <a:pt x="4277246" y="2343999"/>
                  </a:lnTo>
                  <a:lnTo>
                    <a:pt x="4299124" y="2364964"/>
                  </a:lnTo>
                  <a:lnTo>
                    <a:pt x="4311496" y="2341356"/>
                  </a:lnTo>
                  <a:lnTo>
                    <a:pt x="4299192" y="2310125"/>
                  </a:lnTo>
                  <a:lnTo>
                    <a:pt x="4304371" y="2293346"/>
                  </a:lnTo>
                  <a:lnTo>
                    <a:pt x="4360496" y="2286347"/>
                  </a:lnTo>
                  <a:lnTo>
                    <a:pt x="4387248" y="2219115"/>
                  </a:lnTo>
                  <a:lnTo>
                    <a:pt x="4405216" y="2200666"/>
                  </a:lnTo>
                  <a:lnTo>
                    <a:pt x="4429808" y="2224681"/>
                  </a:lnTo>
                  <a:lnTo>
                    <a:pt x="4510342" y="2149772"/>
                  </a:lnTo>
                  <a:lnTo>
                    <a:pt x="4484989" y="2108868"/>
                  </a:lnTo>
                  <a:lnTo>
                    <a:pt x="4440358" y="2090259"/>
                  </a:lnTo>
                  <a:close/>
                  <a:moveTo>
                    <a:pt x="3987278" y="2317831"/>
                  </a:moveTo>
                  <a:lnTo>
                    <a:pt x="4011676" y="2331668"/>
                  </a:lnTo>
                  <a:lnTo>
                    <a:pt x="3995489" y="2379311"/>
                  </a:lnTo>
                  <a:lnTo>
                    <a:pt x="4004105" y="2383288"/>
                  </a:lnTo>
                  <a:lnTo>
                    <a:pt x="4012095" y="2399745"/>
                  </a:lnTo>
                  <a:lnTo>
                    <a:pt x="4070614" y="2379744"/>
                  </a:lnTo>
                  <a:lnTo>
                    <a:pt x="4109915" y="2381121"/>
                  </a:lnTo>
                  <a:lnTo>
                    <a:pt x="4124593" y="2338278"/>
                  </a:lnTo>
                  <a:lnTo>
                    <a:pt x="4091235" y="2284996"/>
                  </a:lnTo>
                  <a:lnTo>
                    <a:pt x="4081701" y="2279128"/>
                  </a:lnTo>
                  <a:lnTo>
                    <a:pt x="4056930" y="2290437"/>
                  </a:lnTo>
                  <a:lnTo>
                    <a:pt x="4047993" y="2241306"/>
                  </a:lnTo>
                  <a:lnTo>
                    <a:pt x="4057080" y="2223835"/>
                  </a:lnTo>
                  <a:lnTo>
                    <a:pt x="4054812" y="2164590"/>
                  </a:lnTo>
                  <a:lnTo>
                    <a:pt x="4044904" y="2165122"/>
                  </a:lnTo>
                  <a:lnTo>
                    <a:pt x="4035507" y="2108194"/>
                  </a:lnTo>
                  <a:lnTo>
                    <a:pt x="4022599" y="2093947"/>
                  </a:lnTo>
                  <a:lnTo>
                    <a:pt x="3982569" y="2070171"/>
                  </a:lnTo>
                  <a:lnTo>
                    <a:pt x="3959818" y="2064809"/>
                  </a:lnTo>
                  <a:lnTo>
                    <a:pt x="3947490" y="2000906"/>
                  </a:lnTo>
                  <a:lnTo>
                    <a:pt x="3893981" y="2003851"/>
                  </a:lnTo>
                  <a:lnTo>
                    <a:pt x="3874671" y="2110340"/>
                  </a:lnTo>
                  <a:lnTo>
                    <a:pt x="3828596" y="2146239"/>
                  </a:lnTo>
                  <a:lnTo>
                    <a:pt x="3838977" y="2169674"/>
                  </a:lnTo>
                  <a:lnTo>
                    <a:pt x="3868981" y="2151616"/>
                  </a:lnTo>
                  <a:lnTo>
                    <a:pt x="3941267" y="2219861"/>
                  </a:lnTo>
                  <a:lnTo>
                    <a:pt x="3931468" y="2229524"/>
                  </a:lnTo>
                  <a:lnTo>
                    <a:pt x="3991825" y="2280703"/>
                  </a:lnTo>
                  <a:lnTo>
                    <a:pt x="3999427" y="2299474"/>
                  </a:lnTo>
                  <a:lnTo>
                    <a:pt x="3987278" y="2317831"/>
                  </a:lnTo>
                  <a:close/>
                  <a:moveTo>
                    <a:pt x="4123063" y="1960938"/>
                  </a:moveTo>
                  <a:lnTo>
                    <a:pt x="4121291" y="2006088"/>
                  </a:lnTo>
                  <a:lnTo>
                    <a:pt x="4031136" y="1995039"/>
                  </a:lnTo>
                  <a:lnTo>
                    <a:pt x="4033882" y="2054755"/>
                  </a:lnTo>
                  <a:lnTo>
                    <a:pt x="4012999" y="2088156"/>
                  </a:lnTo>
                  <a:lnTo>
                    <a:pt x="4035507" y="2108194"/>
                  </a:lnTo>
                  <a:lnTo>
                    <a:pt x="4044904" y="2165122"/>
                  </a:lnTo>
                  <a:lnTo>
                    <a:pt x="4054812" y="2164590"/>
                  </a:lnTo>
                  <a:lnTo>
                    <a:pt x="4057080" y="2223835"/>
                  </a:lnTo>
                  <a:lnTo>
                    <a:pt x="4047993" y="2241306"/>
                  </a:lnTo>
                  <a:lnTo>
                    <a:pt x="4056930" y="2290437"/>
                  </a:lnTo>
                  <a:lnTo>
                    <a:pt x="4081701" y="2279128"/>
                  </a:lnTo>
                  <a:lnTo>
                    <a:pt x="4091412" y="2285144"/>
                  </a:lnTo>
                  <a:lnTo>
                    <a:pt x="4099615" y="2277112"/>
                  </a:lnTo>
                  <a:lnTo>
                    <a:pt x="4102237" y="2254744"/>
                  </a:lnTo>
                  <a:lnTo>
                    <a:pt x="4093050" y="2257075"/>
                  </a:lnTo>
                  <a:lnTo>
                    <a:pt x="4110910" y="2172556"/>
                  </a:lnTo>
                  <a:lnTo>
                    <a:pt x="4135069" y="2178019"/>
                  </a:lnTo>
                  <a:lnTo>
                    <a:pt x="4154414" y="2112121"/>
                  </a:lnTo>
                  <a:lnTo>
                    <a:pt x="4172341" y="2111446"/>
                  </a:lnTo>
                  <a:lnTo>
                    <a:pt x="4155739" y="1998553"/>
                  </a:lnTo>
                  <a:lnTo>
                    <a:pt x="4162366" y="1996121"/>
                  </a:lnTo>
                  <a:lnTo>
                    <a:pt x="4123063" y="1960938"/>
                  </a:lnTo>
                  <a:close/>
                  <a:moveTo>
                    <a:pt x="4162366" y="1996121"/>
                  </a:moveTo>
                  <a:lnTo>
                    <a:pt x="4155739" y="1998553"/>
                  </a:lnTo>
                  <a:lnTo>
                    <a:pt x="4172341" y="2111446"/>
                  </a:lnTo>
                  <a:lnTo>
                    <a:pt x="4154414" y="2112121"/>
                  </a:lnTo>
                  <a:lnTo>
                    <a:pt x="4135069" y="2178019"/>
                  </a:lnTo>
                  <a:lnTo>
                    <a:pt x="4110910" y="2172556"/>
                  </a:lnTo>
                  <a:lnTo>
                    <a:pt x="4093050" y="2257075"/>
                  </a:lnTo>
                  <a:lnTo>
                    <a:pt x="4102237" y="2254744"/>
                  </a:lnTo>
                  <a:lnTo>
                    <a:pt x="4099615" y="2277112"/>
                  </a:lnTo>
                  <a:lnTo>
                    <a:pt x="4092739" y="2286259"/>
                  </a:lnTo>
                  <a:lnTo>
                    <a:pt x="4171227" y="2210482"/>
                  </a:lnTo>
                  <a:lnTo>
                    <a:pt x="4261858" y="2198903"/>
                  </a:lnTo>
                  <a:lnTo>
                    <a:pt x="4268676" y="2167677"/>
                  </a:lnTo>
                  <a:lnTo>
                    <a:pt x="4325533" y="2122784"/>
                  </a:lnTo>
                  <a:lnTo>
                    <a:pt x="4345061" y="2134016"/>
                  </a:lnTo>
                  <a:lnTo>
                    <a:pt x="4368785" y="2097383"/>
                  </a:lnTo>
                  <a:lnTo>
                    <a:pt x="4384751" y="2092633"/>
                  </a:lnTo>
                  <a:lnTo>
                    <a:pt x="4202315" y="2028695"/>
                  </a:lnTo>
                  <a:lnTo>
                    <a:pt x="4162366" y="1996121"/>
                  </a:lnTo>
                  <a:close/>
                  <a:moveTo>
                    <a:pt x="4424401" y="2443574"/>
                  </a:moveTo>
                  <a:lnTo>
                    <a:pt x="4360304" y="2387853"/>
                  </a:lnTo>
                  <a:lnTo>
                    <a:pt x="4299119" y="2364964"/>
                  </a:lnTo>
                  <a:lnTo>
                    <a:pt x="4277246" y="2343999"/>
                  </a:lnTo>
                  <a:lnTo>
                    <a:pt x="4267756" y="2348186"/>
                  </a:lnTo>
                  <a:lnTo>
                    <a:pt x="4260304" y="2334791"/>
                  </a:lnTo>
                  <a:lnTo>
                    <a:pt x="4241274" y="2329936"/>
                  </a:lnTo>
                  <a:lnTo>
                    <a:pt x="4166276" y="2347844"/>
                  </a:lnTo>
                  <a:lnTo>
                    <a:pt x="4125651" y="2337848"/>
                  </a:lnTo>
                  <a:lnTo>
                    <a:pt x="4110696" y="2377295"/>
                  </a:lnTo>
                  <a:lnTo>
                    <a:pt x="4109915" y="2381121"/>
                  </a:lnTo>
                  <a:lnTo>
                    <a:pt x="4152750" y="2410613"/>
                  </a:lnTo>
                  <a:lnTo>
                    <a:pt x="4211856" y="2547193"/>
                  </a:lnTo>
                  <a:lnTo>
                    <a:pt x="4231014" y="2575399"/>
                  </a:lnTo>
                  <a:lnTo>
                    <a:pt x="4262861" y="2574095"/>
                  </a:lnTo>
                  <a:lnTo>
                    <a:pt x="4250906" y="2540014"/>
                  </a:lnTo>
                  <a:lnTo>
                    <a:pt x="4277684" y="2530162"/>
                  </a:lnTo>
                  <a:lnTo>
                    <a:pt x="4299867" y="2582546"/>
                  </a:lnTo>
                  <a:lnTo>
                    <a:pt x="4343124" y="2562196"/>
                  </a:lnTo>
                  <a:lnTo>
                    <a:pt x="4348084" y="2565134"/>
                  </a:lnTo>
                  <a:lnTo>
                    <a:pt x="4374737" y="2544220"/>
                  </a:lnTo>
                  <a:lnTo>
                    <a:pt x="4372320" y="2519095"/>
                  </a:lnTo>
                  <a:lnTo>
                    <a:pt x="4413783" y="2550898"/>
                  </a:lnTo>
                  <a:lnTo>
                    <a:pt x="4443160" y="2490020"/>
                  </a:lnTo>
                  <a:lnTo>
                    <a:pt x="4424401" y="2443574"/>
                  </a:lnTo>
                  <a:close/>
                  <a:moveTo>
                    <a:pt x="4075814" y="2378923"/>
                  </a:moveTo>
                  <a:lnTo>
                    <a:pt x="4069451" y="2549048"/>
                  </a:lnTo>
                  <a:lnTo>
                    <a:pt x="4048550" y="2553067"/>
                  </a:lnTo>
                  <a:lnTo>
                    <a:pt x="4050234" y="2569647"/>
                  </a:lnTo>
                  <a:lnTo>
                    <a:pt x="4026526" y="2572961"/>
                  </a:lnTo>
                  <a:lnTo>
                    <a:pt x="4039515" y="2631035"/>
                  </a:lnTo>
                  <a:lnTo>
                    <a:pt x="4114612" y="2610912"/>
                  </a:lnTo>
                  <a:lnTo>
                    <a:pt x="4128515" y="2615915"/>
                  </a:lnTo>
                  <a:lnTo>
                    <a:pt x="4131679" y="2602784"/>
                  </a:lnTo>
                  <a:lnTo>
                    <a:pt x="4167681" y="2612465"/>
                  </a:lnTo>
                  <a:lnTo>
                    <a:pt x="4178355" y="2550522"/>
                  </a:lnTo>
                  <a:lnTo>
                    <a:pt x="4208734" y="2563774"/>
                  </a:lnTo>
                  <a:lnTo>
                    <a:pt x="4219325" y="2555437"/>
                  </a:lnTo>
                  <a:lnTo>
                    <a:pt x="4211856" y="2547193"/>
                  </a:lnTo>
                  <a:lnTo>
                    <a:pt x="4152750" y="2410613"/>
                  </a:lnTo>
                  <a:lnTo>
                    <a:pt x="4110551" y="2381286"/>
                  </a:lnTo>
                  <a:lnTo>
                    <a:pt x="4075814" y="2378923"/>
                  </a:lnTo>
                  <a:close/>
                  <a:moveTo>
                    <a:pt x="3698683" y="2561008"/>
                  </a:moveTo>
                  <a:lnTo>
                    <a:pt x="3690500" y="2565633"/>
                  </a:lnTo>
                  <a:lnTo>
                    <a:pt x="3662206" y="2610333"/>
                  </a:lnTo>
                  <a:lnTo>
                    <a:pt x="3668058" y="2664121"/>
                  </a:lnTo>
                  <a:lnTo>
                    <a:pt x="3700930" y="2703499"/>
                  </a:lnTo>
                  <a:lnTo>
                    <a:pt x="3752055" y="2718392"/>
                  </a:lnTo>
                  <a:lnTo>
                    <a:pt x="3800300" y="2707930"/>
                  </a:lnTo>
                  <a:lnTo>
                    <a:pt x="3840932" y="2684615"/>
                  </a:lnTo>
                  <a:lnTo>
                    <a:pt x="3912028" y="2591094"/>
                  </a:lnTo>
                  <a:lnTo>
                    <a:pt x="3946267" y="2512579"/>
                  </a:lnTo>
                  <a:lnTo>
                    <a:pt x="3986839" y="2472167"/>
                  </a:lnTo>
                  <a:lnTo>
                    <a:pt x="3993222" y="2429150"/>
                  </a:lnTo>
                  <a:lnTo>
                    <a:pt x="4012095" y="2399745"/>
                  </a:lnTo>
                  <a:lnTo>
                    <a:pt x="4004105" y="2383288"/>
                  </a:lnTo>
                  <a:lnTo>
                    <a:pt x="3972674" y="2368274"/>
                  </a:lnTo>
                  <a:lnTo>
                    <a:pt x="3965994" y="2383827"/>
                  </a:lnTo>
                  <a:lnTo>
                    <a:pt x="3950086" y="2381309"/>
                  </a:lnTo>
                  <a:lnTo>
                    <a:pt x="3948444" y="2397257"/>
                  </a:lnTo>
                  <a:lnTo>
                    <a:pt x="3890716" y="2400059"/>
                  </a:lnTo>
                  <a:lnTo>
                    <a:pt x="3882028" y="2404191"/>
                  </a:lnTo>
                  <a:lnTo>
                    <a:pt x="3889962" y="2423235"/>
                  </a:lnTo>
                  <a:lnTo>
                    <a:pt x="3871711" y="2426593"/>
                  </a:lnTo>
                  <a:lnTo>
                    <a:pt x="3868764" y="2413149"/>
                  </a:lnTo>
                  <a:lnTo>
                    <a:pt x="3853154" y="2408155"/>
                  </a:lnTo>
                  <a:lnTo>
                    <a:pt x="3824126" y="2411759"/>
                  </a:lnTo>
                  <a:lnTo>
                    <a:pt x="3773890" y="2500136"/>
                  </a:lnTo>
                  <a:lnTo>
                    <a:pt x="3698683" y="2561008"/>
                  </a:lnTo>
                  <a:close/>
                  <a:moveTo>
                    <a:pt x="3814491" y="2354092"/>
                  </a:moveTo>
                  <a:lnTo>
                    <a:pt x="3819172" y="2360986"/>
                  </a:lnTo>
                  <a:lnTo>
                    <a:pt x="3824126" y="2411759"/>
                  </a:lnTo>
                  <a:lnTo>
                    <a:pt x="3853154" y="2408155"/>
                  </a:lnTo>
                  <a:lnTo>
                    <a:pt x="3868764" y="2413149"/>
                  </a:lnTo>
                  <a:lnTo>
                    <a:pt x="3871711" y="2426593"/>
                  </a:lnTo>
                  <a:lnTo>
                    <a:pt x="3889962" y="2423235"/>
                  </a:lnTo>
                  <a:lnTo>
                    <a:pt x="3882028" y="2404191"/>
                  </a:lnTo>
                  <a:lnTo>
                    <a:pt x="3890716" y="2400059"/>
                  </a:lnTo>
                  <a:lnTo>
                    <a:pt x="3948444" y="2397257"/>
                  </a:lnTo>
                  <a:lnTo>
                    <a:pt x="3950086" y="2381309"/>
                  </a:lnTo>
                  <a:lnTo>
                    <a:pt x="3965994" y="2383827"/>
                  </a:lnTo>
                  <a:lnTo>
                    <a:pt x="3972674" y="2368274"/>
                  </a:lnTo>
                  <a:lnTo>
                    <a:pt x="3995489" y="2379311"/>
                  </a:lnTo>
                  <a:lnTo>
                    <a:pt x="4011676" y="2331668"/>
                  </a:lnTo>
                  <a:lnTo>
                    <a:pt x="3988131" y="2318196"/>
                  </a:lnTo>
                  <a:lnTo>
                    <a:pt x="3981260" y="2336824"/>
                  </a:lnTo>
                  <a:lnTo>
                    <a:pt x="3957605" y="2338877"/>
                  </a:lnTo>
                  <a:lnTo>
                    <a:pt x="3875421" y="2300163"/>
                  </a:lnTo>
                  <a:lnTo>
                    <a:pt x="3872039" y="2326049"/>
                  </a:lnTo>
                  <a:lnTo>
                    <a:pt x="3837229" y="2326561"/>
                  </a:lnTo>
                  <a:lnTo>
                    <a:pt x="3814491" y="2354092"/>
                  </a:lnTo>
                  <a:close/>
                  <a:moveTo>
                    <a:pt x="3987851" y="2318738"/>
                  </a:moveTo>
                  <a:lnTo>
                    <a:pt x="3999427" y="2299474"/>
                  </a:lnTo>
                  <a:lnTo>
                    <a:pt x="3991825" y="2280703"/>
                  </a:lnTo>
                  <a:lnTo>
                    <a:pt x="3931468" y="2229524"/>
                  </a:lnTo>
                  <a:lnTo>
                    <a:pt x="3941267" y="2219861"/>
                  </a:lnTo>
                  <a:lnTo>
                    <a:pt x="3868981" y="2151616"/>
                  </a:lnTo>
                  <a:lnTo>
                    <a:pt x="3838977" y="2169674"/>
                  </a:lnTo>
                  <a:lnTo>
                    <a:pt x="3828596" y="2146239"/>
                  </a:lnTo>
                  <a:lnTo>
                    <a:pt x="3659530" y="2178759"/>
                  </a:lnTo>
                  <a:lnTo>
                    <a:pt x="3617365" y="2255468"/>
                  </a:lnTo>
                  <a:lnTo>
                    <a:pt x="3579577" y="2283951"/>
                  </a:lnTo>
                  <a:lnTo>
                    <a:pt x="3571483" y="2268436"/>
                  </a:lnTo>
                  <a:lnTo>
                    <a:pt x="3529746" y="2298006"/>
                  </a:lnTo>
                  <a:lnTo>
                    <a:pt x="3566389" y="2392672"/>
                  </a:lnTo>
                  <a:lnTo>
                    <a:pt x="3593967" y="2418379"/>
                  </a:lnTo>
                  <a:lnTo>
                    <a:pt x="3634846" y="2418911"/>
                  </a:lnTo>
                  <a:lnTo>
                    <a:pt x="3763912" y="2341994"/>
                  </a:lnTo>
                  <a:lnTo>
                    <a:pt x="3787185" y="2340139"/>
                  </a:lnTo>
                  <a:lnTo>
                    <a:pt x="3814491" y="2354092"/>
                  </a:lnTo>
                  <a:lnTo>
                    <a:pt x="3837229" y="2326561"/>
                  </a:lnTo>
                  <a:lnTo>
                    <a:pt x="3872039" y="2326049"/>
                  </a:lnTo>
                  <a:lnTo>
                    <a:pt x="3875421" y="2300163"/>
                  </a:lnTo>
                  <a:lnTo>
                    <a:pt x="3957605" y="2338877"/>
                  </a:lnTo>
                  <a:lnTo>
                    <a:pt x="3981260" y="2336824"/>
                  </a:lnTo>
                  <a:lnTo>
                    <a:pt x="3987851" y="2318738"/>
                  </a:lnTo>
                  <a:close/>
                  <a:moveTo>
                    <a:pt x="3321335" y="1586541"/>
                  </a:moveTo>
                  <a:lnTo>
                    <a:pt x="3324012" y="1613027"/>
                  </a:lnTo>
                  <a:lnTo>
                    <a:pt x="3349866" y="1654280"/>
                  </a:lnTo>
                  <a:lnTo>
                    <a:pt x="3340419" y="1685836"/>
                  </a:lnTo>
                  <a:lnTo>
                    <a:pt x="3351030" y="1702675"/>
                  </a:lnTo>
                  <a:lnTo>
                    <a:pt x="3412021" y="1699127"/>
                  </a:lnTo>
                  <a:lnTo>
                    <a:pt x="3416634" y="1719666"/>
                  </a:lnTo>
                  <a:lnTo>
                    <a:pt x="3392011" y="1767105"/>
                  </a:lnTo>
                  <a:lnTo>
                    <a:pt x="3392397" y="1801345"/>
                  </a:lnTo>
                  <a:lnTo>
                    <a:pt x="3558455" y="1802779"/>
                  </a:lnTo>
                  <a:lnTo>
                    <a:pt x="3567388" y="1782814"/>
                  </a:lnTo>
                  <a:lnTo>
                    <a:pt x="3547272" y="1772742"/>
                  </a:lnTo>
                  <a:lnTo>
                    <a:pt x="3555053" y="1750350"/>
                  </a:lnTo>
                  <a:lnTo>
                    <a:pt x="3532354" y="1692906"/>
                  </a:lnTo>
                  <a:lnTo>
                    <a:pt x="3498504" y="1656244"/>
                  </a:lnTo>
                  <a:lnTo>
                    <a:pt x="3502415" y="1646419"/>
                  </a:lnTo>
                  <a:lnTo>
                    <a:pt x="3483196" y="1610836"/>
                  </a:lnTo>
                  <a:lnTo>
                    <a:pt x="3428558" y="1592026"/>
                  </a:lnTo>
                  <a:lnTo>
                    <a:pt x="3367695" y="1592006"/>
                  </a:lnTo>
                  <a:lnTo>
                    <a:pt x="3361371" y="1577307"/>
                  </a:lnTo>
                  <a:lnTo>
                    <a:pt x="3321335" y="1586541"/>
                  </a:lnTo>
                  <a:close/>
                  <a:moveTo>
                    <a:pt x="3636136" y="997816"/>
                  </a:moveTo>
                  <a:lnTo>
                    <a:pt x="3574514" y="1023499"/>
                  </a:lnTo>
                  <a:lnTo>
                    <a:pt x="3441057" y="1127714"/>
                  </a:lnTo>
                  <a:lnTo>
                    <a:pt x="3489603" y="1182990"/>
                  </a:lnTo>
                  <a:lnTo>
                    <a:pt x="3516249" y="1155671"/>
                  </a:lnTo>
                  <a:lnTo>
                    <a:pt x="3605617" y="1300578"/>
                  </a:lnTo>
                  <a:lnTo>
                    <a:pt x="3624820" y="1270843"/>
                  </a:lnTo>
                  <a:lnTo>
                    <a:pt x="3686325" y="1251710"/>
                  </a:lnTo>
                  <a:lnTo>
                    <a:pt x="3670692" y="1174071"/>
                  </a:lnTo>
                  <a:lnTo>
                    <a:pt x="3707240" y="1173103"/>
                  </a:lnTo>
                  <a:lnTo>
                    <a:pt x="3714222" y="1082603"/>
                  </a:lnTo>
                  <a:lnTo>
                    <a:pt x="3650903" y="1046614"/>
                  </a:lnTo>
                  <a:lnTo>
                    <a:pt x="3630430" y="1005443"/>
                  </a:lnTo>
                  <a:lnTo>
                    <a:pt x="3636136" y="997816"/>
                  </a:lnTo>
                  <a:close/>
                  <a:moveTo>
                    <a:pt x="3714222" y="1082603"/>
                  </a:moveTo>
                  <a:lnTo>
                    <a:pt x="3707240" y="1173103"/>
                  </a:lnTo>
                  <a:lnTo>
                    <a:pt x="3670692" y="1174071"/>
                  </a:lnTo>
                  <a:lnTo>
                    <a:pt x="3684648" y="1246638"/>
                  </a:lnTo>
                  <a:lnTo>
                    <a:pt x="3688623" y="1260293"/>
                  </a:lnTo>
                  <a:lnTo>
                    <a:pt x="3741924" y="1245241"/>
                  </a:lnTo>
                  <a:lnTo>
                    <a:pt x="3744293" y="1285444"/>
                  </a:lnTo>
                  <a:lnTo>
                    <a:pt x="3786285" y="1380896"/>
                  </a:lnTo>
                  <a:lnTo>
                    <a:pt x="3773708" y="1385544"/>
                  </a:lnTo>
                  <a:lnTo>
                    <a:pt x="3771501" y="1415848"/>
                  </a:lnTo>
                  <a:lnTo>
                    <a:pt x="3792440" y="1418020"/>
                  </a:lnTo>
                  <a:lnTo>
                    <a:pt x="3786689" y="1460326"/>
                  </a:lnTo>
                  <a:lnTo>
                    <a:pt x="3814221" y="1455958"/>
                  </a:lnTo>
                  <a:lnTo>
                    <a:pt x="3824360" y="1391633"/>
                  </a:lnTo>
                  <a:lnTo>
                    <a:pt x="3791934" y="1254164"/>
                  </a:lnTo>
                  <a:lnTo>
                    <a:pt x="3787721" y="1164975"/>
                  </a:lnTo>
                  <a:lnTo>
                    <a:pt x="3776801" y="1126597"/>
                  </a:lnTo>
                  <a:lnTo>
                    <a:pt x="3714222" y="1082603"/>
                  </a:lnTo>
                  <a:close/>
                  <a:moveTo>
                    <a:pt x="2917918" y="950689"/>
                  </a:moveTo>
                  <a:lnTo>
                    <a:pt x="2962708" y="916562"/>
                  </a:lnTo>
                  <a:lnTo>
                    <a:pt x="2938925" y="877072"/>
                  </a:lnTo>
                  <a:lnTo>
                    <a:pt x="2953683" y="833126"/>
                  </a:lnTo>
                  <a:lnTo>
                    <a:pt x="3010371" y="850986"/>
                  </a:lnTo>
                  <a:lnTo>
                    <a:pt x="3021225" y="841272"/>
                  </a:lnTo>
                  <a:lnTo>
                    <a:pt x="3007158" y="808227"/>
                  </a:lnTo>
                  <a:lnTo>
                    <a:pt x="3019060" y="783067"/>
                  </a:lnTo>
                  <a:lnTo>
                    <a:pt x="3001968" y="720912"/>
                  </a:lnTo>
                  <a:lnTo>
                    <a:pt x="3020188" y="666533"/>
                  </a:lnTo>
                  <a:lnTo>
                    <a:pt x="3071771" y="649646"/>
                  </a:lnTo>
                  <a:lnTo>
                    <a:pt x="3079079" y="613615"/>
                  </a:lnTo>
                  <a:lnTo>
                    <a:pt x="3066392" y="611269"/>
                  </a:lnTo>
                  <a:lnTo>
                    <a:pt x="3065888" y="597899"/>
                  </a:lnTo>
                  <a:lnTo>
                    <a:pt x="3047528" y="586804"/>
                  </a:lnTo>
                  <a:lnTo>
                    <a:pt x="3023875" y="597629"/>
                  </a:lnTo>
                  <a:lnTo>
                    <a:pt x="3016655" y="588712"/>
                  </a:lnTo>
                  <a:lnTo>
                    <a:pt x="3006027" y="597020"/>
                  </a:lnTo>
                  <a:lnTo>
                    <a:pt x="3005809" y="613236"/>
                  </a:lnTo>
                  <a:lnTo>
                    <a:pt x="2935877" y="636477"/>
                  </a:lnTo>
                  <a:lnTo>
                    <a:pt x="2928344" y="625244"/>
                  </a:lnTo>
                  <a:lnTo>
                    <a:pt x="2933951" y="605307"/>
                  </a:lnTo>
                  <a:lnTo>
                    <a:pt x="2892518" y="597258"/>
                  </a:lnTo>
                  <a:lnTo>
                    <a:pt x="2878731" y="617285"/>
                  </a:lnTo>
                  <a:lnTo>
                    <a:pt x="2848698" y="593924"/>
                  </a:lnTo>
                  <a:lnTo>
                    <a:pt x="2852927" y="577087"/>
                  </a:lnTo>
                  <a:lnTo>
                    <a:pt x="2832204" y="571224"/>
                  </a:lnTo>
                  <a:lnTo>
                    <a:pt x="2770839" y="572563"/>
                  </a:lnTo>
                  <a:lnTo>
                    <a:pt x="2763557" y="597252"/>
                  </a:lnTo>
                  <a:lnTo>
                    <a:pt x="2753544" y="594096"/>
                  </a:lnTo>
                  <a:lnTo>
                    <a:pt x="2741580" y="614820"/>
                  </a:lnTo>
                  <a:lnTo>
                    <a:pt x="2726391" y="603007"/>
                  </a:lnTo>
                  <a:lnTo>
                    <a:pt x="2718693" y="608055"/>
                  </a:lnTo>
                  <a:lnTo>
                    <a:pt x="2707041" y="592948"/>
                  </a:lnTo>
                  <a:lnTo>
                    <a:pt x="2722544" y="560951"/>
                  </a:lnTo>
                  <a:lnTo>
                    <a:pt x="2683279" y="564888"/>
                  </a:lnTo>
                  <a:lnTo>
                    <a:pt x="2651147" y="593098"/>
                  </a:lnTo>
                  <a:lnTo>
                    <a:pt x="2657843" y="618255"/>
                  </a:lnTo>
                  <a:lnTo>
                    <a:pt x="2677956" y="657110"/>
                  </a:lnTo>
                  <a:lnTo>
                    <a:pt x="2744323" y="721529"/>
                  </a:lnTo>
                  <a:lnTo>
                    <a:pt x="2721978" y="741365"/>
                  </a:lnTo>
                  <a:lnTo>
                    <a:pt x="2691243" y="720967"/>
                  </a:lnTo>
                  <a:lnTo>
                    <a:pt x="2654646" y="748948"/>
                  </a:lnTo>
                  <a:lnTo>
                    <a:pt x="2657008" y="757346"/>
                  </a:lnTo>
                  <a:lnTo>
                    <a:pt x="2650462" y="752073"/>
                  </a:lnTo>
                  <a:lnTo>
                    <a:pt x="2632573" y="765259"/>
                  </a:lnTo>
                  <a:lnTo>
                    <a:pt x="2674244" y="792771"/>
                  </a:lnTo>
                  <a:lnTo>
                    <a:pt x="2693097" y="849995"/>
                  </a:lnTo>
                  <a:lnTo>
                    <a:pt x="2755752" y="799727"/>
                  </a:lnTo>
                  <a:lnTo>
                    <a:pt x="2860331" y="877125"/>
                  </a:lnTo>
                  <a:lnTo>
                    <a:pt x="2830454" y="889925"/>
                  </a:lnTo>
                  <a:lnTo>
                    <a:pt x="2802386" y="927090"/>
                  </a:lnTo>
                  <a:lnTo>
                    <a:pt x="2821119" y="989878"/>
                  </a:lnTo>
                  <a:lnTo>
                    <a:pt x="2858684" y="962002"/>
                  </a:lnTo>
                  <a:lnTo>
                    <a:pt x="2875993" y="962077"/>
                  </a:lnTo>
                  <a:lnTo>
                    <a:pt x="2876422" y="941180"/>
                  </a:lnTo>
                  <a:lnTo>
                    <a:pt x="2883584" y="963216"/>
                  </a:lnTo>
                  <a:lnTo>
                    <a:pt x="2917918" y="950689"/>
                  </a:lnTo>
                  <a:close/>
                  <a:moveTo>
                    <a:pt x="3729908" y="1512988"/>
                  </a:moveTo>
                  <a:lnTo>
                    <a:pt x="3571556" y="1575811"/>
                  </a:lnTo>
                  <a:lnTo>
                    <a:pt x="3550565" y="1575319"/>
                  </a:lnTo>
                  <a:lnTo>
                    <a:pt x="3531187" y="1604307"/>
                  </a:lnTo>
                  <a:lnTo>
                    <a:pt x="3483196" y="1610836"/>
                  </a:lnTo>
                  <a:lnTo>
                    <a:pt x="3502415" y="1646419"/>
                  </a:lnTo>
                  <a:lnTo>
                    <a:pt x="3498504" y="1656244"/>
                  </a:lnTo>
                  <a:lnTo>
                    <a:pt x="3532354" y="1692906"/>
                  </a:lnTo>
                  <a:lnTo>
                    <a:pt x="3555053" y="1750350"/>
                  </a:lnTo>
                  <a:lnTo>
                    <a:pt x="3547272" y="1772742"/>
                  </a:lnTo>
                  <a:lnTo>
                    <a:pt x="3567388" y="1782814"/>
                  </a:lnTo>
                  <a:lnTo>
                    <a:pt x="3558455" y="1802779"/>
                  </a:lnTo>
                  <a:lnTo>
                    <a:pt x="3618932" y="1800922"/>
                  </a:lnTo>
                  <a:lnTo>
                    <a:pt x="3660256" y="1831219"/>
                  </a:lnTo>
                  <a:lnTo>
                    <a:pt x="3645588" y="1786544"/>
                  </a:lnTo>
                  <a:lnTo>
                    <a:pt x="3616439" y="1745071"/>
                  </a:lnTo>
                  <a:lnTo>
                    <a:pt x="3616785" y="1662087"/>
                  </a:lnTo>
                  <a:lnTo>
                    <a:pt x="3644371" y="1650101"/>
                  </a:lnTo>
                  <a:lnTo>
                    <a:pt x="3648265" y="1634520"/>
                  </a:lnTo>
                  <a:lnTo>
                    <a:pt x="3636679" y="1629208"/>
                  </a:lnTo>
                  <a:lnTo>
                    <a:pt x="3650299" y="1615238"/>
                  </a:lnTo>
                  <a:lnTo>
                    <a:pt x="3754505" y="1545689"/>
                  </a:lnTo>
                  <a:lnTo>
                    <a:pt x="3729908" y="1512988"/>
                  </a:lnTo>
                  <a:close/>
                  <a:moveTo>
                    <a:pt x="3270394" y="1208593"/>
                  </a:moveTo>
                  <a:lnTo>
                    <a:pt x="3202877" y="1212172"/>
                  </a:lnTo>
                  <a:lnTo>
                    <a:pt x="3176814" y="1200206"/>
                  </a:lnTo>
                  <a:lnTo>
                    <a:pt x="3171555" y="1224739"/>
                  </a:lnTo>
                  <a:lnTo>
                    <a:pt x="3149591" y="1239155"/>
                  </a:lnTo>
                  <a:lnTo>
                    <a:pt x="3176576" y="1284046"/>
                  </a:lnTo>
                  <a:lnTo>
                    <a:pt x="3234951" y="1323988"/>
                  </a:lnTo>
                  <a:lnTo>
                    <a:pt x="3266603" y="1481017"/>
                  </a:lnTo>
                  <a:lnTo>
                    <a:pt x="3289421" y="1536961"/>
                  </a:lnTo>
                  <a:lnTo>
                    <a:pt x="3318815" y="1563163"/>
                  </a:lnTo>
                  <a:lnTo>
                    <a:pt x="3321335" y="1586541"/>
                  </a:lnTo>
                  <a:lnTo>
                    <a:pt x="3343675" y="1581982"/>
                  </a:lnTo>
                  <a:lnTo>
                    <a:pt x="3352264" y="1567952"/>
                  </a:lnTo>
                  <a:lnTo>
                    <a:pt x="3337994" y="1558700"/>
                  </a:lnTo>
                  <a:lnTo>
                    <a:pt x="3334291" y="1539242"/>
                  </a:lnTo>
                  <a:lnTo>
                    <a:pt x="3324751" y="1549788"/>
                  </a:lnTo>
                  <a:lnTo>
                    <a:pt x="3315943" y="1546142"/>
                  </a:lnTo>
                  <a:lnTo>
                    <a:pt x="3307995" y="1521531"/>
                  </a:lnTo>
                  <a:lnTo>
                    <a:pt x="3335899" y="1511273"/>
                  </a:lnTo>
                  <a:lnTo>
                    <a:pt x="3338517" y="1498752"/>
                  </a:lnTo>
                  <a:lnTo>
                    <a:pt x="3411704" y="1493985"/>
                  </a:lnTo>
                  <a:lnTo>
                    <a:pt x="3443504" y="1476995"/>
                  </a:lnTo>
                  <a:lnTo>
                    <a:pt x="3406092" y="1419208"/>
                  </a:lnTo>
                  <a:lnTo>
                    <a:pt x="3387757" y="1427134"/>
                  </a:lnTo>
                  <a:lnTo>
                    <a:pt x="3364029" y="1392827"/>
                  </a:lnTo>
                  <a:lnTo>
                    <a:pt x="3343450" y="1358694"/>
                  </a:lnTo>
                  <a:lnTo>
                    <a:pt x="3355611" y="1351153"/>
                  </a:lnTo>
                  <a:lnTo>
                    <a:pt x="3294512" y="1240558"/>
                  </a:lnTo>
                  <a:lnTo>
                    <a:pt x="3270832" y="1214924"/>
                  </a:lnTo>
                  <a:lnTo>
                    <a:pt x="3270394" y="1208593"/>
                  </a:lnTo>
                  <a:close/>
                  <a:moveTo>
                    <a:pt x="3703052" y="1874889"/>
                  </a:moveTo>
                  <a:lnTo>
                    <a:pt x="3702384" y="1875570"/>
                  </a:lnTo>
                  <a:lnTo>
                    <a:pt x="3770668" y="1988721"/>
                  </a:lnTo>
                  <a:lnTo>
                    <a:pt x="3803193" y="2010268"/>
                  </a:lnTo>
                  <a:lnTo>
                    <a:pt x="3822418" y="2009069"/>
                  </a:lnTo>
                  <a:lnTo>
                    <a:pt x="3825375" y="2008848"/>
                  </a:lnTo>
                  <a:lnTo>
                    <a:pt x="3827249" y="2008706"/>
                  </a:lnTo>
                  <a:lnTo>
                    <a:pt x="3889775" y="2003865"/>
                  </a:lnTo>
                  <a:lnTo>
                    <a:pt x="3893981" y="2003851"/>
                  </a:lnTo>
                  <a:lnTo>
                    <a:pt x="3892966" y="2002656"/>
                  </a:lnTo>
                  <a:lnTo>
                    <a:pt x="3874629" y="1981057"/>
                  </a:lnTo>
                  <a:lnTo>
                    <a:pt x="3855855" y="1863812"/>
                  </a:lnTo>
                  <a:lnTo>
                    <a:pt x="3855815" y="1863699"/>
                  </a:lnTo>
                  <a:lnTo>
                    <a:pt x="3855598" y="1863018"/>
                  </a:lnTo>
                  <a:lnTo>
                    <a:pt x="3749050" y="1892632"/>
                  </a:lnTo>
                  <a:lnTo>
                    <a:pt x="3705060" y="1876861"/>
                  </a:lnTo>
                  <a:lnTo>
                    <a:pt x="3703052" y="1874889"/>
                  </a:lnTo>
                  <a:close/>
                  <a:moveTo>
                    <a:pt x="3392397" y="1801345"/>
                  </a:moveTo>
                  <a:lnTo>
                    <a:pt x="3411695" y="1868081"/>
                  </a:lnTo>
                  <a:lnTo>
                    <a:pt x="3476581" y="2013950"/>
                  </a:lnTo>
                  <a:lnTo>
                    <a:pt x="3548914" y="1991593"/>
                  </a:lnTo>
                  <a:lnTo>
                    <a:pt x="3559929" y="1904519"/>
                  </a:lnTo>
                  <a:lnTo>
                    <a:pt x="3512941" y="1883144"/>
                  </a:lnTo>
                  <a:lnTo>
                    <a:pt x="3538347" y="1834194"/>
                  </a:lnTo>
                  <a:lnTo>
                    <a:pt x="3555657" y="1821519"/>
                  </a:lnTo>
                  <a:lnTo>
                    <a:pt x="3544573" y="1817278"/>
                  </a:lnTo>
                  <a:lnTo>
                    <a:pt x="3558455" y="1802779"/>
                  </a:lnTo>
                  <a:lnTo>
                    <a:pt x="3392397" y="1801345"/>
                  </a:lnTo>
                  <a:close/>
                  <a:moveTo>
                    <a:pt x="3729908" y="1512988"/>
                  </a:moveTo>
                  <a:lnTo>
                    <a:pt x="3754505" y="1545689"/>
                  </a:lnTo>
                  <a:lnTo>
                    <a:pt x="3650299" y="1615238"/>
                  </a:lnTo>
                  <a:lnTo>
                    <a:pt x="3636679" y="1629208"/>
                  </a:lnTo>
                  <a:lnTo>
                    <a:pt x="3648265" y="1634520"/>
                  </a:lnTo>
                  <a:lnTo>
                    <a:pt x="3644371" y="1650101"/>
                  </a:lnTo>
                  <a:lnTo>
                    <a:pt x="3616785" y="1662087"/>
                  </a:lnTo>
                  <a:lnTo>
                    <a:pt x="3616439" y="1745071"/>
                  </a:lnTo>
                  <a:lnTo>
                    <a:pt x="3645588" y="1786544"/>
                  </a:lnTo>
                  <a:lnTo>
                    <a:pt x="3659666" y="1831796"/>
                  </a:lnTo>
                  <a:lnTo>
                    <a:pt x="3705060" y="1876861"/>
                  </a:lnTo>
                  <a:lnTo>
                    <a:pt x="3749050" y="1892632"/>
                  </a:lnTo>
                  <a:lnTo>
                    <a:pt x="3876250" y="1860749"/>
                  </a:lnTo>
                  <a:lnTo>
                    <a:pt x="3848240" y="1831800"/>
                  </a:lnTo>
                  <a:lnTo>
                    <a:pt x="3821342" y="1736707"/>
                  </a:lnTo>
                  <a:lnTo>
                    <a:pt x="3819635" y="1660606"/>
                  </a:lnTo>
                  <a:lnTo>
                    <a:pt x="3844916" y="1588771"/>
                  </a:lnTo>
                  <a:lnTo>
                    <a:pt x="3818586" y="1510942"/>
                  </a:lnTo>
                  <a:lnTo>
                    <a:pt x="3787265" y="1503525"/>
                  </a:lnTo>
                  <a:lnTo>
                    <a:pt x="3729908" y="1512988"/>
                  </a:lnTo>
                  <a:close/>
                  <a:moveTo>
                    <a:pt x="3327863" y="1191496"/>
                  </a:moveTo>
                  <a:lnTo>
                    <a:pt x="3270394" y="1208593"/>
                  </a:lnTo>
                  <a:lnTo>
                    <a:pt x="3270832" y="1214924"/>
                  </a:lnTo>
                  <a:lnTo>
                    <a:pt x="3294512" y="1240558"/>
                  </a:lnTo>
                  <a:lnTo>
                    <a:pt x="3355611" y="1351153"/>
                  </a:lnTo>
                  <a:lnTo>
                    <a:pt x="3343450" y="1358694"/>
                  </a:lnTo>
                  <a:lnTo>
                    <a:pt x="3364029" y="1392827"/>
                  </a:lnTo>
                  <a:lnTo>
                    <a:pt x="3387757" y="1427134"/>
                  </a:lnTo>
                  <a:lnTo>
                    <a:pt x="3406092" y="1419208"/>
                  </a:lnTo>
                  <a:lnTo>
                    <a:pt x="3443504" y="1476995"/>
                  </a:lnTo>
                  <a:lnTo>
                    <a:pt x="3514135" y="1431338"/>
                  </a:lnTo>
                  <a:lnTo>
                    <a:pt x="3486397" y="1394106"/>
                  </a:lnTo>
                  <a:lnTo>
                    <a:pt x="3528809" y="1343723"/>
                  </a:lnTo>
                  <a:lnTo>
                    <a:pt x="3327863" y="1191496"/>
                  </a:lnTo>
                  <a:close/>
                  <a:moveTo>
                    <a:pt x="3559929" y="1904519"/>
                  </a:moveTo>
                  <a:lnTo>
                    <a:pt x="3548914" y="1991593"/>
                  </a:lnTo>
                  <a:lnTo>
                    <a:pt x="3476581" y="2013950"/>
                  </a:lnTo>
                  <a:lnTo>
                    <a:pt x="3493147" y="2134691"/>
                  </a:lnTo>
                  <a:lnTo>
                    <a:pt x="3544607" y="2254952"/>
                  </a:lnTo>
                  <a:lnTo>
                    <a:pt x="3562342" y="2275084"/>
                  </a:lnTo>
                  <a:lnTo>
                    <a:pt x="3571483" y="2268436"/>
                  </a:lnTo>
                  <a:lnTo>
                    <a:pt x="3579577" y="2283951"/>
                  </a:lnTo>
                  <a:lnTo>
                    <a:pt x="3617365" y="2255468"/>
                  </a:lnTo>
                  <a:lnTo>
                    <a:pt x="3659530" y="2178759"/>
                  </a:lnTo>
                  <a:lnTo>
                    <a:pt x="3726969" y="2163999"/>
                  </a:lnTo>
                  <a:lnTo>
                    <a:pt x="3730423" y="2144235"/>
                  </a:lnTo>
                  <a:lnTo>
                    <a:pt x="3683882" y="2104336"/>
                  </a:lnTo>
                  <a:lnTo>
                    <a:pt x="3664400" y="2064205"/>
                  </a:lnTo>
                  <a:lnTo>
                    <a:pt x="3710927" y="2005973"/>
                  </a:lnTo>
                  <a:lnTo>
                    <a:pt x="3583206" y="1915034"/>
                  </a:lnTo>
                  <a:lnTo>
                    <a:pt x="3559929" y="1904519"/>
                  </a:lnTo>
                  <a:close/>
                  <a:moveTo>
                    <a:pt x="3558455" y="1802779"/>
                  </a:moveTo>
                  <a:lnTo>
                    <a:pt x="3544573" y="1817278"/>
                  </a:lnTo>
                  <a:lnTo>
                    <a:pt x="3555657" y="1821519"/>
                  </a:lnTo>
                  <a:lnTo>
                    <a:pt x="3538347" y="1834194"/>
                  </a:lnTo>
                  <a:lnTo>
                    <a:pt x="3512941" y="1883144"/>
                  </a:lnTo>
                  <a:lnTo>
                    <a:pt x="3583206" y="1915034"/>
                  </a:lnTo>
                  <a:lnTo>
                    <a:pt x="3782474" y="2062053"/>
                  </a:lnTo>
                  <a:lnTo>
                    <a:pt x="3825375" y="2008848"/>
                  </a:lnTo>
                  <a:lnTo>
                    <a:pt x="3803193" y="2010268"/>
                  </a:lnTo>
                  <a:lnTo>
                    <a:pt x="3770668" y="1988721"/>
                  </a:lnTo>
                  <a:lnTo>
                    <a:pt x="3703052" y="1874889"/>
                  </a:lnTo>
                  <a:lnTo>
                    <a:pt x="3658033" y="1830164"/>
                  </a:lnTo>
                  <a:lnTo>
                    <a:pt x="3618932" y="1800922"/>
                  </a:lnTo>
                  <a:lnTo>
                    <a:pt x="3558455" y="1802779"/>
                  </a:lnTo>
                  <a:close/>
                  <a:moveTo>
                    <a:pt x="3710927" y="2005973"/>
                  </a:moveTo>
                  <a:lnTo>
                    <a:pt x="3664400" y="2064205"/>
                  </a:lnTo>
                  <a:lnTo>
                    <a:pt x="3683882" y="2104336"/>
                  </a:lnTo>
                  <a:lnTo>
                    <a:pt x="3730423" y="2144235"/>
                  </a:lnTo>
                  <a:lnTo>
                    <a:pt x="3726969" y="2163999"/>
                  </a:lnTo>
                  <a:lnTo>
                    <a:pt x="3832124" y="2145563"/>
                  </a:lnTo>
                  <a:lnTo>
                    <a:pt x="3874671" y="2110340"/>
                  </a:lnTo>
                  <a:lnTo>
                    <a:pt x="3893981" y="2003851"/>
                  </a:lnTo>
                  <a:lnTo>
                    <a:pt x="3825375" y="2008848"/>
                  </a:lnTo>
                  <a:lnTo>
                    <a:pt x="3782474" y="2062053"/>
                  </a:lnTo>
                  <a:lnTo>
                    <a:pt x="3710927" y="2005973"/>
                  </a:lnTo>
                  <a:close/>
                  <a:moveTo>
                    <a:pt x="3605617" y="1300578"/>
                  </a:moveTo>
                  <a:lnTo>
                    <a:pt x="3755953" y="1435431"/>
                  </a:lnTo>
                  <a:lnTo>
                    <a:pt x="3788233" y="1503690"/>
                  </a:lnTo>
                  <a:lnTo>
                    <a:pt x="3818586" y="1510942"/>
                  </a:lnTo>
                  <a:lnTo>
                    <a:pt x="3814221" y="1455958"/>
                  </a:lnTo>
                  <a:lnTo>
                    <a:pt x="3786689" y="1460326"/>
                  </a:lnTo>
                  <a:lnTo>
                    <a:pt x="3792440" y="1418020"/>
                  </a:lnTo>
                  <a:lnTo>
                    <a:pt x="3771501" y="1415848"/>
                  </a:lnTo>
                  <a:lnTo>
                    <a:pt x="3773708" y="1385544"/>
                  </a:lnTo>
                  <a:lnTo>
                    <a:pt x="3786285" y="1380896"/>
                  </a:lnTo>
                  <a:lnTo>
                    <a:pt x="3744293" y="1285444"/>
                  </a:lnTo>
                  <a:lnTo>
                    <a:pt x="3741924" y="1245241"/>
                  </a:lnTo>
                  <a:lnTo>
                    <a:pt x="3688623" y="1260293"/>
                  </a:lnTo>
                  <a:lnTo>
                    <a:pt x="3686325" y="1251710"/>
                  </a:lnTo>
                  <a:lnTo>
                    <a:pt x="3624820" y="1270843"/>
                  </a:lnTo>
                  <a:lnTo>
                    <a:pt x="3605617" y="1300578"/>
                  </a:lnTo>
                  <a:close/>
                  <a:moveTo>
                    <a:pt x="3528809" y="1343723"/>
                  </a:moveTo>
                  <a:lnTo>
                    <a:pt x="3486397" y="1394106"/>
                  </a:lnTo>
                  <a:lnTo>
                    <a:pt x="3514135" y="1431338"/>
                  </a:lnTo>
                  <a:lnTo>
                    <a:pt x="3411704" y="1493985"/>
                  </a:lnTo>
                  <a:lnTo>
                    <a:pt x="3338517" y="1498752"/>
                  </a:lnTo>
                  <a:lnTo>
                    <a:pt x="3335899" y="1511273"/>
                  </a:lnTo>
                  <a:lnTo>
                    <a:pt x="3307995" y="1521531"/>
                  </a:lnTo>
                  <a:lnTo>
                    <a:pt x="3315943" y="1546142"/>
                  </a:lnTo>
                  <a:lnTo>
                    <a:pt x="3324751" y="1549788"/>
                  </a:lnTo>
                  <a:lnTo>
                    <a:pt x="3334291" y="1539242"/>
                  </a:lnTo>
                  <a:lnTo>
                    <a:pt x="3337994" y="1558700"/>
                  </a:lnTo>
                  <a:lnTo>
                    <a:pt x="3352264" y="1567952"/>
                  </a:lnTo>
                  <a:lnTo>
                    <a:pt x="3343719" y="1582323"/>
                  </a:lnTo>
                  <a:lnTo>
                    <a:pt x="3361371" y="1577307"/>
                  </a:lnTo>
                  <a:lnTo>
                    <a:pt x="3367695" y="1592006"/>
                  </a:lnTo>
                  <a:lnTo>
                    <a:pt x="3428558" y="1592026"/>
                  </a:lnTo>
                  <a:lnTo>
                    <a:pt x="3483196" y="1610836"/>
                  </a:lnTo>
                  <a:lnTo>
                    <a:pt x="3531187" y="1604307"/>
                  </a:lnTo>
                  <a:lnTo>
                    <a:pt x="3550565" y="1575319"/>
                  </a:lnTo>
                  <a:lnTo>
                    <a:pt x="3571556" y="1575811"/>
                  </a:lnTo>
                  <a:lnTo>
                    <a:pt x="3729908" y="1512988"/>
                  </a:lnTo>
                  <a:lnTo>
                    <a:pt x="3682914" y="1461309"/>
                  </a:lnTo>
                  <a:lnTo>
                    <a:pt x="3528809" y="1343723"/>
                  </a:lnTo>
                  <a:close/>
                  <a:moveTo>
                    <a:pt x="3441057" y="1127714"/>
                  </a:moveTo>
                  <a:lnTo>
                    <a:pt x="3390413" y="1163344"/>
                  </a:lnTo>
                  <a:lnTo>
                    <a:pt x="3378943" y="1143676"/>
                  </a:lnTo>
                  <a:lnTo>
                    <a:pt x="3372652" y="1163497"/>
                  </a:lnTo>
                  <a:lnTo>
                    <a:pt x="3327863" y="1191496"/>
                  </a:lnTo>
                  <a:lnTo>
                    <a:pt x="3682914" y="1461309"/>
                  </a:lnTo>
                  <a:lnTo>
                    <a:pt x="3729908" y="1512988"/>
                  </a:lnTo>
                  <a:lnTo>
                    <a:pt x="3788233" y="1503690"/>
                  </a:lnTo>
                  <a:lnTo>
                    <a:pt x="3755953" y="1435431"/>
                  </a:lnTo>
                  <a:lnTo>
                    <a:pt x="3607955" y="1303642"/>
                  </a:lnTo>
                  <a:lnTo>
                    <a:pt x="3516249" y="1155671"/>
                  </a:lnTo>
                  <a:lnTo>
                    <a:pt x="3489603" y="1182990"/>
                  </a:lnTo>
                  <a:lnTo>
                    <a:pt x="3441057" y="1127714"/>
                  </a:lnTo>
                  <a:close/>
                  <a:moveTo>
                    <a:pt x="3985246" y="1241310"/>
                  </a:moveTo>
                  <a:lnTo>
                    <a:pt x="4033016" y="1233740"/>
                  </a:lnTo>
                  <a:lnTo>
                    <a:pt x="4019581" y="1209626"/>
                  </a:lnTo>
                  <a:lnTo>
                    <a:pt x="4048781" y="1186732"/>
                  </a:lnTo>
                  <a:lnTo>
                    <a:pt x="4063420" y="1157924"/>
                  </a:lnTo>
                  <a:lnTo>
                    <a:pt x="4103399" y="1137574"/>
                  </a:lnTo>
                  <a:lnTo>
                    <a:pt x="4139972" y="1102354"/>
                  </a:lnTo>
                  <a:lnTo>
                    <a:pt x="4162246" y="1098318"/>
                  </a:lnTo>
                  <a:lnTo>
                    <a:pt x="4172445" y="1082918"/>
                  </a:lnTo>
                  <a:lnTo>
                    <a:pt x="4047106" y="1045024"/>
                  </a:lnTo>
                  <a:lnTo>
                    <a:pt x="3917319" y="983546"/>
                  </a:lnTo>
                  <a:lnTo>
                    <a:pt x="3903591" y="961524"/>
                  </a:lnTo>
                  <a:lnTo>
                    <a:pt x="3905661" y="943244"/>
                  </a:lnTo>
                  <a:lnTo>
                    <a:pt x="3887310" y="999662"/>
                  </a:lnTo>
                  <a:lnTo>
                    <a:pt x="3884473" y="1174063"/>
                  </a:lnTo>
                  <a:lnTo>
                    <a:pt x="3934135" y="1180494"/>
                  </a:lnTo>
                  <a:lnTo>
                    <a:pt x="3985246" y="1241310"/>
                  </a:lnTo>
                  <a:close/>
                  <a:moveTo>
                    <a:pt x="4368029" y="1102474"/>
                  </a:moveTo>
                  <a:lnTo>
                    <a:pt x="4327701" y="1101313"/>
                  </a:lnTo>
                  <a:lnTo>
                    <a:pt x="4306563" y="1079570"/>
                  </a:lnTo>
                  <a:lnTo>
                    <a:pt x="4289549" y="1098754"/>
                  </a:lnTo>
                  <a:lnTo>
                    <a:pt x="4172445" y="1082918"/>
                  </a:lnTo>
                  <a:lnTo>
                    <a:pt x="4162246" y="1098318"/>
                  </a:lnTo>
                  <a:lnTo>
                    <a:pt x="4139972" y="1102354"/>
                  </a:lnTo>
                  <a:lnTo>
                    <a:pt x="4103399" y="1137574"/>
                  </a:lnTo>
                  <a:lnTo>
                    <a:pt x="4063420" y="1157924"/>
                  </a:lnTo>
                  <a:lnTo>
                    <a:pt x="4048658" y="1186864"/>
                  </a:lnTo>
                  <a:lnTo>
                    <a:pt x="4154463" y="1200085"/>
                  </a:lnTo>
                  <a:lnTo>
                    <a:pt x="4128454" y="1250192"/>
                  </a:lnTo>
                  <a:lnTo>
                    <a:pt x="4231238" y="1265483"/>
                  </a:lnTo>
                  <a:lnTo>
                    <a:pt x="4241583" y="1227080"/>
                  </a:lnTo>
                  <a:lnTo>
                    <a:pt x="4268956" y="1215506"/>
                  </a:lnTo>
                  <a:lnTo>
                    <a:pt x="4300539" y="1218320"/>
                  </a:lnTo>
                  <a:lnTo>
                    <a:pt x="4318683" y="1203699"/>
                  </a:lnTo>
                  <a:lnTo>
                    <a:pt x="4334024" y="1208428"/>
                  </a:lnTo>
                  <a:lnTo>
                    <a:pt x="4347538" y="1187767"/>
                  </a:lnTo>
                  <a:lnTo>
                    <a:pt x="4368029" y="1102474"/>
                  </a:lnTo>
                  <a:close/>
                  <a:moveTo>
                    <a:pt x="3905661" y="943244"/>
                  </a:moveTo>
                  <a:lnTo>
                    <a:pt x="3887725" y="970547"/>
                  </a:lnTo>
                  <a:lnTo>
                    <a:pt x="3844980" y="962486"/>
                  </a:lnTo>
                  <a:lnTo>
                    <a:pt x="3770229" y="972160"/>
                  </a:lnTo>
                  <a:lnTo>
                    <a:pt x="3630430" y="1005443"/>
                  </a:lnTo>
                  <a:lnTo>
                    <a:pt x="3650903" y="1046614"/>
                  </a:lnTo>
                  <a:lnTo>
                    <a:pt x="3710786" y="1080335"/>
                  </a:lnTo>
                  <a:lnTo>
                    <a:pt x="3776801" y="1126597"/>
                  </a:lnTo>
                  <a:lnTo>
                    <a:pt x="3787723" y="1167237"/>
                  </a:lnTo>
                  <a:lnTo>
                    <a:pt x="3796855" y="1155369"/>
                  </a:lnTo>
                  <a:lnTo>
                    <a:pt x="3793677" y="1168139"/>
                  </a:lnTo>
                  <a:lnTo>
                    <a:pt x="3804548" y="1173053"/>
                  </a:lnTo>
                  <a:lnTo>
                    <a:pt x="3833107" y="1173879"/>
                  </a:lnTo>
                  <a:lnTo>
                    <a:pt x="3834021" y="1160962"/>
                  </a:lnTo>
                  <a:lnTo>
                    <a:pt x="3850159" y="1162062"/>
                  </a:lnTo>
                  <a:lnTo>
                    <a:pt x="3851502" y="1173482"/>
                  </a:lnTo>
                  <a:lnTo>
                    <a:pt x="3884511" y="1176752"/>
                  </a:lnTo>
                  <a:lnTo>
                    <a:pt x="3887310" y="999662"/>
                  </a:lnTo>
                  <a:lnTo>
                    <a:pt x="3905661" y="943244"/>
                  </a:lnTo>
                  <a:close/>
                  <a:moveTo>
                    <a:pt x="3787723" y="1167237"/>
                  </a:moveTo>
                  <a:lnTo>
                    <a:pt x="3791934" y="1254164"/>
                  </a:lnTo>
                  <a:lnTo>
                    <a:pt x="3807255" y="1317652"/>
                  </a:lnTo>
                  <a:lnTo>
                    <a:pt x="3813625" y="1314929"/>
                  </a:lnTo>
                  <a:lnTo>
                    <a:pt x="3835364" y="1326206"/>
                  </a:lnTo>
                  <a:lnTo>
                    <a:pt x="3877798" y="1323397"/>
                  </a:lnTo>
                  <a:lnTo>
                    <a:pt x="3882481" y="1282270"/>
                  </a:lnTo>
                  <a:lnTo>
                    <a:pt x="3985808" y="1242698"/>
                  </a:lnTo>
                  <a:lnTo>
                    <a:pt x="3934135" y="1180494"/>
                  </a:lnTo>
                  <a:lnTo>
                    <a:pt x="3851502" y="1173482"/>
                  </a:lnTo>
                  <a:lnTo>
                    <a:pt x="3850159" y="1162062"/>
                  </a:lnTo>
                  <a:lnTo>
                    <a:pt x="3834021" y="1160962"/>
                  </a:lnTo>
                  <a:lnTo>
                    <a:pt x="3833107" y="1173879"/>
                  </a:lnTo>
                  <a:lnTo>
                    <a:pt x="3804548" y="1173053"/>
                  </a:lnTo>
                  <a:lnTo>
                    <a:pt x="3793677" y="1168139"/>
                  </a:lnTo>
                  <a:lnTo>
                    <a:pt x="3796855" y="1155369"/>
                  </a:lnTo>
                  <a:lnTo>
                    <a:pt x="3787723" y="1167237"/>
                  </a:lnTo>
                  <a:close/>
                  <a:moveTo>
                    <a:pt x="4017704" y="1842288"/>
                  </a:moveTo>
                  <a:lnTo>
                    <a:pt x="3928275" y="1889813"/>
                  </a:lnTo>
                  <a:lnTo>
                    <a:pt x="3933778" y="1946924"/>
                  </a:lnTo>
                  <a:lnTo>
                    <a:pt x="3895083" y="2003867"/>
                  </a:lnTo>
                  <a:lnTo>
                    <a:pt x="3947490" y="2000906"/>
                  </a:lnTo>
                  <a:lnTo>
                    <a:pt x="3959818" y="2064809"/>
                  </a:lnTo>
                  <a:lnTo>
                    <a:pt x="3982569" y="2070171"/>
                  </a:lnTo>
                  <a:lnTo>
                    <a:pt x="4012999" y="2088156"/>
                  </a:lnTo>
                  <a:lnTo>
                    <a:pt x="4033882" y="2054755"/>
                  </a:lnTo>
                  <a:lnTo>
                    <a:pt x="4031136" y="1995039"/>
                  </a:lnTo>
                  <a:lnTo>
                    <a:pt x="4121291" y="2006088"/>
                  </a:lnTo>
                  <a:lnTo>
                    <a:pt x="4123195" y="1960423"/>
                  </a:lnTo>
                  <a:lnTo>
                    <a:pt x="4017704" y="1842288"/>
                  </a:lnTo>
                  <a:close/>
                  <a:moveTo>
                    <a:pt x="4196097" y="1682372"/>
                  </a:moveTo>
                  <a:lnTo>
                    <a:pt x="4144028" y="1770224"/>
                  </a:lnTo>
                  <a:lnTo>
                    <a:pt x="4123063" y="1960938"/>
                  </a:lnTo>
                  <a:lnTo>
                    <a:pt x="4205171" y="2029711"/>
                  </a:lnTo>
                  <a:lnTo>
                    <a:pt x="4199074" y="1967313"/>
                  </a:lnTo>
                  <a:lnTo>
                    <a:pt x="4203967" y="1975729"/>
                  </a:lnTo>
                  <a:lnTo>
                    <a:pt x="4215118" y="1970719"/>
                  </a:lnTo>
                  <a:lnTo>
                    <a:pt x="4200811" y="1954045"/>
                  </a:lnTo>
                  <a:lnTo>
                    <a:pt x="4204647" y="1937384"/>
                  </a:lnTo>
                  <a:lnTo>
                    <a:pt x="4297111" y="1721155"/>
                  </a:lnTo>
                  <a:lnTo>
                    <a:pt x="4269915" y="1701747"/>
                  </a:lnTo>
                  <a:lnTo>
                    <a:pt x="4220279" y="1686082"/>
                  </a:lnTo>
                  <a:lnTo>
                    <a:pt x="4217354" y="1643858"/>
                  </a:lnTo>
                  <a:lnTo>
                    <a:pt x="4196097" y="1682372"/>
                  </a:lnTo>
                  <a:close/>
                  <a:moveTo>
                    <a:pt x="4073413" y="1433679"/>
                  </a:moveTo>
                  <a:lnTo>
                    <a:pt x="4050134" y="1417530"/>
                  </a:lnTo>
                  <a:lnTo>
                    <a:pt x="4048767" y="1460007"/>
                  </a:lnTo>
                  <a:lnTo>
                    <a:pt x="4019955" y="1512102"/>
                  </a:lnTo>
                  <a:lnTo>
                    <a:pt x="4027082" y="1529485"/>
                  </a:lnTo>
                  <a:lnTo>
                    <a:pt x="3947425" y="1523950"/>
                  </a:lnTo>
                  <a:lnTo>
                    <a:pt x="3946994" y="1531993"/>
                  </a:lnTo>
                  <a:lnTo>
                    <a:pt x="3910994" y="1533772"/>
                  </a:lnTo>
                  <a:lnTo>
                    <a:pt x="3906149" y="1548597"/>
                  </a:lnTo>
                  <a:lnTo>
                    <a:pt x="3887439" y="1543801"/>
                  </a:lnTo>
                  <a:lnTo>
                    <a:pt x="3897406" y="1585032"/>
                  </a:lnTo>
                  <a:lnTo>
                    <a:pt x="3854551" y="1596637"/>
                  </a:lnTo>
                  <a:lnTo>
                    <a:pt x="3854350" y="1639872"/>
                  </a:lnTo>
                  <a:lnTo>
                    <a:pt x="3881581" y="1647558"/>
                  </a:lnTo>
                  <a:lnTo>
                    <a:pt x="3908801" y="1641865"/>
                  </a:lnTo>
                  <a:lnTo>
                    <a:pt x="3906291" y="1620116"/>
                  </a:lnTo>
                  <a:lnTo>
                    <a:pt x="3954151" y="1668165"/>
                  </a:lnTo>
                  <a:lnTo>
                    <a:pt x="3964736" y="1780501"/>
                  </a:lnTo>
                  <a:lnTo>
                    <a:pt x="4123195" y="1960423"/>
                  </a:lnTo>
                  <a:lnTo>
                    <a:pt x="4144028" y="1770224"/>
                  </a:lnTo>
                  <a:lnTo>
                    <a:pt x="4196097" y="1682372"/>
                  </a:lnTo>
                  <a:lnTo>
                    <a:pt x="4131860" y="1639358"/>
                  </a:lnTo>
                  <a:lnTo>
                    <a:pt x="4118984" y="1639523"/>
                  </a:lnTo>
                  <a:lnTo>
                    <a:pt x="4108274" y="1620716"/>
                  </a:lnTo>
                  <a:lnTo>
                    <a:pt x="4108136" y="1596807"/>
                  </a:lnTo>
                  <a:lnTo>
                    <a:pt x="4130888" y="1604456"/>
                  </a:lnTo>
                  <a:lnTo>
                    <a:pt x="4126716" y="1536150"/>
                  </a:lnTo>
                  <a:lnTo>
                    <a:pt x="4081746" y="1533092"/>
                  </a:lnTo>
                  <a:lnTo>
                    <a:pt x="4073413" y="1433679"/>
                  </a:lnTo>
                  <a:close/>
                  <a:moveTo>
                    <a:pt x="3807328" y="1317652"/>
                  </a:moveTo>
                  <a:lnTo>
                    <a:pt x="3824360" y="1391633"/>
                  </a:lnTo>
                  <a:lnTo>
                    <a:pt x="3814225" y="1454919"/>
                  </a:lnTo>
                  <a:lnTo>
                    <a:pt x="3818586" y="1510942"/>
                  </a:lnTo>
                  <a:lnTo>
                    <a:pt x="4027082" y="1529485"/>
                  </a:lnTo>
                  <a:lnTo>
                    <a:pt x="4019955" y="1512102"/>
                  </a:lnTo>
                  <a:lnTo>
                    <a:pt x="4048767" y="1460007"/>
                  </a:lnTo>
                  <a:lnTo>
                    <a:pt x="4050134" y="1417530"/>
                  </a:lnTo>
                  <a:lnTo>
                    <a:pt x="4075330" y="1434496"/>
                  </a:lnTo>
                  <a:lnTo>
                    <a:pt x="4111965" y="1433939"/>
                  </a:lnTo>
                  <a:lnTo>
                    <a:pt x="4122958" y="1398857"/>
                  </a:lnTo>
                  <a:lnTo>
                    <a:pt x="4120175" y="1382104"/>
                  </a:lnTo>
                  <a:lnTo>
                    <a:pt x="4099701" y="1365482"/>
                  </a:lnTo>
                  <a:lnTo>
                    <a:pt x="4092182" y="1333160"/>
                  </a:lnTo>
                  <a:lnTo>
                    <a:pt x="4029409" y="1278946"/>
                  </a:lnTo>
                  <a:lnTo>
                    <a:pt x="4033016" y="1233740"/>
                  </a:lnTo>
                  <a:lnTo>
                    <a:pt x="3990944" y="1240847"/>
                  </a:lnTo>
                  <a:lnTo>
                    <a:pt x="3882481" y="1282270"/>
                  </a:lnTo>
                  <a:lnTo>
                    <a:pt x="3877798" y="1323397"/>
                  </a:lnTo>
                  <a:lnTo>
                    <a:pt x="3835364" y="1326206"/>
                  </a:lnTo>
                  <a:lnTo>
                    <a:pt x="3813625" y="1314929"/>
                  </a:lnTo>
                  <a:lnTo>
                    <a:pt x="3807328" y="1317652"/>
                  </a:lnTo>
                  <a:close/>
                  <a:moveTo>
                    <a:pt x="4048658" y="1186864"/>
                  </a:moveTo>
                  <a:lnTo>
                    <a:pt x="4019581" y="1209626"/>
                  </a:lnTo>
                  <a:lnTo>
                    <a:pt x="4032990" y="1232850"/>
                  </a:lnTo>
                  <a:lnTo>
                    <a:pt x="4029409" y="1278946"/>
                  </a:lnTo>
                  <a:lnTo>
                    <a:pt x="4092182" y="1333160"/>
                  </a:lnTo>
                  <a:lnTo>
                    <a:pt x="4099701" y="1365482"/>
                  </a:lnTo>
                  <a:lnTo>
                    <a:pt x="4120175" y="1382104"/>
                  </a:lnTo>
                  <a:lnTo>
                    <a:pt x="4122948" y="1398848"/>
                  </a:lnTo>
                  <a:lnTo>
                    <a:pt x="4154535" y="1364335"/>
                  </a:lnTo>
                  <a:lnTo>
                    <a:pt x="4190519" y="1352008"/>
                  </a:lnTo>
                  <a:lnTo>
                    <a:pt x="4202665" y="1321391"/>
                  </a:lnTo>
                  <a:lnTo>
                    <a:pt x="4235934" y="1299154"/>
                  </a:lnTo>
                  <a:lnTo>
                    <a:pt x="4231238" y="1265483"/>
                  </a:lnTo>
                  <a:lnTo>
                    <a:pt x="4128454" y="1250192"/>
                  </a:lnTo>
                  <a:lnTo>
                    <a:pt x="4154463" y="1200085"/>
                  </a:lnTo>
                  <a:lnTo>
                    <a:pt x="4048658" y="1186864"/>
                  </a:lnTo>
                  <a:close/>
                  <a:moveTo>
                    <a:pt x="4231238" y="1265483"/>
                  </a:moveTo>
                  <a:lnTo>
                    <a:pt x="4235934" y="1299154"/>
                  </a:lnTo>
                  <a:lnTo>
                    <a:pt x="4202665" y="1321391"/>
                  </a:lnTo>
                  <a:lnTo>
                    <a:pt x="4190519" y="1352008"/>
                  </a:lnTo>
                  <a:lnTo>
                    <a:pt x="4155155" y="1364700"/>
                  </a:lnTo>
                  <a:lnTo>
                    <a:pt x="4210693" y="1431770"/>
                  </a:lnTo>
                  <a:lnTo>
                    <a:pt x="4254331" y="1437190"/>
                  </a:lnTo>
                  <a:lnTo>
                    <a:pt x="4305530" y="1504926"/>
                  </a:lnTo>
                  <a:lnTo>
                    <a:pt x="4312461" y="1459299"/>
                  </a:lnTo>
                  <a:lnTo>
                    <a:pt x="4355474" y="1400348"/>
                  </a:lnTo>
                  <a:lnTo>
                    <a:pt x="4349659" y="1394653"/>
                  </a:lnTo>
                  <a:lnTo>
                    <a:pt x="4360346" y="1372147"/>
                  </a:lnTo>
                  <a:lnTo>
                    <a:pt x="4320010" y="1341120"/>
                  </a:lnTo>
                  <a:lnTo>
                    <a:pt x="4346186" y="1262992"/>
                  </a:lnTo>
                  <a:lnTo>
                    <a:pt x="4318683" y="1203699"/>
                  </a:lnTo>
                  <a:lnTo>
                    <a:pt x="4300539" y="1218320"/>
                  </a:lnTo>
                  <a:lnTo>
                    <a:pt x="4268956" y="1215506"/>
                  </a:lnTo>
                  <a:lnTo>
                    <a:pt x="4241583" y="1227080"/>
                  </a:lnTo>
                  <a:lnTo>
                    <a:pt x="4231238" y="1265483"/>
                  </a:lnTo>
                  <a:close/>
                  <a:moveTo>
                    <a:pt x="4155090" y="1364308"/>
                  </a:moveTo>
                  <a:lnTo>
                    <a:pt x="4122948" y="1398848"/>
                  </a:lnTo>
                  <a:lnTo>
                    <a:pt x="4111965" y="1433939"/>
                  </a:lnTo>
                  <a:lnTo>
                    <a:pt x="4073413" y="1433679"/>
                  </a:lnTo>
                  <a:lnTo>
                    <a:pt x="4081746" y="1533092"/>
                  </a:lnTo>
                  <a:lnTo>
                    <a:pt x="4201242" y="1544920"/>
                  </a:lnTo>
                  <a:lnTo>
                    <a:pt x="4262009" y="1578743"/>
                  </a:lnTo>
                  <a:lnTo>
                    <a:pt x="4304817" y="1508534"/>
                  </a:lnTo>
                  <a:lnTo>
                    <a:pt x="4302234" y="1497023"/>
                  </a:lnTo>
                  <a:lnTo>
                    <a:pt x="4254331" y="1437190"/>
                  </a:lnTo>
                  <a:lnTo>
                    <a:pt x="4210693" y="1431770"/>
                  </a:lnTo>
                  <a:lnTo>
                    <a:pt x="4155090" y="1364308"/>
                  </a:lnTo>
                  <a:close/>
                  <a:moveTo>
                    <a:pt x="4126716" y="1536150"/>
                  </a:moveTo>
                  <a:lnTo>
                    <a:pt x="4130888" y="1604456"/>
                  </a:lnTo>
                  <a:lnTo>
                    <a:pt x="4108136" y="1596807"/>
                  </a:lnTo>
                  <a:lnTo>
                    <a:pt x="4108274" y="1620716"/>
                  </a:lnTo>
                  <a:lnTo>
                    <a:pt x="4118984" y="1639523"/>
                  </a:lnTo>
                  <a:lnTo>
                    <a:pt x="4131860" y="1639358"/>
                  </a:lnTo>
                  <a:lnTo>
                    <a:pt x="4196097" y="1682372"/>
                  </a:lnTo>
                  <a:lnTo>
                    <a:pt x="4217354" y="1643858"/>
                  </a:lnTo>
                  <a:lnTo>
                    <a:pt x="4220279" y="1686082"/>
                  </a:lnTo>
                  <a:lnTo>
                    <a:pt x="4269915" y="1701747"/>
                  </a:lnTo>
                  <a:lnTo>
                    <a:pt x="4297111" y="1721155"/>
                  </a:lnTo>
                  <a:lnTo>
                    <a:pt x="4295932" y="1596196"/>
                  </a:lnTo>
                  <a:lnTo>
                    <a:pt x="4201242" y="1544920"/>
                  </a:lnTo>
                  <a:lnTo>
                    <a:pt x="4126716" y="1536150"/>
                  </a:lnTo>
                  <a:close/>
                  <a:moveTo>
                    <a:pt x="3818586" y="1510942"/>
                  </a:moveTo>
                  <a:lnTo>
                    <a:pt x="3844916" y="1588771"/>
                  </a:lnTo>
                  <a:lnTo>
                    <a:pt x="3832568" y="1629836"/>
                  </a:lnTo>
                  <a:lnTo>
                    <a:pt x="3964736" y="1780501"/>
                  </a:lnTo>
                  <a:lnTo>
                    <a:pt x="3954151" y="1668165"/>
                  </a:lnTo>
                  <a:lnTo>
                    <a:pt x="3906291" y="1620116"/>
                  </a:lnTo>
                  <a:lnTo>
                    <a:pt x="3908801" y="1641865"/>
                  </a:lnTo>
                  <a:lnTo>
                    <a:pt x="3881581" y="1647558"/>
                  </a:lnTo>
                  <a:lnTo>
                    <a:pt x="3854350" y="1639872"/>
                  </a:lnTo>
                  <a:lnTo>
                    <a:pt x="3854551" y="1596637"/>
                  </a:lnTo>
                  <a:lnTo>
                    <a:pt x="3897406" y="1585032"/>
                  </a:lnTo>
                  <a:lnTo>
                    <a:pt x="3887439" y="1543801"/>
                  </a:lnTo>
                  <a:lnTo>
                    <a:pt x="3906149" y="1548597"/>
                  </a:lnTo>
                  <a:lnTo>
                    <a:pt x="3910994" y="1533772"/>
                  </a:lnTo>
                  <a:lnTo>
                    <a:pt x="3946994" y="1531993"/>
                  </a:lnTo>
                  <a:lnTo>
                    <a:pt x="3947425" y="1523950"/>
                  </a:lnTo>
                  <a:lnTo>
                    <a:pt x="3818586" y="1510942"/>
                  </a:lnTo>
                  <a:close/>
                  <a:moveTo>
                    <a:pt x="3832568" y="1629836"/>
                  </a:moveTo>
                  <a:lnTo>
                    <a:pt x="3819635" y="1660606"/>
                  </a:lnTo>
                  <a:lnTo>
                    <a:pt x="3821342" y="1736707"/>
                  </a:lnTo>
                  <a:lnTo>
                    <a:pt x="3848240" y="1831800"/>
                  </a:lnTo>
                  <a:lnTo>
                    <a:pt x="3876250" y="1860749"/>
                  </a:lnTo>
                  <a:lnTo>
                    <a:pt x="3855815" y="1863699"/>
                  </a:lnTo>
                  <a:lnTo>
                    <a:pt x="3874629" y="1981057"/>
                  </a:lnTo>
                  <a:lnTo>
                    <a:pt x="3895083" y="2003867"/>
                  </a:lnTo>
                  <a:lnTo>
                    <a:pt x="3933778" y="1946924"/>
                  </a:lnTo>
                  <a:lnTo>
                    <a:pt x="3928275" y="1889813"/>
                  </a:lnTo>
                  <a:lnTo>
                    <a:pt x="4017704" y="1842288"/>
                  </a:lnTo>
                  <a:lnTo>
                    <a:pt x="3832568" y="1629836"/>
                  </a:lnTo>
                  <a:close/>
                  <a:moveTo>
                    <a:pt x="3733825" y="979046"/>
                  </a:moveTo>
                  <a:lnTo>
                    <a:pt x="3757069" y="777410"/>
                  </a:lnTo>
                  <a:lnTo>
                    <a:pt x="3781381" y="768664"/>
                  </a:lnTo>
                  <a:lnTo>
                    <a:pt x="3784340" y="741127"/>
                  </a:lnTo>
                  <a:lnTo>
                    <a:pt x="3803060" y="741545"/>
                  </a:lnTo>
                  <a:lnTo>
                    <a:pt x="3801117" y="699963"/>
                  </a:lnTo>
                  <a:lnTo>
                    <a:pt x="3774382" y="700486"/>
                  </a:lnTo>
                  <a:lnTo>
                    <a:pt x="3766220" y="614425"/>
                  </a:lnTo>
                  <a:lnTo>
                    <a:pt x="3848777" y="628295"/>
                  </a:lnTo>
                  <a:lnTo>
                    <a:pt x="3854666" y="588869"/>
                  </a:lnTo>
                  <a:lnTo>
                    <a:pt x="3825398" y="571533"/>
                  </a:lnTo>
                  <a:lnTo>
                    <a:pt x="3821564" y="558927"/>
                  </a:lnTo>
                  <a:lnTo>
                    <a:pt x="3729366" y="611121"/>
                  </a:lnTo>
                  <a:lnTo>
                    <a:pt x="3729457" y="590311"/>
                  </a:lnTo>
                  <a:lnTo>
                    <a:pt x="3720457" y="590615"/>
                  </a:lnTo>
                  <a:lnTo>
                    <a:pt x="3707593" y="614107"/>
                  </a:lnTo>
                  <a:lnTo>
                    <a:pt x="3696165" y="574539"/>
                  </a:lnTo>
                  <a:lnTo>
                    <a:pt x="3643806" y="600900"/>
                  </a:lnTo>
                  <a:lnTo>
                    <a:pt x="3670962" y="678368"/>
                  </a:lnTo>
                  <a:lnTo>
                    <a:pt x="3643767" y="675651"/>
                  </a:lnTo>
                  <a:lnTo>
                    <a:pt x="3554281" y="697074"/>
                  </a:lnTo>
                  <a:lnTo>
                    <a:pt x="3642012" y="996486"/>
                  </a:lnTo>
                  <a:lnTo>
                    <a:pt x="3636976" y="1001047"/>
                  </a:lnTo>
                  <a:lnTo>
                    <a:pt x="3733825" y="979046"/>
                  </a:lnTo>
                  <a:close/>
                  <a:moveTo>
                    <a:pt x="4537964" y="1183433"/>
                  </a:moveTo>
                  <a:lnTo>
                    <a:pt x="4475582" y="1127134"/>
                  </a:lnTo>
                  <a:lnTo>
                    <a:pt x="4434606" y="1109659"/>
                  </a:lnTo>
                  <a:lnTo>
                    <a:pt x="4368029" y="1102474"/>
                  </a:lnTo>
                  <a:lnTo>
                    <a:pt x="4347538" y="1187767"/>
                  </a:lnTo>
                  <a:lnTo>
                    <a:pt x="4334024" y="1208428"/>
                  </a:lnTo>
                  <a:lnTo>
                    <a:pt x="4318693" y="1203699"/>
                  </a:lnTo>
                  <a:lnTo>
                    <a:pt x="4346186" y="1262992"/>
                  </a:lnTo>
                  <a:lnTo>
                    <a:pt x="4320010" y="1341120"/>
                  </a:lnTo>
                  <a:lnTo>
                    <a:pt x="4360346" y="1372147"/>
                  </a:lnTo>
                  <a:lnTo>
                    <a:pt x="4349659" y="1394653"/>
                  </a:lnTo>
                  <a:lnTo>
                    <a:pt x="4355474" y="1400348"/>
                  </a:lnTo>
                  <a:lnTo>
                    <a:pt x="4537964" y="1183433"/>
                  </a:lnTo>
                  <a:close/>
                  <a:moveTo>
                    <a:pt x="4608204" y="1245352"/>
                  </a:moveTo>
                  <a:lnTo>
                    <a:pt x="4590840" y="1230041"/>
                  </a:lnTo>
                  <a:lnTo>
                    <a:pt x="4585523" y="1213536"/>
                  </a:lnTo>
                  <a:lnTo>
                    <a:pt x="4595504" y="1185882"/>
                  </a:lnTo>
                  <a:lnTo>
                    <a:pt x="4559905" y="1200941"/>
                  </a:lnTo>
                  <a:lnTo>
                    <a:pt x="4537964" y="1183433"/>
                  </a:lnTo>
                  <a:lnTo>
                    <a:pt x="4349858" y="1406912"/>
                  </a:lnTo>
                  <a:lnTo>
                    <a:pt x="4312461" y="1459299"/>
                  </a:lnTo>
                  <a:lnTo>
                    <a:pt x="4304817" y="1508534"/>
                  </a:lnTo>
                  <a:lnTo>
                    <a:pt x="4262009" y="1578743"/>
                  </a:lnTo>
                  <a:lnTo>
                    <a:pt x="4310237" y="1602613"/>
                  </a:lnTo>
                  <a:lnTo>
                    <a:pt x="4329752" y="1593072"/>
                  </a:lnTo>
                  <a:lnTo>
                    <a:pt x="4344634" y="1563823"/>
                  </a:lnTo>
                  <a:lnTo>
                    <a:pt x="4394777" y="1515215"/>
                  </a:lnTo>
                  <a:lnTo>
                    <a:pt x="4380018" y="1503842"/>
                  </a:lnTo>
                  <a:lnTo>
                    <a:pt x="4402401" y="1472168"/>
                  </a:lnTo>
                  <a:lnTo>
                    <a:pt x="4374888" y="1457311"/>
                  </a:lnTo>
                  <a:lnTo>
                    <a:pt x="4389305" y="1444784"/>
                  </a:lnTo>
                  <a:lnTo>
                    <a:pt x="4408612" y="1456852"/>
                  </a:lnTo>
                  <a:lnTo>
                    <a:pt x="4421592" y="1515681"/>
                  </a:lnTo>
                  <a:lnTo>
                    <a:pt x="4446507" y="1507820"/>
                  </a:lnTo>
                  <a:lnTo>
                    <a:pt x="4447663" y="1498124"/>
                  </a:lnTo>
                  <a:lnTo>
                    <a:pt x="4467796" y="1515259"/>
                  </a:lnTo>
                  <a:lnTo>
                    <a:pt x="4510212" y="1524334"/>
                  </a:lnTo>
                  <a:lnTo>
                    <a:pt x="4539904" y="1492490"/>
                  </a:lnTo>
                  <a:lnTo>
                    <a:pt x="4547578" y="1471105"/>
                  </a:lnTo>
                  <a:lnTo>
                    <a:pt x="4529534" y="1404350"/>
                  </a:lnTo>
                  <a:lnTo>
                    <a:pt x="4442191" y="1402256"/>
                  </a:lnTo>
                  <a:lnTo>
                    <a:pt x="4538093" y="1290240"/>
                  </a:lnTo>
                  <a:lnTo>
                    <a:pt x="4560089" y="1296396"/>
                  </a:lnTo>
                  <a:lnTo>
                    <a:pt x="4595904" y="1279747"/>
                  </a:lnTo>
                  <a:lnTo>
                    <a:pt x="4593129" y="1261619"/>
                  </a:lnTo>
                  <a:lnTo>
                    <a:pt x="4608204" y="1245352"/>
                  </a:lnTo>
                  <a:close/>
                  <a:moveTo>
                    <a:pt x="5158610" y="1814024"/>
                  </a:moveTo>
                  <a:lnTo>
                    <a:pt x="5181806" y="1856191"/>
                  </a:lnTo>
                  <a:lnTo>
                    <a:pt x="5191372" y="1852623"/>
                  </a:lnTo>
                  <a:lnTo>
                    <a:pt x="5212078" y="1878007"/>
                  </a:lnTo>
                  <a:lnTo>
                    <a:pt x="5238162" y="1854739"/>
                  </a:lnTo>
                  <a:lnTo>
                    <a:pt x="5262410" y="1893734"/>
                  </a:lnTo>
                  <a:lnTo>
                    <a:pt x="5284995" y="1875109"/>
                  </a:lnTo>
                  <a:lnTo>
                    <a:pt x="5279430" y="1862642"/>
                  </a:lnTo>
                  <a:lnTo>
                    <a:pt x="5296343" y="1854299"/>
                  </a:lnTo>
                  <a:lnTo>
                    <a:pt x="5296480" y="1836876"/>
                  </a:lnTo>
                  <a:lnTo>
                    <a:pt x="5318934" y="1830388"/>
                  </a:lnTo>
                  <a:lnTo>
                    <a:pt x="5348043" y="1784547"/>
                  </a:lnTo>
                  <a:lnTo>
                    <a:pt x="5403825" y="1809557"/>
                  </a:lnTo>
                  <a:lnTo>
                    <a:pt x="5425878" y="1797379"/>
                  </a:lnTo>
                  <a:lnTo>
                    <a:pt x="5412492" y="1770464"/>
                  </a:lnTo>
                  <a:lnTo>
                    <a:pt x="5366559" y="1748989"/>
                  </a:lnTo>
                  <a:lnTo>
                    <a:pt x="5330114" y="1759863"/>
                  </a:lnTo>
                  <a:lnTo>
                    <a:pt x="5319579" y="1750044"/>
                  </a:lnTo>
                  <a:lnTo>
                    <a:pt x="5296965" y="1755878"/>
                  </a:lnTo>
                  <a:lnTo>
                    <a:pt x="5289120" y="1733181"/>
                  </a:lnTo>
                  <a:lnTo>
                    <a:pt x="5217280" y="1759793"/>
                  </a:lnTo>
                  <a:lnTo>
                    <a:pt x="5216224" y="1774329"/>
                  </a:lnTo>
                  <a:lnTo>
                    <a:pt x="5158610" y="1814024"/>
                  </a:lnTo>
                  <a:close/>
                  <a:moveTo>
                    <a:pt x="5306614" y="1709001"/>
                  </a:moveTo>
                  <a:lnTo>
                    <a:pt x="5266156" y="1723575"/>
                  </a:lnTo>
                  <a:lnTo>
                    <a:pt x="5274689" y="1735502"/>
                  </a:lnTo>
                  <a:lnTo>
                    <a:pt x="5306614" y="1709001"/>
                  </a:lnTo>
                  <a:close/>
                  <a:moveTo>
                    <a:pt x="4439841" y="2084890"/>
                  </a:moveTo>
                  <a:lnTo>
                    <a:pt x="4440358" y="2090259"/>
                  </a:lnTo>
                  <a:lnTo>
                    <a:pt x="4484989" y="2108868"/>
                  </a:lnTo>
                  <a:lnTo>
                    <a:pt x="4510342" y="2149772"/>
                  </a:lnTo>
                  <a:lnTo>
                    <a:pt x="4545342" y="2227599"/>
                  </a:lnTo>
                  <a:lnTo>
                    <a:pt x="4530405" y="2314656"/>
                  </a:lnTo>
                  <a:lnTo>
                    <a:pt x="4540060" y="2353118"/>
                  </a:lnTo>
                  <a:lnTo>
                    <a:pt x="4721565" y="2289499"/>
                  </a:lnTo>
                  <a:lnTo>
                    <a:pt x="4707086" y="2277790"/>
                  </a:lnTo>
                  <a:lnTo>
                    <a:pt x="4680568" y="2194028"/>
                  </a:lnTo>
                  <a:lnTo>
                    <a:pt x="4666896" y="2194688"/>
                  </a:lnTo>
                  <a:lnTo>
                    <a:pt x="4654429" y="2037050"/>
                  </a:lnTo>
                  <a:lnTo>
                    <a:pt x="4661567" y="1993109"/>
                  </a:lnTo>
                  <a:lnTo>
                    <a:pt x="4613943" y="1986864"/>
                  </a:lnTo>
                  <a:lnTo>
                    <a:pt x="4569258" y="2040290"/>
                  </a:lnTo>
                  <a:lnTo>
                    <a:pt x="4544525" y="2047242"/>
                  </a:lnTo>
                  <a:lnTo>
                    <a:pt x="4526473" y="2039448"/>
                  </a:lnTo>
                  <a:lnTo>
                    <a:pt x="4529977" y="2060378"/>
                  </a:lnTo>
                  <a:lnTo>
                    <a:pt x="4513053" y="2063103"/>
                  </a:lnTo>
                  <a:lnTo>
                    <a:pt x="4509349" y="2055246"/>
                  </a:lnTo>
                  <a:lnTo>
                    <a:pt x="4502838" y="2064881"/>
                  </a:lnTo>
                  <a:lnTo>
                    <a:pt x="4471562" y="2069752"/>
                  </a:lnTo>
                  <a:lnTo>
                    <a:pt x="4469361" y="2079460"/>
                  </a:lnTo>
                  <a:lnTo>
                    <a:pt x="4453014" y="2069239"/>
                  </a:lnTo>
                  <a:lnTo>
                    <a:pt x="4452473" y="2084697"/>
                  </a:lnTo>
                  <a:lnTo>
                    <a:pt x="4439841" y="2084890"/>
                  </a:lnTo>
                  <a:close/>
                  <a:moveTo>
                    <a:pt x="5142427" y="2027233"/>
                  </a:moveTo>
                  <a:lnTo>
                    <a:pt x="5140861" y="2003846"/>
                  </a:lnTo>
                  <a:lnTo>
                    <a:pt x="5134635" y="1909949"/>
                  </a:lnTo>
                  <a:lnTo>
                    <a:pt x="5134202" y="1901664"/>
                  </a:lnTo>
                  <a:lnTo>
                    <a:pt x="5121289" y="1902373"/>
                  </a:lnTo>
                  <a:lnTo>
                    <a:pt x="4976539" y="1906176"/>
                  </a:lnTo>
                  <a:lnTo>
                    <a:pt x="4959907" y="1906721"/>
                  </a:lnTo>
                  <a:lnTo>
                    <a:pt x="4959931" y="1908764"/>
                  </a:lnTo>
                  <a:lnTo>
                    <a:pt x="4962571" y="1990350"/>
                  </a:lnTo>
                  <a:lnTo>
                    <a:pt x="4932427" y="1991320"/>
                  </a:lnTo>
                  <a:lnTo>
                    <a:pt x="4934669" y="2031035"/>
                  </a:lnTo>
                  <a:lnTo>
                    <a:pt x="4934908" y="2035190"/>
                  </a:lnTo>
                  <a:lnTo>
                    <a:pt x="5007034" y="2032617"/>
                  </a:lnTo>
                  <a:lnTo>
                    <a:pt x="5049756" y="2035398"/>
                  </a:lnTo>
                  <a:lnTo>
                    <a:pt x="5052110" y="2018812"/>
                  </a:lnTo>
                  <a:lnTo>
                    <a:pt x="5081359" y="2023678"/>
                  </a:lnTo>
                  <a:lnTo>
                    <a:pt x="5101787" y="2041054"/>
                  </a:lnTo>
                  <a:lnTo>
                    <a:pt x="5135912" y="2028060"/>
                  </a:lnTo>
                  <a:lnTo>
                    <a:pt x="5142427" y="2027233"/>
                  </a:lnTo>
                  <a:close/>
                  <a:moveTo>
                    <a:pt x="5134202" y="1901664"/>
                  </a:moveTo>
                  <a:lnTo>
                    <a:pt x="5133732" y="1893056"/>
                  </a:lnTo>
                  <a:lnTo>
                    <a:pt x="5130169" y="1828268"/>
                  </a:lnTo>
                  <a:lnTo>
                    <a:pt x="5149827" y="1801903"/>
                  </a:lnTo>
                  <a:lnTo>
                    <a:pt x="5148895" y="1800345"/>
                  </a:lnTo>
                  <a:lnTo>
                    <a:pt x="5146564" y="1802243"/>
                  </a:lnTo>
                  <a:lnTo>
                    <a:pt x="4988745" y="1839483"/>
                  </a:lnTo>
                  <a:lnTo>
                    <a:pt x="4834178" y="1849941"/>
                  </a:lnTo>
                  <a:lnTo>
                    <a:pt x="4699443" y="1912407"/>
                  </a:lnTo>
                  <a:lnTo>
                    <a:pt x="4695267" y="1913793"/>
                  </a:lnTo>
                  <a:lnTo>
                    <a:pt x="4699674" y="1913734"/>
                  </a:lnTo>
                  <a:lnTo>
                    <a:pt x="4958747" y="1906744"/>
                  </a:lnTo>
                  <a:lnTo>
                    <a:pt x="4959907" y="1906721"/>
                  </a:lnTo>
                  <a:lnTo>
                    <a:pt x="4976539" y="1906176"/>
                  </a:lnTo>
                  <a:lnTo>
                    <a:pt x="5121289" y="1902373"/>
                  </a:lnTo>
                  <a:lnTo>
                    <a:pt x="5134202" y="1901664"/>
                  </a:lnTo>
                  <a:close/>
                  <a:moveTo>
                    <a:pt x="5147767" y="2376457"/>
                  </a:moveTo>
                  <a:lnTo>
                    <a:pt x="5151727" y="2217793"/>
                  </a:lnTo>
                  <a:lnTo>
                    <a:pt x="5162436" y="2205138"/>
                  </a:lnTo>
                  <a:lnTo>
                    <a:pt x="5150514" y="2148523"/>
                  </a:lnTo>
                  <a:lnTo>
                    <a:pt x="5185352" y="2118151"/>
                  </a:lnTo>
                  <a:lnTo>
                    <a:pt x="5160724" y="2122109"/>
                  </a:lnTo>
                  <a:lnTo>
                    <a:pt x="5148234" y="2114268"/>
                  </a:lnTo>
                  <a:lnTo>
                    <a:pt x="5142427" y="2027233"/>
                  </a:lnTo>
                  <a:lnTo>
                    <a:pt x="5101787" y="2041054"/>
                  </a:lnTo>
                  <a:lnTo>
                    <a:pt x="5081359" y="2023678"/>
                  </a:lnTo>
                  <a:lnTo>
                    <a:pt x="5052110" y="2018812"/>
                  </a:lnTo>
                  <a:lnTo>
                    <a:pt x="5049756" y="2035398"/>
                  </a:lnTo>
                  <a:lnTo>
                    <a:pt x="4934908" y="2035190"/>
                  </a:lnTo>
                  <a:lnTo>
                    <a:pt x="4942456" y="2211563"/>
                  </a:lnTo>
                  <a:lnTo>
                    <a:pt x="4939275" y="2274163"/>
                  </a:lnTo>
                  <a:lnTo>
                    <a:pt x="4975809" y="2278578"/>
                  </a:lnTo>
                  <a:lnTo>
                    <a:pt x="5068801" y="2301380"/>
                  </a:lnTo>
                  <a:lnTo>
                    <a:pt x="5053730" y="2363190"/>
                  </a:lnTo>
                  <a:lnTo>
                    <a:pt x="5088646" y="2375137"/>
                  </a:lnTo>
                  <a:lnTo>
                    <a:pt x="5074200" y="2402268"/>
                  </a:lnTo>
                  <a:lnTo>
                    <a:pt x="5147767" y="2376457"/>
                  </a:lnTo>
                  <a:close/>
                  <a:moveTo>
                    <a:pt x="4822004" y="1440126"/>
                  </a:moveTo>
                  <a:lnTo>
                    <a:pt x="4608204" y="1245352"/>
                  </a:lnTo>
                  <a:lnTo>
                    <a:pt x="4593129" y="1261619"/>
                  </a:lnTo>
                  <a:lnTo>
                    <a:pt x="4595904" y="1279747"/>
                  </a:lnTo>
                  <a:lnTo>
                    <a:pt x="4560089" y="1296396"/>
                  </a:lnTo>
                  <a:lnTo>
                    <a:pt x="4538093" y="1290240"/>
                  </a:lnTo>
                  <a:lnTo>
                    <a:pt x="4442191" y="1402256"/>
                  </a:lnTo>
                  <a:lnTo>
                    <a:pt x="4529534" y="1404350"/>
                  </a:lnTo>
                  <a:lnTo>
                    <a:pt x="4547578" y="1471105"/>
                  </a:lnTo>
                  <a:lnTo>
                    <a:pt x="4539904" y="1492490"/>
                  </a:lnTo>
                  <a:lnTo>
                    <a:pt x="4510212" y="1524334"/>
                  </a:lnTo>
                  <a:lnTo>
                    <a:pt x="4467796" y="1515259"/>
                  </a:lnTo>
                  <a:lnTo>
                    <a:pt x="4447663" y="1498124"/>
                  </a:lnTo>
                  <a:lnTo>
                    <a:pt x="4446507" y="1507820"/>
                  </a:lnTo>
                  <a:lnTo>
                    <a:pt x="4421592" y="1515681"/>
                  </a:lnTo>
                  <a:lnTo>
                    <a:pt x="4408612" y="1456852"/>
                  </a:lnTo>
                  <a:lnTo>
                    <a:pt x="4389305" y="1444784"/>
                  </a:lnTo>
                  <a:lnTo>
                    <a:pt x="4374888" y="1457311"/>
                  </a:lnTo>
                  <a:lnTo>
                    <a:pt x="4402401" y="1472168"/>
                  </a:lnTo>
                  <a:lnTo>
                    <a:pt x="4380018" y="1503842"/>
                  </a:lnTo>
                  <a:lnTo>
                    <a:pt x="4394777" y="1515215"/>
                  </a:lnTo>
                  <a:lnTo>
                    <a:pt x="4344634" y="1563823"/>
                  </a:lnTo>
                  <a:lnTo>
                    <a:pt x="4329752" y="1593072"/>
                  </a:lnTo>
                  <a:lnTo>
                    <a:pt x="4310281" y="1602509"/>
                  </a:lnTo>
                  <a:lnTo>
                    <a:pt x="4388566" y="1638168"/>
                  </a:lnTo>
                  <a:lnTo>
                    <a:pt x="4606718" y="1769825"/>
                  </a:lnTo>
                  <a:lnTo>
                    <a:pt x="4654569" y="1813043"/>
                  </a:lnTo>
                  <a:lnTo>
                    <a:pt x="4668909" y="1841653"/>
                  </a:lnTo>
                  <a:lnTo>
                    <a:pt x="4774586" y="1771819"/>
                  </a:lnTo>
                  <a:lnTo>
                    <a:pt x="4853361" y="1747980"/>
                  </a:lnTo>
                  <a:lnTo>
                    <a:pt x="4849552" y="1736250"/>
                  </a:lnTo>
                  <a:lnTo>
                    <a:pt x="4857333" y="1736018"/>
                  </a:lnTo>
                  <a:lnTo>
                    <a:pt x="4863534" y="1708729"/>
                  </a:lnTo>
                  <a:lnTo>
                    <a:pt x="4842034" y="1706756"/>
                  </a:lnTo>
                  <a:lnTo>
                    <a:pt x="4822004" y="1440126"/>
                  </a:lnTo>
                  <a:close/>
                  <a:moveTo>
                    <a:pt x="4295932" y="1596196"/>
                  </a:moveTo>
                  <a:lnTo>
                    <a:pt x="4297111" y="1721155"/>
                  </a:lnTo>
                  <a:lnTo>
                    <a:pt x="4340423" y="1774566"/>
                  </a:lnTo>
                  <a:lnTo>
                    <a:pt x="4381189" y="1784562"/>
                  </a:lnTo>
                  <a:lnTo>
                    <a:pt x="4370043" y="1799655"/>
                  </a:lnTo>
                  <a:lnTo>
                    <a:pt x="4409455" y="1841603"/>
                  </a:lnTo>
                  <a:lnTo>
                    <a:pt x="4418157" y="1833693"/>
                  </a:lnTo>
                  <a:lnTo>
                    <a:pt x="4442483" y="1847378"/>
                  </a:lnTo>
                  <a:lnTo>
                    <a:pt x="4452036" y="1884192"/>
                  </a:lnTo>
                  <a:lnTo>
                    <a:pt x="4436328" y="1922477"/>
                  </a:lnTo>
                  <a:lnTo>
                    <a:pt x="4560542" y="1877222"/>
                  </a:lnTo>
                  <a:lnTo>
                    <a:pt x="4589540" y="1847715"/>
                  </a:lnTo>
                  <a:lnTo>
                    <a:pt x="4605705" y="1861109"/>
                  </a:lnTo>
                  <a:lnTo>
                    <a:pt x="4668951" y="1854848"/>
                  </a:lnTo>
                  <a:lnTo>
                    <a:pt x="4666893" y="1837477"/>
                  </a:lnTo>
                  <a:lnTo>
                    <a:pt x="4654569" y="1813043"/>
                  </a:lnTo>
                  <a:lnTo>
                    <a:pt x="4606718" y="1769825"/>
                  </a:lnTo>
                  <a:lnTo>
                    <a:pt x="4388566" y="1638168"/>
                  </a:lnTo>
                  <a:lnTo>
                    <a:pt x="4295932" y="1596196"/>
                  </a:lnTo>
                  <a:close/>
                  <a:moveTo>
                    <a:pt x="4297322" y="1721215"/>
                  </a:moveTo>
                  <a:lnTo>
                    <a:pt x="4204647" y="1937384"/>
                  </a:lnTo>
                  <a:lnTo>
                    <a:pt x="4200811" y="1954045"/>
                  </a:lnTo>
                  <a:lnTo>
                    <a:pt x="4215118" y="1970719"/>
                  </a:lnTo>
                  <a:lnTo>
                    <a:pt x="4203967" y="1975729"/>
                  </a:lnTo>
                  <a:lnTo>
                    <a:pt x="4199074" y="1967313"/>
                  </a:lnTo>
                  <a:lnTo>
                    <a:pt x="4205171" y="2029711"/>
                  </a:lnTo>
                  <a:lnTo>
                    <a:pt x="4384751" y="2092633"/>
                  </a:lnTo>
                  <a:lnTo>
                    <a:pt x="4440441" y="2091551"/>
                  </a:lnTo>
                  <a:lnTo>
                    <a:pt x="4439053" y="2034655"/>
                  </a:lnTo>
                  <a:lnTo>
                    <a:pt x="4469839" y="1995915"/>
                  </a:lnTo>
                  <a:lnTo>
                    <a:pt x="4436299" y="1922748"/>
                  </a:lnTo>
                  <a:lnTo>
                    <a:pt x="4452036" y="1884192"/>
                  </a:lnTo>
                  <a:lnTo>
                    <a:pt x="4442483" y="1847378"/>
                  </a:lnTo>
                  <a:lnTo>
                    <a:pt x="4418157" y="1833693"/>
                  </a:lnTo>
                  <a:lnTo>
                    <a:pt x="4409455" y="1841603"/>
                  </a:lnTo>
                  <a:lnTo>
                    <a:pt x="4370043" y="1799655"/>
                  </a:lnTo>
                  <a:lnTo>
                    <a:pt x="4381189" y="1784562"/>
                  </a:lnTo>
                  <a:lnTo>
                    <a:pt x="4340423" y="1774566"/>
                  </a:lnTo>
                  <a:lnTo>
                    <a:pt x="4297322" y="1721215"/>
                  </a:lnTo>
                  <a:close/>
                  <a:moveTo>
                    <a:pt x="4660642" y="1992973"/>
                  </a:moveTo>
                  <a:lnTo>
                    <a:pt x="4671762" y="1921126"/>
                  </a:lnTo>
                  <a:lnTo>
                    <a:pt x="4668951" y="1854848"/>
                  </a:lnTo>
                  <a:lnTo>
                    <a:pt x="4605705" y="1861109"/>
                  </a:lnTo>
                  <a:lnTo>
                    <a:pt x="4589540" y="1847715"/>
                  </a:lnTo>
                  <a:lnTo>
                    <a:pt x="4560542" y="1877222"/>
                  </a:lnTo>
                  <a:lnTo>
                    <a:pt x="4436328" y="1922477"/>
                  </a:lnTo>
                  <a:lnTo>
                    <a:pt x="4469839" y="1995915"/>
                  </a:lnTo>
                  <a:lnTo>
                    <a:pt x="4439053" y="2034655"/>
                  </a:lnTo>
                  <a:lnTo>
                    <a:pt x="4439841" y="2084890"/>
                  </a:lnTo>
                  <a:lnTo>
                    <a:pt x="4452473" y="2084697"/>
                  </a:lnTo>
                  <a:lnTo>
                    <a:pt x="4453014" y="2069239"/>
                  </a:lnTo>
                  <a:lnTo>
                    <a:pt x="4469361" y="2079460"/>
                  </a:lnTo>
                  <a:lnTo>
                    <a:pt x="4471562" y="2069752"/>
                  </a:lnTo>
                  <a:lnTo>
                    <a:pt x="4502838" y="2064881"/>
                  </a:lnTo>
                  <a:lnTo>
                    <a:pt x="4509349" y="2055246"/>
                  </a:lnTo>
                  <a:lnTo>
                    <a:pt x="4513053" y="2063103"/>
                  </a:lnTo>
                  <a:lnTo>
                    <a:pt x="4529977" y="2060378"/>
                  </a:lnTo>
                  <a:lnTo>
                    <a:pt x="4526473" y="2039448"/>
                  </a:lnTo>
                  <a:lnTo>
                    <a:pt x="4544525" y="2047242"/>
                  </a:lnTo>
                  <a:lnTo>
                    <a:pt x="4569258" y="2040290"/>
                  </a:lnTo>
                  <a:lnTo>
                    <a:pt x="4613943" y="1986864"/>
                  </a:lnTo>
                  <a:lnTo>
                    <a:pt x="4660642" y="1992973"/>
                  </a:lnTo>
                  <a:close/>
                  <a:moveTo>
                    <a:pt x="5148895" y="1800345"/>
                  </a:moveTo>
                  <a:lnTo>
                    <a:pt x="5127118" y="1789257"/>
                  </a:lnTo>
                  <a:lnTo>
                    <a:pt x="5117207" y="1733705"/>
                  </a:lnTo>
                  <a:lnTo>
                    <a:pt x="5082256" y="1666746"/>
                  </a:lnTo>
                  <a:lnTo>
                    <a:pt x="5070096" y="1664656"/>
                  </a:lnTo>
                  <a:lnTo>
                    <a:pt x="4822004" y="1440126"/>
                  </a:lnTo>
                  <a:lnTo>
                    <a:pt x="4842034" y="1706756"/>
                  </a:lnTo>
                  <a:lnTo>
                    <a:pt x="4863534" y="1708729"/>
                  </a:lnTo>
                  <a:lnTo>
                    <a:pt x="4857333" y="1736018"/>
                  </a:lnTo>
                  <a:lnTo>
                    <a:pt x="4849552" y="1736250"/>
                  </a:lnTo>
                  <a:lnTo>
                    <a:pt x="4853361" y="1747980"/>
                  </a:lnTo>
                  <a:lnTo>
                    <a:pt x="4774586" y="1771819"/>
                  </a:lnTo>
                  <a:lnTo>
                    <a:pt x="4667700" y="1841753"/>
                  </a:lnTo>
                  <a:lnTo>
                    <a:pt x="4671762" y="1921126"/>
                  </a:lnTo>
                  <a:lnTo>
                    <a:pt x="4834178" y="1849941"/>
                  </a:lnTo>
                  <a:lnTo>
                    <a:pt x="4988745" y="1839483"/>
                  </a:lnTo>
                  <a:lnTo>
                    <a:pt x="5148895" y="1800345"/>
                  </a:lnTo>
                  <a:close/>
                  <a:moveTo>
                    <a:pt x="4671762" y="1921126"/>
                  </a:moveTo>
                  <a:lnTo>
                    <a:pt x="4654429" y="2037050"/>
                  </a:lnTo>
                  <a:lnTo>
                    <a:pt x="4666896" y="2194688"/>
                  </a:lnTo>
                  <a:lnTo>
                    <a:pt x="4680568" y="2194028"/>
                  </a:lnTo>
                  <a:lnTo>
                    <a:pt x="4707086" y="2277790"/>
                  </a:lnTo>
                  <a:lnTo>
                    <a:pt x="4720869" y="2286122"/>
                  </a:lnTo>
                  <a:lnTo>
                    <a:pt x="4784543" y="2263858"/>
                  </a:lnTo>
                  <a:lnTo>
                    <a:pt x="4785147" y="2254407"/>
                  </a:lnTo>
                  <a:lnTo>
                    <a:pt x="4831924" y="2229456"/>
                  </a:lnTo>
                  <a:lnTo>
                    <a:pt x="4847684" y="2245574"/>
                  </a:lnTo>
                  <a:lnTo>
                    <a:pt x="4942316" y="2212289"/>
                  </a:lnTo>
                  <a:lnTo>
                    <a:pt x="4932427" y="1991320"/>
                  </a:lnTo>
                  <a:lnTo>
                    <a:pt x="4962571" y="1990350"/>
                  </a:lnTo>
                  <a:lnTo>
                    <a:pt x="4959907" y="1906721"/>
                  </a:lnTo>
                  <a:lnTo>
                    <a:pt x="4695267" y="1913793"/>
                  </a:lnTo>
                  <a:lnTo>
                    <a:pt x="4671762" y="1921126"/>
                  </a:lnTo>
                  <a:close/>
                  <a:moveTo>
                    <a:pt x="4942316" y="2212289"/>
                  </a:moveTo>
                  <a:lnTo>
                    <a:pt x="4847684" y="2245574"/>
                  </a:lnTo>
                  <a:lnTo>
                    <a:pt x="4831924" y="2229456"/>
                  </a:lnTo>
                  <a:lnTo>
                    <a:pt x="4785147" y="2254407"/>
                  </a:lnTo>
                  <a:lnTo>
                    <a:pt x="4784543" y="2263858"/>
                  </a:lnTo>
                  <a:lnTo>
                    <a:pt x="4540060" y="2353118"/>
                  </a:lnTo>
                  <a:lnTo>
                    <a:pt x="4626825" y="2406161"/>
                  </a:lnTo>
                  <a:lnTo>
                    <a:pt x="4690116" y="2465407"/>
                  </a:lnTo>
                  <a:lnTo>
                    <a:pt x="4748035" y="2483121"/>
                  </a:lnTo>
                  <a:lnTo>
                    <a:pt x="4778043" y="2506016"/>
                  </a:lnTo>
                  <a:lnTo>
                    <a:pt x="4806345" y="2496178"/>
                  </a:lnTo>
                  <a:lnTo>
                    <a:pt x="4798363" y="2487284"/>
                  </a:lnTo>
                  <a:lnTo>
                    <a:pt x="4822098" y="2469210"/>
                  </a:lnTo>
                  <a:lnTo>
                    <a:pt x="4855586" y="2405459"/>
                  </a:lnTo>
                  <a:lnTo>
                    <a:pt x="4877102" y="2407728"/>
                  </a:lnTo>
                  <a:lnTo>
                    <a:pt x="4861568" y="2361240"/>
                  </a:lnTo>
                  <a:lnTo>
                    <a:pt x="4940044" y="2334999"/>
                  </a:lnTo>
                  <a:lnTo>
                    <a:pt x="4964171" y="2339653"/>
                  </a:lnTo>
                  <a:lnTo>
                    <a:pt x="4978826" y="2279325"/>
                  </a:lnTo>
                  <a:lnTo>
                    <a:pt x="4939275" y="2274163"/>
                  </a:lnTo>
                  <a:lnTo>
                    <a:pt x="4942316" y="2212289"/>
                  </a:lnTo>
                  <a:close/>
                  <a:moveTo>
                    <a:pt x="4978826" y="2279325"/>
                  </a:moveTo>
                  <a:lnTo>
                    <a:pt x="4964171" y="2339653"/>
                  </a:lnTo>
                  <a:lnTo>
                    <a:pt x="4940044" y="2334999"/>
                  </a:lnTo>
                  <a:lnTo>
                    <a:pt x="4861568" y="2361240"/>
                  </a:lnTo>
                  <a:lnTo>
                    <a:pt x="4877102" y="2407728"/>
                  </a:lnTo>
                  <a:lnTo>
                    <a:pt x="4855586" y="2405459"/>
                  </a:lnTo>
                  <a:lnTo>
                    <a:pt x="4822098" y="2469210"/>
                  </a:lnTo>
                  <a:lnTo>
                    <a:pt x="4798363" y="2487284"/>
                  </a:lnTo>
                  <a:lnTo>
                    <a:pt x="4806345" y="2496178"/>
                  </a:lnTo>
                  <a:lnTo>
                    <a:pt x="5074200" y="2402268"/>
                  </a:lnTo>
                  <a:lnTo>
                    <a:pt x="5088646" y="2375137"/>
                  </a:lnTo>
                  <a:lnTo>
                    <a:pt x="5053730" y="2363190"/>
                  </a:lnTo>
                  <a:lnTo>
                    <a:pt x="5068801" y="2301380"/>
                  </a:lnTo>
                  <a:lnTo>
                    <a:pt x="4978826" y="2279325"/>
                  </a:lnTo>
                  <a:close/>
                  <a:moveTo>
                    <a:pt x="5144359" y="2377687"/>
                  </a:moveTo>
                  <a:lnTo>
                    <a:pt x="4778043" y="2506016"/>
                  </a:lnTo>
                  <a:lnTo>
                    <a:pt x="4818426" y="2542106"/>
                  </a:lnTo>
                  <a:lnTo>
                    <a:pt x="5115922" y="2719049"/>
                  </a:lnTo>
                  <a:lnTo>
                    <a:pt x="5136271" y="2542894"/>
                  </a:lnTo>
                  <a:lnTo>
                    <a:pt x="5144359" y="2377687"/>
                  </a:lnTo>
                  <a:close/>
                  <a:moveTo>
                    <a:pt x="5280718" y="2521397"/>
                  </a:moveTo>
                  <a:lnTo>
                    <a:pt x="5277215" y="2515888"/>
                  </a:lnTo>
                  <a:lnTo>
                    <a:pt x="5259956" y="2514372"/>
                  </a:lnTo>
                  <a:lnTo>
                    <a:pt x="5253523" y="2500618"/>
                  </a:lnTo>
                  <a:lnTo>
                    <a:pt x="5296781" y="2467867"/>
                  </a:lnTo>
                  <a:lnTo>
                    <a:pt x="5322717" y="2472687"/>
                  </a:lnTo>
                  <a:lnTo>
                    <a:pt x="5334610" y="2432138"/>
                  </a:lnTo>
                  <a:lnTo>
                    <a:pt x="5385132" y="2434624"/>
                  </a:lnTo>
                  <a:lnTo>
                    <a:pt x="5372038" y="2379805"/>
                  </a:lnTo>
                  <a:lnTo>
                    <a:pt x="5343667" y="2372514"/>
                  </a:lnTo>
                  <a:lnTo>
                    <a:pt x="5238571" y="2407939"/>
                  </a:lnTo>
                  <a:lnTo>
                    <a:pt x="5173643" y="2415668"/>
                  </a:lnTo>
                  <a:lnTo>
                    <a:pt x="5147410" y="2391042"/>
                  </a:lnTo>
                  <a:lnTo>
                    <a:pt x="5147767" y="2376457"/>
                  </a:lnTo>
                  <a:lnTo>
                    <a:pt x="5144359" y="2377687"/>
                  </a:lnTo>
                  <a:lnTo>
                    <a:pt x="5136507" y="2538649"/>
                  </a:lnTo>
                  <a:lnTo>
                    <a:pt x="5140463" y="2530482"/>
                  </a:lnTo>
                  <a:lnTo>
                    <a:pt x="5240383" y="2537695"/>
                  </a:lnTo>
                  <a:lnTo>
                    <a:pt x="5245125" y="2520118"/>
                  </a:lnTo>
                  <a:lnTo>
                    <a:pt x="5280718" y="2521397"/>
                  </a:lnTo>
                  <a:close/>
                  <a:moveTo>
                    <a:pt x="5232372" y="2796725"/>
                  </a:moveTo>
                  <a:lnTo>
                    <a:pt x="5291825" y="2844677"/>
                  </a:lnTo>
                  <a:lnTo>
                    <a:pt x="5367488" y="2757654"/>
                  </a:lnTo>
                  <a:lnTo>
                    <a:pt x="5542937" y="2731942"/>
                  </a:lnTo>
                  <a:lnTo>
                    <a:pt x="5560098" y="2696837"/>
                  </a:lnTo>
                  <a:lnTo>
                    <a:pt x="5560654" y="2669370"/>
                  </a:lnTo>
                  <a:lnTo>
                    <a:pt x="5613057" y="2660031"/>
                  </a:lnTo>
                  <a:lnTo>
                    <a:pt x="5654821" y="2618574"/>
                  </a:lnTo>
                  <a:lnTo>
                    <a:pt x="5615700" y="2567518"/>
                  </a:lnTo>
                  <a:lnTo>
                    <a:pt x="5581330" y="2541283"/>
                  </a:lnTo>
                  <a:lnTo>
                    <a:pt x="5570889" y="2545417"/>
                  </a:lnTo>
                  <a:lnTo>
                    <a:pt x="5542987" y="2529092"/>
                  </a:lnTo>
                  <a:lnTo>
                    <a:pt x="5520354" y="2534731"/>
                  </a:lnTo>
                  <a:lnTo>
                    <a:pt x="5510193" y="2560274"/>
                  </a:lnTo>
                  <a:lnTo>
                    <a:pt x="5469431" y="2586077"/>
                  </a:lnTo>
                  <a:lnTo>
                    <a:pt x="5442399" y="2581869"/>
                  </a:lnTo>
                  <a:lnTo>
                    <a:pt x="5427611" y="2596904"/>
                  </a:lnTo>
                  <a:lnTo>
                    <a:pt x="5384624" y="2607506"/>
                  </a:lnTo>
                  <a:lnTo>
                    <a:pt x="5376812" y="2595988"/>
                  </a:lnTo>
                  <a:lnTo>
                    <a:pt x="5353900" y="2598910"/>
                  </a:lnTo>
                  <a:lnTo>
                    <a:pt x="5366769" y="2625517"/>
                  </a:lnTo>
                  <a:lnTo>
                    <a:pt x="5335818" y="2636063"/>
                  </a:lnTo>
                  <a:lnTo>
                    <a:pt x="5315450" y="2624944"/>
                  </a:lnTo>
                  <a:lnTo>
                    <a:pt x="5312534" y="2599705"/>
                  </a:lnTo>
                  <a:lnTo>
                    <a:pt x="5294373" y="2599000"/>
                  </a:lnTo>
                  <a:lnTo>
                    <a:pt x="5283887" y="2571618"/>
                  </a:lnTo>
                  <a:lnTo>
                    <a:pt x="5297787" y="2540805"/>
                  </a:lnTo>
                  <a:lnTo>
                    <a:pt x="5280718" y="2521397"/>
                  </a:lnTo>
                  <a:lnTo>
                    <a:pt x="5245125" y="2520118"/>
                  </a:lnTo>
                  <a:lnTo>
                    <a:pt x="5240383" y="2537695"/>
                  </a:lnTo>
                  <a:lnTo>
                    <a:pt x="5140463" y="2530482"/>
                  </a:lnTo>
                  <a:lnTo>
                    <a:pt x="5115922" y="2719049"/>
                  </a:lnTo>
                  <a:lnTo>
                    <a:pt x="5232372" y="2796725"/>
                  </a:lnTo>
                  <a:close/>
                  <a:moveTo>
                    <a:pt x="4612299" y="2874833"/>
                  </a:moveTo>
                  <a:lnTo>
                    <a:pt x="4714397" y="2900924"/>
                  </a:lnTo>
                  <a:lnTo>
                    <a:pt x="4722245" y="2882051"/>
                  </a:lnTo>
                  <a:lnTo>
                    <a:pt x="4676874" y="2746663"/>
                  </a:lnTo>
                  <a:lnTo>
                    <a:pt x="4679645" y="2720247"/>
                  </a:lnTo>
                  <a:lnTo>
                    <a:pt x="4686752" y="2716894"/>
                  </a:lnTo>
                  <a:lnTo>
                    <a:pt x="4654641" y="2618777"/>
                  </a:lnTo>
                  <a:lnTo>
                    <a:pt x="4636543" y="2591569"/>
                  </a:lnTo>
                  <a:lnTo>
                    <a:pt x="4622824" y="2587712"/>
                  </a:lnTo>
                  <a:lnTo>
                    <a:pt x="4531046" y="2616445"/>
                  </a:lnTo>
                  <a:lnTo>
                    <a:pt x="4518746" y="2601394"/>
                  </a:lnTo>
                  <a:lnTo>
                    <a:pt x="4455995" y="2634731"/>
                  </a:lnTo>
                  <a:lnTo>
                    <a:pt x="4589692" y="2723001"/>
                  </a:lnTo>
                  <a:lnTo>
                    <a:pt x="4599639" y="2845543"/>
                  </a:lnTo>
                  <a:lnTo>
                    <a:pt x="4612299" y="2874833"/>
                  </a:lnTo>
                  <a:close/>
                  <a:moveTo>
                    <a:pt x="4613406" y="2878392"/>
                  </a:moveTo>
                  <a:lnTo>
                    <a:pt x="4619756" y="2914287"/>
                  </a:lnTo>
                  <a:lnTo>
                    <a:pt x="4599965" y="2992970"/>
                  </a:lnTo>
                  <a:lnTo>
                    <a:pt x="4566150" y="3092350"/>
                  </a:lnTo>
                  <a:lnTo>
                    <a:pt x="4511339" y="3169419"/>
                  </a:lnTo>
                  <a:lnTo>
                    <a:pt x="4546694" y="3153154"/>
                  </a:lnTo>
                  <a:lnTo>
                    <a:pt x="4580992" y="3186636"/>
                  </a:lnTo>
                  <a:lnTo>
                    <a:pt x="4694198" y="3103422"/>
                  </a:lnTo>
                  <a:lnTo>
                    <a:pt x="4762124" y="3078598"/>
                  </a:lnTo>
                  <a:lnTo>
                    <a:pt x="4823786" y="3097089"/>
                  </a:lnTo>
                  <a:lnTo>
                    <a:pt x="4886338" y="3170343"/>
                  </a:lnTo>
                  <a:lnTo>
                    <a:pt x="5145011" y="3182660"/>
                  </a:lnTo>
                  <a:lnTo>
                    <a:pt x="5101060" y="2953980"/>
                  </a:lnTo>
                  <a:lnTo>
                    <a:pt x="5087754" y="2940403"/>
                  </a:lnTo>
                  <a:lnTo>
                    <a:pt x="5042247" y="2989431"/>
                  </a:lnTo>
                  <a:lnTo>
                    <a:pt x="5029193" y="2976873"/>
                  </a:lnTo>
                  <a:lnTo>
                    <a:pt x="4987731" y="3016391"/>
                  </a:lnTo>
                  <a:lnTo>
                    <a:pt x="4950317" y="2979932"/>
                  </a:lnTo>
                  <a:lnTo>
                    <a:pt x="4951571" y="2974364"/>
                  </a:lnTo>
                  <a:lnTo>
                    <a:pt x="4902036" y="2953671"/>
                  </a:lnTo>
                  <a:lnTo>
                    <a:pt x="4886147" y="2969508"/>
                  </a:lnTo>
                  <a:lnTo>
                    <a:pt x="4854822" y="2939310"/>
                  </a:lnTo>
                  <a:lnTo>
                    <a:pt x="4850016" y="2951092"/>
                  </a:lnTo>
                  <a:lnTo>
                    <a:pt x="4805347" y="2933360"/>
                  </a:lnTo>
                  <a:lnTo>
                    <a:pt x="4793882" y="2948591"/>
                  </a:lnTo>
                  <a:lnTo>
                    <a:pt x="4762101" y="2926646"/>
                  </a:lnTo>
                  <a:lnTo>
                    <a:pt x="4759792" y="2904344"/>
                  </a:lnTo>
                  <a:lnTo>
                    <a:pt x="4720718" y="2886772"/>
                  </a:lnTo>
                  <a:lnTo>
                    <a:pt x="4714397" y="2900924"/>
                  </a:lnTo>
                  <a:lnTo>
                    <a:pt x="4613406" y="2878392"/>
                  </a:lnTo>
                  <a:close/>
                  <a:moveTo>
                    <a:pt x="4880513" y="3167931"/>
                  </a:moveTo>
                  <a:lnTo>
                    <a:pt x="4881572" y="3213806"/>
                  </a:lnTo>
                  <a:lnTo>
                    <a:pt x="4867798" y="3249211"/>
                  </a:lnTo>
                  <a:lnTo>
                    <a:pt x="4874192" y="3257507"/>
                  </a:lnTo>
                  <a:lnTo>
                    <a:pt x="4867346" y="3260618"/>
                  </a:lnTo>
                  <a:lnTo>
                    <a:pt x="4861153" y="3331995"/>
                  </a:lnTo>
                  <a:lnTo>
                    <a:pt x="4868381" y="3392873"/>
                  </a:lnTo>
                  <a:lnTo>
                    <a:pt x="4910826" y="3477321"/>
                  </a:lnTo>
                  <a:lnTo>
                    <a:pt x="5033355" y="3335492"/>
                  </a:lnTo>
                  <a:lnTo>
                    <a:pt x="5057267" y="3331496"/>
                  </a:lnTo>
                  <a:lnTo>
                    <a:pt x="5052521" y="3315774"/>
                  </a:lnTo>
                  <a:lnTo>
                    <a:pt x="5113126" y="3240694"/>
                  </a:lnTo>
                  <a:lnTo>
                    <a:pt x="5145011" y="3182660"/>
                  </a:lnTo>
                  <a:lnTo>
                    <a:pt x="4880513" y="3167931"/>
                  </a:lnTo>
                  <a:close/>
                  <a:moveTo>
                    <a:pt x="4704988" y="2708436"/>
                  </a:moveTo>
                  <a:lnTo>
                    <a:pt x="4679645" y="2720247"/>
                  </a:lnTo>
                  <a:lnTo>
                    <a:pt x="4676874" y="2746663"/>
                  </a:lnTo>
                  <a:lnTo>
                    <a:pt x="4720718" y="2886772"/>
                  </a:lnTo>
                  <a:lnTo>
                    <a:pt x="4759792" y="2904344"/>
                  </a:lnTo>
                  <a:lnTo>
                    <a:pt x="4762101" y="2926646"/>
                  </a:lnTo>
                  <a:lnTo>
                    <a:pt x="4793882" y="2948591"/>
                  </a:lnTo>
                  <a:lnTo>
                    <a:pt x="4805347" y="2933360"/>
                  </a:lnTo>
                  <a:lnTo>
                    <a:pt x="4850016" y="2951092"/>
                  </a:lnTo>
                  <a:lnTo>
                    <a:pt x="4854822" y="2939310"/>
                  </a:lnTo>
                  <a:lnTo>
                    <a:pt x="4886147" y="2969508"/>
                  </a:lnTo>
                  <a:lnTo>
                    <a:pt x="4902036" y="2953671"/>
                  </a:lnTo>
                  <a:lnTo>
                    <a:pt x="4951571" y="2974364"/>
                  </a:lnTo>
                  <a:lnTo>
                    <a:pt x="4966084" y="2910799"/>
                  </a:lnTo>
                  <a:lnTo>
                    <a:pt x="4931870" y="2901979"/>
                  </a:lnTo>
                  <a:lnTo>
                    <a:pt x="4895505" y="2918411"/>
                  </a:lnTo>
                  <a:lnTo>
                    <a:pt x="4876161" y="2901376"/>
                  </a:lnTo>
                  <a:lnTo>
                    <a:pt x="4877908" y="2889519"/>
                  </a:lnTo>
                  <a:lnTo>
                    <a:pt x="4886540" y="2890688"/>
                  </a:lnTo>
                  <a:lnTo>
                    <a:pt x="4911239" y="2741479"/>
                  </a:lnTo>
                  <a:lnTo>
                    <a:pt x="4842857" y="2725624"/>
                  </a:lnTo>
                  <a:lnTo>
                    <a:pt x="4811678" y="2659261"/>
                  </a:lnTo>
                  <a:lnTo>
                    <a:pt x="4704988" y="2708436"/>
                  </a:lnTo>
                  <a:close/>
                  <a:moveTo>
                    <a:pt x="4420663" y="2438476"/>
                  </a:moveTo>
                  <a:lnTo>
                    <a:pt x="4423709" y="2442624"/>
                  </a:lnTo>
                  <a:lnTo>
                    <a:pt x="4446001" y="2442927"/>
                  </a:lnTo>
                  <a:lnTo>
                    <a:pt x="4448621" y="2421988"/>
                  </a:lnTo>
                  <a:lnTo>
                    <a:pt x="4500261" y="2429266"/>
                  </a:lnTo>
                  <a:lnTo>
                    <a:pt x="4527741" y="2495102"/>
                  </a:lnTo>
                  <a:lnTo>
                    <a:pt x="4587106" y="2514768"/>
                  </a:lnTo>
                  <a:lnTo>
                    <a:pt x="4624383" y="2405017"/>
                  </a:lnTo>
                  <a:lnTo>
                    <a:pt x="4542651" y="2357948"/>
                  </a:lnTo>
                  <a:lnTo>
                    <a:pt x="4539050" y="2351322"/>
                  </a:lnTo>
                  <a:lnTo>
                    <a:pt x="4530405" y="2314656"/>
                  </a:lnTo>
                  <a:lnTo>
                    <a:pt x="4545342" y="2227599"/>
                  </a:lnTo>
                  <a:lnTo>
                    <a:pt x="4508673" y="2151288"/>
                  </a:lnTo>
                  <a:lnTo>
                    <a:pt x="4429808" y="2224681"/>
                  </a:lnTo>
                  <a:lnTo>
                    <a:pt x="4405216" y="2200666"/>
                  </a:lnTo>
                  <a:lnTo>
                    <a:pt x="4387248" y="2219115"/>
                  </a:lnTo>
                  <a:lnTo>
                    <a:pt x="4360496" y="2286347"/>
                  </a:lnTo>
                  <a:lnTo>
                    <a:pt x="4304371" y="2293346"/>
                  </a:lnTo>
                  <a:lnTo>
                    <a:pt x="4299192" y="2310125"/>
                  </a:lnTo>
                  <a:lnTo>
                    <a:pt x="4311496" y="2341356"/>
                  </a:lnTo>
                  <a:lnTo>
                    <a:pt x="4299124" y="2364964"/>
                  </a:lnTo>
                  <a:lnTo>
                    <a:pt x="4360304" y="2387853"/>
                  </a:lnTo>
                  <a:lnTo>
                    <a:pt x="4420663" y="2438476"/>
                  </a:lnTo>
                  <a:close/>
                  <a:moveTo>
                    <a:pt x="4511339" y="3169419"/>
                  </a:moveTo>
                  <a:lnTo>
                    <a:pt x="4409275" y="3296980"/>
                  </a:lnTo>
                  <a:lnTo>
                    <a:pt x="4509418" y="3334106"/>
                  </a:lnTo>
                  <a:lnTo>
                    <a:pt x="4598192" y="3322139"/>
                  </a:lnTo>
                  <a:lnTo>
                    <a:pt x="4682845" y="3328135"/>
                  </a:lnTo>
                  <a:lnTo>
                    <a:pt x="4837626" y="3253586"/>
                  </a:lnTo>
                  <a:lnTo>
                    <a:pt x="4867346" y="3260618"/>
                  </a:lnTo>
                  <a:lnTo>
                    <a:pt x="4874192" y="3257507"/>
                  </a:lnTo>
                  <a:lnTo>
                    <a:pt x="4867798" y="3249211"/>
                  </a:lnTo>
                  <a:lnTo>
                    <a:pt x="4881572" y="3213806"/>
                  </a:lnTo>
                  <a:lnTo>
                    <a:pt x="4879781" y="3166510"/>
                  </a:lnTo>
                  <a:lnTo>
                    <a:pt x="4823786" y="3097089"/>
                  </a:lnTo>
                  <a:lnTo>
                    <a:pt x="4762124" y="3078598"/>
                  </a:lnTo>
                  <a:lnTo>
                    <a:pt x="4694198" y="3103422"/>
                  </a:lnTo>
                  <a:lnTo>
                    <a:pt x="4580992" y="3186636"/>
                  </a:lnTo>
                  <a:lnTo>
                    <a:pt x="4546694" y="3153154"/>
                  </a:lnTo>
                  <a:lnTo>
                    <a:pt x="4511339" y="3169419"/>
                  </a:lnTo>
                  <a:close/>
                  <a:moveTo>
                    <a:pt x="4371079" y="2820651"/>
                  </a:moveTo>
                  <a:lnTo>
                    <a:pt x="4366995" y="2829962"/>
                  </a:lnTo>
                  <a:lnTo>
                    <a:pt x="4483177" y="2869436"/>
                  </a:lnTo>
                  <a:lnTo>
                    <a:pt x="4503845" y="2900749"/>
                  </a:lnTo>
                  <a:lnTo>
                    <a:pt x="4500394" y="2976495"/>
                  </a:lnTo>
                  <a:lnTo>
                    <a:pt x="4470420" y="3003061"/>
                  </a:lnTo>
                  <a:lnTo>
                    <a:pt x="4320922" y="3092040"/>
                  </a:lnTo>
                  <a:lnTo>
                    <a:pt x="4304654" y="3202351"/>
                  </a:lnTo>
                  <a:lnTo>
                    <a:pt x="4346469" y="3251496"/>
                  </a:lnTo>
                  <a:lnTo>
                    <a:pt x="4409275" y="3296980"/>
                  </a:lnTo>
                  <a:lnTo>
                    <a:pt x="4533283" y="3140927"/>
                  </a:lnTo>
                  <a:lnTo>
                    <a:pt x="4566150" y="3092350"/>
                  </a:lnTo>
                  <a:lnTo>
                    <a:pt x="4599965" y="2992970"/>
                  </a:lnTo>
                  <a:lnTo>
                    <a:pt x="4619756" y="2914287"/>
                  </a:lnTo>
                  <a:lnTo>
                    <a:pt x="4615694" y="2885763"/>
                  </a:lnTo>
                  <a:lnTo>
                    <a:pt x="4599639" y="2845543"/>
                  </a:lnTo>
                  <a:lnTo>
                    <a:pt x="4589692" y="2723001"/>
                  </a:lnTo>
                  <a:lnTo>
                    <a:pt x="4445519" y="2625522"/>
                  </a:lnTo>
                  <a:lnTo>
                    <a:pt x="4341983" y="2678504"/>
                  </a:lnTo>
                  <a:lnTo>
                    <a:pt x="4380033" y="2759126"/>
                  </a:lnTo>
                  <a:lnTo>
                    <a:pt x="4397372" y="2767278"/>
                  </a:lnTo>
                  <a:lnTo>
                    <a:pt x="4371079" y="2820651"/>
                  </a:lnTo>
                  <a:close/>
                  <a:moveTo>
                    <a:pt x="4685736" y="2714121"/>
                  </a:moveTo>
                  <a:lnTo>
                    <a:pt x="4811678" y="2659261"/>
                  </a:lnTo>
                  <a:lnTo>
                    <a:pt x="4842857" y="2725624"/>
                  </a:lnTo>
                  <a:lnTo>
                    <a:pt x="4911239" y="2741479"/>
                  </a:lnTo>
                  <a:lnTo>
                    <a:pt x="4930230" y="2627334"/>
                  </a:lnTo>
                  <a:lnTo>
                    <a:pt x="4943217" y="2617978"/>
                  </a:lnTo>
                  <a:lnTo>
                    <a:pt x="4818426" y="2542106"/>
                  </a:lnTo>
                  <a:lnTo>
                    <a:pt x="4778043" y="2506016"/>
                  </a:lnTo>
                  <a:lnTo>
                    <a:pt x="4749790" y="2516219"/>
                  </a:lnTo>
                  <a:lnTo>
                    <a:pt x="4723504" y="2554198"/>
                  </a:lnTo>
                  <a:lnTo>
                    <a:pt x="4619513" y="2587776"/>
                  </a:lnTo>
                  <a:lnTo>
                    <a:pt x="4636543" y="2591569"/>
                  </a:lnTo>
                  <a:lnTo>
                    <a:pt x="4654641" y="2618777"/>
                  </a:lnTo>
                  <a:lnTo>
                    <a:pt x="4685736" y="2714121"/>
                  </a:lnTo>
                  <a:close/>
                  <a:moveTo>
                    <a:pt x="4262861" y="2574095"/>
                  </a:moveTo>
                  <a:lnTo>
                    <a:pt x="4284105" y="2799967"/>
                  </a:lnTo>
                  <a:lnTo>
                    <a:pt x="4322198" y="2821232"/>
                  </a:lnTo>
                  <a:lnTo>
                    <a:pt x="4366995" y="2829962"/>
                  </a:lnTo>
                  <a:lnTo>
                    <a:pt x="4397372" y="2767278"/>
                  </a:lnTo>
                  <a:lnTo>
                    <a:pt x="4380033" y="2759126"/>
                  </a:lnTo>
                  <a:lnTo>
                    <a:pt x="4341983" y="2678504"/>
                  </a:lnTo>
                  <a:lnTo>
                    <a:pt x="4445519" y="2625522"/>
                  </a:lnTo>
                  <a:lnTo>
                    <a:pt x="4343124" y="2562196"/>
                  </a:lnTo>
                  <a:lnTo>
                    <a:pt x="4299867" y="2582546"/>
                  </a:lnTo>
                  <a:lnTo>
                    <a:pt x="4277684" y="2530162"/>
                  </a:lnTo>
                  <a:lnTo>
                    <a:pt x="4250906" y="2540014"/>
                  </a:lnTo>
                  <a:lnTo>
                    <a:pt x="4262861" y="2574095"/>
                  </a:lnTo>
                  <a:close/>
                  <a:moveTo>
                    <a:pt x="5466215" y="2741579"/>
                  </a:moveTo>
                  <a:lnTo>
                    <a:pt x="5461889" y="2748006"/>
                  </a:lnTo>
                  <a:lnTo>
                    <a:pt x="5467495" y="2762338"/>
                  </a:lnTo>
                  <a:lnTo>
                    <a:pt x="5487851" y="2760794"/>
                  </a:lnTo>
                  <a:lnTo>
                    <a:pt x="5498281" y="2783489"/>
                  </a:lnTo>
                  <a:lnTo>
                    <a:pt x="5498367" y="2821083"/>
                  </a:lnTo>
                  <a:lnTo>
                    <a:pt x="5507739" y="2827925"/>
                  </a:lnTo>
                  <a:lnTo>
                    <a:pt x="5524616" y="2806665"/>
                  </a:lnTo>
                  <a:lnTo>
                    <a:pt x="5552930" y="2829582"/>
                  </a:lnTo>
                  <a:lnTo>
                    <a:pt x="5565497" y="2817619"/>
                  </a:lnTo>
                  <a:lnTo>
                    <a:pt x="5628407" y="2818981"/>
                  </a:lnTo>
                  <a:lnTo>
                    <a:pt x="5628835" y="2832174"/>
                  </a:lnTo>
                  <a:lnTo>
                    <a:pt x="5609061" y="2829618"/>
                  </a:lnTo>
                  <a:lnTo>
                    <a:pt x="5571588" y="2845666"/>
                  </a:lnTo>
                  <a:lnTo>
                    <a:pt x="5546936" y="2895837"/>
                  </a:lnTo>
                  <a:lnTo>
                    <a:pt x="5524348" y="2904812"/>
                  </a:lnTo>
                  <a:lnTo>
                    <a:pt x="5498401" y="2948132"/>
                  </a:lnTo>
                  <a:lnTo>
                    <a:pt x="5500970" y="2963652"/>
                  </a:lnTo>
                  <a:lnTo>
                    <a:pt x="5526397" y="2972224"/>
                  </a:lnTo>
                  <a:lnTo>
                    <a:pt x="5534207" y="3010565"/>
                  </a:lnTo>
                  <a:lnTo>
                    <a:pt x="5673166" y="3015283"/>
                  </a:lnTo>
                  <a:lnTo>
                    <a:pt x="5746072" y="3030933"/>
                  </a:lnTo>
                  <a:lnTo>
                    <a:pt x="5735974" y="3013701"/>
                  </a:lnTo>
                  <a:lnTo>
                    <a:pt x="5750766" y="2977118"/>
                  </a:lnTo>
                  <a:lnTo>
                    <a:pt x="5742882" y="2926093"/>
                  </a:lnTo>
                  <a:lnTo>
                    <a:pt x="5752216" y="2921568"/>
                  </a:lnTo>
                  <a:lnTo>
                    <a:pt x="5734355" y="2896773"/>
                  </a:lnTo>
                  <a:lnTo>
                    <a:pt x="5718028" y="2893188"/>
                  </a:lnTo>
                  <a:lnTo>
                    <a:pt x="5729300" y="2864094"/>
                  </a:lnTo>
                  <a:lnTo>
                    <a:pt x="5716291" y="2854784"/>
                  </a:lnTo>
                  <a:lnTo>
                    <a:pt x="5698357" y="2864718"/>
                  </a:lnTo>
                  <a:lnTo>
                    <a:pt x="5706556" y="2849059"/>
                  </a:lnTo>
                  <a:lnTo>
                    <a:pt x="5683103" y="2834593"/>
                  </a:lnTo>
                  <a:lnTo>
                    <a:pt x="5671326" y="2843918"/>
                  </a:lnTo>
                  <a:lnTo>
                    <a:pt x="5651917" y="2824490"/>
                  </a:lnTo>
                  <a:lnTo>
                    <a:pt x="5663079" y="2800011"/>
                  </a:lnTo>
                  <a:lnTo>
                    <a:pt x="5695060" y="2796118"/>
                  </a:lnTo>
                  <a:lnTo>
                    <a:pt x="5699161" y="2776949"/>
                  </a:lnTo>
                  <a:lnTo>
                    <a:pt x="5713260" y="2793588"/>
                  </a:lnTo>
                  <a:lnTo>
                    <a:pt x="5726359" y="2761636"/>
                  </a:lnTo>
                  <a:lnTo>
                    <a:pt x="5665092" y="2725674"/>
                  </a:lnTo>
                  <a:lnTo>
                    <a:pt x="5676281" y="2702295"/>
                  </a:lnTo>
                  <a:lnTo>
                    <a:pt x="5748018" y="2720544"/>
                  </a:lnTo>
                  <a:lnTo>
                    <a:pt x="5760337" y="2709101"/>
                  </a:lnTo>
                  <a:lnTo>
                    <a:pt x="5726368" y="2677951"/>
                  </a:lnTo>
                  <a:lnTo>
                    <a:pt x="5763554" y="2658857"/>
                  </a:lnTo>
                  <a:lnTo>
                    <a:pt x="5719338" y="2647215"/>
                  </a:lnTo>
                  <a:lnTo>
                    <a:pt x="5704594" y="2624555"/>
                  </a:lnTo>
                  <a:lnTo>
                    <a:pt x="5664833" y="2626430"/>
                  </a:lnTo>
                  <a:lnTo>
                    <a:pt x="5654821" y="2618574"/>
                  </a:lnTo>
                  <a:lnTo>
                    <a:pt x="5613057" y="2660031"/>
                  </a:lnTo>
                  <a:lnTo>
                    <a:pt x="5560654" y="2669370"/>
                  </a:lnTo>
                  <a:lnTo>
                    <a:pt x="5560098" y="2696837"/>
                  </a:lnTo>
                  <a:lnTo>
                    <a:pt x="5542937" y="2731942"/>
                  </a:lnTo>
                  <a:lnTo>
                    <a:pt x="5466215" y="2741579"/>
                  </a:lnTo>
                  <a:close/>
                  <a:moveTo>
                    <a:pt x="4429048" y="2442190"/>
                  </a:moveTo>
                  <a:lnTo>
                    <a:pt x="4423709" y="2442624"/>
                  </a:lnTo>
                  <a:lnTo>
                    <a:pt x="4443160" y="2490020"/>
                  </a:lnTo>
                  <a:lnTo>
                    <a:pt x="4413783" y="2550898"/>
                  </a:lnTo>
                  <a:lnTo>
                    <a:pt x="4372320" y="2519095"/>
                  </a:lnTo>
                  <a:lnTo>
                    <a:pt x="4374737" y="2544220"/>
                  </a:lnTo>
                  <a:lnTo>
                    <a:pt x="4348084" y="2565134"/>
                  </a:lnTo>
                  <a:lnTo>
                    <a:pt x="4455995" y="2634731"/>
                  </a:lnTo>
                  <a:lnTo>
                    <a:pt x="4518746" y="2601394"/>
                  </a:lnTo>
                  <a:lnTo>
                    <a:pt x="4531046" y="2616445"/>
                  </a:lnTo>
                  <a:lnTo>
                    <a:pt x="4723504" y="2554198"/>
                  </a:lnTo>
                  <a:lnTo>
                    <a:pt x="4749790" y="2516219"/>
                  </a:lnTo>
                  <a:lnTo>
                    <a:pt x="4778043" y="2506016"/>
                  </a:lnTo>
                  <a:lnTo>
                    <a:pt x="4748035" y="2483121"/>
                  </a:lnTo>
                  <a:lnTo>
                    <a:pt x="4690116" y="2465407"/>
                  </a:lnTo>
                  <a:lnTo>
                    <a:pt x="4624383" y="2405017"/>
                  </a:lnTo>
                  <a:lnTo>
                    <a:pt x="4587106" y="2514768"/>
                  </a:lnTo>
                  <a:lnTo>
                    <a:pt x="4527741" y="2495102"/>
                  </a:lnTo>
                  <a:lnTo>
                    <a:pt x="4500261" y="2429266"/>
                  </a:lnTo>
                  <a:lnTo>
                    <a:pt x="4448621" y="2421988"/>
                  </a:lnTo>
                  <a:lnTo>
                    <a:pt x="4446001" y="2442927"/>
                  </a:lnTo>
                  <a:lnTo>
                    <a:pt x="4429048" y="2442190"/>
                  </a:lnTo>
                  <a:close/>
                  <a:moveTo>
                    <a:pt x="4952340" y="2972047"/>
                  </a:moveTo>
                  <a:lnTo>
                    <a:pt x="4950317" y="2979932"/>
                  </a:lnTo>
                  <a:lnTo>
                    <a:pt x="4987731" y="3016391"/>
                  </a:lnTo>
                  <a:lnTo>
                    <a:pt x="5029193" y="2976873"/>
                  </a:lnTo>
                  <a:lnTo>
                    <a:pt x="5042247" y="2989431"/>
                  </a:lnTo>
                  <a:lnTo>
                    <a:pt x="5087754" y="2940403"/>
                  </a:lnTo>
                  <a:lnTo>
                    <a:pt x="5099897" y="2954221"/>
                  </a:lnTo>
                  <a:lnTo>
                    <a:pt x="5100000" y="2948938"/>
                  </a:lnTo>
                  <a:lnTo>
                    <a:pt x="5119430" y="2941107"/>
                  </a:lnTo>
                  <a:lnTo>
                    <a:pt x="5219817" y="3016185"/>
                  </a:lnTo>
                  <a:lnTo>
                    <a:pt x="5230755" y="3003362"/>
                  </a:lnTo>
                  <a:lnTo>
                    <a:pt x="5258947" y="2914257"/>
                  </a:lnTo>
                  <a:lnTo>
                    <a:pt x="5235167" y="2882237"/>
                  </a:lnTo>
                  <a:lnTo>
                    <a:pt x="5255209" y="2858930"/>
                  </a:lnTo>
                  <a:lnTo>
                    <a:pt x="5215885" y="2814799"/>
                  </a:lnTo>
                  <a:lnTo>
                    <a:pt x="5229514" y="2794304"/>
                  </a:lnTo>
                  <a:lnTo>
                    <a:pt x="5117726" y="2720053"/>
                  </a:lnTo>
                  <a:lnTo>
                    <a:pt x="4943217" y="2617978"/>
                  </a:lnTo>
                  <a:lnTo>
                    <a:pt x="4930230" y="2627334"/>
                  </a:lnTo>
                  <a:lnTo>
                    <a:pt x="4886540" y="2890688"/>
                  </a:lnTo>
                  <a:lnTo>
                    <a:pt x="4877908" y="2889519"/>
                  </a:lnTo>
                  <a:lnTo>
                    <a:pt x="4876161" y="2901376"/>
                  </a:lnTo>
                  <a:lnTo>
                    <a:pt x="4895505" y="2918411"/>
                  </a:lnTo>
                  <a:lnTo>
                    <a:pt x="4931870" y="2901979"/>
                  </a:lnTo>
                  <a:lnTo>
                    <a:pt x="4966084" y="2910799"/>
                  </a:lnTo>
                  <a:lnTo>
                    <a:pt x="4952340" y="2972047"/>
                  </a:lnTo>
                  <a:close/>
                  <a:moveTo>
                    <a:pt x="3866053" y="3643083"/>
                  </a:moveTo>
                  <a:lnTo>
                    <a:pt x="3836393" y="3694234"/>
                  </a:lnTo>
                  <a:lnTo>
                    <a:pt x="3859111" y="3702015"/>
                  </a:lnTo>
                  <a:lnTo>
                    <a:pt x="3841422" y="3753345"/>
                  </a:lnTo>
                  <a:lnTo>
                    <a:pt x="3843316" y="3802609"/>
                  </a:lnTo>
                  <a:lnTo>
                    <a:pt x="3820347" y="3848407"/>
                  </a:lnTo>
                  <a:lnTo>
                    <a:pt x="3911245" y="3889455"/>
                  </a:lnTo>
                  <a:lnTo>
                    <a:pt x="3941513" y="3969496"/>
                  </a:lnTo>
                  <a:lnTo>
                    <a:pt x="3957721" y="3943600"/>
                  </a:lnTo>
                  <a:lnTo>
                    <a:pt x="3943202" y="3910369"/>
                  </a:lnTo>
                  <a:lnTo>
                    <a:pt x="3955708" y="3896424"/>
                  </a:lnTo>
                  <a:lnTo>
                    <a:pt x="4019209" y="3902850"/>
                  </a:lnTo>
                  <a:lnTo>
                    <a:pt x="4028608" y="3781904"/>
                  </a:lnTo>
                  <a:lnTo>
                    <a:pt x="4048503" y="3732438"/>
                  </a:lnTo>
                  <a:lnTo>
                    <a:pt x="4098554" y="3682270"/>
                  </a:lnTo>
                  <a:lnTo>
                    <a:pt x="4120081" y="3646288"/>
                  </a:lnTo>
                  <a:lnTo>
                    <a:pt x="4058513" y="3610957"/>
                  </a:lnTo>
                  <a:lnTo>
                    <a:pt x="3998456" y="3592125"/>
                  </a:lnTo>
                  <a:lnTo>
                    <a:pt x="3982542" y="3651955"/>
                  </a:lnTo>
                  <a:lnTo>
                    <a:pt x="3903745" y="3638374"/>
                  </a:lnTo>
                  <a:lnTo>
                    <a:pt x="3905273" y="3627692"/>
                  </a:lnTo>
                  <a:lnTo>
                    <a:pt x="3889536" y="3624796"/>
                  </a:lnTo>
                  <a:lnTo>
                    <a:pt x="3866053" y="3643083"/>
                  </a:lnTo>
                  <a:close/>
                  <a:moveTo>
                    <a:pt x="3980513" y="2896538"/>
                  </a:moveTo>
                  <a:lnTo>
                    <a:pt x="3977065" y="2929534"/>
                  </a:lnTo>
                  <a:lnTo>
                    <a:pt x="3985651" y="2943903"/>
                  </a:lnTo>
                  <a:lnTo>
                    <a:pt x="4036491" y="2939455"/>
                  </a:lnTo>
                  <a:lnTo>
                    <a:pt x="4020466" y="2947533"/>
                  </a:lnTo>
                  <a:lnTo>
                    <a:pt x="4024929" y="2979293"/>
                  </a:lnTo>
                  <a:lnTo>
                    <a:pt x="3973911" y="3047869"/>
                  </a:lnTo>
                  <a:lnTo>
                    <a:pt x="3981353" y="3080280"/>
                  </a:lnTo>
                  <a:lnTo>
                    <a:pt x="4009917" y="3104276"/>
                  </a:lnTo>
                  <a:lnTo>
                    <a:pt x="3979068" y="3119867"/>
                  </a:lnTo>
                  <a:lnTo>
                    <a:pt x="4019662" y="3127121"/>
                  </a:lnTo>
                  <a:lnTo>
                    <a:pt x="3979558" y="3186685"/>
                  </a:lnTo>
                  <a:lnTo>
                    <a:pt x="3980802" y="3320486"/>
                  </a:lnTo>
                  <a:lnTo>
                    <a:pt x="4048523" y="3326926"/>
                  </a:lnTo>
                  <a:lnTo>
                    <a:pt x="4050680" y="3311763"/>
                  </a:lnTo>
                  <a:lnTo>
                    <a:pt x="4072925" y="3303857"/>
                  </a:lnTo>
                  <a:lnTo>
                    <a:pt x="4064313" y="3189192"/>
                  </a:lnTo>
                  <a:lnTo>
                    <a:pt x="4065055" y="3096830"/>
                  </a:lnTo>
                  <a:lnTo>
                    <a:pt x="4085387" y="3043650"/>
                  </a:lnTo>
                  <a:lnTo>
                    <a:pt x="4060286" y="2889204"/>
                  </a:lnTo>
                  <a:lnTo>
                    <a:pt x="4007825" y="2902818"/>
                  </a:lnTo>
                  <a:lnTo>
                    <a:pt x="3980513" y="2896538"/>
                  </a:lnTo>
                  <a:close/>
                  <a:moveTo>
                    <a:pt x="3864947" y="2712191"/>
                  </a:moveTo>
                  <a:lnTo>
                    <a:pt x="3895764" y="2747222"/>
                  </a:lnTo>
                  <a:lnTo>
                    <a:pt x="3890884" y="2752109"/>
                  </a:lnTo>
                  <a:lnTo>
                    <a:pt x="3961918" y="2880682"/>
                  </a:lnTo>
                  <a:lnTo>
                    <a:pt x="3979343" y="2895973"/>
                  </a:lnTo>
                  <a:lnTo>
                    <a:pt x="4007825" y="2902818"/>
                  </a:lnTo>
                  <a:lnTo>
                    <a:pt x="4094802" y="2880165"/>
                  </a:lnTo>
                  <a:lnTo>
                    <a:pt x="4092010" y="2761639"/>
                  </a:lnTo>
                  <a:lnTo>
                    <a:pt x="4059943" y="2757086"/>
                  </a:lnTo>
                  <a:lnTo>
                    <a:pt x="4009863" y="2769989"/>
                  </a:lnTo>
                  <a:lnTo>
                    <a:pt x="3983973" y="2725992"/>
                  </a:lnTo>
                  <a:lnTo>
                    <a:pt x="3992739" y="2662198"/>
                  </a:lnTo>
                  <a:lnTo>
                    <a:pt x="4019176" y="2662767"/>
                  </a:lnTo>
                  <a:lnTo>
                    <a:pt x="4019363" y="2635164"/>
                  </a:lnTo>
                  <a:lnTo>
                    <a:pt x="4028358" y="2632154"/>
                  </a:lnTo>
                  <a:lnTo>
                    <a:pt x="4001587" y="2621300"/>
                  </a:lnTo>
                  <a:lnTo>
                    <a:pt x="3997798" y="2637958"/>
                  </a:lnTo>
                  <a:lnTo>
                    <a:pt x="3953332" y="2622814"/>
                  </a:lnTo>
                  <a:lnTo>
                    <a:pt x="3936800" y="2632888"/>
                  </a:lnTo>
                  <a:lnTo>
                    <a:pt x="3881175" y="2711473"/>
                  </a:lnTo>
                  <a:lnTo>
                    <a:pt x="3864947" y="2712191"/>
                  </a:lnTo>
                  <a:close/>
                  <a:moveTo>
                    <a:pt x="4284105" y="2799967"/>
                  </a:moveTo>
                  <a:lnTo>
                    <a:pt x="4260684" y="3087479"/>
                  </a:lnTo>
                  <a:lnTo>
                    <a:pt x="4223795" y="3160460"/>
                  </a:lnTo>
                  <a:lnTo>
                    <a:pt x="4218873" y="3193880"/>
                  </a:lnTo>
                  <a:lnTo>
                    <a:pt x="4253864" y="3239934"/>
                  </a:lnTo>
                  <a:lnTo>
                    <a:pt x="4271799" y="3215276"/>
                  </a:lnTo>
                  <a:lnTo>
                    <a:pt x="4317949" y="3247551"/>
                  </a:lnTo>
                  <a:lnTo>
                    <a:pt x="4336518" y="3277997"/>
                  </a:lnTo>
                  <a:lnTo>
                    <a:pt x="4351091" y="3284029"/>
                  </a:lnTo>
                  <a:lnTo>
                    <a:pt x="4364107" y="3264469"/>
                  </a:lnTo>
                  <a:lnTo>
                    <a:pt x="4346469" y="3251496"/>
                  </a:lnTo>
                  <a:lnTo>
                    <a:pt x="4304654" y="3202351"/>
                  </a:lnTo>
                  <a:lnTo>
                    <a:pt x="4320922" y="3092040"/>
                  </a:lnTo>
                  <a:lnTo>
                    <a:pt x="4470420" y="3003061"/>
                  </a:lnTo>
                  <a:lnTo>
                    <a:pt x="4500394" y="2976495"/>
                  </a:lnTo>
                  <a:lnTo>
                    <a:pt x="4503845" y="2900749"/>
                  </a:lnTo>
                  <a:lnTo>
                    <a:pt x="4483177" y="2869436"/>
                  </a:lnTo>
                  <a:lnTo>
                    <a:pt x="4367094" y="2829988"/>
                  </a:lnTo>
                  <a:lnTo>
                    <a:pt x="4322198" y="2821232"/>
                  </a:lnTo>
                  <a:lnTo>
                    <a:pt x="4284105" y="2799967"/>
                  </a:lnTo>
                  <a:close/>
                  <a:moveTo>
                    <a:pt x="4060286" y="2889204"/>
                  </a:moveTo>
                  <a:lnTo>
                    <a:pt x="4085387" y="3043650"/>
                  </a:lnTo>
                  <a:lnTo>
                    <a:pt x="4065055" y="3096830"/>
                  </a:lnTo>
                  <a:lnTo>
                    <a:pt x="4064962" y="3187113"/>
                  </a:lnTo>
                  <a:lnTo>
                    <a:pt x="4099946" y="3219979"/>
                  </a:lnTo>
                  <a:lnTo>
                    <a:pt x="4118807" y="3222720"/>
                  </a:lnTo>
                  <a:lnTo>
                    <a:pt x="4159157" y="3172526"/>
                  </a:lnTo>
                  <a:lnTo>
                    <a:pt x="4253058" y="3239359"/>
                  </a:lnTo>
                  <a:lnTo>
                    <a:pt x="4218873" y="3193880"/>
                  </a:lnTo>
                  <a:lnTo>
                    <a:pt x="4223795" y="3160460"/>
                  </a:lnTo>
                  <a:lnTo>
                    <a:pt x="4260684" y="3087479"/>
                  </a:lnTo>
                  <a:lnTo>
                    <a:pt x="4274142" y="2928346"/>
                  </a:lnTo>
                  <a:lnTo>
                    <a:pt x="4135685" y="2944356"/>
                  </a:lnTo>
                  <a:lnTo>
                    <a:pt x="4109137" y="2925520"/>
                  </a:lnTo>
                  <a:lnTo>
                    <a:pt x="4094802" y="2880165"/>
                  </a:lnTo>
                  <a:lnTo>
                    <a:pt x="4060286" y="2889204"/>
                  </a:lnTo>
                  <a:close/>
                  <a:moveTo>
                    <a:pt x="4382760" y="3361173"/>
                  </a:moveTo>
                  <a:lnTo>
                    <a:pt x="4376175" y="3396049"/>
                  </a:lnTo>
                  <a:lnTo>
                    <a:pt x="4306473" y="3506725"/>
                  </a:lnTo>
                  <a:lnTo>
                    <a:pt x="4328779" y="3489188"/>
                  </a:lnTo>
                  <a:lnTo>
                    <a:pt x="4345406" y="3490865"/>
                  </a:lnTo>
                  <a:lnTo>
                    <a:pt x="4337815" y="3531070"/>
                  </a:lnTo>
                  <a:lnTo>
                    <a:pt x="4352069" y="3593119"/>
                  </a:lnTo>
                  <a:lnTo>
                    <a:pt x="4406505" y="3618786"/>
                  </a:lnTo>
                  <a:lnTo>
                    <a:pt x="4408921" y="3634524"/>
                  </a:lnTo>
                  <a:lnTo>
                    <a:pt x="4425105" y="3643211"/>
                  </a:lnTo>
                  <a:lnTo>
                    <a:pt x="4418896" y="3634121"/>
                  </a:lnTo>
                  <a:lnTo>
                    <a:pt x="4442234" y="3625812"/>
                  </a:lnTo>
                  <a:lnTo>
                    <a:pt x="4433815" y="3616780"/>
                  </a:lnTo>
                  <a:lnTo>
                    <a:pt x="4443279" y="3610929"/>
                  </a:lnTo>
                  <a:lnTo>
                    <a:pt x="4597864" y="3566599"/>
                  </a:lnTo>
                  <a:lnTo>
                    <a:pt x="4584511" y="3507989"/>
                  </a:lnTo>
                  <a:lnTo>
                    <a:pt x="4592219" y="3465813"/>
                  </a:lnTo>
                  <a:lnTo>
                    <a:pt x="4582253" y="3446032"/>
                  </a:lnTo>
                  <a:lnTo>
                    <a:pt x="4592966" y="3405951"/>
                  </a:lnTo>
                  <a:lnTo>
                    <a:pt x="4584336" y="3403290"/>
                  </a:lnTo>
                  <a:lnTo>
                    <a:pt x="4551106" y="3409798"/>
                  </a:lnTo>
                  <a:lnTo>
                    <a:pt x="4518933" y="3399158"/>
                  </a:lnTo>
                  <a:lnTo>
                    <a:pt x="4500564" y="3411736"/>
                  </a:lnTo>
                  <a:lnTo>
                    <a:pt x="4396532" y="3434189"/>
                  </a:lnTo>
                  <a:lnTo>
                    <a:pt x="4400912" y="3384491"/>
                  </a:lnTo>
                  <a:lnTo>
                    <a:pt x="4382760" y="3361173"/>
                  </a:lnTo>
                  <a:close/>
                  <a:moveTo>
                    <a:pt x="4597864" y="3566599"/>
                  </a:moveTo>
                  <a:lnTo>
                    <a:pt x="4443279" y="3610929"/>
                  </a:lnTo>
                  <a:lnTo>
                    <a:pt x="4433815" y="3616780"/>
                  </a:lnTo>
                  <a:lnTo>
                    <a:pt x="4442234" y="3625812"/>
                  </a:lnTo>
                  <a:lnTo>
                    <a:pt x="4418896" y="3634121"/>
                  </a:lnTo>
                  <a:lnTo>
                    <a:pt x="4431679" y="3656884"/>
                  </a:lnTo>
                  <a:lnTo>
                    <a:pt x="4448704" y="3661831"/>
                  </a:lnTo>
                  <a:lnTo>
                    <a:pt x="4460626" y="3688089"/>
                  </a:lnTo>
                  <a:lnTo>
                    <a:pt x="4496375" y="3697449"/>
                  </a:lnTo>
                  <a:lnTo>
                    <a:pt x="4541458" y="3730912"/>
                  </a:lnTo>
                  <a:lnTo>
                    <a:pt x="4558569" y="3781329"/>
                  </a:lnTo>
                  <a:lnTo>
                    <a:pt x="4581854" y="3766523"/>
                  </a:lnTo>
                  <a:lnTo>
                    <a:pt x="4607587" y="3777659"/>
                  </a:lnTo>
                  <a:lnTo>
                    <a:pt x="4612339" y="3742225"/>
                  </a:lnTo>
                  <a:lnTo>
                    <a:pt x="4714306" y="3665515"/>
                  </a:lnTo>
                  <a:lnTo>
                    <a:pt x="4851973" y="3531285"/>
                  </a:lnTo>
                  <a:lnTo>
                    <a:pt x="4877972" y="3532463"/>
                  </a:lnTo>
                  <a:lnTo>
                    <a:pt x="4816945" y="3512634"/>
                  </a:lnTo>
                  <a:lnTo>
                    <a:pt x="4806111" y="3539834"/>
                  </a:lnTo>
                  <a:lnTo>
                    <a:pt x="4712264" y="3579894"/>
                  </a:lnTo>
                  <a:lnTo>
                    <a:pt x="4604873" y="3590817"/>
                  </a:lnTo>
                  <a:lnTo>
                    <a:pt x="4597864" y="3566599"/>
                  </a:lnTo>
                  <a:close/>
                  <a:moveTo>
                    <a:pt x="4077154" y="3332412"/>
                  </a:moveTo>
                  <a:lnTo>
                    <a:pt x="4111143" y="3507263"/>
                  </a:lnTo>
                  <a:lnTo>
                    <a:pt x="4159247" y="3594779"/>
                  </a:lnTo>
                  <a:lnTo>
                    <a:pt x="4280638" y="3533124"/>
                  </a:lnTo>
                  <a:lnTo>
                    <a:pt x="4306129" y="3507573"/>
                  </a:lnTo>
                  <a:lnTo>
                    <a:pt x="4376175" y="3396049"/>
                  </a:lnTo>
                  <a:lnTo>
                    <a:pt x="4382409" y="3363007"/>
                  </a:lnTo>
                  <a:lnTo>
                    <a:pt x="4165158" y="3345507"/>
                  </a:lnTo>
                  <a:lnTo>
                    <a:pt x="4157260" y="3343043"/>
                  </a:lnTo>
                  <a:lnTo>
                    <a:pt x="4158281" y="3322512"/>
                  </a:lnTo>
                  <a:lnTo>
                    <a:pt x="4114117" y="3335243"/>
                  </a:lnTo>
                  <a:lnTo>
                    <a:pt x="4077154" y="3332412"/>
                  </a:lnTo>
                  <a:close/>
                  <a:moveTo>
                    <a:pt x="3856115" y="3287662"/>
                  </a:moveTo>
                  <a:lnTo>
                    <a:pt x="3849630" y="3308827"/>
                  </a:lnTo>
                  <a:lnTo>
                    <a:pt x="3864304" y="3322441"/>
                  </a:lnTo>
                  <a:lnTo>
                    <a:pt x="3863851" y="3344988"/>
                  </a:lnTo>
                  <a:lnTo>
                    <a:pt x="3841083" y="3396054"/>
                  </a:lnTo>
                  <a:lnTo>
                    <a:pt x="3882547" y="3410815"/>
                  </a:lnTo>
                  <a:lnTo>
                    <a:pt x="3868589" y="3459094"/>
                  </a:lnTo>
                  <a:lnTo>
                    <a:pt x="3894614" y="3476798"/>
                  </a:lnTo>
                  <a:lnTo>
                    <a:pt x="3911629" y="3471353"/>
                  </a:lnTo>
                  <a:lnTo>
                    <a:pt x="4023041" y="3501175"/>
                  </a:lnTo>
                  <a:lnTo>
                    <a:pt x="4026809" y="3487355"/>
                  </a:lnTo>
                  <a:lnTo>
                    <a:pt x="4075500" y="3498990"/>
                  </a:lnTo>
                  <a:lnTo>
                    <a:pt x="4078627" y="3512423"/>
                  </a:lnTo>
                  <a:lnTo>
                    <a:pt x="4115938" y="3521261"/>
                  </a:lnTo>
                  <a:lnTo>
                    <a:pt x="4072925" y="3303857"/>
                  </a:lnTo>
                  <a:lnTo>
                    <a:pt x="4050680" y="3311763"/>
                  </a:lnTo>
                  <a:lnTo>
                    <a:pt x="4048523" y="3326926"/>
                  </a:lnTo>
                  <a:lnTo>
                    <a:pt x="3905123" y="3311319"/>
                  </a:lnTo>
                  <a:lnTo>
                    <a:pt x="3856115" y="3287662"/>
                  </a:lnTo>
                  <a:close/>
                  <a:moveTo>
                    <a:pt x="4159247" y="3594779"/>
                  </a:moveTo>
                  <a:lnTo>
                    <a:pt x="4208957" y="3690710"/>
                  </a:lnTo>
                  <a:lnTo>
                    <a:pt x="4272238" y="3928631"/>
                  </a:lnTo>
                  <a:lnTo>
                    <a:pt x="4330421" y="3924376"/>
                  </a:lnTo>
                  <a:lnTo>
                    <a:pt x="4375559" y="3906515"/>
                  </a:lnTo>
                  <a:lnTo>
                    <a:pt x="4404009" y="3922165"/>
                  </a:lnTo>
                  <a:lnTo>
                    <a:pt x="4412007" y="3880185"/>
                  </a:lnTo>
                  <a:lnTo>
                    <a:pt x="4558569" y="3781329"/>
                  </a:lnTo>
                  <a:lnTo>
                    <a:pt x="4541458" y="3730912"/>
                  </a:lnTo>
                  <a:lnTo>
                    <a:pt x="4496375" y="3697449"/>
                  </a:lnTo>
                  <a:lnTo>
                    <a:pt x="4460626" y="3688089"/>
                  </a:lnTo>
                  <a:lnTo>
                    <a:pt x="4448704" y="3661831"/>
                  </a:lnTo>
                  <a:lnTo>
                    <a:pt x="4431679" y="3656884"/>
                  </a:lnTo>
                  <a:lnTo>
                    <a:pt x="4425591" y="3643611"/>
                  </a:lnTo>
                  <a:lnTo>
                    <a:pt x="4408921" y="3634524"/>
                  </a:lnTo>
                  <a:lnTo>
                    <a:pt x="4406505" y="3618786"/>
                  </a:lnTo>
                  <a:lnTo>
                    <a:pt x="4352069" y="3593119"/>
                  </a:lnTo>
                  <a:lnTo>
                    <a:pt x="4337815" y="3531070"/>
                  </a:lnTo>
                  <a:lnTo>
                    <a:pt x="4345406" y="3490865"/>
                  </a:lnTo>
                  <a:lnTo>
                    <a:pt x="4328779" y="3489188"/>
                  </a:lnTo>
                  <a:lnTo>
                    <a:pt x="4280638" y="3533124"/>
                  </a:lnTo>
                  <a:lnTo>
                    <a:pt x="4159247" y="3594779"/>
                  </a:lnTo>
                  <a:close/>
                  <a:moveTo>
                    <a:pt x="4159247" y="3594779"/>
                  </a:moveTo>
                  <a:lnTo>
                    <a:pt x="4156992" y="3596390"/>
                  </a:lnTo>
                  <a:lnTo>
                    <a:pt x="4125310" y="3637983"/>
                  </a:lnTo>
                  <a:lnTo>
                    <a:pt x="4120081" y="3646288"/>
                  </a:lnTo>
                  <a:lnTo>
                    <a:pt x="4098554" y="3682270"/>
                  </a:lnTo>
                  <a:lnTo>
                    <a:pt x="4048503" y="3732438"/>
                  </a:lnTo>
                  <a:lnTo>
                    <a:pt x="4028608" y="3781904"/>
                  </a:lnTo>
                  <a:lnTo>
                    <a:pt x="4019209" y="3902850"/>
                  </a:lnTo>
                  <a:lnTo>
                    <a:pt x="4042450" y="3905134"/>
                  </a:lnTo>
                  <a:lnTo>
                    <a:pt x="4267988" y="3928274"/>
                  </a:lnTo>
                  <a:lnTo>
                    <a:pt x="4272238" y="3928631"/>
                  </a:lnTo>
                  <a:lnTo>
                    <a:pt x="4272022" y="3926946"/>
                  </a:lnTo>
                  <a:lnTo>
                    <a:pt x="4208957" y="3690710"/>
                  </a:lnTo>
                  <a:lnTo>
                    <a:pt x="4161566" y="3597647"/>
                  </a:lnTo>
                  <a:lnTo>
                    <a:pt x="4159247" y="3594779"/>
                  </a:lnTo>
                  <a:close/>
                  <a:moveTo>
                    <a:pt x="4587135" y="3322743"/>
                  </a:moveTo>
                  <a:lnTo>
                    <a:pt x="4579777" y="3373074"/>
                  </a:lnTo>
                  <a:lnTo>
                    <a:pt x="4593513" y="3404037"/>
                  </a:lnTo>
                  <a:lnTo>
                    <a:pt x="4592030" y="3412739"/>
                  </a:lnTo>
                  <a:lnTo>
                    <a:pt x="4695519" y="3409283"/>
                  </a:lnTo>
                  <a:lnTo>
                    <a:pt x="4735490" y="3469485"/>
                  </a:lnTo>
                  <a:lnTo>
                    <a:pt x="4799880" y="3512343"/>
                  </a:lnTo>
                  <a:lnTo>
                    <a:pt x="4817583" y="3512649"/>
                  </a:lnTo>
                  <a:lnTo>
                    <a:pt x="4877972" y="3532463"/>
                  </a:lnTo>
                  <a:lnTo>
                    <a:pt x="4862157" y="3520040"/>
                  </a:lnTo>
                  <a:lnTo>
                    <a:pt x="4910826" y="3477321"/>
                  </a:lnTo>
                  <a:lnTo>
                    <a:pt x="4868381" y="3392873"/>
                  </a:lnTo>
                  <a:lnTo>
                    <a:pt x="4861153" y="3331995"/>
                  </a:lnTo>
                  <a:lnTo>
                    <a:pt x="4865865" y="3258318"/>
                  </a:lnTo>
                  <a:lnTo>
                    <a:pt x="4837626" y="3253586"/>
                  </a:lnTo>
                  <a:lnTo>
                    <a:pt x="4682845" y="3328135"/>
                  </a:lnTo>
                  <a:lnTo>
                    <a:pt x="4587135" y="3322743"/>
                  </a:lnTo>
                  <a:close/>
                  <a:moveTo>
                    <a:pt x="4219325" y="2555437"/>
                  </a:moveTo>
                  <a:lnTo>
                    <a:pt x="4208734" y="2563774"/>
                  </a:lnTo>
                  <a:lnTo>
                    <a:pt x="4178355" y="2550522"/>
                  </a:lnTo>
                  <a:lnTo>
                    <a:pt x="4167681" y="2612465"/>
                  </a:lnTo>
                  <a:lnTo>
                    <a:pt x="4131679" y="2602784"/>
                  </a:lnTo>
                  <a:lnTo>
                    <a:pt x="4128515" y="2615915"/>
                  </a:lnTo>
                  <a:lnTo>
                    <a:pt x="4114612" y="2610912"/>
                  </a:lnTo>
                  <a:lnTo>
                    <a:pt x="4019363" y="2635164"/>
                  </a:lnTo>
                  <a:lnTo>
                    <a:pt x="4019176" y="2662767"/>
                  </a:lnTo>
                  <a:lnTo>
                    <a:pt x="3992739" y="2662198"/>
                  </a:lnTo>
                  <a:lnTo>
                    <a:pt x="3983973" y="2725992"/>
                  </a:lnTo>
                  <a:lnTo>
                    <a:pt x="4009863" y="2769989"/>
                  </a:lnTo>
                  <a:lnTo>
                    <a:pt x="4059943" y="2757086"/>
                  </a:lnTo>
                  <a:lnTo>
                    <a:pt x="4092010" y="2761639"/>
                  </a:lnTo>
                  <a:lnTo>
                    <a:pt x="4094802" y="2880165"/>
                  </a:lnTo>
                  <a:lnTo>
                    <a:pt x="4109137" y="2925520"/>
                  </a:lnTo>
                  <a:lnTo>
                    <a:pt x="4135685" y="2944356"/>
                  </a:lnTo>
                  <a:lnTo>
                    <a:pt x="4274142" y="2928346"/>
                  </a:lnTo>
                  <a:lnTo>
                    <a:pt x="4284637" y="2791469"/>
                  </a:lnTo>
                  <a:lnTo>
                    <a:pt x="4264274" y="2581697"/>
                  </a:lnTo>
                  <a:lnTo>
                    <a:pt x="4262861" y="2574095"/>
                  </a:lnTo>
                  <a:lnTo>
                    <a:pt x="4231014" y="2575399"/>
                  </a:lnTo>
                  <a:lnTo>
                    <a:pt x="4219325" y="2555437"/>
                  </a:lnTo>
                  <a:close/>
                  <a:moveTo>
                    <a:pt x="4593441" y="3412359"/>
                  </a:moveTo>
                  <a:lnTo>
                    <a:pt x="4592553" y="3414030"/>
                  </a:lnTo>
                  <a:lnTo>
                    <a:pt x="4582253" y="3446032"/>
                  </a:lnTo>
                  <a:lnTo>
                    <a:pt x="4592219" y="3465813"/>
                  </a:lnTo>
                  <a:lnTo>
                    <a:pt x="4584511" y="3507989"/>
                  </a:lnTo>
                  <a:lnTo>
                    <a:pt x="4597834" y="3566530"/>
                  </a:lnTo>
                  <a:lnTo>
                    <a:pt x="4597864" y="3566599"/>
                  </a:lnTo>
                  <a:lnTo>
                    <a:pt x="4598163" y="3567629"/>
                  </a:lnTo>
                  <a:lnTo>
                    <a:pt x="4604873" y="3590817"/>
                  </a:lnTo>
                  <a:lnTo>
                    <a:pt x="4712264" y="3579894"/>
                  </a:lnTo>
                  <a:lnTo>
                    <a:pt x="4806111" y="3539834"/>
                  </a:lnTo>
                  <a:lnTo>
                    <a:pt x="4817277" y="3514108"/>
                  </a:lnTo>
                  <a:lnTo>
                    <a:pt x="4816945" y="3512634"/>
                  </a:lnTo>
                  <a:lnTo>
                    <a:pt x="4799880" y="3512343"/>
                  </a:lnTo>
                  <a:lnTo>
                    <a:pt x="4735490" y="3469485"/>
                  </a:lnTo>
                  <a:lnTo>
                    <a:pt x="4695519" y="3409283"/>
                  </a:lnTo>
                  <a:lnTo>
                    <a:pt x="4595030" y="3411813"/>
                  </a:lnTo>
                  <a:lnTo>
                    <a:pt x="4593441" y="3412359"/>
                  </a:lnTo>
                  <a:close/>
                  <a:moveTo>
                    <a:pt x="4064425" y="3185018"/>
                  </a:moveTo>
                  <a:lnTo>
                    <a:pt x="4077154" y="3332412"/>
                  </a:lnTo>
                  <a:lnTo>
                    <a:pt x="4114117" y="3335243"/>
                  </a:lnTo>
                  <a:lnTo>
                    <a:pt x="4158281" y="3322512"/>
                  </a:lnTo>
                  <a:lnTo>
                    <a:pt x="4157260" y="3343043"/>
                  </a:lnTo>
                  <a:lnTo>
                    <a:pt x="4165158" y="3345507"/>
                  </a:lnTo>
                  <a:lnTo>
                    <a:pt x="4382760" y="3361173"/>
                  </a:lnTo>
                  <a:lnTo>
                    <a:pt x="4400912" y="3384491"/>
                  </a:lnTo>
                  <a:lnTo>
                    <a:pt x="4396532" y="3434189"/>
                  </a:lnTo>
                  <a:lnTo>
                    <a:pt x="4500564" y="3411736"/>
                  </a:lnTo>
                  <a:lnTo>
                    <a:pt x="4518933" y="3399158"/>
                  </a:lnTo>
                  <a:lnTo>
                    <a:pt x="4551106" y="3409798"/>
                  </a:lnTo>
                  <a:lnTo>
                    <a:pt x="4584336" y="3403290"/>
                  </a:lnTo>
                  <a:lnTo>
                    <a:pt x="4592966" y="3405951"/>
                  </a:lnTo>
                  <a:lnTo>
                    <a:pt x="4579777" y="3373074"/>
                  </a:lnTo>
                  <a:lnTo>
                    <a:pt x="4587135" y="3322743"/>
                  </a:lnTo>
                  <a:lnTo>
                    <a:pt x="4509418" y="3334106"/>
                  </a:lnTo>
                  <a:lnTo>
                    <a:pt x="4409904" y="3297380"/>
                  </a:lnTo>
                  <a:lnTo>
                    <a:pt x="4364107" y="3264469"/>
                  </a:lnTo>
                  <a:lnTo>
                    <a:pt x="4351091" y="3284029"/>
                  </a:lnTo>
                  <a:lnTo>
                    <a:pt x="4336518" y="3277997"/>
                  </a:lnTo>
                  <a:lnTo>
                    <a:pt x="4317949" y="3247551"/>
                  </a:lnTo>
                  <a:lnTo>
                    <a:pt x="4271799" y="3215276"/>
                  </a:lnTo>
                  <a:lnTo>
                    <a:pt x="4253864" y="3239934"/>
                  </a:lnTo>
                  <a:lnTo>
                    <a:pt x="4159157" y="3172526"/>
                  </a:lnTo>
                  <a:lnTo>
                    <a:pt x="4118807" y="3222720"/>
                  </a:lnTo>
                  <a:lnTo>
                    <a:pt x="4099946" y="3219979"/>
                  </a:lnTo>
                  <a:lnTo>
                    <a:pt x="4064425" y="3185018"/>
                  </a:lnTo>
                  <a:close/>
                  <a:moveTo>
                    <a:pt x="3868589" y="3459094"/>
                  </a:moveTo>
                  <a:lnTo>
                    <a:pt x="3827240" y="3506364"/>
                  </a:lnTo>
                  <a:lnTo>
                    <a:pt x="3840942" y="3514121"/>
                  </a:lnTo>
                  <a:lnTo>
                    <a:pt x="3852167" y="3508694"/>
                  </a:lnTo>
                  <a:lnTo>
                    <a:pt x="3857198" y="3543364"/>
                  </a:lnTo>
                  <a:lnTo>
                    <a:pt x="3827862" y="3565576"/>
                  </a:lnTo>
                  <a:lnTo>
                    <a:pt x="3828971" y="3605332"/>
                  </a:lnTo>
                  <a:lnTo>
                    <a:pt x="3801934" y="3610285"/>
                  </a:lnTo>
                  <a:lnTo>
                    <a:pt x="3812639" y="3628559"/>
                  </a:lnTo>
                  <a:lnTo>
                    <a:pt x="3828882" y="3623233"/>
                  </a:lnTo>
                  <a:lnTo>
                    <a:pt x="3843853" y="3644331"/>
                  </a:lnTo>
                  <a:lnTo>
                    <a:pt x="3866053" y="3643083"/>
                  </a:lnTo>
                  <a:lnTo>
                    <a:pt x="3889536" y="3624796"/>
                  </a:lnTo>
                  <a:lnTo>
                    <a:pt x="3905273" y="3627692"/>
                  </a:lnTo>
                  <a:lnTo>
                    <a:pt x="3903745" y="3638374"/>
                  </a:lnTo>
                  <a:lnTo>
                    <a:pt x="3982542" y="3651955"/>
                  </a:lnTo>
                  <a:lnTo>
                    <a:pt x="3998456" y="3592125"/>
                  </a:lnTo>
                  <a:lnTo>
                    <a:pt x="4058513" y="3610957"/>
                  </a:lnTo>
                  <a:lnTo>
                    <a:pt x="4120081" y="3646288"/>
                  </a:lnTo>
                  <a:lnTo>
                    <a:pt x="4159247" y="3594779"/>
                  </a:lnTo>
                  <a:lnTo>
                    <a:pt x="4115938" y="3521261"/>
                  </a:lnTo>
                  <a:lnTo>
                    <a:pt x="4078627" y="3512423"/>
                  </a:lnTo>
                  <a:lnTo>
                    <a:pt x="4075500" y="3498990"/>
                  </a:lnTo>
                  <a:lnTo>
                    <a:pt x="4026809" y="3487355"/>
                  </a:lnTo>
                  <a:lnTo>
                    <a:pt x="4023041" y="3501175"/>
                  </a:lnTo>
                  <a:lnTo>
                    <a:pt x="3911629" y="3471353"/>
                  </a:lnTo>
                  <a:lnTo>
                    <a:pt x="3894614" y="3476798"/>
                  </a:lnTo>
                  <a:lnTo>
                    <a:pt x="3868589" y="3459094"/>
                  </a:lnTo>
                  <a:close/>
                  <a:moveTo>
                    <a:pt x="3841548" y="2684100"/>
                  </a:moveTo>
                  <a:lnTo>
                    <a:pt x="3800300" y="2707930"/>
                  </a:lnTo>
                  <a:lnTo>
                    <a:pt x="3751222" y="2718349"/>
                  </a:lnTo>
                  <a:lnTo>
                    <a:pt x="3607599" y="2896394"/>
                  </a:lnTo>
                  <a:lnTo>
                    <a:pt x="3693535" y="2976255"/>
                  </a:lnTo>
                  <a:lnTo>
                    <a:pt x="3762393" y="2881745"/>
                  </a:lnTo>
                  <a:lnTo>
                    <a:pt x="3895764" y="2747222"/>
                  </a:lnTo>
                  <a:lnTo>
                    <a:pt x="3841548" y="2684100"/>
                  </a:lnTo>
                  <a:close/>
                  <a:moveTo>
                    <a:pt x="3961948" y="2880708"/>
                  </a:moveTo>
                  <a:lnTo>
                    <a:pt x="3883899" y="2990630"/>
                  </a:lnTo>
                  <a:lnTo>
                    <a:pt x="3851441" y="3010429"/>
                  </a:lnTo>
                  <a:lnTo>
                    <a:pt x="3855630" y="3027906"/>
                  </a:lnTo>
                  <a:lnTo>
                    <a:pt x="3844109" y="3046676"/>
                  </a:lnTo>
                  <a:lnTo>
                    <a:pt x="3880513" y="3071276"/>
                  </a:lnTo>
                  <a:lnTo>
                    <a:pt x="3859505" y="3106081"/>
                  </a:lnTo>
                  <a:lnTo>
                    <a:pt x="3928879" y="3112272"/>
                  </a:lnTo>
                  <a:lnTo>
                    <a:pt x="3936887" y="3102795"/>
                  </a:lnTo>
                  <a:lnTo>
                    <a:pt x="3979068" y="3119867"/>
                  </a:lnTo>
                  <a:lnTo>
                    <a:pt x="4009917" y="3104276"/>
                  </a:lnTo>
                  <a:lnTo>
                    <a:pt x="3981353" y="3080280"/>
                  </a:lnTo>
                  <a:lnTo>
                    <a:pt x="3973911" y="3047869"/>
                  </a:lnTo>
                  <a:lnTo>
                    <a:pt x="4024929" y="2979293"/>
                  </a:lnTo>
                  <a:lnTo>
                    <a:pt x="4020466" y="2947533"/>
                  </a:lnTo>
                  <a:lnTo>
                    <a:pt x="4036491" y="2939455"/>
                  </a:lnTo>
                  <a:lnTo>
                    <a:pt x="3985651" y="2943903"/>
                  </a:lnTo>
                  <a:lnTo>
                    <a:pt x="3977065" y="2929534"/>
                  </a:lnTo>
                  <a:lnTo>
                    <a:pt x="3980513" y="2896538"/>
                  </a:lnTo>
                  <a:lnTo>
                    <a:pt x="3961948" y="2880708"/>
                  </a:lnTo>
                  <a:close/>
                  <a:moveTo>
                    <a:pt x="3902151" y="4050984"/>
                  </a:moveTo>
                  <a:lnTo>
                    <a:pt x="3921379" y="4028578"/>
                  </a:lnTo>
                  <a:lnTo>
                    <a:pt x="3971995" y="3990811"/>
                  </a:lnTo>
                  <a:lnTo>
                    <a:pt x="3957721" y="3943600"/>
                  </a:lnTo>
                  <a:lnTo>
                    <a:pt x="3941513" y="3969496"/>
                  </a:lnTo>
                  <a:lnTo>
                    <a:pt x="3911245" y="3889455"/>
                  </a:lnTo>
                  <a:lnTo>
                    <a:pt x="3695524" y="3795362"/>
                  </a:lnTo>
                  <a:lnTo>
                    <a:pt x="3684037" y="3813175"/>
                  </a:lnTo>
                  <a:lnTo>
                    <a:pt x="3712698" y="3853366"/>
                  </a:lnTo>
                  <a:lnTo>
                    <a:pt x="3685712" y="3870665"/>
                  </a:lnTo>
                  <a:lnTo>
                    <a:pt x="3650609" y="3860173"/>
                  </a:lnTo>
                  <a:lnTo>
                    <a:pt x="3641691" y="3880008"/>
                  </a:lnTo>
                  <a:lnTo>
                    <a:pt x="3657037" y="3890880"/>
                  </a:lnTo>
                  <a:lnTo>
                    <a:pt x="3655052" y="3915156"/>
                  </a:lnTo>
                  <a:lnTo>
                    <a:pt x="3641898" y="3916622"/>
                  </a:lnTo>
                  <a:lnTo>
                    <a:pt x="3724114" y="3964351"/>
                  </a:lnTo>
                  <a:lnTo>
                    <a:pt x="3722470" y="3995473"/>
                  </a:lnTo>
                  <a:lnTo>
                    <a:pt x="3708622" y="4005368"/>
                  </a:lnTo>
                  <a:lnTo>
                    <a:pt x="3730628" y="4018022"/>
                  </a:lnTo>
                  <a:lnTo>
                    <a:pt x="3727560" y="4037435"/>
                  </a:lnTo>
                  <a:lnTo>
                    <a:pt x="3749471" y="4026896"/>
                  </a:lnTo>
                  <a:lnTo>
                    <a:pt x="3756133" y="4086154"/>
                  </a:lnTo>
                  <a:lnTo>
                    <a:pt x="3816140" y="4082544"/>
                  </a:lnTo>
                  <a:lnTo>
                    <a:pt x="3840933" y="4118389"/>
                  </a:lnTo>
                  <a:lnTo>
                    <a:pt x="3902151" y="4050984"/>
                  </a:lnTo>
                  <a:close/>
                  <a:moveTo>
                    <a:pt x="3890884" y="2752109"/>
                  </a:moveTo>
                  <a:lnTo>
                    <a:pt x="3762393" y="2881745"/>
                  </a:lnTo>
                  <a:lnTo>
                    <a:pt x="3716827" y="2948016"/>
                  </a:lnTo>
                  <a:lnTo>
                    <a:pt x="3740309" y="2971898"/>
                  </a:lnTo>
                  <a:lnTo>
                    <a:pt x="3844109" y="3046676"/>
                  </a:lnTo>
                  <a:lnTo>
                    <a:pt x="3855630" y="3027906"/>
                  </a:lnTo>
                  <a:lnTo>
                    <a:pt x="3851441" y="3010429"/>
                  </a:lnTo>
                  <a:lnTo>
                    <a:pt x="3883899" y="2990630"/>
                  </a:lnTo>
                  <a:lnTo>
                    <a:pt x="3961948" y="2880708"/>
                  </a:lnTo>
                  <a:lnTo>
                    <a:pt x="3890884" y="2752109"/>
                  </a:lnTo>
                  <a:close/>
                  <a:moveTo>
                    <a:pt x="3859421" y="3106038"/>
                  </a:moveTo>
                  <a:lnTo>
                    <a:pt x="3774648" y="3249875"/>
                  </a:lnTo>
                  <a:lnTo>
                    <a:pt x="3905123" y="3311319"/>
                  </a:lnTo>
                  <a:lnTo>
                    <a:pt x="3980802" y="3320486"/>
                  </a:lnTo>
                  <a:lnTo>
                    <a:pt x="3979558" y="3186685"/>
                  </a:lnTo>
                  <a:lnTo>
                    <a:pt x="4019662" y="3127121"/>
                  </a:lnTo>
                  <a:lnTo>
                    <a:pt x="3979014" y="3119858"/>
                  </a:lnTo>
                  <a:lnTo>
                    <a:pt x="3936887" y="3102795"/>
                  </a:lnTo>
                  <a:lnTo>
                    <a:pt x="3928879" y="3112272"/>
                  </a:lnTo>
                  <a:lnTo>
                    <a:pt x="3859421" y="3106038"/>
                  </a:lnTo>
                  <a:close/>
                  <a:moveTo>
                    <a:pt x="3652014" y="3195345"/>
                  </a:moveTo>
                  <a:lnTo>
                    <a:pt x="3584758" y="3181605"/>
                  </a:lnTo>
                  <a:lnTo>
                    <a:pt x="3571746" y="3199196"/>
                  </a:lnTo>
                  <a:lnTo>
                    <a:pt x="3560799" y="3195418"/>
                  </a:lnTo>
                  <a:lnTo>
                    <a:pt x="3567492" y="3204716"/>
                  </a:lnTo>
                  <a:lnTo>
                    <a:pt x="3524520" y="3262306"/>
                  </a:lnTo>
                  <a:lnTo>
                    <a:pt x="3502890" y="3245884"/>
                  </a:lnTo>
                  <a:lnTo>
                    <a:pt x="3452084" y="3313840"/>
                  </a:lnTo>
                  <a:lnTo>
                    <a:pt x="3560388" y="3382609"/>
                  </a:lnTo>
                  <a:lnTo>
                    <a:pt x="3538254" y="3431593"/>
                  </a:lnTo>
                  <a:lnTo>
                    <a:pt x="3580196" y="3470055"/>
                  </a:lnTo>
                  <a:lnTo>
                    <a:pt x="3591968" y="3451058"/>
                  </a:lnTo>
                  <a:lnTo>
                    <a:pt x="3577886" y="3432481"/>
                  </a:lnTo>
                  <a:lnTo>
                    <a:pt x="3581379" y="3417225"/>
                  </a:lnTo>
                  <a:lnTo>
                    <a:pt x="3599439" y="3403448"/>
                  </a:lnTo>
                  <a:lnTo>
                    <a:pt x="3656213" y="3410494"/>
                  </a:lnTo>
                  <a:lnTo>
                    <a:pt x="3686350" y="3338165"/>
                  </a:lnTo>
                  <a:lnTo>
                    <a:pt x="3749540" y="3297513"/>
                  </a:lnTo>
                  <a:lnTo>
                    <a:pt x="3774648" y="3249875"/>
                  </a:lnTo>
                  <a:lnTo>
                    <a:pt x="3699624" y="3228558"/>
                  </a:lnTo>
                  <a:lnTo>
                    <a:pt x="3652014" y="3195345"/>
                  </a:lnTo>
                  <a:close/>
                  <a:moveTo>
                    <a:pt x="3607599" y="2896394"/>
                  </a:moveTo>
                  <a:lnTo>
                    <a:pt x="3516631" y="2985908"/>
                  </a:lnTo>
                  <a:lnTo>
                    <a:pt x="3578510" y="3038635"/>
                  </a:lnTo>
                  <a:lnTo>
                    <a:pt x="3624558" y="3086486"/>
                  </a:lnTo>
                  <a:lnTo>
                    <a:pt x="3659943" y="3082791"/>
                  </a:lnTo>
                  <a:lnTo>
                    <a:pt x="3674137" y="3035315"/>
                  </a:lnTo>
                  <a:lnTo>
                    <a:pt x="3686355" y="3042293"/>
                  </a:lnTo>
                  <a:lnTo>
                    <a:pt x="3733386" y="2964848"/>
                  </a:lnTo>
                  <a:lnTo>
                    <a:pt x="3716827" y="2948016"/>
                  </a:lnTo>
                  <a:lnTo>
                    <a:pt x="3693535" y="2976255"/>
                  </a:lnTo>
                  <a:lnTo>
                    <a:pt x="3607599" y="2896394"/>
                  </a:lnTo>
                  <a:close/>
                  <a:moveTo>
                    <a:pt x="3576777" y="3037273"/>
                  </a:moveTo>
                  <a:lnTo>
                    <a:pt x="3481786" y="3154111"/>
                  </a:lnTo>
                  <a:lnTo>
                    <a:pt x="3373398" y="3249542"/>
                  </a:lnTo>
                  <a:lnTo>
                    <a:pt x="3452084" y="3313840"/>
                  </a:lnTo>
                  <a:lnTo>
                    <a:pt x="3502890" y="3245884"/>
                  </a:lnTo>
                  <a:lnTo>
                    <a:pt x="3524520" y="3262306"/>
                  </a:lnTo>
                  <a:lnTo>
                    <a:pt x="3567492" y="3204716"/>
                  </a:lnTo>
                  <a:lnTo>
                    <a:pt x="3560799" y="3195418"/>
                  </a:lnTo>
                  <a:lnTo>
                    <a:pt x="3571746" y="3199196"/>
                  </a:lnTo>
                  <a:lnTo>
                    <a:pt x="3584758" y="3181605"/>
                  </a:lnTo>
                  <a:lnTo>
                    <a:pt x="3652014" y="3195345"/>
                  </a:lnTo>
                  <a:lnTo>
                    <a:pt x="3730968" y="3065174"/>
                  </a:lnTo>
                  <a:lnTo>
                    <a:pt x="3674137" y="3035315"/>
                  </a:lnTo>
                  <a:lnTo>
                    <a:pt x="3659943" y="3082791"/>
                  </a:lnTo>
                  <a:lnTo>
                    <a:pt x="3624558" y="3086486"/>
                  </a:lnTo>
                  <a:lnTo>
                    <a:pt x="3576777" y="3037273"/>
                  </a:lnTo>
                  <a:close/>
                  <a:moveTo>
                    <a:pt x="3373398" y="3249542"/>
                  </a:moveTo>
                  <a:lnTo>
                    <a:pt x="3240760" y="3358232"/>
                  </a:lnTo>
                  <a:lnTo>
                    <a:pt x="3265708" y="3358046"/>
                  </a:lnTo>
                  <a:lnTo>
                    <a:pt x="3403858" y="3567258"/>
                  </a:lnTo>
                  <a:lnTo>
                    <a:pt x="3401661" y="3609469"/>
                  </a:lnTo>
                  <a:lnTo>
                    <a:pt x="3474077" y="3528755"/>
                  </a:lnTo>
                  <a:lnTo>
                    <a:pt x="3538709" y="3430868"/>
                  </a:lnTo>
                  <a:lnTo>
                    <a:pt x="3560388" y="3382609"/>
                  </a:lnTo>
                  <a:lnTo>
                    <a:pt x="3451946" y="3313744"/>
                  </a:lnTo>
                  <a:lnTo>
                    <a:pt x="3373398" y="3249542"/>
                  </a:lnTo>
                  <a:close/>
                  <a:moveTo>
                    <a:pt x="3733386" y="2964848"/>
                  </a:moveTo>
                  <a:lnTo>
                    <a:pt x="3686355" y="3042293"/>
                  </a:lnTo>
                  <a:lnTo>
                    <a:pt x="3730968" y="3065174"/>
                  </a:lnTo>
                  <a:lnTo>
                    <a:pt x="3652014" y="3195345"/>
                  </a:lnTo>
                  <a:lnTo>
                    <a:pt x="3699624" y="3228558"/>
                  </a:lnTo>
                  <a:lnTo>
                    <a:pt x="3774648" y="3249875"/>
                  </a:lnTo>
                  <a:lnTo>
                    <a:pt x="3880513" y="3071276"/>
                  </a:lnTo>
                  <a:lnTo>
                    <a:pt x="3733386" y="2964848"/>
                  </a:lnTo>
                  <a:close/>
                  <a:moveTo>
                    <a:pt x="3774648" y="3249875"/>
                  </a:moveTo>
                  <a:lnTo>
                    <a:pt x="3749540" y="3297513"/>
                  </a:lnTo>
                  <a:lnTo>
                    <a:pt x="3686350" y="3338165"/>
                  </a:lnTo>
                  <a:lnTo>
                    <a:pt x="3656213" y="3410494"/>
                  </a:lnTo>
                  <a:lnTo>
                    <a:pt x="3599439" y="3403448"/>
                  </a:lnTo>
                  <a:lnTo>
                    <a:pt x="3581379" y="3417225"/>
                  </a:lnTo>
                  <a:lnTo>
                    <a:pt x="3577886" y="3432481"/>
                  </a:lnTo>
                  <a:lnTo>
                    <a:pt x="3591968" y="3451058"/>
                  </a:lnTo>
                  <a:lnTo>
                    <a:pt x="3580196" y="3470055"/>
                  </a:lnTo>
                  <a:lnTo>
                    <a:pt x="3538254" y="3431593"/>
                  </a:lnTo>
                  <a:lnTo>
                    <a:pt x="3474077" y="3528755"/>
                  </a:lnTo>
                  <a:lnTo>
                    <a:pt x="3401661" y="3609469"/>
                  </a:lnTo>
                  <a:lnTo>
                    <a:pt x="3414664" y="3592897"/>
                  </a:lnTo>
                  <a:lnTo>
                    <a:pt x="3430227" y="3606871"/>
                  </a:lnTo>
                  <a:lnTo>
                    <a:pt x="3491812" y="3697030"/>
                  </a:lnTo>
                  <a:lnTo>
                    <a:pt x="3518139" y="3720193"/>
                  </a:lnTo>
                  <a:lnTo>
                    <a:pt x="3589407" y="3754901"/>
                  </a:lnTo>
                  <a:lnTo>
                    <a:pt x="3594111" y="3771979"/>
                  </a:lnTo>
                  <a:lnTo>
                    <a:pt x="3609868" y="3762961"/>
                  </a:lnTo>
                  <a:lnTo>
                    <a:pt x="3820347" y="3848407"/>
                  </a:lnTo>
                  <a:lnTo>
                    <a:pt x="3843316" y="3802609"/>
                  </a:lnTo>
                  <a:lnTo>
                    <a:pt x="3841422" y="3753345"/>
                  </a:lnTo>
                  <a:lnTo>
                    <a:pt x="3859111" y="3702015"/>
                  </a:lnTo>
                  <a:lnTo>
                    <a:pt x="3836393" y="3694234"/>
                  </a:lnTo>
                  <a:lnTo>
                    <a:pt x="3866701" y="3643903"/>
                  </a:lnTo>
                  <a:lnTo>
                    <a:pt x="3843853" y="3644331"/>
                  </a:lnTo>
                  <a:lnTo>
                    <a:pt x="3828882" y="3623233"/>
                  </a:lnTo>
                  <a:lnTo>
                    <a:pt x="3812639" y="3628559"/>
                  </a:lnTo>
                  <a:lnTo>
                    <a:pt x="3801934" y="3610285"/>
                  </a:lnTo>
                  <a:lnTo>
                    <a:pt x="3828971" y="3605332"/>
                  </a:lnTo>
                  <a:lnTo>
                    <a:pt x="3827862" y="3565576"/>
                  </a:lnTo>
                  <a:lnTo>
                    <a:pt x="3857198" y="3543364"/>
                  </a:lnTo>
                  <a:lnTo>
                    <a:pt x="3852167" y="3508694"/>
                  </a:lnTo>
                  <a:lnTo>
                    <a:pt x="3840942" y="3514121"/>
                  </a:lnTo>
                  <a:lnTo>
                    <a:pt x="3827240" y="3506364"/>
                  </a:lnTo>
                  <a:lnTo>
                    <a:pt x="3868288" y="3459688"/>
                  </a:lnTo>
                  <a:lnTo>
                    <a:pt x="3882547" y="3410815"/>
                  </a:lnTo>
                  <a:lnTo>
                    <a:pt x="3841083" y="3396054"/>
                  </a:lnTo>
                  <a:lnTo>
                    <a:pt x="3863851" y="3344988"/>
                  </a:lnTo>
                  <a:lnTo>
                    <a:pt x="3864304" y="3322441"/>
                  </a:lnTo>
                  <a:lnTo>
                    <a:pt x="3849630" y="3308827"/>
                  </a:lnTo>
                  <a:lnTo>
                    <a:pt x="3856115" y="3287662"/>
                  </a:lnTo>
                  <a:lnTo>
                    <a:pt x="3774648" y="3249875"/>
                  </a:lnTo>
                  <a:close/>
                  <a:moveTo>
                    <a:pt x="3848685" y="4365164"/>
                  </a:moveTo>
                  <a:lnTo>
                    <a:pt x="3902151" y="4050984"/>
                  </a:lnTo>
                  <a:lnTo>
                    <a:pt x="3840933" y="4118389"/>
                  </a:lnTo>
                  <a:lnTo>
                    <a:pt x="3816140" y="4082544"/>
                  </a:lnTo>
                  <a:lnTo>
                    <a:pt x="3756133" y="4086154"/>
                  </a:lnTo>
                  <a:lnTo>
                    <a:pt x="3749471" y="4026896"/>
                  </a:lnTo>
                  <a:lnTo>
                    <a:pt x="3727560" y="4037435"/>
                  </a:lnTo>
                  <a:lnTo>
                    <a:pt x="3701276" y="4095225"/>
                  </a:lnTo>
                  <a:lnTo>
                    <a:pt x="3681752" y="4100530"/>
                  </a:lnTo>
                  <a:lnTo>
                    <a:pt x="3603882" y="4072523"/>
                  </a:lnTo>
                  <a:lnTo>
                    <a:pt x="3531368" y="4131286"/>
                  </a:lnTo>
                  <a:lnTo>
                    <a:pt x="3497873" y="4179954"/>
                  </a:lnTo>
                  <a:lnTo>
                    <a:pt x="3426975" y="4208769"/>
                  </a:lnTo>
                  <a:lnTo>
                    <a:pt x="3398837" y="4204294"/>
                  </a:lnTo>
                  <a:lnTo>
                    <a:pt x="3338172" y="4229269"/>
                  </a:lnTo>
                  <a:lnTo>
                    <a:pt x="3339092" y="4245353"/>
                  </a:lnTo>
                  <a:lnTo>
                    <a:pt x="3311915" y="4257951"/>
                  </a:lnTo>
                  <a:lnTo>
                    <a:pt x="3321920" y="4301196"/>
                  </a:lnTo>
                  <a:lnTo>
                    <a:pt x="3347939" y="4326651"/>
                  </a:lnTo>
                  <a:lnTo>
                    <a:pt x="3374213" y="4318363"/>
                  </a:lnTo>
                  <a:lnTo>
                    <a:pt x="3387502" y="4296275"/>
                  </a:lnTo>
                  <a:lnTo>
                    <a:pt x="3406735" y="4293013"/>
                  </a:lnTo>
                  <a:lnTo>
                    <a:pt x="3448114" y="4321239"/>
                  </a:lnTo>
                  <a:lnTo>
                    <a:pt x="3468922" y="4313214"/>
                  </a:lnTo>
                  <a:lnTo>
                    <a:pt x="3481681" y="4324347"/>
                  </a:lnTo>
                  <a:lnTo>
                    <a:pt x="3500032" y="4318434"/>
                  </a:lnTo>
                  <a:lnTo>
                    <a:pt x="3555352" y="4332308"/>
                  </a:lnTo>
                  <a:lnTo>
                    <a:pt x="3559035" y="4358651"/>
                  </a:lnTo>
                  <a:lnTo>
                    <a:pt x="3595955" y="4370619"/>
                  </a:lnTo>
                  <a:lnTo>
                    <a:pt x="3632568" y="4398921"/>
                  </a:lnTo>
                  <a:lnTo>
                    <a:pt x="3629453" y="4361235"/>
                  </a:lnTo>
                  <a:lnTo>
                    <a:pt x="3639568" y="4330930"/>
                  </a:lnTo>
                  <a:lnTo>
                    <a:pt x="3658853" y="4309099"/>
                  </a:lnTo>
                  <a:lnTo>
                    <a:pt x="3694826" y="4292844"/>
                  </a:lnTo>
                  <a:lnTo>
                    <a:pt x="3732262" y="4296851"/>
                  </a:lnTo>
                  <a:lnTo>
                    <a:pt x="3764149" y="4319938"/>
                  </a:lnTo>
                  <a:lnTo>
                    <a:pt x="3779906" y="4353839"/>
                  </a:lnTo>
                  <a:lnTo>
                    <a:pt x="3777619" y="4393545"/>
                  </a:lnTo>
                  <a:lnTo>
                    <a:pt x="3783206" y="4376356"/>
                  </a:lnTo>
                  <a:lnTo>
                    <a:pt x="3790713" y="4377615"/>
                  </a:lnTo>
                  <a:lnTo>
                    <a:pt x="3787291" y="4405656"/>
                  </a:lnTo>
                  <a:lnTo>
                    <a:pt x="3841491" y="4404544"/>
                  </a:lnTo>
                  <a:lnTo>
                    <a:pt x="3848685" y="4365164"/>
                  </a:lnTo>
                  <a:close/>
                  <a:moveTo>
                    <a:pt x="2819000" y="3163121"/>
                  </a:moveTo>
                  <a:lnTo>
                    <a:pt x="2817805" y="3087384"/>
                  </a:lnTo>
                  <a:lnTo>
                    <a:pt x="2791267" y="3077483"/>
                  </a:lnTo>
                  <a:lnTo>
                    <a:pt x="2759759" y="3104315"/>
                  </a:lnTo>
                  <a:lnTo>
                    <a:pt x="2760724" y="3134609"/>
                  </a:lnTo>
                  <a:lnTo>
                    <a:pt x="2733213" y="3154094"/>
                  </a:lnTo>
                  <a:lnTo>
                    <a:pt x="2720148" y="3146547"/>
                  </a:lnTo>
                  <a:lnTo>
                    <a:pt x="2736706" y="3124534"/>
                  </a:lnTo>
                  <a:lnTo>
                    <a:pt x="2709421" y="3106094"/>
                  </a:lnTo>
                  <a:lnTo>
                    <a:pt x="2711557" y="3131614"/>
                  </a:lnTo>
                  <a:lnTo>
                    <a:pt x="2707404" y="3139246"/>
                  </a:lnTo>
                  <a:lnTo>
                    <a:pt x="2688045" y="3136845"/>
                  </a:lnTo>
                  <a:lnTo>
                    <a:pt x="2676723" y="3183117"/>
                  </a:lnTo>
                  <a:lnTo>
                    <a:pt x="2684554" y="3208816"/>
                  </a:lnTo>
                  <a:lnTo>
                    <a:pt x="2650067" y="3227807"/>
                  </a:lnTo>
                  <a:lnTo>
                    <a:pt x="2624379" y="3267896"/>
                  </a:lnTo>
                  <a:lnTo>
                    <a:pt x="2630019" y="3279593"/>
                  </a:lnTo>
                  <a:lnTo>
                    <a:pt x="2618777" y="3332806"/>
                  </a:lnTo>
                  <a:lnTo>
                    <a:pt x="2641527" y="3344754"/>
                  </a:lnTo>
                  <a:lnTo>
                    <a:pt x="2649608" y="3373598"/>
                  </a:lnTo>
                  <a:lnTo>
                    <a:pt x="2663443" y="3371736"/>
                  </a:lnTo>
                  <a:lnTo>
                    <a:pt x="2685766" y="3399529"/>
                  </a:lnTo>
                  <a:lnTo>
                    <a:pt x="2748663" y="3414816"/>
                  </a:lnTo>
                  <a:lnTo>
                    <a:pt x="2784183" y="3434763"/>
                  </a:lnTo>
                  <a:lnTo>
                    <a:pt x="2822968" y="3486331"/>
                  </a:lnTo>
                  <a:lnTo>
                    <a:pt x="2837800" y="3554888"/>
                  </a:lnTo>
                  <a:lnTo>
                    <a:pt x="3057350" y="3453270"/>
                  </a:lnTo>
                  <a:lnTo>
                    <a:pt x="3008593" y="3451978"/>
                  </a:lnTo>
                  <a:lnTo>
                    <a:pt x="2986129" y="3433558"/>
                  </a:lnTo>
                  <a:lnTo>
                    <a:pt x="2956001" y="3431026"/>
                  </a:lnTo>
                  <a:lnTo>
                    <a:pt x="2934333" y="3443314"/>
                  </a:lnTo>
                  <a:lnTo>
                    <a:pt x="2904570" y="3432448"/>
                  </a:lnTo>
                  <a:lnTo>
                    <a:pt x="2909110" y="3404539"/>
                  </a:lnTo>
                  <a:lnTo>
                    <a:pt x="2899154" y="3397214"/>
                  </a:lnTo>
                  <a:lnTo>
                    <a:pt x="2859116" y="3391609"/>
                  </a:lnTo>
                  <a:lnTo>
                    <a:pt x="2836257" y="3339123"/>
                  </a:lnTo>
                  <a:lnTo>
                    <a:pt x="2844474" y="3315011"/>
                  </a:lnTo>
                  <a:lnTo>
                    <a:pt x="2831944" y="3291202"/>
                  </a:lnTo>
                  <a:lnTo>
                    <a:pt x="2850277" y="3235358"/>
                  </a:lnTo>
                  <a:lnTo>
                    <a:pt x="2827370" y="3241630"/>
                  </a:lnTo>
                  <a:lnTo>
                    <a:pt x="2798420" y="3208768"/>
                  </a:lnTo>
                  <a:lnTo>
                    <a:pt x="2819000" y="3163121"/>
                  </a:lnTo>
                  <a:close/>
                  <a:moveTo>
                    <a:pt x="3155476" y="2483471"/>
                  </a:moveTo>
                  <a:lnTo>
                    <a:pt x="3185349" y="2516740"/>
                  </a:lnTo>
                  <a:lnTo>
                    <a:pt x="3236027" y="2721636"/>
                  </a:lnTo>
                  <a:lnTo>
                    <a:pt x="3270918" y="2711109"/>
                  </a:lnTo>
                  <a:lnTo>
                    <a:pt x="3281208" y="2718982"/>
                  </a:lnTo>
                  <a:lnTo>
                    <a:pt x="3297620" y="2708529"/>
                  </a:lnTo>
                  <a:lnTo>
                    <a:pt x="3301273" y="2698803"/>
                  </a:lnTo>
                  <a:lnTo>
                    <a:pt x="3280485" y="2687301"/>
                  </a:lnTo>
                  <a:lnTo>
                    <a:pt x="3295617" y="2672263"/>
                  </a:lnTo>
                  <a:lnTo>
                    <a:pt x="3301894" y="2689477"/>
                  </a:lnTo>
                  <a:lnTo>
                    <a:pt x="3318310" y="2687887"/>
                  </a:lnTo>
                  <a:lnTo>
                    <a:pt x="3313945" y="2669835"/>
                  </a:lnTo>
                  <a:lnTo>
                    <a:pt x="3321540" y="2660608"/>
                  </a:lnTo>
                  <a:lnTo>
                    <a:pt x="3307663" y="2642378"/>
                  </a:lnTo>
                  <a:lnTo>
                    <a:pt x="3322152" y="2647833"/>
                  </a:lnTo>
                  <a:lnTo>
                    <a:pt x="3343948" y="2621479"/>
                  </a:lnTo>
                  <a:lnTo>
                    <a:pt x="3360537" y="2624969"/>
                  </a:lnTo>
                  <a:lnTo>
                    <a:pt x="3362772" y="2614377"/>
                  </a:lnTo>
                  <a:lnTo>
                    <a:pt x="3381810" y="2620372"/>
                  </a:lnTo>
                  <a:lnTo>
                    <a:pt x="3402880" y="2648311"/>
                  </a:lnTo>
                  <a:lnTo>
                    <a:pt x="3420432" y="2650802"/>
                  </a:lnTo>
                  <a:lnTo>
                    <a:pt x="3422879" y="2632989"/>
                  </a:lnTo>
                  <a:lnTo>
                    <a:pt x="3433491" y="2632920"/>
                  </a:lnTo>
                  <a:lnTo>
                    <a:pt x="3452128" y="2609493"/>
                  </a:lnTo>
                  <a:lnTo>
                    <a:pt x="3361388" y="2432789"/>
                  </a:lnTo>
                  <a:lnTo>
                    <a:pt x="3234197" y="2495373"/>
                  </a:lnTo>
                  <a:lnTo>
                    <a:pt x="3226490" y="2483518"/>
                  </a:lnTo>
                  <a:lnTo>
                    <a:pt x="3188246" y="2505120"/>
                  </a:lnTo>
                  <a:lnTo>
                    <a:pt x="3155476" y="2483471"/>
                  </a:lnTo>
                  <a:close/>
                  <a:moveTo>
                    <a:pt x="2972397" y="2825317"/>
                  </a:moveTo>
                  <a:lnTo>
                    <a:pt x="2995566" y="2803492"/>
                  </a:lnTo>
                  <a:lnTo>
                    <a:pt x="2988846" y="2784726"/>
                  </a:lnTo>
                  <a:lnTo>
                    <a:pt x="3025829" y="2742284"/>
                  </a:lnTo>
                  <a:lnTo>
                    <a:pt x="3067716" y="2769213"/>
                  </a:lnTo>
                  <a:lnTo>
                    <a:pt x="3073735" y="2723061"/>
                  </a:lnTo>
                  <a:lnTo>
                    <a:pt x="3104343" y="2740891"/>
                  </a:lnTo>
                  <a:lnTo>
                    <a:pt x="3096429" y="2750549"/>
                  </a:lnTo>
                  <a:lnTo>
                    <a:pt x="3112891" y="2775427"/>
                  </a:lnTo>
                  <a:lnTo>
                    <a:pt x="3145161" y="2757724"/>
                  </a:lnTo>
                  <a:lnTo>
                    <a:pt x="3179271" y="2769298"/>
                  </a:lnTo>
                  <a:lnTo>
                    <a:pt x="3203424" y="2753328"/>
                  </a:lnTo>
                  <a:lnTo>
                    <a:pt x="3206561" y="2725806"/>
                  </a:lnTo>
                  <a:lnTo>
                    <a:pt x="3236948" y="2729382"/>
                  </a:lnTo>
                  <a:lnTo>
                    <a:pt x="3201437" y="2574124"/>
                  </a:lnTo>
                  <a:lnTo>
                    <a:pt x="3031660" y="2572153"/>
                  </a:lnTo>
                  <a:lnTo>
                    <a:pt x="2926345" y="2546636"/>
                  </a:lnTo>
                  <a:lnTo>
                    <a:pt x="2863396" y="2556871"/>
                  </a:lnTo>
                  <a:lnTo>
                    <a:pt x="2854353" y="2554183"/>
                  </a:lnTo>
                  <a:lnTo>
                    <a:pt x="2860020" y="2574024"/>
                  </a:lnTo>
                  <a:lnTo>
                    <a:pt x="2860385" y="2604203"/>
                  </a:lnTo>
                  <a:lnTo>
                    <a:pt x="2889127" y="2675612"/>
                  </a:lnTo>
                  <a:lnTo>
                    <a:pt x="2875547" y="2697970"/>
                  </a:lnTo>
                  <a:lnTo>
                    <a:pt x="2900658" y="2710726"/>
                  </a:lnTo>
                  <a:lnTo>
                    <a:pt x="2930447" y="2757151"/>
                  </a:lnTo>
                  <a:lnTo>
                    <a:pt x="2907454" y="2773086"/>
                  </a:lnTo>
                  <a:lnTo>
                    <a:pt x="2918369" y="2786315"/>
                  </a:lnTo>
                  <a:lnTo>
                    <a:pt x="2911428" y="2800747"/>
                  </a:lnTo>
                  <a:lnTo>
                    <a:pt x="2928211" y="2821460"/>
                  </a:lnTo>
                  <a:lnTo>
                    <a:pt x="2915280" y="2834023"/>
                  </a:lnTo>
                  <a:lnTo>
                    <a:pt x="2906647" y="2823522"/>
                  </a:lnTo>
                  <a:lnTo>
                    <a:pt x="2894458" y="2834085"/>
                  </a:lnTo>
                  <a:lnTo>
                    <a:pt x="2877784" y="2819754"/>
                  </a:lnTo>
                  <a:lnTo>
                    <a:pt x="2858759" y="2835666"/>
                  </a:lnTo>
                  <a:lnTo>
                    <a:pt x="2855137" y="2726244"/>
                  </a:lnTo>
                  <a:lnTo>
                    <a:pt x="2845072" y="2705767"/>
                  </a:lnTo>
                  <a:lnTo>
                    <a:pt x="2820279" y="2713580"/>
                  </a:lnTo>
                  <a:lnTo>
                    <a:pt x="2790350" y="2730664"/>
                  </a:lnTo>
                  <a:lnTo>
                    <a:pt x="2795621" y="2740445"/>
                  </a:lnTo>
                  <a:lnTo>
                    <a:pt x="2814655" y="2734020"/>
                  </a:lnTo>
                  <a:lnTo>
                    <a:pt x="2813720" y="2743510"/>
                  </a:lnTo>
                  <a:lnTo>
                    <a:pt x="2798588" y="2746005"/>
                  </a:lnTo>
                  <a:lnTo>
                    <a:pt x="2810487" y="2776250"/>
                  </a:lnTo>
                  <a:lnTo>
                    <a:pt x="2822761" y="2775811"/>
                  </a:lnTo>
                  <a:lnTo>
                    <a:pt x="2806773" y="2779369"/>
                  </a:lnTo>
                  <a:lnTo>
                    <a:pt x="2813727" y="2786525"/>
                  </a:lnTo>
                  <a:lnTo>
                    <a:pt x="2798098" y="2782627"/>
                  </a:lnTo>
                  <a:lnTo>
                    <a:pt x="2796397" y="2799922"/>
                  </a:lnTo>
                  <a:lnTo>
                    <a:pt x="2785130" y="2792146"/>
                  </a:lnTo>
                  <a:lnTo>
                    <a:pt x="2775740" y="2802763"/>
                  </a:lnTo>
                  <a:lnTo>
                    <a:pt x="2776748" y="2818902"/>
                  </a:lnTo>
                  <a:lnTo>
                    <a:pt x="2757369" y="2820435"/>
                  </a:lnTo>
                  <a:lnTo>
                    <a:pt x="2747314" y="2803630"/>
                  </a:lnTo>
                  <a:lnTo>
                    <a:pt x="2736044" y="2804174"/>
                  </a:lnTo>
                  <a:lnTo>
                    <a:pt x="2749635" y="2766314"/>
                  </a:lnTo>
                  <a:lnTo>
                    <a:pt x="2726763" y="2788253"/>
                  </a:lnTo>
                  <a:lnTo>
                    <a:pt x="2728030" y="2806864"/>
                  </a:lnTo>
                  <a:lnTo>
                    <a:pt x="2706132" y="2828367"/>
                  </a:lnTo>
                  <a:lnTo>
                    <a:pt x="2693833" y="2821520"/>
                  </a:lnTo>
                  <a:lnTo>
                    <a:pt x="2682062" y="2868508"/>
                  </a:lnTo>
                  <a:lnTo>
                    <a:pt x="2688882" y="2902064"/>
                  </a:lnTo>
                  <a:lnTo>
                    <a:pt x="2664974" y="2918548"/>
                  </a:lnTo>
                  <a:lnTo>
                    <a:pt x="2658708" y="2864288"/>
                  </a:lnTo>
                  <a:lnTo>
                    <a:pt x="2617539" y="2932265"/>
                  </a:lnTo>
                  <a:lnTo>
                    <a:pt x="2639646" y="2945741"/>
                  </a:lnTo>
                  <a:lnTo>
                    <a:pt x="2644504" y="2960894"/>
                  </a:lnTo>
                  <a:lnTo>
                    <a:pt x="2632816" y="2956937"/>
                  </a:lnTo>
                  <a:lnTo>
                    <a:pt x="2625219" y="2968977"/>
                  </a:lnTo>
                  <a:lnTo>
                    <a:pt x="2605351" y="2957157"/>
                  </a:lnTo>
                  <a:lnTo>
                    <a:pt x="2616811" y="2933460"/>
                  </a:lnTo>
                  <a:lnTo>
                    <a:pt x="2601110" y="2958019"/>
                  </a:lnTo>
                  <a:lnTo>
                    <a:pt x="2699871" y="3015337"/>
                  </a:lnTo>
                  <a:lnTo>
                    <a:pt x="2714061" y="2995336"/>
                  </a:lnTo>
                  <a:lnTo>
                    <a:pt x="2740591" y="3014587"/>
                  </a:lnTo>
                  <a:lnTo>
                    <a:pt x="2774365" y="2963730"/>
                  </a:lnTo>
                  <a:lnTo>
                    <a:pt x="2744743" y="2933761"/>
                  </a:lnTo>
                  <a:lnTo>
                    <a:pt x="2758488" y="2880226"/>
                  </a:lnTo>
                  <a:lnTo>
                    <a:pt x="2773843" y="2894692"/>
                  </a:lnTo>
                  <a:lnTo>
                    <a:pt x="2766632" y="2904047"/>
                  </a:lnTo>
                  <a:lnTo>
                    <a:pt x="2787964" y="2915189"/>
                  </a:lnTo>
                  <a:lnTo>
                    <a:pt x="2785013" y="2896120"/>
                  </a:lnTo>
                  <a:lnTo>
                    <a:pt x="2798723" y="2894907"/>
                  </a:lnTo>
                  <a:lnTo>
                    <a:pt x="2807407" y="2880551"/>
                  </a:lnTo>
                  <a:lnTo>
                    <a:pt x="2831965" y="2886290"/>
                  </a:lnTo>
                  <a:lnTo>
                    <a:pt x="2825161" y="2895438"/>
                  </a:lnTo>
                  <a:lnTo>
                    <a:pt x="2842295" y="2904595"/>
                  </a:lnTo>
                  <a:lnTo>
                    <a:pt x="2917652" y="2836917"/>
                  </a:lnTo>
                  <a:lnTo>
                    <a:pt x="2934193" y="2853569"/>
                  </a:lnTo>
                  <a:lnTo>
                    <a:pt x="2937567" y="2840328"/>
                  </a:lnTo>
                  <a:lnTo>
                    <a:pt x="2949472" y="2837307"/>
                  </a:lnTo>
                  <a:lnTo>
                    <a:pt x="2943096" y="2816960"/>
                  </a:lnTo>
                  <a:lnTo>
                    <a:pt x="2951037" y="2839300"/>
                  </a:lnTo>
                  <a:lnTo>
                    <a:pt x="2972397" y="2825317"/>
                  </a:lnTo>
                  <a:close/>
                  <a:moveTo>
                    <a:pt x="2813850" y="2171912"/>
                  </a:moveTo>
                  <a:lnTo>
                    <a:pt x="2796842" y="2180769"/>
                  </a:lnTo>
                  <a:lnTo>
                    <a:pt x="3076188" y="2416518"/>
                  </a:lnTo>
                  <a:lnTo>
                    <a:pt x="3099371" y="2390976"/>
                  </a:lnTo>
                  <a:lnTo>
                    <a:pt x="3132349" y="2372619"/>
                  </a:lnTo>
                  <a:lnTo>
                    <a:pt x="3147504" y="2378091"/>
                  </a:lnTo>
                  <a:lnTo>
                    <a:pt x="3227517" y="2337603"/>
                  </a:lnTo>
                  <a:lnTo>
                    <a:pt x="3256893" y="2312097"/>
                  </a:lnTo>
                  <a:lnTo>
                    <a:pt x="3285252" y="2262976"/>
                  </a:lnTo>
                  <a:lnTo>
                    <a:pt x="3273509" y="2219693"/>
                  </a:lnTo>
                  <a:lnTo>
                    <a:pt x="3235124" y="2156412"/>
                  </a:lnTo>
                  <a:lnTo>
                    <a:pt x="3207563" y="2133453"/>
                  </a:lnTo>
                  <a:lnTo>
                    <a:pt x="3135001" y="2160767"/>
                  </a:lnTo>
                  <a:lnTo>
                    <a:pt x="3011919" y="2146838"/>
                  </a:lnTo>
                  <a:lnTo>
                    <a:pt x="2957937" y="2186573"/>
                  </a:lnTo>
                  <a:lnTo>
                    <a:pt x="2878087" y="2179661"/>
                  </a:lnTo>
                  <a:lnTo>
                    <a:pt x="2825201" y="2188001"/>
                  </a:lnTo>
                  <a:lnTo>
                    <a:pt x="2813850" y="2171912"/>
                  </a:lnTo>
                  <a:close/>
                  <a:moveTo>
                    <a:pt x="3052286" y="2976148"/>
                  </a:moveTo>
                  <a:lnTo>
                    <a:pt x="2995428" y="3031254"/>
                  </a:lnTo>
                  <a:lnTo>
                    <a:pt x="2985818" y="3061053"/>
                  </a:lnTo>
                  <a:lnTo>
                    <a:pt x="3030395" y="3092844"/>
                  </a:lnTo>
                  <a:lnTo>
                    <a:pt x="3042128" y="3115956"/>
                  </a:lnTo>
                  <a:lnTo>
                    <a:pt x="2988807" y="3140581"/>
                  </a:lnTo>
                  <a:lnTo>
                    <a:pt x="2935813" y="3149707"/>
                  </a:lnTo>
                  <a:lnTo>
                    <a:pt x="2911752" y="3141609"/>
                  </a:lnTo>
                  <a:lnTo>
                    <a:pt x="2897900" y="3117940"/>
                  </a:lnTo>
                  <a:lnTo>
                    <a:pt x="2867440" y="3118622"/>
                  </a:lnTo>
                  <a:lnTo>
                    <a:pt x="2857181" y="3161802"/>
                  </a:lnTo>
                  <a:lnTo>
                    <a:pt x="2819000" y="3163121"/>
                  </a:lnTo>
                  <a:lnTo>
                    <a:pt x="2798420" y="3208768"/>
                  </a:lnTo>
                  <a:lnTo>
                    <a:pt x="2827370" y="3241630"/>
                  </a:lnTo>
                  <a:lnTo>
                    <a:pt x="2850277" y="3235358"/>
                  </a:lnTo>
                  <a:lnTo>
                    <a:pt x="2831944" y="3291202"/>
                  </a:lnTo>
                  <a:lnTo>
                    <a:pt x="2844474" y="3315011"/>
                  </a:lnTo>
                  <a:lnTo>
                    <a:pt x="2836257" y="3339123"/>
                  </a:lnTo>
                  <a:lnTo>
                    <a:pt x="2859116" y="3391609"/>
                  </a:lnTo>
                  <a:lnTo>
                    <a:pt x="2899154" y="3397214"/>
                  </a:lnTo>
                  <a:lnTo>
                    <a:pt x="2909110" y="3404539"/>
                  </a:lnTo>
                  <a:lnTo>
                    <a:pt x="2904570" y="3432448"/>
                  </a:lnTo>
                  <a:lnTo>
                    <a:pt x="2934333" y="3443314"/>
                  </a:lnTo>
                  <a:lnTo>
                    <a:pt x="2956001" y="3431026"/>
                  </a:lnTo>
                  <a:lnTo>
                    <a:pt x="2986129" y="3433558"/>
                  </a:lnTo>
                  <a:lnTo>
                    <a:pt x="3008593" y="3451978"/>
                  </a:lnTo>
                  <a:lnTo>
                    <a:pt x="3057350" y="3453270"/>
                  </a:lnTo>
                  <a:lnTo>
                    <a:pt x="3195546" y="3389600"/>
                  </a:lnTo>
                  <a:lnTo>
                    <a:pt x="3241246" y="3354678"/>
                  </a:lnTo>
                  <a:lnTo>
                    <a:pt x="3245916" y="3327795"/>
                  </a:lnTo>
                  <a:lnTo>
                    <a:pt x="3128518" y="3142632"/>
                  </a:lnTo>
                  <a:lnTo>
                    <a:pt x="3055308" y="2974126"/>
                  </a:lnTo>
                  <a:lnTo>
                    <a:pt x="3052286" y="2976148"/>
                  </a:lnTo>
                  <a:close/>
                  <a:moveTo>
                    <a:pt x="443001" y="2493293"/>
                  </a:moveTo>
                  <a:lnTo>
                    <a:pt x="450461" y="2505603"/>
                  </a:lnTo>
                  <a:lnTo>
                    <a:pt x="547833" y="2514422"/>
                  </a:lnTo>
                  <a:lnTo>
                    <a:pt x="571697" y="2508058"/>
                  </a:lnTo>
                  <a:lnTo>
                    <a:pt x="595287" y="2523714"/>
                  </a:lnTo>
                  <a:lnTo>
                    <a:pt x="590496" y="2504436"/>
                  </a:lnTo>
                  <a:lnTo>
                    <a:pt x="606011" y="2509378"/>
                  </a:lnTo>
                  <a:lnTo>
                    <a:pt x="620382" y="2475274"/>
                  </a:lnTo>
                  <a:lnTo>
                    <a:pt x="556277" y="2479825"/>
                  </a:lnTo>
                  <a:lnTo>
                    <a:pt x="555101" y="2459423"/>
                  </a:lnTo>
                  <a:lnTo>
                    <a:pt x="537023" y="2458919"/>
                  </a:lnTo>
                  <a:lnTo>
                    <a:pt x="527305" y="2435091"/>
                  </a:lnTo>
                  <a:lnTo>
                    <a:pt x="542795" y="2434980"/>
                  </a:lnTo>
                  <a:lnTo>
                    <a:pt x="556537" y="2479434"/>
                  </a:lnTo>
                  <a:lnTo>
                    <a:pt x="621635" y="2474498"/>
                  </a:lnTo>
                  <a:lnTo>
                    <a:pt x="670709" y="2418962"/>
                  </a:lnTo>
                  <a:lnTo>
                    <a:pt x="689967" y="2326438"/>
                  </a:lnTo>
                  <a:lnTo>
                    <a:pt x="719664" y="2320277"/>
                  </a:lnTo>
                  <a:lnTo>
                    <a:pt x="729436" y="2350318"/>
                  </a:lnTo>
                  <a:lnTo>
                    <a:pt x="742094" y="2345948"/>
                  </a:lnTo>
                  <a:lnTo>
                    <a:pt x="743005" y="2360818"/>
                  </a:lnTo>
                  <a:lnTo>
                    <a:pt x="724035" y="2376473"/>
                  </a:lnTo>
                  <a:lnTo>
                    <a:pt x="727661" y="2399897"/>
                  </a:lnTo>
                  <a:lnTo>
                    <a:pt x="713857" y="2429992"/>
                  </a:lnTo>
                  <a:lnTo>
                    <a:pt x="706450" y="2427924"/>
                  </a:lnTo>
                  <a:lnTo>
                    <a:pt x="704980" y="2456233"/>
                  </a:lnTo>
                  <a:lnTo>
                    <a:pt x="681047" y="2451942"/>
                  </a:lnTo>
                  <a:lnTo>
                    <a:pt x="676959" y="2472973"/>
                  </a:lnTo>
                  <a:lnTo>
                    <a:pt x="730204" y="2476687"/>
                  </a:lnTo>
                  <a:lnTo>
                    <a:pt x="736960" y="2518702"/>
                  </a:lnTo>
                  <a:lnTo>
                    <a:pt x="807748" y="2510685"/>
                  </a:lnTo>
                  <a:lnTo>
                    <a:pt x="816737" y="2481291"/>
                  </a:lnTo>
                  <a:lnTo>
                    <a:pt x="879893" y="2463506"/>
                  </a:lnTo>
                  <a:lnTo>
                    <a:pt x="869643" y="2439754"/>
                  </a:lnTo>
                  <a:lnTo>
                    <a:pt x="884477" y="2429867"/>
                  </a:lnTo>
                  <a:lnTo>
                    <a:pt x="904523" y="2461430"/>
                  </a:lnTo>
                  <a:lnTo>
                    <a:pt x="945996" y="2452010"/>
                  </a:lnTo>
                  <a:lnTo>
                    <a:pt x="946698" y="2433005"/>
                  </a:lnTo>
                  <a:lnTo>
                    <a:pt x="959458" y="2436871"/>
                  </a:lnTo>
                  <a:lnTo>
                    <a:pt x="965932" y="2444184"/>
                  </a:lnTo>
                  <a:lnTo>
                    <a:pt x="958103" y="2450423"/>
                  </a:lnTo>
                  <a:lnTo>
                    <a:pt x="915884" y="2461463"/>
                  </a:lnTo>
                  <a:lnTo>
                    <a:pt x="943550" y="2494512"/>
                  </a:lnTo>
                  <a:lnTo>
                    <a:pt x="972245" y="2463626"/>
                  </a:lnTo>
                  <a:lnTo>
                    <a:pt x="1023069" y="2452571"/>
                  </a:lnTo>
                  <a:lnTo>
                    <a:pt x="1010702" y="2491290"/>
                  </a:lnTo>
                  <a:lnTo>
                    <a:pt x="991883" y="2463576"/>
                  </a:lnTo>
                  <a:lnTo>
                    <a:pt x="967098" y="2478957"/>
                  </a:lnTo>
                  <a:lnTo>
                    <a:pt x="972516" y="2484568"/>
                  </a:lnTo>
                  <a:lnTo>
                    <a:pt x="950066" y="2505624"/>
                  </a:lnTo>
                  <a:lnTo>
                    <a:pt x="963352" y="2522288"/>
                  </a:lnTo>
                  <a:lnTo>
                    <a:pt x="924292" y="2558642"/>
                  </a:lnTo>
                  <a:lnTo>
                    <a:pt x="895061" y="2493897"/>
                  </a:lnTo>
                  <a:lnTo>
                    <a:pt x="865839" y="2480777"/>
                  </a:lnTo>
                  <a:lnTo>
                    <a:pt x="823646" y="2487492"/>
                  </a:lnTo>
                  <a:lnTo>
                    <a:pt x="808077" y="2535026"/>
                  </a:lnTo>
                  <a:lnTo>
                    <a:pt x="810518" y="2553846"/>
                  </a:lnTo>
                  <a:lnTo>
                    <a:pt x="837435" y="2553810"/>
                  </a:lnTo>
                  <a:lnTo>
                    <a:pt x="951952" y="2631310"/>
                  </a:lnTo>
                  <a:lnTo>
                    <a:pt x="979037" y="2628784"/>
                  </a:lnTo>
                  <a:lnTo>
                    <a:pt x="994557" y="2596882"/>
                  </a:lnTo>
                  <a:lnTo>
                    <a:pt x="1025102" y="2576624"/>
                  </a:lnTo>
                  <a:lnTo>
                    <a:pt x="1030087" y="2594989"/>
                  </a:lnTo>
                  <a:lnTo>
                    <a:pt x="1041270" y="2597051"/>
                  </a:lnTo>
                  <a:lnTo>
                    <a:pt x="1036266" y="2624323"/>
                  </a:lnTo>
                  <a:lnTo>
                    <a:pt x="1055140" y="2619313"/>
                  </a:lnTo>
                  <a:lnTo>
                    <a:pt x="1052877" y="2658681"/>
                  </a:lnTo>
                  <a:lnTo>
                    <a:pt x="1080916" y="2660746"/>
                  </a:lnTo>
                  <a:lnTo>
                    <a:pt x="1068277" y="2706469"/>
                  </a:lnTo>
                  <a:lnTo>
                    <a:pt x="1106538" y="2717581"/>
                  </a:lnTo>
                  <a:lnTo>
                    <a:pt x="1094408" y="2734858"/>
                  </a:lnTo>
                  <a:lnTo>
                    <a:pt x="1041983" y="2731128"/>
                  </a:lnTo>
                  <a:lnTo>
                    <a:pt x="1060571" y="2691072"/>
                  </a:lnTo>
                  <a:lnTo>
                    <a:pt x="1049712" y="2664239"/>
                  </a:lnTo>
                  <a:lnTo>
                    <a:pt x="1033776" y="2668256"/>
                  </a:lnTo>
                  <a:lnTo>
                    <a:pt x="1028257" y="2658873"/>
                  </a:lnTo>
                  <a:lnTo>
                    <a:pt x="1011703" y="2676141"/>
                  </a:lnTo>
                  <a:lnTo>
                    <a:pt x="990126" y="2681478"/>
                  </a:lnTo>
                  <a:lnTo>
                    <a:pt x="995291" y="2695462"/>
                  </a:lnTo>
                  <a:lnTo>
                    <a:pt x="1005577" y="2692410"/>
                  </a:lnTo>
                  <a:lnTo>
                    <a:pt x="1011927" y="2702655"/>
                  </a:lnTo>
                  <a:lnTo>
                    <a:pt x="1005398" y="2725645"/>
                  </a:lnTo>
                  <a:lnTo>
                    <a:pt x="996496" y="2727222"/>
                  </a:lnTo>
                  <a:lnTo>
                    <a:pt x="985039" y="2687572"/>
                  </a:lnTo>
                  <a:lnTo>
                    <a:pt x="956072" y="2690661"/>
                  </a:lnTo>
                  <a:lnTo>
                    <a:pt x="1016010" y="2748845"/>
                  </a:lnTo>
                  <a:lnTo>
                    <a:pt x="1080488" y="2749868"/>
                  </a:lnTo>
                  <a:lnTo>
                    <a:pt x="1081295" y="2739508"/>
                  </a:lnTo>
                  <a:lnTo>
                    <a:pt x="1094420" y="2737443"/>
                  </a:lnTo>
                  <a:lnTo>
                    <a:pt x="1166460" y="2742947"/>
                  </a:lnTo>
                  <a:lnTo>
                    <a:pt x="1161970" y="2734508"/>
                  </a:lnTo>
                  <a:lnTo>
                    <a:pt x="1169305" y="2731937"/>
                  </a:lnTo>
                  <a:lnTo>
                    <a:pt x="1139005" y="2694374"/>
                  </a:lnTo>
                  <a:lnTo>
                    <a:pt x="1126827" y="2713922"/>
                  </a:lnTo>
                  <a:lnTo>
                    <a:pt x="1116938" y="2712326"/>
                  </a:lnTo>
                  <a:lnTo>
                    <a:pt x="1131009" y="2689910"/>
                  </a:lnTo>
                  <a:lnTo>
                    <a:pt x="1162246" y="2675870"/>
                  </a:lnTo>
                  <a:lnTo>
                    <a:pt x="1182628" y="2717661"/>
                  </a:lnTo>
                  <a:lnTo>
                    <a:pt x="1264353" y="2713202"/>
                  </a:lnTo>
                  <a:lnTo>
                    <a:pt x="1283332" y="2693414"/>
                  </a:lnTo>
                  <a:lnTo>
                    <a:pt x="1299331" y="2621551"/>
                  </a:lnTo>
                  <a:lnTo>
                    <a:pt x="1329799" y="2602287"/>
                  </a:lnTo>
                  <a:lnTo>
                    <a:pt x="1383389" y="2667841"/>
                  </a:lnTo>
                  <a:lnTo>
                    <a:pt x="1551564" y="2662868"/>
                  </a:lnTo>
                  <a:lnTo>
                    <a:pt x="1547254" y="2654417"/>
                  </a:lnTo>
                  <a:lnTo>
                    <a:pt x="1570635" y="2629250"/>
                  </a:lnTo>
                  <a:lnTo>
                    <a:pt x="1601696" y="2618653"/>
                  </a:lnTo>
                  <a:lnTo>
                    <a:pt x="1582893" y="2595322"/>
                  </a:lnTo>
                  <a:lnTo>
                    <a:pt x="1625116" y="2558465"/>
                  </a:lnTo>
                  <a:lnTo>
                    <a:pt x="1596993" y="2498608"/>
                  </a:lnTo>
                  <a:lnTo>
                    <a:pt x="1569214" y="2475480"/>
                  </a:lnTo>
                  <a:lnTo>
                    <a:pt x="1545651" y="2470912"/>
                  </a:lnTo>
                  <a:lnTo>
                    <a:pt x="1547851" y="2462445"/>
                  </a:lnTo>
                  <a:lnTo>
                    <a:pt x="1524788" y="2440030"/>
                  </a:lnTo>
                  <a:lnTo>
                    <a:pt x="1474310" y="2420353"/>
                  </a:lnTo>
                  <a:lnTo>
                    <a:pt x="1452062" y="2421585"/>
                  </a:lnTo>
                  <a:lnTo>
                    <a:pt x="1438376" y="2441807"/>
                  </a:lnTo>
                  <a:lnTo>
                    <a:pt x="1419417" y="2438847"/>
                  </a:lnTo>
                  <a:lnTo>
                    <a:pt x="1388676" y="2490192"/>
                  </a:lnTo>
                  <a:lnTo>
                    <a:pt x="1399867" y="2515995"/>
                  </a:lnTo>
                  <a:lnTo>
                    <a:pt x="1460579" y="2551959"/>
                  </a:lnTo>
                  <a:lnTo>
                    <a:pt x="1470183" y="2525844"/>
                  </a:lnTo>
                  <a:lnTo>
                    <a:pt x="1513267" y="2519325"/>
                  </a:lnTo>
                  <a:lnTo>
                    <a:pt x="1502873" y="2504141"/>
                  </a:lnTo>
                  <a:lnTo>
                    <a:pt x="1526511" y="2499508"/>
                  </a:lnTo>
                  <a:lnTo>
                    <a:pt x="1542850" y="2521301"/>
                  </a:lnTo>
                  <a:lnTo>
                    <a:pt x="1567034" y="2487519"/>
                  </a:lnTo>
                  <a:lnTo>
                    <a:pt x="1590280" y="2517041"/>
                  </a:lnTo>
                  <a:lnTo>
                    <a:pt x="1560092" y="2559218"/>
                  </a:lnTo>
                  <a:lnTo>
                    <a:pt x="1496899" y="2579197"/>
                  </a:lnTo>
                  <a:lnTo>
                    <a:pt x="1473448" y="2574512"/>
                  </a:lnTo>
                  <a:lnTo>
                    <a:pt x="1463930" y="2556249"/>
                  </a:lnTo>
                  <a:lnTo>
                    <a:pt x="1431530" y="2563480"/>
                  </a:lnTo>
                  <a:lnTo>
                    <a:pt x="1394500" y="2557014"/>
                  </a:lnTo>
                  <a:lnTo>
                    <a:pt x="1359005" y="2537603"/>
                  </a:lnTo>
                  <a:lnTo>
                    <a:pt x="1341590" y="2547083"/>
                  </a:lnTo>
                  <a:lnTo>
                    <a:pt x="1331660" y="2600124"/>
                  </a:lnTo>
                  <a:lnTo>
                    <a:pt x="1317390" y="2606715"/>
                  </a:lnTo>
                  <a:lnTo>
                    <a:pt x="1265326" y="2594787"/>
                  </a:lnTo>
                  <a:lnTo>
                    <a:pt x="1236604" y="2609638"/>
                  </a:lnTo>
                  <a:lnTo>
                    <a:pt x="1262373" y="2623978"/>
                  </a:lnTo>
                  <a:lnTo>
                    <a:pt x="1253902" y="2641275"/>
                  </a:lnTo>
                  <a:lnTo>
                    <a:pt x="1196823" y="2632753"/>
                  </a:lnTo>
                  <a:lnTo>
                    <a:pt x="1205380" y="2617903"/>
                  </a:lnTo>
                  <a:lnTo>
                    <a:pt x="1228751" y="2610617"/>
                  </a:lnTo>
                  <a:lnTo>
                    <a:pt x="1223299" y="2567041"/>
                  </a:lnTo>
                  <a:lnTo>
                    <a:pt x="1183613" y="2524040"/>
                  </a:lnTo>
                  <a:lnTo>
                    <a:pt x="1138543" y="2518619"/>
                  </a:lnTo>
                  <a:lnTo>
                    <a:pt x="1126227" y="2507296"/>
                  </a:lnTo>
                  <a:lnTo>
                    <a:pt x="1110340" y="2518251"/>
                  </a:lnTo>
                  <a:lnTo>
                    <a:pt x="1114533" y="2504718"/>
                  </a:lnTo>
                  <a:lnTo>
                    <a:pt x="1135418" y="2503499"/>
                  </a:lnTo>
                  <a:lnTo>
                    <a:pt x="1103430" y="2494232"/>
                  </a:lnTo>
                  <a:lnTo>
                    <a:pt x="1115863" y="2445869"/>
                  </a:lnTo>
                  <a:lnTo>
                    <a:pt x="1095885" y="2403291"/>
                  </a:lnTo>
                  <a:lnTo>
                    <a:pt x="1045172" y="2394490"/>
                  </a:lnTo>
                  <a:lnTo>
                    <a:pt x="1001631" y="2435065"/>
                  </a:lnTo>
                  <a:lnTo>
                    <a:pt x="992010" y="2418028"/>
                  </a:lnTo>
                  <a:lnTo>
                    <a:pt x="1035181" y="2382805"/>
                  </a:lnTo>
                  <a:lnTo>
                    <a:pt x="1024713" y="2366505"/>
                  </a:lnTo>
                  <a:lnTo>
                    <a:pt x="975299" y="2385770"/>
                  </a:lnTo>
                  <a:lnTo>
                    <a:pt x="958536" y="2369745"/>
                  </a:lnTo>
                  <a:lnTo>
                    <a:pt x="971135" y="2382613"/>
                  </a:lnTo>
                  <a:lnTo>
                    <a:pt x="955830" y="2408332"/>
                  </a:lnTo>
                  <a:lnTo>
                    <a:pt x="926844" y="2409812"/>
                  </a:lnTo>
                  <a:lnTo>
                    <a:pt x="921011" y="2401280"/>
                  </a:lnTo>
                  <a:lnTo>
                    <a:pt x="951176" y="2376022"/>
                  </a:lnTo>
                  <a:lnTo>
                    <a:pt x="918659" y="2359948"/>
                  </a:lnTo>
                  <a:lnTo>
                    <a:pt x="932719" y="2345574"/>
                  </a:lnTo>
                  <a:lnTo>
                    <a:pt x="930692" y="2322042"/>
                  </a:lnTo>
                  <a:lnTo>
                    <a:pt x="909621" y="2295948"/>
                  </a:lnTo>
                  <a:lnTo>
                    <a:pt x="914247" y="2287076"/>
                  </a:lnTo>
                  <a:lnTo>
                    <a:pt x="889948" y="2271200"/>
                  </a:lnTo>
                  <a:lnTo>
                    <a:pt x="871328" y="2299432"/>
                  </a:lnTo>
                  <a:lnTo>
                    <a:pt x="902576" y="2310828"/>
                  </a:lnTo>
                  <a:lnTo>
                    <a:pt x="889670" y="2351906"/>
                  </a:lnTo>
                  <a:lnTo>
                    <a:pt x="858152" y="2343056"/>
                  </a:lnTo>
                  <a:lnTo>
                    <a:pt x="859131" y="2327746"/>
                  </a:lnTo>
                  <a:lnTo>
                    <a:pt x="850816" y="2366046"/>
                  </a:lnTo>
                  <a:lnTo>
                    <a:pt x="839690" y="2365916"/>
                  </a:lnTo>
                  <a:lnTo>
                    <a:pt x="831979" y="2383549"/>
                  </a:lnTo>
                  <a:lnTo>
                    <a:pt x="792695" y="2362346"/>
                  </a:lnTo>
                  <a:lnTo>
                    <a:pt x="800677" y="2355597"/>
                  </a:lnTo>
                  <a:lnTo>
                    <a:pt x="788757" y="2350762"/>
                  </a:lnTo>
                  <a:lnTo>
                    <a:pt x="779631" y="2327435"/>
                  </a:lnTo>
                  <a:lnTo>
                    <a:pt x="783373" y="2289922"/>
                  </a:lnTo>
                  <a:lnTo>
                    <a:pt x="794448" y="2315675"/>
                  </a:lnTo>
                  <a:lnTo>
                    <a:pt x="850175" y="2311898"/>
                  </a:lnTo>
                  <a:lnTo>
                    <a:pt x="855757" y="2292912"/>
                  </a:lnTo>
                  <a:lnTo>
                    <a:pt x="837391" y="2274755"/>
                  </a:lnTo>
                  <a:lnTo>
                    <a:pt x="676281" y="2319174"/>
                  </a:lnTo>
                  <a:lnTo>
                    <a:pt x="605506" y="2389350"/>
                  </a:lnTo>
                  <a:lnTo>
                    <a:pt x="541590" y="2370128"/>
                  </a:lnTo>
                  <a:lnTo>
                    <a:pt x="525265" y="2399016"/>
                  </a:lnTo>
                  <a:lnTo>
                    <a:pt x="500492" y="2399020"/>
                  </a:lnTo>
                  <a:lnTo>
                    <a:pt x="494836" y="2429867"/>
                  </a:lnTo>
                  <a:lnTo>
                    <a:pt x="486312" y="2426614"/>
                  </a:lnTo>
                  <a:lnTo>
                    <a:pt x="498024" y="2436602"/>
                  </a:lnTo>
                  <a:lnTo>
                    <a:pt x="500503" y="2499579"/>
                  </a:lnTo>
                  <a:lnTo>
                    <a:pt x="443001" y="2493293"/>
                  </a:lnTo>
                  <a:close/>
                  <a:moveTo>
                    <a:pt x="2799146" y="2182791"/>
                  </a:moveTo>
                  <a:lnTo>
                    <a:pt x="2812792" y="2208088"/>
                  </a:lnTo>
                  <a:lnTo>
                    <a:pt x="2797794" y="2245416"/>
                  </a:lnTo>
                  <a:lnTo>
                    <a:pt x="2809078" y="2247848"/>
                  </a:lnTo>
                  <a:lnTo>
                    <a:pt x="2811927" y="2261642"/>
                  </a:lnTo>
                  <a:lnTo>
                    <a:pt x="2813912" y="2406384"/>
                  </a:lnTo>
                  <a:lnTo>
                    <a:pt x="2838497" y="2524045"/>
                  </a:lnTo>
                  <a:lnTo>
                    <a:pt x="2854353" y="2554183"/>
                  </a:lnTo>
                  <a:lnTo>
                    <a:pt x="2863396" y="2556871"/>
                  </a:lnTo>
                  <a:lnTo>
                    <a:pt x="2926345" y="2546636"/>
                  </a:lnTo>
                  <a:lnTo>
                    <a:pt x="3031660" y="2572153"/>
                  </a:lnTo>
                  <a:lnTo>
                    <a:pt x="3201437" y="2574124"/>
                  </a:lnTo>
                  <a:lnTo>
                    <a:pt x="3185349" y="2516740"/>
                  </a:lnTo>
                  <a:lnTo>
                    <a:pt x="3153766" y="2484150"/>
                  </a:lnTo>
                  <a:lnTo>
                    <a:pt x="3161638" y="2462466"/>
                  </a:lnTo>
                  <a:lnTo>
                    <a:pt x="3099341" y="2391299"/>
                  </a:lnTo>
                  <a:lnTo>
                    <a:pt x="3076188" y="2416518"/>
                  </a:lnTo>
                  <a:lnTo>
                    <a:pt x="2799146" y="2182791"/>
                  </a:lnTo>
                  <a:close/>
                  <a:moveTo>
                    <a:pt x="2514454" y="1958158"/>
                  </a:moveTo>
                  <a:lnTo>
                    <a:pt x="2521440" y="1970472"/>
                  </a:lnTo>
                  <a:lnTo>
                    <a:pt x="2533605" y="1961669"/>
                  </a:lnTo>
                  <a:lnTo>
                    <a:pt x="2537492" y="1972053"/>
                  </a:lnTo>
                  <a:lnTo>
                    <a:pt x="2550468" y="1961496"/>
                  </a:lnTo>
                  <a:lnTo>
                    <a:pt x="2557718" y="1971060"/>
                  </a:lnTo>
                  <a:lnTo>
                    <a:pt x="2578377" y="1953204"/>
                  </a:lnTo>
                  <a:lnTo>
                    <a:pt x="2597735" y="1964143"/>
                  </a:lnTo>
                  <a:lnTo>
                    <a:pt x="2588881" y="1960156"/>
                  </a:lnTo>
                  <a:lnTo>
                    <a:pt x="2559472" y="1977465"/>
                  </a:lnTo>
                  <a:lnTo>
                    <a:pt x="2545587" y="1989357"/>
                  </a:lnTo>
                  <a:lnTo>
                    <a:pt x="2555829" y="1997287"/>
                  </a:lnTo>
                  <a:lnTo>
                    <a:pt x="2524380" y="2003279"/>
                  </a:lnTo>
                  <a:lnTo>
                    <a:pt x="2550528" y="2036638"/>
                  </a:lnTo>
                  <a:lnTo>
                    <a:pt x="2538555" y="2040990"/>
                  </a:lnTo>
                  <a:lnTo>
                    <a:pt x="2526859" y="2069818"/>
                  </a:lnTo>
                  <a:lnTo>
                    <a:pt x="2532632" y="2107322"/>
                  </a:lnTo>
                  <a:lnTo>
                    <a:pt x="2540484" y="2111727"/>
                  </a:lnTo>
                  <a:lnTo>
                    <a:pt x="2538197" y="2053275"/>
                  </a:lnTo>
                  <a:lnTo>
                    <a:pt x="2614281" y="2099484"/>
                  </a:lnTo>
                  <a:lnTo>
                    <a:pt x="2587664" y="2137464"/>
                  </a:lnTo>
                  <a:lnTo>
                    <a:pt x="2550299" y="2155512"/>
                  </a:lnTo>
                  <a:lnTo>
                    <a:pt x="2528158" y="2148850"/>
                  </a:lnTo>
                  <a:lnTo>
                    <a:pt x="2515434" y="2190066"/>
                  </a:lnTo>
                  <a:lnTo>
                    <a:pt x="2535546" y="2203011"/>
                  </a:lnTo>
                  <a:lnTo>
                    <a:pt x="2568121" y="2200583"/>
                  </a:lnTo>
                  <a:lnTo>
                    <a:pt x="2576739" y="2223877"/>
                  </a:lnTo>
                  <a:lnTo>
                    <a:pt x="2633605" y="2213865"/>
                  </a:lnTo>
                  <a:lnTo>
                    <a:pt x="2633954" y="2179373"/>
                  </a:lnTo>
                  <a:lnTo>
                    <a:pt x="2663386" y="2185058"/>
                  </a:lnTo>
                  <a:lnTo>
                    <a:pt x="2673459" y="2192827"/>
                  </a:lnTo>
                  <a:lnTo>
                    <a:pt x="2663641" y="2202645"/>
                  </a:lnTo>
                  <a:lnTo>
                    <a:pt x="2671103" y="2204907"/>
                  </a:lnTo>
                  <a:lnTo>
                    <a:pt x="2693916" y="2208644"/>
                  </a:lnTo>
                  <a:lnTo>
                    <a:pt x="2694028" y="2198533"/>
                  </a:lnTo>
                  <a:lnTo>
                    <a:pt x="2706591" y="2200351"/>
                  </a:lnTo>
                  <a:lnTo>
                    <a:pt x="2733114" y="2163637"/>
                  </a:lnTo>
                  <a:lnTo>
                    <a:pt x="2732170" y="2126391"/>
                  </a:lnTo>
                  <a:lnTo>
                    <a:pt x="2773936" y="2081838"/>
                  </a:lnTo>
                  <a:lnTo>
                    <a:pt x="2767492" y="2073547"/>
                  </a:lnTo>
                  <a:lnTo>
                    <a:pt x="2822367" y="2037511"/>
                  </a:lnTo>
                  <a:lnTo>
                    <a:pt x="2715164" y="1965749"/>
                  </a:lnTo>
                  <a:lnTo>
                    <a:pt x="2768422" y="1923710"/>
                  </a:lnTo>
                  <a:lnTo>
                    <a:pt x="2762370" y="1905465"/>
                  </a:lnTo>
                  <a:lnTo>
                    <a:pt x="2719163" y="1877988"/>
                  </a:lnTo>
                  <a:lnTo>
                    <a:pt x="2670469" y="1901814"/>
                  </a:lnTo>
                  <a:lnTo>
                    <a:pt x="2644280" y="1937808"/>
                  </a:lnTo>
                  <a:lnTo>
                    <a:pt x="2582540" y="1927847"/>
                  </a:lnTo>
                  <a:lnTo>
                    <a:pt x="2514454" y="1958158"/>
                  </a:lnTo>
                  <a:close/>
                  <a:moveTo>
                    <a:pt x="2428942" y="1916718"/>
                  </a:moveTo>
                  <a:lnTo>
                    <a:pt x="2441890" y="1965309"/>
                  </a:lnTo>
                  <a:lnTo>
                    <a:pt x="2486936" y="1946230"/>
                  </a:lnTo>
                  <a:lnTo>
                    <a:pt x="2492951" y="1903162"/>
                  </a:lnTo>
                  <a:lnTo>
                    <a:pt x="2428942" y="1916718"/>
                  </a:lnTo>
                  <a:close/>
                  <a:moveTo>
                    <a:pt x="2894294" y="1856390"/>
                  </a:moveTo>
                  <a:lnTo>
                    <a:pt x="2894388" y="1856408"/>
                  </a:lnTo>
                  <a:lnTo>
                    <a:pt x="2894806" y="1853640"/>
                  </a:lnTo>
                  <a:lnTo>
                    <a:pt x="2880981" y="1851626"/>
                  </a:lnTo>
                  <a:lnTo>
                    <a:pt x="2856422" y="1824277"/>
                  </a:lnTo>
                  <a:lnTo>
                    <a:pt x="2839584" y="1824884"/>
                  </a:lnTo>
                  <a:lnTo>
                    <a:pt x="2827815" y="1854893"/>
                  </a:lnTo>
                  <a:lnTo>
                    <a:pt x="2831357" y="1907320"/>
                  </a:lnTo>
                  <a:lnTo>
                    <a:pt x="2848822" y="1896655"/>
                  </a:lnTo>
                  <a:lnTo>
                    <a:pt x="2850535" y="1884808"/>
                  </a:lnTo>
                  <a:lnTo>
                    <a:pt x="2861890" y="1885378"/>
                  </a:lnTo>
                  <a:lnTo>
                    <a:pt x="2865612" y="1855049"/>
                  </a:lnTo>
                  <a:lnTo>
                    <a:pt x="2894294" y="1856390"/>
                  </a:lnTo>
                  <a:close/>
                  <a:moveTo>
                    <a:pt x="3147504" y="2378091"/>
                  </a:moveTo>
                  <a:lnTo>
                    <a:pt x="3132349" y="2372619"/>
                  </a:lnTo>
                  <a:lnTo>
                    <a:pt x="3099194" y="2391168"/>
                  </a:lnTo>
                  <a:lnTo>
                    <a:pt x="3161638" y="2462466"/>
                  </a:lnTo>
                  <a:lnTo>
                    <a:pt x="3154920" y="2482841"/>
                  </a:lnTo>
                  <a:lnTo>
                    <a:pt x="3188246" y="2505120"/>
                  </a:lnTo>
                  <a:lnTo>
                    <a:pt x="3226490" y="2483518"/>
                  </a:lnTo>
                  <a:lnTo>
                    <a:pt x="3234197" y="2495373"/>
                  </a:lnTo>
                  <a:lnTo>
                    <a:pt x="3361388" y="2432789"/>
                  </a:lnTo>
                  <a:lnTo>
                    <a:pt x="3406524" y="2520480"/>
                  </a:lnTo>
                  <a:lnTo>
                    <a:pt x="3488743" y="2486262"/>
                  </a:lnTo>
                  <a:lnTo>
                    <a:pt x="3531632" y="2421742"/>
                  </a:lnTo>
                  <a:lnTo>
                    <a:pt x="3569016" y="2397002"/>
                  </a:lnTo>
                  <a:lnTo>
                    <a:pt x="3529746" y="2298006"/>
                  </a:lnTo>
                  <a:lnTo>
                    <a:pt x="3443260" y="2231288"/>
                  </a:lnTo>
                  <a:lnTo>
                    <a:pt x="3403908" y="2214020"/>
                  </a:lnTo>
                  <a:lnTo>
                    <a:pt x="3374519" y="2214337"/>
                  </a:lnTo>
                  <a:lnTo>
                    <a:pt x="3355323" y="2220671"/>
                  </a:lnTo>
                  <a:lnTo>
                    <a:pt x="3343569" y="2243136"/>
                  </a:lnTo>
                  <a:lnTo>
                    <a:pt x="3335539" y="2374554"/>
                  </a:lnTo>
                  <a:lnTo>
                    <a:pt x="3283433" y="2434591"/>
                  </a:lnTo>
                  <a:lnTo>
                    <a:pt x="3246088" y="2451955"/>
                  </a:lnTo>
                  <a:lnTo>
                    <a:pt x="3215970" y="2451551"/>
                  </a:lnTo>
                  <a:lnTo>
                    <a:pt x="3150412" y="2402666"/>
                  </a:lnTo>
                  <a:lnTo>
                    <a:pt x="3147504" y="2378091"/>
                  </a:lnTo>
                  <a:close/>
                  <a:moveTo>
                    <a:pt x="3452128" y="2609493"/>
                  </a:moveTo>
                  <a:lnTo>
                    <a:pt x="3569755" y="2525428"/>
                  </a:lnTo>
                  <a:lnTo>
                    <a:pt x="3650521" y="2494576"/>
                  </a:lnTo>
                  <a:lnTo>
                    <a:pt x="3694348" y="2563351"/>
                  </a:lnTo>
                  <a:lnTo>
                    <a:pt x="3698683" y="2561008"/>
                  </a:lnTo>
                  <a:lnTo>
                    <a:pt x="3773890" y="2500136"/>
                  </a:lnTo>
                  <a:lnTo>
                    <a:pt x="3821337" y="2420424"/>
                  </a:lnTo>
                  <a:lnTo>
                    <a:pt x="3824782" y="2408187"/>
                  </a:lnTo>
                  <a:lnTo>
                    <a:pt x="3819172" y="2360986"/>
                  </a:lnTo>
                  <a:lnTo>
                    <a:pt x="3814491" y="2354092"/>
                  </a:lnTo>
                  <a:lnTo>
                    <a:pt x="3787185" y="2340139"/>
                  </a:lnTo>
                  <a:lnTo>
                    <a:pt x="3763912" y="2341994"/>
                  </a:lnTo>
                  <a:lnTo>
                    <a:pt x="3634846" y="2418911"/>
                  </a:lnTo>
                  <a:lnTo>
                    <a:pt x="3593967" y="2418379"/>
                  </a:lnTo>
                  <a:lnTo>
                    <a:pt x="3569016" y="2397002"/>
                  </a:lnTo>
                  <a:lnTo>
                    <a:pt x="3531632" y="2421742"/>
                  </a:lnTo>
                  <a:lnTo>
                    <a:pt x="3488743" y="2486262"/>
                  </a:lnTo>
                  <a:lnTo>
                    <a:pt x="3406524" y="2520480"/>
                  </a:lnTo>
                  <a:lnTo>
                    <a:pt x="3452128" y="2609493"/>
                  </a:lnTo>
                  <a:close/>
                  <a:moveTo>
                    <a:pt x="3452128" y="2609493"/>
                  </a:moveTo>
                  <a:lnTo>
                    <a:pt x="3432283" y="2635566"/>
                  </a:lnTo>
                  <a:lnTo>
                    <a:pt x="3409126" y="2733024"/>
                  </a:lnTo>
                  <a:lnTo>
                    <a:pt x="3320308" y="2813186"/>
                  </a:lnTo>
                  <a:lnTo>
                    <a:pt x="3293183" y="2857499"/>
                  </a:lnTo>
                  <a:lnTo>
                    <a:pt x="3350020" y="2933579"/>
                  </a:lnTo>
                  <a:lnTo>
                    <a:pt x="3366515" y="2970880"/>
                  </a:lnTo>
                  <a:lnTo>
                    <a:pt x="3409417" y="2950080"/>
                  </a:lnTo>
                  <a:lnTo>
                    <a:pt x="3395047" y="2919035"/>
                  </a:lnTo>
                  <a:lnTo>
                    <a:pt x="3402681" y="2909055"/>
                  </a:lnTo>
                  <a:lnTo>
                    <a:pt x="3430712" y="2924829"/>
                  </a:lnTo>
                  <a:lnTo>
                    <a:pt x="3453637" y="2910719"/>
                  </a:lnTo>
                  <a:lnTo>
                    <a:pt x="3472090" y="2918247"/>
                  </a:lnTo>
                  <a:lnTo>
                    <a:pt x="3480131" y="2911400"/>
                  </a:lnTo>
                  <a:lnTo>
                    <a:pt x="3495133" y="2923039"/>
                  </a:lnTo>
                  <a:lnTo>
                    <a:pt x="3502465" y="2982644"/>
                  </a:lnTo>
                  <a:lnTo>
                    <a:pt x="3511875" y="2990659"/>
                  </a:lnTo>
                  <a:lnTo>
                    <a:pt x="3617307" y="2886688"/>
                  </a:lnTo>
                  <a:lnTo>
                    <a:pt x="3751222" y="2718349"/>
                  </a:lnTo>
                  <a:lnTo>
                    <a:pt x="3700930" y="2703499"/>
                  </a:lnTo>
                  <a:lnTo>
                    <a:pt x="3668058" y="2664121"/>
                  </a:lnTo>
                  <a:lnTo>
                    <a:pt x="3662206" y="2610333"/>
                  </a:lnTo>
                  <a:lnTo>
                    <a:pt x="3694348" y="2563351"/>
                  </a:lnTo>
                  <a:lnTo>
                    <a:pt x="3650521" y="2494576"/>
                  </a:lnTo>
                  <a:lnTo>
                    <a:pt x="3569755" y="2525428"/>
                  </a:lnTo>
                  <a:lnTo>
                    <a:pt x="3452128" y="2609493"/>
                  </a:lnTo>
                  <a:close/>
                  <a:moveTo>
                    <a:pt x="2977141" y="2818599"/>
                  </a:moveTo>
                  <a:lnTo>
                    <a:pt x="3027334" y="2891913"/>
                  </a:lnTo>
                  <a:lnTo>
                    <a:pt x="3039896" y="2936917"/>
                  </a:lnTo>
                  <a:lnTo>
                    <a:pt x="3036156" y="2965196"/>
                  </a:lnTo>
                  <a:lnTo>
                    <a:pt x="3055308" y="2974126"/>
                  </a:lnTo>
                  <a:lnTo>
                    <a:pt x="3128518" y="3142632"/>
                  </a:lnTo>
                  <a:lnTo>
                    <a:pt x="3133741" y="3142087"/>
                  </a:lnTo>
                  <a:lnTo>
                    <a:pt x="3153233" y="3132543"/>
                  </a:lnTo>
                  <a:lnTo>
                    <a:pt x="3191628" y="3079213"/>
                  </a:lnTo>
                  <a:lnTo>
                    <a:pt x="3257342" y="3036358"/>
                  </a:lnTo>
                  <a:lnTo>
                    <a:pt x="3348496" y="2931562"/>
                  </a:lnTo>
                  <a:lnTo>
                    <a:pt x="3293183" y="2857499"/>
                  </a:lnTo>
                  <a:lnTo>
                    <a:pt x="3320308" y="2813186"/>
                  </a:lnTo>
                  <a:lnTo>
                    <a:pt x="3409126" y="2733024"/>
                  </a:lnTo>
                  <a:lnTo>
                    <a:pt x="3433491" y="2632920"/>
                  </a:lnTo>
                  <a:lnTo>
                    <a:pt x="3422879" y="2632989"/>
                  </a:lnTo>
                  <a:lnTo>
                    <a:pt x="3420432" y="2650802"/>
                  </a:lnTo>
                  <a:lnTo>
                    <a:pt x="3402880" y="2648311"/>
                  </a:lnTo>
                  <a:lnTo>
                    <a:pt x="3381810" y="2620372"/>
                  </a:lnTo>
                  <a:lnTo>
                    <a:pt x="3362772" y="2614377"/>
                  </a:lnTo>
                  <a:lnTo>
                    <a:pt x="3360537" y="2624969"/>
                  </a:lnTo>
                  <a:lnTo>
                    <a:pt x="3343948" y="2621479"/>
                  </a:lnTo>
                  <a:lnTo>
                    <a:pt x="3322152" y="2647833"/>
                  </a:lnTo>
                  <a:lnTo>
                    <a:pt x="3307663" y="2642378"/>
                  </a:lnTo>
                  <a:lnTo>
                    <a:pt x="3321540" y="2660608"/>
                  </a:lnTo>
                  <a:lnTo>
                    <a:pt x="3313945" y="2669835"/>
                  </a:lnTo>
                  <a:lnTo>
                    <a:pt x="3318310" y="2687887"/>
                  </a:lnTo>
                  <a:lnTo>
                    <a:pt x="3301894" y="2689477"/>
                  </a:lnTo>
                  <a:lnTo>
                    <a:pt x="3295617" y="2672263"/>
                  </a:lnTo>
                  <a:lnTo>
                    <a:pt x="3280485" y="2687301"/>
                  </a:lnTo>
                  <a:lnTo>
                    <a:pt x="3301273" y="2698803"/>
                  </a:lnTo>
                  <a:lnTo>
                    <a:pt x="3297620" y="2708529"/>
                  </a:lnTo>
                  <a:lnTo>
                    <a:pt x="3281208" y="2718982"/>
                  </a:lnTo>
                  <a:lnTo>
                    <a:pt x="3270918" y="2711109"/>
                  </a:lnTo>
                  <a:lnTo>
                    <a:pt x="3236027" y="2721636"/>
                  </a:lnTo>
                  <a:lnTo>
                    <a:pt x="3236948" y="2729382"/>
                  </a:lnTo>
                  <a:lnTo>
                    <a:pt x="3206561" y="2725806"/>
                  </a:lnTo>
                  <a:lnTo>
                    <a:pt x="3203424" y="2753328"/>
                  </a:lnTo>
                  <a:lnTo>
                    <a:pt x="3179271" y="2769298"/>
                  </a:lnTo>
                  <a:lnTo>
                    <a:pt x="3145161" y="2757724"/>
                  </a:lnTo>
                  <a:lnTo>
                    <a:pt x="3112891" y="2775427"/>
                  </a:lnTo>
                  <a:lnTo>
                    <a:pt x="3096429" y="2750549"/>
                  </a:lnTo>
                  <a:lnTo>
                    <a:pt x="3104343" y="2740891"/>
                  </a:lnTo>
                  <a:lnTo>
                    <a:pt x="3073735" y="2723061"/>
                  </a:lnTo>
                  <a:lnTo>
                    <a:pt x="3067716" y="2769213"/>
                  </a:lnTo>
                  <a:lnTo>
                    <a:pt x="3025829" y="2742284"/>
                  </a:lnTo>
                  <a:lnTo>
                    <a:pt x="2988846" y="2784726"/>
                  </a:lnTo>
                  <a:lnTo>
                    <a:pt x="2995566" y="2803492"/>
                  </a:lnTo>
                  <a:lnTo>
                    <a:pt x="2977141" y="2818599"/>
                  </a:lnTo>
                  <a:close/>
                  <a:moveTo>
                    <a:pt x="3348496" y="2931562"/>
                  </a:moveTo>
                  <a:lnTo>
                    <a:pt x="3333266" y="2946567"/>
                  </a:lnTo>
                  <a:lnTo>
                    <a:pt x="3339319" y="2961964"/>
                  </a:lnTo>
                  <a:lnTo>
                    <a:pt x="3329262" y="2994025"/>
                  </a:lnTo>
                  <a:lnTo>
                    <a:pt x="3350336" y="3004354"/>
                  </a:lnTo>
                  <a:lnTo>
                    <a:pt x="3378614" y="3065636"/>
                  </a:lnTo>
                  <a:lnTo>
                    <a:pt x="3452482" y="3082420"/>
                  </a:lnTo>
                  <a:lnTo>
                    <a:pt x="3489189" y="3126438"/>
                  </a:lnTo>
                  <a:lnTo>
                    <a:pt x="3491436" y="3142601"/>
                  </a:lnTo>
                  <a:lnTo>
                    <a:pt x="3576777" y="3037273"/>
                  </a:lnTo>
                  <a:lnTo>
                    <a:pt x="3516631" y="2985908"/>
                  </a:lnTo>
                  <a:lnTo>
                    <a:pt x="3511875" y="2990659"/>
                  </a:lnTo>
                  <a:lnTo>
                    <a:pt x="3502465" y="2982644"/>
                  </a:lnTo>
                  <a:lnTo>
                    <a:pt x="3495133" y="2923039"/>
                  </a:lnTo>
                  <a:lnTo>
                    <a:pt x="3480131" y="2911400"/>
                  </a:lnTo>
                  <a:lnTo>
                    <a:pt x="3472090" y="2918247"/>
                  </a:lnTo>
                  <a:lnTo>
                    <a:pt x="3453637" y="2910719"/>
                  </a:lnTo>
                  <a:lnTo>
                    <a:pt x="3430712" y="2924829"/>
                  </a:lnTo>
                  <a:lnTo>
                    <a:pt x="3402681" y="2909055"/>
                  </a:lnTo>
                  <a:lnTo>
                    <a:pt x="3395047" y="2919035"/>
                  </a:lnTo>
                  <a:lnTo>
                    <a:pt x="3409417" y="2950080"/>
                  </a:lnTo>
                  <a:lnTo>
                    <a:pt x="3366515" y="2970880"/>
                  </a:lnTo>
                  <a:lnTo>
                    <a:pt x="3348496" y="2931562"/>
                  </a:lnTo>
                  <a:close/>
                  <a:moveTo>
                    <a:pt x="3333266" y="2946567"/>
                  </a:moveTo>
                  <a:lnTo>
                    <a:pt x="3257342" y="3036358"/>
                  </a:lnTo>
                  <a:lnTo>
                    <a:pt x="3191628" y="3079213"/>
                  </a:lnTo>
                  <a:lnTo>
                    <a:pt x="3153233" y="3132543"/>
                  </a:lnTo>
                  <a:lnTo>
                    <a:pt x="3128547" y="3142675"/>
                  </a:lnTo>
                  <a:lnTo>
                    <a:pt x="3245916" y="3327795"/>
                  </a:lnTo>
                  <a:lnTo>
                    <a:pt x="3240760" y="3358232"/>
                  </a:lnTo>
                  <a:lnTo>
                    <a:pt x="3375453" y="3247980"/>
                  </a:lnTo>
                  <a:lnTo>
                    <a:pt x="3491436" y="3142601"/>
                  </a:lnTo>
                  <a:lnTo>
                    <a:pt x="3489189" y="3126438"/>
                  </a:lnTo>
                  <a:lnTo>
                    <a:pt x="3452482" y="3082420"/>
                  </a:lnTo>
                  <a:lnTo>
                    <a:pt x="3378614" y="3065636"/>
                  </a:lnTo>
                  <a:lnTo>
                    <a:pt x="3350336" y="3004354"/>
                  </a:lnTo>
                  <a:lnTo>
                    <a:pt x="3329262" y="2994025"/>
                  </a:lnTo>
                  <a:lnTo>
                    <a:pt x="3339319" y="2961964"/>
                  </a:lnTo>
                  <a:lnTo>
                    <a:pt x="3333266" y="2946567"/>
                  </a:lnTo>
                  <a:close/>
                  <a:moveTo>
                    <a:pt x="2938033" y="1674119"/>
                  </a:moveTo>
                  <a:lnTo>
                    <a:pt x="2937007" y="1679741"/>
                  </a:lnTo>
                  <a:lnTo>
                    <a:pt x="3004394" y="1712210"/>
                  </a:lnTo>
                  <a:lnTo>
                    <a:pt x="3036434" y="1762952"/>
                  </a:lnTo>
                  <a:lnTo>
                    <a:pt x="3040792" y="1800690"/>
                  </a:lnTo>
                  <a:lnTo>
                    <a:pt x="3061927" y="1832396"/>
                  </a:lnTo>
                  <a:lnTo>
                    <a:pt x="3113086" y="1857139"/>
                  </a:lnTo>
                  <a:lnTo>
                    <a:pt x="3167274" y="1857304"/>
                  </a:lnTo>
                  <a:lnTo>
                    <a:pt x="3192844" y="1877348"/>
                  </a:lnTo>
                  <a:lnTo>
                    <a:pt x="3208193" y="1812077"/>
                  </a:lnTo>
                  <a:lnTo>
                    <a:pt x="3226770" y="1833022"/>
                  </a:lnTo>
                  <a:lnTo>
                    <a:pt x="3251456" y="1838583"/>
                  </a:lnTo>
                  <a:lnTo>
                    <a:pt x="3306436" y="1832640"/>
                  </a:lnTo>
                  <a:lnTo>
                    <a:pt x="3357319" y="1804523"/>
                  </a:lnTo>
                  <a:lnTo>
                    <a:pt x="3392397" y="1801345"/>
                  </a:lnTo>
                  <a:lnTo>
                    <a:pt x="3392011" y="1767105"/>
                  </a:lnTo>
                  <a:lnTo>
                    <a:pt x="3416634" y="1719666"/>
                  </a:lnTo>
                  <a:lnTo>
                    <a:pt x="3412021" y="1699127"/>
                  </a:lnTo>
                  <a:lnTo>
                    <a:pt x="3351030" y="1702675"/>
                  </a:lnTo>
                  <a:lnTo>
                    <a:pt x="3340419" y="1685836"/>
                  </a:lnTo>
                  <a:lnTo>
                    <a:pt x="3349866" y="1654280"/>
                  </a:lnTo>
                  <a:lnTo>
                    <a:pt x="3324012" y="1613027"/>
                  </a:lnTo>
                  <a:lnTo>
                    <a:pt x="3318815" y="1563163"/>
                  </a:lnTo>
                  <a:lnTo>
                    <a:pt x="3312856" y="1560305"/>
                  </a:lnTo>
                  <a:lnTo>
                    <a:pt x="3292206" y="1607267"/>
                  </a:lnTo>
                  <a:lnTo>
                    <a:pt x="3255366" y="1629576"/>
                  </a:lnTo>
                  <a:lnTo>
                    <a:pt x="3139457" y="1617391"/>
                  </a:lnTo>
                  <a:lnTo>
                    <a:pt x="3109219" y="1632424"/>
                  </a:lnTo>
                  <a:lnTo>
                    <a:pt x="3103504" y="1659742"/>
                  </a:lnTo>
                  <a:lnTo>
                    <a:pt x="3085838" y="1608036"/>
                  </a:lnTo>
                  <a:lnTo>
                    <a:pt x="3044285" y="1619855"/>
                  </a:lnTo>
                  <a:lnTo>
                    <a:pt x="3040278" y="1645078"/>
                  </a:lnTo>
                  <a:lnTo>
                    <a:pt x="3007774" y="1644136"/>
                  </a:lnTo>
                  <a:lnTo>
                    <a:pt x="2994430" y="1658509"/>
                  </a:lnTo>
                  <a:lnTo>
                    <a:pt x="2947603" y="1641448"/>
                  </a:lnTo>
                  <a:lnTo>
                    <a:pt x="2941792" y="1674981"/>
                  </a:lnTo>
                  <a:lnTo>
                    <a:pt x="2938033" y="1674119"/>
                  </a:lnTo>
                  <a:close/>
                  <a:moveTo>
                    <a:pt x="3120465" y="1255290"/>
                  </a:moveTo>
                  <a:lnTo>
                    <a:pt x="3052790" y="1251207"/>
                  </a:lnTo>
                  <a:lnTo>
                    <a:pt x="3014807" y="1230394"/>
                  </a:lnTo>
                  <a:lnTo>
                    <a:pt x="3014748" y="1193464"/>
                  </a:lnTo>
                  <a:lnTo>
                    <a:pt x="2989844" y="1172848"/>
                  </a:lnTo>
                  <a:lnTo>
                    <a:pt x="2989230" y="1130966"/>
                  </a:lnTo>
                  <a:lnTo>
                    <a:pt x="2964731" y="1055150"/>
                  </a:lnTo>
                  <a:lnTo>
                    <a:pt x="2920777" y="1030509"/>
                  </a:lnTo>
                  <a:lnTo>
                    <a:pt x="2921664" y="951263"/>
                  </a:lnTo>
                  <a:lnTo>
                    <a:pt x="2883584" y="963216"/>
                  </a:lnTo>
                  <a:lnTo>
                    <a:pt x="2876422" y="941180"/>
                  </a:lnTo>
                  <a:lnTo>
                    <a:pt x="2875993" y="962077"/>
                  </a:lnTo>
                  <a:lnTo>
                    <a:pt x="2858684" y="962002"/>
                  </a:lnTo>
                  <a:lnTo>
                    <a:pt x="2803504" y="1002873"/>
                  </a:lnTo>
                  <a:lnTo>
                    <a:pt x="2822999" y="1031177"/>
                  </a:lnTo>
                  <a:lnTo>
                    <a:pt x="2781364" y="1047863"/>
                  </a:lnTo>
                  <a:lnTo>
                    <a:pt x="2810241" y="1078588"/>
                  </a:lnTo>
                  <a:lnTo>
                    <a:pt x="2799613" y="1106555"/>
                  </a:lnTo>
                  <a:lnTo>
                    <a:pt x="2841090" y="1104302"/>
                  </a:lnTo>
                  <a:lnTo>
                    <a:pt x="2857777" y="1124024"/>
                  </a:lnTo>
                  <a:lnTo>
                    <a:pt x="2835903" y="1139179"/>
                  </a:lnTo>
                  <a:lnTo>
                    <a:pt x="2833977" y="1169329"/>
                  </a:lnTo>
                  <a:lnTo>
                    <a:pt x="2844841" y="1175645"/>
                  </a:lnTo>
                  <a:lnTo>
                    <a:pt x="2827561" y="1201688"/>
                  </a:lnTo>
                  <a:lnTo>
                    <a:pt x="2835140" y="1222346"/>
                  </a:lnTo>
                  <a:lnTo>
                    <a:pt x="2869559" y="1236738"/>
                  </a:lnTo>
                  <a:lnTo>
                    <a:pt x="2880980" y="1254808"/>
                  </a:lnTo>
                  <a:lnTo>
                    <a:pt x="2988120" y="1271548"/>
                  </a:lnTo>
                  <a:lnTo>
                    <a:pt x="3023788" y="1315582"/>
                  </a:lnTo>
                  <a:lnTo>
                    <a:pt x="3122401" y="1258331"/>
                  </a:lnTo>
                  <a:lnTo>
                    <a:pt x="3120465" y="1255290"/>
                  </a:lnTo>
                  <a:close/>
                  <a:moveTo>
                    <a:pt x="3191430" y="1991540"/>
                  </a:moveTo>
                  <a:lnTo>
                    <a:pt x="3200173" y="1914274"/>
                  </a:lnTo>
                  <a:lnTo>
                    <a:pt x="3191872" y="1876142"/>
                  </a:lnTo>
                  <a:lnTo>
                    <a:pt x="3167274" y="1857304"/>
                  </a:lnTo>
                  <a:lnTo>
                    <a:pt x="3113086" y="1857139"/>
                  </a:lnTo>
                  <a:lnTo>
                    <a:pt x="3061927" y="1832396"/>
                  </a:lnTo>
                  <a:lnTo>
                    <a:pt x="3040792" y="1800690"/>
                  </a:lnTo>
                  <a:lnTo>
                    <a:pt x="3036434" y="1762952"/>
                  </a:lnTo>
                  <a:lnTo>
                    <a:pt x="3004394" y="1712210"/>
                  </a:lnTo>
                  <a:lnTo>
                    <a:pt x="2937007" y="1679741"/>
                  </a:lnTo>
                  <a:lnTo>
                    <a:pt x="2908119" y="1849593"/>
                  </a:lnTo>
                  <a:lnTo>
                    <a:pt x="2894806" y="1853640"/>
                  </a:lnTo>
                  <a:lnTo>
                    <a:pt x="2898528" y="1889528"/>
                  </a:lnTo>
                  <a:lnTo>
                    <a:pt x="2845763" y="1994443"/>
                  </a:lnTo>
                  <a:lnTo>
                    <a:pt x="2806373" y="2018741"/>
                  </a:lnTo>
                  <a:lnTo>
                    <a:pt x="2822741" y="2037809"/>
                  </a:lnTo>
                  <a:lnTo>
                    <a:pt x="2813850" y="2171912"/>
                  </a:lnTo>
                  <a:lnTo>
                    <a:pt x="2825201" y="2188001"/>
                  </a:lnTo>
                  <a:lnTo>
                    <a:pt x="2878087" y="2179661"/>
                  </a:lnTo>
                  <a:lnTo>
                    <a:pt x="2957937" y="2186573"/>
                  </a:lnTo>
                  <a:lnTo>
                    <a:pt x="3011919" y="2146838"/>
                  </a:lnTo>
                  <a:lnTo>
                    <a:pt x="2987214" y="2131357"/>
                  </a:lnTo>
                  <a:lnTo>
                    <a:pt x="2980376" y="2107796"/>
                  </a:lnTo>
                  <a:lnTo>
                    <a:pt x="3023634" y="2005049"/>
                  </a:lnTo>
                  <a:lnTo>
                    <a:pt x="3048399" y="2005936"/>
                  </a:lnTo>
                  <a:lnTo>
                    <a:pt x="3084256" y="2049587"/>
                  </a:lnTo>
                  <a:lnTo>
                    <a:pt x="3112797" y="2056743"/>
                  </a:lnTo>
                  <a:lnTo>
                    <a:pt x="3159752" y="2036083"/>
                  </a:lnTo>
                  <a:lnTo>
                    <a:pt x="3191430" y="1991540"/>
                  </a:lnTo>
                  <a:close/>
                  <a:moveTo>
                    <a:pt x="3149591" y="1239155"/>
                  </a:moveTo>
                  <a:lnTo>
                    <a:pt x="3012916" y="1324326"/>
                  </a:lnTo>
                  <a:lnTo>
                    <a:pt x="2975203" y="1371578"/>
                  </a:lnTo>
                  <a:lnTo>
                    <a:pt x="2940172" y="1459436"/>
                  </a:lnTo>
                  <a:lnTo>
                    <a:pt x="2937243" y="1482782"/>
                  </a:lnTo>
                  <a:lnTo>
                    <a:pt x="3033096" y="1495159"/>
                  </a:lnTo>
                  <a:lnTo>
                    <a:pt x="3073322" y="1509791"/>
                  </a:lnTo>
                  <a:lnTo>
                    <a:pt x="3227089" y="1480861"/>
                  </a:lnTo>
                  <a:lnTo>
                    <a:pt x="3230696" y="1500128"/>
                  </a:lnTo>
                  <a:lnTo>
                    <a:pt x="3245754" y="1499291"/>
                  </a:lnTo>
                  <a:lnTo>
                    <a:pt x="3239555" y="1489471"/>
                  </a:lnTo>
                  <a:lnTo>
                    <a:pt x="3266603" y="1481017"/>
                  </a:lnTo>
                  <a:lnTo>
                    <a:pt x="3234951" y="1323988"/>
                  </a:lnTo>
                  <a:lnTo>
                    <a:pt x="3176576" y="1284046"/>
                  </a:lnTo>
                  <a:lnTo>
                    <a:pt x="3149591" y="1239155"/>
                  </a:lnTo>
                  <a:close/>
                  <a:moveTo>
                    <a:pt x="2938033" y="1674119"/>
                  </a:moveTo>
                  <a:lnTo>
                    <a:pt x="2941792" y="1674981"/>
                  </a:lnTo>
                  <a:lnTo>
                    <a:pt x="2947803" y="1639501"/>
                  </a:lnTo>
                  <a:lnTo>
                    <a:pt x="2945480" y="1589531"/>
                  </a:lnTo>
                  <a:lnTo>
                    <a:pt x="2927997" y="1533564"/>
                  </a:lnTo>
                  <a:lnTo>
                    <a:pt x="2940648" y="1459593"/>
                  </a:lnTo>
                  <a:lnTo>
                    <a:pt x="2918958" y="1461874"/>
                  </a:lnTo>
                  <a:lnTo>
                    <a:pt x="2905219" y="1447032"/>
                  </a:lnTo>
                  <a:lnTo>
                    <a:pt x="2870491" y="1467652"/>
                  </a:lnTo>
                  <a:lnTo>
                    <a:pt x="2844556" y="1451215"/>
                  </a:lnTo>
                  <a:lnTo>
                    <a:pt x="2852935" y="1426727"/>
                  </a:lnTo>
                  <a:lnTo>
                    <a:pt x="2870219" y="1415440"/>
                  </a:lnTo>
                  <a:lnTo>
                    <a:pt x="2861122" y="1393855"/>
                  </a:lnTo>
                  <a:lnTo>
                    <a:pt x="2869000" y="1382063"/>
                  </a:lnTo>
                  <a:lnTo>
                    <a:pt x="2857624" y="1369599"/>
                  </a:lnTo>
                  <a:lnTo>
                    <a:pt x="2863750" y="1340426"/>
                  </a:lnTo>
                  <a:lnTo>
                    <a:pt x="2836415" y="1348305"/>
                  </a:lnTo>
                  <a:lnTo>
                    <a:pt x="2785847" y="1343895"/>
                  </a:lnTo>
                  <a:lnTo>
                    <a:pt x="2761569" y="1373379"/>
                  </a:lnTo>
                  <a:lnTo>
                    <a:pt x="2702560" y="1384796"/>
                  </a:lnTo>
                  <a:lnTo>
                    <a:pt x="2676699" y="1427474"/>
                  </a:lnTo>
                  <a:lnTo>
                    <a:pt x="2675634" y="1484328"/>
                  </a:lnTo>
                  <a:lnTo>
                    <a:pt x="2659413" y="1513762"/>
                  </a:lnTo>
                  <a:lnTo>
                    <a:pt x="2634252" y="1533044"/>
                  </a:lnTo>
                  <a:lnTo>
                    <a:pt x="2718652" y="1551438"/>
                  </a:lnTo>
                  <a:lnTo>
                    <a:pt x="2709428" y="1581309"/>
                  </a:lnTo>
                  <a:lnTo>
                    <a:pt x="2677073" y="1582729"/>
                  </a:lnTo>
                  <a:lnTo>
                    <a:pt x="2675214" y="1593710"/>
                  </a:lnTo>
                  <a:lnTo>
                    <a:pt x="2697729" y="1615994"/>
                  </a:lnTo>
                  <a:lnTo>
                    <a:pt x="2682119" y="1636174"/>
                  </a:lnTo>
                  <a:lnTo>
                    <a:pt x="2715958" y="1653156"/>
                  </a:lnTo>
                  <a:lnTo>
                    <a:pt x="2715111" y="1680574"/>
                  </a:lnTo>
                  <a:lnTo>
                    <a:pt x="2696650" y="1706809"/>
                  </a:lnTo>
                  <a:lnTo>
                    <a:pt x="2720698" y="1704182"/>
                  </a:lnTo>
                  <a:lnTo>
                    <a:pt x="2729754" y="1721649"/>
                  </a:lnTo>
                  <a:lnTo>
                    <a:pt x="2717871" y="1740398"/>
                  </a:lnTo>
                  <a:lnTo>
                    <a:pt x="2733373" y="1748648"/>
                  </a:lnTo>
                  <a:lnTo>
                    <a:pt x="2753058" y="1736404"/>
                  </a:lnTo>
                  <a:lnTo>
                    <a:pt x="2741830" y="1704000"/>
                  </a:lnTo>
                  <a:lnTo>
                    <a:pt x="2755934" y="1702921"/>
                  </a:lnTo>
                  <a:lnTo>
                    <a:pt x="2765912" y="1734719"/>
                  </a:lnTo>
                  <a:lnTo>
                    <a:pt x="2781785" y="1742182"/>
                  </a:lnTo>
                  <a:lnTo>
                    <a:pt x="2815112" y="1689966"/>
                  </a:lnTo>
                  <a:lnTo>
                    <a:pt x="2869328" y="1666985"/>
                  </a:lnTo>
                  <a:lnTo>
                    <a:pt x="2938033" y="1674119"/>
                  </a:lnTo>
                  <a:close/>
                  <a:moveTo>
                    <a:pt x="3192483" y="1985271"/>
                  </a:moveTo>
                  <a:lnTo>
                    <a:pt x="3159752" y="2036083"/>
                  </a:lnTo>
                  <a:lnTo>
                    <a:pt x="3112797" y="2056743"/>
                  </a:lnTo>
                  <a:lnTo>
                    <a:pt x="3084256" y="2049587"/>
                  </a:lnTo>
                  <a:lnTo>
                    <a:pt x="3048399" y="2005936"/>
                  </a:lnTo>
                  <a:lnTo>
                    <a:pt x="3023634" y="2005049"/>
                  </a:lnTo>
                  <a:lnTo>
                    <a:pt x="2980376" y="2107796"/>
                  </a:lnTo>
                  <a:lnTo>
                    <a:pt x="2987214" y="2131357"/>
                  </a:lnTo>
                  <a:lnTo>
                    <a:pt x="3014030" y="2147313"/>
                  </a:lnTo>
                  <a:lnTo>
                    <a:pt x="3135001" y="2160767"/>
                  </a:lnTo>
                  <a:lnTo>
                    <a:pt x="3207563" y="2133453"/>
                  </a:lnTo>
                  <a:lnTo>
                    <a:pt x="3235124" y="2156412"/>
                  </a:lnTo>
                  <a:lnTo>
                    <a:pt x="3273509" y="2219693"/>
                  </a:lnTo>
                  <a:lnTo>
                    <a:pt x="3285252" y="2262976"/>
                  </a:lnTo>
                  <a:lnTo>
                    <a:pt x="3256893" y="2312097"/>
                  </a:lnTo>
                  <a:lnTo>
                    <a:pt x="3227517" y="2337603"/>
                  </a:lnTo>
                  <a:lnTo>
                    <a:pt x="3147691" y="2377768"/>
                  </a:lnTo>
                  <a:lnTo>
                    <a:pt x="3150412" y="2402666"/>
                  </a:lnTo>
                  <a:lnTo>
                    <a:pt x="3215970" y="2451551"/>
                  </a:lnTo>
                  <a:lnTo>
                    <a:pt x="3246088" y="2451955"/>
                  </a:lnTo>
                  <a:lnTo>
                    <a:pt x="3283433" y="2434591"/>
                  </a:lnTo>
                  <a:lnTo>
                    <a:pt x="3335539" y="2374554"/>
                  </a:lnTo>
                  <a:lnTo>
                    <a:pt x="3343569" y="2243136"/>
                  </a:lnTo>
                  <a:lnTo>
                    <a:pt x="3355323" y="2220671"/>
                  </a:lnTo>
                  <a:lnTo>
                    <a:pt x="3374519" y="2214337"/>
                  </a:lnTo>
                  <a:lnTo>
                    <a:pt x="3403908" y="2214020"/>
                  </a:lnTo>
                  <a:lnTo>
                    <a:pt x="3443260" y="2231288"/>
                  </a:lnTo>
                  <a:lnTo>
                    <a:pt x="3529746" y="2298006"/>
                  </a:lnTo>
                  <a:lnTo>
                    <a:pt x="3562342" y="2275084"/>
                  </a:lnTo>
                  <a:lnTo>
                    <a:pt x="3544607" y="2254952"/>
                  </a:lnTo>
                  <a:lnTo>
                    <a:pt x="3493147" y="2134691"/>
                  </a:lnTo>
                  <a:lnTo>
                    <a:pt x="3475548" y="2006833"/>
                  </a:lnTo>
                  <a:lnTo>
                    <a:pt x="3456990" y="2032366"/>
                  </a:lnTo>
                  <a:lnTo>
                    <a:pt x="3405729" y="2043260"/>
                  </a:lnTo>
                  <a:lnTo>
                    <a:pt x="3235549" y="2006880"/>
                  </a:lnTo>
                  <a:lnTo>
                    <a:pt x="3233921" y="1976281"/>
                  </a:lnTo>
                  <a:lnTo>
                    <a:pt x="3192483" y="1985271"/>
                  </a:lnTo>
                  <a:close/>
                  <a:moveTo>
                    <a:pt x="3192844" y="1877348"/>
                  </a:moveTo>
                  <a:lnTo>
                    <a:pt x="3200173" y="1914274"/>
                  </a:lnTo>
                  <a:lnTo>
                    <a:pt x="3192483" y="1985271"/>
                  </a:lnTo>
                  <a:lnTo>
                    <a:pt x="3233921" y="1976281"/>
                  </a:lnTo>
                  <a:lnTo>
                    <a:pt x="3235549" y="2006880"/>
                  </a:lnTo>
                  <a:lnTo>
                    <a:pt x="3405729" y="2043260"/>
                  </a:lnTo>
                  <a:lnTo>
                    <a:pt x="3456990" y="2032366"/>
                  </a:lnTo>
                  <a:lnTo>
                    <a:pt x="3475302" y="2007985"/>
                  </a:lnTo>
                  <a:lnTo>
                    <a:pt x="3411695" y="1868081"/>
                  </a:lnTo>
                  <a:lnTo>
                    <a:pt x="3392397" y="1801345"/>
                  </a:lnTo>
                  <a:lnTo>
                    <a:pt x="3357319" y="1804523"/>
                  </a:lnTo>
                  <a:lnTo>
                    <a:pt x="3306436" y="1832640"/>
                  </a:lnTo>
                  <a:lnTo>
                    <a:pt x="3251456" y="1838583"/>
                  </a:lnTo>
                  <a:lnTo>
                    <a:pt x="3226770" y="1833022"/>
                  </a:lnTo>
                  <a:lnTo>
                    <a:pt x="3208193" y="1812077"/>
                  </a:lnTo>
                  <a:lnTo>
                    <a:pt x="3192844" y="1877348"/>
                  </a:lnTo>
                  <a:close/>
                  <a:moveTo>
                    <a:pt x="2937243" y="1482782"/>
                  </a:moveTo>
                  <a:lnTo>
                    <a:pt x="2927997" y="1533564"/>
                  </a:lnTo>
                  <a:lnTo>
                    <a:pt x="2945480" y="1589531"/>
                  </a:lnTo>
                  <a:lnTo>
                    <a:pt x="2947603" y="1641448"/>
                  </a:lnTo>
                  <a:lnTo>
                    <a:pt x="2994430" y="1658509"/>
                  </a:lnTo>
                  <a:lnTo>
                    <a:pt x="3007774" y="1644136"/>
                  </a:lnTo>
                  <a:lnTo>
                    <a:pt x="3040278" y="1645078"/>
                  </a:lnTo>
                  <a:lnTo>
                    <a:pt x="3044285" y="1619855"/>
                  </a:lnTo>
                  <a:lnTo>
                    <a:pt x="3085838" y="1608036"/>
                  </a:lnTo>
                  <a:lnTo>
                    <a:pt x="3103504" y="1659742"/>
                  </a:lnTo>
                  <a:lnTo>
                    <a:pt x="3109219" y="1632424"/>
                  </a:lnTo>
                  <a:lnTo>
                    <a:pt x="3139457" y="1617391"/>
                  </a:lnTo>
                  <a:lnTo>
                    <a:pt x="3255366" y="1629576"/>
                  </a:lnTo>
                  <a:lnTo>
                    <a:pt x="3292206" y="1607267"/>
                  </a:lnTo>
                  <a:lnTo>
                    <a:pt x="3312856" y="1560305"/>
                  </a:lnTo>
                  <a:lnTo>
                    <a:pt x="3289421" y="1536961"/>
                  </a:lnTo>
                  <a:lnTo>
                    <a:pt x="3266603" y="1481017"/>
                  </a:lnTo>
                  <a:lnTo>
                    <a:pt x="3239555" y="1489471"/>
                  </a:lnTo>
                  <a:lnTo>
                    <a:pt x="3245754" y="1499291"/>
                  </a:lnTo>
                  <a:lnTo>
                    <a:pt x="3230696" y="1500128"/>
                  </a:lnTo>
                  <a:lnTo>
                    <a:pt x="3227089" y="1480861"/>
                  </a:lnTo>
                  <a:lnTo>
                    <a:pt x="3073322" y="1509791"/>
                  </a:lnTo>
                  <a:lnTo>
                    <a:pt x="3033096" y="1495159"/>
                  </a:lnTo>
                  <a:lnTo>
                    <a:pt x="2937243" y="1482782"/>
                  </a:lnTo>
                  <a:close/>
                  <a:moveTo>
                    <a:pt x="1970155" y="22910"/>
                  </a:moveTo>
                  <a:lnTo>
                    <a:pt x="1938234" y="0"/>
                  </a:lnTo>
                  <a:lnTo>
                    <a:pt x="1917053" y="9178"/>
                  </a:lnTo>
                  <a:lnTo>
                    <a:pt x="1920080" y="20073"/>
                  </a:lnTo>
                  <a:lnTo>
                    <a:pt x="1882396" y="52934"/>
                  </a:lnTo>
                  <a:lnTo>
                    <a:pt x="1804623" y="69257"/>
                  </a:lnTo>
                  <a:lnTo>
                    <a:pt x="1790619" y="64996"/>
                  </a:lnTo>
                  <a:lnTo>
                    <a:pt x="1787835" y="27457"/>
                  </a:lnTo>
                  <a:lnTo>
                    <a:pt x="1749929" y="40357"/>
                  </a:lnTo>
                  <a:lnTo>
                    <a:pt x="1679468" y="17207"/>
                  </a:lnTo>
                  <a:lnTo>
                    <a:pt x="1657388" y="40336"/>
                  </a:lnTo>
                  <a:lnTo>
                    <a:pt x="1752367" y="188391"/>
                  </a:lnTo>
                  <a:lnTo>
                    <a:pt x="1749513" y="191477"/>
                  </a:lnTo>
                  <a:lnTo>
                    <a:pt x="1768097" y="220477"/>
                  </a:lnTo>
                  <a:lnTo>
                    <a:pt x="1859916" y="355734"/>
                  </a:lnTo>
                  <a:lnTo>
                    <a:pt x="1891959" y="322456"/>
                  </a:lnTo>
                  <a:lnTo>
                    <a:pt x="1917667" y="271741"/>
                  </a:lnTo>
                  <a:lnTo>
                    <a:pt x="1930787" y="265932"/>
                  </a:lnTo>
                  <a:lnTo>
                    <a:pt x="1952513" y="258791"/>
                  </a:lnTo>
                  <a:lnTo>
                    <a:pt x="1971002" y="283046"/>
                  </a:lnTo>
                  <a:lnTo>
                    <a:pt x="2012960" y="289420"/>
                  </a:lnTo>
                  <a:lnTo>
                    <a:pt x="2007962" y="231186"/>
                  </a:lnTo>
                  <a:lnTo>
                    <a:pt x="1976125" y="197636"/>
                  </a:lnTo>
                  <a:lnTo>
                    <a:pt x="1976616" y="189394"/>
                  </a:lnTo>
                  <a:lnTo>
                    <a:pt x="1994865" y="185911"/>
                  </a:lnTo>
                  <a:lnTo>
                    <a:pt x="1991623" y="164047"/>
                  </a:lnTo>
                  <a:lnTo>
                    <a:pt x="1965366" y="146990"/>
                  </a:lnTo>
                  <a:lnTo>
                    <a:pt x="1930541" y="167705"/>
                  </a:lnTo>
                  <a:lnTo>
                    <a:pt x="1915150" y="139943"/>
                  </a:lnTo>
                  <a:lnTo>
                    <a:pt x="1889223" y="139762"/>
                  </a:lnTo>
                  <a:lnTo>
                    <a:pt x="1882891" y="115629"/>
                  </a:lnTo>
                  <a:lnTo>
                    <a:pt x="1901651" y="111080"/>
                  </a:lnTo>
                  <a:lnTo>
                    <a:pt x="1880978" y="81999"/>
                  </a:lnTo>
                  <a:lnTo>
                    <a:pt x="1912015" y="60643"/>
                  </a:lnTo>
                  <a:lnTo>
                    <a:pt x="1908338" y="49597"/>
                  </a:lnTo>
                  <a:lnTo>
                    <a:pt x="1929859" y="44674"/>
                  </a:lnTo>
                  <a:lnTo>
                    <a:pt x="1936137" y="55191"/>
                  </a:lnTo>
                  <a:lnTo>
                    <a:pt x="1953091" y="54228"/>
                  </a:lnTo>
                  <a:lnTo>
                    <a:pt x="1970155" y="22910"/>
                  </a:lnTo>
                  <a:close/>
                  <a:moveTo>
                    <a:pt x="2144425" y="146263"/>
                  </a:moveTo>
                  <a:lnTo>
                    <a:pt x="2044504" y="76667"/>
                  </a:lnTo>
                  <a:lnTo>
                    <a:pt x="2027857" y="36146"/>
                  </a:lnTo>
                  <a:lnTo>
                    <a:pt x="2007828" y="50417"/>
                  </a:lnTo>
                  <a:lnTo>
                    <a:pt x="1970155" y="22910"/>
                  </a:lnTo>
                  <a:lnTo>
                    <a:pt x="1953091" y="54228"/>
                  </a:lnTo>
                  <a:lnTo>
                    <a:pt x="1936137" y="55191"/>
                  </a:lnTo>
                  <a:lnTo>
                    <a:pt x="1929859" y="44674"/>
                  </a:lnTo>
                  <a:lnTo>
                    <a:pt x="1908338" y="49597"/>
                  </a:lnTo>
                  <a:lnTo>
                    <a:pt x="1912015" y="60643"/>
                  </a:lnTo>
                  <a:lnTo>
                    <a:pt x="1880978" y="81999"/>
                  </a:lnTo>
                  <a:lnTo>
                    <a:pt x="1901651" y="111080"/>
                  </a:lnTo>
                  <a:lnTo>
                    <a:pt x="1882891" y="115629"/>
                  </a:lnTo>
                  <a:lnTo>
                    <a:pt x="1889223" y="139762"/>
                  </a:lnTo>
                  <a:lnTo>
                    <a:pt x="1915150" y="139943"/>
                  </a:lnTo>
                  <a:lnTo>
                    <a:pt x="1930541" y="167705"/>
                  </a:lnTo>
                  <a:lnTo>
                    <a:pt x="1965366" y="146990"/>
                  </a:lnTo>
                  <a:lnTo>
                    <a:pt x="1991623" y="164047"/>
                  </a:lnTo>
                  <a:lnTo>
                    <a:pt x="1994865" y="185911"/>
                  </a:lnTo>
                  <a:lnTo>
                    <a:pt x="1976616" y="189394"/>
                  </a:lnTo>
                  <a:lnTo>
                    <a:pt x="1976125" y="197636"/>
                  </a:lnTo>
                  <a:lnTo>
                    <a:pt x="2007962" y="231186"/>
                  </a:lnTo>
                  <a:lnTo>
                    <a:pt x="2013820" y="289922"/>
                  </a:lnTo>
                  <a:lnTo>
                    <a:pt x="2051200" y="298123"/>
                  </a:lnTo>
                  <a:lnTo>
                    <a:pt x="2059971" y="246392"/>
                  </a:lnTo>
                  <a:lnTo>
                    <a:pt x="2036447" y="178894"/>
                  </a:lnTo>
                  <a:lnTo>
                    <a:pt x="2049667" y="175002"/>
                  </a:lnTo>
                  <a:lnTo>
                    <a:pt x="2091591" y="192859"/>
                  </a:lnTo>
                  <a:lnTo>
                    <a:pt x="2098891" y="185920"/>
                  </a:lnTo>
                  <a:lnTo>
                    <a:pt x="2125886" y="201843"/>
                  </a:lnTo>
                  <a:lnTo>
                    <a:pt x="2136161" y="191204"/>
                  </a:lnTo>
                  <a:lnTo>
                    <a:pt x="2155952" y="199822"/>
                  </a:lnTo>
                  <a:lnTo>
                    <a:pt x="2144390" y="163894"/>
                  </a:lnTo>
                  <a:lnTo>
                    <a:pt x="2121300" y="171016"/>
                  </a:lnTo>
                  <a:lnTo>
                    <a:pt x="2116545" y="164439"/>
                  </a:lnTo>
                  <a:lnTo>
                    <a:pt x="2115461" y="147772"/>
                  </a:lnTo>
                  <a:lnTo>
                    <a:pt x="2144425" y="146263"/>
                  </a:lnTo>
                  <a:close/>
                  <a:moveTo>
                    <a:pt x="2112573" y="351042"/>
                  </a:moveTo>
                  <a:lnTo>
                    <a:pt x="2153410" y="374047"/>
                  </a:lnTo>
                  <a:lnTo>
                    <a:pt x="2165954" y="362708"/>
                  </a:lnTo>
                  <a:lnTo>
                    <a:pt x="2178421" y="371594"/>
                  </a:lnTo>
                  <a:lnTo>
                    <a:pt x="2196104" y="367050"/>
                  </a:lnTo>
                  <a:lnTo>
                    <a:pt x="2204426" y="389926"/>
                  </a:lnTo>
                  <a:lnTo>
                    <a:pt x="2251105" y="444973"/>
                  </a:lnTo>
                  <a:lnTo>
                    <a:pt x="2247123" y="466912"/>
                  </a:lnTo>
                  <a:lnTo>
                    <a:pt x="2284169" y="466974"/>
                  </a:lnTo>
                  <a:lnTo>
                    <a:pt x="2295035" y="476024"/>
                  </a:lnTo>
                  <a:lnTo>
                    <a:pt x="2324596" y="468003"/>
                  </a:lnTo>
                  <a:lnTo>
                    <a:pt x="2289429" y="465604"/>
                  </a:lnTo>
                  <a:lnTo>
                    <a:pt x="2322327" y="344629"/>
                  </a:lnTo>
                  <a:lnTo>
                    <a:pt x="2309778" y="334945"/>
                  </a:lnTo>
                  <a:lnTo>
                    <a:pt x="2306330" y="299252"/>
                  </a:lnTo>
                  <a:lnTo>
                    <a:pt x="2299363" y="286827"/>
                  </a:lnTo>
                  <a:lnTo>
                    <a:pt x="2262791" y="297895"/>
                  </a:lnTo>
                  <a:lnTo>
                    <a:pt x="2254222" y="289061"/>
                  </a:lnTo>
                  <a:lnTo>
                    <a:pt x="2287509" y="246625"/>
                  </a:lnTo>
                  <a:lnTo>
                    <a:pt x="2228342" y="205378"/>
                  </a:lnTo>
                  <a:lnTo>
                    <a:pt x="2218003" y="179421"/>
                  </a:lnTo>
                  <a:lnTo>
                    <a:pt x="2198358" y="183959"/>
                  </a:lnTo>
                  <a:lnTo>
                    <a:pt x="2143960" y="146173"/>
                  </a:lnTo>
                  <a:lnTo>
                    <a:pt x="2115461" y="147772"/>
                  </a:lnTo>
                  <a:lnTo>
                    <a:pt x="2116545" y="164439"/>
                  </a:lnTo>
                  <a:lnTo>
                    <a:pt x="2121300" y="171016"/>
                  </a:lnTo>
                  <a:lnTo>
                    <a:pt x="2144390" y="163894"/>
                  </a:lnTo>
                  <a:lnTo>
                    <a:pt x="2155952" y="199822"/>
                  </a:lnTo>
                  <a:lnTo>
                    <a:pt x="2136161" y="191204"/>
                  </a:lnTo>
                  <a:lnTo>
                    <a:pt x="2125886" y="201843"/>
                  </a:lnTo>
                  <a:lnTo>
                    <a:pt x="2098891" y="185920"/>
                  </a:lnTo>
                  <a:lnTo>
                    <a:pt x="2091591" y="192859"/>
                  </a:lnTo>
                  <a:lnTo>
                    <a:pt x="2049667" y="175002"/>
                  </a:lnTo>
                  <a:lnTo>
                    <a:pt x="2036447" y="178894"/>
                  </a:lnTo>
                  <a:lnTo>
                    <a:pt x="2059971" y="246392"/>
                  </a:lnTo>
                  <a:lnTo>
                    <a:pt x="2051200" y="298123"/>
                  </a:lnTo>
                  <a:lnTo>
                    <a:pt x="2112764" y="317631"/>
                  </a:lnTo>
                  <a:lnTo>
                    <a:pt x="2120412" y="329756"/>
                  </a:lnTo>
                  <a:lnTo>
                    <a:pt x="2112573" y="351042"/>
                  </a:lnTo>
                  <a:close/>
                  <a:moveTo>
                    <a:pt x="2031153" y="449246"/>
                  </a:moveTo>
                  <a:lnTo>
                    <a:pt x="2050912" y="454420"/>
                  </a:lnTo>
                  <a:lnTo>
                    <a:pt x="2054570" y="446314"/>
                  </a:lnTo>
                  <a:lnTo>
                    <a:pt x="2045579" y="443814"/>
                  </a:lnTo>
                  <a:lnTo>
                    <a:pt x="2053329" y="390228"/>
                  </a:lnTo>
                  <a:lnTo>
                    <a:pt x="2073682" y="395569"/>
                  </a:lnTo>
                  <a:lnTo>
                    <a:pt x="2083194" y="357481"/>
                  </a:lnTo>
                  <a:lnTo>
                    <a:pt x="2097399" y="346282"/>
                  </a:lnTo>
                  <a:lnTo>
                    <a:pt x="2112573" y="351042"/>
                  </a:lnTo>
                  <a:lnTo>
                    <a:pt x="2120412" y="329756"/>
                  </a:lnTo>
                  <a:lnTo>
                    <a:pt x="2112764" y="317631"/>
                  </a:lnTo>
                  <a:lnTo>
                    <a:pt x="2048755" y="297414"/>
                  </a:lnTo>
                  <a:lnTo>
                    <a:pt x="1971002" y="283046"/>
                  </a:lnTo>
                  <a:lnTo>
                    <a:pt x="1952513" y="258791"/>
                  </a:lnTo>
                  <a:lnTo>
                    <a:pt x="1917667" y="271741"/>
                  </a:lnTo>
                  <a:lnTo>
                    <a:pt x="1891959" y="322456"/>
                  </a:lnTo>
                  <a:lnTo>
                    <a:pt x="1859916" y="355734"/>
                  </a:lnTo>
                  <a:lnTo>
                    <a:pt x="1922140" y="403644"/>
                  </a:lnTo>
                  <a:lnTo>
                    <a:pt x="2031153" y="449246"/>
                  </a:lnTo>
                  <a:close/>
                  <a:moveTo>
                    <a:pt x="1749513" y="191477"/>
                  </a:moveTo>
                  <a:lnTo>
                    <a:pt x="1742668" y="198865"/>
                  </a:lnTo>
                  <a:lnTo>
                    <a:pt x="1759746" y="245244"/>
                  </a:lnTo>
                  <a:lnTo>
                    <a:pt x="1749735" y="244408"/>
                  </a:lnTo>
                  <a:lnTo>
                    <a:pt x="1744225" y="261522"/>
                  </a:lnTo>
                  <a:lnTo>
                    <a:pt x="1718738" y="277582"/>
                  </a:lnTo>
                  <a:lnTo>
                    <a:pt x="1739344" y="402584"/>
                  </a:lnTo>
                  <a:lnTo>
                    <a:pt x="1739279" y="444362"/>
                  </a:lnTo>
                  <a:lnTo>
                    <a:pt x="1727629" y="446966"/>
                  </a:lnTo>
                  <a:lnTo>
                    <a:pt x="1724945" y="463151"/>
                  </a:lnTo>
                  <a:lnTo>
                    <a:pt x="1723596" y="480846"/>
                  </a:lnTo>
                  <a:lnTo>
                    <a:pt x="1737792" y="484516"/>
                  </a:lnTo>
                  <a:lnTo>
                    <a:pt x="1728454" y="501166"/>
                  </a:lnTo>
                  <a:lnTo>
                    <a:pt x="1750635" y="517356"/>
                  </a:lnTo>
                  <a:lnTo>
                    <a:pt x="1760528" y="508001"/>
                  </a:lnTo>
                  <a:lnTo>
                    <a:pt x="1766465" y="516842"/>
                  </a:lnTo>
                  <a:lnTo>
                    <a:pt x="1791147" y="512171"/>
                  </a:lnTo>
                  <a:lnTo>
                    <a:pt x="1808815" y="542578"/>
                  </a:lnTo>
                  <a:lnTo>
                    <a:pt x="1822765" y="547030"/>
                  </a:lnTo>
                  <a:lnTo>
                    <a:pt x="1838371" y="544451"/>
                  </a:lnTo>
                  <a:lnTo>
                    <a:pt x="1841904" y="526819"/>
                  </a:lnTo>
                  <a:lnTo>
                    <a:pt x="1859005" y="534131"/>
                  </a:lnTo>
                  <a:lnTo>
                    <a:pt x="1860632" y="554731"/>
                  </a:lnTo>
                  <a:lnTo>
                    <a:pt x="1904100" y="545564"/>
                  </a:lnTo>
                  <a:lnTo>
                    <a:pt x="1913357" y="557614"/>
                  </a:lnTo>
                  <a:lnTo>
                    <a:pt x="1907516" y="584720"/>
                  </a:lnTo>
                  <a:lnTo>
                    <a:pt x="1922947" y="594938"/>
                  </a:lnTo>
                  <a:lnTo>
                    <a:pt x="1934933" y="568576"/>
                  </a:lnTo>
                  <a:lnTo>
                    <a:pt x="1961861" y="578085"/>
                  </a:lnTo>
                  <a:lnTo>
                    <a:pt x="1966246" y="589229"/>
                  </a:lnTo>
                  <a:lnTo>
                    <a:pt x="1969565" y="580922"/>
                  </a:lnTo>
                  <a:lnTo>
                    <a:pt x="2003540" y="594178"/>
                  </a:lnTo>
                  <a:lnTo>
                    <a:pt x="2000902" y="634503"/>
                  </a:lnTo>
                  <a:lnTo>
                    <a:pt x="2029127" y="629708"/>
                  </a:lnTo>
                  <a:lnTo>
                    <a:pt x="2076171" y="639816"/>
                  </a:lnTo>
                  <a:lnTo>
                    <a:pt x="2091480" y="587456"/>
                  </a:lnTo>
                  <a:lnTo>
                    <a:pt x="2080557" y="577133"/>
                  </a:lnTo>
                  <a:lnTo>
                    <a:pt x="2084701" y="560453"/>
                  </a:lnTo>
                  <a:lnTo>
                    <a:pt x="2074236" y="553520"/>
                  </a:lnTo>
                  <a:lnTo>
                    <a:pt x="2051361" y="571441"/>
                  </a:lnTo>
                  <a:lnTo>
                    <a:pt x="2039570" y="558283"/>
                  </a:lnTo>
                  <a:lnTo>
                    <a:pt x="2035539" y="533579"/>
                  </a:lnTo>
                  <a:lnTo>
                    <a:pt x="2016901" y="510140"/>
                  </a:lnTo>
                  <a:lnTo>
                    <a:pt x="2046746" y="472681"/>
                  </a:lnTo>
                  <a:lnTo>
                    <a:pt x="2027747" y="458881"/>
                  </a:lnTo>
                  <a:lnTo>
                    <a:pt x="2031153" y="449246"/>
                  </a:lnTo>
                  <a:lnTo>
                    <a:pt x="1922140" y="403644"/>
                  </a:lnTo>
                  <a:lnTo>
                    <a:pt x="1865962" y="362155"/>
                  </a:lnTo>
                  <a:lnTo>
                    <a:pt x="1749513" y="191477"/>
                  </a:lnTo>
                  <a:close/>
                  <a:moveTo>
                    <a:pt x="1600329" y="4116032"/>
                  </a:moveTo>
                  <a:lnTo>
                    <a:pt x="1552893" y="4135979"/>
                  </a:lnTo>
                  <a:lnTo>
                    <a:pt x="1543843" y="4211322"/>
                  </a:lnTo>
                  <a:lnTo>
                    <a:pt x="1589798" y="4216317"/>
                  </a:lnTo>
                  <a:lnTo>
                    <a:pt x="1577030" y="4275539"/>
                  </a:lnTo>
                  <a:lnTo>
                    <a:pt x="1557072" y="4287741"/>
                  </a:lnTo>
                  <a:lnTo>
                    <a:pt x="1576055" y="4382817"/>
                  </a:lnTo>
                  <a:lnTo>
                    <a:pt x="1561991" y="4385342"/>
                  </a:lnTo>
                  <a:lnTo>
                    <a:pt x="1570029" y="4438015"/>
                  </a:lnTo>
                  <a:lnTo>
                    <a:pt x="1658093" y="4436610"/>
                  </a:lnTo>
                  <a:lnTo>
                    <a:pt x="1656457" y="4413007"/>
                  </a:lnTo>
                  <a:lnTo>
                    <a:pt x="1668216" y="4420474"/>
                  </a:lnTo>
                  <a:lnTo>
                    <a:pt x="1656164" y="4550057"/>
                  </a:lnTo>
                  <a:lnTo>
                    <a:pt x="1603608" y="4574210"/>
                  </a:lnTo>
                  <a:lnTo>
                    <a:pt x="1595338" y="4583657"/>
                  </a:lnTo>
                  <a:lnTo>
                    <a:pt x="1608429" y="4591953"/>
                  </a:lnTo>
                  <a:lnTo>
                    <a:pt x="1594874" y="4613318"/>
                  </a:lnTo>
                  <a:lnTo>
                    <a:pt x="1618557" y="4650356"/>
                  </a:lnTo>
                  <a:lnTo>
                    <a:pt x="1609533" y="4659607"/>
                  </a:lnTo>
                  <a:lnTo>
                    <a:pt x="1652621" y="4701794"/>
                  </a:lnTo>
                  <a:lnTo>
                    <a:pt x="1686149" y="4704404"/>
                  </a:lnTo>
                  <a:lnTo>
                    <a:pt x="1690610" y="4716285"/>
                  </a:lnTo>
                  <a:lnTo>
                    <a:pt x="1708676" y="4710361"/>
                  </a:lnTo>
                  <a:lnTo>
                    <a:pt x="1719146" y="4726682"/>
                  </a:lnTo>
                  <a:lnTo>
                    <a:pt x="1895232" y="4695882"/>
                  </a:lnTo>
                  <a:lnTo>
                    <a:pt x="1951786" y="4653854"/>
                  </a:lnTo>
                  <a:lnTo>
                    <a:pt x="1980867" y="4614389"/>
                  </a:lnTo>
                  <a:lnTo>
                    <a:pt x="2189963" y="4578200"/>
                  </a:lnTo>
                  <a:lnTo>
                    <a:pt x="2185850" y="4573740"/>
                  </a:lnTo>
                  <a:lnTo>
                    <a:pt x="2177266" y="4574748"/>
                  </a:lnTo>
                  <a:lnTo>
                    <a:pt x="2169575" y="4558486"/>
                  </a:lnTo>
                  <a:lnTo>
                    <a:pt x="2204939" y="4572379"/>
                  </a:lnTo>
                  <a:lnTo>
                    <a:pt x="2240321" y="4516490"/>
                  </a:lnTo>
                  <a:lnTo>
                    <a:pt x="2248545" y="4523094"/>
                  </a:lnTo>
                  <a:lnTo>
                    <a:pt x="2325510" y="4495746"/>
                  </a:lnTo>
                  <a:lnTo>
                    <a:pt x="2319301" y="4484968"/>
                  </a:lnTo>
                  <a:lnTo>
                    <a:pt x="2333051" y="4457106"/>
                  </a:lnTo>
                  <a:lnTo>
                    <a:pt x="2337329" y="4397419"/>
                  </a:lnTo>
                  <a:lnTo>
                    <a:pt x="2319629" y="4387948"/>
                  </a:lnTo>
                  <a:lnTo>
                    <a:pt x="2328462" y="4359519"/>
                  </a:lnTo>
                  <a:lnTo>
                    <a:pt x="2339645" y="4370768"/>
                  </a:lnTo>
                  <a:lnTo>
                    <a:pt x="2402858" y="4322208"/>
                  </a:lnTo>
                  <a:lnTo>
                    <a:pt x="2468139" y="4290488"/>
                  </a:lnTo>
                  <a:lnTo>
                    <a:pt x="2460799" y="4210682"/>
                  </a:lnTo>
                  <a:lnTo>
                    <a:pt x="2493140" y="4180064"/>
                  </a:lnTo>
                  <a:lnTo>
                    <a:pt x="2525152" y="4171831"/>
                  </a:lnTo>
                  <a:lnTo>
                    <a:pt x="2536633" y="4212667"/>
                  </a:lnTo>
                  <a:lnTo>
                    <a:pt x="2558402" y="4208088"/>
                  </a:lnTo>
                  <a:lnTo>
                    <a:pt x="2562723" y="4218098"/>
                  </a:lnTo>
                  <a:lnTo>
                    <a:pt x="2634067" y="4207964"/>
                  </a:lnTo>
                  <a:lnTo>
                    <a:pt x="2666447" y="4177391"/>
                  </a:lnTo>
                  <a:lnTo>
                    <a:pt x="2684823" y="4143335"/>
                  </a:lnTo>
                  <a:lnTo>
                    <a:pt x="2725741" y="4140404"/>
                  </a:lnTo>
                  <a:lnTo>
                    <a:pt x="2734794" y="4113398"/>
                  </a:lnTo>
                  <a:lnTo>
                    <a:pt x="2750118" y="4128510"/>
                  </a:lnTo>
                  <a:lnTo>
                    <a:pt x="2755779" y="4122121"/>
                  </a:lnTo>
                  <a:lnTo>
                    <a:pt x="2790889" y="4138721"/>
                  </a:lnTo>
                  <a:lnTo>
                    <a:pt x="2808730" y="4131202"/>
                  </a:lnTo>
                  <a:lnTo>
                    <a:pt x="2814746" y="4109698"/>
                  </a:lnTo>
                  <a:lnTo>
                    <a:pt x="2806057" y="4102984"/>
                  </a:lnTo>
                  <a:lnTo>
                    <a:pt x="2805359" y="4068989"/>
                  </a:lnTo>
                  <a:lnTo>
                    <a:pt x="2849299" y="4017525"/>
                  </a:lnTo>
                  <a:lnTo>
                    <a:pt x="2806982" y="3968032"/>
                  </a:lnTo>
                  <a:lnTo>
                    <a:pt x="2828986" y="3941301"/>
                  </a:lnTo>
                  <a:lnTo>
                    <a:pt x="2836725" y="3886670"/>
                  </a:lnTo>
                  <a:lnTo>
                    <a:pt x="2950824" y="3801425"/>
                  </a:lnTo>
                  <a:lnTo>
                    <a:pt x="2967902" y="3773726"/>
                  </a:lnTo>
                  <a:lnTo>
                    <a:pt x="2970858" y="3695263"/>
                  </a:lnTo>
                  <a:lnTo>
                    <a:pt x="2999250" y="3667299"/>
                  </a:lnTo>
                  <a:lnTo>
                    <a:pt x="2937661" y="3612408"/>
                  </a:lnTo>
                  <a:lnTo>
                    <a:pt x="2840410" y="3560097"/>
                  </a:lnTo>
                  <a:lnTo>
                    <a:pt x="2837800" y="3554888"/>
                  </a:lnTo>
                  <a:lnTo>
                    <a:pt x="2294349" y="3803451"/>
                  </a:lnTo>
                  <a:lnTo>
                    <a:pt x="1948939" y="3942865"/>
                  </a:lnTo>
                  <a:lnTo>
                    <a:pt x="1600329" y="4116032"/>
                  </a:lnTo>
                  <a:close/>
                  <a:moveTo>
                    <a:pt x="2837800" y="3554888"/>
                  </a:moveTo>
                  <a:lnTo>
                    <a:pt x="2840410" y="3560097"/>
                  </a:lnTo>
                  <a:lnTo>
                    <a:pt x="2937661" y="3612408"/>
                  </a:lnTo>
                  <a:lnTo>
                    <a:pt x="2999250" y="3667299"/>
                  </a:lnTo>
                  <a:lnTo>
                    <a:pt x="2970858" y="3695263"/>
                  </a:lnTo>
                  <a:lnTo>
                    <a:pt x="2967902" y="3773726"/>
                  </a:lnTo>
                  <a:lnTo>
                    <a:pt x="2950824" y="3801425"/>
                  </a:lnTo>
                  <a:lnTo>
                    <a:pt x="2836725" y="3886670"/>
                  </a:lnTo>
                  <a:lnTo>
                    <a:pt x="2828986" y="3941301"/>
                  </a:lnTo>
                  <a:lnTo>
                    <a:pt x="2806982" y="3968032"/>
                  </a:lnTo>
                  <a:lnTo>
                    <a:pt x="2849299" y="4017525"/>
                  </a:lnTo>
                  <a:lnTo>
                    <a:pt x="2909919" y="4040916"/>
                  </a:lnTo>
                  <a:lnTo>
                    <a:pt x="2910440" y="4058407"/>
                  </a:lnTo>
                  <a:lnTo>
                    <a:pt x="2934954" y="4068461"/>
                  </a:lnTo>
                  <a:lnTo>
                    <a:pt x="2925522" y="4086251"/>
                  </a:lnTo>
                  <a:lnTo>
                    <a:pt x="3003682" y="4121240"/>
                  </a:lnTo>
                  <a:lnTo>
                    <a:pt x="2999422" y="4130220"/>
                  </a:lnTo>
                  <a:lnTo>
                    <a:pt x="3024020" y="4165582"/>
                  </a:lnTo>
                  <a:lnTo>
                    <a:pt x="2934826" y="4232343"/>
                  </a:lnTo>
                  <a:lnTo>
                    <a:pt x="2911780" y="4296994"/>
                  </a:lnTo>
                  <a:lnTo>
                    <a:pt x="2934461" y="4321636"/>
                  </a:lnTo>
                  <a:lnTo>
                    <a:pt x="2946739" y="4322502"/>
                  </a:lnTo>
                  <a:lnTo>
                    <a:pt x="2950201" y="4378828"/>
                  </a:lnTo>
                  <a:lnTo>
                    <a:pt x="2981749" y="4367871"/>
                  </a:lnTo>
                  <a:lnTo>
                    <a:pt x="2999701" y="4386364"/>
                  </a:lnTo>
                  <a:lnTo>
                    <a:pt x="2992438" y="4411939"/>
                  </a:lnTo>
                  <a:lnTo>
                    <a:pt x="3020392" y="4415224"/>
                  </a:lnTo>
                  <a:lnTo>
                    <a:pt x="3027193" y="4443594"/>
                  </a:lnTo>
                  <a:lnTo>
                    <a:pt x="3047064" y="4446221"/>
                  </a:lnTo>
                  <a:lnTo>
                    <a:pt x="3046691" y="4455669"/>
                  </a:lnTo>
                  <a:lnTo>
                    <a:pt x="3032418" y="4458000"/>
                  </a:lnTo>
                  <a:lnTo>
                    <a:pt x="3002845" y="4432299"/>
                  </a:lnTo>
                  <a:lnTo>
                    <a:pt x="2985540" y="4470425"/>
                  </a:lnTo>
                  <a:lnTo>
                    <a:pt x="3012617" y="4480791"/>
                  </a:lnTo>
                  <a:lnTo>
                    <a:pt x="3008799" y="4512780"/>
                  </a:lnTo>
                  <a:lnTo>
                    <a:pt x="2988105" y="4540127"/>
                  </a:lnTo>
                  <a:lnTo>
                    <a:pt x="3004557" y="4549623"/>
                  </a:lnTo>
                  <a:lnTo>
                    <a:pt x="3031421" y="4537713"/>
                  </a:lnTo>
                  <a:lnTo>
                    <a:pt x="3052006" y="4544872"/>
                  </a:lnTo>
                  <a:lnTo>
                    <a:pt x="3038896" y="4512757"/>
                  </a:lnTo>
                  <a:lnTo>
                    <a:pt x="3052133" y="4496174"/>
                  </a:lnTo>
                  <a:lnTo>
                    <a:pt x="3084256" y="4518486"/>
                  </a:lnTo>
                  <a:lnTo>
                    <a:pt x="3125513" y="4505012"/>
                  </a:lnTo>
                  <a:lnTo>
                    <a:pt x="3124751" y="4534202"/>
                  </a:lnTo>
                  <a:lnTo>
                    <a:pt x="3135931" y="4545721"/>
                  </a:lnTo>
                  <a:lnTo>
                    <a:pt x="3150568" y="4551000"/>
                  </a:lnTo>
                  <a:lnTo>
                    <a:pt x="3158125" y="4535298"/>
                  </a:lnTo>
                  <a:lnTo>
                    <a:pt x="3166658" y="4537454"/>
                  </a:lnTo>
                  <a:lnTo>
                    <a:pt x="3205728" y="4571488"/>
                  </a:lnTo>
                  <a:lnTo>
                    <a:pt x="3215525" y="4560135"/>
                  </a:lnTo>
                  <a:lnTo>
                    <a:pt x="3207609" y="4553719"/>
                  </a:lnTo>
                  <a:lnTo>
                    <a:pt x="3231424" y="4563219"/>
                  </a:lnTo>
                  <a:lnTo>
                    <a:pt x="3241606" y="4538864"/>
                  </a:lnTo>
                  <a:lnTo>
                    <a:pt x="3212956" y="4507671"/>
                  </a:lnTo>
                  <a:lnTo>
                    <a:pt x="3176918" y="4494589"/>
                  </a:lnTo>
                  <a:lnTo>
                    <a:pt x="3176211" y="4480853"/>
                  </a:lnTo>
                  <a:lnTo>
                    <a:pt x="3210919" y="4468228"/>
                  </a:lnTo>
                  <a:lnTo>
                    <a:pt x="3198584" y="4456020"/>
                  </a:lnTo>
                  <a:lnTo>
                    <a:pt x="3215949" y="4418031"/>
                  </a:lnTo>
                  <a:lnTo>
                    <a:pt x="3289382" y="4356612"/>
                  </a:lnTo>
                  <a:lnTo>
                    <a:pt x="3291469" y="4313984"/>
                  </a:lnTo>
                  <a:lnTo>
                    <a:pt x="3321920" y="4301196"/>
                  </a:lnTo>
                  <a:lnTo>
                    <a:pt x="3311915" y="4257951"/>
                  </a:lnTo>
                  <a:lnTo>
                    <a:pt x="3339092" y="4245353"/>
                  </a:lnTo>
                  <a:lnTo>
                    <a:pt x="3338172" y="4229269"/>
                  </a:lnTo>
                  <a:lnTo>
                    <a:pt x="3398837" y="4204294"/>
                  </a:lnTo>
                  <a:lnTo>
                    <a:pt x="3426975" y="4208769"/>
                  </a:lnTo>
                  <a:lnTo>
                    <a:pt x="3497873" y="4179954"/>
                  </a:lnTo>
                  <a:lnTo>
                    <a:pt x="3531368" y="4131286"/>
                  </a:lnTo>
                  <a:lnTo>
                    <a:pt x="3603882" y="4072523"/>
                  </a:lnTo>
                  <a:lnTo>
                    <a:pt x="3681752" y="4100530"/>
                  </a:lnTo>
                  <a:lnTo>
                    <a:pt x="3701276" y="4095225"/>
                  </a:lnTo>
                  <a:lnTo>
                    <a:pt x="3727654" y="4037025"/>
                  </a:lnTo>
                  <a:lnTo>
                    <a:pt x="3730628" y="4018022"/>
                  </a:lnTo>
                  <a:lnTo>
                    <a:pt x="3708622" y="4005368"/>
                  </a:lnTo>
                  <a:lnTo>
                    <a:pt x="3722470" y="3995473"/>
                  </a:lnTo>
                  <a:lnTo>
                    <a:pt x="3724114" y="3964351"/>
                  </a:lnTo>
                  <a:lnTo>
                    <a:pt x="3641898" y="3916622"/>
                  </a:lnTo>
                  <a:lnTo>
                    <a:pt x="3655052" y="3915156"/>
                  </a:lnTo>
                  <a:lnTo>
                    <a:pt x="3657037" y="3890880"/>
                  </a:lnTo>
                  <a:lnTo>
                    <a:pt x="3641691" y="3880008"/>
                  </a:lnTo>
                  <a:lnTo>
                    <a:pt x="3650609" y="3860173"/>
                  </a:lnTo>
                  <a:lnTo>
                    <a:pt x="3685712" y="3870665"/>
                  </a:lnTo>
                  <a:lnTo>
                    <a:pt x="3712698" y="3853366"/>
                  </a:lnTo>
                  <a:lnTo>
                    <a:pt x="3684037" y="3813175"/>
                  </a:lnTo>
                  <a:lnTo>
                    <a:pt x="3693622" y="3798411"/>
                  </a:lnTo>
                  <a:lnTo>
                    <a:pt x="3609868" y="3762961"/>
                  </a:lnTo>
                  <a:lnTo>
                    <a:pt x="3594111" y="3771979"/>
                  </a:lnTo>
                  <a:lnTo>
                    <a:pt x="3589407" y="3754901"/>
                  </a:lnTo>
                  <a:lnTo>
                    <a:pt x="3518139" y="3720193"/>
                  </a:lnTo>
                  <a:lnTo>
                    <a:pt x="3491812" y="3697030"/>
                  </a:lnTo>
                  <a:lnTo>
                    <a:pt x="3430227" y="3606871"/>
                  </a:lnTo>
                  <a:lnTo>
                    <a:pt x="3414664" y="3592897"/>
                  </a:lnTo>
                  <a:lnTo>
                    <a:pt x="3404004" y="3610456"/>
                  </a:lnTo>
                  <a:lnTo>
                    <a:pt x="3400772" y="3609084"/>
                  </a:lnTo>
                  <a:lnTo>
                    <a:pt x="3403858" y="3567258"/>
                  </a:lnTo>
                  <a:lnTo>
                    <a:pt x="3265708" y="3358046"/>
                  </a:lnTo>
                  <a:lnTo>
                    <a:pt x="3239294" y="3356642"/>
                  </a:lnTo>
                  <a:lnTo>
                    <a:pt x="3195546" y="3389600"/>
                  </a:lnTo>
                  <a:lnTo>
                    <a:pt x="2837800" y="3554888"/>
                  </a:lnTo>
                  <a:close/>
                  <a:moveTo>
                    <a:pt x="2837800" y="3554888"/>
                  </a:moveTo>
                  <a:lnTo>
                    <a:pt x="2822968" y="3486331"/>
                  </a:lnTo>
                  <a:lnTo>
                    <a:pt x="2784183" y="3434763"/>
                  </a:lnTo>
                  <a:lnTo>
                    <a:pt x="2748663" y="3414816"/>
                  </a:lnTo>
                  <a:lnTo>
                    <a:pt x="2685766" y="3399529"/>
                  </a:lnTo>
                  <a:lnTo>
                    <a:pt x="2663443" y="3371736"/>
                  </a:lnTo>
                  <a:lnTo>
                    <a:pt x="2649608" y="3373598"/>
                  </a:lnTo>
                  <a:lnTo>
                    <a:pt x="2641527" y="3344754"/>
                  </a:lnTo>
                  <a:lnTo>
                    <a:pt x="2618777" y="3332806"/>
                  </a:lnTo>
                  <a:lnTo>
                    <a:pt x="2630019" y="3279593"/>
                  </a:lnTo>
                  <a:lnTo>
                    <a:pt x="2624379" y="3267896"/>
                  </a:lnTo>
                  <a:lnTo>
                    <a:pt x="2650067" y="3227807"/>
                  </a:lnTo>
                  <a:lnTo>
                    <a:pt x="2684554" y="3208816"/>
                  </a:lnTo>
                  <a:lnTo>
                    <a:pt x="2677083" y="3183650"/>
                  </a:lnTo>
                  <a:lnTo>
                    <a:pt x="2630206" y="3159849"/>
                  </a:lnTo>
                  <a:lnTo>
                    <a:pt x="2654217" y="3143368"/>
                  </a:lnTo>
                  <a:lnTo>
                    <a:pt x="2655738" y="3130387"/>
                  </a:lnTo>
                  <a:lnTo>
                    <a:pt x="2568587" y="3119255"/>
                  </a:lnTo>
                  <a:lnTo>
                    <a:pt x="2565913" y="3143157"/>
                  </a:lnTo>
                  <a:lnTo>
                    <a:pt x="2590839" y="3147928"/>
                  </a:lnTo>
                  <a:lnTo>
                    <a:pt x="2585000" y="3236239"/>
                  </a:lnTo>
                  <a:lnTo>
                    <a:pt x="2528675" y="3233435"/>
                  </a:lnTo>
                  <a:lnTo>
                    <a:pt x="2535022" y="3245320"/>
                  </a:lnTo>
                  <a:lnTo>
                    <a:pt x="2527103" y="3273791"/>
                  </a:lnTo>
                  <a:lnTo>
                    <a:pt x="2499833" y="3276030"/>
                  </a:lnTo>
                  <a:lnTo>
                    <a:pt x="2423760" y="3256955"/>
                  </a:lnTo>
                  <a:lnTo>
                    <a:pt x="2423135" y="3226792"/>
                  </a:lnTo>
                  <a:lnTo>
                    <a:pt x="2435354" y="3225720"/>
                  </a:lnTo>
                  <a:lnTo>
                    <a:pt x="2436942" y="3208199"/>
                  </a:lnTo>
                  <a:lnTo>
                    <a:pt x="2427032" y="3196983"/>
                  </a:lnTo>
                  <a:lnTo>
                    <a:pt x="2415546" y="3201035"/>
                  </a:lnTo>
                  <a:lnTo>
                    <a:pt x="2423488" y="3256910"/>
                  </a:lnTo>
                  <a:lnTo>
                    <a:pt x="2350341" y="3247022"/>
                  </a:lnTo>
                  <a:lnTo>
                    <a:pt x="2330815" y="3238811"/>
                  </a:lnTo>
                  <a:lnTo>
                    <a:pt x="2330857" y="3230341"/>
                  </a:lnTo>
                  <a:lnTo>
                    <a:pt x="2302596" y="3247685"/>
                  </a:lnTo>
                  <a:lnTo>
                    <a:pt x="2284896" y="3242577"/>
                  </a:lnTo>
                  <a:lnTo>
                    <a:pt x="2253189" y="3253102"/>
                  </a:lnTo>
                  <a:lnTo>
                    <a:pt x="2179710" y="3297509"/>
                  </a:lnTo>
                  <a:lnTo>
                    <a:pt x="2178375" y="3313772"/>
                  </a:lnTo>
                  <a:lnTo>
                    <a:pt x="2169641" y="3311766"/>
                  </a:lnTo>
                  <a:lnTo>
                    <a:pt x="2151615" y="3341396"/>
                  </a:lnTo>
                  <a:lnTo>
                    <a:pt x="2157151" y="3365037"/>
                  </a:lnTo>
                  <a:lnTo>
                    <a:pt x="2194276" y="3386300"/>
                  </a:lnTo>
                  <a:lnTo>
                    <a:pt x="2150513" y="3426854"/>
                  </a:lnTo>
                  <a:lnTo>
                    <a:pt x="2163241" y="3439485"/>
                  </a:lnTo>
                  <a:lnTo>
                    <a:pt x="2154083" y="3462189"/>
                  </a:lnTo>
                  <a:lnTo>
                    <a:pt x="2135435" y="3457463"/>
                  </a:lnTo>
                  <a:lnTo>
                    <a:pt x="2103912" y="3476350"/>
                  </a:lnTo>
                  <a:lnTo>
                    <a:pt x="2122180" y="3492637"/>
                  </a:lnTo>
                  <a:lnTo>
                    <a:pt x="2120509" y="3502743"/>
                  </a:lnTo>
                  <a:lnTo>
                    <a:pt x="2112085" y="3507696"/>
                  </a:lnTo>
                  <a:lnTo>
                    <a:pt x="2099594" y="3491221"/>
                  </a:lnTo>
                  <a:lnTo>
                    <a:pt x="2086765" y="3500146"/>
                  </a:lnTo>
                  <a:lnTo>
                    <a:pt x="2048991" y="3480092"/>
                  </a:lnTo>
                  <a:lnTo>
                    <a:pt x="2032673" y="3503200"/>
                  </a:lnTo>
                  <a:lnTo>
                    <a:pt x="2010871" y="3478684"/>
                  </a:lnTo>
                  <a:lnTo>
                    <a:pt x="1920708" y="3502330"/>
                  </a:lnTo>
                  <a:lnTo>
                    <a:pt x="1904731" y="3514553"/>
                  </a:lnTo>
                  <a:lnTo>
                    <a:pt x="1911303" y="3567107"/>
                  </a:lnTo>
                  <a:lnTo>
                    <a:pt x="1888950" y="3565503"/>
                  </a:lnTo>
                  <a:lnTo>
                    <a:pt x="1865279" y="3613640"/>
                  </a:lnTo>
                  <a:lnTo>
                    <a:pt x="1837856" y="3632346"/>
                  </a:lnTo>
                  <a:lnTo>
                    <a:pt x="1738077" y="3640522"/>
                  </a:lnTo>
                  <a:lnTo>
                    <a:pt x="1715248" y="3627762"/>
                  </a:lnTo>
                  <a:lnTo>
                    <a:pt x="1710233" y="3595357"/>
                  </a:lnTo>
                  <a:lnTo>
                    <a:pt x="1708385" y="3604848"/>
                  </a:lnTo>
                  <a:lnTo>
                    <a:pt x="1692276" y="3597177"/>
                  </a:lnTo>
                  <a:lnTo>
                    <a:pt x="1643718" y="3628621"/>
                  </a:lnTo>
                  <a:lnTo>
                    <a:pt x="1653831" y="3665472"/>
                  </a:lnTo>
                  <a:lnTo>
                    <a:pt x="1641842" y="3684131"/>
                  </a:lnTo>
                  <a:lnTo>
                    <a:pt x="1600053" y="3686099"/>
                  </a:lnTo>
                  <a:lnTo>
                    <a:pt x="1588006" y="3677676"/>
                  </a:lnTo>
                  <a:lnTo>
                    <a:pt x="1563470" y="3627269"/>
                  </a:lnTo>
                  <a:lnTo>
                    <a:pt x="1460701" y="3674905"/>
                  </a:lnTo>
                  <a:lnTo>
                    <a:pt x="1477543" y="3710439"/>
                  </a:lnTo>
                  <a:lnTo>
                    <a:pt x="1442029" y="3709192"/>
                  </a:lnTo>
                  <a:lnTo>
                    <a:pt x="1456345" y="3741097"/>
                  </a:lnTo>
                  <a:lnTo>
                    <a:pt x="1418690" y="3759850"/>
                  </a:lnTo>
                  <a:lnTo>
                    <a:pt x="1478067" y="3891934"/>
                  </a:lnTo>
                  <a:lnTo>
                    <a:pt x="1558436" y="3989779"/>
                  </a:lnTo>
                  <a:lnTo>
                    <a:pt x="1600329" y="4116032"/>
                  </a:lnTo>
                  <a:lnTo>
                    <a:pt x="1948939" y="3942865"/>
                  </a:lnTo>
                  <a:lnTo>
                    <a:pt x="2294349" y="3803451"/>
                  </a:lnTo>
                  <a:lnTo>
                    <a:pt x="2837800" y="3554888"/>
                  </a:lnTo>
                  <a:close/>
                  <a:moveTo>
                    <a:pt x="3185337" y="4711392"/>
                  </a:moveTo>
                  <a:lnTo>
                    <a:pt x="3211239" y="4728858"/>
                  </a:lnTo>
                  <a:lnTo>
                    <a:pt x="3199254" y="4772867"/>
                  </a:lnTo>
                  <a:lnTo>
                    <a:pt x="3223228" y="4795229"/>
                  </a:lnTo>
                  <a:lnTo>
                    <a:pt x="3245749" y="4790948"/>
                  </a:lnTo>
                  <a:lnTo>
                    <a:pt x="3262549" y="4815704"/>
                  </a:lnTo>
                  <a:lnTo>
                    <a:pt x="3284393" y="4808722"/>
                  </a:lnTo>
                  <a:lnTo>
                    <a:pt x="3280958" y="4830812"/>
                  </a:lnTo>
                  <a:lnTo>
                    <a:pt x="3253138" y="4834071"/>
                  </a:lnTo>
                  <a:lnTo>
                    <a:pt x="3250184" y="4853916"/>
                  </a:lnTo>
                  <a:lnTo>
                    <a:pt x="3287401" y="4861892"/>
                  </a:lnTo>
                  <a:lnTo>
                    <a:pt x="3322394" y="4890034"/>
                  </a:lnTo>
                  <a:lnTo>
                    <a:pt x="3349150" y="4890952"/>
                  </a:lnTo>
                  <a:lnTo>
                    <a:pt x="3379289" y="4918335"/>
                  </a:lnTo>
                  <a:lnTo>
                    <a:pt x="3409817" y="4895970"/>
                  </a:lnTo>
                  <a:lnTo>
                    <a:pt x="3443211" y="4913324"/>
                  </a:lnTo>
                  <a:lnTo>
                    <a:pt x="3420350" y="4939360"/>
                  </a:lnTo>
                  <a:lnTo>
                    <a:pt x="3452517" y="4989082"/>
                  </a:lnTo>
                  <a:lnTo>
                    <a:pt x="3394355" y="5008853"/>
                  </a:lnTo>
                  <a:lnTo>
                    <a:pt x="3390669" y="5025634"/>
                  </a:lnTo>
                  <a:lnTo>
                    <a:pt x="3396497" y="5021549"/>
                  </a:lnTo>
                  <a:lnTo>
                    <a:pt x="3410361" y="5040517"/>
                  </a:lnTo>
                  <a:lnTo>
                    <a:pt x="3450783" y="5062499"/>
                  </a:lnTo>
                  <a:lnTo>
                    <a:pt x="3472297" y="5096204"/>
                  </a:lnTo>
                  <a:lnTo>
                    <a:pt x="3505063" y="5110103"/>
                  </a:lnTo>
                  <a:lnTo>
                    <a:pt x="3608377" y="5115009"/>
                  </a:lnTo>
                  <a:lnTo>
                    <a:pt x="3640931" y="5106952"/>
                  </a:lnTo>
                  <a:lnTo>
                    <a:pt x="3649495" y="5100032"/>
                  </a:lnTo>
                  <a:lnTo>
                    <a:pt x="3637067" y="5085526"/>
                  </a:lnTo>
                  <a:lnTo>
                    <a:pt x="3631796" y="5035993"/>
                  </a:lnTo>
                  <a:lnTo>
                    <a:pt x="3616228" y="5019898"/>
                  </a:lnTo>
                  <a:lnTo>
                    <a:pt x="3616224" y="4976248"/>
                  </a:lnTo>
                  <a:lnTo>
                    <a:pt x="3621977" y="4959331"/>
                  </a:lnTo>
                  <a:lnTo>
                    <a:pt x="3642399" y="4961662"/>
                  </a:lnTo>
                  <a:lnTo>
                    <a:pt x="3642100" y="4950101"/>
                  </a:lnTo>
                  <a:lnTo>
                    <a:pt x="3679438" y="4922906"/>
                  </a:lnTo>
                  <a:lnTo>
                    <a:pt x="3697589" y="4931233"/>
                  </a:lnTo>
                  <a:lnTo>
                    <a:pt x="3696857" y="4905457"/>
                  </a:lnTo>
                  <a:lnTo>
                    <a:pt x="3687217" y="4906590"/>
                  </a:lnTo>
                  <a:lnTo>
                    <a:pt x="3695403" y="4889767"/>
                  </a:lnTo>
                  <a:lnTo>
                    <a:pt x="3687162" y="4890480"/>
                  </a:lnTo>
                  <a:lnTo>
                    <a:pt x="3693024" y="4864114"/>
                  </a:lnTo>
                  <a:lnTo>
                    <a:pt x="3685566" y="4861709"/>
                  </a:lnTo>
                  <a:lnTo>
                    <a:pt x="3681351" y="4793734"/>
                  </a:lnTo>
                  <a:lnTo>
                    <a:pt x="3761176" y="4787204"/>
                  </a:lnTo>
                  <a:lnTo>
                    <a:pt x="3784065" y="4664771"/>
                  </a:lnTo>
                  <a:lnTo>
                    <a:pt x="3849440" y="4670930"/>
                  </a:lnTo>
                  <a:lnTo>
                    <a:pt x="3845075" y="4696502"/>
                  </a:lnTo>
                  <a:lnTo>
                    <a:pt x="3855092" y="4697242"/>
                  </a:lnTo>
                  <a:lnTo>
                    <a:pt x="3873189" y="4674404"/>
                  </a:lnTo>
                  <a:lnTo>
                    <a:pt x="3891103" y="4670584"/>
                  </a:lnTo>
                  <a:lnTo>
                    <a:pt x="3874448" y="4662326"/>
                  </a:lnTo>
                  <a:lnTo>
                    <a:pt x="3885917" y="4650612"/>
                  </a:lnTo>
                  <a:lnTo>
                    <a:pt x="3865544" y="4624135"/>
                  </a:lnTo>
                  <a:lnTo>
                    <a:pt x="3872622" y="4610793"/>
                  </a:lnTo>
                  <a:lnTo>
                    <a:pt x="3930819" y="4653060"/>
                  </a:lnTo>
                  <a:lnTo>
                    <a:pt x="3964759" y="4648158"/>
                  </a:lnTo>
                  <a:lnTo>
                    <a:pt x="3978352" y="4627303"/>
                  </a:lnTo>
                  <a:lnTo>
                    <a:pt x="3987380" y="4656725"/>
                  </a:lnTo>
                  <a:lnTo>
                    <a:pt x="4011472" y="4645013"/>
                  </a:lnTo>
                  <a:lnTo>
                    <a:pt x="4009812" y="4629551"/>
                  </a:lnTo>
                  <a:lnTo>
                    <a:pt x="3991810" y="4626008"/>
                  </a:lnTo>
                  <a:lnTo>
                    <a:pt x="4006777" y="4613533"/>
                  </a:lnTo>
                  <a:lnTo>
                    <a:pt x="4000159" y="4546875"/>
                  </a:lnTo>
                  <a:lnTo>
                    <a:pt x="3982831" y="4536615"/>
                  </a:lnTo>
                  <a:lnTo>
                    <a:pt x="3999276" y="4533508"/>
                  </a:lnTo>
                  <a:lnTo>
                    <a:pt x="3995047" y="4468574"/>
                  </a:lnTo>
                  <a:lnTo>
                    <a:pt x="3966184" y="4463413"/>
                  </a:lnTo>
                  <a:lnTo>
                    <a:pt x="3979734" y="4445126"/>
                  </a:lnTo>
                  <a:lnTo>
                    <a:pt x="3973787" y="4440725"/>
                  </a:lnTo>
                  <a:lnTo>
                    <a:pt x="3959335" y="4459197"/>
                  </a:lnTo>
                  <a:lnTo>
                    <a:pt x="3945068" y="4426193"/>
                  </a:lnTo>
                  <a:lnTo>
                    <a:pt x="3914423" y="4445567"/>
                  </a:lnTo>
                  <a:lnTo>
                    <a:pt x="3866881" y="4382345"/>
                  </a:lnTo>
                  <a:lnTo>
                    <a:pt x="3848685" y="4365164"/>
                  </a:lnTo>
                  <a:lnTo>
                    <a:pt x="3841491" y="4404544"/>
                  </a:lnTo>
                  <a:lnTo>
                    <a:pt x="3787291" y="4405656"/>
                  </a:lnTo>
                  <a:lnTo>
                    <a:pt x="3790713" y="4377615"/>
                  </a:lnTo>
                  <a:lnTo>
                    <a:pt x="3783206" y="4376356"/>
                  </a:lnTo>
                  <a:lnTo>
                    <a:pt x="3777619" y="4393545"/>
                  </a:lnTo>
                  <a:lnTo>
                    <a:pt x="3779906" y="4353839"/>
                  </a:lnTo>
                  <a:lnTo>
                    <a:pt x="3764149" y="4319938"/>
                  </a:lnTo>
                  <a:lnTo>
                    <a:pt x="3732262" y="4296851"/>
                  </a:lnTo>
                  <a:lnTo>
                    <a:pt x="3694826" y="4292844"/>
                  </a:lnTo>
                  <a:lnTo>
                    <a:pt x="3658853" y="4309099"/>
                  </a:lnTo>
                  <a:lnTo>
                    <a:pt x="3639568" y="4330930"/>
                  </a:lnTo>
                  <a:lnTo>
                    <a:pt x="3629453" y="4361235"/>
                  </a:lnTo>
                  <a:lnTo>
                    <a:pt x="3632568" y="4398921"/>
                  </a:lnTo>
                  <a:lnTo>
                    <a:pt x="3595955" y="4370619"/>
                  </a:lnTo>
                  <a:lnTo>
                    <a:pt x="3559035" y="4358651"/>
                  </a:lnTo>
                  <a:lnTo>
                    <a:pt x="3555352" y="4332308"/>
                  </a:lnTo>
                  <a:lnTo>
                    <a:pt x="3500032" y="4318434"/>
                  </a:lnTo>
                  <a:lnTo>
                    <a:pt x="3481681" y="4324347"/>
                  </a:lnTo>
                  <a:lnTo>
                    <a:pt x="3468922" y="4313214"/>
                  </a:lnTo>
                  <a:lnTo>
                    <a:pt x="3448114" y="4321239"/>
                  </a:lnTo>
                  <a:lnTo>
                    <a:pt x="3406735" y="4293013"/>
                  </a:lnTo>
                  <a:lnTo>
                    <a:pt x="3387502" y="4296275"/>
                  </a:lnTo>
                  <a:lnTo>
                    <a:pt x="3374213" y="4318363"/>
                  </a:lnTo>
                  <a:lnTo>
                    <a:pt x="3347939" y="4326651"/>
                  </a:lnTo>
                  <a:lnTo>
                    <a:pt x="3318989" y="4300505"/>
                  </a:lnTo>
                  <a:lnTo>
                    <a:pt x="3291469" y="4313984"/>
                  </a:lnTo>
                  <a:lnTo>
                    <a:pt x="3289382" y="4356612"/>
                  </a:lnTo>
                  <a:lnTo>
                    <a:pt x="3215949" y="4418031"/>
                  </a:lnTo>
                  <a:lnTo>
                    <a:pt x="3198584" y="4456020"/>
                  </a:lnTo>
                  <a:lnTo>
                    <a:pt x="3210919" y="4468228"/>
                  </a:lnTo>
                  <a:lnTo>
                    <a:pt x="3176211" y="4480853"/>
                  </a:lnTo>
                  <a:lnTo>
                    <a:pt x="3176918" y="4494589"/>
                  </a:lnTo>
                  <a:lnTo>
                    <a:pt x="3212956" y="4507671"/>
                  </a:lnTo>
                  <a:lnTo>
                    <a:pt x="3241606" y="4538864"/>
                  </a:lnTo>
                  <a:lnTo>
                    <a:pt x="3231424" y="4563219"/>
                  </a:lnTo>
                  <a:lnTo>
                    <a:pt x="3207609" y="4553719"/>
                  </a:lnTo>
                  <a:lnTo>
                    <a:pt x="3215525" y="4560135"/>
                  </a:lnTo>
                  <a:lnTo>
                    <a:pt x="3205728" y="4571488"/>
                  </a:lnTo>
                  <a:lnTo>
                    <a:pt x="3212047" y="4592239"/>
                  </a:lnTo>
                  <a:lnTo>
                    <a:pt x="3229946" y="4586690"/>
                  </a:lnTo>
                  <a:lnTo>
                    <a:pt x="3238000" y="4596353"/>
                  </a:lnTo>
                  <a:lnTo>
                    <a:pt x="3205615" y="4643168"/>
                  </a:lnTo>
                  <a:lnTo>
                    <a:pt x="3189020" y="4638658"/>
                  </a:lnTo>
                  <a:lnTo>
                    <a:pt x="3202170" y="4661607"/>
                  </a:lnTo>
                  <a:lnTo>
                    <a:pt x="3181849" y="4658605"/>
                  </a:lnTo>
                  <a:lnTo>
                    <a:pt x="3197281" y="4668475"/>
                  </a:lnTo>
                  <a:lnTo>
                    <a:pt x="3185337" y="4711392"/>
                  </a:lnTo>
                  <a:close/>
                  <a:moveTo>
                    <a:pt x="2849299" y="4017525"/>
                  </a:moveTo>
                  <a:lnTo>
                    <a:pt x="2805359" y="4068989"/>
                  </a:lnTo>
                  <a:lnTo>
                    <a:pt x="2806057" y="4102984"/>
                  </a:lnTo>
                  <a:lnTo>
                    <a:pt x="2814746" y="4109698"/>
                  </a:lnTo>
                  <a:lnTo>
                    <a:pt x="2808730" y="4131202"/>
                  </a:lnTo>
                  <a:lnTo>
                    <a:pt x="2790889" y="4138721"/>
                  </a:lnTo>
                  <a:lnTo>
                    <a:pt x="2755779" y="4122121"/>
                  </a:lnTo>
                  <a:lnTo>
                    <a:pt x="2750118" y="4128510"/>
                  </a:lnTo>
                  <a:lnTo>
                    <a:pt x="2734794" y="4113398"/>
                  </a:lnTo>
                  <a:lnTo>
                    <a:pt x="2725741" y="4140404"/>
                  </a:lnTo>
                  <a:lnTo>
                    <a:pt x="2684823" y="4143335"/>
                  </a:lnTo>
                  <a:lnTo>
                    <a:pt x="2666447" y="4177391"/>
                  </a:lnTo>
                  <a:lnTo>
                    <a:pt x="2634067" y="4207964"/>
                  </a:lnTo>
                  <a:lnTo>
                    <a:pt x="2562723" y="4218098"/>
                  </a:lnTo>
                  <a:lnTo>
                    <a:pt x="2558402" y="4208088"/>
                  </a:lnTo>
                  <a:lnTo>
                    <a:pt x="2536633" y="4212667"/>
                  </a:lnTo>
                  <a:lnTo>
                    <a:pt x="2525152" y="4171831"/>
                  </a:lnTo>
                  <a:lnTo>
                    <a:pt x="2493140" y="4180064"/>
                  </a:lnTo>
                  <a:lnTo>
                    <a:pt x="2460799" y="4210682"/>
                  </a:lnTo>
                  <a:lnTo>
                    <a:pt x="2468139" y="4290488"/>
                  </a:lnTo>
                  <a:lnTo>
                    <a:pt x="2402858" y="4322208"/>
                  </a:lnTo>
                  <a:lnTo>
                    <a:pt x="2339645" y="4370768"/>
                  </a:lnTo>
                  <a:lnTo>
                    <a:pt x="2328462" y="4359519"/>
                  </a:lnTo>
                  <a:lnTo>
                    <a:pt x="2319629" y="4387948"/>
                  </a:lnTo>
                  <a:lnTo>
                    <a:pt x="2337329" y="4397419"/>
                  </a:lnTo>
                  <a:lnTo>
                    <a:pt x="2333051" y="4457106"/>
                  </a:lnTo>
                  <a:lnTo>
                    <a:pt x="2319301" y="4484968"/>
                  </a:lnTo>
                  <a:lnTo>
                    <a:pt x="2325510" y="4495746"/>
                  </a:lnTo>
                  <a:lnTo>
                    <a:pt x="2248545" y="4523094"/>
                  </a:lnTo>
                  <a:lnTo>
                    <a:pt x="2240321" y="4516490"/>
                  </a:lnTo>
                  <a:lnTo>
                    <a:pt x="2204939" y="4572379"/>
                  </a:lnTo>
                  <a:lnTo>
                    <a:pt x="2169575" y="4558486"/>
                  </a:lnTo>
                  <a:lnTo>
                    <a:pt x="2177266" y="4574748"/>
                  </a:lnTo>
                  <a:lnTo>
                    <a:pt x="2205610" y="4578834"/>
                  </a:lnTo>
                  <a:lnTo>
                    <a:pt x="2206838" y="4598040"/>
                  </a:lnTo>
                  <a:lnTo>
                    <a:pt x="2233606" y="4616395"/>
                  </a:lnTo>
                  <a:lnTo>
                    <a:pt x="2223850" y="4620456"/>
                  </a:lnTo>
                  <a:lnTo>
                    <a:pt x="2236021" y="4669110"/>
                  </a:lnTo>
                  <a:lnTo>
                    <a:pt x="2247619" y="4673098"/>
                  </a:lnTo>
                  <a:lnTo>
                    <a:pt x="2247081" y="4685120"/>
                  </a:lnTo>
                  <a:lnTo>
                    <a:pt x="2263015" y="4685752"/>
                  </a:lnTo>
                  <a:lnTo>
                    <a:pt x="2262733" y="4699836"/>
                  </a:lnTo>
                  <a:lnTo>
                    <a:pt x="2245269" y="4699661"/>
                  </a:lnTo>
                  <a:lnTo>
                    <a:pt x="2245224" y="4714017"/>
                  </a:lnTo>
                  <a:lnTo>
                    <a:pt x="2275182" y="4724887"/>
                  </a:lnTo>
                  <a:lnTo>
                    <a:pt x="2272648" y="4796734"/>
                  </a:lnTo>
                  <a:lnTo>
                    <a:pt x="2293013" y="4887738"/>
                  </a:lnTo>
                  <a:lnTo>
                    <a:pt x="2309822" y="4892126"/>
                  </a:lnTo>
                  <a:lnTo>
                    <a:pt x="2283057" y="4917865"/>
                  </a:lnTo>
                  <a:lnTo>
                    <a:pt x="2312614" y="4943252"/>
                  </a:lnTo>
                  <a:lnTo>
                    <a:pt x="2310364" y="5029953"/>
                  </a:lnTo>
                  <a:lnTo>
                    <a:pt x="2318442" y="5048692"/>
                  </a:lnTo>
                  <a:lnTo>
                    <a:pt x="2409894" y="5059697"/>
                  </a:lnTo>
                  <a:lnTo>
                    <a:pt x="2437147" y="4937253"/>
                  </a:lnTo>
                  <a:lnTo>
                    <a:pt x="2480167" y="4984652"/>
                  </a:lnTo>
                  <a:lnTo>
                    <a:pt x="2527867" y="4965269"/>
                  </a:lnTo>
                  <a:lnTo>
                    <a:pt x="2526795" y="4932469"/>
                  </a:lnTo>
                  <a:lnTo>
                    <a:pt x="2557120" y="4927861"/>
                  </a:lnTo>
                  <a:lnTo>
                    <a:pt x="2604493" y="4935308"/>
                  </a:lnTo>
                  <a:lnTo>
                    <a:pt x="2650631" y="4961973"/>
                  </a:lnTo>
                  <a:lnTo>
                    <a:pt x="2727467" y="4974815"/>
                  </a:lnTo>
                  <a:lnTo>
                    <a:pt x="2821185" y="5009642"/>
                  </a:lnTo>
                  <a:lnTo>
                    <a:pt x="2827502" y="4991325"/>
                  </a:lnTo>
                  <a:lnTo>
                    <a:pt x="2837053" y="4992757"/>
                  </a:lnTo>
                  <a:lnTo>
                    <a:pt x="2849213" y="4975010"/>
                  </a:lnTo>
                  <a:lnTo>
                    <a:pt x="2886062" y="4979963"/>
                  </a:lnTo>
                  <a:lnTo>
                    <a:pt x="2896534" y="4970794"/>
                  </a:lnTo>
                  <a:lnTo>
                    <a:pt x="2903117" y="4959899"/>
                  </a:lnTo>
                  <a:lnTo>
                    <a:pt x="2896064" y="4939341"/>
                  </a:lnTo>
                  <a:lnTo>
                    <a:pt x="2882003" y="4929661"/>
                  </a:lnTo>
                  <a:lnTo>
                    <a:pt x="2907558" y="4929135"/>
                  </a:lnTo>
                  <a:lnTo>
                    <a:pt x="2934528" y="4876192"/>
                  </a:lnTo>
                  <a:lnTo>
                    <a:pt x="2918824" y="4845519"/>
                  </a:lnTo>
                  <a:lnTo>
                    <a:pt x="2936426" y="4825175"/>
                  </a:lnTo>
                  <a:lnTo>
                    <a:pt x="2977155" y="4829662"/>
                  </a:lnTo>
                  <a:lnTo>
                    <a:pt x="2965191" y="4842839"/>
                  </a:lnTo>
                  <a:lnTo>
                    <a:pt x="3019117" y="4878338"/>
                  </a:lnTo>
                  <a:lnTo>
                    <a:pt x="3023846" y="4854802"/>
                  </a:lnTo>
                  <a:lnTo>
                    <a:pt x="3041274" y="4850231"/>
                  </a:lnTo>
                  <a:lnTo>
                    <a:pt x="3060681" y="4828014"/>
                  </a:lnTo>
                  <a:lnTo>
                    <a:pt x="3085127" y="4818035"/>
                  </a:lnTo>
                  <a:lnTo>
                    <a:pt x="3107653" y="4821779"/>
                  </a:lnTo>
                  <a:lnTo>
                    <a:pt x="3110874" y="4801236"/>
                  </a:lnTo>
                  <a:lnTo>
                    <a:pt x="3093497" y="4765251"/>
                  </a:lnTo>
                  <a:lnTo>
                    <a:pt x="3134664" y="4757033"/>
                  </a:lnTo>
                  <a:lnTo>
                    <a:pt x="3185337" y="4711392"/>
                  </a:lnTo>
                  <a:lnTo>
                    <a:pt x="3197281" y="4668475"/>
                  </a:lnTo>
                  <a:lnTo>
                    <a:pt x="3181849" y="4658605"/>
                  </a:lnTo>
                  <a:lnTo>
                    <a:pt x="3202170" y="4661607"/>
                  </a:lnTo>
                  <a:lnTo>
                    <a:pt x="3189020" y="4638658"/>
                  </a:lnTo>
                  <a:lnTo>
                    <a:pt x="3205615" y="4643168"/>
                  </a:lnTo>
                  <a:lnTo>
                    <a:pt x="3238000" y="4596353"/>
                  </a:lnTo>
                  <a:lnTo>
                    <a:pt x="3229946" y="4586690"/>
                  </a:lnTo>
                  <a:lnTo>
                    <a:pt x="3212047" y="4592239"/>
                  </a:lnTo>
                  <a:lnTo>
                    <a:pt x="3204237" y="4569530"/>
                  </a:lnTo>
                  <a:lnTo>
                    <a:pt x="3166658" y="4537454"/>
                  </a:lnTo>
                  <a:lnTo>
                    <a:pt x="3158125" y="4535298"/>
                  </a:lnTo>
                  <a:lnTo>
                    <a:pt x="3150568" y="4551000"/>
                  </a:lnTo>
                  <a:lnTo>
                    <a:pt x="3135931" y="4545721"/>
                  </a:lnTo>
                  <a:lnTo>
                    <a:pt x="3124751" y="4534202"/>
                  </a:lnTo>
                  <a:lnTo>
                    <a:pt x="3125513" y="4505012"/>
                  </a:lnTo>
                  <a:lnTo>
                    <a:pt x="3084256" y="4518486"/>
                  </a:lnTo>
                  <a:lnTo>
                    <a:pt x="3052133" y="4496174"/>
                  </a:lnTo>
                  <a:lnTo>
                    <a:pt x="3038896" y="4512757"/>
                  </a:lnTo>
                  <a:lnTo>
                    <a:pt x="3052006" y="4544872"/>
                  </a:lnTo>
                  <a:lnTo>
                    <a:pt x="3031421" y="4537713"/>
                  </a:lnTo>
                  <a:lnTo>
                    <a:pt x="3004557" y="4549623"/>
                  </a:lnTo>
                  <a:lnTo>
                    <a:pt x="2988105" y="4540127"/>
                  </a:lnTo>
                  <a:lnTo>
                    <a:pt x="3008799" y="4512780"/>
                  </a:lnTo>
                  <a:lnTo>
                    <a:pt x="3012617" y="4480791"/>
                  </a:lnTo>
                  <a:lnTo>
                    <a:pt x="2985540" y="4470425"/>
                  </a:lnTo>
                  <a:lnTo>
                    <a:pt x="3002845" y="4432299"/>
                  </a:lnTo>
                  <a:lnTo>
                    <a:pt x="3032418" y="4458000"/>
                  </a:lnTo>
                  <a:lnTo>
                    <a:pt x="3046691" y="4455669"/>
                  </a:lnTo>
                  <a:lnTo>
                    <a:pt x="3047064" y="4446221"/>
                  </a:lnTo>
                  <a:lnTo>
                    <a:pt x="3027193" y="4443594"/>
                  </a:lnTo>
                  <a:lnTo>
                    <a:pt x="3020392" y="4415224"/>
                  </a:lnTo>
                  <a:lnTo>
                    <a:pt x="2992438" y="4411939"/>
                  </a:lnTo>
                  <a:lnTo>
                    <a:pt x="2999701" y="4386364"/>
                  </a:lnTo>
                  <a:lnTo>
                    <a:pt x="2981749" y="4367871"/>
                  </a:lnTo>
                  <a:lnTo>
                    <a:pt x="2950201" y="4378828"/>
                  </a:lnTo>
                  <a:lnTo>
                    <a:pt x="2946739" y="4322502"/>
                  </a:lnTo>
                  <a:lnTo>
                    <a:pt x="2934461" y="4321636"/>
                  </a:lnTo>
                  <a:lnTo>
                    <a:pt x="2911780" y="4296994"/>
                  </a:lnTo>
                  <a:lnTo>
                    <a:pt x="2934826" y="4232343"/>
                  </a:lnTo>
                  <a:lnTo>
                    <a:pt x="3024020" y="4165582"/>
                  </a:lnTo>
                  <a:lnTo>
                    <a:pt x="2999422" y="4130220"/>
                  </a:lnTo>
                  <a:lnTo>
                    <a:pt x="3003682" y="4121240"/>
                  </a:lnTo>
                  <a:lnTo>
                    <a:pt x="2925522" y="4086251"/>
                  </a:lnTo>
                  <a:lnTo>
                    <a:pt x="2934954" y="4068461"/>
                  </a:lnTo>
                  <a:lnTo>
                    <a:pt x="2910440" y="4058407"/>
                  </a:lnTo>
                  <a:lnTo>
                    <a:pt x="2909919" y="4040916"/>
                  </a:lnTo>
                  <a:lnTo>
                    <a:pt x="2849299" y="4017525"/>
                  </a:lnTo>
                  <a:close/>
                  <a:moveTo>
                    <a:pt x="901981" y="6155764"/>
                  </a:moveTo>
                  <a:lnTo>
                    <a:pt x="911218" y="6219331"/>
                  </a:lnTo>
                  <a:lnTo>
                    <a:pt x="892235" y="6275889"/>
                  </a:lnTo>
                  <a:lnTo>
                    <a:pt x="905599" y="6292299"/>
                  </a:lnTo>
                  <a:lnTo>
                    <a:pt x="887700" y="6318241"/>
                  </a:lnTo>
                  <a:lnTo>
                    <a:pt x="932867" y="6356041"/>
                  </a:lnTo>
                  <a:lnTo>
                    <a:pt x="935436" y="6371411"/>
                  </a:lnTo>
                  <a:lnTo>
                    <a:pt x="956753" y="6366011"/>
                  </a:lnTo>
                  <a:lnTo>
                    <a:pt x="980640" y="6388440"/>
                  </a:lnTo>
                  <a:lnTo>
                    <a:pt x="1031002" y="6381076"/>
                  </a:lnTo>
                  <a:lnTo>
                    <a:pt x="1075503" y="6390998"/>
                  </a:lnTo>
                  <a:lnTo>
                    <a:pt x="1074254" y="6429087"/>
                  </a:lnTo>
                  <a:lnTo>
                    <a:pt x="1097065" y="6429714"/>
                  </a:lnTo>
                  <a:lnTo>
                    <a:pt x="1097234" y="6441539"/>
                  </a:lnTo>
                  <a:lnTo>
                    <a:pt x="901234" y="6498561"/>
                  </a:lnTo>
                  <a:lnTo>
                    <a:pt x="883834" y="6569983"/>
                  </a:lnTo>
                  <a:lnTo>
                    <a:pt x="869545" y="6561922"/>
                  </a:lnTo>
                  <a:lnTo>
                    <a:pt x="842101" y="6586533"/>
                  </a:lnTo>
                  <a:lnTo>
                    <a:pt x="813544" y="6577533"/>
                  </a:lnTo>
                  <a:lnTo>
                    <a:pt x="798962" y="6585133"/>
                  </a:lnTo>
                  <a:lnTo>
                    <a:pt x="780075" y="6574666"/>
                  </a:lnTo>
                  <a:lnTo>
                    <a:pt x="761683" y="6591735"/>
                  </a:lnTo>
                  <a:lnTo>
                    <a:pt x="730434" y="6599377"/>
                  </a:lnTo>
                  <a:lnTo>
                    <a:pt x="752158" y="6633392"/>
                  </a:lnTo>
                  <a:lnTo>
                    <a:pt x="719427" y="6648723"/>
                  </a:lnTo>
                  <a:lnTo>
                    <a:pt x="711871" y="6663883"/>
                  </a:lnTo>
                  <a:lnTo>
                    <a:pt x="704825" y="6729563"/>
                  </a:lnTo>
                  <a:lnTo>
                    <a:pt x="728997" y="6733543"/>
                  </a:lnTo>
                  <a:lnTo>
                    <a:pt x="722841" y="6765113"/>
                  </a:lnTo>
                  <a:lnTo>
                    <a:pt x="681066" y="6748890"/>
                  </a:lnTo>
                  <a:lnTo>
                    <a:pt x="682374" y="6772381"/>
                  </a:lnTo>
                  <a:lnTo>
                    <a:pt x="651739" y="6801755"/>
                  </a:lnTo>
                  <a:lnTo>
                    <a:pt x="698996" y="6800691"/>
                  </a:lnTo>
                  <a:lnTo>
                    <a:pt x="711079" y="6811440"/>
                  </a:lnTo>
                  <a:lnTo>
                    <a:pt x="708006" y="6862341"/>
                  </a:lnTo>
                  <a:lnTo>
                    <a:pt x="692637" y="6888468"/>
                  </a:lnTo>
                  <a:lnTo>
                    <a:pt x="710965" y="6946611"/>
                  </a:lnTo>
                  <a:lnTo>
                    <a:pt x="692673" y="6963380"/>
                  </a:lnTo>
                  <a:lnTo>
                    <a:pt x="704874" y="6983892"/>
                  </a:lnTo>
                  <a:lnTo>
                    <a:pt x="701092" y="7003754"/>
                  </a:lnTo>
                  <a:lnTo>
                    <a:pt x="748505" y="7018070"/>
                  </a:lnTo>
                  <a:lnTo>
                    <a:pt x="772832" y="7039477"/>
                  </a:lnTo>
                  <a:lnTo>
                    <a:pt x="771526" y="7054731"/>
                  </a:lnTo>
                  <a:lnTo>
                    <a:pt x="785031" y="7058606"/>
                  </a:lnTo>
                  <a:lnTo>
                    <a:pt x="769896" y="7084616"/>
                  </a:lnTo>
                  <a:lnTo>
                    <a:pt x="792419" y="7116041"/>
                  </a:lnTo>
                  <a:lnTo>
                    <a:pt x="796153" y="7164942"/>
                  </a:lnTo>
                  <a:lnTo>
                    <a:pt x="838123" y="7254011"/>
                  </a:lnTo>
                  <a:lnTo>
                    <a:pt x="866339" y="7286023"/>
                  </a:lnTo>
                  <a:lnTo>
                    <a:pt x="874276" y="7335295"/>
                  </a:lnTo>
                  <a:lnTo>
                    <a:pt x="919592" y="7314871"/>
                  </a:lnTo>
                  <a:lnTo>
                    <a:pt x="938664" y="7321767"/>
                  </a:lnTo>
                  <a:lnTo>
                    <a:pt x="946037" y="7338708"/>
                  </a:lnTo>
                  <a:lnTo>
                    <a:pt x="971013" y="7325972"/>
                  </a:lnTo>
                  <a:lnTo>
                    <a:pt x="994206" y="7333969"/>
                  </a:lnTo>
                  <a:lnTo>
                    <a:pt x="1001446" y="7316399"/>
                  </a:lnTo>
                  <a:lnTo>
                    <a:pt x="1044793" y="7301167"/>
                  </a:lnTo>
                  <a:lnTo>
                    <a:pt x="1057916" y="7318782"/>
                  </a:lnTo>
                  <a:lnTo>
                    <a:pt x="1037482" y="7351430"/>
                  </a:lnTo>
                  <a:lnTo>
                    <a:pt x="1035905" y="7372602"/>
                  </a:lnTo>
                  <a:lnTo>
                    <a:pt x="1051118" y="7363862"/>
                  </a:lnTo>
                  <a:lnTo>
                    <a:pt x="1057666" y="7504393"/>
                  </a:lnTo>
                  <a:lnTo>
                    <a:pt x="1034417" y="7514012"/>
                  </a:lnTo>
                  <a:lnTo>
                    <a:pt x="1095075" y="7578702"/>
                  </a:lnTo>
                  <a:lnTo>
                    <a:pt x="1097222" y="7600494"/>
                  </a:lnTo>
                  <a:lnTo>
                    <a:pt x="1146742" y="7636659"/>
                  </a:lnTo>
                  <a:lnTo>
                    <a:pt x="1154134" y="7668361"/>
                  </a:lnTo>
                  <a:lnTo>
                    <a:pt x="1183701" y="7671750"/>
                  </a:lnTo>
                  <a:lnTo>
                    <a:pt x="1182828" y="7661476"/>
                  </a:lnTo>
                  <a:lnTo>
                    <a:pt x="1282569" y="7654243"/>
                  </a:lnTo>
                  <a:lnTo>
                    <a:pt x="1280949" y="7629417"/>
                  </a:lnTo>
                  <a:lnTo>
                    <a:pt x="1515180" y="7612740"/>
                  </a:lnTo>
                  <a:lnTo>
                    <a:pt x="1512289" y="7569266"/>
                  </a:lnTo>
                  <a:lnTo>
                    <a:pt x="1669119" y="7556343"/>
                  </a:lnTo>
                  <a:lnTo>
                    <a:pt x="1663314" y="7481047"/>
                  </a:lnTo>
                  <a:lnTo>
                    <a:pt x="1741421" y="7477929"/>
                  </a:lnTo>
                  <a:lnTo>
                    <a:pt x="1745579" y="7504293"/>
                  </a:lnTo>
                  <a:lnTo>
                    <a:pt x="1770131" y="7478454"/>
                  </a:lnTo>
                  <a:lnTo>
                    <a:pt x="1790282" y="7481484"/>
                  </a:lnTo>
                  <a:lnTo>
                    <a:pt x="1793147" y="7472810"/>
                  </a:lnTo>
                  <a:lnTo>
                    <a:pt x="1809190" y="7481949"/>
                  </a:lnTo>
                  <a:lnTo>
                    <a:pt x="1815678" y="7429328"/>
                  </a:lnTo>
                  <a:lnTo>
                    <a:pt x="1797081" y="7297803"/>
                  </a:lnTo>
                  <a:lnTo>
                    <a:pt x="1827721" y="7243882"/>
                  </a:lnTo>
                  <a:lnTo>
                    <a:pt x="1833236" y="7213958"/>
                  </a:lnTo>
                  <a:lnTo>
                    <a:pt x="1805443" y="7217372"/>
                  </a:lnTo>
                  <a:lnTo>
                    <a:pt x="1795109" y="7070579"/>
                  </a:lnTo>
                  <a:lnTo>
                    <a:pt x="1809858" y="7032919"/>
                  </a:lnTo>
                  <a:lnTo>
                    <a:pt x="1793344" y="7029514"/>
                  </a:lnTo>
                  <a:lnTo>
                    <a:pt x="1779456" y="6894682"/>
                  </a:lnTo>
                  <a:lnTo>
                    <a:pt x="1820127" y="6896902"/>
                  </a:lnTo>
                  <a:lnTo>
                    <a:pt x="1887136" y="6848802"/>
                  </a:lnTo>
                  <a:lnTo>
                    <a:pt x="1932177" y="6867173"/>
                  </a:lnTo>
                  <a:lnTo>
                    <a:pt x="1986939" y="6807824"/>
                  </a:lnTo>
                  <a:lnTo>
                    <a:pt x="1968678" y="6783926"/>
                  </a:lnTo>
                  <a:lnTo>
                    <a:pt x="1992668" y="6739348"/>
                  </a:lnTo>
                  <a:lnTo>
                    <a:pt x="2002061" y="6742680"/>
                  </a:lnTo>
                  <a:lnTo>
                    <a:pt x="2033944" y="6711474"/>
                  </a:lnTo>
                  <a:lnTo>
                    <a:pt x="2057889" y="6707921"/>
                  </a:lnTo>
                  <a:lnTo>
                    <a:pt x="2133841" y="6753563"/>
                  </a:lnTo>
                  <a:lnTo>
                    <a:pt x="2128225" y="6773973"/>
                  </a:lnTo>
                  <a:lnTo>
                    <a:pt x="2140033" y="6784357"/>
                  </a:lnTo>
                  <a:lnTo>
                    <a:pt x="2136242" y="6798549"/>
                  </a:lnTo>
                  <a:lnTo>
                    <a:pt x="2189676" y="6829308"/>
                  </a:lnTo>
                  <a:lnTo>
                    <a:pt x="2199440" y="6806074"/>
                  </a:lnTo>
                  <a:lnTo>
                    <a:pt x="2218422" y="6823021"/>
                  </a:lnTo>
                  <a:lnTo>
                    <a:pt x="2312647" y="6819074"/>
                  </a:lnTo>
                  <a:lnTo>
                    <a:pt x="2334402" y="6783119"/>
                  </a:lnTo>
                  <a:lnTo>
                    <a:pt x="2346431" y="6722298"/>
                  </a:lnTo>
                  <a:lnTo>
                    <a:pt x="2301778" y="6679516"/>
                  </a:lnTo>
                  <a:lnTo>
                    <a:pt x="2320184" y="6658978"/>
                  </a:lnTo>
                  <a:lnTo>
                    <a:pt x="2416973" y="6748686"/>
                  </a:lnTo>
                  <a:lnTo>
                    <a:pt x="2433952" y="6802916"/>
                  </a:lnTo>
                  <a:lnTo>
                    <a:pt x="2476490" y="6798490"/>
                  </a:lnTo>
                  <a:lnTo>
                    <a:pt x="2496539" y="6822086"/>
                  </a:lnTo>
                  <a:lnTo>
                    <a:pt x="2486379" y="6858294"/>
                  </a:lnTo>
                  <a:lnTo>
                    <a:pt x="2494610" y="6896780"/>
                  </a:lnTo>
                  <a:lnTo>
                    <a:pt x="2473844" y="6893674"/>
                  </a:lnTo>
                  <a:lnTo>
                    <a:pt x="2468242" y="6927912"/>
                  </a:lnTo>
                  <a:lnTo>
                    <a:pt x="2461099" y="6926434"/>
                  </a:lnTo>
                  <a:lnTo>
                    <a:pt x="2464603" y="6959397"/>
                  </a:lnTo>
                  <a:lnTo>
                    <a:pt x="2545742" y="6992398"/>
                  </a:lnTo>
                  <a:lnTo>
                    <a:pt x="2544400" y="6926296"/>
                  </a:lnTo>
                  <a:lnTo>
                    <a:pt x="2627892" y="6923127"/>
                  </a:lnTo>
                  <a:lnTo>
                    <a:pt x="2633172" y="6841325"/>
                  </a:lnTo>
                  <a:lnTo>
                    <a:pt x="2720274" y="6836344"/>
                  </a:lnTo>
                  <a:lnTo>
                    <a:pt x="2987103" y="6732539"/>
                  </a:lnTo>
                  <a:lnTo>
                    <a:pt x="3015132" y="6487201"/>
                  </a:lnTo>
                  <a:lnTo>
                    <a:pt x="3037789" y="6419620"/>
                  </a:lnTo>
                  <a:lnTo>
                    <a:pt x="3036741" y="6388543"/>
                  </a:lnTo>
                  <a:lnTo>
                    <a:pt x="3051122" y="6379672"/>
                  </a:lnTo>
                  <a:lnTo>
                    <a:pt x="3009386" y="6387382"/>
                  </a:lnTo>
                  <a:lnTo>
                    <a:pt x="3003885" y="6372374"/>
                  </a:lnTo>
                  <a:lnTo>
                    <a:pt x="3027102" y="6357866"/>
                  </a:lnTo>
                  <a:lnTo>
                    <a:pt x="3015284" y="6334738"/>
                  </a:lnTo>
                  <a:lnTo>
                    <a:pt x="2975286" y="6332047"/>
                  </a:lnTo>
                  <a:lnTo>
                    <a:pt x="2981795" y="6298081"/>
                  </a:lnTo>
                  <a:lnTo>
                    <a:pt x="2958352" y="6287081"/>
                  </a:lnTo>
                  <a:lnTo>
                    <a:pt x="2923931" y="6305750"/>
                  </a:lnTo>
                  <a:lnTo>
                    <a:pt x="2910605" y="6280730"/>
                  </a:lnTo>
                  <a:lnTo>
                    <a:pt x="2936309" y="6231454"/>
                  </a:lnTo>
                  <a:lnTo>
                    <a:pt x="2875284" y="6155862"/>
                  </a:lnTo>
                  <a:lnTo>
                    <a:pt x="2938740" y="6171715"/>
                  </a:lnTo>
                  <a:lnTo>
                    <a:pt x="2944033" y="6162066"/>
                  </a:lnTo>
                  <a:lnTo>
                    <a:pt x="3009659" y="6219717"/>
                  </a:lnTo>
                  <a:lnTo>
                    <a:pt x="3034743" y="6198130"/>
                  </a:lnTo>
                  <a:lnTo>
                    <a:pt x="3070567" y="6201516"/>
                  </a:lnTo>
                  <a:lnTo>
                    <a:pt x="3071959" y="6194035"/>
                  </a:lnTo>
                  <a:lnTo>
                    <a:pt x="3099028" y="6173737"/>
                  </a:lnTo>
                  <a:lnTo>
                    <a:pt x="3002515" y="6123756"/>
                  </a:lnTo>
                  <a:lnTo>
                    <a:pt x="3010276" y="6105648"/>
                  </a:lnTo>
                  <a:lnTo>
                    <a:pt x="2964923" y="6078700"/>
                  </a:lnTo>
                  <a:lnTo>
                    <a:pt x="2923041" y="6061524"/>
                  </a:lnTo>
                  <a:lnTo>
                    <a:pt x="2899805" y="6062997"/>
                  </a:lnTo>
                  <a:lnTo>
                    <a:pt x="2902093" y="6014968"/>
                  </a:lnTo>
                  <a:lnTo>
                    <a:pt x="2915269" y="6011531"/>
                  </a:lnTo>
                  <a:lnTo>
                    <a:pt x="2934176" y="6023436"/>
                  </a:lnTo>
                  <a:lnTo>
                    <a:pt x="2945400" y="6016764"/>
                  </a:lnTo>
                  <a:lnTo>
                    <a:pt x="2946933" y="5996980"/>
                  </a:lnTo>
                  <a:lnTo>
                    <a:pt x="2929626" y="5958692"/>
                  </a:lnTo>
                  <a:lnTo>
                    <a:pt x="2946143" y="5932452"/>
                  </a:lnTo>
                  <a:lnTo>
                    <a:pt x="2885398" y="5896049"/>
                  </a:lnTo>
                  <a:lnTo>
                    <a:pt x="2887647" y="5877839"/>
                  </a:lnTo>
                  <a:lnTo>
                    <a:pt x="2904582" y="5860508"/>
                  </a:lnTo>
                  <a:lnTo>
                    <a:pt x="2895418" y="5853953"/>
                  </a:lnTo>
                  <a:lnTo>
                    <a:pt x="2871476" y="5849233"/>
                  </a:lnTo>
                  <a:lnTo>
                    <a:pt x="2845594" y="5858007"/>
                  </a:lnTo>
                  <a:lnTo>
                    <a:pt x="2732635" y="5794063"/>
                  </a:lnTo>
                  <a:lnTo>
                    <a:pt x="2709984" y="5809330"/>
                  </a:lnTo>
                  <a:lnTo>
                    <a:pt x="2690961" y="5800259"/>
                  </a:lnTo>
                  <a:lnTo>
                    <a:pt x="2675470" y="5813636"/>
                  </a:lnTo>
                  <a:lnTo>
                    <a:pt x="2662025" y="5795697"/>
                  </a:lnTo>
                  <a:lnTo>
                    <a:pt x="2641733" y="5842434"/>
                  </a:lnTo>
                  <a:lnTo>
                    <a:pt x="2626749" y="5846354"/>
                  </a:lnTo>
                  <a:lnTo>
                    <a:pt x="2607959" y="5823806"/>
                  </a:lnTo>
                  <a:lnTo>
                    <a:pt x="2596003" y="5828055"/>
                  </a:lnTo>
                  <a:lnTo>
                    <a:pt x="2586826" y="5798152"/>
                  </a:lnTo>
                  <a:lnTo>
                    <a:pt x="2536923" y="5784671"/>
                  </a:lnTo>
                  <a:lnTo>
                    <a:pt x="2394209" y="5697065"/>
                  </a:lnTo>
                  <a:lnTo>
                    <a:pt x="2093185" y="5559336"/>
                  </a:lnTo>
                  <a:lnTo>
                    <a:pt x="2084214" y="5543915"/>
                  </a:lnTo>
                  <a:lnTo>
                    <a:pt x="2032351" y="5580352"/>
                  </a:lnTo>
                  <a:lnTo>
                    <a:pt x="1993255" y="5573447"/>
                  </a:lnTo>
                  <a:lnTo>
                    <a:pt x="1968857" y="5589427"/>
                  </a:lnTo>
                  <a:lnTo>
                    <a:pt x="1894591" y="5688267"/>
                  </a:lnTo>
                  <a:lnTo>
                    <a:pt x="1894094" y="5705773"/>
                  </a:lnTo>
                  <a:lnTo>
                    <a:pt x="1850517" y="5706001"/>
                  </a:lnTo>
                  <a:lnTo>
                    <a:pt x="1833734" y="5715160"/>
                  </a:lnTo>
                  <a:lnTo>
                    <a:pt x="1831171" y="5700758"/>
                  </a:lnTo>
                  <a:lnTo>
                    <a:pt x="1811173" y="5690508"/>
                  </a:lnTo>
                  <a:lnTo>
                    <a:pt x="1774887" y="5693241"/>
                  </a:lnTo>
                  <a:lnTo>
                    <a:pt x="1776490" y="5726492"/>
                  </a:lnTo>
                  <a:lnTo>
                    <a:pt x="1745881" y="5725844"/>
                  </a:lnTo>
                  <a:lnTo>
                    <a:pt x="1740208" y="5737473"/>
                  </a:lnTo>
                  <a:lnTo>
                    <a:pt x="1689784" y="5700789"/>
                  </a:lnTo>
                  <a:lnTo>
                    <a:pt x="1680846" y="5709641"/>
                  </a:lnTo>
                  <a:lnTo>
                    <a:pt x="1578208" y="5677463"/>
                  </a:lnTo>
                  <a:lnTo>
                    <a:pt x="1573650" y="5697094"/>
                  </a:lnTo>
                  <a:lnTo>
                    <a:pt x="1553378" y="5678401"/>
                  </a:lnTo>
                  <a:lnTo>
                    <a:pt x="1554960" y="5666543"/>
                  </a:lnTo>
                  <a:lnTo>
                    <a:pt x="1491403" y="5623078"/>
                  </a:lnTo>
                  <a:lnTo>
                    <a:pt x="1503566" y="5596663"/>
                  </a:lnTo>
                  <a:lnTo>
                    <a:pt x="1492243" y="5581265"/>
                  </a:lnTo>
                  <a:lnTo>
                    <a:pt x="1471246" y="5568894"/>
                  </a:lnTo>
                  <a:lnTo>
                    <a:pt x="1430307" y="5567897"/>
                  </a:lnTo>
                  <a:lnTo>
                    <a:pt x="1354340" y="5489815"/>
                  </a:lnTo>
                  <a:lnTo>
                    <a:pt x="1333581" y="5516898"/>
                  </a:lnTo>
                  <a:lnTo>
                    <a:pt x="1334390" y="5488908"/>
                  </a:lnTo>
                  <a:lnTo>
                    <a:pt x="1323441" y="5482387"/>
                  </a:lnTo>
                  <a:lnTo>
                    <a:pt x="1314565" y="5501551"/>
                  </a:lnTo>
                  <a:lnTo>
                    <a:pt x="1304988" y="5498191"/>
                  </a:lnTo>
                  <a:lnTo>
                    <a:pt x="1277835" y="5532696"/>
                  </a:lnTo>
                  <a:lnTo>
                    <a:pt x="1268125" y="5532984"/>
                  </a:lnTo>
                  <a:lnTo>
                    <a:pt x="1275458" y="5499133"/>
                  </a:lnTo>
                  <a:lnTo>
                    <a:pt x="1237442" y="5466390"/>
                  </a:lnTo>
                  <a:lnTo>
                    <a:pt x="1244792" y="5449313"/>
                  </a:lnTo>
                  <a:lnTo>
                    <a:pt x="1239098" y="5434546"/>
                  </a:lnTo>
                  <a:lnTo>
                    <a:pt x="1245398" y="5430124"/>
                  </a:lnTo>
                  <a:lnTo>
                    <a:pt x="1236139" y="5420145"/>
                  </a:lnTo>
                  <a:lnTo>
                    <a:pt x="1189664" y="5428872"/>
                  </a:lnTo>
                  <a:lnTo>
                    <a:pt x="1155045" y="5397269"/>
                  </a:lnTo>
                  <a:lnTo>
                    <a:pt x="1109522" y="5399835"/>
                  </a:lnTo>
                  <a:lnTo>
                    <a:pt x="1077598" y="5427586"/>
                  </a:lnTo>
                  <a:lnTo>
                    <a:pt x="1052020" y="5428422"/>
                  </a:lnTo>
                  <a:lnTo>
                    <a:pt x="1020926" y="5448812"/>
                  </a:lnTo>
                  <a:lnTo>
                    <a:pt x="1014312" y="5468238"/>
                  </a:lnTo>
                  <a:lnTo>
                    <a:pt x="1038316" y="5495416"/>
                  </a:lnTo>
                  <a:lnTo>
                    <a:pt x="1028325" y="5532169"/>
                  </a:lnTo>
                  <a:lnTo>
                    <a:pt x="999051" y="5577500"/>
                  </a:lnTo>
                  <a:lnTo>
                    <a:pt x="948319" y="5629651"/>
                  </a:lnTo>
                  <a:lnTo>
                    <a:pt x="911300" y="5642410"/>
                  </a:lnTo>
                  <a:lnTo>
                    <a:pt x="879480" y="5633774"/>
                  </a:lnTo>
                  <a:lnTo>
                    <a:pt x="852838" y="5714749"/>
                  </a:lnTo>
                  <a:lnTo>
                    <a:pt x="841030" y="5720126"/>
                  </a:lnTo>
                  <a:lnTo>
                    <a:pt x="848185" y="5730868"/>
                  </a:lnTo>
                  <a:lnTo>
                    <a:pt x="824434" y="5798826"/>
                  </a:lnTo>
                  <a:lnTo>
                    <a:pt x="823828" y="5834518"/>
                  </a:lnTo>
                  <a:lnTo>
                    <a:pt x="844351" y="5837092"/>
                  </a:lnTo>
                  <a:lnTo>
                    <a:pt x="1027937" y="5935948"/>
                  </a:lnTo>
                  <a:lnTo>
                    <a:pt x="963338" y="6012515"/>
                  </a:lnTo>
                  <a:lnTo>
                    <a:pt x="945671" y="5998180"/>
                  </a:lnTo>
                  <a:lnTo>
                    <a:pt x="933004" y="6007633"/>
                  </a:lnTo>
                  <a:lnTo>
                    <a:pt x="926541" y="6051333"/>
                  </a:lnTo>
                  <a:lnTo>
                    <a:pt x="915040" y="6060217"/>
                  </a:lnTo>
                  <a:lnTo>
                    <a:pt x="921360" y="6071397"/>
                  </a:lnTo>
                  <a:lnTo>
                    <a:pt x="901981" y="6155764"/>
                  </a:lnTo>
                  <a:close/>
                  <a:moveTo>
                    <a:pt x="1666791" y="4704147"/>
                  </a:moveTo>
                  <a:lnTo>
                    <a:pt x="1654773" y="4706625"/>
                  </a:lnTo>
                  <a:lnTo>
                    <a:pt x="1669970" y="4783119"/>
                  </a:lnTo>
                  <a:lnTo>
                    <a:pt x="1534796" y="4814053"/>
                  </a:lnTo>
                  <a:lnTo>
                    <a:pt x="1535209" y="4820945"/>
                  </a:lnTo>
                  <a:lnTo>
                    <a:pt x="1440599" y="4808642"/>
                  </a:lnTo>
                  <a:lnTo>
                    <a:pt x="1435499" y="4858446"/>
                  </a:lnTo>
                  <a:lnTo>
                    <a:pt x="1722818" y="5085055"/>
                  </a:lnTo>
                  <a:lnTo>
                    <a:pt x="1713575" y="5090816"/>
                  </a:lnTo>
                  <a:lnTo>
                    <a:pt x="1679327" y="5051146"/>
                  </a:lnTo>
                  <a:lnTo>
                    <a:pt x="1651627" y="5068562"/>
                  </a:lnTo>
                  <a:lnTo>
                    <a:pt x="1657929" y="5077624"/>
                  </a:lnTo>
                  <a:lnTo>
                    <a:pt x="1651072" y="5090171"/>
                  </a:lnTo>
                  <a:lnTo>
                    <a:pt x="1642629" y="5046492"/>
                  </a:lnTo>
                  <a:lnTo>
                    <a:pt x="1625490" y="5060303"/>
                  </a:lnTo>
                  <a:lnTo>
                    <a:pt x="1594931" y="5056812"/>
                  </a:lnTo>
                  <a:lnTo>
                    <a:pt x="1564126" y="5074737"/>
                  </a:lnTo>
                  <a:lnTo>
                    <a:pt x="1570566" y="5080763"/>
                  </a:lnTo>
                  <a:lnTo>
                    <a:pt x="1558076" y="5090588"/>
                  </a:lnTo>
                  <a:lnTo>
                    <a:pt x="1530247" y="5075222"/>
                  </a:lnTo>
                  <a:lnTo>
                    <a:pt x="1515887" y="5077691"/>
                  </a:lnTo>
                  <a:lnTo>
                    <a:pt x="1505919" y="5086315"/>
                  </a:lnTo>
                  <a:lnTo>
                    <a:pt x="1472171" y="5098391"/>
                  </a:lnTo>
                  <a:lnTo>
                    <a:pt x="1470407" y="5136540"/>
                  </a:lnTo>
                  <a:lnTo>
                    <a:pt x="1425706" y="5157516"/>
                  </a:lnTo>
                  <a:lnTo>
                    <a:pt x="1403340" y="5195228"/>
                  </a:lnTo>
                  <a:lnTo>
                    <a:pt x="1387891" y="5204331"/>
                  </a:lnTo>
                  <a:lnTo>
                    <a:pt x="1361058" y="5195550"/>
                  </a:lnTo>
                  <a:lnTo>
                    <a:pt x="1337793" y="5264750"/>
                  </a:lnTo>
                  <a:lnTo>
                    <a:pt x="1354475" y="5361071"/>
                  </a:lnTo>
                  <a:lnTo>
                    <a:pt x="1295104" y="5430456"/>
                  </a:lnTo>
                  <a:lnTo>
                    <a:pt x="1245398" y="5430124"/>
                  </a:lnTo>
                  <a:lnTo>
                    <a:pt x="1239098" y="5434546"/>
                  </a:lnTo>
                  <a:lnTo>
                    <a:pt x="1244792" y="5449313"/>
                  </a:lnTo>
                  <a:lnTo>
                    <a:pt x="1237442" y="5466390"/>
                  </a:lnTo>
                  <a:lnTo>
                    <a:pt x="1275458" y="5499133"/>
                  </a:lnTo>
                  <a:lnTo>
                    <a:pt x="1268125" y="5532984"/>
                  </a:lnTo>
                  <a:lnTo>
                    <a:pt x="1277835" y="5532696"/>
                  </a:lnTo>
                  <a:lnTo>
                    <a:pt x="1304988" y="5498191"/>
                  </a:lnTo>
                  <a:lnTo>
                    <a:pt x="1314565" y="5501551"/>
                  </a:lnTo>
                  <a:lnTo>
                    <a:pt x="1323441" y="5482387"/>
                  </a:lnTo>
                  <a:lnTo>
                    <a:pt x="1334390" y="5488908"/>
                  </a:lnTo>
                  <a:lnTo>
                    <a:pt x="1333581" y="5516898"/>
                  </a:lnTo>
                  <a:lnTo>
                    <a:pt x="1354340" y="5489815"/>
                  </a:lnTo>
                  <a:lnTo>
                    <a:pt x="1430307" y="5567897"/>
                  </a:lnTo>
                  <a:lnTo>
                    <a:pt x="1471246" y="5568894"/>
                  </a:lnTo>
                  <a:lnTo>
                    <a:pt x="1492243" y="5581265"/>
                  </a:lnTo>
                  <a:lnTo>
                    <a:pt x="1503566" y="5596663"/>
                  </a:lnTo>
                  <a:lnTo>
                    <a:pt x="1491403" y="5623078"/>
                  </a:lnTo>
                  <a:lnTo>
                    <a:pt x="1554960" y="5666543"/>
                  </a:lnTo>
                  <a:lnTo>
                    <a:pt x="1553378" y="5678401"/>
                  </a:lnTo>
                  <a:lnTo>
                    <a:pt x="1573650" y="5697094"/>
                  </a:lnTo>
                  <a:lnTo>
                    <a:pt x="1578208" y="5677463"/>
                  </a:lnTo>
                  <a:lnTo>
                    <a:pt x="1680846" y="5709641"/>
                  </a:lnTo>
                  <a:lnTo>
                    <a:pt x="1689784" y="5700789"/>
                  </a:lnTo>
                  <a:lnTo>
                    <a:pt x="1740208" y="5737473"/>
                  </a:lnTo>
                  <a:lnTo>
                    <a:pt x="1745881" y="5725844"/>
                  </a:lnTo>
                  <a:lnTo>
                    <a:pt x="1776490" y="5726492"/>
                  </a:lnTo>
                  <a:lnTo>
                    <a:pt x="1774887" y="5693241"/>
                  </a:lnTo>
                  <a:lnTo>
                    <a:pt x="1811173" y="5690508"/>
                  </a:lnTo>
                  <a:lnTo>
                    <a:pt x="1831171" y="5700758"/>
                  </a:lnTo>
                  <a:lnTo>
                    <a:pt x="1833734" y="5715160"/>
                  </a:lnTo>
                  <a:lnTo>
                    <a:pt x="1850517" y="5706001"/>
                  </a:lnTo>
                  <a:lnTo>
                    <a:pt x="1894094" y="5705773"/>
                  </a:lnTo>
                  <a:lnTo>
                    <a:pt x="1894591" y="5688267"/>
                  </a:lnTo>
                  <a:lnTo>
                    <a:pt x="1968857" y="5589427"/>
                  </a:lnTo>
                  <a:lnTo>
                    <a:pt x="1993255" y="5573447"/>
                  </a:lnTo>
                  <a:lnTo>
                    <a:pt x="2032351" y="5580352"/>
                  </a:lnTo>
                  <a:lnTo>
                    <a:pt x="2084214" y="5543915"/>
                  </a:lnTo>
                  <a:lnTo>
                    <a:pt x="2093185" y="5559336"/>
                  </a:lnTo>
                  <a:lnTo>
                    <a:pt x="2394209" y="5697065"/>
                  </a:lnTo>
                  <a:lnTo>
                    <a:pt x="2536923" y="5784671"/>
                  </a:lnTo>
                  <a:lnTo>
                    <a:pt x="2586826" y="5798152"/>
                  </a:lnTo>
                  <a:lnTo>
                    <a:pt x="2596003" y="5828055"/>
                  </a:lnTo>
                  <a:lnTo>
                    <a:pt x="2607959" y="5823806"/>
                  </a:lnTo>
                  <a:lnTo>
                    <a:pt x="2626749" y="5846354"/>
                  </a:lnTo>
                  <a:lnTo>
                    <a:pt x="2641733" y="5842434"/>
                  </a:lnTo>
                  <a:lnTo>
                    <a:pt x="2662025" y="5795697"/>
                  </a:lnTo>
                  <a:lnTo>
                    <a:pt x="2675470" y="5813636"/>
                  </a:lnTo>
                  <a:lnTo>
                    <a:pt x="2690961" y="5800259"/>
                  </a:lnTo>
                  <a:lnTo>
                    <a:pt x="2709984" y="5809330"/>
                  </a:lnTo>
                  <a:lnTo>
                    <a:pt x="2732635" y="5794063"/>
                  </a:lnTo>
                  <a:lnTo>
                    <a:pt x="2845594" y="5858007"/>
                  </a:lnTo>
                  <a:lnTo>
                    <a:pt x="2871476" y="5849233"/>
                  </a:lnTo>
                  <a:lnTo>
                    <a:pt x="2895418" y="5853953"/>
                  </a:lnTo>
                  <a:lnTo>
                    <a:pt x="2904582" y="5860508"/>
                  </a:lnTo>
                  <a:lnTo>
                    <a:pt x="2887647" y="5877839"/>
                  </a:lnTo>
                  <a:lnTo>
                    <a:pt x="2885398" y="5896049"/>
                  </a:lnTo>
                  <a:lnTo>
                    <a:pt x="2946143" y="5932452"/>
                  </a:lnTo>
                  <a:lnTo>
                    <a:pt x="2929626" y="5958692"/>
                  </a:lnTo>
                  <a:lnTo>
                    <a:pt x="2946933" y="5996980"/>
                  </a:lnTo>
                  <a:lnTo>
                    <a:pt x="2945400" y="6016764"/>
                  </a:lnTo>
                  <a:lnTo>
                    <a:pt x="2934176" y="6023436"/>
                  </a:lnTo>
                  <a:lnTo>
                    <a:pt x="2915269" y="6011531"/>
                  </a:lnTo>
                  <a:lnTo>
                    <a:pt x="2902093" y="6014968"/>
                  </a:lnTo>
                  <a:lnTo>
                    <a:pt x="2899805" y="6062997"/>
                  </a:lnTo>
                  <a:lnTo>
                    <a:pt x="2923041" y="6061524"/>
                  </a:lnTo>
                  <a:lnTo>
                    <a:pt x="2964923" y="6078700"/>
                  </a:lnTo>
                  <a:lnTo>
                    <a:pt x="3010276" y="6105648"/>
                  </a:lnTo>
                  <a:lnTo>
                    <a:pt x="3002515" y="6123756"/>
                  </a:lnTo>
                  <a:lnTo>
                    <a:pt x="3099481" y="6173668"/>
                  </a:lnTo>
                  <a:lnTo>
                    <a:pt x="3085034" y="6151395"/>
                  </a:lnTo>
                  <a:lnTo>
                    <a:pt x="3084307" y="6105789"/>
                  </a:lnTo>
                  <a:lnTo>
                    <a:pt x="3064834" y="6049352"/>
                  </a:lnTo>
                  <a:lnTo>
                    <a:pt x="3000928" y="6006993"/>
                  </a:lnTo>
                  <a:lnTo>
                    <a:pt x="2986696" y="5983023"/>
                  </a:lnTo>
                  <a:lnTo>
                    <a:pt x="3032387" y="5941319"/>
                  </a:lnTo>
                  <a:lnTo>
                    <a:pt x="3074915" y="5924744"/>
                  </a:lnTo>
                  <a:lnTo>
                    <a:pt x="3059705" y="5853843"/>
                  </a:lnTo>
                  <a:lnTo>
                    <a:pt x="3165638" y="5848301"/>
                  </a:lnTo>
                  <a:lnTo>
                    <a:pt x="3161931" y="5842185"/>
                  </a:lnTo>
                  <a:lnTo>
                    <a:pt x="3175610" y="5839962"/>
                  </a:lnTo>
                  <a:lnTo>
                    <a:pt x="3098281" y="5737579"/>
                  </a:lnTo>
                  <a:lnTo>
                    <a:pt x="3110296" y="5733584"/>
                  </a:lnTo>
                  <a:lnTo>
                    <a:pt x="3117362" y="5715708"/>
                  </a:lnTo>
                  <a:lnTo>
                    <a:pt x="3107216" y="5701352"/>
                  </a:lnTo>
                  <a:lnTo>
                    <a:pt x="3128672" y="5693811"/>
                  </a:lnTo>
                  <a:lnTo>
                    <a:pt x="3151208" y="5651248"/>
                  </a:lnTo>
                  <a:lnTo>
                    <a:pt x="3185779" y="5646859"/>
                  </a:lnTo>
                  <a:lnTo>
                    <a:pt x="3195949" y="5593079"/>
                  </a:lnTo>
                  <a:lnTo>
                    <a:pt x="3231274" y="5603566"/>
                  </a:lnTo>
                  <a:lnTo>
                    <a:pt x="3270759" y="5710493"/>
                  </a:lnTo>
                  <a:lnTo>
                    <a:pt x="3297375" y="5678863"/>
                  </a:lnTo>
                  <a:lnTo>
                    <a:pt x="3282058" y="5633039"/>
                  </a:lnTo>
                  <a:lnTo>
                    <a:pt x="3305837" y="5604699"/>
                  </a:lnTo>
                  <a:lnTo>
                    <a:pt x="3279601" y="5531462"/>
                  </a:lnTo>
                  <a:lnTo>
                    <a:pt x="3312583" y="5515141"/>
                  </a:lnTo>
                  <a:lnTo>
                    <a:pt x="3279445" y="5441804"/>
                  </a:lnTo>
                  <a:lnTo>
                    <a:pt x="3303021" y="5437022"/>
                  </a:lnTo>
                  <a:lnTo>
                    <a:pt x="3266564" y="5433545"/>
                  </a:lnTo>
                  <a:lnTo>
                    <a:pt x="3264825" y="5414963"/>
                  </a:lnTo>
                  <a:lnTo>
                    <a:pt x="3277029" y="5405338"/>
                  </a:lnTo>
                  <a:lnTo>
                    <a:pt x="3270327" y="5386090"/>
                  </a:lnTo>
                  <a:lnTo>
                    <a:pt x="3304304" y="5369386"/>
                  </a:lnTo>
                  <a:lnTo>
                    <a:pt x="3287929" y="5350325"/>
                  </a:lnTo>
                  <a:lnTo>
                    <a:pt x="3298523" y="5323323"/>
                  </a:lnTo>
                  <a:lnTo>
                    <a:pt x="3261621" y="5312109"/>
                  </a:lnTo>
                  <a:lnTo>
                    <a:pt x="3238691" y="5320312"/>
                  </a:lnTo>
                  <a:lnTo>
                    <a:pt x="3220109" y="5310100"/>
                  </a:lnTo>
                  <a:lnTo>
                    <a:pt x="3212443" y="5291740"/>
                  </a:lnTo>
                  <a:lnTo>
                    <a:pt x="3178977" y="5313422"/>
                  </a:lnTo>
                  <a:lnTo>
                    <a:pt x="3174135" y="5305027"/>
                  </a:lnTo>
                  <a:lnTo>
                    <a:pt x="3145795" y="5307001"/>
                  </a:lnTo>
                  <a:lnTo>
                    <a:pt x="3155437" y="5251153"/>
                  </a:lnTo>
                  <a:lnTo>
                    <a:pt x="3138593" y="5247662"/>
                  </a:lnTo>
                  <a:lnTo>
                    <a:pt x="3136127" y="5261299"/>
                  </a:lnTo>
                  <a:lnTo>
                    <a:pt x="3128007" y="5260522"/>
                  </a:lnTo>
                  <a:lnTo>
                    <a:pt x="3124054" y="5224875"/>
                  </a:lnTo>
                  <a:lnTo>
                    <a:pt x="3096913" y="5207017"/>
                  </a:lnTo>
                  <a:lnTo>
                    <a:pt x="3129392" y="5194476"/>
                  </a:lnTo>
                  <a:lnTo>
                    <a:pt x="3113293" y="5174822"/>
                  </a:lnTo>
                  <a:lnTo>
                    <a:pt x="3086616" y="5195969"/>
                  </a:lnTo>
                  <a:lnTo>
                    <a:pt x="3094650" y="5145316"/>
                  </a:lnTo>
                  <a:lnTo>
                    <a:pt x="2896599" y="5127287"/>
                  </a:lnTo>
                  <a:lnTo>
                    <a:pt x="2896513" y="5092281"/>
                  </a:lnTo>
                  <a:lnTo>
                    <a:pt x="2921724" y="5097106"/>
                  </a:lnTo>
                  <a:lnTo>
                    <a:pt x="2962981" y="5039748"/>
                  </a:lnTo>
                  <a:lnTo>
                    <a:pt x="2957410" y="5031148"/>
                  </a:lnTo>
                  <a:lnTo>
                    <a:pt x="2937095" y="5057016"/>
                  </a:lnTo>
                  <a:lnTo>
                    <a:pt x="2910798" y="5059725"/>
                  </a:lnTo>
                  <a:lnTo>
                    <a:pt x="2913726" y="5041306"/>
                  </a:lnTo>
                  <a:lnTo>
                    <a:pt x="2903579" y="5023450"/>
                  </a:lnTo>
                  <a:lnTo>
                    <a:pt x="2831686" y="5031892"/>
                  </a:lnTo>
                  <a:lnTo>
                    <a:pt x="2821185" y="5009642"/>
                  </a:lnTo>
                  <a:lnTo>
                    <a:pt x="2727467" y="4974815"/>
                  </a:lnTo>
                  <a:lnTo>
                    <a:pt x="2650631" y="4961973"/>
                  </a:lnTo>
                  <a:lnTo>
                    <a:pt x="2604493" y="4935308"/>
                  </a:lnTo>
                  <a:lnTo>
                    <a:pt x="2557120" y="4927861"/>
                  </a:lnTo>
                  <a:lnTo>
                    <a:pt x="2526795" y="4932469"/>
                  </a:lnTo>
                  <a:lnTo>
                    <a:pt x="2527867" y="4965269"/>
                  </a:lnTo>
                  <a:lnTo>
                    <a:pt x="2480167" y="4984652"/>
                  </a:lnTo>
                  <a:lnTo>
                    <a:pt x="2437147" y="4937253"/>
                  </a:lnTo>
                  <a:lnTo>
                    <a:pt x="2409894" y="5059697"/>
                  </a:lnTo>
                  <a:lnTo>
                    <a:pt x="2318442" y="5048692"/>
                  </a:lnTo>
                  <a:lnTo>
                    <a:pt x="2310364" y="5029953"/>
                  </a:lnTo>
                  <a:lnTo>
                    <a:pt x="2312614" y="4943252"/>
                  </a:lnTo>
                  <a:lnTo>
                    <a:pt x="2283057" y="4917865"/>
                  </a:lnTo>
                  <a:lnTo>
                    <a:pt x="2309822" y="4892126"/>
                  </a:lnTo>
                  <a:lnTo>
                    <a:pt x="2293013" y="4887738"/>
                  </a:lnTo>
                  <a:lnTo>
                    <a:pt x="2272648" y="4796734"/>
                  </a:lnTo>
                  <a:lnTo>
                    <a:pt x="2275182" y="4724887"/>
                  </a:lnTo>
                  <a:lnTo>
                    <a:pt x="2245224" y="4714017"/>
                  </a:lnTo>
                  <a:lnTo>
                    <a:pt x="2245269" y="4699661"/>
                  </a:lnTo>
                  <a:lnTo>
                    <a:pt x="2262733" y="4699836"/>
                  </a:lnTo>
                  <a:lnTo>
                    <a:pt x="2263015" y="4685752"/>
                  </a:lnTo>
                  <a:lnTo>
                    <a:pt x="2247081" y="4685120"/>
                  </a:lnTo>
                  <a:lnTo>
                    <a:pt x="2247619" y="4673098"/>
                  </a:lnTo>
                  <a:lnTo>
                    <a:pt x="2236021" y="4669110"/>
                  </a:lnTo>
                  <a:lnTo>
                    <a:pt x="2223850" y="4620456"/>
                  </a:lnTo>
                  <a:lnTo>
                    <a:pt x="2233606" y="4616395"/>
                  </a:lnTo>
                  <a:lnTo>
                    <a:pt x="2206838" y="4598040"/>
                  </a:lnTo>
                  <a:lnTo>
                    <a:pt x="2205610" y="4578834"/>
                  </a:lnTo>
                  <a:lnTo>
                    <a:pt x="1980867" y="4614389"/>
                  </a:lnTo>
                  <a:lnTo>
                    <a:pt x="1951786" y="4653854"/>
                  </a:lnTo>
                  <a:lnTo>
                    <a:pt x="1895232" y="4695882"/>
                  </a:lnTo>
                  <a:lnTo>
                    <a:pt x="1719146" y="4726682"/>
                  </a:lnTo>
                  <a:lnTo>
                    <a:pt x="1708676" y="4710361"/>
                  </a:lnTo>
                  <a:lnTo>
                    <a:pt x="1690610" y="4716285"/>
                  </a:lnTo>
                  <a:lnTo>
                    <a:pt x="1686149" y="4704404"/>
                  </a:lnTo>
                  <a:lnTo>
                    <a:pt x="1666791" y="4704147"/>
                  </a:lnTo>
                  <a:close/>
                  <a:moveTo>
                    <a:pt x="1515887" y="5077691"/>
                  </a:moveTo>
                  <a:lnTo>
                    <a:pt x="1536162" y="5062262"/>
                  </a:lnTo>
                  <a:lnTo>
                    <a:pt x="1513391" y="5029171"/>
                  </a:lnTo>
                  <a:lnTo>
                    <a:pt x="1537607" y="4992981"/>
                  </a:lnTo>
                  <a:lnTo>
                    <a:pt x="1473076" y="5023317"/>
                  </a:lnTo>
                  <a:lnTo>
                    <a:pt x="1477771" y="5028470"/>
                  </a:lnTo>
                  <a:lnTo>
                    <a:pt x="1459348" y="5049583"/>
                  </a:lnTo>
                  <a:lnTo>
                    <a:pt x="1454255" y="5044454"/>
                  </a:lnTo>
                  <a:lnTo>
                    <a:pt x="1420571" y="5062105"/>
                  </a:lnTo>
                  <a:lnTo>
                    <a:pt x="1410845" y="5018037"/>
                  </a:lnTo>
                  <a:lnTo>
                    <a:pt x="1387244" y="5024708"/>
                  </a:lnTo>
                  <a:lnTo>
                    <a:pt x="1377861" y="5014242"/>
                  </a:lnTo>
                  <a:lnTo>
                    <a:pt x="1381934" y="5000654"/>
                  </a:lnTo>
                  <a:lnTo>
                    <a:pt x="1368024" y="4984869"/>
                  </a:lnTo>
                  <a:lnTo>
                    <a:pt x="1377560" y="4978788"/>
                  </a:lnTo>
                  <a:lnTo>
                    <a:pt x="1376720" y="4961712"/>
                  </a:lnTo>
                  <a:lnTo>
                    <a:pt x="1269091" y="4943695"/>
                  </a:lnTo>
                  <a:lnTo>
                    <a:pt x="1279481" y="4874130"/>
                  </a:lnTo>
                  <a:lnTo>
                    <a:pt x="1161492" y="4861139"/>
                  </a:lnTo>
                  <a:lnTo>
                    <a:pt x="1154972" y="4910171"/>
                  </a:lnTo>
                  <a:lnTo>
                    <a:pt x="1137708" y="4931746"/>
                  </a:lnTo>
                  <a:lnTo>
                    <a:pt x="1077990" y="4924126"/>
                  </a:lnTo>
                  <a:lnTo>
                    <a:pt x="1073072" y="5025840"/>
                  </a:lnTo>
                  <a:lnTo>
                    <a:pt x="1008810" y="5016535"/>
                  </a:lnTo>
                  <a:lnTo>
                    <a:pt x="994482" y="4987101"/>
                  </a:lnTo>
                  <a:lnTo>
                    <a:pt x="1005628" y="4978283"/>
                  </a:lnTo>
                  <a:lnTo>
                    <a:pt x="976544" y="4959833"/>
                  </a:lnTo>
                  <a:lnTo>
                    <a:pt x="959721" y="4926284"/>
                  </a:lnTo>
                  <a:lnTo>
                    <a:pt x="945191" y="4924293"/>
                  </a:lnTo>
                  <a:lnTo>
                    <a:pt x="948780" y="4909762"/>
                  </a:lnTo>
                  <a:lnTo>
                    <a:pt x="926898" y="4901700"/>
                  </a:lnTo>
                  <a:lnTo>
                    <a:pt x="925217" y="4922400"/>
                  </a:lnTo>
                  <a:lnTo>
                    <a:pt x="898840" y="4914862"/>
                  </a:lnTo>
                  <a:lnTo>
                    <a:pt x="893654" y="4939509"/>
                  </a:lnTo>
                  <a:lnTo>
                    <a:pt x="846518" y="4933986"/>
                  </a:lnTo>
                  <a:lnTo>
                    <a:pt x="869937" y="4599584"/>
                  </a:lnTo>
                  <a:lnTo>
                    <a:pt x="658962" y="4577124"/>
                  </a:lnTo>
                  <a:lnTo>
                    <a:pt x="674069" y="4552385"/>
                  </a:lnTo>
                  <a:lnTo>
                    <a:pt x="660445" y="4497863"/>
                  </a:lnTo>
                  <a:lnTo>
                    <a:pt x="674155" y="4482474"/>
                  </a:lnTo>
                  <a:lnTo>
                    <a:pt x="673426" y="4461038"/>
                  </a:lnTo>
                  <a:lnTo>
                    <a:pt x="664639" y="4464818"/>
                  </a:lnTo>
                  <a:lnTo>
                    <a:pt x="694532" y="4409984"/>
                  </a:lnTo>
                  <a:lnTo>
                    <a:pt x="684668" y="4399321"/>
                  </a:lnTo>
                  <a:lnTo>
                    <a:pt x="656078" y="4400757"/>
                  </a:lnTo>
                  <a:lnTo>
                    <a:pt x="663032" y="4412559"/>
                  </a:lnTo>
                  <a:lnTo>
                    <a:pt x="584510" y="4408052"/>
                  </a:lnTo>
                  <a:lnTo>
                    <a:pt x="582421" y="4491875"/>
                  </a:lnTo>
                  <a:lnTo>
                    <a:pt x="70099" y="4465261"/>
                  </a:lnTo>
                  <a:lnTo>
                    <a:pt x="62265" y="4835336"/>
                  </a:lnTo>
                  <a:lnTo>
                    <a:pt x="9159" y="4838869"/>
                  </a:lnTo>
                  <a:lnTo>
                    <a:pt x="0" y="5054256"/>
                  </a:lnTo>
                  <a:lnTo>
                    <a:pt x="40604" y="5094254"/>
                  </a:lnTo>
                  <a:lnTo>
                    <a:pt x="78352" y="5177891"/>
                  </a:lnTo>
                  <a:lnTo>
                    <a:pt x="92450" y="5156066"/>
                  </a:lnTo>
                  <a:lnTo>
                    <a:pt x="123778" y="5161854"/>
                  </a:lnTo>
                  <a:lnTo>
                    <a:pt x="95441" y="5194632"/>
                  </a:lnTo>
                  <a:lnTo>
                    <a:pt x="88504" y="5191394"/>
                  </a:lnTo>
                  <a:lnTo>
                    <a:pt x="111105" y="5224745"/>
                  </a:lnTo>
                  <a:lnTo>
                    <a:pt x="191696" y="5249400"/>
                  </a:lnTo>
                  <a:lnTo>
                    <a:pt x="152601" y="5290184"/>
                  </a:lnTo>
                  <a:lnTo>
                    <a:pt x="288554" y="5404560"/>
                  </a:lnTo>
                  <a:lnTo>
                    <a:pt x="220198" y="5482109"/>
                  </a:lnTo>
                  <a:lnTo>
                    <a:pt x="292519" y="5546481"/>
                  </a:lnTo>
                  <a:lnTo>
                    <a:pt x="257967" y="5585075"/>
                  </a:lnTo>
                  <a:lnTo>
                    <a:pt x="483854" y="5780283"/>
                  </a:lnTo>
                  <a:lnTo>
                    <a:pt x="494996" y="5790866"/>
                  </a:lnTo>
                  <a:lnTo>
                    <a:pt x="489221" y="5802256"/>
                  </a:lnTo>
                  <a:lnTo>
                    <a:pt x="551909" y="5817300"/>
                  </a:lnTo>
                  <a:lnTo>
                    <a:pt x="555004" y="5845601"/>
                  </a:lnTo>
                  <a:lnTo>
                    <a:pt x="653305" y="5929715"/>
                  </a:lnTo>
                  <a:lnTo>
                    <a:pt x="656727" y="5970470"/>
                  </a:lnTo>
                  <a:lnTo>
                    <a:pt x="668091" y="5970299"/>
                  </a:lnTo>
                  <a:lnTo>
                    <a:pt x="682972" y="6005802"/>
                  </a:lnTo>
                  <a:lnTo>
                    <a:pt x="704795" y="6022575"/>
                  </a:lnTo>
                  <a:lnTo>
                    <a:pt x="695252" y="6033851"/>
                  </a:lnTo>
                  <a:lnTo>
                    <a:pt x="772784" y="6099645"/>
                  </a:lnTo>
                  <a:lnTo>
                    <a:pt x="789243" y="6080614"/>
                  </a:lnTo>
                  <a:lnTo>
                    <a:pt x="901981" y="6155764"/>
                  </a:lnTo>
                  <a:lnTo>
                    <a:pt x="921360" y="6071397"/>
                  </a:lnTo>
                  <a:lnTo>
                    <a:pt x="915040" y="6060217"/>
                  </a:lnTo>
                  <a:lnTo>
                    <a:pt x="926541" y="6051333"/>
                  </a:lnTo>
                  <a:lnTo>
                    <a:pt x="933004" y="6007633"/>
                  </a:lnTo>
                  <a:lnTo>
                    <a:pt x="945671" y="5998180"/>
                  </a:lnTo>
                  <a:lnTo>
                    <a:pt x="963338" y="6012515"/>
                  </a:lnTo>
                  <a:lnTo>
                    <a:pt x="1027937" y="5935948"/>
                  </a:lnTo>
                  <a:lnTo>
                    <a:pt x="844351" y="5837092"/>
                  </a:lnTo>
                  <a:lnTo>
                    <a:pt x="823828" y="5834518"/>
                  </a:lnTo>
                  <a:lnTo>
                    <a:pt x="824434" y="5798826"/>
                  </a:lnTo>
                  <a:lnTo>
                    <a:pt x="848185" y="5730868"/>
                  </a:lnTo>
                  <a:lnTo>
                    <a:pt x="841030" y="5720126"/>
                  </a:lnTo>
                  <a:lnTo>
                    <a:pt x="852838" y="5714749"/>
                  </a:lnTo>
                  <a:lnTo>
                    <a:pt x="879480" y="5633774"/>
                  </a:lnTo>
                  <a:lnTo>
                    <a:pt x="911300" y="5642410"/>
                  </a:lnTo>
                  <a:lnTo>
                    <a:pt x="948319" y="5629651"/>
                  </a:lnTo>
                  <a:lnTo>
                    <a:pt x="999051" y="5577500"/>
                  </a:lnTo>
                  <a:lnTo>
                    <a:pt x="1028325" y="5532169"/>
                  </a:lnTo>
                  <a:lnTo>
                    <a:pt x="1038316" y="5495416"/>
                  </a:lnTo>
                  <a:lnTo>
                    <a:pt x="1014312" y="5468238"/>
                  </a:lnTo>
                  <a:lnTo>
                    <a:pt x="1020926" y="5448812"/>
                  </a:lnTo>
                  <a:lnTo>
                    <a:pt x="1052020" y="5428422"/>
                  </a:lnTo>
                  <a:lnTo>
                    <a:pt x="1077598" y="5427586"/>
                  </a:lnTo>
                  <a:lnTo>
                    <a:pt x="1109522" y="5399835"/>
                  </a:lnTo>
                  <a:lnTo>
                    <a:pt x="1155045" y="5397269"/>
                  </a:lnTo>
                  <a:lnTo>
                    <a:pt x="1189664" y="5428872"/>
                  </a:lnTo>
                  <a:lnTo>
                    <a:pt x="1236139" y="5420145"/>
                  </a:lnTo>
                  <a:lnTo>
                    <a:pt x="1254080" y="5433052"/>
                  </a:lnTo>
                  <a:lnTo>
                    <a:pt x="1295104" y="5430456"/>
                  </a:lnTo>
                  <a:lnTo>
                    <a:pt x="1354475" y="5361071"/>
                  </a:lnTo>
                  <a:lnTo>
                    <a:pt x="1337793" y="5264750"/>
                  </a:lnTo>
                  <a:lnTo>
                    <a:pt x="1361058" y="5195550"/>
                  </a:lnTo>
                  <a:lnTo>
                    <a:pt x="1387891" y="5204331"/>
                  </a:lnTo>
                  <a:lnTo>
                    <a:pt x="1403340" y="5195228"/>
                  </a:lnTo>
                  <a:lnTo>
                    <a:pt x="1425706" y="5157516"/>
                  </a:lnTo>
                  <a:lnTo>
                    <a:pt x="1470407" y="5136540"/>
                  </a:lnTo>
                  <a:lnTo>
                    <a:pt x="1472171" y="5098391"/>
                  </a:lnTo>
                  <a:lnTo>
                    <a:pt x="1505919" y="5086315"/>
                  </a:lnTo>
                  <a:lnTo>
                    <a:pt x="1515887" y="5077691"/>
                  </a:lnTo>
                  <a:close/>
                </a:path>
              </a:pathLst>
            </a:custGeom>
            <a:noFill/>
            <a:ln w="4212" cap="flat">
              <a:solidFill>
                <a:srgbClr val="A3A3A3"/>
              </a:solidFill>
              <a:round/>
            </a:ln>
          </p:spPr>
        </p:sp>
        <p:sp>
          <p:nvSpPr>
            <p:cNvPr id="7" name="округа"/>
            <p:cNvSpPr/>
            <p:nvPr/>
          </p:nvSpPr>
          <p:spPr>
            <a:xfrm>
              <a:off x="1140110" y="2009029"/>
              <a:ext cx="5763554" cy="7671750"/>
            </a:xfrm>
            <a:custGeom>
              <a:avLst/>
              <a:gdLst/>
              <a:ahLst/>
              <a:cxnLst/>
              <a:rect l="l" t="t" r="r" b="b"/>
              <a:pathLst>
                <a:path w="5763554" h="7671750" fill="none">
                  <a:moveTo>
                    <a:pt x="3861579" y="2707436"/>
                  </a:moveTo>
                  <a:lnTo>
                    <a:pt x="3864947" y="2712191"/>
                  </a:lnTo>
                  <a:lnTo>
                    <a:pt x="3881175" y="2711473"/>
                  </a:lnTo>
                  <a:lnTo>
                    <a:pt x="3936800" y="2632888"/>
                  </a:lnTo>
                  <a:lnTo>
                    <a:pt x="3953332" y="2622814"/>
                  </a:lnTo>
                  <a:lnTo>
                    <a:pt x="3997798" y="2637958"/>
                  </a:lnTo>
                  <a:lnTo>
                    <a:pt x="4001587" y="2621300"/>
                  </a:lnTo>
                  <a:lnTo>
                    <a:pt x="4028847" y="2632843"/>
                  </a:lnTo>
                  <a:lnTo>
                    <a:pt x="4114612" y="2610912"/>
                  </a:lnTo>
                  <a:lnTo>
                    <a:pt x="4128515" y="2615915"/>
                  </a:lnTo>
                  <a:lnTo>
                    <a:pt x="4131679" y="2602784"/>
                  </a:lnTo>
                  <a:lnTo>
                    <a:pt x="4167681" y="2612465"/>
                  </a:lnTo>
                  <a:lnTo>
                    <a:pt x="4178355" y="2550522"/>
                  </a:lnTo>
                  <a:lnTo>
                    <a:pt x="4208734" y="2563774"/>
                  </a:lnTo>
                  <a:lnTo>
                    <a:pt x="4219325" y="2555437"/>
                  </a:lnTo>
                  <a:lnTo>
                    <a:pt x="4231014" y="2575399"/>
                  </a:lnTo>
                  <a:lnTo>
                    <a:pt x="4262861" y="2574095"/>
                  </a:lnTo>
                  <a:lnTo>
                    <a:pt x="4250906" y="2540014"/>
                  </a:lnTo>
                  <a:lnTo>
                    <a:pt x="4277684" y="2530162"/>
                  </a:lnTo>
                  <a:lnTo>
                    <a:pt x="4299867" y="2582546"/>
                  </a:lnTo>
                  <a:lnTo>
                    <a:pt x="4343124" y="2562196"/>
                  </a:lnTo>
                  <a:lnTo>
                    <a:pt x="4348084" y="2565134"/>
                  </a:lnTo>
                  <a:lnTo>
                    <a:pt x="4374737" y="2544220"/>
                  </a:lnTo>
                  <a:lnTo>
                    <a:pt x="4372320" y="2519095"/>
                  </a:lnTo>
                  <a:lnTo>
                    <a:pt x="4413783" y="2550898"/>
                  </a:lnTo>
                  <a:lnTo>
                    <a:pt x="4443160" y="2490020"/>
                  </a:lnTo>
                  <a:lnTo>
                    <a:pt x="4424401" y="2443574"/>
                  </a:lnTo>
                  <a:lnTo>
                    <a:pt x="4360304" y="2387853"/>
                  </a:lnTo>
                  <a:lnTo>
                    <a:pt x="4299124" y="2364964"/>
                  </a:lnTo>
                  <a:lnTo>
                    <a:pt x="4311496" y="2341356"/>
                  </a:lnTo>
                  <a:lnTo>
                    <a:pt x="4299192" y="2310125"/>
                  </a:lnTo>
                  <a:lnTo>
                    <a:pt x="4304371" y="2293346"/>
                  </a:lnTo>
                  <a:lnTo>
                    <a:pt x="4360496" y="2286347"/>
                  </a:lnTo>
                  <a:lnTo>
                    <a:pt x="4387248" y="2219115"/>
                  </a:lnTo>
                  <a:lnTo>
                    <a:pt x="4405216" y="2200666"/>
                  </a:lnTo>
                  <a:lnTo>
                    <a:pt x="4429808" y="2224681"/>
                  </a:lnTo>
                  <a:lnTo>
                    <a:pt x="4510342" y="2149772"/>
                  </a:lnTo>
                  <a:lnTo>
                    <a:pt x="4484989" y="2108868"/>
                  </a:lnTo>
                  <a:lnTo>
                    <a:pt x="4445167" y="2090534"/>
                  </a:lnTo>
                  <a:lnTo>
                    <a:pt x="4384751" y="2092633"/>
                  </a:lnTo>
                  <a:lnTo>
                    <a:pt x="4202315" y="2028695"/>
                  </a:lnTo>
                  <a:lnTo>
                    <a:pt x="4123063" y="1960938"/>
                  </a:lnTo>
                  <a:lnTo>
                    <a:pt x="4121291" y="2006088"/>
                  </a:lnTo>
                  <a:lnTo>
                    <a:pt x="4031136" y="1995039"/>
                  </a:lnTo>
                  <a:lnTo>
                    <a:pt x="4033882" y="2054755"/>
                  </a:lnTo>
                  <a:lnTo>
                    <a:pt x="4012999" y="2088156"/>
                  </a:lnTo>
                  <a:lnTo>
                    <a:pt x="3982569" y="2070171"/>
                  </a:lnTo>
                  <a:lnTo>
                    <a:pt x="3959818" y="2064809"/>
                  </a:lnTo>
                  <a:lnTo>
                    <a:pt x="3947490" y="2000906"/>
                  </a:lnTo>
                  <a:lnTo>
                    <a:pt x="3893981" y="2003851"/>
                  </a:lnTo>
                  <a:lnTo>
                    <a:pt x="3874671" y="2110340"/>
                  </a:lnTo>
                  <a:lnTo>
                    <a:pt x="3832124" y="2145563"/>
                  </a:lnTo>
                  <a:lnTo>
                    <a:pt x="3659530" y="2178759"/>
                  </a:lnTo>
                  <a:lnTo>
                    <a:pt x="3617365" y="2255468"/>
                  </a:lnTo>
                  <a:lnTo>
                    <a:pt x="3579577" y="2283951"/>
                  </a:lnTo>
                  <a:lnTo>
                    <a:pt x="3571483" y="2268436"/>
                  </a:lnTo>
                  <a:lnTo>
                    <a:pt x="3529746" y="2298006"/>
                  </a:lnTo>
                  <a:lnTo>
                    <a:pt x="3566389" y="2392672"/>
                  </a:lnTo>
                  <a:lnTo>
                    <a:pt x="3593967" y="2418379"/>
                  </a:lnTo>
                  <a:lnTo>
                    <a:pt x="3634846" y="2418911"/>
                  </a:lnTo>
                  <a:lnTo>
                    <a:pt x="3763912" y="2341994"/>
                  </a:lnTo>
                  <a:lnTo>
                    <a:pt x="3787185" y="2340139"/>
                  </a:lnTo>
                  <a:lnTo>
                    <a:pt x="3814491" y="2354092"/>
                  </a:lnTo>
                  <a:lnTo>
                    <a:pt x="3819172" y="2360986"/>
                  </a:lnTo>
                  <a:lnTo>
                    <a:pt x="3824782" y="2408187"/>
                  </a:lnTo>
                  <a:lnTo>
                    <a:pt x="3821337" y="2420424"/>
                  </a:lnTo>
                  <a:lnTo>
                    <a:pt x="3773890" y="2500136"/>
                  </a:lnTo>
                  <a:lnTo>
                    <a:pt x="3690500" y="2565633"/>
                  </a:lnTo>
                  <a:lnTo>
                    <a:pt x="3662206" y="2610333"/>
                  </a:lnTo>
                  <a:lnTo>
                    <a:pt x="3668058" y="2664121"/>
                  </a:lnTo>
                  <a:lnTo>
                    <a:pt x="3700930" y="2703499"/>
                  </a:lnTo>
                  <a:lnTo>
                    <a:pt x="3750137" y="2718288"/>
                  </a:lnTo>
                  <a:lnTo>
                    <a:pt x="3800300" y="2707930"/>
                  </a:lnTo>
                  <a:lnTo>
                    <a:pt x="3841548" y="2684100"/>
                  </a:lnTo>
                  <a:lnTo>
                    <a:pt x="3861579" y="2707436"/>
                  </a:lnTo>
                  <a:close/>
                  <a:moveTo>
                    <a:pt x="3476345" y="2010003"/>
                  </a:moveTo>
                  <a:lnTo>
                    <a:pt x="3493147" y="2134691"/>
                  </a:lnTo>
                  <a:lnTo>
                    <a:pt x="3544607" y="2254952"/>
                  </a:lnTo>
                  <a:lnTo>
                    <a:pt x="3562342" y="2275084"/>
                  </a:lnTo>
                  <a:lnTo>
                    <a:pt x="3571483" y="2268436"/>
                  </a:lnTo>
                  <a:lnTo>
                    <a:pt x="3579577" y="2283951"/>
                  </a:lnTo>
                  <a:lnTo>
                    <a:pt x="3617365" y="2255468"/>
                  </a:lnTo>
                  <a:lnTo>
                    <a:pt x="3659530" y="2178759"/>
                  </a:lnTo>
                  <a:lnTo>
                    <a:pt x="3832124" y="2145563"/>
                  </a:lnTo>
                  <a:lnTo>
                    <a:pt x="3874671" y="2110340"/>
                  </a:lnTo>
                  <a:lnTo>
                    <a:pt x="3893981" y="2003851"/>
                  </a:lnTo>
                  <a:lnTo>
                    <a:pt x="3874629" y="1981057"/>
                  </a:lnTo>
                  <a:lnTo>
                    <a:pt x="3855815" y="1863699"/>
                  </a:lnTo>
                  <a:lnTo>
                    <a:pt x="3876250" y="1860749"/>
                  </a:lnTo>
                  <a:lnTo>
                    <a:pt x="3848240" y="1831800"/>
                  </a:lnTo>
                  <a:lnTo>
                    <a:pt x="3821342" y="1736707"/>
                  </a:lnTo>
                  <a:lnTo>
                    <a:pt x="3819635" y="1660606"/>
                  </a:lnTo>
                  <a:lnTo>
                    <a:pt x="3844916" y="1588771"/>
                  </a:lnTo>
                  <a:lnTo>
                    <a:pt x="3818531" y="1510601"/>
                  </a:lnTo>
                  <a:lnTo>
                    <a:pt x="3814225" y="1454919"/>
                  </a:lnTo>
                  <a:lnTo>
                    <a:pt x="3824360" y="1391633"/>
                  </a:lnTo>
                  <a:lnTo>
                    <a:pt x="3791934" y="1254164"/>
                  </a:lnTo>
                  <a:lnTo>
                    <a:pt x="3787721" y="1164975"/>
                  </a:lnTo>
                  <a:lnTo>
                    <a:pt x="3776801" y="1126597"/>
                  </a:lnTo>
                  <a:lnTo>
                    <a:pt x="3710786" y="1080335"/>
                  </a:lnTo>
                  <a:lnTo>
                    <a:pt x="3650903" y="1046614"/>
                  </a:lnTo>
                  <a:lnTo>
                    <a:pt x="3630430" y="1005443"/>
                  </a:lnTo>
                  <a:lnTo>
                    <a:pt x="3636136" y="997816"/>
                  </a:lnTo>
                  <a:lnTo>
                    <a:pt x="3574514" y="1023499"/>
                  </a:lnTo>
                  <a:lnTo>
                    <a:pt x="3390413" y="1163344"/>
                  </a:lnTo>
                  <a:lnTo>
                    <a:pt x="3378943" y="1143676"/>
                  </a:lnTo>
                  <a:lnTo>
                    <a:pt x="3372652" y="1163497"/>
                  </a:lnTo>
                  <a:lnTo>
                    <a:pt x="3330337" y="1190388"/>
                  </a:lnTo>
                  <a:lnTo>
                    <a:pt x="3277000" y="1208553"/>
                  </a:lnTo>
                  <a:lnTo>
                    <a:pt x="3202877" y="1212172"/>
                  </a:lnTo>
                  <a:lnTo>
                    <a:pt x="3176814" y="1200206"/>
                  </a:lnTo>
                  <a:lnTo>
                    <a:pt x="3171555" y="1224739"/>
                  </a:lnTo>
                  <a:lnTo>
                    <a:pt x="3149591" y="1239155"/>
                  </a:lnTo>
                  <a:lnTo>
                    <a:pt x="3176576" y="1284046"/>
                  </a:lnTo>
                  <a:lnTo>
                    <a:pt x="3234951" y="1323988"/>
                  </a:lnTo>
                  <a:lnTo>
                    <a:pt x="3266603" y="1481017"/>
                  </a:lnTo>
                  <a:lnTo>
                    <a:pt x="3289421" y="1536961"/>
                  </a:lnTo>
                  <a:lnTo>
                    <a:pt x="3318815" y="1563163"/>
                  </a:lnTo>
                  <a:lnTo>
                    <a:pt x="3324012" y="1613027"/>
                  </a:lnTo>
                  <a:lnTo>
                    <a:pt x="3349866" y="1654280"/>
                  </a:lnTo>
                  <a:lnTo>
                    <a:pt x="3340419" y="1685836"/>
                  </a:lnTo>
                  <a:lnTo>
                    <a:pt x="3351030" y="1702675"/>
                  </a:lnTo>
                  <a:lnTo>
                    <a:pt x="3412021" y="1699127"/>
                  </a:lnTo>
                  <a:lnTo>
                    <a:pt x="3416634" y="1719666"/>
                  </a:lnTo>
                  <a:lnTo>
                    <a:pt x="3392011" y="1767105"/>
                  </a:lnTo>
                  <a:lnTo>
                    <a:pt x="3392446" y="1801982"/>
                  </a:lnTo>
                  <a:lnTo>
                    <a:pt x="3411695" y="1868081"/>
                  </a:lnTo>
                  <a:lnTo>
                    <a:pt x="3476345" y="2010003"/>
                  </a:lnTo>
                  <a:close/>
                  <a:moveTo>
                    <a:pt x="2917918" y="950689"/>
                  </a:moveTo>
                  <a:lnTo>
                    <a:pt x="2962708" y="916562"/>
                  </a:lnTo>
                  <a:lnTo>
                    <a:pt x="2938925" y="877072"/>
                  </a:lnTo>
                  <a:lnTo>
                    <a:pt x="2953683" y="833126"/>
                  </a:lnTo>
                  <a:lnTo>
                    <a:pt x="3010371" y="850986"/>
                  </a:lnTo>
                  <a:lnTo>
                    <a:pt x="3021225" y="841272"/>
                  </a:lnTo>
                  <a:lnTo>
                    <a:pt x="3007158" y="808227"/>
                  </a:lnTo>
                  <a:lnTo>
                    <a:pt x="3019060" y="783067"/>
                  </a:lnTo>
                  <a:lnTo>
                    <a:pt x="3001968" y="720912"/>
                  </a:lnTo>
                  <a:lnTo>
                    <a:pt x="3020188" y="666533"/>
                  </a:lnTo>
                  <a:lnTo>
                    <a:pt x="3071771" y="649646"/>
                  </a:lnTo>
                  <a:lnTo>
                    <a:pt x="3079079" y="613615"/>
                  </a:lnTo>
                  <a:lnTo>
                    <a:pt x="3066392" y="611269"/>
                  </a:lnTo>
                  <a:lnTo>
                    <a:pt x="3065888" y="597899"/>
                  </a:lnTo>
                  <a:lnTo>
                    <a:pt x="3047528" y="586804"/>
                  </a:lnTo>
                  <a:lnTo>
                    <a:pt x="3023875" y="597629"/>
                  </a:lnTo>
                  <a:lnTo>
                    <a:pt x="3016655" y="588712"/>
                  </a:lnTo>
                  <a:lnTo>
                    <a:pt x="3006027" y="597020"/>
                  </a:lnTo>
                  <a:lnTo>
                    <a:pt x="3005809" y="613236"/>
                  </a:lnTo>
                  <a:lnTo>
                    <a:pt x="2935877" y="636477"/>
                  </a:lnTo>
                  <a:lnTo>
                    <a:pt x="2928344" y="625244"/>
                  </a:lnTo>
                  <a:lnTo>
                    <a:pt x="2933951" y="605307"/>
                  </a:lnTo>
                  <a:lnTo>
                    <a:pt x="2892518" y="597258"/>
                  </a:lnTo>
                  <a:lnTo>
                    <a:pt x="2878731" y="617285"/>
                  </a:lnTo>
                  <a:lnTo>
                    <a:pt x="2848698" y="593924"/>
                  </a:lnTo>
                  <a:lnTo>
                    <a:pt x="2852927" y="577087"/>
                  </a:lnTo>
                  <a:lnTo>
                    <a:pt x="2832204" y="571224"/>
                  </a:lnTo>
                  <a:lnTo>
                    <a:pt x="2770839" y="572563"/>
                  </a:lnTo>
                  <a:lnTo>
                    <a:pt x="2763557" y="597252"/>
                  </a:lnTo>
                  <a:lnTo>
                    <a:pt x="2753544" y="594096"/>
                  </a:lnTo>
                  <a:lnTo>
                    <a:pt x="2741580" y="614820"/>
                  </a:lnTo>
                  <a:lnTo>
                    <a:pt x="2726391" y="603007"/>
                  </a:lnTo>
                  <a:lnTo>
                    <a:pt x="2718693" y="608055"/>
                  </a:lnTo>
                  <a:lnTo>
                    <a:pt x="2707041" y="592948"/>
                  </a:lnTo>
                  <a:lnTo>
                    <a:pt x="2722544" y="560951"/>
                  </a:lnTo>
                  <a:lnTo>
                    <a:pt x="2683279" y="564888"/>
                  </a:lnTo>
                  <a:lnTo>
                    <a:pt x="2651147" y="593098"/>
                  </a:lnTo>
                  <a:lnTo>
                    <a:pt x="2657843" y="618255"/>
                  </a:lnTo>
                  <a:lnTo>
                    <a:pt x="2677956" y="657110"/>
                  </a:lnTo>
                  <a:lnTo>
                    <a:pt x="2744323" y="721529"/>
                  </a:lnTo>
                  <a:lnTo>
                    <a:pt x="2721978" y="741365"/>
                  </a:lnTo>
                  <a:lnTo>
                    <a:pt x="2691243" y="720967"/>
                  </a:lnTo>
                  <a:lnTo>
                    <a:pt x="2654646" y="748948"/>
                  </a:lnTo>
                  <a:lnTo>
                    <a:pt x="2657008" y="757346"/>
                  </a:lnTo>
                  <a:lnTo>
                    <a:pt x="2650462" y="752073"/>
                  </a:lnTo>
                  <a:lnTo>
                    <a:pt x="2632573" y="765259"/>
                  </a:lnTo>
                  <a:lnTo>
                    <a:pt x="2674244" y="792771"/>
                  </a:lnTo>
                  <a:lnTo>
                    <a:pt x="2693097" y="849995"/>
                  </a:lnTo>
                  <a:lnTo>
                    <a:pt x="2755752" y="799727"/>
                  </a:lnTo>
                  <a:lnTo>
                    <a:pt x="2860331" y="877125"/>
                  </a:lnTo>
                  <a:lnTo>
                    <a:pt x="2830454" y="889925"/>
                  </a:lnTo>
                  <a:lnTo>
                    <a:pt x="2802386" y="927090"/>
                  </a:lnTo>
                  <a:lnTo>
                    <a:pt x="2821119" y="989878"/>
                  </a:lnTo>
                  <a:lnTo>
                    <a:pt x="2858684" y="962002"/>
                  </a:lnTo>
                  <a:lnTo>
                    <a:pt x="2875993" y="962077"/>
                  </a:lnTo>
                  <a:lnTo>
                    <a:pt x="2876422" y="941180"/>
                  </a:lnTo>
                  <a:lnTo>
                    <a:pt x="2883584" y="963216"/>
                  </a:lnTo>
                  <a:lnTo>
                    <a:pt x="2917918" y="950689"/>
                  </a:lnTo>
                  <a:close/>
                  <a:moveTo>
                    <a:pt x="4122830" y="1962318"/>
                  </a:moveTo>
                  <a:lnTo>
                    <a:pt x="4205171" y="2029711"/>
                  </a:lnTo>
                  <a:lnTo>
                    <a:pt x="4199074" y="1967313"/>
                  </a:lnTo>
                  <a:lnTo>
                    <a:pt x="4203967" y="1975729"/>
                  </a:lnTo>
                  <a:lnTo>
                    <a:pt x="4215118" y="1970719"/>
                  </a:lnTo>
                  <a:lnTo>
                    <a:pt x="4200811" y="1954045"/>
                  </a:lnTo>
                  <a:lnTo>
                    <a:pt x="4204647" y="1937384"/>
                  </a:lnTo>
                  <a:lnTo>
                    <a:pt x="4296552" y="1723854"/>
                  </a:lnTo>
                  <a:lnTo>
                    <a:pt x="4295932" y="1596196"/>
                  </a:lnTo>
                  <a:lnTo>
                    <a:pt x="4310237" y="1602613"/>
                  </a:lnTo>
                  <a:lnTo>
                    <a:pt x="4329752" y="1593072"/>
                  </a:lnTo>
                  <a:lnTo>
                    <a:pt x="4344634" y="1563823"/>
                  </a:lnTo>
                  <a:lnTo>
                    <a:pt x="4394777" y="1515215"/>
                  </a:lnTo>
                  <a:lnTo>
                    <a:pt x="4380018" y="1503842"/>
                  </a:lnTo>
                  <a:lnTo>
                    <a:pt x="4402401" y="1472168"/>
                  </a:lnTo>
                  <a:lnTo>
                    <a:pt x="4374888" y="1457311"/>
                  </a:lnTo>
                  <a:lnTo>
                    <a:pt x="4389305" y="1444784"/>
                  </a:lnTo>
                  <a:lnTo>
                    <a:pt x="4408612" y="1456852"/>
                  </a:lnTo>
                  <a:lnTo>
                    <a:pt x="4421592" y="1515681"/>
                  </a:lnTo>
                  <a:lnTo>
                    <a:pt x="4446507" y="1507820"/>
                  </a:lnTo>
                  <a:lnTo>
                    <a:pt x="4447663" y="1498124"/>
                  </a:lnTo>
                  <a:lnTo>
                    <a:pt x="4467796" y="1515259"/>
                  </a:lnTo>
                  <a:lnTo>
                    <a:pt x="4510212" y="1524334"/>
                  </a:lnTo>
                  <a:lnTo>
                    <a:pt x="4539904" y="1492490"/>
                  </a:lnTo>
                  <a:lnTo>
                    <a:pt x="4547578" y="1471105"/>
                  </a:lnTo>
                  <a:lnTo>
                    <a:pt x="4529534" y="1404350"/>
                  </a:lnTo>
                  <a:lnTo>
                    <a:pt x="4442191" y="1402256"/>
                  </a:lnTo>
                  <a:lnTo>
                    <a:pt x="4538093" y="1290240"/>
                  </a:lnTo>
                  <a:lnTo>
                    <a:pt x="4560089" y="1296396"/>
                  </a:lnTo>
                  <a:lnTo>
                    <a:pt x="4595904" y="1279747"/>
                  </a:lnTo>
                  <a:lnTo>
                    <a:pt x="4593129" y="1261619"/>
                  </a:lnTo>
                  <a:lnTo>
                    <a:pt x="4608204" y="1245352"/>
                  </a:lnTo>
                  <a:lnTo>
                    <a:pt x="4590840" y="1230041"/>
                  </a:lnTo>
                  <a:lnTo>
                    <a:pt x="4585523" y="1213536"/>
                  </a:lnTo>
                  <a:lnTo>
                    <a:pt x="4595504" y="1185882"/>
                  </a:lnTo>
                  <a:lnTo>
                    <a:pt x="4559905" y="1200941"/>
                  </a:lnTo>
                  <a:lnTo>
                    <a:pt x="4475582" y="1127134"/>
                  </a:lnTo>
                  <a:lnTo>
                    <a:pt x="4434606" y="1109659"/>
                  </a:lnTo>
                  <a:lnTo>
                    <a:pt x="4327701" y="1101313"/>
                  </a:lnTo>
                  <a:lnTo>
                    <a:pt x="4306563" y="1079570"/>
                  </a:lnTo>
                  <a:lnTo>
                    <a:pt x="4289549" y="1098754"/>
                  </a:lnTo>
                  <a:lnTo>
                    <a:pt x="4174168" y="1083316"/>
                  </a:lnTo>
                  <a:lnTo>
                    <a:pt x="4047106" y="1045024"/>
                  </a:lnTo>
                  <a:lnTo>
                    <a:pt x="3917319" y="983546"/>
                  </a:lnTo>
                  <a:lnTo>
                    <a:pt x="3903591" y="961524"/>
                  </a:lnTo>
                  <a:lnTo>
                    <a:pt x="3904327" y="942826"/>
                  </a:lnTo>
                  <a:lnTo>
                    <a:pt x="3887725" y="970547"/>
                  </a:lnTo>
                  <a:lnTo>
                    <a:pt x="3844980" y="962486"/>
                  </a:lnTo>
                  <a:lnTo>
                    <a:pt x="3733825" y="979046"/>
                  </a:lnTo>
                  <a:lnTo>
                    <a:pt x="3757069" y="777410"/>
                  </a:lnTo>
                  <a:lnTo>
                    <a:pt x="3781381" y="768664"/>
                  </a:lnTo>
                  <a:lnTo>
                    <a:pt x="3784340" y="741127"/>
                  </a:lnTo>
                  <a:lnTo>
                    <a:pt x="3803060" y="741545"/>
                  </a:lnTo>
                  <a:lnTo>
                    <a:pt x="3801117" y="699963"/>
                  </a:lnTo>
                  <a:lnTo>
                    <a:pt x="3774382" y="700486"/>
                  </a:lnTo>
                  <a:lnTo>
                    <a:pt x="3766220" y="614425"/>
                  </a:lnTo>
                  <a:lnTo>
                    <a:pt x="3848777" y="628295"/>
                  </a:lnTo>
                  <a:lnTo>
                    <a:pt x="3854666" y="588869"/>
                  </a:lnTo>
                  <a:lnTo>
                    <a:pt x="3825398" y="571533"/>
                  </a:lnTo>
                  <a:lnTo>
                    <a:pt x="3821564" y="558927"/>
                  </a:lnTo>
                  <a:lnTo>
                    <a:pt x="3729366" y="611121"/>
                  </a:lnTo>
                  <a:lnTo>
                    <a:pt x="3729457" y="590311"/>
                  </a:lnTo>
                  <a:lnTo>
                    <a:pt x="3720457" y="590615"/>
                  </a:lnTo>
                  <a:lnTo>
                    <a:pt x="3707593" y="614107"/>
                  </a:lnTo>
                  <a:lnTo>
                    <a:pt x="3696165" y="574539"/>
                  </a:lnTo>
                  <a:lnTo>
                    <a:pt x="3643806" y="600900"/>
                  </a:lnTo>
                  <a:lnTo>
                    <a:pt x="3670962" y="678368"/>
                  </a:lnTo>
                  <a:lnTo>
                    <a:pt x="3643767" y="675651"/>
                  </a:lnTo>
                  <a:lnTo>
                    <a:pt x="3554281" y="697074"/>
                  </a:lnTo>
                  <a:lnTo>
                    <a:pt x="3642012" y="996486"/>
                  </a:lnTo>
                  <a:lnTo>
                    <a:pt x="3630430" y="1005443"/>
                  </a:lnTo>
                  <a:lnTo>
                    <a:pt x="3650903" y="1046614"/>
                  </a:lnTo>
                  <a:lnTo>
                    <a:pt x="3710786" y="1080335"/>
                  </a:lnTo>
                  <a:lnTo>
                    <a:pt x="3776801" y="1126597"/>
                  </a:lnTo>
                  <a:lnTo>
                    <a:pt x="3787721" y="1164975"/>
                  </a:lnTo>
                  <a:lnTo>
                    <a:pt x="3791934" y="1254164"/>
                  </a:lnTo>
                  <a:lnTo>
                    <a:pt x="3824360" y="1391633"/>
                  </a:lnTo>
                  <a:lnTo>
                    <a:pt x="3814225" y="1454919"/>
                  </a:lnTo>
                  <a:lnTo>
                    <a:pt x="3818531" y="1510601"/>
                  </a:lnTo>
                  <a:lnTo>
                    <a:pt x="3844916" y="1588771"/>
                  </a:lnTo>
                  <a:lnTo>
                    <a:pt x="3819635" y="1660606"/>
                  </a:lnTo>
                  <a:lnTo>
                    <a:pt x="3821342" y="1736707"/>
                  </a:lnTo>
                  <a:lnTo>
                    <a:pt x="3848240" y="1831800"/>
                  </a:lnTo>
                  <a:lnTo>
                    <a:pt x="3876250" y="1860749"/>
                  </a:lnTo>
                  <a:lnTo>
                    <a:pt x="3855815" y="1863699"/>
                  </a:lnTo>
                  <a:lnTo>
                    <a:pt x="3874629" y="1981057"/>
                  </a:lnTo>
                  <a:lnTo>
                    <a:pt x="3893981" y="2003851"/>
                  </a:lnTo>
                  <a:lnTo>
                    <a:pt x="3947490" y="2000906"/>
                  </a:lnTo>
                  <a:lnTo>
                    <a:pt x="3959818" y="2064809"/>
                  </a:lnTo>
                  <a:lnTo>
                    <a:pt x="3982569" y="2070171"/>
                  </a:lnTo>
                  <a:lnTo>
                    <a:pt x="4012999" y="2088156"/>
                  </a:lnTo>
                  <a:lnTo>
                    <a:pt x="4033882" y="2054755"/>
                  </a:lnTo>
                  <a:lnTo>
                    <a:pt x="4031136" y="1995039"/>
                  </a:lnTo>
                  <a:lnTo>
                    <a:pt x="4121291" y="2006088"/>
                  </a:lnTo>
                  <a:lnTo>
                    <a:pt x="4122830" y="1962318"/>
                  </a:lnTo>
                  <a:close/>
                  <a:moveTo>
                    <a:pt x="4773856" y="2502539"/>
                  </a:moveTo>
                  <a:lnTo>
                    <a:pt x="4818426" y="2542106"/>
                  </a:lnTo>
                  <a:lnTo>
                    <a:pt x="5117726" y="2720053"/>
                  </a:lnTo>
                  <a:lnTo>
                    <a:pt x="5229514" y="2794304"/>
                  </a:lnTo>
                  <a:lnTo>
                    <a:pt x="5291825" y="2844677"/>
                  </a:lnTo>
                  <a:lnTo>
                    <a:pt x="5367488" y="2757654"/>
                  </a:lnTo>
                  <a:lnTo>
                    <a:pt x="5542937" y="2731942"/>
                  </a:lnTo>
                  <a:lnTo>
                    <a:pt x="5560098" y="2696837"/>
                  </a:lnTo>
                  <a:lnTo>
                    <a:pt x="5560654" y="2669370"/>
                  </a:lnTo>
                  <a:lnTo>
                    <a:pt x="5613057" y="2660031"/>
                  </a:lnTo>
                  <a:lnTo>
                    <a:pt x="5654821" y="2618574"/>
                  </a:lnTo>
                  <a:lnTo>
                    <a:pt x="5615700" y="2567518"/>
                  </a:lnTo>
                  <a:lnTo>
                    <a:pt x="5581330" y="2541283"/>
                  </a:lnTo>
                  <a:lnTo>
                    <a:pt x="5570889" y="2545417"/>
                  </a:lnTo>
                  <a:lnTo>
                    <a:pt x="5542987" y="2529092"/>
                  </a:lnTo>
                  <a:lnTo>
                    <a:pt x="5520354" y="2534731"/>
                  </a:lnTo>
                  <a:lnTo>
                    <a:pt x="5510193" y="2560274"/>
                  </a:lnTo>
                  <a:lnTo>
                    <a:pt x="5469431" y="2586077"/>
                  </a:lnTo>
                  <a:lnTo>
                    <a:pt x="5442399" y="2581869"/>
                  </a:lnTo>
                  <a:lnTo>
                    <a:pt x="5427611" y="2596904"/>
                  </a:lnTo>
                  <a:lnTo>
                    <a:pt x="5384624" y="2607506"/>
                  </a:lnTo>
                  <a:lnTo>
                    <a:pt x="5376812" y="2595988"/>
                  </a:lnTo>
                  <a:lnTo>
                    <a:pt x="5353900" y="2598910"/>
                  </a:lnTo>
                  <a:lnTo>
                    <a:pt x="5366769" y="2625517"/>
                  </a:lnTo>
                  <a:lnTo>
                    <a:pt x="5335818" y="2636063"/>
                  </a:lnTo>
                  <a:lnTo>
                    <a:pt x="5315450" y="2624944"/>
                  </a:lnTo>
                  <a:lnTo>
                    <a:pt x="5312534" y="2599705"/>
                  </a:lnTo>
                  <a:lnTo>
                    <a:pt x="5294373" y="2599000"/>
                  </a:lnTo>
                  <a:lnTo>
                    <a:pt x="5283887" y="2571618"/>
                  </a:lnTo>
                  <a:lnTo>
                    <a:pt x="5297787" y="2540805"/>
                  </a:lnTo>
                  <a:lnTo>
                    <a:pt x="5277215" y="2515888"/>
                  </a:lnTo>
                  <a:lnTo>
                    <a:pt x="5259956" y="2514372"/>
                  </a:lnTo>
                  <a:lnTo>
                    <a:pt x="5253523" y="2500618"/>
                  </a:lnTo>
                  <a:lnTo>
                    <a:pt x="5296781" y="2467867"/>
                  </a:lnTo>
                  <a:lnTo>
                    <a:pt x="5322717" y="2472687"/>
                  </a:lnTo>
                  <a:lnTo>
                    <a:pt x="5334610" y="2432138"/>
                  </a:lnTo>
                  <a:lnTo>
                    <a:pt x="5385132" y="2434624"/>
                  </a:lnTo>
                  <a:lnTo>
                    <a:pt x="5372038" y="2379805"/>
                  </a:lnTo>
                  <a:lnTo>
                    <a:pt x="5343667" y="2372514"/>
                  </a:lnTo>
                  <a:lnTo>
                    <a:pt x="5238571" y="2407939"/>
                  </a:lnTo>
                  <a:lnTo>
                    <a:pt x="5173643" y="2415668"/>
                  </a:lnTo>
                  <a:lnTo>
                    <a:pt x="5147410" y="2391042"/>
                  </a:lnTo>
                  <a:lnTo>
                    <a:pt x="5151727" y="2217793"/>
                  </a:lnTo>
                  <a:lnTo>
                    <a:pt x="5162436" y="2205138"/>
                  </a:lnTo>
                  <a:lnTo>
                    <a:pt x="5150514" y="2148523"/>
                  </a:lnTo>
                  <a:lnTo>
                    <a:pt x="5185352" y="2118151"/>
                  </a:lnTo>
                  <a:lnTo>
                    <a:pt x="5160724" y="2122109"/>
                  </a:lnTo>
                  <a:lnTo>
                    <a:pt x="5148234" y="2114268"/>
                  </a:lnTo>
                  <a:lnTo>
                    <a:pt x="5130169" y="1828268"/>
                  </a:lnTo>
                  <a:lnTo>
                    <a:pt x="5149827" y="1801903"/>
                  </a:lnTo>
                  <a:lnTo>
                    <a:pt x="5127118" y="1789257"/>
                  </a:lnTo>
                  <a:lnTo>
                    <a:pt x="5117207" y="1733705"/>
                  </a:lnTo>
                  <a:lnTo>
                    <a:pt x="5082256" y="1666746"/>
                  </a:lnTo>
                  <a:lnTo>
                    <a:pt x="5070096" y="1664656"/>
                  </a:lnTo>
                  <a:lnTo>
                    <a:pt x="4608204" y="1245352"/>
                  </a:lnTo>
                  <a:lnTo>
                    <a:pt x="4593129" y="1261619"/>
                  </a:lnTo>
                  <a:lnTo>
                    <a:pt x="4595904" y="1279747"/>
                  </a:lnTo>
                  <a:lnTo>
                    <a:pt x="4560089" y="1296396"/>
                  </a:lnTo>
                  <a:lnTo>
                    <a:pt x="4538093" y="1290240"/>
                  </a:lnTo>
                  <a:lnTo>
                    <a:pt x="4442191" y="1402256"/>
                  </a:lnTo>
                  <a:lnTo>
                    <a:pt x="4529534" y="1404350"/>
                  </a:lnTo>
                  <a:lnTo>
                    <a:pt x="4547578" y="1471105"/>
                  </a:lnTo>
                  <a:lnTo>
                    <a:pt x="4539904" y="1492490"/>
                  </a:lnTo>
                  <a:lnTo>
                    <a:pt x="4510212" y="1524334"/>
                  </a:lnTo>
                  <a:lnTo>
                    <a:pt x="4467796" y="1515259"/>
                  </a:lnTo>
                  <a:lnTo>
                    <a:pt x="4447663" y="1498124"/>
                  </a:lnTo>
                  <a:lnTo>
                    <a:pt x="4446507" y="1507820"/>
                  </a:lnTo>
                  <a:lnTo>
                    <a:pt x="4421592" y="1515681"/>
                  </a:lnTo>
                  <a:lnTo>
                    <a:pt x="4408612" y="1456852"/>
                  </a:lnTo>
                  <a:lnTo>
                    <a:pt x="4389305" y="1444784"/>
                  </a:lnTo>
                  <a:lnTo>
                    <a:pt x="4374888" y="1457311"/>
                  </a:lnTo>
                  <a:lnTo>
                    <a:pt x="4402401" y="1472168"/>
                  </a:lnTo>
                  <a:lnTo>
                    <a:pt x="4380018" y="1503842"/>
                  </a:lnTo>
                  <a:lnTo>
                    <a:pt x="4394777" y="1515215"/>
                  </a:lnTo>
                  <a:lnTo>
                    <a:pt x="4344634" y="1563823"/>
                  </a:lnTo>
                  <a:lnTo>
                    <a:pt x="4329752" y="1593072"/>
                  </a:lnTo>
                  <a:lnTo>
                    <a:pt x="4310237" y="1602613"/>
                  </a:lnTo>
                  <a:lnTo>
                    <a:pt x="4295932" y="1596196"/>
                  </a:lnTo>
                  <a:lnTo>
                    <a:pt x="4296552" y="1723854"/>
                  </a:lnTo>
                  <a:lnTo>
                    <a:pt x="4204647" y="1937384"/>
                  </a:lnTo>
                  <a:lnTo>
                    <a:pt x="4200811" y="1954045"/>
                  </a:lnTo>
                  <a:lnTo>
                    <a:pt x="4215118" y="1970719"/>
                  </a:lnTo>
                  <a:lnTo>
                    <a:pt x="4203967" y="1975729"/>
                  </a:lnTo>
                  <a:lnTo>
                    <a:pt x="4199074" y="1967313"/>
                  </a:lnTo>
                  <a:lnTo>
                    <a:pt x="4205136" y="2029501"/>
                  </a:lnTo>
                  <a:lnTo>
                    <a:pt x="4384751" y="2092633"/>
                  </a:lnTo>
                  <a:lnTo>
                    <a:pt x="4445167" y="2090534"/>
                  </a:lnTo>
                  <a:lnTo>
                    <a:pt x="4484989" y="2108868"/>
                  </a:lnTo>
                  <a:lnTo>
                    <a:pt x="4510342" y="2149772"/>
                  </a:lnTo>
                  <a:lnTo>
                    <a:pt x="4545342" y="2227599"/>
                  </a:lnTo>
                  <a:lnTo>
                    <a:pt x="4530405" y="2314656"/>
                  </a:lnTo>
                  <a:lnTo>
                    <a:pt x="4542651" y="2357948"/>
                  </a:lnTo>
                  <a:lnTo>
                    <a:pt x="4626825" y="2406161"/>
                  </a:lnTo>
                  <a:lnTo>
                    <a:pt x="4690116" y="2465407"/>
                  </a:lnTo>
                  <a:lnTo>
                    <a:pt x="4748035" y="2483121"/>
                  </a:lnTo>
                  <a:lnTo>
                    <a:pt x="4773856" y="2502539"/>
                  </a:lnTo>
                  <a:close/>
                  <a:moveTo>
                    <a:pt x="5158610" y="1814024"/>
                  </a:moveTo>
                  <a:lnTo>
                    <a:pt x="5181806" y="1856191"/>
                  </a:lnTo>
                  <a:lnTo>
                    <a:pt x="5191372" y="1852623"/>
                  </a:lnTo>
                  <a:lnTo>
                    <a:pt x="5212078" y="1878007"/>
                  </a:lnTo>
                  <a:lnTo>
                    <a:pt x="5238162" y="1854739"/>
                  </a:lnTo>
                  <a:lnTo>
                    <a:pt x="5262410" y="1893734"/>
                  </a:lnTo>
                  <a:lnTo>
                    <a:pt x="5284995" y="1875109"/>
                  </a:lnTo>
                  <a:lnTo>
                    <a:pt x="5279430" y="1862642"/>
                  </a:lnTo>
                  <a:lnTo>
                    <a:pt x="5296343" y="1854299"/>
                  </a:lnTo>
                  <a:lnTo>
                    <a:pt x="5296480" y="1836876"/>
                  </a:lnTo>
                  <a:lnTo>
                    <a:pt x="5318934" y="1830388"/>
                  </a:lnTo>
                  <a:lnTo>
                    <a:pt x="5348043" y="1784547"/>
                  </a:lnTo>
                  <a:lnTo>
                    <a:pt x="5403825" y="1809557"/>
                  </a:lnTo>
                  <a:lnTo>
                    <a:pt x="5425878" y="1797379"/>
                  </a:lnTo>
                  <a:lnTo>
                    <a:pt x="5412492" y="1770464"/>
                  </a:lnTo>
                  <a:lnTo>
                    <a:pt x="5366559" y="1748989"/>
                  </a:lnTo>
                  <a:lnTo>
                    <a:pt x="5330114" y="1759863"/>
                  </a:lnTo>
                  <a:lnTo>
                    <a:pt x="5319579" y="1750044"/>
                  </a:lnTo>
                  <a:lnTo>
                    <a:pt x="5296965" y="1755878"/>
                  </a:lnTo>
                  <a:lnTo>
                    <a:pt x="5289120" y="1733181"/>
                  </a:lnTo>
                  <a:lnTo>
                    <a:pt x="5217280" y="1759793"/>
                  </a:lnTo>
                  <a:lnTo>
                    <a:pt x="5216224" y="1774329"/>
                  </a:lnTo>
                  <a:lnTo>
                    <a:pt x="5158610" y="1814024"/>
                  </a:lnTo>
                  <a:close/>
                  <a:moveTo>
                    <a:pt x="5266156" y="1723575"/>
                  </a:moveTo>
                  <a:lnTo>
                    <a:pt x="5274689" y="1735502"/>
                  </a:lnTo>
                  <a:lnTo>
                    <a:pt x="5306614" y="1709001"/>
                  </a:lnTo>
                  <a:lnTo>
                    <a:pt x="5266156" y="1723575"/>
                  </a:lnTo>
                  <a:close/>
                  <a:moveTo>
                    <a:pt x="4865865" y="3258318"/>
                  </a:moveTo>
                  <a:lnTo>
                    <a:pt x="4861153" y="3331995"/>
                  </a:lnTo>
                  <a:lnTo>
                    <a:pt x="4868381" y="3392873"/>
                  </a:lnTo>
                  <a:lnTo>
                    <a:pt x="4910826" y="3477321"/>
                  </a:lnTo>
                  <a:lnTo>
                    <a:pt x="5033355" y="3335492"/>
                  </a:lnTo>
                  <a:lnTo>
                    <a:pt x="5057267" y="3331496"/>
                  </a:lnTo>
                  <a:lnTo>
                    <a:pt x="5052521" y="3315774"/>
                  </a:lnTo>
                  <a:lnTo>
                    <a:pt x="5113126" y="3240694"/>
                  </a:lnTo>
                  <a:lnTo>
                    <a:pt x="5145286" y="3181314"/>
                  </a:lnTo>
                  <a:lnTo>
                    <a:pt x="5100000" y="2948938"/>
                  </a:lnTo>
                  <a:lnTo>
                    <a:pt x="5119430" y="2941107"/>
                  </a:lnTo>
                  <a:lnTo>
                    <a:pt x="5219817" y="3016185"/>
                  </a:lnTo>
                  <a:lnTo>
                    <a:pt x="5230755" y="3003362"/>
                  </a:lnTo>
                  <a:lnTo>
                    <a:pt x="5258947" y="2914257"/>
                  </a:lnTo>
                  <a:lnTo>
                    <a:pt x="5235167" y="2882237"/>
                  </a:lnTo>
                  <a:lnTo>
                    <a:pt x="5255209" y="2858930"/>
                  </a:lnTo>
                  <a:lnTo>
                    <a:pt x="5215885" y="2814799"/>
                  </a:lnTo>
                  <a:lnTo>
                    <a:pt x="5229514" y="2794304"/>
                  </a:lnTo>
                  <a:lnTo>
                    <a:pt x="5117726" y="2720053"/>
                  </a:lnTo>
                  <a:lnTo>
                    <a:pt x="4818426" y="2542106"/>
                  </a:lnTo>
                  <a:lnTo>
                    <a:pt x="4748035" y="2483121"/>
                  </a:lnTo>
                  <a:lnTo>
                    <a:pt x="4690116" y="2465407"/>
                  </a:lnTo>
                  <a:lnTo>
                    <a:pt x="4626825" y="2406161"/>
                  </a:lnTo>
                  <a:lnTo>
                    <a:pt x="4542651" y="2357948"/>
                  </a:lnTo>
                  <a:lnTo>
                    <a:pt x="4530405" y="2314656"/>
                  </a:lnTo>
                  <a:lnTo>
                    <a:pt x="4545342" y="2227599"/>
                  </a:lnTo>
                  <a:lnTo>
                    <a:pt x="4508673" y="2151288"/>
                  </a:lnTo>
                  <a:lnTo>
                    <a:pt x="4429808" y="2224681"/>
                  </a:lnTo>
                  <a:lnTo>
                    <a:pt x="4405216" y="2200666"/>
                  </a:lnTo>
                  <a:lnTo>
                    <a:pt x="4387248" y="2219115"/>
                  </a:lnTo>
                  <a:lnTo>
                    <a:pt x="4360496" y="2286347"/>
                  </a:lnTo>
                  <a:lnTo>
                    <a:pt x="4304371" y="2293346"/>
                  </a:lnTo>
                  <a:lnTo>
                    <a:pt x="4299192" y="2310125"/>
                  </a:lnTo>
                  <a:lnTo>
                    <a:pt x="4311496" y="2341356"/>
                  </a:lnTo>
                  <a:lnTo>
                    <a:pt x="4299124" y="2364964"/>
                  </a:lnTo>
                  <a:lnTo>
                    <a:pt x="4360304" y="2387853"/>
                  </a:lnTo>
                  <a:lnTo>
                    <a:pt x="4424401" y="2443574"/>
                  </a:lnTo>
                  <a:lnTo>
                    <a:pt x="4443160" y="2490020"/>
                  </a:lnTo>
                  <a:lnTo>
                    <a:pt x="4413783" y="2550898"/>
                  </a:lnTo>
                  <a:lnTo>
                    <a:pt x="4372320" y="2519095"/>
                  </a:lnTo>
                  <a:lnTo>
                    <a:pt x="4374737" y="2544220"/>
                  </a:lnTo>
                  <a:lnTo>
                    <a:pt x="4348084" y="2565134"/>
                  </a:lnTo>
                  <a:lnTo>
                    <a:pt x="4343124" y="2562196"/>
                  </a:lnTo>
                  <a:lnTo>
                    <a:pt x="4299867" y="2582546"/>
                  </a:lnTo>
                  <a:lnTo>
                    <a:pt x="4277684" y="2530162"/>
                  </a:lnTo>
                  <a:lnTo>
                    <a:pt x="4250906" y="2540014"/>
                  </a:lnTo>
                  <a:lnTo>
                    <a:pt x="4264274" y="2581697"/>
                  </a:lnTo>
                  <a:lnTo>
                    <a:pt x="4284105" y="2799967"/>
                  </a:lnTo>
                  <a:lnTo>
                    <a:pt x="4322198" y="2821232"/>
                  </a:lnTo>
                  <a:lnTo>
                    <a:pt x="4367094" y="2829988"/>
                  </a:lnTo>
                  <a:lnTo>
                    <a:pt x="4483177" y="2869436"/>
                  </a:lnTo>
                  <a:lnTo>
                    <a:pt x="4503845" y="2900749"/>
                  </a:lnTo>
                  <a:lnTo>
                    <a:pt x="4500394" y="2976495"/>
                  </a:lnTo>
                  <a:lnTo>
                    <a:pt x="4470420" y="3003061"/>
                  </a:lnTo>
                  <a:lnTo>
                    <a:pt x="4320922" y="3092040"/>
                  </a:lnTo>
                  <a:lnTo>
                    <a:pt x="4304654" y="3202351"/>
                  </a:lnTo>
                  <a:lnTo>
                    <a:pt x="4346469" y="3251496"/>
                  </a:lnTo>
                  <a:lnTo>
                    <a:pt x="4409275" y="3296980"/>
                  </a:lnTo>
                  <a:lnTo>
                    <a:pt x="4509418" y="3334106"/>
                  </a:lnTo>
                  <a:lnTo>
                    <a:pt x="4598192" y="3322139"/>
                  </a:lnTo>
                  <a:lnTo>
                    <a:pt x="4682845" y="3328135"/>
                  </a:lnTo>
                  <a:lnTo>
                    <a:pt x="4837626" y="3253586"/>
                  </a:lnTo>
                  <a:lnTo>
                    <a:pt x="4865865" y="3258318"/>
                  </a:lnTo>
                  <a:close/>
                  <a:moveTo>
                    <a:pt x="5466215" y="2741579"/>
                  </a:moveTo>
                  <a:lnTo>
                    <a:pt x="5461889" y="2748006"/>
                  </a:lnTo>
                  <a:lnTo>
                    <a:pt x="5467495" y="2762338"/>
                  </a:lnTo>
                  <a:lnTo>
                    <a:pt x="5487851" y="2760794"/>
                  </a:lnTo>
                  <a:lnTo>
                    <a:pt x="5498281" y="2783489"/>
                  </a:lnTo>
                  <a:lnTo>
                    <a:pt x="5498367" y="2821083"/>
                  </a:lnTo>
                  <a:lnTo>
                    <a:pt x="5507739" y="2827925"/>
                  </a:lnTo>
                  <a:lnTo>
                    <a:pt x="5524616" y="2806665"/>
                  </a:lnTo>
                  <a:lnTo>
                    <a:pt x="5552930" y="2829582"/>
                  </a:lnTo>
                  <a:lnTo>
                    <a:pt x="5565497" y="2817619"/>
                  </a:lnTo>
                  <a:lnTo>
                    <a:pt x="5628407" y="2818981"/>
                  </a:lnTo>
                  <a:lnTo>
                    <a:pt x="5628835" y="2832174"/>
                  </a:lnTo>
                  <a:lnTo>
                    <a:pt x="5609061" y="2829618"/>
                  </a:lnTo>
                  <a:lnTo>
                    <a:pt x="5571588" y="2845666"/>
                  </a:lnTo>
                  <a:lnTo>
                    <a:pt x="5546936" y="2895837"/>
                  </a:lnTo>
                  <a:lnTo>
                    <a:pt x="5524348" y="2904812"/>
                  </a:lnTo>
                  <a:lnTo>
                    <a:pt x="5498401" y="2948132"/>
                  </a:lnTo>
                  <a:lnTo>
                    <a:pt x="5500970" y="2963652"/>
                  </a:lnTo>
                  <a:lnTo>
                    <a:pt x="5526397" y="2972224"/>
                  </a:lnTo>
                  <a:lnTo>
                    <a:pt x="5534207" y="3010565"/>
                  </a:lnTo>
                  <a:lnTo>
                    <a:pt x="5673166" y="3015283"/>
                  </a:lnTo>
                  <a:lnTo>
                    <a:pt x="5746072" y="3030933"/>
                  </a:lnTo>
                  <a:lnTo>
                    <a:pt x="5735974" y="3013701"/>
                  </a:lnTo>
                  <a:lnTo>
                    <a:pt x="5750766" y="2977118"/>
                  </a:lnTo>
                  <a:lnTo>
                    <a:pt x="5742882" y="2926093"/>
                  </a:lnTo>
                  <a:lnTo>
                    <a:pt x="5752216" y="2921568"/>
                  </a:lnTo>
                  <a:lnTo>
                    <a:pt x="5734355" y="2896773"/>
                  </a:lnTo>
                  <a:lnTo>
                    <a:pt x="5718028" y="2893188"/>
                  </a:lnTo>
                  <a:lnTo>
                    <a:pt x="5729300" y="2864094"/>
                  </a:lnTo>
                  <a:lnTo>
                    <a:pt x="5716291" y="2854784"/>
                  </a:lnTo>
                  <a:lnTo>
                    <a:pt x="5698357" y="2864718"/>
                  </a:lnTo>
                  <a:lnTo>
                    <a:pt x="5706556" y="2849059"/>
                  </a:lnTo>
                  <a:lnTo>
                    <a:pt x="5683103" y="2834593"/>
                  </a:lnTo>
                  <a:lnTo>
                    <a:pt x="5671326" y="2843918"/>
                  </a:lnTo>
                  <a:lnTo>
                    <a:pt x="5651917" y="2824490"/>
                  </a:lnTo>
                  <a:lnTo>
                    <a:pt x="5663079" y="2800011"/>
                  </a:lnTo>
                  <a:lnTo>
                    <a:pt x="5695060" y="2796118"/>
                  </a:lnTo>
                  <a:lnTo>
                    <a:pt x="5699161" y="2776949"/>
                  </a:lnTo>
                  <a:lnTo>
                    <a:pt x="5713260" y="2793588"/>
                  </a:lnTo>
                  <a:lnTo>
                    <a:pt x="5726359" y="2761636"/>
                  </a:lnTo>
                  <a:lnTo>
                    <a:pt x="5665092" y="2725674"/>
                  </a:lnTo>
                  <a:lnTo>
                    <a:pt x="5676281" y="2702295"/>
                  </a:lnTo>
                  <a:lnTo>
                    <a:pt x="5748018" y="2720544"/>
                  </a:lnTo>
                  <a:lnTo>
                    <a:pt x="5760337" y="2709101"/>
                  </a:lnTo>
                  <a:lnTo>
                    <a:pt x="5726368" y="2677951"/>
                  </a:lnTo>
                  <a:lnTo>
                    <a:pt x="5763554" y="2658857"/>
                  </a:lnTo>
                  <a:lnTo>
                    <a:pt x="5719338" y="2647215"/>
                  </a:lnTo>
                  <a:lnTo>
                    <a:pt x="5704594" y="2624555"/>
                  </a:lnTo>
                  <a:lnTo>
                    <a:pt x="5664833" y="2626430"/>
                  </a:lnTo>
                  <a:lnTo>
                    <a:pt x="5654821" y="2618574"/>
                  </a:lnTo>
                  <a:lnTo>
                    <a:pt x="5613057" y="2660031"/>
                  </a:lnTo>
                  <a:lnTo>
                    <a:pt x="5560654" y="2669370"/>
                  </a:lnTo>
                  <a:lnTo>
                    <a:pt x="5560098" y="2696837"/>
                  </a:lnTo>
                  <a:lnTo>
                    <a:pt x="5542937" y="2731942"/>
                  </a:lnTo>
                  <a:lnTo>
                    <a:pt x="5466215" y="2741579"/>
                  </a:lnTo>
                  <a:close/>
                  <a:moveTo>
                    <a:pt x="4267988" y="3928274"/>
                  </a:moveTo>
                  <a:lnTo>
                    <a:pt x="4330421" y="3924376"/>
                  </a:lnTo>
                  <a:lnTo>
                    <a:pt x="4375559" y="3906515"/>
                  </a:lnTo>
                  <a:lnTo>
                    <a:pt x="4404009" y="3922165"/>
                  </a:lnTo>
                  <a:lnTo>
                    <a:pt x="4412007" y="3880185"/>
                  </a:lnTo>
                  <a:lnTo>
                    <a:pt x="4581854" y="3766523"/>
                  </a:lnTo>
                  <a:lnTo>
                    <a:pt x="4607587" y="3777659"/>
                  </a:lnTo>
                  <a:lnTo>
                    <a:pt x="4612339" y="3742225"/>
                  </a:lnTo>
                  <a:lnTo>
                    <a:pt x="4714306" y="3665515"/>
                  </a:lnTo>
                  <a:lnTo>
                    <a:pt x="4851973" y="3531285"/>
                  </a:lnTo>
                  <a:lnTo>
                    <a:pt x="4877316" y="3533845"/>
                  </a:lnTo>
                  <a:lnTo>
                    <a:pt x="4862157" y="3520040"/>
                  </a:lnTo>
                  <a:lnTo>
                    <a:pt x="4910826" y="3477321"/>
                  </a:lnTo>
                  <a:lnTo>
                    <a:pt x="4868381" y="3392873"/>
                  </a:lnTo>
                  <a:lnTo>
                    <a:pt x="4861153" y="3331995"/>
                  </a:lnTo>
                  <a:lnTo>
                    <a:pt x="4865865" y="3258318"/>
                  </a:lnTo>
                  <a:lnTo>
                    <a:pt x="4837626" y="3253586"/>
                  </a:lnTo>
                  <a:lnTo>
                    <a:pt x="4682845" y="3328135"/>
                  </a:lnTo>
                  <a:lnTo>
                    <a:pt x="4598192" y="3322139"/>
                  </a:lnTo>
                  <a:lnTo>
                    <a:pt x="4509418" y="3334106"/>
                  </a:lnTo>
                  <a:lnTo>
                    <a:pt x="4409275" y="3296980"/>
                  </a:lnTo>
                  <a:lnTo>
                    <a:pt x="4346469" y="3251496"/>
                  </a:lnTo>
                  <a:lnTo>
                    <a:pt x="4304654" y="3202351"/>
                  </a:lnTo>
                  <a:lnTo>
                    <a:pt x="4320922" y="3092040"/>
                  </a:lnTo>
                  <a:lnTo>
                    <a:pt x="4470420" y="3003061"/>
                  </a:lnTo>
                  <a:lnTo>
                    <a:pt x="4500394" y="2976495"/>
                  </a:lnTo>
                  <a:lnTo>
                    <a:pt x="4503845" y="2900749"/>
                  </a:lnTo>
                  <a:lnTo>
                    <a:pt x="4483177" y="2869436"/>
                  </a:lnTo>
                  <a:lnTo>
                    <a:pt x="4367094" y="2829988"/>
                  </a:lnTo>
                  <a:lnTo>
                    <a:pt x="4322198" y="2821232"/>
                  </a:lnTo>
                  <a:lnTo>
                    <a:pt x="4284105" y="2799967"/>
                  </a:lnTo>
                  <a:lnTo>
                    <a:pt x="4262861" y="2574095"/>
                  </a:lnTo>
                  <a:lnTo>
                    <a:pt x="4231014" y="2575399"/>
                  </a:lnTo>
                  <a:lnTo>
                    <a:pt x="4219325" y="2555437"/>
                  </a:lnTo>
                  <a:lnTo>
                    <a:pt x="4208734" y="2563774"/>
                  </a:lnTo>
                  <a:lnTo>
                    <a:pt x="4178355" y="2550522"/>
                  </a:lnTo>
                  <a:lnTo>
                    <a:pt x="4167681" y="2612465"/>
                  </a:lnTo>
                  <a:lnTo>
                    <a:pt x="4131679" y="2602784"/>
                  </a:lnTo>
                  <a:lnTo>
                    <a:pt x="4128515" y="2615915"/>
                  </a:lnTo>
                  <a:lnTo>
                    <a:pt x="4114612" y="2610912"/>
                  </a:lnTo>
                  <a:lnTo>
                    <a:pt x="4028847" y="2632843"/>
                  </a:lnTo>
                  <a:lnTo>
                    <a:pt x="4001587" y="2621300"/>
                  </a:lnTo>
                  <a:lnTo>
                    <a:pt x="3997798" y="2637958"/>
                  </a:lnTo>
                  <a:lnTo>
                    <a:pt x="3953332" y="2622814"/>
                  </a:lnTo>
                  <a:lnTo>
                    <a:pt x="3936800" y="2632888"/>
                  </a:lnTo>
                  <a:lnTo>
                    <a:pt x="3881175" y="2711473"/>
                  </a:lnTo>
                  <a:lnTo>
                    <a:pt x="3864947" y="2712191"/>
                  </a:lnTo>
                  <a:lnTo>
                    <a:pt x="3895764" y="2747222"/>
                  </a:lnTo>
                  <a:lnTo>
                    <a:pt x="3890884" y="2752109"/>
                  </a:lnTo>
                  <a:lnTo>
                    <a:pt x="3961918" y="2880682"/>
                  </a:lnTo>
                  <a:lnTo>
                    <a:pt x="3980513" y="2896538"/>
                  </a:lnTo>
                  <a:lnTo>
                    <a:pt x="3977065" y="2929534"/>
                  </a:lnTo>
                  <a:lnTo>
                    <a:pt x="3985651" y="2943903"/>
                  </a:lnTo>
                  <a:lnTo>
                    <a:pt x="4036491" y="2939455"/>
                  </a:lnTo>
                  <a:lnTo>
                    <a:pt x="4020466" y="2947533"/>
                  </a:lnTo>
                  <a:lnTo>
                    <a:pt x="4024929" y="2979293"/>
                  </a:lnTo>
                  <a:lnTo>
                    <a:pt x="3973911" y="3047869"/>
                  </a:lnTo>
                  <a:lnTo>
                    <a:pt x="3981353" y="3080280"/>
                  </a:lnTo>
                  <a:lnTo>
                    <a:pt x="4009917" y="3104276"/>
                  </a:lnTo>
                  <a:lnTo>
                    <a:pt x="3979068" y="3119867"/>
                  </a:lnTo>
                  <a:lnTo>
                    <a:pt x="4019662" y="3127121"/>
                  </a:lnTo>
                  <a:lnTo>
                    <a:pt x="3979558" y="3186685"/>
                  </a:lnTo>
                  <a:lnTo>
                    <a:pt x="3980802" y="3320486"/>
                  </a:lnTo>
                  <a:lnTo>
                    <a:pt x="3905123" y="3311319"/>
                  </a:lnTo>
                  <a:lnTo>
                    <a:pt x="3856083" y="3286020"/>
                  </a:lnTo>
                  <a:lnTo>
                    <a:pt x="3849630" y="3308827"/>
                  </a:lnTo>
                  <a:lnTo>
                    <a:pt x="3864304" y="3322441"/>
                  </a:lnTo>
                  <a:lnTo>
                    <a:pt x="3863851" y="3344988"/>
                  </a:lnTo>
                  <a:lnTo>
                    <a:pt x="3841083" y="3396054"/>
                  </a:lnTo>
                  <a:lnTo>
                    <a:pt x="3882547" y="3410815"/>
                  </a:lnTo>
                  <a:lnTo>
                    <a:pt x="3868288" y="3459688"/>
                  </a:lnTo>
                  <a:lnTo>
                    <a:pt x="3827240" y="3506364"/>
                  </a:lnTo>
                  <a:lnTo>
                    <a:pt x="3840942" y="3514121"/>
                  </a:lnTo>
                  <a:lnTo>
                    <a:pt x="3852167" y="3508694"/>
                  </a:lnTo>
                  <a:lnTo>
                    <a:pt x="3857198" y="3543364"/>
                  </a:lnTo>
                  <a:lnTo>
                    <a:pt x="3827862" y="3565576"/>
                  </a:lnTo>
                  <a:lnTo>
                    <a:pt x="3828971" y="3605332"/>
                  </a:lnTo>
                  <a:lnTo>
                    <a:pt x="3801934" y="3610285"/>
                  </a:lnTo>
                  <a:lnTo>
                    <a:pt x="3812639" y="3628559"/>
                  </a:lnTo>
                  <a:lnTo>
                    <a:pt x="3828882" y="3623233"/>
                  </a:lnTo>
                  <a:lnTo>
                    <a:pt x="3843853" y="3644331"/>
                  </a:lnTo>
                  <a:lnTo>
                    <a:pt x="3866701" y="3643903"/>
                  </a:lnTo>
                  <a:lnTo>
                    <a:pt x="3836393" y="3694234"/>
                  </a:lnTo>
                  <a:lnTo>
                    <a:pt x="3859111" y="3702015"/>
                  </a:lnTo>
                  <a:lnTo>
                    <a:pt x="3841422" y="3753345"/>
                  </a:lnTo>
                  <a:lnTo>
                    <a:pt x="3843316" y="3802609"/>
                  </a:lnTo>
                  <a:lnTo>
                    <a:pt x="3820347" y="3848407"/>
                  </a:lnTo>
                  <a:lnTo>
                    <a:pt x="3911245" y="3889455"/>
                  </a:lnTo>
                  <a:lnTo>
                    <a:pt x="3941513" y="3969496"/>
                  </a:lnTo>
                  <a:lnTo>
                    <a:pt x="3957721" y="3943600"/>
                  </a:lnTo>
                  <a:lnTo>
                    <a:pt x="3943202" y="3910369"/>
                  </a:lnTo>
                  <a:lnTo>
                    <a:pt x="3955708" y="3896424"/>
                  </a:lnTo>
                  <a:lnTo>
                    <a:pt x="4267988" y="3928274"/>
                  </a:lnTo>
                  <a:close/>
                  <a:moveTo>
                    <a:pt x="3848685" y="4365164"/>
                  </a:moveTo>
                  <a:lnTo>
                    <a:pt x="3902151" y="4050984"/>
                  </a:lnTo>
                  <a:lnTo>
                    <a:pt x="3921379" y="4028578"/>
                  </a:lnTo>
                  <a:lnTo>
                    <a:pt x="3971995" y="3990811"/>
                  </a:lnTo>
                  <a:lnTo>
                    <a:pt x="3957721" y="3943600"/>
                  </a:lnTo>
                  <a:lnTo>
                    <a:pt x="3941513" y="3969496"/>
                  </a:lnTo>
                  <a:lnTo>
                    <a:pt x="3911245" y="3889455"/>
                  </a:lnTo>
                  <a:lnTo>
                    <a:pt x="3820347" y="3848407"/>
                  </a:lnTo>
                  <a:lnTo>
                    <a:pt x="3843316" y="3802609"/>
                  </a:lnTo>
                  <a:lnTo>
                    <a:pt x="3841422" y="3753345"/>
                  </a:lnTo>
                  <a:lnTo>
                    <a:pt x="3859111" y="3702015"/>
                  </a:lnTo>
                  <a:lnTo>
                    <a:pt x="3836393" y="3694234"/>
                  </a:lnTo>
                  <a:lnTo>
                    <a:pt x="3866701" y="3643903"/>
                  </a:lnTo>
                  <a:lnTo>
                    <a:pt x="3843853" y="3644331"/>
                  </a:lnTo>
                  <a:lnTo>
                    <a:pt x="3828882" y="3623233"/>
                  </a:lnTo>
                  <a:lnTo>
                    <a:pt x="3812639" y="3628559"/>
                  </a:lnTo>
                  <a:lnTo>
                    <a:pt x="3801934" y="3610285"/>
                  </a:lnTo>
                  <a:lnTo>
                    <a:pt x="3828971" y="3605332"/>
                  </a:lnTo>
                  <a:lnTo>
                    <a:pt x="3827862" y="3565576"/>
                  </a:lnTo>
                  <a:lnTo>
                    <a:pt x="3857198" y="3543364"/>
                  </a:lnTo>
                  <a:lnTo>
                    <a:pt x="3852167" y="3508694"/>
                  </a:lnTo>
                  <a:lnTo>
                    <a:pt x="3840942" y="3514121"/>
                  </a:lnTo>
                  <a:lnTo>
                    <a:pt x="3827240" y="3506364"/>
                  </a:lnTo>
                  <a:lnTo>
                    <a:pt x="3868288" y="3459688"/>
                  </a:lnTo>
                  <a:lnTo>
                    <a:pt x="3882547" y="3410815"/>
                  </a:lnTo>
                  <a:lnTo>
                    <a:pt x="3841083" y="3396054"/>
                  </a:lnTo>
                  <a:lnTo>
                    <a:pt x="3863851" y="3344988"/>
                  </a:lnTo>
                  <a:lnTo>
                    <a:pt x="3864304" y="3322441"/>
                  </a:lnTo>
                  <a:lnTo>
                    <a:pt x="3849630" y="3308827"/>
                  </a:lnTo>
                  <a:lnTo>
                    <a:pt x="3856083" y="3286020"/>
                  </a:lnTo>
                  <a:lnTo>
                    <a:pt x="3905123" y="3311319"/>
                  </a:lnTo>
                  <a:lnTo>
                    <a:pt x="3980802" y="3320486"/>
                  </a:lnTo>
                  <a:lnTo>
                    <a:pt x="3979558" y="3186685"/>
                  </a:lnTo>
                  <a:lnTo>
                    <a:pt x="4019662" y="3127121"/>
                  </a:lnTo>
                  <a:lnTo>
                    <a:pt x="3979068" y="3119867"/>
                  </a:lnTo>
                  <a:lnTo>
                    <a:pt x="4009917" y="3104276"/>
                  </a:lnTo>
                  <a:lnTo>
                    <a:pt x="3981353" y="3080280"/>
                  </a:lnTo>
                  <a:lnTo>
                    <a:pt x="3973911" y="3047869"/>
                  </a:lnTo>
                  <a:lnTo>
                    <a:pt x="4024929" y="2979293"/>
                  </a:lnTo>
                  <a:lnTo>
                    <a:pt x="4020466" y="2947533"/>
                  </a:lnTo>
                  <a:lnTo>
                    <a:pt x="4036491" y="2939455"/>
                  </a:lnTo>
                  <a:lnTo>
                    <a:pt x="3985651" y="2943903"/>
                  </a:lnTo>
                  <a:lnTo>
                    <a:pt x="3977065" y="2929534"/>
                  </a:lnTo>
                  <a:lnTo>
                    <a:pt x="3980513" y="2896538"/>
                  </a:lnTo>
                  <a:lnTo>
                    <a:pt x="3961918" y="2880682"/>
                  </a:lnTo>
                  <a:lnTo>
                    <a:pt x="3890884" y="2752109"/>
                  </a:lnTo>
                  <a:lnTo>
                    <a:pt x="3895764" y="2747222"/>
                  </a:lnTo>
                  <a:lnTo>
                    <a:pt x="3841548" y="2684100"/>
                  </a:lnTo>
                  <a:lnTo>
                    <a:pt x="3800300" y="2707930"/>
                  </a:lnTo>
                  <a:lnTo>
                    <a:pt x="3751222" y="2718349"/>
                  </a:lnTo>
                  <a:lnTo>
                    <a:pt x="3617307" y="2886688"/>
                  </a:lnTo>
                  <a:lnTo>
                    <a:pt x="3516631" y="2985908"/>
                  </a:lnTo>
                  <a:lnTo>
                    <a:pt x="3576777" y="3037273"/>
                  </a:lnTo>
                  <a:lnTo>
                    <a:pt x="3481786" y="3154111"/>
                  </a:lnTo>
                  <a:lnTo>
                    <a:pt x="3240760" y="3358232"/>
                  </a:lnTo>
                  <a:lnTo>
                    <a:pt x="3265708" y="3358046"/>
                  </a:lnTo>
                  <a:lnTo>
                    <a:pt x="3403858" y="3567258"/>
                  </a:lnTo>
                  <a:lnTo>
                    <a:pt x="3400772" y="3609084"/>
                  </a:lnTo>
                  <a:lnTo>
                    <a:pt x="3404004" y="3610456"/>
                  </a:lnTo>
                  <a:lnTo>
                    <a:pt x="3414664" y="3592897"/>
                  </a:lnTo>
                  <a:lnTo>
                    <a:pt x="3430227" y="3606871"/>
                  </a:lnTo>
                  <a:lnTo>
                    <a:pt x="3491812" y="3697030"/>
                  </a:lnTo>
                  <a:lnTo>
                    <a:pt x="3518139" y="3720193"/>
                  </a:lnTo>
                  <a:lnTo>
                    <a:pt x="3589407" y="3754901"/>
                  </a:lnTo>
                  <a:lnTo>
                    <a:pt x="3594111" y="3771979"/>
                  </a:lnTo>
                  <a:lnTo>
                    <a:pt x="3609868" y="3762961"/>
                  </a:lnTo>
                  <a:lnTo>
                    <a:pt x="3693622" y="3798411"/>
                  </a:lnTo>
                  <a:lnTo>
                    <a:pt x="3684037" y="3813175"/>
                  </a:lnTo>
                  <a:lnTo>
                    <a:pt x="3712698" y="3853366"/>
                  </a:lnTo>
                  <a:lnTo>
                    <a:pt x="3685712" y="3870665"/>
                  </a:lnTo>
                  <a:lnTo>
                    <a:pt x="3650609" y="3860173"/>
                  </a:lnTo>
                  <a:lnTo>
                    <a:pt x="3641691" y="3880008"/>
                  </a:lnTo>
                  <a:lnTo>
                    <a:pt x="3657037" y="3890880"/>
                  </a:lnTo>
                  <a:lnTo>
                    <a:pt x="3655052" y="3915156"/>
                  </a:lnTo>
                  <a:lnTo>
                    <a:pt x="3641898" y="3916622"/>
                  </a:lnTo>
                  <a:lnTo>
                    <a:pt x="3724114" y="3964351"/>
                  </a:lnTo>
                  <a:lnTo>
                    <a:pt x="3722470" y="3995473"/>
                  </a:lnTo>
                  <a:lnTo>
                    <a:pt x="3708622" y="4005368"/>
                  </a:lnTo>
                  <a:lnTo>
                    <a:pt x="3730628" y="4018022"/>
                  </a:lnTo>
                  <a:lnTo>
                    <a:pt x="3725834" y="4045042"/>
                  </a:lnTo>
                  <a:lnTo>
                    <a:pt x="3701276" y="4095225"/>
                  </a:lnTo>
                  <a:lnTo>
                    <a:pt x="3681752" y="4100530"/>
                  </a:lnTo>
                  <a:lnTo>
                    <a:pt x="3603882" y="4072523"/>
                  </a:lnTo>
                  <a:lnTo>
                    <a:pt x="3531368" y="4131286"/>
                  </a:lnTo>
                  <a:lnTo>
                    <a:pt x="3497873" y="4179954"/>
                  </a:lnTo>
                  <a:lnTo>
                    <a:pt x="3426975" y="4208769"/>
                  </a:lnTo>
                  <a:lnTo>
                    <a:pt x="3398837" y="4204294"/>
                  </a:lnTo>
                  <a:lnTo>
                    <a:pt x="3338172" y="4229269"/>
                  </a:lnTo>
                  <a:lnTo>
                    <a:pt x="3339092" y="4245353"/>
                  </a:lnTo>
                  <a:lnTo>
                    <a:pt x="3311915" y="4257951"/>
                  </a:lnTo>
                  <a:lnTo>
                    <a:pt x="3321920" y="4301196"/>
                  </a:lnTo>
                  <a:lnTo>
                    <a:pt x="3347939" y="4326651"/>
                  </a:lnTo>
                  <a:lnTo>
                    <a:pt x="3374213" y="4318363"/>
                  </a:lnTo>
                  <a:lnTo>
                    <a:pt x="3387502" y="4296275"/>
                  </a:lnTo>
                  <a:lnTo>
                    <a:pt x="3406735" y="4293013"/>
                  </a:lnTo>
                  <a:lnTo>
                    <a:pt x="3448114" y="4321239"/>
                  </a:lnTo>
                  <a:lnTo>
                    <a:pt x="3468922" y="4313214"/>
                  </a:lnTo>
                  <a:lnTo>
                    <a:pt x="3481681" y="4324347"/>
                  </a:lnTo>
                  <a:lnTo>
                    <a:pt x="3500032" y="4318434"/>
                  </a:lnTo>
                  <a:lnTo>
                    <a:pt x="3555352" y="4332308"/>
                  </a:lnTo>
                  <a:lnTo>
                    <a:pt x="3559035" y="4358651"/>
                  </a:lnTo>
                  <a:lnTo>
                    <a:pt x="3595955" y="4370619"/>
                  </a:lnTo>
                  <a:lnTo>
                    <a:pt x="3632568" y="4398921"/>
                  </a:lnTo>
                  <a:lnTo>
                    <a:pt x="3629453" y="4361235"/>
                  </a:lnTo>
                  <a:lnTo>
                    <a:pt x="3639568" y="4330930"/>
                  </a:lnTo>
                  <a:lnTo>
                    <a:pt x="3658853" y="4309099"/>
                  </a:lnTo>
                  <a:lnTo>
                    <a:pt x="3694826" y="4292844"/>
                  </a:lnTo>
                  <a:lnTo>
                    <a:pt x="3732262" y="4296851"/>
                  </a:lnTo>
                  <a:lnTo>
                    <a:pt x="3764149" y="4319938"/>
                  </a:lnTo>
                  <a:lnTo>
                    <a:pt x="3779906" y="4353839"/>
                  </a:lnTo>
                  <a:lnTo>
                    <a:pt x="3777619" y="4393545"/>
                  </a:lnTo>
                  <a:lnTo>
                    <a:pt x="3783206" y="4376356"/>
                  </a:lnTo>
                  <a:lnTo>
                    <a:pt x="3790713" y="4377615"/>
                  </a:lnTo>
                  <a:lnTo>
                    <a:pt x="3787291" y="4405656"/>
                  </a:lnTo>
                  <a:lnTo>
                    <a:pt x="3841491" y="4404544"/>
                  </a:lnTo>
                  <a:lnTo>
                    <a:pt x="3848685" y="4365164"/>
                  </a:lnTo>
                  <a:close/>
                  <a:moveTo>
                    <a:pt x="2836086" y="3551462"/>
                  </a:moveTo>
                  <a:lnTo>
                    <a:pt x="2837800" y="3554888"/>
                  </a:lnTo>
                  <a:lnTo>
                    <a:pt x="3195546" y="3389600"/>
                  </a:lnTo>
                  <a:lnTo>
                    <a:pt x="3240760" y="3358232"/>
                  </a:lnTo>
                  <a:lnTo>
                    <a:pt x="3375453" y="3247980"/>
                  </a:lnTo>
                  <a:lnTo>
                    <a:pt x="3493988" y="3139554"/>
                  </a:lnTo>
                  <a:lnTo>
                    <a:pt x="3576777" y="3037273"/>
                  </a:lnTo>
                  <a:lnTo>
                    <a:pt x="3516631" y="2985908"/>
                  </a:lnTo>
                  <a:lnTo>
                    <a:pt x="3617307" y="2886688"/>
                  </a:lnTo>
                  <a:lnTo>
                    <a:pt x="3751222" y="2718349"/>
                  </a:lnTo>
                  <a:lnTo>
                    <a:pt x="3700930" y="2703499"/>
                  </a:lnTo>
                  <a:lnTo>
                    <a:pt x="3668058" y="2664121"/>
                  </a:lnTo>
                  <a:lnTo>
                    <a:pt x="3662206" y="2610333"/>
                  </a:lnTo>
                  <a:lnTo>
                    <a:pt x="3690500" y="2565633"/>
                  </a:lnTo>
                  <a:lnTo>
                    <a:pt x="3773890" y="2500136"/>
                  </a:lnTo>
                  <a:lnTo>
                    <a:pt x="3821337" y="2420424"/>
                  </a:lnTo>
                  <a:lnTo>
                    <a:pt x="3824782" y="2408187"/>
                  </a:lnTo>
                  <a:lnTo>
                    <a:pt x="3819172" y="2360986"/>
                  </a:lnTo>
                  <a:lnTo>
                    <a:pt x="3814491" y="2354092"/>
                  </a:lnTo>
                  <a:lnTo>
                    <a:pt x="3787185" y="2340139"/>
                  </a:lnTo>
                  <a:lnTo>
                    <a:pt x="3763912" y="2341994"/>
                  </a:lnTo>
                  <a:lnTo>
                    <a:pt x="3634846" y="2418911"/>
                  </a:lnTo>
                  <a:lnTo>
                    <a:pt x="3593967" y="2418379"/>
                  </a:lnTo>
                  <a:lnTo>
                    <a:pt x="3566389" y="2392672"/>
                  </a:lnTo>
                  <a:lnTo>
                    <a:pt x="3534898" y="2304825"/>
                  </a:lnTo>
                  <a:lnTo>
                    <a:pt x="3528121" y="2296408"/>
                  </a:lnTo>
                  <a:lnTo>
                    <a:pt x="3443260" y="2231288"/>
                  </a:lnTo>
                  <a:lnTo>
                    <a:pt x="3403908" y="2214020"/>
                  </a:lnTo>
                  <a:lnTo>
                    <a:pt x="3374519" y="2214337"/>
                  </a:lnTo>
                  <a:lnTo>
                    <a:pt x="3355323" y="2220671"/>
                  </a:lnTo>
                  <a:lnTo>
                    <a:pt x="3343569" y="2243136"/>
                  </a:lnTo>
                  <a:lnTo>
                    <a:pt x="3335539" y="2374554"/>
                  </a:lnTo>
                  <a:lnTo>
                    <a:pt x="3283433" y="2434591"/>
                  </a:lnTo>
                  <a:lnTo>
                    <a:pt x="3246088" y="2451955"/>
                  </a:lnTo>
                  <a:lnTo>
                    <a:pt x="3215970" y="2451551"/>
                  </a:lnTo>
                  <a:lnTo>
                    <a:pt x="3150412" y="2402666"/>
                  </a:lnTo>
                  <a:lnTo>
                    <a:pt x="3147109" y="2378955"/>
                  </a:lnTo>
                  <a:lnTo>
                    <a:pt x="3227517" y="2337603"/>
                  </a:lnTo>
                  <a:lnTo>
                    <a:pt x="3256893" y="2312097"/>
                  </a:lnTo>
                  <a:lnTo>
                    <a:pt x="3285252" y="2262976"/>
                  </a:lnTo>
                  <a:lnTo>
                    <a:pt x="3273509" y="2219693"/>
                  </a:lnTo>
                  <a:lnTo>
                    <a:pt x="3235124" y="2156412"/>
                  </a:lnTo>
                  <a:lnTo>
                    <a:pt x="3207563" y="2133453"/>
                  </a:lnTo>
                  <a:lnTo>
                    <a:pt x="3135001" y="2160767"/>
                  </a:lnTo>
                  <a:lnTo>
                    <a:pt x="3011919" y="2146838"/>
                  </a:lnTo>
                  <a:lnTo>
                    <a:pt x="2957937" y="2186573"/>
                  </a:lnTo>
                  <a:lnTo>
                    <a:pt x="2878087" y="2179661"/>
                  </a:lnTo>
                  <a:lnTo>
                    <a:pt x="2825201" y="2188001"/>
                  </a:lnTo>
                  <a:lnTo>
                    <a:pt x="2813850" y="2171912"/>
                  </a:lnTo>
                  <a:lnTo>
                    <a:pt x="2796181" y="2181528"/>
                  </a:lnTo>
                  <a:lnTo>
                    <a:pt x="2812792" y="2208088"/>
                  </a:lnTo>
                  <a:lnTo>
                    <a:pt x="2797794" y="2245416"/>
                  </a:lnTo>
                  <a:lnTo>
                    <a:pt x="2809078" y="2247848"/>
                  </a:lnTo>
                  <a:lnTo>
                    <a:pt x="2811927" y="2261642"/>
                  </a:lnTo>
                  <a:lnTo>
                    <a:pt x="2813912" y="2406384"/>
                  </a:lnTo>
                  <a:lnTo>
                    <a:pt x="2838497" y="2524045"/>
                  </a:lnTo>
                  <a:lnTo>
                    <a:pt x="2860020" y="2574024"/>
                  </a:lnTo>
                  <a:lnTo>
                    <a:pt x="2860385" y="2604203"/>
                  </a:lnTo>
                  <a:lnTo>
                    <a:pt x="2889127" y="2675612"/>
                  </a:lnTo>
                  <a:lnTo>
                    <a:pt x="2875547" y="2697970"/>
                  </a:lnTo>
                  <a:lnTo>
                    <a:pt x="2900658" y="2710726"/>
                  </a:lnTo>
                  <a:lnTo>
                    <a:pt x="2930447" y="2757151"/>
                  </a:lnTo>
                  <a:lnTo>
                    <a:pt x="2907454" y="2773086"/>
                  </a:lnTo>
                  <a:lnTo>
                    <a:pt x="2918369" y="2786315"/>
                  </a:lnTo>
                  <a:lnTo>
                    <a:pt x="2911428" y="2800747"/>
                  </a:lnTo>
                  <a:lnTo>
                    <a:pt x="2928211" y="2821460"/>
                  </a:lnTo>
                  <a:lnTo>
                    <a:pt x="2915280" y="2834023"/>
                  </a:lnTo>
                  <a:lnTo>
                    <a:pt x="2906647" y="2823522"/>
                  </a:lnTo>
                  <a:lnTo>
                    <a:pt x="2894458" y="2834085"/>
                  </a:lnTo>
                  <a:lnTo>
                    <a:pt x="2877784" y="2819754"/>
                  </a:lnTo>
                  <a:lnTo>
                    <a:pt x="2858759" y="2835666"/>
                  </a:lnTo>
                  <a:lnTo>
                    <a:pt x="2855137" y="2726244"/>
                  </a:lnTo>
                  <a:lnTo>
                    <a:pt x="2845072" y="2705767"/>
                  </a:lnTo>
                  <a:lnTo>
                    <a:pt x="2820279" y="2713580"/>
                  </a:lnTo>
                  <a:lnTo>
                    <a:pt x="2790350" y="2730664"/>
                  </a:lnTo>
                  <a:lnTo>
                    <a:pt x="2795621" y="2740445"/>
                  </a:lnTo>
                  <a:lnTo>
                    <a:pt x="2814655" y="2734020"/>
                  </a:lnTo>
                  <a:lnTo>
                    <a:pt x="2813720" y="2743510"/>
                  </a:lnTo>
                  <a:lnTo>
                    <a:pt x="2798588" y="2746005"/>
                  </a:lnTo>
                  <a:lnTo>
                    <a:pt x="2810487" y="2776250"/>
                  </a:lnTo>
                  <a:lnTo>
                    <a:pt x="2822761" y="2775811"/>
                  </a:lnTo>
                  <a:lnTo>
                    <a:pt x="2806773" y="2779369"/>
                  </a:lnTo>
                  <a:lnTo>
                    <a:pt x="2813727" y="2786525"/>
                  </a:lnTo>
                  <a:lnTo>
                    <a:pt x="2798098" y="2782627"/>
                  </a:lnTo>
                  <a:lnTo>
                    <a:pt x="2796397" y="2799922"/>
                  </a:lnTo>
                  <a:lnTo>
                    <a:pt x="2785130" y="2792146"/>
                  </a:lnTo>
                  <a:lnTo>
                    <a:pt x="2775740" y="2802763"/>
                  </a:lnTo>
                  <a:lnTo>
                    <a:pt x="2776748" y="2818902"/>
                  </a:lnTo>
                  <a:lnTo>
                    <a:pt x="2757369" y="2820435"/>
                  </a:lnTo>
                  <a:lnTo>
                    <a:pt x="2747314" y="2803630"/>
                  </a:lnTo>
                  <a:lnTo>
                    <a:pt x="2736044" y="2804174"/>
                  </a:lnTo>
                  <a:lnTo>
                    <a:pt x="2749635" y="2766314"/>
                  </a:lnTo>
                  <a:lnTo>
                    <a:pt x="2726763" y="2788253"/>
                  </a:lnTo>
                  <a:lnTo>
                    <a:pt x="2728030" y="2806864"/>
                  </a:lnTo>
                  <a:lnTo>
                    <a:pt x="2706132" y="2828367"/>
                  </a:lnTo>
                  <a:lnTo>
                    <a:pt x="2693833" y="2821520"/>
                  </a:lnTo>
                  <a:lnTo>
                    <a:pt x="2682062" y="2868508"/>
                  </a:lnTo>
                  <a:lnTo>
                    <a:pt x="2688882" y="2902064"/>
                  </a:lnTo>
                  <a:lnTo>
                    <a:pt x="2664974" y="2918548"/>
                  </a:lnTo>
                  <a:lnTo>
                    <a:pt x="2658708" y="2864288"/>
                  </a:lnTo>
                  <a:lnTo>
                    <a:pt x="2617539" y="2932265"/>
                  </a:lnTo>
                  <a:lnTo>
                    <a:pt x="2639646" y="2945741"/>
                  </a:lnTo>
                  <a:lnTo>
                    <a:pt x="2644504" y="2960894"/>
                  </a:lnTo>
                  <a:lnTo>
                    <a:pt x="2632816" y="2956937"/>
                  </a:lnTo>
                  <a:lnTo>
                    <a:pt x="2625219" y="2968977"/>
                  </a:lnTo>
                  <a:lnTo>
                    <a:pt x="2605351" y="2957157"/>
                  </a:lnTo>
                  <a:lnTo>
                    <a:pt x="2616811" y="2933460"/>
                  </a:lnTo>
                  <a:lnTo>
                    <a:pt x="2601110" y="2958019"/>
                  </a:lnTo>
                  <a:lnTo>
                    <a:pt x="2699871" y="3015337"/>
                  </a:lnTo>
                  <a:lnTo>
                    <a:pt x="2714061" y="2995336"/>
                  </a:lnTo>
                  <a:lnTo>
                    <a:pt x="2740591" y="3014587"/>
                  </a:lnTo>
                  <a:lnTo>
                    <a:pt x="2774365" y="2963730"/>
                  </a:lnTo>
                  <a:lnTo>
                    <a:pt x="2744743" y="2933761"/>
                  </a:lnTo>
                  <a:lnTo>
                    <a:pt x="2758488" y="2880226"/>
                  </a:lnTo>
                  <a:lnTo>
                    <a:pt x="2773843" y="2894692"/>
                  </a:lnTo>
                  <a:lnTo>
                    <a:pt x="2766632" y="2904047"/>
                  </a:lnTo>
                  <a:lnTo>
                    <a:pt x="2787964" y="2915189"/>
                  </a:lnTo>
                  <a:lnTo>
                    <a:pt x="2785013" y="2896120"/>
                  </a:lnTo>
                  <a:lnTo>
                    <a:pt x="2798723" y="2894907"/>
                  </a:lnTo>
                  <a:lnTo>
                    <a:pt x="2807407" y="2880551"/>
                  </a:lnTo>
                  <a:lnTo>
                    <a:pt x="2831965" y="2886290"/>
                  </a:lnTo>
                  <a:lnTo>
                    <a:pt x="2825161" y="2895438"/>
                  </a:lnTo>
                  <a:lnTo>
                    <a:pt x="2842295" y="2904595"/>
                  </a:lnTo>
                  <a:lnTo>
                    <a:pt x="2917652" y="2836917"/>
                  </a:lnTo>
                  <a:lnTo>
                    <a:pt x="2934193" y="2853569"/>
                  </a:lnTo>
                  <a:lnTo>
                    <a:pt x="2937567" y="2840328"/>
                  </a:lnTo>
                  <a:lnTo>
                    <a:pt x="2949472" y="2837307"/>
                  </a:lnTo>
                  <a:lnTo>
                    <a:pt x="2943096" y="2816960"/>
                  </a:lnTo>
                  <a:lnTo>
                    <a:pt x="2951037" y="2839300"/>
                  </a:lnTo>
                  <a:lnTo>
                    <a:pt x="2977555" y="2819159"/>
                  </a:lnTo>
                  <a:lnTo>
                    <a:pt x="2986430" y="2830846"/>
                  </a:lnTo>
                  <a:lnTo>
                    <a:pt x="3027334" y="2891913"/>
                  </a:lnTo>
                  <a:lnTo>
                    <a:pt x="3039896" y="2936917"/>
                  </a:lnTo>
                  <a:lnTo>
                    <a:pt x="3036156" y="2965196"/>
                  </a:lnTo>
                  <a:lnTo>
                    <a:pt x="3052286" y="2976148"/>
                  </a:lnTo>
                  <a:lnTo>
                    <a:pt x="2995428" y="3031254"/>
                  </a:lnTo>
                  <a:lnTo>
                    <a:pt x="2985818" y="3061053"/>
                  </a:lnTo>
                  <a:lnTo>
                    <a:pt x="3030395" y="3092844"/>
                  </a:lnTo>
                  <a:lnTo>
                    <a:pt x="3042128" y="3115956"/>
                  </a:lnTo>
                  <a:lnTo>
                    <a:pt x="2988807" y="3140581"/>
                  </a:lnTo>
                  <a:lnTo>
                    <a:pt x="2935813" y="3149707"/>
                  </a:lnTo>
                  <a:lnTo>
                    <a:pt x="2911752" y="3141609"/>
                  </a:lnTo>
                  <a:lnTo>
                    <a:pt x="2897900" y="3117940"/>
                  </a:lnTo>
                  <a:lnTo>
                    <a:pt x="2867440" y="3118622"/>
                  </a:lnTo>
                  <a:lnTo>
                    <a:pt x="2857181" y="3161802"/>
                  </a:lnTo>
                  <a:lnTo>
                    <a:pt x="2822367" y="3165450"/>
                  </a:lnTo>
                  <a:lnTo>
                    <a:pt x="2816515" y="3161404"/>
                  </a:lnTo>
                  <a:lnTo>
                    <a:pt x="2817805" y="3087384"/>
                  </a:lnTo>
                  <a:lnTo>
                    <a:pt x="2791267" y="3077483"/>
                  </a:lnTo>
                  <a:lnTo>
                    <a:pt x="2759759" y="3104315"/>
                  </a:lnTo>
                  <a:lnTo>
                    <a:pt x="2760724" y="3134609"/>
                  </a:lnTo>
                  <a:lnTo>
                    <a:pt x="2733213" y="3154094"/>
                  </a:lnTo>
                  <a:lnTo>
                    <a:pt x="2720148" y="3146547"/>
                  </a:lnTo>
                  <a:lnTo>
                    <a:pt x="2736706" y="3124534"/>
                  </a:lnTo>
                  <a:lnTo>
                    <a:pt x="2709421" y="3106094"/>
                  </a:lnTo>
                  <a:lnTo>
                    <a:pt x="2711557" y="3131614"/>
                  </a:lnTo>
                  <a:lnTo>
                    <a:pt x="2707404" y="3139246"/>
                  </a:lnTo>
                  <a:lnTo>
                    <a:pt x="2688045" y="3136845"/>
                  </a:lnTo>
                  <a:lnTo>
                    <a:pt x="2676723" y="3183117"/>
                  </a:lnTo>
                  <a:lnTo>
                    <a:pt x="2684554" y="3208816"/>
                  </a:lnTo>
                  <a:lnTo>
                    <a:pt x="2650067" y="3227807"/>
                  </a:lnTo>
                  <a:lnTo>
                    <a:pt x="2624379" y="3267896"/>
                  </a:lnTo>
                  <a:lnTo>
                    <a:pt x="2630019" y="3279593"/>
                  </a:lnTo>
                  <a:lnTo>
                    <a:pt x="2618777" y="3332806"/>
                  </a:lnTo>
                  <a:lnTo>
                    <a:pt x="2641527" y="3344754"/>
                  </a:lnTo>
                  <a:lnTo>
                    <a:pt x="2649608" y="3373598"/>
                  </a:lnTo>
                  <a:lnTo>
                    <a:pt x="2663443" y="3371736"/>
                  </a:lnTo>
                  <a:lnTo>
                    <a:pt x="2685766" y="3399529"/>
                  </a:lnTo>
                  <a:lnTo>
                    <a:pt x="2748663" y="3414816"/>
                  </a:lnTo>
                  <a:lnTo>
                    <a:pt x="2784183" y="3434763"/>
                  </a:lnTo>
                  <a:lnTo>
                    <a:pt x="2822968" y="3486331"/>
                  </a:lnTo>
                  <a:lnTo>
                    <a:pt x="2836086" y="3551462"/>
                  </a:lnTo>
                  <a:close/>
                  <a:moveTo>
                    <a:pt x="443001" y="2493293"/>
                  </a:moveTo>
                  <a:lnTo>
                    <a:pt x="450461" y="2505603"/>
                  </a:lnTo>
                  <a:lnTo>
                    <a:pt x="547833" y="2514422"/>
                  </a:lnTo>
                  <a:lnTo>
                    <a:pt x="571697" y="2508058"/>
                  </a:lnTo>
                  <a:lnTo>
                    <a:pt x="595287" y="2523714"/>
                  </a:lnTo>
                  <a:lnTo>
                    <a:pt x="590496" y="2504436"/>
                  </a:lnTo>
                  <a:lnTo>
                    <a:pt x="606011" y="2509378"/>
                  </a:lnTo>
                  <a:lnTo>
                    <a:pt x="620382" y="2475274"/>
                  </a:lnTo>
                  <a:lnTo>
                    <a:pt x="556277" y="2479825"/>
                  </a:lnTo>
                  <a:lnTo>
                    <a:pt x="555101" y="2459423"/>
                  </a:lnTo>
                  <a:lnTo>
                    <a:pt x="537023" y="2458919"/>
                  </a:lnTo>
                  <a:lnTo>
                    <a:pt x="527305" y="2435091"/>
                  </a:lnTo>
                  <a:lnTo>
                    <a:pt x="542795" y="2434980"/>
                  </a:lnTo>
                  <a:lnTo>
                    <a:pt x="556537" y="2479434"/>
                  </a:lnTo>
                  <a:lnTo>
                    <a:pt x="621635" y="2474498"/>
                  </a:lnTo>
                  <a:lnTo>
                    <a:pt x="670709" y="2418962"/>
                  </a:lnTo>
                  <a:lnTo>
                    <a:pt x="689967" y="2326438"/>
                  </a:lnTo>
                  <a:lnTo>
                    <a:pt x="719664" y="2320277"/>
                  </a:lnTo>
                  <a:lnTo>
                    <a:pt x="729436" y="2350318"/>
                  </a:lnTo>
                  <a:lnTo>
                    <a:pt x="742094" y="2345948"/>
                  </a:lnTo>
                  <a:lnTo>
                    <a:pt x="743005" y="2360818"/>
                  </a:lnTo>
                  <a:lnTo>
                    <a:pt x="724035" y="2376473"/>
                  </a:lnTo>
                  <a:lnTo>
                    <a:pt x="727661" y="2399897"/>
                  </a:lnTo>
                  <a:lnTo>
                    <a:pt x="713857" y="2429992"/>
                  </a:lnTo>
                  <a:lnTo>
                    <a:pt x="706450" y="2427924"/>
                  </a:lnTo>
                  <a:lnTo>
                    <a:pt x="704980" y="2456233"/>
                  </a:lnTo>
                  <a:lnTo>
                    <a:pt x="681047" y="2451942"/>
                  </a:lnTo>
                  <a:lnTo>
                    <a:pt x="676959" y="2472973"/>
                  </a:lnTo>
                  <a:lnTo>
                    <a:pt x="730204" y="2476687"/>
                  </a:lnTo>
                  <a:lnTo>
                    <a:pt x="736960" y="2518702"/>
                  </a:lnTo>
                  <a:lnTo>
                    <a:pt x="807748" y="2510685"/>
                  </a:lnTo>
                  <a:lnTo>
                    <a:pt x="816737" y="2481291"/>
                  </a:lnTo>
                  <a:lnTo>
                    <a:pt x="879893" y="2463506"/>
                  </a:lnTo>
                  <a:lnTo>
                    <a:pt x="869643" y="2439754"/>
                  </a:lnTo>
                  <a:lnTo>
                    <a:pt x="884477" y="2429867"/>
                  </a:lnTo>
                  <a:lnTo>
                    <a:pt x="904523" y="2461430"/>
                  </a:lnTo>
                  <a:lnTo>
                    <a:pt x="945996" y="2452010"/>
                  </a:lnTo>
                  <a:lnTo>
                    <a:pt x="946698" y="2433005"/>
                  </a:lnTo>
                  <a:lnTo>
                    <a:pt x="959458" y="2436871"/>
                  </a:lnTo>
                  <a:lnTo>
                    <a:pt x="965932" y="2444184"/>
                  </a:lnTo>
                  <a:lnTo>
                    <a:pt x="958103" y="2450423"/>
                  </a:lnTo>
                  <a:lnTo>
                    <a:pt x="915884" y="2461463"/>
                  </a:lnTo>
                  <a:lnTo>
                    <a:pt x="943550" y="2494512"/>
                  </a:lnTo>
                  <a:lnTo>
                    <a:pt x="972245" y="2463626"/>
                  </a:lnTo>
                  <a:lnTo>
                    <a:pt x="1023069" y="2452571"/>
                  </a:lnTo>
                  <a:lnTo>
                    <a:pt x="1010702" y="2491290"/>
                  </a:lnTo>
                  <a:lnTo>
                    <a:pt x="991883" y="2463576"/>
                  </a:lnTo>
                  <a:lnTo>
                    <a:pt x="967098" y="2478957"/>
                  </a:lnTo>
                  <a:lnTo>
                    <a:pt x="972516" y="2484568"/>
                  </a:lnTo>
                  <a:lnTo>
                    <a:pt x="950066" y="2505624"/>
                  </a:lnTo>
                  <a:lnTo>
                    <a:pt x="963352" y="2522288"/>
                  </a:lnTo>
                  <a:lnTo>
                    <a:pt x="924292" y="2558642"/>
                  </a:lnTo>
                  <a:lnTo>
                    <a:pt x="895061" y="2493897"/>
                  </a:lnTo>
                  <a:lnTo>
                    <a:pt x="865839" y="2480777"/>
                  </a:lnTo>
                  <a:lnTo>
                    <a:pt x="823646" y="2487492"/>
                  </a:lnTo>
                  <a:lnTo>
                    <a:pt x="808077" y="2535026"/>
                  </a:lnTo>
                  <a:lnTo>
                    <a:pt x="810518" y="2553846"/>
                  </a:lnTo>
                  <a:lnTo>
                    <a:pt x="837435" y="2553810"/>
                  </a:lnTo>
                  <a:lnTo>
                    <a:pt x="951952" y="2631310"/>
                  </a:lnTo>
                  <a:lnTo>
                    <a:pt x="979037" y="2628784"/>
                  </a:lnTo>
                  <a:lnTo>
                    <a:pt x="994557" y="2596882"/>
                  </a:lnTo>
                  <a:lnTo>
                    <a:pt x="1025102" y="2576624"/>
                  </a:lnTo>
                  <a:lnTo>
                    <a:pt x="1030087" y="2594989"/>
                  </a:lnTo>
                  <a:lnTo>
                    <a:pt x="1041270" y="2597051"/>
                  </a:lnTo>
                  <a:lnTo>
                    <a:pt x="1036266" y="2624323"/>
                  </a:lnTo>
                  <a:lnTo>
                    <a:pt x="1055140" y="2619313"/>
                  </a:lnTo>
                  <a:lnTo>
                    <a:pt x="1052877" y="2658681"/>
                  </a:lnTo>
                  <a:lnTo>
                    <a:pt x="1080916" y="2660746"/>
                  </a:lnTo>
                  <a:lnTo>
                    <a:pt x="1068277" y="2706469"/>
                  </a:lnTo>
                  <a:lnTo>
                    <a:pt x="1106538" y="2717581"/>
                  </a:lnTo>
                  <a:lnTo>
                    <a:pt x="1094408" y="2734858"/>
                  </a:lnTo>
                  <a:lnTo>
                    <a:pt x="1041983" y="2731128"/>
                  </a:lnTo>
                  <a:lnTo>
                    <a:pt x="1060571" y="2691072"/>
                  </a:lnTo>
                  <a:lnTo>
                    <a:pt x="1049712" y="2664239"/>
                  </a:lnTo>
                  <a:lnTo>
                    <a:pt x="1033776" y="2668256"/>
                  </a:lnTo>
                  <a:lnTo>
                    <a:pt x="1028257" y="2658873"/>
                  </a:lnTo>
                  <a:lnTo>
                    <a:pt x="1011703" y="2676141"/>
                  </a:lnTo>
                  <a:lnTo>
                    <a:pt x="990126" y="2681478"/>
                  </a:lnTo>
                  <a:lnTo>
                    <a:pt x="995291" y="2695462"/>
                  </a:lnTo>
                  <a:lnTo>
                    <a:pt x="1005577" y="2692410"/>
                  </a:lnTo>
                  <a:lnTo>
                    <a:pt x="1011927" y="2702655"/>
                  </a:lnTo>
                  <a:lnTo>
                    <a:pt x="1005398" y="2725645"/>
                  </a:lnTo>
                  <a:lnTo>
                    <a:pt x="996496" y="2727222"/>
                  </a:lnTo>
                  <a:lnTo>
                    <a:pt x="985039" y="2687572"/>
                  </a:lnTo>
                  <a:lnTo>
                    <a:pt x="956072" y="2690661"/>
                  </a:lnTo>
                  <a:lnTo>
                    <a:pt x="1016010" y="2748845"/>
                  </a:lnTo>
                  <a:lnTo>
                    <a:pt x="1080488" y="2749868"/>
                  </a:lnTo>
                  <a:lnTo>
                    <a:pt x="1081295" y="2739508"/>
                  </a:lnTo>
                  <a:lnTo>
                    <a:pt x="1094420" y="2737443"/>
                  </a:lnTo>
                  <a:lnTo>
                    <a:pt x="1166460" y="2742947"/>
                  </a:lnTo>
                  <a:lnTo>
                    <a:pt x="1161970" y="2734508"/>
                  </a:lnTo>
                  <a:lnTo>
                    <a:pt x="1169305" y="2731937"/>
                  </a:lnTo>
                  <a:lnTo>
                    <a:pt x="1139005" y="2694374"/>
                  </a:lnTo>
                  <a:lnTo>
                    <a:pt x="1126827" y="2713922"/>
                  </a:lnTo>
                  <a:lnTo>
                    <a:pt x="1116938" y="2712326"/>
                  </a:lnTo>
                  <a:lnTo>
                    <a:pt x="1131009" y="2689910"/>
                  </a:lnTo>
                  <a:lnTo>
                    <a:pt x="1162246" y="2675870"/>
                  </a:lnTo>
                  <a:lnTo>
                    <a:pt x="1182628" y="2717661"/>
                  </a:lnTo>
                  <a:lnTo>
                    <a:pt x="1264353" y="2713202"/>
                  </a:lnTo>
                  <a:lnTo>
                    <a:pt x="1283332" y="2693414"/>
                  </a:lnTo>
                  <a:lnTo>
                    <a:pt x="1299331" y="2621551"/>
                  </a:lnTo>
                  <a:lnTo>
                    <a:pt x="1329799" y="2602287"/>
                  </a:lnTo>
                  <a:lnTo>
                    <a:pt x="1383389" y="2667841"/>
                  </a:lnTo>
                  <a:lnTo>
                    <a:pt x="1551564" y="2662868"/>
                  </a:lnTo>
                  <a:lnTo>
                    <a:pt x="1547254" y="2654417"/>
                  </a:lnTo>
                  <a:lnTo>
                    <a:pt x="1570635" y="2629250"/>
                  </a:lnTo>
                  <a:lnTo>
                    <a:pt x="1601696" y="2618653"/>
                  </a:lnTo>
                  <a:lnTo>
                    <a:pt x="1582893" y="2595322"/>
                  </a:lnTo>
                  <a:lnTo>
                    <a:pt x="1625116" y="2558465"/>
                  </a:lnTo>
                  <a:lnTo>
                    <a:pt x="1596993" y="2498608"/>
                  </a:lnTo>
                  <a:lnTo>
                    <a:pt x="1569214" y="2475480"/>
                  </a:lnTo>
                  <a:lnTo>
                    <a:pt x="1545651" y="2470912"/>
                  </a:lnTo>
                  <a:lnTo>
                    <a:pt x="1547851" y="2462445"/>
                  </a:lnTo>
                  <a:lnTo>
                    <a:pt x="1524788" y="2440030"/>
                  </a:lnTo>
                  <a:lnTo>
                    <a:pt x="1474310" y="2420353"/>
                  </a:lnTo>
                  <a:lnTo>
                    <a:pt x="1452062" y="2421585"/>
                  </a:lnTo>
                  <a:lnTo>
                    <a:pt x="1438376" y="2441807"/>
                  </a:lnTo>
                  <a:lnTo>
                    <a:pt x="1419417" y="2438847"/>
                  </a:lnTo>
                  <a:lnTo>
                    <a:pt x="1388676" y="2490192"/>
                  </a:lnTo>
                  <a:lnTo>
                    <a:pt x="1399867" y="2515995"/>
                  </a:lnTo>
                  <a:lnTo>
                    <a:pt x="1460579" y="2551959"/>
                  </a:lnTo>
                  <a:lnTo>
                    <a:pt x="1470183" y="2525844"/>
                  </a:lnTo>
                  <a:lnTo>
                    <a:pt x="1513267" y="2519325"/>
                  </a:lnTo>
                  <a:lnTo>
                    <a:pt x="1502873" y="2504141"/>
                  </a:lnTo>
                  <a:lnTo>
                    <a:pt x="1526511" y="2499508"/>
                  </a:lnTo>
                  <a:lnTo>
                    <a:pt x="1542850" y="2521301"/>
                  </a:lnTo>
                  <a:lnTo>
                    <a:pt x="1567034" y="2487519"/>
                  </a:lnTo>
                  <a:lnTo>
                    <a:pt x="1590280" y="2517041"/>
                  </a:lnTo>
                  <a:lnTo>
                    <a:pt x="1560092" y="2559218"/>
                  </a:lnTo>
                  <a:lnTo>
                    <a:pt x="1496899" y="2579197"/>
                  </a:lnTo>
                  <a:lnTo>
                    <a:pt x="1473448" y="2574512"/>
                  </a:lnTo>
                  <a:lnTo>
                    <a:pt x="1463930" y="2556249"/>
                  </a:lnTo>
                  <a:lnTo>
                    <a:pt x="1431530" y="2563480"/>
                  </a:lnTo>
                  <a:lnTo>
                    <a:pt x="1394500" y="2557014"/>
                  </a:lnTo>
                  <a:lnTo>
                    <a:pt x="1359005" y="2537603"/>
                  </a:lnTo>
                  <a:lnTo>
                    <a:pt x="1341590" y="2547083"/>
                  </a:lnTo>
                  <a:lnTo>
                    <a:pt x="1331660" y="2600124"/>
                  </a:lnTo>
                  <a:lnTo>
                    <a:pt x="1317390" y="2606715"/>
                  </a:lnTo>
                  <a:lnTo>
                    <a:pt x="1265326" y="2594787"/>
                  </a:lnTo>
                  <a:lnTo>
                    <a:pt x="1236604" y="2609638"/>
                  </a:lnTo>
                  <a:lnTo>
                    <a:pt x="1262373" y="2623978"/>
                  </a:lnTo>
                  <a:lnTo>
                    <a:pt x="1253902" y="2641275"/>
                  </a:lnTo>
                  <a:lnTo>
                    <a:pt x="1196823" y="2632753"/>
                  </a:lnTo>
                  <a:lnTo>
                    <a:pt x="1205380" y="2617903"/>
                  </a:lnTo>
                  <a:lnTo>
                    <a:pt x="1228751" y="2610617"/>
                  </a:lnTo>
                  <a:lnTo>
                    <a:pt x="1223299" y="2567041"/>
                  </a:lnTo>
                  <a:lnTo>
                    <a:pt x="1183613" y="2524040"/>
                  </a:lnTo>
                  <a:lnTo>
                    <a:pt x="1138543" y="2518619"/>
                  </a:lnTo>
                  <a:lnTo>
                    <a:pt x="1126227" y="2507296"/>
                  </a:lnTo>
                  <a:lnTo>
                    <a:pt x="1110340" y="2518251"/>
                  </a:lnTo>
                  <a:lnTo>
                    <a:pt x="1114533" y="2504718"/>
                  </a:lnTo>
                  <a:lnTo>
                    <a:pt x="1135418" y="2503499"/>
                  </a:lnTo>
                  <a:lnTo>
                    <a:pt x="1103430" y="2494232"/>
                  </a:lnTo>
                  <a:lnTo>
                    <a:pt x="1115863" y="2445869"/>
                  </a:lnTo>
                  <a:lnTo>
                    <a:pt x="1095885" y="2403291"/>
                  </a:lnTo>
                  <a:lnTo>
                    <a:pt x="1045172" y="2394490"/>
                  </a:lnTo>
                  <a:lnTo>
                    <a:pt x="1001631" y="2435065"/>
                  </a:lnTo>
                  <a:lnTo>
                    <a:pt x="992010" y="2418028"/>
                  </a:lnTo>
                  <a:lnTo>
                    <a:pt x="1035181" y="2382805"/>
                  </a:lnTo>
                  <a:lnTo>
                    <a:pt x="1024713" y="2366505"/>
                  </a:lnTo>
                  <a:lnTo>
                    <a:pt x="975299" y="2385770"/>
                  </a:lnTo>
                  <a:lnTo>
                    <a:pt x="958536" y="2369745"/>
                  </a:lnTo>
                  <a:lnTo>
                    <a:pt x="971135" y="2382613"/>
                  </a:lnTo>
                  <a:lnTo>
                    <a:pt x="955830" y="2408332"/>
                  </a:lnTo>
                  <a:lnTo>
                    <a:pt x="926844" y="2409812"/>
                  </a:lnTo>
                  <a:lnTo>
                    <a:pt x="921011" y="2401280"/>
                  </a:lnTo>
                  <a:lnTo>
                    <a:pt x="951176" y="2376022"/>
                  </a:lnTo>
                  <a:lnTo>
                    <a:pt x="918659" y="2359948"/>
                  </a:lnTo>
                  <a:lnTo>
                    <a:pt x="932719" y="2345574"/>
                  </a:lnTo>
                  <a:lnTo>
                    <a:pt x="930692" y="2322042"/>
                  </a:lnTo>
                  <a:lnTo>
                    <a:pt x="909621" y="2295948"/>
                  </a:lnTo>
                  <a:lnTo>
                    <a:pt x="914247" y="2287076"/>
                  </a:lnTo>
                  <a:lnTo>
                    <a:pt x="889948" y="2271200"/>
                  </a:lnTo>
                  <a:lnTo>
                    <a:pt x="871328" y="2299432"/>
                  </a:lnTo>
                  <a:lnTo>
                    <a:pt x="902576" y="2310828"/>
                  </a:lnTo>
                  <a:lnTo>
                    <a:pt x="889670" y="2351906"/>
                  </a:lnTo>
                  <a:lnTo>
                    <a:pt x="858152" y="2343056"/>
                  </a:lnTo>
                  <a:lnTo>
                    <a:pt x="859131" y="2327746"/>
                  </a:lnTo>
                  <a:lnTo>
                    <a:pt x="850816" y="2366046"/>
                  </a:lnTo>
                  <a:lnTo>
                    <a:pt x="839690" y="2365916"/>
                  </a:lnTo>
                  <a:lnTo>
                    <a:pt x="831979" y="2383549"/>
                  </a:lnTo>
                  <a:lnTo>
                    <a:pt x="792695" y="2362346"/>
                  </a:lnTo>
                  <a:lnTo>
                    <a:pt x="800677" y="2355597"/>
                  </a:lnTo>
                  <a:lnTo>
                    <a:pt x="788757" y="2350762"/>
                  </a:lnTo>
                  <a:lnTo>
                    <a:pt x="779631" y="2327435"/>
                  </a:lnTo>
                  <a:lnTo>
                    <a:pt x="783373" y="2289922"/>
                  </a:lnTo>
                  <a:lnTo>
                    <a:pt x="794448" y="2315675"/>
                  </a:lnTo>
                  <a:lnTo>
                    <a:pt x="850175" y="2311898"/>
                  </a:lnTo>
                  <a:lnTo>
                    <a:pt x="855757" y="2292912"/>
                  </a:lnTo>
                  <a:lnTo>
                    <a:pt x="837391" y="2274755"/>
                  </a:lnTo>
                  <a:lnTo>
                    <a:pt x="676281" y="2319174"/>
                  </a:lnTo>
                  <a:lnTo>
                    <a:pt x="605506" y="2389350"/>
                  </a:lnTo>
                  <a:lnTo>
                    <a:pt x="541590" y="2370128"/>
                  </a:lnTo>
                  <a:lnTo>
                    <a:pt x="525265" y="2399016"/>
                  </a:lnTo>
                  <a:lnTo>
                    <a:pt x="500492" y="2399020"/>
                  </a:lnTo>
                  <a:lnTo>
                    <a:pt x="494836" y="2429867"/>
                  </a:lnTo>
                  <a:lnTo>
                    <a:pt x="486312" y="2426614"/>
                  </a:lnTo>
                  <a:lnTo>
                    <a:pt x="498024" y="2436602"/>
                  </a:lnTo>
                  <a:lnTo>
                    <a:pt x="500503" y="2499579"/>
                  </a:lnTo>
                  <a:lnTo>
                    <a:pt x="443001" y="2493293"/>
                  </a:lnTo>
                  <a:close/>
                  <a:moveTo>
                    <a:pt x="2514454" y="1958158"/>
                  </a:moveTo>
                  <a:lnTo>
                    <a:pt x="2521440" y="1970472"/>
                  </a:lnTo>
                  <a:lnTo>
                    <a:pt x="2533605" y="1961669"/>
                  </a:lnTo>
                  <a:lnTo>
                    <a:pt x="2537492" y="1972053"/>
                  </a:lnTo>
                  <a:lnTo>
                    <a:pt x="2550468" y="1961496"/>
                  </a:lnTo>
                  <a:lnTo>
                    <a:pt x="2557718" y="1971060"/>
                  </a:lnTo>
                  <a:lnTo>
                    <a:pt x="2578377" y="1953204"/>
                  </a:lnTo>
                  <a:lnTo>
                    <a:pt x="2597735" y="1964143"/>
                  </a:lnTo>
                  <a:lnTo>
                    <a:pt x="2588881" y="1960156"/>
                  </a:lnTo>
                  <a:lnTo>
                    <a:pt x="2559472" y="1977465"/>
                  </a:lnTo>
                  <a:lnTo>
                    <a:pt x="2545587" y="1989357"/>
                  </a:lnTo>
                  <a:lnTo>
                    <a:pt x="2555829" y="1997287"/>
                  </a:lnTo>
                  <a:lnTo>
                    <a:pt x="2524380" y="2003279"/>
                  </a:lnTo>
                  <a:lnTo>
                    <a:pt x="2550528" y="2036638"/>
                  </a:lnTo>
                  <a:lnTo>
                    <a:pt x="2538555" y="2040990"/>
                  </a:lnTo>
                  <a:lnTo>
                    <a:pt x="2526859" y="2069818"/>
                  </a:lnTo>
                  <a:lnTo>
                    <a:pt x="2532632" y="2107322"/>
                  </a:lnTo>
                  <a:lnTo>
                    <a:pt x="2540484" y="2111727"/>
                  </a:lnTo>
                  <a:lnTo>
                    <a:pt x="2538197" y="2053275"/>
                  </a:lnTo>
                  <a:lnTo>
                    <a:pt x="2614281" y="2099484"/>
                  </a:lnTo>
                  <a:lnTo>
                    <a:pt x="2587664" y="2137464"/>
                  </a:lnTo>
                  <a:lnTo>
                    <a:pt x="2550299" y="2155512"/>
                  </a:lnTo>
                  <a:lnTo>
                    <a:pt x="2528158" y="2148850"/>
                  </a:lnTo>
                  <a:lnTo>
                    <a:pt x="2515434" y="2190066"/>
                  </a:lnTo>
                  <a:lnTo>
                    <a:pt x="2535546" y="2203011"/>
                  </a:lnTo>
                  <a:lnTo>
                    <a:pt x="2568121" y="2200583"/>
                  </a:lnTo>
                  <a:lnTo>
                    <a:pt x="2576739" y="2223877"/>
                  </a:lnTo>
                  <a:lnTo>
                    <a:pt x="2633605" y="2213865"/>
                  </a:lnTo>
                  <a:lnTo>
                    <a:pt x="2633954" y="2179373"/>
                  </a:lnTo>
                  <a:lnTo>
                    <a:pt x="2663386" y="2185058"/>
                  </a:lnTo>
                  <a:lnTo>
                    <a:pt x="2673459" y="2192827"/>
                  </a:lnTo>
                  <a:lnTo>
                    <a:pt x="2663641" y="2202645"/>
                  </a:lnTo>
                  <a:lnTo>
                    <a:pt x="2671103" y="2204907"/>
                  </a:lnTo>
                  <a:lnTo>
                    <a:pt x="2693916" y="2208644"/>
                  </a:lnTo>
                  <a:lnTo>
                    <a:pt x="2694028" y="2198533"/>
                  </a:lnTo>
                  <a:lnTo>
                    <a:pt x="2706591" y="2200351"/>
                  </a:lnTo>
                  <a:lnTo>
                    <a:pt x="2733114" y="2163637"/>
                  </a:lnTo>
                  <a:lnTo>
                    <a:pt x="2732170" y="2126391"/>
                  </a:lnTo>
                  <a:lnTo>
                    <a:pt x="2773936" y="2081838"/>
                  </a:lnTo>
                  <a:lnTo>
                    <a:pt x="2767492" y="2073547"/>
                  </a:lnTo>
                  <a:lnTo>
                    <a:pt x="2822367" y="2037511"/>
                  </a:lnTo>
                  <a:lnTo>
                    <a:pt x="2715164" y="1965749"/>
                  </a:lnTo>
                  <a:lnTo>
                    <a:pt x="2768422" y="1923710"/>
                  </a:lnTo>
                  <a:lnTo>
                    <a:pt x="2762370" y="1905465"/>
                  </a:lnTo>
                  <a:lnTo>
                    <a:pt x="2719163" y="1877988"/>
                  </a:lnTo>
                  <a:lnTo>
                    <a:pt x="2670469" y="1901814"/>
                  </a:lnTo>
                  <a:lnTo>
                    <a:pt x="2644280" y="1937808"/>
                  </a:lnTo>
                  <a:lnTo>
                    <a:pt x="2582540" y="1927847"/>
                  </a:lnTo>
                  <a:lnTo>
                    <a:pt x="2514454" y="1958158"/>
                  </a:lnTo>
                  <a:close/>
                  <a:moveTo>
                    <a:pt x="2428942" y="1916718"/>
                  </a:moveTo>
                  <a:lnTo>
                    <a:pt x="2441890" y="1965309"/>
                  </a:lnTo>
                  <a:lnTo>
                    <a:pt x="2486936" y="1946230"/>
                  </a:lnTo>
                  <a:lnTo>
                    <a:pt x="2492951" y="1903162"/>
                  </a:lnTo>
                  <a:lnTo>
                    <a:pt x="2428942" y="1916718"/>
                  </a:lnTo>
                  <a:close/>
                  <a:moveTo>
                    <a:pt x="2894294" y="1856390"/>
                  </a:moveTo>
                  <a:lnTo>
                    <a:pt x="2894388" y="1856408"/>
                  </a:lnTo>
                  <a:lnTo>
                    <a:pt x="2894806" y="1853640"/>
                  </a:lnTo>
                  <a:lnTo>
                    <a:pt x="2880981" y="1851626"/>
                  </a:lnTo>
                  <a:lnTo>
                    <a:pt x="2856422" y="1824277"/>
                  </a:lnTo>
                  <a:lnTo>
                    <a:pt x="2839584" y="1824884"/>
                  </a:lnTo>
                  <a:lnTo>
                    <a:pt x="2827815" y="1854893"/>
                  </a:lnTo>
                  <a:lnTo>
                    <a:pt x="2831357" y="1907320"/>
                  </a:lnTo>
                  <a:lnTo>
                    <a:pt x="2848822" y="1896655"/>
                  </a:lnTo>
                  <a:lnTo>
                    <a:pt x="2850535" y="1884808"/>
                  </a:lnTo>
                  <a:lnTo>
                    <a:pt x="2861890" y="1885378"/>
                  </a:lnTo>
                  <a:lnTo>
                    <a:pt x="2865612" y="1855049"/>
                  </a:lnTo>
                  <a:lnTo>
                    <a:pt x="2894294" y="1856390"/>
                  </a:lnTo>
                  <a:close/>
                  <a:moveTo>
                    <a:pt x="3475779" y="2008798"/>
                  </a:moveTo>
                  <a:lnTo>
                    <a:pt x="3411695" y="1868081"/>
                  </a:lnTo>
                  <a:lnTo>
                    <a:pt x="3392446" y="1801982"/>
                  </a:lnTo>
                  <a:lnTo>
                    <a:pt x="3392011" y="1767105"/>
                  </a:lnTo>
                  <a:lnTo>
                    <a:pt x="3416634" y="1719666"/>
                  </a:lnTo>
                  <a:lnTo>
                    <a:pt x="3412021" y="1699127"/>
                  </a:lnTo>
                  <a:lnTo>
                    <a:pt x="3351030" y="1702675"/>
                  </a:lnTo>
                  <a:lnTo>
                    <a:pt x="3340419" y="1685836"/>
                  </a:lnTo>
                  <a:lnTo>
                    <a:pt x="3349866" y="1654280"/>
                  </a:lnTo>
                  <a:lnTo>
                    <a:pt x="3324012" y="1613027"/>
                  </a:lnTo>
                  <a:lnTo>
                    <a:pt x="3318815" y="1563163"/>
                  </a:lnTo>
                  <a:lnTo>
                    <a:pt x="3289421" y="1536961"/>
                  </a:lnTo>
                  <a:lnTo>
                    <a:pt x="3266603" y="1481017"/>
                  </a:lnTo>
                  <a:lnTo>
                    <a:pt x="3234951" y="1323988"/>
                  </a:lnTo>
                  <a:lnTo>
                    <a:pt x="3176576" y="1284046"/>
                  </a:lnTo>
                  <a:lnTo>
                    <a:pt x="3149591" y="1239155"/>
                  </a:lnTo>
                  <a:lnTo>
                    <a:pt x="3120465" y="1255290"/>
                  </a:lnTo>
                  <a:lnTo>
                    <a:pt x="3052790" y="1251207"/>
                  </a:lnTo>
                  <a:lnTo>
                    <a:pt x="3014807" y="1230394"/>
                  </a:lnTo>
                  <a:lnTo>
                    <a:pt x="3014748" y="1193464"/>
                  </a:lnTo>
                  <a:lnTo>
                    <a:pt x="2989844" y="1172848"/>
                  </a:lnTo>
                  <a:lnTo>
                    <a:pt x="2989230" y="1130966"/>
                  </a:lnTo>
                  <a:lnTo>
                    <a:pt x="2964731" y="1055150"/>
                  </a:lnTo>
                  <a:lnTo>
                    <a:pt x="2920777" y="1030509"/>
                  </a:lnTo>
                  <a:lnTo>
                    <a:pt x="2921664" y="951263"/>
                  </a:lnTo>
                  <a:lnTo>
                    <a:pt x="2883584" y="963216"/>
                  </a:lnTo>
                  <a:lnTo>
                    <a:pt x="2876422" y="941180"/>
                  </a:lnTo>
                  <a:lnTo>
                    <a:pt x="2875993" y="962077"/>
                  </a:lnTo>
                  <a:lnTo>
                    <a:pt x="2858684" y="962002"/>
                  </a:lnTo>
                  <a:lnTo>
                    <a:pt x="2803504" y="1002873"/>
                  </a:lnTo>
                  <a:lnTo>
                    <a:pt x="2822999" y="1031177"/>
                  </a:lnTo>
                  <a:lnTo>
                    <a:pt x="2781364" y="1047863"/>
                  </a:lnTo>
                  <a:lnTo>
                    <a:pt x="2810241" y="1078588"/>
                  </a:lnTo>
                  <a:lnTo>
                    <a:pt x="2799613" y="1106555"/>
                  </a:lnTo>
                  <a:lnTo>
                    <a:pt x="2841090" y="1104302"/>
                  </a:lnTo>
                  <a:lnTo>
                    <a:pt x="2857777" y="1124024"/>
                  </a:lnTo>
                  <a:lnTo>
                    <a:pt x="2835903" y="1139179"/>
                  </a:lnTo>
                  <a:lnTo>
                    <a:pt x="2833977" y="1169329"/>
                  </a:lnTo>
                  <a:lnTo>
                    <a:pt x="2844841" y="1175645"/>
                  </a:lnTo>
                  <a:lnTo>
                    <a:pt x="2827561" y="1201688"/>
                  </a:lnTo>
                  <a:lnTo>
                    <a:pt x="2835140" y="1222346"/>
                  </a:lnTo>
                  <a:lnTo>
                    <a:pt x="2869559" y="1236738"/>
                  </a:lnTo>
                  <a:lnTo>
                    <a:pt x="2880980" y="1254808"/>
                  </a:lnTo>
                  <a:lnTo>
                    <a:pt x="2988120" y="1271548"/>
                  </a:lnTo>
                  <a:lnTo>
                    <a:pt x="3023234" y="1314987"/>
                  </a:lnTo>
                  <a:lnTo>
                    <a:pt x="2975203" y="1371578"/>
                  </a:lnTo>
                  <a:lnTo>
                    <a:pt x="2940172" y="1459436"/>
                  </a:lnTo>
                  <a:lnTo>
                    <a:pt x="2918958" y="1461874"/>
                  </a:lnTo>
                  <a:lnTo>
                    <a:pt x="2905219" y="1447032"/>
                  </a:lnTo>
                  <a:lnTo>
                    <a:pt x="2870491" y="1467652"/>
                  </a:lnTo>
                  <a:lnTo>
                    <a:pt x="2844556" y="1451215"/>
                  </a:lnTo>
                  <a:lnTo>
                    <a:pt x="2852935" y="1426727"/>
                  </a:lnTo>
                  <a:lnTo>
                    <a:pt x="2870219" y="1415440"/>
                  </a:lnTo>
                  <a:lnTo>
                    <a:pt x="2861122" y="1393855"/>
                  </a:lnTo>
                  <a:lnTo>
                    <a:pt x="2869000" y="1382063"/>
                  </a:lnTo>
                  <a:lnTo>
                    <a:pt x="2857624" y="1369599"/>
                  </a:lnTo>
                  <a:lnTo>
                    <a:pt x="2863750" y="1340426"/>
                  </a:lnTo>
                  <a:lnTo>
                    <a:pt x="2836415" y="1348305"/>
                  </a:lnTo>
                  <a:lnTo>
                    <a:pt x="2785847" y="1343895"/>
                  </a:lnTo>
                  <a:lnTo>
                    <a:pt x="2761569" y="1373379"/>
                  </a:lnTo>
                  <a:lnTo>
                    <a:pt x="2702560" y="1384796"/>
                  </a:lnTo>
                  <a:lnTo>
                    <a:pt x="2676699" y="1427474"/>
                  </a:lnTo>
                  <a:lnTo>
                    <a:pt x="2675634" y="1484328"/>
                  </a:lnTo>
                  <a:lnTo>
                    <a:pt x="2659413" y="1513762"/>
                  </a:lnTo>
                  <a:lnTo>
                    <a:pt x="2634252" y="1533044"/>
                  </a:lnTo>
                  <a:lnTo>
                    <a:pt x="2718652" y="1551438"/>
                  </a:lnTo>
                  <a:lnTo>
                    <a:pt x="2709428" y="1581309"/>
                  </a:lnTo>
                  <a:lnTo>
                    <a:pt x="2677073" y="1582729"/>
                  </a:lnTo>
                  <a:lnTo>
                    <a:pt x="2675214" y="1593710"/>
                  </a:lnTo>
                  <a:lnTo>
                    <a:pt x="2697729" y="1615994"/>
                  </a:lnTo>
                  <a:lnTo>
                    <a:pt x="2682119" y="1636174"/>
                  </a:lnTo>
                  <a:lnTo>
                    <a:pt x="2715958" y="1653156"/>
                  </a:lnTo>
                  <a:lnTo>
                    <a:pt x="2715111" y="1680574"/>
                  </a:lnTo>
                  <a:lnTo>
                    <a:pt x="2696650" y="1706809"/>
                  </a:lnTo>
                  <a:lnTo>
                    <a:pt x="2720698" y="1704182"/>
                  </a:lnTo>
                  <a:lnTo>
                    <a:pt x="2729754" y="1721649"/>
                  </a:lnTo>
                  <a:lnTo>
                    <a:pt x="2717871" y="1740398"/>
                  </a:lnTo>
                  <a:lnTo>
                    <a:pt x="2733373" y="1748648"/>
                  </a:lnTo>
                  <a:lnTo>
                    <a:pt x="2753058" y="1736404"/>
                  </a:lnTo>
                  <a:lnTo>
                    <a:pt x="2741830" y="1704000"/>
                  </a:lnTo>
                  <a:lnTo>
                    <a:pt x="2755934" y="1702921"/>
                  </a:lnTo>
                  <a:lnTo>
                    <a:pt x="2765912" y="1734719"/>
                  </a:lnTo>
                  <a:lnTo>
                    <a:pt x="2781785" y="1742182"/>
                  </a:lnTo>
                  <a:lnTo>
                    <a:pt x="2815112" y="1689966"/>
                  </a:lnTo>
                  <a:lnTo>
                    <a:pt x="2869328" y="1666985"/>
                  </a:lnTo>
                  <a:lnTo>
                    <a:pt x="2938033" y="1674119"/>
                  </a:lnTo>
                  <a:lnTo>
                    <a:pt x="2908119" y="1849593"/>
                  </a:lnTo>
                  <a:lnTo>
                    <a:pt x="2894806" y="1853640"/>
                  </a:lnTo>
                  <a:lnTo>
                    <a:pt x="2898528" y="1889528"/>
                  </a:lnTo>
                  <a:lnTo>
                    <a:pt x="2845763" y="1994443"/>
                  </a:lnTo>
                  <a:lnTo>
                    <a:pt x="2806373" y="2018741"/>
                  </a:lnTo>
                  <a:lnTo>
                    <a:pt x="2822741" y="2037809"/>
                  </a:lnTo>
                  <a:lnTo>
                    <a:pt x="2813850" y="2171912"/>
                  </a:lnTo>
                  <a:lnTo>
                    <a:pt x="2825201" y="2188001"/>
                  </a:lnTo>
                  <a:lnTo>
                    <a:pt x="2878087" y="2179661"/>
                  </a:lnTo>
                  <a:lnTo>
                    <a:pt x="2957937" y="2186573"/>
                  </a:lnTo>
                  <a:lnTo>
                    <a:pt x="3011919" y="2146838"/>
                  </a:lnTo>
                  <a:lnTo>
                    <a:pt x="3135001" y="2160767"/>
                  </a:lnTo>
                  <a:lnTo>
                    <a:pt x="3207563" y="2133453"/>
                  </a:lnTo>
                  <a:lnTo>
                    <a:pt x="3235124" y="2156412"/>
                  </a:lnTo>
                  <a:lnTo>
                    <a:pt x="3273509" y="2219693"/>
                  </a:lnTo>
                  <a:lnTo>
                    <a:pt x="3285252" y="2262976"/>
                  </a:lnTo>
                  <a:lnTo>
                    <a:pt x="3256893" y="2312097"/>
                  </a:lnTo>
                  <a:lnTo>
                    <a:pt x="3227517" y="2337603"/>
                  </a:lnTo>
                  <a:lnTo>
                    <a:pt x="3147109" y="2378955"/>
                  </a:lnTo>
                  <a:lnTo>
                    <a:pt x="3150412" y="2402666"/>
                  </a:lnTo>
                  <a:lnTo>
                    <a:pt x="3215970" y="2451551"/>
                  </a:lnTo>
                  <a:lnTo>
                    <a:pt x="3246088" y="2451955"/>
                  </a:lnTo>
                  <a:lnTo>
                    <a:pt x="3283433" y="2434591"/>
                  </a:lnTo>
                  <a:lnTo>
                    <a:pt x="3335539" y="2374554"/>
                  </a:lnTo>
                  <a:lnTo>
                    <a:pt x="3343569" y="2243136"/>
                  </a:lnTo>
                  <a:lnTo>
                    <a:pt x="3355323" y="2220671"/>
                  </a:lnTo>
                  <a:lnTo>
                    <a:pt x="3374519" y="2214337"/>
                  </a:lnTo>
                  <a:lnTo>
                    <a:pt x="3403908" y="2214020"/>
                  </a:lnTo>
                  <a:lnTo>
                    <a:pt x="3443260" y="2231288"/>
                  </a:lnTo>
                  <a:lnTo>
                    <a:pt x="3529746" y="2298006"/>
                  </a:lnTo>
                  <a:lnTo>
                    <a:pt x="3562342" y="2275084"/>
                  </a:lnTo>
                  <a:lnTo>
                    <a:pt x="3544607" y="2254952"/>
                  </a:lnTo>
                  <a:lnTo>
                    <a:pt x="3493147" y="2134691"/>
                  </a:lnTo>
                  <a:lnTo>
                    <a:pt x="3475779" y="2008798"/>
                  </a:lnTo>
                  <a:close/>
                  <a:moveTo>
                    <a:pt x="2112356" y="350194"/>
                  </a:moveTo>
                  <a:lnTo>
                    <a:pt x="2153410" y="374047"/>
                  </a:lnTo>
                  <a:lnTo>
                    <a:pt x="2165954" y="362708"/>
                  </a:lnTo>
                  <a:lnTo>
                    <a:pt x="2178421" y="371594"/>
                  </a:lnTo>
                  <a:lnTo>
                    <a:pt x="2196104" y="367050"/>
                  </a:lnTo>
                  <a:lnTo>
                    <a:pt x="2204426" y="389926"/>
                  </a:lnTo>
                  <a:lnTo>
                    <a:pt x="2251105" y="444973"/>
                  </a:lnTo>
                  <a:lnTo>
                    <a:pt x="2247123" y="466912"/>
                  </a:lnTo>
                  <a:lnTo>
                    <a:pt x="2284169" y="466974"/>
                  </a:lnTo>
                  <a:lnTo>
                    <a:pt x="2295035" y="476024"/>
                  </a:lnTo>
                  <a:lnTo>
                    <a:pt x="2324596" y="468003"/>
                  </a:lnTo>
                  <a:lnTo>
                    <a:pt x="2289429" y="465604"/>
                  </a:lnTo>
                  <a:lnTo>
                    <a:pt x="2322327" y="344629"/>
                  </a:lnTo>
                  <a:lnTo>
                    <a:pt x="2309778" y="334945"/>
                  </a:lnTo>
                  <a:lnTo>
                    <a:pt x="2306330" y="299252"/>
                  </a:lnTo>
                  <a:lnTo>
                    <a:pt x="2299363" y="286827"/>
                  </a:lnTo>
                  <a:lnTo>
                    <a:pt x="2262791" y="297895"/>
                  </a:lnTo>
                  <a:lnTo>
                    <a:pt x="2254222" y="289061"/>
                  </a:lnTo>
                  <a:lnTo>
                    <a:pt x="2287509" y="246625"/>
                  </a:lnTo>
                  <a:lnTo>
                    <a:pt x="2228342" y="205378"/>
                  </a:lnTo>
                  <a:lnTo>
                    <a:pt x="2218003" y="179421"/>
                  </a:lnTo>
                  <a:lnTo>
                    <a:pt x="2198358" y="183959"/>
                  </a:lnTo>
                  <a:lnTo>
                    <a:pt x="2044504" y="76667"/>
                  </a:lnTo>
                  <a:lnTo>
                    <a:pt x="2027857" y="36146"/>
                  </a:lnTo>
                  <a:lnTo>
                    <a:pt x="2007828" y="50417"/>
                  </a:lnTo>
                  <a:lnTo>
                    <a:pt x="1938234" y="0"/>
                  </a:lnTo>
                  <a:lnTo>
                    <a:pt x="1917053" y="9178"/>
                  </a:lnTo>
                  <a:lnTo>
                    <a:pt x="1920080" y="20073"/>
                  </a:lnTo>
                  <a:lnTo>
                    <a:pt x="1882396" y="52934"/>
                  </a:lnTo>
                  <a:lnTo>
                    <a:pt x="1804623" y="69257"/>
                  </a:lnTo>
                  <a:lnTo>
                    <a:pt x="1790619" y="64996"/>
                  </a:lnTo>
                  <a:lnTo>
                    <a:pt x="1787835" y="27457"/>
                  </a:lnTo>
                  <a:lnTo>
                    <a:pt x="1749929" y="40357"/>
                  </a:lnTo>
                  <a:lnTo>
                    <a:pt x="1679468" y="17207"/>
                  </a:lnTo>
                  <a:lnTo>
                    <a:pt x="1657388" y="40336"/>
                  </a:lnTo>
                  <a:lnTo>
                    <a:pt x="1752367" y="188391"/>
                  </a:lnTo>
                  <a:lnTo>
                    <a:pt x="1742668" y="198865"/>
                  </a:lnTo>
                  <a:lnTo>
                    <a:pt x="1759746" y="245244"/>
                  </a:lnTo>
                  <a:lnTo>
                    <a:pt x="1749735" y="244408"/>
                  </a:lnTo>
                  <a:lnTo>
                    <a:pt x="1744225" y="261522"/>
                  </a:lnTo>
                  <a:lnTo>
                    <a:pt x="1718738" y="277582"/>
                  </a:lnTo>
                  <a:lnTo>
                    <a:pt x="1739344" y="402584"/>
                  </a:lnTo>
                  <a:lnTo>
                    <a:pt x="1739279" y="444362"/>
                  </a:lnTo>
                  <a:lnTo>
                    <a:pt x="1727629" y="446966"/>
                  </a:lnTo>
                  <a:lnTo>
                    <a:pt x="1723596" y="480846"/>
                  </a:lnTo>
                  <a:lnTo>
                    <a:pt x="1737792" y="484516"/>
                  </a:lnTo>
                  <a:lnTo>
                    <a:pt x="1728454" y="501166"/>
                  </a:lnTo>
                  <a:lnTo>
                    <a:pt x="1750635" y="517356"/>
                  </a:lnTo>
                  <a:lnTo>
                    <a:pt x="1760528" y="508001"/>
                  </a:lnTo>
                  <a:lnTo>
                    <a:pt x="1766465" y="516842"/>
                  </a:lnTo>
                  <a:lnTo>
                    <a:pt x="1791147" y="512171"/>
                  </a:lnTo>
                  <a:lnTo>
                    <a:pt x="1808815" y="542578"/>
                  </a:lnTo>
                  <a:lnTo>
                    <a:pt x="1822765" y="547030"/>
                  </a:lnTo>
                  <a:lnTo>
                    <a:pt x="1838371" y="544451"/>
                  </a:lnTo>
                  <a:lnTo>
                    <a:pt x="1841904" y="526819"/>
                  </a:lnTo>
                  <a:lnTo>
                    <a:pt x="1859005" y="534131"/>
                  </a:lnTo>
                  <a:lnTo>
                    <a:pt x="1860632" y="554731"/>
                  </a:lnTo>
                  <a:lnTo>
                    <a:pt x="1904100" y="545564"/>
                  </a:lnTo>
                  <a:lnTo>
                    <a:pt x="1913357" y="557614"/>
                  </a:lnTo>
                  <a:lnTo>
                    <a:pt x="1907516" y="584720"/>
                  </a:lnTo>
                  <a:lnTo>
                    <a:pt x="1922947" y="594938"/>
                  </a:lnTo>
                  <a:lnTo>
                    <a:pt x="1934933" y="568576"/>
                  </a:lnTo>
                  <a:lnTo>
                    <a:pt x="1961861" y="578085"/>
                  </a:lnTo>
                  <a:lnTo>
                    <a:pt x="1966246" y="589229"/>
                  </a:lnTo>
                  <a:lnTo>
                    <a:pt x="1969565" y="580922"/>
                  </a:lnTo>
                  <a:lnTo>
                    <a:pt x="2003540" y="594178"/>
                  </a:lnTo>
                  <a:lnTo>
                    <a:pt x="2000902" y="634503"/>
                  </a:lnTo>
                  <a:lnTo>
                    <a:pt x="2029127" y="629708"/>
                  </a:lnTo>
                  <a:lnTo>
                    <a:pt x="2076171" y="639816"/>
                  </a:lnTo>
                  <a:lnTo>
                    <a:pt x="2091480" y="587456"/>
                  </a:lnTo>
                  <a:lnTo>
                    <a:pt x="2080557" y="577133"/>
                  </a:lnTo>
                  <a:lnTo>
                    <a:pt x="2084701" y="560453"/>
                  </a:lnTo>
                  <a:lnTo>
                    <a:pt x="2074236" y="553520"/>
                  </a:lnTo>
                  <a:lnTo>
                    <a:pt x="2051361" y="571441"/>
                  </a:lnTo>
                  <a:lnTo>
                    <a:pt x="2039570" y="558283"/>
                  </a:lnTo>
                  <a:lnTo>
                    <a:pt x="2035539" y="533579"/>
                  </a:lnTo>
                  <a:lnTo>
                    <a:pt x="2016901" y="510140"/>
                  </a:lnTo>
                  <a:lnTo>
                    <a:pt x="2046746" y="472681"/>
                  </a:lnTo>
                  <a:lnTo>
                    <a:pt x="2027747" y="458881"/>
                  </a:lnTo>
                  <a:lnTo>
                    <a:pt x="2031980" y="446892"/>
                  </a:lnTo>
                  <a:lnTo>
                    <a:pt x="2050912" y="454420"/>
                  </a:lnTo>
                  <a:lnTo>
                    <a:pt x="2054570" y="446314"/>
                  </a:lnTo>
                  <a:lnTo>
                    <a:pt x="2045579" y="443814"/>
                  </a:lnTo>
                  <a:lnTo>
                    <a:pt x="2053329" y="390228"/>
                  </a:lnTo>
                  <a:lnTo>
                    <a:pt x="2073682" y="395569"/>
                  </a:lnTo>
                  <a:lnTo>
                    <a:pt x="2083194" y="357481"/>
                  </a:lnTo>
                  <a:lnTo>
                    <a:pt x="2097399" y="346282"/>
                  </a:lnTo>
                  <a:lnTo>
                    <a:pt x="2112356" y="350194"/>
                  </a:lnTo>
                  <a:close/>
                  <a:moveTo>
                    <a:pt x="3185337" y="4711392"/>
                  </a:moveTo>
                  <a:lnTo>
                    <a:pt x="3211239" y="4728858"/>
                  </a:lnTo>
                  <a:lnTo>
                    <a:pt x="3199254" y="4772867"/>
                  </a:lnTo>
                  <a:lnTo>
                    <a:pt x="3223228" y="4795229"/>
                  </a:lnTo>
                  <a:lnTo>
                    <a:pt x="3245749" y="4790948"/>
                  </a:lnTo>
                  <a:lnTo>
                    <a:pt x="3262549" y="4815704"/>
                  </a:lnTo>
                  <a:lnTo>
                    <a:pt x="3284393" y="4808722"/>
                  </a:lnTo>
                  <a:lnTo>
                    <a:pt x="3280958" y="4830812"/>
                  </a:lnTo>
                  <a:lnTo>
                    <a:pt x="3253138" y="4834071"/>
                  </a:lnTo>
                  <a:lnTo>
                    <a:pt x="3250184" y="4853916"/>
                  </a:lnTo>
                  <a:lnTo>
                    <a:pt x="3287401" y="4861892"/>
                  </a:lnTo>
                  <a:lnTo>
                    <a:pt x="3322394" y="4890034"/>
                  </a:lnTo>
                  <a:lnTo>
                    <a:pt x="3349150" y="4890952"/>
                  </a:lnTo>
                  <a:lnTo>
                    <a:pt x="3379289" y="4918335"/>
                  </a:lnTo>
                  <a:lnTo>
                    <a:pt x="3409817" y="4895970"/>
                  </a:lnTo>
                  <a:lnTo>
                    <a:pt x="3443211" y="4913324"/>
                  </a:lnTo>
                  <a:lnTo>
                    <a:pt x="3420350" y="4939360"/>
                  </a:lnTo>
                  <a:lnTo>
                    <a:pt x="3452517" y="4989082"/>
                  </a:lnTo>
                  <a:lnTo>
                    <a:pt x="3394355" y="5008853"/>
                  </a:lnTo>
                  <a:lnTo>
                    <a:pt x="3390669" y="5025634"/>
                  </a:lnTo>
                  <a:lnTo>
                    <a:pt x="3396497" y="5021549"/>
                  </a:lnTo>
                  <a:lnTo>
                    <a:pt x="3410361" y="5040517"/>
                  </a:lnTo>
                  <a:lnTo>
                    <a:pt x="3450783" y="5062499"/>
                  </a:lnTo>
                  <a:lnTo>
                    <a:pt x="3472297" y="5096204"/>
                  </a:lnTo>
                  <a:lnTo>
                    <a:pt x="3505063" y="5110103"/>
                  </a:lnTo>
                  <a:lnTo>
                    <a:pt x="3608377" y="5115009"/>
                  </a:lnTo>
                  <a:lnTo>
                    <a:pt x="3640931" y="5106952"/>
                  </a:lnTo>
                  <a:lnTo>
                    <a:pt x="3649495" y="5100032"/>
                  </a:lnTo>
                  <a:lnTo>
                    <a:pt x="3637067" y="5085526"/>
                  </a:lnTo>
                  <a:lnTo>
                    <a:pt x="3631796" y="5035993"/>
                  </a:lnTo>
                  <a:lnTo>
                    <a:pt x="3616228" y="5019898"/>
                  </a:lnTo>
                  <a:lnTo>
                    <a:pt x="3616224" y="4976248"/>
                  </a:lnTo>
                  <a:lnTo>
                    <a:pt x="3621977" y="4959331"/>
                  </a:lnTo>
                  <a:lnTo>
                    <a:pt x="3642399" y="4961662"/>
                  </a:lnTo>
                  <a:lnTo>
                    <a:pt x="3642100" y="4950101"/>
                  </a:lnTo>
                  <a:lnTo>
                    <a:pt x="3679438" y="4922906"/>
                  </a:lnTo>
                  <a:lnTo>
                    <a:pt x="3697589" y="4931233"/>
                  </a:lnTo>
                  <a:lnTo>
                    <a:pt x="3696857" y="4905457"/>
                  </a:lnTo>
                  <a:lnTo>
                    <a:pt x="3687217" y="4906590"/>
                  </a:lnTo>
                  <a:lnTo>
                    <a:pt x="3695403" y="4889767"/>
                  </a:lnTo>
                  <a:lnTo>
                    <a:pt x="3687162" y="4890480"/>
                  </a:lnTo>
                  <a:lnTo>
                    <a:pt x="3693024" y="4864114"/>
                  </a:lnTo>
                  <a:lnTo>
                    <a:pt x="3685566" y="4861709"/>
                  </a:lnTo>
                  <a:lnTo>
                    <a:pt x="3681351" y="4793734"/>
                  </a:lnTo>
                  <a:lnTo>
                    <a:pt x="3761176" y="4787204"/>
                  </a:lnTo>
                  <a:lnTo>
                    <a:pt x="3784065" y="4664771"/>
                  </a:lnTo>
                  <a:lnTo>
                    <a:pt x="3849440" y="4670930"/>
                  </a:lnTo>
                  <a:lnTo>
                    <a:pt x="3845075" y="4696502"/>
                  </a:lnTo>
                  <a:lnTo>
                    <a:pt x="3855092" y="4697242"/>
                  </a:lnTo>
                  <a:lnTo>
                    <a:pt x="3873189" y="4674404"/>
                  </a:lnTo>
                  <a:lnTo>
                    <a:pt x="3891103" y="4670584"/>
                  </a:lnTo>
                  <a:lnTo>
                    <a:pt x="3874448" y="4662326"/>
                  </a:lnTo>
                  <a:lnTo>
                    <a:pt x="3885917" y="4650612"/>
                  </a:lnTo>
                  <a:lnTo>
                    <a:pt x="3865544" y="4624135"/>
                  </a:lnTo>
                  <a:lnTo>
                    <a:pt x="3872622" y="4610793"/>
                  </a:lnTo>
                  <a:lnTo>
                    <a:pt x="3930819" y="4653060"/>
                  </a:lnTo>
                  <a:lnTo>
                    <a:pt x="3964759" y="4648158"/>
                  </a:lnTo>
                  <a:lnTo>
                    <a:pt x="3978352" y="4627303"/>
                  </a:lnTo>
                  <a:lnTo>
                    <a:pt x="3987380" y="4656725"/>
                  </a:lnTo>
                  <a:lnTo>
                    <a:pt x="4011472" y="4645013"/>
                  </a:lnTo>
                  <a:lnTo>
                    <a:pt x="4009812" y="4629551"/>
                  </a:lnTo>
                  <a:lnTo>
                    <a:pt x="3991810" y="4626008"/>
                  </a:lnTo>
                  <a:lnTo>
                    <a:pt x="4006777" y="4613533"/>
                  </a:lnTo>
                  <a:lnTo>
                    <a:pt x="4000159" y="4546875"/>
                  </a:lnTo>
                  <a:lnTo>
                    <a:pt x="3982831" y="4536615"/>
                  </a:lnTo>
                  <a:lnTo>
                    <a:pt x="3999276" y="4533508"/>
                  </a:lnTo>
                  <a:lnTo>
                    <a:pt x="3995047" y="4468574"/>
                  </a:lnTo>
                  <a:lnTo>
                    <a:pt x="3966184" y="4463413"/>
                  </a:lnTo>
                  <a:lnTo>
                    <a:pt x="3979734" y="4445126"/>
                  </a:lnTo>
                  <a:lnTo>
                    <a:pt x="3973787" y="4440725"/>
                  </a:lnTo>
                  <a:lnTo>
                    <a:pt x="3959335" y="4459197"/>
                  </a:lnTo>
                  <a:lnTo>
                    <a:pt x="3945068" y="4426193"/>
                  </a:lnTo>
                  <a:lnTo>
                    <a:pt x="3914423" y="4445567"/>
                  </a:lnTo>
                  <a:lnTo>
                    <a:pt x="3866881" y="4382345"/>
                  </a:lnTo>
                  <a:lnTo>
                    <a:pt x="3848685" y="4365164"/>
                  </a:lnTo>
                  <a:lnTo>
                    <a:pt x="3841491" y="4404544"/>
                  </a:lnTo>
                  <a:lnTo>
                    <a:pt x="3787291" y="4405656"/>
                  </a:lnTo>
                  <a:lnTo>
                    <a:pt x="3790713" y="4377615"/>
                  </a:lnTo>
                  <a:lnTo>
                    <a:pt x="3783206" y="4376356"/>
                  </a:lnTo>
                  <a:lnTo>
                    <a:pt x="3777619" y="4393545"/>
                  </a:lnTo>
                  <a:lnTo>
                    <a:pt x="3779906" y="4353839"/>
                  </a:lnTo>
                  <a:lnTo>
                    <a:pt x="3764149" y="4319938"/>
                  </a:lnTo>
                  <a:lnTo>
                    <a:pt x="3732262" y="4296851"/>
                  </a:lnTo>
                  <a:lnTo>
                    <a:pt x="3694826" y="4292844"/>
                  </a:lnTo>
                  <a:lnTo>
                    <a:pt x="3658853" y="4309099"/>
                  </a:lnTo>
                  <a:lnTo>
                    <a:pt x="3639568" y="4330930"/>
                  </a:lnTo>
                  <a:lnTo>
                    <a:pt x="3629453" y="4361235"/>
                  </a:lnTo>
                  <a:lnTo>
                    <a:pt x="3632568" y="4398921"/>
                  </a:lnTo>
                  <a:lnTo>
                    <a:pt x="3595955" y="4370619"/>
                  </a:lnTo>
                  <a:lnTo>
                    <a:pt x="3559035" y="4358651"/>
                  </a:lnTo>
                  <a:lnTo>
                    <a:pt x="3555352" y="4332308"/>
                  </a:lnTo>
                  <a:lnTo>
                    <a:pt x="3500032" y="4318434"/>
                  </a:lnTo>
                  <a:lnTo>
                    <a:pt x="3481681" y="4324347"/>
                  </a:lnTo>
                  <a:lnTo>
                    <a:pt x="3468922" y="4313214"/>
                  </a:lnTo>
                  <a:lnTo>
                    <a:pt x="3448114" y="4321239"/>
                  </a:lnTo>
                  <a:lnTo>
                    <a:pt x="3406735" y="4293013"/>
                  </a:lnTo>
                  <a:lnTo>
                    <a:pt x="3387502" y="4296275"/>
                  </a:lnTo>
                  <a:lnTo>
                    <a:pt x="3374213" y="4318363"/>
                  </a:lnTo>
                  <a:lnTo>
                    <a:pt x="3347939" y="4326651"/>
                  </a:lnTo>
                  <a:lnTo>
                    <a:pt x="3321920" y="4301196"/>
                  </a:lnTo>
                  <a:lnTo>
                    <a:pt x="3311915" y="4257951"/>
                  </a:lnTo>
                  <a:lnTo>
                    <a:pt x="3339092" y="4245353"/>
                  </a:lnTo>
                  <a:lnTo>
                    <a:pt x="3338172" y="4229269"/>
                  </a:lnTo>
                  <a:lnTo>
                    <a:pt x="3398837" y="4204294"/>
                  </a:lnTo>
                  <a:lnTo>
                    <a:pt x="3426975" y="4208769"/>
                  </a:lnTo>
                  <a:lnTo>
                    <a:pt x="3497873" y="4179954"/>
                  </a:lnTo>
                  <a:lnTo>
                    <a:pt x="3531368" y="4131286"/>
                  </a:lnTo>
                  <a:lnTo>
                    <a:pt x="3603882" y="4072523"/>
                  </a:lnTo>
                  <a:lnTo>
                    <a:pt x="3681752" y="4100530"/>
                  </a:lnTo>
                  <a:lnTo>
                    <a:pt x="3701276" y="4095225"/>
                  </a:lnTo>
                  <a:lnTo>
                    <a:pt x="3725834" y="4045042"/>
                  </a:lnTo>
                  <a:lnTo>
                    <a:pt x="3730628" y="4018022"/>
                  </a:lnTo>
                  <a:lnTo>
                    <a:pt x="3708622" y="4005368"/>
                  </a:lnTo>
                  <a:lnTo>
                    <a:pt x="3722470" y="3995473"/>
                  </a:lnTo>
                  <a:lnTo>
                    <a:pt x="3724114" y="3964351"/>
                  </a:lnTo>
                  <a:lnTo>
                    <a:pt x="3641898" y="3916622"/>
                  </a:lnTo>
                  <a:lnTo>
                    <a:pt x="3655052" y="3915156"/>
                  </a:lnTo>
                  <a:lnTo>
                    <a:pt x="3657037" y="3890880"/>
                  </a:lnTo>
                  <a:lnTo>
                    <a:pt x="3641691" y="3880008"/>
                  </a:lnTo>
                  <a:lnTo>
                    <a:pt x="3650609" y="3860173"/>
                  </a:lnTo>
                  <a:lnTo>
                    <a:pt x="3685712" y="3870665"/>
                  </a:lnTo>
                  <a:lnTo>
                    <a:pt x="3712698" y="3853366"/>
                  </a:lnTo>
                  <a:lnTo>
                    <a:pt x="3684037" y="3813175"/>
                  </a:lnTo>
                  <a:lnTo>
                    <a:pt x="3693622" y="3798411"/>
                  </a:lnTo>
                  <a:lnTo>
                    <a:pt x="3609868" y="3762961"/>
                  </a:lnTo>
                  <a:lnTo>
                    <a:pt x="3594111" y="3771979"/>
                  </a:lnTo>
                  <a:lnTo>
                    <a:pt x="3589407" y="3754901"/>
                  </a:lnTo>
                  <a:lnTo>
                    <a:pt x="3518139" y="3720193"/>
                  </a:lnTo>
                  <a:lnTo>
                    <a:pt x="3491812" y="3697030"/>
                  </a:lnTo>
                  <a:lnTo>
                    <a:pt x="3430227" y="3606871"/>
                  </a:lnTo>
                  <a:lnTo>
                    <a:pt x="3414664" y="3592897"/>
                  </a:lnTo>
                  <a:lnTo>
                    <a:pt x="3404004" y="3610456"/>
                  </a:lnTo>
                  <a:lnTo>
                    <a:pt x="3400772" y="3609084"/>
                  </a:lnTo>
                  <a:lnTo>
                    <a:pt x="3403858" y="3567258"/>
                  </a:lnTo>
                  <a:lnTo>
                    <a:pt x="3265708" y="3358046"/>
                  </a:lnTo>
                  <a:lnTo>
                    <a:pt x="3239294" y="3356642"/>
                  </a:lnTo>
                  <a:lnTo>
                    <a:pt x="3195546" y="3389600"/>
                  </a:lnTo>
                  <a:lnTo>
                    <a:pt x="2837800" y="3554888"/>
                  </a:lnTo>
                  <a:lnTo>
                    <a:pt x="2822968" y="3486331"/>
                  </a:lnTo>
                  <a:lnTo>
                    <a:pt x="2784183" y="3434763"/>
                  </a:lnTo>
                  <a:lnTo>
                    <a:pt x="2748663" y="3414816"/>
                  </a:lnTo>
                  <a:lnTo>
                    <a:pt x="2685766" y="3399529"/>
                  </a:lnTo>
                  <a:lnTo>
                    <a:pt x="2663443" y="3371736"/>
                  </a:lnTo>
                  <a:lnTo>
                    <a:pt x="2649608" y="3373598"/>
                  </a:lnTo>
                  <a:lnTo>
                    <a:pt x="2641527" y="3344754"/>
                  </a:lnTo>
                  <a:lnTo>
                    <a:pt x="2618777" y="3332806"/>
                  </a:lnTo>
                  <a:lnTo>
                    <a:pt x="2630019" y="3279593"/>
                  </a:lnTo>
                  <a:lnTo>
                    <a:pt x="2624379" y="3267896"/>
                  </a:lnTo>
                  <a:lnTo>
                    <a:pt x="2650067" y="3227807"/>
                  </a:lnTo>
                  <a:lnTo>
                    <a:pt x="2684554" y="3208816"/>
                  </a:lnTo>
                  <a:lnTo>
                    <a:pt x="2677083" y="3183650"/>
                  </a:lnTo>
                  <a:lnTo>
                    <a:pt x="2630206" y="3159849"/>
                  </a:lnTo>
                  <a:lnTo>
                    <a:pt x="2654217" y="3143368"/>
                  </a:lnTo>
                  <a:lnTo>
                    <a:pt x="2655738" y="3130387"/>
                  </a:lnTo>
                  <a:lnTo>
                    <a:pt x="2568587" y="3119255"/>
                  </a:lnTo>
                  <a:lnTo>
                    <a:pt x="2565913" y="3143157"/>
                  </a:lnTo>
                  <a:lnTo>
                    <a:pt x="2590839" y="3147928"/>
                  </a:lnTo>
                  <a:lnTo>
                    <a:pt x="2585000" y="3236239"/>
                  </a:lnTo>
                  <a:lnTo>
                    <a:pt x="2528675" y="3233435"/>
                  </a:lnTo>
                  <a:lnTo>
                    <a:pt x="2535022" y="3245320"/>
                  </a:lnTo>
                  <a:lnTo>
                    <a:pt x="2527103" y="3273791"/>
                  </a:lnTo>
                  <a:lnTo>
                    <a:pt x="2499833" y="3276030"/>
                  </a:lnTo>
                  <a:lnTo>
                    <a:pt x="2423760" y="3256955"/>
                  </a:lnTo>
                  <a:lnTo>
                    <a:pt x="2423135" y="3226792"/>
                  </a:lnTo>
                  <a:lnTo>
                    <a:pt x="2435354" y="3225720"/>
                  </a:lnTo>
                  <a:lnTo>
                    <a:pt x="2436942" y="3208199"/>
                  </a:lnTo>
                  <a:lnTo>
                    <a:pt x="2427032" y="3196983"/>
                  </a:lnTo>
                  <a:lnTo>
                    <a:pt x="2415546" y="3201035"/>
                  </a:lnTo>
                  <a:lnTo>
                    <a:pt x="2423488" y="3256910"/>
                  </a:lnTo>
                  <a:lnTo>
                    <a:pt x="2350341" y="3247022"/>
                  </a:lnTo>
                  <a:lnTo>
                    <a:pt x="2330815" y="3238811"/>
                  </a:lnTo>
                  <a:lnTo>
                    <a:pt x="2330857" y="3230341"/>
                  </a:lnTo>
                  <a:lnTo>
                    <a:pt x="2302596" y="3247685"/>
                  </a:lnTo>
                  <a:lnTo>
                    <a:pt x="2284896" y="3242577"/>
                  </a:lnTo>
                  <a:lnTo>
                    <a:pt x="2253189" y="3253102"/>
                  </a:lnTo>
                  <a:lnTo>
                    <a:pt x="2179710" y="3297509"/>
                  </a:lnTo>
                  <a:lnTo>
                    <a:pt x="2178375" y="3313772"/>
                  </a:lnTo>
                  <a:lnTo>
                    <a:pt x="2169641" y="3311766"/>
                  </a:lnTo>
                  <a:lnTo>
                    <a:pt x="2151615" y="3341396"/>
                  </a:lnTo>
                  <a:lnTo>
                    <a:pt x="2157151" y="3365037"/>
                  </a:lnTo>
                  <a:lnTo>
                    <a:pt x="2194276" y="3386300"/>
                  </a:lnTo>
                  <a:lnTo>
                    <a:pt x="2150513" y="3426854"/>
                  </a:lnTo>
                  <a:lnTo>
                    <a:pt x="2163241" y="3439485"/>
                  </a:lnTo>
                  <a:lnTo>
                    <a:pt x="2154083" y="3462189"/>
                  </a:lnTo>
                  <a:lnTo>
                    <a:pt x="2135435" y="3457463"/>
                  </a:lnTo>
                  <a:lnTo>
                    <a:pt x="2103912" y="3476350"/>
                  </a:lnTo>
                  <a:lnTo>
                    <a:pt x="2122180" y="3492637"/>
                  </a:lnTo>
                  <a:lnTo>
                    <a:pt x="2120509" y="3502743"/>
                  </a:lnTo>
                  <a:lnTo>
                    <a:pt x="2112085" y="3507696"/>
                  </a:lnTo>
                  <a:lnTo>
                    <a:pt x="2099594" y="3491221"/>
                  </a:lnTo>
                  <a:lnTo>
                    <a:pt x="2086765" y="3500146"/>
                  </a:lnTo>
                  <a:lnTo>
                    <a:pt x="2048991" y="3480092"/>
                  </a:lnTo>
                  <a:lnTo>
                    <a:pt x="2032673" y="3503200"/>
                  </a:lnTo>
                  <a:lnTo>
                    <a:pt x="2010871" y="3478684"/>
                  </a:lnTo>
                  <a:lnTo>
                    <a:pt x="1920708" y="3502330"/>
                  </a:lnTo>
                  <a:lnTo>
                    <a:pt x="1904731" y="3514553"/>
                  </a:lnTo>
                  <a:lnTo>
                    <a:pt x="1911303" y="3567107"/>
                  </a:lnTo>
                  <a:lnTo>
                    <a:pt x="1888950" y="3565503"/>
                  </a:lnTo>
                  <a:lnTo>
                    <a:pt x="1865279" y="3613640"/>
                  </a:lnTo>
                  <a:lnTo>
                    <a:pt x="1837856" y="3632346"/>
                  </a:lnTo>
                  <a:lnTo>
                    <a:pt x="1738077" y="3640522"/>
                  </a:lnTo>
                  <a:lnTo>
                    <a:pt x="1715248" y="3627762"/>
                  </a:lnTo>
                  <a:lnTo>
                    <a:pt x="1710233" y="3595357"/>
                  </a:lnTo>
                  <a:lnTo>
                    <a:pt x="1708385" y="3604848"/>
                  </a:lnTo>
                  <a:lnTo>
                    <a:pt x="1692276" y="3597177"/>
                  </a:lnTo>
                  <a:lnTo>
                    <a:pt x="1643718" y="3628621"/>
                  </a:lnTo>
                  <a:lnTo>
                    <a:pt x="1653831" y="3665472"/>
                  </a:lnTo>
                  <a:lnTo>
                    <a:pt x="1641842" y="3684131"/>
                  </a:lnTo>
                  <a:lnTo>
                    <a:pt x="1600053" y="3686099"/>
                  </a:lnTo>
                  <a:lnTo>
                    <a:pt x="1588006" y="3677676"/>
                  </a:lnTo>
                  <a:lnTo>
                    <a:pt x="1563470" y="3627269"/>
                  </a:lnTo>
                  <a:lnTo>
                    <a:pt x="1460701" y="3674905"/>
                  </a:lnTo>
                  <a:lnTo>
                    <a:pt x="1477543" y="3710439"/>
                  </a:lnTo>
                  <a:lnTo>
                    <a:pt x="1442029" y="3709192"/>
                  </a:lnTo>
                  <a:lnTo>
                    <a:pt x="1456345" y="3741097"/>
                  </a:lnTo>
                  <a:lnTo>
                    <a:pt x="1418690" y="3759850"/>
                  </a:lnTo>
                  <a:lnTo>
                    <a:pt x="1478067" y="3891934"/>
                  </a:lnTo>
                  <a:lnTo>
                    <a:pt x="1558436" y="3989779"/>
                  </a:lnTo>
                  <a:lnTo>
                    <a:pt x="1600329" y="4116032"/>
                  </a:lnTo>
                  <a:lnTo>
                    <a:pt x="1552893" y="4135979"/>
                  </a:lnTo>
                  <a:lnTo>
                    <a:pt x="1543843" y="4211322"/>
                  </a:lnTo>
                  <a:lnTo>
                    <a:pt x="1589798" y="4216317"/>
                  </a:lnTo>
                  <a:lnTo>
                    <a:pt x="1577030" y="4275539"/>
                  </a:lnTo>
                  <a:lnTo>
                    <a:pt x="1557072" y="4287741"/>
                  </a:lnTo>
                  <a:lnTo>
                    <a:pt x="1576055" y="4382817"/>
                  </a:lnTo>
                  <a:lnTo>
                    <a:pt x="1561991" y="4385342"/>
                  </a:lnTo>
                  <a:lnTo>
                    <a:pt x="1570029" y="4438015"/>
                  </a:lnTo>
                  <a:lnTo>
                    <a:pt x="1658093" y="4436610"/>
                  </a:lnTo>
                  <a:lnTo>
                    <a:pt x="1656457" y="4413007"/>
                  </a:lnTo>
                  <a:lnTo>
                    <a:pt x="1668216" y="4420474"/>
                  </a:lnTo>
                  <a:lnTo>
                    <a:pt x="1656164" y="4550057"/>
                  </a:lnTo>
                  <a:lnTo>
                    <a:pt x="1603608" y="4574210"/>
                  </a:lnTo>
                  <a:lnTo>
                    <a:pt x="1595338" y="4583657"/>
                  </a:lnTo>
                  <a:lnTo>
                    <a:pt x="1608429" y="4591953"/>
                  </a:lnTo>
                  <a:lnTo>
                    <a:pt x="1594874" y="4613318"/>
                  </a:lnTo>
                  <a:lnTo>
                    <a:pt x="1618557" y="4650356"/>
                  </a:lnTo>
                  <a:lnTo>
                    <a:pt x="1609533" y="4659607"/>
                  </a:lnTo>
                  <a:lnTo>
                    <a:pt x="1652621" y="4701794"/>
                  </a:lnTo>
                  <a:lnTo>
                    <a:pt x="1686149" y="4704404"/>
                  </a:lnTo>
                  <a:lnTo>
                    <a:pt x="1690610" y="4716285"/>
                  </a:lnTo>
                  <a:lnTo>
                    <a:pt x="1708676" y="4710361"/>
                  </a:lnTo>
                  <a:lnTo>
                    <a:pt x="1719146" y="4726682"/>
                  </a:lnTo>
                  <a:lnTo>
                    <a:pt x="1895232" y="4695882"/>
                  </a:lnTo>
                  <a:lnTo>
                    <a:pt x="1951786" y="4653854"/>
                  </a:lnTo>
                  <a:lnTo>
                    <a:pt x="1980867" y="4614389"/>
                  </a:lnTo>
                  <a:lnTo>
                    <a:pt x="2189963" y="4578200"/>
                  </a:lnTo>
                  <a:lnTo>
                    <a:pt x="2185850" y="4573740"/>
                  </a:lnTo>
                  <a:lnTo>
                    <a:pt x="2177266" y="4574748"/>
                  </a:lnTo>
                  <a:lnTo>
                    <a:pt x="2169575" y="4558486"/>
                  </a:lnTo>
                  <a:lnTo>
                    <a:pt x="2204939" y="4572379"/>
                  </a:lnTo>
                  <a:lnTo>
                    <a:pt x="2240321" y="4516490"/>
                  </a:lnTo>
                  <a:lnTo>
                    <a:pt x="2248545" y="4523094"/>
                  </a:lnTo>
                  <a:lnTo>
                    <a:pt x="2325510" y="4495746"/>
                  </a:lnTo>
                  <a:lnTo>
                    <a:pt x="2319301" y="4484968"/>
                  </a:lnTo>
                  <a:lnTo>
                    <a:pt x="2333051" y="4457106"/>
                  </a:lnTo>
                  <a:lnTo>
                    <a:pt x="2337329" y="4397419"/>
                  </a:lnTo>
                  <a:lnTo>
                    <a:pt x="2319629" y="4387948"/>
                  </a:lnTo>
                  <a:lnTo>
                    <a:pt x="2328462" y="4359519"/>
                  </a:lnTo>
                  <a:lnTo>
                    <a:pt x="2339645" y="4370768"/>
                  </a:lnTo>
                  <a:lnTo>
                    <a:pt x="2402858" y="4322208"/>
                  </a:lnTo>
                  <a:lnTo>
                    <a:pt x="2468139" y="4290488"/>
                  </a:lnTo>
                  <a:lnTo>
                    <a:pt x="2460799" y="4210682"/>
                  </a:lnTo>
                  <a:lnTo>
                    <a:pt x="2493140" y="4180064"/>
                  </a:lnTo>
                  <a:lnTo>
                    <a:pt x="2525152" y="4171831"/>
                  </a:lnTo>
                  <a:lnTo>
                    <a:pt x="2536633" y="4212667"/>
                  </a:lnTo>
                  <a:lnTo>
                    <a:pt x="2558402" y="4208088"/>
                  </a:lnTo>
                  <a:lnTo>
                    <a:pt x="2562723" y="4218098"/>
                  </a:lnTo>
                  <a:lnTo>
                    <a:pt x="2634067" y="4207964"/>
                  </a:lnTo>
                  <a:lnTo>
                    <a:pt x="2666447" y="4177391"/>
                  </a:lnTo>
                  <a:lnTo>
                    <a:pt x="2684823" y="4143335"/>
                  </a:lnTo>
                  <a:lnTo>
                    <a:pt x="2725741" y="4140404"/>
                  </a:lnTo>
                  <a:lnTo>
                    <a:pt x="2734794" y="4113398"/>
                  </a:lnTo>
                  <a:lnTo>
                    <a:pt x="2750118" y="4128510"/>
                  </a:lnTo>
                  <a:lnTo>
                    <a:pt x="2755779" y="4122121"/>
                  </a:lnTo>
                  <a:lnTo>
                    <a:pt x="2790889" y="4138721"/>
                  </a:lnTo>
                  <a:lnTo>
                    <a:pt x="2808730" y="4131202"/>
                  </a:lnTo>
                  <a:lnTo>
                    <a:pt x="2814746" y="4109698"/>
                  </a:lnTo>
                  <a:lnTo>
                    <a:pt x="2806057" y="4102984"/>
                  </a:lnTo>
                  <a:lnTo>
                    <a:pt x="2805359" y="4068989"/>
                  </a:lnTo>
                  <a:lnTo>
                    <a:pt x="2849542" y="4017525"/>
                  </a:lnTo>
                  <a:lnTo>
                    <a:pt x="2909919" y="4040916"/>
                  </a:lnTo>
                  <a:lnTo>
                    <a:pt x="2910440" y="4058407"/>
                  </a:lnTo>
                  <a:lnTo>
                    <a:pt x="2934954" y="4068461"/>
                  </a:lnTo>
                  <a:lnTo>
                    <a:pt x="2925522" y="4086251"/>
                  </a:lnTo>
                  <a:lnTo>
                    <a:pt x="3003682" y="4121240"/>
                  </a:lnTo>
                  <a:lnTo>
                    <a:pt x="2999422" y="4130220"/>
                  </a:lnTo>
                  <a:lnTo>
                    <a:pt x="3024020" y="4165582"/>
                  </a:lnTo>
                  <a:lnTo>
                    <a:pt x="2934826" y="4232343"/>
                  </a:lnTo>
                  <a:lnTo>
                    <a:pt x="2911780" y="4296994"/>
                  </a:lnTo>
                  <a:lnTo>
                    <a:pt x="2934461" y="4321636"/>
                  </a:lnTo>
                  <a:lnTo>
                    <a:pt x="2946739" y="4322502"/>
                  </a:lnTo>
                  <a:lnTo>
                    <a:pt x="2950201" y="4378828"/>
                  </a:lnTo>
                  <a:lnTo>
                    <a:pt x="2981749" y="4367871"/>
                  </a:lnTo>
                  <a:lnTo>
                    <a:pt x="2999701" y="4386364"/>
                  </a:lnTo>
                  <a:lnTo>
                    <a:pt x="2992438" y="4411939"/>
                  </a:lnTo>
                  <a:lnTo>
                    <a:pt x="3020392" y="4415224"/>
                  </a:lnTo>
                  <a:lnTo>
                    <a:pt x="3027193" y="4443594"/>
                  </a:lnTo>
                  <a:lnTo>
                    <a:pt x="3047064" y="4446221"/>
                  </a:lnTo>
                  <a:lnTo>
                    <a:pt x="3046691" y="4455669"/>
                  </a:lnTo>
                  <a:lnTo>
                    <a:pt x="3032418" y="4458000"/>
                  </a:lnTo>
                  <a:lnTo>
                    <a:pt x="3002845" y="4432299"/>
                  </a:lnTo>
                  <a:lnTo>
                    <a:pt x="2985540" y="4470425"/>
                  </a:lnTo>
                  <a:lnTo>
                    <a:pt x="3012617" y="4480791"/>
                  </a:lnTo>
                  <a:lnTo>
                    <a:pt x="3008799" y="4512780"/>
                  </a:lnTo>
                  <a:lnTo>
                    <a:pt x="2988105" y="4540127"/>
                  </a:lnTo>
                  <a:lnTo>
                    <a:pt x="3004557" y="4549623"/>
                  </a:lnTo>
                  <a:lnTo>
                    <a:pt x="3031421" y="4537713"/>
                  </a:lnTo>
                  <a:lnTo>
                    <a:pt x="3052006" y="4544872"/>
                  </a:lnTo>
                  <a:lnTo>
                    <a:pt x="3038896" y="4512757"/>
                  </a:lnTo>
                  <a:lnTo>
                    <a:pt x="3052133" y="4496174"/>
                  </a:lnTo>
                  <a:lnTo>
                    <a:pt x="3084256" y="4518486"/>
                  </a:lnTo>
                  <a:lnTo>
                    <a:pt x="3125513" y="4505012"/>
                  </a:lnTo>
                  <a:lnTo>
                    <a:pt x="3124751" y="4534202"/>
                  </a:lnTo>
                  <a:lnTo>
                    <a:pt x="3135931" y="4545721"/>
                  </a:lnTo>
                  <a:lnTo>
                    <a:pt x="3150568" y="4551000"/>
                  </a:lnTo>
                  <a:lnTo>
                    <a:pt x="3158125" y="4535298"/>
                  </a:lnTo>
                  <a:lnTo>
                    <a:pt x="3166658" y="4537454"/>
                  </a:lnTo>
                  <a:lnTo>
                    <a:pt x="3204237" y="4569530"/>
                  </a:lnTo>
                  <a:lnTo>
                    <a:pt x="3212047" y="4592239"/>
                  </a:lnTo>
                  <a:lnTo>
                    <a:pt x="3229946" y="4586690"/>
                  </a:lnTo>
                  <a:lnTo>
                    <a:pt x="3238000" y="4596353"/>
                  </a:lnTo>
                  <a:lnTo>
                    <a:pt x="3205615" y="4643168"/>
                  </a:lnTo>
                  <a:lnTo>
                    <a:pt x="3189020" y="4638658"/>
                  </a:lnTo>
                  <a:lnTo>
                    <a:pt x="3202170" y="4661607"/>
                  </a:lnTo>
                  <a:lnTo>
                    <a:pt x="3181849" y="4658605"/>
                  </a:lnTo>
                  <a:lnTo>
                    <a:pt x="3197281" y="4668475"/>
                  </a:lnTo>
                  <a:lnTo>
                    <a:pt x="3185337" y="4711392"/>
                  </a:lnTo>
                  <a:close/>
                  <a:moveTo>
                    <a:pt x="1530247" y="5075222"/>
                  </a:moveTo>
                  <a:lnTo>
                    <a:pt x="1515887" y="5077691"/>
                  </a:lnTo>
                  <a:lnTo>
                    <a:pt x="1536162" y="5062262"/>
                  </a:lnTo>
                  <a:lnTo>
                    <a:pt x="1513391" y="5029171"/>
                  </a:lnTo>
                  <a:lnTo>
                    <a:pt x="1537607" y="4992981"/>
                  </a:lnTo>
                  <a:lnTo>
                    <a:pt x="1473076" y="5023317"/>
                  </a:lnTo>
                  <a:lnTo>
                    <a:pt x="1477771" y="5028470"/>
                  </a:lnTo>
                  <a:lnTo>
                    <a:pt x="1459348" y="5049583"/>
                  </a:lnTo>
                  <a:lnTo>
                    <a:pt x="1454255" y="5044454"/>
                  </a:lnTo>
                  <a:lnTo>
                    <a:pt x="1420571" y="5062105"/>
                  </a:lnTo>
                  <a:lnTo>
                    <a:pt x="1410845" y="5018037"/>
                  </a:lnTo>
                  <a:lnTo>
                    <a:pt x="1387244" y="5024708"/>
                  </a:lnTo>
                  <a:lnTo>
                    <a:pt x="1377861" y="5014242"/>
                  </a:lnTo>
                  <a:lnTo>
                    <a:pt x="1381934" y="5000654"/>
                  </a:lnTo>
                  <a:lnTo>
                    <a:pt x="1368024" y="4984869"/>
                  </a:lnTo>
                  <a:lnTo>
                    <a:pt x="1377560" y="4978788"/>
                  </a:lnTo>
                  <a:lnTo>
                    <a:pt x="1376720" y="4961712"/>
                  </a:lnTo>
                  <a:lnTo>
                    <a:pt x="1269091" y="4943695"/>
                  </a:lnTo>
                  <a:lnTo>
                    <a:pt x="1279481" y="4874130"/>
                  </a:lnTo>
                  <a:lnTo>
                    <a:pt x="1161492" y="4861139"/>
                  </a:lnTo>
                  <a:lnTo>
                    <a:pt x="1154972" y="4910171"/>
                  </a:lnTo>
                  <a:lnTo>
                    <a:pt x="1137708" y="4931746"/>
                  </a:lnTo>
                  <a:lnTo>
                    <a:pt x="1077990" y="4924126"/>
                  </a:lnTo>
                  <a:lnTo>
                    <a:pt x="1073072" y="5025840"/>
                  </a:lnTo>
                  <a:lnTo>
                    <a:pt x="1008810" y="5016535"/>
                  </a:lnTo>
                  <a:lnTo>
                    <a:pt x="994482" y="4987101"/>
                  </a:lnTo>
                  <a:lnTo>
                    <a:pt x="1005628" y="4978283"/>
                  </a:lnTo>
                  <a:lnTo>
                    <a:pt x="976544" y="4959833"/>
                  </a:lnTo>
                  <a:lnTo>
                    <a:pt x="959721" y="4926284"/>
                  </a:lnTo>
                  <a:lnTo>
                    <a:pt x="945191" y="4924293"/>
                  </a:lnTo>
                  <a:lnTo>
                    <a:pt x="948780" y="4909762"/>
                  </a:lnTo>
                  <a:lnTo>
                    <a:pt x="926898" y="4901700"/>
                  </a:lnTo>
                  <a:lnTo>
                    <a:pt x="925217" y="4922400"/>
                  </a:lnTo>
                  <a:lnTo>
                    <a:pt x="898840" y="4914862"/>
                  </a:lnTo>
                  <a:lnTo>
                    <a:pt x="893654" y="4939509"/>
                  </a:lnTo>
                  <a:lnTo>
                    <a:pt x="846518" y="4933986"/>
                  </a:lnTo>
                  <a:lnTo>
                    <a:pt x="869937" y="4599584"/>
                  </a:lnTo>
                  <a:lnTo>
                    <a:pt x="658962" y="4577124"/>
                  </a:lnTo>
                  <a:lnTo>
                    <a:pt x="674069" y="4552385"/>
                  </a:lnTo>
                  <a:lnTo>
                    <a:pt x="660445" y="4497863"/>
                  </a:lnTo>
                  <a:lnTo>
                    <a:pt x="674155" y="4482474"/>
                  </a:lnTo>
                  <a:lnTo>
                    <a:pt x="673426" y="4461038"/>
                  </a:lnTo>
                  <a:lnTo>
                    <a:pt x="664639" y="4464818"/>
                  </a:lnTo>
                  <a:lnTo>
                    <a:pt x="694532" y="4409984"/>
                  </a:lnTo>
                  <a:lnTo>
                    <a:pt x="684668" y="4399321"/>
                  </a:lnTo>
                  <a:lnTo>
                    <a:pt x="656078" y="4400757"/>
                  </a:lnTo>
                  <a:lnTo>
                    <a:pt x="663032" y="4412559"/>
                  </a:lnTo>
                  <a:lnTo>
                    <a:pt x="584510" y="4408052"/>
                  </a:lnTo>
                  <a:lnTo>
                    <a:pt x="582421" y="4491875"/>
                  </a:lnTo>
                  <a:lnTo>
                    <a:pt x="70099" y="4465261"/>
                  </a:lnTo>
                  <a:lnTo>
                    <a:pt x="62265" y="4835336"/>
                  </a:lnTo>
                  <a:lnTo>
                    <a:pt x="9159" y="4838869"/>
                  </a:lnTo>
                  <a:lnTo>
                    <a:pt x="0" y="5054256"/>
                  </a:lnTo>
                  <a:lnTo>
                    <a:pt x="40604" y="5094254"/>
                  </a:lnTo>
                  <a:lnTo>
                    <a:pt x="78352" y="5177891"/>
                  </a:lnTo>
                  <a:lnTo>
                    <a:pt x="92450" y="5156066"/>
                  </a:lnTo>
                  <a:lnTo>
                    <a:pt x="123778" y="5161854"/>
                  </a:lnTo>
                  <a:lnTo>
                    <a:pt x="95441" y="5194632"/>
                  </a:lnTo>
                  <a:lnTo>
                    <a:pt x="88504" y="5191394"/>
                  </a:lnTo>
                  <a:lnTo>
                    <a:pt x="111105" y="5224745"/>
                  </a:lnTo>
                  <a:lnTo>
                    <a:pt x="191696" y="5249400"/>
                  </a:lnTo>
                  <a:lnTo>
                    <a:pt x="152601" y="5290184"/>
                  </a:lnTo>
                  <a:lnTo>
                    <a:pt x="288554" y="5404560"/>
                  </a:lnTo>
                  <a:lnTo>
                    <a:pt x="220198" y="5482109"/>
                  </a:lnTo>
                  <a:lnTo>
                    <a:pt x="292519" y="5546481"/>
                  </a:lnTo>
                  <a:lnTo>
                    <a:pt x="257967" y="5585075"/>
                  </a:lnTo>
                  <a:lnTo>
                    <a:pt x="483854" y="5780283"/>
                  </a:lnTo>
                  <a:lnTo>
                    <a:pt x="494996" y="5790866"/>
                  </a:lnTo>
                  <a:lnTo>
                    <a:pt x="489221" y="5802256"/>
                  </a:lnTo>
                  <a:lnTo>
                    <a:pt x="551909" y="5817300"/>
                  </a:lnTo>
                  <a:lnTo>
                    <a:pt x="555004" y="5845601"/>
                  </a:lnTo>
                  <a:lnTo>
                    <a:pt x="653305" y="5929715"/>
                  </a:lnTo>
                  <a:lnTo>
                    <a:pt x="656727" y="5970470"/>
                  </a:lnTo>
                  <a:lnTo>
                    <a:pt x="668091" y="5970299"/>
                  </a:lnTo>
                  <a:lnTo>
                    <a:pt x="682972" y="6005802"/>
                  </a:lnTo>
                  <a:lnTo>
                    <a:pt x="704795" y="6022575"/>
                  </a:lnTo>
                  <a:lnTo>
                    <a:pt x="695252" y="6033851"/>
                  </a:lnTo>
                  <a:lnTo>
                    <a:pt x="772784" y="6099645"/>
                  </a:lnTo>
                  <a:lnTo>
                    <a:pt x="789243" y="6080614"/>
                  </a:lnTo>
                  <a:lnTo>
                    <a:pt x="901981" y="6155764"/>
                  </a:lnTo>
                  <a:lnTo>
                    <a:pt x="911218" y="6219331"/>
                  </a:lnTo>
                  <a:lnTo>
                    <a:pt x="892235" y="6275889"/>
                  </a:lnTo>
                  <a:lnTo>
                    <a:pt x="905599" y="6292299"/>
                  </a:lnTo>
                  <a:lnTo>
                    <a:pt x="887700" y="6318241"/>
                  </a:lnTo>
                  <a:lnTo>
                    <a:pt x="932867" y="6356041"/>
                  </a:lnTo>
                  <a:lnTo>
                    <a:pt x="935436" y="6371411"/>
                  </a:lnTo>
                  <a:lnTo>
                    <a:pt x="956753" y="6366011"/>
                  </a:lnTo>
                  <a:lnTo>
                    <a:pt x="980640" y="6388440"/>
                  </a:lnTo>
                  <a:lnTo>
                    <a:pt x="1031002" y="6381076"/>
                  </a:lnTo>
                  <a:lnTo>
                    <a:pt x="1075503" y="6390998"/>
                  </a:lnTo>
                  <a:lnTo>
                    <a:pt x="1074254" y="6429087"/>
                  </a:lnTo>
                  <a:lnTo>
                    <a:pt x="1097065" y="6429714"/>
                  </a:lnTo>
                  <a:lnTo>
                    <a:pt x="1097234" y="6441539"/>
                  </a:lnTo>
                  <a:lnTo>
                    <a:pt x="901234" y="6498561"/>
                  </a:lnTo>
                  <a:lnTo>
                    <a:pt x="883834" y="6569983"/>
                  </a:lnTo>
                  <a:lnTo>
                    <a:pt x="869545" y="6561922"/>
                  </a:lnTo>
                  <a:lnTo>
                    <a:pt x="842101" y="6586533"/>
                  </a:lnTo>
                  <a:lnTo>
                    <a:pt x="813544" y="6577533"/>
                  </a:lnTo>
                  <a:lnTo>
                    <a:pt x="798962" y="6585133"/>
                  </a:lnTo>
                  <a:lnTo>
                    <a:pt x="780075" y="6574666"/>
                  </a:lnTo>
                  <a:lnTo>
                    <a:pt x="761683" y="6591735"/>
                  </a:lnTo>
                  <a:lnTo>
                    <a:pt x="730434" y="6599377"/>
                  </a:lnTo>
                  <a:lnTo>
                    <a:pt x="752158" y="6633392"/>
                  </a:lnTo>
                  <a:lnTo>
                    <a:pt x="719427" y="6648723"/>
                  </a:lnTo>
                  <a:lnTo>
                    <a:pt x="711871" y="6663883"/>
                  </a:lnTo>
                  <a:lnTo>
                    <a:pt x="704825" y="6729563"/>
                  </a:lnTo>
                  <a:lnTo>
                    <a:pt x="728997" y="6733543"/>
                  </a:lnTo>
                  <a:lnTo>
                    <a:pt x="722841" y="6765113"/>
                  </a:lnTo>
                  <a:lnTo>
                    <a:pt x="681066" y="6748890"/>
                  </a:lnTo>
                  <a:lnTo>
                    <a:pt x="682374" y="6772381"/>
                  </a:lnTo>
                  <a:lnTo>
                    <a:pt x="651739" y="6801755"/>
                  </a:lnTo>
                  <a:lnTo>
                    <a:pt x="698996" y="6800691"/>
                  </a:lnTo>
                  <a:lnTo>
                    <a:pt x="711079" y="6811440"/>
                  </a:lnTo>
                  <a:lnTo>
                    <a:pt x="708006" y="6862341"/>
                  </a:lnTo>
                  <a:lnTo>
                    <a:pt x="692637" y="6888468"/>
                  </a:lnTo>
                  <a:lnTo>
                    <a:pt x="710965" y="6946611"/>
                  </a:lnTo>
                  <a:lnTo>
                    <a:pt x="692673" y="6963380"/>
                  </a:lnTo>
                  <a:lnTo>
                    <a:pt x="704874" y="6983892"/>
                  </a:lnTo>
                  <a:lnTo>
                    <a:pt x="701092" y="7003754"/>
                  </a:lnTo>
                  <a:lnTo>
                    <a:pt x="748505" y="7018070"/>
                  </a:lnTo>
                  <a:lnTo>
                    <a:pt x="772832" y="7039477"/>
                  </a:lnTo>
                  <a:lnTo>
                    <a:pt x="771526" y="7054731"/>
                  </a:lnTo>
                  <a:lnTo>
                    <a:pt x="785031" y="7058606"/>
                  </a:lnTo>
                  <a:lnTo>
                    <a:pt x="769896" y="7084616"/>
                  </a:lnTo>
                  <a:lnTo>
                    <a:pt x="792419" y="7116041"/>
                  </a:lnTo>
                  <a:lnTo>
                    <a:pt x="796153" y="7164942"/>
                  </a:lnTo>
                  <a:lnTo>
                    <a:pt x="838123" y="7254011"/>
                  </a:lnTo>
                  <a:lnTo>
                    <a:pt x="866339" y="7286023"/>
                  </a:lnTo>
                  <a:lnTo>
                    <a:pt x="874276" y="7335295"/>
                  </a:lnTo>
                  <a:lnTo>
                    <a:pt x="919592" y="7314871"/>
                  </a:lnTo>
                  <a:lnTo>
                    <a:pt x="938664" y="7321767"/>
                  </a:lnTo>
                  <a:lnTo>
                    <a:pt x="946037" y="7338708"/>
                  </a:lnTo>
                  <a:lnTo>
                    <a:pt x="971013" y="7325972"/>
                  </a:lnTo>
                  <a:lnTo>
                    <a:pt x="994206" y="7333969"/>
                  </a:lnTo>
                  <a:lnTo>
                    <a:pt x="1001446" y="7316399"/>
                  </a:lnTo>
                  <a:lnTo>
                    <a:pt x="1044793" y="7301167"/>
                  </a:lnTo>
                  <a:lnTo>
                    <a:pt x="1057916" y="7318782"/>
                  </a:lnTo>
                  <a:lnTo>
                    <a:pt x="1037482" y="7351430"/>
                  </a:lnTo>
                  <a:lnTo>
                    <a:pt x="1035905" y="7372602"/>
                  </a:lnTo>
                  <a:lnTo>
                    <a:pt x="1051118" y="7363862"/>
                  </a:lnTo>
                  <a:lnTo>
                    <a:pt x="1057666" y="7504393"/>
                  </a:lnTo>
                  <a:lnTo>
                    <a:pt x="1034417" y="7514012"/>
                  </a:lnTo>
                  <a:lnTo>
                    <a:pt x="1095075" y="7578702"/>
                  </a:lnTo>
                  <a:lnTo>
                    <a:pt x="1097222" y="7600494"/>
                  </a:lnTo>
                  <a:lnTo>
                    <a:pt x="1146742" y="7636659"/>
                  </a:lnTo>
                  <a:lnTo>
                    <a:pt x="1154134" y="7668361"/>
                  </a:lnTo>
                  <a:lnTo>
                    <a:pt x="1183701" y="7671750"/>
                  </a:lnTo>
                  <a:lnTo>
                    <a:pt x="1182828" y="7661476"/>
                  </a:lnTo>
                  <a:lnTo>
                    <a:pt x="1282569" y="7654243"/>
                  </a:lnTo>
                  <a:lnTo>
                    <a:pt x="1280949" y="7629417"/>
                  </a:lnTo>
                  <a:lnTo>
                    <a:pt x="1515180" y="7612740"/>
                  </a:lnTo>
                  <a:lnTo>
                    <a:pt x="1512289" y="7569266"/>
                  </a:lnTo>
                  <a:lnTo>
                    <a:pt x="1669119" y="7556343"/>
                  </a:lnTo>
                  <a:lnTo>
                    <a:pt x="1663314" y="7481047"/>
                  </a:lnTo>
                  <a:lnTo>
                    <a:pt x="1741421" y="7477929"/>
                  </a:lnTo>
                  <a:lnTo>
                    <a:pt x="1745579" y="7504293"/>
                  </a:lnTo>
                  <a:lnTo>
                    <a:pt x="1770131" y="7478454"/>
                  </a:lnTo>
                  <a:lnTo>
                    <a:pt x="1790282" y="7481484"/>
                  </a:lnTo>
                  <a:lnTo>
                    <a:pt x="1793147" y="7472810"/>
                  </a:lnTo>
                  <a:lnTo>
                    <a:pt x="1809190" y="7481949"/>
                  </a:lnTo>
                  <a:lnTo>
                    <a:pt x="1815678" y="7429328"/>
                  </a:lnTo>
                  <a:lnTo>
                    <a:pt x="1797081" y="7297803"/>
                  </a:lnTo>
                  <a:lnTo>
                    <a:pt x="1827721" y="7243882"/>
                  </a:lnTo>
                  <a:lnTo>
                    <a:pt x="1833236" y="7213958"/>
                  </a:lnTo>
                  <a:lnTo>
                    <a:pt x="1805443" y="7217372"/>
                  </a:lnTo>
                  <a:lnTo>
                    <a:pt x="1795109" y="7070579"/>
                  </a:lnTo>
                  <a:lnTo>
                    <a:pt x="1809858" y="7032919"/>
                  </a:lnTo>
                  <a:lnTo>
                    <a:pt x="1793344" y="7029514"/>
                  </a:lnTo>
                  <a:lnTo>
                    <a:pt x="1779456" y="6894682"/>
                  </a:lnTo>
                  <a:lnTo>
                    <a:pt x="1820127" y="6896902"/>
                  </a:lnTo>
                  <a:lnTo>
                    <a:pt x="1887136" y="6848802"/>
                  </a:lnTo>
                  <a:lnTo>
                    <a:pt x="1932177" y="6867173"/>
                  </a:lnTo>
                  <a:lnTo>
                    <a:pt x="1986939" y="6807824"/>
                  </a:lnTo>
                  <a:lnTo>
                    <a:pt x="1968678" y="6783926"/>
                  </a:lnTo>
                  <a:lnTo>
                    <a:pt x="1992668" y="6739348"/>
                  </a:lnTo>
                  <a:lnTo>
                    <a:pt x="2002061" y="6742680"/>
                  </a:lnTo>
                  <a:lnTo>
                    <a:pt x="2033944" y="6711474"/>
                  </a:lnTo>
                  <a:lnTo>
                    <a:pt x="2057889" y="6707921"/>
                  </a:lnTo>
                  <a:lnTo>
                    <a:pt x="2133841" y="6753563"/>
                  </a:lnTo>
                  <a:lnTo>
                    <a:pt x="2128225" y="6773973"/>
                  </a:lnTo>
                  <a:lnTo>
                    <a:pt x="2140033" y="6784357"/>
                  </a:lnTo>
                  <a:lnTo>
                    <a:pt x="2136242" y="6798549"/>
                  </a:lnTo>
                  <a:lnTo>
                    <a:pt x="2189676" y="6829308"/>
                  </a:lnTo>
                  <a:lnTo>
                    <a:pt x="2199440" y="6806074"/>
                  </a:lnTo>
                  <a:lnTo>
                    <a:pt x="2218422" y="6823021"/>
                  </a:lnTo>
                  <a:lnTo>
                    <a:pt x="2312647" y="6819074"/>
                  </a:lnTo>
                  <a:lnTo>
                    <a:pt x="2334402" y="6783119"/>
                  </a:lnTo>
                  <a:lnTo>
                    <a:pt x="2346431" y="6722298"/>
                  </a:lnTo>
                  <a:lnTo>
                    <a:pt x="2301778" y="6679516"/>
                  </a:lnTo>
                  <a:lnTo>
                    <a:pt x="2320184" y="6658978"/>
                  </a:lnTo>
                  <a:lnTo>
                    <a:pt x="2416973" y="6748686"/>
                  </a:lnTo>
                  <a:lnTo>
                    <a:pt x="2433952" y="6802916"/>
                  </a:lnTo>
                  <a:lnTo>
                    <a:pt x="2476490" y="6798490"/>
                  </a:lnTo>
                  <a:lnTo>
                    <a:pt x="2496539" y="6822086"/>
                  </a:lnTo>
                  <a:lnTo>
                    <a:pt x="2486379" y="6858294"/>
                  </a:lnTo>
                  <a:lnTo>
                    <a:pt x="2494610" y="6896780"/>
                  </a:lnTo>
                  <a:lnTo>
                    <a:pt x="2473844" y="6893674"/>
                  </a:lnTo>
                  <a:lnTo>
                    <a:pt x="2468242" y="6927912"/>
                  </a:lnTo>
                  <a:lnTo>
                    <a:pt x="2461099" y="6926434"/>
                  </a:lnTo>
                  <a:lnTo>
                    <a:pt x="2464603" y="6959397"/>
                  </a:lnTo>
                  <a:lnTo>
                    <a:pt x="2545742" y="6992398"/>
                  </a:lnTo>
                  <a:lnTo>
                    <a:pt x="2544400" y="6926296"/>
                  </a:lnTo>
                  <a:lnTo>
                    <a:pt x="2627892" y="6923127"/>
                  </a:lnTo>
                  <a:lnTo>
                    <a:pt x="2633172" y="6841325"/>
                  </a:lnTo>
                  <a:lnTo>
                    <a:pt x="2720274" y="6836344"/>
                  </a:lnTo>
                  <a:lnTo>
                    <a:pt x="2987103" y="6732539"/>
                  </a:lnTo>
                  <a:lnTo>
                    <a:pt x="3015132" y="6487201"/>
                  </a:lnTo>
                  <a:lnTo>
                    <a:pt x="3037789" y="6419620"/>
                  </a:lnTo>
                  <a:lnTo>
                    <a:pt x="3036741" y="6388543"/>
                  </a:lnTo>
                  <a:lnTo>
                    <a:pt x="3051122" y="6379672"/>
                  </a:lnTo>
                  <a:lnTo>
                    <a:pt x="3009386" y="6387382"/>
                  </a:lnTo>
                  <a:lnTo>
                    <a:pt x="3003885" y="6372374"/>
                  </a:lnTo>
                  <a:lnTo>
                    <a:pt x="3027102" y="6357866"/>
                  </a:lnTo>
                  <a:lnTo>
                    <a:pt x="3015284" y="6334738"/>
                  </a:lnTo>
                  <a:lnTo>
                    <a:pt x="2975286" y="6332047"/>
                  </a:lnTo>
                  <a:lnTo>
                    <a:pt x="2981795" y="6298081"/>
                  </a:lnTo>
                  <a:lnTo>
                    <a:pt x="2958352" y="6287081"/>
                  </a:lnTo>
                  <a:lnTo>
                    <a:pt x="2923931" y="6305750"/>
                  </a:lnTo>
                  <a:lnTo>
                    <a:pt x="2910605" y="6280730"/>
                  </a:lnTo>
                  <a:lnTo>
                    <a:pt x="2936309" y="6231454"/>
                  </a:lnTo>
                  <a:lnTo>
                    <a:pt x="2875284" y="6155862"/>
                  </a:lnTo>
                  <a:lnTo>
                    <a:pt x="2938740" y="6171715"/>
                  </a:lnTo>
                  <a:lnTo>
                    <a:pt x="2944033" y="6162066"/>
                  </a:lnTo>
                  <a:lnTo>
                    <a:pt x="3009659" y="6219717"/>
                  </a:lnTo>
                  <a:lnTo>
                    <a:pt x="3034743" y="6198130"/>
                  </a:lnTo>
                  <a:lnTo>
                    <a:pt x="3070567" y="6201516"/>
                  </a:lnTo>
                  <a:lnTo>
                    <a:pt x="3071959" y="6194035"/>
                  </a:lnTo>
                  <a:lnTo>
                    <a:pt x="3099481" y="6173668"/>
                  </a:lnTo>
                  <a:lnTo>
                    <a:pt x="3085034" y="6151395"/>
                  </a:lnTo>
                  <a:lnTo>
                    <a:pt x="3084307" y="6105789"/>
                  </a:lnTo>
                  <a:lnTo>
                    <a:pt x="3064834" y="6049352"/>
                  </a:lnTo>
                  <a:lnTo>
                    <a:pt x="3000928" y="6006993"/>
                  </a:lnTo>
                  <a:lnTo>
                    <a:pt x="2986696" y="5983023"/>
                  </a:lnTo>
                  <a:lnTo>
                    <a:pt x="3032387" y="5941319"/>
                  </a:lnTo>
                  <a:lnTo>
                    <a:pt x="3074915" y="5924744"/>
                  </a:lnTo>
                  <a:lnTo>
                    <a:pt x="3059705" y="5853843"/>
                  </a:lnTo>
                  <a:lnTo>
                    <a:pt x="3165638" y="5848301"/>
                  </a:lnTo>
                  <a:lnTo>
                    <a:pt x="3161931" y="5842185"/>
                  </a:lnTo>
                  <a:lnTo>
                    <a:pt x="3175610" y="5839962"/>
                  </a:lnTo>
                  <a:lnTo>
                    <a:pt x="3098281" y="5737579"/>
                  </a:lnTo>
                  <a:lnTo>
                    <a:pt x="3110296" y="5733584"/>
                  </a:lnTo>
                  <a:lnTo>
                    <a:pt x="3117362" y="5715708"/>
                  </a:lnTo>
                  <a:lnTo>
                    <a:pt x="3107216" y="5701352"/>
                  </a:lnTo>
                  <a:lnTo>
                    <a:pt x="3128672" y="5693811"/>
                  </a:lnTo>
                  <a:lnTo>
                    <a:pt x="3151208" y="5651248"/>
                  </a:lnTo>
                  <a:lnTo>
                    <a:pt x="3185779" y="5646859"/>
                  </a:lnTo>
                  <a:lnTo>
                    <a:pt x="3195949" y="5593079"/>
                  </a:lnTo>
                  <a:lnTo>
                    <a:pt x="3231274" y="5603566"/>
                  </a:lnTo>
                  <a:lnTo>
                    <a:pt x="3270759" y="5710493"/>
                  </a:lnTo>
                  <a:lnTo>
                    <a:pt x="3297375" y="5678863"/>
                  </a:lnTo>
                  <a:lnTo>
                    <a:pt x="3282058" y="5633039"/>
                  </a:lnTo>
                  <a:lnTo>
                    <a:pt x="3305837" y="5604699"/>
                  </a:lnTo>
                  <a:lnTo>
                    <a:pt x="3279601" y="5531462"/>
                  </a:lnTo>
                  <a:lnTo>
                    <a:pt x="3312583" y="5515141"/>
                  </a:lnTo>
                  <a:lnTo>
                    <a:pt x="3279445" y="5441804"/>
                  </a:lnTo>
                  <a:lnTo>
                    <a:pt x="3303021" y="5437022"/>
                  </a:lnTo>
                  <a:lnTo>
                    <a:pt x="3266564" y="5433545"/>
                  </a:lnTo>
                  <a:lnTo>
                    <a:pt x="3264825" y="5414963"/>
                  </a:lnTo>
                  <a:lnTo>
                    <a:pt x="3277029" y="5405338"/>
                  </a:lnTo>
                  <a:lnTo>
                    <a:pt x="3270327" y="5386090"/>
                  </a:lnTo>
                  <a:lnTo>
                    <a:pt x="3304304" y="5369386"/>
                  </a:lnTo>
                  <a:lnTo>
                    <a:pt x="3287929" y="5350325"/>
                  </a:lnTo>
                  <a:lnTo>
                    <a:pt x="3298523" y="5323323"/>
                  </a:lnTo>
                  <a:lnTo>
                    <a:pt x="3261621" y="5312109"/>
                  </a:lnTo>
                  <a:lnTo>
                    <a:pt x="3238691" y="5320312"/>
                  </a:lnTo>
                  <a:lnTo>
                    <a:pt x="3220109" y="5310100"/>
                  </a:lnTo>
                  <a:lnTo>
                    <a:pt x="3212443" y="5291740"/>
                  </a:lnTo>
                  <a:lnTo>
                    <a:pt x="3178977" y="5313422"/>
                  </a:lnTo>
                  <a:lnTo>
                    <a:pt x="3174135" y="5305027"/>
                  </a:lnTo>
                  <a:lnTo>
                    <a:pt x="3145795" y="5307001"/>
                  </a:lnTo>
                  <a:lnTo>
                    <a:pt x="3155437" y="5251153"/>
                  </a:lnTo>
                  <a:lnTo>
                    <a:pt x="3138593" y="5247662"/>
                  </a:lnTo>
                  <a:lnTo>
                    <a:pt x="3136127" y="5261299"/>
                  </a:lnTo>
                  <a:lnTo>
                    <a:pt x="3128007" y="5260522"/>
                  </a:lnTo>
                  <a:lnTo>
                    <a:pt x="3124054" y="5224875"/>
                  </a:lnTo>
                  <a:lnTo>
                    <a:pt x="3096913" y="5207017"/>
                  </a:lnTo>
                  <a:lnTo>
                    <a:pt x="3129392" y="5194476"/>
                  </a:lnTo>
                  <a:lnTo>
                    <a:pt x="3113293" y="5174822"/>
                  </a:lnTo>
                  <a:lnTo>
                    <a:pt x="3086616" y="5195969"/>
                  </a:lnTo>
                  <a:lnTo>
                    <a:pt x="3094650" y="5145316"/>
                  </a:lnTo>
                  <a:lnTo>
                    <a:pt x="2896599" y="5127287"/>
                  </a:lnTo>
                  <a:lnTo>
                    <a:pt x="2896513" y="5092281"/>
                  </a:lnTo>
                  <a:lnTo>
                    <a:pt x="2921724" y="5097106"/>
                  </a:lnTo>
                  <a:lnTo>
                    <a:pt x="2962981" y="5039748"/>
                  </a:lnTo>
                  <a:lnTo>
                    <a:pt x="2957410" y="5031148"/>
                  </a:lnTo>
                  <a:lnTo>
                    <a:pt x="2937095" y="5057016"/>
                  </a:lnTo>
                  <a:lnTo>
                    <a:pt x="2910798" y="5059725"/>
                  </a:lnTo>
                  <a:lnTo>
                    <a:pt x="2913726" y="5041306"/>
                  </a:lnTo>
                  <a:lnTo>
                    <a:pt x="2903579" y="5023450"/>
                  </a:lnTo>
                  <a:lnTo>
                    <a:pt x="2831686" y="5031892"/>
                  </a:lnTo>
                  <a:lnTo>
                    <a:pt x="2821185" y="5009642"/>
                  </a:lnTo>
                  <a:lnTo>
                    <a:pt x="2827502" y="4991325"/>
                  </a:lnTo>
                  <a:lnTo>
                    <a:pt x="2837053" y="4992757"/>
                  </a:lnTo>
                  <a:lnTo>
                    <a:pt x="2849213" y="4975010"/>
                  </a:lnTo>
                  <a:lnTo>
                    <a:pt x="2886062" y="4979963"/>
                  </a:lnTo>
                  <a:lnTo>
                    <a:pt x="2896534" y="4970794"/>
                  </a:lnTo>
                  <a:lnTo>
                    <a:pt x="2903117" y="4959899"/>
                  </a:lnTo>
                  <a:lnTo>
                    <a:pt x="2896064" y="4939341"/>
                  </a:lnTo>
                  <a:lnTo>
                    <a:pt x="2882003" y="4929661"/>
                  </a:lnTo>
                  <a:lnTo>
                    <a:pt x="2907558" y="4929135"/>
                  </a:lnTo>
                  <a:lnTo>
                    <a:pt x="2934528" y="4876192"/>
                  </a:lnTo>
                  <a:lnTo>
                    <a:pt x="2918824" y="4845519"/>
                  </a:lnTo>
                  <a:lnTo>
                    <a:pt x="2936426" y="4825175"/>
                  </a:lnTo>
                  <a:lnTo>
                    <a:pt x="2977155" y="4829662"/>
                  </a:lnTo>
                  <a:lnTo>
                    <a:pt x="2965191" y="4842839"/>
                  </a:lnTo>
                  <a:lnTo>
                    <a:pt x="3019117" y="4878338"/>
                  </a:lnTo>
                  <a:lnTo>
                    <a:pt x="3023846" y="4854802"/>
                  </a:lnTo>
                  <a:lnTo>
                    <a:pt x="3041274" y="4850231"/>
                  </a:lnTo>
                  <a:lnTo>
                    <a:pt x="3060681" y="4828014"/>
                  </a:lnTo>
                  <a:lnTo>
                    <a:pt x="3085127" y="4818035"/>
                  </a:lnTo>
                  <a:lnTo>
                    <a:pt x="3107653" y="4821779"/>
                  </a:lnTo>
                  <a:lnTo>
                    <a:pt x="3110874" y="4801236"/>
                  </a:lnTo>
                  <a:lnTo>
                    <a:pt x="3093497" y="4765251"/>
                  </a:lnTo>
                  <a:lnTo>
                    <a:pt x="3134664" y="4757033"/>
                  </a:lnTo>
                  <a:lnTo>
                    <a:pt x="3185337" y="4711392"/>
                  </a:lnTo>
                  <a:lnTo>
                    <a:pt x="3197281" y="4668475"/>
                  </a:lnTo>
                  <a:lnTo>
                    <a:pt x="3181849" y="4658605"/>
                  </a:lnTo>
                  <a:lnTo>
                    <a:pt x="3202170" y="4661607"/>
                  </a:lnTo>
                  <a:lnTo>
                    <a:pt x="3189020" y="4638658"/>
                  </a:lnTo>
                  <a:lnTo>
                    <a:pt x="3205615" y="4643168"/>
                  </a:lnTo>
                  <a:lnTo>
                    <a:pt x="3238000" y="4596353"/>
                  </a:lnTo>
                  <a:lnTo>
                    <a:pt x="3229946" y="4586690"/>
                  </a:lnTo>
                  <a:lnTo>
                    <a:pt x="3212047" y="4592239"/>
                  </a:lnTo>
                  <a:lnTo>
                    <a:pt x="3204237" y="4569530"/>
                  </a:lnTo>
                  <a:lnTo>
                    <a:pt x="3166658" y="4537454"/>
                  </a:lnTo>
                  <a:lnTo>
                    <a:pt x="3158125" y="4535298"/>
                  </a:lnTo>
                  <a:lnTo>
                    <a:pt x="3150568" y="4551000"/>
                  </a:lnTo>
                  <a:lnTo>
                    <a:pt x="3135931" y="4545721"/>
                  </a:lnTo>
                  <a:lnTo>
                    <a:pt x="3124751" y="4534202"/>
                  </a:lnTo>
                  <a:lnTo>
                    <a:pt x="3125513" y="4505012"/>
                  </a:lnTo>
                  <a:lnTo>
                    <a:pt x="3084256" y="4518486"/>
                  </a:lnTo>
                  <a:lnTo>
                    <a:pt x="3052133" y="4496174"/>
                  </a:lnTo>
                  <a:lnTo>
                    <a:pt x="3038896" y="4512757"/>
                  </a:lnTo>
                  <a:lnTo>
                    <a:pt x="3052006" y="4544872"/>
                  </a:lnTo>
                  <a:lnTo>
                    <a:pt x="3031421" y="4537713"/>
                  </a:lnTo>
                  <a:lnTo>
                    <a:pt x="3004557" y="4549623"/>
                  </a:lnTo>
                  <a:lnTo>
                    <a:pt x="2988105" y="4540127"/>
                  </a:lnTo>
                  <a:lnTo>
                    <a:pt x="3008799" y="4512780"/>
                  </a:lnTo>
                  <a:lnTo>
                    <a:pt x="3012617" y="4480791"/>
                  </a:lnTo>
                  <a:lnTo>
                    <a:pt x="2985540" y="4470425"/>
                  </a:lnTo>
                  <a:lnTo>
                    <a:pt x="3002845" y="4432299"/>
                  </a:lnTo>
                  <a:lnTo>
                    <a:pt x="3032418" y="4458000"/>
                  </a:lnTo>
                  <a:lnTo>
                    <a:pt x="3046691" y="4455669"/>
                  </a:lnTo>
                  <a:lnTo>
                    <a:pt x="3047064" y="4446221"/>
                  </a:lnTo>
                  <a:lnTo>
                    <a:pt x="3027193" y="4443594"/>
                  </a:lnTo>
                  <a:lnTo>
                    <a:pt x="3020392" y="4415224"/>
                  </a:lnTo>
                  <a:lnTo>
                    <a:pt x="2992438" y="4411939"/>
                  </a:lnTo>
                  <a:lnTo>
                    <a:pt x="2999701" y="4386364"/>
                  </a:lnTo>
                  <a:lnTo>
                    <a:pt x="2981749" y="4367871"/>
                  </a:lnTo>
                  <a:lnTo>
                    <a:pt x="2950201" y="4378828"/>
                  </a:lnTo>
                  <a:lnTo>
                    <a:pt x="2946739" y="4322502"/>
                  </a:lnTo>
                  <a:lnTo>
                    <a:pt x="2934461" y="4321636"/>
                  </a:lnTo>
                  <a:lnTo>
                    <a:pt x="2911780" y="4296994"/>
                  </a:lnTo>
                  <a:lnTo>
                    <a:pt x="2934826" y="4232343"/>
                  </a:lnTo>
                  <a:lnTo>
                    <a:pt x="3024020" y="4165582"/>
                  </a:lnTo>
                  <a:lnTo>
                    <a:pt x="2999422" y="4130220"/>
                  </a:lnTo>
                  <a:lnTo>
                    <a:pt x="3003682" y="4121240"/>
                  </a:lnTo>
                  <a:lnTo>
                    <a:pt x="2925522" y="4086251"/>
                  </a:lnTo>
                  <a:lnTo>
                    <a:pt x="2934954" y="4068461"/>
                  </a:lnTo>
                  <a:lnTo>
                    <a:pt x="2910440" y="4058407"/>
                  </a:lnTo>
                  <a:lnTo>
                    <a:pt x="2909919" y="4040916"/>
                  </a:lnTo>
                  <a:lnTo>
                    <a:pt x="2849542" y="4017525"/>
                  </a:lnTo>
                  <a:lnTo>
                    <a:pt x="2805359" y="4068989"/>
                  </a:lnTo>
                  <a:lnTo>
                    <a:pt x="2806057" y="4102984"/>
                  </a:lnTo>
                  <a:lnTo>
                    <a:pt x="2814746" y="4109698"/>
                  </a:lnTo>
                  <a:lnTo>
                    <a:pt x="2808730" y="4131202"/>
                  </a:lnTo>
                  <a:lnTo>
                    <a:pt x="2790889" y="4138721"/>
                  </a:lnTo>
                  <a:lnTo>
                    <a:pt x="2755779" y="4122121"/>
                  </a:lnTo>
                  <a:lnTo>
                    <a:pt x="2750118" y="4128510"/>
                  </a:lnTo>
                  <a:lnTo>
                    <a:pt x="2734794" y="4113398"/>
                  </a:lnTo>
                  <a:lnTo>
                    <a:pt x="2725741" y="4140404"/>
                  </a:lnTo>
                  <a:lnTo>
                    <a:pt x="2684823" y="4143335"/>
                  </a:lnTo>
                  <a:lnTo>
                    <a:pt x="2666447" y="4177391"/>
                  </a:lnTo>
                  <a:lnTo>
                    <a:pt x="2634067" y="4207964"/>
                  </a:lnTo>
                  <a:lnTo>
                    <a:pt x="2562723" y="4218098"/>
                  </a:lnTo>
                  <a:lnTo>
                    <a:pt x="2558402" y="4208088"/>
                  </a:lnTo>
                  <a:lnTo>
                    <a:pt x="2536633" y="4212667"/>
                  </a:lnTo>
                  <a:lnTo>
                    <a:pt x="2525152" y="4171831"/>
                  </a:lnTo>
                  <a:lnTo>
                    <a:pt x="2493140" y="4180064"/>
                  </a:lnTo>
                  <a:lnTo>
                    <a:pt x="2460799" y="4210682"/>
                  </a:lnTo>
                  <a:lnTo>
                    <a:pt x="2468139" y="4290488"/>
                  </a:lnTo>
                  <a:lnTo>
                    <a:pt x="2402858" y="4322208"/>
                  </a:lnTo>
                  <a:lnTo>
                    <a:pt x="2339645" y="4370768"/>
                  </a:lnTo>
                  <a:lnTo>
                    <a:pt x="2328462" y="4359519"/>
                  </a:lnTo>
                  <a:lnTo>
                    <a:pt x="2319629" y="4387948"/>
                  </a:lnTo>
                  <a:lnTo>
                    <a:pt x="2337329" y="4397419"/>
                  </a:lnTo>
                  <a:lnTo>
                    <a:pt x="2333051" y="4457106"/>
                  </a:lnTo>
                  <a:lnTo>
                    <a:pt x="2319301" y="4484968"/>
                  </a:lnTo>
                  <a:lnTo>
                    <a:pt x="2325510" y="4495746"/>
                  </a:lnTo>
                  <a:lnTo>
                    <a:pt x="2248545" y="4523094"/>
                  </a:lnTo>
                  <a:lnTo>
                    <a:pt x="2240321" y="4516490"/>
                  </a:lnTo>
                  <a:lnTo>
                    <a:pt x="2204939" y="4572379"/>
                  </a:lnTo>
                  <a:lnTo>
                    <a:pt x="2169575" y="4558486"/>
                  </a:lnTo>
                  <a:lnTo>
                    <a:pt x="2177266" y="4574748"/>
                  </a:lnTo>
                  <a:lnTo>
                    <a:pt x="2185850" y="4573740"/>
                  </a:lnTo>
                  <a:lnTo>
                    <a:pt x="2189963" y="4578200"/>
                  </a:lnTo>
                  <a:lnTo>
                    <a:pt x="1980867" y="4614389"/>
                  </a:lnTo>
                  <a:lnTo>
                    <a:pt x="1951786" y="4653854"/>
                  </a:lnTo>
                  <a:lnTo>
                    <a:pt x="1895232" y="4695882"/>
                  </a:lnTo>
                  <a:lnTo>
                    <a:pt x="1719146" y="4726682"/>
                  </a:lnTo>
                  <a:lnTo>
                    <a:pt x="1708676" y="4710361"/>
                  </a:lnTo>
                  <a:lnTo>
                    <a:pt x="1690610" y="4716285"/>
                  </a:lnTo>
                  <a:lnTo>
                    <a:pt x="1686149" y="4704404"/>
                  </a:lnTo>
                  <a:lnTo>
                    <a:pt x="1654773" y="4706625"/>
                  </a:lnTo>
                  <a:lnTo>
                    <a:pt x="1669970" y="4783119"/>
                  </a:lnTo>
                  <a:lnTo>
                    <a:pt x="1534796" y="4814053"/>
                  </a:lnTo>
                  <a:lnTo>
                    <a:pt x="1535209" y="4820945"/>
                  </a:lnTo>
                  <a:lnTo>
                    <a:pt x="1440599" y="4808642"/>
                  </a:lnTo>
                  <a:lnTo>
                    <a:pt x="1435499" y="4858446"/>
                  </a:lnTo>
                  <a:lnTo>
                    <a:pt x="1722818" y="5085055"/>
                  </a:lnTo>
                  <a:lnTo>
                    <a:pt x="1713575" y="5090816"/>
                  </a:lnTo>
                  <a:lnTo>
                    <a:pt x="1679327" y="5051146"/>
                  </a:lnTo>
                  <a:lnTo>
                    <a:pt x="1651627" y="5068562"/>
                  </a:lnTo>
                  <a:lnTo>
                    <a:pt x="1657929" y="5077624"/>
                  </a:lnTo>
                  <a:lnTo>
                    <a:pt x="1651072" y="5090171"/>
                  </a:lnTo>
                  <a:lnTo>
                    <a:pt x="1642629" y="5046492"/>
                  </a:lnTo>
                  <a:lnTo>
                    <a:pt x="1625490" y="5060303"/>
                  </a:lnTo>
                  <a:lnTo>
                    <a:pt x="1594931" y="5056812"/>
                  </a:lnTo>
                  <a:lnTo>
                    <a:pt x="1564126" y="5074737"/>
                  </a:lnTo>
                  <a:lnTo>
                    <a:pt x="1570566" y="5080763"/>
                  </a:lnTo>
                  <a:lnTo>
                    <a:pt x="1558076" y="5090588"/>
                  </a:lnTo>
                  <a:lnTo>
                    <a:pt x="1530247" y="5075222"/>
                  </a:lnTo>
                  <a:close/>
                </a:path>
              </a:pathLst>
            </a:custGeom>
            <a:noFill/>
            <a:ln w="12168" cap="flat">
              <a:solidFill>
                <a:srgbClr val="1A1A1A"/>
              </a:solidFill>
              <a:round/>
            </a:ln>
          </p:spPr>
        </p:sp>
        <p:sp>
          <p:nvSpPr>
            <p:cNvPr id="8" name="свой округ"/>
            <p:cNvSpPr/>
            <p:nvPr/>
          </p:nvSpPr>
          <p:spPr>
            <a:xfrm>
              <a:off x="5339184" y="3254381"/>
              <a:ext cx="1455747" cy="1599325"/>
            </a:xfrm>
            <a:custGeom>
              <a:avLst/>
              <a:gdLst/>
              <a:ahLst/>
              <a:cxnLst/>
              <a:rect l="l" t="t" r="r" b="b"/>
              <a:pathLst>
                <a:path w="1455747" h="1599325" fill="none">
                  <a:moveTo>
                    <a:pt x="574782" y="1257187"/>
                  </a:moveTo>
                  <a:lnTo>
                    <a:pt x="619352" y="1296754"/>
                  </a:lnTo>
                  <a:lnTo>
                    <a:pt x="918652" y="1474701"/>
                  </a:lnTo>
                  <a:lnTo>
                    <a:pt x="1030440" y="1548952"/>
                  </a:lnTo>
                  <a:lnTo>
                    <a:pt x="1092751" y="1599325"/>
                  </a:lnTo>
                  <a:lnTo>
                    <a:pt x="1168414" y="1512302"/>
                  </a:lnTo>
                  <a:lnTo>
                    <a:pt x="1343863" y="1486590"/>
                  </a:lnTo>
                  <a:lnTo>
                    <a:pt x="1361024" y="1451485"/>
                  </a:lnTo>
                  <a:lnTo>
                    <a:pt x="1361580" y="1424018"/>
                  </a:lnTo>
                  <a:lnTo>
                    <a:pt x="1413983" y="1414679"/>
                  </a:lnTo>
                  <a:lnTo>
                    <a:pt x="1455747" y="1373222"/>
                  </a:lnTo>
                  <a:lnTo>
                    <a:pt x="1416626" y="1322166"/>
                  </a:lnTo>
                  <a:lnTo>
                    <a:pt x="1382256" y="1295931"/>
                  </a:lnTo>
                  <a:lnTo>
                    <a:pt x="1371815" y="1300065"/>
                  </a:lnTo>
                  <a:lnTo>
                    <a:pt x="1343913" y="1283740"/>
                  </a:lnTo>
                  <a:lnTo>
                    <a:pt x="1321280" y="1289379"/>
                  </a:lnTo>
                  <a:lnTo>
                    <a:pt x="1311119" y="1314922"/>
                  </a:lnTo>
                  <a:lnTo>
                    <a:pt x="1270357" y="1340725"/>
                  </a:lnTo>
                  <a:lnTo>
                    <a:pt x="1243325" y="1336517"/>
                  </a:lnTo>
                  <a:lnTo>
                    <a:pt x="1228537" y="1351552"/>
                  </a:lnTo>
                  <a:lnTo>
                    <a:pt x="1185550" y="1362154"/>
                  </a:lnTo>
                  <a:lnTo>
                    <a:pt x="1177738" y="1350636"/>
                  </a:lnTo>
                  <a:lnTo>
                    <a:pt x="1154826" y="1353558"/>
                  </a:lnTo>
                  <a:lnTo>
                    <a:pt x="1167695" y="1380165"/>
                  </a:lnTo>
                  <a:lnTo>
                    <a:pt x="1136744" y="1390711"/>
                  </a:lnTo>
                  <a:lnTo>
                    <a:pt x="1116376" y="1379592"/>
                  </a:lnTo>
                  <a:lnTo>
                    <a:pt x="1113460" y="1354353"/>
                  </a:lnTo>
                  <a:lnTo>
                    <a:pt x="1095299" y="1353648"/>
                  </a:lnTo>
                  <a:lnTo>
                    <a:pt x="1084813" y="1326266"/>
                  </a:lnTo>
                  <a:lnTo>
                    <a:pt x="1098713" y="1295453"/>
                  </a:lnTo>
                  <a:lnTo>
                    <a:pt x="1078141" y="1270536"/>
                  </a:lnTo>
                  <a:lnTo>
                    <a:pt x="1060882" y="1269020"/>
                  </a:lnTo>
                  <a:lnTo>
                    <a:pt x="1054449" y="1255266"/>
                  </a:lnTo>
                  <a:lnTo>
                    <a:pt x="1097707" y="1222515"/>
                  </a:lnTo>
                  <a:lnTo>
                    <a:pt x="1123643" y="1227335"/>
                  </a:lnTo>
                  <a:lnTo>
                    <a:pt x="1135536" y="1186786"/>
                  </a:lnTo>
                  <a:lnTo>
                    <a:pt x="1186058" y="1189272"/>
                  </a:lnTo>
                  <a:lnTo>
                    <a:pt x="1172964" y="1134453"/>
                  </a:lnTo>
                  <a:lnTo>
                    <a:pt x="1144593" y="1127162"/>
                  </a:lnTo>
                  <a:lnTo>
                    <a:pt x="1039497" y="1162587"/>
                  </a:lnTo>
                  <a:lnTo>
                    <a:pt x="974569" y="1170316"/>
                  </a:lnTo>
                  <a:lnTo>
                    <a:pt x="948336" y="1145690"/>
                  </a:lnTo>
                  <a:lnTo>
                    <a:pt x="952653" y="972441"/>
                  </a:lnTo>
                  <a:lnTo>
                    <a:pt x="963362" y="959786"/>
                  </a:lnTo>
                  <a:lnTo>
                    <a:pt x="951440" y="903171"/>
                  </a:lnTo>
                  <a:lnTo>
                    <a:pt x="986278" y="872799"/>
                  </a:lnTo>
                  <a:lnTo>
                    <a:pt x="961650" y="876757"/>
                  </a:lnTo>
                  <a:lnTo>
                    <a:pt x="949160" y="868916"/>
                  </a:lnTo>
                  <a:lnTo>
                    <a:pt x="931095" y="582916"/>
                  </a:lnTo>
                  <a:lnTo>
                    <a:pt x="950753" y="556551"/>
                  </a:lnTo>
                  <a:lnTo>
                    <a:pt x="928044" y="543905"/>
                  </a:lnTo>
                  <a:lnTo>
                    <a:pt x="918133" y="488353"/>
                  </a:lnTo>
                  <a:lnTo>
                    <a:pt x="883182" y="421394"/>
                  </a:lnTo>
                  <a:lnTo>
                    <a:pt x="871022" y="419304"/>
                  </a:lnTo>
                  <a:lnTo>
                    <a:pt x="409130" y="0"/>
                  </a:lnTo>
                  <a:lnTo>
                    <a:pt x="394055" y="16267"/>
                  </a:lnTo>
                  <a:lnTo>
                    <a:pt x="396830" y="34395"/>
                  </a:lnTo>
                  <a:lnTo>
                    <a:pt x="361015" y="51044"/>
                  </a:lnTo>
                  <a:lnTo>
                    <a:pt x="339019" y="44888"/>
                  </a:lnTo>
                  <a:lnTo>
                    <a:pt x="243117" y="156904"/>
                  </a:lnTo>
                  <a:lnTo>
                    <a:pt x="330460" y="158998"/>
                  </a:lnTo>
                  <a:lnTo>
                    <a:pt x="348504" y="225753"/>
                  </a:lnTo>
                  <a:lnTo>
                    <a:pt x="340830" y="247138"/>
                  </a:lnTo>
                  <a:lnTo>
                    <a:pt x="311138" y="278982"/>
                  </a:lnTo>
                  <a:lnTo>
                    <a:pt x="268722" y="269907"/>
                  </a:lnTo>
                  <a:lnTo>
                    <a:pt x="248589" y="252772"/>
                  </a:lnTo>
                  <a:lnTo>
                    <a:pt x="247433" y="262468"/>
                  </a:lnTo>
                  <a:lnTo>
                    <a:pt x="222518" y="270329"/>
                  </a:lnTo>
                  <a:lnTo>
                    <a:pt x="209538" y="211500"/>
                  </a:lnTo>
                  <a:lnTo>
                    <a:pt x="190231" y="199432"/>
                  </a:lnTo>
                  <a:lnTo>
                    <a:pt x="175814" y="211959"/>
                  </a:lnTo>
                  <a:lnTo>
                    <a:pt x="203327" y="226816"/>
                  </a:lnTo>
                  <a:lnTo>
                    <a:pt x="180944" y="258490"/>
                  </a:lnTo>
                  <a:lnTo>
                    <a:pt x="195703" y="269863"/>
                  </a:lnTo>
                  <a:lnTo>
                    <a:pt x="145560" y="318471"/>
                  </a:lnTo>
                  <a:lnTo>
                    <a:pt x="130678" y="347720"/>
                  </a:lnTo>
                  <a:lnTo>
                    <a:pt x="111163" y="357261"/>
                  </a:lnTo>
                  <a:lnTo>
                    <a:pt x="96858" y="350844"/>
                  </a:lnTo>
                  <a:lnTo>
                    <a:pt x="97478" y="478502"/>
                  </a:lnTo>
                  <a:lnTo>
                    <a:pt x="5573" y="692032"/>
                  </a:lnTo>
                  <a:lnTo>
                    <a:pt x="1737" y="708693"/>
                  </a:lnTo>
                  <a:lnTo>
                    <a:pt x="16044" y="725367"/>
                  </a:lnTo>
                  <a:lnTo>
                    <a:pt x="4893" y="730377"/>
                  </a:lnTo>
                  <a:lnTo>
                    <a:pt x="0" y="721961"/>
                  </a:lnTo>
                  <a:lnTo>
                    <a:pt x="6062" y="784149"/>
                  </a:lnTo>
                  <a:lnTo>
                    <a:pt x="185677" y="847281"/>
                  </a:lnTo>
                  <a:lnTo>
                    <a:pt x="246093" y="845182"/>
                  </a:lnTo>
                  <a:lnTo>
                    <a:pt x="285915" y="863516"/>
                  </a:lnTo>
                  <a:lnTo>
                    <a:pt x="311268" y="904420"/>
                  </a:lnTo>
                  <a:lnTo>
                    <a:pt x="346268" y="982247"/>
                  </a:lnTo>
                  <a:lnTo>
                    <a:pt x="331331" y="1069304"/>
                  </a:lnTo>
                  <a:lnTo>
                    <a:pt x="343577" y="1112596"/>
                  </a:lnTo>
                  <a:lnTo>
                    <a:pt x="427751" y="1160809"/>
                  </a:lnTo>
                  <a:lnTo>
                    <a:pt x="491042" y="1220055"/>
                  </a:lnTo>
                  <a:lnTo>
                    <a:pt x="548961" y="1237769"/>
                  </a:lnTo>
                  <a:lnTo>
                    <a:pt x="574782" y="1257187"/>
                  </a:lnTo>
                  <a:close/>
                  <a:moveTo>
                    <a:pt x="959536" y="568672"/>
                  </a:moveTo>
                  <a:lnTo>
                    <a:pt x="982732" y="610839"/>
                  </a:lnTo>
                  <a:lnTo>
                    <a:pt x="992298" y="607271"/>
                  </a:lnTo>
                  <a:lnTo>
                    <a:pt x="1013004" y="632655"/>
                  </a:lnTo>
                  <a:lnTo>
                    <a:pt x="1039088" y="609387"/>
                  </a:lnTo>
                  <a:lnTo>
                    <a:pt x="1063336" y="648382"/>
                  </a:lnTo>
                  <a:lnTo>
                    <a:pt x="1085921" y="629757"/>
                  </a:lnTo>
                  <a:lnTo>
                    <a:pt x="1080356" y="617290"/>
                  </a:lnTo>
                  <a:lnTo>
                    <a:pt x="1097269" y="608947"/>
                  </a:lnTo>
                  <a:lnTo>
                    <a:pt x="1097406" y="591524"/>
                  </a:lnTo>
                  <a:lnTo>
                    <a:pt x="1119860" y="585036"/>
                  </a:lnTo>
                  <a:lnTo>
                    <a:pt x="1148969" y="539195"/>
                  </a:lnTo>
                  <a:lnTo>
                    <a:pt x="1204751" y="564205"/>
                  </a:lnTo>
                  <a:lnTo>
                    <a:pt x="1226804" y="552027"/>
                  </a:lnTo>
                  <a:lnTo>
                    <a:pt x="1213418" y="525112"/>
                  </a:lnTo>
                  <a:lnTo>
                    <a:pt x="1167485" y="503637"/>
                  </a:lnTo>
                  <a:lnTo>
                    <a:pt x="1131040" y="514511"/>
                  </a:lnTo>
                  <a:lnTo>
                    <a:pt x="1120505" y="504692"/>
                  </a:lnTo>
                  <a:lnTo>
                    <a:pt x="1097891" y="510526"/>
                  </a:lnTo>
                  <a:lnTo>
                    <a:pt x="1090046" y="487829"/>
                  </a:lnTo>
                  <a:lnTo>
                    <a:pt x="1018206" y="514441"/>
                  </a:lnTo>
                  <a:lnTo>
                    <a:pt x="1017150" y="528977"/>
                  </a:lnTo>
                  <a:lnTo>
                    <a:pt x="959536" y="568672"/>
                  </a:lnTo>
                  <a:close/>
                  <a:moveTo>
                    <a:pt x="1067082" y="478223"/>
                  </a:moveTo>
                  <a:lnTo>
                    <a:pt x="1075615" y="490150"/>
                  </a:lnTo>
                  <a:lnTo>
                    <a:pt x="1107540" y="463649"/>
                  </a:lnTo>
                  <a:lnTo>
                    <a:pt x="1067082" y="478223"/>
                  </a:lnTo>
                  <a:close/>
                </a:path>
              </a:pathLst>
            </a:custGeom>
            <a:noFill/>
            <a:ln w="26208" cap="flat">
              <a:solidFill>
                <a:srgbClr val="E93939"/>
              </a:solidFill>
              <a:round/>
            </a:ln>
          </p:spPr>
        </p:sp>
        <p:sp>
          <p:nvSpPr>
            <p:cNvPr id="9" name="Граница территории"/>
            <p:cNvSpPr/>
            <p:nvPr/>
          </p:nvSpPr>
          <p:spPr>
            <a:xfrm>
              <a:off x="5833745" y="3787023"/>
              <a:ext cx="72000" cy="720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</p:sp>
        <p:grpSp>
          <p:nvGrpSpPr>
            <p:cNvPr id="22" name="Подписи"/>
            <p:cNvGrpSpPr/>
            <p:nvPr/>
          </p:nvGrpSpPr>
          <p:grpSpPr>
            <a:xfrm>
              <a:off x="2735368" y="2191727"/>
              <a:ext cx="3380627" cy="5606839"/>
              <a:chOff x="2735368" y="2191727"/>
              <a:chExt cx="3380627" cy="5606839"/>
            </a:xfrm>
          </p:grpSpPr>
          <p:sp>
            <p:nvSpPr>
              <p:cNvPr id="10" name="Надпись"/>
              <p:cNvSpPr txBox="1"/>
              <p:nvPr/>
            </p:nvSpPr>
            <p:spPr>
              <a:xfrm>
                <a:off x="2735368" y="7658137"/>
                <a:ext cx="295963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ТАО</a:t>
                </a:r>
              </a:p>
            </p:txBody>
          </p:sp>
          <p:sp>
            <p:nvSpPr>
              <p:cNvPr id="11" name="Надпись"/>
              <p:cNvSpPr txBox="1"/>
              <p:nvPr/>
            </p:nvSpPr>
            <p:spPr>
              <a:xfrm>
                <a:off x="3655025" y="5952489"/>
                <a:ext cx="317528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НАО</a:t>
                </a:r>
              </a:p>
            </p:txBody>
          </p:sp>
          <p:sp>
            <p:nvSpPr>
              <p:cNvPr id="12" name="Надпись"/>
              <p:cNvSpPr txBox="1"/>
              <p:nvPr/>
            </p:nvSpPr>
            <p:spPr>
              <a:xfrm>
                <a:off x="5807093" y="3944773"/>
                <a:ext cx="308902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ВАО</a:t>
                </a:r>
              </a:p>
            </p:txBody>
          </p:sp>
          <p:sp>
            <p:nvSpPr>
              <p:cNvPr id="13" name="Надпись"/>
              <p:cNvSpPr txBox="1"/>
              <p:nvPr/>
            </p:nvSpPr>
            <p:spPr>
              <a:xfrm>
                <a:off x="4174324" y="4693960"/>
                <a:ext cx="297760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ЗАО</a:t>
                </a:r>
              </a:p>
            </p:txBody>
          </p:sp>
          <p:sp>
            <p:nvSpPr>
              <p:cNvPr id="14" name="Надпись"/>
              <p:cNvSpPr txBox="1"/>
              <p:nvPr/>
            </p:nvSpPr>
            <p:spPr>
              <a:xfrm>
                <a:off x="5221126" y="5259844"/>
                <a:ext cx="353111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ЮАО</a:t>
                </a:r>
              </a:p>
            </p:txBody>
          </p:sp>
          <p:sp>
            <p:nvSpPr>
              <p:cNvPr id="15" name="Надпись"/>
              <p:cNvSpPr txBox="1"/>
              <p:nvPr/>
            </p:nvSpPr>
            <p:spPr>
              <a:xfrm>
                <a:off x="5634657" y="4773437"/>
                <a:ext cx="442368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ЮВАО</a:t>
                </a:r>
              </a:p>
            </p:txBody>
          </p:sp>
          <p:sp>
            <p:nvSpPr>
              <p:cNvPr id="16" name="Надпись"/>
              <p:cNvSpPr txBox="1"/>
              <p:nvPr/>
            </p:nvSpPr>
            <p:spPr>
              <a:xfrm>
                <a:off x="4614482" y="5400196"/>
                <a:ext cx="431226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ЮЗАО</a:t>
                </a:r>
              </a:p>
            </p:txBody>
          </p:sp>
          <p:sp>
            <p:nvSpPr>
              <p:cNvPr id="17" name="Надпись"/>
              <p:cNvSpPr txBox="1"/>
              <p:nvPr/>
            </p:nvSpPr>
            <p:spPr>
              <a:xfrm>
                <a:off x="4999978" y="3278339"/>
                <a:ext cx="395882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СВАО</a:t>
                </a:r>
              </a:p>
            </p:txBody>
          </p:sp>
          <p:sp>
            <p:nvSpPr>
              <p:cNvPr id="18" name="Надпись"/>
              <p:cNvSpPr txBox="1"/>
              <p:nvPr/>
            </p:nvSpPr>
            <p:spPr>
              <a:xfrm>
                <a:off x="4040112" y="3645264"/>
                <a:ext cx="384740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СЗАО</a:t>
                </a:r>
              </a:p>
            </p:txBody>
          </p:sp>
          <p:sp>
            <p:nvSpPr>
              <p:cNvPr id="19" name="Надпись"/>
              <p:cNvSpPr txBox="1"/>
              <p:nvPr/>
            </p:nvSpPr>
            <p:spPr>
              <a:xfrm>
                <a:off x="4570577" y="3499835"/>
                <a:ext cx="306626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САО</a:t>
                </a:r>
              </a:p>
            </p:txBody>
          </p:sp>
          <p:sp>
            <p:nvSpPr>
              <p:cNvPr id="20" name="Надпись"/>
              <p:cNvSpPr txBox="1"/>
              <p:nvPr/>
            </p:nvSpPr>
            <p:spPr>
              <a:xfrm>
                <a:off x="5007268" y="4236668"/>
                <a:ext cx="320403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ЦАО</a:t>
                </a:r>
              </a:p>
            </p:txBody>
          </p:sp>
          <p:sp>
            <p:nvSpPr>
              <p:cNvPr id="21" name="Надпись"/>
              <p:cNvSpPr txBox="1"/>
              <p:nvPr/>
            </p:nvSpPr>
            <p:spPr>
              <a:xfrm>
                <a:off x="2876864" y="2191727"/>
                <a:ext cx="454588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ЗелАО</a:t>
                </a:r>
              </a:p>
            </p:txBody>
          </p:sp>
        </p:grpSp>
      </p:grpSp>
      <p:grpSp>
        <p:nvGrpSpPr>
          <p:cNvPr id="42" name="Карта"/>
          <p:cNvGrpSpPr/>
          <p:nvPr/>
        </p:nvGrpSpPr>
        <p:grpSpPr>
          <a:xfrm>
            <a:off x="7632000" y="1728000"/>
            <a:ext cx="6768000" cy="8244000"/>
            <a:chOff x="7632000" y="1728000"/>
            <a:chExt cx="6768000" cy="8244000"/>
          </a:xfrm>
        </p:grpSpPr>
        <p:pic>
          <p:nvPicPr>
            <p:cNvPr id="24" name="Рисунок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32000" y="1728000"/>
              <a:ext cx="6768000" cy="8244000"/>
            </a:xfrm>
            <a:prstGeom prst="rect">
              <a:avLst/>
            </a:prstGeom>
          </p:spPr>
        </p:pic>
        <p:sp>
          <p:nvSpPr>
            <p:cNvPr id="25" name="Значок"/>
            <p:cNvSpPr/>
            <p:nvPr/>
          </p:nvSpPr>
          <p:spPr>
            <a:xfrm>
              <a:off x="10143667" y="4821778"/>
              <a:ext cx="72000" cy="720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</p:sp>
        <p:sp>
          <p:nvSpPr>
            <p:cNvPr id="26" name="Надпись"/>
            <p:cNvSpPr txBox="1"/>
            <p:nvPr/>
          </p:nvSpPr>
          <p:spPr>
            <a:xfrm>
              <a:off x="9370927" y="3672777"/>
              <a:ext cx="766987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Метрогородок</a:t>
              </a:r>
            </a:p>
          </p:txBody>
        </p:sp>
        <p:sp>
          <p:nvSpPr>
            <p:cNvPr id="27" name="Надпись"/>
            <p:cNvSpPr txBox="1"/>
            <p:nvPr/>
          </p:nvSpPr>
          <p:spPr>
            <a:xfrm>
              <a:off x="12344153" y="8407750"/>
              <a:ext cx="991346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Косино-Ухтомский</a:t>
              </a:r>
            </a:p>
          </p:txBody>
        </p:sp>
        <p:sp>
          <p:nvSpPr>
            <p:cNvPr id="28" name="Надпись"/>
            <p:cNvSpPr txBox="1"/>
            <p:nvPr/>
          </p:nvSpPr>
          <p:spPr>
            <a:xfrm>
              <a:off x="10194114" y="5897414"/>
              <a:ext cx="589709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Измайлово</a:t>
              </a:r>
            </a:p>
          </p:txBody>
        </p:sp>
        <p:sp>
          <p:nvSpPr>
            <p:cNvPr id="29" name="Надпись"/>
            <p:cNvSpPr txBox="1"/>
            <p:nvPr/>
          </p:nvSpPr>
          <p:spPr>
            <a:xfrm>
              <a:off x="10698290" y="4368276"/>
              <a:ext cx="558072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Гольяново</a:t>
              </a:r>
            </a:p>
          </p:txBody>
        </p:sp>
        <p:sp>
          <p:nvSpPr>
            <p:cNvPr id="30" name="Надпись"/>
            <p:cNvSpPr txBox="1"/>
            <p:nvPr/>
          </p:nvSpPr>
          <p:spPr>
            <a:xfrm>
              <a:off x="11148028" y="7872862"/>
              <a:ext cx="489089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Вешняки</a:t>
              </a:r>
            </a:p>
          </p:txBody>
        </p:sp>
        <p:sp>
          <p:nvSpPr>
            <p:cNvPr id="31" name="Надпись"/>
            <p:cNvSpPr txBox="1"/>
            <p:nvPr/>
          </p:nvSpPr>
          <p:spPr>
            <a:xfrm>
              <a:off x="11258549" y="6353783"/>
              <a:ext cx="630893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Ивановское</a:t>
              </a:r>
            </a:p>
          </p:txBody>
        </p:sp>
        <p:sp>
          <p:nvSpPr>
            <p:cNvPr id="32" name="Надпись"/>
            <p:cNvSpPr txBox="1"/>
            <p:nvPr/>
          </p:nvSpPr>
          <p:spPr>
            <a:xfrm>
              <a:off x="8158650" y="5293252"/>
              <a:ext cx="645401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Сокольники</a:t>
              </a:r>
            </a:p>
          </p:txBody>
        </p:sp>
        <p:sp>
          <p:nvSpPr>
            <p:cNvPr id="33" name="Надпись"/>
            <p:cNvSpPr txBox="1"/>
            <p:nvPr/>
          </p:nvSpPr>
          <p:spPr>
            <a:xfrm>
              <a:off x="10181255" y="7084846"/>
              <a:ext cx="399794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Перово</a:t>
              </a:r>
            </a:p>
          </p:txBody>
        </p:sp>
        <p:sp>
          <p:nvSpPr>
            <p:cNvPr id="34" name="Надпись"/>
            <p:cNvSpPr txBox="1"/>
            <p:nvPr/>
          </p:nvSpPr>
          <p:spPr>
            <a:xfrm>
              <a:off x="8678438" y="4564990"/>
              <a:ext cx="686304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Богородское</a:t>
              </a:r>
            </a:p>
          </p:txBody>
        </p:sp>
        <p:sp>
          <p:nvSpPr>
            <p:cNvPr id="35" name="Надпись"/>
            <p:cNvSpPr txBox="1"/>
            <p:nvPr/>
          </p:nvSpPr>
          <p:spPr>
            <a:xfrm>
              <a:off x="9181756" y="6306923"/>
              <a:ext cx="842242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Соколиная Гора</a:t>
              </a:r>
            </a:p>
          </p:txBody>
        </p:sp>
        <p:sp>
          <p:nvSpPr>
            <p:cNvPr id="36" name="Надпись"/>
            <p:cNvSpPr txBox="1"/>
            <p:nvPr/>
          </p:nvSpPr>
          <p:spPr>
            <a:xfrm>
              <a:off x="8968574" y="5384773"/>
              <a:ext cx="912348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Преображенское</a:t>
              </a:r>
            </a:p>
          </p:txBody>
        </p:sp>
        <p:sp>
          <p:nvSpPr>
            <p:cNvPr id="37" name="Надпись"/>
            <p:cNvSpPr txBox="1"/>
            <p:nvPr/>
          </p:nvSpPr>
          <p:spPr>
            <a:xfrm>
              <a:off x="10803855" y="7226497"/>
              <a:ext cx="694447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Новогиреево</a:t>
              </a:r>
            </a:p>
          </p:txBody>
        </p:sp>
        <p:sp>
          <p:nvSpPr>
            <p:cNvPr id="38" name="Надпись"/>
            <p:cNvSpPr txBox="1"/>
            <p:nvPr/>
          </p:nvSpPr>
          <p:spPr>
            <a:xfrm>
              <a:off x="10620144" y="5020858"/>
              <a:ext cx="1114056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Северное Измайлово</a:t>
              </a:r>
            </a:p>
          </p:txBody>
        </p:sp>
        <p:sp>
          <p:nvSpPr>
            <p:cNvPr id="39" name="Надпись"/>
            <p:cNvSpPr txBox="1"/>
            <p:nvPr/>
          </p:nvSpPr>
          <p:spPr>
            <a:xfrm>
              <a:off x="10951980" y="5441627"/>
              <a:ext cx="1159546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Восточное Измайлово</a:t>
              </a:r>
            </a:p>
          </p:txBody>
        </p:sp>
        <p:sp>
          <p:nvSpPr>
            <p:cNvPr id="40" name="Надпись"/>
            <p:cNvSpPr txBox="1"/>
            <p:nvPr/>
          </p:nvSpPr>
          <p:spPr>
            <a:xfrm>
              <a:off x="12053684" y="7513842"/>
              <a:ext cx="644465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Новокосино</a:t>
              </a:r>
            </a:p>
          </p:txBody>
        </p:sp>
        <p:sp>
          <p:nvSpPr>
            <p:cNvPr id="41" name="Надпись"/>
            <p:cNvSpPr txBox="1"/>
            <p:nvPr/>
          </p:nvSpPr>
          <p:spPr>
            <a:xfrm>
              <a:off x="12229619" y="4731852"/>
              <a:ext cx="586807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Восточный</a:t>
              </a:r>
            </a:p>
          </p:txBody>
        </p:sp>
      </p:grpSp>
      <p:grpSp>
        <p:nvGrpSpPr>
          <p:cNvPr id="46" name="Название округа"/>
          <p:cNvGrpSpPr/>
          <p:nvPr/>
        </p:nvGrpSpPr>
        <p:grpSpPr>
          <a:xfrm>
            <a:off x="11508709" y="1855290"/>
            <a:ext cx="2747291" cy="694116"/>
            <a:chOff x="11508709" y="1855290"/>
            <a:chExt cx="2747291" cy="694116"/>
          </a:xfrm>
        </p:grpSpPr>
        <p:sp>
          <p:nvSpPr>
            <p:cNvPr id="43" name="Надпись"/>
            <p:cNvSpPr txBox="1"/>
            <p:nvPr/>
          </p:nvSpPr>
          <p:spPr>
            <a:xfrm>
              <a:off x="12696447" y="1855290"/>
              <a:ext cx="1559553" cy="24771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600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ВОСТОЧНЫЙ</a:t>
              </a:r>
            </a:p>
          </p:txBody>
        </p:sp>
        <p:sp>
          <p:nvSpPr>
            <p:cNvPr id="44" name="Надпись"/>
            <p:cNvSpPr txBox="1"/>
            <p:nvPr/>
          </p:nvSpPr>
          <p:spPr>
            <a:xfrm>
              <a:off x="11508709" y="2078490"/>
              <a:ext cx="2747291" cy="24771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600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АДМИНИСТРАТИВНЫЙ</a:t>
              </a:r>
            </a:p>
          </p:txBody>
        </p:sp>
        <p:sp>
          <p:nvSpPr>
            <p:cNvPr id="45" name="Надпись"/>
            <p:cNvSpPr txBox="1"/>
            <p:nvPr/>
          </p:nvSpPr>
          <p:spPr>
            <a:xfrm>
              <a:off x="13450725" y="2301690"/>
              <a:ext cx="805275" cy="24771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600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ОКРУГ</a:t>
              </a:r>
            </a:p>
          </p:txBody>
        </p:sp>
      </p:grpSp>
      <p:grpSp>
        <p:nvGrpSpPr>
          <p:cNvPr id="51" name="Выноска"/>
          <p:cNvGrpSpPr/>
          <p:nvPr/>
        </p:nvGrpSpPr>
        <p:grpSpPr>
          <a:xfrm>
            <a:off x="5869674" y="3822962"/>
            <a:ext cx="4309692" cy="3593038"/>
            <a:chOff x="5869674" y="3822962"/>
            <a:chExt cx="4309692" cy="3593038"/>
          </a:xfrm>
        </p:grpSpPr>
        <p:sp>
          <p:nvSpPr>
            <p:cNvPr id="47" name="Контур"/>
            <p:cNvSpPr/>
            <p:nvPr/>
          </p:nvSpPr>
          <p:spPr>
            <a:xfrm>
              <a:off x="5869674" y="3822962"/>
              <a:ext cx="4309692" cy="3215038"/>
            </a:xfrm>
            <a:custGeom>
              <a:avLst/>
              <a:gdLst/>
              <a:ahLst/>
              <a:cxnLst/>
              <a:rect l="l" t="t" r="r" b="b"/>
              <a:pathLst>
                <a:path w="4309692" h="3215038" fill="none">
                  <a:moveTo>
                    <a:pt x="693756" y="3215038"/>
                  </a:moveTo>
                  <a:lnTo>
                    <a:pt x="346878" y="3215038"/>
                  </a:lnTo>
                  <a:lnTo>
                    <a:pt x="346878" y="0"/>
                  </a:lnTo>
                  <a:lnTo>
                    <a:pt x="0" y="0"/>
                  </a:lnTo>
                  <a:moveTo>
                    <a:pt x="2722896" y="3215038"/>
                  </a:moveTo>
                  <a:lnTo>
                    <a:pt x="4110294" y="3215038"/>
                  </a:lnTo>
                  <a:lnTo>
                    <a:pt x="4309692" y="1034556"/>
                  </a:lnTo>
                </a:path>
              </a:pathLst>
            </a:custGeom>
            <a:noFill/>
            <a:ln w="7920" cap="flat">
              <a:solidFill>
                <a:srgbClr val="000000"/>
              </a:solidFill>
              <a:miter lim="1000000"/>
            </a:ln>
          </p:spPr>
        </p:sp>
        <p:sp>
          <p:nvSpPr>
            <p:cNvPr id="48" name="Контур"/>
            <p:cNvSpPr/>
            <p:nvPr/>
          </p:nvSpPr>
          <p:spPr>
            <a:xfrm>
              <a:off x="6563430" y="6660000"/>
              <a:ext cx="2029140" cy="756000"/>
            </a:xfrm>
            <a:custGeom>
              <a:avLst/>
              <a:gdLst/>
              <a:ahLst/>
              <a:cxnLst/>
              <a:rect l="l" t="t" r="r" b="b"/>
              <a:pathLst>
                <a:path w="2029140" h="756000">
                  <a:moveTo>
                    <a:pt x="108000" y="0"/>
                  </a:moveTo>
                  <a:lnTo>
                    <a:pt x="1921140" y="0"/>
                  </a:lnTo>
                  <a:lnTo>
                    <a:pt x="2029140" y="108000"/>
                  </a:lnTo>
                  <a:lnTo>
                    <a:pt x="2029140" y="648000"/>
                  </a:lnTo>
                  <a:lnTo>
                    <a:pt x="1921140" y="756000"/>
                  </a:lnTo>
                  <a:lnTo>
                    <a:pt x="108000" y="756000"/>
                  </a:lnTo>
                  <a:lnTo>
                    <a:pt x="0" y="64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FFFFFF"/>
            </a:solidFill>
            <a:ln w="19080" cap="flat">
              <a:solidFill>
                <a:srgbClr val="000000"/>
              </a:solidFill>
              <a:custDash>
                <a:ds d="94339" sp="169811"/>
              </a:custDash>
              <a:miter lim="1000000"/>
            </a:ln>
          </p:spPr>
        </p:sp>
        <p:sp>
          <p:nvSpPr>
            <p:cNvPr id="49" name="Надпись"/>
            <p:cNvSpPr txBox="1"/>
            <p:nvPr/>
          </p:nvSpPr>
          <p:spPr>
            <a:xfrm>
              <a:off x="6623736" y="6894951"/>
              <a:ext cx="1908528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900" dirty="0">
                  <a:solidFill>
                    <a:srgbClr val="141414"/>
                  </a:solidFill>
                  <a:latin typeface="Montserrat"/>
                  <a:cs typeface="Montserrat"/>
                </a:rPr>
                <a:t>разрабатываемая территория</a:t>
              </a:r>
            </a:p>
          </p:txBody>
        </p:sp>
        <p:sp>
          <p:nvSpPr>
            <p:cNvPr id="50" name="Надпись"/>
            <p:cNvSpPr txBox="1"/>
            <p:nvPr/>
          </p:nvSpPr>
          <p:spPr>
            <a:xfrm>
              <a:off x="7005518" y="7046151"/>
              <a:ext cx="1144965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900" b="1" dirty="0">
                  <a:solidFill>
                    <a:srgbClr val="141414"/>
                  </a:solidFill>
                  <a:latin typeface="Montserrat"/>
                  <a:cs typeface="Montserrat"/>
                </a:rPr>
                <a:t>Район Гольяново</a:t>
              </a:r>
            </a:p>
          </p:txBody>
        </p:sp>
      </p:grpSp>
      <p:grpSp>
        <p:nvGrpSpPr>
          <p:cNvPr id="61" name="Оформление"/>
          <p:cNvGrpSpPr/>
          <p:nvPr/>
        </p:nvGrpSpPr>
        <p:grpSpPr>
          <a:xfrm>
            <a:off x="0" y="0"/>
            <a:ext cx="15120000" cy="10490400"/>
            <a:chOff x="0" y="0"/>
            <a:chExt cx="15120000" cy="10490400"/>
          </a:xfrm>
        </p:grpSpPr>
        <p:sp>
          <p:nvSpPr>
            <p:cNvPr id="52" name="Контур"/>
            <p:cNvSpPr/>
            <p:nvPr/>
          </p:nvSpPr>
          <p:spPr>
            <a:xfrm>
              <a:off x="9522000" y="0"/>
              <a:ext cx="5598000" cy="1002600"/>
            </a:xfrm>
            <a:custGeom>
              <a:avLst/>
              <a:gdLst/>
              <a:ahLst/>
              <a:cxnLst/>
              <a:rect l="l" t="t" r="r" b="b"/>
              <a:pathLst>
                <a:path w="5598000" h="1002600">
                  <a:moveTo>
                    <a:pt x="0" y="0"/>
                  </a:moveTo>
                  <a:lnTo>
                    <a:pt x="5598000" y="0"/>
                  </a:lnTo>
                  <a:lnTo>
                    <a:pt x="5598000" y="1002600"/>
                  </a:lnTo>
                  <a:lnTo>
                    <a:pt x="0" y="100260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pic>
          <p:nvPicPr>
            <p:cNvPr id="53" name="Рисунок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9543600" cy="1000800"/>
            </a:xfrm>
            <a:prstGeom prst="rect">
              <a:avLst/>
            </a:prstGeom>
          </p:spPr>
        </p:pic>
        <p:sp>
          <p:nvSpPr>
            <p:cNvPr id="54" name="Надпись"/>
            <p:cNvSpPr txBox="1"/>
            <p:nvPr/>
          </p:nvSpPr>
          <p:spPr>
            <a:xfrm>
              <a:off x="12722390" y="354701"/>
              <a:ext cx="2145610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ППТ КРТ № 3229</a:t>
              </a:r>
            </a:p>
          </p:txBody>
        </p:sp>
        <p:sp>
          <p:nvSpPr>
            <p:cNvPr id="55" name="Надпись"/>
            <p:cNvSpPr txBox="1"/>
            <p:nvPr/>
          </p:nvSpPr>
          <p:spPr>
            <a:xfrm>
              <a:off x="11718334" y="642701"/>
              <a:ext cx="314966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56" name="Контур"/>
            <p:cNvSpPr/>
            <p:nvPr/>
          </p:nvSpPr>
          <p:spPr>
            <a:xfrm>
              <a:off x="0" y="1260000"/>
              <a:ext cx="1638000" cy="1"/>
            </a:xfrm>
            <a:custGeom>
              <a:avLst/>
              <a:gdLst/>
              <a:ahLst/>
              <a:cxnLst/>
              <a:rect l="l" t="t" r="r" b="b"/>
              <a:pathLst>
                <a:path w="1638000" h="1" fill="none">
                  <a:moveTo>
                    <a:pt x="0" y="0"/>
                  </a:moveTo>
                  <a:lnTo>
                    <a:pt x="1638000" y="0"/>
                  </a:lnTo>
                </a:path>
              </a:pathLst>
            </a:custGeom>
            <a:noFill/>
            <a:ln w="38160" cap="flat">
              <a:solidFill>
                <a:srgbClr val="E93939"/>
              </a:solidFill>
              <a:miter lim="1000000"/>
            </a:ln>
          </p:spPr>
        </p:sp>
        <p:sp>
          <p:nvSpPr>
            <p:cNvPr id="57" name="Контур"/>
            <p:cNvSpPr/>
            <p:nvPr/>
          </p:nvSpPr>
          <p:spPr>
            <a:xfrm>
              <a:off x="1584000" y="1188000"/>
              <a:ext cx="180000" cy="144000"/>
            </a:xfrm>
            <a:custGeom>
              <a:avLst/>
              <a:gdLst/>
              <a:ahLst/>
              <a:cxnLst/>
              <a:rect l="l" t="t" r="r" b="b"/>
              <a:pathLst>
                <a:path w="180000" h="144000">
                  <a:moveTo>
                    <a:pt x="0" y="0"/>
                  </a:moveTo>
                  <a:lnTo>
                    <a:pt x="180000" y="72000"/>
                  </a:lnTo>
                  <a:lnTo>
                    <a:pt x="0" y="144000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58" name="Надпись"/>
            <p:cNvSpPr txBox="1"/>
            <p:nvPr/>
          </p:nvSpPr>
          <p:spPr>
            <a:xfrm>
              <a:off x="1813139" y="1125101"/>
              <a:ext cx="6838972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Месторасположение рассматриваемой территории</a:t>
              </a:r>
            </a:p>
          </p:txBody>
        </p:sp>
        <p:sp>
          <p:nvSpPr>
            <p:cNvPr id="59" name="Контур"/>
            <p:cNvSpPr/>
            <p:nvPr/>
          </p:nvSpPr>
          <p:spPr>
            <a:xfrm>
              <a:off x="14364000" y="10033200"/>
              <a:ext cx="640800" cy="457200"/>
            </a:xfrm>
            <a:custGeom>
              <a:avLst/>
              <a:gdLst/>
              <a:ahLst/>
              <a:cxnLst/>
              <a:rect l="l" t="t" r="r" b="b"/>
              <a:pathLst>
                <a:path w="640800" h="457200">
                  <a:moveTo>
                    <a:pt x="86868" y="457200"/>
                  </a:moveTo>
                  <a:lnTo>
                    <a:pt x="467064" y="457200"/>
                  </a:lnTo>
                  <a:lnTo>
                    <a:pt x="640800" y="283464"/>
                  </a:lnTo>
                  <a:lnTo>
                    <a:pt x="640800" y="41148"/>
                  </a:lnTo>
                  <a:lnTo>
                    <a:pt x="599652" y="0"/>
                  </a:lnTo>
                  <a:lnTo>
                    <a:pt x="137160" y="0"/>
                  </a:lnTo>
                  <a:lnTo>
                    <a:pt x="0" y="137160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60" name="Надпись"/>
            <p:cNvSpPr txBox="1"/>
            <p:nvPr/>
          </p:nvSpPr>
          <p:spPr>
            <a:xfrm>
              <a:off x="14581066" y="10122113"/>
              <a:ext cx="206667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2000" b="1" dirty="0">
                  <a:solidFill>
                    <a:srgbClr val="FFFFFF"/>
                  </a:solidFill>
                  <a:latin typeface="Montserrat"/>
                  <a:cs typeface="Montserrat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" name="Карта"/>
          <p:cNvGrpSpPr/>
          <p:nvPr/>
        </p:nvGrpSpPr>
        <p:grpSpPr>
          <a:xfrm>
            <a:off x="0" y="1584000"/>
            <a:ext cx="15120000" cy="9108000"/>
            <a:chOff x="0" y="1584000"/>
            <a:chExt cx="15120000" cy="9108000"/>
          </a:xfrm>
        </p:grpSpPr>
        <p:grpSp>
          <p:nvGrpSpPr>
            <p:cNvPr id="57" name="Подложка"/>
            <p:cNvGrpSpPr/>
            <p:nvPr/>
          </p:nvGrpSpPr>
          <p:grpSpPr>
            <a:xfrm>
              <a:off x="0" y="1584000"/>
              <a:ext cx="15120000" cy="9108000"/>
              <a:chOff x="0" y="1584000"/>
              <a:chExt cx="15120000" cy="9108000"/>
            </a:xfrm>
          </p:grpSpPr>
          <p:pic>
            <p:nvPicPr>
              <p:cNvPr id="2" name="Рисунок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1584000"/>
                <a:ext cx="1689228" cy="341957"/>
              </a:xfrm>
              <a:prstGeom prst="rect">
                <a:avLst/>
              </a:prstGeom>
            </p:spPr>
          </p:pic>
          <p:pic>
            <p:nvPicPr>
              <p:cNvPr id="3" name="Рисунок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1905817"/>
                <a:ext cx="1695460" cy="1925695"/>
              </a:xfrm>
              <a:prstGeom prst="rect">
                <a:avLst/>
              </a:prstGeom>
            </p:spPr>
          </p:pic>
          <p:pic>
            <p:nvPicPr>
              <p:cNvPr id="4" name="Рисунок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3811348"/>
                <a:ext cx="1701692" cy="1926324"/>
              </a:xfrm>
              <a:prstGeom prst="rect">
                <a:avLst/>
              </a:prstGeom>
            </p:spPr>
          </p:pic>
          <p:pic>
            <p:nvPicPr>
              <p:cNvPr id="5" name="Рисунок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5717485"/>
                <a:ext cx="1707926" cy="1926952"/>
              </a:xfrm>
              <a:prstGeom prst="rect">
                <a:avLst/>
              </a:prstGeom>
            </p:spPr>
          </p:pic>
          <p:pic>
            <p:nvPicPr>
              <p:cNvPr id="6" name="Рисунок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7624226"/>
                <a:ext cx="1714160" cy="1927581"/>
              </a:xfrm>
              <a:prstGeom prst="rect">
                <a:avLst/>
              </a:prstGeom>
            </p:spPr>
          </p:pic>
          <p:pic>
            <p:nvPicPr>
              <p:cNvPr id="7" name="Рисунок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9531572"/>
                <a:ext cx="1718146" cy="1160428"/>
              </a:xfrm>
              <a:prstGeom prst="rect">
                <a:avLst/>
              </a:prstGeom>
            </p:spPr>
          </p:pic>
          <p:pic>
            <p:nvPicPr>
              <p:cNvPr id="8" name="Рисунок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73854" y="1584000"/>
                <a:ext cx="1920607" cy="336750"/>
              </a:xfrm>
              <a:prstGeom prst="rect">
                <a:avLst/>
              </a:prstGeom>
            </p:spPr>
          </p:pic>
          <p:pic>
            <p:nvPicPr>
              <p:cNvPr id="9" name="Рисунок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rot="21588217">
                <a:off x="1678037" y="1902570"/>
                <a:ext cx="1920127" cy="1920431"/>
              </a:xfrm>
              <a:prstGeom prst="rect">
                <a:avLst/>
              </a:prstGeom>
            </p:spPr>
          </p:pic>
          <p:pic>
            <p:nvPicPr>
              <p:cNvPr id="10" name="Рисунок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 rot="21588218">
                <a:off x="1684265" y="3808101"/>
                <a:ext cx="1920736" cy="1921040"/>
              </a:xfrm>
              <a:prstGeom prst="rect">
                <a:avLst/>
              </a:prstGeom>
            </p:spPr>
          </p:pic>
          <p:pic>
            <p:nvPicPr>
              <p:cNvPr id="11" name="Рисунок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 rot="21588219">
                <a:off x="1690493" y="5714236"/>
                <a:ext cx="1921346" cy="1921650"/>
              </a:xfrm>
              <a:prstGeom prst="rect">
                <a:avLst/>
              </a:prstGeom>
            </p:spPr>
          </p:pic>
          <p:pic>
            <p:nvPicPr>
              <p:cNvPr id="12" name="Рисунок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 rot="21588221">
                <a:off x="1696722" y="7620976"/>
                <a:ext cx="1921955" cy="1922260"/>
              </a:xfrm>
              <a:prstGeom prst="rect">
                <a:avLst/>
              </a:prstGeom>
            </p:spPr>
          </p:pic>
          <p:pic>
            <p:nvPicPr>
              <p:cNvPr id="13" name="Рисунок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99817" y="9525033"/>
                <a:ext cx="1926366" cy="1166967"/>
              </a:xfrm>
              <a:prstGeom prst="rect">
                <a:avLst/>
              </a:prstGeom>
            </p:spPr>
          </p:pic>
          <p:pic>
            <p:nvPicPr>
              <p:cNvPr id="14" name="Рисунок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579003" y="1584000"/>
                <a:ext cx="1920689" cy="330222"/>
              </a:xfrm>
              <a:prstGeom prst="rect">
                <a:avLst/>
              </a:prstGeom>
            </p:spPr>
          </p:pic>
          <p:pic>
            <p:nvPicPr>
              <p:cNvPr id="15" name="Рисунок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 rot="21587125">
                <a:off x="3583569" y="1895736"/>
                <a:ext cx="1920128" cy="1920432"/>
              </a:xfrm>
              <a:prstGeom prst="rect">
                <a:avLst/>
              </a:prstGeom>
            </p:spPr>
          </p:pic>
          <p:pic>
            <p:nvPicPr>
              <p:cNvPr id="16" name="Рисунок"/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 rot="21587127">
                <a:off x="3590402" y="3801265"/>
                <a:ext cx="1920737" cy="1921041"/>
              </a:xfrm>
              <a:prstGeom prst="rect">
                <a:avLst/>
              </a:prstGeom>
            </p:spPr>
          </p:pic>
          <p:pic>
            <p:nvPicPr>
              <p:cNvPr id="17" name="Рисунок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 rot="21587128">
                <a:off x="3597235" y="5707399"/>
                <a:ext cx="1921346" cy="1921651"/>
              </a:xfrm>
              <a:prstGeom prst="rect">
                <a:avLst/>
              </a:prstGeom>
            </p:spPr>
          </p:pic>
          <p:pic>
            <p:nvPicPr>
              <p:cNvPr id="18" name="Рисунок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 rot="21587130">
                <a:off x="3604069" y="7614138"/>
                <a:ext cx="1921956" cy="1922261"/>
              </a:xfrm>
              <a:prstGeom prst="rect">
                <a:avLst/>
              </a:prstGeom>
            </p:spPr>
          </p:pic>
          <p:pic>
            <p:nvPicPr>
              <p:cNvPr id="19" name="Рисунок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07465" y="9517890"/>
                <a:ext cx="1926761" cy="1174110"/>
              </a:xfrm>
              <a:prstGeom prst="rect">
                <a:avLst/>
              </a:prstGeom>
            </p:spPr>
          </p:pic>
          <p:pic>
            <p:nvPicPr>
              <p:cNvPr id="20" name="Рисунок"/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484158" y="1584000"/>
                <a:ext cx="1920765" cy="323089"/>
              </a:xfrm>
              <a:prstGeom prst="rect">
                <a:avLst/>
              </a:prstGeom>
            </p:spPr>
          </p:pic>
          <p:pic>
            <p:nvPicPr>
              <p:cNvPr id="21" name="Рисунок"/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 rot="21586034">
                <a:off x="5489100" y="1888297"/>
                <a:ext cx="1920129" cy="1920433"/>
              </a:xfrm>
              <a:prstGeom prst="rect">
                <a:avLst/>
              </a:prstGeom>
            </p:spPr>
          </p:pic>
          <p:pic>
            <p:nvPicPr>
              <p:cNvPr id="22" name="Рисунок"/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 rot="21586036">
                <a:off x="5496537" y="3793825"/>
                <a:ext cx="1920738" cy="1921042"/>
              </a:xfrm>
              <a:prstGeom prst="rect">
                <a:avLst/>
              </a:prstGeom>
            </p:spPr>
          </p:pic>
          <p:pic>
            <p:nvPicPr>
              <p:cNvPr id="23" name="Рисунок"/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 rot="21586038">
                <a:off x="5503975" y="5699958"/>
                <a:ext cx="1921347" cy="1921652"/>
              </a:xfrm>
              <a:prstGeom prst="rect">
                <a:avLst/>
              </a:prstGeom>
            </p:spPr>
          </p:pic>
          <p:pic>
            <p:nvPicPr>
              <p:cNvPr id="24" name="Рисунок"/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 rot="21586040">
                <a:off x="5511414" y="7606695"/>
                <a:ext cx="1921957" cy="1922261"/>
              </a:xfrm>
              <a:prstGeom prst="rect">
                <a:avLst/>
              </a:prstGeom>
            </p:spPr>
          </p:pic>
          <p:pic>
            <p:nvPicPr>
              <p:cNvPr id="25" name="Рисунок"/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515112" y="9510142"/>
                <a:ext cx="1927162" cy="1181858"/>
              </a:xfrm>
              <a:prstGeom prst="rect">
                <a:avLst/>
              </a:prstGeom>
            </p:spPr>
          </p:pic>
          <p:pic>
            <p:nvPicPr>
              <p:cNvPr id="26" name="Рисунок"/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389319" y="1584000"/>
                <a:ext cx="1920833" cy="315351"/>
              </a:xfrm>
              <a:prstGeom prst="rect">
                <a:avLst/>
              </a:prstGeom>
            </p:spPr>
          </p:pic>
          <p:pic>
            <p:nvPicPr>
              <p:cNvPr id="27" name="Рисунок"/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 rot="21584942">
                <a:off x="7394629" y="1880253"/>
                <a:ext cx="1920130" cy="1920434"/>
              </a:xfrm>
              <a:prstGeom prst="rect">
                <a:avLst/>
              </a:prstGeom>
            </p:spPr>
          </p:pic>
          <p:pic>
            <p:nvPicPr>
              <p:cNvPr id="28" name="Рисунок"/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 rot="21584945">
                <a:off x="7402671" y="3785780"/>
                <a:ext cx="1920739" cy="1921043"/>
              </a:xfrm>
              <a:prstGeom prst="rect">
                <a:avLst/>
              </a:prstGeom>
            </p:spPr>
          </p:pic>
          <p:pic>
            <p:nvPicPr>
              <p:cNvPr id="29" name="Рисунок"/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 rot="21584947">
                <a:off x="7410714" y="5691911"/>
                <a:ext cx="1921349" cy="1921653"/>
              </a:xfrm>
              <a:prstGeom prst="rect">
                <a:avLst/>
              </a:prstGeom>
            </p:spPr>
          </p:pic>
          <p:pic>
            <p:nvPicPr>
              <p:cNvPr id="30" name="Рисунок"/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 rot="21584949">
                <a:off x="7418758" y="7598647"/>
                <a:ext cx="1921958" cy="1922263"/>
              </a:xfrm>
              <a:prstGeom prst="rect">
                <a:avLst/>
              </a:prstGeom>
            </p:spPr>
          </p:pic>
          <p:pic>
            <p:nvPicPr>
              <p:cNvPr id="31" name="Рисунок"/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422757" y="9501789"/>
                <a:ext cx="1927571" cy="1190211"/>
              </a:xfrm>
              <a:prstGeom prst="rect">
                <a:avLst/>
              </a:prstGeom>
            </p:spPr>
          </p:pic>
          <p:pic>
            <p:nvPicPr>
              <p:cNvPr id="32" name="Рисунок"/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294486" y="1584000"/>
                <a:ext cx="1920894" cy="307009"/>
              </a:xfrm>
              <a:prstGeom prst="rect">
                <a:avLst/>
              </a:prstGeom>
            </p:spPr>
          </p:pic>
          <p:pic>
            <p:nvPicPr>
              <p:cNvPr id="33" name="Рисунок"/>
              <p:cNvPicPr>
                <a:picLocks noChangeAspect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 rot="21583851">
                <a:off x="9300157" y="1871604"/>
                <a:ext cx="1920131" cy="1920435"/>
              </a:xfrm>
              <a:prstGeom prst="rect">
                <a:avLst/>
              </a:prstGeom>
            </p:spPr>
          </p:pic>
          <p:pic>
            <p:nvPicPr>
              <p:cNvPr id="34" name="Рисунок"/>
              <p:cNvPicPr>
                <a:picLocks noChangeAspect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 rot="21583853">
                <a:off x="9308803" y="3777129"/>
                <a:ext cx="1920740" cy="1921044"/>
              </a:xfrm>
              <a:prstGeom prst="rect">
                <a:avLst/>
              </a:prstGeom>
            </p:spPr>
          </p:pic>
          <p:pic>
            <p:nvPicPr>
              <p:cNvPr id="35" name="Рисунок"/>
              <p:cNvPicPr>
                <a:picLocks noChangeAspect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 rot="21583856">
                <a:off x="9317451" y="5683259"/>
                <a:ext cx="1921350" cy="1921654"/>
              </a:xfrm>
              <a:prstGeom prst="rect">
                <a:avLst/>
              </a:prstGeom>
            </p:spPr>
          </p:pic>
          <p:pic>
            <p:nvPicPr>
              <p:cNvPr id="36" name="Рисунок"/>
              <p:cNvPicPr>
                <a:picLocks noChangeAspect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 rot="21583859">
                <a:off x="9326101" y="7589994"/>
                <a:ext cx="1921960" cy="1922264"/>
              </a:xfrm>
              <a:prstGeom prst="rect">
                <a:avLst/>
              </a:prstGeom>
            </p:spPr>
          </p:pic>
          <p:pic>
            <p:nvPicPr>
              <p:cNvPr id="37" name="Рисунок"/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330401" y="9492831"/>
                <a:ext cx="1927988" cy="1199169"/>
              </a:xfrm>
              <a:prstGeom prst="rect">
                <a:avLst/>
              </a:prstGeom>
            </p:spPr>
          </p:pic>
          <p:pic>
            <p:nvPicPr>
              <p:cNvPr id="38" name="Рисунок"/>
              <p:cNvPicPr>
                <a:picLocks noChangeAspect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1199659" y="1584000"/>
                <a:ext cx="1920947" cy="298061"/>
              </a:xfrm>
              <a:prstGeom prst="rect">
                <a:avLst/>
              </a:prstGeom>
            </p:spPr>
          </p:pic>
          <p:pic>
            <p:nvPicPr>
              <p:cNvPr id="39" name="Рисунок"/>
              <p:cNvPicPr>
                <a:picLocks noChangeAspect="1"/>
              </p:cNvPicPr>
              <p:nvPr/>
            </p:nvPicPr>
            <p:blipFill>
              <a:blip r:embed="rId39"/>
              <a:stretch>
                <a:fillRect/>
              </a:stretch>
            </p:blipFill>
            <p:spPr>
              <a:xfrm rot="21582759">
                <a:off x="11205683" y="1862350"/>
                <a:ext cx="1920133" cy="1920436"/>
              </a:xfrm>
              <a:prstGeom prst="rect">
                <a:avLst/>
              </a:prstGeom>
            </p:spPr>
          </p:pic>
          <p:pic>
            <p:nvPicPr>
              <p:cNvPr id="40" name="Рисунок"/>
              <p:cNvPicPr>
                <a:picLocks noChangeAspect="1"/>
              </p:cNvPicPr>
              <p:nvPr/>
            </p:nvPicPr>
            <p:blipFill>
              <a:blip r:embed="rId40"/>
              <a:stretch>
                <a:fillRect/>
              </a:stretch>
            </p:blipFill>
            <p:spPr>
              <a:xfrm rot="21582762">
                <a:off x="11214934" y="3767874"/>
                <a:ext cx="1920742" cy="1921046"/>
              </a:xfrm>
              <a:prstGeom prst="rect">
                <a:avLst/>
              </a:prstGeom>
            </p:spPr>
          </p:pic>
          <p:pic>
            <p:nvPicPr>
              <p:cNvPr id="41" name="Рисунок"/>
              <p:cNvPicPr>
                <a:picLocks noChangeAspect="1"/>
              </p:cNvPicPr>
              <p:nvPr/>
            </p:nvPicPr>
            <p:blipFill>
              <a:blip r:embed="rId41"/>
              <a:stretch>
                <a:fillRect/>
              </a:stretch>
            </p:blipFill>
            <p:spPr>
              <a:xfrm rot="21582765">
                <a:off x="11224187" y="5674002"/>
                <a:ext cx="1921352" cy="1921656"/>
              </a:xfrm>
              <a:prstGeom prst="rect">
                <a:avLst/>
              </a:prstGeom>
            </p:spPr>
          </p:pic>
          <p:pic>
            <p:nvPicPr>
              <p:cNvPr id="42" name="Рисунок"/>
              <p:cNvPicPr>
                <a:picLocks noChangeAspect="1"/>
              </p:cNvPicPr>
              <p:nvPr/>
            </p:nvPicPr>
            <p:blipFill>
              <a:blip r:embed="rId42"/>
              <a:stretch>
                <a:fillRect/>
              </a:stretch>
            </p:blipFill>
            <p:spPr>
              <a:xfrm rot="21582768">
                <a:off x="11233441" y="7580736"/>
                <a:ext cx="1921961" cy="1922265"/>
              </a:xfrm>
              <a:prstGeom prst="rect">
                <a:avLst/>
              </a:prstGeom>
            </p:spPr>
          </p:pic>
          <p:pic>
            <p:nvPicPr>
              <p:cNvPr id="43" name="Рисунок"/>
              <p:cNvPicPr>
                <a:picLocks noChangeAspect="1"/>
              </p:cNvPicPr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1238044" y="9483268"/>
                <a:ext cx="1928413" cy="1208732"/>
              </a:xfrm>
              <a:prstGeom prst="rect">
                <a:avLst/>
              </a:prstGeom>
            </p:spPr>
          </p:pic>
          <p:pic>
            <p:nvPicPr>
              <p:cNvPr id="44" name="Рисунок"/>
              <p:cNvPicPr>
                <a:picLocks noChangeAspect="1"/>
              </p:cNvPicPr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3104841" y="1584000"/>
                <a:ext cx="1920991" cy="288508"/>
              </a:xfrm>
              <a:prstGeom prst="rect">
                <a:avLst/>
              </a:prstGeom>
            </p:spPr>
          </p:pic>
          <p:pic>
            <p:nvPicPr>
              <p:cNvPr id="45" name="Рисунок"/>
              <p:cNvPicPr>
                <a:picLocks noChangeAspect="1"/>
              </p:cNvPicPr>
              <p:nvPr/>
            </p:nvPicPr>
            <p:blipFill>
              <a:blip r:embed="rId45"/>
              <a:stretch>
                <a:fillRect/>
              </a:stretch>
            </p:blipFill>
            <p:spPr>
              <a:xfrm rot="21581668">
                <a:off x="13111207" y="1852491"/>
                <a:ext cx="1920134" cy="1920438"/>
              </a:xfrm>
              <a:prstGeom prst="rect">
                <a:avLst/>
              </a:prstGeom>
            </p:spPr>
          </p:pic>
          <p:pic>
            <p:nvPicPr>
              <p:cNvPr id="46" name="Рисунок"/>
              <p:cNvPicPr>
                <a:picLocks noChangeAspect="1"/>
              </p:cNvPicPr>
              <p:nvPr/>
            </p:nvPicPr>
            <p:blipFill>
              <a:blip r:embed="rId46"/>
              <a:stretch>
                <a:fillRect/>
              </a:stretch>
            </p:blipFill>
            <p:spPr>
              <a:xfrm rot="21581671">
                <a:off x="13121063" y="3758013"/>
                <a:ext cx="1920744" cy="1921048"/>
              </a:xfrm>
              <a:prstGeom prst="rect">
                <a:avLst/>
              </a:prstGeom>
            </p:spPr>
          </p:pic>
          <p:pic>
            <p:nvPicPr>
              <p:cNvPr id="47" name="Рисунок"/>
              <p:cNvPicPr>
                <a:picLocks noChangeAspect="1"/>
              </p:cNvPicPr>
              <p:nvPr/>
            </p:nvPicPr>
            <p:blipFill>
              <a:blip r:embed="rId47"/>
              <a:stretch>
                <a:fillRect/>
              </a:stretch>
            </p:blipFill>
            <p:spPr>
              <a:xfrm rot="21581674">
                <a:off x="13130921" y="5664141"/>
                <a:ext cx="1921353" cy="1921657"/>
              </a:xfrm>
              <a:prstGeom prst="rect">
                <a:avLst/>
              </a:prstGeom>
            </p:spPr>
          </p:pic>
          <p:pic>
            <p:nvPicPr>
              <p:cNvPr id="48" name="Рисунок"/>
              <p:cNvPicPr>
                <a:picLocks noChangeAspect="1"/>
              </p:cNvPicPr>
              <p:nvPr/>
            </p:nvPicPr>
            <p:blipFill>
              <a:blip r:embed="rId48"/>
              <a:stretch>
                <a:fillRect/>
              </a:stretch>
            </p:blipFill>
            <p:spPr>
              <a:xfrm rot="21581678">
                <a:off x="13140781" y="7570873"/>
                <a:ext cx="1921963" cy="1922267"/>
              </a:xfrm>
              <a:prstGeom prst="rect">
                <a:avLst/>
              </a:prstGeom>
            </p:spPr>
          </p:pic>
          <p:pic>
            <p:nvPicPr>
              <p:cNvPr id="49" name="Рисунок"/>
              <p:cNvPicPr>
                <a:picLocks noChangeAspect="1"/>
              </p:cNvPicPr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3145685" y="9473100"/>
                <a:ext cx="1928848" cy="1218900"/>
              </a:xfrm>
              <a:prstGeom prst="rect">
                <a:avLst/>
              </a:prstGeom>
            </p:spPr>
          </p:pic>
          <p:pic>
            <p:nvPicPr>
              <p:cNvPr id="50" name="Рисунок"/>
              <p:cNvPicPr>
                <a:picLocks noChangeAspect="1"/>
              </p:cNvPicPr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5010030" y="1584000"/>
                <a:ext cx="109970" cy="278351"/>
              </a:xfrm>
              <a:prstGeom prst="rect">
                <a:avLst/>
              </a:prstGeom>
            </p:spPr>
          </p:pic>
          <p:pic>
            <p:nvPicPr>
              <p:cNvPr id="51" name="Рисунок"/>
              <p:cNvPicPr>
                <a:picLocks noChangeAspect="1"/>
              </p:cNvPicPr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5011474" y="1846853"/>
                <a:ext cx="108526" cy="1921024"/>
              </a:xfrm>
              <a:prstGeom prst="rect">
                <a:avLst/>
              </a:prstGeom>
            </p:spPr>
          </p:pic>
          <p:pic>
            <p:nvPicPr>
              <p:cNvPr id="52" name="Рисунок"/>
              <p:cNvPicPr>
                <a:picLocks noChangeAspect="1"/>
              </p:cNvPicPr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5021934" y="3752434"/>
                <a:ext cx="98066" cy="1921574"/>
              </a:xfrm>
              <a:prstGeom prst="rect">
                <a:avLst/>
              </a:prstGeom>
            </p:spPr>
          </p:pic>
          <p:pic>
            <p:nvPicPr>
              <p:cNvPr id="53" name="Рисунок"/>
              <p:cNvPicPr>
                <a:picLocks noChangeAspect="1"/>
              </p:cNvPicPr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5032395" y="5658619"/>
                <a:ext cx="87605" cy="1922125"/>
              </a:xfrm>
              <a:prstGeom prst="rect">
                <a:avLst/>
              </a:prstGeom>
            </p:spPr>
          </p:pic>
          <p:pic>
            <p:nvPicPr>
              <p:cNvPr id="54" name="Рисунок"/>
              <p:cNvPicPr>
                <a:picLocks noChangeAspect="1"/>
              </p:cNvPicPr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5042859" y="7565410"/>
                <a:ext cx="77141" cy="1922675"/>
              </a:xfrm>
              <a:prstGeom prst="rect">
                <a:avLst/>
              </a:prstGeom>
            </p:spPr>
          </p:pic>
          <p:pic>
            <p:nvPicPr>
              <p:cNvPr id="55" name="Рисунок"/>
              <p:cNvPicPr>
                <a:picLocks noChangeAspect="1"/>
              </p:cNvPicPr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5053325" y="9472806"/>
                <a:ext cx="66675" cy="1219194"/>
              </a:xfrm>
              <a:prstGeom prst="rect">
                <a:avLst/>
              </a:prstGeom>
            </p:spPr>
          </p:pic>
          <p:sp>
            <p:nvSpPr>
              <p:cNvPr id="56" name="Контур"/>
              <p:cNvSpPr/>
              <p:nvPr/>
            </p:nvSpPr>
            <p:spPr>
              <a:xfrm>
                <a:off x="0" y="1584000"/>
                <a:ext cx="15120000" cy="9108000"/>
              </a:xfrm>
              <a:custGeom>
                <a:avLst/>
                <a:gdLst/>
                <a:ahLst/>
                <a:cxnLst/>
                <a:rect l="l" t="t" r="r" b="b"/>
                <a:pathLst>
                  <a:path w="15120000" h="9108000">
                    <a:moveTo>
                      <a:pt x="0" y="0"/>
                    </a:moveTo>
                    <a:lnTo>
                      <a:pt x="15120000" y="0"/>
                    </a:lnTo>
                    <a:lnTo>
                      <a:pt x="15120000" y="9108000"/>
                    </a:lnTo>
                    <a:lnTo>
                      <a:pt x="0" y="9108000"/>
                    </a:lnTo>
                    <a:close/>
                    <a:moveTo>
                      <a:pt x="3322934" y="7409682"/>
                    </a:moveTo>
                    <a:lnTo>
                      <a:pt x="3341227" y="7550058"/>
                    </a:lnTo>
                    <a:lnTo>
                      <a:pt x="3394663" y="8810907"/>
                    </a:lnTo>
                    <a:lnTo>
                      <a:pt x="3883321" y="8656997"/>
                    </a:lnTo>
                    <a:lnTo>
                      <a:pt x="4099291" y="8568337"/>
                    </a:lnTo>
                    <a:lnTo>
                      <a:pt x="6082416" y="7618507"/>
                    </a:lnTo>
                    <a:lnTo>
                      <a:pt x="6261867" y="7554273"/>
                    </a:lnTo>
                    <a:lnTo>
                      <a:pt x="6375232" y="7529150"/>
                    </a:lnTo>
                    <a:lnTo>
                      <a:pt x="6498611" y="7511538"/>
                    </a:lnTo>
                    <a:lnTo>
                      <a:pt x="8717238" y="7392347"/>
                    </a:lnTo>
                    <a:lnTo>
                      <a:pt x="8871896" y="7382718"/>
                    </a:lnTo>
                    <a:lnTo>
                      <a:pt x="8990511" y="7369701"/>
                    </a:lnTo>
                    <a:lnTo>
                      <a:pt x="9119153" y="7347233"/>
                    </a:lnTo>
                    <a:lnTo>
                      <a:pt x="9527881" y="7255348"/>
                    </a:lnTo>
                    <a:lnTo>
                      <a:pt x="10711424" y="6973258"/>
                    </a:lnTo>
                    <a:lnTo>
                      <a:pt x="10804576" y="6956626"/>
                    </a:lnTo>
                    <a:lnTo>
                      <a:pt x="11015218" y="6930641"/>
                    </a:lnTo>
                    <a:lnTo>
                      <a:pt x="11325868" y="6870555"/>
                    </a:lnTo>
                    <a:lnTo>
                      <a:pt x="11550580" y="6811646"/>
                    </a:lnTo>
                    <a:lnTo>
                      <a:pt x="11671559" y="6770969"/>
                    </a:lnTo>
                    <a:lnTo>
                      <a:pt x="11776564" y="6712331"/>
                    </a:lnTo>
                    <a:lnTo>
                      <a:pt x="11817716" y="6678829"/>
                    </a:lnTo>
                    <a:lnTo>
                      <a:pt x="11798811" y="6647319"/>
                    </a:lnTo>
                    <a:lnTo>
                      <a:pt x="11759811" y="6659690"/>
                    </a:lnTo>
                    <a:lnTo>
                      <a:pt x="11711820" y="6661931"/>
                    </a:lnTo>
                    <a:lnTo>
                      <a:pt x="11687247" y="6660357"/>
                    </a:lnTo>
                    <a:lnTo>
                      <a:pt x="11629681" y="6639520"/>
                    </a:lnTo>
                    <a:lnTo>
                      <a:pt x="11481059" y="6547751"/>
                    </a:lnTo>
                    <a:lnTo>
                      <a:pt x="11468767" y="6536866"/>
                    </a:lnTo>
                    <a:lnTo>
                      <a:pt x="11433263" y="6483083"/>
                    </a:lnTo>
                    <a:lnTo>
                      <a:pt x="11389679" y="6054106"/>
                    </a:lnTo>
                    <a:lnTo>
                      <a:pt x="11328585" y="5735133"/>
                    </a:lnTo>
                    <a:lnTo>
                      <a:pt x="11258283" y="5502381"/>
                    </a:lnTo>
                    <a:lnTo>
                      <a:pt x="11148588" y="5233898"/>
                    </a:lnTo>
                    <a:lnTo>
                      <a:pt x="11059301" y="5074617"/>
                    </a:lnTo>
                    <a:lnTo>
                      <a:pt x="11052995" y="5062623"/>
                    </a:lnTo>
                    <a:lnTo>
                      <a:pt x="11056717" y="5060755"/>
                    </a:lnTo>
                    <a:lnTo>
                      <a:pt x="11007939" y="4968955"/>
                    </a:lnTo>
                    <a:lnTo>
                      <a:pt x="10629825" y="4471893"/>
                    </a:lnTo>
                    <a:lnTo>
                      <a:pt x="10641252" y="4320297"/>
                    </a:lnTo>
                    <a:lnTo>
                      <a:pt x="10612822" y="4290216"/>
                    </a:lnTo>
                    <a:lnTo>
                      <a:pt x="10434077" y="4289830"/>
                    </a:lnTo>
                    <a:lnTo>
                      <a:pt x="10426584" y="4283390"/>
                    </a:lnTo>
                    <a:lnTo>
                      <a:pt x="6624855" y="830862"/>
                    </a:lnTo>
                    <a:lnTo>
                      <a:pt x="6523429" y="754041"/>
                    </a:lnTo>
                    <a:lnTo>
                      <a:pt x="6046831" y="319529"/>
                    </a:lnTo>
                    <a:lnTo>
                      <a:pt x="6126018" y="1557602"/>
                    </a:lnTo>
                    <a:lnTo>
                      <a:pt x="6164952" y="2333654"/>
                    </a:lnTo>
                    <a:lnTo>
                      <a:pt x="6339350" y="4363733"/>
                    </a:lnTo>
                    <a:lnTo>
                      <a:pt x="6400517" y="5026537"/>
                    </a:lnTo>
                    <a:lnTo>
                      <a:pt x="6780056" y="5061370"/>
                    </a:lnTo>
                    <a:lnTo>
                      <a:pt x="6771689" y="5263665"/>
                    </a:lnTo>
                    <a:lnTo>
                      <a:pt x="6664429" y="5264259"/>
                    </a:lnTo>
                    <a:lnTo>
                      <a:pt x="6667093" y="5384957"/>
                    </a:lnTo>
                    <a:lnTo>
                      <a:pt x="6677765" y="5384297"/>
                    </a:lnTo>
                    <a:lnTo>
                      <a:pt x="6678046" y="5389537"/>
                    </a:lnTo>
                    <a:lnTo>
                      <a:pt x="6669977" y="5389879"/>
                    </a:lnTo>
                    <a:lnTo>
                      <a:pt x="6668244" y="5411777"/>
                    </a:lnTo>
                    <a:lnTo>
                      <a:pt x="6670604" y="5543113"/>
                    </a:lnTo>
                    <a:lnTo>
                      <a:pt x="6533239" y="5547220"/>
                    </a:lnTo>
                    <a:lnTo>
                      <a:pt x="6600476" y="5754294"/>
                    </a:lnTo>
                    <a:lnTo>
                      <a:pt x="6466285" y="5814655"/>
                    </a:lnTo>
                    <a:lnTo>
                      <a:pt x="6434616" y="5731536"/>
                    </a:lnTo>
                    <a:lnTo>
                      <a:pt x="6159316" y="5838247"/>
                    </a:lnTo>
                    <a:lnTo>
                      <a:pt x="6161598" y="5844405"/>
                    </a:lnTo>
                    <a:lnTo>
                      <a:pt x="5980667" y="5916659"/>
                    </a:lnTo>
                    <a:lnTo>
                      <a:pt x="5562859" y="6073394"/>
                    </a:lnTo>
                    <a:lnTo>
                      <a:pt x="5305311" y="6177375"/>
                    </a:lnTo>
                    <a:lnTo>
                      <a:pt x="5259877" y="6166914"/>
                    </a:lnTo>
                    <a:lnTo>
                      <a:pt x="5231408" y="6166869"/>
                    </a:lnTo>
                    <a:lnTo>
                      <a:pt x="5209827" y="6175123"/>
                    </a:lnTo>
                    <a:lnTo>
                      <a:pt x="5058677" y="6255405"/>
                    </a:lnTo>
                    <a:lnTo>
                      <a:pt x="4934047" y="6348994"/>
                    </a:lnTo>
                    <a:lnTo>
                      <a:pt x="4723220" y="6557294"/>
                    </a:lnTo>
                    <a:lnTo>
                      <a:pt x="4088839" y="7019054"/>
                    </a:lnTo>
                    <a:lnTo>
                      <a:pt x="3658926" y="7248310"/>
                    </a:lnTo>
                    <a:lnTo>
                      <a:pt x="3344283" y="7407910"/>
                    </a:lnTo>
                    <a:lnTo>
                      <a:pt x="3322934" y="7409682"/>
                    </a:lnTo>
                    <a:close/>
                  </a:path>
                </a:pathLst>
              </a:custGeom>
              <a:solidFill>
                <a:srgbClr val="FFFFFF">
                  <a:alpha val="45000"/>
                </a:srgbClr>
              </a:solidFill>
              <a:ln>
                <a:noFill/>
              </a:ln>
            </p:spPr>
          </p:sp>
        </p:grpSp>
        <p:grpSp>
          <p:nvGrpSpPr>
            <p:cNvPr id="350" name="Улично-дорожная сеть (OSM)"/>
            <p:cNvGrpSpPr/>
            <p:nvPr/>
          </p:nvGrpSpPr>
          <p:grpSpPr>
            <a:xfrm>
              <a:off x="0" y="1584000"/>
              <a:ext cx="15120000" cy="9108000"/>
              <a:chOff x="0" y="1584000"/>
              <a:chExt cx="15120000" cy="9108000"/>
            </a:xfrm>
          </p:grpSpPr>
          <p:sp>
            <p:nvSpPr>
              <p:cNvPr id="58" name="Контур"/>
              <p:cNvSpPr/>
              <p:nvPr/>
            </p:nvSpPr>
            <p:spPr>
              <a:xfrm>
                <a:off x="9511319" y="9012703"/>
                <a:ext cx="7057" cy="30353"/>
              </a:xfrm>
              <a:custGeom>
                <a:avLst/>
                <a:gdLst/>
                <a:ahLst/>
                <a:cxnLst/>
                <a:rect l="l" t="t" r="r" b="b"/>
                <a:pathLst>
                  <a:path w="7057" h="30353" fill="none">
                    <a:moveTo>
                      <a:pt x="690" y="2956"/>
                    </a:moveTo>
                    <a:lnTo>
                      <a:pt x="1425" y="6129"/>
                    </a:lnTo>
                    <a:moveTo>
                      <a:pt x="0" y="0"/>
                    </a:moveTo>
                    <a:lnTo>
                      <a:pt x="690" y="2956"/>
                    </a:lnTo>
                    <a:moveTo>
                      <a:pt x="1425" y="6129"/>
                    </a:moveTo>
                    <a:lnTo>
                      <a:pt x="4932" y="21267"/>
                    </a:lnTo>
                    <a:lnTo>
                      <a:pt x="7057" y="30353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59" name="Контур"/>
              <p:cNvSpPr/>
              <p:nvPr/>
            </p:nvSpPr>
            <p:spPr>
              <a:xfrm>
                <a:off x="9669893" y="10060610"/>
                <a:ext cx="325923" cy="26330"/>
              </a:xfrm>
              <a:custGeom>
                <a:avLst/>
                <a:gdLst/>
                <a:ahLst/>
                <a:cxnLst/>
                <a:rect l="l" t="t" r="r" b="b"/>
                <a:pathLst>
                  <a:path w="325923" h="26330" fill="none">
                    <a:moveTo>
                      <a:pt x="325923" y="26330"/>
                    </a:moveTo>
                    <a:lnTo>
                      <a:pt x="291330" y="24517"/>
                    </a:lnTo>
                    <a:lnTo>
                      <a:pt x="201397" y="16115"/>
                    </a:lnTo>
                    <a:lnTo>
                      <a:pt x="164284" y="11940"/>
                    </a:lnTo>
                    <a:lnTo>
                      <a:pt x="155006" y="10888"/>
                    </a:lnTo>
                    <a:lnTo>
                      <a:pt x="95153" y="6678"/>
                    </a:lnTo>
                    <a:lnTo>
                      <a:pt x="15309" y="0"/>
                    </a:lnTo>
                    <a:lnTo>
                      <a:pt x="0" y="1565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60" name="Контур"/>
              <p:cNvSpPr/>
              <p:nvPr/>
            </p:nvSpPr>
            <p:spPr>
              <a:xfrm>
                <a:off x="9518376" y="9043056"/>
                <a:ext cx="172432" cy="1646370"/>
              </a:xfrm>
              <a:custGeom>
                <a:avLst/>
                <a:gdLst/>
                <a:ahLst/>
                <a:cxnLst/>
                <a:rect l="l" t="t" r="r" b="b"/>
                <a:pathLst>
                  <a:path w="172432" h="1646370" fill="none">
                    <a:moveTo>
                      <a:pt x="0" y="0"/>
                    </a:moveTo>
                    <a:lnTo>
                      <a:pt x="129994" y="559723"/>
                    </a:lnTo>
                    <a:lnTo>
                      <a:pt x="135757" y="598977"/>
                    </a:lnTo>
                    <a:lnTo>
                      <a:pt x="151517" y="1019119"/>
                    </a:lnTo>
                    <a:moveTo>
                      <a:pt x="152942" y="1096872"/>
                    </a:moveTo>
                    <a:lnTo>
                      <a:pt x="153079" y="1111702"/>
                    </a:lnTo>
                    <a:lnTo>
                      <a:pt x="155065" y="1165958"/>
                    </a:lnTo>
                    <a:lnTo>
                      <a:pt x="155662" y="1182651"/>
                    </a:lnTo>
                    <a:lnTo>
                      <a:pt x="159358" y="1225291"/>
                    </a:lnTo>
                    <a:lnTo>
                      <a:pt x="161846" y="1275659"/>
                    </a:lnTo>
                    <a:lnTo>
                      <a:pt x="162287" y="1290318"/>
                    </a:lnTo>
                    <a:lnTo>
                      <a:pt x="163494" y="1330102"/>
                    </a:lnTo>
                    <a:lnTo>
                      <a:pt x="165006" y="1411616"/>
                    </a:lnTo>
                    <a:lnTo>
                      <a:pt x="167145" y="1449900"/>
                    </a:lnTo>
                    <a:lnTo>
                      <a:pt x="167718" y="1480190"/>
                    </a:lnTo>
                    <a:lnTo>
                      <a:pt x="167912" y="1486525"/>
                    </a:lnTo>
                    <a:lnTo>
                      <a:pt x="168005" y="1489747"/>
                    </a:lnTo>
                    <a:lnTo>
                      <a:pt x="168311" y="1499720"/>
                    </a:lnTo>
                    <a:lnTo>
                      <a:pt x="169610" y="1542417"/>
                    </a:lnTo>
                    <a:lnTo>
                      <a:pt x="171491" y="1615357"/>
                    </a:lnTo>
                    <a:lnTo>
                      <a:pt x="172432" y="164637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61" name="Контур"/>
              <p:cNvSpPr/>
              <p:nvPr/>
            </p:nvSpPr>
            <p:spPr>
              <a:xfrm>
                <a:off x="9671318" y="10090042"/>
                <a:ext cx="383348" cy="49886"/>
              </a:xfrm>
              <a:custGeom>
                <a:avLst/>
                <a:gdLst/>
                <a:ahLst/>
                <a:cxnLst/>
                <a:rect l="l" t="t" r="r" b="b"/>
                <a:pathLst>
                  <a:path w="383348" h="49886" fill="none">
                    <a:moveTo>
                      <a:pt x="0" y="49886"/>
                    </a:moveTo>
                    <a:lnTo>
                      <a:pt x="16227" y="49550"/>
                    </a:lnTo>
                    <a:lnTo>
                      <a:pt x="72841" y="47886"/>
                    </a:lnTo>
                    <a:lnTo>
                      <a:pt x="96615" y="46035"/>
                    </a:lnTo>
                    <a:lnTo>
                      <a:pt x="111036" y="43826"/>
                    </a:lnTo>
                    <a:lnTo>
                      <a:pt x="165988" y="35694"/>
                    </a:lnTo>
                    <a:lnTo>
                      <a:pt x="200955" y="30199"/>
                    </a:lnTo>
                    <a:lnTo>
                      <a:pt x="293542" y="11702"/>
                    </a:lnTo>
                    <a:lnTo>
                      <a:pt x="383348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62" name="Контур"/>
              <p:cNvSpPr/>
              <p:nvPr/>
            </p:nvSpPr>
            <p:spPr>
              <a:xfrm>
                <a:off x="9476167" y="8862185"/>
                <a:ext cx="195151" cy="1277743"/>
              </a:xfrm>
              <a:custGeom>
                <a:avLst/>
                <a:gdLst/>
                <a:ahLst/>
                <a:cxnLst/>
                <a:rect l="l" t="t" r="r" b="b"/>
                <a:pathLst>
                  <a:path w="195151" h="1277743" fill="none">
                    <a:moveTo>
                      <a:pt x="193726" y="1199990"/>
                    </a:moveTo>
                    <a:lnTo>
                      <a:pt x="195151" y="1277743"/>
                    </a:lnTo>
                    <a:moveTo>
                      <a:pt x="5286" y="24410"/>
                    </a:moveTo>
                    <a:lnTo>
                      <a:pt x="8419" y="37654"/>
                    </a:lnTo>
                    <a:lnTo>
                      <a:pt x="19811" y="85762"/>
                    </a:lnTo>
                    <a:lnTo>
                      <a:pt x="24149" y="104057"/>
                    </a:lnTo>
                    <a:lnTo>
                      <a:pt x="35152" y="150518"/>
                    </a:lnTo>
                    <a:moveTo>
                      <a:pt x="0" y="0"/>
                    </a:moveTo>
                    <a:lnTo>
                      <a:pt x="2669" y="12305"/>
                    </a:lnTo>
                    <a:lnTo>
                      <a:pt x="5286" y="2441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63" name="Контур"/>
              <p:cNvSpPr/>
              <p:nvPr/>
            </p:nvSpPr>
            <p:spPr>
              <a:xfrm>
                <a:off x="9476167" y="8696238"/>
                <a:ext cx="689151" cy="165947"/>
              </a:xfrm>
              <a:custGeom>
                <a:avLst/>
                <a:gdLst/>
                <a:ahLst/>
                <a:cxnLst/>
                <a:rect l="l" t="t" r="r" b="b"/>
                <a:pathLst>
                  <a:path w="689151" h="165947" fill="none">
                    <a:moveTo>
                      <a:pt x="0" y="165947"/>
                    </a:moveTo>
                    <a:lnTo>
                      <a:pt x="124109" y="136227"/>
                    </a:lnTo>
                    <a:lnTo>
                      <a:pt x="205090" y="116370"/>
                    </a:lnTo>
                    <a:lnTo>
                      <a:pt x="312146" y="90101"/>
                    </a:lnTo>
                    <a:lnTo>
                      <a:pt x="384412" y="72378"/>
                    </a:lnTo>
                    <a:lnTo>
                      <a:pt x="528342" y="38473"/>
                    </a:lnTo>
                    <a:lnTo>
                      <a:pt x="596125" y="22094"/>
                    </a:lnTo>
                    <a:lnTo>
                      <a:pt x="689151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64" name="Контур"/>
              <p:cNvSpPr/>
              <p:nvPr/>
            </p:nvSpPr>
            <p:spPr>
              <a:xfrm>
                <a:off x="9481453" y="8695839"/>
                <a:ext cx="798816" cy="190756"/>
              </a:xfrm>
              <a:custGeom>
                <a:avLst/>
                <a:gdLst/>
                <a:ahLst/>
                <a:cxnLst/>
                <a:rect l="l" t="t" r="r" b="b"/>
                <a:pathLst>
                  <a:path w="798816" h="190756" fill="none">
                    <a:moveTo>
                      <a:pt x="0" y="190756"/>
                    </a:moveTo>
                    <a:lnTo>
                      <a:pt x="35008" y="182596"/>
                    </a:lnTo>
                    <a:lnTo>
                      <a:pt x="102181" y="166934"/>
                    </a:lnTo>
                    <a:lnTo>
                      <a:pt x="207129" y="140862"/>
                    </a:lnTo>
                    <a:lnTo>
                      <a:pt x="210025" y="140139"/>
                    </a:lnTo>
                    <a:lnTo>
                      <a:pt x="303266" y="116909"/>
                    </a:lnTo>
                    <a:lnTo>
                      <a:pt x="473593" y="76486"/>
                    </a:lnTo>
                    <a:lnTo>
                      <a:pt x="596391" y="47873"/>
                    </a:lnTo>
                    <a:lnTo>
                      <a:pt x="712377" y="19875"/>
                    </a:lnTo>
                    <a:lnTo>
                      <a:pt x="798816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65" name="Контур"/>
              <p:cNvSpPr/>
              <p:nvPr/>
            </p:nvSpPr>
            <p:spPr>
              <a:xfrm>
                <a:off x="9299587" y="8862185"/>
                <a:ext cx="176580" cy="39065"/>
              </a:xfrm>
              <a:custGeom>
                <a:avLst/>
                <a:gdLst/>
                <a:ahLst/>
                <a:cxnLst/>
                <a:rect l="l" t="t" r="r" b="b"/>
                <a:pathLst>
                  <a:path w="176580" h="39065" fill="none">
                    <a:moveTo>
                      <a:pt x="0" y="39065"/>
                    </a:moveTo>
                    <a:lnTo>
                      <a:pt x="176580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66" name="Контур"/>
              <p:cNvSpPr/>
              <p:nvPr/>
            </p:nvSpPr>
            <p:spPr>
              <a:xfrm>
                <a:off x="9157015" y="8812054"/>
                <a:ext cx="324438" cy="100744"/>
              </a:xfrm>
              <a:custGeom>
                <a:avLst/>
                <a:gdLst/>
                <a:ahLst/>
                <a:cxnLst/>
                <a:rect l="l" t="t" r="r" b="b"/>
                <a:pathLst>
                  <a:path w="324438" h="100744" fill="none">
                    <a:moveTo>
                      <a:pt x="200251" y="100744"/>
                    </a:moveTo>
                    <a:lnTo>
                      <a:pt x="324438" y="74541"/>
                    </a:lnTo>
                    <a:moveTo>
                      <a:pt x="308359" y="0"/>
                    </a:moveTo>
                    <a:lnTo>
                      <a:pt x="280608" y="6355"/>
                    </a:lnTo>
                    <a:lnTo>
                      <a:pt x="200340" y="24741"/>
                    </a:lnTo>
                    <a:lnTo>
                      <a:pt x="173716" y="30705"/>
                    </a:lnTo>
                    <a:lnTo>
                      <a:pt x="0" y="69769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67" name="Контур"/>
              <p:cNvSpPr/>
              <p:nvPr/>
            </p:nvSpPr>
            <p:spPr>
              <a:xfrm>
                <a:off x="9241663" y="8901250"/>
                <a:ext cx="57924" cy="12811"/>
              </a:xfrm>
              <a:custGeom>
                <a:avLst/>
                <a:gdLst/>
                <a:ahLst/>
                <a:cxnLst/>
                <a:rect l="l" t="t" r="r" b="b"/>
                <a:pathLst>
                  <a:path w="57924" h="12811" fill="none">
                    <a:moveTo>
                      <a:pt x="0" y="12811"/>
                    </a:moveTo>
                    <a:lnTo>
                      <a:pt x="57924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68" name="Контур"/>
              <p:cNvSpPr/>
              <p:nvPr/>
            </p:nvSpPr>
            <p:spPr>
              <a:xfrm>
                <a:off x="9270143" y="10062175"/>
                <a:ext cx="401175" cy="88600"/>
              </a:xfrm>
              <a:custGeom>
                <a:avLst/>
                <a:gdLst/>
                <a:ahLst/>
                <a:cxnLst/>
                <a:rect l="l" t="t" r="r" b="b"/>
                <a:pathLst>
                  <a:path w="401175" h="88600" fill="none">
                    <a:moveTo>
                      <a:pt x="189564" y="6049"/>
                    </a:moveTo>
                    <a:lnTo>
                      <a:pt x="182046" y="6253"/>
                    </a:lnTo>
                    <a:moveTo>
                      <a:pt x="399750" y="0"/>
                    </a:moveTo>
                    <a:lnTo>
                      <a:pt x="382437" y="296"/>
                    </a:lnTo>
                    <a:lnTo>
                      <a:pt x="314364" y="2380"/>
                    </a:lnTo>
                    <a:lnTo>
                      <a:pt x="223780" y="5138"/>
                    </a:lnTo>
                    <a:lnTo>
                      <a:pt x="189564" y="6049"/>
                    </a:lnTo>
                    <a:moveTo>
                      <a:pt x="193609" y="83744"/>
                    </a:moveTo>
                    <a:lnTo>
                      <a:pt x="221234" y="82862"/>
                    </a:lnTo>
                    <a:lnTo>
                      <a:pt x="385399" y="78149"/>
                    </a:lnTo>
                    <a:lnTo>
                      <a:pt x="401175" y="77753"/>
                    </a:lnTo>
                    <a:moveTo>
                      <a:pt x="0" y="88600"/>
                    </a:moveTo>
                    <a:lnTo>
                      <a:pt x="9099" y="88405"/>
                    </a:lnTo>
                    <a:lnTo>
                      <a:pt x="17694" y="88258"/>
                    </a:lnTo>
                    <a:moveTo>
                      <a:pt x="17694" y="88258"/>
                    </a:moveTo>
                    <a:lnTo>
                      <a:pt x="55339" y="87332"/>
                    </a:lnTo>
                    <a:lnTo>
                      <a:pt x="174327" y="84556"/>
                    </a:lnTo>
                    <a:moveTo>
                      <a:pt x="174327" y="84556"/>
                    </a:moveTo>
                    <a:lnTo>
                      <a:pt x="179440" y="84255"/>
                    </a:lnTo>
                    <a:lnTo>
                      <a:pt x="193609" y="83744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69" name="Контур"/>
              <p:cNvSpPr/>
              <p:nvPr/>
            </p:nvSpPr>
            <p:spPr>
              <a:xfrm>
                <a:off x="9056014" y="8881823"/>
                <a:ext cx="101001" cy="1810177"/>
              </a:xfrm>
              <a:custGeom>
                <a:avLst/>
                <a:gdLst/>
                <a:ahLst/>
                <a:cxnLst/>
                <a:rect l="l" t="t" r="r" b="b"/>
                <a:pathLst>
                  <a:path w="101001" h="1810177" fill="none">
                    <a:moveTo>
                      <a:pt x="56701" y="1810177"/>
                    </a:moveTo>
                    <a:lnTo>
                      <a:pt x="55620" y="1784460"/>
                    </a:lnTo>
                    <a:moveTo>
                      <a:pt x="55620" y="1784460"/>
                    </a:moveTo>
                    <a:lnTo>
                      <a:pt x="54257" y="1742056"/>
                    </a:lnTo>
                    <a:moveTo>
                      <a:pt x="54257" y="1742056"/>
                    </a:moveTo>
                    <a:lnTo>
                      <a:pt x="53917" y="1730156"/>
                    </a:lnTo>
                    <a:lnTo>
                      <a:pt x="53635" y="1717594"/>
                    </a:lnTo>
                    <a:moveTo>
                      <a:pt x="9689" y="20544"/>
                    </a:moveTo>
                    <a:lnTo>
                      <a:pt x="0" y="22237"/>
                    </a:lnTo>
                    <a:moveTo>
                      <a:pt x="101001" y="0"/>
                    </a:moveTo>
                    <a:lnTo>
                      <a:pt x="9689" y="20544"/>
                    </a:lnTo>
                    <a:moveTo>
                      <a:pt x="5652" y="300783"/>
                    </a:moveTo>
                    <a:lnTo>
                      <a:pt x="5200" y="291057"/>
                    </a:lnTo>
                    <a:lnTo>
                      <a:pt x="1532" y="189434"/>
                    </a:lnTo>
                    <a:lnTo>
                      <a:pt x="620" y="164264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70" name="Контур"/>
              <p:cNvSpPr/>
              <p:nvPr/>
            </p:nvSpPr>
            <p:spPr>
              <a:xfrm>
                <a:off x="9053984" y="8839514"/>
                <a:ext cx="417305" cy="93861"/>
              </a:xfrm>
              <a:custGeom>
                <a:avLst/>
                <a:gdLst/>
                <a:ahLst/>
                <a:cxnLst/>
                <a:rect l="l" t="t" r="r" b="b"/>
                <a:pathLst>
                  <a:path w="417305" h="93861" fill="none">
                    <a:moveTo>
                      <a:pt x="417305" y="0"/>
                    </a:moveTo>
                    <a:lnTo>
                      <a:pt x="108042" y="69573"/>
                    </a:lnTo>
                    <a:lnTo>
                      <a:pt x="24847" y="88277"/>
                    </a:lnTo>
                    <a:lnTo>
                      <a:pt x="0" y="93861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71" name="Контур"/>
              <p:cNvSpPr/>
              <p:nvPr/>
            </p:nvSpPr>
            <p:spPr>
              <a:xfrm>
                <a:off x="9053182" y="8840624"/>
                <a:ext cx="304084" cy="136132"/>
              </a:xfrm>
              <a:custGeom>
                <a:avLst/>
                <a:gdLst/>
                <a:ahLst/>
                <a:cxnLst/>
                <a:rect l="l" t="t" r="r" b="b"/>
                <a:pathLst>
                  <a:path w="304084" h="136132" fill="none">
                    <a:moveTo>
                      <a:pt x="2832" y="63436"/>
                    </a:moveTo>
                    <a:lnTo>
                      <a:pt x="4098" y="47613"/>
                    </a:lnTo>
                    <a:lnTo>
                      <a:pt x="5061" y="39808"/>
                    </a:lnTo>
                    <a:lnTo>
                      <a:pt x="7335" y="18354"/>
                    </a:lnTo>
                    <a:lnTo>
                      <a:pt x="9388" y="0"/>
                    </a:lnTo>
                    <a:moveTo>
                      <a:pt x="802" y="92751"/>
                    </a:moveTo>
                    <a:lnTo>
                      <a:pt x="2832" y="63436"/>
                    </a:lnTo>
                    <a:moveTo>
                      <a:pt x="953" y="136132"/>
                    </a:moveTo>
                    <a:lnTo>
                      <a:pt x="0" y="115124"/>
                    </a:lnTo>
                    <a:moveTo>
                      <a:pt x="953" y="136132"/>
                    </a:moveTo>
                    <a:lnTo>
                      <a:pt x="41327" y="127610"/>
                    </a:lnTo>
                    <a:lnTo>
                      <a:pt x="130484" y="108571"/>
                    </a:lnTo>
                    <a:lnTo>
                      <a:pt x="192861" y="95540"/>
                    </a:lnTo>
                    <a:lnTo>
                      <a:pt x="229331" y="87929"/>
                    </a:lnTo>
                    <a:lnTo>
                      <a:pt x="231595" y="87456"/>
                    </a:lnTo>
                    <a:lnTo>
                      <a:pt x="242298" y="85203"/>
                    </a:lnTo>
                    <a:lnTo>
                      <a:pt x="304084" y="72174"/>
                    </a:lnTo>
                    <a:moveTo>
                      <a:pt x="0" y="115124"/>
                    </a:moveTo>
                    <a:lnTo>
                      <a:pt x="802" y="92751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72" name="Контур"/>
              <p:cNvSpPr/>
              <p:nvPr/>
            </p:nvSpPr>
            <p:spPr>
              <a:xfrm>
                <a:off x="9053182" y="8914061"/>
                <a:ext cx="188481" cy="41687"/>
              </a:xfrm>
              <a:custGeom>
                <a:avLst/>
                <a:gdLst/>
                <a:ahLst/>
                <a:cxnLst/>
                <a:rect l="l" t="t" r="r" b="b"/>
                <a:pathLst>
                  <a:path w="188481" h="41687" fill="none">
                    <a:moveTo>
                      <a:pt x="0" y="41687"/>
                    </a:moveTo>
                    <a:lnTo>
                      <a:pt x="112189" y="16886"/>
                    </a:lnTo>
                    <a:lnTo>
                      <a:pt x="127253" y="13550"/>
                    </a:lnTo>
                    <a:lnTo>
                      <a:pt x="188481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73" name="Контур"/>
              <p:cNvSpPr/>
              <p:nvPr/>
            </p:nvSpPr>
            <p:spPr>
              <a:xfrm>
                <a:off x="9054135" y="8976756"/>
                <a:ext cx="2499" cy="69331"/>
              </a:xfrm>
              <a:custGeom>
                <a:avLst/>
                <a:gdLst/>
                <a:ahLst/>
                <a:cxnLst/>
                <a:rect l="l" t="t" r="r" b="b"/>
                <a:pathLst>
                  <a:path w="2499" h="69331" fill="none">
                    <a:moveTo>
                      <a:pt x="2499" y="69331"/>
                    </a:moveTo>
                    <a:lnTo>
                      <a:pt x="534" y="18420"/>
                    </a:lnTo>
                    <a:lnTo>
                      <a:pt x="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74" name="Контур"/>
              <p:cNvSpPr/>
              <p:nvPr/>
            </p:nvSpPr>
            <p:spPr>
              <a:xfrm>
                <a:off x="8830478" y="8933375"/>
                <a:ext cx="223506" cy="43076"/>
              </a:xfrm>
              <a:custGeom>
                <a:avLst/>
                <a:gdLst/>
                <a:ahLst/>
                <a:cxnLst/>
                <a:rect l="l" t="t" r="r" b="b"/>
                <a:pathLst>
                  <a:path w="223506" h="43076" fill="none">
                    <a:moveTo>
                      <a:pt x="42404" y="18909"/>
                    </a:moveTo>
                    <a:lnTo>
                      <a:pt x="0" y="21827"/>
                    </a:lnTo>
                    <a:moveTo>
                      <a:pt x="223506" y="0"/>
                    </a:moveTo>
                    <a:lnTo>
                      <a:pt x="103471" y="13827"/>
                    </a:lnTo>
                    <a:lnTo>
                      <a:pt x="64769" y="17360"/>
                    </a:lnTo>
                    <a:lnTo>
                      <a:pt x="42404" y="18909"/>
                    </a:lnTo>
                    <a:moveTo>
                      <a:pt x="5729" y="43076"/>
                    </a:moveTo>
                    <a:lnTo>
                      <a:pt x="68140" y="39483"/>
                    </a:lnTo>
                    <a:lnTo>
                      <a:pt x="132367" y="34263"/>
                    </a:lnTo>
                    <a:moveTo>
                      <a:pt x="132367" y="34263"/>
                    </a:moveTo>
                    <a:lnTo>
                      <a:pt x="222704" y="22373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75" name="Контур"/>
              <p:cNvSpPr/>
              <p:nvPr/>
            </p:nvSpPr>
            <p:spPr>
              <a:xfrm>
                <a:off x="9061666" y="9182606"/>
                <a:ext cx="16689" cy="479816"/>
              </a:xfrm>
              <a:custGeom>
                <a:avLst/>
                <a:gdLst/>
                <a:ahLst/>
                <a:cxnLst/>
                <a:rect l="l" t="t" r="r" b="b"/>
                <a:pathLst>
                  <a:path w="16689" h="479816" fill="none">
                    <a:moveTo>
                      <a:pt x="10076" y="275643"/>
                    </a:moveTo>
                    <a:lnTo>
                      <a:pt x="9594" y="265008"/>
                    </a:lnTo>
                    <a:lnTo>
                      <a:pt x="9311" y="252244"/>
                    </a:lnTo>
                    <a:lnTo>
                      <a:pt x="8787" y="232252"/>
                    </a:lnTo>
                    <a:moveTo>
                      <a:pt x="15113" y="442069"/>
                    </a:moveTo>
                    <a:lnTo>
                      <a:pt x="14921" y="436134"/>
                    </a:lnTo>
                    <a:lnTo>
                      <a:pt x="13727" y="398278"/>
                    </a:lnTo>
                    <a:lnTo>
                      <a:pt x="10076" y="275643"/>
                    </a:lnTo>
                    <a:moveTo>
                      <a:pt x="16689" y="479816"/>
                    </a:moveTo>
                    <a:lnTo>
                      <a:pt x="15917" y="460719"/>
                    </a:lnTo>
                    <a:lnTo>
                      <a:pt x="15684" y="457159"/>
                    </a:lnTo>
                    <a:lnTo>
                      <a:pt x="15113" y="442069"/>
                    </a:lnTo>
                    <a:moveTo>
                      <a:pt x="1730" y="40999"/>
                    </a:moveTo>
                    <a:lnTo>
                      <a:pt x="931" y="21609"/>
                    </a:lnTo>
                    <a:lnTo>
                      <a:pt x="443" y="9725"/>
                    </a:lnTo>
                    <a:lnTo>
                      <a:pt x="0" y="0"/>
                    </a:lnTo>
                    <a:moveTo>
                      <a:pt x="4584" y="110066"/>
                    </a:moveTo>
                    <a:lnTo>
                      <a:pt x="1730" y="40999"/>
                    </a:lnTo>
                    <a:moveTo>
                      <a:pt x="8787" y="232252"/>
                    </a:moveTo>
                    <a:lnTo>
                      <a:pt x="7291" y="175588"/>
                    </a:lnTo>
                    <a:lnTo>
                      <a:pt x="4584" y="11006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76" name="Контур"/>
              <p:cNvSpPr/>
              <p:nvPr/>
            </p:nvSpPr>
            <p:spPr>
              <a:xfrm>
                <a:off x="9097425" y="10150775"/>
                <a:ext cx="172718" cy="4895"/>
              </a:xfrm>
              <a:custGeom>
                <a:avLst/>
                <a:gdLst/>
                <a:ahLst/>
                <a:cxnLst/>
                <a:rect l="l" t="t" r="r" b="b"/>
                <a:pathLst>
                  <a:path w="172718" h="4895" fill="none">
                    <a:moveTo>
                      <a:pt x="0" y="4895"/>
                    </a:moveTo>
                    <a:lnTo>
                      <a:pt x="12963" y="4713"/>
                    </a:lnTo>
                    <a:lnTo>
                      <a:pt x="57162" y="3405"/>
                    </a:lnTo>
                    <a:lnTo>
                      <a:pt x="172718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77" name="Контур"/>
              <p:cNvSpPr/>
              <p:nvPr/>
            </p:nvSpPr>
            <p:spPr>
              <a:xfrm>
                <a:off x="9078355" y="9662422"/>
                <a:ext cx="19070" cy="493248"/>
              </a:xfrm>
              <a:custGeom>
                <a:avLst/>
                <a:gdLst/>
                <a:ahLst/>
                <a:cxnLst/>
                <a:rect l="l" t="t" r="r" b="b"/>
                <a:pathLst>
                  <a:path w="19070" h="493248" fill="none">
                    <a:moveTo>
                      <a:pt x="19070" y="493248"/>
                    </a:moveTo>
                    <a:lnTo>
                      <a:pt x="18377" y="478205"/>
                    </a:lnTo>
                    <a:lnTo>
                      <a:pt x="18378" y="474598"/>
                    </a:lnTo>
                    <a:lnTo>
                      <a:pt x="18165" y="469665"/>
                    </a:lnTo>
                    <a:lnTo>
                      <a:pt x="16731" y="436434"/>
                    </a:lnTo>
                    <a:lnTo>
                      <a:pt x="16459" y="431950"/>
                    </a:lnTo>
                    <a:lnTo>
                      <a:pt x="16231" y="427650"/>
                    </a:lnTo>
                    <a:lnTo>
                      <a:pt x="15581" y="416352"/>
                    </a:lnTo>
                    <a:moveTo>
                      <a:pt x="15581" y="416352"/>
                    </a:moveTo>
                    <a:lnTo>
                      <a:pt x="14833" y="402635"/>
                    </a:lnTo>
                    <a:lnTo>
                      <a:pt x="14558" y="397364"/>
                    </a:lnTo>
                    <a:lnTo>
                      <a:pt x="14282" y="392062"/>
                    </a:lnTo>
                    <a:lnTo>
                      <a:pt x="12378" y="358726"/>
                    </a:lnTo>
                    <a:lnTo>
                      <a:pt x="11202" y="338566"/>
                    </a:lnTo>
                    <a:lnTo>
                      <a:pt x="7077" y="210723"/>
                    </a:lnTo>
                    <a:lnTo>
                      <a:pt x="7022" y="208303"/>
                    </a:lnTo>
                    <a:lnTo>
                      <a:pt x="6893" y="204712"/>
                    </a:lnTo>
                    <a:lnTo>
                      <a:pt x="6386" y="188373"/>
                    </a:lnTo>
                    <a:lnTo>
                      <a:pt x="2225" y="54702"/>
                    </a:lnTo>
                    <a:lnTo>
                      <a:pt x="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78" name="Контур"/>
              <p:cNvSpPr/>
              <p:nvPr/>
            </p:nvSpPr>
            <p:spPr>
              <a:xfrm>
                <a:off x="9093936" y="10068428"/>
                <a:ext cx="358253" cy="10346"/>
              </a:xfrm>
              <a:custGeom>
                <a:avLst/>
                <a:gdLst/>
                <a:ahLst/>
                <a:cxnLst/>
                <a:rect l="l" t="t" r="r" b="b"/>
                <a:pathLst>
                  <a:path w="358253" h="10346" fill="none">
                    <a:moveTo>
                      <a:pt x="358253" y="0"/>
                    </a:moveTo>
                    <a:lnTo>
                      <a:pt x="341706" y="476"/>
                    </a:lnTo>
                    <a:lnTo>
                      <a:pt x="217055" y="4449"/>
                    </a:lnTo>
                    <a:lnTo>
                      <a:pt x="208041" y="4367"/>
                    </a:lnTo>
                    <a:lnTo>
                      <a:pt x="174044" y="5353"/>
                    </a:lnTo>
                    <a:lnTo>
                      <a:pt x="77407" y="8133"/>
                    </a:lnTo>
                    <a:lnTo>
                      <a:pt x="22746" y="9705"/>
                    </a:lnTo>
                    <a:lnTo>
                      <a:pt x="13552" y="9962"/>
                    </a:lnTo>
                    <a:lnTo>
                      <a:pt x="0" y="10346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79" name="Контур"/>
              <p:cNvSpPr/>
              <p:nvPr/>
            </p:nvSpPr>
            <p:spPr>
              <a:xfrm>
                <a:off x="9097425" y="7894406"/>
                <a:ext cx="893188" cy="2705011"/>
              </a:xfrm>
              <a:custGeom>
                <a:avLst/>
                <a:gdLst/>
                <a:ahLst/>
                <a:cxnLst/>
                <a:rect l="l" t="t" r="r" b="b"/>
                <a:pathLst>
                  <a:path w="893188" h="2705011" fill="none">
                    <a:moveTo>
                      <a:pt x="12224" y="2705011"/>
                    </a:moveTo>
                    <a:lnTo>
                      <a:pt x="11930" y="2691862"/>
                    </a:lnTo>
                    <a:lnTo>
                      <a:pt x="9698" y="2597170"/>
                    </a:lnTo>
                    <a:lnTo>
                      <a:pt x="9496" y="2588862"/>
                    </a:lnTo>
                    <a:lnTo>
                      <a:pt x="4996" y="2441534"/>
                    </a:lnTo>
                    <a:lnTo>
                      <a:pt x="1670" y="2321703"/>
                    </a:lnTo>
                    <a:lnTo>
                      <a:pt x="739" y="2292340"/>
                    </a:lnTo>
                    <a:lnTo>
                      <a:pt x="438" y="2285234"/>
                    </a:lnTo>
                    <a:lnTo>
                      <a:pt x="107" y="2277389"/>
                    </a:lnTo>
                    <a:lnTo>
                      <a:pt x="0" y="2261264"/>
                    </a:lnTo>
                    <a:moveTo>
                      <a:pt x="696551" y="10021"/>
                    </a:moveTo>
                    <a:lnTo>
                      <a:pt x="703857" y="9633"/>
                    </a:lnTo>
                    <a:lnTo>
                      <a:pt x="720171" y="8817"/>
                    </a:lnTo>
                    <a:lnTo>
                      <a:pt x="740052" y="7801"/>
                    </a:lnTo>
                    <a:moveTo>
                      <a:pt x="740052" y="7801"/>
                    </a:moveTo>
                    <a:lnTo>
                      <a:pt x="784829" y="5528"/>
                    </a:lnTo>
                    <a:lnTo>
                      <a:pt x="878635" y="746"/>
                    </a:lnTo>
                    <a:lnTo>
                      <a:pt x="893188" y="0"/>
                    </a:lnTo>
                    <a:moveTo>
                      <a:pt x="499201" y="20070"/>
                    </a:moveTo>
                    <a:lnTo>
                      <a:pt x="692906" y="10207"/>
                    </a:lnTo>
                    <a:lnTo>
                      <a:pt x="696551" y="10021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80" name="Контур"/>
              <p:cNvSpPr/>
              <p:nvPr/>
            </p:nvSpPr>
            <p:spPr>
              <a:xfrm>
                <a:off x="9782922" y="8588844"/>
                <a:ext cx="747025" cy="176862"/>
              </a:xfrm>
              <a:custGeom>
                <a:avLst/>
                <a:gdLst/>
                <a:ahLst/>
                <a:cxnLst/>
                <a:rect l="l" t="t" r="r" b="b"/>
                <a:pathLst>
                  <a:path w="747025" h="176862" fill="none">
                    <a:moveTo>
                      <a:pt x="747025" y="0"/>
                    </a:moveTo>
                    <a:lnTo>
                      <a:pt x="582360" y="38918"/>
                    </a:lnTo>
                    <a:lnTo>
                      <a:pt x="560699" y="44030"/>
                    </a:lnTo>
                    <a:lnTo>
                      <a:pt x="498943" y="58657"/>
                    </a:lnTo>
                    <a:lnTo>
                      <a:pt x="467926" y="66002"/>
                    </a:lnTo>
                    <a:lnTo>
                      <a:pt x="378118" y="87281"/>
                    </a:lnTo>
                    <a:lnTo>
                      <a:pt x="336071" y="97251"/>
                    </a:lnTo>
                    <a:lnTo>
                      <a:pt x="204866" y="128710"/>
                    </a:lnTo>
                    <a:lnTo>
                      <a:pt x="73812" y="159379"/>
                    </a:lnTo>
                    <a:lnTo>
                      <a:pt x="0" y="176862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81" name="Контур"/>
              <p:cNvSpPr/>
              <p:nvPr/>
            </p:nvSpPr>
            <p:spPr>
              <a:xfrm>
                <a:off x="9150316" y="7435254"/>
                <a:ext cx="1113697" cy="1376800"/>
              </a:xfrm>
              <a:custGeom>
                <a:avLst/>
                <a:gdLst/>
                <a:ahLst/>
                <a:cxnLst/>
                <a:rect l="l" t="t" r="r" b="b"/>
                <a:pathLst>
                  <a:path w="1113697" h="1376800" fill="none">
                    <a:moveTo>
                      <a:pt x="1113697" y="1191103"/>
                    </a:moveTo>
                    <a:lnTo>
                      <a:pt x="1000328" y="1217471"/>
                    </a:lnTo>
                    <a:lnTo>
                      <a:pt x="966804" y="1225259"/>
                    </a:lnTo>
                    <a:lnTo>
                      <a:pt x="896209" y="1241682"/>
                    </a:lnTo>
                    <a:lnTo>
                      <a:pt x="877852" y="1245945"/>
                    </a:lnTo>
                    <a:lnTo>
                      <a:pt x="836714" y="1255510"/>
                    </a:lnTo>
                    <a:lnTo>
                      <a:pt x="738067" y="1278644"/>
                    </a:lnTo>
                    <a:lnTo>
                      <a:pt x="705053" y="1286135"/>
                    </a:lnTo>
                    <a:lnTo>
                      <a:pt x="626271" y="1304443"/>
                    </a:lnTo>
                    <a:lnTo>
                      <a:pt x="520537" y="1329025"/>
                    </a:lnTo>
                    <a:moveTo>
                      <a:pt x="0" y="48701"/>
                    </a:moveTo>
                    <a:lnTo>
                      <a:pt x="17502" y="47944"/>
                    </a:lnTo>
                    <a:lnTo>
                      <a:pt x="68439" y="45756"/>
                    </a:lnTo>
                    <a:lnTo>
                      <a:pt x="100849" y="44361"/>
                    </a:lnTo>
                    <a:lnTo>
                      <a:pt x="304552" y="35589"/>
                    </a:lnTo>
                    <a:lnTo>
                      <a:pt x="380175" y="32084"/>
                    </a:lnTo>
                    <a:lnTo>
                      <a:pt x="384861" y="31877"/>
                    </a:lnTo>
                    <a:lnTo>
                      <a:pt x="483167" y="27588"/>
                    </a:lnTo>
                    <a:lnTo>
                      <a:pt x="492617" y="27175"/>
                    </a:lnTo>
                    <a:lnTo>
                      <a:pt x="566568" y="24415"/>
                    </a:lnTo>
                    <a:lnTo>
                      <a:pt x="575870" y="24079"/>
                    </a:lnTo>
                    <a:lnTo>
                      <a:pt x="630058" y="21162"/>
                    </a:lnTo>
                    <a:lnTo>
                      <a:pt x="656793" y="19991"/>
                    </a:lnTo>
                    <a:lnTo>
                      <a:pt x="901486" y="9267"/>
                    </a:lnTo>
                    <a:lnTo>
                      <a:pt x="929817" y="8025"/>
                    </a:lnTo>
                    <a:lnTo>
                      <a:pt x="944100" y="7404"/>
                    </a:lnTo>
                    <a:lnTo>
                      <a:pt x="1008547" y="4575"/>
                    </a:lnTo>
                    <a:lnTo>
                      <a:pt x="1048792" y="2814"/>
                    </a:lnTo>
                    <a:lnTo>
                      <a:pt x="1113039" y="0"/>
                    </a:lnTo>
                    <a:moveTo>
                      <a:pt x="306825" y="486504"/>
                    </a:moveTo>
                    <a:lnTo>
                      <a:pt x="359386" y="483767"/>
                    </a:lnTo>
                    <a:lnTo>
                      <a:pt x="381574" y="482602"/>
                    </a:lnTo>
                    <a:lnTo>
                      <a:pt x="390695" y="482128"/>
                    </a:lnTo>
                    <a:lnTo>
                      <a:pt x="412962" y="480963"/>
                    </a:lnTo>
                    <a:lnTo>
                      <a:pt x="446310" y="479222"/>
                    </a:lnTo>
                    <a:moveTo>
                      <a:pt x="4475" y="502520"/>
                    </a:moveTo>
                    <a:lnTo>
                      <a:pt x="48107" y="500211"/>
                    </a:lnTo>
                    <a:lnTo>
                      <a:pt x="87200" y="498138"/>
                    </a:lnTo>
                    <a:lnTo>
                      <a:pt x="125400" y="496115"/>
                    </a:lnTo>
                    <a:lnTo>
                      <a:pt x="132758" y="495727"/>
                    </a:lnTo>
                    <a:lnTo>
                      <a:pt x="183644" y="493030"/>
                    </a:lnTo>
                    <a:lnTo>
                      <a:pt x="291135" y="487331"/>
                    </a:lnTo>
                    <a:lnTo>
                      <a:pt x="306825" y="486504"/>
                    </a:lnTo>
                    <a:moveTo>
                      <a:pt x="520537" y="1329025"/>
                    </a:moveTo>
                    <a:lnTo>
                      <a:pt x="439967" y="1347756"/>
                    </a:lnTo>
                    <a:lnTo>
                      <a:pt x="344915" y="1369912"/>
                    </a:lnTo>
                    <a:lnTo>
                      <a:pt x="315058" y="137680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82" name="Контур"/>
              <p:cNvSpPr/>
              <p:nvPr/>
            </p:nvSpPr>
            <p:spPr>
              <a:xfrm>
                <a:off x="9471289" y="8765706"/>
                <a:ext cx="311633" cy="73808"/>
              </a:xfrm>
              <a:custGeom>
                <a:avLst/>
                <a:gdLst/>
                <a:ahLst/>
                <a:cxnLst/>
                <a:rect l="l" t="t" r="r" b="b"/>
                <a:pathLst>
                  <a:path w="311633" h="73808" fill="none">
                    <a:moveTo>
                      <a:pt x="311633" y="0"/>
                    </a:moveTo>
                    <a:lnTo>
                      <a:pt x="117459" y="46000"/>
                    </a:lnTo>
                    <a:lnTo>
                      <a:pt x="0" y="73808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83" name="Контур"/>
              <p:cNvSpPr/>
              <p:nvPr/>
            </p:nvSpPr>
            <p:spPr>
              <a:xfrm>
                <a:off x="8871993" y="5972815"/>
                <a:ext cx="1200629" cy="2889370"/>
              </a:xfrm>
              <a:custGeom>
                <a:avLst/>
                <a:gdLst/>
                <a:ahLst/>
                <a:cxnLst/>
                <a:rect l="l" t="t" r="r" b="b"/>
                <a:pathLst>
                  <a:path w="1200629" h="2889370" fill="none">
                    <a:moveTo>
                      <a:pt x="599296" y="2866699"/>
                    </a:moveTo>
                    <a:lnTo>
                      <a:pt x="604174" y="2889370"/>
                    </a:lnTo>
                    <a:moveTo>
                      <a:pt x="593381" y="2839239"/>
                    </a:moveTo>
                    <a:lnTo>
                      <a:pt x="599296" y="2866699"/>
                    </a:lnTo>
                    <a:moveTo>
                      <a:pt x="165130" y="1517153"/>
                    </a:moveTo>
                    <a:lnTo>
                      <a:pt x="213505" y="1514577"/>
                    </a:lnTo>
                    <a:lnTo>
                      <a:pt x="278323" y="1511140"/>
                    </a:lnTo>
                    <a:moveTo>
                      <a:pt x="0" y="1524968"/>
                    </a:moveTo>
                    <a:lnTo>
                      <a:pt x="10882" y="1524488"/>
                    </a:lnTo>
                    <a:lnTo>
                      <a:pt x="70348" y="1521833"/>
                    </a:lnTo>
                    <a:lnTo>
                      <a:pt x="77698" y="1521507"/>
                    </a:lnTo>
                    <a:lnTo>
                      <a:pt x="88952" y="1520917"/>
                    </a:lnTo>
                    <a:lnTo>
                      <a:pt x="133692" y="1518712"/>
                    </a:lnTo>
                    <a:lnTo>
                      <a:pt x="165130" y="1517153"/>
                    </a:lnTo>
                    <a:moveTo>
                      <a:pt x="185302" y="1969637"/>
                    </a:moveTo>
                    <a:lnTo>
                      <a:pt x="202224" y="1968821"/>
                    </a:lnTo>
                    <a:lnTo>
                      <a:pt x="223554" y="1967800"/>
                    </a:lnTo>
                    <a:lnTo>
                      <a:pt x="282798" y="1964959"/>
                    </a:lnTo>
                    <a:moveTo>
                      <a:pt x="79675" y="1975028"/>
                    </a:moveTo>
                    <a:lnTo>
                      <a:pt x="171330" y="1970347"/>
                    </a:lnTo>
                    <a:lnTo>
                      <a:pt x="185302" y="1969637"/>
                    </a:lnTo>
                    <a:moveTo>
                      <a:pt x="213034" y="2597153"/>
                    </a:moveTo>
                    <a:lnTo>
                      <a:pt x="212488" y="2583836"/>
                    </a:lnTo>
                    <a:lnTo>
                      <a:pt x="211137" y="2549926"/>
                    </a:lnTo>
                    <a:lnTo>
                      <a:pt x="210684" y="2545550"/>
                    </a:lnTo>
                    <a:lnTo>
                      <a:pt x="210166" y="2534730"/>
                    </a:lnTo>
                    <a:lnTo>
                      <a:pt x="209499" y="2519487"/>
                    </a:lnTo>
                    <a:moveTo>
                      <a:pt x="191386" y="2860374"/>
                    </a:moveTo>
                    <a:lnTo>
                      <a:pt x="201941" y="2763513"/>
                    </a:lnTo>
                    <a:lnTo>
                      <a:pt x="204624" y="2740562"/>
                    </a:lnTo>
                    <a:lnTo>
                      <a:pt x="205144" y="2734532"/>
                    </a:lnTo>
                    <a:lnTo>
                      <a:pt x="208108" y="2706538"/>
                    </a:lnTo>
                    <a:lnTo>
                      <a:pt x="214513" y="2646155"/>
                    </a:lnTo>
                    <a:lnTo>
                      <a:pt x="214855" y="2637258"/>
                    </a:lnTo>
                    <a:lnTo>
                      <a:pt x="213034" y="2597153"/>
                    </a:lnTo>
                    <a:moveTo>
                      <a:pt x="209499" y="2519487"/>
                    </a:moveTo>
                    <a:lnTo>
                      <a:pt x="208452" y="2493222"/>
                    </a:lnTo>
                    <a:lnTo>
                      <a:pt x="204402" y="2403395"/>
                    </a:lnTo>
                    <a:lnTo>
                      <a:pt x="202341" y="2360069"/>
                    </a:lnTo>
                    <a:lnTo>
                      <a:pt x="199858" y="2307804"/>
                    </a:lnTo>
                    <a:lnTo>
                      <a:pt x="196055" y="2224326"/>
                    </a:lnTo>
                    <a:lnTo>
                      <a:pt x="193892" y="2169901"/>
                    </a:lnTo>
                    <a:lnTo>
                      <a:pt x="193610" y="2161362"/>
                    </a:lnTo>
                    <a:lnTo>
                      <a:pt x="193198" y="2150696"/>
                    </a:lnTo>
                    <a:lnTo>
                      <a:pt x="191431" y="2105272"/>
                    </a:lnTo>
                    <a:lnTo>
                      <a:pt x="190460" y="2080333"/>
                    </a:lnTo>
                    <a:lnTo>
                      <a:pt x="187281" y="2016139"/>
                    </a:lnTo>
                    <a:lnTo>
                      <a:pt x="185913" y="1985867"/>
                    </a:lnTo>
                    <a:lnTo>
                      <a:pt x="185302" y="1969637"/>
                    </a:lnTo>
                    <a:moveTo>
                      <a:pt x="190577" y="2867809"/>
                    </a:moveTo>
                    <a:lnTo>
                      <a:pt x="191386" y="2860374"/>
                    </a:lnTo>
                    <a:moveTo>
                      <a:pt x="1200629" y="4474"/>
                    </a:moveTo>
                    <a:lnTo>
                      <a:pt x="1193025" y="1919"/>
                    </a:lnTo>
                    <a:lnTo>
                      <a:pt x="1183490" y="484"/>
                    </a:lnTo>
                    <a:lnTo>
                      <a:pt x="1168121" y="0"/>
                    </a:lnTo>
                    <a:lnTo>
                      <a:pt x="941463" y="9854"/>
                    </a:lnTo>
                    <a:lnTo>
                      <a:pt x="872521" y="12916"/>
                    </a:lnTo>
                    <a:lnTo>
                      <a:pt x="839208" y="14395"/>
                    </a:lnTo>
                    <a:lnTo>
                      <a:pt x="649784" y="22787"/>
                    </a:lnTo>
                    <a:lnTo>
                      <a:pt x="595945" y="25037"/>
                    </a:lnTo>
                    <a:moveTo>
                      <a:pt x="581310" y="25644"/>
                    </a:moveTo>
                    <a:lnTo>
                      <a:pt x="565885" y="26377"/>
                    </a:lnTo>
                    <a:moveTo>
                      <a:pt x="595945" y="25037"/>
                    </a:moveTo>
                    <a:lnTo>
                      <a:pt x="581310" y="25644"/>
                    </a:lnTo>
                    <a:moveTo>
                      <a:pt x="565885" y="26377"/>
                    </a:moveTo>
                    <a:lnTo>
                      <a:pt x="541742" y="27473"/>
                    </a:lnTo>
                    <a:moveTo>
                      <a:pt x="594175" y="337086"/>
                    </a:moveTo>
                    <a:lnTo>
                      <a:pt x="589108" y="211605"/>
                    </a:lnTo>
                    <a:lnTo>
                      <a:pt x="588580" y="198704"/>
                    </a:lnTo>
                    <a:moveTo>
                      <a:pt x="581310" y="25644"/>
                    </a:moveTo>
                    <a:lnTo>
                      <a:pt x="582107" y="46390"/>
                    </a:lnTo>
                    <a:lnTo>
                      <a:pt x="584210" y="94649"/>
                    </a:lnTo>
                    <a:lnTo>
                      <a:pt x="586200" y="140966"/>
                    </a:lnTo>
                    <a:lnTo>
                      <a:pt x="587714" y="180055"/>
                    </a:lnTo>
                    <a:lnTo>
                      <a:pt x="588580" y="198704"/>
                    </a:lnTo>
                    <a:moveTo>
                      <a:pt x="541742" y="27473"/>
                    </a:moveTo>
                    <a:lnTo>
                      <a:pt x="519351" y="28500"/>
                    </a:lnTo>
                    <a:moveTo>
                      <a:pt x="596846" y="403271"/>
                    </a:moveTo>
                    <a:lnTo>
                      <a:pt x="595899" y="372674"/>
                    </a:lnTo>
                    <a:lnTo>
                      <a:pt x="595397" y="363288"/>
                    </a:lnTo>
                    <a:lnTo>
                      <a:pt x="594859" y="353948"/>
                    </a:lnTo>
                    <a:lnTo>
                      <a:pt x="594175" y="337086"/>
                    </a:lnTo>
                    <a:moveTo>
                      <a:pt x="602849" y="553183"/>
                    </a:moveTo>
                    <a:lnTo>
                      <a:pt x="602362" y="541422"/>
                    </a:lnTo>
                    <a:lnTo>
                      <a:pt x="597510" y="423340"/>
                    </a:lnTo>
                    <a:lnTo>
                      <a:pt x="596846" y="403271"/>
                    </a:lnTo>
                    <a:moveTo>
                      <a:pt x="616755" y="852673"/>
                    </a:moveTo>
                    <a:lnTo>
                      <a:pt x="616351" y="834499"/>
                    </a:lnTo>
                    <a:lnTo>
                      <a:pt x="610005" y="708345"/>
                    </a:lnTo>
                    <a:lnTo>
                      <a:pt x="607476" y="658069"/>
                    </a:lnTo>
                    <a:lnTo>
                      <a:pt x="605739" y="623529"/>
                    </a:lnTo>
                    <a:lnTo>
                      <a:pt x="604264" y="587554"/>
                    </a:lnTo>
                    <a:moveTo>
                      <a:pt x="604264" y="587554"/>
                    </a:moveTo>
                    <a:lnTo>
                      <a:pt x="603796" y="576195"/>
                    </a:lnTo>
                    <a:lnTo>
                      <a:pt x="603572" y="570877"/>
                    </a:lnTo>
                    <a:lnTo>
                      <a:pt x="602849" y="553183"/>
                    </a:lnTo>
                    <a:moveTo>
                      <a:pt x="618614" y="906205"/>
                    </a:moveTo>
                    <a:lnTo>
                      <a:pt x="618353" y="900440"/>
                    </a:lnTo>
                    <a:moveTo>
                      <a:pt x="618353" y="900440"/>
                    </a:moveTo>
                    <a:lnTo>
                      <a:pt x="618132" y="895616"/>
                    </a:lnTo>
                    <a:lnTo>
                      <a:pt x="616862" y="870385"/>
                    </a:lnTo>
                    <a:lnTo>
                      <a:pt x="616755" y="852673"/>
                    </a:lnTo>
                    <a:moveTo>
                      <a:pt x="519351" y="28500"/>
                    </a:moveTo>
                    <a:lnTo>
                      <a:pt x="344560" y="35907"/>
                    </a:lnTo>
                    <a:lnTo>
                      <a:pt x="324510" y="38448"/>
                    </a:lnTo>
                    <a:lnTo>
                      <a:pt x="305894" y="43219"/>
                    </a:lnTo>
                    <a:lnTo>
                      <a:pt x="284866" y="50205"/>
                    </a:lnTo>
                    <a:lnTo>
                      <a:pt x="265554" y="58617"/>
                    </a:lnTo>
                    <a:lnTo>
                      <a:pt x="240066" y="7317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84" name="Контур"/>
              <p:cNvSpPr/>
              <p:nvPr/>
            </p:nvSpPr>
            <p:spPr>
              <a:xfrm>
                <a:off x="9036925" y="4678588"/>
                <a:ext cx="1053822" cy="960906"/>
              </a:xfrm>
              <a:custGeom>
                <a:avLst/>
                <a:gdLst/>
                <a:ahLst/>
                <a:cxnLst/>
                <a:rect l="l" t="t" r="r" b="b"/>
                <a:pathLst>
                  <a:path w="1053822" h="960906" fill="none">
                    <a:moveTo>
                      <a:pt x="0" y="28761"/>
                    </a:moveTo>
                    <a:lnTo>
                      <a:pt x="1027614" y="960906"/>
                    </a:lnTo>
                    <a:moveTo>
                      <a:pt x="1053822" y="932140"/>
                    </a:moveTo>
                    <a:lnTo>
                      <a:pt x="344162" y="288450"/>
                    </a:lnTo>
                    <a:lnTo>
                      <a:pt x="26208" y="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85" name="Контур"/>
              <p:cNvSpPr/>
              <p:nvPr/>
            </p:nvSpPr>
            <p:spPr>
              <a:xfrm>
                <a:off x="8802736" y="6045992"/>
                <a:ext cx="309323" cy="289977"/>
              </a:xfrm>
              <a:custGeom>
                <a:avLst/>
                <a:gdLst/>
                <a:ahLst/>
                <a:cxnLst/>
                <a:rect l="l" t="t" r="r" b="b"/>
                <a:pathLst>
                  <a:path w="309323" h="289977" fill="none">
                    <a:moveTo>
                      <a:pt x="309323" y="0"/>
                    </a:moveTo>
                    <a:lnTo>
                      <a:pt x="295658" y="8124"/>
                    </a:lnTo>
                    <a:lnTo>
                      <a:pt x="273009" y="21160"/>
                    </a:lnTo>
                    <a:lnTo>
                      <a:pt x="258919" y="31228"/>
                    </a:lnTo>
                    <a:lnTo>
                      <a:pt x="245817" y="41107"/>
                    </a:lnTo>
                    <a:lnTo>
                      <a:pt x="233385" y="51168"/>
                    </a:lnTo>
                    <a:lnTo>
                      <a:pt x="216662" y="68140"/>
                    </a:lnTo>
                    <a:lnTo>
                      <a:pt x="196854" y="87838"/>
                    </a:lnTo>
                    <a:lnTo>
                      <a:pt x="164896" y="120926"/>
                    </a:lnTo>
                    <a:lnTo>
                      <a:pt x="146040" y="140311"/>
                    </a:lnTo>
                    <a:lnTo>
                      <a:pt x="116855" y="170611"/>
                    </a:lnTo>
                    <a:lnTo>
                      <a:pt x="68530" y="220807"/>
                    </a:lnTo>
                    <a:moveTo>
                      <a:pt x="68530" y="220807"/>
                    </a:moveTo>
                    <a:lnTo>
                      <a:pt x="11126" y="278550"/>
                    </a:lnTo>
                    <a:lnTo>
                      <a:pt x="0" y="28997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86" name="Контур"/>
              <p:cNvSpPr/>
              <p:nvPr/>
            </p:nvSpPr>
            <p:spPr>
              <a:xfrm>
                <a:off x="9995816" y="8471666"/>
                <a:ext cx="1145630" cy="2220334"/>
              </a:xfrm>
              <a:custGeom>
                <a:avLst/>
                <a:gdLst/>
                <a:ahLst/>
                <a:cxnLst/>
                <a:rect l="l" t="t" r="r" b="b"/>
                <a:pathLst>
                  <a:path w="1145630" h="2220334" fill="none">
                    <a:moveTo>
                      <a:pt x="610562" y="866215"/>
                    </a:moveTo>
                    <a:lnTo>
                      <a:pt x="608453" y="835377"/>
                    </a:lnTo>
                    <a:lnTo>
                      <a:pt x="607164" y="818086"/>
                    </a:lnTo>
                    <a:lnTo>
                      <a:pt x="606697" y="803767"/>
                    </a:lnTo>
                    <a:lnTo>
                      <a:pt x="605855" y="776299"/>
                    </a:lnTo>
                    <a:lnTo>
                      <a:pt x="605330" y="749785"/>
                    </a:lnTo>
                    <a:moveTo>
                      <a:pt x="615361" y="937091"/>
                    </a:moveTo>
                    <a:lnTo>
                      <a:pt x="613854" y="914221"/>
                    </a:lnTo>
                    <a:lnTo>
                      <a:pt x="610562" y="866215"/>
                    </a:lnTo>
                    <a:moveTo>
                      <a:pt x="604779" y="712357"/>
                    </a:moveTo>
                    <a:lnTo>
                      <a:pt x="605001" y="667788"/>
                    </a:lnTo>
                    <a:moveTo>
                      <a:pt x="605001" y="667788"/>
                    </a:moveTo>
                    <a:lnTo>
                      <a:pt x="605110" y="646899"/>
                    </a:lnTo>
                    <a:lnTo>
                      <a:pt x="604479" y="623546"/>
                    </a:lnTo>
                    <a:lnTo>
                      <a:pt x="601636" y="573457"/>
                    </a:lnTo>
                    <a:moveTo>
                      <a:pt x="601636" y="573457"/>
                    </a:moveTo>
                    <a:lnTo>
                      <a:pt x="599021" y="530812"/>
                    </a:lnTo>
                    <a:moveTo>
                      <a:pt x="599021" y="530812"/>
                    </a:moveTo>
                    <a:lnTo>
                      <a:pt x="595358" y="483394"/>
                    </a:lnTo>
                    <a:lnTo>
                      <a:pt x="594590" y="473454"/>
                    </a:lnTo>
                    <a:lnTo>
                      <a:pt x="594321" y="469879"/>
                    </a:lnTo>
                    <a:moveTo>
                      <a:pt x="605330" y="749785"/>
                    </a:moveTo>
                    <a:lnTo>
                      <a:pt x="604779" y="712357"/>
                    </a:lnTo>
                    <a:moveTo>
                      <a:pt x="649131" y="1522933"/>
                    </a:moveTo>
                    <a:lnTo>
                      <a:pt x="648606" y="1512899"/>
                    </a:lnTo>
                    <a:moveTo>
                      <a:pt x="648606" y="1512899"/>
                    </a:moveTo>
                    <a:lnTo>
                      <a:pt x="648164" y="1503929"/>
                    </a:lnTo>
                    <a:moveTo>
                      <a:pt x="706254" y="1593792"/>
                    </a:moveTo>
                    <a:lnTo>
                      <a:pt x="702512" y="1582941"/>
                    </a:lnTo>
                    <a:moveTo>
                      <a:pt x="682168" y="1561039"/>
                    </a:moveTo>
                    <a:lnTo>
                      <a:pt x="669311" y="1550447"/>
                    </a:lnTo>
                    <a:lnTo>
                      <a:pt x="662322" y="1543435"/>
                    </a:lnTo>
                    <a:lnTo>
                      <a:pt x="657377" y="1536984"/>
                    </a:lnTo>
                    <a:lnTo>
                      <a:pt x="653285" y="1530837"/>
                    </a:lnTo>
                    <a:lnTo>
                      <a:pt x="649131" y="1522933"/>
                    </a:lnTo>
                    <a:moveTo>
                      <a:pt x="702512" y="1582941"/>
                    </a:moveTo>
                    <a:lnTo>
                      <a:pt x="698223" y="1575639"/>
                    </a:lnTo>
                    <a:lnTo>
                      <a:pt x="692765" y="1569159"/>
                    </a:lnTo>
                    <a:lnTo>
                      <a:pt x="686305" y="1563686"/>
                    </a:lnTo>
                    <a:lnTo>
                      <a:pt x="682168" y="1561039"/>
                    </a:lnTo>
                    <a:moveTo>
                      <a:pt x="648164" y="1503929"/>
                    </a:moveTo>
                    <a:lnTo>
                      <a:pt x="647938" y="1501972"/>
                    </a:lnTo>
                    <a:lnTo>
                      <a:pt x="640979" y="1389637"/>
                    </a:lnTo>
                    <a:lnTo>
                      <a:pt x="641484" y="1338838"/>
                    </a:lnTo>
                    <a:lnTo>
                      <a:pt x="641085" y="1327925"/>
                    </a:lnTo>
                    <a:lnTo>
                      <a:pt x="631574" y="1186403"/>
                    </a:lnTo>
                    <a:lnTo>
                      <a:pt x="629831" y="1164936"/>
                    </a:lnTo>
                    <a:lnTo>
                      <a:pt x="624346" y="1074130"/>
                    </a:lnTo>
                    <a:lnTo>
                      <a:pt x="622966" y="1053987"/>
                    </a:lnTo>
                    <a:lnTo>
                      <a:pt x="619328" y="1001004"/>
                    </a:lnTo>
                    <a:lnTo>
                      <a:pt x="616867" y="959962"/>
                    </a:lnTo>
                    <a:lnTo>
                      <a:pt x="615361" y="937091"/>
                    </a:lnTo>
                    <a:moveTo>
                      <a:pt x="618930" y="1571792"/>
                    </a:moveTo>
                    <a:lnTo>
                      <a:pt x="609850" y="1577739"/>
                    </a:lnTo>
                    <a:moveTo>
                      <a:pt x="682168" y="1561039"/>
                    </a:moveTo>
                    <a:lnTo>
                      <a:pt x="670980" y="1556298"/>
                    </a:lnTo>
                    <a:lnTo>
                      <a:pt x="658988" y="1554381"/>
                    </a:lnTo>
                    <a:lnTo>
                      <a:pt x="646889" y="1555379"/>
                    </a:lnTo>
                    <a:lnTo>
                      <a:pt x="635377" y="1559257"/>
                    </a:lnTo>
                    <a:lnTo>
                      <a:pt x="625127" y="1565750"/>
                    </a:lnTo>
                    <a:moveTo>
                      <a:pt x="625127" y="1565750"/>
                    </a:moveTo>
                    <a:lnTo>
                      <a:pt x="618930" y="1571792"/>
                    </a:lnTo>
                    <a:moveTo>
                      <a:pt x="649131" y="1522933"/>
                    </a:moveTo>
                    <a:lnTo>
                      <a:pt x="646714" y="1529542"/>
                    </a:lnTo>
                    <a:lnTo>
                      <a:pt x="644645" y="1534455"/>
                    </a:lnTo>
                    <a:lnTo>
                      <a:pt x="639621" y="1544283"/>
                    </a:lnTo>
                    <a:lnTo>
                      <a:pt x="632776" y="1554645"/>
                    </a:lnTo>
                    <a:lnTo>
                      <a:pt x="625127" y="1565750"/>
                    </a:lnTo>
                    <a:moveTo>
                      <a:pt x="661123" y="1683682"/>
                    </a:moveTo>
                    <a:lnTo>
                      <a:pt x="661921" y="1676310"/>
                    </a:lnTo>
                    <a:lnTo>
                      <a:pt x="664309" y="1654330"/>
                    </a:lnTo>
                    <a:moveTo>
                      <a:pt x="664309" y="1654330"/>
                    </a:moveTo>
                    <a:lnTo>
                      <a:pt x="671100" y="1652864"/>
                    </a:lnTo>
                    <a:lnTo>
                      <a:pt x="677627" y="1650474"/>
                    </a:lnTo>
                    <a:lnTo>
                      <a:pt x="683837" y="1647161"/>
                    </a:lnTo>
                    <a:lnTo>
                      <a:pt x="689531" y="1643018"/>
                    </a:lnTo>
                    <a:lnTo>
                      <a:pt x="694898" y="1637766"/>
                    </a:lnTo>
                    <a:lnTo>
                      <a:pt x="699428" y="1631779"/>
                    </a:lnTo>
                    <a:lnTo>
                      <a:pt x="703739" y="1623480"/>
                    </a:lnTo>
                    <a:lnTo>
                      <a:pt x="706346" y="1614942"/>
                    </a:lnTo>
                    <a:moveTo>
                      <a:pt x="706346" y="1614942"/>
                    </a:moveTo>
                    <a:lnTo>
                      <a:pt x="707425" y="1604361"/>
                    </a:lnTo>
                    <a:lnTo>
                      <a:pt x="706254" y="1593792"/>
                    </a:lnTo>
                    <a:moveTo>
                      <a:pt x="652181" y="1760883"/>
                    </a:moveTo>
                    <a:lnTo>
                      <a:pt x="656784" y="1737274"/>
                    </a:lnTo>
                    <a:lnTo>
                      <a:pt x="660106" y="1696421"/>
                    </a:lnTo>
                    <a:lnTo>
                      <a:pt x="661123" y="1683682"/>
                    </a:lnTo>
                    <a:moveTo>
                      <a:pt x="628991" y="1646312"/>
                    </a:moveTo>
                    <a:lnTo>
                      <a:pt x="638984" y="1651491"/>
                    </a:lnTo>
                    <a:lnTo>
                      <a:pt x="651459" y="1654545"/>
                    </a:lnTo>
                    <a:lnTo>
                      <a:pt x="664309" y="1654330"/>
                    </a:lnTo>
                    <a:moveTo>
                      <a:pt x="613650" y="1630059"/>
                    </a:moveTo>
                    <a:lnTo>
                      <a:pt x="620404" y="1639046"/>
                    </a:lnTo>
                    <a:lnTo>
                      <a:pt x="628991" y="1646312"/>
                    </a:lnTo>
                    <a:moveTo>
                      <a:pt x="576001" y="1606327"/>
                    </a:moveTo>
                    <a:lnTo>
                      <a:pt x="586889" y="1611902"/>
                    </a:lnTo>
                    <a:lnTo>
                      <a:pt x="592431" y="1616008"/>
                    </a:lnTo>
                    <a:lnTo>
                      <a:pt x="603299" y="1624543"/>
                    </a:lnTo>
                    <a:moveTo>
                      <a:pt x="603299" y="1624543"/>
                    </a:moveTo>
                    <a:lnTo>
                      <a:pt x="613650" y="1630059"/>
                    </a:lnTo>
                    <a:moveTo>
                      <a:pt x="618930" y="1571792"/>
                    </a:moveTo>
                    <a:lnTo>
                      <a:pt x="612704" y="1580824"/>
                    </a:lnTo>
                    <a:lnTo>
                      <a:pt x="608593" y="1591003"/>
                    </a:lnTo>
                    <a:lnTo>
                      <a:pt x="606786" y="1601818"/>
                    </a:lnTo>
                    <a:lnTo>
                      <a:pt x="606762" y="1604069"/>
                    </a:lnTo>
                    <a:lnTo>
                      <a:pt x="607475" y="1613331"/>
                    </a:lnTo>
                    <a:lnTo>
                      <a:pt x="609817" y="1621968"/>
                    </a:lnTo>
                    <a:lnTo>
                      <a:pt x="613650" y="1630059"/>
                    </a:lnTo>
                    <a:moveTo>
                      <a:pt x="571962" y="1604250"/>
                    </a:moveTo>
                    <a:lnTo>
                      <a:pt x="575122" y="1605869"/>
                    </a:lnTo>
                    <a:lnTo>
                      <a:pt x="576001" y="1606327"/>
                    </a:lnTo>
                    <a:moveTo>
                      <a:pt x="575961" y="1601656"/>
                    </a:moveTo>
                    <a:lnTo>
                      <a:pt x="575173" y="1602092"/>
                    </a:lnTo>
                    <a:lnTo>
                      <a:pt x="571962" y="1604250"/>
                    </a:lnTo>
                    <a:moveTo>
                      <a:pt x="609850" y="1577739"/>
                    </a:moveTo>
                    <a:lnTo>
                      <a:pt x="575961" y="1601656"/>
                    </a:lnTo>
                    <a:moveTo>
                      <a:pt x="370075" y="2102299"/>
                    </a:moveTo>
                    <a:lnTo>
                      <a:pt x="388722" y="2092067"/>
                    </a:lnTo>
                    <a:lnTo>
                      <a:pt x="394249" y="2089251"/>
                    </a:lnTo>
                    <a:lnTo>
                      <a:pt x="408862" y="2081567"/>
                    </a:lnTo>
                    <a:moveTo>
                      <a:pt x="408862" y="2081567"/>
                    </a:moveTo>
                    <a:lnTo>
                      <a:pt x="439432" y="2063802"/>
                    </a:lnTo>
                    <a:lnTo>
                      <a:pt x="457665" y="2052339"/>
                    </a:lnTo>
                    <a:lnTo>
                      <a:pt x="476454" y="2037173"/>
                    </a:lnTo>
                    <a:lnTo>
                      <a:pt x="512015" y="2008192"/>
                    </a:lnTo>
                    <a:lnTo>
                      <a:pt x="568481" y="1950653"/>
                    </a:lnTo>
                    <a:lnTo>
                      <a:pt x="579231" y="1934292"/>
                    </a:lnTo>
                    <a:lnTo>
                      <a:pt x="588168" y="1920020"/>
                    </a:lnTo>
                    <a:lnTo>
                      <a:pt x="608666" y="1886331"/>
                    </a:lnTo>
                    <a:lnTo>
                      <a:pt x="620396" y="1864138"/>
                    </a:lnTo>
                    <a:lnTo>
                      <a:pt x="626016" y="1847970"/>
                    </a:lnTo>
                    <a:lnTo>
                      <a:pt x="642189" y="1801429"/>
                    </a:lnTo>
                    <a:lnTo>
                      <a:pt x="650605" y="1768938"/>
                    </a:lnTo>
                    <a:lnTo>
                      <a:pt x="652181" y="1760883"/>
                    </a:lnTo>
                    <a:moveTo>
                      <a:pt x="211460" y="2198994"/>
                    </a:moveTo>
                    <a:lnTo>
                      <a:pt x="229503" y="2183709"/>
                    </a:lnTo>
                    <a:lnTo>
                      <a:pt x="255631" y="2166613"/>
                    </a:lnTo>
                    <a:lnTo>
                      <a:pt x="274486" y="2156104"/>
                    </a:lnTo>
                    <a:lnTo>
                      <a:pt x="346381" y="2116008"/>
                    </a:lnTo>
                    <a:lnTo>
                      <a:pt x="370075" y="2102299"/>
                    </a:lnTo>
                    <a:moveTo>
                      <a:pt x="58850" y="1618376"/>
                    </a:moveTo>
                    <a:lnTo>
                      <a:pt x="0" y="1615274"/>
                    </a:lnTo>
                    <a:moveTo>
                      <a:pt x="190856" y="2220334"/>
                    </a:moveTo>
                    <a:lnTo>
                      <a:pt x="191937" y="2218972"/>
                    </a:lnTo>
                    <a:lnTo>
                      <a:pt x="198893" y="2211663"/>
                    </a:lnTo>
                    <a:lnTo>
                      <a:pt x="203993" y="2206521"/>
                    </a:lnTo>
                    <a:lnTo>
                      <a:pt x="211460" y="2198994"/>
                    </a:lnTo>
                    <a:moveTo>
                      <a:pt x="1145630" y="9236"/>
                    </a:moveTo>
                    <a:lnTo>
                      <a:pt x="1084288" y="6480"/>
                    </a:lnTo>
                    <a:lnTo>
                      <a:pt x="1051411" y="4095"/>
                    </a:lnTo>
                    <a:lnTo>
                      <a:pt x="1003331" y="842"/>
                    </a:lnTo>
                    <a:lnTo>
                      <a:pt x="951009" y="0"/>
                    </a:lnTo>
                    <a:lnTo>
                      <a:pt x="914343" y="1995"/>
                    </a:lnTo>
                    <a:lnTo>
                      <a:pt x="871597" y="6917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87" name="Контур"/>
              <p:cNvSpPr/>
              <p:nvPr/>
            </p:nvSpPr>
            <p:spPr>
              <a:xfrm>
                <a:off x="10867413" y="7965093"/>
                <a:ext cx="482761" cy="513490"/>
              </a:xfrm>
              <a:custGeom>
                <a:avLst/>
                <a:gdLst/>
                <a:ahLst/>
                <a:cxnLst/>
                <a:rect l="l" t="t" r="r" b="b"/>
                <a:pathLst>
                  <a:path w="482761" h="513490" fill="none">
                    <a:moveTo>
                      <a:pt x="479568" y="0"/>
                    </a:moveTo>
                    <a:lnTo>
                      <a:pt x="482761" y="97724"/>
                    </a:lnTo>
                    <a:lnTo>
                      <a:pt x="478348" y="155726"/>
                    </a:lnTo>
                    <a:lnTo>
                      <a:pt x="472359" y="180760"/>
                    </a:lnTo>
                    <a:lnTo>
                      <a:pt x="462566" y="205243"/>
                    </a:lnTo>
                    <a:lnTo>
                      <a:pt x="441224" y="241544"/>
                    </a:lnTo>
                    <a:lnTo>
                      <a:pt x="424955" y="262497"/>
                    </a:lnTo>
                    <a:lnTo>
                      <a:pt x="407989" y="281249"/>
                    </a:lnTo>
                    <a:lnTo>
                      <a:pt x="351369" y="338718"/>
                    </a:lnTo>
                    <a:lnTo>
                      <a:pt x="277182" y="407757"/>
                    </a:lnTo>
                    <a:lnTo>
                      <a:pt x="248174" y="433457"/>
                    </a:lnTo>
                    <a:lnTo>
                      <a:pt x="216678" y="450706"/>
                    </a:lnTo>
                    <a:lnTo>
                      <a:pt x="186540" y="463508"/>
                    </a:lnTo>
                    <a:lnTo>
                      <a:pt x="77909" y="493661"/>
                    </a:lnTo>
                    <a:lnTo>
                      <a:pt x="0" y="513490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88" name="Контур"/>
              <p:cNvSpPr/>
              <p:nvPr/>
            </p:nvSpPr>
            <p:spPr>
              <a:xfrm>
                <a:off x="10882727" y="8439142"/>
                <a:ext cx="445574" cy="79450"/>
              </a:xfrm>
              <a:custGeom>
                <a:avLst/>
                <a:gdLst/>
                <a:ahLst/>
                <a:cxnLst/>
                <a:rect l="l" t="t" r="r" b="b"/>
                <a:pathLst>
                  <a:path w="445574" h="79450" fill="none">
                    <a:moveTo>
                      <a:pt x="445574" y="0"/>
                    </a:moveTo>
                    <a:lnTo>
                      <a:pt x="258719" y="41760"/>
                    </a:lnTo>
                    <a:lnTo>
                      <a:pt x="181492" y="57118"/>
                    </a:lnTo>
                    <a:lnTo>
                      <a:pt x="104245" y="68389"/>
                    </a:lnTo>
                    <a:lnTo>
                      <a:pt x="0" y="7945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89" name="Контур"/>
              <p:cNvSpPr/>
              <p:nvPr/>
            </p:nvSpPr>
            <p:spPr>
              <a:xfrm>
                <a:off x="10780823" y="7412367"/>
                <a:ext cx="334075" cy="1077021"/>
              </a:xfrm>
              <a:custGeom>
                <a:avLst/>
                <a:gdLst/>
                <a:ahLst/>
                <a:cxnLst/>
                <a:rect l="l" t="t" r="r" b="b"/>
                <a:pathLst>
                  <a:path w="334075" h="1077021" fill="none">
                    <a:moveTo>
                      <a:pt x="243051" y="0"/>
                    </a:moveTo>
                    <a:lnTo>
                      <a:pt x="267851" y="69238"/>
                    </a:lnTo>
                    <a:lnTo>
                      <a:pt x="273116" y="97317"/>
                    </a:lnTo>
                    <a:lnTo>
                      <a:pt x="303239" y="333981"/>
                    </a:lnTo>
                    <a:lnTo>
                      <a:pt x="328442" y="647780"/>
                    </a:lnTo>
                    <a:lnTo>
                      <a:pt x="334075" y="838144"/>
                    </a:lnTo>
                    <a:lnTo>
                      <a:pt x="318535" y="889802"/>
                    </a:lnTo>
                    <a:lnTo>
                      <a:pt x="297762" y="927317"/>
                    </a:lnTo>
                    <a:lnTo>
                      <a:pt x="270433" y="957419"/>
                    </a:lnTo>
                    <a:lnTo>
                      <a:pt x="210371" y="1007425"/>
                    </a:lnTo>
                    <a:lnTo>
                      <a:pt x="147509" y="1036926"/>
                    </a:lnTo>
                    <a:lnTo>
                      <a:pt x="0" y="1077021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90" name="Контур"/>
              <p:cNvSpPr/>
              <p:nvPr/>
            </p:nvSpPr>
            <p:spPr>
              <a:xfrm>
                <a:off x="10655291" y="8478583"/>
                <a:ext cx="227436" cy="81516"/>
              </a:xfrm>
              <a:custGeom>
                <a:avLst/>
                <a:gdLst/>
                <a:ahLst/>
                <a:cxnLst/>
                <a:rect l="l" t="t" r="r" b="b"/>
                <a:pathLst>
                  <a:path w="227436" h="81516" fill="none">
                    <a:moveTo>
                      <a:pt x="227436" y="40009"/>
                    </a:moveTo>
                    <a:lnTo>
                      <a:pt x="205442" y="42488"/>
                    </a:lnTo>
                    <a:lnTo>
                      <a:pt x="172693" y="46761"/>
                    </a:lnTo>
                    <a:lnTo>
                      <a:pt x="140613" y="51293"/>
                    </a:lnTo>
                    <a:lnTo>
                      <a:pt x="108601" y="57289"/>
                    </a:lnTo>
                    <a:lnTo>
                      <a:pt x="0" y="81516"/>
                    </a:lnTo>
                    <a:moveTo>
                      <a:pt x="212122" y="0"/>
                    </a:moveTo>
                    <a:lnTo>
                      <a:pt x="62496" y="38531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91" name="Контур"/>
              <p:cNvSpPr/>
              <p:nvPr/>
            </p:nvSpPr>
            <p:spPr>
              <a:xfrm>
                <a:off x="10543819" y="8378239"/>
                <a:ext cx="32656" cy="199439"/>
              </a:xfrm>
              <a:custGeom>
                <a:avLst/>
                <a:gdLst/>
                <a:ahLst/>
                <a:cxnLst/>
                <a:rect l="l" t="t" r="r" b="b"/>
                <a:pathLst>
                  <a:path w="32656" h="199439" fill="none">
                    <a:moveTo>
                      <a:pt x="22668" y="138022"/>
                    </a:moveTo>
                    <a:lnTo>
                      <a:pt x="17568" y="105934"/>
                    </a:lnTo>
                    <a:moveTo>
                      <a:pt x="17568" y="105934"/>
                    </a:moveTo>
                    <a:lnTo>
                      <a:pt x="9933" y="62820"/>
                    </a:lnTo>
                    <a:lnTo>
                      <a:pt x="7655" y="51084"/>
                    </a:lnTo>
                    <a:lnTo>
                      <a:pt x="0" y="0"/>
                    </a:lnTo>
                    <a:moveTo>
                      <a:pt x="32656" y="199439"/>
                    </a:moveTo>
                    <a:lnTo>
                      <a:pt x="28805" y="174622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92" name="Контур"/>
              <p:cNvSpPr/>
              <p:nvPr/>
            </p:nvSpPr>
            <p:spPr>
              <a:xfrm>
                <a:off x="10572624" y="8517114"/>
                <a:ext cx="357312" cy="80874"/>
              </a:xfrm>
              <a:custGeom>
                <a:avLst/>
                <a:gdLst/>
                <a:ahLst/>
                <a:cxnLst/>
                <a:rect l="l" t="t" r="r" b="b"/>
                <a:pathLst>
                  <a:path w="357312" h="80874" fill="none">
                    <a:moveTo>
                      <a:pt x="5796" y="80874"/>
                    </a:moveTo>
                    <a:lnTo>
                      <a:pt x="187934" y="40449"/>
                    </a:lnTo>
                    <a:lnTo>
                      <a:pt x="195904" y="38761"/>
                    </a:lnTo>
                    <a:lnTo>
                      <a:pt x="226788" y="32910"/>
                    </a:lnTo>
                    <a:lnTo>
                      <a:pt x="257730" y="28337"/>
                    </a:lnTo>
                    <a:lnTo>
                      <a:pt x="303011" y="23249"/>
                    </a:lnTo>
                    <a:lnTo>
                      <a:pt x="357312" y="16822"/>
                    </a:lnTo>
                    <a:moveTo>
                      <a:pt x="145163" y="0"/>
                    </a:moveTo>
                    <a:lnTo>
                      <a:pt x="11064" y="33043"/>
                    </a:lnTo>
                    <a:lnTo>
                      <a:pt x="0" y="35747"/>
                    </a:lnTo>
                    <a:moveTo>
                      <a:pt x="82667" y="42985"/>
                    </a:moveTo>
                    <a:lnTo>
                      <a:pt x="27715" y="55240"/>
                    </a:lnTo>
                    <a:lnTo>
                      <a:pt x="3851" y="60564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93" name="Контур"/>
              <p:cNvSpPr/>
              <p:nvPr/>
            </p:nvSpPr>
            <p:spPr>
              <a:xfrm>
                <a:off x="10566487" y="8516261"/>
                <a:ext cx="11933" cy="81727"/>
              </a:xfrm>
              <a:custGeom>
                <a:avLst/>
                <a:gdLst/>
                <a:ahLst/>
                <a:cxnLst/>
                <a:rect l="l" t="t" r="r" b="b"/>
                <a:pathLst>
                  <a:path w="11933" h="81727" fill="none">
                    <a:moveTo>
                      <a:pt x="6137" y="36600"/>
                    </a:moveTo>
                    <a:lnTo>
                      <a:pt x="0" y="0"/>
                    </a:lnTo>
                    <a:moveTo>
                      <a:pt x="11933" y="81727"/>
                    </a:moveTo>
                    <a:lnTo>
                      <a:pt x="9988" y="61417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94" name="Контур"/>
              <p:cNvSpPr/>
              <p:nvPr/>
            </p:nvSpPr>
            <p:spPr>
              <a:xfrm>
                <a:off x="10566487" y="8489388"/>
                <a:ext cx="214336" cy="42482"/>
              </a:xfrm>
              <a:custGeom>
                <a:avLst/>
                <a:gdLst/>
                <a:ahLst/>
                <a:cxnLst/>
                <a:rect l="l" t="t" r="r" b="b"/>
                <a:pathLst>
                  <a:path w="214336" h="42482" fill="none">
                    <a:moveTo>
                      <a:pt x="214336" y="0"/>
                    </a:moveTo>
                    <a:lnTo>
                      <a:pt x="184285" y="7543"/>
                    </a:lnTo>
                    <a:lnTo>
                      <a:pt x="150680" y="16090"/>
                    </a:lnTo>
                    <a:lnTo>
                      <a:pt x="139911" y="18608"/>
                    </a:lnTo>
                    <a:lnTo>
                      <a:pt x="42418" y="42365"/>
                    </a:lnTo>
                    <a:lnTo>
                      <a:pt x="30856" y="42482"/>
                    </a:lnTo>
                    <a:lnTo>
                      <a:pt x="19692" y="40562"/>
                    </a:lnTo>
                    <a:lnTo>
                      <a:pt x="12000" y="38563"/>
                    </a:lnTo>
                    <a:lnTo>
                      <a:pt x="6205" y="35693"/>
                    </a:lnTo>
                    <a:lnTo>
                      <a:pt x="3265" y="32484"/>
                    </a:lnTo>
                    <a:lnTo>
                      <a:pt x="0" y="26873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95" name="Контур"/>
              <p:cNvSpPr/>
              <p:nvPr/>
            </p:nvSpPr>
            <p:spPr>
              <a:xfrm>
                <a:off x="10344580" y="7512169"/>
                <a:ext cx="245557" cy="1429376"/>
              </a:xfrm>
              <a:custGeom>
                <a:avLst/>
                <a:gdLst/>
                <a:ahLst/>
                <a:cxnLst/>
                <a:rect l="l" t="t" r="r" b="b"/>
                <a:pathLst>
                  <a:path w="245557" h="1429376" fill="none">
                    <a:moveTo>
                      <a:pt x="237367" y="1139466"/>
                    </a:moveTo>
                    <a:lnTo>
                      <a:pt x="235393" y="1109521"/>
                    </a:lnTo>
                    <a:lnTo>
                      <a:pt x="235103" y="1105052"/>
                    </a:lnTo>
                    <a:moveTo>
                      <a:pt x="235103" y="1105052"/>
                    </a:moveTo>
                    <a:lnTo>
                      <a:pt x="234900" y="1102448"/>
                    </a:lnTo>
                    <a:lnTo>
                      <a:pt x="233840" y="1085819"/>
                    </a:lnTo>
                    <a:moveTo>
                      <a:pt x="239079" y="1165357"/>
                    </a:moveTo>
                    <a:lnTo>
                      <a:pt x="237367" y="1139466"/>
                    </a:lnTo>
                    <a:moveTo>
                      <a:pt x="242271" y="1227161"/>
                    </a:moveTo>
                    <a:lnTo>
                      <a:pt x="242014" y="1209572"/>
                    </a:lnTo>
                    <a:lnTo>
                      <a:pt x="241952" y="1205595"/>
                    </a:lnTo>
                    <a:lnTo>
                      <a:pt x="239079" y="1165357"/>
                    </a:lnTo>
                    <a:moveTo>
                      <a:pt x="245557" y="1429376"/>
                    </a:moveTo>
                    <a:lnTo>
                      <a:pt x="245489" y="1308821"/>
                    </a:lnTo>
                    <a:lnTo>
                      <a:pt x="242568" y="1247648"/>
                    </a:lnTo>
                    <a:moveTo>
                      <a:pt x="242568" y="1247648"/>
                    </a:moveTo>
                    <a:lnTo>
                      <a:pt x="242271" y="1227161"/>
                    </a:lnTo>
                    <a:moveTo>
                      <a:pt x="73019" y="292642"/>
                    </a:moveTo>
                    <a:lnTo>
                      <a:pt x="63578" y="254347"/>
                    </a:lnTo>
                    <a:lnTo>
                      <a:pt x="47986" y="191121"/>
                    </a:lnTo>
                    <a:moveTo>
                      <a:pt x="37475" y="332877"/>
                    </a:moveTo>
                    <a:lnTo>
                      <a:pt x="44503" y="361919"/>
                    </a:lnTo>
                    <a:moveTo>
                      <a:pt x="47400" y="372434"/>
                    </a:moveTo>
                    <a:lnTo>
                      <a:pt x="61657" y="430533"/>
                    </a:lnTo>
                    <a:lnTo>
                      <a:pt x="65870" y="447733"/>
                    </a:lnTo>
                    <a:lnTo>
                      <a:pt x="74304" y="482102"/>
                    </a:lnTo>
                    <a:moveTo>
                      <a:pt x="118835" y="471686"/>
                    </a:moveTo>
                    <a:lnTo>
                      <a:pt x="103642" y="412313"/>
                    </a:lnTo>
                    <a:lnTo>
                      <a:pt x="95100" y="378946"/>
                    </a:lnTo>
                    <a:lnTo>
                      <a:pt x="92058" y="367044"/>
                    </a:lnTo>
                    <a:lnTo>
                      <a:pt x="83436" y="333369"/>
                    </a:lnTo>
                    <a:lnTo>
                      <a:pt x="81092" y="324100"/>
                    </a:lnTo>
                    <a:lnTo>
                      <a:pt x="73019" y="292642"/>
                    </a:lnTo>
                    <a:moveTo>
                      <a:pt x="44503" y="361919"/>
                    </a:moveTo>
                    <a:lnTo>
                      <a:pt x="47400" y="372434"/>
                    </a:lnTo>
                    <a:moveTo>
                      <a:pt x="15193" y="247930"/>
                    </a:moveTo>
                    <a:lnTo>
                      <a:pt x="37475" y="332877"/>
                    </a:lnTo>
                    <a:moveTo>
                      <a:pt x="47986" y="191121"/>
                    </a:moveTo>
                    <a:lnTo>
                      <a:pt x="28125" y="111358"/>
                    </a:lnTo>
                    <a:lnTo>
                      <a:pt x="8379" y="32058"/>
                    </a:lnTo>
                    <a:lnTo>
                      <a:pt x="0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96" name="Контур"/>
              <p:cNvSpPr/>
              <p:nvPr/>
            </p:nvSpPr>
            <p:spPr>
              <a:xfrm>
                <a:off x="10374305" y="7874088"/>
                <a:ext cx="14778" cy="748"/>
              </a:xfrm>
              <a:custGeom>
                <a:avLst/>
                <a:gdLst/>
                <a:ahLst/>
                <a:cxnLst/>
                <a:rect l="l" t="t" r="r" b="b"/>
                <a:pathLst>
                  <a:path w="14778" h="748" fill="none">
                    <a:moveTo>
                      <a:pt x="0" y="748"/>
                    </a:moveTo>
                    <a:lnTo>
                      <a:pt x="14778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97" name="Контур"/>
              <p:cNvSpPr/>
              <p:nvPr/>
            </p:nvSpPr>
            <p:spPr>
              <a:xfrm>
                <a:off x="10529947" y="8577678"/>
                <a:ext cx="46528" cy="11166"/>
              </a:xfrm>
              <a:custGeom>
                <a:avLst/>
                <a:gdLst/>
                <a:ahLst/>
                <a:cxnLst/>
                <a:rect l="l" t="t" r="r" b="b"/>
                <a:pathLst>
                  <a:path w="46528" h="11166" fill="none">
                    <a:moveTo>
                      <a:pt x="46528" y="0"/>
                    </a:moveTo>
                    <a:lnTo>
                      <a:pt x="16344" y="7250"/>
                    </a:lnTo>
                    <a:lnTo>
                      <a:pt x="0" y="11166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98" name="Контур"/>
              <p:cNvSpPr/>
              <p:nvPr/>
            </p:nvSpPr>
            <p:spPr>
              <a:xfrm>
                <a:off x="10529947" y="8588844"/>
                <a:ext cx="549" cy="20640"/>
              </a:xfrm>
              <a:custGeom>
                <a:avLst/>
                <a:gdLst/>
                <a:ahLst/>
                <a:cxnLst/>
                <a:rect l="l" t="t" r="r" b="b"/>
                <a:pathLst>
                  <a:path w="549" h="20640" fill="none">
                    <a:moveTo>
                      <a:pt x="0" y="0"/>
                    </a:moveTo>
                    <a:lnTo>
                      <a:pt x="549" y="2064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99" name="Контур"/>
              <p:cNvSpPr/>
              <p:nvPr/>
            </p:nvSpPr>
            <p:spPr>
              <a:xfrm>
                <a:off x="10530496" y="8597988"/>
                <a:ext cx="47924" cy="11496"/>
              </a:xfrm>
              <a:custGeom>
                <a:avLst/>
                <a:gdLst/>
                <a:ahLst/>
                <a:cxnLst/>
                <a:rect l="l" t="t" r="r" b="b"/>
                <a:pathLst>
                  <a:path w="47924" h="11496" fill="none">
                    <a:moveTo>
                      <a:pt x="0" y="11496"/>
                    </a:moveTo>
                    <a:lnTo>
                      <a:pt x="47924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00" name="Контур"/>
              <p:cNvSpPr/>
              <p:nvPr/>
            </p:nvSpPr>
            <p:spPr>
              <a:xfrm>
                <a:off x="10516398" y="8492094"/>
                <a:ext cx="13549" cy="96750"/>
              </a:xfrm>
              <a:custGeom>
                <a:avLst/>
                <a:gdLst/>
                <a:ahLst/>
                <a:cxnLst/>
                <a:rect l="l" t="t" r="r" b="b"/>
                <a:pathLst>
                  <a:path w="13549" h="96750" fill="none">
                    <a:moveTo>
                      <a:pt x="11214" y="71109"/>
                    </a:moveTo>
                    <a:lnTo>
                      <a:pt x="13549" y="96750"/>
                    </a:lnTo>
                    <a:moveTo>
                      <a:pt x="0" y="0"/>
                    </a:moveTo>
                    <a:lnTo>
                      <a:pt x="9944" y="57857"/>
                    </a:lnTo>
                    <a:lnTo>
                      <a:pt x="11214" y="71109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01" name="Контур"/>
              <p:cNvSpPr/>
              <p:nvPr/>
            </p:nvSpPr>
            <p:spPr>
              <a:xfrm>
                <a:off x="10527612" y="8552861"/>
                <a:ext cx="45012" cy="10342"/>
              </a:xfrm>
              <a:custGeom>
                <a:avLst/>
                <a:gdLst/>
                <a:ahLst/>
                <a:cxnLst/>
                <a:rect l="l" t="t" r="r" b="b"/>
                <a:pathLst>
                  <a:path w="45012" h="10342" fill="none">
                    <a:moveTo>
                      <a:pt x="45012" y="0"/>
                    </a:moveTo>
                    <a:lnTo>
                      <a:pt x="15157" y="6863"/>
                    </a:lnTo>
                    <a:lnTo>
                      <a:pt x="0" y="10342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02" name="Контур"/>
              <p:cNvSpPr/>
              <p:nvPr/>
            </p:nvSpPr>
            <p:spPr>
              <a:xfrm>
                <a:off x="10284019" y="7458929"/>
                <a:ext cx="306118" cy="1482616"/>
              </a:xfrm>
              <a:custGeom>
                <a:avLst/>
                <a:gdLst/>
                <a:ahLst/>
                <a:cxnLst/>
                <a:rect l="l" t="t" r="r" b="b"/>
                <a:pathLst>
                  <a:path w="306118" h="1482616" fill="none">
                    <a:moveTo>
                      <a:pt x="226149" y="996936"/>
                    </a:moveTo>
                    <a:lnTo>
                      <a:pt x="232379" y="1033165"/>
                    </a:lnTo>
                    <a:moveTo>
                      <a:pt x="197323" y="824965"/>
                    </a:moveTo>
                    <a:lnTo>
                      <a:pt x="205794" y="876184"/>
                    </a:lnTo>
                    <a:lnTo>
                      <a:pt x="214311" y="927696"/>
                    </a:lnTo>
                    <a:moveTo>
                      <a:pt x="259800" y="919310"/>
                    </a:moveTo>
                    <a:lnTo>
                      <a:pt x="242861" y="817812"/>
                    </a:lnTo>
                    <a:lnTo>
                      <a:pt x="240338" y="803765"/>
                    </a:lnTo>
                    <a:lnTo>
                      <a:pt x="234650" y="772080"/>
                    </a:lnTo>
                    <a:lnTo>
                      <a:pt x="224511" y="715011"/>
                    </a:lnTo>
                    <a:lnTo>
                      <a:pt x="210238" y="648542"/>
                    </a:lnTo>
                    <a:lnTo>
                      <a:pt x="197556" y="596865"/>
                    </a:lnTo>
                    <a:lnTo>
                      <a:pt x="188411" y="559293"/>
                    </a:lnTo>
                    <a:lnTo>
                      <a:pt x="179396" y="524926"/>
                    </a:lnTo>
                    <a:moveTo>
                      <a:pt x="134865" y="535342"/>
                    </a:moveTo>
                    <a:lnTo>
                      <a:pt x="164839" y="659070"/>
                    </a:lnTo>
                    <a:lnTo>
                      <a:pt x="175131" y="706180"/>
                    </a:lnTo>
                    <a:lnTo>
                      <a:pt x="194473" y="809686"/>
                    </a:lnTo>
                    <a:lnTo>
                      <a:pt x="197323" y="824965"/>
                    </a:lnTo>
                    <a:moveTo>
                      <a:pt x="219427" y="959629"/>
                    </a:moveTo>
                    <a:lnTo>
                      <a:pt x="226149" y="996936"/>
                    </a:lnTo>
                    <a:moveTo>
                      <a:pt x="214311" y="927696"/>
                    </a:moveTo>
                    <a:lnTo>
                      <a:pt x="216171" y="939342"/>
                    </a:lnTo>
                    <a:lnTo>
                      <a:pt x="219427" y="959629"/>
                    </a:lnTo>
                    <a:moveTo>
                      <a:pt x="249044" y="1214197"/>
                    </a:moveTo>
                    <a:lnTo>
                      <a:pt x="249119" y="1215383"/>
                    </a:lnTo>
                    <a:lnTo>
                      <a:pt x="251993" y="1270452"/>
                    </a:lnTo>
                    <a:lnTo>
                      <a:pt x="253511" y="1301370"/>
                    </a:lnTo>
                    <a:moveTo>
                      <a:pt x="248468" y="1202668"/>
                    </a:moveTo>
                    <a:lnTo>
                      <a:pt x="249044" y="1214197"/>
                    </a:lnTo>
                    <a:moveTo>
                      <a:pt x="246477" y="1150555"/>
                    </a:moveTo>
                    <a:lnTo>
                      <a:pt x="248468" y="1202668"/>
                    </a:lnTo>
                    <a:moveTo>
                      <a:pt x="253511" y="1301370"/>
                    </a:moveTo>
                    <a:lnTo>
                      <a:pt x="253809" y="1305608"/>
                    </a:lnTo>
                    <a:lnTo>
                      <a:pt x="255438" y="1334351"/>
                    </a:lnTo>
                    <a:lnTo>
                      <a:pt x="260786" y="1362014"/>
                    </a:lnTo>
                    <a:lnTo>
                      <a:pt x="269856" y="1387330"/>
                    </a:lnTo>
                    <a:lnTo>
                      <a:pt x="294341" y="1439306"/>
                    </a:lnTo>
                    <a:lnTo>
                      <a:pt x="300937" y="1461011"/>
                    </a:lnTo>
                    <a:lnTo>
                      <a:pt x="306118" y="1482616"/>
                    </a:lnTo>
                    <a:moveTo>
                      <a:pt x="220181" y="1185119"/>
                    </a:moveTo>
                    <a:lnTo>
                      <a:pt x="228174" y="1186469"/>
                    </a:lnTo>
                    <a:lnTo>
                      <a:pt x="236799" y="1189326"/>
                    </a:lnTo>
                    <a:lnTo>
                      <a:pt x="243278" y="1193597"/>
                    </a:lnTo>
                    <a:lnTo>
                      <a:pt x="248468" y="1202668"/>
                    </a:lnTo>
                    <a:moveTo>
                      <a:pt x="102001" y="1213026"/>
                    </a:moveTo>
                    <a:lnTo>
                      <a:pt x="137413" y="1204364"/>
                    </a:lnTo>
                    <a:lnTo>
                      <a:pt x="186238" y="1192294"/>
                    </a:lnTo>
                    <a:lnTo>
                      <a:pt x="209140" y="1187129"/>
                    </a:lnTo>
                    <a:lnTo>
                      <a:pt x="220181" y="1185119"/>
                    </a:lnTo>
                    <a:moveTo>
                      <a:pt x="0" y="0"/>
                    </a:moveTo>
                    <a:lnTo>
                      <a:pt x="10206" y="40574"/>
                    </a:lnTo>
                    <a:lnTo>
                      <a:pt x="23357" y="92850"/>
                    </a:lnTo>
                    <a:lnTo>
                      <a:pt x="64335" y="255761"/>
                    </a:lnTo>
                    <a:lnTo>
                      <a:pt x="75754" y="30117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03" name="Контур"/>
              <p:cNvSpPr/>
              <p:nvPr/>
            </p:nvSpPr>
            <p:spPr>
              <a:xfrm>
                <a:off x="9990613" y="7874836"/>
                <a:ext cx="383692" cy="19570"/>
              </a:xfrm>
              <a:custGeom>
                <a:avLst/>
                <a:gdLst/>
                <a:ahLst/>
                <a:cxnLst/>
                <a:rect l="l" t="t" r="r" b="b"/>
                <a:pathLst>
                  <a:path w="383692" h="19570" fill="none">
                    <a:moveTo>
                      <a:pt x="0" y="19570"/>
                    </a:moveTo>
                    <a:lnTo>
                      <a:pt x="9172" y="19111"/>
                    </a:lnTo>
                    <a:lnTo>
                      <a:pt x="16418" y="18738"/>
                    </a:lnTo>
                    <a:lnTo>
                      <a:pt x="43753" y="17347"/>
                    </a:lnTo>
                    <a:lnTo>
                      <a:pt x="51632" y="16940"/>
                    </a:lnTo>
                    <a:lnTo>
                      <a:pt x="63425" y="16345"/>
                    </a:lnTo>
                    <a:lnTo>
                      <a:pt x="76468" y="15683"/>
                    </a:lnTo>
                    <a:lnTo>
                      <a:pt x="81388" y="15429"/>
                    </a:lnTo>
                    <a:moveTo>
                      <a:pt x="81388" y="15429"/>
                    </a:moveTo>
                    <a:lnTo>
                      <a:pt x="201045" y="9321"/>
                    </a:lnTo>
                    <a:lnTo>
                      <a:pt x="258048" y="6417"/>
                    </a:lnTo>
                    <a:lnTo>
                      <a:pt x="282771" y="5161"/>
                    </a:lnTo>
                    <a:lnTo>
                      <a:pt x="354535" y="1494"/>
                    </a:lnTo>
                    <a:lnTo>
                      <a:pt x="383692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04" name="Контур"/>
              <p:cNvSpPr/>
              <p:nvPr/>
            </p:nvSpPr>
            <p:spPr>
              <a:xfrm>
                <a:off x="10280269" y="8671955"/>
                <a:ext cx="105751" cy="23884"/>
              </a:xfrm>
              <a:custGeom>
                <a:avLst/>
                <a:gdLst/>
                <a:ahLst/>
                <a:cxnLst/>
                <a:rect l="l" t="t" r="r" b="b"/>
                <a:pathLst>
                  <a:path w="105751" h="23884" fill="none">
                    <a:moveTo>
                      <a:pt x="0" y="23884"/>
                    </a:moveTo>
                    <a:lnTo>
                      <a:pt x="51034" y="12652"/>
                    </a:lnTo>
                    <a:lnTo>
                      <a:pt x="105751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05" name="Контур"/>
              <p:cNvSpPr/>
              <p:nvPr/>
            </p:nvSpPr>
            <p:spPr>
              <a:xfrm>
                <a:off x="10161040" y="8563203"/>
                <a:ext cx="369456" cy="133035"/>
              </a:xfrm>
              <a:custGeom>
                <a:avLst/>
                <a:gdLst/>
                <a:ahLst/>
                <a:cxnLst/>
                <a:rect l="l" t="t" r="r" b="b"/>
                <a:pathLst>
                  <a:path w="369456" h="133035" fill="none">
                    <a:moveTo>
                      <a:pt x="366572" y="0"/>
                    </a:moveTo>
                    <a:lnTo>
                      <a:pt x="352307" y="3258"/>
                    </a:lnTo>
                    <a:lnTo>
                      <a:pt x="274864" y="21199"/>
                    </a:lnTo>
                    <a:lnTo>
                      <a:pt x="218737" y="34567"/>
                    </a:lnTo>
                    <a:lnTo>
                      <a:pt x="191544" y="41047"/>
                    </a:lnTo>
                    <a:lnTo>
                      <a:pt x="115694" y="60165"/>
                    </a:lnTo>
                    <a:lnTo>
                      <a:pt x="102973" y="63154"/>
                    </a:lnTo>
                    <a:moveTo>
                      <a:pt x="172013" y="92968"/>
                    </a:moveTo>
                    <a:lnTo>
                      <a:pt x="310909" y="60201"/>
                    </a:lnTo>
                    <a:lnTo>
                      <a:pt x="342454" y="52699"/>
                    </a:lnTo>
                    <a:lnTo>
                      <a:pt x="369456" y="46281"/>
                    </a:lnTo>
                    <a:moveTo>
                      <a:pt x="102973" y="63154"/>
                    </a:moveTo>
                    <a:lnTo>
                      <a:pt x="48234" y="89602"/>
                    </a:lnTo>
                    <a:lnTo>
                      <a:pt x="0" y="112922"/>
                    </a:lnTo>
                    <a:moveTo>
                      <a:pt x="4278" y="133035"/>
                    </a:moveTo>
                    <a:lnTo>
                      <a:pt x="63563" y="118945"/>
                    </a:lnTo>
                    <a:lnTo>
                      <a:pt x="93991" y="111726"/>
                    </a:lnTo>
                    <a:lnTo>
                      <a:pt x="172013" y="92968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06" name="Контур"/>
              <p:cNvSpPr/>
              <p:nvPr/>
            </p:nvSpPr>
            <p:spPr>
              <a:xfrm>
                <a:off x="10559363" y="5597862"/>
                <a:ext cx="507599" cy="351622"/>
              </a:xfrm>
              <a:custGeom>
                <a:avLst/>
                <a:gdLst/>
                <a:ahLst/>
                <a:cxnLst/>
                <a:rect l="l" t="t" r="r" b="b"/>
                <a:pathLst>
                  <a:path w="507599" h="351622" fill="none">
                    <a:moveTo>
                      <a:pt x="81276" y="279829"/>
                    </a:moveTo>
                    <a:lnTo>
                      <a:pt x="82710" y="278497"/>
                    </a:lnTo>
                    <a:lnTo>
                      <a:pt x="83324" y="277923"/>
                    </a:lnTo>
                    <a:lnTo>
                      <a:pt x="99944" y="262459"/>
                    </a:lnTo>
                    <a:moveTo>
                      <a:pt x="99944" y="262459"/>
                    </a:moveTo>
                    <a:lnTo>
                      <a:pt x="113169" y="253531"/>
                    </a:lnTo>
                    <a:moveTo>
                      <a:pt x="113169" y="253531"/>
                    </a:moveTo>
                    <a:lnTo>
                      <a:pt x="219696" y="181430"/>
                    </a:lnTo>
                    <a:lnTo>
                      <a:pt x="270791" y="148194"/>
                    </a:lnTo>
                    <a:lnTo>
                      <a:pt x="507599" y="0"/>
                    </a:lnTo>
                    <a:moveTo>
                      <a:pt x="99944" y="262459"/>
                    </a:moveTo>
                    <a:lnTo>
                      <a:pt x="80681" y="275007"/>
                    </a:lnTo>
                    <a:lnTo>
                      <a:pt x="80049" y="275411"/>
                    </a:lnTo>
                    <a:lnTo>
                      <a:pt x="77004" y="277398"/>
                    </a:lnTo>
                    <a:lnTo>
                      <a:pt x="64625" y="285196"/>
                    </a:lnTo>
                    <a:lnTo>
                      <a:pt x="55496" y="292254"/>
                    </a:lnTo>
                    <a:lnTo>
                      <a:pt x="0" y="342081"/>
                    </a:lnTo>
                    <a:moveTo>
                      <a:pt x="10093" y="351622"/>
                    </a:moveTo>
                    <a:lnTo>
                      <a:pt x="28205" y="328381"/>
                    </a:lnTo>
                    <a:lnTo>
                      <a:pt x="40485" y="316020"/>
                    </a:lnTo>
                    <a:lnTo>
                      <a:pt x="81276" y="279829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07" name="Контур"/>
              <p:cNvSpPr/>
              <p:nvPr/>
            </p:nvSpPr>
            <p:spPr>
              <a:xfrm>
                <a:off x="10448641" y="5939943"/>
                <a:ext cx="120815" cy="136789"/>
              </a:xfrm>
              <a:custGeom>
                <a:avLst/>
                <a:gdLst/>
                <a:ahLst/>
                <a:cxnLst/>
                <a:rect l="l" t="t" r="r" b="b"/>
                <a:pathLst>
                  <a:path w="120815" h="136789" fill="none">
                    <a:moveTo>
                      <a:pt x="110722" y="0"/>
                    </a:moveTo>
                    <a:lnTo>
                      <a:pt x="82475" y="28531"/>
                    </a:lnTo>
                    <a:moveTo>
                      <a:pt x="93220" y="38269"/>
                    </a:moveTo>
                    <a:lnTo>
                      <a:pt x="120815" y="9541"/>
                    </a:lnTo>
                    <a:moveTo>
                      <a:pt x="82475" y="28531"/>
                    </a:moveTo>
                    <a:lnTo>
                      <a:pt x="23718" y="91646"/>
                    </a:lnTo>
                    <a:moveTo>
                      <a:pt x="0" y="136789"/>
                    </a:moveTo>
                    <a:lnTo>
                      <a:pt x="34010" y="100970"/>
                    </a:lnTo>
                    <a:moveTo>
                      <a:pt x="34010" y="100970"/>
                    </a:moveTo>
                    <a:lnTo>
                      <a:pt x="93220" y="38269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08" name="Контур"/>
              <p:cNvSpPr/>
              <p:nvPr/>
            </p:nvSpPr>
            <p:spPr>
              <a:xfrm>
                <a:off x="10534016" y="6020104"/>
                <a:ext cx="477129" cy="616453"/>
              </a:xfrm>
              <a:custGeom>
                <a:avLst/>
                <a:gdLst/>
                <a:ahLst/>
                <a:cxnLst/>
                <a:rect l="l" t="t" r="r" b="b"/>
                <a:pathLst>
                  <a:path w="477129" h="616453" fill="none">
                    <a:moveTo>
                      <a:pt x="477129" y="616453"/>
                    </a:moveTo>
                    <a:lnTo>
                      <a:pt x="440416" y="552298"/>
                    </a:lnTo>
                    <a:lnTo>
                      <a:pt x="380370" y="459472"/>
                    </a:lnTo>
                    <a:lnTo>
                      <a:pt x="332845" y="389448"/>
                    </a:lnTo>
                    <a:lnTo>
                      <a:pt x="285495" y="323092"/>
                    </a:lnTo>
                    <a:lnTo>
                      <a:pt x="263745" y="293150"/>
                    </a:lnTo>
                    <a:lnTo>
                      <a:pt x="202802" y="218456"/>
                    </a:lnTo>
                    <a:lnTo>
                      <a:pt x="125718" y="130488"/>
                    </a:lnTo>
                    <a:lnTo>
                      <a:pt x="93304" y="94691"/>
                    </a:lnTo>
                    <a:lnTo>
                      <a:pt x="28526" y="26628"/>
                    </a:lnTo>
                    <a:lnTo>
                      <a:pt x="0" y="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09" name="Контур"/>
              <p:cNvSpPr/>
              <p:nvPr/>
            </p:nvSpPr>
            <p:spPr>
              <a:xfrm>
                <a:off x="10428238" y="6285549"/>
                <a:ext cx="595636" cy="1139249"/>
              </a:xfrm>
              <a:custGeom>
                <a:avLst/>
                <a:gdLst/>
                <a:ahLst/>
                <a:cxnLst/>
                <a:rect l="l" t="t" r="r" b="b"/>
                <a:pathLst>
                  <a:path w="595636" h="1139249" fill="none">
                    <a:moveTo>
                      <a:pt x="429848" y="1132316"/>
                    </a:moveTo>
                    <a:lnTo>
                      <a:pt x="438323" y="1133216"/>
                    </a:lnTo>
                    <a:lnTo>
                      <a:pt x="451798" y="1134123"/>
                    </a:lnTo>
                    <a:lnTo>
                      <a:pt x="467850" y="1133414"/>
                    </a:lnTo>
                    <a:lnTo>
                      <a:pt x="481804" y="1132807"/>
                    </a:lnTo>
                    <a:lnTo>
                      <a:pt x="497379" y="1132085"/>
                    </a:lnTo>
                    <a:lnTo>
                      <a:pt x="534482" y="1130350"/>
                    </a:lnTo>
                    <a:lnTo>
                      <a:pt x="549469" y="1129923"/>
                    </a:lnTo>
                    <a:lnTo>
                      <a:pt x="567338" y="1129575"/>
                    </a:lnTo>
                    <a:lnTo>
                      <a:pt x="595636" y="1126818"/>
                    </a:lnTo>
                    <a:moveTo>
                      <a:pt x="404471" y="1128830"/>
                    </a:moveTo>
                    <a:lnTo>
                      <a:pt x="415944" y="1130410"/>
                    </a:lnTo>
                    <a:lnTo>
                      <a:pt x="429848" y="1132316"/>
                    </a:lnTo>
                    <a:moveTo>
                      <a:pt x="245803" y="1131207"/>
                    </a:moveTo>
                    <a:lnTo>
                      <a:pt x="305416" y="1128718"/>
                    </a:lnTo>
                    <a:lnTo>
                      <a:pt x="324985" y="1128131"/>
                    </a:lnTo>
                    <a:lnTo>
                      <a:pt x="335215" y="1127728"/>
                    </a:lnTo>
                    <a:moveTo>
                      <a:pt x="335215" y="1127728"/>
                    </a:moveTo>
                    <a:lnTo>
                      <a:pt x="359394" y="1127427"/>
                    </a:lnTo>
                    <a:lnTo>
                      <a:pt x="370686" y="1127512"/>
                    </a:lnTo>
                    <a:lnTo>
                      <a:pt x="386684" y="1128006"/>
                    </a:lnTo>
                    <a:lnTo>
                      <a:pt x="396223" y="1128115"/>
                    </a:lnTo>
                    <a:lnTo>
                      <a:pt x="404471" y="1128830"/>
                    </a:lnTo>
                    <a:moveTo>
                      <a:pt x="0" y="0"/>
                    </a:moveTo>
                    <a:lnTo>
                      <a:pt x="103121" y="116799"/>
                    </a:lnTo>
                    <a:lnTo>
                      <a:pt x="230327" y="284911"/>
                    </a:lnTo>
                    <a:lnTo>
                      <a:pt x="292539" y="377698"/>
                    </a:lnTo>
                    <a:lnTo>
                      <a:pt x="382812" y="532771"/>
                    </a:lnTo>
                    <a:lnTo>
                      <a:pt x="461847" y="696067"/>
                    </a:lnTo>
                    <a:lnTo>
                      <a:pt x="532411" y="869316"/>
                    </a:lnTo>
                    <a:lnTo>
                      <a:pt x="560970" y="960736"/>
                    </a:lnTo>
                    <a:lnTo>
                      <a:pt x="595636" y="1126818"/>
                    </a:lnTo>
                    <a:moveTo>
                      <a:pt x="51898" y="1139249"/>
                    </a:moveTo>
                    <a:lnTo>
                      <a:pt x="107130" y="1137030"/>
                    </a:lnTo>
                    <a:lnTo>
                      <a:pt x="133084" y="1135982"/>
                    </a:lnTo>
                    <a:moveTo>
                      <a:pt x="133084" y="1135982"/>
                    </a:moveTo>
                    <a:lnTo>
                      <a:pt x="196229" y="1133385"/>
                    </a:lnTo>
                    <a:moveTo>
                      <a:pt x="196229" y="1133385"/>
                    </a:moveTo>
                    <a:lnTo>
                      <a:pt x="220804" y="1132312"/>
                    </a:lnTo>
                    <a:lnTo>
                      <a:pt x="225541" y="1131951"/>
                    </a:lnTo>
                    <a:lnTo>
                      <a:pt x="228899" y="1131827"/>
                    </a:lnTo>
                    <a:lnTo>
                      <a:pt x="245803" y="113120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10" name="Контур"/>
              <p:cNvSpPr/>
              <p:nvPr/>
            </p:nvSpPr>
            <p:spPr>
              <a:xfrm>
                <a:off x="10321360" y="6031589"/>
                <a:ext cx="150999" cy="54441"/>
              </a:xfrm>
              <a:custGeom>
                <a:avLst/>
                <a:gdLst/>
                <a:ahLst/>
                <a:cxnLst/>
                <a:rect l="l" t="t" r="r" b="b"/>
                <a:pathLst>
                  <a:path w="150999" h="54441" fill="none">
                    <a:moveTo>
                      <a:pt x="150999" y="0"/>
                    </a:moveTo>
                    <a:lnTo>
                      <a:pt x="117188" y="35601"/>
                    </a:lnTo>
                    <a:lnTo>
                      <a:pt x="105456" y="46541"/>
                    </a:lnTo>
                    <a:lnTo>
                      <a:pt x="93798" y="52886"/>
                    </a:lnTo>
                    <a:lnTo>
                      <a:pt x="81145" y="54441"/>
                    </a:lnTo>
                    <a:lnTo>
                      <a:pt x="64274" y="51961"/>
                    </a:lnTo>
                    <a:lnTo>
                      <a:pt x="51407" y="45007"/>
                    </a:lnTo>
                    <a:lnTo>
                      <a:pt x="36458" y="34163"/>
                    </a:lnTo>
                    <a:lnTo>
                      <a:pt x="0" y="1822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11" name="Контур"/>
              <p:cNvSpPr/>
              <p:nvPr/>
            </p:nvSpPr>
            <p:spPr>
              <a:xfrm>
                <a:off x="10273965" y="6182848"/>
                <a:ext cx="33685" cy="47863"/>
              </a:xfrm>
              <a:custGeom>
                <a:avLst/>
                <a:gdLst/>
                <a:ahLst/>
                <a:cxnLst/>
                <a:rect l="l" t="t" r="r" b="b"/>
                <a:pathLst>
                  <a:path w="33685" h="47863" fill="none">
                    <a:moveTo>
                      <a:pt x="33685" y="47863"/>
                    </a:moveTo>
                    <a:lnTo>
                      <a:pt x="27165" y="47200"/>
                    </a:lnTo>
                    <a:lnTo>
                      <a:pt x="20375" y="44488"/>
                    </a:lnTo>
                    <a:lnTo>
                      <a:pt x="16270" y="40576"/>
                    </a:lnTo>
                    <a:lnTo>
                      <a:pt x="11794" y="33506"/>
                    </a:lnTo>
                    <a:lnTo>
                      <a:pt x="5004" y="14221"/>
                    </a:lnTo>
                    <a:lnTo>
                      <a:pt x="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12" name="Контур"/>
              <p:cNvSpPr/>
              <p:nvPr/>
            </p:nvSpPr>
            <p:spPr>
              <a:xfrm>
                <a:off x="10320024" y="6046413"/>
                <a:ext cx="128617" cy="48179"/>
              </a:xfrm>
              <a:custGeom>
                <a:avLst/>
                <a:gdLst/>
                <a:ahLst/>
                <a:cxnLst/>
                <a:rect l="l" t="t" r="r" b="b"/>
                <a:pathLst>
                  <a:path w="128617" h="48179" fill="none">
                    <a:moveTo>
                      <a:pt x="0" y="0"/>
                    </a:moveTo>
                    <a:lnTo>
                      <a:pt x="44402" y="36960"/>
                    </a:lnTo>
                    <a:lnTo>
                      <a:pt x="61656" y="45234"/>
                    </a:lnTo>
                    <a:lnTo>
                      <a:pt x="77966" y="48179"/>
                    </a:lnTo>
                    <a:lnTo>
                      <a:pt x="94485" y="47638"/>
                    </a:lnTo>
                    <a:lnTo>
                      <a:pt x="107732" y="43398"/>
                    </a:lnTo>
                    <a:lnTo>
                      <a:pt x="118409" y="36842"/>
                    </a:lnTo>
                    <a:lnTo>
                      <a:pt x="128617" y="30319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13" name="Контур"/>
              <p:cNvSpPr/>
              <p:nvPr/>
            </p:nvSpPr>
            <p:spPr>
              <a:xfrm>
                <a:off x="10307650" y="6228228"/>
                <a:ext cx="120588" cy="57321"/>
              </a:xfrm>
              <a:custGeom>
                <a:avLst/>
                <a:gdLst/>
                <a:ahLst/>
                <a:cxnLst/>
                <a:rect l="l" t="t" r="r" b="b"/>
                <a:pathLst>
                  <a:path w="120588" h="57321" fill="none">
                    <a:moveTo>
                      <a:pt x="0" y="2483"/>
                    </a:moveTo>
                    <a:lnTo>
                      <a:pt x="20661" y="706"/>
                    </a:lnTo>
                    <a:lnTo>
                      <a:pt x="36337" y="0"/>
                    </a:lnTo>
                    <a:lnTo>
                      <a:pt x="48447" y="976"/>
                    </a:lnTo>
                    <a:lnTo>
                      <a:pt x="52443" y="1897"/>
                    </a:lnTo>
                    <a:lnTo>
                      <a:pt x="58776" y="3363"/>
                    </a:lnTo>
                    <a:lnTo>
                      <a:pt x="69157" y="7707"/>
                    </a:lnTo>
                    <a:lnTo>
                      <a:pt x="78673" y="14353"/>
                    </a:lnTo>
                    <a:lnTo>
                      <a:pt x="90142" y="25044"/>
                    </a:lnTo>
                    <a:lnTo>
                      <a:pt x="120588" y="57321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14" name="Контур"/>
              <p:cNvSpPr/>
              <p:nvPr/>
            </p:nvSpPr>
            <p:spPr>
              <a:xfrm>
                <a:off x="10197284" y="6019861"/>
                <a:ext cx="31801" cy="31552"/>
              </a:xfrm>
              <a:custGeom>
                <a:avLst/>
                <a:gdLst/>
                <a:ahLst/>
                <a:cxnLst/>
                <a:rect l="l" t="t" r="r" b="b"/>
                <a:pathLst>
                  <a:path w="31801" h="31552" fill="none">
                    <a:moveTo>
                      <a:pt x="31801" y="0"/>
                    </a:moveTo>
                    <a:lnTo>
                      <a:pt x="0" y="31552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15" name="Контур"/>
              <p:cNvSpPr/>
              <p:nvPr/>
            </p:nvSpPr>
            <p:spPr>
              <a:xfrm>
                <a:off x="10252916" y="5759846"/>
                <a:ext cx="281100" cy="260258"/>
              </a:xfrm>
              <a:custGeom>
                <a:avLst/>
                <a:gdLst/>
                <a:ahLst/>
                <a:cxnLst/>
                <a:rect l="l" t="t" r="r" b="b"/>
                <a:pathLst>
                  <a:path w="281100" h="260258" fill="none">
                    <a:moveTo>
                      <a:pt x="281100" y="260258"/>
                    </a:moveTo>
                    <a:lnTo>
                      <a:pt x="224877" y="207970"/>
                    </a:lnTo>
                    <a:lnTo>
                      <a:pt x="193484" y="178766"/>
                    </a:lnTo>
                    <a:lnTo>
                      <a:pt x="96845" y="89468"/>
                    </a:lnTo>
                    <a:lnTo>
                      <a:pt x="60287" y="55694"/>
                    </a:lnTo>
                    <a:lnTo>
                      <a:pt x="0" y="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16" name="Контур"/>
              <p:cNvSpPr/>
              <p:nvPr/>
            </p:nvSpPr>
            <p:spPr>
              <a:xfrm>
                <a:off x="10188222" y="6006595"/>
                <a:ext cx="133138" cy="344445"/>
              </a:xfrm>
              <a:custGeom>
                <a:avLst/>
                <a:gdLst/>
                <a:ahLst/>
                <a:cxnLst/>
                <a:rect l="l" t="t" r="r" b="b"/>
                <a:pathLst>
                  <a:path w="133138" h="344445" fill="none">
                    <a:moveTo>
                      <a:pt x="72441" y="143031"/>
                    </a:moveTo>
                    <a:lnTo>
                      <a:pt x="65371" y="134123"/>
                    </a:lnTo>
                    <a:lnTo>
                      <a:pt x="8096" y="75686"/>
                    </a:lnTo>
                    <a:moveTo>
                      <a:pt x="8096" y="75686"/>
                    </a:moveTo>
                    <a:lnTo>
                      <a:pt x="5900" y="68081"/>
                    </a:lnTo>
                    <a:lnTo>
                      <a:pt x="6583" y="60092"/>
                    </a:lnTo>
                    <a:lnTo>
                      <a:pt x="9424" y="53481"/>
                    </a:lnTo>
                    <a:lnTo>
                      <a:pt x="14818" y="47166"/>
                    </a:lnTo>
                    <a:lnTo>
                      <a:pt x="46998" y="20715"/>
                    </a:lnTo>
                    <a:lnTo>
                      <a:pt x="55758" y="14199"/>
                    </a:lnTo>
                    <a:lnTo>
                      <a:pt x="66932" y="10123"/>
                    </a:lnTo>
                    <a:lnTo>
                      <a:pt x="81570" y="10054"/>
                    </a:lnTo>
                    <a:lnTo>
                      <a:pt x="97386" y="15052"/>
                    </a:lnTo>
                    <a:lnTo>
                      <a:pt x="117045" y="27416"/>
                    </a:lnTo>
                    <a:lnTo>
                      <a:pt x="131802" y="39818"/>
                    </a:lnTo>
                    <a:moveTo>
                      <a:pt x="133138" y="26816"/>
                    </a:moveTo>
                    <a:lnTo>
                      <a:pt x="111885" y="11391"/>
                    </a:lnTo>
                    <a:lnTo>
                      <a:pt x="99420" y="4790"/>
                    </a:lnTo>
                    <a:lnTo>
                      <a:pt x="81636" y="156"/>
                    </a:lnTo>
                    <a:lnTo>
                      <a:pt x="65644" y="0"/>
                    </a:lnTo>
                    <a:lnTo>
                      <a:pt x="52379" y="4194"/>
                    </a:lnTo>
                    <a:lnTo>
                      <a:pt x="40863" y="13266"/>
                    </a:lnTo>
                    <a:moveTo>
                      <a:pt x="0" y="344445"/>
                    </a:moveTo>
                    <a:lnTo>
                      <a:pt x="2386" y="338715"/>
                    </a:lnTo>
                    <a:lnTo>
                      <a:pt x="9333" y="325070"/>
                    </a:lnTo>
                    <a:lnTo>
                      <a:pt x="16520" y="312472"/>
                    </a:lnTo>
                    <a:lnTo>
                      <a:pt x="26287" y="298567"/>
                    </a:lnTo>
                    <a:lnTo>
                      <a:pt x="32283" y="291123"/>
                    </a:lnTo>
                    <a:lnTo>
                      <a:pt x="47553" y="272152"/>
                    </a:lnTo>
                    <a:moveTo>
                      <a:pt x="47553" y="272152"/>
                    </a:moveTo>
                    <a:lnTo>
                      <a:pt x="65515" y="249976"/>
                    </a:lnTo>
                    <a:moveTo>
                      <a:pt x="65515" y="249976"/>
                    </a:moveTo>
                    <a:lnTo>
                      <a:pt x="73847" y="235461"/>
                    </a:lnTo>
                    <a:lnTo>
                      <a:pt x="80156" y="220801"/>
                    </a:lnTo>
                    <a:lnTo>
                      <a:pt x="83972" y="207494"/>
                    </a:lnTo>
                    <a:lnTo>
                      <a:pt x="85959" y="196370"/>
                    </a:lnTo>
                    <a:lnTo>
                      <a:pt x="86339" y="186764"/>
                    </a:lnTo>
                    <a:lnTo>
                      <a:pt x="85743" y="176253"/>
                    </a:lnTo>
                    <a:moveTo>
                      <a:pt x="85743" y="176253"/>
                    </a:moveTo>
                    <a:lnTo>
                      <a:pt x="84343" y="168150"/>
                    </a:lnTo>
                    <a:lnTo>
                      <a:pt x="81614" y="159854"/>
                    </a:lnTo>
                    <a:lnTo>
                      <a:pt x="77871" y="151809"/>
                    </a:lnTo>
                    <a:lnTo>
                      <a:pt x="72441" y="143031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17" name="Контур"/>
              <p:cNvSpPr/>
              <p:nvPr/>
            </p:nvSpPr>
            <p:spPr>
              <a:xfrm>
                <a:off x="10253737" y="6230711"/>
                <a:ext cx="53913" cy="25860"/>
              </a:xfrm>
              <a:custGeom>
                <a:avLst/>
                <a:gdLst/>
                <a:ahLst/>
                <a:cxnLst/>
                <a:rect l="l" t="t" r="r" b="b"/>
                <a:pathLst>
                  <a:path w="53913" h="25860" fill="none">
                    <a:moveTo>
                      <a:pt x="0" y="25860"/>
                    </a:moveTo>
                    <a:lnTo>
                      <a:pt x="10571" y="15127"/>
                    </a:lnTo>
                    <a:lnTo>
                      <a:pt x="19782" y="8655"/>
                    </a:lnTo>
                    <a:lnTo>
                      <a:pt x="28163" y="4684"/>
                    </a:lnTo>
                    <a:lnTo>
                      <a:pt x="39839" y="2086"/>
                    </a:lnTo>
                    <a:lnTo>
                      <a:pt x="42440" y="1503"/>
                    </a:lnTo>
                    <a:lnTo>
                      <a:pt x="53913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18" name="Контур"/>
              <p:cNvSpPr/>
              <p:nvPr/>
            </p:nvSpPr>
            <p:spPr>
              <a:xfrm>
                <a:off x="10206329" y="5764921"/>
                <a:ext cx="778098" cy="886457"/>
              </a:xfrm>
              <a:custGeom>
                <a:avLst/>
                <a:gdLst/>
                <a:ahLst/>
                <a:cxnLst/>
                <a:rect l="l" t="t" r="r" b="b"/>
                <a:pathLst>
                  <a:path w="778098" h="886457" fill="none">
                    <a:moveTo>
                      <a:pt x="0" y="0"/>
                    </a:moveTo>
                    <a:lnTo>
                      <a:pt x="262833" y="236421"/>
                    </a:lnTo>
                    <a:lnTo>
                      <a:pt x="328426" y="297636"/>
                    </a:lnTo>
                    <a:lnTo>
                      <a:pt x="334675" y="303465"/>
                    </a:lnTo>
                    <a:lnTo>
                      <a:pt x="398563" y="370608"/>
                    </a:lnTo>
                    <a:lnTo>
                      <a:pt x="452812" y="430489"/>
                    </a:lnTo>
                    <a:lnTo>
                      <a:pt x="507067" y="493237"/>
                    </a:lnTo>
                    <a:lnTo>
                      <a:pt x="567128" y="566856"/>
                    </a:lnTo>
                    <a:lnTo>
                      <a:pt x="635442" y="662064"/>
                    </a:lnTo>
                    <a:lnTo>
                      <a:pt x="698130" y="754446"/>
                    </a:lnTo>
                    <a:lnTo>
                      <a:pt x="723391" y="794130"/>
                    </a:lnTo>
                    <a:lnTo>
                      <a:pt x="778098" y="886457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19" name="Контур"/>
              <p:cNvSpPr/>
              <p:nvPr/>
            </p:nvSpPr>
            <p:spPr>
              <a:xfrm>
                <a:off x="10193972" y="6832294"/>
                <a:ext cx="136183" cy="620760"/>
              </a:xfrm>
              <a:custGeom>
                <a:avLst/>
                <a:gdLst/>
                <a:ahLst/>
                <a:cxnLst/>
                <a:rect l="l" t="t" r="r" b="b"/>
                <a:pathLst>
                  <a:path w="136183" h="620760" fill="none">
                    <a:moveTo>
                      <a:pt x="51983" y="288642"/>
                    </a:moveTo>
                    <a:lnTo>
                      <a:pt x="39712" y="240555"/>
                    </a:lnTo>
                    <a:moveTo>
                      <a:pt x="71446" y="362040"/>
                    </a:moveTo>
                    <a:lnTo>
                      <a:pt x="66235" y="340806"/>
                    </a:lnTo>
                    <a:lnTo>
                      <a:pt x="51983" y="288642"/>
                    </a:lnTo>
                    <a:moveTo>
                      <a:pt x="0" y="0"/>
                    </a:moveTo>
                    <a:lnTo>
                      <a:pt x="859" y="20253"/>
                    </a:lnTo>
                    <a:moveTo>
                      <a:pt x="859" y="20253"/>
                    </a:moveTo>
                    <a:lnTo>
                      <a:pt x="1425" y="31797"/>
                    </a:lnTo>
                    <a:moveTo>
                      <a:pt x="1425" y="31797"/>
                    </a:moveTo>
                    <a:lnTo>
                      <a:pt x="1664" y="36560"/>
                    </a:lnTo>
                    <a:moveTo>
                      <a:pt x="39712" y="240555"/>
                    </a:moveTo>
                    <a:lnTo>
                      <a:pt x="36033" y="225911"/>
                    </a:lnTo>
                    <a:lnTo>
                      <a:pt x="25780" y="189931"/>
                    </a:lnTo>
                    <a:moveTo>
                      <a:pt x="25780" y="189931"/>
                    </a:moveTo>
                    <a:lnTo>
                      <a:pt x="23898" y="180968"/>
                    </a:lnTo>
                    <a:moveTo>
                      <a:pt x="23898" y="180968"/>
                    </a:moveTo>
                    <a:lnTo>
                      <a:pt x="15076" y="142931"/>
                    </a:lnTo>
                    <a:moveTo>
                      <a:pt x="15076" y="142931"/>
                    </a:moveTo>
                    <a:lnTo>
                      <a:pt x="9072" y="104310"/>
                    </a:lnTo>
                    <a:lnTo>
                      <a:pt x="3776" y="64962"/>
                    </a:lnTo>
                    <a:lnTo>
                      <a:pt x="1664" y="36560"/>
                    </a:lnTo>
                    <a:moveTo>
                      <a:pt x="11369" y="311325"/>
                    </a:moveTo>
                    <a:lnTo>
                      <a:pt x="24663" y="364634"/>
                    </a:lnTo>
                    <a:moveTo>
                      <a:pt x="51983" y="288642"/>
                    </a:moveTo>
                    <a:lnTo>
                      <a:pt x="48845" y="282074"/>
                    </a:lnTo>
                    <a:lnTo>
                      <a:pt x="44223" y="277224"/>
                    </a:lnTo>
                    <a:lnTo>
                      <a:pt x="35824" y="273918"/>
                    </a:lnTo>
                    <a:lnTo>
                      <a:pt x="28200" y="273168"/>
                    </a:lnTo>
                    <a:lnTo>
                      <a:pt x="20268" y="275009"/>
                    </a:lnTo>
                    <a:moveTo>
                      <a:pt x="39712" y="240555"/>
                    </a:moveTo>
                    <a:lnTo>
                      <a:pt x="39645" y="248649"/>
                    </a:lnTo>
                    <a:lnTo>
                      <a:pt x="37405" y="255797"/>
                    </a:lnTo>
                    <a:lnTo>
                      <a:pt x="32633" y="261539"/>
                    </a:lnTo>
                    <a:lnTo>
                      <a:pt x="20268" y="275009"/>
                    </a:lnTo>
                    <a:moveTo>
                      <a:pt x="20268" y="275009"/>
                    </a:moveTo>
                    <a:lnTo>
                      <a:pt x="15064" y="279319"/>
                    </a:lnTo>
                    <a:lnTo>
                      <a:pt x="11660" y="286457"/>
                    </a:lnTo>
                    <a:lnTo>
                      <a:pt x="10112" y="293155"/>
                    </a:lnTo>
                    <a:lnTo>
                      <a:pt x="10146" y="300462"/>
                    </a:lnTo>
                    <a:lnTo>
                      <a:pt x="11369" y="311325"/>
                    </a:lnTo>
                    <a:moveTo>
                      <a:pt x="126143" y="580432"/>
                    </a:moveTo>
                    <a:lnTo>
                      <a:pt x="115859" y="539920"/>
                    </a:lnTo>
                    <a:moveTo>
                      <a:pt x="136183" y="620760"/>
                    </a:moveTo>
                    <a:lnTo>
                      <a:pt x="131236" y="600496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20" name="Контур"/>
              <p:cNvSpPr/>
              <p:nvPr/>
            </p:nvSpPr>
            <p:spPr>
              <a:xfrm>
                <a:off x="10325208" y="7424798"/>
                <a:ext cx="154928" cy="7992"/>
              </a:xfrm>
              <a:custGeom>
                <a:avLst/>
                <a:gdLst/>
                <a:ahLst/>
                <a:cxnLst/>
                <a:rect l="l" t="t" r="r" b="b"/>
                <a:pathLst>
                  <a:path w="154928" h="7992" fill="none">
                    <a:moveTo>
                      <a:pt x="0" y="7992"/>
                    </a:moveTo>
                    <a:lnTo>
                      <a:pt x="19567" y="6990"/>
                    </a:lnTo>
                    <a:lnTo>
                      <a:pt x="55594" y="5125"/>
                    </a:lnTo>
                    <a:lnTo>
                      <a:pt x="107742" y="2427"/>
                    </a:lnTo>
                    <a:lnTo>
                      <a:pt x="154928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21" name="Контур"/>
              <p:cNvSpPr/>
              <p:nvPr/>
            </p:nvSpPr>
            <p:spPr>
              <a:xfrm>
                <a:off x="10320115" y="7412726"/>
                <a:ext cx="5093" cy="20064"/>
              </a:xfrm>
              <a:custGeom>
                <a:avLst/>
                <a:gdLst/>
                <a:ahLst/>
                <a:cxnLst/>
                <a:rect l="l" t="t" r="r" b="b"/>
                <a:pathLst>
                  <a:path w="5093" h="20064" fill="none">
                    <a:moveTo>
                      <a:pt x="5093" y="20064"/>
                    </a:moveTo>
                    <a:lnTo>
                      <a:pt x="0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22" name="Контур"/>
              <p:cNvSpPr/>
              <p:nvPr/>
            </p:nvSpPr>
            <p:spPr>
              <a:xfrm>
                <a:off x="10277907" y="7432790"/>
                <a:ext cx="47301" cy="1825"/>
              </a:xfrm>
              <a:custGeom>
                <a:avLst/>
                <a:gdLst/>
                <a:ahLst/>
                <a:cxnLst/>
                <a:rect l="l" t="t" r="r" b="b"/>
                <a:pathLst>
                  <a:path w="47301" h="1825" fill="none">
                    <a:moveTo>
                      <a:pt x="0" y="1825"/>
                    </a:moveTo>
                    <a:lnTo>
                      <a:pt x="47301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23" name="Контур"/>
              <p:cNvSpPr/>
              <p:nvPr/>
            </p:nvSpPr>
            <p:spPr>
              <a:xfrm>
                <a:off x="10218635" y="7194334"/>
                <a:ext cx="125945" cy="317835"/>
              </a:xfrm>
              <a:custGeom>
                <a:avLst/>
                <a:gdLst/>
                <a:ahLst/>
                <a:cxnLst/>
                <a:rect l="l" t="t" r="r" b="b"/>
                <a:pathLst>
                  <a:path w="125945" h="317835" fill="none">
                    <a:moveTo>
                      <a:pt x="54992" y="223359"/>
                    </a:moveTo>
                    <a:lnTo>
                      <a:pt x="59272" y="240281"/>
                    </a:lnTo>
                    <a:moveTo>
                      <a:pt x="125945" y="317835"/>
                    </a:moveTo>
                    <a:lnTo>
                      <a:pt x="111520" y="258720"/>
                    </a:lnTo>
                    <a:moveTo>
                      <a:pt x="59272" y="240281"/>
                    </a:moveTo>
                    <a:lnTo>
                      <a:pt x="65384" y="264595"/>
                    </a:lnTo>
                    <a:moveTo>
                      <a:pt x="45981" y="187743"/>
                    </a:moveTo>
                    <a:lnTo>
                      <a:pt x="54992" y="223359"/>
                    </a:lnTo>
                    <a:moveTo>
                      <a:pt x="45981" y="187743"/>
                    </a:moveTo>
                    <a:lnTo>
                      <a:pt x="49595" y="193985"/>
                    </a:lnTo>
                    <a:lnTo>
                      <a:pt x="54520" y="198695"/>
                    </a:lnTo>
                    <a:lnTo>
                      <a:pt x="61418" y="201885"/>
                    </a:lnTo>
                    <a:lnTo>
                      <a:pt x="69598" y="202910"/>
                    </a:lnTo>
                    <a:lnTo>
                      <a:pt x="76804" y="201612"/>
                    </a:lnTo>
                    <a:lnTo>
                      <a:pt x="83514" y="197988"/>
                    </a:lnTo>
                    <a:lnTo>
                      <a:pt x="88409" y="192477"/>
                    </a:lnTo>
                    <a:lnTo>
                      <a:pt x="91050" y="185774"/>
                    </a:lnTo>
                    <a:lnTo>
                      <a:pt x="91196" y="177880"/>
                    </a:lnTo>
                    <a:moveTo>
                      <a:pt x="27741" y="114494"/>
                    </a:moveTo>
                    <a:lnTo>
                      <a:pt x="45981" y="187743"/>
                    </a:lnTo>
                    <a:moveTo>
                      <a:pt x="91196" y="177880"/>
                    </a:moveTo>
                    <a:lnTo>
                      <a:pt x="70177" y="95101"/>
                    </a:lnTo>
                    <a:lnTo>
                      <a:pt x="58691" y="46347"/>
                    </a:lnTo>
                    <a:lnTo>
                      <a:pt x="46783" y="0"/>
                    </a:lnTo>
                    <a:moveTo>
                      <a:pt x="0" y="2594"/>
                    </a:moveTo>
                    <a:lnTo>
                      <a:pt x="13597" y="55793"/>
                    </a:lnTo>
                    <a:lnTo>
                      <a:pt x="27741" y="114494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24" name="Контур"/>
              <p:cNvSpPr/>
              <p:nvPr/>
            </p:nvSpPr>
            <p:spPr>
              <a:xfrm>
                <a:off x="10263355" y="7434615"/>
                <a:ext cx="14552" cy="639"/>
              </a:xfrm>
              <a:custGeom>
                <a:avLst/>
                <a:gdLst/>
                <a:ahLst/>
                <a:cxnLst/>
                <a:rect l="l" t="t" r="r" b="b"/>
                <a:pathLst>
                  <a:path w="14552" h="639" fill="none">
                    <a:moveTo>
                      <a:pt x="0" y="639"/>
                    </a:moveTo>
                    <a:lnTo>
                      <a:pt x="14552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25" name="Контур"/>
              <p:cNvSpPr/>
              <p:nvPr/>
            </p:nvSpPr>
            <p:spPr>
              <a:xfrm>
                <a:off x="10162744" y="6051413"/>
                <a:ext cx="34540" cy="89539"/>
              </a:xfrm>
              <a:custGeom>
                <a:avLst/>
                <a:gdLst/>
                <a:ahLst/>
                <a:cxnLst/>
                <a:rect l="l" t="t" r="r" b="b"/>
                <a:pathLst>
                  <a:path w="34540" h="89539" fill="none">
                    <a:moveTo>
                      <a:pt x="0" y="43389"/>
                    </a:moveTo>
                    <a:lnTo>
                      <a:pt x="561" y="61254"/>
                    </a:lnTo>
                    <a:lnTo>
                      <a:pt x="1457" y="89539"/>
                    </a:lnTo>
                    <a:moveTo>
                      <a:pt x="17413" y="16931"/>
                    </a:moveTo>
                    <a:lnTo>
                      <a:pt x="7851" y="24452"/>
                    </a:lnTo>
                    <a:lnTo>
                      <a:pt x="4311" y="28230"/>
                    </a:lnTo>
                    <a:lnTo>
                      <a:pt x="2580" y="30998"/>
                    </a:lnTo>
                    <a:lnTo>
                      <a:pt x="968" y="35106"/>
                    </a:lnTo>
                    <a:lnTo>
                      <a:pt x="385" y="38423"/>
                    </a:lnTo>
                    <a:lnTo>
                      <a:pt x="0" y="43389"/>
                    </a:lnTo>
                    <a:moveTo>
                      <a:pt x="33574" y="30868"/>
                    </a:moveTo>
                    <a:lnTo>
                      <a:pt x="17413" y="16931"/>
                    </a:lnTo>
                    <a:moveTo>
                      <a:pt x="34540" y="0"/>
                    </a:moveTo>
                    <a:lnTo>
                      <a:pt x="17413" y="16931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26" name="Контур"/>
              <p:cNvSpPr/>
              <p:nvPr/>
            </p:nvSpPr>
            <p:spPr>
              <a:xfrm>
                <a:off x="10153767" y="6045574"/>
                <a:ext cx="8977" cy="49228"/>
              </a:xfrm>
              <a:custGeom>
                <a:avLst/>
                <a:gdLst/>
                <a:ahLst/>
                <a:cxnLst/>
                <a:rect l="l" t="t" r="r" b="b"/>
                <a:pathLst>
                  <a:path w="8977" h="49228" fill="none">
                    <a:moveTo>
                      <a:pt x="0" y="0"/>
                    </a:moveTo>
                    <a:lnTo>
                      <a:pt x="4544" y="8596"/>
                    </a:lnTo>
                    <a:lnTo>
                      <a:pt x="6934" y="16910"/>
                    </a:lnTo>
                    <a:lnTo>
                      <a:pt x="8212" y="26616"/>
                    </a:lnTo>
                    <a:lnTo>
                      <a:pt x="8977" y="49228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27" name="Контур"/>
              <p:cNvSpPr/>
              <p:nvPr/>
            </p:nvSpPr>
            <p:spPr>
              <a:xfrm>
                <a:off x="10164201" y="6140952"/>
                <a:ext cx="71574" cy="228637"/>
              </a:xfrm>
              <a:custGeom>
                <a:avLst/>
                <a:gdLst/>
                <a:ahLst/>
                <a:cxnLst/>
                <a:rect l="l" t="t" r="r" b="b"/>
                <a:pathLst>
                  <a:path w="71574" h="228637" fill="none">
                    <a:moveTo>
                      <a:pt x="5700" y="116644"/>
                    </a:moveTo>
                    <a:lnTo>
                      <a:pt x="7601" y="172472"/>
                    </a:lnTo>
                    <a:lnTo>
                      <a:pt x="8294" y="187161"/>
                    </a:lnTo>
                    <a:moveTo>
                      <a:pt x="5700" y="116644"/>
                    </a:moveTo>
                    <a:lnTo>
                      <a:pt x="7602" y="126362"/>
                    </a:lnTo>
                    <a:lnTo>
                      <a:pt x="12937" y="135217"/>
                    </a:lnTo>
                    <a:lnTo>
                      <a:pt x="20388" y="141950"/>
                    </a:lnTo>
                    <a:lnTo>
                      <a:pt x="30119" y="146560"/>
                    </a:lnTo>
                    <a:lnTo>
                      <a:pt x="38172" y="148419"/>
                    </a:lnTo>
                    <a:lnTo>
                      <a:pt x="46722" y="149057"/>
                    </a:lnTo>
                    <a:lnTo>
                      <a:pt x="57023" y="147344"/>
                    </a:lnTo>
                    <a:lnTo>
                      <a:pt x="64815" y="143592"/>
                    </a:lnTo>
                    <a:lnTo>
                      <a:pt x="71574" y="137795"/>
                    </a:lnTo>
                    <a:moveTo>
                      <a:pt x="8294" y="187161"/>
                    </a:moveTo>
                    <a:lnTo>
                      <a:pt x="8989" y="202034"/>
                    </a:lnTo>
                    <a:lnTo>
                      <a:pt x="10241" y="228637"/>
                    </a:lnTo>
                    <a:moveTo>
                      <a:pt x="4426" y="87359"/>
                    </a:moveTo>
                    <a:lnTo>
                      <a:pt x="5700" y="116644"/>
                    </a:lnTo>
                    <a:moveTo>
                      <a:pt x="0" y="0"/>
                    </a:moveTo>
                    <a:lnTo>
                      <a:pt x="4426" y="87359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28" name="Контур"/>
              <p:cNvSpPr/>
              <p:nvPr/>
            </p:nvSpPr>
            <p:spPr>
              <a:xfrm>
                <a:off x="10090747" y="5610728"/>
                <a:ext cx="162169" cy="149118"/>
              </a:xfrm>
              <a:custGeom>
                <a:avLst/>
                <a:gdLst/>
                <a:ahLst/>
                <a:cxnLst/>
                <a:rect l="l" t="t" r="r" b="b"/>
                <a:pathLst>
                  <a:path w="162169" h="149118" fill="none">
                    <a:moveTo>
                      <a:pt x="162169" y="149118"/>
                    </a:moveTo>
                    <a:lnTo>
                      <a:pt x="0" y="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29" name="Контур"/>
              <p:cNvSpPr/>
              <p:nvPr/>
            </p:nvSpPr>
            <p:spPr>
              <a:xfrm>
                <a:off x="10072622" y="5977289"/>
                <a:ext cx="107535" cy="91055"/>
              </a:xfrm>
              <a:custGeom>
                <a:avLst/>
                <a:gdLst/>
                <a:ahLst/>
                <a:cxnLst/>
                <a:rect l="l" t="t" r="r" b="b"/>
                <a:pathLst>
                  <a:path w="107535" h="91055" fill="none">
                    <a:moveTo>
                      <a:pt x="107535" y="91055"/>
                    </a:moveTo>
                    <a:lnTo>
                      <a:pt x="81145" y="68285"/>
                    </a:lnTo>
                    <a:moveTo>
                      <a:pt x="81145" y="68285"/>
                    </a:moveTo>
                    <a:lnTo>
                      <a:pt x="48636" y="37481"/>
                    </a:lnTo>
                    <a:lnTo>
                      <a:pt x="22601" y="14432"/>
                    </a:lnTo>
                    <a:lnTo>
                      <a:pt x="10027" y="4794"/>
                    </a:lnTo>
                    <a:lnTo>
                      <a:pt x="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30" name="Контур"/>
              <p:cNvSpPr/>
              <p:nvPr/>
            </p:nvSpPr>
            <p:spPr>
              <a:xfrm>
                <a:off x="10064539" y="5639494"/>
                <a:ext cx="141790" cy="125427"/>
              </a:xfrm>
              <a:custGeom>
                <a:avLst/>
                <a:gdLst/>
                <a:ahLst/>
                <a:cxnLst/>
                <a:rect l="l" t="t" r="r" b="b"/>
                <a:pathLst>
                  <a:path w="141790" h="125427" fill="none">
                    <a:moveTo>
                      <a:pt x="0" y="0"/>
                    </a:moveTo>
                    <a:lnTo>
                      <a:pt x="141790" y="125427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31" name="Контур"/>
              <p:cNvSpPr/>
              <p:nvPr/>
            </p:nvSpPr>
            <p:spPr>
              <a:xfrm>
                <a:off x="10174442" y="6351040"/>
                <a:ext cx="19530" cy="481254"/>
              </a:xfrm>
              <a:custGeom>
                <a:avLst/>
                <a:gdLst/>
                <a:ahLst/>
                <a:cxnLst/>
                <a:rect l="l" t="t" r="r" b="b"/>
                <a:pathLst>
                  <a:path w="19530" h="481254" fill="none">
                    <a:moveTo>
                      <a:pt x="699" y="49209"/>
                    </a:moveTo>
                    <a:lnTo>
                      <a:pt x="1185" y="60245"/>
                    </a:lnTo>
                    <a:moveTo>
                      <a:pt x="0" y="18549"/>
                    </a:moveTo>
                    <a:lnTo>
                      <a:pt x="699" y="49209"/>
                    </a:lnTo>
                    <a:moveTo>
                      <a:pt x="699" y="49209"/>
                    </a:moveTo>
                    <a:lnTo>
                      <a:pt x="2066" y="35297"/>
                    </a:lnTo>
                    <a:lnTo>
                      <a:pt x="4778" y="25140"/>
                    </a:lnTo>
                    <a:lnTo>
                      <a:pt x="7764" y="16015"/>
                    </a:lnTo>
                    <a:lnTo>
                      <a:pt x="10151" y="8728"/>
                    </a:lnTo>
                    <a:lnTo>
                      <a:pt x="13780" y="0"/>
                    </a:lnTo>
                    <a:moveTo>
                      <a:pt x="1185" y="60245"/>
                    </a:moveTo>
                    <a:lnTo>
                      <a:pt x="8163" y="218090"/>
                    </a:lnTo>
                    <a:lnTo>
                      <a:pt x="11394" y="276348"/>
                    </a:lnTo>
                    <a:moveTo>
                      <a:pt x="11394" y="276348"/>
                    </a:moveTo>
                    <a:lnTo>
                      <a:pt x="11750" y="289219"/>
                    </a:lnTo>
                    <a:lnTo>
                      <a:pt x="16126" y="401028"/>
                    </a:lnTo>
                    <a:lnTo>
                      <a:pt x="17511" y="433689"/>
                    </a:lnTo>
                    <a:lnTo>
                      <a:pt x="19043" y="469802"/>
                    </a:lnTo>
                    <a:lnTo>
                      <a:pt x="19218" y="473840"/>
                    </a:lnTo>
                    <a:lnTo>
                      <a:pt x="19530" y="481254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32" name="Контур"/>
              <p:cNvSpPr/>
              <p:nvPr/>
            </p:nvSpPr>
            <p:spPr>
              <a:xfrm>
                <a:off x="13287634" y="7452571"/>
                <a:ext cx="1254184" cy="641192"/>
              </a:xfrm>
              <a:custGeom>
                <a:avLst/>
                <a:gdLst/>
                <a:ahLst/>
                <a:cxnLst/>
                <a:rect l="l" t="t" r="r" b="b"/>
                <a:pathLst>
                  <a:path w="1254184" h="641192" fill="none">
                    <a:moveTo>
                      <a:pt x="553773" y="181151"/>
                    </a:moveTo>
                    <a:lnTo>
                      <a:pt x="561878" y="177439"/>
                    </a:lnTo>
                    <a:moveTo>
                      <a:pt x="561878" y="177439"/>
                    </a:moveTo>
                    <a:lnTo>
                      <a:pt x="626102" y="148902"/>
                    </a:lnTo>
                    <a:lnTo>
                      <a:pt x="664097" y="131943"/>
                    </a:lnTo>
                    <a:lnTo>
                      <a:pt x="709375" y="111769"/>
                    </a:lnTo>
                    <a:lnTo>
                      <a:pt x="716284" y="108696"/>
                    </a:lnTo>
                    <a:lnTo>
                      <a:pt x="738764" y="98987"/>
                    </a:lnTo>
                    <a:lnTo>
                      <a:pt x="780966" y="79847"/>
                    </a:lnTo>
                    <a:lnTo>
                      <a:pt x="792644" y="74296"/>
                    </a:lnTo>
                    <a:lnTo>
                      <a:pt x="861041" y="44132"/>
                    </a:lnTo>
                    <a:moveTo>
                      <a:pt x="958065" y="0"/>
                    </a:moveTo>
                    <a:lnTo>
                      <a:pt x="975334" y="35103"/>
                    </a:lnTo>
                    <a:lnTo>
                      <a:pt x="1034462" y="163944"/>
                    </a:lnTo>
                    <a:lnTo>
                      <a:pt x="1061603" y="220438"/>
                    </a:lnTo>
                    <a:moveTo>
                      <a:pt x="611051" y="424055"/>
                    </a:moveTo>
                    <a:lnTo>
                      <a:pt x="668554" y="397805"/>
                    </a:lnTo>
                    <a:lnTo>
                      <a:pt x="677958" y="393500"/>
                    </a:lnTo>
                    <a:lnTo>
                      <a:pt x="728863" y="370259"/>
                    </a:lnTo>
                    <a:lnTo>
                      <a:pt x="797485" y="339339"/>
                    </a:lnTo>
                    <a:lnTo>
                      <a:pt x="866964" y="308043"/>
                    </a:lnTo>
                    <a:lnTo>
                      <a:pt x="875389" y="304252"/>
                    </a:lnTo>
                    <a:lnTo>
                      <a:pt x="956945" y="267495"/>
                    </a:lnTo>
                    <a:lnTo>
                      <a:pt x="969700" y="261754"/>
                    </a:lnTo>
                    <a:lnTo>
                      <a:pt x="1055714" y="222998"/>
                    </a:lnTo>
                    <a:lnTo>
                      <a:pt x="1061603" y="220438"/>
                    </a:lnTo>
                    <a:moveTo>
                      <a:pt x="1061603" y="220438"/>
                    </a:moveTo>
                    <a:lnTo>
                      <a:pt x="1070617" y="239198"/>
                    </a:lnTo>
                    <a:lnTo>
                      <a:pt x="1122659" y="350270"/>
                    </a:lnTo>
                    <a:lnTo>
                      <a:pt x="1133283" y="372937"/>
                    </a:lnTo>
                    <a:lnTo>
                      <a:pt x="1155998" y="421268"/>
                    </a:lnTo>
                    <a:lnTo>
                      <a:pt x="1177814" y="473412"/>
                    </a:lnTo>
                    <a:lnTo>
                      <a:pt x="1197315" y="516256"/>
                    </a:lnTo>
                    <a:lnTo>
                      <a:pt x="1244353" y="619461"/>
                    </a:lnTo>
                    <a:lnTo>
                      <a:pt x="1254184" y="641192"/>
                    </a:lnTo>
                    <a:moveTo>
                      <a:pt x="496378" y="165082"/>
                    </a:moveTo>
                    <a:lnTo>
                      <a:pt x="460055" y="181553"/>
                    </a:lnTo>
                    <a:lnTo>
                      <a:pt x="393538" y="211672"/>
                    </a:lnTo>
                    <a:moveTo>
                      <a:pt x="547829" y="142040"/>
                    </a:moveTo>
                    <a:lnTo>
                      <a:pt x="496378" y="165082"/>
                    </a:lnTo>
                    <a:moveTo>
                      <a:pt x="393538" y="211672"/>
                    </a:moveTo>
                    <a:lnTo>
                      <a:pt x="370316" y="222416"/>
                    </a:lnTo>
                    <a:moveTo>
                      <a:pt x="332825" y="281287"/>
                    </a:moveTo>
                    <a:lnTo>
                      <a:pt x="385878" y="257129"/>
                    </a:lnTo>
                    <a:lnTo>
                      <a:pt x="476683" y="215736"/>
                    </a:lnTo>
                    <a:lnTo>
                      <a:pt x="511309" y="200090"/>
                    </a:lnTo>
                    <a:lnTo>
                      <a:pt x="553773" y="181151"/>
                    </a:lnTo>
                    <a:moveTo>
                      <a:pt x="313255" y="289885"/>
                    </a:moveTo>
                    <a:lnTo>
                      <a:pt x="332825" y="281287"/>
                    </a:lnTo>
                    <a:moveTo>
                      <a:pt x="370316" y="222416"/>
                    </a:moveTo>
                    <a:lnTo>
                      <a:pt x="302532" y="252757"/>
                    </a:lnTo>
                    <a:lnTo>
                      <a:pt x="274434" y="265638"/>
                    </a:lnTo>
                    <a:lnTo>
                      <a:pt x="264606" y="270098"/>
                    </a:lnTo>
                    <a:lnTo>
                      <a:pt x="148630" y="321810"/>
                    </a:lnTo>
                    <a:lnTo>
                      <a:pt x="104297" y="342175"/>
                    </a:lnTo>
                    <a:lnTo>
                      <a:pt x="74917" y="355663"/>
                    </a:lnTo>
                    <a:lnTo>
                      <a:pt x="10433" y="385243"/>
                    </a:lnTo>
                    <a:lnTo>
                      <a:pt x="5744" y="390031"/>
                    </a:lnTo>
                    <a:lnTo>
                      <a:pt x="0" y="39875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33" name="Контур"/>
              <p:cNvSpPr/>
              <p:nvPr/>
            </p:nvSpPr>
            <p:spPr>
              <a:xfrm>
                <a:off x="12692729" y="7522140"/>
                <a:ext cx="369001" cy="170146"/>
              </a:xfrm>
              <a:custGeom>
                <a:avLst/>
                <a:gdLst/>
                <a:ahLst/>
                <a:cxnLst/>
                <a:rect l="l" t="t" r="r" b="b"/>
                <a:pathLst>
                  <a:path w="369001" h="170146" fill="none">
                    <a:moveTo>
                      <a:pt x="0" y="170146"/>
                    </a:moveTo>
                    <a:lnTo>
                      <a:pt x="26501" y="158757"/>
                    </a:lnTo>
                    <a:lnTo>
                      <a:pt x="149366" y="104017"/>
                    </a:lnTo>
                    <a:lnTo>
                      <a:pt x="187451" y="87049"/>
                    </a:lnTo>
                    <a:lnTo>
                      <a:pt x="369001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34" name="Контур"/>
              <p:cNvSpPr/>
              <p:nvPr/>
            </p:nvSpPr>
            <p:spPr>
              <a:xfrm>
                <a:off x="13191688" y="7742456"/>
                <a:ext cx="409201" cy="227858"/>
              </a:xfrm>
              <a:custGeom>
                <a:avLst/>
                <a:gdLst/>
                <a:ahLst/>
                <a:cxnLst/>
                <a:rect l="l" t="t" r="r" b="b"/>
                <a:pathLst>
                  <a:path w="409201" h="227858" fill="none">
                    <a:moveTo>
                      <a:pt x="95946" y="108871"/>
                    </a:moveTo>
                    <a:lnTo>
                      <a:pt x="90377" y="117857"/>
                    </a:lnTo>
                    <a:lnTo>
                      <a:pt x="84032" y="122900"/>
                    </a:lnTo>
                    <a:lnTo>
                      <a:pt x="62275" y="131708"/>
                    </a:lnTo>
                    <a:lnTo>
                      <a:pt x="51106" y="132244"/>
                    </a:lnTo>
                    <a:lnTo>
                      <a:pt x="40852" y="129969"/>
                    </a:lnTo>
                    <a:lnTo>
                      <a:pt x="34189" y="128739"/>
                    </a:lnTo>
                    <a:lnTo>
                      <a:pt x="21643" y="126415"/>
                    </a:lnTo>
                    <a:moveTo>
                      <a:pt x="102453" y="125040"/>
                    </a:moveTo>
                    <a:lnTo>
                      <a:pt x="116651" y="126199"/>
                    </a:lnTo>
                    <a:lnTo>
                      <a:pt x="128393" y="124273"/>
                    </a:lnTo>
                    <a:lnTo>
                      <a:pt x="187247" y="98607"/>
                    </a:lnTo>
                    <a:lnTo>
                      <a:pt x="216709" y="85781"/>
                    </a:lnTo>
                    <a:lnTo>
                      <a:pt x="293748" y="52187"/>
                    </a:lnTo>
                    <a:lnTo>
                      <a:pt x="376375" y="14941"/>
                    </a:lnTo>
                    <a:lnTo>
                      <a:pt x="385880" y="10250"/>
                    </a:lnTo>
                    <a:lnTo>
                      <a:pt x="409201" y="0"/>
                    </a:lnTo>
                    <a:moveTo>
                      <a:pt x="40518" y="177638"/>
                    </a:moveTo>
                    <a:lnTo>
                      <a:pt x="41582" y="173578"/>
                    </a:lnTo>
                    <a:lnTo>
                      <a:pt x="42272" y="169443"/>
                    </a:lnTo>
                    <a:lnTo>
                      <a:pt x="42563" y="165263"/>
                    </a:lnTo>
                    <a:lnTo>
                      <a:pt x="42463" y="161071"/>
                    </a:lnTo>
                    <a:lnTo>
                      <a:pt x="41964" y="156911"/>
                    </a:lnTo>
                    <a:lnTo>
                      <a:pt x="41084" y="152815"/>
                    </a:lnTo>
                    <a:lnTo>
                      <a:pt x="39822" y="148813"/>
                    </a:lnTo>
                    <a:lnTo>
                      <a:pt x="38187" y="144952"/>
                    </a:lnTo>
                    <a:lnTo>
                      <a:pt x="36207" y="141262"/>
                    </a:lnTo>
                    <a:lnTo>
                      <a:pt x="33880" y="137775"/>
                    </a:lnTo>
                    <a:lnTo>
                      <a:pt x="31233" y="134520"/>
                    </a:lnTo>
                    <a:lnTo>
                      <a:pt x="28301" y="131514"/>
                    </a:lnTo>
                    <a:lnTo>
                      <a:pt x="25093" y="128817"/>
                    </a:lnTo>
                    <a:lnTo>
                      <a:pt x="21643" y="126415"/>
                    </a:lnTo>
                    <a:moveTo>
                      <a:pt x="40518" y="177638"/>
                    </a:moveTo>
                    <a:lnTo>
                      <a:pt x="49988" y="155929"/>
                    </a:lnTo>
                    <a:lnTo>
                      <a:pt x="57257" y="143342"/>
                    </a:lnTo>
                    <a:lnTo>
                      <a:pt x="64147" y="136338"/>
                    </a:lnTo>
                    <a:lnTo>
                      <a:pt x="73722" y="131417"/>
                    </a:lnTo>
                    <a:lnTo>
                      <a:pt x="86617" y="125893"/>
                    </a:lnTo>
                    <a:lnTo>
                      <a:pt x="92365" y="124645"/>
                    </a:lnTo>
                    <a:lnTo>
                      <a:pt x="102453" y="125040"/>
                    </a:lnTo>
                    <a:moveTo>
                      <a:pt x="0" y="227858"/>
                    </a:moveTo>
                    <a:lnTo>
                      <a:pt x="3883" y="221626"/>
                    </a:lnTo>
                    <a:lnTo>
                      <a:pt x="8273" y="216315"/>
                    </a:lnTo>
                    <a:lnTo>
                      <a:pt x="23435" y="200882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35" name="Контур"/>
              <p:cNvSpPr/>
              <p:nvPr/>
            </p:nvSpPr>
            <p:spPr>
              <a:xfrm>
                <a:off x="12328725" y="7537019"/>
                <a:ext cx="672691" cy="356428"/>
              </a:xfrm>
              <a:custGeom>
                <a:avLst/>
                <a:gdLst/>
                <a:ahLst/>
                <a:cxnLst/>
                <a:rect l="l" t="t" r="r" b="b"/>
                <a:pathLst>
                  <a:path w="672691" h="356428" fill="none">
                    <a:moveTo>
                      <a:pt x="672691" y="0"/>
                    </a:moveTo>
                    <a:lnTo>
                      <a:pt x="650379" y="10737"/>
                    </a:lnTo>
                    <a:lnTo>
                      <a:pt x="611834" y="29281"/>
                    </a:lnTo>
                    <a:lnTo>
                      <a:pt x="551211" y="58420"/>
                    </a:lnTo>
                    <a:lnTo>
                      <a:pt x="508990" y="77830"/>
                    </a:lnTo>
                    <a:lnTo>
                      <a:pt x="383432" y="135527"/>
                    </a:lnTo>
                    <a:lnTo>
                      <a:pt x="364565" y="144411"/>
                    </a:lnTo>
                    <a:lnTo>
                      <a:pt x="209598" y="217377"/>
                    </a:lnTo>
                    <a:lnTo>
                      <a:pt x="154184" y="244113"/>
                    </a:lnTo>
                    <a:lnTo>
                      <a:pt x="106092" y="273801"/>
                    </a:lnTo>
                    <a:lnTo>
                      <a:pt x="83632" y="289778"/>
                    </a:lnTo>
                    <a:lnTo>
                      <a:pt x="0" y="356428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36" name="Контур"/>
              <p:cNvSpPr/>
              <p:nvPr/>
            </p:nvSpPr>
            <p:spPr>
              <a:xfrm>
                <a:off x="13159557" y="7861997"/>
                <a:ext cx="53774" cy="11438"/>
              </a:xfrm>
              <a:custGeom>
                <a:avLst/>
                <a:gdLst/>
                <a:ahLst/>
                <a:cxnLst/>
                <a:rect l="l" t="t" r="r" b="b"/>
                <a:pathLst>
                  <a:path w="53774" h="11438" fill="none">
                    <a:moveTo>
                      <a:pt x="53774" y="6874"/>
                    </a:moveTo>
                    <a:lnTo>
                      <a:pt x="50127" y="4812"/>
                    </a:lnTo>
                    <a:lnTo>
                      <a:pt x="46290" y="3089"/>
                    </a:lnTo>
                    <a:lnTo>
                      <a:pt x="42316" y="1753"/>
                    </a:lnTo>
                    <a:lnTo>
                      <a:pt x="35982" y="414"/>
                    </a:lnTo>
                    <a:lnTo>
                      <a:pt x="29531" y="0"/>
                    </a:lnTo>
                    <a:lnTo>
                      <a:pt x="24837" y="379"/>
                    </a:lnTo>
                    <a:lnTo>
                      <a:pt x="23084" y="527"/>
                    </a:lnTo>
                    <a:lnTo>
                      <a:pt x="16773" y="1963"/>
                    </a:lnTo>
                    <a:lnTo>
                      <a:pt x="10744" y="4306"/>
                    </a:lnTo>
                    <a:lnTo>
                      <a:pt x="5110" y="7480"/>
                    </a:lnTo>
                    <a:lnTo>
                      <a:pt x="2992" y="9126"/>
                    </a:lnTo>
                    <a:lnTo>
                      <a:pt x="0" y="11438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37" name="Контур"/>
              <p:cNvSpPr/>
              <p:nvPr/>
            </p:nvSpPr>
            <p:spPr>
              <a:xfrm>
                <a:off x="12165488" y="7893447"/>
                <a:ext cx="163237" cy="123857"/>
              </a:xfrm>
              <a:custGeom>
                <a:avLst/>
                <a:gdLst/>
                <a:ahLst/>
                <a:cxnLst/>
                <a:rect l="l" t="t" r="r" b="b"/>
                <a:pathLst>
                  <a:path w="163237" h="123857" fill="none">
                    <a:moveTo>
                      <a:pt x="163237" y="0"/>
                    </a:moveTo>
                    <a:lnTo>
                      <a:pt x="0" y="123857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38" name="Контур"/>
              <p:cNvSpPr/>
              <p:nvPr/>
            </p:nvSpPr>
            <p:spPr>
              <a:xfrm>
                <a:off x="13144694" y="7873435"/>
                <a:ext cx="1397124" cy="389336"/>
              </a:xfrm>
              <a:custGeom>
                <a:avLst/>
                <a:gdLst/>
                <a:ahLst/>
                <a:cxnLst/>
                <a:rect l="l" t="t" r="r" b="b"/>
                <a:pathLst>
                  <a:path w="1397124" h="389336" fill="none">
                    <a:moveTo>
                      <a:pt x="16761" y="68130"/>
                    </a:moveTo>
                    <a:lnTo>
                      <a:pt x="34035" y="76659"/>
                    </a:lnTo>
                    <a:lnTo>
                      <a:pt x="59218" y="75572"/>
                    </a:lnTo>
                    <a:lnTo>
                      <a:pt x="78016" y="63312"/>
                    </a:lnTo>
                    <a:lnTo>
                      <a:pt x="87512" y="46659"/>
                    </a:lnTo>
                    <a:moveTo>
                      <a:pt x="16761" y="68130"/>
                    </a:moveTo>
                    <a:lnTo>
                      <a:pt x="46994" y="96879"/>
                    </a:lnTo>
                    <a:moveTo>
                      <a:pt x="14863" y="0"/>
                    </a:moveTo>
                    <a:lnTo>
                      <a:pt x="10374" y="4633"/>
                    </a:lnTo>
                    <a:lnTo>
                      <a:pt x="6599" y="9878"/>
                    </a:lnTo>
                    <a:lnTo>
                      <a:pt x="3626" y="15613"/>
                    </a:lnTo>
                    <a:lnTo>
                      <a:pt x="1505" y="21714"/>
                    </a:lnTo>
                    <a:lnTo>
                      <a:pt x="288" y="28056"/>
                    </a:lnTo>
                    <a:lnTo>
                      <a:pt x="0" y="34502"/>
                    </a:lnTo>
                    <a:lnTo>
                      <a:pt x="649" y="40927"/>
                    </a:lnTo>
                    <a:lnTo>
                      <a:pt x="2209" y="47193"/>
                    </a:lnTo>
                    <a:lnTo>
                      <a:pt x="4670" y="53162"/>
                    </a:lnTo>
                    <a:lnTo>
                      <a:pt x="7954" y="58710"/>
                    </a:lnTo>
                    <a:lnTo>
                      <a:pt x="12016" y="63746"/>
                    </a:lnTo>
                    <a:lnTo>
                      <a:pt x="16761" y="68130"/>
                    </a:lnTo>
                    <a:moveTo>
                      <a:pt x="46994" y="96879"/>
                    </a:moveTo>
                    <a:lnTo>
                      <a:pt x="49254" y="99134"/>
                    </a:lnTo>
                    <a:lnTo>
                      <a:pt x="206101" y="255982"/>
                    </a:lnTo>
                    <a:moveTo>
                      <a:pt x="206101" y="255982"/>
                    </a:moveTo>
                    <a:lnTo>
                      <a:pt x="254682" y="232235"/>
                    </a:lnTo>
                    <a:lnTo>
                      <a:pt x="347030" y="189234"/>
                    </a:lnTo>
                    <a:lnTo>
                      <a:pt x="418865" y="155790"/>
                    </a:lnTo>
                    <a:lnTo>
                      <a:pt x="524927" y="106487"/>
                    </a:lnTo>
                    <a:lnTo>
                      <a:pt x="567039" y="87673"/>
                    </a:lnTo>
                    <a:lnTo>
                      <a:pt x="626716" y="60118"/>
                    </a:lnTo>
                    <a:lnTo>
                      <a:pt x="739513" y="9697"/>
                    </a:lnTo>
                    <a:lnTo>
                      <a:pt x="753991" y="3191"/>
                    </a:lnTo>
                    <a:moveTo>
                      <a:pt x="337008" y="380804"/>
                    </a:moveTo>
                    <a:lnTo>
                      <a:pt x="359300" y="389336"/>
                    </a:lnTo>
                    <a:lnTo>
                      <a:pt x="760105" y="300355"/>
                    </a:lnTo>
                    <a:lnTo>
                      <a:pt x="804519" y="296481"/>
                    </a:lnTo>
                    <a:lnTo>
                      <a:pt x="848410" y="300596"/>
                    </a:lnTo>
                    <a:lnTo>
                      <a:pt x="1109846" y="353205"/>
                    </a:lnTo>
                    <a:lnTo>
                      <a:pt x="1149042" y="352440"/>
                    </a:lnTo>
                    <a:lnTo>
                      <a:pt x="1247880" y="324021"/>
                    </a:lnTo>
                    <a:lnTo>
                      <a:pt x="1326840" y="287814"/>
                    </a:lnTo>
                    <a:lnTo>
                      <a:pt x="1354197" y="266300"/>
                    </a:lnTo>
                    <a:lnTo>
                      <a:pt x="1397124" y="220328"/>
                    </a:lnTo>
                    <a:moveTo>
                      <a:pt x="206101" y="255982"/>
                    </a:moveTo>
                    <a:lnTo>
                      <a:pt x="308872" y="353587"/>
                    </a:lnTo>
                    <a:lnTo>
                      <a:pt x="337008" y="380804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39" name="Контур"/>
              <p:cNvSpPr/>
              <p:nvPr/>
            </p:nvSpPr>
            <p:spPr>
              <a:xfrm>
                <a:off x="11877992" y="7692286"/>
                <a:ext cx="814737" cy="539250"/>
              </a:xfrm>
              <a:custGeom>
                <a:avLst/>
                <a:gdLst/>
                <a:ahLst/>
                <a:cxnLst/>
                <a:rect l="l" t="t" r="r" b="b"/>
                <a:pathLst>
                  <a:path w="814737" h="539250" fill="none">
                    <a:moveTo>
                      <a:pt x="39731" y="498916"/>
                    </a:moveTo>
                    <a:lnTo>
                      <a:pt x="24259" y="510416"/>
                    </a:lnTo>
                    <a:lnTo>
                      <a:pt x="0" y="528435"/>
                    </a:lnTo>
                    <a:moveTo>
                      <a:pt x="107661" y="451620"/>
                    </a:moveTo>
                    <a:lnTo>
                      <a:pt x="78952" y="471835"/>
                    </a:lnTo>
                    <a:lnTo>
                      <a:pt x="39731" y="498916"/>
                    </a:lnTo>
                    <a:moveTo>
                      <a:pt x="287496" y="325018"/>
                    </a:moveTo>
                    <a:lnTo>
                      <a:pt x="219173" y="373119"/>
                    </a:lnTo>
                    <a:lnTo>
                      <a:pt x="107661" y="451620"/>
                    </a:lnTo>
                    <a:moveTo>
                      <a:pt x="7770" y="539250"/>
                    </a:moveTo>
                    <a:lnTo>
                      <a:pt x="62825" y="496427"/>
                    </a:lnTo>
                    <a:lnTo>
                      <a:pt x="225542" y="381351"/>
                    </a:lnTo>
                    <a:lnTo>
                      <a:pt x="282127" y="341324"/>
                    </a:lnTo>
                    <a:lnTo>
                      <a:pt x="290949" y="335083"/>
                    </a:lnTo>
                    <a:lnTo>
                      <a:pt x="540655" y="142619"/>
                    </a:lnTo>
                    <a:lnTo>
                      <a:pt x="563191" y="126056"/>
                    </a:lnTo>
                    <a:lnTo>
                      <a:pt x="572208" y="120645"/>
                    </a:lnTo>
                    <a:lnTo>
                      <a:pt x="589930" y="109995"/>
                    </a:lnTo>
                    <a:lnTo>
                      <a:pt x="610525" y="97620"/>
                    </a:lnTo>
                    <a:lnTo>
                      <a:pt x="665685" y="70393"/>
                    </a:lnTo>
                    <a:lnTo>
                      <a:pt x="814737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40" name="Контур"/>
              <p:cNvSpPr/>
              <p:nvPr/>
            </p:nvSpPr>
            <p:spPr>
              <a:xfrm>
                <a:off x="10984427" y="6636557"/>
                <a:ext cx="396633" cy="1328536"/>
              </a:xfrm>
              <a:custGeom>
                <a:avLst/>
                <a:gdLst/>
                <a:ahLst/>
                <a:cxnLst/>
                <a:rect l="l" t="t" r="r" b="b"/>
                <a:pathLst>
                  <a:path w="396633" h="1328536" fill="none">
                    <a:moveTo>
                      <a:pt x="0" y="14821"/>
                    </a:moveTo>
                    <a:lnTo>
                      <a:pt x="40295" y="89180"/>
                    </a:lnTo>
                    <a:lnTo>
                      <a:pt x="80786" y="168086"/>
                    </a:lnTo>
                    <a:lnTo>
                      <a:pt x="120740" y="254224"/>
                    </a:lnTo>
                    <a:lnTo>
                      <a:pt x="168650" y="370185"/>
                    </a:lnTo>
                    <a:lnTo>
                      <a:pt x="205569" y="466990"/>
                    </a:lnTo>
                    <a:lnTo>
                      <a:pt x="236599" y="557179"/>
                    </a:lnTo>
                    <a:lnTo>
                      <a:pt x="263199" y="651844"/>
                    </a:lnTo>
                    <a:lnTo>
                      <a:pt x="294517" y="781189"/>
                    </a:lnTo>
                    <a:lnTo>
                      <a:pt x="303491" y="818730"/>
                    </a:lnTo>
                    <a:lnTo>
                      <a:pt x="318241" y="903479"/>
                    </a:lnTo>
                    <a:lnTo>
                      <a:pt x="328060" y="962768"/>
                    </a:lnTo>
                    <a:lnTo>
                      <a:pt x="333527" y="1003733"/>
                    </a:lnTo>
                    <a:lnTo>
                      <a:pt x="343477" y="1118367"/>
                    </a:lnTo>
                    <a:lnTo>
                      <a:pt x="351617" y="1223327"/>
                    </a:lnTo>
                    <a:lnTo>
                      <a:pt x="362554" y="1328536"/>
                    </a:lnTo>
                    <a:moveTo>
                      <a:pt x="396633" y="1327091"/>
                    </a:moveTo>
                    <a:lnTo>
                      <a:pt x="391876" y="1278815"/>
                    </a:lnTo>
                    <a:lnTo>
                      <a:pt x="375778" y="1115635"/>
                    </a:lnTo>
                    <a:lnTo>
                      <a:pt x="373617" y="1092552"/>
                    </a:lnTo>
                    <a:lnTo>
                      <a:pt x="368147" y="1040579"/>
                    </a:lnTo>
                    <a:lnTo>
                      <a:pt x="348368" y="898275"/>
                    </a:lnTo>
                    <a:lnTo>
                      <a:pt x="339762" y="840275"/>
                    </a:lnTo>
                    <a:lnTo>
                      <a:pt x="324393" y="774692"/>
                    </a:lnTo>
                    <a:lnTo>
                      <a:pt x="292791" y="644146"/>
                    </a:lnTo>
                    <a:lnTo>
                      <a:pt x="265802" y="548095"/>
                    </a:lnTo>
                    <a:lnTo>
                      <a:pt x="234314" y="456614"/>
                    </a:lnTo>
                    <a:lnTo>
                      <a:pt x="197079" y="358947"/>
                    </a:lnTo>
                    <a:lnTo>
                      <a:pt x="148746" y="242002"/>
                    </a:lnTo>
                    <a:lnTo>
                      <a:pt x="108266" y="154726"/>
                    </a:lnTo>
                    <a:lnTo>
                      <a:pt x="67354" y="74959"/>
                    </a:lnTo>
                    <a:lnTo>
                      <a:pt x="49851" y="42684"/>
                    </a:lnTo>
                    <a:lnTo>
                      <a:pt x="26718" y="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41" name="Контур"/>
              <p:cNvSpPr/>
              <p:nvPr/>
            </p:nvSpPr>
            <p:spPr>
              <a:xfrm>
                <a:off x="11686667" y="8220721"/>
                <a:ext cx="199095" cy="136717"/>
              </a:xfrm>
              <a:custGeom>
                <a:avLst/>
                <a:gdLst/>
                <a:ahLst/>
                <a:cxnLst/>
                <a:rect l="l" t="t" r="r" b="b"/>
                <a:pathLst>
                  <a:path w="199095" h="136717" fill="none">
                    <a:moveTo>
                      <a:pt x="126551" y="60938"/>
                    </a:moveTo>
                    <a:lnTo>
                      <a:pt x="156701" y="40716"/>
                    </a:lnTo>
                    <a:lnTo>
                      <a:pt x="189521" y="17846"/>
                    </a:lnTo>
                    <a:lnTo>
                      <a:pt x="199095" y="10815"/>
                    </a:lnTo>
                    <a:moveTo>
                      <a:pt x="173804" y="11464"/>
                    </a:moveTo>
                    <a:lnTo>
                      <a:pt x="127452" y="37793"/>
                    </a:lnTo>
                    <a:moveTo>
                      <a:pt x="191325" y="0"/>
                    </a:moveTo>
                    <a:lnTo>
                      <a:pt x="173804" y="11464"/>
                    </a:lnTo>
                    <a:moveTo>
                      <a:pt x="0" y="136717"/>
                    </a:moveTo>
                    <a:lnTo>
                      <a:pt x="68001" y="99475"/>
                    </a:lnTo>
                    <a:lnTo>
                      <a:pt x="126551" y="60938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42" name="Контур"/>
              <p:cNvSpPr/>
              <p:nvPr/>
            </p:nvSpPr>
            <p:spPr>
              <a:xfrm>
                <a:off x="11381060" y="7963648"/>
                <a:ext cx="479411" cy="438916"/>
              </a:xfrm>
              <a:custGeom>
                <a:avLst/>
                <a:gdLst/>
                <a:ahLst/>
                <a:cxnLst/>
                <a:rect l="l" t="t" r="r" b="b"/>
                <a:pathLst>
                  <a:path w="479411" h="438916" fill="none">
                    <a:moveTo>
                      <a:pt x="342609" y="438916"/>
                    </a:moveTo>
                    <a:lnTo>
                      <a:pt x="362689" y="406027"/>
                    </a:lnTo>
                    <a:lnTo>
                      <a:pt x="388606" y="366679"/>
                    </a:lnTo>
                    <a:moveTo>
                      <a:pt x="388606" y="366679"/>
                    </a:moveTo>
                    <a:lnTo>
                      <a:pt x="407808" y="342335"/>
                    </a:lnTo>
                    <a:lnTo>
                      <a:pt x="432158" y="318011"/>
                    </a:lnTo>
                    <a:moveTo>
                      <a:pt x="479411" y="268537"/>
                    </a:moveTo>
                    <a:lnTo>
                      <a:pt x="414772" y="284875"/>
                    </a:lnTo>
                    <a:lnTo>
                      <a:pt x="366774" y="290986"/>
                    </a:lnTo>
                    <a:lnTo>
                      <a:pt x="327073" y="291505"/>
                    </a:lnTo>
                    <a:lnTo>
                      <a:pt x="306840" y="289925"/>
                    </a:lnTo>
                    <a:lnTo>
                      <a:pt x="287815" y="285070"/>
                    </a:lnTo>
                    <a:lnTo>
                      <a:pt x="251397" y="270126"/>
                    </a:lnTo>
                    <a:lnTo>
                      <a:pt x="191567" y="237290"/>
                    </a:lnTo>
                    <a:lnTo>
                      <a:pt x="112394" y="189317"/>
                    </a:lnTo>
                    <a:lnTo>
                      <a:pt x="78971" y="161778"/>
                    </a:lnTo>
                    <a:lnTo>
                      <a:pt x="56194" y="136807"/>
                    </a:lnTo>
                    <a:lnTo>
                      <a:pt x="34431" y="104493"/>
                    </a:lnTo>
                    <a:lnTo>
                      <a:pt x="18548" y="63825"/>
                    </a:lnTo>
                    <a:lnTo>
                      <a:pt x="0" y="0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143" name="Контур"/>
              <p:cNvSpPr/>
              <p:nvPr/>
            </p:nvSpPr>
            <p:spPr>
              <a:xfrm>
                <a:off x="11483856" y="8357438"/>
                <a:ext cx="202811" cy="56762"/>
              </a:xfrm>
              <a:custGeom>
                <a:avLst/>
                <a:gdLst/>
                <a:ahLst/>
                <a:cxnLst/>
                <a:rect l="l" t="t" r="r" b="b"/>
                <a:pathLst>
                  <a:path w="202811" h="56762" fill="none">
                    <a:moveTo>
                      <a:pt x="52483" y="56762"/>
                    </a:moveTo>
                    <a:lnTo>
                      <a:pt x="83732" y="47775"/>
                    </a:lnTo>
                    <a:lnTo>
                      <a:pt x="127776" y="33329"/>
                    </a:lnTo>
                    <a:lnTo>
                      <a:pt x="155759" y="22185"/>
                    </a:lnTo>
                    <a:lnTo>
                      <a:pt x="202811" y="0"/>
                    </a:lnTo>
                    <a:moveTo>
                      <a:pt x="36178" y="34781"/>
                    </a:moveTo>
                    <a:lnTo>
                      <a:pt x="0" y="45965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44" name="Контур"/>
              <p:cNvSpPr/>
              <p:nvPr/>
            </p:nvSpPr>
            <p:spPr>
              <a:xfrm>
                <a:off x="11367052" y="8210117"/>
                <a:ext cx="229142" cy="186904"/>
              </a:xfrm>
              <a:custGeom>
                <a:avLst/>
                <a:gdLst/>
                <a:ahLst/>
                <a:cxnLst/>
                <a:rect l="l" t="t" r="r" b="b"/>
                <a:pathLst>
                  <a:path w="229142" h="186904" fill="none">
                    <a:moveTo>
                      <a:pt x="0" y="116899"/>
                    </a:moveTo>
                    <a:lnTo>
                      <a:pt x="9965" y="140098"/>
                    </a:lnTo>
                    <a:lnTo>
                      <a:pt x="25341" y="186904"/>
                    </a:lnTo>
                    <a:moveTo>
                      <a:pt x="55833" y="184566"/>
                    </a:moveTo>
                    <a:lnTo>
                      <a:pt x="72220" y="49285"/>
                    </a:lnTo>
                    <a:lnTo>
                      <a:pt x="102547" y="13325"/>
                    </a:lnTo>
                    <a:lnTo>
                      <a:pt x="147706" y="0"/>
                    </a:lnTo>
                    <a:lnTo>
                      <a:pt x="178733" y="6246"/>
                    </a:lnTo>
                    <a:lnTo>
                      <a:pt x="205051" y="23784"/>
                    </a:lnTo>
                    <a:lnTo>
                      <a:pt x="222740" y="49966"/>
                    </a:lnTo>
                    <a:lnTo>
                      <a:pt x="229142" y="80890"/>
                    </a:lnTo>
                    <a:lnTo>
                      <a:pt x="216004" y="126017"/>
                    </a:lnTo>
                    <a:lnTo>
                      <a:pt x="185893" y="157984"/>
                    </a:lnTo>
                    <a:lnTo>
                      <a:pt x="152982" y="182102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145" name="Контур"/>
              <p:cNvSpPr/>
              <p:nvPr/>
            </p:nvSpPr>
            <p:spPr>
              <a:xfrm>
                <a:off x="11381060" y="7963648"/>
                <a:ext cx="41825" cy="431035"/>
              </a:xfrm>
              <a:custGeom>
                <a:avLst/>
                <a:gdLst/>
                <a:ahLst/>
                <a:cxnLst/>
                <a:rect l="l" t="t" r="r" b="b"/>
                <a:pathLst>
                  <a:path w="41825" h="431035" fill="none">
                    <a:moveTo>
                      <a:pt x="41825" y="431035"/>
                    </a:moveTo>
                    <a:lnTo>
                      <a:pt x="29007" y="268240"/>
                    </a:lnTo>
                    <a:lnTo>
                      <a:pt x="12666" y="115930"/>
                    </a:lnTo>
                    <a:lnTo>
                      <a:pt x="0" y="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46" name="Контур"/>
              <p:cNvSpPr/>
              <p:nvPr/>
            </p:nvSpPr>
            <p:spPr>
              <a:xfrm>
                <a:off x="11328301" y="8258514"/>
                <a:ext cx="485818" cy="180628"/>
              </a:xfrm>
              <a:custGeom>
                <a:avLst/>
                <a:gdLst/>
                <a:ahLst/>
                <a:cxnLst/>
                <a:rect l="l" t="t" r="r" b="b"/>
                <a:pathLst>
                  <a:path w="485818" h="180628" fill="none">
                    <a:moveTo>
                      <a:pt x="485818" y="0"/>
                    </a:moveTo>
                    <a:lnTo>
                      <a:pt x="417804" y="41575"/>
                    </a:lnTo>
                    <a:lnTo>
                      <a:pt x="352025" y="78791"/>
                    </a:lnTo>
                    <a:lnTo>
                      <a:pt x="322455" y="91902"/>
                    </a:lnTo>
                    <a:lnTo>
                      <a:pt x="292489" y="104089"/>
                    </a:lnTo>
                    <a:lnTo>
                      <a:pt x="247519" y="117121"/>
                    </a:lnTo>
                    <a:lnTo>
                      <a:pt x="191733" y="133705"/>
                    </a:lnTo>
                    <a:moveTo>
                      <a:pt x="2221" y="180402"/>
                    </a:moveTo>
                    <a:lnTo>
                      <a:pt x="0" y="180628"/>
                    </a:lnTo>
                    <a:moveTo>
                      <a:pt x="155555" y="144889"/>
                    </a:moveTo>
                    <a:lnTo>
                      <a:pt x="85738" y="161063"/>
                    </a:lnTo>
                    <a:lnTo>
                      <a:pt x="2221" y="180402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47" name="Контур"/>
              <p:cNvSpPr/>
              <p:nvPr/>
            </p:nvSpPr>
            <p:spPr>
              <a:xfrm>
                <a:off x="11283990" y="8427179"/>
                <a:ext cx="44311" cy="11963"/>
              </a:xfrm>
              <a:custGeom>
                <a:avLst/>
                <a:gdLst/>
                <a:ahLst/>
                <a:cxnLst/>
                <a:rect l="l" t="t" r="r" b="b"/>
                <a:pathLst>
                  <a:path w="44311" h="11963" fill="none">
                    <a:moveTo>
                      <a:pt x="44311" y="11963"/>
                    </a:moveTo>
                    <a:lnTo>
                      <a:pt x="21101" y="6973"/>
                    </a:lnTo>
                    <a:lnTo>
                      <a:pt x="0" y="0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148" name="Контур"/>
              <p:cNvSpPr/>
              <p:nvPr/>
            </p:nvSpPr>
            <p:spPr>
              <a:xfrm>
                <a:off x="11485101" y="8424307"/>
                <a:ext cx="11574" cy="2924"/>
              </a:xfrm>
              <a:custGeom>
                <a:avLst/>
                <a:gdLst/>
                <a:ahLst/>
                <a:cxnLst/>
                <a:rect l="l" t="t" r="r" b="b"/>
                <a:pathLst>
                  <a:path w="11574" h="2924" fill="none">
                    <a:moveTo>
                      <a:pt x="0" y="2924"/>
                    </a:moveTo>
                    <a:lnTo>
                      <a:pt x="11574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49" name="Контур"/>
              <p:cNvSpPr/>
              <p:nvPr/>
            </p:nvSpPr>
            <p:spPr>
              <a:xfrm>
                <a:off x="11236314" y="8290500"/>
                <a:ext cx="130738" cy="136679"/>
              </a:xfrm>
              <a:custGeom>
                <a:avLst/>
                <a:gdLst/>
                <a:ahLst/>
                <a:cxnLst/>
                <a:rect l="l" t="t" r="r" b="b"/>
                <a:pathLst>
                  <a:path w="130738" h="136679" fill="none">
                    <a:moveTo>
                      <a:pt x="47676" y="136679"/>
                    </a:moveTo>
                    <a:lnTo>
                      <a:pt x="18674" y="118921"/>
                    </a:lnTo>
                    <a:lnTo>
                      <a:pt x="1432" y="89637"/>
                    </a:lnTo>
                    <a:lnTo>
                      <a:pt x="0" y="55713"/>
                    </a:lnTo>
                    <a:lnTo>
                      <a:pt x="14703" y="25087"/>
                    </a:lnTo>
                    <a:lnTo>
                      <a:pt x="42096" y="4943"/>
                    </a:lnTo>
                    <a:lnTo>
                      <a:pt x="75769" y="0"/>
                    </a:lnTo>
                    <a:lnTo>
                      <a:pt x="107821" y="11422"/>
                    </a:lnTo>
                    <a:lnTo>
                      <a:pt x="130738" y="36516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150" name="Контур"/>
              <p:cNvSpPr/>
              <p:nvPr/>
            </p:nvSpPr>
            <p:spPr>
              <a:xfrm>
                <a:off x="11326168" y="8414200"/>
                <a:ext cx="210171" cy="50312"/>
              </a:xfrm>
              <a:custGeom>
                <a:avLst/>
                <a:gdLst/>
                <a:ahLst/>
                <a:cxnLst/>
                <a:rect l="l" t="t" r="r" b="b"/>
                <a:pathLst>
                  <a:path w="210171" h="50312" fill="none">
                    <a:moveTo>
                      <a:pt x="170507" y="10107"/>
                    </a:moveTo>
                    <a:lnTo>
                      <a:pt x="210171" y="0"/>
                    </a:lnTo>
                    <a:moveTo>
                      <a:pt x="4828" y="48978"/>
                    </a:moveTo>
                    <a:lnTo>
                      <a:pt x="158933" y="13031"/>
                    </a:lnTo>
                    <a:moveTo>
                      <a:pt x="0" y="50312"/>
                    </a:moveTo>
                    <a:lnTo>
                      <a:pt x="2869" y="49528"/>
                    </a:lnTo>
                    <a:lnTo>
                      <a:pt x="4828" y="48978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51" name="Контур"/>
              <p:cNvSpPr/>
              <p:nvPr/>
            </p:nvSpPr>
            <p:spPr>
              <a:xfrm>
                <a:off x="11346981" y="7965093"/>
                <a:ext cx="51556" cy="513450"/>
              </a:xfrm>
              <a:custGeom>
                <a:avLst/>
                <a:gdLst/>
                <a:ahLst/>
                <a:cxnLst/>
                <a:rect l="l" t="t" r="r" b="b"/>
                <a:pathLst>
                  <a:path w="51556" h="513450" fill="none">
                    <a:moveTo>
                      <a:pt x="0" y="0"/>
                    </a:moveTo>
                    <a:lnTo>
                      <a:pt x="16346" y="117747"/>
                    </a:lnTo>
                    <a:lnTo>
                      <a:pt x="32632" y="269626"/>
                    </a:lnTo>
                    <a:lnTo>
                      <a:pt x="45412" y="431928"/>
                    </a:lnTo>
                    <a:lnTo>
                      <a:pt x="51556" y="51345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52" name="Контур"/>
              <p:cNvSpPr/>
              <p:nvPr/>
            </p:nvSpPr>
            <p:spPr>
              <a:xfrm>
                <a:off x="11246892" y="8464512"/>
                <a:ext cx="151645" cy="154640"/>
              </a:xfrm>
              <a:custGeom>
                <a:avLst/>
                <a:gdLst/>
                <a:ahLst/>
                <a:cxnLst/>
                <a:rect l="l" t="t" r="r" b="b"/>
                <a:pathLst>
                  <a:path w="151645" h="154640" fill="none">
                    <a:moveTo>
                      <a:pt x="151645" y="14031"/>
                    </a:moveTo>
                    <a:lnTo>
                      <a:pt x="134786" y="106380"/>
                    </a:lnTo>
                    <a:lnTo>
                      <a:pt x="120823" y="132131"/>
                    </a:lnTo>
                    <a:lnTo>
                      <a:pt x="97410" y="149789"/>
                    </a:lnTo>
                    <a:lnTo>
                      <a:pt x="54082" y="154640"/>
                    </a:lnTo>
                    <a:lnTo>
                      <a:pt x="27321" y="142607"/>
                    </a:lnTo>
                    <a:lnTo>
                      <a:pt x="7986" y="120578"/>
                    </a:lnTo>
                    <a:lnTo>
                      <a:pt x="0" y="77806"/>
                    </a:lnTo>
                    <a:lnTo>
                      <a:pt x="19282" y="38771"/>
                    </a:lnTo>
                    <a:lnTo>
                      <a:pt x="79276" y="0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153" name="Контур"/>
              <p:cNvSpPr/>
              <p:nvPr/>
            </p:nvSpPr>
            <p:spPr>
              <a:xfrm>
                <a:off x="11203765" y="8579369"/>
                <a:ext cx="41267" cy="30697"/>
              </a:xfrm>
              <a:custGeom>
                <a:avLst/>
                <a:gdLst/>
                <a:ahLst/>
                <a:cxnLst/>
                <a:rect l="l" t="t" r="r" b="b"/>
                <a:pathLst>
                  <a:path w="41267" h="30697" fill="none">
                    <a:moveTo>
                      <a:pt x="0" y="30697"/>
                    </a:moveTo>
                    <a:lnTo>
                      <a:pt x="10495" y="28842"/>
                    </a:lnTo>
                    <a:lnTo>
                      <a:pt x="17536" y="27359"/>
                    </a:lnTo>
                    <a:lnTo>
                      <a:pt x="24674" y="25891"/>
                    </a:lnTo>
                    <a:lnTo>
                      <a:pt x="41267" y="23159"/>
                    </a:lnTo>
                    <a:moveTo>
                      <a:pt x="7030" y="0"/>
                    </a:moveTo>
                    <a:lnTo>
                      <a:pt x="7352" y="7244"/>
                    </a:lnTo>
                    <a:lnTo>
                      <a:pt x="6569" y="14000"/>
                    </a:lnTo>
                    <a:lnTo>
                      <a:pt x="5494" y="19771"/>
                    </a:lnTo>
                    <a:lnTo>
                      <a:pt x="4373" y="24818"/>
                    </a:lnTo>
                    <a:lnTo>
                      <a:pt x="0" y="3069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54" name="Контур"/>
              <p:cNvSpPr/>
              <p:nvPr/>
            </p:nvSpPr>
            <p:spPr>
              <a:xfrm>
                <a:off x="11429267" y="8424307"/>
                <a:ext cx="180523" cy="167193"/>
              </a:xfrm>
              <a:custGeom>
                <a:avLst/>
                <a:gdLst/>
                <a:ahLst/>
                <a:cxnLst/>
                <a:rect l="l" t="t" r="r" b="b"/>
                <a:pathLst>
                  <a:path w="180523" h="167193" fill="none">
                    <a:moveTo>
                      <a:pt x="67408" y="0"/>
                    </a:moveTo>
                    <a:lnTo>
                      <a:pt x="97846" y="668"/>
                    </a:lnTo>
                    <a:lnTo>
                      <a:pt x="134657" y="10662"/>
                    </a:lnTo>
                    <a:lnTo>
                      <a:pt x="149251" y="19871"/>
                    </a:lnTo>
                    <a:lnTo>
                      <a:pt x="171194" y="46233"/>
                    </a:lnTo>
                    <a:lnTo>
                      <a:pt x="180523" y="79209"/>
                    </a:lnTo>
                    <a:lnTo>
                      <a:pt x="175638" y="113133"/>
                    </a:lnTo>
                    <a:lnTo>
                      <a:pt x="157369" y="142159"/>
                    </a:lnTo>
                    <a:lnTo>
                      <a:pt x="144115" y="153201"/>
                    </a:lnTo>
                    <a:lnTo>
                      <a:pt x="112259" y="166014"/>
                    </a:lnTo>
                    <a:lnTo>
                      <a:pt x="95033" y="167193"/>
                    </a:lnTo>
                    <a:lnTo>
                      <a:pt x="61710" y="158908"/>
                    </a:lnTo>
                    <a:lnTo>
                      <a:pt x="47065" y="149791"/>
                    </a:lnTo>
                    <a:lnTo>
                      <a:pt x="21649" y="119946"/>
                    </a:lnTo>
                    <a:lnTo>
                      <a:pt x="0" y="52498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155" name="Контур"/>
              <p:cNvSpPr/>
              <p:nvPr/>
            </p:nvSpPr>
            <p:spPr>
              <a:xfrm>
                <a:off x="10929936" y="8464512"/>
                <a:ext cx="396232" cy="69424"/>
              </a:xfrm>
              <a:custGeom>
                <a:avLst/>
                <a:gdLst/>
                <a:ahLst/>
                <a:cxnLst/>
                <a:rect l="l" t="t" r="r" b="b"/>
                <a:pathLst>
                  <a:path w="396232" h="69424" fill="none">
                    <a:moveTo>
                      <a:pt x="0" y="69424"/>
                    </a:moveTo>
                    <a:lnTo>
                      <a:pt x="77033" y="60374"/>
                    </a:lnTo>
                    <a:moveTo>
                      <a:pt x="77033" y="60374"/>
                    </a:moveTo>
                    <a:lnTo>
                      <a:pt x="190983" y="45688"/>
                    </a:lnTo>
                    <a:lnTo>
                      <a:pt x="279252" y="26792"/>
                    </a:lnTo>
                    <a:lnTo>
                      <a:pt x="396232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56" name="Контур"/>
              <p:cNvSpPr/>
              <p:nvPr/>
            </p:nvSpPr>
            <p:spPr>
              <a:xfrm>
                <a:off x="11006969" y="8524886"/>
                <a:ext cx="203826" cy="54483"/>
              </a:xfrm>
              <a:custGeom>
                <a:avLst/>
                <a:gdLst/>
                <a:ahLst/>
                <a:cxnLst/>
                <a:rect l="l" t="t" r="r" b="b"/>
                <a:pathLst>
                  <a:path w="203826" h="54483" fill="none">
                    <a:moveTo>
                      <a:pt x="0" y="0"/>
                    </a:moveTo>
                    <a:lnTo>
                      <a:pt x="40128" y="6698"/>
                    </a:lnTo>
                    <a:lnTo>
                      <a:pt x="91395" y="9965"/>
                    </a:lnTo>
                    <a:lnTo>
                      <a:pt x="115853" y="14426"/>
                    </a:lnTo>
                    <a:lnTo>
                      <a:pt x="138034" y="20208"/>
                    </a:lnTo>
                    <a:lnTo>
                      <a:pt x="153741" y="26329"/>
                    </a:lnTo>
                    <a:lnTo>
                      <a:pt x="171705" y="34351"/>
                    </a:lnTo>
                    <a:lnTo>
                      <a:pt x="203826" y="54483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157" name="Контур"/>
              <p:cNvSpPr/>
              <p:nvPr/>
            </p:nvSpPr>
            <p:spPr>
              <a:xfrm>
                <a:off x="13001416" y="7131389"/>
                <a:ext cx="1032259" cy="405630"/>
              </a:xfrm>
              <a:custGeom>
                <a:avLst/>
                <a:gdLst/>
                <a:ahLst/>
                <a:cxnLst/>
                <a:rect l="l" t="t" r="r" b="b"/>
                <a:pathLst>
                  <a:path w="1032259" h="405630" fill="none">
                    <a:moveTo>
                      <a:pt x="1030255" y="0"/>
                    </a:moveTo>
                    <a:lnTo>
                      <a:pt x="746061" y="82317"/>
                    </a:lnTo>
                    <a:lnTo>
                      <a:pt x="655228" y="116865"/>
                    </a:lnTo>
                    <a:lnTo>
                      <a:pt x="284211" y="275172"/>
                    </a:lnTo>
                    <a:lnTo>
                      <a:pt x="203043" y="311822"/>
                    </a:lnTo>
                    <a:lnTo>
                      <a:pt x="149652" y="335916"/>
                    </a:lnTo>
                    <a:lnTo>
                      <a:pt x="55202" y="379076"/>
                    </a:lnTo>
                    <a:moveTo>
                      <a:pt x="88645" y="377809"/>
                    </a:moveTo>
                    <a:lnTo>
                      <a:pt x="155248" y="347295"/>
                    </a:lnTo>
                    <a:lnTo>
                      <a:pt x="159422" y="345378"/>
                    </a:lnTo>
                    <a:lnTo>
                      <a:pt x="292066" y="285183"/>
                    </a:lnTo>
                    <a:lnTo>
                      <a:pt x="460552" y="213297"/>
                    </a:lnTo>
                    <a:lnTo>
                      <a:pt x="586004" y="159763"/>
                    </a:lnTo>
                    <a:lnTo>
                      <a:pt x="663083" y="126876"/>
                    </a:lnTo>
                    <a:lnTo>
                      <a:pt x="753916" y="92327"/>
                    </a:lnTo>
                    <a:lnTo>
                      <a:pt x="993960" y="22839"/>
                    </a:lnTo>
                    <a:lnTo>
                      <a:pt x="1032259" y="11366"/>
                    </a:lnTo>
                    <a:moveTo>
                      <a:pt x="55202" y="379076"/>
                    </a:moveTo>
                    <a:lnTo>
                      <a:pt x="35540" y="388536"/>
                    </a:lnTo>
                    <a:lnTo>
                      <a:pt x="0" y="405630"/>
                    </a:lnTo>
                    <a:moveTo>
                      <a:pt x="60314" y="390751"/>
                    </a:moveTo>
                    <a:lnTo>
                      <a:pt x="74939" y="384093"/>
                    </a:lnTo>
                    <a:lnTo>
                      <a:pt x="88645" y="377809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58" name="Контур"/>
              <p:cNvSpPr/>
              <p:nvPr/>
            </p:nvSpPr>
            <p:spPr>
              <a:xfrm>
                <a:off x="11066962" y="5433634"/>
                <a:ext cx="3736588" cy="2160977"/>
              </a:xfrm>
              <a:custGeom>
                <a:avLst/>
                <a:gdLst/>
                <a:ahLst/>
                <a:cxnLst/>
                <a:rect l="l" t="t" r="r" b="b"/>
                <a:pathLst>
                  <a:path w="3736588" h="2160977" fill="none">
                    <a:moveTo>
                      <a:pt x="0" y="164228"/>
                    </a:moveTo>
                    <a:lnTo>
                      <a:pt x="54993" y="125020"/>
                    </a:lnTo>
                    <a:lnTo>
                      <a:pt x="131398" y="69583"/>
                    </a:lnTo>
                    <a:lnTo>
                      <a:pt x="212582" y="0"/>
                    </a:lnTo>
                    <a:moveTo>
                      <a:pt x="3736588" y="1923981"/>
                    </a:moveTo>
                    <a:lnTo>
                      <a:pt x="3730242" y="1925403"/>
                    </a:lnTo>
                    <a:lnTo>
                      <a:pt x="3713027" y="1929258"/>
                    </a:lnTo>
                    <a:lnTo>
                      <a:pt x="3611056" y="1953261"/>
                    </a:lnTo>
                    <a:lnTo>
                      <a:pt x="3491814" y="1988517"/>
                    </a:lnTo>
                    <a:lnTo>
                      <a:pt x="3428492" y="2009779"/>
                    </a:lnTo>
                    <a:lnTo>
                      <a:pt x="3386843" y="2023153"/>
                    </a:lnTo>
                    <a:lnTo>
                      <a:pt x="3378901" y="2018047"/>
                    </a:lnTo>
                    <a:lnTo>
                      <a:pt x="3373386" y="2007717"/>
                    </a:lnTo>
                    <a:lnTo>
                      <a:pt x="3350645" y="1955840"/>
                    </a:lnTo>
                    <a:lnTo>
                      <a:pt x="3322107" y="1870248"/>
                    </a:lnTo>
                    <a:moveTo>
                      <a:pt x="3160807" y="1981880"/>
                    </a:moveTo>
                    <a:lnTo>
                      <a:pt x="3170838" y="2002623"/>
                    </a:lnTo>
                    <a:lnTo>
                      <a:pt x="3178737" y="2018937"/>
                    </a:lnTo>
                    <a:moveTo>
                      <a:pt x="3160807" y="1981880"/>
                    </a:moveTo>
                    <a:lnTo>
                      <a:pt x="3144245" y="1989692"/>
                    </a:lnTo>
                    <a:lnTo>
                      <a:pt x="3126679" y="1997818"/>
                    </a:lnTo>
                    <a:moveTo>
                      <a:pt x="3126679" y="1997818"/>
                    </a:moveTo>
                    <a:lnTo>
                      <a:pt x="3097589" y="2011278"/>
                    </a:lnTo>
                    <a:lnTo>
                      <a:pt x="3078429" y="2020152"/>
                    </a:lnTo>
                    <a:lnTo>
                      <a:pt x="3057416" y="2029791"/>
                    </a:lnTo>
                    <a:moveTo>
                      <a:pt x="3081713" y="2063069"/>
                    </a:moveTo>
                    <a:lnTo>
                      <a:pt x="3083757" y="2062225"/>
                    </a:lnTo>
                    <a:lnTo>
                      <a:pt x="3159138" y="2028539"/>
                    </a:lnTo>
                    <a:lnTo>
                      <a:pt x="3165329" y="2025777"/>
                    </a:lnTo>
                    <a:lnTo>
                      <a:pt x="3178737" y="2018937"/>
                    </a:lnTo>
                    <a:moveTo>
                      <a:pt x="3057416" y="2029791"/>
                    </a:moveTo>
                    <a:lnTo>
                      <a:pt x="3057236" y="2041524"/>
                    </a:lnTo>
                    <a:lnTo>
                      <a:pt x="3058617" y="2050011"/>
                    </a:lnTo>
                    <a:lnTo>
                      <a:pt x="3062330" y="2056050"/>
                    </a:lnTo>
                    <a:lnTo>
                      <a:pt x="3065172" y="2058424"/>
                    </a:lnTo>
                    <a:lnTo>
                      <a:pt x="3067691" y="2060523"/>
                    </a:lnTo>
                    <a:lnTo>
                      <a:pt x="3074120" y="2063310"/>
                    </a:lnTo>
                    <a:lnTo>
                      <a:pt x="3081713" y="2063069"/>
                    </a:lnTo>
                    <a:moveTo>
                      <a:pt x="2789185" y="2151217"/>
                    </a:moveTo>
                    <a:lnTo>
                      <a:pt x="2768501" y="2160977"/>
                    </a:lnTo>
                    <a:moveTo>
                      <a:pt x="3057416" y="2029791"/>
                    </a:moveTo>
                    <a:lnTo>
                      <a:pt x="3040030" y="2037669"/>
                    </a:lnTo>
                    <a:lnTo>
                      <a:pt x="2942733" y="2081230"/>
                    </a:lnTo>
                    <a:lnTo>
                      <a:pt x="2928796" y="2088071"/>
                    </a:lnTo>
                    <a:lnTo>
                      <a:pt x="2912674" y="2095372"/>
                    </a:lnTo>
                    <a:lnTo>
                      <a:pt x="2867840" y="2115697"/>
                    </a:lnTo>
                    <a:lnTo>
                      <a:pt x="2865043" y="2116961"/>
                    </a:lnTo>
                    <a:lnTo>
                      <a:pt x="2830418" y="2132653"/>
                    </a:lnTo>
                    <a:lnTo>
                      <a:pt x="2789185" y="2151217"/>
                    </a:lnTo>
                    <a:moveTo>
                      <a:pt x="3322107" y="1870248"/>
                    </a:moveTo>
                    <a:lnTo>
                      <a:pt x="3318358" y="1859014"/>
                    </a:lnTo>
                    <a:lnTo>
                      <a:pt x="3312342" y="1840963"/>
                    </a:lnTo>
                    <a:lnTo>
                      <a:pt x="3308062" y="1827790"/>
                    </a:lnTo>
                    <a:moveTo>
                      <a:pt x="3308062" y="1827790"/>
                    </a:moveTo>
                    <a:lnTo>
                      <a:pt x="3303685" y="1814278"/>
                    </a:lnTo>
                    <a:lnTo>
                      <a:pt x="3291197" y="1775819"/>
                    </a:lnTo>
                    <a:lnTo>
                      <a:pt x="3280357" y="1743411"/>
                    </a:lnTo>
                    <a:moveTo>
                      <a:pt x="3132281" y="1922294"/>
                    </a:moveTo>
                    <a:lnTo>
                      <a:pt x="3146330" y="1951032"/>
                    </a:lnTo>
                    <a:lnTo>
                      <a:pt x="3155954" y="1971931"/>
                    </a:lnTo>
                    <a:lnTo>
                      <a:pt x="3160807" y="1981880"/>
                    </a:lnTo>
                    <a:moveTo>
                      <a:pt x="3063942" y="1777576"/>
                    </a:moveTo>
                    <a:lnTo>
                      <a:pt x="3073460" y="1799786"/>
                    </a:lnTo>
                    <a:lnTo>
                      <a:pt x="3079415" y="1813013"/>
                    </a:lnTo>
                    <a:lnTo>
                      <a:pt x="3083235" y="1821502"/>
                    </a:lnTo>
                    <a:lnTo>
                      <a:pt x="3088302" y="1832575"/>
                    </a:lnTo>
                    <a:lnTo>
                      <a:pt x="3095152" y="1847523"/>
                    </a:lnTo>
                    <a:lnTo>
                      <a:pt x="3098278" y="1854351"/>
                    </a:lnTo>
                    <a:lnTo>
                      <a:pt x="3117359" y="1892589"/>
                    </a:lnTo>
                    <a:lnTo>
                      <a:pt x="3132281" y="1922294"/>
                    </a:lnTo>
                    <a:moveTo>
                      <a:pt x="3028889" y="1691400"/>
                    </a:moveTo>
                    <a:lnTo>
                      <a:pt x="3037613" y="1712999"/>
                    </a:lnTo>
                    <a:lnTo>
                      <a:pt x="3041043" y="1721475"/>
                    </a:lnTo>
                    <a:lnTo>
                      <a:pt x="3047534" y="1737504"/>
                    </a:lnTo>
                    <a:lnTo>
                      <a:pt x="3063942" y="177757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59" name="Контур"/>
              <p:cNvSpPr/>
              <p:nvPr/>
            </p:nvSpPr>
            <p:spPr>
              <a:xfrm>
                <a:off x="14305428" y="6945637"/>
                <a:ext cx="353067" cy="117781"/>
              </a:xfrm>
              <a:custGeom>
                <a:avLst/>
                <a:gdLst/>
                <a:ahLst/>
                <a:cxnLst/>
                <a:rect l="l" t="t" r="r" b="b"/>
                <a:pathLst>
                  <a:path w="353067" h="117781" fill="none">
                    <a:moveTo>
                      <a:pt x="201877" y="41881"/>
                    </a:moveTo>
                    <a:lnTo>
                      <a:pt x="130919" y="62367"/>
                    </a:lnTo>
                    <a:moveTo>
                      <a:pt x="346113" y="0"/>
                    </a:moveTo>
                    <a:lnTo>
                      <a:pt x="201877" y="41881"/>
                    </a:lnTo>
                    <a:moveTo>
                      <a:pt x="6167" y="117781"/>
                    </a:moveTo>
                    <a:lnTo>
                      <a:pt x="36283" y="109942"/>
                    </a:lnTo>
                    <a:lnTo>
                      <a:pt x="198510" y="62835"/>
                    </a:lnTo>
                    <a:lnTo>
                      <a:pt x="318570" y="27699"/>
                    </a:lnTo>
                    <a:lnTo>
                      <a:pt x="353067" y="18092"/>
                    </a:lnTo>
                    <a:moveTo>
                      <a:pt x="70818" y="79725"/>
                    </a:moveTo>
                    <a:lnTo>
                      <a:pt x="0" y="103924"/>
                    </a:lnTo>
                    <a:moveTo>
                      <a:pt x="130919" y="62367"/>
                    </a:moveTo>
                    <a:lnTo>
                      <a:pt x="70818" y="79725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60" name="Контур"/>
              <p:cNvSpPr/>
              <p:nvPr/>
            </p:nvSpPr>
            <p:spPr>
              <a:xfrm>
                <a:off x="14311595" y="7063418"/>
                <a:ext cx="35724" cy="113627"/>
              </a:xfrm>
              <a:custGeom>
                <a:avLst/>
                <a:gdLst/>
                <a:ahLst/>
                <a:cxnLst/>
                <a:rect l="l" t="t" r="r" b="b"/>
                <a:pathLst>
                  <a:path w="35724" h="113627" fill="none">
                    <a:moveTo>
                      <a:pt x="0" y="0"/>
                    </a:moveTo>
                    <a:lnTo>
                      <a:pt x="5488" y="15140"/>
                    </a:lnTo>
                    <a:lnTo>
                      <a:pt x="35724" y="11362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61" name="Контур"/>
              <p:cNvSpPr/>
              <p:nvPr/>
            </p:nvSpPr>
            <p:spPr>
              <a:xfrm>
                <a:off x="14031671" y="7049561"/>
                <a:ext cx="273757" cy="93194"/>
              </a:xfrm>
              <a:custGeom>
                <a:avLst/>
                <a:gdLst/>
                <a:ahLst/>
                <a:cxnLst/>
                <a:rect l="l" t="t" r="r" b="b"/>
                <a:pathLst>
                  <a:path w="273757" h="93194" fill="none">
                    <a:moveTo>
                      <a:pt x="273757" y="0"/>
                    </a:moveTo>
                    <a:lnTo>
                      <a:pt x="252635" y="6773"/>
                    </a:lnTo>
                    <a:lnTo>
                      <a:pt x="108403" y="50325"/>
                    </a:lnTo>
                    <a:lnTo>
                      <a:pt x="60154" y="64303"/>
                    </a:lnTo>
                    <a:moveTo>
                      <a:pt x="2004" y="93194"/>
                    </a:moveTo>
                    <a:lnTo>
                      <a:pt x="26225" y="86390"/>
                    </a:lnTo>
                    <a:lnTo>
                      <a:pt x="64180" y="75473"/>
                    </a:lnTo>
                    <a:moveTo>
                      <a:pt x="60154" y="64303"/>
                    </a:moveTo>
                    <a:lnTo>
                      <a:pt x="56922" y="65229"/>
                    </a:lnTo>
                    <a:lnTo>
                      <a:pt x="22754" y="75124"/>
                    </a:lnTo>
                    <a:lnTo>
                      <a:pt x="11178" y="78577"/>
                    </a:lnTo>
                    <a:lnTo>
                      <a:pt x="0" y="81828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62" name="Контур"/>
              <p:cNvSpPr/>
              <p:nvPr/>
            </p:nvSpPr>
            <p:spPr>
              <a:xfrm>
                <a:off x="14091825" y="7113864"/>
                <a:ext cx="4026" cy="11170"/>
              </a:xfrm>
              <a:custGeom>
                <a:avLst/>
                <a:gdLst/>
                <a:ahLst/>
                <a:cxnLst/>
                <a:rect l="l" t="t" r="r" b="b"/>
                <a:pathLst>
                  <a:path w="4026" h="11170" fill="none">
                    <a:moveTo>
                      <a:pt x="0" y="0"/>
                    </a:moveTo>
                    <a:lnTo>
                      <a:pt x="4026" y="1117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63" name="Контур"/>
              <p:cNvSpPr/>
              <p:nvPr/>
            </p:nvSpPr>
            <p:spPr>
              <a:xfrm>
                <a:off x="14095851" y="7063418"/>
                <a:ext cx="215744" cy="61616"/>
              </a:xfrm>
              <a:custGeom>
                <a:avLst/>
                <a:gdLst/>
                <a:ahLst/>
                <a:cxnLst/>
                <a:rect l="l" t="t" r="r" b="b"/>
                <a:pathLst>
                  <a:path w="215744" h="61616" fill="none">
                    <a:moveTo>
                      <a:pt x="0" y="61616"/>
                    </a:moveTo>
                    <a:lnTo>
                      <a:pt x="53972" y="45249"/>
                    </a:lnTo>
                    <a:lnTo>
                      <a:pt x="190256" y="6781"/>
                    </a:lnTo>
                    <a:lnTo>
                      <a:pt x="192033" y="6278"/>
                    </a:lnTo>
                    <a:lnTo>
                      <a:pt x="215744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64" name="Контур"/>
              <p:cNvSpPr/>
              <p:nvPr/>
            </p:nvSpPr>
            <p:spPr>
              <a:xfrm>
                <a:off x="14803550" y="7349229"/>
                <a:ext cx="316450" cy="166749"/>
              </a:xfrm>
              <a:custGeom>
                <a:avLst/>
                <a:gdLst/>
                <a:ahLst/>
                <a:cxnLst/>
                <a:rect l="l" t="t" r="r" b="b"/>
                <a:pathLst>
                  <a:path w="316450" h="166749" fill="none">
                    <a:moveTo>
                      <a:pt x="316450" y="140270"/>
                    </a:moveTo>
                    <a:lnTo>
                      <a:pt x="261467" y="160410"/>
                    </a:lnTo>
                    <a:lnTo>
                      <a:pt x="218939" y="166749"/>
                    </a:lnTo>
                    <a:lnTo>
                      <a:pt x="170797" y="160846"/>
                    </a:lnTo>
                    <a:lnTo>
                      <a:pt x="113011" y="127678"/>
                    </a:lnTo>
                    <a:lnTo>
                      <a:pt x="100361" y="114103"/>
                    </a:lnTo>
                    <a:lnTo>
                      <a:pt x="36745" y="0"/>
                    </a:lnTo>
                    <a:moveTo>
                      <a:pt x="36745" y="0"/>
                    </a:moveTo>
                    <a:lnTo>
                      <a:pt x="0" y="838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65" name="Контур"/>
              <p:cNvSpPr/>
              <p:nvPr/>
            </p:nvSpPr>
            <p:spPr>
              <a:xfrm>
                <a:off x="14651541" y="6827206"/>
                <a:ext cx="435408" cy="136523"/>
              </a:xfrm>
              <a:custGeom>
                <a:avLst/>
                <a:gdLst/>
                <a:ahLst/>
                <a:cxnLst/>
                <a:rect l="l" t="t" r="r" b="b"/>
                <a:pathLst>
                  <a:path w="435408" h="136523" fill="none">
                    <a:moveTo>
                      <a:pt x="6954" y="136523"/>
                    </a:moveTo>
                    <a:lnTo>
                      <a:pt x="117429" y="107387"/>
                    </a:lnTo>
                    <a:moveTo>
                      <a:pt x="435408" y="0"/>
                    </a:moveTo>
                    <a:lnTo>
                      <a:pt x="76691" y="97573"/>
                    </a:lnTo>
                    <a:lnTo>
                      <a:pt x="0" y="118431"/>
                    </a:lnTo>
                    <a:moveTo>
                      <a:pt x="117429" y="107387"/>
                    </a:moveTo>
                    <a:lnTo>
                      <a:pt x="182869" y="90643"/>
                    </a:lnTo>
                    <a:moveTo>
                      <a:pt x="182869" y="90643"/>
                    </a:moveTo>
                    <a:lnTo>
                      <a:pt x="426457" y="21432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66" name="Контур"/>
              <p:cNvSpPr/>
              <p:nvPr/>
            </p:nvSpPr>
            <p:spPr>
              <a:xfrm>
                <a:off x="15104881" y="6837941"/>
                <a:ext cx="15119" cy="66312"/>
              </a:xfrm>
              <a:custGeom>
                <a:avLst/>
                <a:gdLst/>
                <a:ahLst/>
                <a:cxnLst/>
                <a:rect l="l" t="t" r="r" b="b"/>
                <a:pathLst>
                  <a:path w="15119" h="66312" fill="none">
                    <a:moveTo>
                      <a:pt x="0" y="22928"/>
                    </a:moveTo>
                    <a:lnTo>
                      <a:pt x="4837" y="36036"/>
                    </a:lnTo>
                    <a:lnTo>
                      <a:pt x="12673" y="61215"/>
                    </a:lnTo>
                    <a:lnTo>
                      <a:pt x="15119" y="66312"/>
                    </a:lnTo>
                    <a:moveTo>
                      <a:pt x="15119" y="25842"/>
                    </a:moveTo>
                    <a:lnTo>
                      <a:pt x="13837" y="22004"/>
                    </a:lnTo>
                    <a:lnTo>
                      <a:pt x="6383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67" name="Контур"/>
              <p:cNvSpPr/>
              <p:nvPr/>
            </p:nvSpPr>
            <p:spPr>
              <a:xfrm>
                <a:off x="15077998" y="6817887"/>
                <a:ext cx="42002" cy="30751"/>
              </a:xfrm>
              <a:custGeom>
                <a:avLst/>
                <a:gdLst/>
                <a:ahLst/>
                <a:cxnLst/>
                <a:rect l="l" t="t" r="r" b="b"/>
                <a:pathLst>
                  <a:path w="42002" h="30751" fill="none">
                    <a:moveTo>
                      <a:pt x="33266" y="20054"/>
                    </a:moveTo>
                    <a:lnTo>
                      <a:pt x="42002" y="17344"/>
                    </a:lnTo>
                    <a:moveTo>
                      <a:pt x="42002" y="0"/>
                    </a:moveTo>
                    <a:lnTo>
                      <a:pt x="39131" y="828"/>
                    </a:lnTo>
                    <a:lnTo>
                      <a:pt x="8951" y="9319"/>
                    </a:lnTo>
                    <a:moveTo>
                      <a:pt x="0" y="30751"/>
                    </a:moveTo>
                    <a:lnTo>
                      <a:pt x="33266" y="20054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68" name="Контур"/>
              <p:cNvSpPr/>
              <p:nvPr/>
            </p:nvSpPr>
            <p:spPr>
              <a:xfrm>
                <a:off x="15077998" y="6848638"/>
                <a:ext cx="26883" cy="12231"/>
              </a:xfrm>
              <a:custGeom>
                <a:avLst/>
                <a:gdLst/>
                <a:ahLst/>
                <a:cxnLst/>
                <a:rect l="l" t="t" r="r" b="b"/>
                <a:pathLst>
                  <a:path w="26883" h="12231" fill="none">
                    <a:moveTo>
                      <a:pt x="0" y="0"/>
                    </a:moveTo>
                    <a:lnTo>
                      <a:pt x="4929" y="19"/>
                    </a:lnTo>
                    <a:lnTo>
                      <a:pt x="10190" y="391"/>
                    </a:lnTo>
                    <a:lnTo>
                      <a:pt x="15250" y="1889"/>
                    </a:lnTo>
                    <a:lnTo>
                      <a:pt x="19863" y="4454"/>
                    </a:lnTo>
                    <a:lnTo>
                      <a:pt x="23805" y="7962"/>
                    </a:lnTo>
                    <a:lnTo>
                      <a:pt x="26883" y="12231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69" name="Контур"/>
              <p:cNvSpPr/>
              <p:nvPr/>
            </p:nvSpPr>
            <p:spPr>
              <a:xfrm>
                <a:off x="11438987" y="8982973"/>
                <a:ext cx="117788" cy="1709027"/>
              </a:xfrm>
              <a:custGeom>
                <a:avLst/>
                <a:gdLst/>
                <a:ahLst/>
                <a:cxnLst/>
                <a:rect l="l" t="t" r="r" b="b"/>
                <a:pathLst>
                  <a:path w="117788" h="1709027" fill="none">
                    <a:moveTo>
                      <a:pt x="17218" y="366199"/>
                    </a:moveTo>
                    <a:lnTo>
                      <a:pt x="26197" y="538740"/>
                    </a:lnTo>
                    <a:lnTo>
                      <a:pt x="28764" y="649925"/>
                    </a:lnTo>
                    <a:lnTo>
                      <a:pt x="28773" y="756513"/>
                    </a:lnTo>
                    <a:lnTo>
                      <a:pt x="29665" y="834268"/>
                    </a:lnTo>
                    <a:lnTo>
                      <a:pt x="33186" y="920273"/>
                    </a:lnTo>
                    <a:lnTo>
                      <a:pt x="39364" y="1024149"/>
                    </a:lnTo>
                    <a:lnTo>
                      <a:pt x="43735" y="1083619"/>
                    </a:lnTo>
                    <a:lnTo>
                      <a:pt x="54153" y="1207360"/>
                    </a:lnTo>
                    <a:lnTo>
                      <a:pt x="79294" y="1539688"/>
                    </a:lnTo>
                    <a:lnTo>
                      <a:pt x="89999" y="1709027"/>
                    </a:lnTo>
                    <a:moveTo>
                      <a:pt x="117788" y="1709027"/>
                    </a:moveTo>
                    <a:lnTo>
                      <a:pt x="105100" y="1535708"/>
                    </a:lnTo>
                    <a:lnTo>
                      <a:pt x="84636" y="1204898"/>
                    </a:lnTo>
                    <a:lnTo>
                      <a:pt x="74162" y="1075114"/>
                    </a:lnTo>
                    <a:lnTo>
                      <a:pt x="69882" y="1022026"/>
                    </a:lnTo>
                    <a:lnTo>
                      <a:pt x="67043" y="974250"/>
                    </a:lnTo>
                    <a:lnTo>
                      <a:pt x="63741" y="918737"/>
                    </a:lnTo>
                    <a:lnTo>
                      <a:pt x="62125" y="879448"/>
                    </a:lnTo>
                    <a:lnTo>
                      <a:pt x="60911" y="849747"/>
                    </a:lnTo>
                    <a:lnTo>
                      <a:pt x="60241" y="833471"/>
                    </a:lnTo>
                    <a:lnTo>
                      <a:pt x="59351" y="756332"/>
                    </a:lnTo>
                    <a:lnTo>
                      <a:pt x="59345" y="708928"/>
                    </a:lnTo>
                    <a:lnTo>
                      <a:pt x="59341" y="649560"/>
                    </a:lnTo>
                    <a:lnTo>
                      <a:pt x="56770" y="537604"/>
                    </a:lnTo>
                    <a:lnTo>
                      <a:pt x="47753" y="364400"/>
                    </a:lnTo>
                    <a:moveTo>
                      <a:pt x="0" y="118760"/>
                    </a:moveTo>
                    <a:lnTo>
                      <a:pt x="17218" y="366199"/>
                    </a:lnTo>
                    <a:moveTo>
                      <a:pt x="47753" y="364400"/>
                    </a:moveTo>
                    <a:lnTo>
                      <a:pt x="26361" y="41488"/>
                    </a:lnTo>
                    <a:lnTo>
                      <a:pt x="23866" y="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70" name="Контур"/>
              <p:cNvSpPr/>
              <p:nvPr/>
            </p:nvSpPr>
            <p:spPr>
              <a:xfrm>
                <a:off x="11173919" y="8983474"/>
                <a:ext cx="372278" cy="490365"/>
              </a:xfrm>
              <a:custGeom>
                <a:avLst/>
                <a:gdLst/>
                <a:ahLst/>
                <a:cxnLst/>
                <a:rect l="l" t="t" r="r" b="b"/>
                <a:pathLst>
                  <a:path w="372278" h="490365" fill="none">
                    <a:moveTo>
                      <a:pt x="21996" y="262057"/>
                    </a:moveTo>
                    <a:lnTo>
                      <a:pt x="34193" y="270785"/>
                    </a:lnTo>
                    <a:lnTo>
                      <a:pt x="116640" y="327287"/>
                    </a:lnTo>
                    <a:lnTo>
                      <a:pt x="122014" y="330837"/>
                    </a:lnTo>
                    <a:lnTo>
                      <a:pt x="129479" y="335765"/>
                    </a:lnTo>
                    <a:lnTo>
                      <a:pt x="164600" y="357947"/>
                    </a:lnTo>
                    <a:lnTo>
                      <a:pt x="239042" y="408489"/>
                    </a:lnTo>
                    <a:moveTo>
                      <a:pt x="0" y="110345"/>
                    </a:moveTo>
                    <a:lnTo>
                      <a:pt x="7058" y="199940"/>
                    </a:lnTo>
                    <a:lnTo>
                      <a:pt x="9345" y="240243"/>
                    </a:lnTo>
                    <a:lnTo>
                      <a:pt x="11217" y="248389"/>
                    </a:lnTo>
                    <a:lnTo>
                      <a:pt x="15006" y="254630"/>
                    </a:lnTo>
                    <a:lnTo>
                      <a:pt x="21996" y="262057"/>
                    </a:lnTo>
                    <a:moveTo>
                      <a:pt x="239042" y="408489"/>
                    </a:moveTo>
                    <a:lnTo>
                      <a:pt x="368267" y="490365"/>
                    </a:lnTo>
                    <a:moveTo>
                      <a:pt x="372278" y="0"/>
                    </a:moveTo>
                    <a:lnTo>
                      <a:pt x="327807" y="804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71" name="Контур"/>
              <p:cNvSpPr/>
              <p:nvPr/>
            </p:nvSpPr>
            <p:spPr>
              <a:xfrm>
                <a:off x="11398537" y="8478543"/>
                <a:ext cx="64316" cy="504873"/>
              </a:xfrm>
              <a:custGeom>
                <a:avLst/>
                <a:gdLst/>
                <a:ahLst/>
                <a:cxnLst/>
                <a:rect l="l" t="t" r="r" b="b"/>
                <a:pathLst>
                  <a:path w="64316" h="504873" fill="none">
                    <a:moveTo>
                      <a:pt x="62105" y="474810"/>
                    </a:moveTo>
                    <a:lnTo>
                      <a:pt x="59781" y="439765"/>
                    </a:lnTo>
                    <a:moveTo>
                      <a:pt x="0" y="0"/>
                    </a:moveTo>
                    <a:lnTo>
                      <a:pt x="33448" y="504873"/>
                    </a:lnTo>
                    <a:moveTo>
                      <a:pt x="64316" y="504430"/>
                    </a:moveTo>
                    <a:lnTo>
                      <a:pt x="62105" y="47481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72" name="Контур"/>
              <p:cNvSpPr/>
              <p:nvPr/>
            </p:nvSpPr>
            <p:spPr>
              <a:xfrm>
                <a:off x="11458318" y="8402564"/>
                <a:ext cx="265351" cy="515744"/>
              </a:xfrm>
              <a:custGeom>
                <a:avLst/>
                <a:gdLst/>
                <a:ahLst/>
                <a:cxnLst/>
                <a:rect l="l" t="t" r="r" b="b"/>
                <a:pathLst>
                  <a:path w="265351" h="515744" fill="none">
                    <a:moveTo>
                      <a:pt x="0" y="515744"/>
                    </a:moveTo>
                    <a:lnTo>
                      <a:pt x="8005" y="402303"/>
                    </a:lnTo>
                    <a:lnTo>
                      <a:pt x="13054" y="355444"/>
                    </a:lnTo>
                    <a:lnTo>
                      <a:pt x="22577" y="323485"/>
                    </a:lnTo>
                    <a:lnTo>
                      <a:pt x="37959" y="289756"/>
                    </a:lnTo>
                    <a:lnTo>
                      <a:pt x="61289" y="260367"/>
                    </a:lnTo>
                    <a:lnTo>
                      <a:pt x="88148" y="233889"/>
                    </a:lnTo>
                    <a:lnTo>
                      <a:pt x="130214" y="198256"/>
                    </a:lnTo>
                    <a:lnTo>
                      <a:pt x="168163" y="160608"/>
                    </a:lnTo>
                    <a:lnTo>
                      <a:pt x="199328" y="116564"/>
                    </a:lnTo>
                    <a:lnTo>
                      <a:pt x="215044" y="89231"/>
                    </a:lnTo>
                    <a:lnTo>
                      <a:pt x="231905" y="58130"/>
                    </a:lnTo>
                    <a:lnTo>
                      <a:pt x="240053" y="45202"/>
                    </a:lnTo>
                    <a:lnTo>
                      <a:pt x="265351" y="0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173" name="Контур"/>
              <p:cNvSpPr/>
              <p:nvPr/>
            </p:nvSpPr>
            <p:spPr>
              <a:xfrm>
                <a:off x="11422885" y="8394683"/>
                <a:ext cx="35433" cy="707050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707050" fill="none">
                    <a:moveTo>
                      <a:pt x="35433" y="523625"/>
                    </a:moveTo>
                    <a:lnTo>
                      <a:pt x="30887" y="454937"/>
                    </a:lnTo>
                    <a:lnTo>
                      <a:pt x="6382" y="82122"/>
                    </a:lnTo>
                    <a:lnTo>
                      <a:pt x="0" y="0"/>
                    </a:lnTo>
                    <a:moveTo>
                      <a:pt x="9100" y="588733"/>
                    </a:moveTo>
                    <a:lnTo>
                      <a:pt x="12979" y="654249"/>
                    </a:lnTo>
                    <a:lnTo>
                      <a:pt x="16102" y="70705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74" name="Контур"/>
              <p:cNvSpPr/>
              <p:nvPr/>
            </p:nvSpPr>
            <p:spPr>
              <a:xfrm>
                <a:off x="11210795" y="8579369"/>
                <a:ext cx="221190" cy="404047"/>
              </a:xfrm>
              <a:custGeom>
                <a:avLst/>
                <a:gdLst/>
                <a:ahLst/>
                <a:cxnLst/>
                <a:rect l="l" t="t" r="r" b="b"/>
                <a:pathLst>
                  <a:path w="221190" h="404047" fill="none">
                    <a:moveTo>
                      <a:pt x="0" y="0"/>
                    </a:moveTo>
                    <a:lnTo>
                      <a:pt x="34237" y="23159"/>
                    </a:lnTo>
                    <a:lnTo>
                      <a:pt x="74640" y="50527"/>
                    </a:lnTo>
                    <a:lnTo>
                      <a:pt x="98833" y="68199"/>
                    </a:lnTo>
                    <a:lnTo>
                      <a:pt x="109980" y="77395"/>
                    </a:lnTo>
                    <a:lnTo>
                      <a:pt x="132017" y="96188"/>
                    </a:lnTo>
                    <a:lnTo>
                      <a:pt x="150052" y="116619"/>
                    </a:lnTo>
                    <a:lnTo>
                      <a:pt x="165522" y="138204"/>
                    </a:lnTo>
                    <a:lnTo>
                      <a:pt x="180549" y="166650"/>
                    </a:lnTo>
                    <a:lnTo>
                      <a:pt x="190381" y="201582"/>
                    </a:lnTo>
                    <a:lnTo>
                      <a:pt x="221190" y="404047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175" name="Контур"/>
              <p:cNvSpPr/>
              <p:nvPr/>
            </p:nvSpPr>
            <p:spPr>
              <a:xfrm>
                <a:off x="11144612" y="8610066"/>
                <a:ext cx="684067" cy="1071508"/>
              </a:xfrm>
              <a:custGeom>
                <a:avLst/>
                <a:gdLst/>
                <a:ahLst/>
                <a:cxnLst/>
                <a:rect l="l" t="t" r="r" b="b"/>
                <a:pathLst>
                  <a:path w="684067" h="1071508" fill="none">
                    <a:moveTo>
                      <a:pt x="59153" y="0"/>
                    </a:moveTo>
                    <a:lnTo>
                      <a:pt x="9534" y="21576"/>
                    </a:lnTo>
                    <a:lnTo>
                      <a:pt x="0" y="38981"/>
                    </a:lnTo>
                    <a:lnTo>
                      <a:pt x="29307" y="483753"/>
                    </a:lnTo>
                    <a:moveTo>
                      <a:pt x="456461" y="902024"/>
                    </a:moveTo>
                    <a:lnTo>
                      <a:pt x="460928" y="895898"/>
                    </a:lnTo>
                    <a:lnTo>
                      <a:pt x="470995" y="875560"/>
                    </a:lnTo>
                    <a:lnTo>
                      <a:pt x="476854" y="859267"/>
                    </a:lnTo>
                    <a:moveTo>
                      <a:pt x="476854" y="859267"/>
                    </a:moveTo>
                    <a:lnTo>
                      <a:pt x="476282" y="852456"/>
                    </a:lnTo>
                    <a:lnTo>
                      <a:pt x="475867" y="847540"/>
                    </a:lnTo>
                    <a:lnTo>
                      <a:pt x="472911" y="837796"/>
                    </a:lnTo>
                    <a:lnTo>
                      <a:pt x="458923" y="811025"/>
                    </a:lnTo>
                    <a:lnTo>
                      <a:pt x="443220" y="790414"/>
                    </a:lnTo>
                    <a:lnTo>
                      <a:pt x="427478" y="761910"/>
                    </a:lnTo>
                    <a:lnTo>
                      <a:pt x="415919" y="732922"/>
                    </a:lnTo>
                    <a:lnTo>
                      <a:pt x="412034" y="700182"/>
                    </a:lnTo>
                    <a:lnTo>
                      <a:pt x="404528" y="546857"/>
                    </a:lnTo>
                    <a:lnTo>
                      <a:pt x="404529" y="499221"/>
                    </a:lnTo>
                    <a:lnTo>
                      <a:pt x="414878" y="465887"/>
                    </a:lnTo>
                    <a:lnTo>
                      <a:pt x="419636" y="456968"/>
                    </a:lnTo>
                    <a:lnTo>
                      <a:pt x="426363" y="444371"/>
                    </a:lnTo>
                    <a:moveTo>
                      <a:pt x="456461" y="902024"/>
                    </a:moveTo>
                    <a:lnTo>
                      <a:pt x="479990" y="918049"/>
                    </a:lnTo>
                    <a:lnTo>
                      <a:pt x="537886" y="957492"/>
                    </a:lnTo>
                    <a:lnTo>
                      <a:pt x="543973" y="961162"/>
                    </a:lnTo>
                    <a:lnTo>
                      <a:pt x="583281" y="984802"/>
                    </a:lnTo>
                    <a:lnTo>
                      <a:pt x="626151" y="1010582"/>
                    </a:lnTo>
                    <a:lnTo>
                      <a:pt x="654989" y="1028970"/>
                    </a:lnTo>
                    <a:moveTo>
                      <a:pt x="397574" y="863773"/>
                    </a:moveTo>
                    <a:lnTo>
                      <a:pt x="400866" y="865915"/>
                    </a:lnTo>
                    <a:lnTo>
                      <a:pt x="456461" y="902024"/>
                    </a:lnTo>
                    <a:moveTo>
                      <a:pt x="401585" y="373408"/>
                    </a:moveTo>
                    <a:lnTo>
                      <a:pt x="411919" y="381066"/>
                    </a:lnTo>
                    <a:lnTo>
                      <a:pt x="421215" y="387942"/>
                    </a:lnTo>
                    <a:moveTo>
                      <a:pt x="432084" y="359538"/>
                    </a:moveTo>
                    <a:lnTo>
                      <a:pt x="401585" y="373408"/>
                    </a:lnTo>
                    <a:moveTo>
                      <a:pt x="455501" y="344330"/>
                    </a:moveTo>
                    <a:lnTo>
                      <a:pt x="444601" y="348623"/>
                    </a:lnTo>
                    <a:lnTo>
                      <a:pt x="432084" y="359538"/>
                    </a:lnTo>
                    <a:moveTo>
                      <a:pt x="491470" y="346466"/>
                    </a:moveTo>
                    <a:lnTo>
                      <a:pt x="476663" y="341960"/>
                    </a:lnTo>
                    <a:lnTo>
                      <a:pt x="470553" y="342175"/>
                    </a:lnTo>
                    <a:moveTo>
                      <a:pt x="470553" y="342175"/>
                    </a:moveTo>
                    <a:lnTo>
                      <a:pt x="460059" y="342535"/>
                    </a:lnTo>
                    <a:lnTo>
                      <a:pt x="455501" y="344330"/>
                    </a:lnTo>
                    <a:moveTo>
                      <a:pt x="423699" y="405766"/>
                    </a:moveTo>
                    <a:lnTo>
                      <a:pt x="426858" y="423248"/>
                    </a:lnTo>
                    <a:lnTo>
                      <a:pt x="426363" y="444371"/>
                    </a:lnTo>
                    <a:moveTo>
                      <a:pt x="426363" y="444371"/>
                    </a:moveTo>
                    <a:lnTo>
                      <a:pt x="438997" y="437772"/>
                    </a:lnTo>
                    <a:lnTo>
                      <a:pt x="454356" y="436433"/>
                    </a:lnTo>
                    <a:moveTo>
                      <a:pt x="454356" y="436433"/>
                    </a:moveTo>
                    <a:lnTo>
                      <a:pt x="474327" y="438817"/>
                    </a:lnTo>
                    <a:lnTo>
                      <a:pt x="490124" y="434685"/>
                    </a:lnTo>
                    <a:lnTo>
                      <a:pt x="503674" y="425584"/>
                    </a:lnTo>
                    <a:lnTo>
                      <a:pt x="513463" y="412540"/>
                    </a:lnTo>
                    <a:lnTo>
                      <a:pt x="518261" y="397855"/>
                    </a:lnTo>
                    <a:lnTo>
                      <a:pt x="518220" y="382408"/>
                    </a:lnTo>
                    <a:lnTo>
                      <a:pt x="513338" y="367756"/>
                    </a:lnTo>
                    <a:lnTo>
                      <a:pt x="504119" y="355361"/>
                    </a:lnTo>
                    <a:lnTo>
                      <a:pt x="491470" y="346466"/>
                    </a:lnTo>
                    <a:moveTo>
                      <a:pt x="423699" y="405766"/>
                    </a:moveTo>
                    <a:lnTo>
                      <a:pt x="430562" y="419006"/>
                    </a:lnTo>
                    <a:lnTo>
                      <a:pt x="441101" y="429561"/>
                    </a:lnTo>
                    <a:lnTo>
                      <a:pt x="454356" y="436433"/>
                    </a:lnTo>
                    <a:moveTo>
                      <a:pt x="421215" y="387942"/>
                    </a:moveTo>
                    <a:lnTo>
                      <a:pt x="423699" y="405766"/>
                    </a:lnTo>
                    <a:moveTo>
                      <a:pt x="432084" y="359538"/>
                    </a:moveTo>
                    <a:lnTo>
                      <a:pt x="424371" y="372865"/>
                    </a:lnTo>
                    <a:lnTo>
                      <a:pt x="421215" y="387942"/>
                    </a:lnTo>
                    <a:moveTo>
                      <a:pt x="654989" y="1028970"/>
                    </a:moveTo>
                    <a:lnTo>
                      <a:pt x="642201" y="1039624"/>
                    </a:lnTo>
                    <a:lnTo>
                      <a:pt x="639895" y="1056069"/>
                    </a:lnTo>
                    <a:lnTo>
                      <a:pt x="649270" y="1069805"/>
                    </a:lnTo>
                    <a:lnTo>
                      <a:pt x="672660" y="1071508"/>
                    </a:lnTo>
                    <a:lnTo>
                      <a:pt x="684067" y="1058903"/>
                    </a:lnTo>
                    <a:lnTo>
                      <a:pt x="683318" y="1040978"/>
                    </a:lnTo>
                    <a:lnTo>
                      <a:pt x="670950" y="1029384"/>
                    </a:lnTo>
                    <a:lnTo>
                      <a:pt x="654989" y="102897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76" name="Контур"/>
              <p:cNvSpPr/>
              <p:nvPr/>
            </p:nvSpPr>
            <p:spPr>
              <a:xfrm>
                <a:off x="1731279" y="7330366"/>
                <a:ext cx="1417240" cy="1111508"/>
              </a:xfrm>
              <a:custGeom>
                <a:avLst/>
                <a:gdLst/>
                <a:ahLst/>
                <a:cxnLst/>
                <a:rect l="l" t="t" r="r" b="b"/>
                <a:pathLst>
                  <a:path w="1417240" h="1111508" fill="none">
                    <a:moveTo>
                      <a:pt x="1417240" y="1111508"/>
                    </a:moveTo>
                    <a:lnTo>
                      <a:pt x="1239525" y="956888"/>
                    </a:lnTo>
                    <a:lnTo>
                      <a:pt x="874625" y="598396"/>
                    </a:lnTo>
                    <a:lnTo>
                      <a:pt x="807844" y="540196"/>
                    </a:lnTo>
                    <a:lnTo>
                      <a:pt x="602509" y="382862"/>
                    </a:lnTo>
                    <a:lnTo>
                      <a:pt x="505387" y="300265"/>
                    </a:lnTo>
                    <a:lnTo>
                      <a:pt x="434220" y="251943"/>
                    </a:lnTo>
                    <a:lnTo>
                      <a:pt x="0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77" name="Контур"/>
              <p:cNvSpPr/>
              <p:nvPr/>
            </p:nvSpPr>
            <p:spPr>
              <a:xfrm>
                <a:off x="0" y="7981589"/>
                <a:ext cx="1700005" cy="921617"/>
              </a:xfrm>
              <a:custGeom>
                <a:avLst/>
                <a:gdLst/>
                <a:ahLst/>
                <a:cxnLst/>
                <a:rect l="l" t="t" r="r" b="b"/>
                <a:pathLst>
                  <a:path w="1700005" h="921617" fill="none">
                    <a:moveTo>
                      <a:pt x="1601703" y="851763"/>
                    </a:moveTo>
                    <a:lnTo>
                      <a:pt x="1612013" y="840306"/>
                    </a:lnTo>
                    <a:lnTo>
                      <a:pt x="1669170" y="776729"/>
                    </a:lnTo>
                    <a:lnTo>
                      <a:pt x="1681089" y="763463"/>
                    </a:lnTo>
                    <a:lnTo>
                      <a:pt x="1700005" y="745010"/>
                    </a:lnTo>
                    <a:moveTo>
                      <a:pt x="1601703" y="851763"/>
                    </a:moveTo>
                    <a:lnTo>
                      <a:pt x="1568584" y="886280"/>
                    </a:lnTo>
                    <a:moveTo>
                      <a:pt x="1568584" y="886280"/>
                    </a:moveTo>
                    <a:lnTo>
                      <a:pt x="1561740" y="893332"/>
                    </a:lnTo>
                    <a:lnTo>
                      <a:pt x="1551192" y="903957"/>
                    </a:lnTo>
                    <a:moveTo>
                      <a:pt x="1551192" y="903957"/>
                    </a:moveTo>
                    <a:lnTo>
                      <a:pt x="1534148" y="921617"/>
                    </a:lnTo>
                    <a:moveTo>
                      <a:pt x="163581" y="738749"/>
                    </a:moveTo>
                    <a:lnTo>
                      <a:pt x="420424" y="461282"/>
                    </a:lnTo>
                    <a:lnTo>
                      <a:pt x="472740" y="384504"/>
                    </a:lnTo>
                    <a:lnTo>
                      <a:pt x="550183" y="174530"/>
                    </a:lnTo>
                    <a:lnTo>
                      <a:pt x="540271" y="50738"/>
                    </a:lnTo>
                    <a:lnTo>
                      <a:pt x="576649" y="0"/>
                    </a:lnTo>
                    <a:moveTo>
                      <a:pt x="1601703" y="851763"/>
                    </a:moveTo>
                    <a:lnTo>
                      <a:pt x="1582515" y="834791"/>
                    </a:lnTo>
                    <a:lnTo>
                      <a:pt x="1413068" y="680191"/>
                    </a:lnTo>
                    <a:lnTo>
                      <a:pt x="1385939" y="655427"/>
                    </a:lnTo>
                    <a:lnTo>
                      <a:pt x="1380115" y="650097"/>
                    </a:lnTo>
                    <a:lnTo>
                      <a:pt x="1364714" y="636241"/>
                    </a:lnTo>
                    <a:lnTo>
                      <a:pt x="1219652" y="505791"/>
                    </a:lnTo>
                    <a:lnTo>
                      <a:pt x="1208875" y="496298"/>
                    </a:lnTo>
                    <a:lnTo>
                      <a:pt x="1194423" y="482932"/>
                    </a:lnTo>
                    <a:lnTo>
                      <a:pt x="1102330" y="400132"/>
                    </a:lnTo>
                    <a:lnTo>
                      <a:pt x="956026" y="268539"/>
                    </a:lnTo>
                    <a:lnTo>
                      <a:pt x="948628" y="262180"/>
                    </a:lnTo>
                    <a:lnTo>
                      <a:pt x="862499" y="183042"/>
                    </a:lnTo>
                    <a:lnTo>
                      <a:pt x="852306" y="173978"/>
                    </a:lnTo>
                    <a:lnTo>
                      <a:pt x="842254" y="165438"/>
                    </a:lnTo>
                    <a:lnTo>
                      <a:pt x="687856" y="20283"/>
                    </a:lnTo>
                    <a:moveTo>
                      <a:pt x="576649" y="0"/>
                    </a:moveTo>
                    <a:lnTo>
                      <a:pt x="587143" y="8739"/>
                    </a:lnTo>
                    <a:lnTo>
                      <a:pt x="804511" y="209322"/>
                    </a:lnTo>
                    <a:lnTo>
                      <a:pt x="809247" y="213609"/>
                    </a:lnTo>
                    <a:lnTo>
                      <a:pt x="814853" y="218663"/>
                    </a:lnTo>
                    <a:lnTo>
                      <a:pt x="823105" y="226207"/>
                    </a:lnTo>
                    <a:lnTo>
                      <a:pt x="906908" y="305569"/>
                    </a:lnTo>
                    <a:lnTo>
                      <a:pt x="915716" y="313033"/>
                    </a:lnTo>
                    <a:lnTo>
                      <a:pt x="1066672" y="449715"/>
                    </a:lnTo>
                    <a:lnTo>
                      <a:pt x="1157960" y="533197"/>
                    </a:lnTo>
                    <a:lnTo>
                      <a:pt x="1172237" y="546147"/>
                    </a:lnTo>
                    <a:lnTo>
                      <a:pt x="1183089" y="557382"/>
                    </a:lnTo>
                    <a:lnTo>
                      <a:pt x="1272717" y="639141"/>
                    </a:lnTo>
                    <a:lnTo>
                      <a:pt x="1341210" y="704825"/>
                    </a:lnTo>
                    <a:lnTo>
                      <a:pt x="1375474" y="737691"/>
                    </a:lnTo>
                    <a:lnTo>
                      <a:pt x="1428911" y="788130"/>
                    </a:lnTo>
                    <a:lnTo>
                      <a:pt x="1521767" y="875470"/>
                    </a:lnTo>
                    <a:lnTo>
                      <a:pt x="1534149" y="887054"/>
                    </a:lnTo>
                    <a:lnTo>
                      <a:pt x="1551192" y="903957"/>
                    </a:lnTo>
                    <a:moveTo>
                      <a:pt x="50856" y="838660"/>
                    </a:moveTo>
                    <a:lnTo>
                      <a:pt x="36607" y="834772"/>
                    </a:lnTo>
                    <a:lnTo>
                      <a:pt x="1814" y="802825"/>
                    </a:lnTo>
                    <a:lnTo>
                      <a:pt x="0" y="801160"/>
                    </a:lnTo>
                    <a:moveTo>
                      <a:pt x="50856" y="838660"/>
                    </a:moveTo>
                    <a:lnTo>
                      <a:pt x="63401" y="827538"/>
                    </a:lnTo>
                    <a:lnTo>
                      <a:pt x="98734" y="796276"/>
                    </a:lnTo>
                    <a:lnTo>
                      <a:pt x="111175" y="785186"/>
                    </a:lnTo>
                    <a:lnTo>
                      <a:pt x="136154" y="763266"/>
                    </a:lnTo>
                    <a:lnTo>
                      <a:pt x="157642" y="744008"/>
                    </a:lnTo>
                    <a:lnTo>
                      <a:pt x="163581" y="738749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78" name="Контур"/>
              <p:cNvSpPr/>
              <p:nvPr/>
            </p:nvSpPr>
            <p:spPr>
              <a:xfrm>
                <a:off x="1943525" y="7494666"/>
                <a:ext cx="258986" cy="148150"/>
              </a:xfrm>
              <a:custGeom>
                <a:avLst/>
                <a:gdLst/>
                <a:ahLst/>
                <a:cxnLst/>
                <a:rect l="l" t="t" r="r" b="b"/>
                <a:pathLst>
                  <a:path w="258986" h="148150" fill="none">
                    <a:moveTo>
                      <a:pt x="0" y="0"/>
                    </a:moveTo>
                    <a:lnTo>
                      <a:pt x="76295" y="43653"/>
                    </a:lnTo>
                    <a:lnTo>
                      <a:pt x="258986" y="14815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79" name="Контур"/>
              <p:cNvSpPr/>
              <p:nvPr/>
            </p:nvSpPr>
            <p:spPr>
              <a:xfrm>
                <a:off x="0" y="7491462"/>
                <a:ext cx="5306609" cy="1091286"/>
              </a:xfrm>
              <a:custGeom>
                <a:avLst/>
                <a:gdLst/>
                <a:ahLst/>
                <a:cxnLst/>
                <a:rect l="l" t="t" r="r" b="b"/>
                <a:pathLst>
                  <a:path w="5306609" h="1091286" fill="none">
                    <a:moveTo>
                      <a:pt x="1656935" y="498834"/>
                    </a:moveTo>
                    <a:lnTo>
                      <a:pt x="1667488" y="490413"/>
                    </a:lnTo>
                    <a:lnTo>
                      <a:pt x="1741689" y="423203"/>
                    </a:lnTo>
                    <a:lnTo>
                      <a:pt x="1831424" y="342883"/>
                    </a:lnTo>
                    <a:moveTo>
                      <a:pt x="1615481" y="539066"/>
                    </a:moveTo>
                    <a:lnTo>
                      <a:pt x="1640764" y="514534"/>
                    </a:lnTo>
                    <a:lnTo>
                      <a:pt x="1648032" y="507481"/>
                    </a:lnTo>
                    <a:lnTo>
                      <a:pt x="1651415" y="504186"/>
                    </a:lnTo>
                    <a:lnTo>
                      <a:pt x="1656935" y="498834"/>
                    </a:lnTo>
                    <a:moveTo>
                      <a:pt x="2079192" y="702785"/>
                    </a:moveTo>
                    <a:lnTo>
                      <a:pt x="2075267" y="710244"/>
                    </a:lnTo>
                    <a:lnTo>
                      <a:pt x="2073197" y="714167"/>
                    </a:lnTo>
                    <a:lnTo>
                      <a:pt x="2053806" y="750968"/>
                    </a:lnTo>
                    <a:moveTo>
                      <a:pt x="2171068" y="746183"/>
                    </a:moveTo>
                    <a:lnTo>
                      <a:pt x="2079192" y="702785"/>
                    </a:lnTo>
                    <a:lnTo>
                      <a:pt x="2040772" y="684167"/>
                    </a:lnTo>
                    <a:lnTo>
                      <a:pt x="1918839" y="625096"/>
                    </a:lnTo>
                    <a:lnTo>
                      <a:pt x="1899835" y="615924"/>
                    </a:lnTo>
                    <a:lnTo>
                      <a:pt x="1772132" y="554171"/>
                    </a:lnTo>
                    <a:lnTo>
                      <a:pt x="1667437" y="503887"/>
                    </a:lnTo>
                    <a:lnTo>
                      <a:pt x="1656935" y="498834"/>
                    </a:lnTo>
                    <a:moveTo>
                      <a:pt x="1615481" y="539066"/>
                    </a:moveTo>
                    <a:lnTo>
                      <a:pt x="1626748" y="544410"/>
                    </a:lnTo>
                    <a:lnTo>
                      <a:pt x="1642387" y="551836"/>
                    </a:lnTo>
                    <a:lnTo>
                      <a:pt x="1829501" y="642194"/>
                    </a:lnTo>
                    <a:lnTo>
                      <a:pt x="1865502" y="659511"/>
                    </a:lnTo>
                    <a:lnTo>
                      <a:pt x="1997678" y="724099"/>
                    </a:lnTo>
                    <a:lnTo>
                      <a:pt x="2053806" y="750968"/>
                    </a:lnTo>
                    <a:lnTo>
                      <a:pt x="2120690" y="783212"/>
                    </a:lnTo>
                    <a:lnTo>
                      <a:pt x="2137807" y="788041"/>
                    </a:lnTo>
                    <a:moveTo>
                      <a:pt x="1227716" y="255518"/>
                    </a:moveTo>
                    <a:lnTo>
                      <a:pt x="1224217" y="252492"/>
                    </a:lnTo>
                    <a:moveTo>
                      <a:pt x="1228978" y="272811"/>
                    </a:moveTo>
                    <a:lnTo>
                      <a:pt x="1230770" y="268566"/>
                    </a:lnTo>
                    <a:lnTo>
                      <a:pt x="1231163" y="263955"/>
                    </a:lnTo>
                    <a:lnTo>
                      <a:pt x="1230107" y="259472"/>
                    </a:lnTo>
                    <a:lnTo>
                      <a:pt x="1227716" y="255518"/>
                    </a:lnTo>
                    <a:moveTo>
                      <a:pt x="1237023" y="264383"/>
                    </a:moveTo>
                    <a:lnTo>
                      <a:pt x="1227716" y="255518"/>
                    </a:lnTo>
                    <a:moveTo>
                      <a:pt x="1228978" y="272811"/>
                    </a:moveTo>
                    <a:lnTo>
                      <a:pt x="1237023" y="264383"/>
                    </a:lnTo>
                    <a:moveTo>
                      <a:pt x="1245746" y="272495"/>
                    </a:moveTo>
                    <a:lnTo>
                      <a:pt x="1237023" y="264383"/>
                    </a:lnTo>
                    <a:moveTo>
                      <a:pt x="953589" y="0"/>
                    </a:moveTo>
                    <a:lnTo>
                      <a:pt x="1006298" y="49705"/>
                    </a:lnTo>
                    <a:lnTo>
                      <a:pt x="1147064" y="180683"/>
                    </a:lnTo>
                    <a:lnTo>
                      <a:pt x="1177714" y="209198"/>
                    </a:lnTo>
                    <a:lnTo>
                      <a:pt x="1201479" y="231306"/>
                    </a:lnTo>
                    <a:moveTo>
                      <a:pt x="1211290" y="240447"/>
                    </a:moveTo>
                    <a:lnTo>
                      <a:pt x="1212080" y="243281"/>
                    </a:lnTo>
                    <a:lnTo>
                      <a:pt x="1211102" y="246645"/>
                    </a:lnTo>
                    <a:lnTo>
                      <a:pt x="1209065" y="250382"/>
                    </a:lnTo>
                    <a:lnTo>
                      <a:pt x="1206845" y="253765"/>
                    </a:lnTo>
                    <a:moveTo>
                      <a:pt x="1224217" y="252492"/>
                    </a:moveTo>
                    <a:lnTo>
                      <a:pt x="1211290" y="240447"/>
                    </a:lnTo>
                    <a:moveTo>
                      <a:pt x="1201479" y="231306"/>
                    </a:moveTo>
                    <a:lnTo>
                      <a:pt x="1211290" y="240447"/>
                    </a:lnTo>
                    <a:moveTo>
                      <a:pt x="1203819" y="257259"/>
                    </a:moveTo>
                    <a:lnTo>
                      <a:pt x="1202027" y="261520"/>
                    </a:lnTo>
                    <a:lnTo>
                      <a:pt x="1201634" y="266115"/>
                    </a:lnTo>
                    <a:lnTo>
                      <a:pt x="1202689" y="270613"/>
                    </a:lnTo>
                    <a:moveTo>
                      <a:pt x="1206845" y="253765"/>
                    </a:moveTo>
                    <a:lnTo>
                      <a:pt x="1203819" y="257259"/>
                    </a:lnTo>
                    <a:moveTo>
                      <a:pt x="1224217" y="252492"/>
                    </a:moveTo>
                    <a:lnTo>
                      <a:pt x="1219942" y="250702"/>
                    </a:lnTo>
                    <a:lnTo>
                      <a:pt x="1215323" y="250300"/>
                    </a:lnTo>
                    <a:lnTo>
                      <a:pt x="1210804" y="251363"/>
                    </a:lnTo>
                    <a:lnTo>
                      <a:pt x="1206845" y="253765"/>
                    </a:lnTo>
                    <a:moveTo>
                      <a:pt x="1203811" y="279304"/>
                    </a:moveTo>
                    <a:lnTo>
                      <a:pt x="1212864" y="279383"/>
                    </a:lnTo>
                    <a:moveTo>
                      <a:pt x="1212864" y="279383"/>
                    </a:moveTo>
                    <a:lnTo>
                      <a:pt x="1217482" y="279769"/>
                    </a:lnTo>
                    <a:lnTo>
                      <a:pt x="1221992" y="278707"/>
                    </a:lnTo>
                    <a:lnTo>
                      <a:pt x="1225960" y="276320"/>
                    </a:lnTo>
                    <a:lnTo>
                      <a:pt x="1228978" y="272811"/>
                    </a:lnTo>
                    <a:moveTo>
                      <a:pt x="1202689" y="270613"/>
                    </a:moveTo>
                    <a:lnTo>
                      <a:pt x="1203811" y="279304"/>
                    </a:lnTo>
                    <a:moveTo>
                      <a:pt x="1656935" y="498834"/>
                    </a:moveTo>
                    <a:lnTo>
                      <a:pt x="1644242" y="492663"/>
                    </a:lnTo>
                    <a:lnTo>
                      <a:pt x="1619205" y="480427"/>
                    </a:lnTo>
                    <a:lnTo>
                      <a:pt x="1581710" y="462095"/>
                    </a:lnTo>
                    <a:lnTo>
                      <a:pt x="1481178" y="412966"/>
                    </a:lnTo>
                    <a:lnTo>
                      <a:pt x="1381675" y="364526"/>
                    </a:lnTo>
                    <a:lnTo>
                      <a:pt x="1313312" y="331045"/>
                    </a:lnTo>
                    <a:lnTo>
                      <a:pt x="1303772" y="325326"/>
                    </a:lnTo>
                    <a:moveTo>
                      <a:pt x="1303772" y="325326"/>
                    </a:moveTo>
                    <a:lnTo>
                      <a:pt x="1295697" y="318969"/>
                    </a:lnTo>
                    <a:lnTo>
                      <a:pt x="1245746" y="272495"/>
                    </a:lnTo>
                    <a:moveTo>
                      <a:pt x="1167826" y="298365"/>
                    </a:moveTo>
                    <a:lnTo>
                      <a:pt x="1172781" y="292645"/>
                    </a:lnTo>
                    <a:lnTo>
                      <a:pt x="1184377" y="279011"/>
                    </a:lnTo>
                    <a:moveTo>
                      <a:pt x="1202689" y="270613"/>
                    </a:moveTo>
                    <a:lnTo>
                      <a:pt x="1205089" y="274567"/>
                    </a:lnTo>
                    <a:lnTo>
                      <a:pt x="1208596" y="277593"/>
                    </a:lnTo>
                    <a:lnTo>
                      <a:pt x="1212864" y="279383"/>
                    </a:lnTo>
                    <a:moveTo>
                      <a:pt x="1184377" y="279011"/>
                    </a:moveTo>
                    <a:lnTo>
                      <a:pt x="1203811" y="279304"/>
                    </a:lnTo>
                    <a:moveTo>
                      <a:pt x="1203819" y="257259"/>
                    </a:moveTo>
                    <a:lnTo>
                      <a:pt x="1184377" y="279011"/>
                    </a:lnTo>
                    <a:moveTo>
                      <a:pt x="1003834" y="487978"/>
                    </a:moveTo>
                    <a:lnTo>
                      <a:pt x="1027212" y="461651"/>
                    </a:lnTo>
                    <a:moveTo>
                      <a:pt x="1027212" y="461651"/>
                    </a:moveTo>
                    <a:lnTo>
                      <a:pt x="1063200" y="421132"/>
                    </a:lnTo>
                    <a:lnTo>
                      <a:pt x="1167826" y="298365"/>
                    </a:lnTo>
                    <a:moveTo>
                      <a:pt x="730156" y="282428"/>
                    </a:moveTo>
                    <a:lnTo>
                      <a:pt x="731531" y="280682"/>
                    </a:lnTo>
                    <a:lnTo>
                      <a:pt x="738655" y="271672"/>
                    </a:lnTo>
                    <a:lnTo>
                      <a:pt x="774818" y="225943"/>
                    </a:lnTo>
                    <a:lnTo>
                      <a:pt x="791305" y="205111"/>
                    </a:lnTo>
                    <a:lnTo>
                      <a:pt x="796345" y="198728"/>
                    </a:lnTo>
                    <a:lnTo>
                      <a:pt x="838378" y="145581"/>
                    </a:lnTo>
                    <a:lnTo>
                      <a:pt x="893819" y="75480"/>
                    </a:lnTo>
                    <a:lnTo>
                      <a:pt x="927698" y="32640"/>
                    </a:lnTo>
                    <a:lnTo>
                      <a:pt x="935748" y="23103"/>
                    </a:lnTo>
                    <a:lnTo>
                      <a:pt x="948350" y="6491"/>
                    </a:lnTo>
                    <a:lnTo>
                      <a:pt x="953589" y="0"/>
                    </a:lnTo>
                    <a:moveTo>
                      <a:pt x="613603" y="441143"/>
                    </a:moveTo>
                    <a:lnTo>
                      <a:pt x="625290" y="425398"/>
                    </a:lnTo>
                    <a:lnTo>
                      <a:pt x="702080" y="322304"/>
                    </a:lnTo>
                    <a:lnTo>
                      <a:pt x="719267" y="297662"/>
                    </a:lnTo>
                    <a:lnTo>
                      <a:pt x="728868" y="284220"/>
                    </a:lnTo>
                    <a:lnTo>
                      <a:pt x="730156" y="282428"/>
                    </a:lnTo>
                    <a:moveTo>
                      <a:pt x="1203811" y="279304"/>
                    </a:moveTo>
                    <a:lnTo>
                      <a:pt x="1206975" y="302757"/>
                    </a:lnTo>
                    <a:lnTo>
                      <a:pt x="1207240" y="304021"/>
                    </a:lnTo>
                    <a:lnTo>
                      <a:pt x="1207451" y="305007"/>
                    </a:lnTo>
                    <a:lnTo>
                      <a:pt x="1207901" y="307148"/>
                    </a:lnTo>
                    <a:lnTo>
                      <a:pt x="1209736" y="313679"/>
                    </a:lnTo>
                    <a:lnTo>
                      <a:pt x="1214689" y="323837"/>
                    </a:lnTo>
                    <a:lnTo>
                      <a:pt x="1223058" y="335172"/>
                    </a:lnTo>
                    <a:lnTo>
                      <a:pt x="1237300" y="348570"/>
                    </a:lnTo>
                    <a:lnTo>
                      <a:pt x="1259602" y="363344"/>
                    </a:lnTo>
                    <a:lnTo>
                      <a:pt x="1297673" y="383017"/>
                    </a:lnTo>
                    <a:lnTo>
                      <a:pt x="1340173" y="403415"/>
                    </a:lnTo>
                    <a:lnTo>
                      <a:pt x="1437476" y="450707"/>
                    </a:lnTo>
                    <a:lnTo>
                      <a:pt x="1462593" y="463283"/>
                    </a:lnTo>
                    <a:lnTo>
                      <a:pt x="1470651" y="467188"/>
                    </a:lnTo>
                    <a:lnTo>
                      <a:pt x="1603562" y="533262"/>
                    </a:lnTo>
                    <a:lnTo>
                      <a:pt x="1615481" y="539066"/>
                    </a:lnTo>
                    <a:moveTo>
                      <a:pt x="861093" y="653780"/>
                    </a:moveTo>
                    <a:lnTo>
                      <a:pt x="877655" y="634427"/>
                    </a:lnTo>
                    <a:lnTo>
                      <a:pt x="904698" y="602847"/>
                    </a:lnTo>
                    <a:lnTo>
                      <a:pt x="981595" y="515088"/>
                    </a:lnTo>
                    <a:lnTo>
                      <a:pt x="1003834" y="487978"/>
                    </a:lnTo>
                    <a:moveTo>
                      <a:pt x="826873" y="694447"/>
                    </a:moveTo>
                    <a:lnTo>
                      <a:pt x="852306" y="664105"/>
                    </a:lnTo>
                    <a:moveTo>
                      <a:pt x="852306" y="664105"/>
                    </a:moveTo>
                    <a:lnTo>
                      <a:pt x="861093" y="653780"/>
                    </a:lnTo>
                    <a:moveTo>
                      <a:pt x="915716" y="803160"/>
                    </a:moveTo>
                    <a:lnTo>
                      <a:pt x="931235" y="786031"/>
                    </a:lnTo>
                    <a:lnTo>
                      <a:pt x="956026" y="758666"/>
                    </a:lnTo>
                    <a:moveTo>
                      <a:pt x="687856" y="510410"/>
                    </a:moveTo>
                    <a:lnTo>
                      <a:pt x="628035" y="454172"/>
                    </a:lnTo>
                    <a:lnTo>
                      <a:pt x="613603" y="441143"/>
                    </a:lnTo>
                    <a:moveTo>
                      <a:pt x="814853" y="708790"/>
                    </a:moveTo>
                    <a:lnTo>
                      <a:pt x="826873" y="694447"/>
                    </a:lnTo>
                    <a:moveTo>
                      <a:pt x="477151" y="319575"/>
                    </a:moveTo>
                    <a:lnTo>
                      <a:pt x="470853" y="317945"/>
                    </a:lnTo>
                    <a:lnTo>
                      <a:pt x="464284" y="318520"/>
                    </a:lnTo>
                    <a:lnTo>
                      <a:pt x="454353" y="323684"/>
                    </a:lnTo>
                    <a:lnTo>
                      <a:pt x="446632" y="330476"/>
                    </a:lnTo>
                    <a:moveTo>
                      <a:pt x="576649" y="490127"/>
                    </a:moveTo>
                    <a:lnTo>
                      <a:pt x="585321" y="479386"/>
                    </a:lnTo>
                    <a:lnTo>
                      <a:pt x="613603" y="441143"/>
                    </a:lnTo>
                    <a:moveTo>
                      <a:pt x="408168" y="337191"/>
                    </a:moveTo>
                    <a:lnTo>
                      <a:pt x="418951" y="346762"/>
                    </a:lnTo>
                    <a:lnTo>
                      <a:pt x="440844" y="365041"/>
                    </a:lnTo>
                    <a:moveTo>
                      <a:pt x="446632" y="330476"/>
                    </a:moveTo>
                    <a:lnTo>
                      <a:pt x="443108" y="336098"/>
                    </a:lnTo>
                    <a:lnTo>
                      <a:pt x="440504" y="341856"/>
                    </a:lnTo>
                    <a:lnTo>
                      <a:pt x="438946" y="346038"/>
                    </a:lnTo>
                    <a:lnTo>
                      <a:pt x="438379" y="350634"/>
                    </a:lnTo>
                    <a:lnTo>
                      <a:pt x="438982" y="357832"/>
                    </a:lnTo>
                    <a:lnTo>
                      <a:pt x="440844" y="365041"/>
                    </a:lnTo>
                    <a:moveTo>
                      <a:pt x="613603" y="441143"/>
                    </a:moveTo>
                    <a:lnTo>
                      <a:pt x="602626" y="430556"/>
                    </a:lnTo>
                    <a:lnTo>
                      <a:pt x="554234" y="387493"/>
                    </a:lnTo>
                    <a:lnTo>
                      <a:pt x="533971" y="368887"/>
                    </a:lnTo>
                    <a:lnTo>
                      <a:pt x="488619" y="328852"/>
                    </a:lnTo>
                    <a:lnTo>
                      <a:pt x="482919" y="323967"/>
                    </a:lnTo>
                    <a:lnTo>
                      <a:pt x="477151" y="319575"/>
                    </a:lnTo>
                    <a:moveTo>
                      <a:pt x="440844" y="365041"/>
                    </a:moveTo>
                    <a:lnTo>
                      <a:pt x="443890" y="367621"/>
                    </a:lnTo>
                    <a:lnTo>
                      <a:pt x="516460" y="435261"/>
                    </a:lnTo>
                    <a:moveTo>
                      <a:pt x="516460" y="435261"/>
                    </a:moveTo>
                    <a:lnTo>
                      <a:pt x="561478" y="476407"/>
                    </a:lnTo>
                    <a:lnTo>
                      <a:pt x="576649" y="490127"/>
                    </a:lnTo>
                    <a:moveTo>
                      <a:pt x="0" y="397137"/>
                    </a:moveTo>
                    <a:lnTo>
                      <a:pt x="83746" y="369930"/>
                    </a:lnTo>
                    <a:lnTo>
                      <a:pt x="96364" y="374979"/>
                    </a:lnTo>
                    <a:lnTo>
                      <a:pt x="111339" y="401882"/>
                    </a:lnTo>
                    <a:lnTo>
                      <a:pt x="132772" y="405533"/>
                    </a:lnTo>
                    <a:lnTo>
                      <a:pt x="294604" y="340003"/>
                    </a:lnTo>
                    <a:lnTo>
                      <a:pt x="343108" y="312153"/>
                    </a:lnTo>
                    <a:lnTo>
                      <a:pt x="365400" y="310328"/>
                    </a:lnTo>
                    <a:lnTo>
                      <a:pt x="386097" y="317603"/>
                    </a:lnTo>
                    <a:lnTo>
                      <a:pt x="408168" y="337191"/>
                    </a:lnTo>
                    <a:moveTo>
                      <a:pt x="111339" y="401882"/>
                    </a:moveTo>
                    <a:lnTo>
                      <a:pt x="132773" y="449422"/>
                    </a:lnTo>
                    <a:lnTo>
                      <a:pt x="156672" y="479350"/>
                    </a:lnTo>
                    <a:lnTo>
                      <a:pt x="250312" y="532053"/>
                    </a:lnTo>
                    <a:lnTo>
                      <a:pt x="452689" y="599407"/>
                    </a:lnTo>
                    <a:lnTo>
                      <a:pt x="544481" y="605615"/>
                    </a:lnTo>
                    <a:moveTo>
                      <a:pt x="5306609" y="569707"/>
                    </a:moveTo>
                    <a:lnTo>
                      <a:pt x="5140163" y="696483"/>
                    </a:lnTo>
                    <a:lnTo>
                      <a:pt x="5074196" y="746731"/>
                    </a:lnTo>
                    <a:lnTo>
                      <a:pt x="4997971" y="804786"/>
                    </a:lnTo>
                    <a:lnTo>
                      <a:pt x="4806801" y="950378"/>
                    </a:lnTo>
                    <a:lnTo>
                      <a:pt x="4759229" y="986601"/>
                    </a:lnTo>
                    <a:lnTo>
                      <a:pt x="4641173" y="1076490"/>
                    </a:lnTo>
                    <a:lnTo>
                      <a:pt x="4635910" y="1080488"/>
                    </a:lnTo>
                    <a:lnTo>
                      <a:pt x="4621758" y="109128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80" name="Контур"/>
              <p:cNvSpPr/>
              <p:nvPr/>
            </p:nvSpPr>
            <p:spPr>
              <a:xfrm>
                <a:off x="2522289" y="7759301"/>
                <a:ext cx="790386" cy="747435"/>
              </a:xfrm>
              <a:custGeom>
                <a:avLst/>
                <a:gdLst/>
                <a:ahLst/>
                <a:cxnLst/>
                <a:rect l="l" t="t" r="r" b="b"/>
                <a:pathLst>
                  <a:path w="790386" h="747435" fill="none">
                    <a:moveTo>
                      <a:pt x="503610" y="224726"/>
                    </a:moveTo>
                    <a:lnTo>
                      <a:pt x="482726" y="247091"/>
                    </a:lnTo>
                    <a:lnTo>
                      <a:pt x="467258" y="264210"/>
                    </a:lnTo>
                    <a:moveTo>
                      <a:pt x="528075" y="201424"/>
                    </a:moveTo>
                    <a:lnTo>
                      <a:pt x="503610" y="224726"/>
                    </a:lnTo>
                    <a:moveTo>
                      <a:pt x="790386" y="0"/>
                    </a:moveTo>
                    <a:lnTo>
                      <a:pt x="745515" y="37574"/>
                    </a:lnTo>
                    <a:lnTo>
                      <a:pt x="708264" y="69894"/>
                    </a:lnTo>
                    <a:lnTo>
                      <a:pt x="669853" y="103497"/>
                    </a:lnTo>
                    <a:lnTo>
                      <a:pt x="647845" y="121797"/>
                    </a:lnTo>
                    <a:lnTo>
                      <a:pt x="612320" y="149239"/>
                    </a:lnTo>
                    <a:lnTo>
                      <a:pt x="593470" y="164767"/>
                    </a:lnTo>
                    <a:lnTo>
                      <a:pt x="575717" y="178565"/>
                    </a:lnTo>
                    <a:lnTo>
                      <a:pt x="540298" y="194537"/>
                    </a:lnTo>
                    <a:lnTo>
                      <a:pt x="528075" y="201424"/>
                    </a:lnTo>
                    <a:moveTo>
                      <a:pt x="467258" y="264210"/>
                    </a:moveTo>
                    <a:lnTo>
                      <a:pt x="427516" y="307699"/>
                    </a:lnTo>
                    <a:moveTo>
                      <a:pt x="427516" y="307699"/>
                    </a:moveTo>
                    <a:lnTo>
                      <a:pt x="411837" y="324218"/>
                    </a:lnTo>
                    <a:lnTo>
                      <a:pt x="352986" y="384021"/>
                    </a:lnTo>
                    <a:moveTo>
                      <a:pt x="352986" y="384021"/>
                    </a:moveTo>
                    <a:lnTo>
                      <a:pt x="252459" y="488735"/>
                    </a:lnTo>
                    <a:moveTo>
                      <a:pt x="252459" y="488735"/>
                    </a:moveTo>
                    <a:lnTo>
                      <a:pt x="88235" y="655238"/>
                    </a:lnTo>
                    <a:moveTo>
                      <a:pt x="88235" y="655238"/>
                    </a:moveTo>
                    <a:lnTo>
                      <a:pt x="68939" y="675730"/>
                    </a:lnTo>
                    <a:moveTo>
                      <a:pt x="68939" y="675730"/>
                    </a:moveTo>
                    <a:lnTo>
                      <a:pt x="0" y="747435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81" name="Контур"/>
              <p:cNvSpPr/>
              <p:nvPr/>
            </p:nvSpPr>
            <p:spPr>
              <a:xfrm>
                <a:off x="3148519" y="8441874"/>
                <a:ext cx="185907" cy="244739"/>
              </a:xfrm>
              <a:custGeom>
                <a:avLst/>
                <a:gdLst/>
                <a:ahLst/>
                <a:cxnLst/>
                <a:rect l="l" t="t" r="r" b="b"/>
                <a:pathLst>
                  <a:path w="185907" h="244739" fill="none">
                    <a:moveTo>
                      <a:pt x="185907" y="244739"/>
                    </a:moveTo>
                    <a:lnTo>
                      <a:pt x="161725" y="203556"/>
                    </a:lnTo>
                    <a:lnTo>
                      <a:pt x="139596" y="168840"/>
                    </a:lnTo>
                    <a:lnTo>
                      <a:pt x="107771" y="124106"/>
                    </a:lnTo>
                    <a:lnTo>
                      <a:pt x="61237" y="65720"/>
                    </a:lnTo>
                    <a:lnTo>
                      <a:pt x="34115" y="34690"/>
                    </a:lnTo>
                    <a:lnTo>
                      <a:pt x="0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82" name="Контур"/>
              <p:cNvSpPr/>
              <p:nvPr/>
            </p:nvSpPr>
            <p:spPr>
              <a:xfrm>
                <a:off x="2137807" y="8237645"/>
                <a:ext cx="110022" cy="124660"/>
              </a:xfrm>
              <a:custGeom>
                <a:avLst/>
                <a:gdLst/>
                <a:ahLst/>
                <a:cxnLst/>
                <a:rect l="l" t="t" r="r" b="b"/>
                <a:pathLst>
                  <a:path w="110022" h="124660" fill="none">
                    <a:moveTo>
                      <a:pt x="33261" y="0"/>
                    </a:moveTo>
                    <a:lnTo>
                      <a:pt x="25972" y="8488"/>
                    </a:lnTo>
                    <a:lnTo>
                      <a:pt x="24303" y="10421"/>
                    </a:lnTo>
                    <a:lnTo>
                      <a:pt x="22730" y="12461"/>
                    </a:lnTo>
                    <a:lnTo>
                      <a:pt x="0" y="41858"/>
                    </a:lnTo>
                    <a:moveTo>
                      <a:pt x="0" y="41858"/>
                    </a:moveTo>
                    <a:lnTo>
                      <a:pt x="6418" y="43101"/>
                    </a:lnTo>
                    <a:lnTo>
                      <a:pt x="13414" y="45514"/>
                    </a:lnTo>
                    <a:lnTo>
                      <a:pt x="29396" y="53800"/>
                    </a:lnTo>
                    <a:lnTo>
                      <a:pt x="61048" y="78298"/>
                    </a:lnTo>
                    <a:lnTo>
                      <a:pt x="110022" y="12466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83" name="Контур"/>
              <p:cNvSpPr/>
              <p:nvPr/>
            </p:nvSpPr>
            <p:spPr>
              <a:xfrm>
                <a:off x="2448917" y="8506736"/>
                <a:ext cx="73372" cy="70562"/>
              </a:xfrm>
              <a:custGeom>
                <a:avLst/>
                <a:gdLst/>
                <a:ahLst/>
                <a:cxnLst/>
                <a:rect l="l" t="t" r="r" b="b"/>
                <a:pathLst>
                  <a:path w="73372" h="70562" fill="none">
                    <a:moveTo>
                      <a:pt x="10103" y="60029"/>
                    </a:moveTo>
                    <a:lnTo>
                      <a:pt x="0" y="70562"/>
                    </a:lnTo>
                    <a:moveTo>
                      <a:pt x="73372" y="0"/>
                    </a:moveTo>
                    <a:lnTo>
                      <a:pt x="10103" y="60029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84" name="Контур"/>
              <p:cNvSpPr/>
              <p:nvPr/>
            </p:nvSpPr>
            <p:spPr>
              <a:xfrm>
                <a:off x="2247829" y="8362305"/>
                <a:ext cx="211191" cy="204460"/>
              </a:xfrm>
              <a:custGeom>
                <a:avLst/>
                <a:gdLst/>
                <a:ahLst/>
                <a:cxnLst/>
                <a:rect l="l" t="t" r="r" b="b"/>
                <a:pathLst>
                  <a:path w="211191" h="204460" fill="none">
                    <a:moveTo>
                      <a:pt x="58765" y="56688"/>
                    </a:moveTo>
                    <a:lnTo>
                      <a:pt x="75867" y="72586"/>
                    </a:lnTo>
                    <a:lnTo>
                      <a:pt x="83373" y="79590"/>
                    </a:lnTo>
                    <a:moveTo>
                      <a:pt x="83373" y="79590"/>
                    </a:moveTo>
                    <a:lnTo>
                      <a:pt x="161179" y="152153"/>
                    </a:lnTo>
                    <a:lnTo>
                      <a:pt x="167257" y="157898"/>
                    </a:lnTo>
                    <a:lnTo>
                      <a:pt x="190867" y="183039"/>
                    </a:lnTo>
                    <a:lnTo>
                      <a:pt x="193977" y="186359"/>
                    </a:lnTo>
                    <a:lnTo>
                      <a:pt x="196626" y="189433"/>
                    </a:lnTo>
                    <a:lnTo>
                      <a:pt x="199962" y="192767"/>
                    </a:lnTo>
                    <a:lnTo>
                      <a:pt x="203404" y="196594"/>
                    </a:lnTo>
                    <a:lnTo>
                      <a:pt x="211191" y="204460"/>
                    </a:lnTo>
                    <a:moveTo>
                      <a:pt x="0" y="0"/>
                    </a:moveTo>
                    <a:lnTo>
                      <a:pt x="16623" y="15792"/>
                    </a:lnTo>
                    <a:lnTo>
                      <a:pt x="27797" y="26808"/>
                    </a:lnTo>
                    <a:lnTo>
                      <a:pt x="58765" y="56688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85" name="Контур"/>
              <p:cNvSpPr/>
              <p:nvPr/>
            </p:nvSpPr>
            <p:spPr>
              <a:xfrm>
                <a:off x="2347718" y="8577298"/>
                <a:ext cx="101199" cy="105496"/>
              </a:xfrm>
              <a:custGeom>
                <a:avLst/>
                <a:gdLst/>
                <a:ahLst/>
                <a:cxnLst/>
                <a:rect l="l" t="t" r="r" b="b"/>
                <a:pathLst>
                  <a:path w="101199" h="105496" fill="none">
                    <a:moveTo>
                      <a:pt x="101199" y="0"/>
                    </a:moveTo>
                    <a:lnTo>
                      <a:pt x="0" y="105496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86" name="Контур"/>
              <p:cNvSpPr/>
              <p:nvPr/>
            </p:nvSpPr>
            <p:spPr>
              <a:xfrm>
                <a:off x="4732360" y="6795565"/>
                <a:ext cx="497538" cy="429836"/>
              </a:xfrm>
              <a:custGeom>
                <a:avLst/>
                <a:gdLst/>
                <a:ahLst/>
                <a:cxnLst/>
                <a:rect l="l" t="t" r="r" b="b"/>
                <a:pathLst>
                  <a:path w="497538" h="429836" fill="none">
                    <a:moveTo>
                      <a:pt x="448761" y="89710"/>
                    </a:moveTo>
                    <a:lnTo>
                      <a:pt x="493465" y="47559"/>
                    </a:lnTo>
                    <a:lnTo>
                      <a:pt x="497538" y="43736"/>
                    </a:lnTo>
                    <a:moveTo>
                      <a:pt x="159408" y="362773"/>
                    </a:moveTo>
                    <a:lnTo>
                      <a:pt x="178527" y="344509"/>
                    </a:lnTo>
                    <a:lnTo>
                      <a:pt x="448761" y="89710"/>
                    </a:lnTo>
                    <a:moveTo>
                      <a:pt x="453597" y="0"/>
                    </a:moveTo>
                    <a:lnTo>
                      <a:pt x="450251" y="3173"/>
                    </a:lnTo>
                    <a:lnTo>
                      <a:pt x="365086" y="85283"/>
                    </a:lnTo>
                    <a:lnTo>
                      <a:pt x="312913" y="135261"/>
                    </a:lnTo>
                    <a:lnTo>
                      <a:pt x="231766" y="211450"/>
                    </a:lnTo>
                    <a:lnTo>
                      <a:pt x="215863" y="226140"/>
                    </a:lnTo>
                    <a:lnTo>
                      <a:pt x="127031" y="310912"/>
                    </a:lnTo>
                    <a:lnTo>
                      <a:pt x="105114" y="330543"/>
                    </a:lnTo>
                    <a:lnTo>
                      <a:pt x="70341" y="363218"/>
                    </a:lnTo>
                    <a:moveTo>
                      <a:pt x="70341" y="363218"/>
                    </a:moveTo>
                    <a:lnTo>
                      <a:pt x="18488" y="411945"/>
                    </a:lnTo>
                    <a:lnTo>
                      <a:pt x="0" y="42983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87" name="Контур"/>
              <p:cNvSpPr/>
              <p:nvPr/>
            </p:nvSpPr>
            <p:spPr>
              <a:xfrm>
                <a:off x="4732360" y="7225401"/>
                <a:ext cx="58453" cy="66901"/>
              </a:xfrm>
              <a:custGeom>
                <a:avLst/>
                <a:gdLst/>
                <a:ahLst/>
                <a:cxnLst/>
                <a:rect l="l" t="t" r="r" b="b"/>
                <a:pathLst>
                  <a:path w="58453" h="66901" fill="none">
                    <a:moveTo>
                      <a:pt x="0" y="0"/>
                    </a:moveTo>
                    <a:lnTo>
                      <a:pt x="38406" y="44315"/>
                    </a:lnTo>
                    <a:moveTo>
                      <a:pt x="38406" y="44315"/>
                    </a:moveTo>
                    <a:lnTo>
                      <a:pt x="58453" y="66901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88" name="Контур"/>
              <p:cNvSpPr/>
              <p:nvPr/>
            </p:nvSpPr>
            <p:spPr>
              <a:xfrm>
                <a:off x="4406571" y="6857095"/>
                <a:ext cx="485197" cy="412621"/>
              </a:xfrm>
              <a:custGeom>
                <a:avLst/>
                <a:gdLst/>
                <a:ahLst/>
                <a:cxnLst/>
                <a:rect l="l" t="t" r="r" b="b"/>
                <a:pathLst>
                  <a:path w="485197" h="412621" fill="none">
                    <a:moveTo>
                      <a:pt x="364195" y="412621"/>
                    </a:moveTo>
                    <a:lnTo>
                      <a:pt x="407202" y="372253"/>
                    </a:lnTo>
                    <a:lnTo>
                      <a:pt x="452655" y="331690"/>
                    </a:lnTo>
                    <a:lnTo>
                      <a:pt x="463769" y="321704"/>
                    </a:lnTo>
                    <a:lnTo>
                      <a:pt x="485197" y="301243"/>
                    </a:lnTo>
                    <a:moveTo>
                      <a:pt x="0" y="0"/>
                    </a:moveTo>
                    <a:lnTo>
                      <a:pt x="11617" y="12999"/>
                    </a:lnTo>
                    <a:lnTo>
                      <a:pt x="64782" y="71768"/>
                    </a:lnTo>
                    <a:lnTo>
                      <a:pt x="73818" y="81785"/>
                    </a:lnTo>
                    <a:lnTo>
                      <a:pt x="87497" y="98507"/>
                    </a:lnTo>
                    <a:lnTo>
                      <a:pt x="178036" y="199946"/>
                    </a:lnTo>
                    <a:lnTo>
                      <a:pt x="200618" y="225375"/>
                    </a:lnTo>
                    <a:lnTo>
                      <a:pt x="230095" y="259072"/>
                    </a:lnTo>
                    <a:lnTo>
                      <a:pt x="298376" y="336898"/>
                    </a:lnTo>
                    <a:lnTo>
                      <a:pt x="318336" y="359531"/>
                    </a:lnTo>
                    <a:lnTo>
                      <a:pt x="325789" y="36830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89" name="Контур"/>
              <p:cNvSpPr/>
              <p:nvPr/>
            </p:nvSpPr>
            <p:spPr>
              <a:xfrm>
                <a:off x="3789047" y="7225401"/>
                <a:ext cx="1513960" cy="681914"/>
              </a:xfrm>
              <a:custGeom>
                <a:avLst/>
                <a:gdLst/>
                <a:ahLst/>
                <a:cxnLst/>
                <a:rect l="l" t="t" r="r" b="b"/>
                <a:pathLst>
                  <a:path w="1513960" h="681914" fill="none">
                    <a:moveTo>
                      <a:pt x="915874" y="106737"/>
                    </a:moveTo>
                    <a:lnTo>
                      <a:pt x="971462" y="53742"/>
                    </a:lnTo>
                    <a:lnTo>
                      <a:pt x="981719" y="44315"/>
                    </a:lnTo>
                    <a:moveTo>
                      <a:pt x="1001766" y="66901"/>
                    </a:moveTo>
                    <a:lnTo>
                      <a:pt x="1051103" y="121426"/>
                    </a:lnTo>
                    <a:lnTo>
                      <a:pt x="1065103" y="137606"/>
                    </a:lnTo>
                    <a:lnTo>
                      <a:pt x="1084001" y="159364"/>
                    </a:lnTo>
                    <a:lnTo>
                      <a:pt x="1086791" y="162776"/>
                    </a:lnTo>
                    <a:lnTo>
                      <a:pt x="1108434" y="187190"/>
                    </a:lnTo>
                    <a:lnTo>
                      <a:pt x="1120358" y="200649"/>
                    </a:lnTo>
                    <a:lnTo>
                      <a:pt x="1172922" y="260973"/>
                    </a:lnTo>
                    <a:lnTo>
                      <a:pt x="1275947" y="377619"/>
                    </a:lnTo>
                    <a:lnTo>
                      <a:pt x="1299569" y="403875"/>
                    </a:lnTo>
                    <a:lnTo>
                      <a:pt x="1366494" y="478263"/>
                    </a:lnTo>
                    <a:lnTo>
                      <a:pt x="1375996" y="489110"/>
                    </a:lnTo>
                    <a:lnTo>
                      <a:pt x="1444910" y="567730"/>
                    </a:lnTo>
                    <a:lnTo>
                      <a:pt x="1452496" y="576657"/>
                    </a:lnTo>
                    <a:lnTo>
                      <a:pt x="1467214" y="594005"/>
                    </a:lnTo>
                    <a:lnTo>
                      <a:pt x="1501911" y="633460"/>
                    </a:lnTo>
                    <a:lnTo>
                      <a:pt x="1513960" y="647165"/>
                    </a:lnTo>
                    <a:moveTo>
                      <a:pt x="943313" y="0"/>
                    </a:moveTo>
                    <a:lnTo>
                      <a:pt x="931603" y="10773"/>
                    </a:lnTo>
                    <a:lnTo>
                      <a:pt x="866898" y="71911"/>
                    </a:lnTo>
                    <a:lnTo>
                      <a:pt x="848330" y="89201"/>
                    </a:lnTo>
                    <a:lnTo>
                      <a:pt x="813824" y="121904"/>
                    </a:lnTo>
                    <a:lnTo>
                      <a:pt x="799744" y="135015"/>
                    </a:lnTo>
                    <a:lnTo>
                      <a:pt x="711218" y="218454"/>
                    </a:lnTo>
                    <a:lnTo>
                      <a:pt x="708234" y="221210"/>
                    </a:lnTo>
                    <a:lnTo>
                      <a:pt x="651162" y="275271"/>
                    </a:lnTo>
                    <a:lnTo>
                      <a:pt x="641899" y="283970"/>
                    </a:lnTo>
                    <a:lnTo>
                      <a:pt x="528193" y="391364"/>
                    </a:lnTo>
                    <a:lnTo>
                      <a:pt x="500445" y="417320"/>
                    </a:lnTo>
                    <a:moveTo>
                      <a:pt x="306122" y="681914"/>
                    </a:moveTo>
                    <a:lnTo>
                      <a:pt x="317670" y="671188"/>
                    </a:lnTo>
                    <a:lnTo>
                      <a:pt x="549425" y="455247"/>
                    </a:lnTo>
                    <a:lnTo>
                      <a:pt x="639090" y="368646"/>
                    </a:lnTo>
                    <a:lnTo>
                      <a:pt x="645432" y="363226"/>
                    </a:lnTo>
                    <a:lnTo>
                      <a:pt x="679944" y="331556"/>
                    </a:lnTo>
                    <a:lnTo>
                      <a:pt x="847227" y="172175"/>
                    </a:lnTo>
                    <a:lnTo>
                      <a:pt x="915874" y="106737"/>
                    </a:lnTo>
                    <a:moveTo>
                      <a:pt x="263566" y="636993"/>
                    </a:moveTo>
                    <a:lnTo>
                      <a:pt x="283197" y="657702"/>
                    </a:lnTo>
                    <a:lnTo>
                      <a:pt x="301739" y="677274"/>
                    </a:lnTo>
                    <a:lnTo>
                      <a:pt x="306122" y="681914"/>
                    </a:lnTo>
                    <a:moveTo>
                      <a:pt x="500445" y="417320"/>
                    </a:moveTo>
                    <a:lnTo>
                      <a:pt x="492496" y="424703"/>
                    </a:lnTo>
                    <a:lnTo>
                      <a:pt x="476071" y="439995"/>
                    </a:lnTo>
                    <a:lnTo>
                      <a:pt x="396485" y="514193"/>
                    </a:lnTo>
                    <a:lnTo>
                      <a:pt x="274914" y="626037"/>
                    </a:lnTo>
                    <a:lnTo>
                      <a:pt x="263566" y="636993"/>
                    </a:lnTo>
                    <a:moveTo>
                      <a:pt x="0" y="353493"/>
                    </a:moveTo>
                    <a:lnTo>
                      <a:pt x="44001" y="400831"/>
                    </a:lnTo>
                    <a:lnTo>
                      <a:pt x="93903" y="454514"/>
                    </a:lnTo>
                    <a:lnTo>
                      <a:pt x="142062" y="506322"/>
                    </a:lnTo>
                    <a:lnTo>
                      <a:pt x="151699" y="516693"/>
                    </a:lnTo>
                    <a:lnTo>
                      <a:pt x="246992" y="619186"/>
                    </a:lnTo>
                    <a:lnTo>
                      <a:pt x="263566" y="636993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90" name="Контур"/>
              <p:cNvSpPr/>
              <p:nvPr/>
            </p:nvSpPr>
            <p:spPr>
              <a:xfrm>
                <a:off x="2382707" y="6327036"/>
                <a:ext cx="1310882" cy="1057850"/>
              </a:xfrm>
              <a:custGeom>
                <a:avLst/>
                <a:gdLst/>
                <a:ahLst/>
                <a:cxnLst/>
                <a:rect l="l" t="t" r="r" b="b"/>
                <a:pathLst>
                  <a:path w="1310882" h="1057850" fill="none">
                    <a:moveTo>
                      <a:pt x="1310882" y="1031304"/>
                    </a:moveTo>
                    <a:lnTo>
                      <a:pt x="1290210" y="768548"/>
                    </a:lnTo>
                    <a:lnTo>
                      <a:pt x="1124085" y="396226"/>
                    </a:lnTo>
                    <a:lnTo>
                      <a:pt x="1037519" y="0"/>
                    </a:lnTo>
                    <a:moveTo>
                      <a:pt x="632233" y="1057850"/>
                    </a:moveTo>
                    <a:lnTo>
                      <a:pt x="456430" y="1037125"/>
                    </a:lnTo>
                    <a:lnTo>
                      <a:pt x="310518" y="1018696"/>
                    </a:lnTo>
                    <a:lnTo>
                      <a:pt x="282430" y="1015154"/>
                    </a:lnTo>
                    <a:lnTo>
                      <a:pt x="215728" y="1006210"/>
                    </a:lnTo>
                    <a:lnTo>
                      <a:pt x="111311" y="990256"/>
                    </a:lnTo>
                    <a:lnTo>
                      <a:pt x="55216" y="981428"/>
                    </a:lnTo>
                    <a:lnTo>
                      <a:pt x="0" y="973506"/>
                    </a:lnTo>
                    <a:moveTo>
                      <a:pt x="1310882" y="1031304"/>
                    </a:moveTo>
                    <a:lnTo>
                      <a:pt x="1290013" y="1025043"/>
                    </a:lnTo>
                    <a:lnTo>
                      <a:pt x="1287389" y="1024251"/>
                    </a:lnTo>
                    <a:lnTo>
                      <a:pt x="1271271" y="1021534"/>
                    </a:lnTo>
                    <a:lnTo>
                      <a:pt x="1229821" y="1014545"/>
                    </a:lnTo>
                    <a:lnTo>
                      <a:pt x="1003151" y="978940"/>
                    </a:lnTo>
                    <a:lnTo>
                      <a:pt x="886251" y="960577"/>
                    </a:lnTo>
                    <a:lnTo>
                      <a:pt x="826587" y="956332"/>
                    </a:lnTo>
                    <a:lnTo>
                      <a:pt x="805998" y="957792"/>
                    </a:lnTo>
                    <a:lnTo>
                      <a:pt x="787546" y="962605"/>
                    </a:lnTo>
                    <a:lnTo>
                      <a:pt x="761556" y="975723"/>
                    </a:lnTo>
                    <a:lnTo>
                      <a:pt x="728383" y="997329"/>
                    </a:lnTo>
                    <a:lnTo>
                      <a:pt x="702530" y="1017492"/>
                    </a:lnTo>
                    <a:lnTo>
                      <a:pt x="663823" y="1047689"/>
                    </a:lnTo>
                    <a:lnTo>
                      <a:pt x="646647" y="1055009"/>
                    </a:lnTo>
                    <a:lnTo>
                      <a:pt x="632233" y="105785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91" name="Контур"/>
              <p:cNvSpPr/>
              <p:nvPr/>
            </p:nvSpPr>
            <p:spPr>
              <a:xfrm>
                <a:off x="3701477" y="7481009"/>
                <a:ext cx="35943" cy="44037"/>
              </a:xfrm>
              <a:custGeom>
                <a:avLst/>
                <a:gdLst/>
                <a:ahLst/>
                <a:cxnLst/>
                <a:rect l="l" t="t" r="r" b="b"/>
                <a:pathLst>
                  <a:path w="35943" h="44037" fill="none">
                    <a:moveTo>
                      <a:pt x="0" y="0"/>
                    </a:moveTo>
                    <a:lnTo>
                      <a:pt x="9489" y="12900"/>
                    </a:lnTo>
                    <a:lnTo>
                      <a:pt x="35943" y="44037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92" name="Контур"/>
              <p:cNvSpPr/>
              <p:nvPr/>
            </p:nvSpPr>
            <p:spPr>
              <a:xfrm>
                <a:off x="3693589" y="6447098"/>
                <a:ext cx="1185758" cy="1033911"/>
              </a:xfrm>
              <a:custGeom>
                <a:avLst/>
                <a:gdLst/>
                <a:ahLst/>
                <a:cxnLst/>
                <a:rect l="l" t="t" r="r" b="b"/>
                <a:pathLst>
                  <a:path w="1185758" h="1033911" fill="none">
                    <a:moveTo>
                      <a:pt x="7888" y="1033911"/>
                    </a:moveTo>
                    <a:lnTo>
                      <a:pt x="91025" y="976263"/>
                    </a:lnTo>
                    <a:lnTo>
                      <a:pt x="186169" y="898760"/>
                    </a:lnTo>
                    <a:lnTo>
                      <a:pt x="388196" y="714124"/>
                    </a:lnTo>
                    <a:lnTo>
                      <a:pt x="514622" y="585751"/>
                    </a:lnTo>
                    <a:lnTo>
                      <a:pt x="584026" y="523090"/>
                    </a:lnTo>
                    <a:lnTo>
                      <a:pt x="1185758" y="0"/>
                    </a:lnTo>
                    <a:moveTo>
                      <a:pt x="7888" y="1033911"/>
                    </a:moveTo>
                    <a:lnTo>
                      <a:pt x="13515" y="1017873"/>
                    </a:lnTo>
                    <a:lnTo>
                      <a:pt x="14017" y="1015173"/>
                    </a:lnTo>
                    <a:lnTo>
                      <a:pt x="13999" y="1012414"/>
                    </a:lnTo>
                    <a:lnTo>
                      <a:pt x="13963" y="1004922"/>
                    </a:lnTo>
                    <a:lnTo>
                      <a:pt x="8349" y="966833"/>
                    </a:lnTo>
                    <a:lnTo>
                      <a:pt x="0" y="911242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93" name="Контур"/>
              <p:cNvSpPr/>
              <p:nvPr/>
            </p:nvSpPr>
            <p:spPr>
              <a:xfrm>
                <a:off x="3312675" y="7481009"/>
                <a:ext cx="476372" cy="278292"/>
              </a:xfrm>
              <a:custGeom>
                <a:avLst/>
                <a:gdLst/>
                <a:ahLst/>
                <a:cxnLst/>
                <a:rect l="l" t="t" r="r" b="b"/>
                <a:pathLst>
                  <a:path w="476372" h="278292" fill="none">
                    <a:moveTo>
                      <a:pt x="424745" y="44037"/>
                    </a:moveTo>
                    <a:lnTo>
                      <a:pt x="445958" y="66253"/>
                    </a:lnTo>
                    <a:lnTo>
                      <a:pt x="476372" y="97885"/>
                    </a:lnTo>
                    <a:moveTo>
                      <a:pt x="388802" y="0"/>
                    </a:moveTo>
                    <a:lnTo>
                      <a:pt x="349811" y="27704"/>
                    </a:lnTo>
                    <a:moveTo>
                      <a:pt x="349811" y="27704"/>
                    </a:moveTo>
                    <a:lnTo>
                      <a:pt x="324493" y="44383"/>
                    </a:lnTo>
                    <a:lnTo>
                      <a:pt x="293889" y="65705"/>
                    </a:lnTo>
                    <a:lnTo>
                      <a:pt x="216931" y="119290"/>
                    </a:lnTo>
                    <a:moveTo>
                      <a:pt x="216931" y="119290"/>
                    </a:moveTo>
                    <a:lnTo>
                      <a:pt x="126138" y="180492"/>
                    </a:lnTo>
                    <a:lnTo>
                      <a:pt x="91289" y="206869"/>
                    </a:lnTo>
                    <a:lnTo>
                      <a:pt x="57365" y="234816"/>
                    </a:lnTo>
                    <a:lnTo>
                      <a:pt x="0" y="278292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94" name="Контур"/>
              <p:cNvSpPr/>
              <p:nvPr/>
            </p:nvSpPr>
            <p:spPr>
              <a:xfrm>
                <a:off x="2202511" y="7642816"/>
                <a:ext cx="225449" cy="144784"/>
              </a:xfrm>
              <a:custGeom>
                <a:avLst/>
                <a:gdLst/>
                <a:ahLst/>
                <a:cxnLst/>
                <a:rect l="l" t="t" r="r" b="b"/>
                <a:pathLst>
                  <a:path w="225449" h="144784" fill="none">
                    <a:moveTo>
                      <a:pt x="0" y="0"/>
                    </a:moveTo>
                    <a:lnTo>
                      <a:pt x="17174" y="9825"/>
                    </a:lnTo>
                    <a:lnTo>
                      <a:pt x="103952" y="62025"/>
                    </a:lnTo>
                    <a:lnTo>
                      <a:pt x="167174" y="103404"/>
                    </a:lnTo>
                    <a:moveTo>
                      <a:pt x="167174" y="103404"/>
                    </a:moveTo>
                    <a:lnTo>
                      <a:pt x="225449" y="144784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95" name="Контур"/>
              <p:cNvSpPr/>
              <p:nvPr/>
            </p:nvSpPr>
            <p:spPr>
              <a:xfrm>
                <a:off x="7885173" y="8037275"/>
                <a:ext cx="25875" cy="58615"/>
              </a:xfrm>
              <a:custGeom>
                <a:avLst/>
                <a:gdLst/>
                <a:ahLst/>
                <a:cxnLst/>
                <a:rect l="l" t="t" r="r" b="b"/>
                <a:pathLst>
                  <a:path w="25875" h="58615" fill="none">
                    <a:moveTo>
                      <a:pt x="0" y="58615"/>
                    </a:moveTo>
                    <a:lnTo>
                      <a:pt x="625" y="50642"/>
                    </a:lnTo>
                    <a:lnTo>
                      <a:pt x="2562" y="42803"/>
                    </a:lnTo>
                    <a:lnTo>
                      <a:pt x="7199" y="33132"/>
                    </a:lnTo>
                    <a:lnTo>
                      <a:pt x="22252" y="7446"/>
                    </a:lnTo>
                    <a:lnTo>
                      <a:pt x="25875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96" name="Контур"/>
              <p:cNvSpPr/>
              <p:nvPr/>
            </p:nvSpPr>
            <p:spPr>
              <a:xfrm>
                <a:off x="7882910" y="8048017"/>
                <a:ext cx="4970" cy="128411"/>
              </a:xfrm>
              <a:custGeom>
                <a:avLst/>
                <a:gdLst/>
                <a:ahLst/>
                <a:cxnLst/>
                <a:rect l="l" t="t" r="r" b="b"/>
                <a:pathLst>
                  <a:path w="4970" h="128411" fill="none">
                    <a:moveTo>
                      <a:pt x="0" y="0"/>
                    </a:moveTo>
                    <a:lnTo>
                      <a:pt x="2263" y="47873"/>
                    </a:lnTo>
                    <a:moveTo>
                      <a:pt x="4970" y="128411"/>
                    </a:moveTo>
                    <a:lnTo>
                      <a:pt x="2939" y="67958"/>
                    </a:lnTo>
                    <a:moveTo>
                      <a:pt x="2939" y="67958"/>
                    </a:moveTo>
                    <a:lnTo>
                      <a:pt x="2263" y="47873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97" name="Контур"/>
              <p:cNvSpPr/>
              <p:nvPr/>
            </p:nvSpPr>
            <p:spPr>
              <a:xfrm>
                <a:off x="7162294" y="8037236"/>
                <a:ext cx="735960" cy="508031"/>
              </a:xfrm>
              <a:custGeom>
                <a:avLst/>
                <a:gdLst/>
                <a:ahLst/>
                <a:cxnLst/>
                <a:rect l="l" t="t" r="r" b="b"/>
                <a:pathLst>
                  <a:path w="735960" h="508031" fill="none">
                    <a:moveTo>
                      <a:pt x="686015" y="0"/>
                    </a:moveTo>
                    <a:lnTo>
                      <a:pt x="693868" y="9617"/>
                    </a:lnTo>
                    <a:lnTo>
                      <a:pt x="703388" y="19334"/>
                    </a:lnTo>
                    <a:lnTo>
                      <a:pt x="710690" y="27921"/>
                    </a:lnTo>
                    <a:lnTo>
                      <a:pt x="715600" y="35238"/>
                    </a:lnTo>
                    <a:lnTo>
                      <a:pt x="719062" y="42962"/>
                    </a:lnTo>
                    <a:lnTo>
                      <a:pt x="721237" y="50337"/>
                    </a:lnTo>
                    <a:lnTo>
                      <a:pt x="722879" y="58654"/>
                    </a:lnTo>
                    <a:moveTo>
                      <a:pt x="704763" y="491326"/>
                    </a:moveTo>
                    <a:lnTo>
                      <a:pt x="708444" y="491280"/>
                    </a:lnTo>
                    <a:lnTo>
                      <a:pt x="735960" y="490884"/>
                    </a:lnTo>
                    <a:moveTo>
                      <a:pt x="0" y="508031"/>
                    </a:moveTo>
                    <a:lnTo>
                      <a:pt x="60876" y="503629"/>
                    </a:lnTo>
                    <a:lnTo>
                      <a:pt x="155823" y="503169"/>
                    </a:lnTo>
                    <a:lnTo>
                      <a:pt x="161558" y="502359"/>
                    </a:lnTo>
                    <a:moveTo>
                      <a:pt x="161558" y="502359"/>
                    </a:moveTo>
                    <a:lnTo>
                      <a:pt x="704763" y="49132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98" name="Контур"/>
              <p:cNvSpPr/>
              <p:nvPr/>
            </p:nvSpPr>
            <p:spPr>
              <a:xfrm>
                <a:off x="7887880" y="8176428"/>
                <a:ext cx="44290" cy="735897"/>
              </a:xfrm>
              <a:custGeom>
                <a:avLst/>
                <a:gdLst/>
                <a:ahLst/>
                <a:cxnLst/>
                <a:rect l="l" t="t" r="r" b="b"/>
                <a:pathLst>
                  <a:path w="44290" h="735897" fill="none">
                    <a:moveTo>
                      <a:pt x="0" y="0"/>
                    </a:moveTo>
                    <a:lnTo>
                      <a:pt x="3674" y="18885"/>
                    </a:lnTo>
                    <a:lnTo>
                      <a:pt x="10143" y="35568"/>
                    </a:lnTo>
                    <a:lnTo>
                      <a:pt x="20570" y="54038"/>
                    </a:lnTo>
                    <a:lnTo>
                      <a:pt x="25456" y="70096"/>
                    </a:lnTo>
                    <a:lnTo>
                      <a:pt x="26222" y="74610"/>
                    </a:lnTo>
                    <a:lnTo>
                      <a:pt x="30880" y="101985"/>
                    </a:lnTo>
                    <a:lnTo>
                      <a:pt x="34752" y="176737"/>
                    </a:lnTo>
                    <a:lnTo>
                      <a:pt x="36698" y="231810"/>
                    </a:lnTo>
                    <a:lnTo>
                      <a:pt x="44290" y="446741"/>
                    </a:lnTo>
                    <a:lnTo>
                      <a:pt x="42702" y="483223"/>
                    </a:lnTo>
                    <a:lnTo>
                      <a:pt x="39337" y="504188"/>
                    </a:lnTo>
                    <a:lnTo>
                      <a:pt x="34200" y="522709"/>
                    </a:lnTo>
                    <a:lnTo>
                      <a:pt x="17376" y="552859"/>
                    </a:lnTo>
                    <a:moveTo>
                      <a:pt x="21180" y="652246"/>
                    </a:moveTo>
                    <a:lnTo>
                      <a:pt x="20544" y="635676"/>
                    </a:lnTo>
                    <a:lnTo>
                      <a:pt x="17376" y="552859"/>
                    </a:lnTo>
                    <a:moveTo>
                      <a:pt x="24231" y="735897"/>
                    </a:moveTo>
                    <a:lnTo>
                      <a:pt x="22845" y="696175"/>
                    </a:lnTo>
                    <a:lnTo>
                      <a:pt x="22096" y="675490"/>
                    </a:lnTo>
                    <a:lnTo>
                      <a:pt x="21180" y="652246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99" name="Контур"/>
              <p:cNvSpPr/>
              <p:nvPr/>
            </p:nvSpPr>
            <p:spPr>
              <a:xfrm>
                <a:off x="7112602" y="8545267"/>
                <a:ext cx="49692" cy="1132"/>
              </a:xfrm>
              <a:custGeom>
                <a:avLst/>
                <a:gdLst/>
                <a:ahLst/>
                <a:cxnLst/>
                <a:rect l="l" t="t" r="r" b="b"/>
                <a:pathLst>
                  <a:path w="49692" h="1132" fill="none">
                    <a:moveTo>
                      <a:pt x="0" y="1132"/>
                    </a:moveTo>
                    <a:lnTo>
                      <a:pt x="10850" y="886"/>
                    </a:lnTo>
                    <a:lnTo>
                      <a:pt x="21604" y="641"/>
                    </a:lnTo>
                    <a:lnTo>
                      <a:pt x="32367" y="396"/>
                    </a:lnTo>
                    <a:lnTo>
                      <a:pt x="49692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00" name="Контур"/>
              <p:cNvSpPr/>
              <p:nvPr/>
            </p:nvSpPr>
            <p:spPr>
              <a:xfrm>
                <a:off x="6164671" y="8036916"/>
                <a:ext cx="137609" cy="451495"/>
              </a:xfrm>
              <a:custGeom>
                <a:avLst/>
                <a:gdLst/>
                <a:ahLst/>
                <a:cxnLst/>
                <a:rect l="l" t="t" r="r" b="b"/>
                <a:pathLst>
                  <a:path w="137609" h="451495" fill="none">
                    <a:moveTo>
                      <a:pt x="137609" y="451495"/>
                    </a:moveTo>
                    <a:lnTo>
                      <a:pt x="128426" y="421362"/>
                    </a:lnTo>
                    <a:lnTo>
                      <a:pt x="76411" y="250684"/>
                    </a:lnTo>
                    <a:lnTo>
                      <a:pt x="72101" y="236549"/>
                    </a:lnTo>
                    <a:lnTo>
                      <a:pt x="50383" y="165290"/>
                    </a:lnTo>
                    <a:lnTo>
                      <a:pt x="11989" y="39340"/>
                    </a:lnTo>
                    <a:lnTo>
                      <a:pt x="5717" y="18754"/>
                    </a:lnTo>
                    <a:lnTo>
                      <a:pt x="0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01" name="Контур"/>
              <p:cNvSpPr/>
              <p:nvPr/>
            </p:nvSpPr>
            <p:spPr>
              <a:xfrm>
                <a:off x="5397054" y="7989611"/>
                <a:ext cx="1715548" cy="582604"/>
              </a:xfrm>
              <a:custGeom>
                <a:avLst/>
                <a:gdLst/>
                <a:ahLst/>
                <a:cxnLst/>
                <a:rect l="l" t="t" r="r" b="b"/>
                <a:pathLst>
                  <a:path w="1715548" h="582604" fill="none">
                    <a:moveTo>
                      <a:pt x="0" y="0"/>
                    </a:moveTo>
                    <a:lnTo>
                      <a:pt x="11864" y="26593"/>
                    </a:lnTo>
                    <a:lnTo>
                      <a:pt x="39886" y="92219"/>
                    </a:lnTo>
                    <a:lnTo>
                      <a:pt x="59320" y="132210"/>
                    </a:lnTo>
                    <a:lnTo>
                      <a:pt x="74278" y="163847"/>
                    </a:lnTo>
                    <a:moveTo>
                      <a:pt x="1384405" y="562676"/>
                    </a:moveTo>
                    <a:lnTo>
                      <a:pt x="1383973" y="548556"/>
                    </a:lnTo>
                    <a:lnTo>
                      <a:pt x="1383671" y="534005"/>
                    </a:lnTo>
                    <a:lnTo>
                      <a:pt x="1375586" y="140648"/>
                    </a:lnTo>
                    <a:lnTo>
                      <a:pt x="1374274" y="81162"/>
                    </a:lnTo>
                    <a:moveTo>
                      <a:pt x="927691" y="582604"/>
                    </a:moveTo>
                    <a:lnTo>
                      <a:pt x="946491" y="573217"/>
                    </a:lnTo>
                    <a:lnTo>
                      <a:pt x="1046501" y="569112"/>
                    </a:lnTo>
                    <a:moveTo>
                      <a:pt x="1046501" y="569112"/>
                    </a:moveTo>
                    <a:lnTo>
                      <a:pt x="1363166" y="563272"/>
                    </a:lnTo>
                    <a:lnTo>
                      <a:pt x="1384405" y="562676"/>
                    </a:lnTo>
                    <a:lnTo>
                      <a:pt x="1403665" y="562134"/>
                    </a:lnTo>
                    <a:lnTo>
                      <a:pt x="1440234" y="561475"/>
                    </a:lnTo>
                    <a:lnTo>
                      <a:pt x="1458575" y="561260"/>
                    </a:lnTo>
                    <a:lnTo>
                      <a:pt x="1559497" y="559209"/>
                    </a:lnTo>
                    <a:lnTo>
                      <a:pt x="1582455" y="558759"/>
                    </a:lnTo>
                    <a:lnTo>
                      <a:pt x="1715548" y="556788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02" name="Контур"/>
              <p:cNvSpPr/>
              <p:nvPr/>
            </p:nvSpPr>
            <p:spPr>
              <a:xfrm>
                <a:off x="6302280" y="8488411"/>
                <a:ext cx="62224" cy="227939"/>
              </a:xfrm>
              <a:custGeom>
                <a:avLst/>
                <a:gdLst/>
                <a:ahLst/>
                <a:cxnLst/>
                <a:rect l="l" t="t" r="r" b="b"/>
                <a:pathLst>
                  <a:path w="62224" h="227939" fill="none">
                    <a:moveTo>
                      <a:pt x="62224" y="227939"/>
                    </a:moveTo>
                    <a:lnTo>
                      <a:pt x="51870" y="185586"/>
                    </a:lnTo>
                    <a:lnTo>
                      <a:pt x="30347" y="103089"/>
                    </a:lnTo>
                    <a:lnTo>
                      <a:pt x="22465" y="83804"/>
                    </a:lnTo>
                    <a:moveTo>
                      <a:pt x="22465" y="83804"/>
                    </a:moveTo>
                    <a:lnTo>
                      <a:pt x="15476" y="64130"/>
                    </a:lnTo>
                    <a:lnTo>
                      <a:pt x="6655" y="35754"/>
                    </a:lnTo>
                    <a:lnTo>
                      <a:pt x="0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03" name="Контур"/>
              <p:cNvSpPr/>
              <p:nvPr/>
            </p:nvSpPr>
            <p:spPr>
              <a:xfrm>
                <a:off x="6179764" y="8572215"/>
                <a:ext cx="144981" cy="69987"/>
              </a:xfrm>
              <a:custGeom>
                <a:avLst/>
                <a:gdLst/>
                <a:ahLst/>
                <a:cxnLst/>
                <a:rect l="l" t="t" r="r" b="b"/>
                <a:pathLst>
                  <a:path w="144981" h="69987" fill="none">
                    <a:moveTo>
                      <a:pt x="0" y="69987"/>
                    </a:moveTo>
                    <a:lnTo>
                      <a:pt x="26675" y="56853"/>
                    </a:lnTo>
                    <a:lnTo>
                      <a:pt x="31587" y="54429"/>
                    </a:lnTo>
                    <a:lnTo>
                      <a:pt x="45354" y="47637"/>
                    </a:lnTo>
                    <a:moveTo>
                      <a:pt x="45354" y="47637"/>
                    </a:moveTo>
                    <a:lnTo>
                      <a:pt x="73068" y="33943"/>
                    </a:lnTo>
                    <a:lnTo>
                      <a:pt x="123688" y="10708"/>
                    </a:lnTo>
                    <a:lnTo>
                      <a:pt x="144981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04" name="Контур"/>
              <p:cNvSpPr/>
              <p:nvPr/>
            </p:nvSpPr>
            <p:spPr>
              <a:xfrm>
                <a:off x="6364504" y="8716350"/>
                <a:ext cx="23189" cy="90615"/>
              </a:xfrm>
              <a:custGeom>
                <a:avLst/>
                <a:gdLst/>
                <a:ahLst/>
                <a:cxnLst/>
                <a:rect l="l" t="t" r="r" b="b"/>
                <a:pathLst>
                  <a:path w="23189" h="90615" fill="none">
                    <a:moveTo>
                      <a:pt x="15329" y="61834"/>
                    </a:moveTo>
                    <a:lnTo>
                      <a:pt x="10162" y="41968"/>
                    </a:lnTo>
                    <a:lnTo>
                      <a:pt x="0" y="0"/>
                    </a:lnTo>
                    <a:moveTo>
                      <a:pt x="23189" y="90615"/>
                    </a:moveTo>
                    <a:lnTo>
                      <a:pt x="19322" y="76771"/>
                    </a:lnTo>
                    <a:lnTo>
                      <a:pt x="15329" y="61834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05" name="Контур"/>
              <p:cNvSpPr/>
              <p:nvPr/>
            </p:nvSpPr>
            <p:spPr>
              <a:xfrm>
                <a:off x="5471332" y="7497783"/>
                <a:ext cx="3480336" cy="1336247"/>
              </a:xfrm>
              <a:custGeom>
                <a:avLst/>
                <a:gdLst/>
                <a:ahLst/>
                <a:cxnLst/>
                <a:rect l="l" t="t" r="r" b="b"/>
                <a:pathLst>
                  <a:path w="3480336" h="1336247" fill="none">
                    <a:moveTo>
                      <a:pt x="0" y="655675"/>
                    </a:moveTo>
                    <a:lnTo>
                      <a:pt x="23947" y="706640"/>
                    </a:lnTo>
                    <a:lnTo>
                      <a:pt x="43333" y="749869"/>
                    </a:lnTo>
                    <a:lnTo>
                      <a:pt x="48209" y="760394"/>
                    </a:lnTo>
                    <a:lnTo>
                      <a:pt x="58554" y="782091"/>
                    </a:lnTo>
                    <a:lnTo>
                      <a:pt x="68304" y="802649"/>
                    </a:lnTo>
                    <a:lnTo>
                      <a:pt x="89913" y="847949"/>
                    </a:lnTo>
                    <a:lnTo>
                      <a:pt x="106171" y="883420"/>
                    </a:lnTo>
                    <a:lnTo>
                      <a:pt x="143223" y="964241"/>
                    </a:lnTo>
                    <a:lnTo>
                      <a:pt x="147078" y="973229"/>
                    </a:lnTo>
                    <a:lnTo>
                      <a:pt x="209238" y="1098873"/>
                    </a:lnTo>
                    <a:lnTo>
                      <a:pt x="250507" y="1187354"/>
                    </a:lnTo>
                    <a:lnTo>
                      <a:pt x="285553" y="1262493"/>
                    </a:lnTo>
                    <a:lnTo>
                      <a:pt x="311284" y="1317658"/>
                    </a:lnTo>
                    <a:lnTo>
                      <a:pt x="319951" y="1336247"/>
                    </a:lnTo>
                    <a:moveTo>
                      <a:pt x="319951" y="1336247"/>
                    </a:moveTo>
                    <a:lnTo>
                      <a:pt x="344149" y="1319548"/>
                    </a:lnTo>
                    <a:lnTo>
                      <a:pt x="371337" y="1306244"/>
                    </a:lnTo>
                    <a:lnTo>
                      <a:pt x="387740" y="1298471"/>
                    </a:lnTo>
                    <a:lnTo>
                      <a:pt x="447662" y="1269437"/>
                    </a:lnTo>
                    <a:lnTo>
                      <a:pt x="681747" y="1157553"/>
                    </a:lnTo>
                    <a:lnTo>
                      <a:pt x="708432" y="1144419"/>
                    </a:lnTo>
                    <a:moveTo>
                      <a:pt x="3320326" y="3595"/>
                    </a:moveTo>
                    <a:lnTo>
                      <a:pt x="3400661" y="0"/>
                    </a:lnTo>
                    <a:moveTo>
                      <a:pt x="2759783" y="27938"/>
                    </a:moveTo>
                    <a:lnTo>
                      <a:pt x="2927545" y="20422"/>
                    </a:lnTo>
                    <a:lnTo>
                      <a:pt x="2954714" y="19208"/>
                    </a:lnTo>
                    <a:lnTo>
                      <a:pt x="2987307" y="17739"/>
                    </a:lnTo>
                    <a:lnTo>
                      <a:pt x="2999629" y="17192"/>
                    </a:lnTo>
                    <a:lnTo>
                      <a:pt x="3042488" y="15431"/>
                    </a:lnTo>
                    <a:lnTo>
                      <a:pt x="3094536" y="13290"/>
                    </a:lnTo>
                    <a:lnTo>
                      <a:pt x="3193799" y="9198"/>
                    </a:lnTo>
                    <a:lnTo>
                      <a:pt x="3320326" y="3595"/>
                    </a:lnTo>
                    <a:moveTo>
                      <a:pt x="3163515" y="465991"/>
                    </a:moveTo>
                    <a:lnTo>
                      <a:pt x="3175143" y="465400"/>
                    </a:lnTo>
                    <a:moveTo>
                      <a:pt x="3175143" y="465400"/>
                    </a:moveTo>
                    <a:lnTo>
                      <a:pt x="3220147" y="463151"/>
                    </a:lnTo>
                    <a:lnTo>
                      <a:pt x="3259805" y="461156"/>
                    </a:lnTo>
                    <a:lnTo>
                      <a:pt x="3365793" y="457031"/>
                    </a:lnTo>
                    <a:lnTo>
                      <a:pt x="3389618" y="454628"/>
                    </a:lnTo>
                    <a:lnTo>
                      <a:pt x="3480336" y="450060"/>
                    </a:lnTo>
                    <a:moveTo>
                      <a:pt x="3085622" y="469850"/>
                    </a:moveTo>
                    <a:lnTo>
                      <a:pt x="3116767" y="468310"/>
                    </a:lnTo>
                    <a:lnTo>
                      <a:pt x="3144337" y="466939"/>
                    </a:lnTo>
                    <a:lnTo>
                      <a:pt x="3148407" y="466736"/>
                    </a:lnTo>
                    <a:lnTo>
                      <a:pt x="3163515" y="465991"/>
                    </a:lnTo>
                    <a:moveTo>
                      <a:pt x="2392118" y="42924"/>
                    </a:moveTo>
                    <a:lnTo>
                      <a:pt x="2419731" y="4192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06" name="Контур"/>
              <p:cNvSpPr/>
              <p:nvPr/>
            </p:nvSpPr>
            <p:spPr>
              <a:xfrm>
                <a:off x="7863450" y="7125834"/>
                <a:ext cx="184046" cy="414873"/>
              </a:xfrm>
              <a:custGeom>
                <a:avLst/>
                <a:gdLst/>
                <a:ahLst/>
                <a:cxnLst/>
                <a:rect l="l" t="t" r="r" b="b"/>
                <a:pathLst>
                  <a:path w="184046" h="414873" fill="none">
                    <a:moveTo>
                      <a:pt x="0" y="414873"/>
                    </a:moveTo>
                    <a:lnTo>
                      <a:pt x="4623" y="298892"/>
                    </a:lnTo>
                    <a:lnTo>
                      <a:pt x="14641" y="236722"/>
                    </a:lnTo>
                    <a:lnTo>
                      <a:pt x="41005" y="157415"/>
                    </a:lnTo>
                    <a:lnTo>
                      <a:pt x="63096" y="115805"/>
                    </a:lnTo>
                    <a:lnTo>
                      <a:pt x="97634" y="70856"/>
                    </a:lnTo>
                    <a:lnTo>
                      <a:pt x="184046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07" name="Контур"/>
              <p:cNvSpPr/>
              <p:nvPr/>
            </p:nvSpPr>
            <p:spPr>
              <a:xfrm>
                <a:off x="7891063" y="7525721"/>
                <a:ext cx="340052" cy="13989"/>
              </a:xfrm>
              <a:custGeom>
                <a:avLst/>
                <a:gdLst/>
                <a:ahLst/>
                <a:cxnLst/>
                <a:rect l="l" t="t" r="r" b="b"/>
                <a:pathLst>
                  <a:path w="340052" h="13989" fill="none">
                    <a:moveTo>
                      <a:pt x="0" y="13989"/>
                    </a:moveTo>
                    <a:lnTo>
                      <a:pt x="46799" y="12014"/>
                    </a:lnTo>
                    <a:lnTo>
                      <a:pt x="68007" y="11075"/>
                    </a:lnTo>
                    <a:lnTo>
                      <a:pt x="191107" y="5657"/>
                    </a:lnTo>
                    <a:lnTo>
                      <a:pt x="270310" y="2831"/>
                    </a:lnTo>
                    <a:lnTo>
                      <a:pt x="303034" y="1656"/>
                    </a:lnTo>
                    <a:lnTo>
                      <a:pt x="340052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08" name="Контур"/>
              <p:cNvSpPr/>
              <p:nvPr/>
            </p:nvSpPr>
            <p:spPr>
              <a:xfrm>
                <a:off x="7863450" y="7540707"/>
                <a:ext cx="13437" cy="372228"/>
              </a:xfrm>
              <a:custGeom>
                <a:avLst/>
                <a:gdLst/>
                <a:ahLst/>
                <a:cxnLst/>
                <a:rect l="l" t="t" r="r" b="b"/>
                <a:pathLst>
                  <a:path w="13437" h="372228" fill="none">
                    <a:moveTo>
                      <a:pt x="13437" y="372228"/>
                    </a:moveTo>
                    <a:lnTo>
                      <a:pt x="13398" y="371042"/>
                    </a:lnTo>
                    <a:lnTo>
                      <a:pt x="9229" y="257272"/>
                    </a:lnTo>
                    <a:lnTo>
                      <a:pt x="5457" y="152952"/>
                    </a:lnTo>
                    <a:lnTo>
                      <a:pt x="5034" y="143457"/>
                    </a:lnTo>
                    <a:lnTo>
                      <a:pt x="4681" y="136136"/>
                    </a:lnTo>
                    <a:lnTo>
                      <a:pt x="4198" y="122633"/>
                    </a:lnTo>
                    <a:lnTo>
                      <a:pt x="0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09" name="Контур"/>
              <p:cNvSpPr/>
              <p:nvPr/>
            </p:nvSpPr>
            <p:spPr>
              <a:xfrm>
                <a:off x="7984788" y="7967633"/>
                <a:ext cx="572166" cy="28317"/>
              </a:xfrm>
              <a:custGeom>
                <a:avLst/>
                <a:gdLst/>
                <a:ahLst/>
                <a:cxnLst/>
                <a:rect l="l" t="t" r="r" b="b"/>
                <a:pathLst>
                  <a:path w="572166" h="28317" fill="none">
                    <a:moveTo>
                      <a:pt x="11316" y="27759"/>
                    </a:moveTo>
                    <a:lnTo>
                      <a:pt x="34799" y="26594"/>
                    </a:lnTo>
                    <a:lnTo>
                      <a:pt x="36525" y="26510"/>
                    </a:lnTo>
                    <a:lnTo>
                      <a:pt x="55322" y="25581"/>
                    </a:lnTo>
                    <a:lnTo>
                      <a:pt x="71359" y="24787"/>
                    </a:lnTo>
                    <a:lnTo>
                      <a:pt x="193250" y="18755"/>
                    </a:lnTo>
                    <a:lnTo>
                      <a:pt x="246698" y="16117"/>
                    </a:lnTo>
                    <a:lnTo>
                      <a:pt x="251749" y="15864"/>
                    </a:lnTo>
                    <a:lnTo>
                      <a:pt x="277410" y="14596"/>
                    </a:lnTo>
                    <a:lnTo>
                      <a:pt x="378716" y="9575"/>
                    </a:lnTo>
                    <a:lnTo>
                      <a:pt x="418557" y="7597"/>
                    </a:lnTo>
                    <a:lnTo>
                      <a:pt x="503054" y="3418"/>
                    </a:lnTo>
                    <a:lnTo>
                      <a:pt x="572166" y="0"/>
                    </a:lnTo>
                    <a:moveTo>
                      <a:pt x="0" y="28317"/>
                    </a:moveTo>
                    <a:lnTo>
                      <a:pt x="4434" y="28097"/>
                    </a:lnTo>
                    <a:moveTo>
                      <a:pt x="4434" y="28097"/>
                    </a:moveTo>
                    <a:lnTo>
                      <a:pt x="11316" y="27759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10" name="Контур"/>
              <p:cNvSpPr/>
              <p:nvPr/>
            </p:nvSpPr>
            <p:spPr>
              <a:xfrm>
                <a:off x="7876887" y="7912935"/>
                <a:ext cx="1458" cy="34218"/>
              </a:xfrm>
              <a:custGeom>
                <a:avLst/>
                <a:gdLst/>
                <a:ahLst/>
                <a:cxnLst/>
                <a:rect l="l" t="t" r="r" b="b"/>
                <a:pathLst>
                  <a:path w="1458" h="34218" fill="none">
                    <a:moveTo>
                      <a:pt x="0" y="0"/>
                    </a:moveTo>
                    <a:lnTo>
                      <a:pt x="1458" y="34218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11" name="Контур"/>
              <p:cNvSpPr/>
              <p:nvPr/>
            </p:nvSpPr>
            <p:spPr>
              <a:xfrm>
                <a:off x="7876887" y="7912935"/>
                <a:ext cx="107901" cy="83015"/>
              </a:xfrm>
              <a:custGeom>
                <a:avLst/>
                <a:gdLst/>
                <a:ahLst/>
                <a:cxnLst/>
                <a:rect l="l" t="t" r="r" b="b"/>
                <a:pathLst>
                  <a:path w="107901" h="83015" fill="none">
                    <a:moveTo>
                      <a:pt x="107901" y="83015"/>
                    </a:moveTo>
                    <a:lnTo>
                      <a:pt x="91579" y="82207"/>
                    </a:lnTo>
                    <a:lnTo>
                      <a:pt x="82710" y="80611"/>
                    </a:lnTo>
                    <a:lnTo>
                      <a:pt x="73947" y="77442"/>
                    </a:lnTo>
                    <a:lnTo>
                      <a:pt x="64084" y="70855"/>
                    </a:lnTo>
                    <a:lnTo>
                      <a:pt x="51426" y="61999"/>
                    </a:lnTo>
                    <a:lnTo>
                      <a:pt x="43687" y="54849"/>
                    </a:lnTo>
                    <a:moveTo>
                      <a:pt x="43687" y="54849"/>
                    </a:moveTo>
                    <a:lnTo>
                      <a:pt x="38270" y="48597"/>
                    </a:lnTo>
                    <a:moveTo>
                      <a:pt x="38270" y="48597"/>
                    </a:moveTo>
                    <a:lnTo>
                      <a:pt x="6595" y="15743"/>
                    </a:lnTo>
                    <a:lnTo>
                      <a:pt x="2230" y="7776"/>
                    </a:lnTo>
                    <a:lnTo>
                      <a:pt x="0" y="0"/>
                    </a:lnTo>
                    <a:moveTo>
                      <a:pt x="38270" y="48597"/>
                    </a:moveTo>
                    <a:lnTo>
                      <a:pt x="26994" y="40275"/>
                    </a:lnTo>
                    <a:lnTo>
                      <a:pt x="13858" y="35367"/>
                    </a:lnTo>
                    <a:lnTo>
                      <a:pt x="1458" y="34218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12" name="Контур"/>
              <p:cNvSpPr/>
              <p:nvPr/>
            </p:nvSpPr>
            <p:spPr>
              <a:xfrm>
                <a:off x="7878345" y="7947153"/>
                <a:ext cx="4565" cy="100864"/>
              </a:xfrm>
              <a:custGeom>
                <a:avLst/>
                <a:gdLst/>
                <a:ahLst/>
                <a:cxnLst/>
                <a:rect l="l" t="t" r="r" b="b"/>
                <a:pathLst>
                  <a:path w="4565" h="100864" fill="none">
                    <a:moveTo>
                      <a:pt x="0" y="0"/>
                    </a:moveTo>
                    <a:lnTo>
                      <a:pt x="4565" y="100864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13" name="Контур"/>
              <p:cNvSpPr/>
              <p:nvPr/>
            </p:nvSpPr>
            <p:spPr>
              <a:xfrm>
                <a:off x="6068845" y="7382254"/>
                <a:ext cx="1915943" cy="665763"/>
              </a:xfrm>
              <a:custGeom>
                <a:avLst/>
                <a:gdLst/>
                <a:ahLst/>
                <a:cxnLst/>
                <a:rect l="l" t="t" r="r" b="b"/>
                <a:pathLst>
                  <a:path w="1915943" h="665763" fill="none">
                    <a:moveTo>
                      <a:pt x="1846673" y="651070"/>
                    </a:moveTo>
                    <a:lnTo>
                      <a:pt x="1864626" y="635685"/>
                    </a:lnTo>
                    <a:lnTo>
                      <a:pt x="1881253" y="622633"/>
                    </a:lnTo>
                    <a:lnTo>
                      <a:pt x="1890640" y="617551"/>
                    </a:lnTo>
                    <a:lnTo>
                      <a:pt x="1899814" y="615276"/>
                    </a:lnTo>
                    <a:lnTo>
                      <a:pt x="1915943" y="613696"/>
                    </a:lnTo>
                    <a:moveTo>
                      <a:pt x="1814065" y="665763"/>
                    </a:moveTo>
                    <a:lnTo>
                      <a:pt x="1822939" y="664415"/>
                    </a:lnTo>
                    <a:lnTo>
                      <a:pt x="1833070" y="660748"/>
                    </a:lnTo>
                    <a:lnTo>
                      <a:pt x="1842203" y="655021"/>
                    </a:lnTo>
                    <a:moveTo>
                      <a:pt x="1842203" y="655021"/>
                    </a:moveTo>
                    <a:lnTo>
                      <a:pt x="1846673" y="651070"/>
                    </a:lnTo>
                    <a:moveTo>
                      <a:pt x="1846673" y="651070"/>
                    </a:moveTo>
                    <a:lnTo>
                      <a:pt x="1854045" y="641712"/>
                    </a:lnTo>
                    <a:lnTo>
                      <a:pt x="1859033" y="630899"/>
                    </a:lnTo>
                    <a:lnTo>
                      <a:pt x="1861344" y="619234"/>
                    </a:lnTo>
                    <a:lnTo>
                      <a:pt x="1860850" y="607335"/>
                    </a:lnTo>
                    <a:lnTo>
                      <a:pt x="1857589" y="595895"/>
                    </a:lnTo>
                    <a:lnTo>
                      <a:pt x="1851729" y="585530"/>
                    </a:lnTo>
                    <a:moveTo>
                      <a:pt x="1773367" y="581411"/>
                    </a:moveTo>
                    <a:lnTo>
                      <a:pt x="1768068" y="588356"/>
                    </a:lnTo>
                    <a:moveTo>
                      <a:pt x="1809500" y="564899"/>
                    </a:moveTo>
                    <a:lnTo>
                      <a:pt x="1795093" y="567351"/>
                    </a:lnTo>
                    <a:lnTo>
                      <a:pt x="1783313" y="572966"/>
                    </a:lnTo>
                    <a:lnTo>
                      <a:pt x="1773367" y="581411"/>
                    </a:lnTo>
                    <a:moveTo>
                      <a:pt x="1808042" y="530681"/>
                    </a:moveTo>
                    <a:lnTo>
                      <a:pt x="1806415" y="537780"/>
                    </a:lnTo>
                    <a:lnTo>
                      <a:pt x="1802416" y="546369"/>
                    </a:lnTo>
                    <a:lnTo>
                      <a:pt x="1773367" y="581411"/>
                    </a:lnTo>
                    <a:moveTo>
                      <a:pt x="1602714" y="620311"/>
                    </a:moveTo>
                    <a:lnTo>
                      <a:pt x="1618267" y="619998"/>
                    </a:lnTo>
                    <a:lnTo>
                      <a:pt x="1671106" y="618909"/>
                    </a:lnTo>
                    <a:lnTo>
                      <a:pt x="1727017" y="617761"/>
                    </a:lnTo>
                    <a:moveTo>
                      <a:pt x="1768068" y="588356"/>
                    </a:moveTo>
                    <a:lnTo>
                      <a:pt x="1747060" y="607932"/>
                    </a:lnTo>
                    <a:lnTo>
                      <a:pt x="1740770" y="612661"/>
                    </a:lnTo>
                    <a:lnTo>
                      <a:pt x="1733659" y="616283"/>
                    </a:lnTo>
                    <a:lnTo>
                      <a:pt x="1727017" y="617761"/>
                    </a:lnTo>
                    <a:moveTo>
                      <a:pt x="1779464" y="654982"/>
                    </a:moveTo>
                    <a:lnTo>
                      <a:pt x="1789446" y="661121"/>
                    </a:lnTo>
                    <a:lnTo>
                      <a:pt x="1800572" y="664819"/>
                    </a:lnTo>
                    <a:lnTo>
                      <a:pt x="1814065" y="665763"/>
                    </a:lnTo>
                    <a:moveTo>
                      <a:pt x="1774349" y="650333"/>
                    </a:moveTo>
                    <a:lnTo>
                      <a:pt x="1779464" y="654982"/>
                    </a:lnTo>
                    <a:moveTo>
                      <a:pt x="1768068" y="588356"/>
                    </a:moveTo>
                    <a:lnTo>
                      <a:pt x="1762469" y="600527"/>
                    </a:lnTo>
                    <a:lnTo>
                      <a:pt x="1760269" y="613733"/>
                    </a:lnTo>
                    <a:lnTo>
                      <a:pt x="1761620" y="627047"/>
                    </a:lnTo>
                    <a:lnTo>
                      <a:pt x="1766421" y="639544"/>
                    </a:lnTo>
                    <a:lnTo>
                      <a:pt x="1774349" y="650333"/>
                    </a:lnTo>
                    <a:moveTo>
                      <a:pt x="1727017" y="617761"/>
                    </a:moveTo>
                    <a:lnTo>
                      <a:pt x="1733514" y="618858"/>
                    </a:lnTo>
                    <a:lnTo>
                      <a:pt x="1740351" y="622282"/>
                    </a:lnTo>
                    <a:lnTo>
                      <a:pt x="1774349" y="650333"/>
                    </a:lnTo>
                    <a:moveTo>
                      <a:pt x="1361139" y="0"/>
                    </a:moveTo>
                    <a:lnTo>
                      <a:pt x="1169245" y="5833"/>
                    </a:lnTo>
                    <a:lnTo>
                      <a:pt x="1136165" y="6958"/>
                    </a:lnTo>
                    <a:lnTo>
                      <a:pt x="902973" y="14173"/>
                    </a:lnTo>
                    <a:lnTo>
                      <a:pt x="853911" y="22608"/>
                    </a:lnTo>
                    <a:lnTo>
                      <a:pt x="795078" y="44172"/>
                    </a:lnTo>
                    <a:lnTo>
                      <a:pt x="773491" y="52077"/>
                    </a:lnTo>
                    <a:moveTo>
                      <a:pt x="773491" y="52077"/>
                    </a:moveTo>
                    <a:lnTo>
                      <a:pt x="749498" y="61626"/>
                    </a:lnTo>
                    <a:moveTo>
                      <a:pt x="749498" y="61626"/>
                    </a:moveTo>
                    <a:lnTo>
                      <a:pt x="703130" y="92002"/>
                    </a:lnTo>
                    <a:lnTo>
                      <a:pt x="689051" y="102219"/>
                    </a:lnTo>
                    <a:moveTo>
                      <a:pt x="412442" y="207825"/>
                    </a:moveTo>
                    <a:lnTo>
                      <a:pt x="383505" y="218441"/>
                    </a:lnTo>
                    <a:lnTo>
                      <a:pt x="338743" y="234871"/>
                    </a:lnTo>
                    <a:lnTo>
                      <a:pt x="312121" y="244860"/>
                    </a:lnTo>
                    <a:moveTo>
                      <a:pt x="689051" y="102219"/>
                    </a:moveTo>
                    <a:lnTo>
                      <a:pt x="668461" y="114128"/>
                    </a:lnTo>
                    <a:lnTo>
                      <a:pt x="642540" y="123669"/>
                    </a:lnTo>
                    <a:lnTo>
                      <a:pt x="576903" y="147833"/>
                    </a:lnTo>
                    <a:lnTo>
                      <a:pt x="436890" y="198861"/>
                    </a:lnTo>
                    <a:lnTo>
                      <a:pt x="412442" y="207825"/>
                    </a:lnTo>
                    <a:moveTo>
                      <a:pt x="312121" y="244860"/>
                    </a:moveTo>
                    <a:lnTo>
                      <a:pt x="271329" y="260164"/>
                    </a:lnTo>
                    <a:lnTo>
                      <a:pt x="239073" y="272273"/>
                    </a:lnTo>
                    <a:lnTo>
                      <a:pt x="53943" y="339553"/>
                    </a:lnTo>
                    <a:lnTo>
                      <a:pt x="9014" y="355873"/>
                    </a:lnTo>
                    <a:lnTo>
                      <a:pt x="0" y="35914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14" name="Контур"/>
              <p:cNvSpPr/>
              <p:nvPr/>
            </p:nvSpPr>
            <p:spPr>
              <a:xfrm>
                <a:off x="5531690" y="7741401"/>
                <a:ext cx="575191" cy="193575"/>
              </a:xfrm>
              <a:custGeom>
                <a:avLst/>
                <a:gdLst/>
                <a:ahLst/>
                <a:cxnLst/>
                <a:rect l="l" t="t" r="r" b="b"/>
                <a:pathLst>
                  <a:path w="575191" h="193575" fill="none">
                    <a:moveTo>
                      <a:pt x="537155" y="0"/>
                    </a:moveTo>
                    <a:lnTo>
                      <a:pt x="527135" y="3231"/>
                    </a:lnTo>
                    <a:lnTo>
                      <a:pt x="521796" y="5179"/>
                    </a:lnTo>
                    <a:lnTo>
                      <a:pt x="514516" y="7829"/>
                    </a:lnTo>
                    <a:lnTo>
                      <a:pt x="446957" y="32471"/>
                    </a:lnTo>
                    <a:moveTo>
                      <a:pt x="446957" y="32471"/>
                    </a:moveTo>
                    <a:lnTo>
                      <a:pt x="0" y="193575"/>
                    </a:lnTo>
                    <a:moveTo>
                      <a:pt x="575191" y="117828"/>
                    </a:moveTo>
                    <a:lnTo>
                      <a:pt x="572014" y="106741"/>
                    </a:lnTo>
                    <a:lnTo>
                      <a:pt x="552460" y="46434"/>
                    </a:lnTo>
                    <a:lnTo>
                      <a:pt x="545905" y="26234"/>
                    </a:lnTo>
                    <a:lnTo>
                      <a:pt x="542170" y="14718"/>
                    </a:lnTo>
                    <a:lnTo>
                      <a:pt x="541107" y="11592"/>
                    </a:lnTo>
                    <a:lnTo>
                      <a:pt x="537155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15" name="Контур"/>
              <p:cNvSpPr/>
              <p:nvPr/>
            </p:nvSpPr>
            <p:spPr>
              <a:xfrm>
                <a:off x="6757896" y="7382254"/>
                <a:ext cx="913663" cy="688519"/>
              </a:xfrm>
              <a:custGeom>
                <a:avLst/>
                <a:gdLst/>
                <a:ahLst/>
                <a:cxnLst/>
                <a:rect l="l" t="t" r="r" b="b"/>
                <a:pathLst>
                  <a:path w="913663" h="688519" fill="none">
                    <a:moveTo>
                      <a:pt x="686478" y="624990"/>
                    </a:moveTo>
                    <a:lnTo>
                      <a:pt x="686216" y="616250"/>
                    </a:lnTo>
                    <a:lnTo>
                      <a:pt x="683252" y="319285"/>
                    </a:lnTo>
                    <a:lnTo>
                      <a:pt x="682757" y="292586"/>
                    </a:lnTo>
                    <a:lnTo>
                      <a:pt x="681267" y="252078"/>
                    </a:lnTo>
                    <a:lnTo>
                      <a:pt x="680896" y="234120"/>
                    </a:lnTo>
                    <a:lnTo>
                      <a:pt x="679096" y="103707"/>
                    </a:lnTo>
                    <a:lnTo>
                      <a:pt x="678529" y="76407"/>
                    </a:lnTo>
                    <a:lnTo>
                      <a:pt x="677164" y="10107"/>
                    </a:lnTo>
                    <a:lnTo>
                      <a:pt x="672088" y="0"/>
                    </a:lnTo>
                    <a:moveTo>
                      <a:pt x="289859" y="633096"/>
                    </a:moveTo>
                    <a:lnTo>
                      <a:pt x="304214" y="632805"/>
                    </a:lnTo>
                    <a:lnTo>
                      <a:pt x="342237" y="632030"/>
                    </a:lnTo>
                    <a:lnTo>
                      <a:pt x="447238" y="629880"/>
                    </a:lnTo>
                    <a:lnTo>
                      <a:pt x="563255" y="628330"/>
                    </a:lnTo>
                    <a:lnTo>
                      <a:pt x="585864" y="627711"/>
                    </a:lnTo>
                    <a:lnTo>
                      <a:pt x="669989" y="625476"/>
                    </a:lnTo>
                    <a:lnTo>
                      <a:pt x="686478" y="624990"/>
                    </a:lnTo>
                    <a:lnTo>
                      <a:pt x="732512" y="624040"/>
                    </a:lnTo>
                    <a:lnTo>
                      <a:pt x="745557" y="623769"/>
                    </a:lnTo>
                    <a:lnTo>
                      <a:pt x="913663" y="620311"/>
                    </a:lnTo>
                    <a:moveTo>
                      <a:pt x="12403" y="638775"/>
                    </a:moveTo>
                    <a:lnTo>
                      <a:pt x="24302" y="638526"/>
                    </a:lnTo>
                    <a:lnTo>
                      <a:pt x="68931" y="637617"/>
                    </a:lnTo>
                    <a:lnTo>
                      <a:pt x="258510" y="633750"/>
                    </a:lnTo>
                    <a:moveTo>
                      <a:pt x="12403" y="638775"/>
                    </a:moveTo>
                    <a:lnTo>
                      <a:pt x="12117" y="628293"/>
                    </a:lnTo>
                    <a:lnTo>
                      <a:pt x="9166" y="499595"/>
                    </a:lnTo>
                    <a:lnTo>
                      <a:pt x="8458" y="468720"/>
                    </a:lnTo>
                    <a:lnTo>
                      <a:pt x="7782" y="439324"/>
                    </a:lnTo>
                    <a:lnTo>
                      <a:pt x="2652" y="215502"/>
                    </a:lnTo>
                    <a:lnTo>
                      <a:pt x="1370" y="165296"/>
                    </a:lnTo>
                    <a:lnTo>
                      <a:pt x="1328" y="155261"/>
                    </a:lnTo>
                    <a:lnTo>
                      <a:pt x="1278" y="140893"/>
                    </a:lnTo>
                    <a:lnTo>
                      <a:pt x="1512" y="128019"/>
                    </a:lnTo>
                    <a:lnTo>
                      <a:pt x="0" y="102219"/>
                    </a:lnTo>
                    <a:moveTo>
                      <a:pt x="258510" y="633750"/>
                    </a:moveTo>
                    <a:lnTo>
                      <a:pt x="289859" y="633096"/>
                    </a:lnTo>
                    <a:moveTo>
                      <a:pt x="13432" y="688519"/>
                    </a:moveTo>
                    <a:lnTo>
                      <a:pt x="12641" y="650259"/>
                    </a:lnTo>
                    <a:lnTo>
                      <a:pt x="12403" y="638775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16" name="Контур"/>
              <p:cNvSpPr/>
              <p:nvPr/>
            </p:nvSpPr>
            <p:spPr>
              <a:xfrm>
                <a:off x="5303007" y="7872566"/>
                <a:ext cx="228683" cy="117045"/>
              </a:xfrm>
              <a:custGeom>
                <a:avLst/>
                <a:gdLst/>
                <a:ahLst/>
                <a:cxnLst/>
                <a:rect l="l" t="t" r="r" b="b"/>
                <a:pathLst>
                  <a:path w="228683" h="117045" fill="none">
                    <a:moveTo>
                      <a:pt x="0" y="0"/>
                    </a:moveTo>
                    <a:lnTo>
                      <a:pt x="81952" y="95833"/>
                    </a:lnTo>
                    <a:lnTo>
                      <a:pt x="86843" y="103676"/>
                    </a:lnTo>
                    <a:lnTo>
                      <a:pt x="94047" y="117045"/>
                    </a:lnTo>
                    <a:moveTo>
                      <a:pt x="228683" y="62410"/>
                    </a:moveTo>
                    <a:lnTo>
                      <a:pt x="107723" y="105152"/>
                    </a:lnTo>
                    <a:lnTo>
                      <a:pt x="94047" y="117045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17" name="Контур"/>
              <p:cNvSpPr/>
              <p:nvPr/>
            </p:nvSpPr>
            <p:spPr>
              <a:xfrm>
                <a:off x="5306609" y="7989611"/>
                <a:ext cx="1463690" cy="71558"/>
              </a:xfrm>
              <a:custGeom>
                <a:avLst/>
                <a:gdLst/>
                <a:ahLst/>
                <a:cxnLst/>
                <a:rect l="l" t="t" r="r" b="b"/>
                <a:pathLst>
                  <a:path w="1463690" h="71558" fill="none">
                    <a:moveTo>
                      <a:pt x="90445" y="0"/>
                    </a:moveTo>
                    <a:lnTo>
                      <a:pt x="70920" y="16972"/>
                    </a:lnTo>
                    <a:lnTo>
                      <a:pt x="0" y="71558"/>
                    </a:lnTo>
                    <a:moveTo>
                      <a:pt x="858062" y="47305"/>
                    </a:moveTo>
                    <a:lnTo>
                      <a:pt x="865978" y="47103"/>
                    </a:lnTo>
                    <a:lnTo>
                      <a:pt x="878744" y="46774"/>
                    </a:lnTo>
                    <a:lnTo>
                      <a:pt x="942596" y="45100"/>
                    </a:lnTo>
                    <a:lnTo>
                      <a:pt x="977390" y="44189"/>
                    </a:lnTo>
                    <a:lnTo>
                      <a:pt x="987431" y="43917"/>
                    </a:lnTo>
                    <a:lnTo>
                      <a:pt x="1112079" y="40654"/>
                    </a:lnTo>
                    <a:lnTo>
                      <a:pt x="1125236" y="40307"/>
                    </a:lnTo>
                    <a:lnTo>
                      <a:pt x="1133299" y="40090"/>
                    </a:lnTo>
                    <a:lnTo>
                      <a:pt x="1276329" y="36348"/>
                    </a:lnTo>
                    <a:lnTo>
                      <a:pt x="1285173" y="36096"/>
                    </a:lnTo>
                    <a:lnTo>
                      <a:pt x="1444934" y="31572"/>
                    </a:lnTo>
                    <a:lnTo>
                      <a:pt x="1463690" y="31418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18" name="Контур"/>
              <p:cNvSpPr/>
              <p:nvPr/>
            </p:nvSpPr>
            <p:spPr>
              <a:xfrm>
                <a:off x="6106881" y="7859229"/>
                <a:ext cx="57790" cy="177687"/>
              </a:xfrm>
              <a:custGeom>
                <a:avLst/>
                <a:gdLst/>
                <a:ahLst/>
                <a:cxnLst/>
                <a:rect l="l" t="t" r="r" b="b"/>
                <a:pathLst>
                  <a:path w="57790" h="177687" fill="none">
                    <a:moveTo>
                      <a:pt x="57790" y="177687"/>
                    </a:moveTo>
                    <a:lnTo>
                      <a:pt x="54274" y="166632"/>
                    </a:lnTo>
                    <a:lnTo>
                      <a:pt x="45732" y="140397"/>
                    </a:lnTo>
                    <a:lnTo>
                      <a:pt x="7988" y="24433"/>
                    </a:lnTo>
                    <a:lnTo>
                      <a:pt x="0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19" name="Контур"/>
              <p:cNvSpPr/>
              <p:nvPr/>
            </p:nvSpPr>
            <p:spPr>
              <a:xfrm>
                <a:off x="5229898" y="6708247"/>
                <a:ext cx="138438" cy="131054"/>
              </a:xfrm>
              <a:custGeom>
                <a:avLst/>
                <a:gdLst/>
                <a:ahLst/>
                <a:cxnLst/>
                <a:rect l="l" t="t" r="r" b="b"/>
                <a:pathLst>
                  <a:path w="138438" h="131054" fill="none">
                    <a:moveTo>
                      <a:pt x="98655" y="35015"/>
                    </a:moveTo>
                    <a:lnTo>
                      <a:pt x="116924" y="19898"/>
                    </a:lnTo>
                    <a:lnTo>
                      <a:pt x="121994" y="15932"/>
                    </a:lnTo>
                    <a:lnTo>
                      <a:pt x="138438" y="6695"/>
                    </a:lnTo>
                    <a:moveTo>
                      <a:pt x="98655" y="35015"/>
                    </a:moveTo>
                    <a:lnTo>
                      <a:pt x="102824" y="29202"/>
                    </a:lnTo>
                    <a:lnTo>
                      <a:pt x="105641" y="23935"/>
                    </a:lnTo>
                    <a:lnTo>
                      <a:pt x="107130" y="18394"/>
                    </a:lnTo>
                    <a:lnTo>
                      <a:pt x="107280" y="14571"/>
                    </a:lnTo>
                    <a:lnTo>
                      <a:pt x="105760" y="12017"/>
                    </a:lnTo>
                    <a:lnTo>
                      <a:pt x="96380" y="3251"/>
                    </a:lnTo>
                    <a:moveTo>
                      <a:pt x="138438" y="6695"/>
                    </a:moveTo>
                    <a:lnTo>
                      <a:pt x="96380" y="3251"/>
                    </a:lnTo>
                    <a:lnTo>
                      <a:pt x="87170" y="2516"/>
                    </a:lnTo>
                    <a:lnTo>
                      <a:pt x="83359" y="2207"/>
                    </a:lnTo>
                    <a:lnTo>
                      <a:pt x="59332" y="558"/>
                    </a:lnTo>
                    <a:lnTo>
                      <a:pt x="52162" y="0"/>
                    </a:lnTo>
                    <a:lnTo>
                      <a:pt x="47103" y="235"/>
                    </a:lnTo>
                    <a:moveTo>
                      <a:pt x="0" y="131054"/>
                    </a:moveTo>
                    <a:lnTo>
                      <a:pt x="13336" y="116850"/>
                    </a:lnTo>
                    <a:lnTo>
                      <a:pt x="39424" y="92577"/>
                    </a:lnTo>
                    <a:lnTo>
                      <a:pt x="98655" y="35015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20" name="Контур"/>
              <p:cNvSpPr/>
              <p:nvPr/>
            </p:nvSpPr>
            <p:spPr>
              <a:xfrm>
                <a:off x="5955813" y="1881789"/>
                <a:ext cx="1052867" cy="960989"/>
              </a:xfrm>
              <a:custGeom>
                <a:avLst/>
                <a:gdLst/>
                <a:ahLst/>
                <a:cxnLst/>
                <a:rect l="l" t="t" r="r" b="b"/>
                <a:pathLst>
                  <a:path w="1052867" h="960989" fill="none">
                    <a:moveTo>
                      <a:pt x="0" y="28748"/>
                    </a:moveTo>
                    <a:lnTo>
                      <a:pt x="1026666" y="960989"/>
                    </a:lnTo>
                    <a:moveTo>
                      <a:pt x="1052867" y="932252"/>
                    </a:moveTo>
                    <a:lnTo>
                      <a:pt x="883102" y="778114"/>
                    </a:lnTo>
                    <a:lnTo>
                      <a:pt x="26211" y="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221" name="Контур"/>
              <p:cNvSpPr/>
              <p:nvPr/>
            </p:nvSpPr>
            <p:spPr>
              <a:xfrm>
                <a:off x="8295385" y="7016751"/>
                <a:ext cx="2109" cy="28018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28018" fill="none">
                    <a:moveTo>
                      <a:pt x="0" y="0"/>
                    </a:moveTo>
                    <a:lnTo>
                      <a:pt x="2109" y="28018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22" name="Контур"/>
              <p:cNvSpPr/>
              <p:nvPr/>
            </p:nvSpPr>
            <p:spPr>
              <a:xfrm>
                <a:off x="8047496" y="7009817"/>
                <a:ext cx="726658" cy="116017"/>
              </a:xfrm>
              <a:custGeom>
                <a:avLst/>
                <a:gdLst/>
                <a:ahLst/>
                <a:cxnLst/>
                <a:rect l="l" t="t" r="r" b="b"/>
                <a:pathLst>
                  <a:path w="726658" h="116017" fill="none">
                    <a:moveTo>
                      <a:pt x="249998" y="34952"/>
                    </a:moveTo>
                    <a:lnTo>
                      <a:pt x="271371" y="32438"/>
                    </a:lnTo>
                    <a:lnTo>
                      <a:pt x="308409" y="28083"/>
                    </a:lnTo>
                    <a:lnTo>
                      <a:pt x="329886" y="25553"/>
                    </a:lnTo>
                    <a:lnTo>
                      <a:pt x="353826" y="22735"/>
                    </a:lnTo>
                    <a:lnTo>
                      <a:pt x="399365" y="17355"/>
                    </a:lnTo>
                    <a:lnTo>
                      <a:pt x="420168" y="15460"/>
                    </a:lnTo>
                    <a:lnTo>
                      <a:pt x="438857" y="14453"/>
                    </a:lnTo>
                    <a:lnTo>
                      <a:pt x="590602" y="7109"/>
                    </a:lnTo>
                    <a:lnTo>
                      <a:pt x="615268" y="5396"/>
                    </a:lnTo>
                    <a:lnTo>
                      <a:pt x="706859" y="1275"/>
                    </a:lnTo>
                    <a:lnTo>
                      <a:pt x="726658" y="0"/>
                    </a:lnTo>
                    <a:moveTo>
                      <a:pt x="0" y="116017"/>
                    </a:moveTo>
                    <a:lnTo>
                      <a:pt x="45159" y="112923"/>
                    </a:lnTo>
                    <a:lnTo>
                      <a:pt x="121072" y="95205"/>
                    </a:lnTo>
                    <a:lnTo>
                      <a:pt x="181762" y="85506"/>
                    </a:lnTo>
                    <a:lnTo>
                      <a:pt x="222402" y="77066"/>
                    </a:lnTo>
                    <a:lnTo>
                      <a:pt x="235445" y="68900"/>
                    </a:lnTo>
                    <a:lnTo>
                      <a:pt x="249171" y="50125"/>
                    </a:lnTo>
                    <a:lnTo>
                      <a:pt x="249998" y="34952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23" name="Контур"/>
              <p:cNvSpPr/>
              <p:nvPr/>
            </p:nvSpPr>
            <p:spPr>
              <a:xfrm>
                <a:off x="8286966" y="6335969"/>
                <a:ext cx="515770" cy="680782"/>
              </a:xfrm>
              <a:custGeom>
                <a:avLst/>
                <a:gdLst/>
                <a:ahLst/>
                <a:cxnLst/>
                <a:rect l="l" t="t" r="r" b="b"/>
                <a:pathLst>
                  <a:path w="515770" h="680782" fill="none">
                    <a:moveTo>
                      <a:pt x="335104" y="184516"/>
                    </a:moveTo>
                    <a:lnTo>
                      <a:pt x="147995" y="372355"/>
                    </a:lnTo>
                    <a:lnTo>
                      <a:pt x="31423" y="455897"/>
                    </a:lnTo>
                    <a:lnTo>
                      <a:pt x="7474" y="482210"/>
                    </a:lnTo>
                    <a:lnTo>
                      <a:pt x="0" y="517592"/>
                    </a:lnTo>
                    <a:lnTo>
                      <a:pt x="8419" y="680782"/>
                    </a:lnTo>
                    <a:moveTo>
                      <a:pt x="515770" y="0"/>
                    </a:moveTo>
                    <a:lnTo>
                      <a:pt x="505056" y="10299"/>
                    </a:lnTo>
                    <a:lnTo>
                      <a:pt x="496012" y="19759"/>
                    </a:lnTo>
                    <a:moveTo>
                      <a:pt x="496012" y="19759"/>
                    </a:moveTo>
                    <a:lnTo>
                      <a:pt x="489860" y="25613"/>
                    </a:lnTo>
                    <a:moveTo>
                      <a:pt x="489860" y="25613"/>
                    </a:moveTo>
                    <a:lnTo>
                      <a:pt x="425452" y="93268"/>
                    </a:lnTo>
                    <a:moveTo>
                      <a:pt x="425452" y="93268"/>
                    </a:moveTo>
                    <a:lnTo>
                      <a:pt x="335104" y="18451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24" name="Контур"/>
              <p:cNvSpPr/>
              <p:nvPr/>
            </p:nvSpPr>
            <p:spPr>
              <a:xfrm>
                <a:off x="6982479" y="2814041"/>
                <a:ext cx="2080654" cy="1893308"/>
              </a:xfrm>
              <a:custGeom>
                <a:avLst/>
                <a:gdLst/>
                <a:ahLst/>
                <a:cxnLst/>
                <a:rect l="l" t="t" r="r" b="b"/>
                <a:pathLst>
                  <a:path w="2080654" h="1893308" fill="none">
                    <a:moveTo>
                      <a:pt x="0" y="28737"/>
                    </a:moveTo>
                    <a:lnTo>
                      <a:pt x="1027420" y="961356"/>
                    </a:lnTo>
                    <a:moveTo>
                      <a:pt x="1053630" y="932614"/>
                    </a:moveTo>
                    <a:lnTo>
                      <a:pt x="670520" y="584895"/>
                    </a:lnTo>
                    <a:lnTo>
                      <a:pt x="26201" y="0"/>
                    </a:lnTo>
                    <a:moveTo>
                      <a:pt x="1027420" y="961356"/>
                    </a:moveTo>
                    <a:lnTo>
                      <a:pt x="1885926" y="1740408"/>
                    </a:lnTo>
                    <a:lnTo>
                      <a:pt x="1897641" y="1751039"/>
                    </a:lnTo>
                    <a:lnTo>
                      <a:pt x="2054446" y="1893308"/>
                    </a:lnTo>
                    <a:moveTo>
                      <a:pt x="2080654" y="1864547"/>
                    </a:moveTo>
                    <a:lnTo>
                      <a:pt x="1053630" y="932614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225" name="Контур"/>
              <p:cNvSpPr/>
              <p:nvPr/>
            </p:nvSpPr>
            <p:spPr>
              <a:xfrm>
                <a:off x="4879347" y="6362501"/>
                <a:ext cx="397654" cy="476800"/>
              </a:xfrm>
              <a:custGeom>
                <a:avLst/>
                <a:gdLst/>
                <a:ahLst/>
                <a:cxnLst/>
                <a:rect l="l" t="t" r="r" b="b"/>
                <a:pathLst>
                  <a:path w="397654" h="476800" fill="none">
                    <a:moveTo>
                      <a:pt x="306610" y="433064"/>
                    </a:moveTo>
                    <a:lnTo>
                      <a:pt x="311806" y="439195"/>
                    </a:lnTo>
                    <a:lnTo>
                      <a:pt x="328703" y="455101"/>
                    </a:lnTo>
                    <a:lnTo>
                      <a:pt x="344347" y="470241"/>
                    </a:lnTo>
                    <a:lnTo>
                      <a:pt x="350551" y="476800"/>
                    </a:lnTo>
                    <a:moveTo>
                      <a:pt x="397654" y="345981"/>
                    </a:moveTo>
                    <a:lnTo>
                      <a:pt x="390156" y="352593"/>
                    </a:lnTo>
                    <a:lnTo>
                      <a:pt x="388547" y="353925"/>
                    </a:lnTo>
                    <a:lnTo>
                      <a:pt x="344364" y="398216"/>
                    </a:lnTo>
                    <a:lnTo>
                      <a:pt x="317860" y="422537"/>
                    </a:lnTo>
                    <a:lnTo>
                      <a:pt x="306610" y="433064"/>
                    </a:lnTo>
                    <a:moveTo>
                      <a:pt x="397654" y="345981"/>
                    </a:moveTo>
                    <a:lnTo>
                      <a:pt x="391495" y="342089"/>
                    </a:lnTo>
                    <a:lnTo>
                      <a:pt x="387029" y="338299"/>
                    </a:lnTo>
                    <a:lnTo>
                      <a:pt x="325099" y="269797"/>
                    </a:lnTo>
                    <a:lnTo>
                      <a:pt x="313941" y="256705"/>
                    </a:lnTo>
                    <a:lnTo>
                      <a:pt x="249522" y="181120"/>
                    </a:lnTo>
                    <a:lnTo>
                      <a:pt x="223127" y="150158"/>
                    </a:lnTo>
                    <a:lnTo>
                      <a:pt x="170904" y="88894"/>
                    </a:lnTo>
                    <a:lnTo>
                      <a:pt x="167461" y="84806"/>
                    </a:lnTo>
                    <a:lnTo>
                      <a:pt x="104850" y="11541"/>
                    </a:lnTo>
                    <a:lnTo>
                      <a:pt x="95113" y="0"/>
                    </a:lnTo>
                    <a:moveTo>
                      <a:pt x="0" y="84597"/>
                    </a:moveTo>
                    <a:lnTo>
                      <a:pt x="11146" y="97026"/>
                    </a:lnTo>
                    <a:lnTo>
                      <a:pt x="17124" y="103678"/>
                    </a:lnTo>
                    <a:lnTo>
                      <a:pt x="26466" y="114203"/>
                    </a:lnTo>
                    <a:lnTo>
                      <a:pt x="74375" y="168841"/>
                    </a:lnTo>
                    <a:lnTo>
                      <a:pt x="76694" y="171483"/>
                    </a:lnTo>
                    <a:lnTo>
                      <a:pt x="91179" y="188001"/>
                    </a:lnTo>
                    <a:lnTo>
                      <a:pt x="104645" y="203350"/>
                    </a:lnTo>
                    <a:lnTo>
                      <a:pt x="146550" y="251134"/>
                    </a:lnTo>
                    <a:lnTo>
                      <a:pt x="170963" y="278975"/>
                    </a:lnTo>
                    <a:lnTo>
                      <a:pt x="176393" y="285059"/>
                    </a:lnTo>
                    <a:lnTo>
                      <a:pt x="186520" y="296413"/>
                    </a:lnTo>
                    <a:lnTo>
                      <a:pt x="275087" y="395739"/>
                    </a:lnTo>
                    <a:lnTo>
                      <a:pt x="292549" y="416669"/>
                    </a:lnTo>
                    <a:lnTo>
                      <a:pt x="297493" y="422600"/>
                    </a:lnTo>
                    <a:lnTo>
                      <a:pt x="306610" y="433064"/>
                    </a:lnTo>
                    <a:moveTo>
                      <a:pt x="21206" y="65754"/>
                    </a:moveTo>
                    <a:lnTo>
                      <a:pt x="0" y="84597"/>
                    </a:lnTo>
                    <a:moveTo>
                      <a:pt x="95113" y="0"/>
                    </a:moveTo>
                    <a:lnTo>
                      <a:pt x="65519" y="26352"/>
                    </a:lnTo>
                    <a:lnTo>
                      <a:pt x="47419" y="42453"/>
                    </a:lnTo>
                    <a:lnTo>
                      <a:pt x="35173" y="53338"/>
                    </a:lnTo>
                    <a:lnTo>
                      <a:pt x="21206" y="65754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26" name="Контур"/>
              <p:cNvSpPr/>
              <p:nvPr/>
            </p:nvSpPr>
            <p:spPr>
              <a:xfrm>
                <a:off x="5596330" y="1584000"/>
                <a:ext cx="385694" cy="326537"/>
              </a:xfrm>
              <a:custGeom>
                <a:avLst/>
                <a:gdLst/>
                <a:ahLst/>
                <a:cxnLst/>
                <a:rect l="l" t="t" r="r" b="b"/>
                <a:pathLst>
                  <a:path w="385694" h="326537" fill="none">
                    <a:moveTo>
                      <a:pt x="385694" y="297789"/>
                    </a:moveTo>
                    <a:lnTo>
                      <a:pt x="57964" y="0"/>
                    </a:lnTo>
                    <a:moveTo>
                      <a:pt x="0" y="0"/>
                    </a:moveTo>
                    <a:lnTo>
                      <a:pt x="359483" y="326537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227" name="Контур"/>
              <p:cNvSpPr/>
              <p:nvPr/>
            </p:nvSpPr>
            <p:spPr>
              <a:xfrm>
                <a:off x="853416" y="6800501"/>
                <a:ext cx="1090109" cy="694165"/>
              </a:xfrm>
              <a:custGeom>
                <a:avLst/>
                <a:gdLst/>
                <a:ahLst/>
                <a:cxnLst/>
                <a:rect l="l" t="t" r="r" b="b"/>
                <a:pathLst>
                  <a:path w="1090109" h="694165" fill="none">
                    <a:moveTo>
                      <a:pt x="17064" y="31673"/>
                    </a:moveTo>
                    <a:lnTo>
                      <a:pt x="51685" y="52269"/>
                    </a:lnTo>
                    <a:lnTo>
                      <a:pt x="328652" y="217071"/>
                    </a:lnTo>
                    <a:lnTo>
                      <a:pt x="558837" y="370573"/>
                    </a:lnTo>
                    <a:lnTo>
                      <a:pt x="615279" y="407097"/>
                    </a:lnTo>
                    <a:lnTo>
                      <a:pt x="794248" y="518237"/>
                    </a:lnTo>
                    <a:lnTo>
                      <a:pt x="806553" y="525874"/>
                    </a:lnTo>
                    <a:lnTo>
                      <a:pt x="934131" y="602337"/>
                    </a:lnTo>
                    <a:lnTo>
                      <a:pt x="1000029" y="641493"/>
                    </a:lnTo>
                    <a:lnTo>
                      <a:pt x="1065919" y="680648"/>
                    </a:lnTo>
                    <a:lnTo>
                      <a:pt x="1090109" y="694165"/>
                    </a:lnTo>
                    <a:moveTo>
                      <a:pt x="503894" y="284619"/>
                    </a:moveTo>
                    <a:lnTo>
                      <a:pt x="445551" y="249920"/>
                    </a:lnTo>
                    <a:lnTo>
                      <a:pt x="334846" y="189164"/>
                    </a:lnTo>
                    <a:lnTo>
                      <a:pt x="235525" y="137927"/>
                    </a:lnTo>
                    <a:lnTo>
                      <a:pt x="0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28" name="Контур"/>
              <p:cNvSpPr/>
              <p:nvPr/>
            </p:nvSpPr>
            <p:spPr>
              <a:xfrm>
                <a:off x="463652" y="6441066"/>
                <a:ext cx="1386349" cy="170253"/>
              </a:xfrm>
              <a:custGeom>
                <a:avLst/>
                <a:gdLst/>
                <a:ahLst/>
                <a:cxnLst/>
                <a:rect l="l" t="t" r="r" b="b"/>
                <a:pathLst>
                  <a:path w="1386349" h="170253" fill="none">
                    <a:moveTo>
                      <a:pt x="104751" y="109022"/>
                    </a:moveTo>
                    <a:lnTo>
                      <a:pt x="59413" y="112583"/>
                    </a:lnTo>
                    <a:lnTo>
                      <a:pt x="46249" y="109772"/>
                    </a:lnTo>
                    <a:lnTo>
                      <a:pt x="32267" y="103587"/>
                    </a:lnTo>
                    <a:lnTo>
                      <a:pt x="0" y="79914"/>
                    </a:lnTo>
                    <a:moveTo>
                      <a:pt x="1386349" y="0"/>
                    </a:moveTo>
                    <a:lnTo>
                      <a:pt x="104751" y="109022"/>
                    </a:lnTo>
                    <a:moveTo>
                      <a:pt x="125341" y="170253"/>
                    </a:moveTo>
                    <a:lnTo>
                      <a:pt x="110971" y="150626"/>
                    </a:lnTo>
                    <a:lnTo>
                      <a:pt x="108532" y="141954"/>
                    </a:lnTo>
                    <a:lnTo>
                      <a:pt x="104751" y="109022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29" name="Контур"/>
              <p:cNvSpPr/>
              <p:nvPr/>
            </p:nvSpPr>
            <p:spPr>
              <a:xfrm>
                <a:off x="498475" y="6605677"/>
                <a:ext cx="372005" cy="226497"/>
              </a:xfrm>
              <a:custGeom>
                <a:avLst/>
                <a:gdLst/>
                <a:ahLst/>
                <a:cxnLst/>
                <a:rect l="l" t="t" r="r" b="b"/>
                <a:pathLst>
                  <a:path w="372005" h="226497" fill="none">
                    <a:moveTo>
                      <a:pt x="0" y="0"/>
                    </a:moveTo>
                    <a:lnTo>
                      <a:pt x="372005" y="226497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30" name="Контур"/>
              <p:cNvSpPr/>
              <p:nvPr/>
            </p:nvSpPr>
            <p:spPr>
              <a:xfrm>
                <a:off x="568403" y="6550088"/>
                <a:ext cx="788907" cy="535032"/>
              </a:xfrm>
              <a:custGeom>
                <a:avLst/>
                <a:gdLst/>
                <a:ahLst/>
                <a:cxnLst/>
                <a:rect l="l" t="t" r="r" b="b"/>
                <a:pathLst>
                  <a:path w="788907" h="535032" fill="none">
                    <a:moveTo>
                      <a:pt x="788907" y="535032"/>
                    </a:moveTo>
                    <a:lnTo>
                      <a:pt x="709302" y="476013"/>
                    </a:lnTo>
                    <a:lnTo>
                      <a:pt x="521396" y="366031"/>
                    </a:lnTo>
                    <a:lnTo>
                      <a:pt x="30714" y="68630"/>
                    </a:lnTo>
                    <a:lnTo>
                      <a:pt x="20590" y="61231"/>
                    </a:lnTo>
                    <a:lnTo>
                      <a:pt x="14699" y="55853"/>
                    </a:lnTo>
                    <a:lnTo>
                      <a:pt x="10081" y="49655"/>
                    </a:lnTo>
                    <a:lnTo>
                      <a:pt x="6220" y="41604"/>
                    </a:lnTo>
                    <a:lnTo>
                      <a:pt x="3781" y="32932"/>
                    </a:lnTo>
                    <a:lnTo>
                      <a:pt x="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31" name="Контур"/>
              <p:cNvSpPr/>
              <p:nvPr/>
            </p:nvSpPr>
            <p:spPr>
              <a:xfrm>
                <a:off x="566999" y="6629547"/>
                <a:ext cx="286417" cy="170954"/>
              </a:xfrm>
              <a:custGeom>
                <a:avLst/>
                <a:gdLst/>
                <a:ahLst/>
                <a:cxnLst/>
                <a:rect l="l" t="t" r="r" b="b"/>
                <a:pathLst>
                  <a:path w="286417" h="170954" fill="none">
                    <a:moveTo>
                      <a:pt x="286417" y="170954"/>
                    </a:moveTo>
                    <a:lnTo>
                      <a:pt x="0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32" name="Контур"/>
              <p:cNvSpPr/>
              <p:nvPr/>
            </p:nvSpPr>
            <p:spPr>
              <a:xfrm>
                <a:off x="1850001" y="6441066"/>
                <a:ext cx="532706" cy="859476"/>
              </a:xfrm>
              <a:custGeom>
                <a:avLst/>
                <a:gdLst/>
                <a:ahLst/>
                <a:cxnLst/>
                <a:rect l="l" t="t" r="r" b="b"/>
                <a:pathLst>
                  <a:path w="532706" h="859476" fill="none">
                    <a:moveTo>
                      <a:pt x="532706" y="859476"/>
                    </a:moveTo>
                    <a:lnTo>
                      <a:pt x="178547" y="808788"/>
                    </a:lnTo>
                    <a:lnTo>
                      <a:pt x="53802" y="754643"/>
                    </a:lnTo>
                    <a:lnTo>
                      <a:pt x="36479" y="738667"/>
                    </a:lnTo>
                    <a:lnTo>
                      <a:pt x="23795" y="708355"/>
                    </a:lnTo>
                    <a:lnTo>
                      <a:pt x="14097" y="188354"/>
                    </a:lnTo>
                    <a:lnTo>
                      <a:pt x="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33" name="Контур"/>
              <p:cNvSpPr/>
              <p:nvPr/>
            </p:nvSpPr>
            <p:spPr>
              <a:xfrm>
                <a:off x="1357310" y="7085120"/>
                <a:ext cx="373969" cy="245246"/>
              </a:xfrm>
              <a:custGeom>
                <a:avLst/>
                <a:gdLst/>
                <a:ahLst/>
                <a:cxnLst/>
                <a:rect l="l" t="t" r="r" b="b"/>
                <a:pathLst>
                  <a:path w="373969" h="245246" fill="none">
                    <a:moveTo>
                      <a:pt x="373969" y="245246"/>
                    </a:moveTo>
                    <a:lnTo>
                      <a:pt x="254951" y="174273"/>
                    </a:lnTo>
                    <a:lnTo>
                      <a:pt x="180536" y="125029"/>
                    </a:lnTo>
                    <a:lnTo>
                      <a:pt x="121623" y="81530"/>
                    </a:lnTo>
                    <a:moveTo>
                      <a:pt x="121623" y="81530"/>
                    </a:moveTo>
                    <a:lnTo>
                      <a:pt x="49419" y="30597"/>
                    </a:lnTo>
                    <a:lnTo>
                      <a:pt x="29853" y="18527"/>
                    </a:lnTo>
                    <a:moveTo>
                      <a:pt x="29853" y="18527"/>
                    </a:moveTo>
                    <a:lnTo>
                      <a:pt x="0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34" name="Контур"/>
              <p:cNvSpPr/>
              <p:nvPr/>
            </p:nvSpPr>
            <p:spPr>
              <a:xfrm>
                <a:off x="160274" y="6315589"/>
                <a:ext cx="3259952" cy="205391"/>
              </a:xfrm>
              <a:custGeom>
                <a:avLst/>
                <a:gdLst/>
                <a:ahLst/>
                <a:cxnLst/>
                <a:rect l="l" t="t" r="r" b="b"/>
                <a:pathLst>
                  <a:path w="3259952" h="205391" fill="none">
                    <a:moveTo>
                      <a:pt x="3259952" y="11447"/>
                    </a:moveTo>
                    <a:lnTo>
                      <a:pt x="3249065" y="4872"/>
                    </a:lnTo>
                    <a:lnTo>
                      <a:pt x="3235811" y="1481"/>
                    </a:lnTo>
                    <a:lnTo>
                      <a:pt x="3218789" y="0"/>
                    </a:lnTo>
                    <a:lnTo>
                      <a:pt x="3196953" y="1434"/>
                    </a:lnTo>
                    <a:lnTo>
                      <a:pt x="3189588" y="1922"/>
                    </a:lnTo>
                    <a:lnTo>
                      <a:pt x="2704476" y="33868"/>
                    </a:lnTo>
                    <a:lnTo>
                      <a:pt x="2488076" y="53313"/>
                    </a:lnTo>
                    <a:lnTo>
                      <a:pt x="1877443" y="108113"/>
                    </a:lnTo>
                    <a:lnTo>
                      <a:pt x="1689727" y="125477"/>
                    </a:lnTo>
                    <a:moveTo>
                      <a:pt x="75233" y="75881"/>
                    </a:moveTo>
                    <a:lnTo>
                      <a:pt x="65782" y="81089"/>
                    </a:lnTo>
                    <a:lnTo>
                      <a:pt x="57123" y="87451"/>
                    </a:lnTo>
                    <a:lnTo>
                      <a:pt x="46750" y="97750"/>
                    </a:lnTo>
                    <a:lnTo>
                      <a:pt x="37139" y="110512"/>
                    </a:lnTo>
                    <a:lnTo>
                      <a:pt x="0" y="171148"/>
                    </a:lnTo>
                    <a:moveTo>
                      <a:pt x="85947" y="72071"/>
                    </a:moveTo>
                    <a:lnTo>
                      <a:pt x="75233" y="75881"/>
                    </a:lnTo>
                    <a:moveTo>
                      <a:pt x="303378" y="205391"/>
                    </a:moveTo>
                    <a:lnTo>
                      <a:pt x="169097" y="101680"/>
                    </a:lnTo>
                    <a:lnTo>
                      <a:pt x="140421" y="82697"/>
                    </a:lnTo>
                    <a:lnTo>
                      <a:pt x="130712" y="77285"/>
                    </a:lnTo>
                    <a:lnTo>
                      <a:pt x="121398" y="73290"/>
                    </a:lnTo>
                    <a:moveTo>
                      <a:pt x="121398" y="73290"/>
                    </a:moveTo>
                    <a:lnTo>
                      <a:pt x="109276" y="70675"/>
                    </a:lnTo>
                    <a:lnTo>
                      <a:pt x="96485" y="70405"/>
                    </a:lnTo>
                    <a:lnTo>
                      <a:pt x="85947" y="72071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35" name="Контур"/>
              <p:cNvSpPr/>
              <p:nvPr/>
            </p:nvSpPr>
            <p:spPr>
              <a:xfrm>
                <a:off x="0" y="6239047"/>
                <a:ext cx="566999" cy="390500"/>
              </a:xfrm>
              <a:custGeom>
                <a:avLst/>
                <a:gdLst/>
                <a:ahLst/>
                <a:cxnLst/>
                <a:rect l="l" t="t" r="r" b="b"/>
                <a:pathLst>
                  <a:path w="566999" h="390500" fill="none">
                    <a:moveTo>
                      <a:pt x="566999" y="390500"/>
                    </a:moveTo>
                    <a:lnTo>
                      <a:pt x="499538" y="348189"/>
                    </a:lnTo>
                    <a:lnTo>
                      <a:pt x="296505" y="213979"/>
                    </a:lnTo>
                    <a:lnTo>
                      <a:pt x="235590" y="171276"/>
                    </a:lnTo>
                    <a:lnTo>
                      <a:pt x="54387" y="37948"/>
                    </a:lnTo>
                    <a:lnTo>
                      <a:pt x="0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36" name="Контур"/>
              <p:cNvSpPr/>
              <p:nvPr/>
            </p:nvSpPr>
            <p:spPr>
              <a:xfrm>
                <a:off x="0" y="6486737"/>
                <a:ext cx="160274" cy="78034"/>
              </a:xfrm>
              <a:custGeom>
                <a:avLst/>
                <a:gdLst/>
                <a:ahLst/>
                <a:cxnLst/>
                <a:rect l="l" t="t" r="r" b="b"/>
                <a:pathLst>
                  <a:path w="160274" h="78034" fill="none">
                    <a:moveTo>
                      <a:pt x="160274" y="0"/>
                    </a:moveTo>
                    <a:lnTo>
                      <a:pt x="143901" y="26534"/>
                    </a:lnTo>
                    <a:lnTo>
                      <a:pt x="130946" y="41095"/>
                    </a:lnTo>
                    <a:lnTo>
                      <a:pt x="115925" y="49851"/>
                    </a:lnTo>
                    <a:lnTo>
                      <a:pt x="102787" y="55702"/>
                    </a:lnTo>
                    <a:lnTo>
                      <a:pt x="87414" y="59833"/>
                    </a:lnTo>
                    <a:lnTo>
                      <a:pt x="0" y="78034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37" name="Контур"/>
              <p:cNvSpPr/>
              <p:nvPr/>
            </p:nvSpPr>
            <p:spPr>
              <a:xfrm>
                <a:off x="0" y="6257726"/>
                <a:ext cx="2907792" cy="4434274"/>
              </a:xfrm>
              <a:custGeom>
                <a:avLst/>
                <a:gdLst/>
                <a:ahLst/>
                <a:cxnLst/>
                <a:rect l="l" t="t" r="r" b="b"/>
                <a:pathLst>
                  <a:path w="2907792" h="4434274" fill="none">
                    <a:moveTo>
                      <a:pt x="0" y="0"/>
                    </a:moveTo>
                    <a:lnTo>
                      <a:pt x="45817" y="32198"/>
                    </a:lnTo>
                    <a:lnTo>
                      <a:pt x="225859" y="165869"/>
                    </a:lnTo>
                    <a:lnTo>
                      <a:pt x="289109" y="208427"/>
                    </a:lnTo>
                    <a:lnTo>
                      <a:pt x="472920" y="331056"/>
                    </a:lnTo>
                    <a:lnTo>
                      <a:pt x="498475" y="347951"/>
                    </a:lnTo>
                    <a:moveTo>
                      <a:pt x="2907792" y="4275213"/>
                    </a:moveTo>
                    <a:lnTo>
                      <a:pt x="2790847" y="4311645"/>
                    </a:lnTo>
                    <a:lnTo>
                      <a:pt x="2740971" y="4327186"/>
                    </a:lnTo>
                    <a:lnTo>
                      <a:pt x="2731143" y="4330257"/>
                    </a:lnTo>
                    <a:lnTo>
                      <a:pt x="2659970" y="4352392"/>
                    </a:lnTo>
                    <a:lnTo>
                      <a:pt x="2527772" y="4393527"/>
                    </a:lnTo>
                    <a:lnTo>
                      <a:pt x="2470876" y="4411233"/>
                    </a:lnTo>
                    <a:lnTo>
                      <a:pt x="2396783" y="4434274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38" name="Контур"/>
              <p:cNvSpPr/>
              <p:nvPr/>
            </p:nvSpPr>
            <p:spPr>
              <a:xfrm>
                <a:off x="1821253" y="10636308"/>
                <a:ext cx="924523" cy="55692"/>
              </a:xfrm>
              <a:custGeom>
                <a:avLst/>
                <a:gdLst/>
                <a:ahLst/>
                <a:cxnLst/>
                <a:rect l="l" t="t" r="r" b="b"/>
                <a:pathLst>
                  <a:path w="924523" h="55692" fill="none">
                    <a:moveTo>
                      <a:pt x="0" y="11866"/>
                    </a:moveTo>
                    <a:lnTo>
                      <a:pt x="3169" y="22523"/>
                    </a:lnTo>
                    <a:lnTo>
                      <a:pt x="5409" y="30070"/>
                    </a:lnTo>
                    <a:lnTo>
                      <a:pt x="13039" y="55692"/>
                    </a:lnTo>
                    <a:moveTo>
                      <a:pt x="28200" y="55692"/>
                    </a:moveTo>
                    <a:lnTo>
                      <a:pt x="19001" y="25647"/>
                    </a:lnTo>
                    <a:lnTo>
                      <a:pt x="16772" y="18347"/>
                    </a:lnTo>
                    <a:moveTo>
                      <a:pt x="742769" y="55692"/>
                    </a:moveTo>
                    <a:lnTo>
                      <a:pt x="754206" y="52197"/>
                    </a:lnTo>
                    <a:lnTo>
                      <a:pt x="870943" y="17173"/>
                    </a:lnTo>
                    <a:lnTo>
                      <a:pt x="924523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39" name="Контур"/>
              <p:cNvSpPr/>
              <p:nvPr/>
            </p:nvSpPr>
            <p:spPr>
              <a:xfrm>
                <a:off x="2466903" y="10551942"/>
                <a:ext cx="446791" cy="140058"/>
              </a:xfrm>
              <a:custGeom>
                <a:avLst/>
                <a:gdLst/>
                <a:ahLst/>
                <a:cxnLst/>
                <a:rect l="l" t="t" r="r" b="b"/>
                <a:pathLst>
                  <a:path w="446791" h="140058" fill="none">
                    <a:moveTo>
                      <a:pt x="0" y="140058"/>
                    </a:moveTo>
                    <a:lnTo>
                      <a:pt x="360110" y="27170"/>
                    </a:lnTo>
                    <a:lnTo>
                      <a:pt x="446791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40" name="Контур"/>
              <p:cNvSpPr/>
              <p:nvPr/>
            </p:nvSpPr>
            <p:spPr>
              <a:xfrm>
                <a:off x="841532" y="10139062"/>
                <a:ext cx="996493" cy="552938"/>
              </a:xfrm>
              <a:custGeom>
                <a:avLst/>
                <a:gdLst/>
                <a:ahLst/>
                <a:cxnLst/>
                <a:rect l="l" t="t" r="r" b="b"/>
                <a:pathLst>
                  <a:path w="996493" h="552938" fill="none">
                    <a:moveTo>
                      <a:pt x="996493" y="515593"/>
                    </a:moveTo>
                    <a:lnTo>
                      <a:pt x="993280" y="505090"/>
                    </a:lnTo>
                    <a:lnTo>
                      <a:pt x="991753" y="500146"/>
                    </a:lnTo>
                    <a:lnTo>
                      <a:pt x="922444" y="275946"/>
                    </a:lnTo>
                    <a:lnTo>
                      <a:pt x="914686" y="250828"/>
                    </a:lnTo>
                    <a:lnTo>
                      <a:pt x="909472" y="233949"/>
                    </a:lnTo>
                    <a:lnTo>
                      <a:pt x="905976" y="221643"/>
                    </a:lnTo>
                    <a:lnTo>
                      <a:pt x="884094" y="144449"/>
                    </a:lnTo>
                    <a:lnTo>
                      <a:pt x="875977" y="115802"/>
                    </a:lnTo>
                    <a:moveTo>
                      <a:pt x="836873" y="0"/>
                    </a:moveTo>
                    <a:lnTo>
                      <a:pt x="839931" y="37852"/>
                    </a:lnTo>
                    <a:lnTo>
                      <a:pt x="862384" y="119716"/>
                    </a:lnTo>
                    <a:lnTo>
                      <a:pt x="870214" y="148287"/>
                    </a:lnTo>
                    <a:lnTo>
                      <a:pt x="891586" y="226222"/>
                    </a:lnTo>
                    <a:lnTo>
                      <a:pt x="894881" y="238252"/>
                    </a:lnTo>
                    <a:lnTo>
                      <a:pt x="900234" y="255315"/>
                    </a:lnTo>
                    <a:lnTo>
                      <a:pt x="915950" y="305505"/>
                    </a:lnTo>
                    <a:lnTo>
                      <a:pt x="978176" y="504230"/>
                    </a:lnTo>
                    <a:lnTo>
                      <a:pt x="979721" y="509112"/>
                    </a:lnTo>
                    <a:moveTo>
                      <a:pt x="543448" y="344590"/>
                    </a:moveTo>
                    <a:lnTo>
                      <a:pt x="559496" y="339729"/>
                    </a:lnTo>
                    <a:lnTo>
                      <a:pt x="586953" y="331424"/>
                    </a:lnTo>
                    <a:moveTo>
                      <a:pt x="586953" y="331424"/>
                    </a:moveTo>
                    <a:lnTo>
                      <a:pt x="605196" y="325908"/>
                    </a:lnTo>
                    <a:lnTo>
                      <a:pt x="672608" y="305511"/>
                    </a:lnTo>
                    <a:lnTo>
                      <a:pt x="713467" y="293153"/>
                    </a:lnTo>
                    <a:lnTo>
                      <a:pt x="729238" y="288385"/>
                    </a:lnTo>
                    <a:lnTo>
                      <a:pt x="765082" y="277539"/>
                    </a:lnTo>
                    <a:lnTo>
                      <a:pt x="768092" y="276635"/>
                    </a:lnTo>
                    <a:lnTo>
                      <a:pt x="809123" y="264215"/>
                    </a:lnTo>
                    <a:lnTo>
                      <a:pt x="822430" y="260194"/>
                    </a:lnTo>
                    <a:lnTo>
                      <a:pt x="833933" y="256703"/>
                    </a:lnTo>
                    <a:lnTo>
                      <a:pt x="860833" y="248568"/>
                    </a:lnTo>
                    <a:lnTo>
                      <a:pt x="864451" y="247477"/>
                    </a:lnTo>
                    <a:lnTo>
                      <a:pt x="883544" y="241680"/>
                    </a:lnTo>
                    <a:lnTo>
                      <a:pt x="890240" y="239639"/>
                    </a:lnTo>
                    <a:lnTo>
                      <a:pt x="894881" y="238252"/>
                    </a:lnTo>
                    <a:lnTo>
                      <a:pt x="900129" y="236662"/>
                    </a:lnTo>
                    <a:lnTo>
                      <a:pt x="904797" y="235305"/>
                    </a:lnTo>
                    <a:lnTo>
                      <a:pt x="909472" y="233949"/>
                    </a:lnTo>
                    <a:moveTo>
                      <a:pt x="465954" y="368025"/>
                    </a:moveTo>
                    <a:lnTo>
                      <a:pt x="514794" y="353254"/>
                    </a:lnTo>
                    <a:lnTo>
                      <a:pt x="530748" y="348424"/>
                    </a:lnTo>
                    <a:lnTo>
                      <a:pt x="541617" y="345136"/>
                    </a:lnTo>
                    <a:lnTo>
                      <a:pt x="543448" y="344590"/>
                    </a:lnTo>
                    <a:moveTo>
                      <a:pt x="360465" y="399934"/>
                    </a:moveTo>
                    <a:lnTo>
                      <a:pt x="373538" y="395884"/>
                    </a:lnTo>
                    <a:lnTo>
                      <a:pt x="378344" y="394404"/>
                    </a:lnTo>
                    <a:lnTo>
                      <a:pt x="390533" y="390850"/>
                    </a:lnTo>
                    <a:moveTo>
                      <a:pt x="390533" y="390850"/>
                    </a:moveTo>
                    <a:lnTo>
                      <a:pt x="408204" y="385491"/>
                    </a:lnTo>
                    <a:lnTo>
                      <a:pt x="421772" y="381393"/>
                    </a:lnTo>
                    <a:moveTo>
                      <a:pt x="421772" y="381393"/>
                    </a:moveTo>
                    <a:lnTo>
                      <a:pt x="465954" y="368025"/>
                    </a:lnTo>
                    <a:moveTo>
                      <a:pt x="0" y="509384"/>
                    </a:moveTo>
                    <a:lnTo>
                      <a:pt x="10706" y="506097"/>
                    </a:lnTo>
                    <a:lnTo>
                      <a:pt x="46189" y="495488"/>
                    </a:lnTo>
                    <a:lnTo>
                      <a:pt x="56694" y="492125"/>
                    </a:lnTo>
                    <a:lnTo>
                      <a:pt x="88185" y="482361"/>
                    </a:lnTo>
                    <a:lnTo>
                      <a:pt x="132473" y="469056"/>
                    </a:lnTo>
                    <a:lnTo>
                      <a:pt x="178287" y="455284"/>
                    </a:lnTo>
                    <a:lnTo>
                      <a:pt x="189825" y="451779"/>
                    </a:lnTo>
                    <a:lnTo>
                      <a:pt x="277835" y="424985"/>
                    </a:lnTo>
                    <a:lnTo>
                      <a:pt x="306697" y="416199"/>
                    </a:lnTo>
                    <a:lnTo>
                      <a:pt x="318868" y="412522"/>
                    </a:lnTo>
                    <a:lnTo>
                      <a:pt x="343705" y="404997"/>
                    </a:lnTo>
                    <a:lnTo>
                      <a:pt x="360465" y="399934"/>
                    </a:lnTo>
                    <a:moveTo>
                      <a:pt x="0" y="509384"/>
                    </a:moveTo>
                    <a:lnTo>
                      <a:pt x="1711" y="515005"/>
                    </a:lnTo>
                    <a:lnTo>
                      <a:pt x="13273" y="552938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41" name="Контур"/>
              <p:cNvSpPr/>
              <p:nvPr/>
            </p:nvSpPr>
            <p:spPr>
              <a:xfrm>
                <a:off x="120416" y="10173034"/>
                <a:ext cx="216846" cy="234100"/>
              </a:xfrm>
              <a:custGeom>
                <a:avLst/>
                <a:gdLst/>
                <a:ahLst/>
                <a:cxnLst/>
                <a:rect l="l" t="t" r="r" b="b"/>
                <a:pathLst>
                  <a:path w="216846" h="234100" fill="none">
                    <a:moveTo>
                      <a:pt x="181592" y="196608"/>
                    </a:moveTo>
                    <a:lnTo>
                      <a:pt x="194189" y="210197"/>
                    </a:lnTo>
                    <a:lnTo>
                      <a:pt x="216846" y="234100"/>
                    </a:lnTo>
                    <a:moveTo>
                      <a:pt x="136578" y="148014"/>
                    </a:moveTo>
                    <a:lnTo>
                      <a:pt x="181592" y="196608"/>
                    </a:lnTo>
                    <a:moveTo>
                      <a:pt x="0" y="0"/>
                    </a:moveTo>
                    <a:lnTo>
                      <a:pt x="12780" y="13974"/>
                    </a:lnTo>
                    <a:lnTo>
                      <a:pt x="136578" y="148014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42" name="Контур"/>
              <p:cNvSpPr/>
              <p:nvPr/>
            </p:nvSpPr>
            <p:spPr>
              <a:xfrm>
                <a:off x="0" y="9872209"/>
                <a:ext cx="841532" cy="819791"/>
              </a:xfrm>
              <a:custGeom>
                <a:avLst/>
                <a:gdLst/>
                <a:ahLst/>
                <a:cxnLst/>
                <a:rect l="l" t="t" r="r" b="b"/>
                <a:pathLst>
                  <a:path w="841532" h="819791" fill="none">
                    <a:moveTo>
                      <a:pt x="187325" y="533591"/>
                    </a:moveTo>
                    <a:lnTo>
                      <a:pt x="190343" y="532626"/>
                    </a:lnTo>
                    <a:lnTo>
                      <a:pt x="218459" y="523739"/>
                    </a:lnTo>
                    <a:lnTo>
                      <a:pt x="251658" y="513232"/>
                    </a:lnTo>
                    <a:lnTo>
                      <a:pt x="284327" y="502697"/>
                    </a:lnTo>
                    <a:lnTo>
                      <a:pt x="299665" y="498164"/>
                    </a:lnTo>
                    <a:lnTo>
                      <a:pt x="302008" y="497433"/>
                    </a:lnTo>
                    <a:moveTo>
                      <a:pt x="73804" y="569697"/>
                    </a:moveTo>
                    <a:lnTo>
                      <a:pt x="86607" y="565188"/>
                    </a:lnTo>
                    <a:lnTo>
                      <a:pt x="152694" y="544425"/>
                    </a:lnTo>
                    <a:lnTo>
                      <a:pt x="181998" y="535257"/>
                    </a:lnTo>
                    <a:lnTo>
                      <a:pt x="187325" y="533591"/>
                    </a:lnTo>
                    <a:moveTo>
                      <a:pt x="605176" y="0"/>
                    </a:moveTo>
                    <a:lnTo>
                      <a:pt x="841532" y="776237"/>
                    </a:lnTo>
                    <a:moveTo>
                      <a:pt x="0" y="594358"/>
                    </a:moveTo>
                    <a:lnTo>
                      <a:pt x="61144" y="575732"/>
                    </a:lnTo>
                    <a:lnTo>
                      <a:pt x="73804" y="569697"/>
                    </a:lnTo>
                    <a:moveTo>
                      <a:pt x="723906" y="813370"/>
                    </a:moveTo>
                    <a:lnTo>
                      <a:pt x="786741" y="793535"/>
                    </a:lnTo>
                    <a:lnTo>
                      <a:pt x="833907" y="778650"/>
                    </a:lnTo>
                    <a:lnTo>
                      <a:pt x="841532" y="776237"/>
                    </a:lnTo>
                    <a:moveTo>
                      <a:pt x="703749" y="819791"/>
                    </a:moveTo>
                    <a:lnTo>
                      <a:pt x="712689" y="816904"/>
                    </a:lnTo>
                    <a:lnTo>
                      <a:pt x="723906" y="81337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43" name="Контур"/>
              <p:cNvSpPr/>
              <p:nvPr/>
            </p:nvSpPr>
            <p:spPr>
              <a:xfrm>
                <a:off x="337262" y="10407134"/>
                <a:ext cx="171550" cy="284866"/>
              </a:xfrm>
              <a:custGeom>
                <a:avLst/>
                <a:gdLst/>
                <a:ahLst/>
                <a:cxnLst/>
                <a:rect l="l" t="t" r="r" b="b"/>
                <a:pathLst>
                  <a:path w="171550" h="284866" fill="none">
                    <a:moveTo>
                      <a:pt x="0" y="0"/>
                    </a:moveTo>
                    <a:lnTo>
                      <a:pt x="7989" y="8671"/>
                    </a:lnTo>
                    <a:lnTo>
                      <a:pt x="55421" y="61280"/>
                    </a:lnTo>
                    <a:lnTo>
                      <a:pt x="85351" y="100608"/>
                    </a:lnTo>
                    <a:lnTo>
                      <a:pt x="91789" y="113075"/>
                    </a:lnTo>
                    <a:lnTo>
                      <a:pt x="101843" y="132530"/>
                    </a:lnTo>
                    <a:lnTo>
                      <a:pt x="119004" y="170031"/>
                    </a:lnTo>
                    <a:lnTo>
                      <a:pt x="120142" y="173127"/>
                    </a:lnTo>
                    <a:lnTo>
                      <a:pt x="122677" y="178746"/>
                    </a:lnTo>
                    <a:lnTo>
                      <a:pt x="124452" y="182687"/>
                    </a:lnTo>
                    <a:lnTo>
                      <a:pt x="140735" y="217215"/>
                    </a:lnTo>
                    <a:lnTo>
                      <a:pt x="153761" y="245741"/>
                    </a:lnTo>
                    <a:lnTo>
                      <a:pt x="161868" y="264509"/>
                    </a:lnTo>
                    <a:lnTo>
                      <a:pt x="171550" y="284866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44" name="Контур"/>
              <p:cNvSpPr/>
              <p:nvPr/>
            </p:nvSpPr>
            <p:spPr>
              <a:xfrm>
                <a:off x="73804" y="9489823"/>
                <a:ext cx="1643705" cy="1202177"/>
              </a:xfrm>
              <a:custGeom>
                <a:avLst/>
                <a:gdLst/>
                <a:ahLst/>
                <a:cxnLst/>
                <a:rect l="l" t="t" r="r" b="b"/>
                <a:pathLst>
                  <a:path w="1643705" h="1202177" fill="none">
                    <a:moveTo>
                      <a:pt x="0" y="952083"/>
                    </a:moveTo>
                    <a:lnTo>
                      <a:pt x="3485" y="964992"/>
                    </a:lnTo>
                    <a:lnTo>
                      <a:pt x="45992" y="1121707"/>
                    </a:lnTo>
                    <a:lnTo>
                      <a:pt x="67904" y="1202177"/>
                    </a:lnTo>
                    <a:moveTo>
                      <a:pt x="1593004" y="610382"/>
                    </a:moveTo>
                    <a:lnTo>
                      <a:pt x="1589631" y="598369"/>
                    </a:lnTo>
                    <a:lnTo>
                      <a:pt x="1571895" y="538134"/>
                    </a:lnTo>
                    <a:lnTo>
                      <a:pt x="1569990" y="531666"/>
                    </a:lnTo>
                    <a:lnTo>
                      <a:pt x="1565706" y="517111"/>
                    </a:lnTo>
                    <a:moveTo>
                      <a:pt x="1536856" y="419159"/>
                    </a:moveTo>
                    <a:lnTo>
                      <a:pt x="1523573" y="374033"/>
                    </a:lnTo>
                    <a:lnTo>
                      <a:pt x="1498297" y="288170"/>
                    </a:lnTo>
                    <a:lnTo>
                      <a:pt x="1490308" y="261033"/>
                    </a:lnTo>
                    <a:lnTo>
                      <a:pt x="1472267" y="199751"/>
                    </a:lnTo>
                    <a:lnTo>
                      <a:pt x="1470801" y="194761"/>
                    </a:lnTo>
                    <a:lnTo>
                      <a:pt x="1450531" y="125901"/>
                    </a:lnTo>
                    <a:lnTo>
                      <a:pt x="1449092" y="121019"/>
                    </a:lnTo>
                    <a:moveTo>
                      <a:pt x="1565706" y="517111"/>
                    </a:moveTo>
                    <a:lnTo>
                      <a:pt x="1556414" y="484876"/>
                    </a:lnTo>
                    <a:lnTo>
                      <a:pt x="1536856" y="419159"/>
                    </a:lnTo>
                    <a:moveTo>
                      <a:pt x="1603617" y="645789"/>
                    </a:moveTo>
                    <a:lnTo>
                      <a:pt x="1596692" y="622981"/>
                    </a:lnTo>
                    <a:lnTo>
                      <a:pt x="1593004" y="610382"/>
                    </a:lnTo>
                    <a:moveTo>
                      <a:pt x="1604601" y="649239"/>
                    </a:moveTo>
                    <a:lnTo>
                      <a:pt x="1603617" y="645789"/>
                    </a:lnTo>
                    <a:moveTo>
                      <a:pt x="1643705" y="765041"/>
                    </a:moveTo>
                    <a:lnTo>
                      <a:pt x="1620313" y="682564"/>
                    </a:lnTo>
                    <a:lnTo>
                      <a:pt x="1616361" y="674190"/>
                    </a:lnTo>
                    <a:lnTo>
                      <a:pt x="1612558" y="666125"/>
                    </a:lnTo>
                    <a:lnTo>
                      <a:pt x="1604601" y="649239"/>
                    </a:lnTo>
                    <a:moveTo>
                      <a:pt x="1201083" y="136123"/>
                    </a:moveTo>
                    <a:lnTo>
                      <a:pt x="1204199" y="141231"/>
                    </a:lnTo>
                    <a:lnTo>
                      <a:pt x="1207537" y="148034"/>
                    </a:lnTo>
                    <a:lnTo>
                      <a:pt x="1208667" y="151052"/>
                    </a:lnTo>
                    <a:lnTo>
                      <a:pt x="1209788" y="154085"/>
                    </a:lnTo>
                    <a:lnTo>
                      <a:pt x="1212080" y="162233"/>
                    </a:lnTo>
                    <a:lnTo>
                      <a:pt x="1214930" y="173894"/>
                    </a:lnTo>
                    <a:moveTo>
                      <a:pt x="417502" y="0"/>
                    </a:moveTo>
                    <a:lnTo>
                      <a:pt x="422765" y="17728"/>
                    </a:lnTo>
                    <a:lnTo>
                      <a:pt x="443082" y="88842"/>
                    </a:lnTo>
                    <a:lnTo>
                      <a:pt x="444056" y="92246"/>
                    </a:lnTo>
                    <a:lnTo>
                      <a:pt x="449866" y="112577"/>
                    </a:lnTo>
                    <a:lnTo>
                      <a:pt x="467867" y="172830"/>
                    </a:lnTo>
                    <a:lnTo>
                      <a:pt x="479562" y="212213"/>
                    </a:lnTo>
                    <a:lnTo>
                      <a:pt x="486860" y="236455"/>
                    </a:lnTo>
                    <a:lnTo>
                      <a:pt x="488001" y="240660"/>
                    </a:lnTo>
                    <a:lnTo>
                      <a:pt x="489221" y="244757"/>
                    </a:lnTo>
                    <a:lnTo>
                      <a:pt x="496152" y="268107"/>
                    </a:lnTo>
                    <a:lnTo>
                      <a:pt x="517274" y="337861"/>
                    </a:lnTo>
                    <a:lnTo>
                      <a:pt x="525253" y="363319"/>
                    </a:lnTo>
                    <a:lnTo>
                      <a:pt x="527243" y="369433"/>
                    </a:lnTo>
                    <a:lnTo>
                      <a:pt x="531372" y="38238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45" name="Контур"/>
              <p:cNvSpPr/>
              <p:nvPr/>
            </p:nvSpPr>
            <p:spPr>
              <a:xfrm>
                <a:off x="0" y="8682794"/>
                <a:ext cx="2347718" cy="1373019"/>
              </a:xfrm>
              <a:custGeom>
                <a:avLst/>
                <a:gdLst/>
                <a:ahLst/>
                <a:cxnLst/>
                <a:rect l="l" t="t" r="r" b="b"/>
                <a:pathLst>
                  <a:path w="2347718" h="1373019" fill="none">
                    <a:moveTo>
                      <a:pt x="0" y="1272247"/>
                    </a:moveTo>
                    <a:lnTo>
                      <a:pt x="3971" y="1290133"/>
                    </a:lnTo>
                    <a:lnTo>
                      <a:pt x="5001" y="1294832"/>
                    </a:lnTo>
                    <a:lnTo>
                      <a:pt x="6427" y="1301364"/>
                    </a:lnTo>
                    <a:lnTo>
                      <a:pt x="13913" y="1333839"/>
                    </a:lnTo>
                    <a:lnTo>
                      <a:pt x="17278" y="1349908"/>
                    </a:lnTo>
                    <a:lnTo>
                      <a:pt x="23027" y="1364859"/>
                    </a:lnTo>
                    <a:lnTo>
                      <a:pt x="26672" y="1373019"/>
                    </a:lnTo>
                    <a:moveTo>
                      <a:pt x="2066387" y="293710"/>
                    </a:moveTo>
                    <a:lnTo>
                      <a:pt x="2044863" y="316212"/>
                    </a:lnTo>
                    <a:lnTo>
                      <a:pt x="2036662" y="324765"/>
                    </a:lnTo>
                    <a:moveTo>
                      <a:pt x="2347718" y="0"/>
                    </a:moveTo>
                    <a:lnTo>
                      <a:pt x="2303745" y="44870"/>
                    </a:lnTo>
                    <a:lnTo>
                      <a:pt x="2256552" y="93035"/>
                    </a:lnTo>
                    <a:lnTo>
                      <a:pt x="2250791" y="98912"/>
                    </a:lnTo>
                    <a:lnTo>
                      <a:pt x="2239103" y="110853"/>
                    </a:lnTo>
                    <a:lnTo>
                      <a:pt x="2224078" y="126843"/>
                    </a:lnTo>
                    <a:lnTo>
                      <a:pt x="2194615" y="158206"/>
                    </a:lnTo>
                    <a:lnTo>
                      <a:pt x="2115619" y="241871"/>
                    </a:lnTo>
                    <a:lnTo>
                      <a:pt x="2066387" y="293710"/>
                    </a:lnTo>
                    <a:moveTo>
                      <a:pt x="2036662" y="324765"/>
                    </a:moveTo>
                    <a:lnTo>
                      <a:pt x="2026783" y="335327"/>
                    </a:lnTo>
                    <a:lnTo>
                      <a:pt x="2017129" y="345641"/>
                    </a:lnTo>
                    <a:moveTo>
                      <a:pt x="2017129" y="345641"/>
                    </a:moveTo>
                    <a:lnTo>
                      <a:pt x="1948783" y="417105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46" name="Контур"/>
              <p:cNvSpPr/>
              <p:nvPr/>
            </p:nvSpPr>
            <p:spPr>
              <a:xfrm>
                <a:off x="0" y="8030528"/>
                <a:ext cx="2036662" cy="1624154"/>
              </a:xfrm>
              <a:custGeom>
                <a:avLst/>
                <a:gdLst/>
                <a:ahLst/>
                <a:cxnLst/>
                <a:rect l="l" t="t" r="r" b="b"/>
                <a:pathLst>
                  <a:path w="2036662" h="1624154" fill="none">
                    <a:moveTo>
                      <a:pt x="2036662" y="977031"/>
                    </a:moveTo>
                    <a:lnTo>
                      <a:pt x="2026129" y="965858"/>
                    </a:lnTo>
                    <a:lnTo>
                      <a:pt x="2023011" y="962708"/>
                    </a:lnTo>
                    <a:lnTo>
                      <a:pt x="2017508" y="957762"/>
                    </a:lnTo>
                    <a:lnTo>
                      <a:pt x="2009572" y="949664"/>
                    </a:lnTo>
                    <a:lnTo>
                      <a:pt x="1899396" y="846186"/>
                    </a:lnTo>
                    <a:lnTo>
                      <a:pt x="1885844" y="832788"/>
                    </a:lnTo>
                    <a:lnTo>
                      <a:pt x="1840867" y="787767"/>
                    </a:lnTo>
                    <a:lnTo>
                      <a:pt x="1830525" y="778952"/>
                    </a:lnTo>
                    <a:lnTo>
                      <a:pt x="1802001" y="750325"/>
                    </a:lnTo>
                    <a:lnTo>
                      <a:pt x="1770039" y="718997"/>
                    </a:lnTo>
                    <a:lnTo>
                      <a:pt x="1760800" y="712830"/>
                    </a:lnTo>
                    <a:lnTo>
                      <a:pt x="1731513" y="700300"/>
                    </a:lnTo>
                    <a:lnTo>
                      <a:pt x="1700005" y="696071"/>
                    </a:lnTo>
                    <a:moveTo>
                      <a:pt x="1534148" y="872678"/>
                    </a:moveTo>
                    <a:lnTo>
                      <a:pt x="1448561" y="958745"/>
                    </a:lnTo>
                    <a:lnTo>
                      <a:pt x="1456865" y="1003287"/>
                    </a:lnTo>
                    <a:lnTo>
                      <a:pt x="1497918" y="1048770"/>
                    </a:lnTo>
                    <a:lnTo>
                      <a:pt x="1742738" y="1284041"/>
                    </a:lnTo>
                    <a:moveTo>
                      <a:pt x="1522896" y="1580314"/>
                    </a:moveTo>
                    <a:lnTo>
                      <a:pt x="1520983" y="1571456"/>
                    </a:lnTo>
                    <a:lnTo>
                      <a:pt x="1518559" y="1557712"/>
                    </a:lnTo>
                    <a:lnTo>
                      <a:pt x="1518535" y="1555385"/>
                    </a:lnTo>
                    <a:lnTo>
                      <a:pt x="1518441" y="1547831"/>
                    </a:lnTo>
                    <a:lnTo>
                      <a:pt x="1520076" y="1535477"/>
                    </a:lnTo>
                    <a:lnTo>
                      <a:pt x="1523604" y="1522902"/>
                    </a:lnTo>
                    <a:lnTo>
                      <a:pt x="1526947" y="1515060"/>
                    </a:lnTo>
                    <a:lnTo>
                      <a:pt x="1529584" y="1508869"/>
                    </a:lnTo>
                    <a:moveTo>
                      <a:pt x="1317964" y="1624154"/>
                    </a:moveTo>
                    <a:lnTo>
                      <a:pt x="1304811" y="1616041"/>
                    </a:lnTo>
                    <a:lnTo>
                      <a:pt x="1295997" y="1610335"/>
                    </a:lnTo>
                    <a:lnTo>
                      <a:pt x="1274887" y="1595418"/>
                    </a:lnTo>
                    <a:moveTo>
                      <a:pt x="726743" y="1137683"/>
                    </a:moveTo>
                    <a:lnTo>
                      <a:pt x="1187045" y="475101"/>
                    </a:lnTo>
                    <a:lnTo>
                      <a:pt x="1615481" y="0"/>
                    </a:lnTo>
                    <a:moveTo>
                      <a:pt x="296131" y="1022706"/>
                    </a:moveTo>
                    <a:lnTo>
                      <a:pt x="283235" y="1009595"/>
                    </a:lnTo>
                    <a:lnTo>
                      <a:pt x="271052" y="997222"/>
                    </a:lnTo>
                    <a:lnTo>
                      <a:pt x="264695" y="990751"/>
                    </a:lnTo>
                    <a:moveTo>
                      <a:pt x="264695" y="990751"/>
                    </a:moveTo>
                    <a:lnTo>
                      <a:pt x="244153" y="969878"/>
                    </a:lnTo>
                    <a:lnTo>
                      <a:pt x="223733" y="949128"/>
                    </a:lnTo>
                    <a:lnTo>
                      <a:pt x="212613" y="937815"/>
                    </a:lnTo>
                    <a:moveTo>
                      <a:pt x="212613" y="937815"/>
                    </a:moveTo>
                    <a:lnTo>
                      <a:pt x="190191" y="915267"/>
                    </a:lnTo>
                    <a:lnTo>
                      <a:pt x="96925" y="824208"/>
                    </a:lnTo>
                    <a:lnTo>
                      <a:pt x="80322" y="808070"/>
                    </a:lnTo>
                    <a:lnTo>
                      <a:pt x="64128" y="792333"/>
                    </a:lnTo>
                    <a:lnTo>
                      <a:pt x="50856" y="789721"/>
                    </a:lnTo>
                    <a:moveTo>
                      <a:pt x="336511" y="1063744"/>
                    </a:moveTo>
                    <a:lnTo>
                      <a:pt x="317667" y="1044593"/>
                    </a:lnTo>
                    <a:lnTo>
                      <a:pt x="301922" y="1028592"/>
                    </a:lnTo>
                    <a:lnTo>
                      <a:pt x="296131" y="1022706"/>
                    </a:lnTo>
                    <a:moveTo>
                      <a:pt x="0" y="840433"/>
                    </a:moveTo>
                    <a:lnTo>
                      <a:pt x="17542" y="823073"/>
                    </a:lnTo>
                    <a:lnTo>
                      <a:pt x="37951" y="802632"/>
                    </a:lnTo>
                    <a:lnTo>
                      <a:pt x="50856" y="789721"/>
                    </a:lnTo>
                    <a:moveTo>
                      <a:pt x="690886" y="1187465"/>
                    </a:moveTo>
                    <a:lnTo>
                      <a:pt x="726743" y="1137683"/>
                    </a:lnTo>
                    <a:moveTo>
                      <a:pt x="690886" y="1187465"/>
                    </a:moveTo>
                    <a:lnTo>
                      <a:pt x="703521" y="1196752"/>
                    </a:lnTo>
                    <a:lnTo>
                      <a:pt x="753154" y="1233242"/>
                    </a:lnTo>
                    <a:moveTo>
                      <a:pt x="753154" y="1233242"/>
                    </a:moveTo>
                    <a:lnTo>
                      <a:pt x="743574" y="1198586"/>
                    </a:lnTo>
                    <a:lnTo>
                      <a:pt x="733670" y="1162759"/>
                    </a:lnTo>
                    <a:lnTo>
                      <a:pt x="732169" y="1157322"/>
                    </a:lnTo>
                    <a:lnTo>
                      <a:pt x="726743" y="1137683"/>
                    </a:lnTo>
                    <a:moveTo>
                      <a:pt x="465844" y="1187927"/>
                    </a:moveTo>
                    <a:lnTo>
                      <a:pt x="460141" y="1182317"/>
                    </a:lnTo>
                    <a:lnTo>
                      <a:pt x="448490" y="1170899"/>
                    </a:lnTo>
                    <a:lnTo>
                      <a:pt x="431076" y="1154287"/>
                    </a:lnTo>
                    <a:moveTo>
                      <a:pt x="431076" y="1154287"/>
                    </a:moveTo>
                    <a:lnTo>
                      <a:pt x="395222" y="1120096"/>
                    </a:lnTo>
                    <a:lnTo>
                      <a:pt x="336511" y="1063744"/>
                    </a:lnTo>
                    <a:moveTo>
                      <a:pt x="600166" y="1317549"/>
                    </a:moveTo>
                    <a:lnTo>
                      <a:pt x="592983" y="1311019"/>
                    </a:lnTo>
                    <a:lnTo>
                      <a:pt x="579547" y="1298111"/>
                    </a:lnTo>
                    <a:lnTo>
                      <a:pt x="569247" y="1288215"/>
                    </a:lnTo>
                    <a:lnTo>
                      <a:pt x="505213" y="1226716"/>
                    </a:lnTo>
                    <a:lnTo>
                      <a:pt x="465844" y="1187927"/>
                    </a:lnTo>
                    <a:moveTo>
                      <a:pt x="600166" y="1317549"/>
                    </a:moveTo>
                    <a:lnTo>
                      <a:pt x="607072" y="1307615"/>
                    </a:lnTo>
                    <a:lnTo>
                      <a:pt x="683634" y="1197770"/>
                    </a:lnTo>
                    <a:lnTo>
                      <a:pt x="690886" y="1187465"/>
                    </a:lnTo>
                    <a:moveTo>
                      <a:pt x="753154" y="1233242"/>
                    </a:moveTo>
                    <a:lnTo>
                      <a:pt x="886156" y="1324599"/>
                    </a:lnTo>
                    <a:lnTo>
                      <a:pt x="895274" y="1330845"/>
                    </a:lnTo>
                    <a:lnTo>
                      <a:pt x="1009981" y="1412159"/>
                    </a:lnTo>
                    <a:lnTo>
                      <a:pt x="1032402" y="1427088"/>
                    </a:lnTo>
                    <a:lnTo>
                      <a:pt x="1059444" y="1445749"/>
                    </a:lnTo>
                    <a:lnTo>
                      <a:pt x="1080631" y="1460297"/>
                    </a:lnTo>
                    <a:lnTo>
                      <a:pt x="1097850" y="1472128"/>
                    </a:lnTo>
                    <a:lnTo>
                      <a:pt x="1109649" y="1480662"/>
                    </a:lnTo>
                    <a:lnTo>
                      <a:pt x="1152142" y="1508939"/>
                    </a:lnTo>
                    <a:lnTo>
                      <a:pt x="1246125" y="1574405"/>
                    </a:lnTo>
                    <a:lnTo>
                      <a:pt x="1263573" y="1586867"/>
                    </a:lnTo>
                    <a:lnTo>
                      <a:pt x="1274887" y="1595418"/>
                    </a:lnTo>
                    <a:moveTo>
                      <a:pt x="491306" y="1459295"/>
                    </a:moveTo>
                    <a:lnTo>
                      <a:pt x="516291" y="1427909"/>
                    </a:lnTo>
                    <a:lnTo>
                      <a:pt x="545121" y="1390097"/>
                    </a:lnTo>
                    <a:lnTo>
                      <a:pt x="546503" y="1387904"/>
                    </a:lnTo>
                    <a:lnTo>
                      <a:pt x="549702" y="1383623"/>
                    </a:lnTo>
                    <a:lnTo>
                      <a:pt x="592670" y="1327716"/>
                    </a:lnTo>
                    <a:lnTo>
                      <a:pt x="600166" y="1317549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47" name="Контур"/>
              <p:cNvSpPr/>
              <p:nvPr/>
            </p:nvSpPr>
            <p:spPr>
              <a:xfrm>
                <a:off x="4497121" y="9669913"/>
                <a:ext cx="583389" cy="280929"/>
              </a:xfrm>
              <a:custGeom>
                <a:avLst/>
                <a:gdLst/>
                <a:ahLst/>
                <a:cxnLst/>
                <a:rect l="l" t="t" r="r" b="b"/>
                <a:pathLst>
                  <a:path w="583389" h="280929" fill="none">
                    <a:moveTo>
                      <a:pt x="583389" y="0"/>
                    </a:moveTo>
                    <a:lnTo>
                      <a:pt x="308289" y="132485"/>
                    </a:lnTo>
                    <a:lnTo>
                      <a:pt x="111856" y="227078"/>
                    </a:lnTo>
                    <a:moveTo>
                      <a:pt x="111856" y="227078"/>
                    </a:moveTo>
                    <a:lnTo>
                      <a:pt x="0" y="280929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48" name="Контур"/>
              <p:cNvSpPr/>
              <p:nvPr/>
            </p:nvSpPr>
            <p:spPr>
              <a:xfrm>
                <a:off x="4490519" y="9702169"/>
                <a:ext cx="455217" cy="219777"/>
              </a:xfrm>
              <a:custGeom>
                <a:avLst/>
                <a:gdLst/>
                <a:ahLst/>
                <a:cxnLst/>
                <a:rect l="l" t="t" r="r" b="b"/>
                <a:pathLst>
                  <a:path w="455217" h="219777" fill="none">
                    <a:moveTo>
                      <a:pt x="455217" y="0"/>
                    </a:moveTo>
                    <a:lnTo>
                      <a:pt x="373319" y="39453"/>
                    </a:lnTo>
                    <a:lnTo>
                      <a:pt x="340239" y="55303"/>
                    </a:lnTo>
                    <a:lnTo>
                      <a:pt x="241674" y="102957"/>
                    </a:lnTo>
                    <a:lnTo>
                      <a:pt x="0" y="21977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49" name="Контур"/>
              <p:cNvSpPr/>
              <p:nvPr/>
            </p:nvSpPr>
            <p:spPr>
              <a:xfrm>
                <a:off x="5342982" y="10167028"/>
                <a:ext cx="484995" cy="47498"/>
              </a:xfrm>
              <a:custGeom>
                <a:avLst/>
                <a:gdLst/>
                <a:ahLst/>
                <a:cxnLst/>
                <a:rect l="l" t="t" r="r" b="b"/>
                <a:pathLst>
                  <a:path w="484995" h="47498" fill="none">
                    <a:moveTo>
                      <a:pt x="20475" y="43087"/>
                    </a:moveTo>
                    <a:lnTo>
                      <a:pt x="0" y="47498"/>
                    </a:lnTo>
                    <a:moveTo>
                      <a:pt x="69533" y="36237"/>
                    </a:moveTo>
                    <a:lnTo>
                      <a:pt x="38702" y="38931"/>
                    </a:lnTo>
                    <a:lnTo>
                      <a:pt x="30449" y="40150"/>
                    </a:lnTo>
                    <a:lnTo>
                      <a:pt x="28270" y="40467"/>
                    </a:lnTo>
                    <a:lnTo>
                      <a:pt x="20475" y="43087"/>
                    </a:lnTo>
                    <a:moveTo>
                      <a:pt x="484995" y="0"/>
                    </a:moveTo>
                    <a:lnTo>
                      <a:pt x="472833" y="911"/>
                    </a:lnTo>
                    <a:lnTo>
                      <a:pt x="418540" y="5720"/>
                    </a:lnTo>
                    <a:lnTo>
                      <a:pt x="346652" y="12015"/>
                    </a:lnTo>
                    <a:lnTo>
                      <a:pt x="294694" y="16566"/>
                    </a:lnTo>
                    <a:lnTo>
                      <a:pt x="243490" y="21037"/>
                    </a:lnTo>
                    <a:lnTo>
                      <a:pt x="222545" y="22861"/>
                    </a:lnTo>
                    <a:lnTo>
                      <a:pt x="69533" y="36237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50" name="Контур"/>
              <p:cNvSpPr/>
              <p:nvPr/>
            </p:nvSpPr>
            <p:spPr>
              <a:xfrm>
                <a:off x="3611733" y="9541390"/>
                <a:ext cx="694296" cy="331617"/>
              </a:xfrm>
              <a:custGeom>
                <a:avLst/>
                <a:gdLst/>
                <a:ahLst/>
                <a:cxnLst/>
                <a:rect l="l" t="t" r="r" b="b"/>
                <a:pathLst>
                  <a:path w="694296" h="331617" fill="none">
                    <a:moveTo>
                      <a:pt x="23809" y="320000"/>
                    </a:moveTo>
                    <a:lnTo>
                      <a:pt x="180467" y="245238"/>
                    </a:lnTo>
                    <a:lnTo>
                      <a:pt x="348388" y="165097"/>
                    </a:lnTo>
                    <a:lnTo>
                      <a:pt x="357359" y="160825"/>
                    </a:lnTo>
                    <a:lnTo>
                      <a:pt x="361692" y="158743"/>
                    </a:lnTo>
                    <a:lnTo>
                      <a:pt x="405539" y="137818"/>
                    </a:lnTo>
                    <a:lnTo>
                      <a:pt x="526523" y="80089"/>
                    </a:lnTo>
                    <a:lnTo>
                      <a:pt x="661371" y="15708"/>
                    </a:lnTo>
                    <a:lnTo>
                      <a:pt x="675368" y="9073"/>
                    </a:lnTo>
                    <a:lnTo>
                      <a:pt x="694296" y="0"/>
                    </a:lnTo>
                    <a:moveTo>
                      <a:pt x="0" y="331617"/>
                    </a:moveTo>
                    <a:lnTo>
                      <a:pt x="17846" y="322904"/>
                    </a:lnTo>
                    <a:lnTo>
                      <a:pt x="23809" y="32000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51" name="Контур"/>
              <p:cNvSpPr/>
              <p:nvPr/>
            </p:nvSpPr>
            <p:spPr>
              <a:xfrm>
                <a:off x="3526974" y="9443216"/>
                <a:ext cx="2079635" cy="729237"/>
              </a:xfrm>
              <a:custGeom>
                <a:avLst/>
                <a:gdLst/>
                <a:ahLst/>
                <a:cxnLst/>
                <a:rect l="l" t="t" r="r" b="b"/>
                <a:pathLst>
                  <a:path w="2079635" h="729237" fill="none">
                    <a:moveTo>
                      <a:pt x="0" y="269257"/>
                    </a:moveTo>
                    <a:lnTo>
                      <a:pt x="1713" y="357555"/>
                    </a:lnTo>
                    <a:lnTo>
                      <a:pt x="5220" y="425404"/>
                    </a:lnTo>
                    <a:moveTo>
                      <a:pt x="701856" y="659221"/>
                    </a:moveTo>
                    <a:lnTo>
                      <a:pt x="883008" y="573207"/>
                    </a:lnTo>
                    <a:lnTo>
                      <a:pt x="976260" y="528723"/>
                    </a:lnTo>
                    <a:lnTo>
                      <a:pt x="1173844" y="434453"/>
                    </a:lnTo>
                    <a:lnTo>
                      <a:pt x="1233932" y="405783"/>
                    </a:lnTo>
                    <a:lnTo>
                      <a:pt x="1427415" y="312800"/>
                    </a:lnTo>
                    <a:lnTo>
                      <a:pt x="1843265" y="112951"/>
                    </a:lnTo>
                    <a:lnTo>
                      <a:pt x="1939102" y="67270"/>
                    </a:lnTo>
                    <a:lnTo>
                      <a:pt x="2031550" y="23205"/>
                    </a:lnTo>
                    <a:lnTo>
                      <a:pt x="2079635" y="0"/>
                    </a:lnTo>
                    <a:moveTo>
                      <a:pt x="551908" y="729237"/>
                    </a:moveTo>
                    <a:lnTo>
                      <a:pt x="614689" y="699500"/>
                    </a:lnTo>
                    <a:lnTo>
                      <a:pt x="667470" y="675103"/>
                    </a:lnTo>
                    <a:lnTo>
                      <a:pt x="675574" y="671358"/>
                    </a:lnTo>
                    <a:lnTo>
                      <a:pt x="701856" y="659221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52" name="Контур"/>
              <p:cNvSpPr/>
              <p:nvPr/>
            </p:nvSpPr>
            <p:spPr>
              <a:xfrm>
                <a:off x="4046088" y="9950842"/>
                <a:ext cx="451033" cy="188864"/>
              </a:xfrm>
              <a:custGeom>
                <a:avLst/>
                <a:gdLst/>
                <a:ahLst/>
                <a:cxnLst/>
                <a:rect l="l" t="t" r="r" b="b"/>
                <a:pathLst>
                  <a:path w="451033" h="188864" fill="none">
                    <a:moveTo>
                      <a:pt x="451033" y="0"/>
                    </a:moveTo>
                    <a:lnTo>
                      <a:pt x="360709" y="33250"/>
                    </a:lnTo>
                    <a:lnTo>
                      <a:pt x="261115" y="69924"/>
                    </a:lnTo>
                    <a:lnTo>
                      <a:pt x="179389" y="104018"/>
                    </a:lnTo>
                    <a:lnTo>
                      <a:pt x="127100" y="127381"/>
                    </a:lnTo>
                    <a:lnTo>
                      <a:pt x="65119" y="157331"/>
                    </a:lnTo>
                    <a:lnTo>
                      <a:pt x="0" y="188864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253" name="Контур"/>
              <p:cNvSpPr/>
              <p:nvPr/>
            </p:nvSpPr>
            <p:spPr>
              <a:xfrm>
                <a:off x="4037211" y="9921946"/>
                <a:ext cx="453308" cy="190721"/>
              </a:xfrm>
              <a:custGeom>
                <a:avLst/>
                <a:gdLst/>
                <a:ahLst/>
                <a:cxnLst/>
                <a:rect l="l" t="t" r="r" b="b"/>
                <a:pathLst>
                  <a:path w="453308" h="190721" fill="none">
                    <a:moveTo>
                      <a:pt x="453308" y="0"/>
                    </a:moveTo>
                    <a:lnTo>
                      <a:pt x="354404" y="46740"/>
                    </a:lnTo>
                    <a:lnTo>
                      <a:pt x="314880" y="65416"/>
                    </a:lnTo>
                    <a:lnTo>
                      <a:pt x="270575" y="82507"/>
                    </a:lnTo>
                    <a:lnTo>
                      <a:pt x="246668" y="91121"/>
                    </a:lnTo>
                    <a:lnTo>
                      <a:pt x="194187" y="111679"/>
                    </a:lnTo>
                    <a:lnTo>
                      <a:pt x="76470" y="157682"/>
                    </a:lnTo>
                    <a:lnTo>
                      <a:pt x="0" y="190721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54" name="Контур"/>
              <p:cNvSpPr/>
              <p:nvPr/>
            </p:nvSpPr>
            <p:spPr>
              <a:xfrm>
                <a:off x="3529776" y="9868620"/>
                <a:ext cx="2866" cy="125609"/>
              </a:xfrm>
              <a:custGeom>
                <a:avLst/>
                <a:gdLst/>
                <a:ahLst/>
                <a:cxnLst/>
                <a:rect l="l" t="t" r="r" b="b"/>
                <a:pathLst>
                  <a:path w="2866" h="125609" fill="none">
                    <a:moveTo>
                      <a:pt x="0" y="96159"/>
                    </a:moveTo>
                    <a:lnTo>
                      <a:pt x="2866" y="125609"/>
                    </a:lnTo>
                    <a:moveTo>
                      <a:pt x="2418" y="0"/>
                    </a:moveTo>
                    <a:lnTo>
                      <a:pt x="0" y="96159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255" name="Контур"/>
              <p:cNvSpPr/>
              <p:nvPr/>
            </p:nvSpPr>
            <p:spPr>
              <a:xfrm>
                <a:off x="3495295" y="9080001"/>
                <a:ext cx="90873" cy="1014218"/>
              </a:xfrm>
              <a:custGeom>
                <a:avLst/>
                <a:gdLst/>
                <a:ahLst/>
                <a:cxnLst/>
                <a:rect l="l" t="t" r="r" b="b"/>
                <a:pathLst>
                  <a:path w="90873" h="1014218" fill="none">
                    <a:moveTo>
                      <a:pt x="36899" y="788619"/>
                    </a:moveTo>
                    <a:lnTo>
                      <a:pt x="45921" y="883581"/>
                    </a:lnTo>
                    <a:moveTo>
                      <a:pt x="74129" y="880644"/>
                    </a:moveTo>
                    <a:lnTo>
                      <a:pt x="64251" y="786779"/>
                    </a:lnTo>
                    <a:lnTo>
                      <a:pt x="61221" y="718697"/>
                    </a:lnTo>
                    <a:lnTo>
                      <a:pt x="59740" y="632496"/>
                    </a:lnTo>
                    <a:lnTo>
                      <a:pt x="58766" y="554185"/>
                    </a:lnTo>
                    <a:lnTo>
                      <a:pt x="59175" y="474236"/>
                    </a:lnTo>
                    <a:lnTo>
                      <a:pt x="58459" y="402677"/>
                    </a:lnTo>
                    <a:lnTo>
                      <a:pt x="57200" y="371063"/>
                    </a:lnTo>
                    <a:lnTo>
                      <a:pt x="55387" y="325299"/>
                    </a:lnTo>
                    <a:lnTo>
                      <a:pt x="49317" y="257011"/>
                    </a:lnTo>
                    <a:lnTo>
                      <a:pt x="41172" y="193372"/>
                    </a:lnTo>
                    <a:lnTo>
                      <a:pt x="29765" y="127879"/>
                    </a:lnTo>
                    <a:lnTo>
                      <a:pt x="15554" y="59852"/>
                    </a:lnTo>
                    <a:lnTo>
                      <a:pt x="0" y="0"/>
                    </a:lnTo>
                    <a:moveTo>
                      <a:pt x="45921" y="883581"/>
                    </a:moveTo>
                    <a:lnTo>
                      <a:pt x="58779" y="987948"/>
                    </a:lnTo>
                    <a:lnTo>
                      <a:pt x="62972" y="1014218"/>
                    </a:lnTo>
                    <a:moveTo>
                      <a:pt x="90873" y="1010403"/>
                    </a:moveTo>
                    <a:lnTo>
                      <a:pt x="87665" y="984901"/>
                    </a:lnTo>
                    <a:lnTo>
                      <a:pt x="74129" y="880644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56" name="Контур"/>
              <p:cNvSpPr/>
              <p:nvPr/>
            </p:nvSpPr>
            <p:spPr>
              <a:xfrm>
                <a:off x="3532642" y="9994229"/>
                <a:ext cx="4882" cy="102700"/>
              </a:xfrm>
              <a:custGeom>
                <a:avLst/>
                <a:gdLst/>
                <a:ahLst/>
                <a:cxnLst/>
                <a:rect l="l" t="t" r="r" b="b"/>
                <a:pathLst>
                  <a:path w="4882" h="102700" fill="none">
                    <a:moveTo>
                      <a:pt x="0" y="0"/>
                    </a:moveTo>
                    <a:lnTo>
                      <a:pt x="3738" y="76435"/>
                    </a:lnTo>
                    <a:lnTo>
                      <a:pt x="4882" y="102700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257" name="Контур"/>
              <p:cNvSpPr/>
              <p:nvPr/>
            </p:nvSpPr>
            <p:spPr>
              <a:xfrm>
                <a:off x="3893505" y="10112667"/>
                <a:ext cx="143706" cy="111304"/>
              </a:xfrm>
              <a:custGeom>
                <a:avLst/>
                <a:gdLst/>
                <a:ahLst/>
                <a:cxnLst/>
                <a:rect l="l" t="t" r="r" b="b"/>
                <a:pathLst>
                  <a:path w="143706" h="111304" fill="none">
                    <a:moveTo>
                      <a:pt x="143706" y="0"/>
                    </a:moveTo>
                    <a:lnTo>
                      <a:pt x="106406" y="19653"/>
                    </a:lnTo>
                    <a:lnTo>
                      <a:pt x="92484" y="28152"/>
                    </a:lnTo>
                    <a:lnTo>
                      <a:pt x="84198" y="34765"/>
                    </a:lnTo>
                    <a:lnTo>
                      <a:pt x="72785" y="45598"/>
                    </a:lnTo>
                    <a:lnTo>
                      <a:pt x="63578" y="56747"/>
                    </a:lnTo>
                    <a:lnTo>
                      <a:pt x="57022" y="66159"/>
                    </a:lnTo>
                    <a:lnTo>
                      <a:pt x="52196" y="73684"/>
                    </a:lnTo>
                    <a:lnTo>
                      <a:pt x="48601" y="78384"/>
                    </a:lnTo>
                    <a:lnTo>
                      <a:pt x="42507" y="83740"/>
                    </a:lnTo>
                    <a:lnTo>
                      <a:pt x="33273" y="89709"/>
                    </a:lnTo>
                    <a:lnTo>
                      <a:pt x="0" y="111304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58" name="Контур"/>
              <p:cNvSpPr/>
              <p:nvPr/>
            </p:nvSpPr>
            <p:spPr>
              <a:xfrm>
                <a:off x="3893505" y="9950842"/>
                <a:ext cx="603616" cy="273129"/>
              </a:xfrm>
              <a:custGeom>
                <a:avLst/>
                <a:gdLst/>
                <a:ahLst/>
                <a:cxnLst/>
                <a:rect l="l" t="t" r="r" b="b"/>
                <a:pathLst>
                  <a:path w="603616" h="273129" fill="none">
                    <a:moveTo>
                      <a:pt x="603616" y="0"/>
                    </a:moveTo>
                    <a:lnTo>
                      <a:pt x="234203" y="177296"/>
                    </a:lnTo>
                    <a:lnTo>
                      <a:pt x="146387" y="215911"/>
                    </a:lnTo>
                    <a:lnTo>
                      <a:pt x="82931" y="242041"/>
                    </a:lnTo>
                    <a:lnTo>
                      <a:pt x="0" y="273129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59" name="Контур"/>
              <p:cNvSpPr/>
              <p:nvPr/>
            </p:nvSpPr>
            <p:spPr>
              <a:xfrm>
                <a:off x="3554470" y="9554237"/>
                <a:ext cx="326380" cy="663522"/>
              </a:xfrm>
              <a:custGeom>
                <a:avLst/>
                <a:gdLst/>
                <a:ahLst/>
                <a:cxnLst/>
                <a:rect l="l" t="t" r="r" b="b"/>
                <a:pathLst>
                  <a:path w="326380" h="663522" fill="none">
                    <a:moveTo>
                      <a:pt x="326380" y="654271"/>
                    </a:moveTo>
                    <a:lnTo>
                      <a:pt x="253832" y="663522"/>
                    </a:lnTo>
                    <a:lnTo>
                      <a:pt x="198456" y="655135"/>
                    </a:lnTo>
                    <a:lnTo>
                      <a:pt x="169878" y="644909"/>
                    </a:lnTo>
                    <a:lnTo>
                      <a:pt x="110307" y="604595"/>
                    </a:lnTo>
                    <a:lnTo>
                      <a:pt x="66657" y="546386"/>
                    </a:lnTo>
                    <a:lnTo>
                      <a:pt x="51781" y="506804"/>
                    </a:lnTo>
                    <a:lnTo>
                      <a:pt x="43434" y="455206"/>
                    </a:lnTo>
                    <a:lnTo>
                      <a:pt x="0" y="0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260" name="Контур"/>
              <p:cNvSpPr/>
              <p:nvPr/>
            </p:nvSpPr>
            <p:spPr>
              <a:xfrm>
                <a:off x="4621758" y="8582748"/>
                <a:ext cx="1169525" cy="1119421"/>
              </a:xfrm>
              <a:custGeom>
                <a:avLst/>
                <a:gdLst/>
                <a:ahLst/>
                <a:cxnLst/>
                <a:rect l="l" t="t" r="r" b="b"/>
                <a:pathLst>
                  <a:path w="1169525" h="1119421" fill="none">
                    <a:moveTo>
                      <a:pt x="656646" y="495596"/>
                    </a:moveTo>
                    <a:lnTo>
                      <a:pt x="703474" y="473292"/>
                    </a:lnTo>
                    <a:lnTo>
                      <a:pt x="809252" y="423134"/>
                    </a:lnTo>
                    <a:lnTo>
                      <a:pt x="840576" y="407982"/>
                    </a:lnTo>
                    <a:lnTo>
                      <a:pt x="863652" y="396993"/>
                    </a:lnTo>
                    <a:lnTo>
                      <a:pt x="1069854" y="298771"/>
                    </a:lnTo>
                    <a:lnTo>
                      <a:pt x="1142170" y="264309"/>
                    </a:lnTo>
                    <a:lnTo>
                      <a:pt x="1169525" y="251282"/>
                    </a:lnTo>
                    <a:moveTo>
                      <a:pt x="318770" y="656510"/>
                    </a:moveTo>
                    <a:lnTo>
                      <a:pt x="397396" y="619073"/>
                    </a:lnTo>
                    <a:lnTo>
                      <a:pt x="461063" y="588737"/>
                    </a:lnTo>
                    <a:lnTo>
                      <a:pt x="556810" y="543138"/>
                    </a:lnTo>
                    <a:lnTo>
                      <a:pt x="593822" y="525730"/>
                    </a:lnTo>
                    <a:lnTo>
                      <a:pt x="656646" y="495596"/>
                    </a:lnTo>
                    <a:moveTo>
                      <a:pt x="318770" y="656510"/>
                    </a:moveTo>
                    <a:lnTo>
                      <a:pt x="311069" y="640352"/>
                    </a:lnTo>
                    <a:lnTo>
                      <a:pt x="273844" y="563197"/>
                    </a:lnTo>
                    <a:lnTo>
                      <a:pt x="254147" y="522373"/>
                    </a:lnTo>
                    <a:lnTo>
                      <a:pt x="197578" y="405193"/>
                    </a:lnTo>
                    <a:lnTo>
                      <a:pt x="127696" y="262997"/>
                    </a:lnTo>
                    <a:lnTo>
                      <a:pt x="100067" y="206092"/>
                    </a:lnTo>
                    <a:lnTo>
                      <a:pt x="91458" y="188350"/>
                    </a:lnTo>
                    <a:lnTo>
                      <a:pt x="73855" y="152065"/>
                    </a:lnTo>
                    <a:lnTo>
                      <a:pt x="15966" y="32884"/>
                    </a:lnTo>
                    <a:lnTo>
                      <a:pt x="5223" y="10741"/>
                    </a:lnTo>
                    <a:lnTo>
                      <a:pt x="0" y="0"/>
                    </a:lnTo>
                    <a:moveTo>
                      <a:pt x="987313" y="797299"/>
                    </a:moveTo>
                    <a:lnTo>
                      <a:pt x="791332" y="892009"/>
                    </a:lnTo>
                    <a:lnTo>
                      <a:pt x="617196" y="974928"/>
                    </a:lnTo>
                    <a:lnTo>
                      <a:pt x="494771" y="1034134"/>
                    </a:lnTo>
                    <a:lnTo>
                      <a:pt x="478851" y="1041811"/>
                    </a:lnTo>
                    <a:lnTo>
                      <a:pt x="373027" y="1092811"/>
                    </a:lnTo>
                    <a:lnTo>
                      <a:pt x="323978" y="1119421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61" name="Контур"/>
              <p:cNvSpPr/>
              <p:nvPr/>
            </p:nvSpPr>
            <p:spPr>
              <a:xfrm>
                <a:off x="5080510" y="9383279"/>
                <a:ext cx="596795" cy="286634"/>
              </a:xfrm>
              <a:custGeom>
                <a:avLst/>
                <a:gdLst/>
                <a:ahLst/>
                <a:cxnLst/>
                <a:rect l="l" t="t" r="r" b="b"/>
                <a:pathLst>
                  <a:path w="596795" h="286634" fill="none">
                    <a:moveTo>
                      <a:pt x="596795" y="0"/>
                    </a:moveTo>
                    <a:lnTo>
                      <a:pt x="497736" y="48903"/>
                    </a:lnTo>
                    <a:lnTo>
                      <a:pt x="244804" y="169716"/>
                    </a:lnTo>
                    <a:lnTo>
                      <a:pt x="0" y="286634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62" name="Контур"/>
              <p:cNvSpPr/>
              <p:nvPr/>
            </p:nvSpPr>
            <p:spPr>
              <a:xfrm>
                <a:off x="4306029" y="9239258"/>
                <a:ext cx="634499" cy="302132"/>
              </a:xfrm>
              <a:custGeom>
                <a:avLst/>
                <a:gdLst/>
                <a:ahLst/>
                <a:cxnLst/>
                <a:rect l="l" t="t" r="r" b="b"/>
                <a:pathLst>
                  <a:path w="634499" h="302132" fill="none">
                    <a:moveTo>
                      <a:pt x="0" y="302132"/>
                    </a:moveTo>
                    <a:lnTo>
                      <a:pt x="19578" y="292795"/>
                    </a:lnTo>
                    <a:lnTo>
                      <a:pt x="57149" y="274911"/>
                    </a:lnTo>
                    <a:lnTo>
                      <a:pt x="90203" y="259126"/>
                    </a:lnTo>
                    <a:lnTo>
                      <a:pt x="158800" y="226512"/>
                    </a:lnTo>
                    <a:lnTo>
                      <a:pt x="259463" y="179040"/>
                    </a:lnTo>
                    <a:lnTo>
                      <a:pt x="329567" y="145987"/>
                    </a:lnTo>
                    <a:lnTo>
                      <a:pt x="363458" y="129072"/>
                    </a:lnTo>
                    <a:lnTo>
                      <a:pt x="470312" y="78196"/>
                    </a:lnTo>
                    <a:lnTo>
                      <a:pt x="509873" y="59378"/>
                    </a:lnTo>
                    <a:lnTo>
                      <a:pt x="539355" y="45315"/>
                    </a:lnTo>
                    <a:lnTo>
                      <a:pt x="616803" y="8423"/>
                    </a:lnTo>
                    <a:lnTo>
                      <a:pt x="619221" y="7211"/>
                    </a:lnTo>
                    <a:lnTo>
                      <a:pt x="634499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63" name="Контур"/>
              <p:cNvSpPr/>
              <p:nvPr/>
            </p:nvSpPr>
            <p:spPr>
              <a:xfrm>
                <a:off x="2427960" y="7787600"/>
                <a:ext cx="1099162" cy="1924873"/>
              </a:xfrm>
              <a:custGeom>
                <a:avLst/>
                <a:gdLst/>
                <a:ahLst/>
                <a:cxnLst/>
                <a:rect l="l" t="t" r="r" b="b"/>
                <a:pathLst>
                  <a:path w="1099162" h="1924873" fill="none">
                    <a:moveTo>
                      <a:pt x="1067335" y="1292401"/>
                    </a:moveTo>
                    <a:lnTo>
                      <a:pt x="1063762" y="1278663"/>
                    </a:lnTo>
                    <a:lnTo>
                      <a:pt x="1048210" y="1226673"/>
                    </a:lnTo>
                    <a:lnTo>
                      <a:pt x="1030558" y="1174460"/>
                    </a:lnTo>
                    <a:lnTo>
                      <a:pt x="1011522" y="1123870"/>
                    </a:lnTo>
                    <a:lnTo>
                      <a:pt x="986620" y="1063774"/>
                    </a:lnTo>
                    <a:lnTo>
                      <a:pt x="956820" y="998361"/>
                    </a:lnTo>
                    <a:lnTo>
                      <a:pt x="930783" y="943618"/>
                    </a:lnTo>
                    <a:lnTo>
                      <a:pt x="906466" y="899013"/>
                    </a:lnTo>
                    <a:moveTo>
                      <a:pt x="0" y="0"/>
                    </a:moveTo>
                    <a:lnTo>
                      <a:pt x="109771" y="84416"/>
                    </a:lnTo>
                    <a:lnTo>
                      <a:pt x="262507" y="223749"/>
                    </a:lnTo>
                    <a:lnTo>
                      <a:pt x="668318" y="628913"/>
                    </a:lnTo>
                    <a:lnTo>
                      <a:pt x="762536" y="740102"/>
                    </a:lnTo>
                    <a:lnTo>
                      <a:pt x="837885" y="846486"/>
                    </a:lnTo>
                    <a:lnTo>
                      <a:pt x="928553" y="1005090"/>
                    </a:lnTo>
                    <a:lnTo>
                      <a:pt x="1003226" y="1180939"/>
                    </a:lnTo>
                    <a:lnTo>
                      <a:pt x="1055302" y="1355496"/>
                    </a:lnTo>
                    <a:moveTo>
                      <a:pt x="1055302" y="1355496"/>
                    </a:moveTo>
                    <a:lnTo>
                      <a:pt x="1069978" y="1422350"/>
                    </a:lnTo>
                    <a:lnTo>
                      <a:pt x="1080684" y="1486211"/>
                    </a:lnTo>
                    <a:lnTo>
                      <a:pt x="1089063" y="1549850"/>
                    </a:lnTo>
                    <a:lnTo>
                      <a:pt x="1095127" y="1616519"/>
                    </a:lnTo>
                    <a:lnTo>
                      <a:pt x="1098422" y="1693202"/>
                    </a:lnTo>
                    <a:lnTo>
                      <a:pt x="1099162" y="1769185"/>
                    </a:lnTo>
                    <a:lnTo>
                      <a:pt x="1098967" y="1845866"/>
                    </a:lnTo>
                    <a:lnTo>
                      <a:pt x="1099014" y="1924873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64" name="Контур"/>
              <p:cNvSpPr/>
              <p:nvPr/>
            </p:nvSpPr>
            <p:spPr>
              <a:xfrm>
                <a:off x="6649737" y="9417366"/>
                <a:ext cx="2447688" cy="1274634"/>
              </a:xfrm>
              <a:custGeom>
                <a:avLst/>
                <a:gdLst/>
                <a:ahLst/>
                <a:cxnLst/>
                <a:rect l="l" t="t" r="r" b="b"/>
                <a:pathLst>
                  <a:path w="2447688" h="1274634" fill="none">
                    <a:moveTo>
                      <a:pt x="1301162" y="693015"/>
                    </a:moveTo>
                    <a:lnTo>
                      <a:pt x="1300729" y="679142"/>
                    </a:lnTo>
                    <a:lnTo>
                      <a:pt x="1300601" y="675536"/>
                    </a:lnTo>
                    <a:lnTo>
                      <a:pt x="1294730" y="505705"/>
                    </a:lnTo>
                    <a:lnTo>
                      <a:pt x="1294278" y="493482"/>
                    </a:lnTo>
                    <a:lnTo>
                      <a:pt x="1293648" y="476388"/>
                    </a:lnTo>
                    <a:lnTo>
                      <a:pt x="1293317" y="465953"/>
                    </a:lnTo>
                    <a:lnTo>
                      <a:pt x="1292993" y="455240"/>
                    </a:lnTo>
                    <a:lnTo>
                      <a:pt x="1284964" y="189515"/>
                    </a:lnTo>
                    <a:lnTo>
                      <a:pt x="1284550" y="175827"/>
                    </a:lnTo>
                    <a:lnTo>
                      <a:pt x="1284005" y="160151"/>
                    </a:lnTo>
                    <a:lnTo>
                      <a:pt x="1283606" y="146263"/>
                    </a:lnTo>
                    <a:lnTo>
                      <a:pt x="1283268" y="136182"/>
                    </a:lnTo>
                    <a:lnTo>
                      <a:pt x="1278662" y="0"/>
                    </a:lnTo>
                    <a:moveTo>
                      <a:pt x="1570006" y="685701"/>
                    </a:moveTo>
                    <a:lnTo>
                      <a:pt x="1563260" y="685745"/>
                    </a:lnTo>
                    <a:lnTo>
                      <a:pt x="1550809" y="685800"/>
                    </a:lnTo>
                    <a:lnTo>
                      <a:pt x="1536849" y="686415"/>
                    </a:lnTo>
                    <a:lnTo>
                      <a:pt x="1435019" y="689061"/>
                    </a:lnTo>
                    <a:lnTo>
                      <a:pt x="1341715" y="691730"/>
                    </a:lnTo>
                    <a:lnTo>
                      <a:pt x="1333658" y="691966"/>
                    </a:lnTo>
                    <a:lnTo>
                      <a:pt x="1301162" y="693015"/>
                    </a:lnTo>
                    <a:moveTo>
                      <a:pt x="1303111" y="770565"/>
                    </a:moveTo>
                    <a:lnTo>
                      <a:pt x="1302867" y="756291"/>
                    </a:lnTo>
                    <a:lnTo>
                      <a:pt x="1301529" y="715737"/>
                    </a:lnTo>
                    <a:lnTo>
                      <a:pt x="1301162" y="693015"/>
                    </a:lnTo>
                    <a:moveTo>
                      <a:pt x="1303111" y="770565"/>
                    </a:moveTo>
                    <a:lnTo>
                      <a:pt x="1334522" y="769598"/>
                    </a:lnTo>
                    <a:lnTo>
                      <a:pt x="1365343" y="768679"/>
                    </a:lnTo>
                    <a:lnTo>
                      <a:pt x="1391962" y="767854"/>
                    </a:lnTo>
                    <a:lnTo>
                      <a:pt x="1437820" y="766577"/>
                    </a:lnTo>
                    <a:lnTo>
                      <a:pt x="1493523" y="764948"/>
                    </a:lnTo>
                    <a:lnTo>
                      <a:pt x="1573449" y="762612"/>
                    </a:lnTo>
                    <a:lnTo>
                      <a:pt x="1676063" y="759961"/>
                    </a:lnTo>
                    <a:lnTo>
                      <a:pt x="1691638" y="759476"/>
                    </a:lnTo>
                    <a:lnTo>
                      <a:pt x="1788241" y="756433"/>
                    </a:lnTo>
                    <a:lnTo>
                      <a:pt x="1814243" y="755610"/>
                    </a:lnTo>
                    <a:lnTo>
                      <a:pt x="1822569" y="755342"/>
                    </a:lnTo>
                    <a:lnTo>
                      <a:pt x="1838378" y="754841"/>
                    </a:lnTo>
                    <a:lnTo>
                      <a:pt x="1856802" y="754420"/>
                    </a:lnTo>
                    <a:lnTo>
                      <a:pt x="2043430" y="749358"/>
                    </a:lnTo>
                    <a:lnTo>
                      <a:pt x="2420496" y="739105"/>
                    </a:lnTo>
                    <a:lnTo>
                      <a:pt x="2428788" y="738913"/>
                    </a:lnTo>
                    <a:lnTo>
                      <a:pt x="2447688" y="738304"/>
                    </a:lnTo>
                    <a:moveTo>
                      <a:pt x="1311873" y="1059119"/>
                    </a:moveTo>
                    <a:lnTo>
                      <a:pt x="1309367" y="993194"/>
                    </a:lnTo>
                    <a:lnTo>
                      <a:pt x="1307673" y="948849"/>
                    </a:lnTo>
                    <a:lnTo>
                      <a:pt x="1306841" y="926931"/>
                    </a:lnTo>
                    <a:lnTo>
                      <a:pt x="1305279" y="888952"/>
                    </a:lnTo>
                    <a:lnTo>
                      <a:pt x="1304868" y="878009"/>
                    </a:lnTo>
                    <a:lnTo>
                      <a:pt x="1303718" y="832813"/>
                    </a:lnTo>
                    <a:lnTo>
                      <a:pt x="1303552" y="796386"/>
                    </a:lnTo>
                    <a:lnTo>
                      <a:pt x="1303424" y="788771"/>
                    </a:lnTo>
                    <a:lnTo>
                      <a:pt x="1303111" y="770565"/>
                    </a:lnTo>
                    <a:moveTo>
                      <a:pt x="1318444" y="1274634"/>
                    </a:moveTo>
                    <a:lnTo>
                      <a:pt x="1318297" y="1266207"/>
                    </a:lnTo>
                    <a:lnTo>
                      <a:pt x="1318060" y="1255571"/>
                    </a:lnTo>
                    <a:lnTo>
                      <a:pt x="1317570" y="1232526"/>
                    </a:lnTo>
                    <a:lnTo>
                      <a:pt x="1315104" y="1149921"/>
                    </a:lnTo>
                    <a:lnTo>
                      <a:pt x="1315002" y="1144357"/>
                    </a:lnTo>
                    <a:lnTo>
                      <a:pt x="1311873" y="1059119"/>
                    </a:lnTo>
                    <a:moveTo>
                      <a:pt x="1301162" y="693015"/>
                    </a:moveTo>
                    <a:lnTo>
                      <a:pt x="1263786" y="693777"/>
                    </a:lnTo>
                    <a:lnTo>
                      <a:pt x="1221357" y="694823"/>
                    </a:lnTo>
                    <a:lnTo>
                      <a:pt x="1185666" y="695947"/>
                    </a:lnTo>
                    <a:lnTo>
                      <a:pt x="1154863" y="697019"/>
                    </a:lnTo>
                    <a:lnTo>
                      <a:pt x="1139331" y="697286"/>
                    </a:lnTo>
                    <a:lnTo>
                      <a:pt x="1035684" y="699717"/>
                    </a:lnTo>
                    <a:lnTo>
                      <a:pt x="981309" y="701105"/>
                    </a:lnTo>
                    <a:lnTo>
                      <a:pt x="862097" y="704170"/>
                    </a:lnTo>
                    <a:lnTo>
                      <a:pt x="849171" y="704856"/>
                    </a:lnTo>
                    <a:lnTo>
                      <a:pt x="839853" y="704742"/>
                    </a:lnTo>
                    <a:moveTo>
                      <a:pt x="840873" y="781649"/>
                    </a:moveTo>
                    <a:lnTo>
                      <a:pt x="853497" y="781302"/>
                    </a:lnTo>
                    <a:lnTo>
                      <a:pt x="905893" y="779863"/>
                    </a:lnTo>
                    <a:lnTo>
                      <a:pt x="1140985" y="773404"/>
                    </a:lnTo>
                    <a:lnTo>
                      <a:pt x="1161658" y="772992"/>
                    </a:lnTo>
                    <a:lnTo>
                      <a:pt x="1261592" y="771237"/>
                    </a:lnTo>
                    <a:lnTo>
                      <a:pt x="1267174" y="771105"/>
                    </a:lnTo>
                    <a:lnTo>
                      <a:pt x="1303111" y="770565"/>
                    </a:lnTo>
                    <a:moveTo>
                      <a:pt x="839853" y="704742"/>
                    </a:moveTo>
                    <a:lnTo>
                      <a:pt x="824886" y="705129"/>
                    </a:lnTo>
                    <a:lnTo>
                      <a:pt x="802781" y="705685"/>
                    </a:lnTo>
                    <a:lnTo>
                      <a:pt x="766881" y="706622"/>
                    </a:lnTo>
                    <a:lnTo>
                      <a:pt x="694004" y="708517"/>
                    </a:lnTo>
                    <a:lnTo>
                      <a:pt x="637658" y="709987"/>
                    </a:lnTo>
                    <a:lnTo>
                      <a:pt x="518630" y="713506"/>
                    </a:lnTo>
                    <a:lnTo>
                      <a:pt x="465235" y="714777"/>
                    </a:lnTo>
                    <a:lnTo>
                      <a:pt x="414783" y="715912"/>
                    </a:lnTo>
                    <a:lnTo>
                      <a:pt x="346915" y="717443"/>
                    </a:lnTo>
                    <a:lnTo>
                      <a:pt x="330940" y="717941"/>
                    </a:lnTo>
                    <a:moveTo>
                      <a:pt x="330940" y="717941"/>
                    </a:moveTo>
                    <a:lnTo>
                      <a:pt x="316016" y="718342"/>
                    </a:lnTo>
                    <a:lnTo>
                      <a:pt x="194095" y="721682"/>
                    </a:lnTo>
                    <a:lnTo>
                      <a:pt x="137827" y="723147"/>
                    </a:lnTo>
                    <a:lnTo>
                      <a:pt x="101875" y="724112"/>
                    </a:lnTo>
                    <a:lnTo>
                      <a:pt x="56780" y="725329"/>
                    </a:lnTo>
                    <a:lnTo>
                      <a:pt x="0" y="726857"/>
                    </a:lnTo>
                    <a:moveTo>
                      <a:pt x="333616" y="793669"/>
                    </a:moveTo>
                    <a:lnTo>
                      <a:pt x="349591" y="793310"/>
                    </a:lnTo>
                    <a:lnTo>
                      <a:pt x="422989" y="793329"/>
                    </a:lnTo>
                    <a:lnTo>
                      <a:pt x="827207" y="781922"/>
                    </a:lnTo>
                    <a:lnTo>
                      <a:pt x="840873" y="781649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65" name="Контур"/>
              <p:cNvSpPr/>
              <p:nvPr/>
            </p:nvSpPr>
            <p:spPr>
              <a:xfrm>
                <a:off x="6484200" y="9992614"/>
                <a:ext cx="19679" cy="178105"/>
              </a:xfrm>
              <a:custGeom>
                <a:avLst/>
                <a:gdLst/>
                <a:ahLst/>
                <a:cxnLst/>
                <a:rect l="l" t="t" r="r" b="b"/>
                <a:pathLst>
                  <a:path w="19679" h="178105" fill="none">
                    <a:moveTo>
                      <a:pt x="19679" y="153437"/>
                    </a:moveTo>
                    <a:lnTo>
                      <a:pt x="3847" y="171846"/>
                    </a:lnTo>
                    <a:lnTo>
                      <a:pt x="0" y="178105"/>
                    </a:lnTo>
                    <a:moveTo>
                      <a:pt x="19679" y="153437"/>
                    </a:moveTo>
                    <a:lnTo>
                      <a:pt x="18791" y="137947"/>
                    </a:lnTo>
                    <a:lnTo>
                      <a:pt x="18062" y="99410"/>
                    </a:lnTo>
                    <a:lnTo>
                      <a:pt x="15895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66" name="Контур"/>
              <p:cNvSpPr/>
              <p:nvPr/>
            </p:nvSpPr>
            <p:spPr>
              <a:xfrm>
                <a:off x="6503879" y="10144223"/>
                <a:ext cx="145858" cy="1828"/>
              </a:xfrm>
              <a:custGeom>
                <a:avLst/>
                <a:gdLst/>
                <a:ahLst/>
                <a:cxnLst/>
                <a:rect l="l" t="t" r="r" b="b"/>
                <a:pathLst>
                  <a:path w="145858" h="1828" fill="none">
                    <a:moveTo>
                      <a:pt x="145858" y="0"/>
                    </a:moveTo>
                    <a:lnTo>
                      <a:pt x="17253" y="1711"/>
                    </a:lnTo>
                    <a:lnTo>
                      <a:pt x="0" y="1828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67" name="Контур"/>
              <p:cNvSpPr/>
              <p:nvPr/>
            </p:nvSpPr>
            <p:spPr>
              <a:xfrm>
                <a:off x="6503879" y="10146051"/>
                <a:ext cx="3421" cy="77043"/>
              </a:xfrm>
              <a:custGeom>
                <a:avLst/>
                <a:gdLst/>
                <a:ahLst/>
                <a:cxnLst/>
                <a:rect l="l" t="t" r="r" b="b"/>
                <a:pathLst>
                  <a:path w="3421" h="77043" fill="none">
                    <a:moveTo>
                      <a:pt x="1642" y="77043"/>
                    </a:moveTo>
                    <a:lnTo>
                      <a:pt x="3421" y="49086"/>
                    </a:lnTo>
                    <a:lnTo>
                      <a:pt x="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68" name="Контур"/>
              <p:cNvSpPr/>
              <p:nvPr/>
            </p:nvSpPr>
            <p:spPr>
              <a:xfrm>
                <a:off x="6481723" y="10211035"/>
                <a:ext cx="501630" cy="12695"/>
              </a:xfrm>
              <a:custGeom>
                <a:avLst/>
                <a:gdLst/>
                <a:ahLst/>
                <a:cxnLst/>
                <a:rect l="l" t="t" r="r" b="b"/>
                <a:pathLst>
                  <a:path w="501630" h="12695" fill="none">
                    <a:moveTo>
                      <a:pt x="0" y="12695"/>
                    </a:moveTo>
                    <a:lnTo>
                      <a:pt x="23798" y="12059"/>
                    </a:lnTo>
                    <a:moveTo>
                      <a:pt x="23798" y="12059"/>
                    </a:moveTo>
                    <a:lnTo>
                      <a:pt x="39200" y="11688"/>
                    </a:lnTo>
                    <a:lnTo>
                      <a:pt x="181196" y="7902"/>
                    </a:lnTo>
                    <a:lnTo>
                      <a:pt x="203024" y="7412"/>
                    </a:lnTo>
                    <a:lnTo>
                      <a:pt x="335954" y="3521"/>
                    </a:lnTo>
                    <a:lnTo>
                      <a:pt x="486652" y="124"/>
                    </a:lnTo>
                    <a:lnTo>
                      <a:pt x="501630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69" name="Контур"/>
              <p:cNvSpPr/>
              <p:nvPr/>
            </p:nvSpPr>
            <p:spPr>
              <a:xfrm>
                <a:off x="6336256" y="9995883"/>
                <a:ext cx="3916" cy="154824"/>
              </a:xfrm>
              <a:custGeom>
                <a:avLst/>
                <a:gdLst/>
                <a:ahLst/>
                <a:cxnLst/>
                <a:rect l="l" t="t" r="r" b="b"/>
                <a:pathLst>
                  <a:path w="3916" h="154824" fill="none">
                    <a:moveTo>
                      <a:pt x="0" y="0"/>
                    </a:moveTo>
                    <a:lnTo>
                      <a:pt x="1804" y="76950"/>
                    </a:lnTo>
                    <a:lnTo>
                      <a:pt x="3772" y="140657"/>
                    </a:lnTo>
                    <a:lnTo>
                      <a:pt x="3916" y="154824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70" name="Контур"/>
              <p:cNvSpPr/>
              <p:nvPr/>
            </p:nvSpPr>
            <p:spPr>
              <a:xfrm>
                <a:off x="5827977" y="10146051"/>
                <a:ext cx="675902" cy="20977"/>
              </a:xfrm>
              <a:custGeom>
                <a:avLst/>
                <a:gdLst/>
                <a:ahLst/>
                <a:cxnLst/>
                <a:rect l="l" t="t" r="r" b="b"/>
                <a:pathLst>
                  <a:path w="675902" h="20977" fill="none">
                    <a:moveTo>
                      <a:pt x="675902" y="0"/>
                    </a:moveTo>
                    <a:lnTo>
                      <a:pt x="628940" y="1054"/>
                    </a:lnTo>
                    <a:lnTo>
                      <a:pt x="620580" y="1288"/>
                    </a:lnTo>
                    <a:lnTo>
                      <a:pt x="526234" y="4260"/>
                    </a:lnTo>
                    <a:lnTo>
                      <a:pt x="512195" y="4656"/>
                    </a:lnTo>
                    <a:moveTo>
                      <a:pt x="512195" y="4656"/>
                    </a:moveTo>
                    <a:lnTo>
                      <a:pt x="307378" y="12355"/>
                    </a:lnTo>
                    <a:lnTo>
                      <a:pt x="261250" y="13649"/>
                    </a:lnTo>
                    <a:lnTo>
                      <a:pt x="232556" y="14411"/>
                    </a:lnTo>
                    <a:lnTo>
                      <a:pt x="217319" y="14811"/>
                    </a:lnTo>
                    <a:lnTo>
                      <a:pt x="131437" y="17296"/>
                    </a:lnTo>
                    <a:lnTo>
                      <a:pt x="12641" y="20619"/>
                    </a:lnTo>
                    <a:lnTo>
                      <a:pt x="0" y="20977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71" name="Контур"/>
              <p:cNvSpPr/>
              <p:nvPr/>
            </p:nvSpPr>
            <p:spPr>
              <a:xfrm>
                <a:off x="6340172" y="10150707"/>
                <a:ext cx="165349" cy="193332"/>
              </a:xfrm>
              <a:custGeom>
                <a:avLst/>
                <a:gdLst/>
                <a:ahLst/>
                <a:cxnLst/>
                <a:rect l="l" t="t" r="r" b="b"/>
                <a:pathLst>
                  <a:path w="165349" h="193332" fill="none">
                    <a:moveTo>
                      <a:pt x="145105" y="193332"/>
                    </a:moveTo>
                    <a:lnTo>
                      <a:pt x="145084" y="192515"/>
                    </a:lnTo>
                    <a:moveTo>
                      <a:pt x="145084" y="192515"/>
                    </a:moveTo>
                    <a:lnTo>
                      <a:pt x="146585" y="183567"/>
                    </a:lnTo>
                    <a:lnTo>
                      <a:pt x="149931" y="175676"/>
                    </a:lnTo>
                    <a:lnTo>
                      <a:pt x="160367" y="156163"/>
                    </a:lnTo>
                    <a:lnTo>
                      <a:pt x="163339" y="148273"/>
                    </a:lnTo>
                    <a:lnTo>
                      <a:pt x="164645" y="138479"/>
                    </a:lnTo>
                    <a:lnTo>
                      <a:pt x="163167" y="86671"/>
                    </a:lnTo>
                    <a:lnTo>
                      <a:pt x="165349" y="72387"/>
                    </a:lnTo>
                    <a:moveTo>
                      <a:pt x="0" y="0"/>
                    </a:moveTo>
                    <a:lnTo>
                      <a:pt x="662" y="60644"/>
                    </a:lnTo>
                    <a:lnTo>
                      <a:pt x="993" y="75889"/>
                    </a:lnTo>
                    <a:moveTo>
                      <a:pt x="144028" y="20012"/>
                    </a:moveTo>
                    <a:lnTo>
                      <a:pt x="142197" y="26803"/>
                    </a:lnTo>
                    <a:lnTo>
                      <a:pt x="142036" y="38427"/>
                    </a:lnTo>
                    <a:lnTo>
                      <a:pt x="141551" y="73023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72" name="Контур"/>
              <p:cNvSpPr/>
              <p:nvPr/>
            </p:nvSpPr>
            <p:spPr>
              <a:xfrm>
                <a:off x="6341165" y="10223730"/>
                <a:ext cx="140558" cy="2866"/>
              </a:xfrm>
              <a:custGeom>
                <a:avLst/>
                <a:gdLst/>
                <a:ahLst/>
                <a:cxnLst/>
                <a:rect l="l" t="t" r="r" b="b"/>
                <a:pathLst>
                  <a:path w="140558" h="2866" fill="none">
                    <a:moveTo>
                      <a:pt x="0" y="2866"/>
                    </a:moveTo>
                    <a:lnTo>
                      <a:pt x="16557" y="2553"/>
                    </a:lnTo>
                    <a:lnTo>
                      <a:pt x="108850" y="561"/>
                    </a:lnTo>
                    <a:lnTo>
                      <a:pt x="140558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73" name="Контур"/>
              <p:cNvSpPr/>
              <p:nvPr/>
            </p:nvSpPr>
            <p:spPr>
              <a:xfrm>
                <a:off x="6481723" y="10223730"/>
                <a:ext cx="3533" cy="119492"/>
              </a:xfrm>
              <a:custGeom>
                <a:avLst/>
                <a:gdLst/>
                <a:ahLst/>
                <a:cxnLst/>
                <a:rect l="l" t="t" r="r" b="b"/>
                <a:pathLst>
                  <a:path w="3533" h="119492" fill="none">
                    <a:moveTo>
                      <a:pt x="0" y="0"/>
                    </a:moveTo>
                    <a:lnTo>
                      <a:pt x="258" y="14352"/>
                    </a:lnTo>
                    <a:lnTo>
                      <a:pt x="3314" y="112478"/>
                    </a:lnTo>
                    <a:lnTo>
                      <a:pt x="3533" y="119492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74" name="Контур"/>
              <p:cNvSpPr/>
              <p:nvPr/>
            </p:nvSpPr>
            <p:spPr>
              <a:xfrm>
                <a:off x="5838433" y="10226596"/>
                <a:ext cx="502732" cy="13917"/>
              </a:xfrm>
              <a:custGeom>
                <a:avLst/>
                <a:gdLst/>
                <a:ahLst/>
                <a:cxnLst/>
                <a:rect l="l" t="t" r="r" b="b"/>
                <a:pathLst>
                  <a:path w="502732" h="13917" fill="none">
                    <a:moveTo>
                      <a:pt x="0" y="13432"/>
                    </a:moveTo>
                    <a:lnTo>
                      <a:pt x="13738" y="13671"/>
                    </a:lnTo>
                    <a:lnTo>
                      <a:pt x="29438" y="13917"/>
                    </a:lnTo>
                    <a:lnTo>
                      <a:pt x="65443" y="13189"/>
                    </a:lnTo>
                    <a:lnTo>
                      <a:pt x="149746" y="10588"/>
                    </a:lnTo>
                    <a:lnTo>
                      <a:pt x="177796" y="9381"/>
                    </a:lnTo>
                    <a:lnTo>
                      <a:pt x="302003" y="5941"/>
                    </a:lnTo>
                    <a:lnTo>
                      <a:pt x="490238" y="328"/>
                    </a:lnTo>
                    <a:lnTo>
                      <a:pt x="502732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75" name="Контур"/>
              <p:cNvSpPr/>
              <p:nvPr/>
            </p:nvSpPr>
            <p:spPr>
              <a:xfrm>
                <a:off x="5827977" y="10167028"/>
                <a:ext cx="667897" cy="524972"/>
              </a:xfrm>
              <a:custGeom>
                <a:avLst/>
                <a:gdLst/>
                <a:ahLst/>
                <a:cxnLst/>
                <a:rect l="l" t="t" r="r" b="b"/>
                <a:pathLst>
                  <a:path w="667897" h="524972" fill="none">
                    <a:moveTo>
                      <a:pt x="10456" y="73000"/>
                    </a:moveTo>
                    <a:lnTo>
                      <a:pt x="0" y="0"/>
                    </a:lnTo>
                    <a:moveTo>
                      <a:pt x="667485" y="503854"/>
                    </a:moveTo>
                    <a:lnTo>
                      <a:pt x="664695" y="419970"/>
                    </a:lnTo>
                    <a:lnTo>
                      <a:pt x="661432" y="322076"/>
                    </a:lnTo>
                    <a:lnTo>
                      <a:pt x="660464" y="291232"/>
                    </a:lnTo>
                    <a:lnTo>
                      <a:pt x="659742" y="265151"/>
                    </a:lnTo>
                    <a:lnTo>
                      <a:pt x="658708" y="239364"/>
                    </a:lnTo>
                    <a:lnTo>
                      <a:pt x="657300" y="177011"/>
                    </a:lnTo>
                    <a:moveTo>
                      <a:pt x="667897" y="524972"/>
                    </a:moveTo>
                    <a:lnTo>
                      <a:pt x="667785" y="518051"/>
                    </a:lnTo>
                    <a:moveTo>
                      <a:pt x="667785" y="518051"/>
                    </a:moveTo>
                    <a:lnTo>
                      <a:pt x="667485" y="503854"/>
                    </a:lnTo>
                    <a:moveTo>
                      <a:pt x="46926" y="524972"/>
                    </a:moveTo>
                    <a:lnTo>
                      <a:pt x="33223" y="239651"/>
                    </a:lnTo>
                    <a:lnTo>
                      <a:pt x="10456" y="7300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76" name="Контур"/>
              <p:cNvSpPr/>
              <p:nvPr/>
            </p:nvSpPr>
            <p:spPr>
              <a:xfrm>
                <a:off x="7925080" y="9309853"/>
                <a:ext cx="1168856" cy="793214"/>
              </a:xfrm>
              <a:custGeom>
                <a:avLst/>
                <a:gdLst/>
                <a:ahLst/>
                <a:cxnLst/>
                <a:rect l="l" t="t" r="r" b="b"/>
                <a:pathLst>
                  <a:path w="1168856" h="793214" fill="none">
                    <a:moveTo>
                      <a:pt x="3319" y="107513"/>
                    </a:moveTo>
                    <a:lnTo>
                      <a:pt x="0" y="0"/>
                    </a:lnTo>
                    <a:moveTo>
                      <a:pt x="1168856" y="768921"/>
                    </a:moveTo>
                    <a:lnTo>
                      <a:pt x="1149479" y="769563"/>
                    </a:lnTo>
                    <a:lnTo>
                      <a:pt x="1112694" y="770561"/>
                    </a:lnTo>
                    <a:lnTo>
                      <a:pt x="956689" y="774758"/>
                    </a:lnTo>
                    <a:lnTo>
                      <a:pt x="912438" y="776035"/>
                    </a:lnTo>
                    <a:lnTo>
                      <a:pt x="810547" y="778553"/>
                    </a:lnTo>
                    <a:lnTo>
                      <a:pt x="776045" y="779523"/>
                    </a:lnTo>
                    <a:lnTo>
                      <a:pt x="628739" y="783457"/>
                    </a:lnTo>
                    <a:lnTo>
                      <a:pt x="587474" y="784564"/>
                    </a:lnTo>
                    <a:lnTo>
                      <a:pt x="578940" y="784787"/>
                    </a:lnTo>
                    <a:lnTo>
                      <a:pt x="561160" y="785266"/>
                    </a:lnTo>
                    <a:moveTo>
                      <a:pt x="561160" y="785266"/>
                    </a:moveTo>
                    <a:lnTo>
                      <a:pt x="544560" y="785755"/>
                    </a:lnTo>
                    <a:lnTo>
                      <a:pt x="518949" y="786484"/>
                    </a:lnTo>
                    <a:lnTo>
                      <a:pt x="294663" y="793214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77" name="Контур"/>
              <p:cNvSpPr/>
              <p:nvPr/>
            </p:nvSpPr>
            <p:spPr>
              <a:xfrm>
                <a:off x="6478647" y="9226779"/>
                <a:ext cx="11676" cy="405768"/>
              </a:xfrm>
              <a:custGeom>
                <a:avLst/>
                <a:gdLst/>
                <a:ahLst/>
                <a:cxnLst/>
                <a:rect l="l" t="t" r="r" b="b"/>
                <a:pathLst>
                  <a:path w="11676" h="405768" fill="none">
                    <a:moveTo>
                      <a:pt x="11676" y="405768"/>
                    </a:moveTo>
                    <a:lnTo>
                      <a:pt x="10428" y="363656"/>
                    </a:lnTo>
                    <a:lnTo>
                      <a:pt x="9935" y="346809"/>
                    </a:lnTo>
                    <a:moveTo>
                      <a:pt x="9935" y="346809"/>
                    </a:moveTo>
                    <a:lnTo>
                      <a:pt x="7609" y="268088"/>
                    </a:lnTo>
                    <a:lnTo>
                      <a:pt x="7308" y="255879"/>
                    </a:lnTo>
                    <a:lnTo>
                      <a:pt x="7018" y="244272"/>
                    </a:lnTo>
                    <a:lnTo>
                      <a:pt x="6850" y="237320"/>
                    </a:lnTo>
                    <a:lnTo>
                      <a:pt x="6378" y="219331"/>
                    </a:lnTo>
                    <a:lnTo>
                      <a:pt x="2997" y="100918"/>
                    </a:lnTo>
                    <a:lnTo>
                      <a:pt x="2603" y="87153"/>
                    </a:lnTo>
                    <a:lnTo>
                      <a:pt x="2096" y="69211"/>
                    </a:lnTo>
                    <a:lnTo>
                      <a:pt x="1143" y="35453"/>
                    </a:lnTo>
                    <a:lnTo>
                      <a:pt x="850" y="31770"/>
                    </a:lnTo>
                    <a:lnTo>
                      <a:pt x="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78" name="Контур"/>
              <p:cNvSpPr/>
              <p:nvPr/>
            </p:nvSpPr>
            <p:spPr>
              <a:xfrm>
                <a:off x="5606609" y="9397075"/>
                <a:ext cx="94539" cy="46141"/>
              </a:xfrm>
              <a:custGeom>
                <a:avLst/>
                <a:gdLst/>
                <a:ahLst/>
                <a:cxnLst/>
                <a:rect l="l" t="t" r="r" b="b"/>
                <a:pathLst>
                  <a:path w="94539" h="46141" fill="none">
                    <a:moveTo>
                      <a:pt x="0" y="46141"/>
                    </a:moveTo>
                    <a:lnTo>
                      <a:pt x="94539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79" name="Контур"/>
              <p:cNvSpPr/>
              <p:nvPr/>
            </p:nvSpPr>
            <p:spPr>
              <a:xfrm>
                <a:off x="5606609" y="9257425"/>
                <a:ext cx="893486" cy="738458"/>
              </a:xfrm>
              <a:custGeom>
                <a:avLst/>
                <a:gdLst/>
                <a:ahLst/>
                <a:cxnLst/>
                <a:rect l="l" t="t" r="r" b="b"/>
                <a:pathLst>
                  <a:path w="893486" h="738458" fill="none">
                    <a:moveTo>
                      <a:pt x="0" y="185791"/>
                    </a:moveTo>
                    <a:lnTo>
                      <a:pt x="44846" y="171140"/>
                    </a:lnTo>
                    <a:lnTo>
                      <a:pt x="82177" y="159955"/>
                    </a:lnTo>
                    <a:lnTo>
                      <a:pt x="103685" y="156202"/>
                    </a:lnTo>
                    <a:moveTo>
                      <a:pt x="885474" y="442792"/>
                    </a:moveTo>
                    <a:lnTo>
                      <a:pt x="885163" y="428364"/>
                    </a:lnTo>
                    <a:lnTo>
                      <a:pt x="884589" y="404671"/>
                    </a:lnTo>
                    <a:lnTo>
                      <a:pt x="883714" y="375122"/>
                    </a:lnTo>
                    <a:moveTo>
                      <a:pt x="613302" y="464719"/>
                    </a:moveTo>
                    <a:lnTo>
                      <a:pt x="622377" y="482534"/>
                    </a:lnTo>
                    <a:lnTo>
                      <a:pt x="627212" y="490901"/>
                    </a:lnTo>
                    <a:moveTo>
                      <a:pt x="385564" y="0"/>
                    </a:moveTo>
                    <a:lnTo>
                      <a:pt x="393915" y="17479"/>
                    </a:lnTo>
                    <a:lnTo>
                      <a:pt x="454401" y="143759"/>
                    </a:lnTo>
                    <a:lnTo>
                      <a:pt x="484520" y="204964"/>
                    </a:lnTo>
                    <a:lnTo>
                      <a:pt x="504854" y="246290"/>
                    </a:lnTo>
                    <a:lnTo>
                      <a:pt x="531367" y="300172"/>
                    </a:lnTo>
                    <a:lnTo>
                      <a:pt x="560306" y="358976"/>
                    </a:lnTo>
                    <a:lnTo>
                      <a:pt x="564429" y="367362"/>
                    </a:lnTo>
                    <a:lnTo>
                      <a:pt x="593080" y="425597"/>
                    </a:lnTo>
                    <a:lnTo>
                      <a:pt x="613302" y="464719"/>
                    </a:lnTo>
                    <a:moveTo>
                      <a:pt x="627212" y="490901"/>
                    </a:moveTo>
                    <a:lnTo>
                      <a:pt x="631510" y="499548"/>
                    </a:lnTo>
                    <a:lnTo>
                      <a:pt x="649096" y="533131"/>
                    </a:lnTo>
                    <a:lnTo>
                      <a:pt x="669068" y="572408"/>
                    </a:lnTo>
                    <a:moveTo>
                      <a:pt x="893486" y="735189"/>
                    </a:moveTo>
                    <a:lnTo>
                      <a:pt x="892073" y="682240"/>
                    </a:lnTo>
                    <a:lnTo>
                      <a:pt x="891968" y="677908"/>
                    </a:lnTo>
                    <a:lnTo>
                      <a:pt x="890832" y="629121"/>
                    </a:lnTo>
                    <a:lnTo>
                      <a:pt x="890486" y="616620"/>
                    </a:lnTo>
                    <a:lnTo>
                      <a:pt x="889919" y="596735"/>
                    </a:lnTo>
                    <a:lnTo>
                      <a:pt x="888591" y="549845"/>
                    </a:lnTo>
                    <a:lnTo>
                      <a:pt x="886240" y="468996"/>
                    </a:lnTo>
                    <a:lnTo>
                      <a:pt x="886070" y="463386"/>
                    </a:lnTo>
                    <a:lnTo>
                      <a:pt x="885474" y="442792"/>
                    </a:lnTo>
                    <a:moveTo>
                      <a:pt x="669068" y="572408"/>
                    </a:moveTo>
                    <a:lnTo>
                      <a:pt x="690098" y="613546"/>
                    </a:lnTo>
                    <a:lnTo>
                      <a:pt x="694981" y="623100"/>
                    </a:lnTo>
                    <a:lnTo>
                      <a:pt x="719753" y="674813"/>
                    </a:lnTo>
                    <a:lnTo>
                      <a:pt x="724814" y="689777"/>
                    </a:lnTo>
                    <a:lnTo>
                      <a:pt x="727618" y="700388"/>
                    </a:lnTo>
                    <a:lnTo>
                      <a:pt x="728348" y="704809"/>
                    </a:lnTo>
                    <a:lnTo>
                      <a:pt x="728989" y="710865"/>
                    </a:lnTo>
                    <a:lnTo>
                      <a:pt x="729647" y="738458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80" name="Контур"/>
              <p:cNvSpPr/>
              <p:nvPr/>
            </p:nvSpPr>
            <p:spPr>
              <a:xfrm>
                <a:off x="8753701" y="8955202"/>
                <a:ext cx="82506" cy="25377"/>
              </a:xfrm>
              <a:custGeom>
                <a:avLst/>
                <a:gdLst/>
                <a:ahLst/>
                <a:cxnLst/>
                <a:rect l="l" t="t" r="r" b="b"/>
                <a:pathLst>
                  <a:path w="82506" h="25377" fill="none">
                    <a:moveTo>
                      <a:pt x="0" y="25377"/>
                    </a:moveTo>
                    <a:lnTo>
                      <a:pt x="82506" y="21249"/>
                    </a:lnTo>
                    <a:moveTo>
                      <a:pt x="76777" y="0"/>
                    </a:moveTo>
                    <a:lnTo>
                      <a:pt x="1810" y="4943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81" name="Контур"/>
              <p:cNvSpPr/>
              <p:nvPr/>
            </p:nvSpPr>
            <p:spPr>
              <a:xfrm>
                <a:off x="8691751" y="8904060"/>
                <a:ext cx="364263" cy="41183"/>
              </a:xfrm>
              <a:custGeom>
                <a:avLst/>
                <a:gdLst/>
                <a:ahLst/>
                <a:cxnLst/>
                <a:rect l="l" t="t" r="r" b="b"/>
                <a:pathLst>
                  <a:path w="364263" h="41183" fill="none">
                    <a:moveTo>
                      <a:pt x="364263" y="0"/>
                    </a:moveTo>
                    <a:lnTo>
                      <a:pt x="313075" y="5070"/>
                    </a:lnTo>
                    <a:lnTo>
                      <a:pt x="304043" y="6128"/>
                    </a:lnTo>
                    <a:lnTo>
                      <a:pt x="217163" y="16198"/>
                    </a:lnTo>
                    <a:lnTo>
                      <a:pt x="132141" y="26505"/>
                    </a:lnTo>
                    <a:lnTo>
                      <a:pt x="44088" y="36285"/>
                    </a:lnTo>
                    <a:lnTo>
                      <a:pt x="0" y="41183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82" name="Контур"/>
              <p:cNvSpPr/>
              <p:nvPr/>
            </p:nvSpPr>
            <p:spPr>
              <a:xfrm>
                <a:off x="8467745" y="8960145"/>
                <a:ext cx="287766" cy="15962"/>
              </a:xfrm>
              <a:custGeom>
                <a:avLst/>
                <a:gdLst/>
                <a:ahLst/>
                <a:cxnLst/>
                <a:rect l="l" t="t" r="r" b="b"/>
                <a:pathLst>
                  <a:path w="287766" h="15962" fill="none">
                    <a:moveTo>
                      <a:pt x="287766" y="0"/>
                    </a:moveTo>
                    <a:lnTo>
                      <a:pt x="0" y="15962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83" name="Контур"/>
              <p:cNvSpPr/>
              <p:nvPr/>
            </p:nvSpPr>
            <p:spPr>
              <a:xfrm>
                <a:off x="8295667" y="8945243"/>
                <a:ext cx="396084" cy="21612"/>
              </a:xfrm>
              <a:custGeom>
                <a:avLst/>
                <a:gdLst/>
                <a:ahLst/>
                <a:cxnLst/>
                <a:rect l="l" t="t" r="r" b="b"/>
                <a:pathLst>
                  <a:path w="396084" h="21612" fill="none">
                    <a:moveTo>
                      <a:pt x="396084" y="0"/>
                    </a:moveTo>
                    <a:lnTo>
                      <a:pt x="265342" y="7376"/>
                    </a:lnTo>
                    <a:lnTo>
                      <a:pt x="255126" y="7960"/>
                    </a:lnTo>
                    <a:lnTo>
                      <a:pt x="112733" y="15076"/>
                    </a:lnTo>
                    <a:lnTo>
                      <a:pt x="103195" y="15781"/>
                    </a:lnTo>
                    <a:lnTo>
                      <a:pt x="64523" y="18478"/>
                    </a:lnTo>
                    <a:lnTo>
                      <a:pt x="0" y="21612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84" name="Контур"/>
              <p:cNvSpPr/>
              <p:nvPr/>
            </p:nvSpPr>
            <p:spPr>
              <a:xfrm>
                <a:off x="8468737" y="8980579"/>
                <a:ext cx="284964" cy="13792"/>
              </a:xfrm>
              <a:custGeom>
                <a:avLst/>
                <a:gdLst/>
                <a:ahLst/>
                <a:cxnLst/>
                <a:rect l="l" t="t" r="r" b="b"/>
                <a:pathLst>
                  <a:path w="284964" h="13792" fill="none">
                    <a:moveTo>
                      <a:pt x="0" y="13792"/>
                    </a:moveTo>
                    <a:lnTo>
                      <a:pt x="284964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85" name="Контур"/>
              <p:cNvSpPr/>
              <p:nvPr/>
            </p:nvSpPr>
            <p:spPr>
              <a:xfrm>
                <a:off x="7912111" y="8912325"/>
                <a:ext cx="793306" cy="113052"/>
              </a:xfrm>
              <a:custGeom>
                <a:avLst/>
                <a:gdLst/>
                <a:ahLst/>
                <a:cxnLst/>
                <a:rect l="l" t="t" r="r" b="b"/>
                <a:pathLst>
                  <a:path w="793306" h="113052" fill="none">
                    <a:moveTo>
                      <a:pt x="85442" y="72920"/>
                    </a:moveTo>
                    <a:lnTo>
                      <a:pt x="45168" y="74666"/>
                    </a:lnTo>
                    <a:lnTo>
                      <a:pt x="34527" y="75206"/>
                    </a:lnTo>
                    <a:lnTo>
                      <a:pt x="2735" y="76822"/>
                    </a:lnTo>
                    <a:moveTo>
                      <a:pt x="2735" y="76822"/>
                    </a:moveTo>
                    <a:lnTo>
                      <a:pt x="1799" y="57109"/>
                    </a:lnTo>
                    <a:lnTo>
                      <a:pt x="1540" y="49356"/>
                    </a:lnTo>
                    <a:lnTo>
                      <a:pt x="0" y="0"/>
                    </a:lnTo>
                    <a:moveTo>
                      <a:pt x="110801" y="71100"/>
                    </a:moveTo>
                    <a:lnTo>
                      <a:pt x="85442" y="72920"/>
                    </a:lnTo>
                    <a:moveTo>
                      <a:pt x="139477" y="69527"/>
                    </a:moveTo>
                    <a:lnTo>
                      <a:pt x="110801" y="71100"/>
                    </a:lnTo>
                    <a:moveTo>
                      <a:pt x="383556" y="54530"/>
                    </a:moveTo>
                    <a:lnTo>
                      <a:pt x="149484" y="68913"/>
                    </a:lnTo>
                    <a:lnTo>
                      <a:pt x="139477" y="69527"/>
                    </a:lnTo>
                    <a:moveTo>
                      <a:pt x="400801" y="113052"/>
                    </a:moveTo>
                    <a:lnTo>
                      <a:pt x="417302" y="112440"/>
                    </a:lnTo>
                    <a:lnTo>
                      <a:pt x="421182" y="112300"/>
                    </a:lnTo>
                    <a:lnTo>
                      <a:pt x="480252" y="108881"/>
                    </a:lnTo>
                    <a:lnTo>
                      <a:pt x="490094" y="108314"/>
                    </a:lnTo>
                    <a:lnTo>
                      <a:pt x="538211" y="105375"/>
                    </a:lnTo>
                    <a:moveTo>
                      <a:pt x="538211" y="105375"/>
                    </a:moveTo>
                    <a:lnTo>
                      <a:pt x="608020" y="101923"/>
                    </a:lnTo>
                    <a:lnTo>
                      <a:pt x="714412" y="96474"/>
                    </a:lnTo>
                    <a:lnTo>
                      <a:pt x="769144" y="93673"/>
                    </a:lnTo>
                    <a:lnTo>
                      <a:pt x="793306" y="92194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86" name="Контур"/>
              <p:cNvSpPr/>
              <p:nvPr/>
            </p:nvSpPr>
            <p:spPr>
              <a:xfrm>
                <a:off x="8705417" y="8976756"/>
                <a:ext cx="348718" cy="27763"/>
              </a:xfrm>
              <a:custGeom>
                <a:avLst/>
                <a:gdLst/>
                <a:ahLst/>
                <a:cxnLst/>
                <a:rect l="l" t="t" r="r" b="b"/>
                <a:pathLst>
                  <a:path w="348718" h="27763" fill="none">
                    <a:moveTo>
                      <a:pt x="0" y="27763"/>
                    </a:moveTo>
                    <a:lnTo>
                      <a:pt x="103229" y="23497"/>
                    </a:lnTo>
                    <a:lnTo>
                      <a:pt x="196795" y="17376"/>
                    </a:lnTo>
                    <a:lnTo>
                      <a:pt x="262555" y="11332"/>
                    </a:lnTo>
                    <a:lnTo>
                      <a:pt x="267892" y="10999"/>
                    </a:lnTo>
                    <a:lnTo>
                      <a:pt x="308804" y="6315"/>
                    </a:lnTo>
                    <a:lnTo>
                      <a:pt x="348718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87" name="Контур"/>
              <p:cNvSpPr/>
              <p:nvPr/>
            </p:nvSpPr>
            <p:spPr>
              <a:xfrm>
                <a:off x="7741397" y="8989147"/>
                <a:ext cx="571515" cy="320706"/>
              </a:xfrm>
              <a:custGeom>
                <a:avLst/>
                <a:gdLst/>
                <a:ahLst/>
                <a:cxnLst/>
                <a:rect l="l" t="t" r="r" b="b"/>
                <a:pathLst>
                  <a:path w="571515" h="320706" fill="none">
                    <a:moveTo>
                      <a:pt x="261984" y="53144"/>
                    </a:moveTo>
                    <a:lnTo>
                      <a:pt x="277598" y="52244"/>
                    </a:lnTo>
                    <a:lnTo>
                      <a:pt x="293056" y="51360"/>
                    </a:lnTo>
                    <a:moveTo>
                      <a:pt x="293056" y="51360"/>
                    </a:moveTo>
                    <a:lnTo>
                      <a:pt x="359660" y="47511"/>
                    </a:lnTo>
                    <a:lnTo>
                      <a:pt x="400791" y="45144"/>
                    </a:lnTo>
                    <a:moveTo>
                      <a:pt x="400791" y="45144"/>
                    </a:moveTo>
                    <a:lnTo>
                      <a:pt x="426213" y="43677"/>
                    </a:lnTo>
                    <a:lnTo>
                      <a:pt x="545100" y="36823"/>
                    </a:lnTo>
                    <a:lnTo>
                      <a:pt x="552617" y="36528"/>
                    </a:lnTo>
                    <a:lnTo>
                      <a:pt x="571515" y="36230"/>
                    </a:lnTo>
                    <a:moveTo>
                      <a:pt x="175128" y="57511"/>
                    </a:moveTo>
                    <a:lnTo>
                      <a:pt x="173449" y="0"/>
                    </a:lnTo>
                    <a:moveTo>
                      <a:pt x="175128" y="57511"/>
                    </a:moveTo>
                    <a:lnTo>
                      <a:pt x="199798" y="56726"/>
                    </a:lnTo>
                    <a:lnTo>
                      <a:pt x="261984" y="53144"/>
                    </a:lnTo>
                    <a:moveTo>
                      <a:pt x="182446" y="283388"/>
                    </a:moveTo>
                    <a:lnTo>
                      <a:pt x="182326" y="279581"/>
                    </a:lnTo>
                    <a:lnTo>
                      <a:pt x="181885" y="261839"/>
                    </a:lnTo>
                    <a:lnTo>
                      <a:pt x="177364" y="117085"/>
                    </a:lnTo>
                    <a:lnTo>
                      <a:pt x="176216" y="84392"/>
                    </a:lnTo>
                    <a:lnTo>
                      <a:pt x="175880" y="72770"/>
                    </a:lnTo>
                    <a:lnTo>
                      <a:pt x="175128" y="57511"/>
                    </a:lnTo>
                    <a:moveTo>
                      <a:pt x="183683" y="320706"/>
                    </a:moveTo>
                    <a:lnTo>
                      <a:pt x="182446" y="283388"/>
                    </a:lnTo>
                    <a:moveTo>
                      <a:pt x="111731" y="3549"/>
                    </a:moveTo>
                    <a:lnTo>
                      <a:pt x="76261" y="5936"/>
                    </a:lnTo>
                    <a:moveTo>
                      <a:pt x="173449" y="0"/>
                    </a:moveTo>
                    <a:lnTo>
                      <a:pt x="137229" y="1836"/>
                    </a:lnTo>
                    <a:lnTo>
                      <a:pt x="111731" y="3549"/>
                    </a:lnTo>
                    <a:moveTo>
                      <a:pt x="76261" y="5936"/>
                    </a:moveTo>
                    <a:lnTo>
                      <a:pt x="33120" y="9235"/>
                    </a:lnTo>
                    <a:lnTo>
                      <a:pt x="0" y="11103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88" name="Контур"/>
              <p:cNvSpPr/>
              <p:nvPr/>
            </p:nvSpPr>
            <p:spPr>
              <a:xfrm>
                <a:off x="7721179" y="8976107"/>
                <a:ext cx="746566" cy="40540"/>
              </a:xfrm>
              <a:custGeom>
                <a:avLst/>
                <a:gdLst/>
                <a:ahLst/>
                <a:cxnLst/>
                <a:rect l="l" t="t" r="r" b="b"/>
                <a:pathLst>
                  <a:path w="746566" h="40540" fill="none">
                    <a:moveTo>
                      <a:pt x="746566" y="0"/>
                    </a:moveTo>
                    <a:lnTo>
                      <a:pt x="0" y="4054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89" name="Контур"/>
              <p:cNvSpPr/>
              <p:nvPr/>
            </p:nvSpPr>
            <p:spPr>
              <a:xfrm>
                <a:off x="7671754" y="9000250"/>
                <a:ext cx="69643" cy="3658"/>
              </a:xfrm>
              <a:custGeom>
                <a:avLst/>
                <a:gdLst/>
                <a:ahLst/>
                <a:cxnLst/>
                <a:rect l="l" t="t" r="r" b="b"/>
                <a:pathLst>
                  <a:path w="69643" h="3658" fill="none">
                    <a:moveTo>
                      <a:pt x="69643" y="0"/>
                    </a:moveTo>
                    <a:lnTo>
                      <a:pt x="51183" y="1066"/>
                    </a:lnTo>
                    <a:lnTo>
                      <a:pt x="0" y="3658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90" name="Контур"/>
              <p:cNvSpPr/>
              <p:nvPr/>
            </p:nvSpPr>
            <p:spPr>
              <a:xfrm>
                <a:off x="7474784" y="9016647"/>
                <a:ext cx="246395" cy="12084"/>
              </a:xfrm>
              <a:custGeom>
                <a:avLst/>
                <a:gdLst/>
                <a:ahLst/>
                <a:cxnLst/>
                <a:rect l="l" t="t" r="r" b="b"/>
                <a:pathLst>
                  <a:path w="246395" h="12084" fill="none">
                    <a:moveTo>
                      <a:pt x="246395" y="0"/>
                    </a:moveTo>
                    <a:lnTo>
                      <a:pt x="0" y="12084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91" name="Контур"/>
              <p:cNvSpPr/>
              <p:nvPr/>
            </p:nvSpPr>
            <p:spPr>
              <a:xfrm>
                <a:off x="7777011" y="9046658"/>
                <a:ext cx="139514" cy="3049"/>
              </a:xfrm>
              <a:custGeom>
                <a:avLst/>
                <a:gdLst/>
                <a:ahLst/>
                <a:cxnLst/>
                <a:rect l="l" t="t" r="r" b="b"/>
                <a:pathLst>
                  <a:path w="139514" h="3049" fill="none">
                    <a:moveTo>
                      <a:pt x="0" y="3049"/>
                    </a:moveTo>
                    <a:lnTo>
                      <a:pt x="94160" y="1459"/>
                    </a:lnTo>
                    <a:lnTo>
                      <a:pt x="109533" y="977"/>
                    </a:lnTo>
                    <a:lnTo>
                      <a:pt x="139514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92" name="Контур"/>
              <p:cNvSpPr/>
              <p:nvPr/>
            </p:nvSpPr>
            <p:spPr>
              <a:xfrm>
                <a:off x="7324888" y="9049923"/>
                <a:ext cx="151236" cy="8900"/>
              </a:xfrm>
              <a:custGeom>
                <a:avLst/>
                <a:gdLst/>
                <a:ahLst/>
                <a:cxnLst/>
                <a:rect l="l" t="t" r="r" b="b"/>
                <a:pathLst>
                  <a:path w="151236" h="8900" fill="none">
                    <a:moveTo>
                      <a:pt x="0" y="8900"/>
                    </a:moveTo>
                    <a:lnTo>
                      <a:pt x="151236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93" name="Контур"/>
              <p:cNvSpPr/>
              <p:nvPr/>
            </p:nvSpPr>
            <p:spPr>
              <a:xfrm>
                <a:off x="7660382" y="9049707"/>
                <a:ext cx="116629" cy="5431"/>
              </a:xfrm>
              <a:custGeom>
                <a:avLst/>
                <a:gdLst/>
                <a:ahLst/>
                <a:cxnLst/>
                <a:rect l="l" t="t" r="r" b="b"/>
                <a:pathLst>
                  <a:path w="116629" h="5431" fill="none">
                    <a:moveTo>
                      <a:pt x="0" y="5431"/>
                    </a:moveTo>
                    <a:lnTo>
                      <a:pt x="93568" y="1209"/>
                    </a:lnTo>
                    <a:lnTo>
                      <a:pt x="116629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94" name="Контур"/>
              <p:cNvSpPr/>
              <p:nvPr/>
            </p:nvSpPr>
            <p:spPr>
              <a:xfrm>
                <a:off x="7476124" y="9037423"/>
                <a:ext cx="246185" cy="12500"/>
              </a:xfrm>
              <a:custGeom>
                <a:avLst/>
                <a:gdLst/>
                <a:ahLst/>
                <a:cxnLst/>
                <a:rect l="l" t="t" r="r" b="b"/>
                <a:pathLst>
                  <a:path w="246185" h="12500" fill="none">
                    <a:moveTo>
                      <a:pt x="0" y="12500"/>
                    </a:moveTo>
                    <a:lnTo>
                      <a:pt x="246185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95" name="Контур"/>
              <p:cNvSpPr/>
              <p:nvPr/>
            </p:nvSpPr>
            <p:spPr>
              <a:xfrm>
                <a:off x="7224855" y="9003908"/>
                <a:ext cx="446899" cy="37067"/>
              </a:xfrm>
              <a:custGeom>
                <a:avLst/>
                <a:gdLst/>
                <a:ahLst/>
                <a:cxnLst/>
                <a:rect l="l" t="t" r="r" b="b"/>
                <a:pathLst>
                  <a:path w="446899" h="37067" fill="none">
                    <a:moveTo>
                      <a:pt x="446899" y="0"/>
                    </a:moveTo>
                    <a:lnTo>
                      <a:pt x="336284" y="4741"/>
                    </a:lnTo>
                    <a:lnTo>
                      <a:pt x="148074" y="9159"/>
                    </a:lnTo>
                    <a:lnTo>
                      <a:pt x="90361" y="17526"/>
                    </a:lnTo>
                    <a:lnTo>
                      <a:pt x="0" y="37067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96" name="Контур"/>
              <p:cNvSpPr/>
              <p:nvPr/>
            </p:nvSpPr>
            <p:spPr>
              <a:xfrm>
                <a:off x="7224855" y="8994371"/>
                <a:ext cx="1243882" cy="46604"/>
              </a:xfrm>
              <a:custGeom>
                <a:avLst/>
                <a:gdLst/>
                <a:ahLst/>
                <a:cxnLst/>
                <a:rect l="l" t="t" r="r" b="b"/>
                <a:pathLst>
                  <a:path w="1243882" h="46604" fill="none">
                    <a:moveTo>
                      <a:pt x="249929" y="34360"/>
                    </a:moveTo>
                    <a:lnTo>
                      <a:pt x="0" y="46604"/>
                    </a:lnTo>
                    <a:moveTo>
                      <a:pt x="497454" y="43052"/>
                    </a:moveTo>
                    <a:lnTo>
                      <a:pt x="1243882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97" name="Контур"/>
              <p:cNvSpPr/>
              <p:nvPr/>
            </p:nvSpPr>
            <p:spPr>
              <a:xfrm>
                <a:off x="7465546" y="9055138"/>
                <a:ext cx="194836" cy="12373"/>
              </a:xfrm>
              <a:custGeom>
                <a:avLst/>
                <a:gdLst/>
                <a:ahLst/>
                <a:cxnLst/>
                <a:rect l="l" t="t" r="r" b="b"/>
                <a:pathLst>
                  <a:path w="194836" h="12373" fill="none">
                    <a:moveTo>
                      <a:pt x="0" y="12373"/>
                    </a:moveTo>
                    <a:lnTo>
                      <a:pt x="77658" y="6803"/>
                    </a:lnTo>
                    <a:lnTo>
                      <a:pt x="194836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98" name="Контур"/>
              <p:cNvSpPr/>
              <p:nvPr/>
            </p:nvSpPr>
            <p:spPr>
              <a:xfrm>
                <a:off x="6545266" y="9040975"/>
                <a:ext cx="779622" cy="56793"/>
              </a:xfrm>
              <a:custGeom>
                <a:avLst/>
                <a:gdLst/>
                <a:ahLst/>
                <a:cxnLst/>
                <a:rect l="l" t="t" r="r" b="b"/>
                <a:pathLst>
                  <a:path w="779622" h="56793" fill="none">
                    <a:moveTo>
                      <a:pt x="650455" y="25096"/>
                    </a:moveTo>
                    <a:lnTo>
                      <a:pt x="779622" y="17848"/>
                    </a:lnTo>
                    <a:moveTo>
                      <a:pt x="400981" y="15327"/>
                    </a:moveTo>
                    <a:lnTo>
                      <a:pt x="359935" y="17470"/>
                    </a:lnTo>
                    <a:lnTo>
                      <a:pt x="301174" y="20379"/>
                    </a:lnTo>
                    <a:lnTo>
                      <a:pt x="135176" y="28585"/>
                    </a:lnTo>
                    <a:lnTo>
                      <a:pt x="86958" y="30370"/>
                    </a:lnTo>
                    <a:lnTo>
                      <a:pt x="65075" y="31184"/>
                    </a:lnTo>
                    <a:moveTo>
                      <a:pt x="679589" y="0"/>
                    </a:moveTo>
                    <a:lnTo>
                      <a:pt x="655046" y="1937"/>
                    </a:lnTo>
                    <a:lnTo>
                      <a:pt x="477413" y="11387"/>
                    </a:lnTo>
                    <a:lnTo>
                      <a:pt x="445958" y="13059"/>
                    </a:lnTo>
                    <a:lnTo>
                      <a:pt x="400981" y="15327"/>
                    </a:lnTo>
                    <a:moveTo>
                      <a:pt x="0" y="56793"/>
                    </a:moveTo>
                    <a:lnTo>
                      <a:pt x="91237" y="53384"/>
                    </a:lnTo>
                    <a:lnTo>
                      <a:pt x="122485" y="52208"/>
                    </a:lnTo>
                    <a:lnTo>
                      <a:pt x="245363" y="46138"/>
                    </a:lnTo>
                    <a:lnTo>
                      <a:pt x="400677" y="38468"/>
                    </a:lnTo>
                    <a:lnTo>
                      <a:pt x="568756" y="29661"/>
                    </a:lnTo>
                    <a:lnTo>
                      <a:pt x="589552" y="28403"/>
                    </a:lnTo>
                    <a:lnTo>
                      <a:pt x="650455" y="25096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99" name="Контур"/>
              <p:cNvSpPr/>
              <p:nvPr/>
            </p:nvSpPr>
            <p:spPr>
              <a:xfrm>
                <a:off x="6946722" y="9067511"/>
                <a:ext cx="518824" cy="34452"/>
              </a:xfrm>
              <a:custGeom>
                <a:avLst/>
                <a:gdLst/>
                <a:ahLst/>
                <a:cxnLst/>
                <a:rect l="l" t="t" r="r" b="b"/>
                <a:pathLst>
                  <a:path w="518824" h="34452" fill="none">
                    <a:moveTo>
                      <a:pt x="0" y="34452"/>
                    </a:moveTo>
                    <a:lnTo>
                      <a:pt x="77162" y="30524"/>
                    </a:lnTo>
                    <a:lnTo>
                      <a:pt x="118954" y="28331"/>
                    </a:lnTo>
                    <a:lnTo>
                      <a:pt x="165312" y="25903"/>
                    </a:lnTo>
                    <a:lnTo>
                      <a:pt x="239974" y="15956"/>
                    </a:lnTo>
                    <a:lnTo>
                      <a:pt x="247282" y="15448"/>
                    </a:lnTo>
                    <a:lnTo>
                      <a:pt x="286345" y="12725"/>
                    </a:lnTo>
                    <a:lnTo>
                      <a:pt x="376091" y="7863"/>
                    </a:lnTo>
                    <a:lnTo>
                      <a:pt x="414462" y="5713"/>
                    </a:lnTo>
                    <a:lnTo>
                      <a:pt x="518824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00" name="Контур"/>
              <p:cNvSpPr/>
              <p:nvPr/>
            </p:nvSpPr>
            <p:spPr>
              <a:xfrm>
                <a:off x="6511812" y="9072159"/>
                <a:ext cx="98529" cy="5350"/>
              </a:xfrm>
              <a:custGeom>
                <a:avLst/>
                <a:gdLst/>
                <a:ahLst/>
                <a:cxnLst/>
                <a:rect l="l" t="t" r="r" b="b"/>
                <a:pathLst>
                  <a:path w="98529" h="5350" fill="none">
                    <a:moveTo>
                      <a:pt x="98529" y="0"/>
                    </a:moveTo>
                    <a:lnTo>
                      <a:pt x="28195" y="2583"/>
                    </a:lnTo>
                    <a:lnTo>
                      <a:pt x="0" y="535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01" name="Контур"/>
              <p:cNvSpPr/>
              <p:nvPr/>
            </p:nvSpPr>
            <p:spPr>
              <a:xfrm>
                <a:off x="6387693" y="8806965"/>
                <a:ext cx="76308" cy="261380"/>
              </a:xfrm>
              <a:custGeom>
                <a:avLst/>
                <a:gdLst/>
                <a:ahLst/>
                <a:cxnLst/>
                <a:rect l="l" t="t" r="r" b="b"/>
                <a:pathLst>
                  <a:path w="76308" h="261380" fill="none">
                    <a:moveTo>
                      <a:pt x="41904" y="147949"/>
                    </a:moveTo>
                    <a:lnTo>
                      <a:pt x="37998" y="135262"/>
                    </a:lnTo>
                    <a:lnTo>
                      <a:pt x="33183" y="118863"/>
                    </a:lnTo>
                    <a:lnTo>
                      <a:pt x="18098" y="63904"/>
                    </a:lnTo>
                    <a:lnTo>
                      <a:pt x="2429" y="8299"/>
                    </a:lnTo>
                    <a:lnTo>
                      <a:pt x="0" y="0"/>
                    </a:lnTo>
                    <a:moveTo>
                      <a:pt x="76308" y="261380"/>
                    </a:moveTo>
                    <a:lnTo>
                      <a:pt x="64379" y="224846"/>
                    </a:lnTo>
                    <a:lnTo>
                      <a:pt x="56335" y="195881"/>
                    </a:lnTo>
                    <a:lnTo>
                      <a:pt x="41904" y="147949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302" name="Контур"/>
              <p:cNvSpPr/>
              <p:nvPr/>
            </p:nvSpPr>
            <p:spPr>
              <a:xfrm>
                <a:off x="6469646" y="9081642"/>
                <a:ext cx="3330" cy="22741"/>
              </a:xfrm>
              <a:custGeom>
                <a:avLst/>
                <a:gdLst/>
                <a:ahLst/>
                <a:cxnLst/>
                <a:rect l="l" t="t" r="r" b="b"/>
                <a:pathLst>
                  <a:path w="3330" h="22741" fill="none">
                    <a:moveTo>
                      <a:pt x="3330" y="22741"/>
                    </a:moveTo>
                    <a:lnTo>
                      <a:pt x="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03" name="Контур"/>
              <p:cNvSpPr/>
              <p:nvPr/>
            </p:nvSpPr>
            <p:spPr>
              <a:xfrm>
                <a:off x="6469646" y="9077509"/>
                <a:ext cx="75620" cy="26874"/>
              </a:xfrm>
              <a:custGeom>
                <a:avLst/>
                <a:gdLst/>
                <a:ahLst/>
                <a:cxnLst/>
                <a:rect l="l" t="t" r="r" b="b"/>
                <a:pathLst>
                  <a:path w="75620" h="26874" fill="none">
                    <a:moveTo>
                      <a:pt x="3330" y="26874"/>
                    </a:moveTo>
                    <a:lnTo>
                      <a:pt x="75620" y="20259"/>
                    </a:lnTo>
                    <a:moveTo>
                      <a:pt x="42166" y="0"/>
                    </a:moveTo>
                    <a:lnTo>
                      <a:pt x="0" y="4133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04" name="Контур"/>
              <p:cNvSpPr/>
              <p:nvPr/>
            </p:nvSpPr>
            <p:spPr>
              <a:xfrm>
                <a:off x="6464001" y="9068345"/>
                <a:ext cx="5645" cy="13297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13297" fill="none">
                    <a:moveTo>
                      <a:pt x="5645" y="13297"/>
                    </a:moveTo>
                    <a:lnTo>
                      <a:pt x="0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305" name="Контур"/>
              <p:cNvSpPr/>
              <p:nvPr/>
            </p:nvSpPr>
            <p:spPr>
              <a:xfrm>
                <a:off x="6464001" y="9068345"/>
                <a:ext cx="482721" cy="59489"/>
              </a:xfrm>
              <a:custGeom>
                <a:avLst/>
                <a:gdLst/>
                <a:ahLst/>
                <a:cxnLst/>
                <a:rect l="l" t="t" r="r" b="b"/>
                <a:pathLst>
                  <a:path w="482721" h="59489" fill="none">
                    <a:moveTo>
                      <a:pt x="47811" y="9164"/>
                    </a:moveTo>
                    <a:lnTo>
                      <a:pt x="0" y="0"/>
                    </a:lnTo>
                    <a:moveTo>
                      <a:pt x="291190" y="43981"/>
                    </a:moveTo>
                    <a:lnTo>
                      <a:pt x="346810" y="41332"/>
                    </a:lnTo>
                    <a:lnTo>
                      <a:pt x="468123" y="34526"/>
                    </a:lnTo>
                    <a:lnTo>
                      <a:pt x="482721" y="33618"/>
                    </a:lnTo>
                    <a:moveTo>
                      <a:pt x="235586" y="48356"/>
                    </a:moveTo>
                    <a:lnTo>
                      <a:pt x="291190" y="43981"/>
                    </a:lnTo>
                    <a:moveTo>
                      <a:pt x="11996" y="59489"/>
                    </a:moveTo>
                    <a:lnTo>
                      <a:pt x="133822" y="54908"/>
                    </a:lnTo>
                    <a:lnTo>
                      <a:pt x="154436" y="53852"/>
                    </a:lnTo>
                    <a:lnTo>
                      <a:pt x="205193" y="50716"/>
                    </a:lnTo>
                    <a:lnTo>
                      <a:pt x="220164" y="49544"/>
                    </a:lnTo>
                    <a:lnTo>
                      <a:pt x="235586" y="4835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06" name="Контур"/>
              <p:cNvSpPr/>
              <p:nvPr/>
            </p:nvSpPr>
            <p:spPr>
              <a:xfrm>
                <a:off x="6355328" y="9104383"/>
                <a:ext cx="117648" cy="20055"/>
              </a:xfrm>
              <a:custGeom>
                <a:avLst/>
                <a:gdLst/>
                <a:ahLst/>
                <a:cxnLst/>
                <a:rect l="l" t="t" r="r" b="b"/>
                <a:pathLst>
                  <a:path w="117648" h="20055" fill="none">
                    <a:moveTo>
                      <a:pt x="0" y="20055"/>
                    </a:moveTo>
                    <a:lnTo>
                      <a:pt x="59354" y="9070"/>
                    </a:lnTo>
                    <a:lnTo>
                      <a:pt x="117648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07" name="Контур"/>
              <p:cNvSpPr/>
              <p:nvPr/>
            </p:nvSpPr>
            <p:spPr>
              <a:xfrm>
                <a:off x="6159896" y="9065652"/>
                <a:ext cx="318751" cy="161127"/>
              </a:xfrm>
              <a:custGeom>
                <a:avLst/>
                <a:gdLst/>
                <a:ahLst/>
                <a:cxnLst/>
                <a:rect l="l" t="t" r="r" b="b"/>
                <a:pathLst>
                  <a:path w="318751" h="161127" fill="none">
                    <a:moveTo>
                      <a:pt x="316101" y="62182"/>
                    </a:moveTo>
                    <a:lnTo>
                      <a:pt x="313080" y="38731"/>
                    </a:lnTo>
                    <a:moveTo>
                      <a:pt x="143907" y="95422"/>
                    </a:moveTo>
                    <a:lnTo>
                      <a:pt x="165086" y="90064"/>
                    </a:lnTo>
                    <a:lnTo>
                      <a:pt x="241853" y="74107"/>
                    </a:lnTo>
                    <a:lnTo>
                      <a:pt x="316101" y="62182"/>
                    </a:lnTo>
                    <a:moveTo>
                      <a:pt x="318751" y="161127"/>
                    </a:moveTo>
                    <a:lnTo>
                      <a:pt x="317368" y="109042"/>
                    </a:lnTo>
                    <a:moveTo>
                      <a:pt x="317368" y="109042"/>
                    </a:moveTo>
                    <a:lnTo>
                      <a:pt x="316457" y="74991"/>
                    </a:lnTo>
                    <a:lnTo>
                      <a:pt x="316101" y="62182"/>
                    </a:lnTo>
                    <a:moveTo>
                      <a:pt x="304105" y="2693"/>
                    </a:moveTo>
                    <a:lnTo>
                      <a:pt x="268682" y="0"/>
                    </a:lnTo>
                    <a:lnTo>
                      <a:pt x="226772" y="7215"/>
                    </a:lnTo>
                    <a:lnTo>
                      <a:pt x="121848" y="30763"/>
                    </a:lnTo>
                    <a:lnTo>
                      <a:pt x="53918" y="48750"/>
                    </a:lnTo>
                    <a:lnTo>
                      <a:pt x="0" y="6658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08" name="Контур"/>
              <p:cNvSpPr/>
              <p:nvPr/>
            </p:nvSpPr>
            <p:spPr>
              <a:xfrm>
                <a:off x="6222246" y="9124438"/>
                <a:ext cx="133082" cy="35947"/>
              </a:xfrm>
              <a:custGeom>
                <a:avLst/>
                <a:gdLst/>
                <a:ahLst/>
                <a:cxnLst/>
                <a:rect l="l" t="t" r="r" b="b"/>
                <a:pathLst>
                  <a:path w="133082" h="35947" fill="none">
                    <a:moveTo>
                      <a:pt x="0" y="35947"/>
                    </a:moveTo>
                    <a:lnTo>
                      <a:pt x="63412" y="16977"/>
                    </a:lnTo>
                    <a:lnTo>
                      <a:pt x="133082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09" name="Контур"/>
              <p:cNvSpPr/>
              <p:nvPr/>
            </p:nvSpPr>
            <p:spPr>
              <a:xfrm>
                <a:off x="5791283" y="8834030"/>
                <a:ext cx="512520" cy="440874"/>
              </a:xfrm>
              <a:custGeom>
                <a:avLst/>
                <a:gdLst/>
                <a:ahLst/>
                <a:cxnLst/>
                <a:rect l="l" t="t" r="r" b="b"/>
                <a:pathLst>
                  <a:path w="512520" h="440874" fill="none">
                    <a:moveTo>
                      <a:pt x="0" y="0"/>
                    </a:moveTo>
                    <a:lnTo>
                      <a:pt x="6355" y="13356"/>
                    </a:lnTo>
                    <a:lnTo>
                      <a:pt x="22121" y="46531"/>
                    </a:lnTo>
                    <a:lnTo>
                      <a:pt x="65112" y="136993"/>
                    </a:lnTo>
                    <a:lnTo>
                      <a:pt x="72956" y="153503"/>
                    </a:lnTo>
                    <a:lnTo>
                      <a:pt x="76633" y="161228"/>
                    </a:lnTo>
                    <a:lnTo>
                      <a:pt x="113042" y="237840"/>
                    </a:lnTo>
                    <a:lnTo>
                      <a:pt x="122897" y="258043"/>
                    </a:lnTo>
                    <a:lnTo>
                      <a:pt x="151571" y="318900"/>
                    </a:lnTo>
                    <a:moveTo>
                      <a:pt x="175715" y="369323"/>
                    </a:moveTo>
                    <a:lnTo>
                      <a:pt x="191605" y="402836"/>
                    </a:lnTo>
                    <a:moveTo>
                      <a:pt x="151571" y="318900"/>
                    </a:moveTo>
                    <a:lnTo>
                      <a:pt x="168352" y="353951"/>
                    </a:lnTo>
                    <a:lnTo>
                      <a:pt x="175715" y="369323"/>
                    </a:lnTo>
                    <a:moveTo>
                      <a:pt x="368613" y="298209"/>
                    </a:moveTo>
                    <a:lnTo>
                      <a:pt x="367772" y="298489"/>
                    </a:lnTo>
                    <a:lnTo>
                      <a:pt x="253996" y="338764"/>
                    </a:lnTo>
                    <a:lnTo>
                      <a:pt x="191792" y="362429"/>
                    </a:lnTo>
                    <a:lnTo>
                      <a:pt x="175715" y="369323"/>
                    </a:lnTo>
                    <a:moveTo>
                      <a:pt x="209241" y="440874"/>
                    </a:moveTo>
                    <a:lnTo>
                      <a:pt x="263047" y="415979"/>
                    </a:lnTo>
                    <a:lnTo>
                      <a:pt x="360205" y="371007"/>
                    </a:lnTo>
                    <a:lnTo>
                      <a:pt x="462574" y="339655"/>
                    </a:lnTo>
                    <a:lnTo>
                      <a:pt x="512520" y="327044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10" name="Контур"/>
              <p:cNvSpPr/>
              <p:nvPr/>
            </p:nvSpPr>
            <p:spPr>
              <a:xfrm>
                <a:off x="5992173" y="9160385"/>
                <a:ext cx="230073" cy="97040"/>
              </a:xfrm>
              <a:custGeom>
                <a:avLst/>
                <a:gdLst/>
                <a:ahLst/>
                <a:cxnLst/>
                <a:rect l="l" t="t" r="r" b="b"/>
                <a:pathLst>
                  <a:path w="230073" h="97040" fill="none">
                    <a:moveTo>
                      <a:pt x="0" y="97040"/>
                    </a:moveTo>
                    <a:lnTo>
                      <a:pt x="101327" y="50094"/>
                    </a:lnTo>
                    <a:lnTo>
                      <a:pt x="105149" y="48460"/>
                    </a:lnTo>
                    <a:lnTo>
                      <a:pt x="169430" y="20916"/>
                    </a:lnTo>
                    <a:lnTo>
                      <a:pt x="230073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11" name="Контур"/>
              <p:cNvSpPr/>
              <p:nvPr/>
            </p:nvSpPr>
            <p:spPr>
              <a:xfrm>
                <a:off x="5982888" y="9236866"/>
                <a:ext cx="9285" cy="20559"/>
              </a:xfrm>
              <a:custGeom>
                <a:avLst/>
                <a:gdLst/>
                <a:ahLst/>
                <a:cxnLst/>
                <a:rect l="l" t="t" r="r" b="b"/>
                <a:pathLst>
                  <a:path w="9285" h="20559" fill="none">
                    <a:moveTo>
                      <a:pt x="0" y="0"/>
                    </a:moveTo>
                    <a:lnTo>
                      <a:pt x="9285" y="20559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12" name="Контур"/>
              <p:cNvSpPr/>
              <p:nvPr/>
            </p:nvSpPr>
            <p:spPr>
              <a:xfrm>
                <a:off x="5982888" y="9081642"/>
                <a:ext cx="486758" cy="155224"/>
              </a:xfrm>
              <a:custGeom>
                <a:avLst/>
                <a:gdLst/>
                <a:ahLst/>
                <a:cxnLst/>
                <a:rect l="l" t="t" r="r" b="b"/>
                <a:pathLst>
                  <a:path w="486758" h="155224" fill="none">
                    <a:moveTo>
                      <a:pt x="486758" y="0"/>
                    </a:moveTo>
                    <a:lnTo>
                      <a:pt x="429604" y="7662"/>
                    </a:lnTo>
                    <a:lnTo>
                      <a:pt x="365065" y="20303"/>
                    </a:lnTo>
                    <a:lnTo>
                      <a:pt x="297936" y="36390"/>
                    </a:lnTo>
                    <a:lnTo>
                      <a:pt x="233250" y="55767"/>
                    </a:lnTo>
                    <a:lnTo>
                      <a:pt x="173127" y="76558"/>
                    </a:lnTo>
                    <a:lnTo>
                      <a:pt x="101992" y="107490"/>
                    </a:lnTo>
                    <a:lnTo>
                      <a:pt x="0" y="155224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13" name="Контур"/>
              <p:cNvSpPr/>
              <p:nvPr/>
            </p:nvSpPr>
            <p:spPr>
              <a:xfrm>
                <a:off x="5710294" y="9203353"/>
                <a:ext cx="290230" cy="210274"/>
              </a:xfrm>
              <a:custGeom>
                <a:avLst/>
                <a:gdLst/>
                <a:ahLst/>
                <a:cxnLst/>
                <a:rect l="l" t="t" r="r" b="b"/>
                <a:pathLst>
                  <a:path w="290230" h="210274" fill="none">
                    <a:moveTo>
                      <a:pt x="256704" y="0"/>
                    </a:moveTo>
                    <a:lnTo>
                      <a:pt x="133747" y="61628"/>
                    </a:lnTo>
                    <a:lnTo>
                      <a:pt x="63651" y="96761"/>
                    </a:lnTo>
                    <a:moveTo>
                      <a:pt x="0" y="210274"/>
                    </a:moveTo>
                    <a:lnTo>
                      <a:pt x="14096" y="207258"/>
                    </a:lnTo>
                    <a:lnTo>
                      <a:pt x="27252" y="203399"/>
                    </a:lnTo>
                    <a:lnTo>
                      <a:pt x="164145" y="134765"/>
                    </a:lnTo>
                    <a:lnTo>
                      <a:pt x="290230" y="71551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14" name="Контур"/>
              <p:cNvSpPr/>
              <p:nvPr/>
            </p:nvSpPr>
            <p:spPr>
              <a:xfrm>
                <a:off x="5677305" y="9236866"/>
                <a:ext cx="305583" cy="146413"/>
              </a:xfrm>
              <a:custGeom>
                <a:avLst/>
                <a:gdLst/>
                <a:ahLst/>
                <a:cxnLst/>
                <a:rect l="l" t="t" r="r" b="b"/>
                <a:pathLst>
                  <a:path w="305583" h="146413" fill="none">
                    <a:moveTo>
                      <a:pt x="305583" y="0"/>
                    </a:moveTo>
                    <a:lnTo>
                      <a:pt x="164808" y="67449"/>
                    </a:lnTo>
                    <a:lnTo>
                      <a:pt x="0" y="146413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15" name="Контур"/>
              <p:cNvSpPr/>
              <p:nvPr/>
            </p:nvSpPr>
            <p:spPr>
              <a:xfrm>
                <a:off x="5609071" y="9300114"/>
                <a:ext cx="164874" cy="79933"/>
              </a:xfrm>
              <a:custGeom>
                <a:avLst/>
                <a:gdLst/>
                <a:ahLst/>
                <a:cxnLst/>
                <a:rect l="l" t="t" r="r" b="b"/>
                <a:pathLst>
                  <a:path w="164874" h="79933" fill="none">
                    <a:moveTo>
                      <a:pt x="164874" y="0"/>
                    </a:moveTo>
                    <a:lnTo>
                      <a:pt x="26846" y="67202"/>
                    </a:lnTo>
                    <a:lnTo>
                      <a:pt x="17548" y="71632"/>
                    </a:lnTo>
                    <a:lnTo>
                      <a:pt x="0" y="79933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16" name="Контур"/>
              <p:cNvSpPr/>
              <p:nvPr/>
            </p:nvSpPr>
            <p:spPr>
              <a:xfrm>
                <a:off x="5701148" y="9257425"/>
                <a:ext cx="291025" cy="139650"/>
              </a:xfrm>
              <a:custGeom>
                <a:avLst/>
                <a:gdLst/>
                <a:ahLst/>
                <a:cxnLst/>
                <a:rect l="l" t="t" r="r" b="b"/>
                <a:pathLst>
                  <a:path w="291025" h="139650" fill="none">
                    <a:moveTo>
                      <a:pt x="0" y="139650"/>
                    </a:moveTo>
                    <a:lnTo>
                      <a:pt x="291025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17" name="Контур"/>
              <p:cNvSpPr/>
              <p:nvPr/>
            </p:nvSpPr>
            <p:spPr>
              <a:xfrm>
                <a:off x="2745776" y="10393155"/>
                <a:ext cx="571295" cy="243153"/>
              </a:xfrm>
              <a:custGeom>
                <a:avLst/>
                <a:gdLst/>
                <a:ahLst/>
                <a:cxnLst/>
                <a:rect l="l" t="t" r="r" b="b"/>
                <a:pathLst>
                  <a:path w="571295" h="243153" fill="none">
                    <a:moveTo>
                      <a:pt x="0" y="243153"/>
                    </a:moveTo>
                    <a:lnTo>
                      <a:pt x="30740" y="233289"/>
                    </a:lnTo>
                    <a:lnTo>
                      <a:pt x="55557" y="225372"/>
                    </a:lnTo>
                    <a:lnTo>
                      <a:pt x="143633" y="197288"/>
                    </a:lnTo>
                    <a:lnTo>
                      <a:pt x="186744" y="183881"/>
                    </a:lnTo>
                    <a:moveTo>
                      <a:pt x="567255" y="55843"/>
                    </a:moveTo>
                    <a:lnTo>
                      <a:pt x="564566" y="0"/>
                    </a:lnTo>
                    <a:moveTo>
                      <a:pt x="571295" y="88218"/>
                    </a:moveTo>
                    <a:lnTo>
                      <a:pt x="567827" y="67681"/>
                    </a:lnTo>
                    <a:lnTo>
                      <a:pt x="567255" y="55843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18" name="Контур"/>
              <p:cNvSpPr/>
              <p:nvPr/>
            </p:nvSpPr>
            <p:spPr>
              <a:xfrm>
                <a:off x="3146918" y="10354851"/>
                <a:ext cx="348823" cy="106202"/>
              </a:xfrm>
              <a:custGeom>
                <a:avLst/>
                <a:gdLst/>
                <a:ahLst/>
                <a:cxnLst/>
                <a:rect l="l" t="t" r="r" b="b"/>
                <a:pathLst>
                  <a:path w="348823" h="106202" fill="none">
                    <a:moveTo>
                      <a:pt x="348823" y="0"/>
                    </a:moveTo>
                    <a:lnTo>
                      <a:pt x="123866" y="68629"/>
                    </a:lnTo>
                    <a:lnTo>
                      <a:pt x="37524" y="94816"/>
                    </a:lnTo>
                    <a:lnTo>
                      <a:pt x="0" y="106202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19" name="Контур"/>
              <p:cNvSpPr/>
              <p:nvPr/>
            </p:nvSpPr>
            <p:spPr>
              <a:xfrm>
                <a:off x="3235163" y="10481373"/>
                <a:ext cx="81908" cy="25464"/>
              </a:xfrm>
              <a:custGeom>
                <a:avLst/>
                <a:gdLst/>
                <a:ahLst/>
                <a:cxnLst/>
                <a:rect l="l" t="t" r="r" b="b"/>
                <a:pathLst>
                  <a:path w="81908" h="25464" fill="none">
                    <a:moveTo>
                      <a:pt x="0" y="25464"/>
                    </a:moveTo>
                    <a:lnTo>
                      <a:pt x="60144" y="6552"/>
                    </a:lnTo>
                    <a:lnTo>
                      <a:pt x="81908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20" name="Контур"/>
              <p:cNvSpPr/>
              <p:nvPr/>
            </p:nvSpPr>
            <p:spPr>
              <a:xfrm>
                <a:off x="3043373" y="10375711"/>
                <a:ext cx="451895" cy="116505"/>
              </a:xfrm>
              <a:custGeom>
                <a:avLst/>
                <a:gdLst/>
                <a:ahLst/>
                <a:cxnLst/>
                <a:rect l="l" t="t" r="r" b="b"/>
                <a:pathLst>
                  <a:path w="451895" h="116505" fill="none">
                    <a:moveTo>
                      <a:pt x="103545" y="85342"/>
                    </a:moveTo>
                    <a:lnTo>
                      <a:pt x="0" y="116505"/>
                    </a:lnTo>
                    <a:moveTo>
                      <a:pt x="109723" y="106517"/>
                    </a:moveTo>
                    <a:lnTo>
                      <a:pt x="236856" y="66944"/>
                    </a:lnTo>
                    <a:lnTo>
                      <a:pt x="451895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21" name="Контур"/>
              <p:cNvSpPr/>
              <p:nvPr/>
            </p:nvSpPr>
            <p:spPr>
              <a:xfrm>
                <a:off x="2997515" y="10385287"/>
                <a:ext cx="237648" cy="184213"/>
              </a:xfrm>
              <a:custGeom>
                <a:avLst/>
                <a:gdLst/>
                <a:ahLst/>
                <a:cxnLst/>
                <a:rect l="l" t="t" r="r" b="b"/>
                <a:pathLst>
                  <a:path w="237648" h="184213" fill="none">
                    <a:moveTo>
                      <a:pt x="40440" y="184213"/>
                    </a:moveTo>
                    <a:lnTo>
                      <a:pt x="177634" y="140553"/>
                    </a:lnTo>
                    <a:lnTo>
                      <a:pt x="237648" y="121550"/>
                    </a:lnTo>
                    <a:moveTo>
                      <a:pt x="227000" y="0"/>
                    </a:moveTo>
                    <a:lnTo>
                      <a:pt x="188695" y="11605"/>
                    </a:lnTo>
                    <a:lnTo>
                      <a:pt x="14316" y="65816"/>
                    </a:lnTo>
                    <a:moveTo>
                      <a:pt x="14316" y="65816"/>
                    </a:moveTo>
                    <a:lnTo>
                      <a:pt x="0" y="6680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22" name="Контур"/>
              <p:cNvSpPr/>
              <p:nvPr/>
            </p:nvSpPr>
            <p:spPr>
              <a:xfrm>
                <a:off x="3023016" y="10482228"/>
                <a:ext cx="130080" cy="38918"/>
              </a:xfrm>
              <a:custGeom>
                <a:avLst/>
                <a:gdLst/>
                <a:ahLst/>
                <a:cxnLst/>
                <a:rect l="l" t="t" r="r" b="b"/>
                <a:pathLst>
                  <a:path w="130080" h="38918" fill="none">
                    <a:moveTo>
                      <a:pt x="0" y="38918"/>
                    </a:moveTo>
                    <a:lnTo>
                      <a:pt x="130080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23" name="Контур"/>
              <p:cNvSpPr/>
              <p:nvPr/>
            </p:nvSpPr>
            <p:spPr>
              <a:xfrm>
                <a:off x="2993963" y="10451103"/>
                <a:ext cx="49410" cy="43430"/>
              </a:xfrm>
              <a:custGeom>
                <a:avLst/>
                <a:gdLst/>
                <a:ahLst/>
                <a:cxnLst/>
                <a:rect l="l" t="t" r="r" b="b"/>
                <a:pathLst>
                  <a:path w="49410" h="43430" fill="none">
                    <a:moveTo>
                      <a:pt x="49410" y="41113"/>
                    </a:moveTo>
                    <a:lnTo>
                      <a:pt x="26138" y="43430"/>
                    </a:lnTo>
                    <a:lnTo>
                      <a:pt x="16864" y="43400"/>
                    </a:lnTo>
                    <a:lnTo>
                      <a:pt x="11996" y="41829"/>
                    </a:lnTo>
                    <a:lnTo>
                      <a:pt x="7325" y="39533"/>
                    </a:lnTo>
                    <a:lnTo>
                      <a:pt x="5052" y="37660"/>
                    </a:lnTo>
                    <a:lnTo>
                      <a:pt x="3220" y="35246"/>
                    </a:lnTo>
                    <a:lnTo>
                      <a:pt x="1095" y="31045"/>
                    </a:lnTo>
                    <a:lnTo>
                      <a:pt x="114" y="26100"/>
                    </a:lnTo>
                    <a:lnTo>
                      <a:pt x="0" y="20674"/>
                    </a:lnTo>
                    <a:lnTo>
                      <a:pt x="1569" y="14980"/>
                    </a:lnTo>
                    <a:lnTo>
                      <a:pt x="4313" y="10006"/>
                    </a:lnTo>
                    <a:lnTo>
                      <a:pt x="8802" y="4981"/>
                    </a:lnTo>
                    <a:lnTo>
                      <a:pt x="17868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24" name="Контур"/>
              <p:cNvSpPr/>
              <p:nvPr/>
            </p:nvSpPr>
            <p:spPr>
              <a:xfrm>
                <a:off x="2907792" y="10492216"/>
                <a:ext cx="135581" cy="40723"/>
              </a:xfrm>
              <a:custGeom>
                <a:avLst/>
                <a:gdLst/>
                <a:ahLst/>
                <a:cxnLst/>
                <a:rect l="l" t="t" r="r" b="b"/>
                <a:pathLst>
                  <a:path w="135581" h="40723" fill="none">
                    <a:moveTo>
                      <a:pt x="135581" y="0"/>
                    </a:moveTo>
                    <a:lnTo>
                      <a:pt x="0" y="40723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25" name="Контур"/>
              <p:cNvSpPr/>
              <p:nvPr/>
            </p:nvSpPr>
            <p:spPr>
              <a:xfrm>
                <a:off x="2907792" y="10452094"/>
                <a:ext cx="130163" cy="117667"/>
              </a:xfrm>
              <a:custGeom>
                <a:avLst/>
                <a:gdLst/>
                <a:ahLst/>
                <a:cxnLst/>
                <a:rect l="l" t="t" r="r" b="b"/>
                <a:pathLst>
                  <a:path w="130163" h="117667" fill="none">
                    <a:moveTo>
                      <a:pt x="130163" y="117406"/>
                    </a:moveTo>
                    <a:lnTo>
                      <a:pt x="121802" y="117667"/>
                    </a:lnTo>
                    <a:lnTo>
                      <a:pt x="113813" y="115213"/>
                    </a:lnTo>
                    <a:lnTo>
                      <a:pt x="107040" y="110303"/>
                    </a:lnTo>
                    <a:lnTo>
                      <a:pt x="102232" y="103491"/>
                    </a:lnTo>
                    <a:lnTo>
                      <a:pt x="99912" y="95636"/>
                    </a:lnTo>
                    <a:lnTo>
                      <a:pt x="100213" y="87449"/>
                    </a:lnTo>
                    <a:lnTo>
                      <a:pt x="103104" y="79778"/>
                    </a:lnTo>
                    <a:lnTo>
                      <a:pt x="108284" y="73439"/>
                    </a:lnTo>
                    <a:lnTo>
                      <a:pt x="115224" y="69052"/>
                    </a:lnTo>
                    <a:moveTo>
                      <a:pt x="89723" y="0"/>
                    </a:moveTo>
                    <a:lnTo>
                      <a:pt x="65184" y="7562"/>
                    </a:lnTo>
                    <a:lnTo>
                      <a:pt x="52680" y="12492"/>
                    </a:lnTo>
                    <a:lnTo>
                      <a:pt x="43684" y="17595"/>
                    </a:lnTo>
                    <a:lnTo>
                      <a:pt x="41875" y="19313"/>
                    </a:lnTo>
                    <a:lnTo>
                      <a:pt x="38327" y="22686"/>
                    </a:lnTo>
                    <a:lnTo>
                      <a:pt x="33737" y="28637"/>
                    </a:lnTo>
                    <a:lnTo>
                      <a:pt x="26842" y="41040"/>
                    </a:lnTo>
                    <a:lnTo>
                      <a:pt x="23709" y="46570"/>
                    </a:lnTo>
                    <a:lnTo>
                      <a:pt x="19911" y="53274"/>
                    </a:lnTo>
                    <a:lnTo>
                      <a:pt x="8721" y="71534"/>
                    </a:lnTo>
                    <a:lnTo>
                      <a:pt x="4892" y="76512"/>
                    </a:lnTo>
                    <a:lnTo>
                      <a:pt x="0" y="80845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26" name="Контур"/>
              <p:cNvSpPr/>
              <p:nvPr/>
            </p:nvSpPr>
            <p:spPr>
              <a:xfrm>
                <a:off x="2913694" y="10223971"/>
                <a:ext cx="979811" cy="327971"/>
              </a:xfrm>
              <a:custGeom>
                <a:avLst/>
                <a:gdLst/>
                <a:ahLst/>
                <a:cxnLst/>
                <a:rect l="l" t="t" r="r" b="b"/>
                <a:pathLst>
                  <a:path w="979811" h="327971" fill="none">
                    <a:moveTo>
                      <a:pt x="0" y="327971"/>
                    </a:moveTo>
                    <a:lnTo>
                      <a:pt x="98228" y="300667"/>
                    </a:lnTo>
                    <a:lnTo>
                      <a:pt x="109322" y="297175"/>
                    </a:lnTo>
                    <a:moveTo>
                      <a:pt x="979811" y="0"/>
                    </a:moveTo>
                    <a:lnTo>
                      <a:pt x="924630" y="19285"/>
                    </a:lnTo>
                    <a:lnTo>
                      <a:pt x="798579" y="60485"/>
                    </a:lnTo>
                    <a:lnTo>
                      <a:pt x="605232" y="12366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27" name="Контур"/>
              <p:cNvSpPr/>
              <p:nvPr/>
            </p:nvSpPr>
            <p:spPr>
              <a:xfrm>
                <a:off x="3488840" y="10346887"/>
                <a:ext cx="95832" cy="42767"/>
              </a:xfrm>
              <a:custGeom>
                <a:avLst/>
                <a:gdLst/>
                <a:ahLst/>
                <a:cxnLst/>
                <a:rect l="l" t="t" r="r" b="b"/>
                <a:pathLst>
                  <a:path w="95832" h="42767" fill="none">
                    <a:moveTo>
                      <a:pt x="0" y="42767"/>
                    </a:moveTo>
                    <a:lnTo>
                      <a:pt x="39101" y="30665"/>
                    </a:lnTo>
                    <a:lnTo>
                      <a:pt x="65780" y="17189"/>
                    </a:lnTo>
                    <a:lnTo>
                      <a:pt x="95832" y="0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328" name="Контур"/>
              <p:cNvSpPr/>
              <p:nvPr/>
            </p:nvSpPr>
            <p:spPr>
              <a:xfrm>
                <a:off x="3495268" y="10346887"/>
                <a:ext cx="89404" cy="28824"/>
              </a:xfrm>
              <a:custGeom>
                <a:avLst/>
                <a:gdLst/>
                <a:ahLst/>
                <a:cxnLst/>
                <a:rect l="l" t="t" r="r" b="b"/>
                <a:pathLst>
                  <a:path w="89404" h="28824" fill="none">
                    <a:moveTo>
                      <a:pt x="0" y="28824"/>
                    </a:moveTo>
                    <a:lnTo>
                      <a:pt x="43819" y="15055"/>
                    </a:lnTo>
                    <a:lnTo>
                      <a:pt x="89404" y="0"/>
                    </a:lnTo>
                    <a:moveTo>
                      <a:pt x="23658" y="744"/>
                    </a:moveTo>
                    <a:lnTo>
                      <a:pt x="473" y="7964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29" name="Контур"/>
              <p:cNvSpPr/>
              <p:nvPr/>
            </p:nvSpPr>
            <p:spPr>
              <a:xfrm>
                <a:off x="3224515" y="10231566"/>
                <a:ext cx="2141438" cy="460434"/>
              </a:xfrm>
              <a:custGeom>
                <a:avLst/>
                <a:gdLst/>
                <a:ahLst/>
                <a:cxnLst/>
                <a:rect l="l" t="t" r="r" b="b"/>
                <a:pathLst>
                  <a:path w="2141438" h="460434" fill="none">
                    <a:moveTo>
                      <a:pt x="85827" y="161589"/>
                    </a:moveTo>
                    <a:lnTo>
                      <a:pt x="78237" y="129443"/>
                    </a:lnTo>
                    <a:moveTo>
                      <a:pt x="78237" y="129443"/>
                    </a:moveTo>
                    <a:lnTo>
                      <a:pt x="35606" y="142789"/>
                    </a:lnTo>
                    <a:lnTo>
                      <a:pt x="0" y="153721"/>
                    </a:lnTo>
                    <a:moveTo>
                      <a:pt x="0" y="153721"/>
                    </a:moveTo>
                    <a:lnTo>
                      <a:pt x="36853" y="146593"/>
                    </a:lnTo>
                    <a:lnTo>
                      <a:pt x="51089" y="145525"/>
                    </a:lnTo>
                    <a:lnTo>
                      <a:pt x="62606" y="146240"/>
                    </a:lnTo>
                    <a:lnTo>
                      <a:pt x="72515" y="148995"/>
                    </a:lnTo>
                    <a:lnTo>
                      <a:pt x="79068" y="153211"/>
                    </a:lnTo>
                    <a:lnTo>
                      <a:pt x="85827" y="161589"/>
                    </a:lnTo>
                    <a:moveTo>
                      <a:pt x="2029323" y="0"/>
                    </a:moveTo>
                    <a:lnTo>
                      <a:pt x="2031446" y="10275"/>
                    </a:lnTo>
                    <a:lnTo>
                      <a:pt x="2037200" y="43120"/>
                    </a:lnTo>
                    <a:lnTo>
                      <a:pt x="2046150" y="94344"/>
                    </a:lnTo>
                    <a:lnTo>
                      <a:pt x="2048927" y="116301"/>
                    </a:lnTo>
                    <a:lnTo>
                      <a:pt x="2055362" y="192971"/>
                    </a:lnTo>
                    <a:lnTo>
                      <a:pt x="2065340" y="202229"/>
                    </a:lnTo>
                    <a:lnTo>
                      <a:pt x="2126071" y="231254"/>
                    </a:lnTo>
                    <a:lnTo>
                      <a:pt x="2132911" y="239722"/>
                    </a:lnTo>
                    <a:lnTo>
                      <a:pt x="2135907" y="250964"/>
                    </a:lnTo>
                    <a:lnTo>
                      <a:pt x="2136696" y="270878"/>
                    </a:lnTo>
                    <a:lnTo>
                      <a:pt x="2141438" y="460434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30" name="Контур"/>
              <p:cNvSpPr/>
              <p:nvPr/>
            </p:nvSpPr>
            <p:spPr>
              <a:xfrm>
                <a:off x="3651579" y="10428248"/>
                <a:ext cx="3259" cy="62139"/>
              </a:xfrm>
              <a:custGeom>
                <a:avLst/>
                <a:gdLst/>
                <a:ahLst/>
                <a:cxnLst/>
                <a:rect l="l" t="t" r="r" b="b"/>
                <a:pathLst>
                  <a:path w="3259" h="62139" fill="none">
                    <a:moveTo>
                      <a:pt x="0" y="62139"/>
                    </a:moveTo>
                    <a:lnTo>
                      <a:pt x="3259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31" name="Контур"/>
              <p:cNvSpPr/>
              <p:nvPr/>
            </p:nvSpPr>
            <p:spPr>
              <a:xfrm>
                <a:off x="3623992" y="10406517"/>
                <a:ext cx="25368" cy="251789"/>
              </a:xfrm>
              <a:custGeom>
                <a:avLst/>
                <a:gdLst/>
                <a:ahLst/>
                <a:cxnLst/>
                <a:rect l="l" t="t" r="r" b="b"/>
                <a:pathLst>
                  <a:path w="25368" h="251789" fill="none">
                    <a:moveTo>
                      <a:pt x="0" y="98383"/>
                    </a:moveTo>
                    <a:lnTo>
                      <a:pt x="7621" y="17575"/>
                    </a:lnTo>
                    <a:lnTo>
                      <a:pt x="7844" y="0"/>
                    </a:lnTo>
                    <a:moveTo>
                      <a:pt x="21486" y="251789"/>
                    </a:moveTo>
                    <a:lnTo>
                      <a:pt x="25368" y="222885"/>
                    </a:lnTo>
                    <a:lnTo>
                      <a:pt x="22442" y="18192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32" name="Контур"/>
              <p:cNvSpPr/>
              <p:nvPr/>
            </p:nvSpPr>
            <p:spPr>
              <a:xfrm>
                <a:off x="3563181" y="10409122"/>
                <a:ext cx="5215" cy="190219"/>
              </a:xfrm>
              <a:custGeom>
                <a:avLst/>
                <a:gdLst/>
                <a:ahLst/>
                <a:cxnLst/>
                <a:rect l="l" t="t" r="r" b="b"/>
                <a:pathLst>
                  <a:path w="5215" h="190219" fill="none">
                    <a:moveTo>
                      <a:pt x="4295" y="0"/>
                    </a:moveTo>
                    <a:lnTo>
                      <a:pt x="5215" y="36301"/>
                    </a:lnTo>
                    <a:lnTo>
                      <a:pt x="4139" y="87471"/>
                    </a:lnTo>
                    <a:lnTo>
                      <a:pt x="0" y="190219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333" name="Контур"/>
              <p:cNvSpPr/>
              <p:nvPr/>
            </p:nvSpPr>
            <p:spPr>
              <a:xfrm>
                <a:off x="3586537" y="10172453"/>
                <a:ext cx="492345" cy="519547"/>
              </a:xfrm>
              <a:custGeom>
                <a:avLst/>
                <a:gdLst/>
                <a:ahLst/>
                <a:cxnLst/>
                <a:rect l="l" t="t" r="r" b="b"/>
                <a:pathLst>
                  <a:path w="492345" h="519547" fill="none">
                    <a:moveTo>
                      <a:pt x="59897" y="415984"/>
                    </a:moveTo>
                    <a:lnTo>
                      <a:pt x="65042" y="317934"/>
                    </a:lnTo>
                    <a:moveTo>
                      <a:pt x="25666" y="519547"/>
                    </a:moveTo>
                    <a:lnTo>
                      <a:pt x="27906" y="500471"/>
                    </a:lnTo>
                    <a:moveTo>
                      <a:pt x="41321" y="519547"/>
                    </a:moveTo>
                    <a:lnTo>
                      <a:pt x="43860" y="505948"/>
                    </a:lnTo>
                    <a:lnTo>
                      <a:pt x="51495" y="453074"/>
                    </a:lnTo>
                    <a:lnTo>
                      <a:pt x="59897" y="415984"/>
                    </a:lnTo>
                    <a:moveTo>
                      <a:pt x="27906" y="500471"/>
                    </a:moveTo>
                    <a:lnTo>
                      <a:pt x="30097" y="481809"/>
                    </a:lnTo>
                    <a:lnTo>
                      <a:pt x="35039" y="414223"/>
                    </a:lnTo>
                    <a:lnTo>
                      <a:pt x="37455" y="332447"/>
                    </a:lnTo>
                    <a:lnTo>
                      <a:pt x="36762" y="265112"/>
                    </a:lnTo>
                    <a:lnTo>
                      <a:pt x="34885" y="233315"/>
                    </a:lnTo>
                    <a:moveTo>
                      <a:pt x="7671" y="235402"/>
                    </a:moveTo>
                    <a:lnTo>
                      <a:pt x="7339" y="266559"/>
                    </a:lnTo>
                    <a:lnTo>
                      <a:pt x="8475" y="331641"/>
                    </a:lnTo>
                    <a:lnTo>
                      <a:pt x="6056" y="412739"/>
                    </a:lnTo>
                    <a:lnTo>
                      <a:pt x="1777" y="478735"/>
                    </a:lnTo>
                    <a:lnTo>
                      <a:pt x="0" y="496516"/>
                    </a:lnTo>
                    <a:moveTo>
                      <a:pt x="309199" y="120759"/>
                    </a:moveTo>
                    <a:lnTo>
                      <a:pt x="344606" y="96073"/>
                    </a:lnTo>
                    <a:lnTo>
                      <a:pt x="373823" y="78962"/>
                    </a:lnTo>
                    <a:lnTo>
                      <a:pt x="454324" y="31619"/>
                    </a:lnTo>
                    <a:lnTo>
                      <a:pt x="492345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34" name="Контур"/>
              <p:cNvSpPr/>
              <p:nvPr/>
            </p:nvSpPr>
            <p:spPr>
              <a:xfrm>
                <a:off x="3895736" y="10259933"/>
                <a:ext cx="109095" cy="33279"/>
              </a:xfrm>
              <a:custGeom>
                <a:avLst/>
                <a:gdLst/>
                <a:ahLst/>
                <a:cxnLst/>
                <a:rect l="l" t="t" r="r" b="b"/>
                <a:pathLst>
                  <a:path w="109095" h="33279" fill="none">
                    <a:moveTo>
                      <a:pt x="0" y="33279"/>
                    </a:moveTo>
                    <a:lnTo>
                      <a:pt x="37681" y="17896"/>
                    </a:lnTo>
                    <a:lnTo>
                      <a:pt x="73250" y="6713"/>
                    </a:lnTo>
                    <a:lnTo>
                      <a:pt x="82524" y="4428"/>
                    </a:lnTo>
                    <a:lnTo>
                      <a:pt x="109095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335" name="Контур"/>
              <p:cNvSpPr/>
              <p:nvPr/>
            </p:nvSpPr>
            <p:spPr>
              <a:xfrm>
                <a:off x="3537524" y="10096929"/>
                <a:ext cx="21048" cy="189543"/>
              </a:xfrm>
              <a:custGeom>
                <a:avLst/>
                <a:gdLst/>
                <a:ahLst/>
                <a:cxnLst/>
                <a:rect l="l" t="t" r="r" b="b"/>
                <a:pathLst>
                  <a:path w="21048" h="189543" fill="none">
                    <a:moveTo>
                      <a:pt x="0" y="0"/>
                    </a:moveTo>
                    <a:lnTo>
                      <a:pt x="4832" y="49777"/>
                    </a:lnTo>
                    <a:lnTo>
                      <a:pt x="10064" y="99753"/>
                    </a:lnTo>
                    <a:lnTo>
                      <a:pt x="15872" y="145749"/>
                    </a:lnTo>
                    <a:lnTo>
                      <a:pt x="21048" y="189543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336" name="Контур"/>
              <p:cNvSpPr/>
              <p:nvPr/>
            </p:nvSpPr>
            <p:spPr>
              <a:xfrm>
                <a:off x="3558267" y="10090404"/>
                <a:ext cx="53608" cy="193501"/>
              </a:xfrm>
              <a:custGeom>
                <a:avLst/>
                <a:gdLst/>
                <a:ahLst/>
                <a:cxnLst/>
                <a:rect l="l" t="t" r="r" b="b"/>
                <a:pathLst>
                  <a:path w="53608" h="193501" fill="none">
                    <a:moveTo>
                      <a:pt x="53608" y="190436"/>
                    </a:moveTo>
                    <a:lnTo>
                      <a:pt x="44345" y="115932"/>
                    </a:lnTo>
                    <a:lnTo>
                      <a:pt x="27901" y="0"/>
                    </a:lnTo>
                    <a:moveTo>
                      <a:pt x="0" y="3815"/>
                    </a:moveTo>
                    <a:lnTo>
                      <a:pt x="14921" y="119167"/>
                    </a:lnTo>
                    <a:lnTo>
                      <a:pt x="24183" y="193501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37" name="Контур"/>
              <p:cNvSpPr/>
              <p:nvPr/>
            </p:nvSpPr>
            <p:spPr>
              <a:xfrm>
                <a:off x="3592573" y="9873007"/>
                <a:ext cx="32224" cy="405998"/>
              </a:xfrm>
              <a:custGeom>
                <a:avLst/>
                <a:gdLst/>
                <a:ahLst/>
                <a:cxnLst/>
                <a:rect l="l" t="t" r="r" b="b"/>
                <a:pathLst>
                  <a:path w="32224" h="405998" fill="none">
                    <a:moveTo>
                      <a:pt x="32224" y="405998"/>
                    </a:moveTo>
                    <a:lnTo>
                      <a:pt x="28943" y="360224"/>
                    </a:lnTo>
                    <a:lnTo>
                      <a:pt x="20139" y="266048"/>
                    </a:lnTo>
                    <a:lnTo>
                      <a:pt x="10174" y="148073"/>
                    </a:lnTo>
                    <a:lnTo>
                      <a:pt x="0" y="37052"/>
                    </a:lnTo>
                    <a:lnTo>
                      <a:pt x="1539" y="20782"/>
                    </a:lnTo>
                    <a:lnTo>
                      <a:pt x="4448" y="11121"/>
                    </a:lnTo>
                    <a:lnTo>
                      <a:pt x="13310" y="2857"/>
                    </a:lnTo>
                    <a:lnTo>
                      <a:pt x="1916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38" name="Контур"/>
              <p:cNvSpPr/>
              <p:nvPr/>
            </p:nvSpPr>
            <p:spPr>
              <a:xfrm>
                <a:off x="3584672" y="10172453"/>
                <a:ext cx="494210" cy="206677"/>
              </a:xfrm>
              <a:custGeom>
                <a:avLst/>
                <a:gdLst/>
                <a:ahLst/>
                <a:cxnLst/>
                <a:rect l="l" t="t" r="r" b="b"/>
                <a:pathLst>
                  <a:path w="494210" h="206677" fill="none">
                    <a:moveTo>
                      <a:pt x="83709" y="206677"/>
                    </a:moveTo>
                    <a:lnTo>
                      <a:pt x="89774" y="200350"/>
                    </a:lnTo>
                    <a:lnTo>
                      <a:pt x="97204" y="194697"/>
                    </a:lnTo>
                    <a:lnTo>
                      <a:pt x="101491" y="191768"/>
                    </a:lnTo>
                    <a:lnTo>
                      <a:pt x="209414" y="157910"/>
                    </a:lnTo>
                    <a:lnTo>
                      <a:pt x="275201" y="136968"/>
                    </a:lnTo>
                    <a:lnTo>
                      <a:pt x="311064" y="120759"/>
                    </a:lnTo>
                    <a:moveTo>
                      <a:pt x="0" y="174434"/>
                    </a:moveTo>
                    <a:lnTo>
                      <a:pt x="215675" y="104980"/>
                    </a:lnTo>
                    <a:lnTo>
                      <a:pt x="268592" y="86582"/>
                    </a:lnTo>
                    <a:lnTo>
                      <a:pt x="313792" y="70863"/>
                    </a:lnTo>
                    <a:lnTo>
                      <a:pt x="396958" y="39990"/>
                    </a:lnTo>
                    <a:lnTo>
                      <a:pt x="494210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39" name="Контур"/>
              <p:cNvSpPr/>
              <p:nvPr/>
            </p:nvSpPr>
            <p:spPr>
              <a:xfrm>
                <a:off x="3558572" y="10286472"/>
                <a:ext cx="8904" cy="122650"/>
              </a:xfrm>
              <a:custGeom>
                <a:avLst/>
                <a:gdLst/>
                <a:ahLst/>
                <a:cxnLst/>
                <a:rect l="l" t="t" r="r" b="b"/>
                <a:pathLst>
                  <a:path w="8904" h="122650" fill="none">
                    <a:moveTo>
                      <a:pt x="0" y="0"/>
                    </a:moveTo>
                    <a:lnTo>
                      <a:pt x="5040" y="49745"/>
                    </a:lnTo>
                    <a:lnTo>
                      <a:pt x="7826" y="83219"/>
                    </a:lnTo>
                    <a:lnTo>
                      <a:pt x="8904" y="122650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340" name="Контур"/>
              <p:cNvSpPr/>
              <p:nvPr/>
            </p:nvSpPr>
            <p:spPr>
              <a:xfrm>
                <a:off x="3582450" y="10283905"/>
                <a:ext cx="85931" cy="144343"/>
              </a:xfrm>
              <a:custGeom>
                <a:avLst/>
                <a:gdLst/>
                <a:ahLst/>
                <a:cxnLst/>
                <a:rect l="l" t="t" r="r" b="b"/>
                <a:pathLst>
                  <a:path w="85931" h="144343" fill="none">
                    <a:moveTo>
                      <a:pt x="72388" y="144343"/>
                    </a:moveTo>
                    <a:lnTo>
                      <a:pt x="76220" y="111093"/>
                    </a:lnTo>
                    <a:lnTo>
                      <a:pt x="81122" y="102874"/>
                    </a:lnTo>
                    <a:lnTo>
                      <a:pt x="85931" y="95225"/>
                    </a:lnTo>
                    <a:moveTo>
                      <a:pt x="0" y="0"/>
                    </a:moveTo>
                    <a:lnTo>
                      <a:pt x="8490" y="77050"/>
                    </a:lnTo>
                    <a:lnTo>
                      <a:pt x="11758" y="12395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41" name="Контур"/>
              <p:cNvSpPr/>
              <p:nvPr/>
            </p:nvSpPr>
            <p:spPr>
              <a:xfrm>
                <a:off x="3624797" y="10279005"/>
                <a:ext cx="7039" cy="127512"/>
              </a:xfrm>
              <a:custGeom>
                <a:avLst/>
                <a:gdLst/>
                <a:ahLst/>
                <a:cxnLst/>
                <a:rect l="l" t="t" r="r" b="b"/>
                <a:pathLst>
                  <a:path w="7039" h="127512" fill="none">
                    <a:moveTo>
                      <a:pt x="7039" y="127512"/>
                    </a:moveTo>
                    <a:lnTo>
                      <a:pt x="4614" y="56530"/>
                    </a:lnTo>
                    <a:lnTo>
                      <a:pt x="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42" name="Контур"/>
              <p:cNvSpPr/>
              <p:nvPr/>
            </p:nvSpPr>
            <p:spPr>
              <a:xfrm>
                <a:off x="3611875" y="10280840"/>
                <a:ext cx="9547" cy="124928"/>
              </a:xfrm>
              <a:custGeom>
                <a:avLst/>
                <a:gdLst/>
                <a:ahLst/>
                <a:cxnLst/>
                <a:rect l="l" t="t" r="r" b="b"/>
                <a:pathLst>
                  <a:path w="9547" h="124928" fill="none">
                    <a:moveTo>
                      <a:pt x="9547" y="124928"/>
                    </a:moveTo>
                    <a:lnTo>
                      <a:pt x="8006" y="84898"/>
                    </a:lnTo>
                    <a:lnTo>
                      <a:pt x="0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43" name="Контур"/>
              <p:cNvSpPr/>
              <p:nvPr/>
            </p:nvSpPr>
            <p:spPr>
              <a:xfrm>
                <a:off x="5253838" y="10214526"/>
                <a:ext cx="584595" cy="25502"/>
              </a:xfrm>
              <a:custGeom>
                <a:avLst/>
                <a:gdLst/>
                <a:ahLst/>
                <a:cxnLst/>
                <a:rect l="l" t="t" r="r" b="b"/>
                <a:pathLst>
                  <a:path w="584595" h="25502" fill="none">
                    <a:moveTo>
                      <a:pt x="46339" y="16430"/>
                    </a:moveTo>
                    <a:lnTo>
                      <a:pt x="97131" y="15324"/>
                    </a:lnTo>
                    <a:lnTo>
                      <a:pt x="114860" y="15008"/>
                    </a:lnTo>
                    <a:moveTo>
                      <a:pt x="0" y="17040"/>
                    </a:moveTo>
                    <a:lnTo>
                      <a:pt x="46339" y="16430"/>
                    </a:lnTo>
                    <a:moveTo>
                      <a:pt x="89144" y="0"/>
                    </a:moveTo>
                    <a:lnTo>
                      <a:pt x="74729" y="6577"/>
                    </a:lnTo>
                    <a:lnTo>
                      <a:pt x="65599" y="9865"/>
                    </a:lnTo>
                    <a:lnTo>
                      <a:pt x="46339" y="16430"/>
                    </a:lnTo>
                    <a:moveTo>
                      <a:pt x="114860" y="15008"/>
                    </a:moveTo>
                    <a:lnTo>
                      <a:pt x="120296" y="14956"/>
                    </a:lnTo>
                    <a:lnTo>
                      <a:pt x="148437" y="14708"/>
                    </a:lnTo>
                    <a:lnTo>
                      <a:pt x="273651" y="13574"/>
                    </a:lnTo>
                    <a:lnTo>
                      <a:pt x="307083" y="14322"/>
                    </a:lnTo>
                    <a:lnTo>
                      <a:pt x="308881" y="14392"/>
                    </a:lnTo>
                    <a:lnTo>
                      <a:pt x="357653" y="16437"/>
                    </a:lnTo>
                    <a:lnTo>
                      <a:pt x="406512" y="18480"/>
                    </a:lnTo>
                    <a:lnTo>
                      <a:pt x="572863" y="25117"/>
                    </a:lnTo>
                    <a:lnTo>
                      <a:pt x="584595" y="25502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344" name="Контур"/>
              <p:cNvSpPr/>
              <p:nvPr/>
            </p:nvSpPr>
            <p:spPr>
              <a:xfrm>
                <a:off x="2932520" y="10102437"/>
                <a:ext cx="1403158" cy="474794"/>
              </a:xfrm>
              <a:custGeom>
                <a:avLst/>
                <a:gdLst/>
                <a:ahLst/>
                <a:cxnLst/>
                <a:rect l="l" t="t" r="r" b="b"/>
                <a:pathLst>
                  <a:path w="1403158" h="474794" fill="none">
                    <a:moveTo>
                      <a:pt x="1296310" y="0"/>
                    </a:moveTo>
                    <a:lnTo>
                      <a:pt x="1328329" y="8392"/>
                    </a:lnTo>
                    <a:lnTo>
                      <a:pt x="1339398" y="19789"/>
                    </a:lnTo>
                    <a:lnTo>
                      <a:pt x="1391900" y="126722"/>
                    </a:lnTo>
                    <a:lnTo>
                      <a:pt x="1403158" y="149003"/>
                    </a:lnTo>
                    <a:moveTo>
                      <a:pt x="0" y="474599"/>
                    </a:moveTo>
                    <a:lnTo>
                      <a:pt x="37018" y="474794"/>
                    </a:lnTo>
                    <a:lnTo>
                      <a:pt x="58189" y="474782"/>
                    </a:lnTo>
                    <a:lnTo>
                      <a:pt x="81312" y="474486"/>
                    </a:lnTo>
                    <a:lnTo>
                      <a:pt x="105435" y="467063"/>
                    </a:lnTo>
                    <a:moveTo>
                      <a:pt x="0" y="474599"/>
                    </a:moveTo>
                    <a:lnTo>
                      <a:pt x="51124" y="440860"/>
                    </a:lnTo>
                    <a:lnTo>
                      <a:pt x="79402" y="422201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45" name="Контур"/>
              <p:cNvSpPr/>
              <p:nvPr/>
            </p:nvSpPr>
            <p:spPr>
              <a:xfrm>
                <a:off x="3458598" y="10389654"/>
                <a:ext cx="30242" cy="214470"/>
              </a:xfrm>
              <a:custGeom>
                <a:avLst/>
                <a:gdLst/>
                <a:ahLst/>
                <a:cxnLst/>
                <a:rect l="l" t="t" r="r" b="b"/>
                <a:pathLst>
                  <a:path w="30242" h="214470" fill="none">
                    <a:moveTo>
                      <a:pt x="4148" y="214470"/>
                    </a:moveTo>
                    <a:lnTo>
                      <a:pt x="0" y="39388"/>
                    </a:lnTo>
                    <a:lnTo>
                      <a:pt x="1415" y="32076"/>
                    </a:lnTo>
                    <a:lnTo>
                      <a:pt x="3390" y="25872"/>
                    </a:lnTo>
                    <a:lnTo>
                      <a:pt x="6366" y="20219"/>
                    </a:lnTo>
                    <a:lnTo>
                      <a:pt x="10227" y="14455"/>
                    </a:lnTo>
                    <a:lnTo>
                      <a:pt x="14060" y="10664"/>
                    </a:lnTo>
                    <a:lnTo>
                      <a:pt x="15643" y="9009"/>
                    </a:lnTo>
                    <a:lnTo>
                      <a:pt x="22164" y="4114"/>
                    </a:lnTo>
                    <a:lnTo>
                      <a:pt x="30242" y="0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346" name="Контур"/>
              <p:cNvSpPr/>
              <p:nvPr/>
            </p:nvSpPr>
            <p:spPr>
              <a:xfrm>
                <a:off x="3584569" y="10668969"/>
                <a:ext cx="1968" cy="23031"/>
              </a:xfrm>
              <a:custGeom>
                <a:avLst/>
                <a:gdLst/>
                <a:ahLst/>
                <a:cxnLst/>
                <a:rect l="l" t="t" r="r" b="b"/>
                <a:pathLst>
                  <a:path w="1968" h="23031" fill="none">
                    <a:moveTo>
                      <a:pt x="1968" y="0"/>
                    </a:moveTo>
                    <a:lnTo>
                      <a:pt x="0" y="23031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47" name="Контур"/>
              <p:cNvSpPr/>
              <p:nvPr/>
            </p:nvSpPr>
            <p:spPr>
              <a:xfrm>
                <a:off x="3639808" y="10658306"/>
                <a:ext cx="5670" cy="33694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33694" fill="none">
                    <a:moveTo>
                      <a:pt x="0" y="33694"/>
                    </a:moveTo>
                    <a:lnTo>
                      <a:pt x="567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48" name="Контур"/>
              <p:cNvSpPr/>
              <p:nvPr/>
            </p:nvSpPr>
            <p:spPr>
              <a:xfrm>
                <a:off x="3462746" y="10139706"/>
                <a:ext cx="583342" cy="552294"/>
              </a:xfrm>
              <a:custGeom>
                <a:avLst/>
                <a:gdLst/>
                <a:ahLst/>
                <a:cxnLst/>
                <a:rect l="l" t="t" r="r" b="b"/>
                <a:pathLst>
                  <a:path w="583342" h="552294" fill="none">
                    <a:moveTo>
                      <a:pt x="583342" y="0"/>
                    </a:moveTo>
                    <a:lnTo>
                      <a:pt x="465505" y="52243"/>
                    </a:lnTo>
                    <a:lnTo>
                      <a:pt x="206789" y="137504"/>
                    </a:lnTo>
                    <a:lnTo>
                      <a:pt x="167169" y="159769"/>
                    </a:lnTo>
                    <a:lnTo>
                      <a:pt x="138892" y="189746"/>
                    </a:lnTo>
                    <a:lnTo>
                      <a:pt x="120849" y="228752"/>
                    </a:lnTo>
                    <a:lnTo>
                      <a:pt x="110807" y="273942"/>
                    </a:lnTo>
                    <a:lnTo>
                      <a:pt x="92793" y="552294"/>
                    </a:lnTo>
                    <a:moveTo>
                      <a:pt x="100435" y="459635"/>
                    </a:moveTo>
                    <a:lnTo>
                      <a:pt x="100005" y="495001"/>
                    </a:lnTo>
                    <a:lnTo>
                      <a:pt x="94168" y="511348"/>
                    </a:lnTo>
                    <a:lnTo>
                      <a:pt x="75954" y="529773"/>
                    </a:lnTo>
                    <a:lnTo>
                      <a:pt x="50952" y="536630"/>
                    </a:lnTo>
                    <a:lnTo>
                      <a:pt x="25868" y="530106"/>
                    </a:lnTo>
                    <a:lnTo>
                      <a:pt x="7411" y="511935"/>
                    </a:lnTo>
                    <a:lnTo>
                      <a:pt x="1353" y="495661"/>
                    </a:lnTo>
                    <a:lnTo>
                      <a:pt x="0" y="464418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349" name="Контур"/>
              <p:cNvSpPr/>
              <p:nvPr/>
            </p:nvSpPr>
            <p:spPr>
              <a:xfrm>
                <a:off x="3317071" y="10481373"/>
                <a:ext cx="24591" cy="210627"/>
              </a:xfrm>
              <a:custGeom>
                <a:avLst/>
                <a:gdLst/>
                <a:ahLst/>
                <a:cxnLst/>
                <a:rect l="l" t="t" r="r" b="b"/>
                <a:pathLst>
                  <a:path w="24591" h="210627" fill="none">
                    <a:moveTo>
                      <a:pt x="0" y="0"/>
                    </a:moveTo>
                    <a:lnTo>
                      <a:pt x="24417" y="166793"/>
                    </a:lnTo>
                    <a:lnTo>
                      <a:pt x="24591" y="21062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</p:grpSp>
        <p:grpSp>
          <p:nvGrpSpPr>
            <p:cNvPr id="354" name="Административные округа и районы"/>
            <p:cNvGrpSpPr/>
            <p:nvPr/>
          </p:nvGrpSpPr>
          <p:grpSpPr>
            <a:xfrm>
              <a:off x="0" y="1584000"/>
              <a:ext cx="15120000" cy="9108000"/>
              <a:chOff x="0" y="1584000"/>
              <a:chExt cx="15120000" cy="9108000"/>
            </a:xfrm>
          </p:grpSpPr>
          <p:sp>
            <p:nvSpPr>
              <p:cNvPr id="351" name="Контур"/>
              <p:cNvSpPr/>
              <p:nvPr/>
            </p:nvSpPr>
            <p:spPr>
              <a:xfrm>
                <a:off x="0" y="1584000"/>
                <a:ext cx="15120000" cy="9108000"/>
              </a:xfrm>
              <a:custGeom>
                <a:avLst/>
                <a:gdLst/>
                <a:ahLst/>
                <a:cxnLst/>
                <a:rect l="l" t="t" r="r" b="b"/>
                <a:pathLst>
                  <a:path w="15120000" h="9108000" fill="none">
                    <a:moveTo>
                      <a:pt x="6046831" y="319529"/>
                    </a:moveTo>
                    <a:lnTo>
                      <a:pt x="5696233" y="0"/>
                    </a:lnTo>
                    <a:moveTo>
                      <a:pt x="967931" y="0"/>
                    </a:moveTo>
                    <a:lnTo>
                      <a:pt x="1202254" y="866326"/>
                    </a:lnTo>
                    <a:lnTo>
                      <a:pt x="1056166" y="1177890"/>
                    </a:lnTo>
                    <a:lnTo>
                      <a:pt x="1066782" y="1243837"/>
                    </a:lnTo>
                    <a:lnTo>
                      <a:pt x="992127" y="1330867"/>
                    </a:lnTo>
                    <a:lnTo>
                      <a:pt x="907640" y="1407905"/>
                    </a:lnTo>
                    <a:lnTo>
                      <a:pt x="764652" y="1526749"/>
                    </a:lnTo>
                    <a:lnTo>
                      <a:pt x="542623" y="1806007"/>
                    </a:lnTo>
                    <a:lnTo>
                      <a:pt x="461766" y="1741815"/>
                    </a:lnTo>
                    <a:lnTo>
                      <a:pt x="255350" y="1742444"/>
                    </a:lnTo>
                    <a:lnTo>
                      <a:pt x="188029" y="1707962"/>
                    </a:lnTo>
                    <a:lnTo>
                      <a:pt x="0" y="1678325"/>
                    </a:lnTo>
                    <a:moveTo>
                      <a:pt x="0" y="4781682"/>
                    </a:moveTo>
                    <a:lnTo>
                      <a:pt x="163161" y="4881763"/>
                    </a:lnTo>
                    <a:lnTo>
                      <a:pt x="345877" y="4984652"/>
                    </a:lnTo>
                    <a:lnTo>
                      <a:pt x="371271" y="5002611"/>
                    </a:lnTo>
                    <a:lnTo>
                      <a:pt x="365927" y="5014652"/>
                    </a:lnTo>
                    <a:lnTo>
                      <a:pt x="895901" y="5326424"/>
                    </a:lnTo>
                    <a:lnTo>
                      <a:pt x="1110333" y="5461102"/>
                    </a:lnTo>
                    <a:lnTo>
                      <a:pt x="2134687" y="6070713"/>
                    </a:lnTo>
                    <a:lnTo>
                      <a:pt x="2246362" y="6139866"/>
                    </a:lnTo>
                    <a:lnTo>
                      <a:pt x="2458169" y="6302100"/>
                    </a:lnTo>
                    <a:lnTo>
                      <a:pt x="2553996" y="6379471"/>
                    </a:lnTo>
                    <a:lnTo>
                      <a:pt x="2653696" y="6471935"/>
                    </a:lnTo>
                    <a:lnTo>
                      <a:pt x="2816482" y="6633862"/>
                    </a:lnTo>
                    <a:lnTo>
                      <a:pt x="2987860" y="6792824"/>
                    </a:lnTo>
                    <a:lnTo>
                      <a:pt x="3091107" y="6902844"/>
                    </a:lnTo>
                    <a:lnTo>
                      <a:pt x="3192665" y="7049712"/>
                    </a:lnTo>
                    <a:lnTo>
                      <a:pt x="3247086" y="7146333"/>
                    </a:lnTo>
                    <a:lnTo>
                      <a:pt x="3288099" y="7255643"/>
                    </a:lnTo>
                    <a:lnTo>
                      <a:pt x="3322934" y="7409682"/>
                    </a:lnTo>
                    <a:lnTo>
                      <a:pt x="3344283" y="7407910"/>
                    </a:lnTo>
                    <a:lnTo>
                      <a:pt x="3658926" y="7248310"/>
                    </a:lnTo>
                    <a:lnTo>
                      <a:pt x="4088839" y="7019054"/>
                    </a:lnTo>
                    <a:lnTo>
                      <a:pt x="4723220" y="6557294"/>
                    </a:lnTo>
                    <a:lnTo>
                      <a:pt x="4934047" y="6348994"/>
                    </a:lnTo>
                    <a:lnTo>
                      <a:pt x="5058677" y="6255405"/>
                    </a:lnTo>
                    <a:lnTo>
                      <a:pt x="5209827" y="6175123"/>
                    </a:lnTo>
                    <a:lnTo>
                      <a:pt x="5231408" y="6166869"/>
                    </a:lnTo>
                    <a:lnTo>
                      <a:pt x="5259877" y="6166914"/>
                    </a:lnTo>
                    <a:lnTo>
                      <a:pt x="5305311" y="6177375"/>
                    </a:lnTo>
                    <a:lnTo>
                      <a:pt x="5562859" y="6073394"/>
                    </a:lnTo>
                    <a:lnTo>
                      <a:pt x="5980667" y="5916659"/>
                    </a:lnTo>
                    <a:lnTo>
                      <a:pt x="6161598" y="5844405"/>
                    </a:lnTo>
                    <a:lnTo>
                      <a:pt x="6159316" y="5838247"/>
                    </a:lnTo>
                    <a:lnTo>
                      <a:pt x="6434616" y="5731536"/>
                    </a:lnTo>
                    <a:lnTo>
                      <a:pt x="6466285" y="5814655"/>
                    </a:lnTo>
                    <a:lnTo>
                      <a:pt x="6600476" y="5754294"/>
                    </a:lnTo>
                    <a:lnTo>
                      <a:pt x="6533239" y="5547220"/>
                    </a:lnTo>
                    <a:lnTo>
                      <a:pt x="6670604" y="5543113"/>
                    </a:lnTo>
                    <a:lnTo>
                      <a:pt x="6668244" y="5411777"/>
                    </a:lnTo>
                    <a:lnTo>
                      <a:pt x="6669977" y="5389879"/>
                    </a:lnTo>
                    <a:lnTo>
                      <a:pt x="6678046" y="5389537"/>
                    </a:lnTo>
                    <a:lnTo>
                      <a:pt x="6677765" y="5384297"/>
                    </a:lnTo>
                    <a:lnTo>
                      <a:pt x="6667093" y="5384957"/>
                    </a:lnTo>
                    <a:lnTo>
                      <a:pt x="6664429" y="5264259"/>
                    </a:lnTo>
                    <a:lnTo>
                      <a:pt x="6771689" y="5263665"/>
                    </a:lnTo>
                    <a:lnTo>
                      <a:pt x="6780056" y="5061370"/>
                    </a:lnTo>
                    <a:lnTo>
                      <a:pt x="6400517" y="5026537"/>
                    </a:lnTo>
                    <a:lnTo>
                      <a:pt x="6339350" y="4363733"/>
                    </a:lnTo>
                    <a:lnTo>
                      <a:pt x="6164952" y="2333654"/>
                    </a:lnTo>
                    <a:lnTo>
                      <a:pt x="6126018" y="1557602"/>
                    </a:lnTo>
                    <a:lnTo>
                      <a:pt x="6046831" y="319529"/>
                    </a:lnTo>
                    <a:lnTo>
                      <a:pt x="6046831" y="319529"/>
                    </a:lnTo>
                    <a:moveTo>
                      <a:pt x="0" y="1678351"/>
                    </a:moveTo>
                    <a:lnTo>
                      <a:pt x="188029" y="1707962"/>
                    </a:lnTo>
                    <a:lnTo>
                      <a:pt x="255350" y="1742444"/>
                    </a:lnTo>
                    <a:lnTo>
                      <a:pt x="461766" y="1741815"/>
                    </a:lnTo>
                    <a:lnTo>
                      <a:pt x="461940" y="1741969"/>
                    </a:lnTo>
                    <a:lnTo>
                      <a:pt x="542623" y="1806007"/>
                    </a:lnTo>
                    <a:lnTo>
                      <a:pt x="551521" y="1794726"/>
                    </a:lnTo>
                    <a:lnTo>
                      <a:pt x="611042" y="1717923"/>
                    </a:lnTo>
                    <a:lnTo>
                      <a:pt x="764652" y="1526749"/>
                    </a:lnTo>
                    <a:lnTo>
                      <a:pt x="885496" y="1426320"/>
                    </a:lnTo>
                    <a:lnTo>
                      <a:pt x="907640" y="1407905"/>
                    </a:lnTo>
                    <a:lnTo>
                      <a:pt x="992127" y="1330867"/>
                    </a:lnTo>
                    <a:lnTo>
                      <a:pt x="1066782" y="1243837"/>
                    </a:lnTo>
                    <a:lnTo>
                      <a:pt x="1056166" y="1177890"/>
                    </a:lnTo>
                    <a:lnTo>
                      <a:pt x="1202254" y="866326"/>
                    </a:lnTo>
                    <a:lnTo>
                      <a:pt x="1085995" y="437971"/>
                    </a:lnTo>
                    <a:lnTo>
                      <a:pt x="967874" y="0"/>
                    </a:lnTo>
                    <a:moveTo>
                      <a:pt x="3382039" y="9108000"/>
                    </a:moveTo>
                    <a:lnTo>
                      <a:pt x="3395523" y="8784080"/>
                    </a:lnTo>
                    <a:lnTo>
                      <a:pt x="3345021" y="7640845"/>
                    </a:lnTo>
                    <a:lnTo>
                      <a:pt x="2443975" y="7645509"/>
                    </a:lnTo>
                    <a:lnTo>
                      <a:pt x="2438019" y="7706886"/>
                    </a:lnTo>
                    <a:lnTo>
                      <a:pt x="2420048" y="7706792"/>
                    </a:lnTo>
                    <a:lnTo>
                      <a:pt x="2419332" y="7751656"/>
                    </a:lnTo>
                    <a:lnTo>
                      <a:pt x="2228506" y="7751374"/>
                    </a:lnTo>
                    <a:lnTo>
                      <a:pt x="2130361" y="7661055"/>
                    </a:lnTo>
                    <a:lnTo>
                      <a:pt x="2117645" y="7674664"/>
                    </a:lnTo>
                    <a:lnTo>
                      <a:pt x="1943137" y="7514916"/>
                    </a:lnTo>
                    <a:lnTo>
                      <a:pt x="1497982" y="7979780"/>
                    </a:lnTo>
                    <a:lnTo>
                      <a:pt x="1450638" y="8025410"/>
                    </a:lnTo>
                    <a:lnTo>
                      <a:pt x="1431224" y="8035802"/>
                    </a:lnTo>
                    <a:lnTo>
                      <a:pt x="332323" y="8377625"/>
                    </a:lnTo>
                    <a:lnTo>
                      <a:pt x="282290" y="8428033"/>
                    </a:lnTo>
                    <a:lnTo>
                      <a:pt x="104062" y="8581960"/>
                    </a:lnTo>
                    <a:lnTo>
                      <a:pt x="10664" y="8475561"/>
                    </a:lnTo>
                    <a:lnTo>
                      <a:pt x="0" y="8481098"/>
                    </a:lnTo>
                    <a:moveTo>
                      <a:pt x="11599315" y="9108000"/>
                    </a:moveTo>
                    <a:lnTo>
                      <a:pt x="11558355" y="8467468"/>
                    </a:lnTo>
                    <a:lnTo>
                      <a:pt x="11234387" y="8483539"/>
                    </a:lnTo>
                    <a:lnTo>
                      <a:pt x="10986416" y="8486279"/>
                    </a:lnTo>
                    <a:lnTo>
                      <a:pt x="10702100" y="8496889"/>
                    </a:lnTo>
                    <a:lnTo>
                      <a:pt x="10696460" y="8515878"/>
                    </a:lnTo>
                    <a:lnTo>
                      <a:pt x="10685935" y="8530111"/>
                    </a:lnTo>
                    <a:lnTo>
                      <a:pt x="10654177" y="8553078"/>
                    </a:lnTo>
                    <a:lnTo>
                      <a:pt x="10625746" y="8545197"/>
                    </a:lnTo>
                    <a:lnTo>
                      <a:pt x="10609706" y="8531706"/>
                    </a:lnTo>
                    <a:lnTo>
                      <a:pt x="10596613" y="8517277"/>
                    </a:lnTo>
                    <a:lnTo>
                      <a:pt x="10589558" y="8494495"/>
                    </a:lnTo>
                    <a:lnTo>
                      <a:pt x="8481447" y="8556694"/>
                    </a:lnTo>
                    <a:lnTo>
                      <a:pt x="8496998" y="9108000"/>
                    </a:lnTo>
                    <a:moveTo>
                      <a:pt x="0" y="8481098"/>
                    </a:moveTo>
                    <a:lnTo>
                      <a:pt x="10664" y="8475561"/>
                    </a:lnTo>
                    <a:lnTo>
                      <a:pt x="104062" y="8581960"/>
                    </a:lnTo>
                    <a:lnTo>
                      <a:pt x="282290" y="8428033"/>
                    </a:lnTo>
                    <a:lnTo>
                      <a:pt x="332323" y="8377625"/>
                    </a:lnTo>
                    <a:lnTo>
                      <a:pt x="1431224" y="8035802"/>
                    </a:lnTo>
                    <a:lnTo>
                      <a:pt x="1450638" y="8025410"/>
                    </a:lnTo>
                    <a:lnTo>
                      <a:pt x="1497982" y="7979780"/>
                    </a:lnTo>
                    <a:lnTo>
                      <a:pt x="1943137" y="7514916"/>
                    </a:lnTo>
                    <a:lnTo>
                      <a:pt x="2117645" y="7674664"/>
                    </a:lnTo>
                    <a:lnTo>
                      <a:pt x="2130361" y="7661055"/>
                    </a:lnTo>
                    <a:lnTo>
                      <a:pt x="2228506" y="7751374"/>
                    </a:lnTo>
                    <a:lnTo>
                      <a:pt x="2419332" y="7751656"/>
                    </a:lnTo>
                    <a:lnTo>
                      <a:pt x="2420048" y="7706792"/>
                    </a:lnTo>
                    <a:lnTo>
                      <a:pt x="2438019" y="7706886"/>
                    </a:lnTo>
                    <a:lnTo>
                      <a:pt x="2443975" y="7645509"/>
                    </a:lnTo>
                    <a:lnTo>
                      <a:pt x="3345021" y="7640845"/>
                    </a:lnTo>
                    <a:lnTo>
                      <a:pt x="3336531" y="7498585"/>
                    </a:lnTo>
                    <a:lnTo>
                      <a:pt x="3308690" y="7334193"/>
                    </a:lnTo>
                    <a:lnTo>
                      <a:pt x="3288099" y="7255643"/>
                    </a:lnTo>
                    <a:lnTo>
                      <a:pt x="3247086" y="7146333"/>
                    </a:lnTo>
                    <a:lnTo>
                      <a:pt x="3192665" y="7049712"/>
                    </a:lnTo>
                    <a:lnTo>
                      <a:pt x="3091107" y="6902844"/>
                    </a:lnTo>
                    <a:lnTo>
                      <a:pt x="3033768" y="6839375"/>
                    </a:lnTo>
                    <a:lnTo>
                      <a:pt x="2553996" y="6379471"/>
                    </a:lnTo>
                    <a:lnTo>
                      <a:pt x="2246362" y="6139866"/>
                    </a:lnTo>
                    <a:lnTo>
                      <a:pt x="1110333" y="5461102"/>
                    </a:lnTo>
                    <a:lnTo>
                      <a:pt x="895901" y="5326424"/>
                    </a:lnTo>
                    <a:lnTo>
                      <a:pt x="365927" y="5014652"/>
                    </a:lnTo>
                    <a:lnTo>
                      <a:pt x="371271" y="5002611"/>
                    </a:lnTo>
                    <a:lnTo>
                      <a:pt x="345877" y="4984652"/>
                    </a:lnTo>
                    <a:lnTo>
                      <a:pt x="163161" y="4881763"/>
                    </a:lnTo>
                    <a:lnTo>
                      <a:pt x="0" y="4781682"/>
                    </a:lnTo>
                    <a:moveTo>
                      <a:pt x="13228617" y="5992128"/>
                    </a:moveTo>
                    <a:lnTo>
                      <a:pt x="13188958" y="5976455"/>
                    </a:lnTo>
                    <a:lnTo>
                      <a:pt x="13165389" y="5900112"/>
                    </a:lnTo>
                    <a:lnTo>
                      <a:pt x="13024936" y="5962965"/>
                    </a:lnTo>
                    <a:lnTo>
                      <a:pt x="13074423" y="6083574"/>
                    </a:lnTo>
                    <a:lnTo>
                      <a:pt x="13001181" y="6153633"/>
                    </a:lnTo>
                    <a:lnTo>
                      <a:pt x="13006295" y="6219588"/>
                    </a:lnTo>
                    <a:lnTo>
                      <a:pt x="12622034" y="6405163"/>
                    </a:lnTo>
                    <a:lnTo>
                      <a:pt x="11996291" y="6874654"/>
                    </a:lnTo>
                    <a:lnTo>
                      <a:pt x="11989227" y="6920321"/>
                    </a:lnTo>
                    <a:lnTo>
                      <a:pt x="12360078" y="7370623"/>
                    </a:lnTo>
                    <a:lnTo>
                      <a:pt x="12279544" y="7531820"/>
                    </a:lnTo>
                    <a:lnTo>
                      <a:pt x="12398718" y="7664725"/>
                    </a:lnTo>
                    <a:lnTo>
                      <a:pt x="12418857" y="7647049"/>
                    </a:lnTo>
                    <a:lnTo>
                      <a:pt x="12438225" y="7665759"/>
                    </a:lnTo>
                    <a:lnTo>
                      <a:pt x="12490787" y="7621711"/>
                    </a:lnTo>
                    <a:lnTo>
                      <a:pt x="12567606" y="7601743"/>
                    </a:lnTo>
                    <a:lnTo>
                      <a:pt x="12901460" y="7965714"/>
                    </a:lnTo>
                    <a:lnTo>
                      <a:pt x="12910876" y="7956416"/>
                    </a:lnTo>
                    <a:lnTo>
                      <a:pt x="12933148" y="8049879"/>
                    </a:lnTo>
                    <a:lnTo>
                      <a:pt x="13306927" y="7816858"/>
                    </a:lnTo>
                    <a:lnTo>
                      <a:pt x="13249353" y="7680569"/>
                    </a:lnTo>
                    <a:lnTo>
                      <a:pt x="13269896" y="7657492"/>
                    </a:lnTo>
                    <a:lnTo>
                      <a:pt x="13393602" y="7639120"/>
                    </a:lnTo>
                    <a:lnTo>
                      <a:pt x="13492467" y="7851194"/>
                    </a:lnTo>
                    <a:lnTo>
                      <a:pt x="13530665" y="7834037"/>
                    </a:lnTo>
                    <a:lnTo>
                      <a:pt x="13748498" y="8328373"/>
                    </a:lnTo>
                    <a:lnTo>
                      <a:pt x="13821689" y="8327524"/>
                    </a:lnTo>
                    <a:lnTo>
                      <a:pt x="14220379" y="7998734"/>
                    </a:lnTo>
                    <a:lnTo>
                      <a:pt x="14122138" y="7778651"/>
                    </a:lnTo>
                    <a:lnTo>
                      <a:pt x="14420699" y="7631368"/>
                    </a:lnTo>
                    <a:lnTo>
                      <a:pt x="14423124" y="7323799"/>
                    </a:lnTo>
                    <a:lnTo>
                      <a:pt x="14705383" y="7217288"/>
                    </a:lnTo>
                    <a:lnTo>
                      <a:pt x="14819496" y="7209268"/>
                    </a:lnTo>
                    <a:lnTo>
                      <a:pt x="14947553" y="6925370"/>
                    </a:lnTo>
                    <a:lnTo>
                      <a:pt x="14925450" y="6883713"/>
                    </a:lnTo>
                    <a:lnTo>
                      <a:pt x="14962647" y="6780683"/>
                    </a:lnTo>
                    <a:lnTo>
                      <a:pt x="15050916" y="6762624"/>
                    </a:lnTo>
                    <a:lnTo>
                      <a:pt x="15049739" y="6722240"/>
                    </a:lnTo>
                    <a:lnTo>
                      <a:pt x="15119593" y="6654795"/>
                    </a:lnTo>
                    <a:lnTo>
                      <a:pt x="15120000" y="6654100"/>
                    </a:lnTo>
                    <a:moveTo>
                      <a:pt x="15120000" y="5921833"/>
                    </a:moveTo>
                    <a:lnTo>
                      <a:pt x="15016851" y="5964244"/>
                    </a:lnTo>
                    <a:lnTo>
                      <a:pt x="14942843" y="5953396"/>
                    </a:lnTo>
                    <a:lnTo>
                      <a:pt x="14887738" y="5907294"/>
                    </a:lnTo>
                    <a:lnTo>
                      <a:pt x="14830862" y="5790902"/>
                    </a:lnTo>
                    <a:lnTo>
                      <a:pt x="14661530" y="5822501"/>
                    </a:lnTo>
                    <a:lnTo>
                      <a:pt x="14431657" y="5893888"/>
                    </a:lnTo>
                    <a:lnTo>
                      <a:pt x="14293157" y="5493191"/>
                    </a:lnTo>
                    <a:lnTo>
                      <a:pt x="13972529" y="5600350"/>
                    </a:lnTo>
                    <a:lnTo>
                      <a:pt x="13992381" y="5661447"/>
                    </a:lnTo>
                    <a:lnTo>
                      <a:pt x="13959992" y="5674723"/>
                    </a:lnTo>
                    <a:lnTo>
                      <a:pt x="13962543" y="5681184"/>
                    </a:lnTo>
                    <a:lnTo>
                      <a:pt x="13948155" y="5684652"/>
                    </a:lnTo>
                    <a:lnTo>
                      <a:pt x="13946569" y="5680190"/>
                    </a:lnTo>
                    <a:lnTo>
                      <a:pt x="13775790" y="5750159"/>
                    </a:lnTo>
                    <a:lnTo>
                      <a:pt x="13777333" y="5763100"/>
                    </a:lnTo>
                    <a:lnTo>
                      <a:pt x="13433364" y="5892553"/>
                    </a:lnTo>
                    <a:lnTo>
                      <a:pt x="13438463" y="5905013"/>
                    </a:lnTo>
                    <a:lnTo>
                      <a:pt x="13239398" y="5995772"/>
                    </a:lnTo>
                    <a:lnTo>
                      <a:pt x="13228617" y="5992128"/>
                    </a:lnTo>
                    <a:lnTo>
                      <a:pt x="13228617" y="5992128"/>
                    </a:lnTo>
                  </a:path>
                </a:pathLst>
              </a:custGeom>
              <a:noFill/>
              <a:ln w="21600" cap="flat">
                <a:solidFill>
                  <a:srgbClr val="B3392F"/>
                </a:solidFill>
                <a:round/>
              </a:ln>
            </p:spPr>
          </p:sp>
          <p:sp>
            <p:nvSpPr>
              <p:cNvPr id="352" name="Контур"/>
              <p:cNvSpPr/>
              <p:nvPr/>
            </p:nvSpPr>
            <p:spPr>
              <a:xfrm>
                <a:off x="3322934" y="1903529"/>
                <a:ext cx="11297250" cy="8491378"/>
              </a:xfrm>
              <a:custGeom>
                <a:avLst/>
                <a:gdLst/>
                <a:ahLst/>
                <a:cxnLst/>
                <a:rect l="l" t="t" r="r" b="b"/>
                <a:pathLst>
                  <a:path w="11297250" h="8491378" fill="none">
                    <a:moveTo>
                      <a:pt x="10615580" y="5183878"/>
                    </a:moveTo>
                    <a:lnTo>
                      <a:pt x="10642875" y="5175717"/>
                    </a:lnTo>
                    <a:lnTo>
                      <a:pt x="10661048" y="5231273"/>
                    </a:lnTo>
                    <a:lnTo>
                      <a:pt x="10715462" y="5214643"/>
                    </a:lnTo>
                    <a:lnTo>
                      <a:pt x="10689076" y="5132614"/>
                    </a:lnTo>
                    <a:lnTo>
                      <a:pt x="11042774" y="4979489"/>
                    </a:lnTo>
                    <a:lnTo>
                      <a:pt x="11204795" y="4882263"/>
                    </a:lnTo>
                    <a:lnTo>
                      <a:pt x="11297250" y="4808073"/>
                    </a:lnTo>
                    <a:lnTo>
                      <a:pt x="11279042" y="4746815"/>
                    </a:lnTo>
                    <a:lnTo>
                      <a:pt x="11208106" y="4756294"/>
                    </a:lnTo>
                    <a:lnTo>
                      <a:pt x="11167554" y="4767613"/>
                    </a:lnTo>
                    <a:lnTo>
                      <a:pt x="11087550" y="4769123"/>
                    </a:lnTo>
                    <a:lnTo>
                      <a:pt x="10962585" y="4833618"/>
                    </a:lnTo>
                    <a:lnTo>
                      <a:pt x="10901796" y="4874489"/>
                    </a:lnTo>
                    <a:lnTo>
                      <a:pt x="10789272" y="4929356"/>
                    </a:lnTo>
                    <a:lnTo>
                      <a:pt x="10752032" y="4943737"/>
                    </a:lnTo>
                    <a:lnTo>
                      <a:pt x="10564813" y="5004085"/>
                    </a:lnTo>
                    <a:lnTo>
                      <a:pt x="10615580" y="5183878"/>
                    </a:lnTo>
                    <a:close/>
                    <a:moveTo>
                      <a:pt x="8235421" y="8147939"/>
                    </a:moveTo>
                    <a:lnTo>
                      <a:pt x="8224458" y="7913203"/>
                    </a:lnTo>
                    <a:lnTo>
                      <a:pt x="8214969" y="7908162"/>
                    </a:lnTo>
                    <a:lnTo>
                      <a:pt x="8219255" y="7808244"/>
                    </a:lnTo>
                    <a:lnTo>
                      <a:pt x="8192687" y="7276513"/>
                    </a:lnTo>
                    <a:lnTo>
                      <a:pt x="8164218" y="6852243"/>
                    </a:lnTo>
                    <a:lnTo>
                      <a:pt x="8186441" y="6798948"/>
                    </a:lnTo>
                    <a:lnTo>
                      <a:pt x="8237373" y="6740888"/>
                    </a:lnTo>
                    <a:lnTo>
                      <a:pt x="8291224" y="6693758"/>
                    </a:lnTo>
                    <a:lnTo>
                      <a:pt x="8333408" y="6640056"/>
                    </a:lnTo>
                    <a:lnTo>
                      <a:pt x="8438935" y="6458086"/>
                    </a:lnTo>
                    <a:lnTo>
                      <a:pt x="8511238" y="6386813"/>
                    </a:lnTo>
                    <a:lnTo>
                      <a:pt x="8494782" y="6359300"/>
                    </a:lnTo>
                    <a:lnTo>
                      <a:pt x="8453630" y="6392802"/>
                    </a:lnTo>
                    <a:lnTo>
                      <a:pt x="8348625" y="6451440"/>
                    </a:lnTo>
                    <a:lnTo>
                      <a:pt x="8227646" y="6492117"/>
                    </a:lnTo>
                    <a:lnTo>
                      <a:pt x="8002934" y="6551026"/>
                    </a:lnTo>
                    <a:lnTo>
                      <a:pt x="7692284" y="6611112"/>
                    </a:lnTo>
                    <a:lnTo>
                      <a:pt x="7481642" y="6637097"/>
                    </a:lnTo>
                    <a:lnTo>
                      <a:pt x="7388490" y="6653729"/>
                    </a:lnTo>
                    <a:lnTo>
                      <a:pt x="6204947" y="6935819"/>
                    </a:lnTo>
                    <a:lnTo>
                      <a:pt x="5796219" y="7027704"/>
                    </a:lnTo>
                    <a:lnTo>
                      <a:pt x="5667577" y="7050172"/>
                    </a:lnTo>
                    <a:lnTo>
                      <a:pt x="5548962" y="7063189"/>
                    </a:lnTo>
                    <a:lnTo>
                      <a:pt x="5394304" y="7072818"/>
                    </a:lnTo>
                    <a:lnTo>
                      <a:pt x="3175677" y="7192009"/>
                    </a:lnTo>
                    <a:lnTo>
                      <a:pt x="3052298" y="7209621"/>
                    </a:lnTo>
                    <a:lnTo>
                      <a:pt x="2938933" y="7234744"/>
                    </a:lnTo>
                    <a:lnTo>
                      <a:pt x="2759482" y="7298978"/>
                    </a:lnTo>
                    <a:lnTo>
                      <a:pt x="776357" y="8248808"/>
                    </a:lnTo>
                    <a:lnTo>
                      <a:pt x="665045" y="8297468"/>
                    </a:lnTo>
                    <a:lnTo>
                      <a:pt x="486669" y="8361938"/>
                    </a:lnTo>
                    <a:lnTo>
                      <a:pt x="1925327" y="8327427"/>
                    </a:lnTo>
                    <a:lnTo>
                      <a:pt x="1989832" y="8324865"/>
                    </a:lnTo>
                    <a:lnTo>
                      <a:pt x="2036425" y="8315743"/>
                    </a:lnTo>
                    <a:lnTo>
                      <a:pt x="3193851" y="8288024"/>
                    </a:lnTo>
                    <a:lnTo>
                      <a:pt x="4139832" y="8258975"/>
                    </a:lnTo>
                    <a:lnTo>
                      <a:pt x="4656949" y="8249060"/>
                    </a:lnTo>
                    <a:lnTo>
                      <a:pt x="4661966" y="8264763"/>
                    </a:lnTo>
                    <a:lnTo>
                      <a:pt x="4681503" y="8264833"/>
                    </a:lnTo>
                    <a:lnTo>
                      <a:pt x="4681433" y="8248646"/>
                    </a:lnTo>
                    <a:lnTo>
                      <a:pt x="6329961" y="8204927"/>
                    </a:lnTo>
                    <a:lnTo>
                      <a:pt x="7266624" y="8174966"/>
                    </a:lnTo>
                    <a:lnTo>
                      <a:pt x="7273679" y="8197748"/>
                    </a:lnTo>
                    <a:lnTo>
                      <a:pt x="7286772" y="8212177"/>
                    </a:lnTo>
                    <a:lnTo>
                      <a:pt x="7302812" y="8225668"/>
                    </a:lnTo>
                    <a:lnTo>
                      <a:pt x="7331243" y="8233549"/>
                    </a:lnTo>
                    <a:lnTo>
                      <a:pt x="7363001" y="8210582"/>
                    </a:lnTo>
                    <a:lnTo>
                      <a:pt x="7373526" y="8196349"/>
                    </a:lnTo>
                    <a:lnTo>
                      <a:pt x="7379166" y="8177360"/>
                    </a:lnTo>
                    <a:lnTo>
                      <a:pt x="7663482" y="8166750"/>
                    </a:lnTo>
                    <a:lnTo>
                      <a:pt x="7911453" y="8164010"/>
                    </a:lnTo>
                    <a:lnTo>
                      <a:pt x="8235421" y="8147939"/>
                    </a:lnTo>
                    <a:close/>
                    <a:moveTo>
                      <a:pt x="8494782" y="6359300"/>
                    </a:moveTo>
                    <a:lnTo>
                      <a:pt x="8475877" y="6327790"/>
                    </a:lnTo>
                    <a:lnTo>
                      <a:pt x="8436877" y="6340161"/>
                    </a:lnTo>
                    <a:lnTo>
                      <a:pt x="8388886" y="6342402"/>
                    </a:lnTo>
                    <a:lnTo>
                      <a:pt x="8364313" y="6340828"/>
                    </a:lnTo>
                    <a:lnTo>
                      <a:pt x="8306747" y="6319991"/>
                    </a:lnTo>
                    <a:lnTo>
                      <a:pt x="8158125" y="6228222"/>
                    </a:lnTo>
                    <a:lnTo>
                      <a:pt x="8145833" y="6217337"/>
                    </a:lnTo>
                    <a:lnTo>
                      <a:pt x="8110329" y="6163554"/>
                    </a:lnTo>
                    <a:lnTo>
                      <a:pt x="8066745" y="5734577"/>
                    </a:lnTo>
                    <a:lnTo>
                      <a:pt x="8005651" y="5415604"/>
                    </a:lnTo>
                    <a:lnTo>
                      <a:pt x="7935349" y="5182852"/>
                    </a:lnTo>
                    <a:lnTo>
                      <a:pt x="7825654" y="4914369"/>
                    </a:lnTo>
                    <a:lnTo>
                      <a:pt x="7736367" y="4755088"/>
                    </a:lnTo>
                    <a:lnTo>
                      <a:pt x="7730061" y="4743094"/>
                    </a:lnTo>
                    <a:lnTo>
                      <a:pt x="7733783" y="4741226"/>
                    </a:lnTo>
                    <a:lnTo>
                      <a:pt x="7685005" y="4649426"/>
                    </a:lnTo>
                    <a:lnTo>
                      <a:pt x="7306891" y="4152364"/>
                    </a:lnTo>
                    <a:lnTo>
                      <a:pt x="7318318" y="4000768"/>
                    </a:lnTo>
                    <a:lnTo>
                      <a:pt x="7289888" y="3970687"/>
                    </a:lnTo>
                    <a:lnTo>
                      <a:pt x="7111143" y="3970301"/>
                    </a:lnTo>
                    <a:lnTo>
                      <a:pt x="7103650" y="3963861"/>
                    </a:lnTo>
                    <a:lnTo>
                      <a:pt x="3301921" y="511333"/>
                    </a:lnTo>
                    <a:lnTo>
                      <a:pt x="3200495" y="434512"/>
                    </a:lnTo>
                    <a:lnTo>
                      <a:pt x="2723897" y="0"/>
                    </a:lnTo>
                    <a:lnTo>
                      <a:pt x="2803084" y="1238073"/>
                    </a:lnTo>
                    <a:lnTo>
                      <a:pt x="2842018" y="2014125"/>
                    </a:lnTo>
                    <a:lnTo>
                      <a:pt x="3016416" y="4044204"/>
                    </a:lnTo>
                    <a:lnTo>
                      <a:pt x="3077583" y="4707008"/>
                    </a:lnTo>
                    <a:lnTo>
                      <a:pt x="3457122" y="4741841"/>
                    </a:lnTo>
                    <a:lnTo>
                      <a:pt x="3448755" y="4944136"/>
                    </a:lnTo>
                    <a:lnTo>
                      <a:pt x="3341495" y="4944730"/>
                    </a:lnTo>
                    <a:lnTo>
                      <a:pt x="3344159" y="5065428"/>
                    </a:lnTo>
                    <a:lnTo>
                      <a:pt x="3354831" y="5064768"/>
                    </a:lnTo>
                    <a:lnTo>
                      <a:pt x="3355112" y="5070008"/>
                    </a:lnTo>
                    <a:lnTo>
                      <a:pt x="3347043" y="5070350"/>
                    </a:lnTo>
                    <a:lnTo>
                      <a:pt x="3345310" y="5092248"/>
                    </a:lnTo>
                    <a:lnTo>
                      <a:pt x="3347670" y="5223584"/>
                    </a:lnTo>
                    <a:lnTo>
                      <a:pt x="3210305" y="5227691"/>
                    </a:lnTo>
                    <a:lnTo>
                      <a:pt x="3277542" y="5434765"/>
                    </a:lnTo>
                    <a:lnTo>
                      <a:pt x="3143351" y="5495126"/>
                    </a:lnTo>
                    <a:lnTo>
                      <a:pt x="3111682" y="5412007"/>
                    </a:lnTo>
                    <a:lnTo>
                      <a:pt x="2836382" y="5518718"/>
                    </a:lnTo>
                    <a:lnTo>
                      <a:pt x="2838664" y="5524876"/>
                    </a:lnTo>
                    <a:lnTo>
                      <a:pt x="2657733" y="5597130"/>
                    </a:lnTo>
                    <a:lnTo>
                      <a:pt x="2239925" y="5753865"/>
                    </a:lnTo>
                    <a:lnTo>
                      <a:pt x="1982377" y="5857846"/>
                    </a:lnTo>
                    <a:lnTo>
                      <a:pt x="1936943" y="5847385"/>
                    </a:lnTo>
                    <a:lnTo>
                      <a:pt x="1908474" y="5847340"/>
                    </a:lnTo>
                    <a:lnTo>
                      <a:pt x="1886893" y="5855594"/>
                    </a:lnTo>
                    <a:lnTo>
                      <a:pt x="1735743" y="5935876"/>
                    </a:lnTo>
                    <a:lnTo>
                      <a:pt x="1611113" y="6029465"/>
                    </a:lnTo>
                    <a:lnTo>
                      <a:pt x="1400286" y="6237765"/>
                    </a:lnTo>
                    <a:lnTo>
                      <a:pt x="765905" y="6699525"/>
                    </a:lnTo>
                    <a:lnTo>
                      <a:pt x="335992" y="6928781"/>
                    </a:lnTo>
                    <a:lnTo>
                      <a:pt x="21349" y="7088381"/>
                    </a:lnTo>
                    <a:lnTo>
                      <a:pt x="0" y="7090153"/>
                    </a:lnTo>
                    <a:lnTo>
                      <a:pt x="18293" y="7230529"/>
                    </a:lnTo>
                    <a:lnTo>
                      <a:pt x="71729" y="8491378"/>
                    </a:lnTo>
                    <a:lnTo>
                      <a:pt x="560387" y="8337468"/>
                    </a:lnTo>
                    <a:lnTo>
                      <a:pt x="776357" y="8248808"/>
                    </a:lnTo>
                    <a:lnTo>
                      <a:pt x="2759482" y="7298978"/>
                    </a:lnTo>
                    <a:lnTo>
                      <a:pt x="2938933" y="7234744"/>
                    </a:lnTo>
                    <a:lnTo>
                      <a:pt x="3052298" y="7209621"/>
                    </a:lnTo>
                    <a:lnTo>
                      <a:pt x="3175677" y="7192009"/>
                    </a:lnTo>
                    <a:lnTo>
                      <a:pt x="5394304" y="7072818"/>
                    </a:lnTo>
                    <a:lnTo>
                      <a:pt x="5548962" y="7063189"/>
                    </a:lnTo>
                    <a:lnTo>
                      <a:pt x="5667577" y="7050172"/>
                    </a:lnTo>
                    <a:lnTo>
                      <a:pt x="5796219" y="7027704"/>
                    </a:lnTo>
                    <a:lnTo>
                      <a:pt x="6204947" y="6935819"/>
                    </a:lnTo>
                    <a:lnTo>
                      <a:pt x="7388490" y="6653729"/>
                    </a:lnTo>
                    <a:lnTo>
                      <a:pt x="7481642" y="6637097"/>
                    </a:lnTo>
                    <a:lnTo>
                      <a:pt x="7692284" y="6611112"/>
                    </a:lnTo>
                    <a:lnTo>
                      <a:pt x="8002934" y="6551026"/>
                    </a:lnTo>
                    <a:lnTo>
                      <a:pt x="8227646" y="6492117"/>
                    </a:lnTo>
                    <a:lnTo>
                      <a:pt x="8348625" y="6451440"/>
                    </a:lnTo>
                    <a:lnTo>
                      <a:pt x="8453630" y="6392802"/>
                    </a:lnTo>
                    <a:lnTo>
                      <a:pt x="8494782" y="6359300"/>
                    </a:lnTo>
                    <a:close/>
                  </a:path>
                </a:pathLst>
              </a:custGeom>
              <a:noFill/>
              <a:ln w="21600" cap="flat">
                <a:solidFill>
                  <a:srgbClr val="B3392F"/>
                </a:solidFill>
                <a:round/>
              </a:ln>
            </p:spPr>
          </p:sp>
          <p:sp>
            <p:nvSpPr>
              <p:cNvPr id="353" name="Контур"/>
              <p:cNvSpPr/>
              <p:nvPr/>
            </p:nvSpPr>
            <p:spPr>
              <a:xfrm>
                <a:off x="3382090" y="10140694"/>
                <a:ext cx="5114908" cy="551306"/>
              </a:xfrm>
              <a:custGeom>
                <a:avLst/>
                <a:gdLst/>
                <a:ahLst/>
                <a:cxnLst/>
                <a:rect l="l" t="t" r="r" b="b"/>
                <a:pathLst>
                  <a:path w="5114908" h="551306" fill="none">
                    <a:moveTo>
                      <a:pt x="12573" y="254213"/>
                    </a:moveTo>
                    <a:lnTo>
                      <a:pt x="0" y="551306"/>
                    </a:lnTo>
                    <a:moveTo>
                      <a:pt x="5114908" y="551306"/>
                    </a:moveTo>
                    <a:lnTo>
                      <a:pt x="5099357" y="0"/>
                    </a:lnTo>
                    <a:lnTo>
                      <a:pt x="4622277" y="11481"/>
                    </a:lnTo>
                    <a:lnTo>
                      <a:pt x="4622347" y="27668"/>
                    </a:lnTo>
                    <a:lnTo>
                      <a:pt x="4602810" y="27598"/>
                    </a:lnTo>
                    <a:lnTo>
                      <a:pt x="4597793" y="11895"/>
                    </a:lnTo>
                    <a:lnTo>
                      <a:pt x="4080676" y="21810"/>
                    </a:lnTo>
                    <a:lnTo>
                      <a:pt x="3134695" y="50859"/>
                    </a:lnTo>
                    <a:lnTo>
                      <a:pt x="1977269" y="78578"/>
                    </a:lnTo>
                    <a:lnTo>
                      <a:pt x="1930676" y="87700"/>
                    </a:lnTo>
                    <a:lnTo>
                      <a:pt x="1866171" y="90262"/>
                    </a:lnTo>
                    <a:lnTo>
                      <a:pt x="427513" y="124773"/>
                    </a:lnTo>
                    <a:lnTo>
                      <a:pt x="12573" y="254213"/>
                    </a:lnTo>
                    <a:lnTo>
                      <a:pt x="12573" y="254213"/>
                    </a:lnTo>
                  </a:path>
                </a:pathLst>
              </a:custGeom>
              <a:noFill/>
              <a:ln w="21600" cap="flat">
                <a:solidFill>
                  <a:srgbClr val="B3392F"/>
                </a:solidFill>
                <a:round/>
              </a:ln>
            </p:spPr>
          </p:sp>
        </p:grpSp>
        <p:sp>
          <p:nvSpPr>
            <p:cNvPr id="355" name="Граница территории"/>
            <p:cNvSpPr/>
            <p:nvPr/>
          </p:nvSpPr>
          <p:spPr>
            <a:xfrm>
              <a:off x="4265953" y="8403464"/>
              <a:ext cx="282710" cy="246655"/>
            </a:xfrm>
            <a:custGeom>
              <a:avLst/>
              <a:gdLst/>
              <a:ahLst/>
              <a:cxnLst/>
              <a:rect l="l" t="t" r="r" b="b"/>
              <a:pathLst>
                <a:path w="282710" h="246655" fill="none">
                  <a:moveTo>
                    <a:pt x="196255" y="139749"/>
                  </a:moveTo>
                  <a:lnTo>
                    <a:pt x="37578" y="240798"/>
                  </a:lnTo>
                  <a:lnTo>
                    <a:pt x="35072" y="246655"/>
                  </a:lnTo>
                  <a:lnTo>
                    <a:pt x="7574" y="209063"/>
                  </a:lnTo>
                  <a:lnTo>
                    <a:pt x="12586" y="205740"/>
                  </a:lnTo>
                  <a:lnTo>
                    <a:pt x="9083" y="200395"/>
                  </a:lnTo>
                  <a:lnTo>
                    <a:pt x="16477" y="195009"/>
                  </a:lnTo>
                  <a:lnTo>
                    <a:pt x="872" y="173450"/>
                  </a:lnTo>
                  <a:lnTo>
                    <a:pt x="14026" y="163897"/>
                  </a:lnTo>
                  <a:lnTo>
                    <a:pt x="0" y="143224"/>
                  </a:lnTo>
                  <a:lnTo>
                    <a:pt x="180678" y="11714"/>
                  </a:lnTo>
                  <a:lnTo>
                    <a:pt x="241629" y="0"/>
                  </a:lnTo>
                  <a:lnTo>
                    <a:pt x="261180" y="40472"/>
                  </a:lnTo>
                  <a:lnTo>
                    <a:pt x="256375" y="48018"/>
                  </a:lnTo>
                  <a:lnTo>
                    <a:pt x="266967" y="64758"/>
                  </a:lnTo>
                  <a:lnTo>
                    <a:pt x="273323" y="65395"/>
                  </a:lnTo>
                  <a:lnTo>
                    <a:pt x="282710" y="84849"/>
                  </a:lnTo>
                  <a:lnTo>
                    <a:pt x="196255" y="139749"/>
                  </a:lnTo>
                  <a:close/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0000" sp="100000"/>
              </a:custDash>
              <a:round/>
            </a:ln>
          </p:spPr>
        </p:sp>
        <p:grpSp>
          <p:nvGrpSpPr>
            <p:cNvPr id="380" name="Подписи"/>
            <p:cNvGrpSpPr/>
            <p:nvPr/>
          </p:nvGrpSpPr>
          <p:grpSpPr>
            <a:xfrm>
              <a:off x="352010" y="2116225"/>
              <a:ext cx="14071686" cy="8411950"/>
              <a:chOff x="352010" y="2116225"/>
              <a:chExt cx="14071686" cy="8411950"/>
            </a:xfrm>
          </p:grpSpPr>
          <p:sp>
            <p:nvSpPr>
              <p:cNvPr id="356" name="Контур"/>
              <p:cNvSpPr/>
              <p:nvPr/>
            </p:nvSpPr>
            <p:spPr>
              <a:xfrm>
                <a:off x="2420894" y="8144637"/>
                <a:ext cx="183352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183352" h="126000">
                    <a:moveTo>
                      <a:pt x="170738" y="108398"/>
                    </a:moveTo>
                    <a:lnTo>
                      <a:pt x="127907" y="0"/>
                    </a:lnTo>
                    <a:lnTo>
                      <a:pt x="91676" y="63367"/>
                    </a:lnTo>
                    <a:lnTo>
                      <a:pt x="55592" y="0"/>
                    </a:lnTo>
                    <a:lnTo>
                      <a:pt x="12614" y="108398"/>
                    </a:lnTo>
                    <a:lnTo>
                      <a:pt x="0" y="108398"/>
                    </a:lnTo>
                    <a:lnTo>
                      <a:pt x="0" y="124827"/>
                    </a:lnTo>
                    <a:lnTo>
                      <a:pt x="64833" y="124827"/>
                    </a:lnTo>
                    <a:lnTo>
                      <a:pt x="64833" y="108398"/>
                    </a:lnTo>
                    <a:lnTo>
                      <a:pt x="55152" y="108398"/>
                    </a:lnTo>
                    <a:lnTo>
                      <a:pt x="64540" y="81409"/>
                    </a:lnTo>
                    <a:lnTo>
                      <a:pt x="91676" y="126000"/>
                    </a:lnTo>
                    <a:lnTo>
                      <a:pt x="118812" y="81409"/>
                    </a:lnTo>
                    <a:lnTo>
                      <a:pt x="128200" y="108398"/>
                    </a:lnTo>
                    <a:lnTo>
                      <a:pt x="118519" y="108398"/>
                    </a:lnTo>
                    <a:lnTo>
                      <a:pt x="118519" y="124827"/>
                    </a:lnTo>
                    <a:lnTo>
                      <a:pt x="183352" y="124827"/>
                    </a:lnTo>
                    <a:lnTo>
                      <a:pt x="183352" y="108398"/>
                    </a:lnTo>
                    <a:close/>
                  </a:path>
                </a:pathLst>
              </a:custGeom>
              <a:solidFill>
                <a:srgbClr val="FF0013"/>
              </a:solidFill>
              <a:ln w="7200" cap="flat">
                <a:solidFill>
                  <a:srgbClr val="FFFFFF"/>
                </a:solidFill>
                <a:round/>
              </a:ln>
            </p:spPr>
          </p:sp>
          <p:sp>
            <p:nvSpPr>
              <p:cNvPr id="357" name="Надпись"/>
              <p:cNvSpPr txBox="1"/>
              <p:nvPr/>
            </p:nvSpPr>
            <p:spPr>
              <a:xfrm>
                <a:off x="2583172" y="8109746"/>
                <a:ext cx="2175884" cy="19309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247" b="1" dirty="0">
                    <a:solidFill>
                      <a:srgbClr val="FF0013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Бульвар Рокоссовского</a:t>
                </a:r>
              </a:p>
            </p:txBody>
          </p:sp>
          <p:sp>
            <p:nvSpPr>
              <p:cNvPr id="358" name="Контур"/>
              <p:cNvSpPr/>
              <p:nvPr/>
            </p:nvSpPr>
            <p:spPr>
              <a:xfrm>
                <a:off x="3259278" y="9921132"/>
                <a:ext cx="183352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183352" h="126000">
                    <a:moveTo>
                      <a:pt x="170738" y="108398"/>
                    </a:moveTo>
                    <a:lnTo>
                      <a:pt x="127907" y="0"/>
                    </a:lnTo>
                    <a:lnTo>
                      <a:pt x="91676" y="63366"/>
                    </a:lnTo>
                    <a:lnTo>
                      <a:pt x="55592" y="0"/>
                    </a:lnTo>
                    <a:lnTo>
                      <a:pt x="12614" y="108398"/>
                    </a:lnTo>
                    <a:lnTo>
                      <a:pt x="0" y="108398"/>
                    </a:lnTo>
                    <a:lnTo>
                      <a:pt x="0" y="124826"/>
                    </a:lnTo>
                    <a:lnTo>
                      <a:pt x="64833" y="124826"/>
                    </a:lnTo>
                    <a:lnTo>
                      <a:pt x="64833" y="108398"/>
                    </a:lnTo>
                    <a:lnTo>
                      <a:pt x="55152" y="108398"/>
                    </a:lnTo>
                    <a:lnTo>
                      <a:pt x="64540" y="81408"/>
                    </a:lnTo>
                    <a:lnTo>
                      <a:pt x="91676" y="126000"/>
                    </a:lnTo>
                    <a:lnTo>
                      <a:pt x="118812" y="81408"/>
                    </a:lnTo>
                    <a:lnTo>
                      <a:pt x="128200" y="108398"/>
                    </a:lnTo>
                    <a:lnTo>
                      <a:pt x="118519" y="108398"/>
                    </a:lnTo>
                    <a:lnTo>
                      <a:pt x="118519" y="124826"/>
                    </a:lnTo>
                    <a:lnTo>
                      <a:pt x="183352" y="124826"/>
                    </a:lnTo>
                    <a:lnTo>
                      <a:pt x="183352" y="108398"/>
                    </a:lnTo>
                    <a:close/>
                  </a:path>
                </a:pathLst>
              </a:custGeom>
              <a:solidFill>
                <a:srgbClr val="FF0013"/>
              </a:solidFill>
              <a:ln w="7200" cap="flat">
                <a:solidFill>
                  <a:srgbClr val="FFFFFF"/>
                </a:solidFill>
                <a:round/>
              </a:ln>
            </p:spPr>
          </p:sp>
          <p:sp>
            <p:nvSpPr>
              <p:cNvPr id="359" name="Надпись"/>
              <p:cNvSpPr txBox="1"/>
              <p:nvPr/>
            </p:nvSpPr>
            <p:spPr>
              <a:xfrm>
                <a:off x="3443513" y="9886241"/>
                <a:ext cx="1034099" cy="19309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247" b="1" dirty="0">
                    <a:solidFill>
                      <a:srgbClr val="FF0013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Локомотив</a:t>
                </a:r>
              </a:p>
            </p:txBody>
          </p:sp>
          <p:sp>
            <p:nvSpPr>
              <p:cNvPr id="360" name="Контур"/>
              <p:cNvSpPr/>
              <p:nvPr/>
            </p:nvSpPr>
            <p:spPr>
              <a:xfrm>
                <a:off x="3169705" y="9979496"/>
                <a:ext cx="183353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183353" h="126000">
                    <a:moveTo>
                      <a:pt x="170738" y="108398"/>
                    </a:moveTo>
                    <a:lnTo>
                      <a:pt x="127907" y="0"/>
                    </a:lnTo>
                    <a:lnTo>
                      <a:pt x="91677" y="63366"/>
                    </a:lnTo>
                    <a:lnTo>
                      <a:pt x="55593" y="0"/>
                    </a:lnTo>
                    <a:lnTo>
                      <a:pt x="12615" y="108398"/>
                    </a:lnTo>
                    <a:lnTo>
                      <a:pt x="0" y="108398"/>
                    </a:lnTo>
                    <a:lnTo>
                      <a:pt x="0" y="124826"/>
                    </a:lnTo>
                    <a:lnTo>
                      <a:pt x="64834" y="124826"/>
                    </a:lnTo>
                    <a:lnTo>
                      <a:pt x="64834" y="108398"/>
                    </a:lnTo>
                    <a:lnTo>
                      <a:pt x="55153" y="108398"/>
                    </a:lnTo>
                    <a:lnTo>
                      <a:pt x="64540" y="81408"/>
                    </a:lnTo>
                    <a:lnTo>
                      <a:pt x="91677" y="126000"/>
                    </a:lnTo>
                    <a:lnTo>
                      <a:pt x="118813" y="81408"/>
                    </a:lnTo>
                    <a:lnTo>
                      <a:pt x="128200" y="108398"/>
                    </a:lnTo>
                    <a:lnTo>
                      <a:pt x="118519" y="108398"/>
                    </a:lnTo>
                    <a:lnTo>
                      <a:pt x="118519" y="124826"/>
                    </a:lnTo>
                    <a:lnTo>
                      <a:pt x="183353" y="124826"/>
                    </a:lnTo>
                    <a:lnTo>
                      <a:pt x="183353" y="108398"/>
                    </a:lnTo>
                    <a:close/>
                  </a:path>
                </a:pathLst>
              </a:custGeom>
              <a:solidFill>
                <a:srgbClr val="FF0013"/>
              </a:solidFill>
              <a:ln w="7200" cap="flat">
                <a:solidFill>
                  <a:srgbClr val="FFFFFF"/>
                </a:solidFill>
                <a:round/>
              </a:ln>
            </p:spPr>
          </p:sp>
          <p:sp>
            <p:nvSpPr>
              <p:cNvPr id="361" name="Надпись"/>
              <p:cNvSpPr txBox="1"/>
              <p:nvPr/>
            </p:nvSpPr>
            <p:spPr>
              <a:xfrm>
                <a:off x="1870237" y="9944604"/>
                <a:ext cx="1303771" cy="19309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247" b="1" dirty="0">
                    <a:solidFill>
                      <a:srgbClr val="FF0013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Черкизовская</a:t>
                </a:r>
              </a:p>
            </p:txBody>
          </p:sp>
          <p:sp>
            <p:nvSpPr>
              <p:cNvPr id="362" name="Контур"/>
              <p:cNvSpPr/>
              <p:nvPr/>
            </p:nvSpPr>
            <p:spPr>
              <a:xfrm>
                <a:off x="7824894" y="9029907"/>
                <a:ext cx="183353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183353" h="126000">
                    <a:moveTo>
                      <a:pt x="170738" y="108398"/>
                    </a:moveTo>
                    <a:lnTo>
                      <a:pt x="127907" y="0"/>
                    </a:lnTo>
                    <a:lnTo>
                      <a:pt x="91677" y="63367"/>
                    </a:lnTo>
                    <a:lnTo>
                      <a:pt x="55593" y="0"/>
                    </a:lnTo>
                    <a:lnTo>
                      <a:pt x="12615" y="108398"/>
                    </a:lnTo>
                    <a:lnTo>
                      <a:pt x="0" y="108398"/>
                    </a:lnTo>
                    <a:lnTo>
                      <a:pt x="0" y="124827"/>
                    </a:lnTo>
                    <a:lnTo>
                      <a:pt x="64834" y="124827"/>
                    </a:lnTo>
                    <a:lnTo>
                      <a:pt x="64834" y="108398"/>
                    </a:lnTo>
                    <a:lnTo>
                      <a:pt x="55153" y="108398"/>
                    </a:lnTo>
                    <a:lnTo>
                      <a:pt x="64541" y="81409"/>
                    </a:lnTo>
                    <a:lnTo>
                      <a:pt x="91677" y="126000"/>
                    </a:lnTo>
                    <a:lnTo>
                      <a:pt x="118813" y="81409"/>
                    </a:lnTo>
                    <a:lnTo>
                      <a:pt x="128201" y="108398"/>
                    </a:lnTo>
                    <a:lnTo>
                      <a:pt x="118520" y="108398"/>
                    </a:lnTo>
                    <a:lnTo>
                      <a:pt x="118520" y="124827"/>
                    </a:lnTo>
                    <a:lnTo>
                      <a:pt x="183353" y="124827"/>
                    </a:lnTo>
                    <a:lnTo>
                      <a:pt x="183353" y="108398"/>
                    </a:lnTo>
                    <a:close/>
                  </a:path>
                </a:pathLst>
              </a:custGeom>
              <a:solidFill>
                <a:srgbClr val="FF0013"/>
              </a:solidFill>
              <a:ln w="7200" cap="flat">
                <a:solidFill>
                  <a:srgbClr val="FFFFFF"/>
                </a:solidFill>
                <a:round/>
              </a:ln>
            </p:spPr>
          </p:sp>
          <p:sp>
            <p:nvSpPr>
              <p:cNvPr id="363" name="Надпись"/>
              <p:cNvSpPr txBox="1"/>
              <p:nvPr/>
            </p:nvSpPr>
            <p:spPr>
              <a:xfrm>
                <a:off x="8006792" y="8995016"/>
                <a:ext cx="1155674" cy="19309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247" b="1" dirty="0">
                    <a:solidFill>
                      <a:srgbClr val="FF0013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Щёлковская</a:t>
                </a:r>
              </a:p>
            </p:txBody>
          </p:sp>
          <p:sp>
            <p:nvSpPr>
              <p:cNvPr id="364" name="Надпись"/>
              <p:cNvSpPr txBox="1"/>
              <p:nvPr/>
            </p:nvSpPr>
            <p:spPr>
              <a:xfrm>
                <a:off x="10458233" y="2116225"/>
                <a:ext cx="1795978" cy="18431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190" b="1" dirty="0">
                    <a:solidFill>
                      <a:srgbClr val="FFFFFF"/>
                    </a:solidFill>
                    <a:effectLst>
                      <a:glow rad="20160">
                        <a:srgbClr val="000000"/>
                      </a:glow>
                    </a:effectLst>
                    <a:latin typeface="Montserrat"/>
                    <a:cs typeface="Montserrat"/>
                  </a:rPr>
                  <a:t>Национальный парк</a:t>
                </a:r>
              </a:p>
            </p:txBody>
          </p:sp>
          <p:sp>
            <p:nvSpPr>
              <p:cNvPr id="365" name="Надпись"/>
              <p:cNvSpPr txBox="1"/>
              <p:nvPr/>
            </p:nvSpPr>
            <p:spPr>
              <a:xfrm>
                <a:off x="10540080" y="2290105"/>
                <a:ext cx="1632283" cy="18431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190" b="1" dirty="0">
                    <a:solidFill>
                      <a:srgbClr val="FFFFFF"/>
                    </a:solidFill>
                    <a:effectLst>
                      <a:glow rad="20160">
                        <a:srgbClr val="000000"/>
                      </a:glow>
                    </a:effectLst>
                    <a:latin typeface="Montserrat"/>
                    <a:cs typeface="Montserrat"/>
                  </a:rPr>
                  <a:t>«Лосиный остров»</a:t>
                </a:r>
              </a:p>
            </p:txBody>
          </p:sp>
          <p:sp>
            <p:nvSpPr>
              <p:cNvPr id="366" name="Надпись"/>
              <p:cNvSpPr txBox="1"/>
              <p:nvPr/>
            </p:nvSpPr>
            <p:spPr>
              <a:xfrm rot="1949939">
                <a:off x="622346" y="6706155"/>
                <a:ext cx="345266" cy="14920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64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МСД</a:t>
                </a:r>
              </a:p>
            </p:txBody>
          </p:sp>
          <p:sp>
            <p:nvSpPr>
              <p:cNvPr id="367" name="Надпись"/>
              <p:cNvSpPr txBox="1"/>
              <p:nvPr/>
            </p:nvSpPr>
            <p:spPr>
              <a:xfrm rot="20578587">
                <a:off x="4455935" y="9632867"/>
                <a:ext cx="1094276" cy="14920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64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Щёлковское ш.</a:t>
                </a:r>
              </a:p>
            </p:txBody>
          </p:sp>
          <p:sp>
            <p:nvSpPr>
              <p:cNvPr id="368" name="Надпись"/>
              <p:cNvSpPr txBox="1"/>
              <p:nvPr/>
            </p:nvSpPr>
            <p:spPr>
              <a:xfrm rot="2954382">
                <a:off x="7892774" y="3790300"/>
                <a:ext cx="448121" cy="14920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64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МКАД</a:t>
                </a:r>
              </a:p>
            </p:txBody>
          </p:sp>
          <p:sp>
            <p:nvSpPr>
              <p:cNvPr id="369" name="Надпись"/>
              <p:cNvSpPr txBox="1"/>
              <p:nvPr/>
            </p:nvSpPr>
            <p:spPr>
              <a:xfrm rot="4508246">
                <a:off x="9843563" y="7737527"/>
                <a:ext cx="1152832" cy="14920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64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 Хабаровская</a:t>
                </a:r>
              </a:p>
            </p:txBody>
          </p:sp>
          <p:sp>
            <p:nvSpPr>
              <p:cNvPr id="370" name="Надпись"/>
              <p:cNvSpPr txBox="1"/>
              <p:nvPr/>
            </p:nvSpPr>
            <p:spPr>
              <a:xfrm>
                <a:off x="13029846" y="8171512"/>
                <a:ext cx="1393850" cy="2213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30" b="1" dirty="0">
                    <a:solidFill>
                      <a:srgbClr val="FFFFFF"/>
                    </a:solidFill>
                    <a:effectLst>
                      <a:glow rad="20160">
                        <a:srgbClr val="000000"/>
                      </a:glow>
                    </a:effectLst>
                    <a:latin typeface="Montserrat"/>
                    <a:cs typeface="Montserrat"/>
                  </a:rPr>
                  <a:t>ВОСТОЧНЫЙ</a:t>
                </a:r>
              </a:p>
            </p:txBody>
          </p:sp>
          <p:sp>
            <p:nvSpPr>
              <p:cNvPr id="371" name="Надпись"/>
              <p:cNvSpPr txBox="1"/>
              <p:nvPr/>
            </p:nvSpPr>
            <p:spPr>
              <a:xfrm>
                <a:off x="8142470" y="9342938"/>
                <a:ext cx="2574956" cy="2213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30" b="1" dirty="0">
                    <a:solidFill>
                      <a:srgbClr val="FFFFFF"/>
                    </a:solidFill>
                    <a:effectLst>
                      <a:glow rad="20160">
                        <a:srgbClr val="000000"/>
                      </a:glow>
                    </a:effectLst>
                    <a:latin typeface="Montserrat"/>
                    <a:cs typeface="Montserrat"/>
                  </a:rPr>
                  <a:t>СЕВЕРНОЕ ИЗМАЙЛОВО</a:t>
                </a:r>
              </a:p>
            </p:txBody>
          </p:sp>
          <p:sp>
            <p:nvSpPr>
              <p:cNvPr id="372" name="Надпись"/>
              <p:cNvSpPr txBox="1"/>
              <p:nvPr/>
            </p:nvSpPr>
            <p:spPr>
              <a:xfrm>
                <a:off x="2484414" y="4815650"/>
                <a:ext cx="1783145" cy="2213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30" b="1" dirty="0">
                    <a:solidFill>
                      <a:srgbClr val="FFFFFF"/>
                    </a:solidFill>
                    <a:effectLst>
                      <a:glow rad="20160">
                        <a:srgbClr val="000000"/>
                      </a:glow>
                    </a:effectLst>
                    <a:latin typeface="Montserrat"/>
                    <a:cs typeface="Montserrat"/>
                  </a:rPr>
                  <a:t>МЕТРОГОРОДОК</a:t>
                </a:r>
              </a:p>
            </p:txBody>
          </p:sp>
          <p:sp>
            <p:nvSpPr>
              <p:cNvPr id="373" name="Надпись"/>
              <p:cNvSpPr txBox="1"/>
              <p:nvPr/>
            </p:nvSpPr>
            <p:spPr>
              <a:xfrm>
                <a:off x="352010" y="8144998"/>
                <a:ext cx="1620703" cy="2213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30" b="1" dirty="0">
                    <a:solidFill>
                      <a:srgbClr val="FFFFFF"/>
                    </a:solidFill>
                    <a:effectLst>
                      <a:glow rad="20160">
                        <a:srgbClr val="000000"/>
                      </a:glow>
                    </a:effectLst>
                    <a:latin typeface="Montserrat"/>
                    <a:cs typeface="Montserrat"/>
                  </a:rPr>
                  <a:t>БОГОРОДСКОЕ</a:t>
                </a:r>
              </a:p>
            </p:txBody>
          </p:sp>
          <p:sp>
            <p:nvSpPr>
              <p:cNvPr id="374" name="Надпись"/>
              <p:cNvSpPr txBox="1"/>
              <p:nvPr/>
            </p:nvSpPr>
            <p:spPr>
              <a:xfrm>
                <a:off x="7021940" y="10306778"/>
                <a:ext cx="1412172" cy="2213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30" b="1" dirty="0">
                    <a:solidFill>
                      <a:srgbClr val="FFFFFF"/>
                    </a:solidFill>
                    <a:effectLst>
                      <a:glow rad="20160">
                        <a:srgbClr val="000000"/>
                      </a:glow>
                    </a:effectLst>
                    <a:latin typeface="Montserrat"/>
                    <a:cs typeface="Montserrat"/>
                  </a:rPr>
                  <a:t>ИЗМАЙЛОВО</a:t>
                </a:r>
              </a:p>
            </p:txBody>
          </p:sp>
          <p:sp>
            <p:nvSpPr>
              <p:cNvPr id="375" name="Надпись"/>
              <p:cNvSpPr txBox="1"/>
              <p:nvPr/>
            </p:nvSpPr>
            <p:spPr>
              <a:xfrm>
                <a:off x="8164785" y="6868339"/>
                <a:ext cx="1346251" cy="2213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30" b="1" dirty="0">
                    <a:solidFill>
                      <a:srgbClr val="FFFFFF"/>
                    </a:solidFill>
                    <a:effectLst>
                      <a:glow rad="20160">
                        <a:srgbClr val="000000"/>
                      </a:glow>
                    </a:effectLst>
                    <a:latin typeface="Montserrat"/>
                    <a:cs typeface="Montserrat"/>
                  </a:rPr>
                  <a:t>ГОЛЬЯНОВО</a:t>
                </a:r>
              </a:p>
            </p:txBody>
          </p:sp>
          <p:sp>
            <p:nvSpPr>
              <p:cNvPr id="377" name="Контур"/>
              <p:cNvSpPr/>
              <p:nvPr/>
            </p:nvSpPr>
            <p:spPr>
              <a:xfrm>
                <a:off x="4450828" y="7687563"/>
                <a:ext cx="138" cy="75299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752995" fill="none">
                    <a:moveTo>
                      <a:pt x="0" y="0"/>
                    </a:moveTo>
                    <a:lnTo>
                      <a:pt x="138" y="752995"/>
                    </a:lnTo>
                  </a:path>
                </a:pathLst>
              </a:custGeom>
              <a:noFill/>
              <a:ln w="12600" cap="flat">
                <a:solidFill>
                  <a:srgbClr val="FFFFFF"/>
                </a:solidFill>
                <a:round/>
              </a:ln>
            </p:spPr>
          </p:sp>
          <p:sp>
            <p:nvSpPr>
              <p:cNvPr id="376" name="Значок"/>
              <p:cNvSpPr/>
              <p:nvPr/>
            </p:nvSpPr>
            <p:spPr>
              <a:xfrm>
                <a:off x="4425766" y="8415358"/>
                <a:ext cx="50400" cy="50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78" name="Контур"/>
              <p:cNvSpPr/>
              <p:nvPr/>
            </p:nvSpPr>
            <p:spPr>
              <a:xfrm>
                <a:off x="3180133" y="7456227"/>
                <a:ext cx="2541391" cy="231336"/>
              </a:xfrm>
              <a:custGeom>
                <a:avLst/>
                <a:gdLst/>
                <a:ahLst/>
                <a:cxnLst/>
                <a:rect l="l" t="t" r="r" b="b"/>
                <a:pathLst>
                  <a:path w="2541391" h="231336">
                    <a:moveTo>
                      <a:pt x="0" y="0"/>
                    </a:moveTo>
                    <a:lnTo>
                      <a:pt x="2541391" y="0"/>
                    </a:lnTo>
                    <a:lnTo>
                      <a:pt x="2541391" y="231336"/>
                    </a:lnTo>
                    <a:lnTo>
                      <a:pt x="0" y="231336"/>
                    </a:lnTo>
                    <a:close/>
                  </a:path>
                </a:pathLst>
              </a:custGeom>
              <a:solidFill>
                <a:srgbClr val="FFFFFF"/>
              </a:solidFill>
              <a:ln w="25200" cap="flat">
                <a:solidFill>
                  <a:srgbClr val="FF00FF"/>
                </a:solidFill>
                <a:round/>
              </a:ln>
            </p:spPr>
          </p:sp>
          <p:sp>
            <p:nvSpPr>
              <p:cNvPr id="379" name="Надпись"/>
              <p:cNvSpPr txBox="1"/>
              <p:nvPr/>
            </p:nvSpPr>
            <p:spPr>
              <a:xfrm>
                <a:off x="3174348" y="7493192"/>
                <a:ext cx="2552960" cy="14920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64" b="1" dirty="0">
                    <a:solidFill>
                      <a:srgbClr val="111111"/>
                    </a:solidFill>
                    <a:latin typeface="Montserrat"/>
                    <a:cs typeface="Montserrat"/>
                  </a:rPr>
                  <a:t>Проектируемая территория – 1,66 га</a:t>
                </a:r>
              </a:p>
            </p:txBody>
          </p:sp>
        </p:grpSp>
      </p:grpSp>
      <p:grpSp>
        <p:nvGrpSpPr>
          <p:cNvPr id="393" name="Легенда"/>
          <p:cNvGrpSpPr/>
          <p:nvPr/>
        </p:nvGrpSpPr>
        <p:grpSpPr>
          <a:xfrm>
            <a:off x="10728000" y="9255600"/>
            <a:ext cx="4392000" cy="1436400"/>
            <a:chOff x="10728000" y="9255600"/>
            <a:chExt cx="4392000" cy="1436400"/>
          </a:xfrm>
        </p:grpSpPr>
        <p:sp>
          <p:nvSpPr>
            <p:cNvPr id="382" name="Контур"/>
            <p:cNvSpPr/>
            <p:nvPr/>
          </p:nvSpPr>
          <p:spPr>
            <a:xfrm>
              <a:off x="10728000" y="9255600"/>
              <a:ext cx="4392000" cy="1436400"/>
            </a:xfrm>
            <a:custGeom>
              <a:avLst/>
              <a:gdLst/>
              <a:ahLst/>
              <a:cxnLst/>
              <a:rect l="l" t="t" r="r" b="b"/>
              <a:pathLst>
                <a:path w="4392000" h="1436400">
                  <a:moveTo>
                    <a:pt x="0" y="0"/>
                  </a:moveTo>
                  <a:lnTo>
                    <a:pt x="4392000" y="0"/>
                  </a:lnTo>
                  <a:lnTo>
                    <a:pt x="4392000" y="1436400"/>
                  </a:lnTo>
                  <a:lnTo>
                    <a:pt x="0" y="1436400"/>
                  </a:lnTo>
                  <a:close/>
                </a:path>
              </a:pathLst>
            </a:custGeom>
            <a:solidFill>
              <a:srgbClr val="FFFFFF">
                <a:alpha val="72000"/>
              </a:srgbClr>
            </a:solidFill>
            <a:ln>
              <a:noFill/>
            </a:ln>
          </p:spPr>
        </p:sp>
        <p:sp>
          <p:nvSpPr>
            <p:cNvPr id="383" name="Надпись"/>
            <p:cNvSpPr txBox="1"/>
            <p:nvPr/>
          </p:nvSpPr>
          <p:spPr>
            <a:xfrm>
              <a:off x="10842105" y="9339609"/>
              <a:ext cx="2107701" cy="18888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20" b="1" dirty="0">
                  <a:solidFill>
                    <a:srgbClr val="141414"/>
                  </a:solidFill>
                  <a:latin typeface="Montserrat"/>
                  <a:cs typeface="Montserrat"/>
                </a:rPr>
                <a:t>Условные обозначения</a:t>
              </a:r>
            </a:p>
          </p:txBody>
        </p:sp>
        <p:sp>
          <p:nvSpPr>
            <p:cNvPr id="384" name="Надпись"/>
            <p:cNvSpPr txBox="1"/>
            <p:nvPr/>
          </p:nvSpPr>
          <p:spPr>
            <a:xfrm>
              <a:off x="10846169" y="9584151"/>
              <a:ext cx="631524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b="1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Границы:</a:t>
              </a:r>
            </a:p>
          </p:txBody>
        </p:sp>
        <p:sp>
          <p:nvSpPr>
            <p:cNvPr id="386" name="Контур"/>
            <p:cNvSpPr/>
            <p:nvPr/>
          </p:nvSpPr>
          <p:spPr>
            <a:xfrm>
              <a:off x="10857600" y="986400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8333" sp="108333"/>
              </a:custDash>
              <a:miter lim="1000000"/>
            </a:ln>
          </p:spPr>
        </p:sp>
        <p:sp>
          <p:nvSpPr>
            <p:cNvPr id="385" name="Надпись"/>
            <p:cNvSpPr txBox="1"/>
            <p:nvPr/>
          </p:nvSpPr>
          <p:spPr>
            <a:xfrm>
              <a:off x="11404169" y="9792951"/>
              <a:ext cx="2413528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разрабатываемой территории (1,66 га)</a:t>
              </a:r>
            </a:p>
          </p:txBody>
        </p:sp>
        <p:sp>
          <p:nvSpPr>
            <p:cNvPr id="388" name="Контур"/>
            <p:cNvSpPr/>
            <p:nvPr/>
          </p:nvSpPr>
          <p:spPr>
            <a:xfrm>
              <a:off x="10857600" y="1007280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43200" cap="flat">
              <a:solidFill>
                <a:srgbClr val="E30613"/>
              </a:solidFill>
              <a:miter lim="1000000"/>
            </a:ln>
          </p:spPr>
        </p:sp>
        <p:sp>
          <p:nvSpPr>
            <p:cNvPr id="387" name="Надпись"/>
            <p:cNvSpPr txBox="1"/>
            <p:nvPr/>
          </p:nvSpPr>
          <p:spPr>
            <a:xfrm>
              <a:off x="11404169" y="10001751"/>
              <a:ext cx="480666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dirty="0">
                  <a:solidFill>
                    <a:srgbClr val="231F20"/>
                  </a:solidFill>
                  <a:latin typeface="Montserrat"/>
                  <a:cs typeface="Montserrat"/>
                </a:rPr>
                <a:t>района</a:t>
              </a:r>
            </a:p>
          </p:txBody>
        </p:sp>
        <p:sp>
          <p:nvSpPr>
            <p:cNvPr id="390" name="Контур"/>
            <p:cNvSpPr/>
            <p:nvPr/>
          </p:nvSpPr>
          <p:spPr>
            <a:xfrm>
              <a:off x="10857600" y="1028160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43200" cap="flat">
              <a:solidFill>
                <a:srgbClr val="F3D98C"/>
              </a:solidFill>
              <a:miter lim="1000000"/>
            </a:ln>
          </p:spPr>
        </p:sp>
        <p:sp>
          <p:nvSpPr>
            <p:cNvPr id="389" name="Надпись"/>
            <p:cNvSpPr txBox="1"/>
            <p:nvPr/>
          </p:nvSpPr>
          <p:spPr>
            <a:xfrm>
              <a:off x="11404169" y="10210551"/>
              <a:ext cx="1494590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dirty="0">
                  <a:solidFill>
                    <a:srgbClr val="231F20"/>
                  </a:solidFill>
                  <a:latin typeface="Montserrat"/>
                  <a:cs typeface="Montserrat"/>
                </a:rPr>
                <a:t>автомобильные дороги</a:t>
              </a:r>
            </a:p>
          </p:txBody>
        </p:sp>
        <p:sp>
          <p:nvSpPr>
            <p:cNvPr id="391" name="Контур"/>
            <p:cNvSpPr/>
            <p:nvPr/>
          </p:nvSpPr>
          <p:spPr>
            <a:xfrm>
              <a:off x="11013020" y="10436400"/>
              <a:ext cx="157160" cy="108000"/>
            </a:xfrm>
            <a:custGeom>
              <a:avLst/>
              <a:gdLst/>
              <a:ahLst/>
              <a:cxnLst/>
              <a:rect l="l" t="t" r="r" b="b"/>
              <a:pathLst>
                <a:path w="157160" h="108000">
                  <a:moveTo>
                    <a:pt x="146347" y="92913"/>
                  </a:moveTo>
                  <a:lnTo>
                    <a:pt x="109635" y="0"/>
                  </a:lnTo>
                  <a:lnTo>
                    <a:pt x="78580" y="54314"/>
                  </a:lnTo>
                  <a:lnTo>
                    <a:pt x="47651" y="0"/>
                  </a:lnTo>
                  <a:lnTo>
                    <a:pt x="10813" y="92913"/>
                  </a:lnTo>
                  <a:lnTo>
                    <a:pt x="0" y="92913"/>
                  </a:lnTo>
                  <a:lnTo>
                    <a:pt x="0" y="106994"/>
                  </a:lnTo>
                  <a:lnTo>
                    <a:pt x="55572" y="106994"/>
                  </a:lnTo>
                  <a:lnTo>
                    <a:pt x="55572" y="92913"/>
                  </a:lnTo>
                  <a:lnTo>
                    <a:pt x="47274" y="92913"/>
                  </a:lnTo>
                  <a:lnTo>
                    <a:pt x="55320" y="69779"/>
                  </a:lnTo>
                  <a:lnTo>
                    <a:pt x="78580" y="108000"/>
                  </a:lnTo>
                  <a:lnTo>
                    <a:pt x="101840" y="69779"/>
                  </a:lnTo>
                  <a:lnTo>
                    <a:pt x="109886" y="92913"/>
                  </a:lnTo>
                  <a:lnTo>
                    <a:pt x="101588" y="92913"/>
                  </a:lnTo>
                  <a:lnTo>
                    <a:pt x="101588" y="106994"/>
                  </a:lnTo>
                  <a:lnTo>
                    <a:pt x="157160" y="106994"/>
                  </a:lnTo>
                  <a:lnTo>
                    <a:pt x="157160" y="92913"/>
                  </a:lnTo>
                  <a:close/>
                </a:path>
              </a:pathLst>
            </a:custGeom>
            <a:solidFill>
              <a:srgbClr val="FF0013"/>
            </a:solidFill>
            <a:ln w="7200" cap="flat">
              <a:solidFill>
                <a:srgbClr val="FFFFFF"/>
              </a:solidFill>
              <a:miter lim="1000000"/>
            </a:ln>
          </p:spPr>
        </p:sp>
        <p:sp>
          <p:nvSpPr>
            <p:cNvPr id="392" name="Надпись"/>
            <p:cNvSpPr txBox="1"/>
            <p:nvPr/>
          </p:nvSpPr>
          <p:spPr>
            <a:xfrm>
              <a:off x="11404169" y="10419351"/>
              <a:ext cx="1382962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dirty="0">
                  <a:solidFill>
                    <a:srgbClr val="231F20"/>
                  </a:solidFill>
                  <a:latin typeface="Montserrat"/>
                  <a:cs typeface="Montserrat"/>
                </a:rPr>
                <a:t>станция метро и МЦК</a:t>
              </a:r>
            </a:p>
          </p:txBody>
        </p:sp>
      </p:grpSp>
      <p:grpSp>
        <p:nvGrpSpPr>
          <p:cNvPr id="403" name="Оформление"/>
          <p:cNvGrpSpPr/>
          <p:nvPr/>
        </p:nvGrpSpPr>
        <p:grpSpPr>
          <a:xfrm>
            <a:off x="0" y="0"/>
            <a:ext cx="15120000" cy="10490400"/>
            <a:chOff x="0" y="0"/>
            <a:chExt cx="15120000" cy="10490400"/>
          </a:xfrm>
        </p:grpSpPr>
        <p:sp>
          <p:nvSpPr>
            <p:cNvPr id="394" name="Контур"/>
            <p:cNvSpPr/>
            <p:nvPr/>
          </p:nvSpPr>
          <p:spPr>
            <a:xfrm>
              <a:off x="9522000" y="0"/>
              <a:ext cx="5598000" cy="1002600"/>
            </a:xfrm>
            <a:custGeom>
              <a:avLst/>
              <a:gdLst/>
              <a:ahLst/>
              <a:cxnLst/>
              <a:rect l="l" t="t" r="r" b="b"/>
              <a:pathLst>
                <a:path w="5598000" h="1002600">
                  <a:moveTo>
                    <a:pt x="0" y="0"/>
                  </a:moveTo>
                  <a:lnTo>
                    <a:pt x="5598000" y="0"/>
                  </a:lnTo>
                  <a:lnTo>
                    <a:pt x="5598000" y="1002600"/>
                  </a:lnTo>
                  <a:lnTo>
                    <a:pt x="0" y="100260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pic>
          <p:nvPicPr>
            <p:cNvPr id="395" name="Рисунок"/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0" y="0"/>
              <a:ext cx="9543600" cy="1000800"/>
            </a:xfrm>
            <a:prstGeom prst="rect">
              <a:avLst/>
            </a:prstGeom>
          </p:spPr>
        </p:pic>
        <p:sp>
          <p:nvSpPr>
            <p:cNvPr id="396" name="Надпись"/>
            <p:cNvSpPr txBox="1"/>
            <p:nvPr/>
          </p:nvSpPr>
          <p:spPr>
            <a:xfrm>
              <a:off x="12722390" y="354701"/>
              <a:ext cx="2145610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ППТ КРТ № 3229</a:t>
              </a:r>
            </a:p>
          </p:txBody>
        </p:sp>
        <p:sp>
          <p:nvSpPr>
            <p:cNvPr id="397" name="Надпись"/>
            <p:cNvSpPr txBox="1"/>
            <p:nvPr/>
          </p:nvSpPr>
          <p:spPr>
            <a:xfrm>
              <a:off x="11718334" y="642701"/>
              <a:ext cx="314966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398" name="Контур"/>
            <p:cNvSpPr/>
            <p:nvPr/>
          </p:nvSpPr>
          <p:spPr>
            <a:xfrm>
              <a:off x="0" y="1260000"/>
              <a:ext cx="1638000" cy="1"/>
            </a:xfrm>
            <a:custGeom>
              <a:avLst/>
              <a:gdLst/>
              <a:ahLst/>
              <a:cxnLst/>
              <a:rect l="l" t="t" r="r" b="b"/>
              <a:pathLst>
                <a:path w="1638000" h="1" fill="none">
                  <a:moveTo>
                    <a:pt x="0" y="0"/>
                  </a:moveTo>
                  <a:lnTo>
                    <a:pt x="1638000" y="0"/>
                  </a:lnTo>
                </a:path>
              </a:pathLst>
            </a:custGeom>
            <a:noFill/>
            <a:ln w="38160" cap="flat">
              <a:solidFill>
                <a:srgbClr val="E93939"/>
              </a:solidFill>
              <a:miter lim="1000000"/>
            </a:ln>
          </p:spPr>
        </p:sp>
        <p:sp>
          <p:nvSpPr>
            <p:cNvPr id="399" name="Контур"/>
            <p:cNvSpPr/>
            <p:nvPr/>
          </p:nvSpPr>
          <p:spPr>
            <a:xfrm>
              <a:off x="1584000" y="1188000"/>
              <a:ext cx="180000" cy="144000"/>
            </a:xfrm>
            <a:custGeom>
              <a:avLst/>
              <a:gdLst/>
              <a:ahLst/>
              <a:cxnLst/>
              <a:rect l="l" t="t" r="r" b="b"/>
              <a:pathLst>
                <a:path w="180000" h="144000">
                  <a:moveTo>
                    <a:pt x="0" y="0"/>
                  </a:moveTo>
                  <a:lnTo>
                    <a:pt x="180000" y="72000"/>
                  </a:lnTo>
                  <a:lnTo>
                    <a:pt x="0" y="144000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400" name="Надпись"/>
            <p:cNvSpPr txBox="1"/>
            <p:nvPr/>
          </p:nvSpPr>
          <p:spPr>
            <a:xfrm>
              <a:off x="1813139" y="1125101"/>
              <a:ext cx="10284813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Фрагмент карты административно-планировочной структуры города Москвы</a:t>
              </a:r>
            </a:p>
          </p:txBody>
        </p:sp>
        <p:sp>
          <p:nvSpPr>
            <p:cNvPr id="401" name="Контур"/>
            <p:cNvSpPr/>
            <p:nvPr/>
          </p:nvSpPr>
          <p:spPr>
            <a:xfrm>
              <a:off x="14364000" y="10033200"/>
              <a:ext cx="640800" cy="457200"/>
            </a:xfrm>
            <a:custGeom>
              <a:avLst/>
              <a:gdLst/>
              <a:ahLst/>
              <a:cxnLst/>
              <a:rect l="l" t="t" r="r" b="b"/>
              <a:pathLst>
                <a:path w="640800" h="457200">
                  <a:moveTo>
                    <a:pt x="86868" y="457200"/>
                  </a:moveTo>
                  <a:lnTo>
                    <a:pt x="467064" y="457200"/>
                  </a:lnTo>
                  <a:lnTo>
                    <a:pt x="640800" y="283464"/>
                  </a:lnTo>
                  <a:lnTo>
                    <a:pt x="640800" y="41148"/>
                  </a:lnTo>
                  <a:lnTo>
                    <a:pt x="599652" y="0"/>
                  </a:lnTo>
                  <a:lnTo>
                    <a:pt x="137160" y="0"/>
                  </a:lnTo>
                  <a:lnTo>
                    <a:pt x="0" y="137160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402" name="Надпись"/>
            <p:cNvSpPr txBox="1"/>
            <p:nvPr/>
          </p:nvSpPr>
          <p:spPr>
            <a:xfrm>
              <a:off x="14580802" y="10122113"/>
              <a:ext cx="207196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2000" b="1" dirty="0">
                  <a:solidFill>
                    <a:srgbClr val="FFFFFF"/>
                  </a:solidFill>
                  <a:latin typeface="Montserrat"/>
                  <a:cs typeface="Montserrat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Карта"/>
          <p:cNvGrpSpPr/>
          <p:nvPr/>
        </p:nvGrpSpPr>
        <p:grpSpPr>
          <a:xfrm>
            <a:off x="0" y="1584000"/>
            <a:ext cx="15120000" cy="9108000"/>
            <a:chOff x="0" y="1584000"/>
            <a:chExt cx="15120000" cy="9108000"/>
          </a:xfrm>
        </p:grpSpPr>
        <p:grpSp>
          <p:nvGrpSpPr>
            <p:cNvPr id="27" name="Подложка"/>
            <p:cNvGrpSpPr/>
            <p:nvPr/>
          </p:nvGrpSpPr>
          <p:grpSpPr>
            <a:xfrm>
              <a:off x="0" y="1584000"/>
              <a:ext cx="15120000" cy="9108000"/>
              <a:chOff x="0" y="1584000"/>
              <a:chExt cx="15120000" cy="9108000"/>
            </a:xfrm>
          </p:grpSpPr>
          <p:pic>
            <p:nvPicPr>
              <p:cNvPr id="2" name="Рисунок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1584000"/>
                <a:ext cx="2213231" cy="1760192"/>
              </a:xfrm>
              <a:prstGeom prst="rect">
                <a:avLst/>
              </a:prstGeom>
            </p:spPr>
          </p:pic>
          <p:pic>
            <p:nvPicPr>
              <p:cNvPr id="3" name="Рисунок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3312132"/>
                <a:ext cx="2224342" cy="3131415"/>
              </a:xfrm>
              <a:prstGeom prst="rect">
                <a:avLst/>
              </a:prstGeom>
            </p:spPr>
          </p:pic>
          <p:pic>
            <p:nvPicPr>
              <p:cNvPr id="4" name="Рисунок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6411447"/>
                <a:ext cx="2235454" cy="3131702"/>
              </a:xfrm>
              <a:prstGeom prst="rect">
                <a:avLst/>
              </a:prstGeom>
            </p:spPr>
          </p:pic>
          <p:pic>
            <p:nvPicPr>
              <p:cNvPr id="5" name="Рисунок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9511008"/>
                <a:ext cx="2239756" cy="1180992"/>
              </a:xfrm>
              <a:prstGeom prst="rect">
                <a:avLst/>
              </a:prstGeom>
            </p:spPr>
          </p:pic>
          <p:pic>
            <p:nvPicPr>
              <p:cNvPr id="6" name="Рисунок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82984" y="1584000"/>
                <a:ext cx="3129440" cy="1752432"/>
              </a:xfrm>
              <a:prstGeom prst="rect">
                <a:avLst/>
              </a:prstGeom>
            </p:spPr>
          </p:pic>
          <p:pic>
            <p:nvPicPr>
              <p:cNvPr id="7" name="Рисунок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21587540">
                <a:off x="2194767" y="3306549"/>
                <a:ext cx="3123426" cy="3123549"/>
              </a:xfrm>
              <a:prstGeom prst="rect">
                <a:avLst/>
              </a:prstGeom>
            </p:spPr>
          </p:pic>
          <p:pic>
            <p:nvPicPr>
              <p:cNvPr id="8" name="Рисунок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21587540">
                <a:off x="2205877" y="6405863"/>
                <a:ext cx="3123673" cy="3123797"/>
              </a:xfrm>
              <a:prstGeom prst="rect">
                <a:avLst/>
              </a:prstGeom>
            </p:spPr>
          </p:pic>
          <p:pic>
            <p:nvPicPr>
              <p:cNvPr id="9" name="Рисунок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11399" y="9499773"/>
                <a:ext cx="3128174" cy="1192227"/>
              </a:xfrm>
              <a:prstGeom prst="rect">
                <a:avLst/>
              </a:prstGeom>
            </p:spPr>
          </p:pic>
          <p:pic>
            <p:nvPicPr>
              <p:cNvPr id="10" name="Рисунок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82080" y="1584000"/>
                <a:ext cx="3129537" cy="1741199"/>
              </a:xfrm>
              <a:prstGeom prst="rect">
                <a:avLst/>
              </a:prstGeom>
            </p:spPr>
          </p:pic>
          <p:pic>
            <p:nvPicPr>
              <p:cNvPr id="11" name="Рисунок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 rot="21587267">
                <a:off x="5294082" y="3295192"/>
                <a:ext cx="3123426" cy="3123550"/>
              </a:xfrm>
              <a:prstGeom prst="rect">
                <a:avLst/>
              </a:prstGeom>
            </p:spPr>
          </p:pic>
          <p:pic>
            <p:nvPicPr>
              <p:cNvPr id="12" name="Рисунок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 rot="21587268">
                <a:off x="5305438" y="6394506"/>
                <a:ext cx="3123674" cy="3123797"/>
              </a:xfrm>
              <a:prstGeom prst="rect">
                <a:avLst/>
              </a:prstGeom>
            </p:spPr>
          </p:pic>
          <p:pic>
            <p:nvPicPr>
              <p:cNvPr id="13" name="Рисунок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11082" y="9488292"/>
                <a:ext cx="3128310" cy="1203708"/>
              </a:xfrm>
              <a:prstGeom prst="rect">
                <a:avLst/>
              </a:prstGeom>
            </p:spPr>
          </p:pic>
          <p:pic>
            <p:nvPicPr>
              <p:cNvPr id="14" name="Рисунок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381178" y="1584000"/>
                <a:ext cx="3129632" cy="1729721"/>
              </a:xfrm>
              <a:prstGeom prst="rect">
                <a:avLst/>
              </a:prstGeom>
            </p:spPr>
          </p:pic>
          <p:pic>
            <p:nvPicPr>
              <p:cNvPr id="15" name="Рисунок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 rot="21586994">
                <a:off x="8393397" y="3283590"/>
                <a:ext cx="3123426" cy="3123550"/>
              </a:xfrm>
              <a:prstGeom prst="rect">
                <a:avLst/>
              </a:prstGeom>
            </p:spPr>
          </p:pic>
          <p:pic>
            <p:nvPicPr>
              <p:cNvPr id="16" name="Рисунок"/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 rot="21586995">
                <a:off x="8404998" y="6382903"/>
                <a:ext cx="3123674" cy="3123798"/>
              </a:xfrm>
              <a:prstGeom prst="rect">
                <a:avLst/>
              </a:prstGeom>
            </p:spPr>
          </p:pic>
          <p:pic>
            <p:nvPicPr>
              <p:cNvPr id="17" name="Рисунок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410765" y="9476565"/>
                <a:ext cx="3128449" cy="1215435"/>
              </a:xfrm>
              <a:prstGeom prst="rect">
                <a:avLst/>
              </a:prstGeom>
            </p:spPr>
          </p:pic>
          <p:pic>
            <p:nvPicPr>
              <p:cNvPr id="18" name="Рисунок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480278" y="1584000"/>
                <a:ext cx="3129724" cy="1717997"/>
              </a:xfrm>
              <a:prstGeom prst="rect">
                <a:avLst/>
              </a:prstGeom>
            </p:spPr>
          </p:pic>
          <p:pic>
            <p:nvPicPr>
              <p:cNvPr id="19" name="Рисунок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 rot="21586722">
                <a:off x="11492711" y="3271741"/>
                <a:ext cx="3123427" cy="3123550"/>
              </a:xfrm>
              <a:prstGeom prst="rect">
                <a:avLst/>
              </a:prstGeom>
            </p:spPr>
          </p:pic>
          <p:pic>
            <p:nvPicPr>
              <p:cNvPr id="20" name="Рисунок"/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 rot="21586722">
                <a:off x="11504558" y="6371055"/>
                <a:ext cx="3123675" cy="3123798"/>
              </a:xfrm>
              <a:prstGeom prst="rect">
                <a:avLst/>
              </a:prstGeom>
            </p:spPr>
          </p:pic>
          <p:pic>
            <p:nvPicPr>
              <p:cNvPr id="21" name="Рисунок"/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510447" y="9464592"/>
                <a:ext cx="3128591" cy="1227408"/>
              </a:xfrm>
              <a:prstGeom prst="rect">
                <a:avLst/>
              </a:prstGeom>
            </p:spPr>
          </p:pic>
          <p:pic>
            <p:nvPicPr>
              <p:cNvPr id="22" name="Рисунок"/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4579381" y="1584000"/>
                <a:ext cx="540619" cy="1706028"/>
              </a:xfrm>
              <a:prstGeom prst="rect">
                <a:avLst/>
              </a:prstGeom>
            </p:spPr>
          </p:pic>
          <p:pic>
            <p:nvPicPr>
              <p:cNvPr id="23" name="Рисунок"/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4585942" y="3263710"/>
                <a:ext cx="534058" cy="3125632"/>
              </a:xfrm>
              <a:prstGeom prst="rect">
                <a:avLst/>
              </a:prstGeom>
            </p:spPr>
          </p:pic>
          <p:pic>
            <p:nvPicPr>
              <p:cNvPr id="24" name="Рисунок"/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4598035" y="6363071"/>
                <a:ext cx="521965" cy="3125832"/>
              </a:xfrm>
              <a:prstGeom prst="rect">
                <a:avLst/>
              </a:prstGeom>
            </p:spPr>
          </p:pic>
          <p:pic>
            <p:nvPicPr>
              <p:cNvPr id="25" name="Рисунок"/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4610129" y="9462677"/>
                <a:ext cx="509871" cy="1229323"/>
              </a:xfrm>
              <a:prstGeom prst="rect">
                <a:avLst/>
              </a:prstGeom>
            </p:spPr>
          </p:pic>
          <p:sp>
            <p:nvSpPr>
              <p:cNvPr id="26" name="Контур"/>
              <p:cNvSpPr/>
              <p:nvPr/>
            </p:nvSpPr>
            <p:spPr>
              <a:xfrm>
                <a:off x="0" y="1584000"/>
                <a:ext cx="15120000" cy="9108000"/>
              </a:xfrm>
              <a:custGeom>
                <a:avLst/>
                <a:gdLst/>
                <a:ahLst/>
                <a:cxnLst/>
                <a:rect l="l" t="t" r="r" b="b"/>
                <a:pathLst>
                  <a:path w="15120000" h="9108000">
                    <a:moveTo>
                      <a:pt x="0" y="0"/>
                    </a:moveTo>
                    <a:lnTo>
                      <a:pt x="15120000" y="0"/>
                    </a:lnTo>
                    <a:lnTo>
                      <a:pt x="15120000" y="9108000"/>
                    </a:lnTo>
                    <a:lnTo>
                      <a:pt x="0" y="9108000"/>
                    </a:lnTo>
                    <a:close/>
                    <a:moveTo>
                      <a:pt x="336595" y="7536569"/>
                    </a:moveTo>
                    <a:lnTo>
                      <a:pt x="424975" y="8114438"/>
                    </a:lnTo>
                    <a:lnTo>
                      <a:pt x="455502" y="8449014"/>
                    </a:lnTo>
                    <a:lnTo>
                      <a:pt x="465875" y="8828754"/>
                    </a:lnTo>
                    <a:lnTo>
                      <a:pt x="480163" y="9039133"/>
                    </a:lnTo>
                    <a:lnTo>
                      <a:pt x="479816" y="9108000"/>
                    </a:lnTo>
                    <a:lnTo>
                      <a:pt x="7669845" y="9108000"/>
                    </a:lnTo>
                    <a:lnTo>
                      <a:pt x="15120000" y="9080229"/>
                    </a:lnTo>
                    <a:lnTo>
                      <a:pt x="15120000" y="107123"/>
                    </a:lnTo>
                    <a:lnTo>
                      <a:pt x="15119581" y="0"/>
                    </a:lnTo>
                    <a:lnTo>
                      <a:pt x="11673863" y="0"/>
                    </a:lnTo>
                    <a:lnTo>
                      <a:pt x="11618927" y="33773"/>
                    </a:lnTo>
                    <a:lnTo>
                      <a:pt x="10808831" y="642103"/>
                    </a:lnTo>
                    <a:lnTo>
                      <a:pt x="9438457" y="1996054"/>
                    </a:lnTo>
                    <a:lnTo>
                      <a:pt x="7786403" y="3188674"/>
                    </a:lnTo>
                    <a:lnTo>
                      <a:pt x="5314979" y="4997490"/>
                    </a:lnTo>
                    <a:lnTo>
                      <a:pt x="4586221" y="5374920"/>
                    </a:lnTo>
                    <a:lnTo>
                      <a:pt x="2520547" y="6487656"/>
                    </a:lnTo>
                    <a:lnTo>
                      <a:pt x="475368" y="7525055"/>
                    </a:lnTo>
                    <a:close/>
                  </a:path>
                </a:pathLst>
              </a:custGeom>
              <a:solidFill>
                <a:srgbClr val="FFFFFF">
                  <a:alpha val="45000"/>
                </a:srgbClr>
              </a:solidFill>
              <a:ln>
                <a:noFill/>
              </a:ln>
            </p:spPr>
          </p:sp>
        </p:grpSp>
        <p:grpSp>
          <p:nvGrpSpPr>
            <p:cNvPr id="30" name="Проезжая часть (Яндекс)"/>
            <p:cNvGrpSpPr/>
            <p:nvPr/>
          </p:nvGrpSpPr>
          <p:grpSpPr>
            <a:xfrm>
              <a:off x="0" y="1584000"/>
              <a:ext cx="15120000" cy="9108000"/>
              <a:chOff x="0" y="1584000"/>
              <a:chExt cx="15120000" cy="9108000"/>
            </a:xfrm>
          </p:grpSpPr>
          <p:sp>
            <p:nvSpPr>
              <p:cNvPr id="28" name="Контур"/>
              <p:cNvSpPr/>
              <p:nvPr/>
            </p:nvSpPr>
            <p:spPr>
              <a:xfrm>
                <a:off x="0" y="1584000"/>
                <a:ext cx="15120000" cy="9108000"/>
              </a:xfrm>
              <a:custGeom>
                <a:avLst/>
                <a:gdLst/>
                <a:ahLst/>
                <a:cxnLst/>
                <a:rect l="l" t="t" r="r" b="b"/>
                <a:pathLst>
                  <a:path w="15120000" h="9108000">
                    <a:moveTo>
                      <a:pt x="0" y="5112795"/>
                    </a:moveTo>
                    <a:lnTo>
                      <a:pt x="150907" y="5348276"/>
                    </a:lnTo>
                    <a:lnTo>
                      <a:pt x="450472" y="5857776"/>
                    </a:lnTo>
                    <a:lnTo>
                      <a:pt x="560659" y="6063992"/>
                    </a:lnTo>
                    <a:lnTo>
                      <a:pt x="683126" y="6309757"/>
                    </a:lnTo>
                    <a:lnTo>
                      <a:pt x="777967" y="6513041"/>
                    </a:lnTo>
                    <a:lnTo>
                      <a:pt x="937386" y="6883128"/>
                    </a:lnTo>
                    <a:lnTo>
                      <a:pt x="1058905" y="7180599"/>
                    </a:lnTo>
                    <a:lnTo>
                      <a:pt x="1090819" y="7150083"/>
                    </a:lnTo>
                    <a:lnTo>
                      <a:pt x="970548" y="6843420"/>
                    </a:lnTo>
                    <a:lnTo>
                      <a:pt x="881794" y="6634148"/>
                    </a:lnTo>
                    <a:lnTo>
                      <a:pt x="633631" y="6094021"/>
                    </a:lnTo>
                    <a:lnTo>
                      <a:pt x="505086" y="5830081"/>
                    </a:lnTo>
                    <a:lnTo>
                      <a:pt x="419399" y="5669410"/>
                    </a:lnTo>
                    <a:lnTo>
                      <a:pt x="226717" y="5332649"/>
                    </a:lnTo>
                    <a:lnTo>
                      <a:pt x="0" y="4999498"/>
                    </a:lnTo>
                    <a:lnTo>
                      <a:pt x="0" y="4747494"/>
                    </a:lnTo>
                    <a:lnTo>
                      <a:pt x="42681" y="4804638"/>
                    </a:lnTo>
                    <a:lnTo>
                      <a:pt x="509943" y="5468608"/>
                    </a:lnTo>
                    <a:lnTo>
                      <a:pt x="549598" y="5538353"/>
                    </a:lnTo>
                    <a:lnTo>
                      <a:pt x="711918" y="5850731"/>
                    </a:lnTo>
                    <a:lnTo>
                      <a:pt x="1054875" y="6615364"/>
                    </a:lnTo>
                    <a:lnTo>
                      <a:pt x="1205041" y="6976425"/>
                    </a:lnTo>
                    <a:lnTo>
                      <a:pt x="1240087" y="7048879"/>
                    </a:lnTo>
                    <a:lnTo>
                      <a:pt x="1445033" y="6936005"/>
                    </a:lnTo>
                    <a:lnTo>
                      <a:pt x="1781718" y="6767651"/>
                    </a:lnTo>
                    <a:lnTo>
                      <a:pt x="2082030" y="6608645"/>
                    </a:lnTo>
                    <a:lnTo>
                      <a:pt x="3210187" y="5963291"/>
                    </a:lnTo>
                    <a:lnTo>
                      <a:pt x="3483082" y="5801348"/>
                    </a:lnTo>
                    <a:lnTo>
                      <a:pt x="3689187" y="5666809"/>
                    </a:lnTo>
                    <a:lnTo>
                      <a:pt x="4231761" y="5266688"/>
                    </a:lnTo>
                    <a:lnTo>
                      <a:pt x="4301606" y="5205399"/>
                    </a:lnTo>
                    <a:lnTo>
                      <a:pt x="4325384" y="5162290"/>
                    </a:lnTo>
                    <a:lnTo>
                      <a:pt x="4315896" y="5123292"/>
                    </a:lnTo>
                    <a:lnTo>
                      <a:pt x="4297618" y="5099274"/>
                    </a:lnTo>
                    <a:lnTo>
                      <a:pt x="3873797" y="4635964"/>
                    </a:lnTo>
                    <a:lnTo>
                      <a:pt x="3431504" y="4172713"/>
                    </a:lnTo>
                    <a:lnTo>
                      <a:pt x="3421597" y="4163392"/>
                    </a:lnTo>
                    <a:lnTo>
                      <a:pt x="3403043" y="4158087"/>
                    </a:lnTo>
                    <a:lnTo>
                      <a:pt x="3388557" y="4164177"/>
                    </a:lnTo>
                    <a:lnTo>
                      <a:pt x="3028701" y="4517534"/>
                    </a:lnTo>
                    <a:lnTo>
                      <a:pt x="2767696" y="4783942"/>
                    </a:lnTo>
                    <a:lnTo>
                      <a:pt x="2735096" y="4868190"/>
                    </a:lnTo>
                    <a:lnTo>
                      <a:pt x="2666291" y="5172302"/>
                    </a:lnTo>
                    <a:lnTo>
                      <a:pt x="2633141" y="5248355"/>
                    </a:lnTo>
                    <a:lnTo>
                      <a:pt x="2596790" y="5299818"/>
                    </a:lnTo>
                    <a:lnTo>
                      <a:pt x="2548198" y="5245396"/>
                    </a:lnTo>
                    <a:lnTo>
                      <a:pt x="2572334" y="5205712"/>
                    </a:lnTo>
                    <a:lnTo>
                      <a:pt x="2590356" y="5157099"/>
                    </a:lnTo>
                    <a:lnTo>
                      <a:pt x="2668177" y="4843950"/>
                    </a:lnTo>
                    <a:lnTo>
                      <a:pt x="2677326" y="4813436"/>
                    </a:lnTo>
                    <a:lnTo>
                      <a:pt x="2707521" y="4758648"/>
                    </a:lnTo>
                    <a:lnTo>
                      <a:pt x="3346420" y="4124153"/>
                    </a:lnTo>
                    <a:lnTo>
                      <a:pt x="3355348" y="4105599"/>
                    </a:lnTo>
                    <a:lnTo>
                      <a:pt x="3352133" y="4090734"/>
                    </a:lnTo>
                    <a:lnTo>
                      <a:pt x="1995365" y="2780145"/>
                    </a:lnTo>
                    <a:lnTo>
                      <a:pt x="1376393" y="2201968"/>
                    </a:lnTo>
                    <a:lnTo>
                      <a:pt x="556240" y="1414865"/>
                    </a:lnTo>
                    <a:lnTo>
                      <a:pt x="263498" y="1127193"/>
                    </a:lnTo>
                    <a:lnTo>
                      <a:pt x="141751" y="1033513"/>
                    </a:lnTo>
                    <a:lnTo>
                      <a:pt x="53294" y="957758"/>
                    </a:lnTo>
                    <a:lnTo>
                      <a:pt x="0" y="900857"/>
                    </a:lnTo>
                    <a:lnTo>
                      <a:pt x="0" y="658770"/>
                    </a:lnTo>
                    <a:lnTo>
                      <a:pt x="104274" y="739005"/>
                    </a:lnTo>
                    <a:lnTo>
                      <a:pt x="308600" y="954015"/>
                    </a:lnTo>
                    <a:lnTo>
                      <a:pt x="406278" y="1078274"/>
                    </a:lnTo>
                    <a:lnTo>
                      <a:pt x="510175" y="1187479"/>
                    </a:lnTo>
                    <a:lnTo>
                      <a:pt x="535079" y="1202316"/>
                    </a:lnTo>
                    <a:lnTo>
                      <a:pt x="551398" y="1202258"/>
                    </a:lnTo>
                    <a:lnTo>
                      <a:pt x="569514" y="1193463"/>
                    </a:lnTo>
                    <a:lnTo>
                      <a:pt x="1339790" y="369156"/>
                    </a:lnTo>
                    <a:lnTo>
                      <a:pt x="1342265" y="336033"/>
                    </a:lnTo>
                    <a:lnTo>
                      <a:pt x="1320728" y="299890"/>
                    </a:lnTo>
                    <a:lnTo>
                      <a:pt x="1104736" y="103222"/>
                    </a:lnTo>
                    <a:lnTo>
                      <a:pt x="1212290" y="0"/>
                    </a:lnTo>
                    <a:lnTo>
                      <a:pt x="1660991" y="0"/>
                    </a:lnTo>
                    <a:lnTo>
                      <a:pt x="2004902" y="364587"/>
                    </a:lnTo>
                    <a:lnTo>
                      <a:pt x="2764524" y="1197376"/>
                    </a:lnTo>
                    <a:lnTo>
                      <a:pt x="3935816" y="2451112"/>
                    </a:lnTo>
                    <a:lnTo>
                      <a:pt x="4338463" y="2893209"/>
                    </a:lnTo>
                    <a:lnTo>
                      <a:pt x="4430197" y="2984192"/>
                    </a:lnTo>
                    <a:lnTo>
                      <a:pt x="4457917" y="2996121"/>
                    </a:lnTo>
                    <a:lnTo>
                      <a:pt x="4500441" y="2989242"/>
                    </a:lnTo>
                    <a:lnTo>
                      <a:pt x="4572738" y="2928745"/>
                    </a:lnTo>
                    <a:lnTo>
                      <a:pt x="4827013" y="2663368"/>
                    </a:lnTo>
                    <a:lnTo>
                      <a:pt x="4914675" y="2544270"/>
                    </a:lnTo>
                    <a:lnTo>
                      <a:pt x="4996068" y="2389275"/>
                    </a:lnTo>
                    <a:lnTo>
                      <a:pt x="5023161" y="2319337"/>
                    </a:lnTo>
                    <a:lnTo>
                      <a:pt x="5074193" y="2158093"/>
                    </a:lnTo>
                    <a:lnTo>
                      <a:pt x="5202968" y="1662430"/>
                    </a:lnTo>
                    <a:lnTo>
                      <a:pt x="5269220" y="1492122"/>
                    </a:lnTo>
                    <a:lnTo>
                      <a:pt x="5350782" y="1330611"/>
                    </a:lnTo>
                    <a:lnTo>
                      <a:pt x="5411176" y="1239275"/>
                    </a:lnTo>
                    <a:lnTo>
                      <a:pt x="5632193" y="976780"/>
                    </a:lnTo>
                    <a:lnTo>
                      <a:pt x="5647030" y="939916"/>
                    </a:lnTo>
                    <a:lnTo>
                      <a:pt x="5649909" y="909869"/>
                    </a:lnTo>
                    <a:lnTo>
                      <a:pt x="5643663" y="864601"/>
                    </a:lnTo>
                    <a:lnTo>
                      <a:pt x="5633814" y="836821"/>
                    </a:lnTo>
                    <a:lnTo>
                      <a:pt x="5622024" y="822068"/>
                    </a:lnTo>
                    <a:lnTo>
                      <a:pt x="5606277" y="808551"/>
                    </a:lnTo>
                    <a:lnTo>
                      <a:pt x="5579599" y="831473"/>
                    </a:lnTo>
                    <a:lnTo>
                      <a:pt x="5479211" y="725531"/>
                    </a:lnTo>
                    <a:lnTo>
                      <a:pt x="5501750" y="704241"/>
                    </a:lnTo>
                    <a:lnTo>
                      <a:pt x="5428352" y="624292"/>
                    </a:lnTo>
                    <a:lnTo>
                      <a:pt x="5402717" y="643836"/>
                    </a:lnTo>
                    <a:lnTo>
                      <a:pt x="5357195" y="595408"/>
                    </a:lnTo>
                    <a:lnTo>
                      <a:pt x="5379937" y="571063"/>
                    </a:lnTo>
                    <a:lnTo>
                      <a:pt x="5127935" y="286355"/>
                    </a:lnTo>
                    <a:lnTo>
                      <a:pt x="4854120" y="0"/>
                    </a:lnTo>
                    <a:lnTo>
                      <a:pt x="4966253" y="0"/>
                    </a:lnTo>
                    <a:lnTo>
                      <a:pt x="5026336" y="67421"/>
                    </a:lnTo>
                    <a:lnTo>
                      <a:pt x="5082298" y="92005"/>
                    </a:lnTo>
                    <a:lnTo>
                      <a:pt x="5120467" y="88791"/>
                    </a:lnTo>
                    <a:lnTo>
                      <a:pt x="5176261" y="67090"/>
                    </a:lnTo>
                    <a:lnTo>
                      <a:pt x="5248432" y="0"/>
                    </a:lnTo>
                    <a:lnTo>
                      <a:pt x="5345002" y="0"/>
                    </a:lnTo>
                    <a:lnTo>
                      <a:pt x="5263895" y="73300"/>
                    </a:lnTo>
                    <a:lnTo>
                      <a:pt x="5191122" y="149928"/>
                    </a:lnTo>
                    <a:lnTo>
                      <a:pt x="5173232" y="186550"/>
                    </a:lnTo>
                    <a:lnTo>
                      <a:pt x="5182841" y="228903"/>
                    </a:lnTo>
                    <a:lnTo>
                      <a:pt x="5268126" y="328549"/>
                    </a:lnTo>
                    <a:lnTo>
                      <a:pt x="5305120" y="362006"/>
                    </a:lnTo>
                    <a:lnTo>
                      <a:pt x="5345030" y="373721"/>
                    </a:lnTo>
                    <a:lnTo>
                      <a:pt x="5411580" y="368278"/>
                    </a:lnTo>
                    <a:lnTo>
                      <a:pt x="5462775" y="339632"/>
                    </a:lnTo>
                    <a:lnTo>
                      <a:pt x="5826572" y="0"/>
                    </a:lnTo>
                    <a:lnTo>
                      <a:pt x="5947178" y="0"/>
                    </a:lnTo>
                    <a:lnTo>
                      <a:pt x="5571818" y="354750"/>
                    </a:lnTo>
                    <a:lnTo>
                      <a:pt x="5550569" y="372935"/>
                    </a:lnTo>
                    <a:lnTo>
                      <a:pt x="5519009" y="368313"/>
                    </a:lnTo>
                    <a:lnTo>
                      <a:pt x="5459349" y="425764"/>
                    </a:lnTo>
                    <a:lnTo>
                      <a:pt x="5444744" y="456256"/>
                    </a:lnTo>
                    <a:lnTo>
                      <a:pt x="5441763" y="474251"/>
                    </a:lnTo>
                    <a:lnTo>
                      <a:pt x="5454505" y="522650"/>
                    </a:lnTo>
                    <a:lnTo>
                      <a:pt x="5618765" y="688687"/>
                    </a:lnTo>
                    <a:lnTo>
                      <a:pt x="6164873" y="1282186"/>
                    </a:lnTo>
                    <a:lnTo>
                      <a:pt x="6296063" y="1430640"/>
                    </a:lnTo>
                    <a:lnTo>
                      <a:pt x="7263030" y="2469266"/>
                    </a:lnTo>
                    <a:lnTo>
                      <a:pt x="7980317" y="3308406"/>
                    </a:lnTo>
                    <a:lnTo>
                      <a:pt x="8029864" y="3353605"/>
                    </a:lnTo>
                    <a:lnTo>
                      <a:pt x="8048216" y="3352901"/>
                    </a:lnTo>
                    <a:lnTo>
                      <a:pt x="8095822" y="3320149"/>
                    </a:lnTo>
                    <a:lnTo>
                      <a:pt x="8349917" y="3856861"/>
                    </a:lnTo>
                    <a:lnTo>
                      <a:pt x="8764400" y="4710187"/>
                    </a:lnTo>
                    <a:lnTo>
                      <a:pt x="8788319" y="4736670"/>
                    </a:lnTo>
                    <a:lnTo>
                      <a:pt x="8821757" y="4748400"/>
                    </a:lnTo>
                    <a:lnTo>
                      <a:pt x="8867005" y="4732856"/>
                    </a:lnTo>
                    <a:lnTo>
                      <a:pt x="9181874" y="4485762"/>
                    </a:lnTo>
                    <a:lnTo>
                      <a:pt x="9761710" y="4043657"/>
                    </a:lnTo>
                    <a:lnTo>
                      <a:pt x="9761030" y="4037490"/>
                    </a:lnTo>
                    <a:lnTo>
                      <a:pt x="9724172" y="4021614"/>
                    </a:lnTo>
                    <a:lnTo>
                      <a:pt x="9863491" y="3911928"/>
                    </a:lnTo>
                    <a:lnTo>
                      <a:pt x="9910781" y="3931695"/>
                    </a:lnTo>
                    <a:lnTo>
                      <a:pt x="10048014" y="3824494"/>
                    </a:lnTo>
                    <a:lnTo>
                      <a:pt x="10002927" y="3804926"/>
                    </a:lnTo>
                    <a:lnTo>
                      <a:pt x="10190792" y="3664578"/>
                    </a:lnTo>
                    <a:lnTo>
                      <a:pt x="10243818" y="3678031"/>
                    </a:lnTo>
                    <a:lnTo>
                      <a:pt x="12962889" y="1575565"/>
                    </a:lnTo>
                    <a:lnTo>
                      <a:pt x="13290129" y="1325179"/>
                    </a:lnTo>
                    <a:lnTo>
                      <a:pt x="13669220" y="1055473"/>
                    </a:lnTo>
                    <a:lnTo>
                      <a:pt x="13689929" y="1015729"/>
                    </a:lnTo>
                    <a:lnTo>
                      <a:pt x="13695929" y="991603"/>
                    </a:lnTo>
                    <a:lnTo>
                      <a:pt x="13695475" y="973451"/>
                    </a:lnTo>
                    <a:lnTo>
                      <a:pt x="13686229" y="952464"/>
                    </a:lnTo>
                    <a:lnTo>
                      <a:pt x="12880911" y="23266"/>
                    </a:lnTo>
                    <a:lnTo>
                      <a:pt x="12865763" y="0"/>
                    </a:lnTo>
                    <a:lnTo>
                      <a:pt x="13077433" y="0"/>
                    </a:lnTo>
                    <a:lnTo>
                      <a:pt x="13820431" y="852358"/>
                    </a:lnTo>
                    <a:lnTo>
                      <a:pt x="13849672" y="872909"/>
                    </a:lnTo>
                    <a:lnTo>
                      <a:pt x="13878253" y="876100"/>
                    </a:lnTo>
                    <a:lnTo>
                      <a:pt x="13908299" y="869941"/>
                    </a:lnTo>
                    <a:lnTo>
                      <a:pt x="15120000" y="432981"/>
                    </a:lnTo>
                    <a:lnTo>
                      <a:pt x="15120000" y="583299"/>
                    </a:lnTo>
                    <a:lnTo>
                      <a:pt x="13984078" y="982771"/>
                    </a:lnTo>
                    <a:lnTo>
                      <a:pt x="13962753" y="992013"/>
                    </a:lnTo>
                    <a:lnTo>
                      <a:pt x="13923819" y="1031339"/>
                    </a:lnTo>
                    <a:lnTo>
                      <a:pt x="13902891" y="1083324"/>
                    </a:lnTo>
                    <a:lnTo>
                      <a:pt x="13909452" y="1125780"/>
                    </a:lnTo>
                    <a:lnTo>
                      <a:pt x="13924665" y="1168057"/>
                    </a:lnTo>
                    <a:lnTo>
                      <a:pt x="14096056" y="1525623"/>
                    </a:lnTo>
                    <a:lnTo>
                      <a:pt x="14184975" y="1728994"/>
                    </a:lnTo>
                    <a:lnTo>
                      <a:pt x="14276768" y="1898718"/>
                    </a:lnTo>
                    <a:lnTo>
                      <a:pt x="14485268" y="2362934"/>
                    </a:lnTo>
                    <a:lnTo>
                      <a:pt x="14561841" y="2520709"/>
                    </a:lnTo>
                    <a:lnTo>
                      <a:pt x="14674960" y="2696350"/>
                    </a:lnTo>
                    <a:lnTo>
                      <a:pt x="14782155" y="2923695"/>
                    </a:lnTo>
                    <a:lnTo>
                      <a:pt x="14812836" y="3002615"/>
                    </a:lnTo>
                    <a:lnTo>
                      <a:pt x="14828387" y="3063534"/>
                    </a:lnTo>
                    <a:lnTo>
                      <a:pt x="14880432" y="3187716"/>
                    </a:lnTo>
                    <a:lnTo>
                      <a:pt x="15120000" y="3699174"/>
                    </a:lnTo>
                    <a:lnTo>
                      <a:pt x="15120000" y="3930490"/>
                    </a:lnTo>
                    <a:lnTo>
                      <a:pt x="15040468" y="3761156"/>
                    </a:lnTo>
                    <a:lnTo>
                      <a:pt x="14988686" y="3703731"/>
                    </a:lnTo>
                    <a:lnTo>
                      <a:pt x="14961204" y="3655355"/>
                    </a:lnTo>
                    <a:lnTo>
                      <a:pt x="14844811" y="3403317"/>
                    </a:lnTo>
                    <a:lnTo>
                      <a:pt x="14838334" y="3336536"/>
                    </a:lnTo>
                    <a:lnTo>
                      <a:pt x="14777119" y="3197149"/>
                    </a:lnTo>
                    <a:lnTo>
                      <a:pt x="14651583" y="2939397"/>
                    </a:lnTo>
                    <a:lnTo>
                      <a:pt x="13861089" y="1262141"/>
                    </a:lnTo>
                    <a:lnTo>
                      <a:pt x="13836403" y="1228684"/>
                    </a:lnTo>
                    <a:lnTo>
                      <a:pt x="13790446" y="1201560"/>
                    </a:lnTo>
                    <a:lnTo>
                      <a:pt x="13768095" y="1195686"/>
                    </a:lnTo>
                    <a:lnTo>
                      <a:pt x="13721837" y="1195866"/>
                    </a:lnTo>
                    <a:lnTo>
                      <a:pt x="13660160" y="1229755"/>
                    </a:lnTo>
                    <a:lnTo>
                      <a:pt x="13148180" y="1608410"/>
                    </a:lnTo>
                    <a:lnTo>
                      <a:pt x="12161819" y="2364983"/>
                    </a:lnTo>
                    <a:lnTo>
                      <a:pt x="12151668" y="2382334"/>
                    </a:lnTo>
                    <a:lnTo>
                      <a:pt x="12158232" y="2426934"/>
                    </a:lnTo>
                    <a:lnTo>
                      <a:pt x="12216022" y="2502408"/>
                    </a:lnTo>
                    <a:lnTo>
                      <a:pt x="12889522" y="3882152"/>
                    </a:lnTo>
                    <a:lnTo>
                      <a:pt x="12816839" y="3915669"/>
                    </a:lnTo>
                    <a:lnTo>
                      <a:pt x="12339016" y="2935968"/>
                    </a:lnTo>
                    <a:lnTo>
                      <a:pt x="12199618" y="2723218"/>
                    </a:lnTo>
                    <a:lnTo>
                      <a:pt x="12195478" y="2723320"/>
                    </a:lnTo>
                    <a:lnTo>
                      <a:pt x="11716791" y="3075357"/>
                    </a:lnTo>
                    <a:lnTo>
                      <a:pt x="11246623" y="3439349"/>
                    </a:lnTo>
                    <a:lnTo>
                      <a:pt x="11225766" y="3463906"/>
                    </a:lnTo>
                    <a:lnTo>
                      <a:pt x="11216829" y="3484737"/>
                    </a:lnTo>
                    <a:lnTo>
                      <a:pt x="11211393" y="3518998"/>
                    </a:lnTo>
                    <a:lnTo>
                      <a:pt x="11217419" y="3564000"/>
                    </a:lnTo>
                    <a:lnTo>
                      <a:pt x="11238735" y="3615049"/>
                    </a:lnTo>
                    <a:lnTo>
                      <a:pt x="11682623" y="4497644"/>
                    </a:lnTo>
                    <a:lnTo>
                      <a:pt x="11609886" y="4534059"/>
                    </a:lnTo>
                    <a:lnTo>
                      <a:pt x="11077300" y="3469762"/>
                    </a:lnTo>
                    <a:lnTo>
                      <a:pt x="12125753" y="2662967"/>
                    </a:lnTo>
                    <a:lnTo>
                      <a:pt x="12158911" y="2626209"/>
                    </a:lnTo>
                    <a:lnTo>
                      <a:pt x="12164733" y="2610901"/>
                    </a:lnTo>
                    <a:lnTo>
                      <a:pt x="12160414" y="2568237"/>
                    </a:lnTo>
                    <a:lnTo>
                      <a:pt x="12102866" y="2484063"/>
                    </a:lnTo>
                    <a:lnTo>
                      <a:pt x="12081579" y="2465922"/>
                    </a:lnTo>
                    <a:lnTo>
                      <a:pt x="12066357" y="2460128"/>
                    </a:lnTo>
                    <a:lnTo>
                      <a:pt x="12045333" y="2460209"/>
                    </a:lnTo>
                    <a:lnTo>
                      <a:pt x="9000535" y="4802652"/>
                    </a:lnTo>
                    <a:lnTo>
                      <a:pt x="8952168" y="4851476"/>
                    </a:lnTo>
                    <a:lnTo>
                      <a:pt x="8912673" y="4903969"/>
                    </a:lnTo>
                    <a:lnTo>
                      <a:pt x="8894882" y="4949583"/>
                    </a:lnTo>
                    <a:lnTo>
                      <a:pt x="8895362" y="4976849"/>
                    </a:lnTo>
                    <a:lnTo>
                      <a:pt x="8911473" y="5008392"/>
                    </a:lnTo>
                    <a:lnTo>
                      <a:pt x="8952893" y="4991259"/>
                    </a:lnTo>
                    <a:lnTo>
                      <a:pt x="9053699" y="5194327"/>
                    </a:lnTo>
                    <a:lnTo>
                      <a:pt x="9012927" y="5221789"/>
                    </a:lnTo>
                    <a:lnTo>
                      <a:pt x="9030918" y="5253889"/>
                    </a:lnTo>
                    <a:lnTo>
                      <a:pt x="9072242" y="5233917"/>
                    </a:lnTo>
                    <a:lnTo>
                      <a:pt x="9246862" y="5594764"/>
                    </a:lnTo>
                    <a:lnTo>
                      <a:pt x="9298717" y="5707100"/>
                    </a:lnTo>
                    <a:lnTo>
                      <a:pt x="9263648" y="5742837"/>
                    </a:lnTo>
                    <a:lnTo>
                      <a:pt x="9581226" y="6417052"/>
                    </a:lnTo>
                    <a:lnTo>
                      <a:pt x="10782300" y="8883921"/>
                    </a:lnTo>
                    <a:lnTo>
                      <a:pt x="10809436" y="8931755"/>
                    </a:lnTo>
                    <a:lnTo>
                      <a:pt x="10830839" y="8959016"/>
                    </a:lnTo>
                    <a:lnTo>
                      <a:pt x="10853108" y="8980534"/>
                    </a:lnTo>
                    <a:lnTo>
                      <a:pt x="10895293" y="9001178"/>
                    </a:lnTo>
                    <a:lnTo>
                      <a:pt x="10931654" y="9003867"/>
                    </a:lnTo>
                    <a:lnTo>
                      <a:pt x="10965008" y="8994519"/>
                    </a:lnTo>
                    <a:lnTo>
                      <a:pt x="10976811" y="8985636"/>
                    </a:lnTo>
                    <a:lnTo>
                      <a:pt x="11440852" y="8777232"/>
                    </a:lnTo>
                    <a:lnTo>
                      <a:pt x="11638157" y="8697361"/>
                    </a:lnTo>
                    <a:lnTo>
                      <a:pt x="11738226" y="8645307"/>
                    </a:lnTo>
                    <a:lnTo>
                      <a:pt x="12551079" y="8256218"/>
                    </a:lnTo>
                    <a:lnTo>
                      <a:pt x="13795242" y="7673491"/>
                    </a:lnTo>
                    <a:lnTo>
                      <a:pt x="13843349" y="7619063"/>
                    </a:lnTo>
                    <a:lnTo>
                      <a:pt x="14010289" y="7539546"/>
                    </a:lnTo>
                    <a:lnTo>
                      <a:pt x="14077775" y="7544987"/>
                    </a:lnTo>
                    <a:lnTo>
                      <a:pt x="14271563" y="7455944"/>
                    </a:lnTo>
                    <a:lnTo>
                      <a:pt x="14289364" y="7428934"/>
                    </a:lnTo>
                    <a:lnTo>
                      <a:pt x="14501271" y="7331020"/>
                    </a:lnTo>
                    <a:lnTo>
                      <a:pt x="14480174" y="7279302"/>
                    </a:lnTo>
                    <a:lnTo>
                      <a:pt x="14549825" y="7248893"/>
                    </a:lnTo>
                    <a:lnTo>
                      <a:pt x="14577435" y="7295759"/>
                    </a:lnTo>
                    <a:lnTo>
                      <a:pt x="14859646" y="7165516"/>
                    </a:lnTo>
                    <a:lnTo>
                      <a:pt x="15120000" y="7037023"/>
                    </a:lnTo>
                    <a:lnTo>
                      <a:pt x="15120000" y="7134548"/>
                    </a:lnTo>
                    <a:lnTo>
                      <a:pt x="14519925" y="7434363"/>
                    </a:lnTo>
                    <a:lnTo>
                      <a:pt x="14492620" y="7452836"/>
                    </a:lnTo>
                    <a:lnTo>
                      <a:pt x="14477448" y="7471394"/>
                    </a:lnTo>
                    <a:lnTo>
                      <a:pt x="14472551" y="7490737"/>
                    </a:lnTo>
                    <a:lnTo>
                      <a:pt x="14502179" y="7549820"/>
                    </a:lnTo>
                    <a:lnTo>
                      <a:pt x="14068575" y="7767038"/>
                    </a:lnTo>
                    <a:lnTo>
                      <a:pt x="13994877" y="7679001"/>
                    </a:lnTo>
                    <a:lnTo>
                      <a:pt x="13979628" y="7676519"/>
                    </a:lnTo>
                    <a:lnTo>
                      <a:pt x="13961855" y="7682600"/>
                    </a:lnTo>
                    <a:lnTo>
                      <a:pt x="11947703" y="8638458"/>
                    </a:lnTo>
                    <a:lnTo>
                      <a:pt x="11705179" y="8765519"/>
                    </a:lnTo>
                    <a:lnTo>
                      <a:pt x="11703592" y="8770251"/>
                    </a:lnTo>
                    <a:lnTo>
                      <a:pt x="11723457" y="8812613"/>
                    </a:lnTo>
                    <a:lnTo>
                      <a:pt x="11602154" y="8870663"/>
                    </a:lnTo>
                    <a:lnTo>
                      <a:pt x="11576636" y="8820078"/>
                    </a:lnTo>
                    <a:lnTo>
                      <a:pt x="11553254" y="8825520"/>
                    </a:lnTo>
                    <a:lnTo>
                      <a:pt x="10964864" y="9108000"/>
                    </a:lnTo>
                    <a:lnTo>
                      <a:pt x="10747826" y="9108000"/>
                    </a:lnTo>
                    <a:lnTo>
                      <a:pt x="10755187" y="9086094"/>
                    </a:lnTo>
                    <a:lnTo>
                      <a:pt x="10754867" y="9049762"/>
                    </a:lnTo>
                    <a:lnTo>
                      <a:pt x="10745611" y="9010539"/>
                    </a:lnTo>
                    <a:lnTo>
                      <a:pt x="10696667" y="8901558"/>
                    </a:lnTo>
                    <a:lnTo>
                      <a:pt x="9992322" y="7451620"/>
                    </a:lnTo>
                    <a:lnTo>
                      <a:pt x="9649110" y="6732722"/>
                    </a:lnTo>
                    <a:lnTo>
                      <a:pt x="9511412" y="6456694"/>
                    </a:lnTo>
                    <a:lnTo>
                      <a:pt x="8746070" y="4862248"/>
                    </a:lnTo>
                    <a:lnTo>
                      <a:pt x="8722029" y="4849408"/>
                    </a:lnTo>
                    <a:lnTo>
                      <a:pt x="8705831" y="4855574"/>
                    </a:lnTo>
                    <a:lnTo>
                      <a:pt x="8081534" y="5255852"/>
                    </a:lnTo>
                    <a:lnTo>
                      <a:pt x="7990773" y="5347246"/>
                    </a:lnTo>
                    <a:lnTo>
                      <a:pt x="7845629" y="5530006"/>
                    </a:lnTo>
                    <a:lnTo>
                      <a:pt x="7760907" y="5621622"/>
                    </a:lnTo>
                    <a:lnTo>
                      <a:pt x="7700267" y="5673441"/>
                    </a:lnTo>
                    <a:lnTo>
                      <a:pt x="6396831" y="6538284"/>
                    </a:lnTo>
                    <a:lnTo>
                      <a:pt x="4168400" y="7925961"/>
                    </a:lnTo>
                    <a:lnTo>
                      <a:pt x="2600639" y="8867741"/>
                    </a:lnTo>
                    <a:lnTo>
                      <a:pt x="2194313" y="9108000"/>
                    </a:lnTo>
                    <a:lnTo>
                      <a:pt x="1339456" y="9108000"/>
                    </a:lnTo>
                    <a:lnTo>
                      <a:pt x="1321521" y="8960290"/>
                    </a:lnTo>
                    <a:lnTo>
                      <a:pt x="1185934" y="8270686"/>
                    </a:lnTo>
                    <a:lnTo>
                      <a:pt x="1130440" y="8231608"/>
                    </a:lnTo>
                    <a:lnTo>
                      <a:pt x="1087216" y="8003915"/>
                    </a:lnTo>
                    <a:lnTo>
                      <a:pt x="1025383" y="7733581"/>
                    </a:lnTo>
                    <a:lnTo>
                      <a:pt x="957900" y="7551493"/>
                    </a:lnTo>
                    <a:lnTo>
                      <a:pt x="948389" y="7463079"/>
                    </a:lnTo>
                    <a:lnTo>
                      <a:pt x="837934" y="7123382"/>
                    </a:lnTo>
                    <a:lnTo>
                      <a:pt x="718312" y="6822995"/>
                    </a:lnTo>
                    <a:lnTo>
                      <a:pt x="396559" y="6085836"/>
                    </a:lnTo>
                    <a:lnTo>
                      <a:pt x="322997" y="5900613"/>
                    </a:lnTo>
                    <a:lnTo>
                      <a:pt x="209588" y="5642641"/>
                    </a:lnTo>
                    <a:lnTo>
                      <a:pt x="0" y="5303678"/>
                    </a:lnTo>
                    <a:close/>
                    <a:moveTo>
                      <a:pt x="4268844" y="6218204"/>
                    </a:moveTo>
                    <a:lnTo>
                      <a:pt x="4384802" y="6427157"/>
                    </a:lnTo>
                    <a:lnTo>
                      <a:pt x="4452059" y="6569773"/>
                    </a:lnTo>
                    <a:lnTo>
                      <a:pt x="4783141" y="7307100"/>
                    </a:lnTo>
                    <a:lnTo>
                      <a:pt x="4807679" y="7340493"/>
                    </a:lnTo>
                    <a:lnTo>
                      <a:pt x="4828974" y="7355498"/>
                    </a:lnTo>
                    <a:lnTo>
                      <a:pt x="4850680" y="7361319"/>
                    </a:lnTo>
                    <a:lnTo>
                      <a:pt x="4875105" y="7357851"/>
                    </a:lnTo>
                    <a:lnTo>
                      <a:pt x="6081282" y="6636495"/>
                    </a:lnTo>
                    <a:lnTo>
                      <a:pt x="6945255" y="6071171"/>
                    </a:lnTo>
                    <a:lnTo>
                      <a:pt x="7687952" y="5560866"/>
                    </a:lnTo>
                    <a:lnTo>
                      <a:pt x="8033105" y="5234467"/>
                    </a:lnTo>
                    <a:lnTo>
                      <a:pt x="8690803" y="4809699"/>
                    </a:lnTo>
                    <a:lnTo>
                      <a:pt x="8708509" y="4789987"/>
                    </a:lnTo>
                    <a:lnTo>
                      <a:pt x="8583392" y="4524408"/>
                    </a:lnTo>
                    <a:lnTo>
                      <a:pt x="8105376" y="3553443"/>
                    </a:lnTo>
                    <a:lnTo>
                      <a:pt x="8074903" y="3520368"/>
                    </a:lnTo>
                    <a:lnTo>
                      <a:pt x="8050363" y="3505279"/>
                    </a:lnTo>
                    <a:lnTo>
                      <a:pt x="8034751" y="3499486"/>
                    </a:lnTo>
                    <a:lnTo>
                      <a:pt x="8001433" y="3499989"/>
                    </a:lnTo>
                    <a:lnTo>
                      <a:pt x="7965601" y="3515066"/>
                    </a:lnTo>
                    <a:lnTo>
                      <a:pt x="7886874" y="3563955"/>
                    </a:lnTo>
                    <a:lnTo>
                      <a:pt x="6617063" y="4471070"/>
                    </a:lnTo>
                    <a:lnTo>
                      <a:pt x="6314104" y="4700026"/>
                    </a:lnTo>
                    <a:lnTo>
                      <a:pt x="6035271" y="4901660"/>
                    </a:lnTo>
                    <a:lnTo>
                      <a:pt x="4277136" y="6154163"/>
                    </a:lnTo>
                    <a:lnTo>
                      <a:pt x="4265292" y="6172229"/>
                    </a:lnTo>
                    <a:lnTo>
                      <a:pt x="4262540" y="6187899"/>
                    </a:lnTo>
                    <a:close/>
                    <a:moveTo>
                      <a:pt x="1474935" y="7631968"/>
                    </a:moveTo>
                    <a:lnTo>
                      <a:pt x="1588290" y="7895829"/>
                    </a:lnTo>
                    <a:lnTo>
                      <a:pt x="1763377" y="8414885"/>
                    </a:lnTo>
                    <a:lnTo>
                      <a:pt x="1797325" y="8566799"/>
                    </a:lnTo>
                    <a:lnTo>
                      <a:pt x="1819354" y="8627807"/>
                    </a:lnTo>
                    <a:lnTo>
                      <a:pt x="1916412" y="8693901"/>
                    </a:lnTo>
                    <a:lnTo>
                      <a:pt x="2047269" y="8745105"/>
                    </a:lnTo>
                    <a:lnTo>
                      <a:pt x="2180977" y="8768943"/>
                    </a:lnTo>
                    <a:lnTo>
                      <a:pt x="2332982" y="8771391"/>
                    </a:lnTo>
                    <a:lnTo>
                      <a:pt x="2394532" y="8767698"/>
                    </a:lnTo>
                    <a:lnTo>
                      <a:pt x="4055612" y="7816904"/>
                    </a:lnTo>
                    <a:lnTo>
                      <a:pt x="4683541" y="7425363"/>
                    </a:lnTo>
                    <a:lnTo>
                      <a:pt x="4695587" y="7412987"/>
                    </a:lnTo>
                    <a:lnTo>
                      <a:pt x="4704341" y="7391636"/>
                    </a:lnTo>
                    <a:lnTo>
                      <a:pt x="4700584" y="7363964"/>
                    </a:lnTo>
                    <a:lnTo>
                      <a:pt x="4480143" y="6797321"/>
                    </a:lnTo>
                    <a:lnTo>
                      <a:pt x="4263050" y="6384906"/>
                    </a:lnTo>
                    <a:lnTo>
                      <a:pt x="4110283" y="6114848"/>
                    </a:lnTo>
                    <a:lnTo>
                      <a:pt x="4298067" y="5968625"/>
                    </a:lnTo>
                    <a:lnTo>
                      <a:pt x="4334533" y="6011904"/>
                    </a:lnTo>
                    <a:lnTo>
                      <a:pt x="6683512" y="4343219"/>
                    </a:lnTo>
                    <a:lnTo>
                      <a:pt x="7429455" y="3808053"/>
                    </a:lnTo>
                    <a:lnTo>
                      <a:pt x="7462352" y="3765890"/>
                    </a:lnTo>
                    <a:lnTo>
                      <a:pt x="7628996" y="3628488"/>
                    </a:lnTo>
                    <a:lnTo>
                      <a:pt x="7735400" y="3573325"/>
                    </a:lnTo>
                    <a:lnTo>
                      <a:pt x="7941477" y="3422889"/>
                    </a:lnTo>
                    <a:lnTo>
                      <a:pt x="7947023" y="3401954"/>
                    </a:lnTo>
                    <a:lnTo>
                      <a:pt x="7934239" y="3368591"/>
                    </a:lnTo>
                    <a:lnTo>
                      <a:pt x="7433716" y="2790271"/>
                    </a:lnTo>
                    <a:lnTo>
                      <a:pt x="7409123" y="2775531"/>
                    </a:lnTo>
                    <a:lnTo>
                      <a:pt x="7379407" y="2781893"/>
                    </a:lnTo>
                    <a:lnTo>
                      <a:pt x="7279656" y="2867248"/>
                    </a:lnTo>
                    <a:lnTo>
                      <a:pt x="6040101" y="3756027"/>
                    </a:lnTo>
                    <a:lnTo>
                      <a:pt x="5461426" y="4195835"/>
                    </a:lnTo>
                    <a:lnTo>
                      <a:pt x="5282548" y="4342394"/>
                    </a:lnTo>
                    <a:lnTo>
                      <a:pt x="4913283" y="4711209"/>
                    </a:lnTo>
                    <a:lnTo>
                      <a:pt x="4550020" y="5095551"/>
                    </a:lnTo>
                    <a:lnTo>
                      <a:pt x="4231949" y="5357996"/>
                    </a:lnTo>
                    <a:lnTo>
                      <a:pt x="3771306" y="5706080"/>
                    </a:lnTo>
                    <a:lnTo>
                      <a:pt x="3549970" y="5855790"/>
                    </a:lnTo>
                    <a:lnTo>
                      <a:pt x="3240763" y="6036155"/>
                    </a:lnTo>
                    <a:lnTo>
                      <a:pt x="2039737" y="6696811"/>
                    </a:lnTo>
                    <a:lnTo>
                      <a:pt x="1772814" y="6837660"/>
                    </a:lnTo>
                    <a:lnTo>
                      <a:pt x="1542249" y="6947841"/>
                    </a:lnTo>
                    <a:lnTo>
                      <a:pt x="1284519" y="7091507"/>
                    </a:lnTo>
                    <a:lnTo>
                      <a:pt x="1262101" y="7108040"/>
                    </a:lnTo>
                    <a:close/>
                    <a:moveTo>
                      <a:pt x="4922195" y="2815646"/>
                    </a:moveTo>
                    <a:lnTo>
                      <a:pt x="4958685" y="2851766"/>
                    </a:lnTo>
                    <a:lnTo>
                      <a:pt x="4968833" y="2857477"/>
                    </a:lnTo>
                    <a:lnTo>
                      <a:pt x="4983080" y="2853814"/>
                    </a:lnTo>
                    <a:lnTo>
                      <a:pt x="5003824" y="2832893"/>
                    </a:lnTo>
                    <a:lnTo>
                      <a:pt x="5052088" y="2759910"/>
                    </a:lnTo>
                    <a:lnTo>
                      <a:pt x="5118694" y="2674556"/>
                    </a:lnTo>
                    <a:lnTo>
                      <a:pt x="5545635" y="2281058"/>
                    </a:lnTo>
                    <a:lnTo>
                      <a:pt x="6020934" y="1820564"/>
                    </a:lnTo>
                    <a:lnTo>
                      <a:pt x="6172510" y="1686294"/>
                    </a:lnTo>
                    <a:lnTo>
                      <a:pt x="6440774" y="1946676"/>
                    </a:lnTo>
                    <a:lnTo>
                      <a:pt x="7032750" y="2628149"/>
                    </a:lnTo>
                    <a:lnTo>
                      <a:pt x="7185639" y="2797964"/>
                    </a:lnTo>
                    <a:lnTo>
                      <a:pt x="7199752" y="2806298"/>
                    </a:lnTo>
                    <a:lnTo>
                      <a:pt x="7210664" y="2805456"/>
                    </a:lnTo>
                    <a:lnTo>
                      <a:pt x="7285497" y="2723564"/>
                    </a:lnTo>
                    <a:lnTo>
                      <a:pt x="7300327" y="2687096"/>
                    </a:lnTo>
                    <a:lnTo>
                      <a:pt x="7300075" y="2669164"/>
                    </a:lnTo>
                    <a:lnTo>
                      <a:pt x="7293802" y="2641991"/>
                    </a:lnTo>
                    <a:lnTo>
                      <a:pt x="7272595" y="2605803"/>
                    </a:lnTo>
                    <a:lnTo>
                      <a:pt x="7202431" y="2524161"/>
                    </a:lnTo>
                    <a:lnTo>
                      <a:pt x="6079692" y="1312696"/>
                    </a:lnTo>
                    <a:lnTo>
                      <a:pt x="5799903" y="1020836"/>
                    </a:lnTo>
                    <a:lnTo>
                      <a:pt x="5792121" y="1023366"/>
                    </a:lnTo>
                    <a:lnTo>
                      <a:pt x="5720414" y="1098637"/>
                    </a:lnTo>
                    <a:lnTo>
                      <a:pt x="5563165" y="1278482"/>
                    </a:lnTo>
                    <a:lnTo>
                      <a:pt x="5481409" y="1391296"/>
                    </a:lnTo>
                    <a:lnTo>
                      <a:pt x="5454348" y="1439783"/>
                    </a:lnTo>
                    <a:lnTo>
                      <a:pt x="5364003" y="1634630"/>
                    </a:lnTo>
                    <a:lnTo>
                      <a:pt x="5333832" y="1713704"/>
                    </a:lnTo>
                    <a:lnTo>
                      <a:pt x="5309796" y="1789878"/>
                    </a:lnTo>
                    <a:lnTo>
                      <a:pt x="5192999" y="2264218"/>
                    </a:lnTo>
                    <a:lnTo>
                      <a:pt x="5162913" y="2355525"/>
                    </a:lnTo>
                    <a:lnTo>
                      <a:pt x="5090561" y="2519906"/>
                    </a:lnTo>
                    <a:lnTo>
                      <a:pt x="5003025" y="2662988"/>
                    </a:lnTo>
                    <a:lnTo>
                      <a:pt x="4918232" y="2776493"/>
                    </a:lnTo>
                    <a:lnTo>
                      <a:pt x="4915723" y="2788842"/>
                    </a:lnTo>
                    <a:close/>
                    <a:moveTo>
                      <a:pt x="3519880" y="4078836"/>
                    </a:moveTo>
                    <a:lnTo>
                      <a:pt x="4007409" y="4592938"/>
                    </a:lnTo>
                    <a:lnTo>
                      <a:pt x="4370478" y="4996036"/>
                    </a:lnTo>
                    <a:lnTo>
                      <a:pt x="4429187" y="5044583"/>
                    </a:lnTo>
                    <a:lnTo>
                      <a:pt x="4450434" y="5053356"/>
                    </a:lnTo>
                    <a:lnTo>
                      <a:pt x="4480791" y="5049760"/>
                    </a:lnTo>
                    <a:lnTo>
                      <a:pt x="4613296" y="4912840"/>
                    </a:lnTo>
                    <a:lnTo>
                      <a:pt x="4928221" y="4616913"/>
                    </a:lnTo>
                    <a:lnTo>
                      <a:pt x="5296611" y="4281584"/>
                    </a:lnTo>
                    <a:lnTo>
                      <a:pt x="5276420" y="4244997"/>
                    </a:lnTo>
                    <a:lnTo>
                      <a:pt x="5552181" y="4055648"/>
                    </a:lnTo>
                    <a:lnTo>
                      <a:pt x="6006609" y="3713614"/>
                    </a:lnTo>
                    <a:lnTo>
                      <a:pt x="6261305" y="3539502"/>
                    </a:lnTo>
                    <a:lnTo>
                      <a:pt x="6906784" y="3075187"/>
                    </a:lnTo>
                    <a:lnTo>
                      <a:pt x="7061420" y="2958943"/>
                    </a:lnTo>
                    <a:lnTo>
                      <a:pt x="7140114" y="2882669"/>
                    </a:lnTo>
                    <a:lnTo>
                      <a:pt x="7152271" y="2867334"/>
                    </a:lnTo>
                    <a:lnTo>
                      <a:pt x="7154471" y="2851519"/>
                    </a:lnTo>
                    <a:lnTo>
                      <a:pt x="7059291" y="2743074"/>
                    </a:lnTo>
                    <a:lnTo>
                      <a:pt x="7029507" y="2734648"/>
                    </a:lnTo>
                    <a:lnTo>
                      <a:pt x="7005584" y="2746872"/>
                    </a:lnTo>
                    <a:lnTo>
                      <a:pt x="6154897" y="3545965"/>
                    </a:lnTo>
                    <a:lnTo>
                      <a:pt x="5824547" y="3805257"/>
                    </a:lnTo>
                    <a:lnTo>
                      <a:pt x="5633069" y="3621394"/>
                    </a:lnTo>
                    <a:lnTo>
                      <a:pt x="5625915" y="3621017"/>
                    </a:lnTo>
                    <a:lnTo>
                      <a:pt x="5580673" y="3639419"/>
                    </a:lnTo>
                    <a:lnTo>
                      <a:pt x="5144639" y="4029605"/>
                    </a:lnTo>
                    <a:lnTo>
                      <a:pt x="4623191" y="3472546"/>
                    </a:lnTo>
                    <a:lnTo>
                      <a:pt x="4589478" y="3448395"/>
                    </a:lnTo>
                    <a:lnTo>
                      <a:pt x="4558758" y="3445668"/>
                    </a:lnTo>
                    <a:lnTo>
                      <a:pt x="4543697" y="3452055"/>
                    </a:lnTo>
                    <a:lnTo>
                      <a:pt x="3732369" y="4217119"/>
                    </a:lnTo>
                    <a:lnTo>
                      <a:pt x="3692913" y="4174785"/>
                    </a:lnTo>
                    <a:lnTo>
                      <a:pt x="4964976" y="2978256"/>
                    </a:lnTo>
                    <a:lnTo>
                      <a:pt x="4970800" y="2962953"/>
                    </a:lnTo>
                    <a:lnTo>
                      <a:pt x="4963553" y="2938885"/>
                    </a:lnTo>
                    <a:lnTo>
                      <a:pt x="4885888" y="2858398"/>
                    </a:lnTo>
                    <a:lnTo>
                      <a:pt x="4851310" y="2855083"/>
                    </a:lnTo>
                    <a:lnTo>
                      <a:pt x="4842187" y="2858547"/>
                    </a:lnTo>
                    <a:lnTo>
                      <a:pt x="4649011" y="3047067"/>
                    </a:lnTo>
                    <a:lnTo>
                      <a:pt x="4212818" y="3452886"/>
                    </a:lnTo>
                    <a:lnTo>
                      <a:pt x="4058281" y="3590185"/>
                    </a:lnTo>
                    <a:lnTo>
                      <a:pt x="4021767" y="3611762"/>
                    </a:lnTo>
                    <a:lnTo>
                      <a:pt x="3521948" y="4048480"/>
                    </a:lnTo>
                    <a:lnTo>
                      <a:pt x="3516379" y="4069682"/>
                    </a:lnTo>
                    <a:close/>
                    <a:moveTo>
                      <a:pt x="5095583" y="2872837"/>
                    </a:moveTo>
                    <a:lnTo>
                      <a:pt x="5415357" y="3208360"/>
                    </a:lnTo>
                    <a:lnTo>
                      <a:pt x="5470404" y="3284214"/>
                    </a:lnTo>
                    <a:lnTo>
                      <a:pt x="5553290" y="3451312"/>
                    </a:lnTo>
                    <a:lnTo>
                      <a:pt x="5800325" y="3705488"/>
                    </a:lnTo>
                    <a:lnTo>
                      <a:pt x="5835572" y="3720371"/>
                    </a:lnTo>
                    <a:lnTo>
                      <a:pt x="5879211" y="3698617"/>
                    </a:lnTo>
                    <a:lnTo>
                      <a:pt x="6085194" y="3543073"/>
                    </a:lnTo>
                    <a:lnTo>
                      <a:pt x="6115352" y="3515692"/>
                    </a:lnTo>
                    <a:lnTo>
                      <a:pt x="6648238" y="3006186"/>
                    </a:lnTo>
                    <a:lnTo>
                      <a:pt x="6985988" y="2664717"/>
                    </a:lnTo>
                    <a:lnTo>
                      <a:pt x="6642343" y="2258756"/>
                    </a:lnTo>
                    <a:lnTo>
                      <a:pt x="6328139" y="1925730"/>
                    </a:lnTo>
                    <a:lnTo>
                      <a:pt x="6184210" y="1791004"/>
                    </a:lnTo>
                    <a:lnTo>
                      <a:pt x="5109684" y="2759836"/>
                    </a:lnTo>
                    <a:lnTo>
                      <a:pt x="5094368" y="2775834"/>
                    </a:lnTo>
                    <a:lnTo>
                      <a:pt x="5079583" y="2809318"/>
                    </a:lnTo>
                    <a:lnTo>
                      <a:pt x="5080061" y="2842579"/>
                    </a:lnTo>
                    <a:close/>
                    <a:moveTo>
                      <a:pt x="4656708" y="3418161"/>
                    </a:moveTo>
                    <a:lnTo>
                      <a:pt x="4668791" y="3436176"/>
                    </a:lnTo>
                    <a:lnTo>
                      <a:pt x="5129286" y="3923509"/>
                    </a:lnTo>
                    <a:lnTo>
                      <a:pt x="5141928" y="3929438"/>
                    </a:lnTo>
                    <a:lnTo>
                      <a:pt x="5175231" y="3916773"/>
                    </a:lnTo>
                    <a:lnTo>
                      <a:pt x="5529477" y="3599024"/>
                    </a:lnTo>
                    <a:lnTo>
                      <a:pt x="5547305" y="3559438"/>
                    </a:lnTo>
                    <a:lnTo>
                      <a:pt x="5549014" y="3534971"/>
                    </a:lnTo>
                    <a:lnTo>
                      <a:pt x="5519673" y="3508699"/>
                    </a:lnTo>
                    <a:lnTo>
                      <a:pt x="5336424" y="3284456"/>
                    </a:lnTo>
                    <a:lnTo>
                      <a:pt x="5055067" y="2987829"/>
                    </a:lnTo>
                    <a:lnTo>
                      <a:pt x="5019420" y="3009321"/>
                    </a:lnTo>
                    <a:lnTo>
                      <a:pt x="4652889" y="3351907"/>
                    </a:lnTo>
                    <a:lnTo>
                      <a:pt x="4644766" y="3385575"/>
                    </a:lnTo>
                    <a:close/>
                    <a:moveTo>
                      <a:pt x="619940" y="1293454"/>
                    </a:moveTo>
                    <a:lnTo>
                      <a:pt x="668577" y="1341656"/>
                    </a:lnTo>
                    <a:lnTo>
                      <a:pt x="1473387" y="2104340"/>
                    </a:lnTo>
                    <a:lnTo>
                      <a:pt x="1915475" y="2534410"/>
                    </a:lnTo>
                    <a:lnTo>
                      <a:pt x="2445979" y="3009461"/>
                    </a:lnTo>
                    <a:lnTo>
                      <a:pt x="2760080" y="3339604"/>
                    </a:lnTo>
                    <a:lnTo>
                      <a:pt x="3418962" y="3984501"/>
                    </a:lnTo>
                    <a:lnTo>
                      <a:pt x="3446534" y="4002703"/>
                    </a:lnTo>
                    <a:lnTo>
                      <a:pt x="3466729" y="4011079"/>
                    </a:lnTo>
                    <a:lnTo>
                      <a:pt x="3489004" y="4005088"/>
                    </a:lnTo>
                    <a:lnTo>
                      <a:pt x="3929185" y="3618955"/>
                    </a:lnTo>
                    <a:lnTo>
                      <a:pt x="3929608" y="3613980"/>
                    </a:lnTo>
                    <a:lnTo>
                      <a:pt x="3903425" y="3599666"/>
                    </a:lnTo>
                    <a:lnTo>
                      <a:pt x="3869895" y="3563254"/>
                    </a:lnTo>
                    <a:lnTo>
                      <a:pt x="3857699" y="3514717"/>
                    </a:lnTo>
                    <a:lnTo>
                      <a:pt x="3863602" y="3481355"/>
                    </a:lnTo>
                    <a:lnTo>
                      <a:pt x="3887806" y="3426600"/>
                    </a:lnTo>
                    <a:lnTo>
                      <a:pt x="3912052" y="3411310"/>
                    </a:lnTo>
                    <a:lnTo>
                      <a:pt x="3954586" y="3395965"/>
                    </a:lnTo>
                    <a:lnTo>
                      <a:pt x="3981927" y="3392886"/>
                    </a:lnTo>
                    <a:lnTo>
                      <a:pt x="4056856" y="3398700"/>
                    </a:lnTo>
                    <a:lnTo>
                      <a:pt x="4106715" y="3376844"/>
                    </a:lnTo>
                    <a:lnTo>
                      <a:pt x="4400258" y="3099056"/>
                    </a:lnTo>
                    <a:lnTo>
                      <a:pt x="4405347" y="3088740"/>
                    </a:lnTo>
                    <a:lnTo>
                      <a:pt x="4396215" y="3062463"/>
                    </a:lnTo>
                    <a:lnTo>
                      <a:pt x="3618996" y="2233391"/>
                    </a:lnTo>
                    <a:lnTo>
                      <a:pt x="2317948" y="830205"/>
                    </a:lnTo>
                    <a:lnTo>
                      <a:pt x="2074149" y="1069040"/>
                    </a:lnTo>
                    <a:lnTo>
                      <a:pt x="2031692" y="1023709"/>
                    </a:lnTo>
                    <a:lnTo>
                      <a:pt x="2269805" y="783474"/>
                    </a:lnTo>
                    <a:lnTo>
                      <a:pt x="2267892" y="776672"/>
                    </a:lnTo>
                    <a:lnTo>
                      <a:pt x="2281156" y="764484"/>
                    </a:lnTo>
                    <a:lnTo>
                      <a:pt x="2134699" y="606022"/>
                    </a:lnTo>
                    <a:lnTo>
                      <a:pt x="2118123" y="619162"/>
                    </a:lnTo>
                    <a:lnTo>
                      <a:pt x="1721393" y="192202"/>
                    </a:lnTo>
                    <a:lnTo>
                      <a:pt x="1697186" y="174109"/>
                    </a:lnTo>
                    <a:lnTo>
                      <a:pt x="1681322" y="168131"/>
                    </a:lnTo>
                    <a:lnTo>
                      <a:pt x="1657282" y="168406"/>
                    </a:lnTo>
                    <a:lnTo>
                      <a:pt x="1621058" y="187205"/>
                    </a:lnTo>
                    <a:lnTo>
                      <a:pt x="1379058" y="433809"/>
                    </a:lnTo>
                    <a:lnTo>
                      <a:pt x="1361175" y="461903"/>
                    </a:lnTo>
                    <a:lnTo>
                      <a:pt x="1364201" y="509800"/>
                    </a:lnTo>
                    <a:lnTo>
                      <a:pt x="1270497" y="610333"/>
                    </a:lnTo>
                    <a:lnTo>
                      <a:pt x="1237125" y="643659"/>
                    </a:lnTo>
                    <a:lnTo>
                      <a:pt x="1216419" y="623127"/>
                    </a:lnTo>
                    <a:lnTo>
                      <a:pt x="1208701" y="623605"/>
                    </a:lnTo>
                    <a:lnTo>
                      <a:pt x="1204771" y="635838"/>
                    </a:lnTo>
                    <a:lnTo>
                      <a:pt x="1224993" y="656080"/>
                    </a:lnTo>
                    <a:lnTo>
                      <a:pt x="1164554" y="723035"/>
                    </a:lnTo>
                    <a:lnTo>
                      <a:pt x="1088791" y="799104"/>
                    </a:lnTo>
                    <a:lnTo>
                      <a:pt x="1068084" y="778571"/>
                    </a:lnTo>
                    <a:lnTo>
                      <a:pt x="1060483" y="779024"/>
                    </a:lnTo>
                    <a:lnTo>
                      <a:pt x="1055506" y="789359"/>
                    </a:lnTo>
                    <a:lnTo>
                      <a:pt x="1079694" y="811618"/>
                    </a:lnTo>
                    <a:lnTo>
                      <a:pt x="922315" y="978960"/>
                    </a:lnTo>
                    <a:lnTo>
                      <a:pt x="901612" y="958526"/>
                    </a:lnTo>
                    <a:lnTo>
                      <a:pt x="892347" y="958485"/>
                    </a:lnTo>
                    <a:lnTo>
                      <a:pt x="890340" y="965231"/>
                    </a:lnTo>
                    <a:lnTo>
                      <a:pt x="910178" y="991487"/>
                    </a:lnTo>
                    <a:lnTo>
                      <a:pt x="813346" y="1092074"/>
                    </a:lnTo>
                    <a:lnTo>
                      <a:pt x="713148" y="1138234"/>
                    </a:lnTo>
                    <a:lnTo>
                      <a:pt x="608428" y="1252603"/>
                    </a:lnTo>
                    <a:lnTo>
                      <a:pt x="607793" y="1269652"/>
                    </a:lnTo>
                    <a:close/>
                    <a:moveTo>
                      <a:pt x="1901508" y="9045214"/>
                    </a:moveTo>
                    <a:lnTo>
                      <a:pt x="1904697" y="9047454"/>
                    </a:lnTo>
                    <a:lnTo>
                      <a:pt x="2268185" y="8835869"/>
                    </a:lnTo>
                    <a:lnTo>
                      <a:pt x="2264290" y="8831346"/>
                    </a:lnTo>
                    <a:lnTo>
                      <a:pt x="2214417" y="8835642"/>
                    </a:lnTo>
                    <a:lnTo>
                      <a:pt x="2135394" y="8829910"/>
                    </a:lnTo>
                    <a:lnTo>
                      <a:pt x="2025947" y="8809038"/>
                    </a:lnTo>
                    <a:lnTo>
                      <a:pt x="1925554" y="8766813"/>
                    </a:lnTo>
                    <a:lnTo>
                      <a:pt x="1861515" y="8730529"/>
                    </a:lnTo>
                    <a:lnTo>
                      <a:pt x="1840572" y="8714653"/>
                    </a:lnTo>
                    <a:lnTo>
                      <a:pt x="1836115" y="8718846"/>
                    </a:lnTo>
                    <a:close/>
                    <a:moveTo>
                      <a:pt x="1577300" y="8236222"/>
                    </a:moveTo>
                    <a:lnTo>
                      <a:pt x="1792146" y="9108000"/>
                    </a:lnTo>
                    <a:lnTo>
                      <a:pt x="1810391" y="9108000"/>
                    </a:lnTo>
                    <a:lnTo>
                      <a:pt x="1817519" y="9098155"/>
                    </a:lnTo>
                    <a:lnTo>
                      <a:pt x="1826431" y="9073447"/>
                    </a:lnTo>
                    <a:lnTo>
                      <a:pt x="1826203" y="9061347"/>
                    </a:lnTo>
                    <a:lnTo>
                      <a:pt x="1724412" y="8588157"/>
                    </a:lnTo>
                    <a:lnTo>
                      <a:pt x="1696622" y="8472693"/>
                    </a:lnTo>
                    <a:lnTo>
                      <a:pt x="1650426" y="8308790"/>
                    </a:lnTo>
                    <a:lnTo>
                      <a:pt x="1607418" y="8184369"/>
                    </a:lnTo>
                    <a:lnTo>
                      <a:pt x="1564597" y="8084286"/>
                    </a:lnTo>
                    <a:lnTo>
                      <a:pt x="1511451" y="7970477"/>
                    </a:lnTo>
                    <a:lnTo>
                      <a:pt x="1507445" y="7969891"/>
                    </a:lnTo>
                    <a:lnTo>
                      <a:pt x="1505530" y="7974088"/>
                    </a:lnTo>
                    <a:close/>
                    <a:moveTo>
                      <a:pt x="1296455" y="7887717"/>
                    </a:moveTo>
                    <a:lnTo>
                      <a:pt x="1422647" y="8352216"/>
                    </a:lnTo>
                    <a:lnTo>
                      <a:pt x="1506029" y="8710552"/>
                    </a:lnTo>
                    <a:lnTo>
                      <a:pt x="1581287" y="9108000"/>
                    </a:lnTo>
                    <a:lnTo>
                      <a:pt x="1625843" y="9108000"/>
                    </a:lnTo>
                    <a:lnTo>
                      <a:pt x="1622863" y="9086895"/>
                    </a:lnTo>
                    <a:lnTo>
                      <a:pt x="1564014" y="8786338"/>
                    </a:lnTo>
                    <a:lnTo>
                      <a:pt x="1493031" y="8458288"/>
                    </a:lnTo>
                    <a:lnTo>
                      <a:pt x="1354262" y="7933022"/>
                    </a:lnTo>
                    <a:lnTo>
                      <a:pt x="1231335" y="7544478"/>
                    </a:lnTo>
                    <a:lnTo>
                      <a:pt x="1113982" y="7213847"/>
                    </a:lnTo>
                    <a:lnTo>
                      <a:pt x="1108554" y="7212912"/>
                    </a:lnTo>
                    <a:lnTo>
                      <a:pt x="1096292" y="7223236"/>
                    </a:lnTo>
                    <a:lnTo>
                      <a:pt x="1079584" y="7246059"/>
                    </a:lnTo>
                    <a:close/>
                    <a:moveTo>
                      <a:pt x="1286414" y="8507711"/>
                    </a:moveTo>
                    <a:lnTo>
                      <a:pt x="1329748" y="8711210"/>
                    </a:lnTo>
                    <a:lnTo>
                      <a:pt x="1351475" y="8838775"/>
                    </a:lnTo>
                    <a:lnTo>
                      <a:pt x="1379274" y="8975463"/>
                    </a:lnTo>
                    <a:lnTo>
                      <a:pt x="1400498" y="9108000"/>
                    </a:lnTo>
                    <a:lnTo>
                      <a:pt x="1443245" y="9108000"/>
                    </a:lnTo>
                    <a:lnTo>
                      <a:pt x="1440506" y="9090621"/>
                    </a:lnTo>
                    <a:lnTo>
                      <a:pt x="1384688" y="8789964"/>
                    </a:lnTo>
                    <a:lnTo>
                      <a:pt x="1319852" y="8492257"/>
                    </a:lnTo>
                    <a:lnTo>
                      <a:pt x="1277050" y="8332879"/>
                    </a:lnTo>
                    <a:lnTo>
                      <a:pt x="1254941" y="8317449"/>
                    </a:lnTo>
                    <a:lnTo>
                      <a:pt x="1250690" y="8321663"/>
                    </a:lnTo>
                    <a:close/>
                  </a:path>
                </a:pathLst>
              </a:custGeom>
              <a:solidFill>
                <a:srgbClr val="F3D98C"/>
              </a:solidFill>
              <a:ln>
                <a:noFill/>
              </a:ln>
            </p:spPr>
          </p:sp>
          <p:sp>
            <p:nvSpPr>
              <p:cNvPr id="29" name="Контур"/>
              <p:cNvSpPr/>
              <p:nvPr/>
            </p:nvSpPr>
            <p:spPr>
              <a:xfrm>
                <a:off x="4938866" y="9026634"/>
                <a:ext cx="872279" cy="1665366"/>
              </a:xfrm>
              <a:custGeom>
                <a:avLst/>
                <a:gdLst/>
                <a:ahLst/>
                <a:cxnLst/>
                <a:rect l="l" t="t" r="r" b="b"/>
                <a:pathLst>
                  <a:path w="872279" h="1665366">
                    <a:moveTo>
                      <a:pt x="0" y="85511"/>
                    </a:moveTo>
                    <a:lnTo>
                      <a:pt x="254028" y="598111"/>
                    </a:lnTo>
                    <a:lnTo>
                      <a:pt x="769587" y="1665366"/>
                    </a:lnTo>
                    <a:lnTo>
                      <a:pt x="872279" y="1665366"/>
                    </a:lnTo>
                    <a:lnTo>
                      <a:pt x="703572" y="1316945"/>
                    </a:lnTo>
                    <a:lnTo>
                      <a:pt x="703001" y="1302473"/>
                    </a:lnTo>
                    <a:lnTo>
                      <a:pt x="742632" y="1280311"/>
                    </a:lnTo>
                    <a:lnTo>
                      <a:pt x="700049" y="1192265"/>
                    </a:lnTo>
                    <a:lnTo>
                      <a:pt x="655926" y="1207502"/>
                    </a:lnTo>
                    <a:lnTo>
                      <a:pt x="633132" y="1174379"/>
                    </a:lnTo>
                    <a:lnTo>
                      <a:pt x="605917" y="1111812"/>
                    </a:lnTo>
                    <a:lnTo>
                      <a:pt x="614008" y="1098800"/>
                    </a:lnTo>
                    <a:lnTo>
                      <a:pt x="641638" y="1086078"/>
                    </a:lnTo>
                    <a:lnTo>
                      <a:pt x="617353" y="1031550"/>
                    </a:lnTo>
                    <a:lnTo>
                      <a:pt x="593356" y="1043419"/>
                    </a:lnTo>
                    <a:lnTo>
                      <a:pt x="574760" y="1046073"/>
                    </a:lnTo>
                    <a:lnTo>
                      <a:pt x="532376" y="965617"/>
                    </a:lnTo>
                    <a:lnTo>
                      <a:pt x="532971" y="949100"/>
                    </a:lnTo>
                    <a:lnTo>
                      <a:pt x="571149" y="931314"/>
                    </a:lnTo>
                    <a:lnTo>
                      <a:pt x="488780" y="761562"/>
                    </a:lnTo>
                    <a:lnTo>
                      <a:pt x="457541" y="776747"/>
                    </a:lnTo>
                    <a:lnTo>
                      <a:pt x="443085" y="776192"/>
                    </a:lnTo>
                    <a:lnTo>
                      <a:pt x="437189" y="767932"/>
                    </a:lnTo>
                    <a:lnTo>
                      <a:pt x="244185" y="373529"/>
                    </a:lnTo>
                    <a:lnTo>
                      <a:pt x="243728" y="349559"/>
                    </a:lnTo>
                    <a:lnTo>
                      <a:pt x="280252" y="324656"/>
                    </a:lnTo>
                    <a:lnTo>
                      <a:pt x="240647" y="248911"/>
                    </a:lnTo>
                    <a:lnTo>
                      <a:pt x="199607" y="264042"/>
                    </a:lnTo>
                    <a:lnTo>
                      <a:pt x="189316" y="252703"/>
                    </a:lnTo>
                    <a:lnTo>
                      <a:pt x="194481" y="231554"/>
                    </a:lnTo>
                    <a:lnTo>
                      <a:pt x="258492" y="193963"/>
                    </a:lnTo>
                    <a:lnTo>
                      <a:pt x="160736" y="0"/>
                    </a:lnTo>
                    <a:lnTo>
                      <a:pt x="84897" y="36567"/>
                    </a:lnTo>
                    <a:close/>
                  </a:path>
                </a:pathLst>
              </a:custGeom>
              <a:solidFill>
                <a:srgbClr val="F3D98C"/>
              </a:solidFill>
              <a:ln>
                <a:noFill/>
              </a:ln>
            </p:spPr>
          </p:sp>
        </p:grpSp>
        <p:sp>
          <p:nvSpPr>
            <p:cNvPr id="31" name="Административные округа и районы"/>
            <p:cNvSpPr/>
            <p:nvPr/>
          </p:nvSpPr>
          <p:spPr>
            <a:xfrm>
              <a:off x="0" y="1584000"/>
              <a:ext cx="11673863" cy="9108000"/>
            </a:xfrm>
            <a:custGeom>
              <a:avLst/>
              <a:gdLst/>
              <a:ahLst/>
              <a:cxnLst/>
              <a:rect l="l" t="t" r="r" b="b"/>
              <a:pathLst>
                <a:path w="11673863" h="9108000" fill="none">
                  <a:moveTo>
                    <a:pt x="0" y="6241689"/>
                  </a:moveTo>
                  <a:lnTo>
                    <a:pt x="110169" y="6535320"/>
                  </a:lnTo>
                  <a:lnTo>
                    <a:pt x="150776" y="6689493"/>
                  </a:lnTo>
                  <a:lnTo>
                    <a:pt x="159357" y="6722530"/>
                  </a:lnTo>
                  <a:lnTo>
                    <a:pt x="244012" y="7045892"/>
                  </a:lnTo>
                  <a:lnTo>
                    <a:pt x="336595" y="7536569"/>
                  </a:lnTo>
                  <a:lnTo>
                    <a:pt x="475368" y="7525055"/>
                  </a:lnTo>
                  <a:lnTo>
                    <a:pt x="2520547" y="6487656"/>
                  </a:lnTo>
                  <a:lnTo>
                    <a:pt x="4586221" y="5374920"/>
                  </a:lnTo>
                  <a:lnTo>
                    <a:pt x="5314979" y="4997490"/>
                  </a:lnTo>
                  <a:lnTo>
                    <a:pt x="7786403" y="3188674"/>
                  </a:lnTo>
                  <a:lnTo>
                    <a:pt x="9438457" y="1996054"/>
                  </a:lnTo>
                  <a:lnTo>
                    <a:pt x="10038218" y="1403580"/>
                  </a:lnTo>
                  <a:lnTo>
                    <a:pt x="10808831" y="642103"/>
                  </a:lnTo>
                  <a:lnTo>
                    <a:pt x="11618927" y="33773"/>
                  </a:lnTo>
                  <a:lnTo>
                    <a:pt x="11673863" y="0"/>
                  </a:lnTo>
                  <a:moveTo>
                    <a:pt x="479816" y="9108000"/>
                  </a:moveTo>
                  <a:lnTo>
                    <a:pt x="480163" y="9039133"/>
                  </a:lnTo>
                  <a:lnTo>
                    <a:pt x="438409" y="9040283"/>
                  </a:lnTo>
                  <a:lnTo>
                    <a:pt x="410194" y="9040383"/>
                  </a:lnTo>
                  <a:lnTo>
                    <a:pt x="213262" y="9043083"/>
                  </a:lnTo>
                  <a:lnTo>
                    <a:pt x="149496" y="9043309"/>
                  </a:lnTo>
                  <a:lnTo>
                    <a:pt x="146675" y="9043319"/>
                  </a:lnTo>
                  <a:lnTo>
                    <a:pt x="144417" y="9043327"/>
                  </a:lnTo>
                  <a:lnTo>
                    <a:pt x="108870" y="9044454"/>
                  </a:lnTo>
                  <a:lnTo>
                    <a:pt x="91941" y="9044514"/>
                  </a:lnTo>
                  <a:lnTo>
                    <a:pt x="74448" y="9044576"/>
                  </a:lnTo>
                  <a:lnTo>
                    <a:pt x="0" y="9044838"/>
                  </a:lnTo>
                  <a:moveTo>
                    <a:pt x="0" y="9044315"/>
                  </a:moveTo>
                  <a:lnTo>
                    <a:pt x="480163" y="9039133"/>
                  </a:lnTo>
                  <a:lnTo>
                    <a:pt x="465875" y="8828754"/>
                  </a:lnTo>
                  <a:lnTo>
                    <a:pt x="455502" y="8449014"/>
                  </a:lnTo>
                  <a:lnTo>
                    <a:pt x="424975" y="8114438"/>
                  </a:lnTo>
                  <a:lnTo>
                    <a:pt x="336595" y="7536569"/>
                  </a:lnTo>
                  <a:lnTo>
                    <a:pt x="244012" y="7045892"/>
                  </a:lnTo>
                  <a:lnTo>
                    <a:pt x="110169" y="6535320"/>
                  </a:lnTo>
                  <a:lnTo>
                    <a:pt x="0" y="6241689"/>
                  </a:lnTo>
                  <a:moveTo>
                    <a:pt x="11673863" y="0"/>
                  </a:moveTo>
                  <a:lnTo>
                    <a:pt x="11618927" y="33773"/>
                  </a:lnTo>
                  <a:lnTo>
                    <a:pt x="10808831" y="642103"/>
                  </a:lnTo>
                  <a:lnTo>
                    <a:pt x="10038218" y="1403580"/>
                  </a:lnTo>
                  <a:lnTo>
                    <a:pt x="9438457" y="1996054"/>
                  </a:lnTo>
                  <a:lnTo>
                    <a:pt x="7786403" y="3188674"/>
                  </a:lnTo>
                  <a:lnTo>
                    <a:pt x="5314979" y="4997490"/>
                  </a:lnTo>
                  <a:lnTo>
                    <a:pt x="4586221" y="5374920"/>
                  </a:lnTo>
                  <a:lnTo>
                    <a:pt x="2520547" y="6487656"/>
                  </a:lnTo>
                  <a:lnTo>
                    <a:pt x="475368" y="7525055"/>
                  </a:lnTo>
                  <a:lnTo>
                    <a:pt x="336595" y="7536569"/>
                  </a:lnTo>
                  <a:lnTo>
                    <a:pt x="397319" y="7953206"/>
                  </a:lnTo>
                  <a:lnTo>
                    <a:pt x="424975" y="8114438"/>
                  </a:lnTo>
                  <a:lnTo>
                    <a:pt x="455502" y="8449014"/>
                  </a:lnTo>
                  <a:lnTo>
                    <a:pt x="465875" y="8828754"/>
                  </a:lnTo>
                  <a:lnTo>
                    <a:pt x="480163" y="9039133"/>
                  </a:lnTo>
                  <a:lnTo>
                    <a:pt x="479816" y="9108000"/>
                  </a:lnTo>
                </a:path>
              </a:pathLst>
            </a:custGeom>
            <a:noFill/>
            <a:ln w="18720" cap="flat">
              <a:solidFill>
                <a:srgbClr val="E30613"/>
              </a:solidFill>
              <a:round/>
            </a:ln>
          </p:spPr>
        </p:sp>
        <p:sp>
          <p:nvSpPr>
            <p:cNvPr id="32" name="Железная дорога, главные пути (Яндекс)"/>
            <p:cNvSpPr/>
            <p:nvPr/>
          </p:nvSpPr>
          <p:spPr>
            <a:xfrm>
              <a:off x="0" y="1584000"/>
              <a:ext cx="11740603" cy="9108000"/>
            </a:xfrm>
            <a:custGeom>
              <a:avLst/>
              <a:gdLst/>
              <a:ahLst/>
              <a:cxnLst/>
              <a:rect l="l" t="t" r="r" b="b"/>
              <a:pathLst>
                <a:path w="11740603" h="9108000" fill="none">
                  <a:moveTo>
                    <a:pt x="1179179" y="7398871"/>
                  </a:moveTo>
                  <a:lnTo>
                    <a:pt x="1191328" y="7383692"/>
                  </a:lnTo>
                  <a:lnTo>
                    <a:pt x="1251873" y="7331828"/>
                  </a:lnTo>
                  <a:moveTo>
                    <a:pt x="1251873" y="7331828"/>
                  </a:moveTo>
                  <a:lnTo>
                    <a:pt x="1327604" y="7267707"/>
                  </a:lnTo>
                  <a:lnTo>
                    <a:pt x="1512646" y="7139346"/>
                  </a:lnTo>
                  <a:lnTo>
                    <a:pt x="1703573" y="7017111"/>
                  </a:lnTo>
                  <a:lnTo>
                    <a:pt x="3271293" y="6078607"/>
                  </a:lnTo>
                  <a:lnTo>
                    <a:pt x="3486603" y="5953252"/>
                  </a:lnTo>
                  <a:lnTo>
                    <a:pt x="4299370" y="5521807"/>
                  </a:lnTo>
                  <a:lnTo>
                    <a:pt x="5181892" y="5029369"/>
                  </a:lnTo>
                  <a:lnTo>
                    <a:pt x="5609303" y="4735995"/>
                  </a:lnTo>
                  <a:lnTo>
                    <a:pt x="6185084" y="4305488"/>
                  </a:lnTo>
                  <a:lnTo>
                    <a:pt x="6973134" y="3755580"/>
                  </a:lnTo>
                  <a:lnTo>
                    <a:pt x="7760932" y="3169249"/>
                  </a:lnTo>
                  <a:moveTo>
                    <a:pt x="7824605" y="3123423"/>
                  </a:moveTo>
                  <a:lnTo>
                    <a:pt x="8791293" y="2426981"/>
                  </a:lnTo>
                  <a:lnTo>
                    <a:pt x="9273078" y="2069728"/>
                  </a:lnTo>
                  <a:lnTo>
                    <a:pt x="9506243" y="1874389"/>
                  </a:lnTo>
                  <a:lnTo>
                    <a:pt x="9790887" y="1611987"/>
                  </a:lnTo>
                  <a:lnTo>
                    <a:pt x="10163411" y="1279451"/>
                  </a:lnTo>
                  <a:lnTo>
                    <a:pt x="11038412" y="470973"/>
                  </a:lnTo>
                  <a:lnTo>
                    <a:pt x="11226169" y="327444"/>
                  </a:lnTo>
                  <a:lnTo>
                    <a:pt x="11514202" y="140878"/>
                  </a:lnTo>
                  <a:lnTo>
                    <a:pt x="11740603" y="0"/>
                  </a:lnTo>
                  <a:moveTo>
                    <a:pt x="7760932" y="3169249"/>
                  </a:moveTo>
                  <a:lnTo>
                    <a:pt x="7824605" y="3123423"/>
                  </a:lnTo>
                  <a:moveTo>
                    <a:pt x="438391" y="9108000"/>
                  </a:moveTo>
                  <a:lnTo>
                    <a:pt x="430446" y="8784338"/>
                  </a:lnTo>
                  <a:lnTo>
                    <a:pt x="417229" y="8471266"/>
                  </a:lnTo>
                  <a:lnTo>
                    <a:pt x="385296" y="8055059"/>
                  </a:lnTo>
                  <a:lnTo>
                    <a:pt x="354061" y="7809030"/>
                  </a:lnTo>
                  <a:lnTo>
                    <a:pt x="326046" y="7617668"/>
                  </a:lnTo>
                  <a:lnTo>
                    <a:pt x="264157" y="7289737"/>
                  </a:lnTo>
                  <a:lnTo>
                    <a:pt x="208623" y="7046732"/>
                  </a:lnTo>
                  <a:lnTo>
                    <a:pt x="140812" y="6782583"/>
                  </a:lnTo>
                  <a:lnTo>
                    <a:pt x="17878" y="6391025"/>
                  </a:lnTo>
                  <a:lnTo>
                    <a:pt x="0" y="6342737"/>
                  </a:lnTo>
                  <a:moveTo>
                    <a:pt x="583503" y="9108000"/>
                  </a:moveTo>
                  <a:lnTo>
                    <a:pt x="566016" y="8440374"/>
                  </a:lnTo>
                  <a:lnTo>
                    <a:pt x="574279" y="8209434"/>
                  </a:lnTo>
                  <a:lnTo>
                    <a:pt x="597707" y="7960183"/>
                  </a:lnTo>
                  <a:lnTo>
                    <a:pt x="633448" y="7768500"/>
                  </a:lnTo>
                  <a:lnTo>
                    <a:pt x="657446" y="7680252"/>
                  </a:lnTo>
                  <a:lnTo>
                    <a:pt x="741867" y="7452073"/>
                  </a:lnTo>
                  <a:lnTo>
                    <a:pt x="823319" y="7293811"/>
                  </a:lnTo>
                  <a:lnTo>
                    <a:pt x="868665" y="7223745"/>
                  </a:lnTo>
                  <a:lnTo>
                    <a:pt x="962448" y="7101763"/>
                  </a:lnTo>
                  <a:lnTo>
                    <a:pt x="1661709" y="6339596"/>
                  </a:lnTo>
                  <a:lnTo>
                    <a:pt x="1867524" y="6123096"/>
                  </a:lnTo>
                  <a:moveTo>
                    <a:pt x="579664" y="8874908"/>
                  </a:moveTo>
                  <a:lnTo>
                    <a:pt x="579136" y="8726013"/>
                  </a:lnTo>
                  <a:lnTo>
                    <a:pt x="579304" y="8719958"/>
                  </a:lnTo>
                  <a:lnTo>
                    <a:pt x="581894" y="8649945"/>
                  </a:lnTo>
                  <a:lnTo>
                    <a:pt x="605516" y="8455369"/>
                  </a:lnTo>
                  <a:lnTo>
                    <a:pt x="620466" y="8376328"/>
                  </a:lnTo>
                  <a:lnTo>
                    <a:pt x="662517" y="8230310"/>
                  </a:lnTo>
                  <a:lnTo>
                    <a:pt x="674591" y="8193942"/>
                  </a:lnTo>
                  <a:lnTo>
                    <a:pt x="692654" y="8139107"/>
                  </a:lnTo>
                  <a:lnTo>
                    <a:pt x="722760" y="8066067"/>
                  </a:lnTo>
                  <a:lnTo>
                    <a:pt x="749883" y="8005145"/>
                  </a:lnTo>
                  <a:lnTo>
                    <a:pt x="781357" y="7944302"/>
                  </a:lnTo>
                  <a:lnTo>
                    <a:pt x="786054" y="7935110"/>
                  </a:lnTo>
                  <a:lnTo>
                    <a:pt x="807143" y="7880264"/>
                  </a:lnTo>
                  <a:lnTo>
                    <a:pt x="858522" y="7804121"/>
                  </a:lnTo>
                  <a:moveTo>
                    <a:pt x="442560" y="9108000"/>
                  </a:moveTo>
                  <a:lnTo>
                    <a:pt x="437413" y="9042567"/>
                  </a:lnTo>
                  <a:moveTo>
                    <a:pt x="858522" y="7804121"/>
                  </a:moveTo>
                  <a:lnTo>
                    <a:pt x="891826" y="7752354"/>
                  </a:lnTo>
                  <a:moveTo>
                    <a:pt x="891826" y="7752354"/>
                  </a:moveTo>
                  <a:lnTo>
                    <a:pt x="891815" y="7749326"/>
                  </a:lnTo>
                  <a:lnTo>
                    <a:pt x="921996" y="7697571"/>
                  </a:lnTo>
                  <a:moveTo>
                    <a:pt x="921996" y="7697571"/>
                  </a:moveTo>
                  <a:lnTo>
                    <a:pt x="949205" y="7661055"/>
                  </a:lnTo>
                  <a:lnTo>
                    <a:pt x="1040015" y="7554312"/>
                  </a:lnTo>
                  <a:lnTo>
                    <a:pt x="1112656" y="7472040"/>
                  </a:lnTo>
                  <a:moveTo>
                    <a:pt x="1112656" y="7472040"/>
                  </a:moveTo>
                  <a:lnTo>
                    <a:pt x="1179179" y="7398871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round/>
            </a:ln>
          </p:spPr>
        </p:sp>
        <p:sp>
          <p:nvSpPr>
            <p:cNvPr id="33" name="Железная дорога: штрихи"/>
            <p:cNvSpPr/>
            <p:nvPr/>
          </p:nvSpPr>
          <p:spPr>
            <a:xfrm>
              <a:off x="0" y="1584000"/>
              <a:ext cx="11740603" cy="9108000"/>
            </a:xfrm>
            <a:custGeom>
              <a:avLst/>
              <a:gdLst/>
              <a:ahLst/>
              <a:cxnLst/>
              <a:rect l="l" t="t" r="r" b="b"/>
              <a:pathLst>
                <a:path w="11740603" h="9108000" fill="none">
                  <a:moveTo>
                    <a:pt x="1179179" y="7398871"/>
                  </a:moveTo>
                  <a:lnTo>
                    <a:pt x="1191328" y="7383692"/>
                  </a:lnTo>
                  <a:lnTo>
                    <a:pt x="1251873" y="7331828"/>
                  </a:lnTo>
                  <a:moveTo>
                    <a:pt x="1251873" y="7331828"/>
                  </a:moveTo>
                  <a:lnTo>
                    <a:pt x="1327604" y="7267707"/>
                  </a:lnTo>
                  <a:lnTo>
                    <a:pt x="1512646" y="7139346"/>
                  </a:lnTo>
                  <a:lnTo>
                    <a:pt x="1703573" y="7017111"/>
                  </a:lnTo>
                  <a:lnTo>
                    <a:pt x="3271293" y="6078607"/>
                  </a:lnTo>
                  <a:lnTo>
                    <a:pt x="3486603" y="5953252"/>
                  </a:lnTo>
                  <a:lnTo>
                    <a:pt x="4299370" y="5521807"/>
                  </a:lnTo>
                  <a:lnTo>
                    <a:pt x="5181892" y="5029369"/>
                  </a:lnTo>
                  <a:lnTo>
                    <a:pt x="5609303" y="4735995"/>
                  </a:lnTo>
                  <a:lnTo>
                    <a:pt x="6185084" y="4305488"/>
                  </a:lnTo>
                  <a:lnTo>
                    <a:pt x="6973134" y="3755580"/>
                  </a:lnTo>
                  <a:lnTo>
                    <a:pt x="7760932" y="3169249"/>
                  </a:lnTo>
                  <a:moveTo>
                    <a:pt x="7824605" y="3123423"/>
                  </a:moveTo>
                  <a:lnTo>
                    <a:pt x="8791293" y="2426981"/>
                  </a:lnTo>
                  <a:lnTo>
                    <a:pt x="9273078" y="2069728"/>
                  </a:lnTo>
                  <a:lnTo>
                    <a:pt x="9506243" y="1874389"/>
                  </a:lnTo>
                  <a:lnTo>
                    <a:pt x="9790887" y="1611987"/>
                  </a:lnTo>
                  <a:lnTo>
                    <a:pt x="10163411" y="1279451"/>
                  </a:lnTo>
                  <a:lnTo>
                    <a:pt x="11038412" y="470973"/>
                  </a:lnTo>
                  <a:lnTo>
                    <a:pt x="11226169" y="327444"/>
                  </a:lnTo>
                  <a:lnTo>
                    <a:pt x="11514202" y="140878"/>
                  </a:lnTo>
                  <a:lnTo>
                    <a:pt x="11740603" y="0"/>
                  </a:lnTo>
                  <a:moveTo>
                    <a:pt x="7760932" y="3169249"/>
                  </a:moveTo>
                  <a:lnTo>
                    <a:pt x="7824605" y="3123423"/>
                  </a:lnTo>
                  <a:moveTo>
                    <a:pt x="438391" y="9108000"/>
                  </a:moveTo>
                  <a:lnTo>
                    <a:pt x="430446" y="8784338"/>
                  </a:lnTo>
                  <a:lnTo>
                    <a:pt x="417229" y="8471266"/>
                  </a:lnTo>
                  <a:lnTo>
                    <a:pt x="385296" y="8055059"/>
                  </a:lnTo>
                  <a:lnTo>
                    <a:pt x="354061" y="7809030"/>
                  </a:lnTo>
                  <a:lnTo>
                    <a:pt x="326046" y="7617668"/>
                  </a:lnTo>
                  <a:lnTo>
                    <a:pt x="264157" y="7289737"/>
                  </a:lnTo>
                  <a:lnTo>
                    <a:pt x="208623" y="7046732"/>
                  </a:lnTo>
                  <a:lnTo>
                    <a:pt x="140812" y="6782583"/>
                  </a:lnTo>
                  <a:lnTo>
                    <a:pt x="17878" y="6391025"/>
                  </a:lnTo>
                  <a:lnTo>
                    <a:pt x="0" y="6342737"/>
                  </a:lnTo>
                  <a:moveTo>
                    <a:pt x="583503" y="9108000"/>
                  </a:moveTo>
                  <a:lnTo>
                    <a:pt x="566016" y="8440374"/>
                  </a:lnTo>
                  <a:lnTo>
                    <a:pt x="574279" y="8209434"/>
                  </a:lnTo>
                  <a:lnTo>
                    <a:pt x="597707" y="7960183"/>
                  </a:lnTo>
                  <a:lnTo>
                    <a:pt x="633448" y="7768500"/>
                  </a:lnTo>
                  <a:lnTo>
                    <a:pt x="657446" y="7680252"/>
                  </a:lnTo>
                  <a:lnTo>
                    <a:pt x="741867" y="7452073"/>
                  </a:lnTo>
                  <a:lnTo>
                    <a:pt x="823319" y="7293811"/>
                  </a:lnTo>
                  <a:lnTo>
                    <a:pt x="868665" y="7223745"/>
                  </a:lnTo>
                  <a:lnTo>
                    <a:pt x="962448" y="7101763"/>
                  </a:lnTo>
                  <a:lnTo>
                    <a:pt x="1661709" y="6339596"/>
                  </a:lnTo>
                  <a:lnTo>
                    <a:pt x="1867524" y="6123096"/>
                  </a:lnTo>
                  <a:moveTo>
                    <a:pt x="579664" y="8874908"/>
                  </a:moveTo>
                  <a:lnTo>
                    <a:pt x="579136" y="8726013"/>
                  </a:lnTo>
                  <a:lnTo>
                    <a:pt x="579304" y="8719958"/>
                  </a:lnTo>
                  <a:lnTo>
                    <a:pt x="581894" y="8649945"/>
                  </a:lnTo>
                  <a:lnTo>
                    <a:pt x="605516" y="8455369"/>
                  </a:lnTo>
                  <a:lnTo>
                    <a:pt x="620466" y="8376328"/>
                  </a:lnTo>
                  <a:lnTo>
                    <a:pt x="662517" y="8230310"/>
                  </a:lnTo>
                  <a:lnTo>
                    <a:pt x="674591" y="8193942"/>
                  </a:lnTo>
                  <a:lnTo>
                    <a:pt x="692654" y="8139107"/>
                  </a:lnTo>
                  <a:lnTo>
                    <a:pt x="722760" y="8066067"/>
                  </a:lnTo>
                  <a:lnTo>
                    <a:pt x="749883" y="8005145"/>
                  </a:lnTo>
                  <a:lnTo>
                    <a:pt x="781357" y="7944302"/>
                  </a:lnTo>
                  <a:lnTo>
                    <a:pt x="786054" y="7935110"/>
                  </a:lnTo>
                  <a:lnTo>
                    <a:pt x="807143" y="7880264"/>
                  </a:lnTo>
                  <a:lnTo>
                    <a:pt x="858522" y="7804121"/>
                  </a:lnTo>
                  <a:moveTo>
                    <a:pt x="442560" y="9108000"/>
                  </a:moveTo>
                  <a:lnTo>
                    <a:pt x="437413" y="9042567"/>
                  </a:lnTo>
                  <a:moveTo>
                    <a:pt x="858522" y="7804121"/>
                  </a:moveTo>
                  <a:lnTo>
                    <a:pt x="891826" y="7752354"/>
                  </a:lnTo>
                  <a:moveTo>
                    <a:pt x="891826" y="7752354"/>
                  </a:moveTo>
                  <a:lnTo>
                    <a:pt x="891815" y="7749326"/>
                  </a:lnTo>
                  <a:lnTo>
                    <a:pt x="921996" y="7697571"/>
                  </a:lnTo>
                  <a:moveTo>
                    <a:pt x="921996" y="7697571"/>
                  </a:moveTo>
                  <a:lnTo>
                    <a:pt x="949205" y="7661055"/>
                  </a:lnTo>
                  <a:lnTo>
                    <a:pt x="1040015" y="7554312"/>
                  </a:lnTo>
                  <a:lnTo>
                    <a:pt x="1112656" y="7472040"/>
                  </a:lnTo>
                  <a:moveTo>
                    <a:pt x="1112656" y="7472040"/>
                  </a:moveTo>
                  <a:lnTo>
                    <a:pt x="1179179" y="7398871"/>
                  </a:lnTo>
                </a:path>
              </a:pathLst>
            </a:custGeom>
            <a:noFill/>
            <a:ln w="14976" cap="flat">
              <a:solidFill>
                <a:srgbClr val="FFFFFF"/>
              </a:solidFill>
              <a:custDash>
                <a:ds d="481250" sp="481250"/>
              </a:custDash>
              <a:round/>
            </a:ln>
          </p:spPr>
        </p:sp>
        <p:sp>
          <p:nvSpPr>
            <p:cNvPr id="34" name="Граница территории"/>
            <p:cNvSpPr/>
            <p:nvPr/>
          </p:nvSpPr>
          <p:spPr>
            <a:xfrm>
              <a:off x="6466217" y="5284154"/>
              <a:ext cx="1837620" cy="1603260"/>
            </a:xfrm>
            <a:custGeom>
              <a:avLst/>
              <a:gdLst/>
              <a:ahLst/>
              <a:cxnLst/>
              <a:rect l="l" t="t" r="r" b="b"/>
              <a:pathLst>
                <a:path w="1837620" h="1603260" fill="none">
                  <a:moveTo>
                    <a:pt x="1275660" y="908370"/>
                  </a:moveTo>
                  <a:lnTo>
                    <a:pt x="244260" y="1565190"/>
                  </a:lnTo>
                  <a:lnTo>
                    <a:pt x="227970" y="1603260"/>
                  </a:lnTo>
                  <a:lnTo>
                    <a:pt x="49230" y="1358910"/>
                  </a:lnTo>
                  <a:lnTo>
                    <a:pt x="81810" y="1337310"/>
                  </a:lnTo>
                  <a:lnTo>
                    <a:pt x="59040" y="1302570"/>
                  </a:lnTo>
                  <a:lnTo>
                    <a:pt x="107100" y="1267560"/>
                  </a:lnTo>
                  <a:lnTo>
                    <a:pt x="5670" y="1127430"/>
                  </a:lnTo>
                  <a:lnTo>
                    <a:pt x="91170" y="1065330"/>
                  </a:lnTo>
                  <a:lnTo>
                    <a:pt x="7830" y="951390"/>
                  </a:lnTo>
                  <a:lnTo>
                    <a:pt x="0" y="930960"/>
                  </a:lnTo>
                  <a:lnTo>
                    <a:pt x="93870" y="854280"/>
                  </a:lnTo>
                  <a:lnTo>
                    <a:pt x="318510" y="689310"/>
                  </a:lnTo>
                  <a:lnTo>
                    <a:pt x="1174410" y="76140"/>
                  </a:lnTo>
                  <a:lnTo>
                    <a:pt x="1195740" y="68580"/>
                  </a:lnTo>
                  <a:lnTo>
                    <a:pt x="1570590" y="0"/>
                  </a:lnTo>
                  <a:lnTo>
                    <a:pt x="1697670" y="263070"/>
                  </a:lnTo>
                  <a:lnTo>
                    <a:pt x="1666440" y="312120"/>
                  </a:lnTo>
                  <a:lnTo>
                    <a:pt x="1735290" y="420930"/>
                  </a:lnTo>
                  <a:lnTo>
                    <a:pt x="1776600" y="425070"/>
                  </a:lnTo>
                  <a:lnTo>
                    <a:pt x="1837620" y="551520"/>
                  </a:lnTo>
                  <a:lnTo>
                    <a:pt x="1275660" y="908370"/>
                  </a:lnTo>
                  <a:close/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0000" sp="100000"/>
              </a:custDash>
              <a:round/>
            </a:ln>
          </p:spPr>
        </p:sp>
        <p:grpSp>
          <p:nvGrpSpPr>
            <p:cNvPr id="71" name="Подписи"/>
            <p:cNvGrpSpPr/>
            <p:nvPr/>
          </p:nvGrpSpPr>
          <p:grpSpPr>
            <a:xfrm>
              <a:off x="100864" y="1852300"/>
              <a:ext cx="14974611" cy="8547547"/>
              <a:chOff x="100864" y="1852300"/>
              <a:chExt cx="14974611" cy="8547547"/>
            </a:xfrm>
          </p:grpSpPr>
          <p:sp>
            <p:nvSpPr>
              <p:cNvPr id="35" name="Надпись"/>
              <p:cNvSpPr txBox="1"/>
              <p:nvPr/>
            </p:nvSpPr>
            <p:spPr>
              <a:xfrm>
                <a:off x="6731325" y="4289889"/>
                <a:ext cx="1400143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ст. ж/д Калошино</a:t>
                </a:r>
              </a:p>
            </p:txBody>
          </p:sp>
          <p:sp>
            <p:nvSpPr>
              <p:cNvPr id="36" name="Надпись"/>
              <p:cNvSpPr txBox="1"/>
              <p:nvPr/>
            </p:nvSpPr>
            <p:spPr>
              <a:xfrm rot="20095121">
                <a:off x="11145571" y="10233088"/>
                <a:ext cx="105356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 Амурская</a:t>
                </a:r>
              </a:p>
            </p:txBody>
          </p:sp>
          <p:sp>
            <p:nvSpPr>
              <p:cNvPr id="37" name="Надпись"/>
              <p:cNvSpPr txBox="1"/>
              <p:nvPr/>
            </p:nvSpPr>
            <p:spPr>
              <a:xfrm rot="19361858">
                <a:off x="8619208" y="5881713"/>
                <a:ext cx="162820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2-й Иртышский пр-д</a:t>
                </a:r>
              </a:p>
            </p:txBody>
          </p:sp>
          <p:sp>
            <p:nvSpPr>
              <p:cNvPr id="38" name="Надпись"/>
              <p:cNvSpPr txBox="1"/>
              <p:nvPr/>
            </p:nvSpPr>
            <p:spPr>
              <a:xfrm rot="3862311">
                <a:off x="8489876" y="6945771"/>
                <a:ext cx="116937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 Тагильская</a:t>
                </a:r>
              </a:p>
            </p:txBody>
          </p:sp>
          <p:sp>
            <p:nvSpPr>
              <p:cNvPr id="39" name="Надпись"/>
              <p:cNvSpPr txBox="1"/>
              <p:nvPr/>
            </p:nvSpPr>
            <p:spPr>
              <a:xfrm rot="19474228">
                <a:off x="4914333" y="6587302"/>
                <a:ext cx="16000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1-й Иртышский пр-д</a:t>
                </a:r>
              </a:p>
            </p:txBody>
          </p:sp>
          <p:sp>
            <p:nvSpPr>
              <p:cNvPr id="40" name="Надпись"/>
              <p:cNvSpPr txBox="1"/>
              <p:nvPr/>
            </p:nvSpPr>
            <p:spPr>
              <a:xfrm rot="2833325">
                <a:off x="2553250" y="3751176"/>
                <a:ext cx="228037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 № 1286</a:t>
                </a:r>
              </a:p>
            </p:txBody>
          </p:sp>
          <p:sp>
            <p:nvSpPr>
              <p:cNvPr id="41" name="Надпись"/>
              <p:cNvSpPr txBox="1"/>
              <p:nvPr/>
            </p:nvSpPr>
            <p:spPr>
              <a:xfrm rot="3848589">
                <a:off x="13690937" y="3556473"/>
                <a:ext cx="118175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 Монтажная</a:t>
                </a:r>
              </a:p>
            </p:txBody>
          </p:sp>
          <p:sp>
            <p:nvSpPr>
              <p:cNvPr id="42" name="Надпись"/>
              <p:cNvSpPr txBox="1"/>
              <p:nvPr/>
            </p:nvSpPr>
            <p:spPr>
              <a:xfrm rot="3856448">
                <a:off x="4651056" y="9543647"/>
                <a:ext cx="118588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Амурский пер.</a:t>
                </a:r>
              </a:p>
            </p:txBody>
          </p:sp>
          <p:sp>
            <p:nvSpPr>
              <p:cNvPr id="43" name="Надпись"/>
              <p:cNvSpPr txBox="1"/>
              <p:nvPr/>
            </p:nvSpPr>
            <p:spPr>
              <a:xfrm rot="2761366">
                <a:off x="2481183" y="5825112"/>
                <a:ext cx="229716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 № 1049</a:t>
                </a:r>
              </a:p>
            </p:txBody>
          </p:sp>
          <p:sp>
            <p:nvSpPr>
              <p:cNvPr id="44" name="Надпись"/>
              <p:cNvSpPr txBox="1"/>
              <p:nvPr/>
            </p:nvSpPr>
            <p:spPr>
              <a:xfrm rot="19595715">
                <a:off x="6681436" y="7017830"/>
                <a:ext cx="22425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 № 1913</a:t>
                </a:r>
              </a:p>
            </p:txBody>
          </p:sp>
          <p:sp>
            <p:nvSpPr>
              <p:cNvPr id="45" name="Надпись"/>
              <p:cNvSpPr txBox="1"/>
              <p:nvPr/>
            </p:nvSpPr>
            <p:spPr>
              <a:xfrm rot="4166328">
                <a:off x="968795" y="8645312"/>
                <a:ext cx="38588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МСД</a:t>
                </a:r>
              </a:p>
            </p:txBody>
          </p:sp>
          <p:sp>
            <p:nvSpPr>
              <p:cNvPr id="46" name="Надпись"/>
              <p:cNvSpPr txBox="1"/>
              <p:nvPr/>
            </p:nvSpPr>
            <p:spPr>
              <a:xfrm>
                <a:off x="12672160" y="4750981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47" name="Надпись"/>
              <p:cNvSpPr txBox="1"/>
              <p:nvPr/>
            </p:nvSpPr>
            <p:spPr>
              <a:xfrm>
                <a:off x="12115521" y="4915141"/>
                <a:ext cx="139872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«2-й Иртышский»</a:t>
                </a:r>
              </a:p>
            </p:txBody>
          </p:sp>
          <p:sp>
            <p:nvSpPr>
              <p:cNvPr id="48" name="Надпись"/>
              <p:cNvSpPr txBox="1"/>
              <p:nvPr/>
            </p:nvSpPr>
            <p:spPr>
              <a:xfrm>
                <a:off x="100864" y="4680143"/>
                <a:ext cx="155721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Комбинат «Сигнал»</a:t>
                </a:r>
              </a:p>
            </p:txBody>
          </p:sp>
          <p:sp>
            <p:nvSpPr>
              <p:cNvPr id="49" name="Надпись"/>
              <p:cNvSpPr txBox="1"/>
              <p:nvPr/>
            </p:nvSpPr>
            <p:spPr>
              <a:xfrm>
                <a:off x="408243" y="4844303"/>
                <a:ext cx="94245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Росрезерва</a:t>
                </a:r>
              </a:p>
            </p:txBody>
          </p:sp>
          <p:sp>
            <p:nvSpPr>
              <p:cNvPr id="50" name="Надпись"/>
              <p:cNvSpPr txBox="1"/>
              <p:nvPr/>
            </p:nvSpPr>
            <p:spPr>
              <a:xfrm>
                <a:off x="5271877" y="462997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51" name="Надпись"/>
              <p:cNvSpPr txBox="1"/>
              <p:nvPr/>
            </p:nvSpPr>
            <p:spPr>
              <a:xfrm>
                <a:off x="4580648" y="4794136"/>
                <a:ext cx="166789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«Квартал Метроном»</a:t>
                </a:r>
              </a:p>
            </p:txBody>
          </p:sp>
          <p:sp>
            <p:nvSpPr>
              <p:cNvPr id="52" name="Надпись"/>
              <p:cNvSpPr txBox="1"/>
              <p:nvPr/>
            </p:nvSpPr>
            <p:spPr>
              <a:xfrm>
                <a:off x="1150567" y="2649020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53" name="Надпись"/>
              <p:cNvSpPr txBox="1"/>
              <p:nvPr/>
            </p:nvSpPr>
            <p:spPr>
              <a:xfrm>
                <a:off x="244436" y="2813180"/>
                <a:ext cx="2097702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«Лосиноостровский парк»</a:t>
                </a:r>
              </a:p>
            </p:txBody>
          </p:sp>
          <p:sp>
            <p:nvSpPr>
              <p:cNvPr id="54" name="Надпись"/>
              <p:cNvSpPr txBox="1"/>
              <p:nvPr/>
            </p:nvSpPr>
            <p:spPr>
              <a:xfrm>
                <a:off x="8037707" y="9860673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55" name="Надпись"/>
              <p:cNvSpPr txBox="1"/>
              <p:nvPr/>
            </p:nvSpPr>
            <p:spPr>
              <a:xfrm>
                <a:off x="7485834" y="10024833"/>
                <a:ext cx="138918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«Level Амурская»</a:t>
                </a:r>
              </a:p>
            </p:txBody>
          </p:sp>
          <p:sp>
            <p:nvSpPr>
              <p:cNvPr id="56" name="Надпись"/>
              <p:cNvSpPr txBox="1"/>
              <p:nvPr/>
            </p:nvSpPr>
            <p:spPr>
              <a:xfrm>
                <a:off x="737472" y="6733779"/>
                <a:ext cx="151381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Черкизовская база</a:t>
                </a:r>
              </a:p>
            </p:txBody>
          </p:sp>
          <p:sp>
            <p:nvSpPr>
              <p:cNvPr id="57" name="Надпись"/>
              <p:cNvSpPr txBox="1"/>
              <p:nvPr/>
            </p:nvSpPr>
            <p:spPr>
              <a:xfrm>
                <a:off x="522570" y="6897939"/>
                <a:ext cx="1943622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хранения ресурсов МВД</a:t>
                </a:r>
              </a:p>
            </p:txBody>
          </p:sp>
          <p:sp>
            <p:nvSpPr>
              <p:cNvPr id="58" name="Надпись"/>
              <p:cNvSpPr txBox="1"/>
              <p:nvPr/>
            </p:nvSpPr>
            <p:spPr>
              <a:xfrm>
                <a:off x="7430947" y="266051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59" name="Надпись"/>
              <p:cNvSpPr txBox="1"/>
              <p:nvPr/>
            </p:nvSpPr>
            <p:spPr>
              <a:xfrm>
                <a:off x="6868546" y="2824676"/>
                <a:ext cx="141024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«Открытый парк»</a:t>
                </a:r>
              </a:p>
            </p:txBody>
          </p:sp>
          <p:sp>
            <p:nvSpPr>
              <p:cNvPr id="60" name="Надпись"/>
              <p:cNvSpPr txBox="1"/>
              <p:nvPr/>
            </p:nvSpPr>
            <p:spPr>
              <a:xfrm>
                <a:off x="9951658" y="2662637"/>
                <a:ext cx="124307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Объединённый</a:t>
                </a:r>
              </a:p>
            </p:txBody>
          </p:sp>
          <p:sp>
            <p:nvSpPr>
              <p:cNvPr id="61" name="Надпись"/>
              <p:cNvSpPr txBox="1"/>
              <p:nvPr/>
            </p:nvSpPr>
            <p:spPr>
              <a:xfrm>
                <a:off x="10330315" y="2826797"/>
                <a:ext cx="48576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архив</a:t>
                </a:r>
              </a:p>
            </p:txBody>
          </p:sp>
          <p:sp>
            <p:nvSpPr>
              <p:cNvPr id="62" name="Надпись"/>
              <p:cNvSpPr txBox="1"/>
              <p:nvPr/>
            </p:nvSpPr>
            <p:spPr>
              <a:xfrm>
                <a:off x="9307527" y="2393175"/>
                <a:ext cx="108856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«Эврика»</a:t>
                </a:r>
              </a:p>
            </p:txBody>
          </p:sp>
          <p:sp>
            <p:nvSpPr>
              <p:cNvPr id="63" name="Надпись"/>
              <p:cNvSpPr txBox="1"/>
              <p:nvPr/>
            </p:nvSpPr>
            <p:spPr>
              <a:xfrm>
                <a:off x="8590468" y="8970816"/>
                <a:ext cx="6482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Димари</a:t>
                </a:r>
              </a:p>
            </p:txBody>
          </p:sp>
          <p:sp>
            <p:nvSpPr>
              <p:cNvPr id="64" name="Надпись"/>
              <p:cNvSpPr txBox="1"/>
              <p:nvPr/>
            </p:nvSpPr>
            <p:spPr>
              <a:xfrm>
                <a:off x="8386221" y="2762929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Строитель-4</a:t>
                </a:r>
              </a:p>
            </p:txBody>
          </p:sp>
          <p:sp>
            <p:nvSpPr>
              <p:cNvPr id="65" name="Надпись"/>
              <p:cNvSpPr txBox="1"/>
              <p:nvPr/>
            </p:nvSpPr>
            <p:spPr>
              <a:xfrm>
                <a:off x="13394772" y="2613705"/>
                <a:ext cx="1680703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Растворно-бетонный</a:t>
                </a:r>
              </a:p>
            </p:txBody>
          </p:sp>
          <p:sp>
            <p:nvSpPr>
              <p:cNvPr id="66" name="Надпись"/>
              <p:cNvSpPr txBox="1"/>
              <p:nvPr/>
            </p:nvSpPr>
            <p:spPr>
              <a:xfrm>
                <a:off x="13539107" y="2777865"/>
                <a:ext cx="1392033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узел «Калошино»</a:t>
                </a:r>
              </a:p>
            </p:txBody>
          </p:sp>
          <p:sp>
            <p:nvSpPr>
              <p:cNvPr id="67" name="Надпись"/>
              <p:cNvSpPr txBox="1"/>
              <p:nvPr/>
            </p:nvSpPr>
            <p:spPr>
              <a:xfrm>
                <a:off x="7693180" y="3831364"/>
                <a:ext cx="1054706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«Статор»</a:t>
                </a:r>
              </a:p>
            </p:txBody>
          </p:sp>
          <p:sp>
            <p:nvSpPr>
              <p:cNvPr id="68" name="Надпись"/>
              <p:cNvSpPr txBox="1"/>
              <p:nvPr/>
            </p:nvSpPr>
            <p:spPr>
              <a:xfrm>
                <a:off x="6637346" y="4850472"/>
                <a:ext cx="572262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Гранит</a:t>
                </a:r>
              </a:p>
            </p:txBody>
          </p:sp>
          <p:sp>
            <p:nvSpPr>
              <p:cNvPr id="69" name="Надпись"/>
              <p:cNvSpPr txBox="1"/>
              <p:nvPr/>
            </p:nvSpPr>
            <p:spPr>
              <a:xfrm>
                <a:off x="6116604" y="9749783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Детский сад</a:t>
                </a:r>
              </a:p>
            </p:txBody>
          </p:sp>
          <p:sp>
            <p:nvSpPr>
              <p:cNvPr id="70" name="Надпись"/>
              <p:cNvSpPr txBox="1"/>
              <p:nvPr/>
            </p:nvSpPr>
            <p:spPr>
              <a:xfrm>
                <a:off x="10320984" y="1852300"/>
                <a:ext cx="119768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«Иртыш 2»</a:t>
                </a:r>
              </a:p>
            </p:txBody>
          </p:sp>
        </p:grpSp>
      </p:grpSp>
      <p:grpSp>
        <p:nvGrpSpPr>
          <p:cNvPr id="86" name="Легенда"/>
          <p:cNvGrpSpPr/>
          <p:nvPr/>
        </p:nvGrpSpPr>
        <p:grpSpPr>
          <a:xfrm>
            <a:off x="10602014" y="9255600"/>
            <a:ext cx="4517986" cy="1436400"/>
            <a:chOff x="10602014" y="9255600"/>
            <a:chExt cx="4517986" cy="1436400"/>
          </a:xfrm>
        </p:grpSpPr>
        <p:sp>
          <p:nvSpPr>
            <p:cNvPr id="73" name="Контур"/>
            <p:cNvSpPr/>
            <p:nvPr/>
          </p:nvSpPr>
          <p:spPr>
            <a:xfrm>
              <a:off x="10602014" y="9255600"/>
              <a:ext cx="4517986" cy="1436400"/>
            </a:xfrm>
            <a:custGeom>
              <a:avLst/>
              <a:gdLst/>
              <a:ahLst/>
              <a:cxnLst/>
              <a:rect l="l" t="t" r="r" b="b"/>
              <a:pathLst>
                <a:path w="4517986" h="1436400">
                  <a:moveTo>
                    <a:pt x="0" y="0"/>
                  </a:moveTo>
                  <a:lnTo>
                    <a:pt x="4517986" y="0"/>
                  </a:lnTo>
                  <a:lnTo>
                    <a:pt x="4517986" y="1436400"/>
                  </a:lnTo>
                  <a:lnTo>
                    <a:pt x="0" y="1436400"/>
                  </a:lnTo>
                  <a:close/>
                </a:path>
              </a:pathLst>
            </a:custGeom>
            <a:solidFill>
              <a:srgbClr val="FFFFFF">
                <a:alpha val="72000"/>
              </a:srgbClr>
            </a:solidFill>
            <a:ln>
              <a:noFill/>
            </a:ln>
          </p:spPr>
        </p:sp>
        <p:sp>
          <p:nvSpPr>
            <p:cNvPr id="74" name="Надпись"/>
            <p:cNvSpPr txBox="1"/>
            <p:nvPr/>
          </p:nvSpPr>
          <p:spPr>
            <a:xfrm>
              <a:off x="10716119" y="9339609"/>
              <a:ext cx="2107701" cy="18888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20" b="1" dirty="0">
                  <a:solidFill>
                    <a:srgbClr val="141414"/>
                  </a:solidFill>
                  <a:latin typeface="Montserrat"/>
                  <a:cs typeface="Montserrat"/>
                </a:rPr>
                <a:t>Условные обозначения</a:t>
              </a:r>
            </a:p>
          </p:txBody>
        </p:sp>
        <p:sp>
          <p:nvSpPr>
            <p:cNvPr id="75" name="Надпись"/>
            <p:cNvSpPr txBox="1"/>
            <p:nvPr/>
          </p:nvSpPr>
          <p:spPr>
            <a:xfrm>
              <a:off x="10720183" y="9584151"/>
              <a:ext cx="631524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b="1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Границы:</a:t>
              </a:r>
            </a:p>
          </p:txBody>
        </p:sp>
        <p:sp>
          <p:nvSpPr>
            <p:cNvPr id="77" name="Контур"/>
            <p:cNvSpPr/>
            <p:nvPr/>
          </p:nvSpPr>
          <p:spPr>
            <a:xfrm>
              <a:off x="10731614" y="986400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8333" sp="108333"/>
              </a:custDash>
              <a:miter lim="1000000"/>
            </a:ln>
          </p:spPr>
        </p:sp>
        <p:sp>
          <p:nvSpPr>
            <p:cNvPr id="76" name="Надпись"/>
            <p:cNvSpPr txBox="1"/>
            <p:nvPr/>
          </p:nvSpPr>
          <p:spPr>
            <a:xfrm>
              <a:off x="11278183" y="9792951"/>
              <a:ext cx="2413528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разрабатываемой территории (1,66 га)</a:t>
              </a:r>
            </a:p>
          </p:txBody>
        </p:sp>
        <p:sp>
          <p:nvSpPr>
            <p:cNvPr id="79" name="Контур"/>
            <p:cNvSpPr/>
            <p:nvPr/>
          </p:nvSpPr>
          <p:spPr>
            <a:xfrm>
              <a:off x="10731614" y="1007280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43200" cap="flat">
              <a:solidFill>
                <a:srgbClr val="E30613"/>
              </a:solidFill>
              <a:miter lim="1000000"/>
            </a:ln>
          </p:spPr>
        </p:sp>
        <p:sp>
          <p:nvSpPr>
            <p:cNvPr id="78" name="Надпись"/>
            <p:cNvSpPr txBox="1"/>
            <p:nvPr/>
          </p:nvSpPr>
          <p:spPr>
            <a:xfrm>
              <a:off x="11278183" y="10001751"/>
              <a:ext cx="480666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dirty="0">
                  <a:solidFill>
                    <a:srgbClr val="231F20"/>
                  </a:solidFill>
                  <a:latin typeface="Montserrat"/>
                  <a:cs typeface="Montserrat"/>
                </a:rPr>
                <a:t>района</a:t>
              </a:r>
            </a:p>
          </p:txBody>
        </p:sp>
        <p:sp>
          <p:nvSpPr>
            <p:cNvPr id="80" name="Контур"/>
            <p:cNvSpPr/>
            <p:nvPr/>
          </p:nvSpPr>
          <p:spPr>
            <a:xfrm>
              <a:off x="10731614" y="1022760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F3D98C"/>
            </a:solidFill>
            <a:ln>
              <a:noFill/>
            </a:ln>
          </p:spPr>
        </p:sp>
        <p:sp>
          <p:nvSpPr>
            <p:cNvPr id="82" name="Контур"/>
            <p:cNvSpPr/>
            <p:nvPr/>
          </p:nvSpPr>
          <p:spPr>
            <a:xfrm>
              <a:off x="10731614" y="1022760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F3D98C"/>
              </a:solidFill>
              <a:miter lim="1000000"/>
            </a:ln>
          </p:spPr>
        </p:sp>
        <p:sp>
          <p:nvSpPr>
            <p:cNvPr id="81" name="Надпись"/>
            <p:cNvSpPr txBox="1"/>
            <p:nvPr/>
          </p:nvSpPr>
          <p:spPr>
            <a:xfrm>
              <a:off x="11278183" y="10210551"/>
              <a:ext cx="3107903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dirty="0">
                  <a:solidFill>
                    <a:srgbClr val="231F20"/>
                  </a:solidFill>
                  <a:latin typeface="Montserrat"/>
                  <a:cs typeface="Montserrat"/>
                </a:rPr>
                <a:t>территории автодорог, улиц и местных проездов</a:t>
              </a:r>
            </a:p>
          </p:txBody>
        </p:sp>
        <p:sp>
          <p:nvSpPr>
            <p:cNvPr id="83" name="Контур"/>
            <p:cNvSpPr/>
            <p:nvPr/>
          </p:nvSpPr>
          <p:spPr>
            <a:xfrm>
              <a:off x="10731614" y="1049040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miter lim="1000000"/>
            </a:ln>
          </p:spPr>
        </p:sp>
        <p:sp>
          <p:nvSpPr>
            <p:cNvPr id="85" name="Контур"/>
            <p:cNvSpPr/>
            <p:nvPr/>
          </p:nvSpPr>
          <p:spPr>
            <a:xfrm>
              <a:off x="10731614" y="1049040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5120" cap="flat">
              <a:solidFill>
                <a:srgbClr val="FFFFFF"/>
              </a:solidFill>
              <a:custDash>
                <a:ds d="442176" sp="442176"/>
              </a:custDash>
              <a:miter lim="1000000"/>
            </a:ln>
          </p:spPr>
        </p:sp>
        <p:sp>
          <p:nvSpPr>
            <p:cNvPr id="84" name="Надпись"/>
            <p:cNvSpPr txBox="1"/>
            <p:nvPr/>
          </p:nvSpPr>
          <p:spPr>
            <a:xfrm>
              <a:off x="11278183" y="10419351"/>
              <a:ext cx="1533463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dirty="0">
                  <a:solidFill>
                    <a:srgbClr val="231F20"/>
                  </a:solidFill>
                  <a:latin typeface="Montserrat"/>
                  <a:cs typeface="Montserrat"/>
                </a:rPr>
                <a:t>железнодорожные пути</a:t>
              </a:r>
            </a:p>
          </p:txBody>
        </p:sp>
      </p:grpSp>
      <p:grpSp>
        <p:nvGrpSpPr>
          <p:cNvPr id="90" name="Округ и район"/>
          <p:cNvGrpSpPr/>
          <p:nvPr/>
        </p:nvGrpSpPr>
        <p:grpSpPr>
          <a:xfrm>
            <a:off x="441690" y="1685390"/>
            <a:ext cx="2716621" cy="610197"/>
            <a:chOff x="441690" y="1685390"/>
            <a:chExt cx="2716621" cy="610197"/>
          </a:xfrm>
        </p:grpSpPr>
        <p:sp>
          <p:nvSpPr>
            <p:cNvPr id="87" name="Надпись"/>
            <p:cNvSpPr txBox="1"/>
            <p:nvPr/>
          </p:nvSpPr>
          <p:spPr>
            <a:xfrm>
              <a:off x="1207907" y="1685390"/>
              <a:ext cx="1184186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Восточный</a:t>
              </a:r>
            </a:p>
          </p:txBody>
        </p:sp>
        <p:sp>
          <p:nvSpPr>
            <p:cNvPr id="88" name="Надпись"/>
            <p:cNvSpPr txBox="1"/>
            <p:nvPr/>
          </p:nvSpPr>
          <p:spPr>
            <a:xfrm>
              <a:off x="441690" y="1879790"/>
              <a:ext cx="2716621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административный округ</a:t>
              </a:r>
            </a:p>
          </p:txBody>
        </p:sp>
        <p:sp>
          <p:nvSpPr>
            <p:cNvPr id="89" name="Надпись"/>
            <p:cNvSpPr txBox="1"/>
            <p:nvPr/>
          </p:nvSpPr>
          <p:spPr>
            <a:xfrm>
              <a:off x="682425" y="2074190"/>
              <a:ext cx="2235150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район Метрогородок</a:t>
              </a:r>
            </a:p>
          </p:txBody>
        </p:sp>
      </p:grpSp>
      <p:sp>
        <p:nvSpPr>
          <p:cNvPr id="91" name="Округ и район"/>
          <p:cNvSpPr txBox="1"/>
          <p:nvPr/>
        </p:nvSpPr>
        <p:spPr>
          <a:xfrm>
            <a:off x="12413222" y="8899790"/>
            <a:ext cx="1813555" cy="22139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/>
            <a:r>
              <a:rPr lang="ru-RU" sz="1430" b="1" dirty="0">
                <a:solidFill>
                  <a:srgbClr val="9E1717"/>
                </a:solidFill>
                <a:effectLst>
                  <a:glow rad="34560">
                    <a:srgbClr val="FFFFFF"/>
                  </a:glow>
                </a:effectLst>
                <a:latin typeface="Montserrat"/>
                <a:cs typeface="Montserrat"/>
              </a:rPr>
              <a:t>район Гольяново</a:t>
            </a:r>
          </a:p>
        </p:txBody>
      </p:sp>
      <p:grpSp>
        <p:nvGrpSpPr>
          <p:cNvPr id="101" name="Оформление"/>
          <p:cNvGrpSpPr/>
          <p:nvPr/>
        </p:nvGrpSpPr>
        <p:grpSpPr>
          <a:xfrm>
            <a:off x="0" y="0"/>
            <a:ext cx="15120000" cy="10490400"/>
            <a:chOff x="0" y="0"/>
            <a:chExt cx="15120000" cy="10490400"/>
          </a:xfrm>
        </p:grpSpPr>
        <p:sp>
          <p:nvSpPr>
            <p:cNvPr id="92" name="Контур"/>
            <p:cNvSpPr/>
            <p:nvPr/>
          </p:nvSpPr>
          <p:spPr>
            <a:xfrm>
              <a:off x="9522000" y="0"/>
              <a:ext cx="5598000" cy="1002600"/>
            </a:xfrm>
            <a:custGeom>
              <a:avLst/>
              <a:gdLst/>
              <a:ahLst/>
              <a:cxnLst/>
              <a:rect l="l" t="t" r="r" b="b"/>
              <a:pathLst>
                <a:path w="5598000" h="1002600">
                  <a:moveTo>
                    <a:pt x="0" y="0"/>
                  </a:moveTo>
                  <a:lnTo>
                    <a:pt x="5598000" y="0"/>
                  </a:lnTo>
                  <a:lnTo>
                    <a:pt x="5598000" y="1002600"/>
                  </a:lnTo>
                  <a:lnTo>
                    <a:pt x="0" y="100260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pic>
          <p:nvPicPr>
            <p:cNvPr id="93" name="Рисунок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0" y="0"/>
              <a:ext cx="9543600" cy="1000800"/>
            </a:xfrm>
            <a:prstGeom prst="rect">
              <a:avLst/>
            </a:prstGeom>
          </p:spPr>
        </p:pic>
        <p:sp>
          <p:nvSpPr>
            <p:cNvPr id="94" name="Надпись"/>
            <p:cNvSpPr txBox="1"/>
            <p:nvPr/>
          </p:nvSpPr>
          <p:spPr>
            <a:xfrm>
              <a:off x="12722390" y="354701"/>
              <a:ext cx="2145610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ППТ КРТ № 3229</a:t>
              </a:r>
            </a:p>
          </p:txBody>
        </p:sp>
        <p:sp>
          <p:nvSpPr>
            <p:cNvPr id="95" name="Надпись"/>
            <p:cNvSpPr txBox="1"/>
            <p:nvPr/>
          </p:nvSpPr>
          <p:spPr>
            <a:xfrm>
              <a:off x="11718334" y="642701"/>
              <a:ext cx="314966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96" name="Контур"/>
            <p:cNvSpPr/>
            <p:nvPr/>
          </p:nvSpPr>
          <p:spPr>
            <a:xfrm>
              <a:off x="0" y="1260000"/>
              <a:ext cx="1638000" cy="1"/>
            </a:xfrm>
            <a:custGeom>
              <a:avLst/>
              <a:gdLst/>
              <a:ahLst/>
              <a:cxnLst/>
              <a:rect l="l" t="t" r="r" b="b"/>
              <a:pathLst>
                <a:path w="1638000" h="1" fill="none">
                  <a:moveTo>
                    <a:pt x="0" y="0"/>
                  </a:moveTo>
                  <a:lnTo>
                    <a:pt x="1638000" y="0"/>
                  </a:lnTo>
                </a:path>
              </a:pathLst>
            </a:custGeom>
            <a:noFill/>
            <a:ln w="38160" cap="flat">
              <a:solidFill>
                <a:srgbClr val="E93939"/>
              </a:solidFill>
              <a:miter lim="1000000"/>
            </a:ln>
          </p:spPr>
        </p:sp>
        <p:sp>
          <p:nvSpPr>
            <p:cNvPr id="97" name="Контур"/>
            <p:cNvSpPr/>
            <p:nvPr/>
          </p:nvSpPr>
          <p:spPr>
            <a:xfrm>
              <a:off x="1584000" y="1188000"/>
              <a:ext cx="180000" cy="144000"/>
            </a:xfrm>
            <a:custGeom>
              <a:avLst/>
              <a:gdLst/>
              <a:ahLst/>
              <a:cxnLst/>
              <a:rect l="l" t="t" r="r" b="b"/>
              <a:pathLst>
                <a:path w="180000" h="144000">
                  <a:moveTo>
                    <a:pt x="0" y="0"/>
                  </a:moveTo>
                  <a:lnTo>
                    <a:pt x="180000" y="72000"/>
                  </a:lnTo>
                  <a:lnTo>
                    <a:pt x="0" y="144000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98" name="Надпись"/>
            <p:cNvSpPr txBox="1"/>
            <p:nvPr/>
          </p:nvSpPr>
          <p:spPr>
            <a:xfrm>
              <a:off x="1813139" y="1125101"/>
              <a:ext cx="1963487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Ортофотоплан</a:t>
              </a:r>
            </a:p>
          </p:txBody>
        </p:sp>
        <p:sp>
          <p:nvSpPr>
            <p:cNvPr id="99" name="Контур"/>
            <p:cNvSpPr/>
            <p:nvPr/>
          </p:nvSpPr>
          <p:spPr>
            <a:xfrm>
              <a:off x="14364000" y="10033200"/>
              <a:ext cx="640800" cy="457200"/>
            </a:xfrm>
            <a:custGeom>
              <a:avLst/>
              <a:gdLst/>
              <a:ahLst/>
              <a:cxnLst/>
              <a:rect l="l" t="t" r="r" b="b"/>
              <a:pathLst>
                <a:path w="640800" h="457200">
                  <a:moveTo>
                    <a:pt x="86868" y="457200"/>
                  </a:moveTo>
                  <a:lnTo>
                    <a:pt x="467064" y="457200"/>
                  </a:lnTo>
                  <a:lnTo>
                    <a:pt x="640800" y="283464"/>
                  </a:lnTo>
                  <a:lnTo>
                    <a:pt x="640800" y="41148"/>
                  </a:lnTo>
                  <a:lnTo>
                    <a:pt x="599652" y="0"/>
                  </a:lnTo>
                  <a:lnTo>
                    <a:pt x="137160" y="0"/>
                  </a:lnTo>
                  <a:lnTo>
                    <a:pt x="0" y="137160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00" name="Надпись"/>
            <p:cNvSpPr txBox="1"/>
            <p:nvPr/>
          </p:nvSpPr>
          <p:spPr>
            <a:xfrm>
              <a:off x="14567990" y="10122113"/>
              <a:ext cx="232821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2000" b="1" dirty="0">
                  <a:solidFill>
                    <a:srgbClr val="FFFFFF"/>
                  </a:solidFill>
                  <a:latin typeface="Montserrat"/>
                  <a:cs typeface="Montserrat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2" name="Карта"/>
          <p:cNvGrpSpPr/>
          <p:nvPr/>
        </p:nvGrpSpPr>
        <p:grpSpPr>
          <a:xfrm>
            <a:off x="252000" y="1584000"/>
            <a:ext cx="7128000" cy="5472000"/>
            <a:chOff x="252000" y="1584000"/>
            <a:chExt cx="7128000" cy="5472000"/>
          </a:xfrm>
        </p:grpSpPr>
        <p:grpSp>
          <p:nvGrpSpPr>
            <p:cNvPr id="6" name="Дороги"/>
            <p:cNvGrpSpPr/>
            <p:nvPr/>
          </p:nvGrpSpPr>
          <p:grpSpPr>
            <a:xfrm>
              <a:off x="252000" y="1584000"/>
              <a:ext cx="7128000" cy="5472000"/>
              <a:chOff x="252000" y="1584000"/>
              <a:chExt cx="7128000" cy="5472000"/>
            </a:xfrm>
          </p:grpSpPr>
          <p:sp>
            <p:nvSpPr>
              <p:cNvPr id="2" name="Контур"/>
              <p:cNvSpPr/>
              <p:nvPr/>
            </p:nvSpPr>
            <p:spPr>
              <a:xfrm>
                <a:off x="252000" y="1584000"/>
                <a:ext cx="7128000" cy="5472000"/>
              </a:xfrm>
              <a:custGeom>
                <a:avLst/>
                <a:gdLst/>
                <a:ahLst/>
                <a:cxnLst/>
                <a:rect l="l" t="t" r="r" b="b"/>
                <a:pathLst>
                  <a:path w="7128000" h="5472000" fill="none">
                    <a:moveTo>
                      <a:pt x="0" y="4169017"/>
                    </a:moveTo>
                    <a:lnTo>
                      <a:pt x="14892" y="4213250"/>
                    </a:lnTo>
                    <a:lnTo>
                      <a:pt x="32509" y="4211078"/>
                    </a:lnTo>
                    <a:lnTo>
                      <a:pt x="22242" y="4237698"/>
                    </a:lnTo>
                    <a:lnTo>
                      <a:pt x="14540" y="4286887"/>
                    </a:lnTo>
                    <a:lnTo>
                      <a:pt x="17608" y="4335957"/>
                    </a:lnTo>
                    <a:lnTo>
                      <a:pt x="82070" y="4509748"/>
                    </a:lnTo>
                    <a:lnTo>
                      <a:pt x="144941" y="4735968"/>
                    </a:lnTo>
                    <a:lnTo>
                      <a:pt x="238875" y="5253817"/>
                    </a:lnTo>
                    <a:lnTo>
                      <a:pt x="236975" y="5344249"/>
                    </a:lnTo>
                    <a:lnTo>
                      <a:pt x="226525" y="5374198"/>
                    </a:lnTo>
                    <a:lnTo>
                      <a:pt x="156345" y="5472000"/>
                    </a:lnTo>
                    <a:moveTo>
                      <a:pt x="203638" y="5472000"/>
                    </a:moveTo>
                    <a:lnTo>
                      <a:pt x="248676" y="5414191"/>
                    </a:lnTo>
                    <a:lnTo>
                      <a:pt x="265329" y="5381772"/>
                    </a:lnTo>
                    <a:lnTo>
                      <a:pt x="277394" y="5339897"/>
                    </a:lnTo>
                    <a:lnTo>
                      <a:pt x="294295" y="5352028"/>
                    </a:lnTo>
                    <a:lnTo>
                      <a:pt x="296741" y="5341496"/>
                    </a:lnTo>
                    <a:lnTo>
                      <a:pt x="324767" y="5322781"/>
                    </a:lnTo>
                    <a:lnTo>
                      <a:pt x="333403" y="5369307"/>
                    </a:lnTo>
                    <a:lnTo>
                      <a:pt x="406460" y="5369144"/>
                    </a:lnTo>
                    <a:lnTo>
                      <a:pt x="393605" y="5276646"/>
                    </a:lnTo>
                    <a:lnTo>
                      <a:pt x="410969" y="5263533"/>
                    </a:lnTo>
                    <a:lnTo>
                      <a:pt x="429320" y="5368965"/>
                    </a:lnTo>
                    <a:lnTo>
                      <a:pt x="520254" y="5368737"/>
                    </a:lnTo>
                    <a:lnTo>
                      <a:pt x="496848" y="5206712"/>
                    </a:lnTo>
                    <a:lnTo>
                      <a:pt x="508651" y="5200595"/>
                    </a:lnTo>
                    <a:lnTo>
                      <a:pt x="518962" y="5206329"/>
                    </a:lnTo>
                    <a:lnTo>
                      <a:pt x="522529" y="5217908"/>
                    </a:lnTo>
                    <a:lnTo>
                      <a:pt x="546875" y="5368545"/>
                    </a:lnTo>
                    <a:lnTo>
                      <a:pt x="589233" y="5368490"/>
                    </a:lnTo>
                    <a:lnTo>
                      <a:pt x="571814" y="5241956"/>
                    </a:lnTo>
                    <a:lnTo>
                      <a:pt x="1755147" y="4534379"/>
                    </a:lnTo>
                    <a:lnTo>
                      <a:pt x="2943643" y="3794285"/>
                    </a:lnTo>
                    <a:lnTo>
                      <a:pt x="3638809" y="3333035"/>
                    </a:lnTo>
                    <a:lnTo>
                      <a:pt x="3716335" y="3256537"/>
                    </a:lnTo>
                    <a:lnTo>
                      <a:pt x="3793746" y="3159064"/>
                    </a:lnTo>
                    <a:lnTo>
                      <a:pt x="3842152" y="3110321"/>
                    </a:lnTo>
                    <a:lnTo>
                      <a:pt x="4168747" y="2902135"/>
                    </a:lnTo>
                    <a:lnTo>
                      <a:pt x="4447551" y="3473569"/>
                    </a:lnTo>
                    <a:lnTo>
                      <a:pt x="5244569" y="5137952"/>
                    </a:lnTo>
                    <a:lnTo>
                      <a:pt x="5243612" y="5174668"/>
                    </a:lnTo>
                    <a:lnTo>
                      <a:pt x="5233558" y="5188946"/>
                    </a:lnTo>
                    <a:lnTo>
                      <a:pt x="4650323" y="5468532"/>
                    </a:lnTo>
                    <a:lnTo>
                      <a:pt x="4765942" y="5468135"/>
                    </a:lnTo>
                    <a:lnTo>
                      <a:pt x="5389917" y="5162704"/>
                    </a:lnTo>
                    <a:lnTo>
                      <a:pt x="6989972" y="4397995"/>
                    </a:lnTo>
                    <a:lnTo>
                      <a:pt x="7035240" y="4449620"/>
                    </a:lnTo>
                    <a:lnTo>
                      <a:pt x="7128000" y="4403466"/>
                    </a:lnTo>
                    <a:moveTo>
                      <a:pt x="7128000" y="4282046"/>
                    </a:moveTo>
                    <a:lnTo>
                      <a:pt x="5721088" y="4954372"/>
                    </a:lnTo>
                    <a:lnTo>
                      <a:pt x="5549878" y="5024941"/>
                    </a:lnTo>
                    <a:lnTo>
                      <a:pt x="5347805" y="5121757"/>
                    </a:lnTo>
                    <a:lnTo>
                      <a:pt x="5332051" y="5122870"/>
                    </a:lnTo>
                    <a:lnTo>
                      <a:pt x="5302062" y="5112021"/>
                    </a:lnTo>
                    <a:lnTo>
                      <a:pt x="5285784" y="5099844"/>
                    </a:lnTo>
                    <a:lnTo>
                      <a:pt x="5262830" y="5066679"/>
                    </a:lnTo>
                    <a:lnTo>
                      <a:pt x="4452493" y="3386646"/>
                    </a:lnTo>
                    <a:lnTo>
                      <a:pt x="4479963" y="3386803"/>
                    </a:lnTo>
                    <a:lnTo>
                      <a:pt x="4472603" y="3368496"/>
                    </a:lnTo>
                    <a:lnTo>
                      <a:pt x="4491316" y="3350986"/>
                    </a:lnTo>
                    <a:lnTo>
                      <a:pt x="4370529" y="3098622"/>
                    </a:lnTo>
                    <a:lnTo>
                      <a:pt x="4348490" y="3109273"/>
                    </a:lnTo>
                    <a:lnTo>
                      <a:pt x="4338906" y="3092146"/>
                    </a:lnTo>
                    <a:lnTo>
                      <a:pt x="4360640" y="3077508"/>
                    </a:lnTo>
                    <a:lnTo>
                      <a:pt x="4306876" y="2969205"/>
                    </a:lnTo>
                    <a:lnTo>
                      <a:pt x="4284786" y="2978343"/>
                    </a:lnTo>
                    <a:lnTo>
                      <a:pt x="4275983" y="2959340"/>
                    </a:lnTo>
                    <a:lnTo>
                      <a:pt x="4258264" y="2982941"/>
                    </a:lnTo>
                    <a:lnTo>
                      <a:pt x="4234556" y="2933217"/>
                    </a:lnTo>
                    <a:lnTo>
                      <a:pt x="5955329" y="1608817"/>
                    </a:lnTo>
                    <a:lnTo>
                      <a:pt x="5956028" y="1618296"/>
                    </a:lnTo>
                    <a:lnTo>
                      <a:pt x="5972409" y="1620805"/>
                    </a:lnTo>
                    <a:lnTo>
                      <a:pt x="5986862" y="1632033"/>
                    </a:lnTo>
                    <a:lnTo>
                      <a:pt x="6018120" y="1678280"/>
                    </a:lnTo>
                    <a:lnTo>
                      <a:pt x="6016752" y="1707845"/>
                    </a:lnTo>
                    <a:lnTo>
                      <a:pt x="5999068" y="1727449"/>
                    </a:lnTo>
                    <a:lnTo>
                      <a:pt x="5439893" y="2157739"/>
                    </a:lnTo>
                    <a:lnTo>
                      <a:pt x="5723939" y="2725365"/>
                    </a:lnTo>
                    <a:lnTo>
                      <a:pt x="5762732" y="2705944"/>
                    </a:lnTo>
                    <a:lnTo>
                      <a:pt x="5525992" y="2235226"/>
                    </a:lnTo>
                    <a:lnTo>
                      <a:pt x="5514623" y="2208000"/>
                    </a:lnTo>
                    <a:lnTo>
                      <a:pt x="5514309" y="2165726"/>
                    </a:lnTo>
                    <a:lnTo>
                      <a:pt x="5530199" y="2141519"/>
                    </a:lnTo>
                    <a:lnTo>
                      <a:pt x="5780955" y="1947390"/>
                    </a:lnTo>
                    <a:lnTo>
                      <a:pt x="6036255" y="1759637"/>
                    </a:lnTo>
                    <a:lnTo>
                      <a:pt x="6112809" y="1873049"/>
                    </a:lnTo>
                    <a:lnTo>
                      <a:pt x="6367648" y="2395557"/>
                    </a:lnTo>
                    <a:lnTo>
                      <a:pt x="6406412" y="2377681"/>
                    </a:lnTo>
                    <a:lnTo>
                      <a:pt x="6047212" y="1641818"/>
                    </a:lnTo>
                    <a:lnTo>
                      <a:pt x="6016390" y="1601565"/>
                    </a:lnTo>
                    <a:lnTo>
                      <a:pt x="6013446" y="1576416"/>
                    </a:lnTo>
                    <a:lnTo>
                      <a:pt x="6007089" y="1572572"/>
                    </a:lnTo>
                    <a:lnTo>
                      <a:pt x="6072494" y="1528136"/>
                    </a:lnTo>
                    <a:lnTo>
                      <a:pt x="6797558" y="966230"/>
                    </a:lnTo>
                    <a:lnTo>
                      <a:pt x="6831439" y="960867"/>
                    </a:lnTo>
                    <a:lnTo>
                      <a:pt x="6862196" y="962884"/>
                    </a:lnTo>
                    <a:lnTo>
                      <a:pt x="6894493" y="980180"/>
                    </a:lnTo>
                    <a:lnTo>
                      <a:pt x="7128000" y="1471083"/>
                    </a:lnTo>
                    <a:moveTo>
                      <a:pt x="7128000" y="1349387"/>
                    </a:moveTo>
                    <a:lnTo>
                      <a:pt x="6923651" y="905898"/>
                    </a:lnTo>
                    <a:lnTo>
                      <a:pt x="6931867" y="876857"/>
                    </a:lnTo>
                    <a:lnTo>
                      <a:pt x="6952916" y="851054"/>
                    </a:lnTo>
                    <a:lnTo>
                      <a:pt x="6974043" y="838007"/>
                    </a:lnTo>
                    <a:lnTo>
                      <a:pt x="7128000" y="783245"/>
                    </a:lnTo>
                    <a:moveTo>
                      <a:pt x="7128000" y="706581"/>
                    </a:moveTo>
                    <a:lnTo>
                      <a:pt x="6909256" y="786550"/>
                    </a:lnTo>
                    <a:lnTo>
                      <a:pt x="6888023" y="779799"/>
                    </a:lnTo>
                    <a:lnTo>
                      <a:pt x="6861804" y="753985"/>
                    </a:lnTo>
                    <a:lnTo>
                      <a:pt x="6865504" y="740148"/>
                    </a:lnTo>
                    <a:lnTo>
                      <a:pt x="6918235" y="659689"/>
                    </a:lnTo>
                    <a:lnTo>
                      <a:pt x="6703434" y="416280"/>
                    </a:lnTo>
                    <a:lnTo>
                      <a:pt x="6618805" y="390805"/>
                    </a:lnTo>
                    <a:lnTo>
                      <a:pt x="6554396" y="402447"/>
                    </a:lnTo>
                    <a:lnTo>
                      <a:pt x="6203151" y="0"/>
                    </a:lnTo>
                    <a:moveTo>
                      <a:pt x="6110841" y="0"/>
                    </a:moveTo>
                    <a:lnTo>
                      <a:pt x="6329335" y="248339"/>
                    </a:lnTo>
                    <a:lnTo>
                      <a:pt x="6377088" y="325596"/>
                    </a:lnTo>
                    <a:lnTo>
                      <a:pt x="6806957" y="825707"/>
                    </a:lnTo>
                    <a:lnTo>
                      <a:pt x="6783459" y="868815"/>
                    </a:lnTo>
                    <a:lnTo>
                      <a:pt x="6332391" y="1229218"/>
                    </a:lnTo>
                    <a:lnTo>
                      <a:pt x="4238702" y="2840016"/>
                    </a:lnTo>
                    <a:lnTo>
                      <a:pt x="4198274" y="2857788"/>
                    </a:lnTo>
                    <a:lnTo>
                      <a:pt x="3997731" y="2422095"/>
                    </a:lnTo>
                    <a:lnTo>
                      <a:pt x="3828827" y="2100528"/>
                    </a:lnTo>
                    <a:lnTo>
                      <a:pt x="3821486" y="2103515"/>
                    </a:lnTo>
                    <a:lnTo>
                      <a:pt x="3822545" y="2095853"/>
                    </a:lnTo>
                    <a:lnTo>
                      <a:pt x="3811186" y="2094334"/>
                    </a:lnTo>
                    <a:lnTo>
                      <a:pt x="3788169" y="2071683"/>
                    </a:lnTo>
                    <a:lnTo>
                      <a:pt x="3474210" y="1702885"/>
                    </a:lnTo>
                    <a:lnTo>
                      <a:pt x="3453566" y="1720932"/>
                    </a:lnTo>
                    <a:lnTo>
                      <a:pt x="3448549" y="1705776"/>
                    </a:lnTo>
                    <a:lnTo>
                      <a:pt x="3429526" y="1683703"/>
                    </a:lnTo>
                    <a:lnTo>
                      <a:pt x="2411471" y="594111"/>
                    </a:lnTo>
                    <a:lnTo>
                      <a:pt x="2421344" y="570145"/>
                    </a:lnTo>
                    <a:lnTo>
                      <a:pt x="2439822" y="548444"/>
                    </a:lnTo>
                    <a:lnTo>
                      <a:pt x="3017744" y="1778"/>
                    </a:lnTo>
                    <a:lnTo>
                      <a:pt x="2949875" y="1963"/>
                    </a:lnTo>
                    <a:lnTo>
                      <a:pt x="2418957" y="501429"/>
                    </a:lnTo>
                    <a:lnTo>
                      <a:pt x="2391855" y="514641"/>
                    </a:lnTo>
                    <a:lnTo>
                      <a:pt x="2343516" y="522115"/>
                    </a:lnTo>
                    <a:lnTo>
                      <a:pt x="2280830" y="456743"/>
                    </a:lnTo>
                    <a:lnTo>
                      <a:pt x="2273609" y="430439"/>
                    </a:lnTo>
                    <a:lnTo>
                      <a:pt x="2276807" y="405950"/>
                    </a:lnTo>
                    <a:lnTo>
                      <a:pt x="2293840" y="384509"/>
                    </a:lnTo>
                    <a:lnTo>
                      <a:pt x="2702417" y="2941"/>
                    </a:lnTo>
                    <a:lnTo>
                      <a:pt x="2638578" y="3110"/>
                    </a:lnTo>
                    <a:lnTo>
                      <a:pt x="2517324" y="114543"/>
                    </a:lnTo>
                    <a:lnTo>
                      <a:pt x="2276263" y="355523"/>
                    </a:lnTo>
                    <a:lnTo>
                      <a:pt x="2227514" y="377727"/>
                    </a:lnTo>
                    <a:lnTo>
                      <a:pt x="2205846" y="376013"/>
                    </a:lnTo>
                    <a:lnTo>
                      <a:pt x="1868143" y="6003"/>
                    </a:lnTo>
                    <a:lnTo>
                      <a:pt x="1804652" y="6161"/>
                    </a:lnTo>
                    <a:lnTo>
                      <a:pt x="2169150" y="404042"/>
                    </a:lnTo>
                    <a:lnTo>
                      <a:pt x="2547920" y="805788"/>
                    </a:lnTo>
                    <a:lnTo>
                      <a:pt x="2535836" y="828149"/>
                    </a:lnTo>
                    <a:lnTo>
                      <a:pt x="2417960" y="968147"/>
                    </a:lnTo>
                    <a:lnTo>
                      <a:pt x="2385750" y="1016859"/>
                    </a:lnTo>
                    <a:lnTo>
                      <a:pt x="2342251" y="1102999"/>
                    </a:lnTo>
                    <a:lnTo>
                      <a:pt x="2306916" y="1193829"/>
                    </a:lnTo>
                    <a:lnTo>
                      <a:pt x="2238236" y="1458183"/>
                    </a:lnTo>
                    <a:lnTo>
                      <a:pt x="2211019" y="1544180"/>
                    </a:lnTo>
                    <a:lnTo>
                      <a:pt x="2196570" y="1581480"/>
                    </a:lnTo>
                    <a:lnTo>
                      <a:pt x="2153160" y="1664144"/>
                    </a:lnTo>
                    <a:lnTo>
                      <a:pt x="2106407" y="1727663"/>
                    </a:lnTo>
                    <a:lnTo>
                      <a:pt x="2067630" y="1770000"/>
                    </a:lnTo>
                    <a:lnTo>
                      <a:pt x="1970793" y="1869197"/>
                    </a:lnTo>
                    <a:lnTo>
                      <a:pt x="1941863" y="1895060"/>
                    </a:lnTo>
                    <a:lnTo>
                      <a:pt x="1919257" y="1904992"/>
                    </a:lnTo>
                    <a:lnTo>
                      <a:pt x="1894772" y="1898769"/>
                    </a:lnTo>
                    <a:lnTo>
                      <a:pt x="1845847" y="1850245"/>
                    </a:lnTo>
                    <a:lnTo>
                      <a:pt x="1006413" y="945800"/>
                    </a:lnTo>
                    <a:lnTo>
                      <a:pt x="601281" y="501647"/>
                    </a:lnTo>
                    <a:lnTo>
                      <a:pt x="360703" y="246604"/>
                    </a:lnTo>
                    <a:lnTo>
                      <a:pt x="352415" y="225836"/>
                    </a:lnTo>
                    <a:lnTo>
                      <a:pt x="370062" y="201104"/>
                    </a:lnTo>
                    <a:lnTo>
                      <a:pt x="331154" y="160748"/>
                    </a:lnTo>
                    <a:lnTo>
                      <a:pt x="121192" y="362251"/>
                    </a:lnTo>
                    <a:lnTo>
                      <a:pt x="236388" y="467141"/>
                    </a:lnTo>
                    <a:lnTo>
                      <a:pt x="246177" y="481577"/>
                    </a:lnTo>
                    <a:lnTo>
                      <a:pt x="248018" y="499382"/>
                    </a:lnTo>
                    <a:lnTo>
                      <a:pt x="0" y="765876"/>
                    </a:lnTo>
                    <a:moveTo>
                      <a:pt x="0" y="1225318"/>
                    </a:moveTo>
                    <a:lnTo>
                      <a:pt x="596195" y="1789944"/>
                    </a:lnTo>
                    <a:lnTo>
                      <a:pt x="1319804" y="2488925"/>
                    </a:lnTo>
                    <a:lnTo>
                      <a:pt x="1316758" y="2506748"/>
                    </a:lnTo>
                    <a:lnTo>
                      <a:pt x="976011" y="2845146"/>
                    </a:lnTo>
                    <a:lnTo>
                      <a:pt x="955028" y="2890640"/>
                    </a:lnTo>
                    <a:lnTo>
                      <a:pt x="913523" y="3057653"/>
                    </a:lnTo>
                    <a:lnTo>
                      <a:pt x="891039" y="3104745"/>
                    </a:lnTo>
                    <a:lnTo>
                      <a:pt x="916955" y="3133769"/>
                    </a:lnTo>
                    <a:lnTo>
                      <a:pt x="936342" y="3106323"/>
                    </a:lnTo>
                    <a:lnTo>
                      <a:pt x="954022" y="3065761"/>
                    </a:lnTo>
                    <a:lnTo>
                      <a:pt x="990718" y="2903568"/>
                    </a:lnTo>
                    <a:lnTo>
                      <a:pt x="1008104" y="2858636"/>
                    </a:lnTo>
                    <a:lnTo>
                      <a:pt x="1147307" y="2716551"/>
                    </a:lnTo>
                    <a:lnTo>
                      <a:pt x="1346956" y="2524846"/>
                    </a:lnTo>
                    <a:lnTo>
                      <a:pt x="1362136" y="2532647"/>
                    </a:lnTo>
                    <a:lnTo>
                      <a:pt x="1598025" y="2779714"/>
                    </a:lnTo>
                    <a:lnTo>
                      <a:pt x="1824063" y="3026813"/>
                    </a:lnTo>
                    <a:lnTo>
                      <a:pt x="1833811" y="3039623"/>
                    </a:lnTo>
                    <a:lnTo>
                      <a:pt x="1838872" y="3060421"/>
                    </a:lnTo>
                    <a:lnTo>
                      <a:pt x="1826190" y="3083413"/>
                    </a:lnTo>
                    <a:lnTo>
                      <a:pt x="1788939" y="3116100"/>
                    </a:lnTo>
                    <a:lnTo>
                      <a:pt x="1499567" y="3329498"/>
                    </a:lnTo>
                    <a:lnTo>
                      <a:pt x="1389644" y="3401252"/>
                    </a:lnTo>
                    <a:lnTo>
                      <a:pt x="763299" y="3762937"/>
                    </a:lnTo>
                    <a:lnTo>
                      <a:pt x="764057" y="3770366"/>
                    </a:lnTo>
                    <a:lnTo>
                      <a:pt x="759427" y="3768767"/>
                    </a:lnTo>
                    <a:lnTo>
                      <a:pt x="673007" y="3822531"/>
                    </a:lnTo>
                    <a:lnTo>
                      <a:pt x="193396" y="4066588"/>
                    </a:lnTo>
                    <a:lnTo>
                      <a:pt x="0" y="3627252"/>
                    </a:lnTo>
                    <a:moveTo>
                      <a:pt x="0" y="3840427"/>
                    </a:moveTo>
                    <a:lnTo>
                      <a:pt x="2290" y="3845412"/>
                    </a:lnTo>
                    <a:lnTo>
                      <a:pt x="112047" y="4114986"/>
                    </a:lnTo>
                    <a:lnTo>
                      <a:pt x="93741" y="4129998"/>
                    </a:lnTo>
                    <a:lnTo>
                      <a:pt x="0" y="3909578"/>
                    </a:lnTo>
                    <a:moveTo>
                      <a:pt x="6595819" y="448424"/>
                    </a:moveTo>
                    <a:lnTo>
                      <a:pt x="6596979" y="436869"/>
                    </a:lnTo>
                    <a:lnTo>
                      <a:pt x="6602320" y="432657"/>
                    </a:lnTo>
                    <a:lnTo>
                      <a:pt x="6610726" y="431558"/>
                    </a:lnTo>
                    <a:lnTo>
                      <a:pt x="6849514" y="704769"/>
                    </a:lnTo>
                    <a:lnTo>
                      <a:pt x="6844782" y="712409"/>
                    </a:lnTo>
                    <a:lnTo>
                      <a:pt x="6833177" y="720550"/>
                    </a:lnTo>
                    <a:lnTo>
                      <a:pt x="6595819" y="448424"/>
                    </a:lnTo>
                    <a:lnTo>
                      <a:pt x="6595819" y="448424"/>
                    </a:lnTo>
                    <a:moveTo>
                      <a:pt x="6774877" y="564451"/>
                    </a:moveTo>
                    <a:lnTo>
                      <a:pt x="6775037" y="561741"/>
                    </a:lnTo>
                    <a:lnTo>
                      <a:pt x="6796536" y="543057"/>
                    </a:lnTo>
                    <a:lnTo>
                      <a:pt x="6822249" y="571543"/>
                    </a:lnTo>
                    <a:lnTo>
                      <a:pt x="6800108" y="591549"/>
                    </a:lnTo>
                    <a:lnTo>
                      <a:pt x="6774877" y="564451"/>
                    </a:lnTo>
                    <a:lnTo>
                      <a:pt x="6774877" y="564451"/>
                    </a:lnTo>
                    <a:moveTo>
                      <a:pt x="1800570" y="3597251"/>
                    </a:moveTo>
                    <a:lnTo>
                      <a:pt x="2923547" y="2790593"/>
                    </a:lnTo>
                    <a:lnTo>
                      <a:pt x="3584140" y="2325772"/>
                    </a:lnTo>
                    <a:lnTo>
                      <a:pt x="3751456" y="2196359"/>
                    </a:lnTo>
                    <a:lnTo>
                      <a:pt x="3805776" y="2173696"/>
                    </a:lnTo>
                    <a:lnTo>
                      <a:pt x="3831067" y="2208541"/>
                    </a:lnTo>
                    <a:lnTo>
                      <a:pt x="4156822" y="2876991"/>
                    </a:lnTo>
                    <a:lnTo>
                      <a:pt x="3816323" y="3098916"/>
                    </a:lnTo>
                    <a:lnTo>
                      <a:pt x="3632241" y="3272995"/>
                    </a:lnTo>
                    <a:lnTo>
                      <a:pt x="3236136" y="3545158"/>
                    </a:lnTo>
                    <a:lnTo>
                      <a:pt x="2775350" y="3846664"/>
                    </a:lnTo>
                    <a:lnTo>
                      <a:pt x="2132056" y="4231387"/>
                    </a:lnTo>
                    <a:lnTo>
                      <a:pt x="2107453" y="4230132"/>
                    </a:lnTo>
                    <a:lnTo>
                      <a:pt x="2083009" y="4204320"/>
                    </a:lnTo>
                    <a:lnTo>
                      <a:pt x="1906431" y="3811079"/>
                    </a:lnTo>
                    <a:lnTo>
                      <a:pt x="1870561" y="3735017"/>
                    </a:lnTo>
                    <a:lnTo>
                      <a:pt x="1808717" y="3623576"/>
                    </a:lnTo>
                    <a:lnTo>
                      <a:pt x="1806820" y="3599059"/>
                    </a:lnTo>
                    <a:lnTo>
                      <a:pt x="1800570" y="3597251"/>
                    </a:lnTo>
                    <a:lnTo>
                      <a:pt x="1800570" y="3597251"/>
                    </a:lnTo>
                    <a:moveTo>
                      <a:pt x="205731" y="4099563"/>
                    </a:moveTo>
                    <a:lnTo>
                      <a:pt x="293317" y="4046071"/>
                    </a:lnTo>
                    <a:lnTo>
                      <a:pt x="680874" y="3848540"/>
                    </a:lnTo>
                    <a:lnTo>
                      <a:pt x="780457" y="3786820"/>
                    </a:lnTo>
                    <a:lnTo>
                      <a:pt x="784157" y="3788446"/>
                    </a:lnTo>
                    <a:lnTo>
                      <a:pt x="1260407" y="3526482"/>
                    </a:lnTo>
                    <a:lnTo>
                      <a:pt x="1425317" y="3430288"/>
                    </a:lnTo>
                    <a:lnTo>
                      <a:pt x="1543363" y="3350443"/>
                    </a:lnTo>
                    <a:lnTo>
                      <a:pt x="1789039" y="3164798"/>
                    </a:lnTo>
                    <a:lnTo>
                      <a:pt x="1958677" y="3024827"/>
                    </a:lnTo>
                    <a:lnTo>
                      <a:pt x="2152417" y="2819845"/>
                    </a:lnTo>
                    <a:lnTo>
                      <a:pt x="2310924" y="2661546"/>
                    </a:lnTo>
                    <a:lnTo>
                      <a:pt x="2304458" y="2650304"/>
                    </a:lnTo>
                    <a:lnTo>
                      <a:pt x="2541411" y="2464468"/>
                    </a:lnTo>
                    <a:lnTo>
                      <a:pt x="3414461" y="1813976"/>
                    </a:lnTo>
                    <a:lnTo>
                      <a:pt x="3443393" y="1781336"/>
                    </a:lnTo>
                    <a:lnTo>
                      <a:pt x="3455518" y="1800454"/>
                    </a:lnTo>
                    <a:lnTo>
                      <a:pt x="3475604" y="1787615"/>
                    </a:lnTo>
                    <a:lnTo>
                      <a:pt x="3496648" y="1795345"/>
                    </a:lnTo>
                    <a:lnTo>
                      <a:pt x="3763594" y="2103782"/>
                    </a:lnTo>
                    <a:lnTo>
                      <a:pt x="3770412" y="2121575"/>
                    </a:lnTo>
                    <a:lnTo>
                      <a:pt x="3767901" y="2131416"/>
                    </a:lnTo>
                    <a:lnTo>
                      <a:pt x="3772625" y="2135375"/>
                    </a:lnTo>
                    <a:lnTo>
                      <a:pt x="3272850" y="2484513"/>
                    </a:lnTo>
                    <a:lnTo>
                      <a:pt x="1722423" y="3597644"/>
                    </a:lnTo>
                    <a:lnTo>
                      <a:pt x="1746340" y="3631577"/>
                    </a:lnTo>
                    <a:lnTo>
                      <a:pt x="1757016" y="3626683"/>
                    </a:lnTo>
                    <a:lnTo>
                      <a:pt x="1921410" y="3932438"/>
                    </a:lnTo>
                    <a:lnTo>
                      <a:pt x="2038978" y="4234648"/>
                    </a:lnTo>
                    <a:lnTo>
                      <a:pt x="2040982" y="4249406"/>
                    </a:lnTo>
                    <a:lnTo>
                      <a:pt x="2036313" y="4260793"/>
                    </a:lnTo>
                    <a:lnTo>
                      <a:pt x="1694993" y="4476215"/>
                    </a:lnTo>
                    <a:lnTo>
                      <a:pt x="809083" y="4983306"/>
                    </a:lnTo>
                    <a:lnTo>
                      <a:pt x="695188" y="4983970"/>
                    </a:lnTo>
                    <a:lnTo>
                      <a:pt x="623877" y="4971256"/>
                    </a:lnTo>
                    <a:lnTo>
                      <a:pt x="554086" y="4943947"/>
                    </a:lnTo>
                    <a:lnTo>
                      <a:pt x="502321" y="4908696"/>
                    </a:lnTo>
                    <a:lnTo>
                      <a:pt x="516977" y="4898228"/>
                    </a:lnTo>
                    <a:lnTo>
                      <a:pt x="506808" y="4866297"/>
                    </a:lnTo>
                    <a:lnTo>
                      <a:pt x="490072" y="4872471"/>
                    </a:lnTo>
                    <a:lnTo>
                      <a:pt x="472468" y="4795138"/>
                    </a:lnTo>
                    <a:lnTo>
                      <a:pt x="379088" y="4518309"/>
                    </a:lnTo>
                    <a:lnTo>
                      <a:pt x="205731" y="4099563"/>
                    </a:lnTo>
                    <a:lnTo>
                      <a:pt x="205731" y="4099563"/>
                    </a:lnTo>
                    <a:moveTo>
                      <a:pt x="2153719" y="1794582"/>
                    </a:moveTo>
                    <a:lnTo>
                      <a:pt x="2246966" y="1651150"/>
                    </a:lnTo>
                    <a:lnTo>
                      <a:pt x="2285554" y="1563480"/>
                    </a:lnTo>
                    <a:lnTo>
                      <a:pt x="2301600" y="1514783"/>
                    </a:lnTo>
                    <a:lnTo>
                      <a:pt x="2363891" y="1261801"/>
                    </a:lnTo>
                    <a:lnTo>
                      <a:pt x="2392802" y="1179003"/>
                    </a:lnTo>
                    <a:lnTo>
                      <a:pt x="2424923" y="1107572"/>
                    </a:lnTo>
                    <a:lnTo>
                      <a:pt x="2455418" y="1049224"/>
                    </a:lnTo>
                    <a:lnTo>
                      <a:pt x="2487707" y="1003689"/>
                    </a:lnTo>
                    <a:lnTo>
                      <a:pt x="2606803" y="868897"/>
                    </a:lnTo>
                    <a:lnTo>
                      <a:pt x="3385732" y="1691858"/>
                    </a:lnTo>
                    <a:lnTo>
                      <a:pt x="3407980" y="1719750"/>
                    </a:lnTo>
                    <a:lnTo>
                      <a:pt x="3413649" y="1739065"/>
                    </a:lnTo>
                    <a:lnTo>
                      <a:pt x="3396062" y="1775920"/>
                    </a:lnTo>
                    <a:lnTo>
                      <a:pt x="3369775" y="1801365"/>
                    </a:lnTo>
                    <a:lnTo>
                      <a:pt x="3364340" y="1799447"/>
                    </a:lnTo>
                    <a:lnTo>
                      <a:pt x="2967080" y="1345427"/>
                    </a:lnTo>
                    <a:lnTo>
                      <a:pt x="2824005" y="1206557"/>
                    </a:lnTo>
                    <a:lnTo>
                      <a:pt x="2261970" y="1733630"/>
                    </a:lnTo>
                    <a:lnTo>
                      <a:pt x="2189643" y="1829234"/>
                    </a:lnTo>
                    <a:lnTo>
                      <a:pt x="2176632" y="1828142"/>
                    </a:lnTo>
                    <a:lnTo>
                      <a:pt x="2157171" y="1808878"/>
                    </a:lnTo>
                    <a:lnTo>
                      <a:pt x="2153719" y="1794582"/>
                    </a:lnTo>
                    <a:lnTo>
                      <a:pt x="2153719" y="1794582"/>
                    </a:lnTo>
                    <a:moveTo>
                      <a:pt x="1407402" y="2477697"/>
                    </a:moveTo>
                    <a:lnTo>
                      <a:pt x="1410372" y="2466389"/>
                    </a:lnTo>
                    <a:lnTo>
                      <a:pt x="1778836" y="2148739"/>
                    </a:lnTo>
                    <a:lnTo>
                      <a:pt x="2119366" y="1829911"/>
                    </a:lnTo>
                    <a:lnTo>
                      <a:pt x="2137807" y="1831679"/>
                    </a:lnTo>
                    <a:lnTo>
                      <a:pt x="2179228" y="1874605"/>
                    </a:lnTo>
                    <a:lnTo>
                      <a:pt x="2183093" y="1887441"/>
                    </a:lnTo>
                    <a:lnTo>
                      <a:pt x="2179987" y="1895603"/>
                    </a:lnTo>
                    <a:lnTo>
                      <a:pt x="1501554" y="2533752"/>
                    </a:lnTo>
                    <a:lnTo>
                      <a:pt x="1522597" y="2556330"/>
                    </a:lnTo>
                    <a:lnTo>
                      <a:pt x="1963338" y="2144890"/>
                    </a:lnTo>
                    <a:lnTo>
                      <a:pt x="1979722" y="2146344"/>
                    </a:lnTo>
                    <a:lnTo>
                      <a:pt x="1997702" y="2159225"/>
                    </a:lnTo>
                    <a:lnTo>
                      <a:pt x="2275808" y="2456323"/>
                    </a:lnTo>
                    <a:lnTo>
                      <a:pt x="2508359" y="2248223"/>
                    </a:lnTo>
                    <a:lnTo>
                      <a:pt x="2532488" y="2238409"/>
                    </a:lnTo>
                    <a:lnTo>
                      <a:pt x="2638425" y="2336670"/>
                    </a:lnTo>
                    <a:lnTo>
                      <a:pt x="2814612" y="2198381"/>
                    </a:lnTo>
                    <a:lnTo>
                      <a:pt x="3268312" y="1772198"/>
                    </a:lnTo>
                    <a:lnTo>
                      <a:pt x="3281070" y="1765679"/>
                    </a:lnTo>
                    <a:lnTo>
                      <a:pt x="3296955" y="1770173"/>
                    </a:lnTo>
                    <a:lnTo>
                      <a:pt x="3343321" y="1822396"/>
                    </a:lnTo>
                    <a:lnTo>
                      <a:pt x="3199554" y="1936445"/>
                    </a:lnTo>
                    <a:lnTo>
                      <a:pt x="2927274" y="2135368"/>
                    </a:lnTo>
                    <a:lnTo>
                      <a:pt x="2276145" y="2624675"/>
                    </a:lnTo>
                    <a:lnTo>
                      <a:pt x="2294901" y="2646994"/>
                    </a:lnTo>
                    <a:lnTo>
                      <a:pt x="1992424" y="2927381"/>
                    </a:lnTo>
                    <a:lnTo>
                      <a:pt x="1921755" y="3000405"/>
                    </a:lnTo>
                    <a:lnTo>
                      <a:pt x="1905565" y="3002323"/>
                    </a:lnTo>
                    <a:lnTo>
                      <a:pt x="1894233" y="2997644"/>
                    </a:lnTo>
                    <a:lnTo>
                      <a:pt x="1862922" y="2971753"/>
                    </a:lnTo>
                    <a:lnTo>
                      <a:pt x="1669285" y="2756767"/>
                    </a:lnTo>
                    <a:lnTo>
                      <a:pt x="1407402" y="2477697"/>
                    </a:lnTo>
                    <a:lnTo>
                      <a:pt x="1407402" y="2477697"/>
                    </a:lnTo>
                    <a:moveTo>
                      <a:pt x="2241366" y="1823242"/>
                    </a:moveTo>
                    <a:lnTo>
                      <a:pt x="2241111" y="1805503"/>
                    </a:lnTo>
                    <a:lnTo>
                      <a:pt x="2257165" y="1779112"/>
                    </a:lnTo>
                    <a:lnTo>
                      <a:pt x="2830245" y="1262402"/>
                    </a:lnTo>
                    <a:lnTo>
                      <a:pt x="2907008" y="1334256"/>
                    </a:lnTo>
                    <a:lnTo>
                      <a:pt x="3074583" y="1511870"/>
                    </a:lnTo>
                    <a:lnTo>
                      <a:pt x="3257860" y="1728383"/>
                    </a:lnTo>
                    <a:lnTo>
                      <a:pt x="3077727" y="1910499"/>
                    </a:lnTo>
                    <a:lnTo>
                      <a:pt x="2793521" y="2182236"/>
                    </a:lnTo>
                    <a:lnTo>
                      <a:pt x="2667579" y="2279796"/>
                    </a:lnTo>
                    <a:lnTo>
                      <a:pt x="2644305" y="2291398"/>
                    </a:lnTo>
                    <a:lnTo>
                      <a:pt x="2625507" y="2283460"/>
                    </a:lnTo>
                    <a:lnTo>
                      <a:pt x="2493755" y="2147900"/>
                    </a:lnTo>
                    <a:lnTo>
                      <a:pt x="2449549" y="2058781"/>
                    </a:lnTo>
                    <a:lnTo>
                      <a:pt x="2420190" y="2018326"/>
                    </a:lnTo>
                    <a:lnTo>
                      <a:pt x="2249644" y="1839380"/>
                    </a:lnTo>
                    <a:lnTo>
                      <a:pt x="2241366" y="1823242"/>
                    </a:lnTo>
                    <a:lnTo>
                      <a:pt x="2241366" y="1823242"/>
                    </a:lnTo>
                    <a:moveTo>
                      <a:pt x="2009209" y="2112840"/>
                    </a:moveTo>
                    <a:lnTo>
                      <a:pt x="2013541" y="2094884"/>
                    </a:lnTo>
                    <a:lnTo>
                      <a:pt x="2209024" y="1912171"/>
                    </a:lnTo>
                    <a:lnTo>
                      <a:pt x="2228036" y="1900709"/>
                    </a:lnTo>
                    <a:lnTo>
                      <a:pt x="2378093" y="2058910"/>
                    </a:lnTo>
                    <a:lnTo>
                      <a:pt x="2491474" y="2192518"/>
                    </a:lnTo>
                    <a:lnTo>
                      <a:pt x="2490563" y="2205567"/>
                    </a:lnTo>
                    <a:lnTo>
                      <a:pt x="2481055" y="2226679"/>
                    </a:lnTo>
                    <a:lnTo>
                      <a:pt x="2292123" y="2396145"/>
                    </a:lnTo>
                    <a:lnTo>
                      <a:pt x="2274362" y="2402900"/>
                    </a:lnTo>
                    <a:lnTo>
                      <a:pt x="2022022" y="2139827"/>
                    </a:lnTo>
                    <a:lnTo>
                      <a:pt x="2009209" y="2112840"/>
                    </a:lnTo>
                    <a:lnTo>
                      <a:pt x="2009209" y="2112840"/>
                    </a:lnTo>
                    <a:moveTo>
                      <a:pt x="0" y="854779"/>
                    </a:moveTo>
                    <a:lnTo>
                      <a:pt x="17428" y="835993"/>
                    </a:lnTo>
                    <a:lnTo>
                      <a:pt x="7918" y="818392"/>
                    </a:lnTo>
                    <a:lnTo>
                      <a:pt x="23901" y="829312"/>
                    </a:lnTo>
                    <a:lnTo>
                      <a:pt x="107837" y="740063"/>
                    </a:lnTo>
                    <a:lnTo>
                      <a:pt x="94937" y="728192"/>
                    </a:lnTo>
                    <a:lnTo>
                      <a:pt x="97591" y="722679"/>
                    </a:lnTo>
                    <a:lnTo>
                      <a:pt x="112688" y="733389"/>
                    </a:lnTo>
                    <a:lnTo>
                      <a:pt x="153096" y="692819"/>
                    </a:lnTo>
                    <a:lnTo>
                      <a:pt x="185330" y="657109"/>
                    </a:lnTo>
                    <a:lnTo>
                      <a:pt x="174544" y="646313"/>
                    </a:lnTo>
                    <a:lnTo>
                      <a:pt x="176641" y="639789"/>
                    </a:lnTo>
                    <a:lnTo>
                      <a:pt x="191800" y="650485"/>
                    </a:lnTo>
                    <a:lnTo>
                      <a:pt x="209598" y="632711"/>
                    </a:lnTo>
                    <a:lnTo>
                      <a:pt x="259574" y="579093"/>
                    </a:lnTo>
                    <a:lnTo>
                      <a:pt x="257960" y="553548"/>
                    </a:lnTo>
                    <a:lnTo>
                      <a:pt x="267498" y="538565"/>
                    </a:lnTo>
                    <a:lnTo>
                      <a:pt x="396564" y="407043"/>
                    </a:lnTo>
                    <a:lnTo>
                      <a:pt x="415884" y="397017"/>
                    </a:lnTo>
                    <a:lnTo>
                      <a:pt x="437166" y="400058"/>
                    </a:lnTo>
                    <a:lnTo>
                      <a:pt x="661665" y="637420"/>
                    </a:lnTo>
                    <a:lnTo>
                      <a:pt x="670506" y="630412"/>
                    </a:lnTo>
                    <a:lnTo>
                      <a:pt x="748617" y="714925"/>
                    </a:lnTo>
                    <a:lnTo>
                      <a:pt x="615569" y="853178"/>
                    </a:lnTo>
                    <a:lnTo>
                      <a:pt x="638213" y="877355"/>
                    </a:lnTo>
                    <a:lnTo>
                      <a:pt x="768239" y="749976"/>
                    </a:lnTo>
                    <a:lnTo>
                      <a:pt x="1876648" y="1940513"/>
                    </a:lnTo>
                    <a:lnTo>
                      <a:pt x="1881518" y="1954528"/>
                    </a:lnTo>
                    <a:lnTo>
                      <a:pt x="1722248" y="2108183"/>
                    </a:lnTo>
                    <a:lnTo>
                      <a:pt x="1695656" y="2119840"/>
                    </a:lnTo>
                    <a:lnTo>
                      <a:pt x="1641113" y="2118382"/>
                    </a:lnTo>
                    <a:lnTo>
                      <a:pt x="1605497" y="2134720"/>
                    </a:lnTo>
                    <a:lnTo>
                      <a:pt x="1589440" y="2181716"/>
                    </a:lnTo>
                    <a:lnTo>
                      <a:pt x="1595944" y="2207602"/>
                    </a:lnTo>
                    <a:lnTo>
                      <a:pt x="1627565" y="2237310"/>
                    </a:lnTo>
                    <a:lnTo>
                      <a:pt x="1392802" y="2443247"/>
                    </a:lnTo>
                    <a:lnTo>
                      <a:pt x="1380922" y="2446442"/>
                    </a:lnTo>
                    <a:lnTo>
                      <a:pt x="1370151" y="2441975"/>
                    </a:lnTo>
                    <a:lnTo>
                      <a:pt x="1355447" y="2432267"/>
                    </a:lnTo>
                    <a:lnTo>
                      <a:pt x="1004043" y="2088322"/>
                    </a:lnTo>
                    <a:lnTo>
                      <a:pt x="836522" y="1912246"/>
                    </a:lnTo>
                    <a:lnTo>
                      <a:pt x="553587" y="1658885"/>
                    </a:lnTo>
                    <a:lnTo>
                      <a:pt x="0" y="1129026"/>
                    </a:lnTo>
                    <a:moveTo>
                      <a:pt x="511262" y="4957251"/>
                    </a:moveTo>
                    <a:lnTo>
                      <a:pt x="513639" y="4955015"/>
                    </a:lnTo>
                    <a:lnTo>
                      <a:pt x="524808" y="4963482"/>
                    </a:lnTo>
                    <a:lnTo>
                      <a:pt x="558962" y="4982834"/>
                    </a:lnTo>
                    <a:lnTo>
                      <a:pt x="612505" y="5005354"/>
                    </a:lnTo>
                    <a:lnTo>
                      <a:pt x="670877" y="5016485"/>
                    </a:lnTo>
                    <a:lnTo>
                      <a:pt x="713022" y="5019542"/>
                    </a:lnTo>
                    <a:lnTo>
                      <a:pt x="739621" y="5017251"/>
                    </a:lnTo>
                    <a:lnTo>
                      <a:pt x="741699" y="5019663"/>
                    </a:lnTo>
                    <a:lnTo>
                      <a:pt x="547838" y="5132509"/>
                    </a:lnTo>
                    <a:lnTo>
                      <a:pt x="546138" y="5131314"/>
                    </a:lnTo>
                    <a:lnTo>
                      <a:pt x="511262" y="4957251"/>
                    </a:lnTo>
                    <a:lnTo>
                      <a:pt x="511262" y="4957251"/>
                    </a:lnTo>
                    <a:moveTo>
                      <a:pt x="432379" y="4938657"/>
                    </a:moveTo>
                    <a:lnTo>
                      <a:pt x="433448" y="4936454"/>
                    </a:lnTo>
                    <a:lnTo>
                      <a:pt x="459653" y="4925794"/>
                    </a:lnTo>
                    <a:lnTo>
                      <a:pt x="505975" y="5139918"/>
                    </a:lnTo>
                    <a:lnTo>
                      <a:pt x="506097" y="5146371"/>
                    </a:lnTo>
                    <a:lnTo>
                      <a:pt x="501343" y="5159549"/>
                    </a:lnTo>
                    <a:lnTo>
                      <a:pt x="492429" y="5171862"/>
                    </a:lnTo>
                    <a:lnTo>
                      <a:pt x="489496" y="5171638"/>
                    </a:lnTo>
                    <a:lnTo>
                      <a:pt x="432379" y="4938657"/>
                    </a:lnTo>
                    <a:lnTo>
                      <a:pt x="432379" y="4938657"/>
                    </a:lnTo>
                    <a:moveTo>
                      <a:pt x="334949" y="4560047"/>
                    </a:moveTo>
                    <a:lnTo>
                      <a:pt x="335971" y="4557809"/>
                    </a:lnTo>
                    <a:lnTo>
                      <a:pt x="338107" y="4558121"/>
                    </a:lnTo>
                    <a:lnTo>
                      <a:pt x="366452" y="4618819"/>
                    </a:lnTo>
                    <a:lnTo>
                      <a:pt x="389290" y="4672197"/>
                    </a:lnTo>
                    <a:lnTo>
                      <a:pt x="412227" y="4738555"/>
                    </a:lnTo>
                    <a:lnTo>
                      <a:pt x="436865" y="4825969"/>
                    </a:lnTo>
                    <a:lnTo>
                      <a:pt x="451829" y="4890783"/>
                    </a:lnTo>
                    <a:lnTo>
                      <a:pt x="423826" y="4902544"/>
                    </a:lnTo>
                    <a:lnTo>
                      <a:pt x="373227" y="4699852"/>
                    </a:lnTo>
                    <a:lnTo>
                      <a:pt x="334949" y="4560047"/>
                    </a:lnTo>
                    <a:lnTo>
                      <a:pt x="334949" y="4560047"/>
                    </a:lnTo>
                    <a:moveTo>
                      <a:pt x="340822" y="4981067"/>
                    </a:moveTo>
                    <a:lnTo>
                      <a:pt x="341390" y="4978624"/>
                    </a:lnTo>
                    <a:lnTo>
                      <a:pt x="360980" y="4970950"/>
                    </a:lnTo>
                    <a:lnTo>
                      <a:pt x="397527" y="5153544"/>
                    </a:lnTo>
                    <a:lnTo>
                      <a:pt x="408596" y="5231806"/>
                    </a:lnTo>
                    <a:lnTo>
                      <a:pt x="391544" y="5244048"/>
                    </a:lnTo>
                    <a:lnTo>
                      <a:pt x="388620" y="5243143"/>
                    </a:lnTo>
                    <a:lnTo>
                      <a:pt x="379801" y="5184451"/>
                    </a:lnTo>
                    <a:lnTo>
                      <a:pt x="340822" y="4981067"/>
                    </a:lnTo>
                    <a:lnTo>
                      <a:pt x="340822" y="4981067"/>
                    </a:lnTo>
                    <a:moveTo>
                      <a:pt x="103130" y="4182473"/>
                    </a:moveTo>
                    <a:lnTo>
                      <a:pt x="100582" y="4180610"/>
                    </a:lnTo>
                    <a:lnTo>
                      <a:pt x="121082" y="4159644"/>
                    </a:lnTo>
                    <a:lnTo>
                      <a:pt x="125320" y="4156596"/>
                    </a:lnTo>
                    <a:lnTo>
                      <a:pt x="127189" y="4157533"/>
                    </a:lnTo>
                    <a:lnTo>
                      <a:pt x="188712" y="4330922"/>
                    </a:lnTo>
                    <a:lnTo>
                      <a:pt x="219874" y="4426432"/>
                    </a:lnTo>
                    <a:lnTo>
                      <a:pt x="254273" y="4538145"/>
                    </a:lnTo>
                    <a:lnTo>
                      <a:pt x="283821" y="4645043"/>
                    </a:lnTo>
                    <a:lnTo>
                      <a:pt x="328283" y="4818287"/>
                    </a:lnTo>
                    <a:lnTo>
                      <a:pt x="353168" y="4935479"/>
                    </a:lnTo>
                    <a:lnTo>
                      <a:pt x="333391" y="4943538"/>
                    </a:lnTo>
                    <a:lnTo>
                      <a:pt x="290745" y="4761715"/>
                    </a:lnTo>
                    <a:lnTo>
                      <a:pt x="223443" y="4513982"/>
                    </a:lnTo>
                    <a:lnTo>
                      <a:pt x="197205" y="4431446"/>
                    </a:lnTo>
                    <a:lnTo>
                      <a:pt x="133302" y="4242008"/>
                    </a:lnTo>
                    <a:lnTo>
                      <a:pt x="111178" y="4181194"/>
                    </a:lnTo>
                    <a:lnTo>
                      <a:pt x="103130" y="4182473"/>
                    </a:lnTo>
                    <a:lnTo>
                      <a:pt x="103130" y="4182473"/>
                    </a:lnTo>
                    <a:moveTo>
                      <a:pt x="238365" y="5059289"/>
                    </a:moveTo>
                    <a:lnTo>
                      <a:pt x="245794" y="5036930"/>
                    </a:lnTo>
                    <a:lnTo>
                      <a:pt x="258372" y="5019210"/>
                    </a:lnTo>
                    <a:lnTo>
                      <a:pt x="270936" y="5011722"/>
                    </a:lnTo>
                    <a:lnTo>
                      <a:pt x="273697" y="5012680"/>
                    </a:lnTo>
                    <a:lnTo>
                      <a:pt x="306900" y="5192792"/>
                    </a:lnTo>
                    <a:lnTo>
                      <a:pt x="321505" y="5293522"/>
                    </a:lnTo>
                    <a:lnTo>
                      <a:pt x="300032" y="5307411"/>
                    </a:lnTo>
                    <a:lnTo>
                      <a:pt x="297880" y="5284006"/>
                    </a:lnTo>
                    <a:lnTo>
                      <a:pt x="284518" y="5293659"/>
                    </a:lnTo>
                    <a:lnTo>
                      <a:pt x="277609" y="5301986"/>
                    </a:lnTo>
                    <a:lnTo>
                      <a:pt x="274785" y="5300506"/>
                    </a:lnTo>
                    <a:lnTo>
                      <a:pt x="251667" y="5146959"/>
                    </a:lnTo>
                    <a:lnTo>
                      <a:pt x="241350" y="5087081"/>
                    </a:lnTo>
                    <a:lnTo>
                      <a:pt x="238365" y="5059289"/>
                    </a:lnTo>
                    <a:lnTo>
                      <a:pt x="238365" y="5059289"/>
                    </a:lnTo>
                    <a:moveTo>
                      <a:pt x="178077" y="4756757"/>
                    </a:moveTo>
                    <a:lnTo>
                      <a:pt x="180307" y="4754497"/>
                    </a:lnTo>
                    <a:lnTo>
                      <a:pt x="194271" y="4764882"/>
                    </a:lnTo>
                    <a:lnTo>
                      <a:pt x="214842" y="4841502"/>
                    </a:lnTo>
                    <a:lnTo>
                      <a:pt x="237827" y="4946994"/>
                    </a:lnTo>
                    <a:lnTo>
                      <a:pt x="241393" y="4956100"/>
                    </a:lnTo>
                    <a:lnTo>
                      <a:pt x="218087" y="4844646"/>
                    </a:lnTo>
                    <a:lnTo>
                      <a:pt x="199048" y="4745423"/>
                    </a:lnTo>
                    <a:lnTo>
                      <a:pt x="201315" y="4743176"/>
                    </a:lnTo>
                    <a:lnTo>
                      <a:pt x="213093" y="4751402"/>
                    </a:lnTo>
                    <a:lnTo>
                      <a:pt x="235921" y="4836404"/>
                    </a:lnTo>
                    <a:lnTo>
                      <a:pt x="264068" y="4968528"/>
                    </a:lnTo>
                    <a:lnTo>
                      <a:pt x="243789" y="4965178"/>
                    </a:lnTo>
                    <a:lnTo>
                      <a:pt x="226897" y="4955262"/>
                    </a:lnTo>
                    <a:lnTo>
                      <a:pt x="213491" y="4933656"/>
                    </a:lnTo>
                    <a:lnTo>
                      <a:pt x="178077" y="4756757"/>
                    </a:lnTo>
                    <a:lnTo>
                      <a:pt x="178077" y="4756757"/>
                    </a:lnTo>
                  </a:path>
                </a:pathLst>
              </a:custGeom>
              <a:noFill/>
              <a:ln w="18720" cap="flat">
                <a:solidFill>
                  <a:srgbClr val="A0A0A0"/>
                </a:solidFill>
                <a:round/>
              </a:ln>
            </p:spPr>
          </p:sp>
          <p:sp>
            <p:nvSpPr>
              <p:cNvPr id="3" name="Контур"/>
              <p:cNvSpPr/>
              <p:nvPr/>
            </p:nvSpPr>
            <p:spPr>
              <a:xfrm>
                <a:off x="2418062" y="5860605"/>
                <a:ext cx="584911" cy="1084250"/>
              </a:xfrm>
              <a:custGeom>
                <a:avLst/>
                <a:gdLst/>
                <a:ahLst/>
                <a:cxnLst/>
                <a:rect l="l" t="t" r="r" b="b"/>
                <a:pathLst>
                  <a:path w="584911" h="1084250" fill="none">
                    <a:moveTo>
                      <a:pt x="0" y="45606"/>
                    </a:moveTo>
                    <a:lnTo>
                      <a:pt x="505154" y="1084250"/>
                    </a:lnTo>
                    <a:lnTo>
                      <a:pt x="584911" y="1084038"/>
                    </a:lnTo>
                    <a:lnTo>
                      <a:pt x="570979" y="1054945"/>
                    </a:lnTo>
                    <a:lnTo>
                      <a:pt x="559074" y="1061367"/>
                    </a:lnTo>
                    <a:lnTo>
                      <a:pt x="546878" y="1056848"/>
                    </a:lnTo>
                    <a:lnTo>
                      <a:pt x="375238" y="702371"/>
                    </a:lnTo>
                    <a:lnTo>
                      <a:pt x="374934" y="694652"/>
                    </a:lnTo>
                    <a:lnTo>
                      <a:pt x="396070" y="682832"/>
                    </a:lnTo>
                    <a:lnTo>
                      <a:pt x="373360" y="635875"/>
                    </a:lnTo>
                    <a:lnTo>
                      <a:pt x="349827" y="644001"/>
                    </a:lnTo>
                    <a:lnTo>
                      <a:pt x="337670" y="626335"/>
                    </a:lnTo>
                    <a:lnTo>
                      <a:pt x="323156" y="592966"/>
                    </a:lnTo>
                    <a:lnTo>
                      <a:pt x="342207" y="579241"/>
                    </a:lnTo>
                    <a:lnTo>
                      <a:pt x="329255" y="550160"/>
                    </a:lnTo>
                    <a:lnTo>
                      <a:pt x="306539" y="557905"/>
                    </a:lnTo>
                    <a:lnTo>
                      <a:pt x="283934" y="514996"/>
                    </a:lnTo>
                    <a:lnTo>
                      <a:pt x="284251" y="506186"/>
                    </a:lnTo>
                    <a:lnTo>
                      <a:pt x="304613" y="496701"/>
                    </a:lnTo>
                    <a:lnTo>
                      <a:pt x="260683" y="406166"/>
                    </a:lnTo>
                    <a:lnTo>
                      <a:pt x="244022" y="414265"/>
                    </a:lnTo>
                    <a:lnTo>
                      <a:pt x="233167" y="409564"/>
                    </a:lnTo>
                    <a:lnTo>
                      <a:pt x="130232" y="199216"/>
                    </a:lnTo>
                    <a:lnTo>
                      <a:pt x="129988" y="186431"/>
                    </a:lnTo>
                    <a:lnTo>
                      <a:pt x="149467" y="173150"/>
                    </a:lnTo>
                    <a:lnTo>
                      <a:pt x="128345" y="132753"/>
                    </a:lnTo>
                    <a:lnTo>
                      <a:pt x="106457" y="140822"/>
                    </a:lnTo>
                    <a:lnTo>
                      <a:pt x="100756" y="129964"/>
                    </a:lnTo>
                    <a:lnTo>
                      <a:pt x="108839" y="119760"/>
                    </a:lnTo>
                    <a:lnTo>
                      <a:pt x="137862" y="103446"/>
                    </a:lnTo>
                    <a:lnTo>
                      <a:pt x="85726" y="0"/>
                    </a:lnTo>
                    <a:lnTo>
                      <a:pt x="0" y="45606"/>
                    </a:lnTo>
                    <a:close/>
                  </a:path>
                </a:pathLst>
              </a:custGeom>
              <a:noFill/>
              <a:ln w="18720" cap="flat">
                <a:solidFill>
                  <a:srgbClr val="A0A0A0"/>
                </a:solidFill>
                <a:round/>
              </a:ln>
            </p:spPr>
          </p:sp>
          <p:sp>
            <p:nvSpPr>
              <p:cNvPr id="4" name="Контур"/>
              <p:cNvSpPr/>
              <p:nvPr/>
            </p:nvSpPr>
            <p:spPr>
              <a:xfrm>
                <a:off x="252000" y="1584000"/>
                <a:ext cx="7128000" cy="5472000"/>
              </a:xfrm>
              <a:custGeom>
                <a:avLst/>
                <a:gdLst/>
                <a:ahLst/>
                <a:cxnLst/>
                <a:rect l="l" t="t" r="r" b="b"/>
                <a:pathLst>
                  <a:path w="7128000" h="5472000">
                    <a:moveTo>
                      <a:pt x="0" y="3909578"/>
                    </a:moveTo>
                    <a:lnTo>
                      <a:pt x="93741" y="4129998"/>
                    </a:lnTo>
                    <a:lnTo>
                      <a:pt x="112047" y="4114986"/>
                    </a:lnTo>
                    <a:lnTo>
                      <a:pt x="2290" y="3845412"/>
                    </a:lnTo>
                    <a:lnTo>
                      <a:pt x="0" y="3840427"/>
                    </a:lnTo>
                    <a:lnTo>
                      <a:pt x="0" y="3627252"/>
                    </a:lnTo>
                    <a:lnTo>
                      <a:pt x="193396" y="4066588"/>
                    </a:lnTo>
                    <a:lnTo>
                      <a:pt x="673007" y="3822531"/>
                    </a:lnTo>
                    <a:lnTo>
                      <a:pt x="759427" y="3768767"/>
                    </a:lnTo>
                    <a:lnTo>
                      <a:pt x="764057" y="3770366"/>
                    </a:lnTo>
                    <a:lnTo>
                      <a:pt x="763299" y="3762937"/>
                    </a:lnTo>
                    <a:lnTo>
                      <a:pt x="1389644" y="3401252"/>
                    </a:lnTo>
                    <a:lnTo>
                      <a:pt x="1499567" y="3329498"/>
                    </a:lnTo>
                    <a:lnTo>
                      <a:pt x="1788939" y="3116100"/>
                    </a:lnTo>
                    <a:lnTo>
                      <a:pt x="1826190" y="3083413"/>
                    </a:lnTo>
                    <a:lnTo>
                      <a:pt x="1838872" y="3060421"/>
                    </a:lnTo>
                    <a:lnTo>
                      <a:pt x="1833811" y="3039623"/>
                    </a:lnTo>
                    <a:lnTo>
                      <a:pt x="1824063" y="3026813"/>
                    </a:lnTo>
                    <a:lnTo>
                      <a:pt x="1598025" y="2779714"/>
                    </a:lnTo>
                    <a:lnTo>
                      <a:pt x="1362136" y="2532647"/>
                    </a:lnTo>
                    <a:lnTo>
                      <a:pt x="1346956" y="2524846"/>
                    </a:lnTo>
                    <a:lnTo>
                      <a:pt x="1147307" y="2716551"/>
                    </a:lnTo>
                    <a:lnTo>
                      <a:pt x="1008104" y="2858636"/>
                    </a:lnTo>
                    <a:lnTo>
                      <a:pt x="990718" y="2903568"/>
                    </a:lnTo>
                    <a:lnTo>
                      <a:pt x="954022" y="3065761"/>
                    </a:lnTo>
                    <a:lnTo>
                      <a:pt x="936342" y="3106323"/>
                    </a:lnTo>
                    <a:lnTo>
                      <a:pt x="916955" y="3133769"/>
                    </a:lnTo>
                    <a:lnTo>
                      <a:pt x="891039" y="3104745"/>
                    </a:lnTo>
                    <a:lnTo>
                      <a:pt x="913523" y="3057653"/>
                    </a:lnTo>
                    <a:lnTo>
                      <a:pt x="955028" y="2890640"/>
                    </a:lnTo>
                    <a:lnTo>
                      <a:pt x="976011" y="2845146"/>
                    </a:lnTo>
                    <a:lnTo>
                      <a:pt x="1316758" y="2506748"/>
                    </a:lnTo>
                    <a:lnTo>
                      <a:pt x="1319804" y="2488925"/>
                    </a:lnTo>
                    <a:lnTo>
                      <a:pt x="596195" y="1789944"/>
                    </a:lnTo>
                    <a:lnTo>
                      <a:pt x="0" y="1225318"/>
                    </a:lnTo>
                    <a:lnTo>
                      <a:pt x="0" y="765876"/>
                    </a:lnTo>
                    <a:lnTo>
                      <a:pt x="248018" y="499382"/>
                    </a:lnTo>
                    <a:lnTo>
                      <a:pt x="246177" y="481577"/>
                    </a:lnTo>
                    <a:lnTo>
                      <a:pt x="236388" y="467141"/>
                    </a:lnTo>
                    <a:lnTo>
                      <a:pt x="121192" y="362251"/>
                    </a:lnTo>
                    <a:lnTo>
                      <a:pt x="331154" y="160748"/>
                    </a:lnTo>
                    <a:lnTo>
                      <a:pt x="370062" y="201104"/>
                    </a:lnTo>
                    <a:lnTo>
                      <a:pt x="352415" y="225836"/>
                    </a:lnTo>
                    <a:lnTo>
                      <a:pt x="360703" y="246604"/>
                    </a:lnTo>
                    <a:lnTo>
                      <a:pt x="601281" y="501647"/>
                    </a:lnTo>
                    <a:lnTo>
                      <a:pt x="1006413" y="945800"/>
                    </a:lnTo>
                    <a:lnTo>
                      <a:pt x="1845847" y="1850245"/>
                    </a:lnTo>
                    <a:lnTo>
                      <a:pt x="1894772" y="1898769"/>
                    </a:lnTo>
                    <a:lnTo>
                      <a:pt x="1919257" y="1904992"/>
                    </a:lnTo>
                    <a:lnTo>
                      <a:pt x="1941863" y="1895060"/>
                    </a:lnTo>
                    <a:lnTo>
                      <a:pt x="1970793" y="1869197"/>
                    </a:lnTo>
                    <a:lnTo>
                      <a:pt x="2067630" y="1770000"/>
                    </a:lnTo>
                    <a:lnTo>
                      <a:pt x="2106407" y="1727663"/>
                    </a:lnTo>
                    <a:lnTo>
                      <a:pt x="2153160" y="1664144"/>
                    </a:lnTo>
                    <a:lnTo>
                      <a:pt x="2196570" y="1581480"/>
                    </a:lnTo>
                    <a:lnTo>
                      <a:pt x="2211019" y="1544180"/>
                    </a:lnTo>
                    <a:lnTo>
                      <a:pt x="2238236" y="1458183"/>
                    </a:lnTo>
                    <a:lnTo>
                      <a:pt x="2306916" y="1193829"/>
                    </a:lnTo>
                    <a:lnTo>
                      <a:pt x="2342251" y="1102999"/>
                    </a:lnTo>
                    <a:lnTo>
                      <a:pt x="2385750" y="1016859"/>
                    </a:lnTo>
                    <a:lnTo>
                      <a:pt x="2417960" y="968147"/>
                    </a:lnTo>
                    <a:lnTo>
                      <a:pt x="2535836" y="828149"/>
                    </a:lnTo>
                    <a:lnTo>
                      <a:pt x="2547920" y="805788"/>
                    </a:lnTo>
                    <a:lnTo>
                      <a:pt x="2169150" y="404042"/>
                    </a:lnTo>
                    <a:lnTo>
                      <a:pt x="1804652" y="6161"/>
                    </a:lnTo>
                    <a:lnTo>
                      <a:pt x="1868143" y="6003"/>
                    </a:lnTo>
                    <a:lnTo>
                      <a:pt x="2205846" y="376013"/>
                    </a:lnTo>
                    <a:lnTo>
                      <a:pt x="2227514" y="377727"/>
                    </a:lnTo>
                    <a:lnTo>
                      <a:pt x="2276263" y="355523"/>
                    </a:lnTo>
                    <a:lnTo>
                      <a:pt x="2517324" y="114543"/>
                    </a:lnTo>
                    <a:lnTo>
                      <a:pt x="2638578" y="3110"/>
                    </a:lnTo>
                    <a:lnTo>
                      <a:pt x="2702417" y="2941"/>
                    </a:lnTo>
                    <a:lnTo>
                      <a:pt x="2293840" y="384509"/>
                    </a:lnTo>
                    <a:lnTo>
                      <a:pt x="2276807" y="405950"/>
                    </a:lnTo>
                    <a:lnTo>
                      <a:pt x="2273609" y="430439"/>
                    </a:lnTo>
                    <a:lnTo>
                      <a:pt x="2280830" y="456743"/>
                    </a:lnTo>
                    <a:lnTo>
                      <a:pt x="2343516" y="522115"/>
                    </a:lnTo>
                    <a:lnTo>
                      <a:pt x="2391855" y="514641"/>
                    </a:lnTo>
                    <a:lnTo>
                      <a:pt x="2418957" y="501429"/>
                    </a:lnTo>
                    <a:lnTo>
                      <a:pt x="2949875" y="1963"/>
                    </a:lnTo>
                    <a:lnTo>
                      <a:pt x="3017744" y="1778"/>
                    </a:lnTo>
                    <a:lnTo>
                      <a:pt x="2439822" y="548444"/>
                    </a:lnTo>
                    <a:lnTo>
                      <a:pt x="2421344" y="570145"/>
                    </a:lnTo>
                    <a:lnTo>
                      <a:pt x="2411471" y="594111"/>
                    </a:lnTo>
                    <a:lnTo>
                      <a:pt x="3429526" y="1683703"/>
                    </a:lnTo>
                    <a:lnTo>
                      <a:pt x="3448549" y="1705776"/>
                    </a:lnTo>
                    <a:lnTo>
                      <a:pt x="3453566" y="1720932"/>
                    </a:lnTo>
                    <a:lnTo>
                      <a:pt x="3474210" y="1702885"/>
                    </a:lnTo>
                    <a:lnTo>
                      <a:pt x="3788169" y="2071683"/>
                    </a:lnTo>
                    <a:lnTo>
                      <a:pt x="3811186" y="2094334"/>
                    </a:lnTo>
                    <a:lnTo>
                      <a:pt x="3822545" y="2095853"/>
                    </a:lnTo>
                    <a:lnTo>
                      <a:pt x="3821486" y="2103515"/>
                    </a:lnTo>
                    <a:lnTo>
                      <a:pt x="3828827" y="2100528"/>
                    </a:lnTo>
                    <a:lnTo>
                      <a:pt x="3997731" y="2422095"/>
                    </a:lnTo>
                    <a:lnTo>
                      <a:pt x="4198274" y="2857788"/>
                    </a:lnTo>
                    <a:lnTo>
                      <a:pt x="4238702" y="2840016"/>
                    </a:lnTo>
                    <a:lnTo>
                      <a:pt x="6332391" y="1229218"/>
                    </a:lnTo>
                    <a:lnTo>
                      <a:pt x="6783459" y="868815"/>
                    </a:lnTo>
                    <a:lnTo>
                      <a:pt x="6806957" y="825707"/>
                    </a:lnTo>
                    <a:lnTo>
                      <a:pt x="6377088" y="325596"/>
                    </a:lnTo>
                    <a:lnTo>
                      <a:pt x="6329335" y="248339"/>
                    </a:lnTo>
                    <a:lnTo>
                      <a:pt x="6110841" y="0"/>
                    </a:lnTo>
                    <a:lnTo>
                      <a:pt x="6203151" y="0"/>
                    </a:lnTo>
                    <a:lnTo>
                      <a:pt x="6554396" y="402447"/>
                    </a:lnTo>
                    <a:lnTo>
                      <a:pt x="6618805" y="390805"/>
                    </a:lnTo>
                    <a:lnTo>
                      <a:pt x="6703434" y="416280"/>
                    </a:lnTo>
                    <a:lnTo>
                      <a:pt x="6918235" y="659689"/>
                    </a:lnTo>
                    <a:lnTo>
                      <a:pt x="6865504" y="740148"/>
                    </a:lnTo>
                    <a:lnTo>
                      <a:pt x="6861804" y="753985"/>
                    </a:lnTo>
                    <a:lnTo>
                      <a:pt x="6888023" y="779799"/>
                    </a:lnTo>
                    <a:lnTo>
                      <a:pt x="6909256" y="786550"/>
                    </a:lnTo>
                    <a:lnTo>
                      <a:pt x="7128000" y="706581"/>
                    </a:lnTo>
                    <a:lnTo>
                      <a:pt x="7128000" y="783245"/>
                    </a:lnTo>
                    <a:lnTo>
                      <a:pt x="6974043" y="838007"/>
                    </a:lnTo>
                    <a:lnTo>
                      <a:pt x="6952916" y="851054"/>
                    </a:lnTo>
                    <a:lnTo>
                      <a:pt x="6931867" y="876857"/>
                    </a:lnTo>
                    <a:lnTo>
                      <a:pt x="6923651" y="905898"/>
                    </a:lnTo>
                    <a:lnTo>
                      <a:pt x="7128000" y="1349387"/>
                    </a:lnTo>
                    <a:lnTo>
                      <a:pt x="7128000" y="1471083"/>
                    </a:lnTo>
                    <a:lnTo>
                      <a:pt x="6894493" y="980180"/>
                    </a:lnTo>
                    <a:lnTo>
                      <a:pt x="6862196" y="962884"/>
                    </a:lnTo>
                    <a:lnTo>
                      <a:pt x="6831439" y="960867"/>
                    </a:lnTo>
                    <a:lnTo>
                      <a:pt x="6797558" y="966230"/>
                    </a:lnTo>
                    <a:lnTo>
                      <a:pt x="6072494" y="1528136"/>
                    </a:lnTo>
                    <a:lnTo>
                      <a:pt x="6007089" y="1572572"/>
                    </a:lnTo>
                    <a:lnTo>
                      <a:pt x="6013446" y="1576416"/>
                    </a:lnTo>
                    <a:lnTo>
                      <a:pt x="6016390" y="1601565"/>
                    </a:lnTo>
                    <a:lnTo>
                      <a:pt x="6047212" y="1641818"/>
                    </a:lnTo>
                    <a:lnTo>
                      <a:pt x="6406412" y="2377681"/>
                    </a:lnTo>
                    <a:lnTo>
                      <a:pt x="6367648" y="2395557"/>
                    </a:lnTo>
                    <a:lnTo>
                      <a:pt x="6112809" y="1873049"/>
                    </a:lnTo>
                    <a:lnTo>
                      <a:pt x="6036255" y="1759637"/>
                    </a:lnTo>
                    <a:lnTo>
                      <a:pt x="5780955" y="1947390"/>
                    </a:lnTo>
                    <a:lnTo>
                      <a:pt x="5530199" y="2141519"/>
                    </a:lnTo>
                    <a:lnTo>
                      <a:pt x="5514309" y="2165726"/>
                    </a:lnTo>
                    <a:lnTo>
                      <a:pt x="5514623" y="2208000"/>
                    </a:lnTo>
                    <a:lnTo>
                      <a:pt x="5525992" y="2235226"/>
                    </a:lnTo>
                    <a:lnTo>
                      <a:pt x="5762732" y="2705944"/>
                    </a:lnTo>
                    <a:lnTo>
                      <a:pt x="5723939" y="2725365"/>
                    </a:lnTo>
                    <a:lnTo>
                      <a:pt x="5439893" y="2157739"/>
                    </a:lnTo>
                    <a:lnTo>
                      <a:pt x="5999068" y="1727449"/>
                    </a:lnTo>
                    <a:lnTo>
                      <a:pt x="6016752" y="1707845"/>
                    </a:lnTo>
                    <a:lnTo>
                      <a:pt x="6018120" y="1678280"/>
                    </a:lnTo>
                    <a:lnTo>
                      <a:pt x="5986862" y="1632033"/>
                    </a:lnTo>
                    <a:lnTo>
                      <a:pt x="5972409" y="1620805"/>
                    </a:lnTo>
                    <a:lnTo>
                      <a:pt x="5956028" y="1618296"/>
                    </a:lnTo>
                    <a:lnTo>
                      <a:pt x="5955329" y="1608817"/>
                    </a:lnTo>
                    <a:lnTo>
                      <a:pt x="4234556" y="2933217"/>
                    </a:lnTo>
                    <a:lnTo>
                      <a:pt x="4258264" y="2982941"/>
                    </a:lnTo>
                    <a:lnTo>
                      <a:pt x="4275983" y="2959340"/>
                    </a:lnTo>
                    <a:lnTo>
                      <a:pt x="4284786" y="2978343"/>
                    </a:lnTo>
                    <a:lnTo>
                      <a:pt x="4306876" y="2969205"/>
                    </a:lnTo>
                    <a:lnTo>
                      <a:pt x="4360640" y="3077508"/>
                    </a:lnTo>
                    <a:lnTo>
                      <a:pt x="4338906" y="3092146"/>
                    </a:lnTo>
                    <a:lnTo>
                      <a:pt x="4348490" y="3109273"/>
                    </a:lnTo>
                    <a:lnTo>
                      <a:pt x="4370529" y="3098622"/>
                    </a:lnTo>
                    <a:lnTo>
                      <a:pt x="4491316" y="3350986"/>
                    </a:lnTo>
                    <a:lnTo>
                      <a:pt x="4472603" y="3368496"/>
                    </a:lnTo>
                    <a:lnTo>
                      <a:pt x="4479963" y="3386803"/>
                    </a:lnTo>
                    <a:lnTo>
                      <a:pt x="4452493" y="3386646"/>
                    </a:lnTo>
                    <a:lnTo>
                      <a:pt x="5262830" y="5066679"/>
                    </a:lnTo>
                    <a:lnTo>
                      <a:pt x="5285784" y="5099844"/>
                    </a:lnTo>
                    <a:lnTo>
                      <a:pt x="5302062" y="5112021"/>
                    </a:lnTo>
                    <a:lnTo>
                      <a:pt x="5332051" y="5122870"/>
                    </a:lnTo>
                    <a:lnTo>
                      <a:pt x="5347805" y="5121757"/>
                    </a:lnTo>
                    <a:lnTo>
                      <a:pt x="5549878" y="5024941"/>
                    </a:lnTo>
                    <a:lnTo>
                      <a:pt x="5721088" y="4954372"/>
                    </a:lnTo>
                    <a:lnTo>
                      <a:pt x="7128000" y="4282046"/>
                    </a:lnTo>
                    <a:lnTo>
                      <a:pt x="7128000" y="4403466"/>
                    </a:lnTo>
                    <a:lnTo>
                      <a:pt x="7035240" y="4449620"/>
                    </a:lnTo>
                    <a:lnTo>
                      <a:pt x="6989972" y="4397995"/>
                    </a:lnTo>
                    <a:lnTo>
                      <a:pt x="5389917" y="5162704"/>
                    </a:lnTo>
                    <a:lnTo>
                      <a:pt x="4765942" y="5468135"/>
                    </a:lnTo>
                    <a:lnTo>
                      <a:pt x="4650323" y="5468532"/>
                    </a:lnTo>
                    <a:lnTo>
                      <a:pt x="5233558" y="5188946"/>
                    </a:lnTo>
                    <a:lnTo>
                      <a:pt x="5243612" y="5174668"/>
                    </a:lnTo>
                    <a:lnTo>
                      <a:pt x="5244569" y="5137952"/>
                    </a:lnTo>
                    <a:lnTo>
                      <a:pt x="4447551" y="3473569"/>
                    </a:lnTo>
                    <a:lnTo>
                      <a:pt x="4168747" y="2902135"/>
                    </a:lnTo>
                    <a:lnTo>
                      <a:pt x="3842152" y="3110321"/>
                    </a:lnTo>
                    <a:lnTo>
                      <a:pt x="3793746" y="3159064"/>
                    </a:lnTo>
                    <a:lnTo>
                      <a:pt x="3716335" y="3256537"/>
                    </a:lnTo>
                    <a:lnTo>
                      <a:pt x="3638809" y="3333035"/>
                    </a:lnTo>
                    <a:lnTo>
                      <a:pt x="2943643" y="3794285"/>
                    </a:lnTo>
                    <a:lnTo>
                      <a:pt x="1755147" y="4534379"/>
                    </a:lnTo>
                    <a:lnTo>
                      <a:pt x="571814" y="5241956"/>
                    </a:lnTo>
                    <a:lnTo>
                      <a:pt x="589233" y="5368490"/>
                    </a:lnTo>
                    <a:lnTo>
                      <a:pt x="546875" y="5368545"/>
                    </a:lnTo>
                    <a:lnTo>
                      <a:pt x="522529" y="5217908"/>
                    </a:lnTo>
                    <a:lnTo>
                      <a:pt x="518962" y="5206329"/>
                    </a:lnTo>
                    <a:lnTo>
                      <a:pt x="508651" y="5200595"/>
                    </a:lnTo>
                    <a:lnTo>
                      <a:pt x="496848" y="5206712"/>
                    </a:lnTo>
                    <a:lnTo>
                      <a:pt x="520254" y="5368737"/>
                    </a:lnTo>
                    <a:lnTo>
                      <a:pt x="429320" y="5368965"/>
                    </a:lnTo>
                    <a:lnTo>
                      <a:pt x="410969" y="5263533"/>
                    </a:lnTo>
                    <a:lnTo>
                      <a:pt x="393605" y="5276646"/>
                    </a:lnTo>
                    <a:lnTo>
                      <a:pt x="406460" y="5369144"/>
                    </a:lnTo>
                    <a:lnTo>
                      <a:pt x="333403" y="5369307"/>
                    </a:lnTo>
                    <a:lnTo>
                      <a:pt x="324767" y="5322781"/>
                    </a:lnTo>
                    <a:lnTo>
                      <a:pt x="296741" y="5341496"/>
                    </a:lnTo>
                    <a:lnTo>
                      <a:pt x="294295" y="5352028"/>
                    </a:lnTo>
                    <a:lnTo>
                      <a:pt x="277394" y="5339897"/>
                    </a:lnTo>
                    <a:lnTo>
                      <a:pt x="265329" y="5381772"/>
                    </a:lnTo>
                    <a:lnTo>
                      <a:pt x="248676" y="5414191"/>
                    </a:lnTo>
                    <a:lnTo>
                      <a:pt x="203638" y="5472000"/>
                    </a:lnTo>
                    <a:lnTo>
                      <a:pt x="156345" y="5472000"/>
                    </a:lnTo>
                    <a:lnTo>
                      <a:pt x="226525" y="5374198"/>
                    </a:lnTo>
                    <a:lnTo>
                      <a:pt x="236975" y="5344249"/>
                    </a:lnTo>
                    <a:lnTo>
                      <a:pt x="238875" y="5253817"/>
                    </a:lnTo>
                    <a:lnTo>
                      <a:pt x="144941" y="4735968"/>
                    </a:lnTo>
                    <a:lnTo>
                      <a:pt x="82070" y="4509748"/>
                    </a:lnTo>
                    <a:lnTo>
                      <a:pt x="17608" y="4335957"/>
                    </a:lnTo>
                    <a:lnTo>
                      <a:pt x="14540" y="4286887"/>
                    </a:lnTo>
                    <a:lnTo>
                      <a:pt x="22242" y="4237698"/>
                    </a:lnTo>
                    <a:lnTo>
                      <a:pt x="32509" y="4211078"/>
                    </a:lnTo>
                    <a:lnTo>
                      <a:pt x="14892" y="4213250"/>
                    </a:lnTo>
                    <a:lnTo>
                      <a:pt x="0" y="4169017"/>
                    </a:lnTo>
                    <a:close/>
                    <a:moveTo>
                      <a:pt x="6833177" y="720550"/>
                    </a:moveTo>
                    <a:lnTo>
                      <a:pt x="6844782" y="712409"/>
                    </a:lnTo>
                    <a:lnTo>
                      <a:pt x="6849514" y="704769"/>
                    </a:lnTo>
                    <a:lnTo>
                      <a:pt x="6610726" y="431558"/>
                    </a:lnTo>
                    <a:lnTo>
                      <a:pt x="6602320" y="432657"/>
                    </a:lnTo>
                    <a:lnTo>
                      <a:pt x="6596979" y="436869"/>
                    </a:lnTo>
                    <a:lnTo>
                      <a:pt x="6595819" y="448424"/>
                    </a:lnTo>
                    <a:close/>
                    <a:moveTo>
                      <a:pt x="6800108" y="591549"/>
                    </a:moveTo>
                    <a:lnTo>
                      <a:pt x="6822249" y="571543"/>
                    </a:lnTo>
                    <a:lnTo>
                      <a:pt x="6796536" y="543057"/>
                    </a:lnTo>
                    <a:lnTo>
                      <a:pt x="6775037" y="561741"/>
                    </a:lnTo>
                    <a:lnTo>
                      <a:pt x="6774877" y="564451"/>
                    </a:lnTo>
                    <a:close/>
                    <a:moveTo>
                      <a:pt x="1806820" y="3599059"/>
                    </a:moveTo>
                    <a:lnTo>
                      <a:pt x="1808717" y="3623576"/>
                    </a:lnTo>
                    <a:lnTo>
                      <a:pt x="1870561" y="3735017"/>
                    </a:lnTo>
                    <a:lnTo>
                      <a:pt x="1906431" y="3811079"/>
                    </a:lnTo>
                    <a:lnTo>
                      <a:pt x="2083009" y="4204320"/>
                    </a:lnTo>
                    <a:lnTo>
                      <a:pt x="2107453" y="4230132"/>
                    </a:lnTo>
                    <a:lnTo>
                      <a:pt x="2132056" y="4231387"/>
                    </a:lnTo>
                    <a:lnTo>
                      <a:pt x="2775350" y="3846664"/>
                    </a:lnTo>
                    <a:lnTo>
                      <a:pt x="3236136" y="3545158"/>
                    </a:lnTo>
                    <a:lnTo>
                      <a:pt x="3632241" y="3272995"/>
                    </a:lnTo>
                    <a:lnTo>
                      <a:pt x="3816323" y="3098916"/>
                    </a:lnTo>
                    <a:lnTo>
                      <a:pt x="4156822" y="2876991"/>
                    </a:lnTo>
                    <a:lnTo>
                      <a:pt x="3831067" y="2208541"/>
                    </a:lnTo>
                    <a:lnTo>
                      <a:pt x="3805776" y="2173696"/>
                    </a:lnTo>
                    <a:lnTo>
                      <a:pt x="3751456" y="2196359"/>
                    </a:lnTo>
                    <a:lnTo>
                      <a:pt x="3584140" y="2325772"/>
                    </a:lnTo>
                    <a:lnTo>
                      <a:pt x="2923547" y="2790593"/>
                    </a:lnTo>
                    <a:lnTo>
                      <a:pt x="1800570" y="3597251"/>
                    </a:lnTo>
                    <a:close/>
                    <a:moveTo>
                      <a:pt x="379088" y="4518309"/>
                    </a:moveTo>
                    <a:lnTo>
                      <a:pt x="472468" y="4795138"/>
                    </a:lnTo>
                    <a:lnTo>
                      <a:pt x="490072" y="4872471"/>
                    </a:lnTo>
                    <a:lnTo>
                      <a:pt x="506808" y="4866297"/>
                    </a:lnTo>
                    <a:lnTo>
                      <a:pt x="516977" y="4898228"/>
                    </a:lnTo>
                    <a:lnTo>
                      <a:pt x="502321" y="4908696"/>
                    </a:lnTo>
                    <a:lnTo>
                      <a:pt x="554086" y="4943947"/>
                    </a:lnTo>
                    <a:lnTo>
                      <a:pt x="623877" y="4971256"/>
                    </a:lnTo>
                    <a:lnTo>
                      <a:pt x="695188" y="4983970"/>
                    </a:lnTo>
                    <a:lnTo>
                      <a:pt x="809083" y="4983306"/>
                    </a:lnTo>
                    <a:lnTo>
                      <a:pt x="1694993" y="4476215"/>
                    </a:lnTo>
                    <a:lnTo>
                      <a:pt x="2036313" y="4260793"/>
                    </a:lnTo>
                    <a:lnTo>
                      <a:pt x="2040982" y="4249406"/>
                    </a:lnTo>
                    <a:lnTo>
                      <a:pt x="2038978" y="4234648"/>
                    </a:lnTo>
                    <a:lnTo>
                      <a:pt x="1921410" y="3932438"/>
                    </a:lnTo>
                    <a:lnTo>
                      <a:pt x="1757016" y="3626683"/>
                    </a:lnTo>
                    <a:lnTo>
                      <a:pt x="1746340" y="3631577"/>
                    </a:lnTo>
                    <a:lnTo>
                      <a:pt x="1722423" y="3597644"/>
                    </a:lnTo>
                    <a:lnTo>
                      <a:pt x="3272850" y="2484513"/>
                    </a:lnTo>
                    <a:lnTo>
                      <a:pt x="3772625" y="2135375"/>
                    </a:lnTo>
                    <a:lnTo>
                      <a:pt x="3767901" y="2131416"/>
                    </a:lnTo>
                    <a:lnTo>
                      <a:pt x="3770412" y="2121575"/>
                    </a:lnTo>
                    <a:lnTo>
                      <a:pt x="3763594" y="2103782"/>
                    </a:lnTo>
                    <a:lnTo>
                      <a:pt x="3496648" y="1795345"/>
                    </a:lnTo>
                    <a:lnTo>
                      <a:pt x="3475604" y="1787615"/>
                    </a:lnTo>
                    <a:lnTo>
                      <a:pt x="3455518" y="1800454"/>
                    </a:lnTo>
                    <a:lnTo>
                      <a:pt x="3443393" y="1781336"/>
                    </a:lnTo>
                    <a:lnTo>
                      <a:pt x="3414461" y="1813976"/>
                    </a:lnTo>
                    <a:lnTo>
                      <a:pt x="2541411" y="2464468"/>
                    </a:lnTo>
                    <a:lnTo>
                      <a:pt x="2304458" y="2650304"/>
                    </a:lnTo>
                    <a:lnTo>
                      <a:pt x="2310924" y="2661546"/>
                    </a:lnTo>
                    <a:lnTo>
                      <a:pt x="2152417" y="2819845"/>
                    </a:lnTo>
                    <a:lnTo>
                      <a:pt x="1958677" y="3024827"/>
                    </a:lnTo>
                    <a:lnTo>
                      <a:pt x="1789039" y="3164798"/>
                    </a:lnTo>
                    <a:lnTo>
                      <a:pt x="1543363" y="3350443"/>
                    </a:lnTo>
                    <a:lnTo>
                      <a:pt x="1425317" y="3430288"/>
                    </a:lnTo>
                    <a:lnTo>
                      <a:pt x="1260407" y="3526482"/>
                    </a:lnTo>
                    <a:lnTo>
                      <a:pt x="784157" y="3788446"/>
                    </a:lnTo>
                    <a:lnTo>
                      <a:pt x="780457" y="3786820"/>
                    </a:lnTo>
                    <a:lnTo>
                      <a:pt x="680874" y="3848540"/>
                    </a:lnTo>
                    <a:lnTo>
                      <a:pt x="293317" y="4046071"/>
                    </a:lnTo>
                    <a:lnTo>
                      <a:pt x="205731" y="4099563"/>
                    </a:lnTo>
                    <a:close/>
                    <a:moveTo>
                      <a:pt x="2157171" y="1808878"/>
                    </a:moveTo>
                    <a:lnTo>
                      <a:pt x="2176632" y="1828142"/>
                    </a:lnTo>
                    <a:lnTo>
                      <a:pt x="2189643" y="1829234"/>
                    </a:lnTo>
                    <a:lnTo>
                      <a:pt x="2261970" y="1733630"/>
                    </a:lnTo>
                    <a:lnTo>
                      <a:pt x="2824005" y="1206557"/>
                    </a:lnTo>
                    <a:lnTo>
                      <a:pt x="2967080" y="1345427"/>
                    </a:lnTo>
                    <a:lnTo>
                      <a:pt x="3364340" y="1799447"/>
                    </a:lnTo>
                    <a:lnTo>
                      <a:pt x="3369775" y="1801365"/>
                    </a:lnTo>
                    <a:lnTo>
                      <a:pt x="3396062" y="1775920"/>
                    </a:lnTo>
                    <a:lnTo>
                      <a:pt x="3413649" y="1739065"/>
                    </a:lnTo>
                    <a:lnTo>
                      <a:pt x="3407980" y="1719750"/>
                    </a:lnTo>
                    <a:lnTo>
                      <a:pt x="3385732" y="1691858"/>
                    </a:lnTo>
                    <a:lnTo>
                      <a:pt x="2606803" y="868897"/>
                    </a:lnTo>
                    <a:lnTo>
                      <a:pt x="2487707" y="1003689"/>
                    </a:lnTo>
                    <a:lnTo>
                      <a:pt x="2455418" y="1049224"/>
                    </a:lnTo>
                    <a:lnTo>
                      <a:pt x="2424923" y="1107572"/>
                    </a:lnTo>
                    <a:lnTo>
                      <a:pt x="2392802" y="1179003"/>
                    </a:lnTo>
                    <a:lnTo>
                      <a:pt x="2363891" y="1261801"/>
                    </a:lnTo>
                    <a:lnTo>
                      <a:pt x="2301600" y="1514783"/>
                    </a:lnTo>
                    <a:lnTo>
                      <a:pt x="2285554" y="1563480"/>
                    </a:lnTo>
                    <a:lnTo>
                      <a:pt x="2246966" y="1651150"/>
                    </a:lnTo>
                    <a:lnTo>
                      <a:pt x="2153719" y="1794582"/>
                    </a:lnTo>
                    <a:close/>
                    <a:moveTo>
                      <a:pt x="1669285" y="2756767"/>
                    </a:moveTo>
                    <a:lnTo>
                      <a:pt x="1862922" y="2971753"/>
                    </a:lnTo>
                    <a:lnTo>
                      <a:pt x="1894233" y="2997644"/>
                    </a:lnTo>
                    <a:lnTo>
                      <a:pt x="1905565" y="3002323"/>
                    </a:lnTo>
                    <a:lnTo>
                      <a:pt x="1921755" y="3000405"/>
                    </a:lnTo>
                    <a:lnTo>
                      <a:pt x="1992424" y="2927381"/>
                    </a:lnTo>
                    <a:lnTo>
                      <a:pt x="2294901" y="2646994"/>
                    </a:lnTo>
                    <a:lnTo>
                      <a:pt x="2276145" y="2624675"/>
                    </a:lnTo>
                    <a:lnTo>
                      <a:pt x="2927274" y="2135368"/>
                    </a:lnTo>
                    <a:lnTo>
                      <a:pt x="3199554" y="1936445"/>
                    </a:lnTo>
                    <a:lnTo>
                      <a:pt x="3343321" y="1822396"/>
                    </a:lnTo>
                    <a:lnTo>
                      <a:pt x="3296955" y="1770173"/>
                    </a:lnTo>
                    <a:lnTo>
                      <a:pt x="3281070" y="1765679"/>
                    </a:lnTo>
                    <a:lnTo>
                      <a:pt x="3268312" y="1772198"/>
                    </a:lnTo>
                    <a:lnTo>
                      <a:pt x="2814612" y="2198381"/>
                    </a:lnTo>
                    <a:lnTo>
                      <a:pt x="2638425" y="2336670"/>
                    </a:lnTo>
                    <a:lnTo>
                      <a:pt x="2532488" y="2238409"/>
                    </a:lnTo>
                    <a:lnTo>
                      <a:pt x="2508359" y="2248223"/>
                    </a:lnTo>
                    <a:lnTo>
                      <a:pt x="2275808" y="2456323"/>
                    </a:lnTo>
                    <a:lnTo>
                      <a:pt x="1997702" y="2159225"/>
                    </a:lnTo>
                    <a:lnTo>
                      <a:pt x="1979722" y="2146344"/>
                    </a:lnTo>
                    <a:lnTo>
                      <a:pt x="1963338" y="2144890"/>
                    </a:lnTo>
                    <a:lnTo>
                      <a:pt x="1522597" y="2556330"/>
                    </a:lnTo>
                    <a:lnTo>
                      <a:pt x="1501554" y="2533752"/>
                    </a:lnTo>
                    <a:lnTo>
                      <a:pt x="2179987" y="1895603"/>
                    </a:lnTo>
                    <a:lnTo>
                      <a:pt x="2183093" y="1887441"/>
                    </a:lnTo>
                    <a:lnTo>
                      <a:pt x="2179228" y="1874605"/>
                    </a:lnTo>
                    <a:lnTo>
                      <a:pt x="2137807" y="1831679"/>
                    </a:lnTo>
                    <a:lnTo>
                      <a:pt x="2119366" y="1829911"/>
                    </a:lnTo>
                    <a:lnTo>
                      <a:pt x="1778836" y="2148739"/>
                    </a:lnTo>
                    <a:lnTo>
                      <a:pt x="1410372" y="2466389"/>
                    </a:lnTo>
                    <a:lnTo>
                      <a:pt x="1407402" y="2477697"/>
                    </a:lnTo>
                    <a:close/>
                    <a:moveTo>
                      <a:pt x="2249644" y="1839380"/>
                    </a:moveTo>
                    <a:lnTo>
                      <a:pt x="2420190" y="2018326"/>
                    </a:lnTo>
                    <a:lnTo>
                      <a:pt x="2449549" y="2058781"/>
                    </a:lnTo>
                    <a:lnTo>
                      <a:pt x="2493755" y="2147900"/>
                    </a:lnTo>
                    <a:lnTo>
                      <a:pt x="2625507" y="2283460"/>
                    </a:lnTo>
                    <a:lnTo>
                      <a:pt x="2644305" y="2291398"/>
                    </a:lnTo>
                    <a:lnTo>
                      <a:pt x="2667579" y="2279796"/>
                    </a:lnTo>
                    <a:lnTo>
                      <a:pt x="2793521" y="2182236"/>
                    </a:lnTo>
                    <a:lnTo>
                      <a:pt x="3077727" y="1910499"/>
                    </a:lnTo>
                    <a:lnTo>
                      <a:pt x="3257860" y="1728383"/>
                    </a:lnTo>
                    <a:lnTo>
                      <a:pt x="3074583" y="1511870"/>
                    </a:lnTo>
                    <a:lnTo>
                      <a:pt x="2907008" y="1334256"/>
                    </a:lnTo>
                    <a:lnTo>
                      <a:pt x="2830245" y="1262402"/>
                    </a:lnTo>
                    <a:lnTo>
                      <a:pt x="2257165" y="1779112"/>
                    </a:lnTo>
                    <a:lnTo>
                      <a:pt x="2241111" y="1805503"/>
                    </a:lnTo>
                    <a:lnTo>
                      <a:pt x="2241366" y="1823242"/>
                    </a:lnTo>
                    <a:close/>
                    <a:moveTo>
                      <a:pt x="2022022" y="2139827"/>
                    </a:moveTo>
                    <a:lnTo>
                      <a:pt x="2274362" y="2402900"/>
                    </a:lnTo>
                    <a:lnTo>
                      <a:pt x="2292123" y="2396145"/>
                    </a:lnTo>
                    <a:lnTo>
                      <a:pt x="2481055" y="2226679"/>
                    </a:lnTo>
                    <a:lnTo>
                      <a:pt x="2490563" y="2205567"/>
                    </a:lnTo>
                    <a:lnTo>
                      <a:pt x="2491474" y="2192518"/>
                    </a:lnTo>
                    <a:lnTo>
                      <a:pt x="2378093" y="2058910"/>
                    </a:lnTo>
                    <a:lnTo>
                      <a:pt x="2228036" y="1900709"/>
                    </a:lnTo>
                    <a:lnTo>
                      <a:pt x="2209024" y="1912171"/>
                    </a:lnTo>
                    <a:lnTo>
                      <a:pt x="2013541" y="2094884"/>
                    </a:lnTo>
                    <a:lnTo>
                      <a:pt x="2009209" y="2112840"/>
                    </a:lnTo>
                    <a:close/>
                    <a:moveTo>
                      <a:pt x="0" y="1129026"/>
                    </a:moveTo>
                    <a:lnTo>
                      <a:pt x="553587" y="1658885"/>
                    </a:lnTo>
                    <a:lnTo>
                      <a:pt x="836522" y="1912246"/>
                    </a:lnTo>
                    <a:lnTo>
                      <a:pt x="1004043" y="2088322"/>
                    </a:lnTo>
                    <a:lnTo>
                      <a:pt x="1355447" y="2432267"/>
                    </a:lnTo>
                    <a:lnTo>
                      <a:pt x="1370151" y="2441975"/>
                    </a:lnTo>
                    <a:lnTo>
                      <a:pt x="1380922" y="2446442"/>
                    </a:lnTo>
                    <a:lnTo>
                      <a:pt x="1392802" y="2443247"/>
                    </a:lnTo>
                    <a:lnTo>
                      <a:pt x="1627565" y="2237310"/>
                    </a:lnTo>
                    <a:lnTo>
                      <a:pt x="1595944" y="2207602"/>
                    </a:lnTo>
                    <a:lnTo>
                      <a:pt x="1589440" y="2181716"/>
                    </a:lnTo>
                    <a:lnTo>
                      <a:pt x="1605497" y="2134720"/>
                    </a:lnTo>
                    <a:lnTo>
                      <a:pt x="1641113" y="2118382"/>
                    </a:lnTo>
                    <a:lnTo>
                      <a:pt x="1695656" y="2119840"/>
                    </a:lnTo>
                    <a:lnTo>
                      <a:pt x="1722248" y="2108183"/>
                    </a:lnTo>
                    <a:lnTo>
                      <a:pt x="1881518" y="1954528"/>
                    </a:lnTo>
                    <a:lnTo>
                      <a:pt x="1876648" y="1940513"/>
                    </a:lnTo>
                    <a:lnTo>
                      <a:pt x="768239" y="749976"/>
                    </a:lnTo>
                    <a:lnTo>
                      <a:pt x="638213" y="877355"/>
                    </a:lnTo>
                    <a:lnTo>
                      <a:pt x="615569" y="853178"/>
                    </a:lnTo>
                    <a:lnTo>
                      <a:pt x="748617" y="714925"/>
                    </a:lnTo>
                    <a:lnTo>
                      <a:pt x="670506" y="630412"/>
                    </a:lnTo>
                    <a:lnTo>
                      <a:pt x="661665" y="637420"/>
                    </a:lnTo>
                    <a:lnTo>
                      <a:pt x="437166" y="400058"/>
                    </a:lnTo>
                    <a:lnTo>
                      <a:pt x="415884" y="397017"/>
                    </a:lnTo>
                    <a:lnTo>
                      <a:pt x="396564" y="407043"/>
                    </a:lnTo>
                    <a:lnTo>
                      <a:pt x="267498" y="538565"/>
                    </a:lnTo>
                    <a:lnTo>
                      <a:pt x="257960" y="553548"/>
                    </a:lnTo>
                    <a:lnTo>
                      <a:pt x="259574" y="579093"/>
                    </a:lnTo>
                    <a:lnTo>
                      <a:pt x="209598" y="632711"/>
                    </a:lnTo>
                    <a:lnTo>
                      <a:pt x="191800" y="650485"/>
                    </a:lnTo>
                    <a:lnTo>
                      <a:pt x="176641" y="639789"/>
                    </a:lnTo>
                    <a:lnTo>
                      <a:pt x="174544" y="646313"/>
                    </a:lnTo>
                    <a:lnTo>
                      <a:pt x="185330" y="657109"/>
                    </a:lnTo>
                    <a:lnTo>
                      <a:pt x="153096" y="692819"/>
                    </a:lnTo>
                    <a:lnTo>
                      <a:pt x="112688" y="733389"/>
                    </a:lnTo>
                    <a:lnTo>
                      <a:pt x="97591" y="722679"/>
                    </a:lnTo>
                    <a:lnTo>
                      <a:pt x="94937" y="728192"/>
                    </a:lnTo>
                    <a:lnTo>
                      <a:pt x="107837" y="740063"/>
                    </a:lnTo>
                    <a:lnTo>
                      <a:pt x="23901" y="829312"/>
                    </a:lnTo>
                    <a:lnTo>
                      <a:pt x="7918" y="818392"/>
                    </a:lnTo>
                    <a:lnTo>
                      <a:pt x="17428" y="835993"/>
                    </a:lnTo>
                    <a:lnTo>
                      <a:pt x="0" y="854779"/>
                    </a:lnTo>
                    <a:close/>
                    <a:moveTo>
                      <a:pt x="546138" y="5131314"/>
                    </a:moveTo>
                    <a:lnTo>
                      <a:pt x="547838" y="5132509"/>
                    </a:lnTo>
                    <a:lnTo>
                      <a:pt x="741699" y="5019663"/>
                    </a:lnTo>
                    <a:lnTo>
                      <a:pt x="739621" y="5017251"/>
                    </a:lnTo>
                    <a:lnTo>
                      <a:pt x="713022" y="5019542"/>
                    </a:lnTo>
                    <a:lnTo>
                      <a:pt x="670877" y="5016485"/>
                    </a:lnTo>
                    <a:lnTo>
                      <a:pt x="612505" y="5005354"/>
                    </a:lnTo>
                    <a:lnTo>
                      <a:pt x="558962" y="4982834"/>
                    </a:lnTo>
                    <a:lnTo>
                      <a:pt x="524808" y="4963482"/>
                    </a:lnTo>
                    <a:lnTo>
                      <a:pt x="513639" y="4955015"/>
                    </a:lnTo>
                    <a:lnTo>
                      <a:pt x="511262" y="4957251"/>
                    </a:lnTo>
                    <a:close/>
                    <a:moveTo>
                      <a:pt x="489496" y="5171638"/>
                    </a:moveTo>
                    <a:lnTo>
                      <a:pt x="492429" y="5171862"/>
                    </a:lnTo>
                    <a:lnTo>
                      <a:pt x="501343" y="5159549"/>
                    </a:lnTo>
                    <a:lnTo>
                      <a:pt x="506097" y="5146371"/>
                    </a:lnTo>
                    <a:lnTo>
                      <a:pt x="505975" y="5139918"/>
                    </a:lnTo>
                    <a:lnTo>
                      <a:pt x="459653" y="4925794"/>
                    </a:lnTo>
                    <a:lnTo>
                      <a:pt x="433448" y="4936454"/>
                    </a:lnTo>
                    <a:lnTo>
                      <a:pt x="432379" y="4938657"/>
                    </a:lnTo>
                    <a:close/>
                    <a:moveTo>
                      <a:pt x="373227" y="4699852"/>
                    </a:moveTo>
                    <a:lnTo>
                      <a:pt x="423826" y="4902544"/>
                    </a:lnTo>
                    <a:lnTo>
                      <a:pt x="451829" y="4890783"/>
                    </a:lnTo>
                    <a:lnTo>
                      <a:pt x="436865" y="4825969"/>
                    </a:lnTo>
                    <a:lnTo>
                      <a:pt x="412227" y="4738555"/>
                    </a:lnTo>
                    <a:lnTo>
                      <a:pt x="389290" y="4672197"/>
                    </a:lnTo>
                    <a:lnTo>
                      <a:pt x="366452" y="4618819"/>
                    </a:lnTo>
                    <a:lnTo>
                      <a:pt x="338107" y="4558121"/>
                    </a:lnTo>
                    <a:lnTo>
                      <a:pt x="335971" y="4557809"/>
                    </a:lnTo>
                    <a:lnTo>
                      <a:pt x="334949" y="4560047"/>
                    </a:lnTo>
                    <a:close/>
                    <a:moveTo>
                      <a:pt x="379801" y="5184451"/>
                    </a:moveTo>
                    <a:lnTo>
                      <a:pt x="388620" y="5243143"/>
                    </a:lnTo>
                    <a:lnTo>
                      <a:pt x="391544" y="5244048"/>
                    </a:lnTo>
                    <a:lnTo>
                      <a:pt x="408596" y="5231806"/>
                    </a:lnTo>
                    <a:lnTo>
                      <a:pt x="397527" y="5153544"/>
                    </a:lnTo>
                    <a:lnTo>
                      <a:pt x="360980" y="4970950"/>
                    </a:lnTo>
                    <a:lnTo>
                      <a:pt x="341390" y="4978624"/>
                    </a:lnTo>
                    <a:lnTo>
                      <a:pt x="340822" y="4981067"/>
                    </a:lnTo>
                    <a:close/>
                    <a:moveTo>
                      <a:pt x="111178" y="4181194"/>
                    </a:moveTo>
                    <a:lnTo>
                      <a:pt x="133302" y="4242008"/>
                    </a:lnTo>
                    <a:lnTo>
                      <a:pt x="197205" y="4431446"/>
                    </a:lnTo>
                    <a:lnTo>
                      <a:pt x="223443" y="4513982"/>
                    </a:lnTo>
                    <a:lnTo>
                      <a:pt x="290745" y="4761715"/>
                    </a:lnTo>
                    <a:lnTo>
                      <a:pt x="333391" y="4943538"/>
                    </a:lnTo>
                    <a:lnTo>
                      <a:pt x="353168" y="4935479"/>
                    </a:lnTo>
                    <a:lnTo>
                      <a:pt x="328283" y="4818287"/>
                    </a:lnTo>
                    <a:lnTo>
                      <a:pt x="283821" y="4645043"/>
                    </a:lnTo>
                    <a:lnTo>
                      <a:pt x="254273" y="4538145"/>
                    </a:lnTo>
                    <a:lnTo>
                      <a:pt x="219874" y="4426432"/>
                    </a:lnTo>
                    <a:lnTo>
                      <a:pt x="188712" y="4330922"/>
                    </a:lnTo>
                    <a:lnTo>
                      <a:pt x="127189" y="4157533"/>
                    </a:lnTo>
                    <a:lnTo>
                      <a:pt x="125320" y="4156596"/>
                    </a:lnTo>
                    <a:lnTo>
                      <a:pt x="121082" y="4159644"/>
                    </a:lnTo>
                    <a:lnTo>
                      <a:pt x="100582" y="4180610"/>
                    </a:lnTo>
                    <a:lnTo>
                      <a:pt x="103130" y="4182473"/>
                    </a:lnTo>
                    <a:close/>
                    <a:moveTo>
                      <a:pt x="241350" y="5087081"/>
                    </a:moveTo>
                    <a:lnTo>
                      <a:pt x="251667" y="5146959"/>
                    </a:lnTo>
                    <a:lnTo>
                      <a:pt x="274785" y="5300506"/>
                    </a:lnTo>
                    <a:lnTo>
                      <a:pt x="277609" y="5301986"/>
                    </a:lnTo>
                    <a:lnTo>
                      <a:pt x="284518" y="5293659"/>
                    </a:lnTo>
                    <a:lnTo>
                      <a:pt x="297880" y="5284006"/>
                    </a:lnTo>
                    <a:lnTo>
                      <a:pt x="300032" y="5307411"/>
                    </a:lnTo>
                    <a:lnTo>
                      <a:pt x="321505" y="5293522"/>
                    </a:lnTo>
                    <a:lnTo>
                      <a:pt x="306900" y="5192792"/>
                    </a:lnTo>
                    <a:lnTo>
                      <a:pt x="273697" y="5012680"/>
                    </a:lnTo>
                    <a:lnTo>
                      <a:pt x="270936" y="5011722"/>
                    </a:lnTo>
                    <a:lnTo>
                      <a:pt x="258372" y="5019210"/>
                    </a:lnTo>
                    <a:lnTo>
                      <a:pt x="245794" y="5036930"/>
                    </a:lnTo>
                    <a:lnTo>
                      <a:pt x="238365" y="5059289"/>
                    </a:lnTo>
                    <a:close/>
                    <a:moveTo>
                      <a:pt x="213491" y="4933656"/>
                    </a:moveTo>
                    <a:lnTo>
                      <a:pt x="226897" y="4955262"/>
                    </a:lnTo>
                    <a:lnTo>
                      <a:pt x="243789" y="4965178"/>
                    </a:lnTo>
                    <a:lnTo>
                      <a:pt x="264068" y="4968528"/>
                    </a:lnTo>
                    <a:lnTo>
                      <a:pt x="235921" y="4836404"/>
                    </a:lnTo>
                    <a:lnTo>
                      <a:pt x="213093" y="4751402"/>
                    </a:lnTo>
                    <a:lnTo>
                      <a:pt x="201315" y="4743176"/>
                    </a:lnTo>
                    <a:lnTo>
                      <a:pt x="199048" y="4745423"/>
                    </a:lnTo>
                    <a:lnTo>
                      <a:pt x="218087" y="4844646"/>
                    </a:lnTo>
                    <a:lnTo>
                      <a:pt x="241393" y="4956100"/>
                    </a:lnTo>
                    <a:lnTo>
                      <a:pt x="237827" y="4946994"/>
                    </a:lnTo>
                    <a:lnTo>
                      <a:pt x="214842" y="4841502"/>
                    </a:lnTo>
                    <a:lnTo>
                      <a:pt x="194271" y="4764882"/>
                    </a:lnTo>
                    <a:lnTo>
                      <a:pt x="180307" y="4754497"/>
                    </a:lnTo>
                    <a:lnTo>
                      <a:pt x="178077" y="47567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" name="Контур"/>
              <p:cNvSpPr/>
              <p:nvPr/>
            </p:nvSpPr>
            <p:spPr>
              <a:xfrm>
                <a:off x="2418062" y="5860605"/>
                <a:ext cx="584911" cy="1084250"/>
              </a:xfrm>
              <a:custGeom>
                <a:avLst/>
                <a:gdLst/>
                <a:ahLst/>
                <a:cxnLst/>
                <a:rect l="l" t="t" r="r" b="b"/>
                <a:pathLst>
                  <a:path w="584911" h="1084250">
                    <a:moveTo>
                      <a:pt x="0" y="45606"/>
                    </a:moveTo>
                    <a:lnTo>
                      <a:pt x="505154" y="1084250"/>
                    </a:lnTo>
                    <a:lnTo>
                      <a:pt x="584911" y="1084038"/>
                    </a:lnTo>
                    <a:lnTo>
                      <a:pt x="570979" y="1054945"/>
                    </a:lnTo>
                    <a:lnTo>
                      <a:pt x="559074" y="1061367"/>
                    </a:lnTo>
                    <a:lnTo>
                      <a:pt x="546878" y="1056848"/>
                    </a:lnTo>
                    <a:lnTo>
                      <a:pt x="375238" y="702371"/>
                    </a:lnTo>
                    <a:lnTo>
                      <a:pt x="374934" y="694652"/>
                    </a:lnTo>
                    <a:lnTo>
                      <a:pt x="396070" y="682832"/>
                    </a:lnTo>
                    <a:lnTo>
                      <a:pt x="373360" y="635875"/>
                    </a:lnTo>
                    <a:lnTo>
                      <a:pt x="349827" y="644001"/>
                    </a:lnTo>
                    <a:lnTo>
                      <a:pt x="337670" y="626335"/>
                    </a:lnTo>
                    <a:lnTo>
                      <a:pt x="323156" y="592966"/>
                    </a:lnTo>
                    <a:lnTo>
                      <a:pt x="342207" y="579241"/>
                    </a:lnTo>
                    <a:lnTo>
                      <a:pt x="329255" y="550160"/>
                    </a:lnTo>
                    <a:lnTo>
                      <a:pt x="306539" y="557905"/>
                    </a:lnTo>
                    <a:lnTo>
                      <a:pt x="283934" y="514996"/>
                    </a:lnTo>
                    <a:lnTo>
                      <a:pt x="284251" y="506186"/>
                    </a:lnTo>
                    <a:lnTo>
                      <a:pt x="304613" y="496701"/>
                    </a:lnTo>
                    <a:lnTo>
                      <a:pt x="260683" y="406166"/>
                    </a:lnTo>
                    <a:lnTo>
                      <a:pt x="244022" y="414265"/>
                    </a:lnTo>
                    <a:lnTo>
                      <a:pt x="233167" y="409564"/>
                    </a:lnTo>
                    <a:lnTo>
                      <a:pt x="130232" y="199216"/>
                    </a:lnTo>
                    <a:lnTo>
                      <a:pt x="129988" y="186431"/>
                    </a:lnTo>
                    <a:lnTo>
                      <a:pt x="149467" y="173150"/>
                    </a:lnTo>
                    <a:lnTo>
                      <a:pt x="128345" y="132753"/>
                    </a:lnTo>
                    <a:lnTo>
                      <a:pt x="106457" y="140822"/>
                    </a:lnTo>
                    <a:lnTo>
                      <a:pt x="100756" y="129964"/>
                    </a:lnTo>
                    <a:lnTo>
                      <a:pt x="108839" y="119760"/>
                    </a:lnTo>
                    <a:lnTo>
                      <a:pt x="137862" y="103446"/>
                    </a:lnTo>
                    <a:lnTo>
                      <a:pt x="85726" y="0"/>
                    </a:lnTo>
                    <a:lnTo>
                      <a:pt x="0" y="4560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grpSp>
          <p:nvGrpSpPr>
            <p:cNvPr id="972" name="Здания (ЕГКО)"/>
            <p:cNvGrpSpPr/>
            <p:nvPr/>
          </p:nvGrpSpPr>
          <p:grpSpPr>
            <a:xfrm>
              <a:off x="252000" y="1584000"/>
              <a:ext cx="7128000" cy="5472000"/>
              <a:chOff x="252000" y="1584000"/>
              <a:chExt cx="7128000" cy="5472000"/>
            </a:xfrm>
          </p:grpSpPr>
          <p:sp>
            <p:nvSpPr>
              <p:cNvPr id="7" name="Контур"/>
              <p:cNvSpPr/>
              <p:nvPr/>
            </p:nvSpPr>
            <p:spPr>
              <a:xfrm>
                <a:off x="7275358" y="4443895"/>
                <a:ext cx="104642" cy="262905"/>
              </a:xfrm>
              <a:custGeom>
                <a:avLst/>
                <a:gdLst/>
                <a:ahLst/>
                <a:cxnLst/>
                <a:rect l="l" t="t" r="r" b="b"/>
                <a:pathLst>
                  <a:path w="104642" h="262905">
                    <a:moveTo>
                      <a:pt x="104642" y="259511"/>
                    </a:moveTo>
                    <a:lnTo>
                      <a:pt x="97469" y="262905"/>
                    </a:lnTo>
                    <a:lnTo>
                      <a:pt x="0" y="49140"/>
                    </a:lnTo>
                    <a:lnTo>
                      <a:pt x="65328" y="18590"/>
                    </a:lnTo>
                    <a:lnTo>
                      <a:pt x="94508" y="4889"/>
                    </a:lnTo>
                    <a:lnTo>
                      <a:pt x="10464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" name="Контур"/>
              <p:cNvSpPr/>
              <p:nvPr/>
            </p:nvSpPr>
            <p:spPr>
              <a:xfrm>
                <a:off x="7275358" y="4443895"/>
                <a:ext cx="104642" cy="262905"/>
              </a:xfrm>
              <a:custGeom>
                <a:avLst/>
                <a:gdLst/>
                <a:ahLst/>
                <a:cxnLst/>
                <a:rect l="l" t="t" r="r" b="b"/>
                <a:pathLst>
                  <a:path w="104642" h="262905" fill="none">
                    <a:moveTo>
                      <a:pt x="104642" y="259511"/>
                    </a:moveTo>
                    <a:lnTo>
                      <a:pt x="97469" y="262905"/>
                    </a:lnTo>
                    <a:lnTo>
                      <a:pt x="0" y="49140"/>
                    </a:lnTo>
                    <a:lnTo>
                      <a:pt x="65328" y="18590"/>
                    </a:lnTo>
                    <a:lnTo>
                      <a:pt x="94508" y="4889"/>
                    </a:lnTo>
                    <a:lnTo>
                      <a:pt x="104642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" name="Контур"/>
              <p:cNvSpPr/>
              <p:nvPr/>
            </p:nvSpPr>
            <p:spPr>
              <a:xfrm>
                <a:off x="7007956" y="4601905"/>
                <a:ext cx="89840" cy="74631"/>
              </a:xfrm>
              <a:custGeom>
                <a:avLst/>
                <a:gdLst/>
                <a:ahLst/>
                <a:cxnLst/>
                <a:rect l="l" t="t" r="r" b="b"/>
                <a:pathLst>
                  <a:path w="89840" h="74631">
                    <a:moveTo>
                      <a:pt x="19549" y="74631"/>
                    </a:moveTo>
                    <a:lnTo>
                      <a:pt x="0" y="33037"/>
                    </a:lnTo>
                    <a:lnTo>
                      <a:pt x="70290" y="0"/>
                    </a:lnTo>
                    <a:lnTo>
                      <a:pt x="89840" y="41594"/>
                    </a:lnTo>
                    <a:lnTo>
                      <a:pt x="34784" y="67418"/>
                    </a:lnTo>
                    <a:lnTo>
                      <a:pt x="19549" y="746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" name="Контур"/>
              <p:cNvSpPr/>
              <p:nvPr/>
            </p:nvSpPr>
            <p:spPr>
              <a:xfrm>
                <a:off x="6905550" y="3989368"/>
                <a:ext cx="390222" cy="635785"/>
              </a:xfrm>
              <a:custGeom>
                <a:avLst/>
                <a:gdLst/>
                <a:ahLst/>
                <a:cxnLst/>
                <a:rect l="l" t="t" r="r" b="b"/>
                <a:pathLst>
                  <a:path w="390222" h="635785">
                    <a:moveTo>
                      <a:pt x="359003" y="0"/>
                    </a:moveTo>
                    <a:lnTo>
                      <a:pt x="363122" y="2472"/>
                    </a:lnTo>
                    <a:lnTo>
                      <a:pt x="387971" y="17395"/>
                    </a:lnTo>
                    <a:lnTo>
                      <a:pt x="390222" y="18744"/>
                    </a:lnTo>
                    <a:lnTo>
                      <a:pt x="83669" y="527278"/>
                    </a:lnTo>
                    <a:lnTo>
                      <a:pt x="113070" y="552117"/>
                    </a:lnTo>
                    <a:lnTo>
                      <a:pt x="60149" y="635785"/>
                    </a:lnTo>
                    <a:lnTo>
                      <a:pt x="31219" y="615017"/>
                    </a:lnTo>
                    <a:lnTo>
                      <a:pt x="0" y="596278"/>
                    </a:lnTo>
                    <a:lnTo>
                      <a:pt x="35900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" name="Контур"/>
              <p:cNvSpPr/>
              <p:nvPr/>
            </p:nvSpPr>
            <p:spPr>
              <a:xfrm>
                <a:off x="6894649" y="4480354"/>
                <a:ext cx="40204" cy="57820"/>
              </a:xfrm>
              <a:custGeom>
                <a:avLst/>
                <a:gdLst/>
                <a:ahLst/>
                <a:cxnLst/>
                <a:rect l="l" t="t" r="r" b="b"/>
                <a:pathLst>
                  <a:path w="40204" h="57820">
                    <a:moveTo>
                      <a:pt x="25866" y="0"/>
                    </a:moveTo>
                    <a:lnTo>
                      <a:pt x="40204" y="8589"/>
                    </a:lnTo>
                    <a:lnTo>
                      <a:pt x="15061" y="57820"/>
                    </a:lnTo>
                    <a:lnTo>
                      <a:pt x="0" y="50449"/>
                    </a:lnTo>
                    <a:lnTo>
                      <a:pt x="2586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" name="Контур"/>
              <p:cNvSpPr/>
              <p:nvPr/>
            </p:nvSpPr>
            <p:spPr>
              <a:xfrm>
                <a:off x="6920515" y="4425845"/>
                <a:ext cx="47103" cy="63098"/>
              </a:xfrm>
              <a:custGeom>
                <a:avLst/>
                <a:gdLst/>
                <a:ahLst/>
                <a:cxnLst/>
                <a:rect l="l" t="t" r="r" b="b"/>
                <a:pathLst>
                  <a:path w="47103" h="63098">
                    <a:moveTo>
                      <a:pt x="31746" y="0"/>
                    </a:moveTo>
                    <a:lnTo>
                      <a:pt x="47103" y="9362"/>
                    </a:lnTo>
                    <a:lnTo>
                      <a:pt x="14338" y="63098"/>
                    </a:lnTo>
                    <a:lnTo>
                      <a:pt x="0" y="54509"/>
                    </a:lnTo>
                    <a:lnTo>
                      <a:pt x="3174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" name="Контур"/>
              <p:cNvSpPr/>
              <p:nvPr/>
            </p:nvSpPr>
            <p:spPr>
              <a:xfrm>
                <a:off x="7048945" y="4427862"/>
                <a:ext cx="25793" cy="35617"/>
              </a:xfrm>
              <a:custGeom>
                <a:avLst/>
                <a:gdLst/>
                <a:ahLst/>
                <a:cxnLst/>
                <a:rect l="l" t="t" r="r" b="b"/>
                <a:pathLst>
                  <a:path w="25793" h="35617">
                    <a:moveTo>
                      <a:pt x="25793" y="29512"/>
                    </a:moveTo>
                    <a:lnTo>
                      <a:pt x="12736" y="35617"/>
                    </a:lnTo>
                    <a:lnTo>
                      <a:pt x="0" y="5877"/>
                    </a:lnTo>
                    <a:lnTo>
                      <a:pt x="12258" y="0"/>
                    </a:lnTo>
                    <a:lnTo>
                      <a:pt x="25793" y="295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" name="Контур"/>
              <p:cNvSpPr/>
              <p:nvPr/>
            </p:nvSpPr>
            <p:spPr>
              <a:xfrm>
                <a:off x="6988424" y="4669323"/>
                <a:ext cx="86435" cy="98149"/>
              </a:xfrm>
              <a:custGeom>
                <a:avLst/>
                <a:gdLst/>
                <a:ahLst/>
                <a:cxnLst/>
                <a:rect l="l" t="t" r="r" b="b"/>
                <a:pathLst>
                  <a:path w="86435" h="98149">
                    <a:moveTo>
                      <a:pt x="86435" y="72029"/>
                    </a:moveTo>
                    <a:lnTo>
                      <a:pt x="33172" y="98149"/>
                    </a:lnTo>
                    <a:lnTo>
                      <a:pt x="0" y="24915"/>
                    </a:lnTo>
                    <a:lnTo>
                      <a:pt x="39081" y="7213"/>
                    </a:lnTo>
                    <a:lnTo>
                      <a:pt x="54316" y="0"/>
                    </a:lnTo>
                    <a:lnTo>
                      <a:pt x="86435" y="720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" name="Контур"/>
              <p:cNvSpPr/>
              <p:nvPr/>
            </p:nvSpPr>
            <p:spPr>
              <a:xfrm>
                <a:off x="7283576" y="4818472"/>
                <a:ext cx="82800" cy="100080"/>
              </a:xfrm>
              <a:custGeom>
                <a:avLst/>
                <a:gdLst/>
                <a:ahLst/>
                <a:cxnLst/>
                <a:rect l="l" t="t" r="r" b="b"/>
                <a:pathLst>
                  <a:path w="82800" h="100080">
                    <a:moveTo>
                      <a:pt x="37440" y="100080"/>
                    </a:moveTo>
                    <a:lnTo>
                      <a:pt x="0" y="21360"/>
                    </a:lnTo>
                    <a:lnTo>
                      <a:pt x="45360" y="0"/>
                    </a:lnTo>
                    <a:lnTo>
                      <a:pt x="82800" y="78720"/>
                    </a:lnTo>
                    <a:lnTo>
                      <a:pt x="37440" y="1000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" name="Контур"/>
              <p:cNvSpPr/>
              <p:nvPr/>
            </p:nvSpPr>
            <p:spPr>
              <a:xfrm>
                <a:off x="7042740" y="4600965"/>
                <a:ext cx="162884" cy="140387"/>
              </a:xfrm>
              <a:custGeom>
                <a:avLst/>
                <a:gdLst/>
                <a:ahLst/>
                <a:cxnLst/>
                <a:rect l="l" t="t" r="r" b="b"/>
                <a:pathLst>
                  <a:path w="162884" h="140387">
                    <a:moveTo>
                      <a:pt x="79008" y="31161"/>
                    </a:moveTo>
                    <a:lnTo>
                      <a:pt x="88798" y="25381"/>
                    </a:lnTo>
                    <a:lnTo>
                      <a:pt x="81053" y="8648"/>
                    </a:lnTo>
                    <a:lnTo>
                      <a:pt x="99573" y="0"/>
                    </a:lnTo>
                    <a:lnTo>
                      <a:pt x="128200" y="56606"/>
                    </a:lnTo>
                    <a:lnTo>
                      <a:pt x="146833" y="46611"/>
                    </a:lnTo>
                    <a:lnTo>
                      <a:pt x="162884" y="76709"/>
                    </a:lnTo>
                    <a:lnTo>
                      <a:pt x="32119" y="140387"/>
                    </a:lnTo>
                    <a:lnTo>
                      <a:pt x="0" y="68358"/>
                    </a:lnTo>
                    <a:lnTo>
                      <a:pt x="55056" y="42534"/>
                    </a:lnTo>
                    <a:lnTo>
                      <a:pt x="79008" y="31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" name="Контур"/>
              <p:cNvSpPr/>
              <p:nvPr/>
            </p:nvSpPr>
            <p:spPr>
              <a:xfrm>
                <a:off x="7372827" y="4703406"/>
                <a:ext cx="7173" cy="18191"/>
              </a:xfrm>
              <a:custGeom>
                <a:avLst/>
                <a:gdLst/>
                <a:ahLst/>
                <a:cxnLst/>
                <a:rect l="l" t="t" r="r" b="b"/>
                <a:pathLst>
                  <a:path w="7173" h="18191">
                    <a:moveTo>
                      <a:pt x="7173" y="18191"/>
                    </a:moveTo>
                    <a:lnTo>
                      <a:pt x="0" y="3394"/>
                    </a:lnTo>
                    <a:lnTo>
                      <a:pt x="717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" name="Контур"/>
              <p:cNvSpPr/>
              <p:nvPr/>
            </p:nvSpPr>
            <p:spPr>
              <a:xfrm>
                <a:off x="7372827" y="4703406"/>
                <a:ext cx="7173" cy="18191"/>
              </a:xfrm>
              <a:custGeom>
                <a:avLst/>
                <a:gdLst/>
                <a:ahLst/>
                <a:cxnLst/>
                <a:rect l="l" t="t" r="r" b="b"/>
                <a:pathLst>
                  <a:path w="7173" h="18191" fill="none">
                    <a:moveTo>
                      <a:pt x="0" y="3394"/>
                    </a:moveTo>
                    <a:lnTo>
                      <a:pt x="7173" y="0"/>
                    </a:lnTo>
                    <a:moveTo>
                      <a:pt x="7173" y="18191"/>
                    </a:moveTo>
                    <a:lnTo>
                      <a:pt x="0" y="3394"/>
                    </a:lnTo>
                    <a:lnTo>
                      <a:pt x="0" y="339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" name="Контур"/>
              <p:cNvSpPr/>
              <p:nvPr/>
            </p:nvSpPr>
            <p:spPr>
              <a:xfrm>
                <a:off x="6925409" y="4701539"/>
                <a:ext cx="23138" cy="23659"/>
              </a:xfrm>
              <a:custGeom>
                <a:avLst/>
                <a:gdLst/>
                <a:ahLst/>
                <a:cxnLst/>
                <a:rect l="l" t="t" r="r" b="b"/>
                <a:pathLst>
                  <a:path w="23138" h="23659">
                    <a:moveTo>
                      <a:pt x="1714" y="0"/>
                    </a:moveTo>
                    <a:lnTo>
                      <a:pt x="23138" y="1579"/>
                    </a:lnTo>
                    <a:lnTo>
                      <a:pt x="21221" y="23659"/>
                    </a:lnTo>
                    <a:lnTo>
                      <a:pt x="0" y="22003"/>
                    </a:lnTo>
                    <a:lnTo>
                      <a:pt x="17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" name="Контур"/>
              <p:cNvSpPr/>
              <p:nvPr/>
            </p:nvSpPr>
            <p:spPr>
              <a:xfrm>
                <a:off x="6893825" y="4698740"/>
                <a:ext cx="33298" cy="24802"/>
              </a:xfrm>
              <a:custGeom>
                <a:avLst/>
                <a:gdLst/>
                <a:ahLst/>
                <a:cxnLst/>
                <a:rect l="l" t="t" r="r" b="b"/>
                <a:pathLst>
                  <a:path w="33298" h="24802">
                    <a:moveTo>
                      <a:pt x="33298" y="2799"/>
                    </a:moveTo>
                    <a:lnTo>
                      <a:pt x="31584" y="24802"/>
                    </a:lnTo>
                    <a:lnTo>
                      <a:pt x="26439" y="24399"/>
                    </a:lnTo>
                    <a:lnTo>
                      <a:pt x="0" y="22340"/>
                    </a:lnTo>
                    <a:lnTo>
                      <a:pt x="1743" y="0"/>
                    </a:lnTo>
                    <a:lnTo>
                      <a:pt x="33298" y="27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" name="Контур"/>
              <p:cNvSpPr/>
              <p:nvPr/>
            </p:nvSpPr>
            <p:spPr>
              <a:xfrm>
                <a:off x="6474958" y="4561528"/>
                <a:ext cx="58229" cy="86866"/>
              </a:xfrm>
              <a:custGeom>
                <a:avLst/>
                <a:gdLst/>
                <a:ahLst/>
                <a:cxnLst/>
                <a:rect l="l" t="t" r="r" b="b"/>
                <a:pathLst>
                  <a:path w="58229" h="86866">
                    <a:moveTo>
                      <a:pt x="29275" y="0"/>
                    </a:moveTo>
                    <a:lnTo>
                      <a:pt x="58229" y="75427"/>
                    </a:lnTo>
                    <a:lnTo>
                      <a:pt x="29031" y="86866"/>
                    </a:lnTo>
                    <a:lnTo>
                      <a:pt x="0" y="11237"/>
                    </a:lnTo>
                    <a:lnTo>
                      <a:pt x="292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" name="Контур"/>
              <p:cNvSpPr/>
              <p:nvPr/>
            </p:nvSpPr>
            <p:spPr>
              <a:xfrm>
                <a:off x="5930221" y="4609025"/>
                <a:ext cx="36808" cy="35809"/>
              </a:xfrm>
              <a:custGeom>
                <a:avLst/>
                <a:gdLst/>
                <a:ahLst/>
                <a:cxnLst/>
                <a:rect l="l" t="t" r="r" b="b"/>
                <a:pathLst>
                  <a:path w="36808" h="35809">
                    <a:moveTo>
                      <a:pt x="11606" y="35809"/>
                    </a:moveTo>
                    <a:lnTo>
                      <a:pt x="0" y="12604"/>
                    </a:lnTo>
                    <a:lnTo>
                      <a:pt x="25201" y="0"/>
                    </a:lnTo>
                    <a:lnTo>
                      <a:pt x="36808" y="23204"/>
                    </a:lnTo>
                    <a:lnTo>
                      <a:pt x="31380" y="25919"/>
                    </a:lnTo>
                    <a:lnTo>
                      <a:pt x="11606" y="358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" name="Контур"/>
              <p:cNvSpPr/>
              <p:nvPr/>
            </p:nvSpPr>
            <p:spPr>
              <a:xfrm>
                <a:off x="5967210" y="4615178"/>
                <a:ext cx="25837" cy="25724"/>
              </a:xfrm>
              <a:custGeom>
                <a:avLst/>
                <a:gdLst/>
                <a:ahLst/>
                <a:cxnLst/>
                <a:rect l="l" t="t" r="r" b="b"/>
                <a:pathLst>
                  <a:path w="25837" h="25724">
                    <a:moveTo>
                      <a:pt x="20651" y="23416"/>
                    </a:moveTo>
                    <a:lnTo>
                      <a:pt x="15740" y="25666"/>
                    </a:lnTo>
                    <a:lnTo>
                      <a:pt x="10339" y="25724"/>
                    </a:lnTo>
                    <a:lnTo>
                      <a:pt x="5381" y="23580"/>
                    </a:lnTo>
                    <a:lnTo>
                      <a:pt x="1724" y="19604"/>
                    </a:lnTo>
                    <a:lnTo>
                      <a:pt x="0" y="14485"/>
                    </a:lnTo>
                    <a:lnTo>
                      <a:pt x="507" y="9108"/>
                    </a:lnTo>
                    <a:lnTo>
                      <a:pt x="3158" y="4401"/>
                    </a:lnTo>
                    <a:lnTo>
                      <a:pt x="7494" y="1179"/>
                    </a:lnTo>
                    <a:lnTo>
                      <a:pt x="12765" y="0"/>
                    </a:lnTo>
                    <a:lnTo>
                      <a:pt x="18060" y="1067"/>
                    </a:lnTo>
                    <a:lnTo>
                      <a:pt x="22464" y="4195"/>
                    </a:lnTo>
                    <a:lnTo>
                      <a:pt x="25215" y="8844"/>
                    </a:lnTo>
                    <a:lnTo>
                      <a:pt x="25837" y="14209"/>
                    </a:lnTo>
                    <a:lnTo>
                      <a:pt x="24222" y="19364"/>
                    </a:lnTo>
                    <a:lnTo>
                      <a:pt x="20651" y="234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" name="Контур"/>
              <p:cNvSpPr/>
              <p:nvPr/>
            </p:nvSpPr>
            <p:spPr>
              <a:xfrm>
                <a:off x="5945532" y="3892715"/>
                <a:ext cx="723375" cy="671395"/>
              </a:xfrm>
              <a:custGeom>
                <a:avLst/>
                <a:gdLst/>
                <a:ahLst/>
                <a:cxnLst/>
                <a:rect l="l" t="t" r="r" b="b"/>
                <a:pathLst>
                  <a:path w="723375" h="671395">
                    <a:moveTo>
                      <a:pt x="520373" y="0"/>
                    </a:moveTo>
                    <a:lnTo>
                      <a:pt x="723375" y="415353"/>
                    </a:lnTo>
                    <a:lnTo>
                      <a:pt x="205488" y="671395"/>
                    </a:lnTo>
                    <a:lnTo>
                      <a:pt x="0" y="256449"/>
                    </a:lnTo>
                    <a:lnTo>
                      <a:pt x="472853" y="23419"/>
                    </a:lnTo>
                    <a:lnTo>
                      <a:pt x="5203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" name="Контур"/>
              <p:cNvSpPr/>
              <p:nvPr/>
            </p:nvSpPr>
            <p:spPr>
              <a:xfrm>
                <a:off x="6616404" y="4524698"/>
                <a:ext cx="82825" cy="106943"/>
              </a:xfrm>
              <a:custGeom>
                <a:avLst/>
                <a:gdLst/>
                <a:ahLst/>
                <a:cxnLst/>
                <a:rect l="l" t="t" r="r" b="b"/>
                <a:pathLst>
                  <a:path w="82825" h="106943">
                    <a:moveTo>
                      <a:pt x="0" y="19276"/>
                    </a:moveTo>
                    <a:lnTo>
                      <a:pt x="48660" y="0"/>
                    </a:lnTo>
                    <a:lnTo>
                      <a:pt x="82825" y="87435"/>
                    </a:lnTo>
                    <a:lnTo>
                      <a:pt x="33629" y="106943"/>
                    </a:lnTo>
                    <a:lnTo>
                      <a:pt x="0" y="192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" name="Контур"/>
              <p:cNvSpPr/>
              <p:nvPr/>
            </p:nvSpPr>
            <p:spPr>
              <a:xfrm>
                <a:off x="6151020" y="4308068"/>
                <a:ext cx="537533" cy="295700"/>
              </a:xfrm>
              <a:custGeom>
                <a:avLst/>
                <a:gdLst/>
                <a:ahLst/>
                <a:cxnLst/>
                <a:rect l="l" t="t" r="r" b="b"/>
                <a:pathLst>
                  <a:path w="537533" h="295700">
                    <a:moveTo>
                      <a:pt x="517887" y="0"/>
                    </a:moveTo>
                    <a:lnTo>
                      <a:pt x="537533" y="39188"/>
                    </a:lnTo>
                    <a:lnTo>
                      <a:pt x="18365" y="295700"/>
                    </a:lnTo>
                    <a:lnTo>
                      <a:pt x="0" y="256042"/>
                    </a:lnTo>
                    <a:lnTo>
                      <a:pt x="51788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" name="Контур"/>
              <p:cNvSpPr/>
              <p:nvPr/>
            </p:nvSpPr>
            <p:spPr>
              <a:xfrm>
                <a:off x="5971487" y="4677330"/>
                <a:ext cx="65657" cy="52049"/>
              </a:xfrm>
              <a:custGeom>
                <a:avLst/>
                <a:gdLst/>
                <a:ahLst/>
                <a:cxnLst/>
                <a:rect l="l" t="t" r="r" b="b"/>
                <a:pathLst>
                  <a:path w="65657" h="52049">
                    <a:moveTo>
                      <a:pt x="0" y="25548"/>
                    </a:moveTo>
                    <a:lnTo>
                      <a:pt x="6030" y="22470"/>
                    </a:lnTo>
                    <a:lnTo>
                      <a:pt x="47375" y="2422"/>
                    </a:lnTo>
                    <a:lnTo>
                      <a:pt x="52977" y="0"/>
                    </a:lnTo>
                    <a:lnTo>
                      <a:pt x="65657" y="26978"/>
                    </a:lnTo>
                    <a:lnTo>
                      <a:pt x="12872" y="52049"/>
                    </a:lnTo>
                    <a:lnTo>
                      <a:pt x="0" y="255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" name="Контур"/>
              <p:cNvSpPr/>
              <p:nvPr/>
            </p:nvSpPr>
            <p:spPr>
              <a:xfrm>
                <a:off x="5958065" y="4639637"/>
                <a:ext cx="60797" cy="60163"/>
              </a:xfrm>
              <a:custGeom>
                <a:avLst/>
                <a:gdLst/>
                <a:ahLst/>
                <a:cxnLst/>
                <a:rect l="l" t="t" r="r" b="b"/>
                <a:pathLst>
                  <a:path w="60797" h="60163">
                    <a:moveTo>
                      <a:pt x="19452" y="60163"/>
                    </a:moveTo>
                    <a:lnTo>
                      <a:pt x="0" y="20048"/>
                    </a:lnTo>
                    <a:lnTo>
                      <a:pt x="41345" y="0"/>
                    </a:lnTo>
                    <a:lnTo>
                      <a:pt x="60797" y="40115"/>
                    </a:lnTo>
                    <a:lnTo>
                      <a:pt x="19452" y="601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" name="Контур"/>
              <p:cNvSpPr/>
              <p:nvPr/>
            </p:nvSpPr>
            <p:spPr>
              <a:xfrm>
                <a:off x="6533187" y="4617049"/>
                <a:ext cx="65083" cy="54354"/>
              </a:xfrm>
              <a:custGeom>
                <a:avLst/>
                <a:gdLst/>
                <a:ahLst/>
                <a:cxnLst/>
                <a:rect l="l" t="t" r="r" b="b"/>
                <a:pathLst>
                  <a:path w="65083" h="54354">
                    <a:moveTo>
                      <a:pt x="0" y="19906"/>
                    </a:moveTo>
                    <a:lnTo>
                      <a:pt x="51864" y="0"/>
                    </a:lnTo>
                    <a:lnTo>
                      <a:pt x="65083" y="34450"/>
                    </a:lnTo>
                    <a:lnTo>
                      <a:pt x="13221" y="54354"/>
                    </a:lnTo>
                    <a:lnTo>
                      <a:pt x="0" y="199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" name="Контур"/>
              <p:cNvSpPr/>
              <p:nvPr/>
            </p:nvSpPr>
            <p:spPr>
              <a:xfrm>
                <a:off x="5941827" y="4634944"/>
                <a:ext cx="24428" cy="21770"/>
              </a:xfrm>
              <a:custGeom>
                <a:avLst/>
                <a:gdLst/>
                <a:ahLst/>
                <a:cxnLst/>
                <a:rect l="l" t="t" r="r" b="b"/>
                <a:pathLst>
                  <a:path w="24428" h="21770">
                    <a:moveTo>
                      <a:pt x="0" y="9890"/>
                    </a:moveTo>
                    <a:lnTo>
                      <a:pt x="19774" y="0"/>
                    </a:lnTo>
                    <a:lnTo>
                      <a:pt x="23108" y="4013"/>
                    </a:lnTo>
                    <a:lnTo>
                      <a:pt x="24428" y="8918"/>
                    </a:lnTo>
                    <a:lnTo>
                      <a:pt x="23637" y="13937"/>
                    </a:lnTo>
                    <a:lnTo>
                      <a:pt x="20875" y="18200"/>
                    </a:lnTo>
                    <a:lnTo>
                      <a:pt x="16616" y="20971"/>
                    </a:lnTo>
                    <a:lnTo>
                      <a:pt x="11599" y="21770"/>
                    </a:lnTo>
                    <a:lnTo>
                      <a:pt x="6691" y="20459"/>
                    </a:lnTo>
                    <a:lnTo>
                      <a:pt x="2740" y="17266"/>
                    </a:lnTo>
                    <a:lnTo>
                      <a:pt x="430" y="12741"/>
                    </a:lnTo>
                    <a:lnTo>
                      <a:pt x="0" y="98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" name="Контур"/>
              <p:cNvSpPr/>
              <p:nvPr/>
            </p:nvSpPr>
            <p:spPr>
              <a:xfrm>
                <a:off x="6504233" y="4526195"/>
                <a:ext cx="145800" cy="125304"/>
              </a:xfrm>
              <a:custGeom>
                <a:avLst/>
                <a:gdLst/>
                <a:ahLst/>
                <a:cxnLst/>
                <a:rect l="l" t="t" r="r" b="b"/>
                <a:pathLst>
                  <a:path w="145800" h="125304">
                    <a:moveTo>
                      <a:pt x="0" y="35333"/>
                    </a:moveTo>
                    <a:lnTo>
                      <a:pt x="52205" y="15317"/>
                    </a:lnTo>
                    <a:lnTo>
                      <a:pt x="53189" y="17885"/>
                    </a:lnTo>
                    <a:lnTo>
                      <a:pt x="99840" y="0"/>
                    </a:lnTo>
                    <a:lnTo>
                      <a:pt x="107362" y="19622"/>
                    </a:lnTo>
                    <a:lnTo>
                      <a:pt x="112171" y="17779"/>
                    </a:lnTo>
                    <a:lnTo>
                      <a:pt x="145800" y="105446"/>
                    </a:lnTo>
                    <a:lnTo>
                      <a:pt x="94037" y="125304"/>
                    </a:lnTo>
                    <a:lnTo>
                      <a:pt x="80818" y="90854"/>
                    </a:lnTo>
                    <a:lnTo>
                      <a:pt x="28954" y="110760"/>
                    </a:lnTo>
                    <a:lnTo>
                      <a:pt x="0" y="353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" name="Контур"/>
              <p:cNvSpPr/>
              <p:nvPr/>
            </p:nvSpPr>
            <p:spPr>
              <a:xfrm>
                <a:off x="5998808" y="4593443"/>
                <a:ext cx="42691" cy="58651"/>
              </a:xfrm>
              <a:custGeom>
                <a:avLst/>
                <a:gdLst/>
                <a:ahLst/>
                <a:cxnLst/>
                <a:rect l="l" t="t" r="r" b="b"/>
                <a:pathLst>
                  <a:path w="42691" h="58651">
                    <a:moveTo>
                      <a:pt x="0" y="9158"/>
                    </a:moveTo>
                    <a:lnTo>
                      <a:pt x="19785" y="0"/>
                    </a:lnTo>
                    <a:lnTo>
                      <a:pt x="42691" y="49493"/>
                    </a:lnTo>
                    <a:lnTo>
                      <a:pt x="22905" y="58651"/>
                    </a:lnTo>
                    <a:lnTo>
                      <a:pt x="0" y="91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" name="Контур"/>
              <p:cNvSpPr/>
              <p:nvPr/>
            </p:nvSpPr>
            <p:spPr>
              <a:xfrm>
                <a:off x="6871467" y="4720009"/>
                <a:ext cx="75163" cy="116155"/>
              </a:xfrm>
              <a:custGeom>
                <a:avLst/>
                <a:gdLst/>
                <a:ahLst/>
                <a:cxnLst/>
                <a:rect l="l" t="t" r="r" b="b"/>
                <a:pathLst>
                  <a:path w="75163" h="116155">
                    <a:moveTo>
                      <a:pt x="48797" y="3130"/>
                    </a:moveTo>
                    <a:lnTo>
                      <a:pt x="53942" y="3533"/>
                    </a:lnTo>
                    <a:lnTo>
                      <a:pt x="75163" y="5189"/>
                    </a:lnTo>
                    <a:lnTo>
                      <a:pt x="66504" y="116155"/>
                    </a:lnTo>
                    <a:lnTo>
                      <a:pt x="0" y="110967"/>
                    </a:lnTo>
                    <a:lnTo>
                      <a:pt x="8659" y="0"/>
                    </a:lnTo>
                    <a:lnTo>
                      <a:pt x="22358" y="1071"/>
                    </a:lnTo>
                    <a:lnTo>
                      <a:pt x="48797" y="31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" name="Контур"/>
              <p:cNvSpPr/>
              <p:nvPr/>
            </p:nvSpPr>
            <p:spPr>
              <a:xfrm>
                <a:off x="6192341" y="4794956"/>
                <a:ext cx="46797" cy="112385"/>
              </a:xfrm>
              <a:custGeom>
                <a:avLst/>
                <a:gdLst/>
                <a:ahLst/>
                <a:cxnLst/>
                <a:rect l="l" t="t" r="r" b="b"/>
                <a:pathLst>
                  <a:path w="46797" h="112385">
                    <a:moveTo>
                      <a:pt x="0" y="5593"/>
                    </a:moveTo>
                    <a:lnTo>
                      <a:pt x="14285" y="0"/>
                    </a:lnTo>
                    <a:lnTo>
                      <a:pt x="24665" y="26510"/>
                    </a:lnTo>
                    <a:lnTo>
                      <a:pt x="18617" y="28634"/>
                    </a:lnTo>
                    <a:lnTo>
                      <a:pt x="46797" y="95062"/>
                    </a:lnTo>
                    <a:lnTo>
                      <a:pt x="9229" y="112385"/>
                    </a:lnTo>
                    <a:lnTo>
                      <a:pt x="4819" y="102090"/>
                    </a:lnTo>
                    <a:lnTo>
                      <a:pt x="30463" y="89670"/>
                    </a:lnTo>
                    <a:lnTo>
                      <a:pt x="6371" y="33864"/>
                    </a:lnTo>
                    <a:lnTo>
                      <a:pt x="10380" y="32103"/>
                    </a:lnTo>
                    <a:lnTo>
                      <a:pt x="0" y="55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" name="Контур"/>
              <p:cNvSpPr/>
              <p:nvPr/>
            </p:nvSpPr>
            <p:spPr>
              <a:xfrm>
                <a:off x="6043262" y="4795623"/>
                <a:ext cx="127712" cy="134921"/>
              </a:xfrm>
              <a:custGeom>
                <a:avLst/>
                <a:gdLst/>
                <a:ahLst/>
                <a:cxnLst/>
                <a:rect l="l" t="t" r="r" b="b"/>
                <a:pathLst>
                  <a:path w="127712" h="134921">
                    <a:moveTo>
                      <a:pt x="0" y="30672"/>
                    </a:moveTo>
                    <a:lnTo>
                      <a:pt x="58311" y="0"/>
                    </a:lnTo>
                    <a:lnTo>
                      <a:pt x="74081" y="29979"/>
                    </a:lnTo>
                    <a:lnTo>
                      <a:pt x="85128" y="24169"/>
                    </a:lnTo>
                    <a:lnTo>
                      <a:pt x="127712" y="105125"/>
                    </a:lnTo>
                    <a:lnTo>
                      <a:pt x="71067" y="134921"/>
                    </a:lnTo>
                    <a:lnTo>
                      <a:pt x="53622" y="101758"/>
                    </a:lnTo>
                    <a:lnTo>
                      <a:pt x="40910" y="108445"/>
                    </a:lnTo>
                    <a:lnTo>
                      <a:pt x="0" y="30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" name="Контур"/>
              <p:cNvSpPr/>
              <p:nvPr/>
            </p:nvSpPr>
            <p:spPr>
              <a:xfrm>
                <a:off x="6292019" y="4737275"/>
                <a:ext cx="123691" cy="70202"/>
              </a:xfrm>
              <a:custGeom>
                <a:avLst/>
                <a:gdLst/>
                <a:ahLst/>
                <a:cxnLst/>
                <a:rect l="l" t="t" r="r" b="b"/>
                <a:pathLst>
                  <a:path w="123691" h="70202">
                    <a:moveTo>
                      <a:pt x="0" y="43779"/>
                    </a:moveTo>
                    <a:lnTo>
                      <a:pt x="113499" y="0"/>
                    </a:lnTo>
                    <a:lnTo>
                      <a:pt x="123691" y="26423"/>
                    </a:lnTo>
                    <a:lnTo>
                      <a:pt x="10192" y="70202"/>
                    </a:lnTo>
                    <a:lnTo>
                      <a:pt x="0" y="437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" name="Контур"/>
              <p:cNvSpPr/>
              <p:nvPr/>
            </p:nvSpPr>
            <p:spPr>
              <a:xfrm>
                <a:off x="6164697" y="4676147"/>
                <a:ext cx="57168" cy="58176"/>
              </a:xfrm>
              <a:custGeom>
                <a:avLst/>
                <a:gdLst/>
                <a:ahLst/>
                <a:cxnLst/>
                <a:rect l="l" t="t" r="r" b="b"/>
                <a:pathLst>
                  <a:path w="57168" h="58176">
                    <a:moveTo>
                      <a:pt x="29891" y="55888"/>
                    </a:moveTo>
                    <a:lnTo>
                      <a:pt x="27440" y="50822"/>
                    </a:lnTo>
                    <a:lnTo>
                      <a:pt x="13067" y="58176"/>
                    </a:lnTo>
                    <a:lnTo>
                      <a:pt x="0" y="32193"/>
                    </a:lnTo>
                    <a:lnTo>
                      <a:pt x="22744" y="20712"/>
                    </a:lnTo>
                    <a:lnTo>
                      <a:pt x="17109" y="9354"/>
                    </a:lnTo>
                    <a:lnTo>
                      <a:pt x="36587" y="0"/>
                    </a:lnTo>
                    <a:lnTo>
                      <a:pt x="57168" y="42325"/>
                    </a:lnTo>
                    <a:lnTo>
                      <a:pt x="29891" y="558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" name="Контур"/>
              <p:cNvSpPr/>
              <p:nvPr/>
            </p:nvSpPr>
            <p:spPr>
              <a:xfrm>
                <a:off x="6410994" y="4700805"/>
                <a:ext cx="110881" cy="61798"/>
              </a:xfrm>
              <a:custGeom>
                <a:avLst/>
                <a:gdLst/>
                <a:ahLst/>
                <a:cxnLst/>
                <a:rect l="l" t="t" r="r" b="b"/>
                <a:pathLst>
                  <a:path w="110881" h="61798">
                    <a:moveTo>
                      <a:pt x="0" y="36478"/>
                    </a:moveTo>
                    <a:lnTo>
                      <a:pt x="101809" y="0"/>
                    </a:lnTo>
                    <a:lnTo>
                      <a:pt x="110881" y="25319"/>
                    </a:lnTo>
                    <a:lnTo>
                      <a:pt x="9072" y="61798"/>
                    </a:lnTo>
                    <a:lnTo>
                      <a:pt x="0" y="364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" name="Контур"/>
              <p:cNvSpPr/>
              <p:nvPr/>
            </p:nvSpPr>
            <p:spPr>
              <a:xfrm>
                <a:off x="5824500" y="4157833"/>
                <a:ext cx="192341" cy="379243"/>
              </a:xfrm>
              <a:custGeom>
                <a:avLst/>
                <a:gdLst/>
                <a:ahLst/>
                <a:cxnLst/>
                <a:rect l="l" t="t" r="r" b="b"/>
                <a:pathLst>
                  <a:path w="192341" h="379243">
                    <a:moveTo>
                      <a:pt x="88719" y="195720"/>
                    </a:moveTo>
                    <a:lnTo>
                      <a:pt x="0" y="9226"/>
                    </a:lnTo>
                    <a:lnTo>
                      <a:pt x="19469" y="0"/>
                    </a:lnTo>
                    <a:lnTo>
                      <a:pt x="192341" y="370656"/>
                    </a:lnTo>
                    <a:lnTo>
                      <a:pt x="173832" y="379243"/>
                    </a:lnTo>
                    <a:lnTo>
                      <a:pt x="88719" y="1957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" name="Контур"/>
              <p:cNvSpPr/>
              <p:nvPr/>
            </p:nvSpPr>
            <p:spPr>
              <a:xfrm>
                <a:off x="5562108" y="4464745"/>
                <a:ext cx="47079" cy="59919"/>
              </a:xfrm>
              <a:custGeom>
                <a:avLst/>
                <a:gdLst/>
                <a:ahLst/>
                <a:cxnLst/>
                <a:rect l="l" t="t" r="r" b="b"/>
                <a:pathLst>
                  <a:path w="47079" h="59919">
                    <a:moveTo>
                      <a:pt x="23170" y="0"/>
                    </a:moveTo>
                    <a:lnTo>
                      <a:pt x="34296" y="22080"/>
                    </a:lnTo>
                    <a:lnTo>
                      <a:pt x="40368" y="34128"/>
                    </a:lnTo>
                    <a:lnTo>
                      <a:pt x="47079" y="47443"/>
                    </a:lnTo>
                    <a:lnTo>
                      <a:pt x="22330" y="59919"/>
                    </a:lnTo>
                    <a:lnTo>
                      <a:pt x="0" y="11679"/>
                    </a:lnTo>
                    <a:lnTo>
                      <a:pt x="2317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" name="Контур"/>
              <p:cNvSpPr/>
              <p:nvPr/>
            </p:nvSpPr>
            <p:spPr>
              <a:xfrm>
                <a:off x="5495046" y="4472556"/>
                <a:ext cx="30198" cy="34534"/>
              </a:xfrm>
              <a:custGeom>
                <a:avLst/>
                <a:gdLst/>
                <a:ahLst/>
                <a:cxnLst/>
                <a:rect l="l" t="t" r="r" b="b"/>
                <a:pathLst>
                  <a:path w="30198" h="34534">
                    <a:moveTo>
                      <a:pt x="0" y="8488"/>
                    </a:moveTo>
                    <a:lnTo>
                      <a:pt x="18212" y="0"/>
                    </a:lnTo>
                    <a:lnTo>
                      <a:pt x="30198" y="25979"/>
                    </a:lnTo>
                    <a:lnTo>
                      <a:pt x="12118" y="34534"/>
                    </a:lnTo>
                    <a:lnTo>
                      <a:pt x="0" y="8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" name="Контур"/>
              <p:cNvSpPr/>
              <p:nvPr/>
            </p:nvSpPr>
            <p:spPr>
              <a:xfrm>
                <a:off x="5565118" y="4398116"/>
                <a:ext cx="90202" cy="100757"/>
              </a:xfrm>
              <a:custGeom>
                <a:avLst/>
                <a:gdLst/>
                <a:ahLst/>
                <a:cxnLst/>
                <a:rect l="l" t="t" r="r" b="b"/>
                <a:pathLst>
                  <a:path w="90202" h="100757">
                    <a:moveTo>
                      <a:pt x="37358" y="100757"/>
                    </a:moveTo>
                    <a:lnTo>
                      <a:pt x="31286" y="88709"/>
                    </a:lnTo>
                    <a:lnTo>
                      <a:pt x="20160" y="66629"/>
                    </a:lnTo>
                    <a:lnTo>
                      <a:pt x="17525" y="61407"/>
                    </a:lnTo>
                    <a:lnTo>
                      <a:pt x="0" y="26636"/>
                    </a:lnTo>
                    <a:lnTo>
                      <a:pt x="52843" y="0"/>
                    </a:lnTo>
                    <a:lnTo>
                      <a:pt x="90202" y="74122"/>
                    </a:lnTo>
                    <a:lnTo>
                      <a:pt x="37358" y="1007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" name="Контур"/>
              <p:cNvSpPr/>
              <p:nvPr/>
            </p:nvSpPr>
            <p:spPr>
              <a:xfrm>
                <a:off x="5487534" y="4456385"/>
                <a:ext cx="25724" cy="24659"/>
              </a:xfrm>
              <a:custGeom>
                <a:avLst/>
                <a:gdLst/>
                <a:ahLst/>
                <a:cxnLst/>
                <a:rect l="l" t="t" r="r" b="b"/>
                <a:pathLst>
                  <a:path w="25724" h="24659">
                    <a:moveTo>
                      <a:pt x="0" y="8540"/>
                    </a:moveTo>
                    <a:lnTo>
                      <a:pt x="18319" y="0"/>
                    </a:lnTo>
                    <a:lnTo>
                      <a:pt x="25724" y="16171"/>
                    </a:lnTo>
                    <a:lnTo>
                      <a:pt x="7512" y="24659"/>
                    </a:lnTo>
                    <a:lnTo>
                      <a:pt x="0" y="85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" name="Контур"/>
              <p:cNvSpPr/>
              <p:nvPr/>
            </p:nvSpPr>
            <p:spPr>
              <a:xfrm>
                <a:off x="5541948" y="4424752"/>
                <a:ext cx="43330" cy="51672"/>
              </a:xfrm>
              <a:custGeom>
                <a:avLst/>
                <a:gdLst/>
                <a:ahLst/>
                <a:cxnLst/>
                <a:rect l="l" t="t" r="r" b="b"/>
                <a:pathLst>
                  <a:path w="43330" h="51672">
                    <a:moveTo>
                      <a:pt x="0" y="11678"/>
                    </a:moveTo>
                    <a:lnTo>
                      <a:pt x="23170" y="0"/>
                    </a:lnTo>
                    <a:lnTo>
                      <a:pt x="40695" y="34771"/>
                    </a:lnTo>
                    <a:lnTo>
                      <a:pt x="43330" y="39993"/>
                    </a:lnTo>
                    <a:lnTo>
                      <a:pt x="20160" y="51672"/>
                    </a:lnTo>
                    <a:lnTo>
                      <a:pt x="0" y="116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" name="Контур"/>
              <p:cNvSpPr/>
              <p:nvPr/>
            </p:nvSpPr>
            <p:spPr>
              <a:xfrm>
                <a:off x="5804422" y="4537595"/>
                <a:ext cx="105134" cy="83712"/>
              </a:xfrm>
              <a:custGeom>
                <a:avLst/>
                <a:gdLst/>
                <a:ahLst/>
                <a:cxnLst/>
                <a:rect l="l" t="t" r="r" b="b"/>
                <a:pathLst>
                  <a:path w="105134" h="83712">
                    <a:moveTo>
                      <a:pt x="85651" y="0"/>
                    </a:moveTo>
                    <a:lnTo>
                      <a:pt x="105134" y="41246"/>
                    </a:lnTo>
                    <a:lnTo>
                      <a:pt x="21725" y="83712"/>
                    </a:lnTo>
                    <a:lnTo>
                      <a:pt x="0" y="40493"/>
                    </a:lnTo>
                    <a:lnTo>
                      <a:pt x="6355" y="37488"/>
                    </a:lnTo>
                    <a:lnTo>
                      <a:pt x="8565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" name="Контур"/>
              <p:cNvSpPr/>
              <p:nvPr/>
            </p:nvSpPr>
            <p:spPr>
              <a:xfrm>
                <a:off x="5824500" y="4373689"/>
                <a:ext cx="134727" cy="205152"/>
              </a:xfrm>
              <a:custGeom>
                <a:avLst/>
                <a:gdLst/>
                <a:ahLst/>
                <a:cxnLst/>
                <a:rect l="l" t="t" r="r" b="b"/>
                <a:pathLst>
                  <a:path w="134727" h="205152">
                    <a:moveTo>
                      <a:pt x="0" y="25095"/>
                    </a:moveTo>
                    <a:lnTo>
                      <a:pt x="49220" y="0"/>
                    </a:lnTo>
                    <a:lnTo>
                      <a:pt x="134727" y="181781"/>
                    </a:lnTo>
                    <a:lnTo>
                      <a:pt x="85056" y="205152"/>
                    </a:lnTo>
                    <a:lnTo>
                      <a:pt x="65573" y="163906"/>
                    </a:lnTo>
                    <a:lnTo>
                      <a:pt x="0" y="250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" name="Контур"/>
              <p:cNvSpPr/>
              <p:nvPr/>
            </p:nvSpPr>
            <p:spPr>
              <a:xfrm>
                <a:off x="5660254" y="4220459"/>
                <a:ext cx="229819" cy="360653"/>
              </a:xfrm>
              <a:custGeom>
                <a:avLst/>
                <a:gdLst/>
                <a:ahLst/>
                <a:cxnLst/>
                <a:rect l="l" t="t" r="r" b="b"/>
                <a:pathLst>
                  <a:path w="229819" h="360653">
                    <a:moveTo>
                      <a:pt x="80011" y="0"/>
                    </a:moveTo>
                    <a:lnTo>
                      <a:pt x="164246" y="178325"/>
                    </a:lnTo>
                    <a:lnTo>
                      <a:pt x="229819" y="317136"/>
                    </a:lnTo>
                    <a:lnTo>
                      <a:pt x="150523" y="354624"/>
                    </a:lnTo>
                    <a:lnTo>
                      <a:pt x="144168" y="357629"/>
                    </a:lnTo>
                    <a:lnTo>
                      <a:pt x="138955" y="360653"/>
                    </a:lnTo>
                    <a:lnTo>
                      <a:pt x="112075" y="304973"/>
                    </a:lnTo>
                    <a:lnTo>
                      <a:pt x="124094" y="299275"/>
                    </a:lnTo>
                    <a:lnTo>
                      <a:pt x="112565" y="275121"/>
                    </a:lnTo>
                    <a:lnTo>
                      <a:pt x="110491" y="270777"/>
                    </a:lnTo>
                    <a:lnTo>
                      <a:pt x="86294" y="220099"/>
                    </a:lnTo>
                    <a:lnTo>
                      <a:pt x="72254" y="190689"/>
                    </a:lnTo>
                    <a:lnTo>
                      <a:pt x="51907" y="148065"/>
                    </a:lnTo>
                    <a:lnTo>
                      <a:pt x="0" y="39341"/>
                    </a:lnTo>
                    <a:lnTo>
                      <a:pt x="800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" name="Контур"/>
              <p:cNvSpPr/>
              <p:nvPr/>
            </p:nvSpPr>
            <p:spPr>
              <a:xfrm>
                <a:off x="5873720" y="4353553"/>
                <a:ext cx="124612" cy="201917"/>
              </a:xfrm>
              <a:custGeom>
                <a:avLst/>
                <a:gdLst/>
                <a:ahLst/>
                <a:cxnLst/>
                <a:rect l="l" t="t" r="r" b="b"/>
                <a:pathLst>
                  <a:path w="124612" h="201917">
                    <a:moveTo>
                      <a:pt x="39499" y="0"/>
                    </a:moveTo>
                    <a:lnTo>
                      <a:pt x="124612" y="183523"/>
                    </a:lnTo>
                    <a:lnTo>
                      <a:pt x="85507" y="201917"/>
                    </a:lnTo>
                    <a:lnTo>
                      <a:pt x="0" y="20136"/>
                    </a:lnTo>
                    <a:lnTo>
                      <a:pt x="3949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" name="Контур"/>
              <p:cNvSpPr/>
              <p:nvPr/>
            </p:nvSpPr>
            <p:spPr>
              <a:xfrm>
                <a:off x="5602476" y="4472238"/>
                <a:ext cx="80722" cy="81941"/>
              </a:xfrm>
              <a:custGeom>
                <a:avLst/>
                <a:gdLst/>
                <a:ahLst/>
                <a:cxnLst/>
                <a:rect l="l" t="t" r="r" b="b"/>
                <a:pathLst>
                  <a:path w="80722" h="81941">
                    <a:moveTo>
                      <a:pt x="52844" y="0"/>
                    </a:moveTo>
                    <a:lnTo>
                      <a:pt x="80722" y="55306"/>
                    </a:lnTo>
                    <a:lnTo>
                      <a:pt x="27879" y="81941"/>
                    </a:lnTo>
                    <a:lnTo>
                      <a:pt x="6711" y="39950"/>
                    </a:lnTo>
                    <a:lnTo>
                      <a:pt x="0" y="26635"/>
                    </a:lnTo>
                    <a:lnTo>
                      <a:pt x="5284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" name="Контур"/>
              <p:cNvSpPr/>
              <p:nvPr/>
            </p:nvSpPr>
            <p:spPr>
              <a:xfrm>
                <a:off x="5700137" y="4448660"/>
                <a:ext cx="70464" cy="97508"/>
              </a:xfrm>
              <a:custGeom>
                <a:avLst/>
                <a:gdLst/>
                <a:ahLst/>
                <a:cxnLst/>
                <a:rect l="l" t="t" r="r" b="b"/>
                <a:pathLst>
                  <a:path w="70464" h="97508">
                    <a:moveTo>
                      <a:pt x="2362" y="14170"/>
                    </a:moveTo>
                    <a:lnTo>
                      <a:pt x="30965" y="0"/>
                    </a:lnTo>
                    <a:lnTo>
                      <a:pt x="70464" y="82527"/>
                    </a:lnTo>
                    <a:lnTo>
                      <a:pt x="39168" y="97508"/>
                    </a:lnTo>
                    <a:lnTo>
                      <a:pt x="0" y="16100"/>
                    </a:lnTo>
                    <a:lnTo>
                      <a:pt x="2362" y="141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" name="Контур"/>
              <p:cNvSpPr/>
              <p:nvPr/>
            </p:nvSpPr>
            <p:spPr>
              <a:xfrm>
                <a:off x="5801073" y="4847992"/>
                <a:ext cx="30407" cy="37240"/>
              </a:xfrm>
              <a:custGeom>
                <a:avLst/>
                <a:gdLst/>
                <a:ahLst/>
                <a:cxnLst/>
                <a:rect l="l" t="t" r="r" b="b"/>
                <a:pathLst>
                  <a:path w="30407" h="37240">
                    <a:moveTo>
                      <a:pt x="16568" y="0"/>
                    </a:moveTo>
                    <a:lnTo>
                      <a:pt x="30407" y="29179"/>
                    </a:lnTo>
                    <a:lnTo>
                      <a:pt x="13410" y="37240"/>
                    </a:lnTo>
                    <a:lnTo>
                      <a:pt x="8017" y="25653"/>
                    </a:lnTo>
                    <a:lnTo>
                      <a:pt x="0" y="7635"/>
                    </a:lnTo>
                    <a:lnTo>
                      <a:pt x="1656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" name="Контур"/>
              <p:cNvSpPr/>
              <p:nvPr/>
            </p:nvSpPr>
            <p:spPr>
              <a:xfrm>
                <a:off x="5436569" y="4587956"/>
                <a:ext cx="131867" cy="91064"/>
              </a:xfrm>
              <a:custGeom>
                <a:avLst/>
                <a:gdLst/>
                <a:ahLst/>
                <a:cxnLst/>
                <a:rect l="l" t="t" r="r" b="b"/>
                <a:pathLst>
                  <a:path w="131867" h="91064">
                    <a:moveTo>
                      <a:pt x="0" y="52330"/>
                    </a:moveTo>
                    <a:lnTo>
                      <a:pt x="112385" y="0"/>
                    </a:lnTo>
                    <a:lnTo>
                      <a:pt x="131867" y="38728"/>
                    </a:lnTo>
                    <a:lnTo>
                      <a:pt x="19529" y="91064"/>
                    </a:lnTo>
                    <a:lnTo>
                      <a:pt x="0" y="523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" name="Контур"/>
              <p:cNvSpPr/>
              <p:nvPr/>
            </p:nvSpPr>
            <p:spPr>
              <a:xfrm>
                <a:off x="5863236" y="4627066"/>
                <a:ext cx="87347" cy="72428"/>
              </a:xfrm>
              <a:custGeom>
                <a:avLst/>
                <a:gdLst/>
                <a:ahLst/>
                <a:cxnLst/>
                <a:rect l="l" t="t" r="r" b="b"/>
                <a:pathLst>
                  <a:path w="87347" h="72428">
                    <a:moveTo>
                      <a:pt x="40864" y="72428"/>
                    </a:moveTo>
                    <a:lnTo>
                      <a:pt x="30357" y="48773"/>
                    </a:lnTo>
                    <a:lnTo>
                      <a:pt x="12551" y="56658"/>
                    </a:lnTo>
                    <a:lnTo>
                      <a:pt x="0" y="30957"/>
                    </a:lnTo>
                    <a:lnTo>
                      <a:pt x="63339" y="0"/>
                    </a:lnTo>
                    <a:lnTo>
                      <a:pt x="75500" y="25253"/>
                    </a:lnTo>
                    <a:lnTo>
                      <a:pt x="87347" y="49647"/>
                    </a:lnTo>
                    <a:lnTo>
                      <a:pt x="40864" y="724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" name="Контур"/>
              <p:cNvSpPr/>
              <p:nvPr/>
            </p:nvSpPr>
            <p:spPr>
              <a:xfrm>
                <a:off x="5817641" y="4735864"/>
                <a:ext cx="250378" cy="141307"/>
              </a:xfrm>
              <a:custGeom>
                <a:avLst/>
                <a:gdLst/>
                <a:ahLst/>
                <a:cxnLst/>
                <a:rect l="l" t="t" r="r" b="b"/>
                <a:pathLst>
                  <a:path w="250378" h="141307">
                    <a:moveTo>
                      <a:pt x="250378" y="29179"/>
                    </a:moveTo>
                    <a:lnTo>
                      <a:pt x="13839" y="141307"/>
                    </a:lnTo>
                    <a:lnTo>
                      <a:pt x="0" y="112128"/>
                    </a:lnTo>
                    <a:lnTo>
                      <a:pt x="236544" y="0"/>
                    </a:lnTo>
                    <a:lnTo>
                      <a:pt x="250378" y="291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" name="Контур"/>
              <p:cNvSpPr/>
              <p:nvPr/>
            </p:nvSpPr>
            <p:spPr>
              <a:xfrm>
                <a:off x="5767418" y="4855627"/>
                <a:ext cx="41672" cy="33860"/>
              </a:xfrm>
              <a:custGeom>
                <a:avLst/>
                <a:gdLst/>
                <a:ahLst/>
                <a:cxnLst/>
                <a:rect l="l" t="t" r="r" b="b"/>
                <a:pathLst>
                  <a:path w="41672" h="33860">
                    <a:moveTo>
                      <a:pt x="33655" y="0"/>
                    </a:moveTo>
                    <a:lnTo>
                      <a:pt x="41672" y="18018"/>
                    </a:lnTo>
                    <a:lnTo>
                      <a:pt x="8500" y="33860"/>
                    </a:lnTo>
                    <a:lnTo>
                      <a:pt x="0" y="16186"/>
                    </a:lnTo>
                    <a:lnTo>
                      <a:pt x="336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" name="Контур"/>
              <p:cNvSpPr/>
              <p:nvPr/>
            </p:nvSpPr>
            <p:spPr>
              <a:xfrm>
                <a:off x="5335480" y="4754309"/>
                <a:ext cx="62530" cy="76032"/>
              </a:xfrm>
              <a:custGeom>
                <a:avLst/>
                <a:gdLst/>
                <a:ahLst/>
                <a:cxnLst/>
                <a:rect l="l" t="t" r="r" b="b"/>
                <a:pathLst>
                  <a:path w="62530" h="76032">
                    <a:moveTo>
                      <a:pt x="19104" y="14337"/>
                    </a:moveTo>
                    <a:lnTo>
                      <a:pt x="52978" y="0"/>
                    </a:lnTo>
                    <a:lnTo>
                      <a:pt x="62530" y="37368"/>
                    </a:lnTo>
                    <a:lnTo>
                      <a:pt x="13896" y="76032"/>
                    </a:lnTo>
                    <a:lnTo>
                      <a:pt x="0" y="56481"/>
                    </a:lnTo>
                    <a:lnTo>
                      <a:pt x="25186" y="30412"/>
                    </a:lnTo>
                    <a:lnTo>
                      <a:pt x="19104" y="143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" name="Контур"/>
              <p:cNvSpPr/>
              <p:nvPr/>
            </p:nvSpPr>
            <p:spPr>
              <a:xfrm>
                <a:off x="7076897" y="4839832"/>
                <a:ext cx="244119" cy="178046"/>
              </a:xfrm>
              <a:custGeom>
                <a:avLst/>
                <a:gdLst/>
                <a:ahLst/>
                <a:cxnLst/>
                <a:rect l="l" t="t" r="r" b="b"/>
                <a:pathLst>
                  <a:path w="244119" h="178046">
                    <a:moveTo>
                      <a:pt x="37315" y="178046"/>
                    </a:moveTo>
                    <a:lnTo>
                      <a:pt x="0" y="102211"/>
                    </a:lnTo>
                    <a:lnTo>
                      <a:pt x="76839" y="64800"/>
                    </a:lnTo>
                    <a:lnTo>
                      <a:pt x="96039" y="55920"/>
                    </a:lnTo>
                    <a:lnTo>
                      <a:pt x="206679" y="0"/>
                    </a:lnTo>
                    <a:lnTo>
                      <a:pt x="244119" y="78720"/>
                    </a:lnTo>
                    <a:lnTo>
                      <a:pt x="37315" y="1780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" name="Контур"/>
              <p:cNvSpPr/>
              <p:nvPr/>
            </p:nvSpPr>
            <p:spPr>
              <a:xfrm>
                <a:off x="6891497" y="4926462"/>
                <a:ext cx="93135" cy="79315"/>
              </a:xfrm>
              <a:custGeom>
                <a:avLst/>
                <a:gdLst/>
                <a:ahLst/>
                <a:cxnLst/>
                <a:rect l="l" t="t" r="r" b="b"/>
                <a:pathLst>
                  <a:path w="93135" h="79315">
                    <a:moveTo>
                      <a:pt x="66691" y="5688"/>
                    </a:moveTo>
                    <a:lnTo>
                      <a:pt x="78519" y="0"/>
                    </a:lnTo>
                    <a:lnTo>
                      <a:pt x="93135" y="30403"/>
                    </a:lnTo>
                    <a:lnTo>
                      <a:pt x="22099" y="64555"/>
                    </a:lnTo>
                    <a:lnTo>
                      <a:pt x="27466" y="75720"/>
                    </a:lnTo>
                    <a:lnTo>
                      <a:pt x="19983" y="79315"/>
                    </a:lnTo>
                    <a:lnTo>
                      <a:pt x="0" y="37752"/>
                    </a:lnTo>
                    <a:lnTo>
                      <a:pt x="66691" y="56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" name="Контур"/>
              <p:cNvSpPr/>
              <p:nvPr/>
            </p:nvSpPr>
            <p:spPr>
              <a:xfrm>
                <a:off x="6848268" y="4846552"/>
                <a:ext cx="109920" cy="118660"/>
              </a:xfrm>
              <a:custGeom>
                <a:avLst/>
                <a:gdLst/>
                <a:ahLst/>
                <a:cxnLst/>
                <a:rect l="l" t="t" r="r" b="b"/>
                <a:pathLst>
                  <a:path w="109920" h="118660">
                    <a:moveTo>
                      <a:pt x="109920" y="85598"/>
                    </a:moveTo>
                    <a:lnTo>
                      <a:pt x="43229" y="117662"/>
                    </a:lnTo>
                    <a:lnTo>
                      <a:pt x="41156" y="118660"/>
                    </a:lnTo>
                    <a:lnTo>
                      <a:pt x="0" y="33062"/>
                    </a:lnTo>
                    <a:lnTo>
                      <a:pt x="26482" y="20328"/>
                    </a:lnTo>
                    <a:lnTo>
                      <a:pt x="50986" y="8548"/>
                    </a:lnTo>
                    <a:lnTo>
                      <a:pt x="66202" y="1233"/>
                    </a:lnTo>
                    <a:lnTo>
                      <a:pt x="68765" y="0"/>
                    </a:lnTo>
                    <a:lnTo>
                      <a:pt x="109920" y="855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" name="Контур"/>
              <p:cNvSpPr/>
              <p:nvPr/>
            </p:nvSpPr>
            <p:spPr>
              <a:xfrm>
                <a:off x="7038502" y="5209787"/>
                <a:ext cx="139450" cy="178550"/>
              </a:xfrm>
              <a:custGeom>
                <a:avLst/>
                <a:gdLst/>
                <a:ahLst/>
                <a:cxnLst/>
                <a:rect l="l" t="t" r="r" b="b"/>
                <a:pathLst>
                  <a:path w="139450" h="178550">
                    <a:moveTo>
                      <a:pt x="77117" y="0"/>
                    </a:moveTo>
                    <a:lnTo>
                      <a:pt x="131990" y="122083"/>
                    </a:lnTo>
                    <a:lnTo>
                      <a:pt x="139450" y="138681"/>
                    </a:lnTo>
                    <a:lnTo>
                      <a:pt x="59275" y="178550"/>
                    </a:lnTo>
                    <a:lnTo>
                      <a:pt x="0" y="41102"/>
                    </a:lnTo>
                    <a:lnTo>
                      <a:pt x="7711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" name="Контур"/>
              <p:cNvSpPr/>
              <p:nvPr/>
            </p:nvSpPr>
            <p:spPr>
              <a:xfrm>
                <a:off x="6896667" y="5328290"/>
                <a:ext cx="51470" cy="50943"/>
              </a:xfrm>
              <a:custGeom>
                <a:avLst/>
                <a:gdLst/>
                <a:ahLst/>
                <a:cxnLst/>
                <a:rect l="l" t="t" r="r" b="b"/>
                <a:pathLst>
                  <a:path w="51470" h="50943">
                    <a:moveTo>
                      <a:pt x="51470" y="35030"/>
                    </a:moveTo>
                    <a:lnTo>
                      <a:pt x="16415" y="50943"/>
                    </a:lnTo>
                    <a:lnTo>
                      <a:pt x="0" y="16980"/>
                    </a:lnTo>
                    <a:lnTo>
                      <a:pt x="33950" y="0"/>
                    </a:lnTo>
                    <a:lnTo>
                      <a:pt x="51470" y="350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" name="Контур"/>
              <p:cNvSpPr/>
              <p:nvPr/>
            </p:nvSpPr>
            <p:spPr>
              <a:xfrm>
                <a:off x="6913596" y="4950380"/>
                <a:ext cx="202023" cy="300509"/>
              </a:xfrm>
              <a:custGeom>
                <a:avLst/>
                <a:gdLst/>
                <a:ahLst/>
                <a:cxnLst/>
                <a:rect l="l" t="t" r="r" b="b"/>
                <a:pathLst>
                  <a:path w="202023" h="300509">
                    <a:moveTo>
                      <a:pt x="0" y="40637"/>
                    </a:moveTo>
                    <a:lnTo>
                      <a:pt x="71036" y="6485"/>
                    </a:lnTo>
                    <a:lnTo>
                      <a:pt x="85292" y="0"/>
                    </a:lnTo>
                    <a:lnTo>
                      <a:pt x="202023" y="259407"/>
                    </a:lnTo>
                    <a:lnTo>
                      <a:pt x="124906" y="300509"/>
                    </a:lnTo>
                    <a:lnTo>
                      <a:pt x="5367" y="51802"/>
                    </a:lnTo>
                    <a:lnTo>
                      <a:pt x="0" y="406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" name="Контур"/>
              <p:cNvSpPr/>
              <p:nvPr/>
            </p:nvSpPr>
            <p:spPr>
              <a:xfrm>
                <a:off x="6902057" y="5246584"/>
                <a:ext cx="99959" cy="116736"/>
              </a:xfrm>
              <a:custGeom>
                <a:avLst/>
                <a:gdLst/>
                <a:ahLst/>
                <a:cxnLst/>
                <a:rect l="l" t="t" r="r" b="b"/>
                <a:pathLst>
                  <a:path w="99959" h="116736">
                    <a:moveTo>
                      <a:pt x="46080" y="116736"/>
                    </a:moveTo>
                    <a:lnTo>
                      <a:pt x="28560" y="81706"/>
                    </a:lnTo>
                    <a:lnTo>
                      <a:pt x="0" y="24576"/>
                    </a:lnTo>
                    <a:lnTo>
                      <a:pt x="53760" y="0"/>
                    </a:lnTo>
                    <a:lnTo>
                      <a:pt x="99959" y="91876"/>
                    </a:lnTo>
                    <a:lnTo>
                      <a:pt x="46080" y="1167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" name="Контур"/>
              <p:cNvSpPr/>
              <p:nvPr/>
            </p:nvSpPr>
            <p:spPr>
              <a:xfrm>
                <a:off x="6717778" y="4905295"/>
                <a:ext cx="112687" cy="115927"/>
              </a:xfrm>
              <a:custGeom>
                <a:avLst/>
                <a:gdLst/>
                <a:ahLst/>
                <a:cxnLst/>
                <a:rect l="l" t="t" r="r" b="b"/>
                <a:pathLst>
                  <a:path w="112687" h="115927">
                    <a:moveTo>
                      <a:pt x="112687" y="80757"/>
                    </a:moveTo>
                    <a:lnTo>
                      <a:pt x="39120" y="115927"/>
                    </a:lnTo>
                    <a:lnTo>
                      <a:pt x="0" y="35296"/>
                    </a:lnTo>
                    <a:lnTo>
                      <a:pt x="72748" y="0"/>
                    </a:lnTo>
                    <a:lnTo>
                      <a:pt x="112687" y="807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" name="Контур"/>
              <p:cNvSpPr/>
              <p:nvPr/>
            </p:nvSpPr>
            <p:spPr>
              <a:xfrm>
                <a:off x="6746812" y="5154318"/>
                <a:ext cx="201880" cy="156432"/>
              </a:xfrm>
              <a:custGeom>
                <a:avLst/>
                <a:gdLst/>
                <a:ahLst/>
                <a:cxnLst/>
                <a:rect l="l" t="t" r="r" b="b"/>
                <a:pathLst>
                  <a:path w="201880" h="156432">
                    <a:moveTo>
                      <a:pt x="201880" y="76974"/>
                    </a:moveTo>
                    <a:lnTo>
                      <a:pt x="38106" y="156432"/>
                    </a:lnTo>
                    <a:lnTo>
                      <a:pt x="0" y="78257"/>
                    </a:lnTo>
                    <a:lnTo>
                      <a:pt x="164534" y="0"/>
                    </a:lnTo>
                    <a:lnTo>
                      <a:pt x="201880" y="769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" name="Контур"/>
              <p:cNvSpPr/>
              <p:nvPr/>
            </p:nvSpPr>
            <p:spPr>
              <a:xfrm>
                <a:off x="6866547" y="5338460"/>
                <a:ext cx="357302" cy="533276"/>
              </a:xfrm>
              <a:custGeom>
                <a:avLst/>
                <a:gdLst/>
                <a:ahLst/>
                <a:cxnLst/>
                <a:rect l="l" t="t" r="r" b="b"/>
                <a:pathLst>
                  <a:path w="357302" h="533276">
                    <a:moveTo>
                      <a:pt x="0" y="62837"/>
                    </a:moveTo>
                    <a:lnTo>
                      <a:pt x="46535" y="40773"/>
                    </a:lnTo>
                    <a:lnTo>
                      <a:pt x="81590" y="24860"/>
                    </a:lnTo>
                    <a:lnTo>
                      <a:pt x="135469" y="0"/>
                    </a:lnTo>
                    <a:lnTo>
                      <a:pt x="357302" y="470300"/>
                    </a:lnTo>
                    <a:lnTo>
                      <a:pt x="222902" y="533276"/>
                    </a:lnTo>
                    <a:lnTo>
                      <a:pt x="188400" y="460455"/>
                    </a:lnTo>
                    <a:lnTo>
                      <a:pt x="0" y="628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" name="Контур"/>
              <p:cNvSpPr/>
              <p:nvPr/>
            </p:nvSpPr>
            <p:spPr>
              <a:xfrm>
                <a:off x="7244907" y="5672038"/>
                <a:ext cx="135093" cy="162896"/>
              </a:xfrm>
              <a:custGeom>
                <a:avLst/>
                <a:gdLst/>
                <a:ahLst/>
                <a:cxnLst/>
                <a:rect l="l" t="t" r="r" b="b"/>
                <a:pathLst>
                  <a:path w="135093" h="162896">
                    <a:moveTo>
                      <a:pt x="59563" y="162896"/>
                    </a:moveTo>
                    <a:lnTo>
                      <a:pt x="49963" y="142573"/>
                    </a:lnTo>
                    <a:lnTo>
                      <a:pt x="48662" y="139822"/>
                    </a:lnTo>
                    <a:lnTo>
                      <a:pt x="0" y="36843"/>
                    </a:lnTo>
                    <a:lnTo>
                      <a:pt x="80891" y="0"/>
                    </a:lnTo>
                    <a:lnTo>
                      <a:pt x="135093" y="113478"/>
                    </a:lnTo>
                    <a:lnTo>
                      <a:pt x="135093" y="127206"/>
                    </a:lnTo>
                    <a:lnTo>
                      <a:pt x="67488" y="15915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8" name="Контур"/>
              <p:cNvSpPr/>
              <p:nvPr/>
            </p:nvSpPr>
            <p:spPr>
              <a:xfrm>
                <a:off x="7244907" y="5672038"/>
                <a:ext cx="135093" cy="162896"/>
              </a:xfrm>
              <a:custGeom>
                <a:avLst/>
                <a:gdLst/>
                <a:ahLst/>
                <a:cxnLst/>
                <a:rect l="l" t="t" r="r" b="b"/>
                <a:pathLst>
                  <a:path w="135093" h="162896" fill="none">
                    <a:moveTo>
                      <a:pt x="59563" y="162896"/>
                    </a:moveTo>
                    <a:lnTo>
                      <a:pt x="49963" y="142573"/>
                    </a:lnTo>
                    <a:lnTo>
                      <a:pt x="48662" y="139822"/>
                    </a:lnTo>
                    <a:lnTo>
                      <a:pt x="0" y="36843"/>
                    </a:lnTo>
                    <a:lnTo>
                      <a:pt x="80891" y="0"/>
                    </a:lnTo>
                    <a:lnTo>
                      <a:pt x="135093" y="113478"/>
                    </a:lnTo>
                    <a:moveTo>
                      <a:pt x="135093" y="127206"/>
                    </a:moveTo>
                    <a:lnTo>
                      <a:pt x="67488" y="159152"/>
                    </a:lnTo>
                    <a:lnTo>
                      <a:pt x="59563" y="162896"/>
                    </a:lnTo>
                    <a:lnTo>
                      <a:pt x="59563" y="16289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" name="Контур"/>
              <p:cNvSpPr/>
              <p:nvPr/>
            </p:nvSpPr>
            <p:spPr>
              <a:xfrm>
                <a:off x="7230022" y="5636670"/>
                <a:ext cx="95776" cy="72211"/>
              </a:xfrm>
              <a:custGeom>
                <a:avLst/>
                <a:gdLst/>
                <a:ahLst/>
                <a:cxnLst/>
                <a:rect l="l" t="t" r="r" b="b"/>
                <a:pathLst>
                  <a:path w="95776" h="72211">
                    <a:moveTo>
                      <a:pt x="14885" y="72211"/>
                    </a:moveTo>
                    <a:lnTo>
                      <a:pt x="0" y="39403"/>
                    </a:lnTo>
                    <a:lnTo>
                      <a:pt x="80568" y="0"/>
                    </a:lnTo>
                    <a:lnTo>
                      <a:pt x="95776" y="35368"/>
                    </a:lnTo>
                    <a:lnTo>
                      <a:pt x="14885" y="722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" name="Контур"/>
              <p:cNvSpPr/>
              <p:nvPr/>
            </p:nvSpPr>
            <p:spPr>
              <a:xfrm>
                <a:off x="7097777" y="5348468"/>
                <a:ext cx="212813" cy="327605"/>
              </a:xfrm>
              <a:custGeom>
                <a:avLst/>
                <a:gdLst/>
                <a:ahLst/>
                <a:cxnLst/>
                <a:rect l="l" t="t" r="r" b="b"/>
                <a:pathLst>
                  <a:path w="212813" h="327605">
                    <a:moveTo>
                      <a:pt x="0" y="39869"/>
                    </a:moveTo>
                    <a:lnTo>
                      <a:pt x="80175" y="0"/>
                    </a:lnTo>
                    <a:lnTo>
                      <a:pt x="83760" y="7786"/>
                    </a:lnTo>
                    <a:lnTo>
                      <a:pt x="212813" y="288202"/>
                    </a:lnTo>
                    <a:lnTo>
                      <a:pt x="132245" y="327605"/>
                    </a:lnTo>
                    <a:lnTo>
                      <a:pt x="0" y="398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" name="Контур"/>
              <p:cNvSpPr/>
              <p:nvPr/>
            </p:nvSpPr>
            <p:spPr>
              <a:xfrm>
                <a:off x="7363594" y="5417346"/>
                <a:ext cx="16406" cy="42066"/>
              </a:xfrm>
              <a:custGeom>
                <a:avLst/>
                <a:gdLst/>
                <a:ahLst/>
                <a:cxnLst/>
                <a:rect l="l" t="t" r="r" b="b"/>
                <a:pathLst>
                  <a:path w="16406" h="42066">
                    <a:moveTo>
                      <a:pt x="16406" y="42066"/>
                    </a:moveTo>
                    <a:lnTo>
                      <a:pt x="0" y="7871"/>
                    </a:lnTo>
                    <a:lnTo>
                      <a:pt x="1640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2" name="Контур"/>
              <p:cNvSpPr/>
              <p:nvPr/>
            </p:nvSpPr>
            <p:spPr>
              <a:xfrm>
                <a:off x="7363594" y="5417346"/>
                <a:ext cx="16406" cy="42066"/>
              </a:xfrm>
              <a:custGeom>
                <a:avLst/>
                <a:gdLst/>
                <a:ahLst/>
                <a:cxnLst/>
                <a:rect l="l" t="t" r="r" b="b"/>
                <a:pathLst>
                  <a:path w="16406" h="42066" fill="none">
                    <a:moveTo>
                      <a:pt x="0" y="7871"/>
                    </a:moveTo>
                    <a:lnTo>
                      <a:pt x="16406" y="0"/>
                    </a:lnTo>
                    <a:moveTo>
                      <a:pt x="16406" y="42066"/>
                    </a:moveTo>
                    <a:lnTo>
                      <a:pt x="0" y="7871"/>
                    </a:lnTo>
                    <a:lnTo>
                      <a:pt x="0" y="7871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" name="Контур"/>
              <p:cNvSpPr/>
              <p:nvPr/>
            </p:nvSpPr>
            <p:spPr>
              <a:xfrm>
                <a:off x="6792769" y="5385013"/>
                <a:ext cx="73778" cy="46386"/>
              </a:xfrm>
              <a:custGeom>
                <a:avLst/>
                <a:gdLst/>
                <a:ahLst/>
                <a:cxnLst/>
                <a:rect l="l" t="t" r="r" b="b"/>
                <a:pathLst>
                  <a:path w="73778" h="46386">
                    <a:moveTo>
                      <a:pt x="73778" y="16284"/>
                    </a:moveTo>
                    <a:lnTo>
                      <a:pt x="7384" y="46386"/>
                    </a:lnTo>
                    <a:lnTo>
                      <a:pt x="0" y="30102"/>
                    </a:lnTo>
                    <a:lnTo>
                      <a:pt x="66394" y="0"/>
                    </a:lnTo>
                    <a:lnTo>
                      <a:pt x="73778" y="162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" name="Контур"/>
              <p:cNvSpPr/>
              <p:nvPr/>
            </p:nvSpPr>
            <p:spPr>
              <a:xfrm>
                <a:off x="6457648" y="5230438"/>
                <a:ext cx="44441" cy="64791"/>
              </a:xfrm>
              <a:custGeom>
                <a:avLst/>
                <a:gdLst/>
                <a:ahLst/>
                <a:cxnLst/>
                <a:rect l="l" t="t" r="r" b="b"/>
                <a:pathLst>
                  <a:path w="44441" h="64791">
                    <a:moveTo>
                      <a:pt x="0" y="8335"/>
                    </a:moveTo>
                    <a:lnTo>
                      <a:pt x="17404" y="0"/>
                    </a:lnTo>
                    <a:lnTo>
                      <a:pt x="44441" y="56456"/>
                    </a:lnTo>
                    <a:lnTo>
                      <a:pt x="27036" y="64791"/>
                    </a:lnTo>
                    <a:lnTo>
                      <a:pt x="0" y="83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" name="Контур"/>
              <p:cNvSpPr/>
              <p:nvPr/>
            </p:nvSpPr>
            <p:spPr>
              <a:xfrm>
                <a:off x="6703456" y="5063387"/>
                <a:ext cx="207890" cy="169188"/>
              </a:xfrm>
              <a:custGeom>
                <a:avLst/>
                <a:gdLst/>
                <a:ahLst/>
                <a:cxnLst/>
                <a:rect l="l" t="t" r="r" b="b"/>
                <a:pathLst>
                  <a:path w="207890" h="169188">
                    <a:moveTo>
                      <a:pt x="207890" y="90931"/>
                    </a:moveTo>
                    <a:lnTo>
                      <a:pt x="43356" y="169188"/>
                    </a:lnTo>
                    <a:lnTo>
                      <a:pt x="0" y="79459"/>
                    </a:lnTo>
                    <a:lnTo>
                      <a:pt x="37006" y="61504"/>
                    </a:lnTo>
                    <a:lnTo>
                      <a:pt x="163773" y="0"/>
                    </a:lnTo>
                    <a:lnTo>
                      <a:pt x="207890" y="90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" name="Контур"/>
              <p:cNvSpPr/>
              <p:nvPr/>
            </p:nvSpPr>
            <p:spPr>
              <a:xfrm>
                <a:off x="6425077" y="5159843"/>
                <a:ext cx="53878" cy="62835"/>
              </a:xfrm>
              <a:custGeom>
                <a:avLst/>
                <a:gdLst/>
                <a:ahLst/>
                <a:cxnLst/>
                <a:rect l="l" t="t" r="r" b="b"/>
                <a:pathLst>
                  <a:path w="53878" h="62835">
                    <a:moveTo>
                      <a:pt x="0" y="14971"/>
                    </a:moveTo>
                    <a:lnTo>
                      <a:pt x="29960" y="0"/>
                    </a:lnTo>
                    <a:lnTo>
                      <a:pt x="53878" y="47864"/>
                    </a:lnTo>
                    <a:lnTo>
                      <a:pt x="23919" y="62835"/>
                    </a:lnTo>
                    <a:lnTo>
                      <a:pt x="0" y="149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" name="Контур"/>
              <p:cNvSpPr/>
              <p:nvPr/>
            </p:nvSpPr>
            <p:spPr>
              <a:xfrm>
                <a:off x="6109076" y="5137210"/>
                <a:ext cx="79169" cy="51863"/>
              </a:xfrm>
              <a:custGeom>
                <a:avLst/>
                <a:gdLst/>
                <a:ahLst/>
                <a:cxnLst/>
                <a:rect l="l" t="t" r="r" b="b"/>
                <a:pathLst>
                  <a:path w="79169" h="51863">
                    <a:moveTo>
                      <a:pt x="8254" y="51863"/>
                    </a:moveTo>
                    <a:lnTo>
                      <a:pt x="0" y="35264"/>
                    </a:lnTo>
                    <a:lnTo>
                      <a:pt x="70915" y="0"/>
                    </a:lnTo>
                    <a:lnTo>
                      <a:pt x="79169" y="16599"/>
                    </a:lnTo>
                    <a:lnTo>
                      <a:pt x="8254" y="518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" name="Контур"/>
              <p:cNvSpPr/>
              <p:nvPr/>
            </p:nvSpPr>
            <p:spPr>
              <a:xfrm>
                <a:off x="6702880" y="4986052"/>
                <a:ext cx="164349" cy="138839"/>
              </a:xfrm>
              <a:custGeom>
                <a:avLst/>
                <a:gdLst/>
                <a:ahLst/>
                <a:cxnLst/>
                <a:rect l="l" t="t" r="r" b="b"/>
                <a:pathLst>
                  <a:path w="164349" h="138839">
                    <a:moveTo>
                      <a:pt x="164349" y="77335"/>
                    </a:moveTo>
                    <a:lnTo>
                      <a:pt x="37582" y="138839"/>
                    </a:lnTo>
                    <a:lnTo>
                      <a:pt x="0" y="61378"/>
                    </a:lnTo>
                    <a:lnTo>
                      <a:pt x="54018" y="35170"/>
                    </a:lnTo>
                    <a:lnTo>
                      <a:pt x="127585" y="0"/>
                    </a:lnTo>
                    <a:lnTo>
                      <a:pt x="164349" y="773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" name="Контур"/>
              <p:cNvSpPr/>
              <p:nvPr/>
            </p:nvSpPr>
            <p:spPr>
              <a:xfrm>
                <a:off x="5964260" y="4864998"/>
                <a:ext cx="48004" cy="68464"/>
              </a:xfrm>
              <a:custGeom>
                <a:avLst/>
                <a:gdLst/>
                <a:ahLst/>
                <a:cxnLst/>
                <a:rect l="l" t="t" r="r" b="b"/>
                <a:pathLst>
                  <a:path w="48004" h="68464">
                    <a:moveTo>
                      <a:pt x="0" y="8294"/>
                    </a:moveTo>
                    <a:lnTo>
                      <a:pt x="15225" y="0"/>
                    </a:lnTo>
                    <a:lnTo>
                      <a:pt x="48004" y="60170"/>
                    </a:lnTo>
                    <a:lnTo>
                      <a:pt x="32780" y="68464"/>
                    </a:lnTo>
                    <a:lnTo>
                      <a:pt x="0" y="82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" name="Контур"/>
              <p:cNvSpPr/>
              <p:nvPr/>
            </p:nvSpPr>
            <p:spPr>
              <a:xfrm>
                <a:off x="6313769" y="5580875"/>
                <a:ext cx="50295" cy="54456"/>
              </a:xfrm>
              <a:custGeom>
                <a:avLst/>
                <a:gdLst/>
                <a:ahLst/>
                <a:cxnLst/>
                <a:rect l="l" t="t" r="r" b="b"/>
                <a:pathLst>
                  <a:path w="50295" h="54456">
                    <a:moveTo>
                      <a:pt x="0" y="12077"/>
                    </a:moveTo>
                    <a:lnTo>
                      <a:pt x="31397" y="0"/>
                    </a:lnTo>
                    <a:lnTo>
                      <a:pt x="50295" y="49152"/>
                    </a:lnTo>
                    <a:lnTo>
                      <a:pt x="36499" y="54456"/>
                    </a:lnTo>
                    <a:lnTo>
                      <a:pt x="30509" y="38865"/>
                    </a:lnTo>
                    <a:lnTo>
                      <a:pt x="12898" y="45633"/>
                    </a:lnTo>
                    <a:lnTo>
                      <a:pt x="0" y="120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" name="Контур"/>
              <p:cNvSpPr/>
              <p:nvPr/>
            </p:nvSpPr>
            <p:spPr>
              <a:xfrm>
                <a:off x="6295490" y="5539622"/>
                <a:ext cx="28876" cy="33757"/>
              </a:xfrm>
              <a:custGeom>
                <a:avLst/>
                <a:gdLst/>
                <a:ahLst/>
                <a:cxnLst/>
                <a:rect l="l" t="t" r="r" b="b"/>
                <a:pathLst>
                  <a:path w="28876" h="33757">
                    <a:moveTo>
                      <a:pt x="0" y="7850"/>
                    </a:moveTo>
                    <a:lnTo>
                      <a:pt x="16691" y="0"/>
                    </a:lnTo>
                    <a:lnTo>
                      <a:pt x="28876" y="25907"/>
                    </a:lnTo>
                    <a:lnTo>
                      <a:pt x="12186" y="33757"/>
                    </a:lnTo>
                    <a:lnTo>
                      <a:pt x="0" y="78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" name="Контур"/>
              <p:cNvSpPr/>
              <p:nvPr/>
            </p:nvSpPr>
            <p:spPr>
              <a:xfrm>
                <a:off x="6237344" y="5373544"/>
                <a:ext cx="106281" cy="148329"/>
              </a:xfrm>
              <a:custGeom>
                <a:avLst/>
                <a:gdLst/>
                <a:ahLst/>
                <a:cxnLst/>
                <a:rect l="l" t="t" r="r" b="b"/>
                <a:pathLst>
                  <a:path w="106281" h="148329">
                    <a:moveTo>
                      <a:pt x="64622" y="148329"/>
                    </a:moveTo>
                    <a:lnTo>
                      <a:pt x="0" y="21172"/>
                    </a:lnTo>
                    <a:lnTo>
                      <a:pt x="41659" y="0"/>
                    </a:lnTo>
                    <a:lnTo>
                      <a:pt x="106281" y="127156"/>
                    </a:lnTo>
                    <a:lnTo>
                      <a:pt x="64622" y="1483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" name="Контур"/>
              <p:cNvSpPr/>
              <p:nvPr/>
            </p:nvSpPr>
            <p:spPr>
              <a:xfrm>
                <a:off x="6592633" y="5416836"/>
                <a:ext cx="46271" cy="54187"/>
              </a:xfrm>
              <a:custGeom>
                <a:avLst/>
                <a:gdLst/>
                <a:ahLst/>
                <a:cxnLst/>
                <a:rect l="l" t="t" r="r" b="b"/>
                <a:pathLst>
                  <a:path w="46271" h="54187">
                    <a:moveTo>
                      <a:pt x="0" y="11336"/>
                    </a:moveTo>
                    <a:lnTo>
                      <a:pt x="30171" y="0"/>
                    </a:lnTo>
                    <a:lnTo>
                      <a:pt x="46271" y="42851"/>
                    </a:lnTo>
                    <a:lnTo>
                      <a:pt x="16101" y="54187"/>
                    </a:lnTo>
                    <a:lnTo>
                      <a:pt x="0" y="113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" name="Контур"/>
              <p:cNvSpPr/>
              <p:nvPr/>
            </p:nvSpPr>
            <p:spPr>
              <a:xfrm>
                <a:off x="6352558" y="5396708"/>
                <a:ext cx="22776" cy="25176"/>
              </a:xfrm>
              <a:custGeom>
                <a:avLst/>
                <a:gdLst/>
                <a:ahLst/>
                <a:cxnLst/>
                <a:rect l="l" t="t" r="r" b="b"/>
                <a:pathLst>
                  <a:path w="22776" h="25176">
                    <a:moveTo>
                      <a:pt x="22776" y="18533"/>
                    </a:moveTo>
                    <a:lnTo>
                      <a:pt x="8842" y="25176"/>
                    </a:lnTo>
                    <a:lnTo>
                      <a:pt x="0" y="6624"/>
                    </a:lnTo>
                    <a:lnTo>
                      <a:pt x="13891" y="0"/>
                    </a:lnTo>
                    <a:lnTo>
                      <a:pt x="22776" y="18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" name="Контур"/>
              <p:cNvSpPr/>
              <p:nvPr/>
            </p:nvSpPr>
            <p:spPr>
              <a:xfrm>
                <a:off x="5894595" y="5308338"/>
                <a:ext cx="92894" cy="69359"/>
              </a:xfrm>
              <a:custGeom>
                <a:avLst/>
                <a:gdLst/>
                <a:ahLst/>
                <a:cxnLst/>
                <a:rect l="l" t="t" r="r" b="b"/>
                <a:pathLst>
                  <a:path w="92894" h="69359">
                    <a:moveTo>
                      <a:pt x="15613" y="69359"/>
                    </a:moveTo>
                    <a:lnTo>
                      <a:pt x="0" y="35015"/>
                    </a:lnTo>
                    <a:lnTo>
                      <a:pt x="76671" y="0"/>
                    </a:lnTo>
                    <a:lnTo>
                      <a:pt x="92894" y="31875"/>
                    </a:lnTo>
                    <a:lnTo>
                      <a:pt x="15613" y="693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" name="Контур"/>
              <p:cNvSpPr/>
              <p:nvPr/>
            </p:nvSpPr>
            <p:spPr>
              <a:xfrm>
                <a:off x="6173510" y="5817263"/>
                <a:ext cx="107408" cy="107379"/>
              </a:xfrm>
              <a:custGeom>
                <a:avLst/>
                <a:gdLst/>
                <a:ahLst/>
                <a:cxnLst/>
                <a:rect l="l" t="t" r="r" b="b"/>
                <a:pathLst>
                  <a:path w="107408" h="107379">
                    <a:moveTo>
                      <a:pt x="72914" y="0"/>
                    </a:moveTo>
                    <a:lnTo>
                      <a:pt x="87445" y="30132"/>
                    </a:lnTo>
                    <a:lnTo>
                      <a:pt x="107408" y="72858"/>
                    </a:lnTo>
                    <a:lnTo>
                      <a:pt x="34495" y="107379"/>
                    </a:lnTo>
                    <a:lnTo>
                      <a:pt x="0" y="34520"/>
                    </a:lnTo>
                    <a:lnTo>
                      <a:pt x="729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" name="Контур"/>
              <p:cNvSpPr/>
              <p:nvPr/>
            </p:nvSpPr>
            <p:spPr>
              <a:xfrm>
                <a:off x="6437271" y="5586904"/>
                <a:ext cx="164000" cy="306633"/>
              </a:xfrm>
              <a:custGeom>
                <a:avLst/>
                <a:gdLst/>
                <a:ahLst/>
                <a:cxnLst/>
                <a:rect l="l" t="t" r="r" b="b"/>
                <a:pathLst>
                  <a:path w="164000" h="306633">
                    <a:moveTo>
                      <a:pt x="21253" y="0"/>
                    </a:moveTo>
                    <a:lnTo>
                      <a:pt x="164000" y="296398"/>
                    </a:lnTo>
                    <a:lnTo>
                      <a:pt x="142748" y="306633"/>
                    </a:lnTo>
                    <a:lnTo>
                      <a:pt x="0" y="10235"/>
                    </a:lnTo>
                    <a:lnTo>
                      <a:pt x="2125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" name="Контур"/>
              <p:cNvSpPr/>
              <p:nvPr/>
            </p:nvSpPr>
            <p:spPr>
              <a:xfrm>
                <a:off x="6242345" y="5769376"/>
                <a:ext cx="101098" cy="78019"/>
              </a:xfrm>
              <a:custGeom>
                <a:avLst/>
                <a:gdLst/>
                <a:ahLst/>
                <a:cxnLst/>
                <a:rect l="l" t="t" r="r" b="b"/>
                <a:pathLst>
                  <a:path w="101098" h="78019">
                    <a:moveTo>
                      <a:pt x="101098" y="40161"/>
                    </a:moveTo>
                    <a:lnTo>
                      <a:pt x="18610" y="78019"/>
                    </a:lnTo>
                    <a:lnTo>
                      <a:pt x="4079" y="47887"/>
                    </a:lnTo>
                    <a:lnTo>
                      <a:pt x="0" y="39384"/>
                    </a:lnTo>
                    <a:lnTo>
                      <a:pt x="81744" y="0"/>
                    </a:lnTo>
                    <a:lnTo>
                      <a:pt x="101098" y="40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" name="Контур"/>
              <p:cNvSpPr/>
              <p:nvPr/>
            </p:nvSpPr>
            <p:spPr>
              <a:xfrm>
                <a:off x="6294102" y="5704849"/>
                <a:ext cx="40191" cy="39268"/>
              </a:xfrm>
              <a:custGeom>
                <a:avLst/>
                <a:gdLst/>
                <a:ahLst/>
                <a:cxnLst/>
                <a:rect l="l" t="t" r="r" b="b"/>
                <a:pathLst>
                  <a:path w="40191" h="39268">
                    <a:moveTo>
                      <a:pt x="0" y="13526"/>
                    </a:moveTo>
                    <a:lnTo>
                      <a:pt x="27555" y="0"/>
                    </a:lnTo>
                    <a:lnTo>
                      <a:pt x="40191" y="25743"/>
                    </a:lnTo>
                    <a:lnTo>
                      <a:pt x="12636" y="39268"/>
                    </a:lnTo>
                    <a:lnTo>
                      <a:pt x="0" y="135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" name="Контур"/>
              <p:cNvSpPr/>
              <p:nvPr/>
            </p:nvSpPr>
            <p:spPr>
              <a:xfrm>
                <a:off x="6092312" y="5612920"/>
                <a:ext cx="181521" cy="205219"/>
              </a:xfrm>
              <a:custGeom>
                <a:avLst/>
                <a:gdLst/>
                <a:ahLst/>
                <a:cxnLst/>
                <a:rect l="l" t="t" r="r" b="b"/>
                <a:pathLst>
                  <a:path w="181521" h="205219">
                    <a:moveTo>
                      <a:pt x="69124" y="205219"/>
                    </a:moveTo>
                    <a:lnTo>
                      <a:pt x="0" y="50073"/>
                    </a:lnTo>
                    <a:lnTo>
                      <a:pt x="112401" y="0"/>
                    </a:lnTo>
                    <a:lnTo>
                      <a:pt x="181521" y="155136"/>
                    </a:lnTo>
                    <a:lnTo>
                      <a:pt x="69124" y="2052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" name="Контур"/>
              <p:cNvSpPr/>
              <p:nvPr/>
            </p:nvSpPr>
            <p:spPr>
              <a:xfrm>
                <a:off x="5832224" y="5517619"/>
                <a:ext cx="189122" cy="177013"/>
              </a:xfrm>
              <a:custGeom>
                <a:avLst/>
                <a:gdLst/>
                <a:ahLst/>
                <a:cxnLst/>
                <a:rect l="l" t="t" r="r" b="b"/>
                <a:pathLst>
                  <a:path w="189122" h="177013">
                    <a:moveTo>
                      <a:pt x="41083" y="177013"/>
                    </a:moveTo>
                    <a:lnTo>
                      <a:pt x="0" y="104578"/>
                    </a:lnTo>
                    <a:lnTo>
                      <a:pt x="48256" y="80189"/>
                    </a:lnTo>
                    <a:lnTo>
                      <a:pt x="33581" y="51153"/>
                    </a:lnTo>
                    <a:lnTo>
                      <a:pt x="134777" y="0"/>
                    </a:lnTo>
                    <a:lnTo>
                      <a:pt x="189122" y="103712"/>
                    </a:lnTo>
                    <a:lnTo>
                      <a:pt x="41083" y="1770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" name="Контур"/>
              <p:cNvSpPr/>
              <p:nvPr/>
            </p:nvSpPr>
            <p:spPr>
              <a:xfrm>
                <a:off x="5681870" y="5064223"/>
                <a:ext cx="25351" cy="27931"/>
              </a:xfrm>
              <a:custGeom>
                <a:avLst/>
                <a:gdLst/>
                <a:ahLst/>
                <a:cxnLst/>
                <a:rect l="l" t="t" r="r" b="b"/>
                <a:pathLst>
                  <a:path w="25351" h="27931">
                    <a:moveTo>
                      <a:pt x="10581" y="27931"/>
                    </a:moveTo>
                    <a:lnTo>
                      <a:pt x="0" y="7740"/>
                    </a:lnTo>
                    <a:lnTo>
                      <a:pt x="14769" y="0"/>
                    </a:lnTo>
                    <a:lnTo>
                      <a:pt x="25351" y="20190"/>
                    </a:lnTo>
                    <a:lnTo>
                      <a:pt x="10581" y="27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" name="Контур"/>
              <p:cNvSpPr/>
              <p:nvPr/>
            </p:nvSpPr>
            <p:spPr>
              <a:xfrm>
                <a:off x="5625274" y="5024079"/>
                <a:ext cx="45608" cy="43918"/>
              </a:xfrm>
              <a:custGeom>
                <a:avLst/>
                <a:gdLst/>
                <a:ahLst/>
                <a:cxnLst/>
                <a:rect l="l" t="t" r="r" b="b"/>
                <a:pathLst>
                  <a:path w="45608" h="43918">
                    <a:moveTo>
                      <a:pt x="0" y="15177"/>
                    </a:moveTo>
                    <a:lnTo>
                      <a:pt x="31290" y="0"/>
                    </a:lnTo>
                    <a:lnTo>
                      <a:pt x="42888" y="23018"/>
                    </a:lnTo>
                    <a:lnTo>
                      <a:pt x="45608" y="28608"/>
                    </a:lnTo>
                    <a:lnTo>
                      <a:pt x="13886" y="43918"/>
                    </a:lnTo>
                    <a:lnTo>
                      <a:pt x="0" y="151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" name="Контур"/>
              <p:cNvSpPr/>
              <p:nvPr/>
            </p:nvSpPr>
            <p:spPr>
              <a:xfrm>
                <a:off x="5668162" y="5041447"/>
                <a:ext cx="20675" cy="24305"/>
              </a:xfrm>
              <a:custGeom>
                <a:avLst/>
                <a:gdLst/>
                <a:ahLst/>
                <a:cxnLst/>
                <a:rect l="l" t="t" r="r" b="b"/>
                <a:pathLst>
                  <a:path w="20675" h="24305">
                    <a:moveTo>
                      <a:pt x="9135" y="24305"/>
                    </a:moveTo>
                    <a:lnTo>
                      <a:pt x="2720" y="11240"/>
                    </a:lnTo>
                    <a:lnTo>
                      <a:pt x="0" y="5650"/>
                    </a:lnTo>
                    <a:lnTo>
                      <a:pt x="11541" y="0"/>
                    </a:lnTo>
                    <a:lnTo>
                      <a:pt x="20675" y="18654"/>
                    </a:lnTo>
                    <a:lnTo>
                      <a:pt x="9135" y="243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" name="Контур"/>
              <p:cNvSpPr/>
              <p:nvPr/>
            </p:nvSpPr>
            <p:spPr>
              <a:xfrm>
                <a:off x="5479678" y="4913122"/>
                <a:ext cx="210246" cy="135366"/>
              </a:xfrm>
              <a:custGeom>
                <a:avLst/>
                <a:gdLst/>
                <a:ahLst/>
                <a:cxnLst/>
                <a:rect l="l" t="t" r="r" b="b"/>
                <a:pathLst>
                  <a:path w="210246" h="135366">
                    <a:moveTo>
                      <a:pt x="0" y="87588"/>
                    </a:moveTo>
                    <a:lnTo>
                      <a:pt x="187374" y="0"/>
                    </a:lnTo>
                    <a:lnTo>
                      <a:pt x="190071" y="5042"/>
                    </a:lnTo>
                    <a:lnTo>
                      <a:pt x="209024" y="45284"/>
                    </a:lnTo>
                    <a:lnTo>
                      <a:pt x="210246" y="47726"/>
                    </a:lnTo>
                    <a:lnTo>
                      <a:pt x="29722" y="131910"/>
                    </a:lnTo>
                    <a:lnTo>
                      <a:pt x="22334" y="135366"/>
                    </a:lnTo>
                    <a:lnTo>
                      <a:pt x="3922" y="95977"/>
                    </a:lnTo>
                    <a:lnTo>
                      <a:pt x="0" y="87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" name="Контур"/>
              <p:cNvSpPr/>
              <p:nvPr/>
            </p:nvSpPr>
            <p:spPr>
              <a:xfrm>
                <a:off x="5670169" y="5006964"/>
                <a:ext cx="25025" cy="21646"/>
              </a:xfrm>
              <a:custGeom>
                <a:avLst/>
                <a:gdLst/>
                <a:ahLst/>
                <a:cxnLst/>
                <a:rect l="l" t="t" r="r" b="b"/>
                <a:pathLst>
                  <a:path w="25025" h="21646">
                    <a:moveTo>
                      <a:pt x="6231" y="21646"/>
                    </a:moveTo>
                    <a:lnTo>
                      <a:pt x="0" y="10628"/>
                    </a:lnTo>
                    <a:lnTo>
                      <a:pt x="18793" y="0"/>
                    </a:lnTo>
                    <a:lnTo>
                      <a:pt x="25025" y="11018"/>
                    </a:lnTo>
                    <a:lnTo>
                      <a:pt x="6231" y="216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" name="Контур"/>
              <p:cNvSpPr/>
              <p:nvPr/>
            </p:nvSpPr>
            <p:spPr>
              <a:xfrm>
                <a:off x="5669749" y="4910704"/>
                <a:ext cx="34792" cy="47702"/>
              </a:xfrm>
              <a:custGeom>
                <a:avLst/>
                <a:gdLst/>
                <a:ahLst/>
                <a:cxnLst/>
                <a:rect l="l" t="t" r="r" b="b"/>
                <a:pathLst>
                  <a:path w="34792" h="47702">
                    <a:moveTo>
                      <a:pt x="0" y="7460"/>
                    </a:moveTo>
                    <a:lnTo>
                      <a:pt x="15839" y="0"/>
                    </a:lnTo>
                    <a:lnTo>
                      <a:pt x="34792" y="40243"/>
                    </a:lnTo>
                    <a:lnTo>
                      <a:pt x="18953" y="47702"/>
                    </a:lnTo>
                    <a:lnTo>
                      <a:pt x="0" y="74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" name="Контур"/>
              <p:cNvSpPr/>
              <p:nvPr/>
            </p:nvSpPr>
            <p:spPr>
              <a:xfrm>
                <a:off x="5520766" y="5140336"/>
                <a:ext cx="28625" cy="23741"/>
              </a:xfrm>
              <a:custGeom>
                <a:avLst/>
                <a:gdLst/>
                <a:ahLst/>
                <a:cxnLst/>
                <a:rect l="l" t="t" r="r" b="b"/>
                <a:pathLst>
                  <a:path w="28625" h="23741">
                    <a:moveTo>
                      <a:pt x="6287" y="23741"/>
                    </a:moveTo>
                    <a:lnTo>
                      <a:pt x="0" y="11175"/>
                    </a:lnTo>
                    <a:lnTo>
                      <a:pt x="22338" y="0"/>
                    </a:lnTo>
                    <a:lnTo>
                      <a:pt x="28625" y="12565"/>
                    </a:lnTo>
                    <a:lnTo>
                      <a:pt x="6287" y="237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" name="Контур"/>
              <p:cNvSpPr/>
              <p:nvPr/>
            </p:nvSpPr>
            <p:spPr>
              <a:xfrm>
                <a:off x="5545212" y="5110033"/>
                <a:ext cx="57701" cy="43469"/>
              </a:xfrm>
              <a:custGeom>
                <a:avLst/>
                <a:gdLst/>
                <a:ahLst/>
                <a:cxnLst/>
                <a:rect l="l" t="t" r="r" b="b"/>
                <a:pathLst>
                  <a:path w="57701" h="43469">
                    <a:moveTo>
                      <a:pt x="0" y="23463"/>
                    </a:moveTo>
                    <a:lnTo>
                      <a:pt x="47866" y="0"/>
                    </a:lnTo>
                    <a:lnTo>
                      <a:pt x="57701" y="19666"/>
                    </a:lnTo>
                    <a:lnTo>
                      <a:pt x="10080" y="43469"/>
                    </a:lnTo>
                    <a:lnTo>
                      <a:pt x="0" y="234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" name="Контур"/>
              <p:cNvSpPr/>
              <p:nvPr/>
            </p:nvSpPr>
            <p:spPr>
              <a:xfrm>
                <a:off x="5512878" y="5051032"/>
                <a:ext cx="111446" cy="66524"/>
              </a:xfrm>
              <a:custGeom>
                <a:avLst/>
                <a:gdLst/>
                <a:ahLst/>
                <a:cxnLst/>
                <a:rect l="l" t="t" r="r" b="b"/>
                <a:pathLst>
                  <a:path w="111446" h="66524">
                    <a:moveTo>
                      <a:pt x="0" y="40085"/>
                    </a:moveTo>
                    <a:lnTo>
                      <a:pt x="83745" y="0"/>
                    </a:lnTo>
                    <a:lnTo>
                      <a:pt x="111446" y="57872"/>
                    </a:lnTo>
                    <a:lnTo>
                      <a:pt x="93370" y="66524"/>
                    </a:lnTo>
                    <a:lnTo>
                      <a:pt x="76060" y="30360"/>
                    </a:lnTo>
                    <a:lnTo>
                      <a:pt x="10391" y="61792"/>
                    </a:lnTo>
                    <a:lnTo>
                      <a:pt x="0" y="400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" name="Контур"/>
              <p:cNvSpPr/>
              <p:nvPr/>
            </p:nvSpPr>
            <p:spPr>
              <a:xfrm>
                <a:off x="5697118" y="5076156"/>
                <a:ext cx="76445" cy="61753"/>
              </a:xfrm>
              <a:custGeom>
                <a:avLst/>
                <a:gdLst/>
                <a:ahLst/>
                <a:cxnLst/>
                <a:rect l="l" t="t" r="r" b="b"/>
                <a:pathLst>
                  <a:path w="76445" h="61753">
                    <a:moveTo>
                      <a:pt x="60093" y="0"/>
                    </a:moveTo>
                    <a:lnTo>
                      <a:pt x="76445" y="31490"/>
                    </a:lnTo>
                    <a:lnTo>
                      <a:pt x="16352" y="61753"/>
                    </a:lnTo>
                    <a:lnTo>
                      <a:pt x="0" y="31490"/>
                    </a:lnTo>
                    <a:lnTo>
                      <a:pt x="6009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" name="Контур"/>
              <p:cNvSpPr/>
              <p:nvPr/>
            </p:nvSpPr>
            <p:spPr>
              <a:xfrm>
                <a:off x="5382872" y="5009099"/>
                <a:ext cx="119140" cy="86477"/>
              </a:xfrm>
              <a:custGeom>
                <a:avLst/>
                <a:gdLst/>
                <a:ahLst/>
                <a:cxnLst/>
                <a:rect l="l" t="t" r="r" b="b"/>
                <a:pathLst>
                  <a:path w="119140" h="86477">
                    <a:moveTo>
                      <a:pt x="100728" y="0"/>
                    </a:moveTo>
                    <a:lnTo>
                      <a:pt x="119140" y="39389"/>
                    </a:lnTo>
                    <a:lnTo>
                      <a:pt x="18417" y="86477"/>
                    </a:lnTo>
                    <a:lnTo>
                      <a:pt x="0" y="47078"/>
                    </a:lnTo>
                    <a:lnTo>
                      <a:pt x="10072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" name="Контур"/>
              <p:cNvSpPr/>
              <p:nvPr/>
            </p:nvSpPr>
            <p:spPr>
              <a:xfrm>
                <a:off x="5383986" y="5107929"/>
                <a:ext cx="79629" cy="56148"/>
              </a:xfrm>
              <a:custGeom>
                <a:avLst/>
                <a:gdLst/>
                <a:ahLst/>
                <a:cxnLst/>
                <a:rect l="l" t="t" r="r" b="b"/>
                <a:pathLst>
                  <a:path w="79629" h="56148">
                    <a:moveTo>
                      <a:pt x="9771" y="56148"/>
                    </a:moveTo>
                    <a:lnTo>
                      <a:pt x="0" y="36596"/>
                    </a:lnTo>
                    <a:lnTo>
                      <a:pt x="68853" y="0"/>
                    </a:lnTo>
                    <a:lnTo>
                      <a:pt x="79629" y="20783"/>
                    </a:lnTo>
                    <a:lnTo>
                      <a:pt x="9771" y="561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" name="Контур"/>
              <p:cNvSpPr/>
              <p:nvPr/>
            </p:nvSpPr>
            <p:spPr>
              <a:xfrm>
                <a:off x="5764113" y="5621331"/>
                <a:ext cx="304472" cy="226793"/>
              </a:xfrm>
              <a:custGeom>
                <a:avLst/>
                <a:gdLst/>
                <a:ahLst/>
                <a:cxnLst/>
                <a:rect l="l" t="t" r="r" b="b"/>
                <a:pathLst>
                  <a:path w="304472" h="226793">
                    <a:moveTo>
                      <a:pt x="0" y="127136"/>
                    </a:moveTo>
                    <a:lnTo>
                      <a:pt x="109194" y="73301"/>
                    </a:lnTo>
                    <a:lnTo>
                      <a:pt x="257233" y="0"/>
                    </a:lnTo>
                    <a:lnTo>
                      <a:pt x="304472" y="98734"/>
                    </a:lnTo>
                    <a:lnTo>
                      <a:pt x="50853" y="226793"/>
                    </a:lnTo>
                    <a:lnTo>
                      <a:pt x="0" y="1271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" name="Контур"/>
              <p:cNvSpPr/>
              <p:nvPr/>
            </p:nvSpPr>
            <p:spPr>
              <a:xfrm>
                <a:off x="5338826" y="5212914"/>
                <a:ext cx="94776" cy="64032"/>
              </a:xfrm>
              <a:custGeom>
                <a:avLst/>
                <a:gdLst/>
                <a:ahLst/>
                <a:cxnLst/>
                <a:rect l="l" t="t" r="r" b="b"/>
                <a:pathLst>
                  <a:path w="94776" h="64032">
                    <a:moveTo>
                      <a:pt x="0" y="39128"/>
                    </a:moveTo>
                    <a:lnTo>
                      <a:pt x="80607" y="0"/>
                    </a:lnTo>
                    <a:lnTo>
                      <a:pt x="94776" y="25550"/>
                    </a:lnTo>
                    <a:lnTo>
                      <a:pt x="16004" y="64032"/>
                    </a:lnTo>
                    <a:lnTo>
                      <a:pt x="5920" y="48374"/>
                    </a:lnTo>
                    <a:lnTo>
                      <a:pt x="0" y="391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" name="Контур"/>
              <p:cNvSpPr/>
              <p:nvPr/>
            </p:nvSpPr>
            <p:spPr>
              <a:xfrm>
                <a:off x="5393757" y="5128712"/>
                <a:ext cx="99069" cy="109752"/>
              </a:xfrm>
              <a:custGeom>
                <a:avLst/>
                <a:gdLst/>
                <a:ahLst/>
                <a:cxnLst/>
                <a:rect l="l" t="t" r="r" b="b"/>
                <a:pathLst>
                  <a:path w="99069" h="109752">
                    <a:moveTo>
                      <a:pt x="39845" y="109752"/>
                    </a:moveTo>
                    <a:lnTo>
                      <a:pt x="25676" y="84202"/>
                    </a:lnTo>
                    <a:lnTo>
                      <a:pt x="0" y="35365"/>
                    </a:lnTo>
                    <a:lnTo>
                      <a:pt x="69858" y="0"/>
                    </a:lnTo>
                    <a:lnTo>
                      <a:pt x="99069" y="52474"/>
                    </a:lnTo>
                    <a:lnTo>
                      <a:pt x="79335" y="63386"/>
                    </a:lnTo>
                    <a:lnTo>
                      <a:pt x="91539" y="89365"/>
                    </a:lnTo>
                    <a:lnTo>
                      <a:pt x="39845" y="1097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" name="Контур"/>
              <p:cNvSpPr/>
              <p:nvPr/>
            </p:nvSpPr>
            <p:spPr>
              <a:xfrm>
                <a:off x="5613595" y="5130401"/>
                <a:ext cx="73234" cy="55224"/>
              </a:xfrm>
              <a:custGeom>
                <a:avLst/>
                <a:gdLst/>
                <a:ahLst/>
                <a:cxnLst/>
                <a:rect l="l" t="t" r="r" b="b"/>
                <a:pathLst>
                  <a:path w="73234" h="55224">
                    <a:moveTo>
                      <a:pt x="12471" y="55224"/>
                    </a:moveTo>
                    <a:lnTo>
                      <a:pt x="0" y="29762"/>
                    </a:lnTo>
                    <a:lnTo>
                      <a:pt x="60762" y="0"/>
                    </a:lnTo>
                    <a:lnTo>
                      <a:pt x="73234" y="25462"/>
                    </a:lnTo>
                    <a:lnTo>
                      <a:pt x="12471" y="552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" name="Контур"/>
              <p:cNvSpPr/>
              <p:nvPr/>
            </p:nvSpPr>
            <p:spPr>
              <a:xfrm>
                <a:off x="5498153" y="5451193"/>
                <a:ext cx="100253" cy="114677"/>
              </a:xfrm>
              <a:custGeom>
                <a:avLst/>
                <a:gdLst/>
                <a:ahLst/>
                <a:cxnLst/>
                <a:rect l="l" t="t" r="r" b="b"/>
                <a:pathLst>
                  <a:path w="100253" h="114677">
                    <a:moveTo>
                      <a:pt x="30130" y="114677"/>
                    </a:moveTo>
                    <a:lnTo>
                      <a:pt x="23016" y="110299"/>
                    </a:lnTo>
                    <a:lnTo>
                      <a:pt x="0" y="96447"/>
                    </a:lnTo>
                    <a:lnTo>
                      <a:pt x="59472" y="0"/>
                    </a:lnTo>
                    <a:lnTo>
                      <a:pt x="100253" y="25123"/>
                    </a:lnTo>
                    <a:lnTo>
                      <a:pt x="84979" y="49906"/>
                    </a:lnTo>
                    <a:lnTo>
                      <a:pt x="74155" y="43239"/>
                    </a:lnTo>
                    <a:lnTo>
                      <a:pt x="30130" y="1146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" name="Контур"/>
              <p:cNvSpPr/>
              <p:nvPr/>
            </p:nvSpPr>
            <p:spPr>
              <a:xfrm>
                <a:off x="5619074" y="5299383"/>
                <a:ext cx="278673" cy="202253"/>
              </a:xfrm>
              <a:custGeom>
                <a:avLst/>
                <a:gdLst/>
                <a:ahLst/>
                <a:cxnLst/>
                <a:rect l="l" t="t" r="r" b="b"/>
                <a:pathLst>
                  <a:path w="278673" h="202253">
                    <a:moveTo>
                      <a:pt x="248738" y="135922"/>
                    </a:moveTo>
                    <a:lnTo>
                      <a:pt x="268506" y="148027"/>
                    </a:lnTo>
                    <a:lnTo>
                      <a:pt x="235300" y="202253"/>
                    </a:lnTo>
                    <a:lnTo>
                      <a:pt x="0" y="58168"/>
                    </a:lnTo>
                    <a:lnTo>
                      <a:pt x="32732" y="4713"/>
                    </a:lnTo>
                    <a:lnTo>
                      <a:pt x="106131" y="49658"/>
                    </a:lnTo>
                    <a:lnTo>
                      <a:pt x="136539" y="0"/>
                    </a:lnTo>
                    <a:lnTo>
                      <a:pt x="278673" y="87036"/>
                    </a:lnTo>
                    <a:lnTo>
                      <a:pt x="248738" y="1359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" name="Контур"/>
              <p:cNvSpPr/>
              <p:nvPr/>
            </p:nvSpPr>
            <p:spPr>
              <a:xfrm>
                <a:off x="7336877" y="6119047"/>
                <a:ext cx="43123" cy="51771"/>
              </a:xfrm>
              <a:custGeom>
                <a:avLst/>
                <a:gdLst/>
                <a:ahLst/>
                <a:cxnLst/>
                <a:rect l="l" t="t" r="r" b="b"/>
                <a:pathLst>
                  <a:path w="43123" h="51771">
                    <a:moveTo>
                      <a:pt x="0" y="12601"/>
                    </a:moveTo>
                    <a:lnTo>
                      <a:pt x="28370" y="0"/>
                    </a:lnTo>
                    <a:lnTo>
                      <a:pt x="43123" y="33212"/>
                    </a:lnTo>
                    <a:lnTo>
                      <a:pt x="43123" y="40344"/>
                    </a:lnTo>
                    <a:lnTo>
                      <a:pt x="17399" y="517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1" name="Контур"/>
              <p:cNvSpPr/>
              <p:nvPr/>
            </p:nvSpPr>
            <p:spPr>
              <a:xfrm>
                <a:off x="7336877" y="6119047"/>
                <a:ext cx="43123" cy="51771"/>
              </a:xfrm>
              <a:custGeom>
                <a:avLst/>
                <a:gdLst/>
                <a:ahLst/>
                <a:cxnLst/>
                <a:rect l="l" t="t" r="r" b="b"/>
                <a:pathLst>
                  <a:path w="43123" h="51771" fill="none">
                    <a:moveTo>
                      <a:pt x="0" y="12601"/>
                    </a:moveTo>
                    <a:lnTo>
                      <a:pt x="28370" y="0"/>
                    </a:lnTo>
                    <a:lnTo>
                      <a:pt x="43123" y="33212"/>
                    </a:lnTo>
                    <a:moveTo>
                      <a:pt x="43123" y="40344"/>
                    </a:moveTo>
                    <a:lnTo>
                      <a:pt x="17399" y="51771"/>
                    </a:lnTo>
                    <a:lnTo>
                      <a:pt x="0" y="12601"/>
                    </a:lnTo>
                    <a:lnTo>
                      <a:pt x="0" y="12601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" name="Контур"/>
              <p:cNvSpPr/>
              <p:nvPr/>
            </p:nvSpPr>
            <p:spPr>
              <a:xfrm>
                <a:off x="7373023" y="6095225"/>
                <a:ext cx="6977" cy="19598"/>
              </a:xfrm>
              <a:custGeom>
                <a:avLst/>
                <a:gdLst/>
                <a:ahLst/>
                <a:cxnLst/>
                <a:rect l="l" t="t" r="r" b="b"/>
                <a:pathLst>
                  <a:path w="6977" h="19598">
                    <a:moveTo>
                      <a:pt x="6977" y="0"/>
                    </a:moveTo>
                    <a:lnTo>
                      <a:pt x="6977" y="19598"/>
                    </a:lnTo>
                    <a:lnTo>
                      <a:pt x="0" y="29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3" name="Контур"/>
              <p:cNvSpPr/>
              <p:nvPr/>
            </p:nvSpPr>
            <p:spPr>
              <a:xfrm>
                <a:off x="7373023" y="6095225"/>
                <a:ext cx="6977" cy="19598"/>
              </a:xfrm>
              <a:custGeom>
                <a:avLst/>
                <a:gdLst/>
                <a:ahLst/>
                <a:cxnLst/>
                <a:rect l="l" t="t" r="r" b="b"/>
                <a:pathLst>
                  <a:path w="6977" h="19598" fill="none">
                    <a:moveTo>
                      <a:pt x="6977" y="19598"/>
                    </a:moveTo>
                    <a:lnTo>
                      <a:pt x="0" y="2918"/>
                    </a:lnTo>
                    <a:lnTo>
                      <a:pt x="6977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" name="Контур"/>
              <p:cNvSpPr/>
              <p:nvPr/>
            </p:nvSpPr>
            <p:spPr>
              <a:xfrm>
                <a:off x="7360757" y="6067017"/>
                <a:ext cx="19243" cy="27744"/>
              </a:xfrm>
              <a:custGeom>
                <a:avLst/>
                <a:gdLst/>
                <a:ahLst/>
                <a:cxnLst/>
                <a:rect l="l" t="t" r="r" b="b"/>
                <a:pathLst>
                  <a:path w="19243" h="27744">
                    <a:moveTo>
                      <a:pt x="14648" y="0"/>
                    </a:moveTo>
                    <a:lnTo>
                      <a:pt x="19243" y="10616"/>
                    </a:lnTo>
                    <a:lnTo>
                      <a:pt x="19243" y="23425"/>
                    </a:lnTo>
                    <a:lnTo>
                      <a:pt x="9264" y="27744"/>
                    </a:lnTo>
                    <a:lnTo>
                      <a:pt x="0" y="63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5" name="Контур"/>
              <p:cNvSpPr/>
              <p:nvPr/>
            </p:nvSpPr>
            <p:spPr>
              <a:xfrm>
                <a:off x="7360757" y="6067017"/>
                <a:ext cx="19243" cy="27744"/>
              </a:xfrm>
              <a:custGeom>
                <a:avLst/>
                <a:gdLst/>
                <a:ahLst/>
                <a:cxnLst/>
                <a:rect l="l" t="t" r="r" b="b"/>
                <a:pathLst>
                  <a:path w="19243" h="27744" fill="none">
                    <a:moveTo>
                      <a:pt x="14648" y="0"/>
                    </a:moveTo>
                    <a:lnTo>
                      <a:pt x="19243" y="10616"/>
                    </a:lnTo>
                    <a:moveTo>
                      <a:pt x="19243" y="23425"/>
                    </a:moveTo>
                    <a:lnTo>
                      <a:pt x="9264" y="27744"/>
                    </a:lnTo>
                    <a:lnTo>
                      <a:pt x="0" y="6340"/>
                    </a:lnTo>
                    <a:lnTo>
                      <a:pt x="14648" y="0"/>
                    </a:lnTo>
                    <a:lnTo>
                      <a:pt x="14648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" name="Контур"/>
              <p:cNvSpPr/>
              <p:nvPr/>
            </p:nvSpPr>
            <p:spPr>
              <a:xfrm>
                <a:off x="7324182" y="6580241"/>
                <a:ext cx="40313" cy="34861"/>
              </a:xfrm>
              <a:custGeom>
                <a:avLst/>
                <a:gdLst/>
                <a:ahLst/>
                <a:cxnLst/>
                <a:rect l="l" t="t" r="r" b="b"/>
                <a:pathLst>
                  <a:path w="40313" h="34861">
                    <a:moveTo>
                      <a:pt x="9215" y="34861"/>
                    </a:moveTo>
                    <a:lnTo>
                      <a:pt x="0" y="13274"/>
                    </a:lnTo>
                    <a:lnTo>
                      <a:pt x="31098" y="0"/>
                    </a:lnTo>
                    <a:lnTo>
                      <a:pt x="40313" y="21587"/>
                    </a:lnTo>
                    <a:lnTo>
                      <a:pt x="9215" y="348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" name="Контур"/>
              <p:cNvSpPr/>
              <p:nvPr/>
            </p:nvSpPr>
            <p:spPr>
              <a:xfrm>
                <a:off x="7188233" y="6217480"/>
                <a:ext cx="191767" cy="358708"/>
              </a:xfrm>
              <a:custGeom>
                <a:avLst/>
                <a:gdLst/>
                <a:ahLst/>
                <a:cxnLst/>
                <a:rect l="l" t="t" r="r" b="b"/>
                <a:pathLst>
                  <a:path w="191767" h="358708">
                    <a:moveTo>
                      <a:pt x="60859" y="186969"/>
                    </a:moveTo>
                    <a:lnTo>
                      <a:pt x="0" y="59208"/>
                    </a:lnTo>
                    <a:lnTo>
                      <a:pt x="124277" y="0"/>
                    </a:lnTo>
                    <a:lnTo>
                      <a:pt x="150554" y="55155"/>
                    </a:lnTo>
                    <a:lnTo>
                      <a:pt x="191767" y="141664"/>
                    </a:lnTo>
                    <a:lnTo>
                      <a:pt x="191767" y="348291"/>
                    </a:lnTo>
                    <a:lnTo>
                      <a:pt x="169901" y="358708"/>
                    </a:lnTo>
                    <a:lnTo>
                      <a:pt x="83045" y="1764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8" name="Контур"/>
              <p:cNvSpPr/>
              <p:nvPr/>
            </p:nvSpPr>
            <p:spPr>
              <a:xfrm>
                <a:off x="7188233" y="6217480"/>
                <a:ext cx="191767" cy="358708"/>
              </a:xfrm>
              <a:custGeom>
                <a:avLst/>
                <a:gdLst/>
                <a:ahLst/>
                <a:cxnLst/>
                <a:rect l="l" t="t" r="r" b="b"/>
                <a:pathLst>
                  <a:path w="191767" h="358708" fill="none">
                    <a:moveTo>
                      <a:pt x="60859" y="186969"/>
                    </a:moveTo>
                    <a:lnTo>
                      <a:pt x="0" y="59208"/>
                    </a:lnTo>
                    <a:lnTo>
                      <a:pt x="124277" y="0"/>
                    </a:lnTo>
                    <a:lnTo>
                      <a:pt x="150554" y="55155"/>
                    </a:lnTo>
                    <a:lnTo>
                      <a:pt x="191767" y="141664"/>
                    </a:lnTo>
                    <a:moveTo>
                      <a:pt x="191767" y="348291"/>
                    </a:moveTo>
                    <a:lnTo>
                      <a:pt x="169901" y="358708"/>
                    </a:lnTo>
                    <a:lnTo>
                      <a:pt x="83045" y="176400"/>
                    </a:lnTo>
                    <a:lnTo>
                      <a:pt x="60859" y="186969"/>
                    </a:lnTo>
                    <a:lnTo>
                      <a:pt x="60859" y="18696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" name="Контур"/>
              <p:cNvSpPr/>
              <p:nvPr/>
            </p:nvSpPr>
            <p:spPr>
              <a:xfrm>
                <a:off x="7027942" y="6276688"/>
                <a:ext cx="221150" cy="198931"/>
              </a:xfrm>
              <a:custGeom>
                <a:avLst/>
                <a:gdLst/>
                <a:ahLst/>
                <a:cxnLst/>
                <a:rect l="l" t="t" r="r" b="b"/>
                <a:pathLst>
                  <a:path w="221150" h="198931">
                    <a:moveTo>
                      <a:pt x="221150" y="127761"/>
                    </a:moveTo>
                    <a:lnTo>
                      <a:pt x="160890" y="155026"/>
                    </a:lnTo>
                    <a:lnTo>
                      <a:pt x="63432" y="198931"/>
                    </a:lnTo>
                    <a:lnTo>
                      <a:pt x="0" y="80601"/>
                    </a:lnTo>
                    <a:lnTo>
                      <a:pt x="160291" y="0"/>
                    </a:lnTo>
                    <a:lnTo>
                      <a:pt x="221150" y="1277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" name="Контур"/>
              <p:cNvSpPr/>
              <p:nvPr/>
            </p:nvSpPr>
            <p:spPr>
              <a:xfrm>
                <a:off x="7338787" y="6269193"/>
                <a:ext cx="41213" cy="89951"/>
              </a:xfrm>
              <a:custGeom>
                <a:avLst/>
                <a:gdLst/>
                <a:ahLst/>
                <a:cxnLst/>
                <a:rect l="l" t="t" r="r" b="b"/>
                <a:pathLst>
                  <a:path w="41213" h="89951">
                    <a:moveTo>
                      <a:pt x="41213" y="89951"/>
                    </a:moveTo>
                    <a:lnTo>
                      <a:pt x="0" y="3442"/>
                    </a:lnTo>
                    <a:lnTo>
                      <a:pt x="34988" y="0"/>
                    </a:lnTo>
                    <a:lnTo>
                      <a:pt x="41213" y="1274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1" name="Контур"/>
              <p:cNvSpPr/>
              <p:nvPr/>
            </p:nvSpPr>
            <p:spPr>
              <a:xfrm>
                <a:off x="7338787" y="6269193"/>
                <a:ext cx="41213" cy="89951"/>
              </a:xfrm>
              <a:custGeom>
                <a:avLst/>
                <a:gdLst/>
                <a:ahLst/>
                <a:cxnLst/>
                <a:rect l="l" t="t" r="r" b="b"/>
                <a:pathLst>
                  <a:path w="41213" h="89951" fill="none">
                    <a:moveTo>
                      <a:pt x="41213" y="89951"/>
                    </a:moveTo>
                    <a:lnTo>
                      <a:pt x="0" y="3442"/>
                    </a:lnTo>
                    <a:lnTo>
                      <a:pt x="34988" y="0"/>
                    </a:lnTo>
                    <a:lnTo>
                      <a:pt x="41213" y="12747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" name="Контур"/>
              <p:cNvSpPr/>
              <p:nvPr/>
            </p:nvSpPr>
            <p:spPr>
              <a:xfrm>
                <a:off x="7188832" y="6404449"/>
                <a:ext cx="74078" cy="58996"/>
              </a:xfrm>
              <a:custGeom>
                <a:avLst/>
                <a:gdLst/>
                <a:ahLst/>
                <a:cxnLst/>
                <a:rect l="l" t="t" r="r" b="b"/>
                <a:pathLst>
                  <a:path w="74078" h="58996">
                    <a:moveTo>
                      <a:pt x="0" y="27265"/>
                    </a:moveTo>
                    <a:lnTo>
                      <a:pt x="60260" y="0"/>
                    </a:lnTo>
                    <a:lnTo>
                      <a:pt x="74078" y="29372"/>
                    </a:lnTo>
                    <a:lnTo>
                      <a:pt x="16065" y="58996"/>
                    </a:lnTo>
                    <a:lnTo>
                      <a:pt x="0" y="272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" name="Контур"/>
              <p:cNvSpPr/>
              <p:nvPr/>
            </p:nvSpPr>
            <p:spPr>
              <a:xfrm>
                <a:off x="7298623" y="6174474"/>
                <a:ext cx="42799" cy="66759"/>
              </a:xfrm>
              <a:custGeom>
                <a:avLst/>
                <a:gdLst/>
                <a:ahLst/>
                <a:cxnLst/>
                <a:rect l="l" t="t" r="r" b="b"/>
                <a:pathLst>
                  <a:path w="42799" h="66759">
                    <a:moveTo>
                      <a:pt x="0" y="6724"/>
                    </a:moveTo>
                    <a:lnTo>
                      <a:pt x="14034" y="0"/>
                    </a:lnTo>
                    <a:lnTo>
                      <a:pt x="42799" y="60035"/>
                    </a:lnTo>
                    <a:lnTo>
                      <a:pt x="28765" y="66759"/>
                    </a:lnTo>
                    <a:lnTo>
                      <a:pt x="0" y="67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" name="Контур"/>
              <p:cNvSpPr/>
              <p:nvPr/>
            </p:nvSpPr>
            <p:spPr>
              <a:xfrm>
                <a:off x="7320310" y="6786243"/>
                <a:ext cx="59690" cy="86254"/>
              </a:xfrm>
              <a:custGeom>
                <a:avLst/>
                <a:gdLst/>
                <a:ahLst/>
                <a:cxnLst/>
                <a:rect l="l" t="t" r="r" b="b"/>
                <a:pathLst>
                  <a:path w="59690" h="86254">
                    <a:moveTo>
                      <a:pt x="59690" y="70900"/>
                    </a:moveTo>
                    <a:lnTo>
                      <a:pt x="27614" y="86254"/>
                    </a:lnTo>
                    <a:lnTo>
                      <a:pt x="0" y="28573"/>
                    </a:lnTo>
                    <a:lnTo>
                      <a:pt x="596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5" name="Контур"/>
              <p:cNvSpPr/>
              <p:nvPr/>
            </p:nvSpPr>
            <p:spPr>
              <a:xfrm>
                <a:off x="7320310" y="6786243"/>
                <a:ext cx="59690" cy="86254"/>
              </a:xfrm>
              <a:custGeom>
                <a:avLst/>
                <a:gdLst/>
                <a:ahLst/>
                <a:cxnLst/>
                <a:rect l="l" t="t" r="r" b="b"/>
                <a:pathLst>
                  <a:path w="59690" h="86254" fill="none">
                    <a:moveTo>
                      <a:pt x="59690" y="70900"/>
                    </a:moveTo>
                    <a:lnTo>
                      <a:pt x="27614" y="86254"/>
                    </a:lnTo>
                    <a:lnTo>
                      <a:pt x="0" y="28573"/>
                    </a:lnTo>
                    <a:lnTo>
                      <a:pt x="5969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6" name="Контур"/>
              <p:cNvSpPr/>
              <p:nvPr/>
            </p:nvSpPr>
            <p:spPr>
              <a:xfrm>
                <a:off x="7111843" y="7018326"/>
                <a:ext cx="65662" cy="25805"/>
              </a:xfrm>
              <a:custGeom>
                <a:avLst/>
                <a:gdLst/>
                <a:ahLst/>
                <a:cxnLst/>
                <a:rect l="l" t="t" r="r" b="b"/>
                <a:pathLst>
                  <a:path w="65662" h="25805">
                    <a:moveTo>
                      <a:pt x="65320" y="25552"/>
                    </a:moveTo>
                    <a:lnTo>
                      <a:pt x="0" y="25805"/>
                    </a:lnTo>
                    <a:lnTo>
                      <a:pt x="358" y="0"/>
                    </a:lnTo>
                    <a:lnTo>
                      <a:pt x="65662" y="907"/>
                    </a:lnTo>
                    <a:lnTo>
                      <a:pt x="65320" y="255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" name="Контур"/>
              <p:cNvSpPr/>
              <p:nvPr/>
            </p:nvSpPr>
            <p:spPr>
              <a:xfrm>
                <a:off x="7017728" y="6972880"/>
                <a:ext cx="20045" cy="27234"/>
              </a:xfrm>
              <a:custGeom>
                <a:avLst/>
                <a:gdLst/>
                <a:ahLst/>
                <a:cxnLst/>
                <a:rect l="l" t="t" r="r" b="b"/>
                <a:pathLst>
                  <a:path w="20045" h="27234">
                    <a:moveTo>
                      <a:pt x="526" y="27234"/>
                    </a:moveTo>
                    <a:lnTo>
                      <a:pt x="0" y="383"/>
                    </a:lnTo>
                    <a:lnTo>
                      <a:pt x="19519" y="0"/>
                    </a:lnTo>
                    <a:lnTo>
                      <a:pt x="20045" y="26851"/>
                    </a:lnTo>
                    <a:lnTo>
                      <a:pt x="526" y="272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" name="Контур"/>
              <p:cNvSpPr/>
              <p:nvPr/>
            </p:nvSpPr>
            <p:spPr>
              <a:xfrm>
                <a:off x="7356094" y="6696713"/>
                <a:ext cx="23906" cy="49061"/>
              </a:xfrm>
              <a:custGeom>
                <a:avLst/>
                <a:gdLst/>
                <a:ahLst/>
                <a:cxnLst/>
                <a:rect l="l" t="t" r="r" b="b"/>
                <a:pathLst>
                  <a:path w="23906" h="49061">
                    <a:moveTo>
                      <a:pt x="23906" y="45951"/>
                    </a:moveTo>
                    <a:lnTo>
                      <a:pt x="16694" y="49061"/>
                    </a:lnTo>
                    <a:lnTo>
                      <a:pt x="0" y="10349"/>
                    </a:lnTo>
                    <a:lnTo>
                      <a:pt x="2390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9" name="Контур"/>
              <p:cNvSpPr/>
              <p:nvPr/>
            </p:nvSpPr>
            <p:spPr>
              <a:xfrm>
                <a:off x="7356094" y="6696713"/>
                <a:ext cx="23906" cy="49061"/>
              </a:xfrm>
              <a:custGeom>
                <a:avLst/>
                <a:gdLst/>
                <a:ahLst/>
                <a:cxnLst/>
                <a:rect l="l" t="t" r="r" b="b"/>
                <a:pathLst>
                  <a:path w="23906" h="49061" fill="none">
                    <a:moveTo>
                      <a:pt x="23906" y="45951"/>
                    </a:moveTo>
                    <a:lnTo>
                      <a:pt x="16694" y="49061"/>
                    </a:lnTo>
                    <a:lnTo>
                      <a:pt x="0" y="10349"/>
                    </a:lnTo>
                    <a:lnTo>
                      <a:pt x="23906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" name="Контур"/>
              <p:cNvSpPr/>
              <p:nvPr/>
            </p:nvSpPr>
            <p:spPr>
              <a:xfrm>
                <a:off x="7179564" y="6588468"/>
                <a:ext cx="50281" cy="67288"/>
              </a:xfrm>
              <a:custGeom>
                <a:avLst/>
                <a:gdLst/>
                <a:ahLst/>
                <a:cxnLst/>
                <a:rect l="l" t="t" r="r" b="b"/>
                <a:pathLst>
                  <a:path w="50281" h="67288">
                    <a:moveTo>
                      <a:pt x="25294" y="67288"/>
                    </a:moveTo>
                    <a:lnTo>
                      <a:pt x="0" y="11285"/>
                    </a:lnTo>
                    <a:lnTo>
                      <a:pt x="24988" y="0"/>
                    </a:lnTo>
                    <a:lnTo>
                      <a:pt x="50281" y="56002"/>
                    </a:lnTo>
                    <a:lnTo>
                      <a:pt x="25294" y="672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" name="Контур"/>
              <p:cNvSpPr/>
              <p:nvPr/>
            </p:nvSpPr>
            <p:spPr>
              <a:xfrm>
                <a:off x="6465209" y="5929163"/>
                <a:ext cx="157709" cy="200429"/>
              </a:xfrm>
              <a:custGeom>
                <a:avLst/>
                <a:gdLst/>
                <a:ahLst/>
                <a:cxnLst/>
                <a:rect l="l" t="t" r="r" b="b"/>
                <a:pathLst>
                  <a:path w="157709" h="200429">
                    <a:moveTo>
                      <a:pt x="157709" y="162043"/>
                    </a:moveTo>
                    <a:lnTo>
                      <a:pt x="77026" y="200429"/>
                    </a:lnTo>
                    <a:lnTo>
                      <a:pt x="0" y="38352"/>
                    </a:lnTo>
                    <a:lnTo>
                      <a:pt x="14244" y="31352"/>
                    </a:lnTo>
                    <a:lnTo>
                      <a:pt x="80698" y="0"/>
                    </a:lnTo>
                    <a:lnTo>
                      <a:pt x="137957" y="120470"/>
                    </a:lnTo>
                    <a:lnTo>
                      <a:pt x="157709" y="1620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" name="Контур"/>
              <p:cNvSpPr/>
              <p:nvPr/>
            </p:nvSpPr>
            <p:spPr>
              <a:xfrm>
                <a:off x="6603166" y="6019043"/>
                <a:ext cx="85387" cy="72163"/>
              </a:xfrm>
              <a:custGeom>
                <a:avLst/>
                <a:gdLst/>
                <a:ahLst/>
                <a:cxnLst/>
                <a:rect l="l" t="t" r="r" b="b"/>
                <a:pathLst>
                  <a:path w="85387" h="72163">
                    <a:moveTo>
                      <a:pt x="64397" y="0"/>
                    </a:moveTo>
                    <a:lnTo>
                      <a:pt x="85387" y="40853"/>
                    </a:lnTo>
                    <a:lnTo>
                      <a:pt x="19752" y="72163"/>
                    </a:lnTo>
                    <a:lnTo>
                      <a:pt x="0" y="30590"/>
                    </a:lnTo>
                    <a:lnTo>
                      <a:pt x="6439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" name="Контур"/>
              <p:cNvSpPr/>
              <p:nvPr/>
            </p:nvSpPr>
            <p:spPr>
              <a:xfrm>
                <a:off x="6442293" y="6014736"/>
                <a:ext cx="42572" cy="52553"/>
              </a:xfrm>
              <a:custGeom>
                <a:avLst/>
                <a:gdLst/>
                <a:ahLst/>
                <a:cxnLst/>
                <a:rect l="l" t="t" r="r" b="b"/>
                <a:pathLst>
                  <a:path w="42572" h="52553">
                    <a:moveTo>
                      <a:pt x="24475" y="0"/>
                    </a:moveTo>
                    <a:lnTo>
                      <a:pt x="42572" y="42243"/>
                    </a:lnTo>
                    <a:lnTo>
                      <a:pt x="18505" y="52553"/>
                    </a:lnTo>
                    <a:lnTo>
                      <a:pt x="0" y="11373"/>
                    </a:lnTo>
                    <a:lnTo>
                      <a:pt x="4538" y="9257"/>
                    </a:lnTo>
                    <a:lnTo>
                      <a:pt x="244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" name="Контур"/>
              <p:cNvSpPr/>
              <p:nvPr/>
            </p:nvSpPr>
            <p:spPr>
              <a:xfrm>
                <a:off x="6667563" y="5957424"/>
                <a:ext cx="151550" cy="102472"/>
              </a:xfrm>
              <a:custGeom>
                <a:avLst/>
                <a:gdLst/>
                <a:ahLst/>
                <a:cxnLst/>
                <a:rect l="l" t="t" r="r" b="b"/>
                <a:pathLst>
                  <a:path w="151550" h="102472">
                    <a:moveTo>
                      <a:pt x="0" y="61619"/>
                    </a:moveTo>
                    <a:lnTo>
                      <a:pt x="126031" y="0"/>
                    </a:lnTo>
                    <a:lnTo>
                      <a:pt x="151550" y="52552"/>
                    </a:lnTo>
                    <a:lnTo>
                      <a:pt x="128510" y="63304"/>
                    </a:lnTo>
                    <a:lnTo>
                      <a:pt x="123902" y="54088"/>
                    </a:lnTo>
                    <a:lnTo>
                      <a:pt x="20990" y="102472"/>
                    </a:lnTo>
                    <a:lnTo>
                      <a:pt x="0" y="616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" name="Контур"/>
              <p:cNvSpPr/>
              <p:nvPr/>
            </p:nvSpPr>
            <p:spPr>
              <a:xfrm>
                <a:off x="6360171" y="5832568"/>
                <a:ext cx="106597" cy="191425"/>
              </a:xfrm>
              <a:custGeom>
                <a:avLst/>
                <a:gdLst/>
                <a:ahLst/>
                <a:cxnLst/>
                <a:rect l="l" t="t" r="r" b="b"/>
                <a:pathLst>
                  <a:path w="106597" h="191425">
                    <a:moveTo>
                      <a:pt x="86660" y="191425"/>
                    </a:moveTo>
                    <a:lnTo>
                      <a:pt x="0" y="11073"/>
                    </a:lnTo>
                    <a:lnTo>
                      <a:pt x="22718" y="0"/>
                    </a:lnTo>
                    <a:lnTo>
                      <a:pt x="106597" y="182168"/>
                    </a:lnTo>
                    <a:lnTo>
                      <a:pt x="86660" y="1914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" name="Контур"/>
              <p:cNvSpPr/>
              <p:nvPr/>
            </p:nvSpPr>
            <p:spPr>
              <a:xfrm>
                <a:off x="6667049" y="5401297"/>
                <a:ext cx="422400" cy="564135"/>
              </a:xfrm>
              <a:custGeom>
                <a:avLst/>
                <a:gdLst/>
                <a:ahLst/>
                <a:cxnLst/>
                <a:rect l="l" t="t" r="r" b="b"/>
                <a:pathLst>
                  <a:path w="422400" h="564135">
                    <a:moveTo>
                      <a:pt x="387898" y="397618"/>
                    </a:moveTo>
                    <a:lnTo>
                      <a:pt x="422400" y="470439"/>
                    </a:lnTo>
                    <a:lnTo>
                      <a:pt x="223488" y="564135"/>
                    </a:lnTo>
                    <a:lnTo>
                      <a:pt x="0" y="91047"/>
                    </a:lnTo>
                    <a:lnTo>
                      <a:pt x="133104" y="30102"/>
                    </a:lnTo>
                    <a:lnTo>
                      <a:pt x="199498" y="0"/>
                    </a:lnTo>
                    <a:lnTo>
                      <a:pt x="387898" y="3976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" name="Контур"/>
              <p:cNvSpPr/>
              <p:nvPr/>
            </p:nvSpPr>
            <p:spPr>
              <a:xfrm>
                <a:off x="6936707" y="6292596"/>
                <a:ext cx="28457" cy="32093"/>
              </a:xfrm>
              <a:custGeom>
                <a:avLst/>
                <a:gdLst/>
                <a:ahLst/>
                <a:cxnLst/>
                <a:rect l="l" t="t" r="r" b="b"/>
                <a:pathLst>
                  <a:path w="28457" h="32093">
                    <a:moveTo>
                      <a:pt x="0" y="8309"/>
                    </a:moveTo>
                    <a:lnTo>
                      <a:pt x="16427" y="0"/>
                    </a:lnTo>
                    <a:lnTo>
                      <a:pt x="28457" y="23783"/>
                    </a:lnTo>
                    <a:lnTo>
                      <a:pt x="12030" y="32093"/>
                    </a:lnTo>
                    <a:lnTo>
                      <a:pt x="0" y="83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" name="Контур"/>
              <p:cNvSpPr/>
              <p:nvPr/>
            </p:nvSpPr>
            <p:spPr>
              <a:xfrm>
                <a:off x="6981929" y="6145144"/>
                <a:ext cx="289949" cy="161971"/>
              </a:xfrm>
              <a:custGeom>
                <a:avLst/>
                <a:gdLst/>
                <a:ahLst/>
                <a:cxnLst/>
                <a:rect l="l" t="t" r="r" b="b"/>
                <a:pathLst>
                  <a:path w="289949" h="161971">
                    <a:moveTo>
                      <a:pt x="289949" y="33715"/>
                    </a:moveTo>
                    <a:lnTo>
                      <a:pt x="21327" y="159375"/>
                    </a:lnTo>
                    <a:lnTo>
                      <a:pt x="15778" y="161971"/>
                    </a:lnTo>
                    <a:lnTo>
                      <a:pt x="0" y="128256"/>
                    </a:lnTo>
                    <a:lnTo>
                      <a:pt x="274176" y="0"/>
                    </a:lnTo>
                    <a:lnTo>
                      <a:pt x="289949" y="337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" name="Контур"/>
              <p:cNvSpPr/>
              <p:nvPr/>
            </p:nvSpPr>
            <p:spPr>
              <a:xfrm>
                <a:off x="6953513" y="6071416"/>
                <a:ext cx="311016" cy="174000"/>
              </a:xfrm>
              <a:custGeom>
                <a:avLst/>
                <a:gdLst/>
                <a:ahLst/>
                <a:cxnLst/>
                <a:rect l="l" t="t" r="r" b="b"/>
                <a:pathLst>
                  <a:path w="311016" h="174000">
                    <a:moveTo>
                      <a:pt x="311016" y="38064"/>
                    </a:moveTo>
                    <a:lnTo>
                      <a:pt x="17645" y="174000"/>
                    </a:lnTo>
                    <a:lnTo>
                      <a:pt x="0" y="135936"/>
                    </a:lnTo>
                    <a:lnTo>
                      <a:pt x="293376" y="0"/>
                    </a:lnTo>
                    <a:lnTo>
                      <a:pt x="311016" y="380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" name="Контур"/>
              <p:cNvSpPr/>
              <p:nvPr/>
            </p:nvSpPr>
            <p:spPr>
              <a:xfrm>
                <a:off x="6392628" y="6136345"/>
                <a:ext cx="131736" cy="106018"/>
              </a:xfrm>
              <a:custGeom>
                <a:avLst/>
                <a:gdLst/>
                <a:ahLst/>
                <a:cxnLst/>
                <a:rect l="l" t="t" r="r" b="b"/>
                <a:pathLst>
                  <a:path w="131736" h="106018">
                    <a:moveTo>
                      <a:pt x="26688" y="106018"/>
                    </a:moveTo>
                    <a:lnTo>
                      <a:pt x="15533" y="82810"/>
                    </a:lnTo>
                    <a:lnTo>
                      <a:pt x="0" y="50496"/>
                    </a:lnTo>
                    <a:lnTo>
                      <a:pt x="103647" y="672"/>
                    </a:lnTo>
                    <a:lnTo>
                      <a:pt x="105048" y="0"/>
                    </a:lnTo>
                    <a:lnTo>
                      <a:pt x="114869" y="20434"/>
                    </a:lnTo>
                    <a:lnTo>
                      <a:pt x="131736" y="55522"/>
                    </a:lnTo>
                    <a:lnTo>
                      <a:pt x="26688" y="1060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" name="Контур"/>
              <p:cNvSpPr/>
              <p:nvPr/>
            </p:nvSpPr>
            <p:spPr>
              <a:xfrm>
                <a:off x="6507497" y="6143429"/>
                <a:ext cx="46417" cy="52489"/>
              </a:xfrm>
              <a:custGeom>
                <a:avLst/>
                <a:gdLst/>
                <a:ahLst/>
                <a:cxnLst/>
                <a:rect l="l" t="t" r="r" b="b"/>
                <a:pathLst>
                  <a:path w="46417" h="52489">
                    <a:moveTo>
                      <a:pt x="0" y="13350"/>
                    </a:moveTo>
                    <a:lnTo>
                      <a:pt x="27336" y="0"/>
                    </a:lnTo>
                    <a:lnTo>
                      <a:pt x="46417" y="39217"/>
                    </a:lnTo>
                    <a:lnTo>
                      <a:pt x="19139" y="52489"/>
                    </a:lnTo>
                    <a:lnTo>
                      <a:pt x="16867" y="48438"/>
                    </a:lnTo>
                    <a:lnTo>
                      <a:pt x="0" y="133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" name="Контур"/>
              <p:cNvSpPr/>
              <p:nvPr/>
            </p:nvSpPr>
            <p:spPr>
              <a:xfrm>
                <a:off x="6466217" y="6056099"/>
                <a:ext cx="72720" cy="100680"/>
              </a:xfrm>
              <a:custGeom>
                <a:avLst/>
                <a:gdLst/>
                <a:ahLst/>
                <a:cxnLst/>
                <a:rect l="l" t="t" r="r" b="b"/>
                <a:pathLst>
                  <a:path w="72720" h="100680">
                    <a:moveTo>
                      <a:pt x="41280" y="100680"/>
                    </a:moveTo>
                    <a:lnTo>
                      <a:pt x="31459" y="80246"/>
                    </a:lnTo>
                    <a:lnTo>
                      <a:pt x="0" y="14933"/>
                    </a:lnTo>
                    <a:lnTo>
                      <a:pt x="31373" y="0"/>
                    </a:lnTo>
                    <a:lnTo>
                      <a:pt x="72720" y="85473"/>
                    </a:lnTo>
                    <a:lnTo>
                      <a:pt x="68616" y="87330"/>
                    </a:lnTo>
                    <a:lnTo>
                      <a:pt x="41280" y="1006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" name="Контур"/>
              <p:cNvSpPr/>
              <p:nvPr/>
            </p:nvSpPr>
            <p:spPr>
              <a:xfrm>
                <a:off x="6640760" y="6539468"/>
                <a:ext cx="64164" cy="506460"/>
              </a:xfrm>
              <a:custGeom>
                <a:avLst/>
                <a:gdLst/>
                <a:ahLst/>
                <a:cxnLst/>
                <a:rect l="l" t="t" r="r" b="b"/>
                <a:pathLst>
                  <a:path w="64164" h="506460">
                    <a:moveTo>
                      <a:pt x="64164" y="506238"/>
                    </a:moveTo>
                    <a:lnTo>
                      <a:pt x="6500" y="506460"/>
                    </a:lnTo>
                    <a:lnTo>
                      <a:pt x="0" y="740"/>
                    </a:lnTo>
                    <a:lnTo>
                      <a:pt x="57657" y="0"/>
                    </a:lnTo>
                    <a:lnTo>
                      <a:pt x="64164" y="50623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" name="Контур"/>
              <p:cNvSpPr/>
              <p:nvPr/>
            </p:nvSpPr>
            <p:spPr>
              <a:xfrm>
                <a:off x="6913573" y="6404095"/>
                <a:ext cx="64814" cy="443581"/>
              </a:xfrm>
              <a:custGeom>
                <a:avLst/>
                <a:gdLst/>
                <a:ahLst/>
                <a:cxnLst/>
                <a:rect l="l" t="t" r="r" b="b"/>
                <a:pathLst>
                  <a:path w="64814" h="443581">
                    <a:moveTo>
                      <a:pt x="60991" y="0"/>
                    </a:moveTo>
                    <a:lnTo>
                      <a:pt x="64814" y="443054"/>
                    </a:lnTo>
                    <a:lnTo>
                      <a:pt x="3823" y="443581"/>
                    </a:lnTo>
                    <a:lnTo>
                      <a:pt x="0" y="526"/>
                    </a:lnTo>
                    <a:lnTo>
                      <a:pt x="6099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" name="Контур"/>
              <p:cNvSpPr/>
              <p:nvPr/>
            </p:nvSpPr>
            <p:spPr>
              <a:xfrm>
                <a:off x="6583040" y="6228751"/>
                <a:ext cx="344462" cy="175122"/>
              </a:xfrm>
              <a:custGeom>
                <a:avLst/>
                <a:gdLst/>
                <a:ahLst/>
                <a:cxnLst/>
                <a:rect l="l" t="t" r="r" b="b"/>
                <a:pathLst>
                  <a:path w="344462" h="175122">
                    <a:moveTo>
                      <a:pt x="0" y="152562"/>
                    </a:moveTo>
                    <a:lnTo>
                      <a:pt x="334163" y="0"/>
                    </a:lnTo>
                    <a:lnTo>
                      <a:pt x="344462" y="22560"/>
                    </a:lnTo>
                    <a:lnTo>
                      <a:pt x="10300" y="175122"/>
                    </a:lnTo>
                    <a:lnTo>
                      <a:pt x="0" y="1525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" name="Контур"/>
              <p:cNvSpPr/>
              <p:nvPr/>
            </p:nvSpPr>
            <p:spPr>
              <a:xfrm>
                <a:off x="6603835" y="6309929"/>
                <a:ext cx="312412" cy="146369"/>
              </a:xfrm>
              <a:custGeom>
                <a:avLst/>
                <a:gdLst/>
                <a:ahLst/>
                <a:cxnLst/>
                <a:rect l="l" t="t" r="r" b="b"/>
                <a:pathLst>
                  <a:path w="312412" h="146369">
                    <a:moveTo>
                      <a:pt x="43647" y="145163"/>
                    </a:moveTo>
                    <a:lnTo>
                      <a:pt x="41144" y="139578"/>
                    </a:lnTo>
                    <a:lnTo>
                      <a:pt x="25988" y="146369"/>
                    </a:lnTo>
                    <a:lnTo>
                      <a:pt x="22129" y="137757"/>
                    </a:lnTo>
                    <a:lnTo>
                      <a:pt x="9234" y="143535"/>
                    </a:lnTo>
                    <a:lnTo>
                      <a:pt x="0" y="122928"/>
                    </a:lnTo>
                    <a:lnTo>
                      <a:pt x="30255" y="109371"/>
                    </a:lnTo>
                    <a:lnTo>
                      <a:pt x="34770" y="119446"/>
                    </a:lnTo>
                    <a:lnTo>
                      <a:pt x="301331" y="0"/>
                    </a:lnTo>
                    <a:lnTo>
                      <a:pt x="312412" y="24729"/>
                    </a:lnTo>
                    <a:lnTo>
                      <a:pt x="43647" y="1451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" name="Контур"/>
              <p:cNvSpPr/>
              <p:nvPr/>
            </p:nvSpPr>
            <p:spPr>
              <a:xfrm>
                <a:off x="7003256" y="6170354"/>
                <a:ext cx="309254" cy="186935"/>
              </a:xfrm>
              <a:custGeom>
                <a:avLst/>
                <a:gdLst/>
                <a:ahLst/>
                <a:cxnLst/>
                <a:rect l="l" t="t" r="r" b="b"/>
                <a:pathLst>
                  <a:path w="309254" h="186935">
                    <a:moveTo>
                      <a:pt x="24686" y="186935"/>
                    </a:moveTo>
                    <a:lnTo>
                      <a:pt x="0" y="134165"/>
                    </a:lnTo>
                    <a:lnTo>
                      <a:pt x="268622" y="8505"/>
                    </a:lnTo>
                    <a:lnTo>
                      <a:pt x="286802" y="0"/>
                    </a:lnTo>
                    <a:lnTo>
                      <a:pt x="309254" y="47126"/>
                    </a:lnTo>
                    <a:lnTo>
                      <a:pt x="184977" y="106334"/>
                    </a:lnTo>
                    <a:lnTo>
                      <a:pt x="24686" y="1869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" name="Контур"/>
              <p:cNvSpPr/>
              <p:nvPr/>
            </p:nvSpPr>
            <p:spPr>
              <a:xfrm>
                <a:off x="6921142" y="6300905"/>
                <a:ext cx="27595" cy="31656"/>
              </a:xfrm>
              <a:custGeom>
                <a:avLst/>
                <a:gdLst/>
                <a:ahLst/>
                <a:cxnLst/>
                <a:rect l="l" t="t" r="r" b="b"/>
                <a:pathLst>
                  <a:path w="27595" h="31656">
                    <a:moveTo>
                      <a:pt x="0" y="7873"/>
                    </a:moveTo>
                    <a:lnTo>
                      <a:pt x="15565" y="0"/>
                    </a:lnTo>
                    <a:lnTo>
                      <a:pt x="27595" y="23784"/>
                    </a:lnTo>
                    <a:lnTo>
                      <a:pt x="12030" y="31656"/>
                    </a:lnTo>
                    <a:lnTo>
                      <a:pt x="0" y="78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" name="Контур"/>
              <p:cNvSpPr/>
              <p:nvPr/>
            </p:nvSpPr>
            <p:spPr>
              <a:xfrm>
                <a:off x="6086098" y="6240132"/>
                <a:ext cx="213198" cy="131904"/>
              </a:xfrm>
              <a:custGeom>
                <a:avLst/>
                <a:gdLst/>
                <a:ahLst/>
                <a:cxnLst/>
                <a:rect l="l" t="t" r="r" b="b"/>
                <a:pathLst>
                  <a:path w="213198" h="131904">
                    <a:moveTo>
                      <a:pt x="36262" y="70708"/>
                    </a:moveTo>
                    <a:lnTo>
                      <a:pt x="188604" y="0"/>
                    </a:lnTo>
                    <a:lnTo>
                      <a:pt x="213198" y="52989"/>
                    </a:lnTo>
                    <a:lnTo>
                      <a:pt x="43173" y="131904"/>
                    </a:lnTo>
                    <a:lnTo>
                      <a:pt x="30419" y="104424"/>
                    </a:lnTo>
                    <a:lnTo>
                      <a:pt x="19277" y="109596"/>
                    </a:lnTo>
                    <a:lnTo>
                      <a:pt x="0" y="68063"/>
                    </a:lnTo>
                    <a:lnTo>
                      <a:pt x="28824" y="54684"/>
                    </a:lnTo>
                    <a:lnTo>
                      <a:pt x="36262" y="707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" name="Контур"/>
              <p:cNvSpPr/>
              <p:nvPr/>
            </p:nvSpPr>
            <p:spPr>
              <a:xfrm>
                <a:off x="5485275" y="6224944"/>
                <a:ext cx="181291" cy="124579"/>
              </a:xfrm>
              <a:custGeom>
                <a:avLst/>
                <a:gdLst/>
                <a:ahLst/>
                <a:cxnLst/>
                <a:rect l="l" t="t" r="r" b="b"/>
                <a:pathLst>
                  <a:path w="181291" h="124579">
                    <a:moveTo>
                      <a:pt x="158150" y="0"/>
                    </a:moveTo>
                    <a:lnTo>
                      <a:pt x="181291" y="47443"/>
                    </a:lnTo>
                    <a:lnTo>
                      <a:pt x="23141" y="124579"/>
                    </a:lnTo>
                    <a:lnTo>
                      <a:pt x="0" y="77136"/>
                    </a:lnTo>
                    <a:lnTo>
                      <a:pt x="15815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" name="Контур"/>
              <p:cNvSpPr/>
              <p:nvPr/>
            </p:nvSpPr>
            <p:spPr>
              <a:xfrm>
                <a:off x="5951393" y="6235280"/>
                <a:ext cx="52107" cy="66793"/>
              </a:xfrm>
              <a:custGeom>
                <a:avLst/>
                <a:gdLst/>
                <a:ahLst/>
                <a:cxnLst/>
                <a:rect l="l" t="t" r="r" b="b"/>
                <a:pathLst>
                  <a:path w="52107" h="66793">
                    <a:moveTo>
                      <a:pt x="0" y="12497"/>
                    </a:moveTo>
                    <a:lnTo>
                      <a:pt x="26510" y="0"/>
                    </a:lnTo>
                    <a:lnTo>
                      <a:pt x="52107" y="54296"/>
                    </a:lnTo>
                    <a:lnTo>
                      <a:pt x="25597" y="66793"/>
                    </a:lnTo>
                    <a:lnTo>
                      <a:pt x="0" y="124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" name="Контур"/>
              <p:cNvSpPr/>
              <p:nvPr/>
            </p:nvSpPr>
            <p:spPr>
              <a:xfrm>
                <a:off x="6229952" y="5043299"/>
                <a:ext cx="563642" cy="975744"/>
              </a:xfrm>
              <a:custGeom>
                <a:avLst/>
                <a:gdLst/>
                <a:ahLst/>
                <a:cxnLst/>
                <a:rect l="l" t="t" r="r" b="b"/>
                <a:pathLst>
                  <a:path w="563642" h="975744">
                    <a:moveTo>
                      <a:pt x="136497" y="353409"/>
                    </a:moveTo>
                    <a:lnTo>
                      <a:pt x="132806" y="345662"/>
                    </a:lnTo>
                    <a:lnTo>
                      <a:pt x="8911" y="86399"/>
                    </a:lnTo>
                    <a:lnTo>
                      <a:pt x="0" y="66950"/>
                    </a:lnTo>
                    <a:lnTo>
                      <a:pt x="130425" y="0"/>
                    </a:lnTo>
                    <a:lnTo>
                      <a:pt x="195125" y="131515"/>
                    </a:lnTo>
                    <a:lnTo>
                      <a:pt x="219044" y="179379"/>
                    </a:lnTo>
                    <a:lnTo>
                      <a:pt x="227696" y="195474"/>
                    </a:lnTo>
                    <a:lnTo>
                      <a:pt x="254732" y="251930"/>
                    </a:lnTo>
                    <a:lnTo>
                      <a:pt x="363715" y="472800"/>
                    </a:lnTo>
                    <a:lnTo>
                      <a:pt x="352704" y="478733"/>
                    </a:lnTo>
                    <a:lnTo>
                      <a:pt x="563642" y="914125"/>
                    </a:lnTo>
                    <a:lnTo>
                      <a:pt x="437611" y="975744"/>
                    </a:lnTo>
                    <a:lnTo>
                      <a:pt x="371319" y="840003"/>
                    </a:lnTo>
                    <a:lnTo>
                      <a:pt x="228572" y="543605"/>
                    </a:lnTo>
                    <a:lnTo>
                      <a:pt x="145382" y="371942"/>
                    </a:lnTo>
                    <a:lnTo>
                      <a:pt x="136497" y="3534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" name="Контур"/>
              <p:cNvSpPr/>
              <p:nvPr/>
            </p:nvSpPr>
            <p:spPr>
              <a:xfrm>
                <a:off x="6260955" y="5809537"/>
                <a:ext cx="185876" cy="252496"/>
              </a:xfrm>
              <a:custGeom>
                <a:avLst/>
                <a:gdLst/>
                <a:ahLst/>
                <a:cxnLst/>
                <a:rect l="l" t="t" r="r" b="b"/>
                <a:pathLst>
                  <a:path w="185876" h="252496">
                    <a:moveTo>
                      <a:pt x="82488" y="0"/>
                    </a:moveTo>
                    <a:lnTo>
                      <a:pt x="99216" y="34104"/>
                    </a:lnTo>
                    <a:lnTo>
                      <a:pt x="185876" y="214456"/>
                    </a:lnTo>
                    <a:lnTo>
                      <a:pt x="181338" y="216572"/>
                    </a:lnTo>
                    <a:lnTo>
                      <a:pt x="106241" y="252496"/>
                    </a:lnTo>
                    <a:lnTo>
                      <a:pt x="19963" y="80584"/>
                    </a:lnTo>
                    <a:lnTo>
                      <a:pt x="0" y="37858"/>
                    </a:lnTo>
                    <a:lnTo>
                      <a:pt x="8248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" name="Контур"/>
              <p:cNvSpPr/>
              <p:nvPr/>
            </p:nvSpPr>
            <p:spPr>
              <a:xfrm>
                <a:off x="6342044" y="6219155"/>
                <a:ext cx="77272" cy="55132"/>
              </a:xfrm>
              <a:custGeom>
                <a:avLst/>
                <a:gdLst/>
                <a:ahLst/>
                <a:cxnLst/>
                <a:rect l="l" t="t" r="r" b="b"/>
                <a:pathLst>
                  <a:path w="77272" h="55132">
                    <a:moveTo>
                      <a:pt x="66117" y="0"/>
                    </a:moveTo>
                    <a:lnTo>
                      <a:pt x="77272" y="23208"/>
                    </a:lnTo>
                    <a:lnTo>
                      <a:pt x="10506" y="55132"/>
                    </a:lnTo>
                    <a:lnTo>
                      <a:pt x="0" y="33633"/>
                    </a:lnTo>
                    <a:lnTo>
                      <a:pt x="6611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" name="Контур"/>
              <p:cNvSpPr/>
              <p:nvPr/>
            </p:nvSpPr>
            <p:spPr>
              <a:xfrm>
                <a:off x="6143644" y="6633568"/>
                <a:ext cx="29219" cy="23397"/>
              </a:xfrm>
              <a:custGeom>
                <a:avLst/>
                <a:gdLst/>
                <a:ahLst/>
                <a:cxnLst/>
                <a:rect l="l" t="t" r="r" b="b"/>
                <a:pathLst>
                  <a:path w="29219" h="23397">
                    <a:moveTo>
                      <a:pt x="0" y="8998"/>
                    </a:moveTo>
                    <a:lnTo>
                      <a:pt x="23767" y="0"/>
                    </a:lnTo>
                    <a:lnTo>
                      <a:pt x="29219" y="14400"/>
                    </a:lnTo>
                    <a:lnTo>
                      <a:pt x="5451" y="23397"/>
                    </a:lnTo>
                    <a:lnTo>
                      <a:pt x="0" y="89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" name="Контур"/>
              <p:cNvSpPr/>
              <p:nvPr/>
            </p:nvSpPr>
            <p:spPr>
              <a:xfrm>
                <a:off x="5602656" y="6587029"/>
                <a:ext cx="24521" cy="28530"/>
              </a:xfrm>
              <a:custGeom>
                <a:avLst/>
                <a:gdLst/>
                <a:ahLst/>
                <a:cxnLst/>
                <a:rect l="l" t="t" r="r" b="b"/>
                <a:pathLst>
                  <a:path w="24521" h="28530">
                    <a:moveTo>
                      <a:pt x="24521" y="21987"/>
                    </a:moveTo>
                    <a:lnTo>
                      <a:pt x="9723" y="28530"/>
                    </a:lnTo>
                    <a:lnTo>
                      <a:pt x="0" y="6544"/>
                    </a:lnTo>
                    <a:lnTo>
                      <a:pt x="14799" y="0"/>
                    </a:lnTo>
                    <a:lnTo>
                      <a:pt x="24521" y="219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" name="Контур"/>
              <p:cNvSpPr/>
              <p:nvPr/>
            </p:nvSpPr>
            <p:spPr>
              <a:xfrm>
                <a:off x="5575721" y="6304969"/>
                <a:ext cx="469224" cy="304047"/>
              </a:xfrm>
              <a:custGeom>
                <a:avLst/>
                <a:gdLst/>
                <a:ahLst/>
                <a:cxnLst/>
                <a:rect l="l" t="t" r="r" b="b"/>
                <a:pathLst>
                  <a:path w="469224" h="304047">
                    <a:moveTo>
                      <a:pt x="41734" y="282060"/>
                    </a:moveTo>
                    <a:lnTo>
                      <a:pt x="0" y="191919"/>
                    </a:lnTo>
                    <a:lnTo>
                      <a:pt x="60749" y="163901"/>
                    </a:lnTo>
                    <a:lnTo>
                      <a:pt x="112792" y="140242"/>
                    </a:lnTo>
                    <a:lnTo>
                      <a:pt x="405255" y="5021"/>
                    </a:lnTo>
                    <a:lnTo>
                      <a:pt x="416141" y="0"/>
                    </a:lnTo>
                    <a:lnTo>
                      <a:pt x="469224" y="110203"/>
                    </a:lnTo>
                    <a:lnTo>
                      <a:pt x="51456" y="304047"/>
                    </a:lnTo>
                    <a:lnTo>
                      <a:pt x="41734" y="2820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" name="Контур"/>
              <p:cNvSpPr/>
              <p:nvPr/>
            </p:nvSpPr>
            <p:spPr>
              <a:xfrm>
                <a:off x="5604393" y="6374651"/>
                <a:ext cx="84120" cy="94219"/>
              </a:xfrm>
              <a:custGeom>
                <a:avLst/>
                <a:gdLst/>
                <a:ahLst/>
                <a:cxnLst/>
                <a:rect l="l" t="t" r="r" b="b"/>
                <a:pathLst>
                  <a:path w="84120" h="94219">
                    <a:moveTo>
                      <a:pt x="32077" y="94219"/>
                    </a:moveTo>
                    <a:lnTo>
                      <a:pt x="0" y="23659"/>
                    </a:lnTo>
                    <a:lnTo>
                      <a:pt x="52043" y="0"/>
                    </a:lnTo>
                    <a:lnTo>
                      <a:pt x="84120" y="70560"/>
                    </a:lnTo>
                    <a:lnTo>
                      <a:pt x="32077" y="942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" name="Контур"/>
              <p:cNvSpPr/>
              <p:nvPr/>
            </p:nvSpPr>
            <p:spPr>
              <a:xfrm>
                <a:off x="6214534" y="6413715"/>
                <a:ext cx="318486" cy="170025"/>
              </a:xfrm>
              <a:custGeom>
                <a:avLst/>
                <a:gdLst/>
                <a:ahLst/>
                <a:cxnLst/>
                <a:rect l="l" t="t" r="r" b="b"/>
                <a:pathLst>
                  <a:path w="318486" h="170025">
                    <a:moveTo>
                      <a:pt x="0" y="139388"/>
                    </a:moveTo>
                    <a:lnTo>
                      <a:pt x="304459" y="0"/>
                    </a:lnTo>
                    <a:lnTo>
                      <a:pt x="318486" y="30638"/>
                    </a:lnTo>
                    <a:lnTo>
                      <a:pt x="14027" y="170025"/>
                    </a:lnTo>
                    <a:lnTo>
                      <a:pt x="0" y="1393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" name="Контур"/>
              <p:cNvSpPr/>
              <p:nvPr/>
            </p:nvSpPr>
            <p:spPr>
              <a:xfrm>
                <a:off x="5508416" y="6272387"/>
                <a:ext cx="173395" cy="111158"/>
              </a:xfrm>
              <a:custGeom>
                <a:avLst/>
                <a:gdLst/>
                <a:ahLst/>
                <a:cxnLst/>
                <a:rect l="l" t="t" r="r" b="b"/>
                <a:pathLst>
                  <a:path w="173395" h="111158">
                    <a:moveTo>
                      <a:pt x="0" y="77136"/>
                    </a:moveTo>
                    <a:lnTo>
                      <a:pt x="158150" y="0"/>
                    </a:lnTo>
                    <a:lnTo>
                      <a:pt x="173395" y="34680"/>
                    </a:lnTo>
                    <a:lnTo>
                      <a:pt x="16593" y="111158"/>
                    </a:lnTo>
                    <a:lnTo>
                      <a:pt x="0" y="771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" name="Контур"/>
              <p:cNvSpPr/>
              <p:nvPr/>
            </p:nvSpPr>
            <p:spPr>
              <a:xfrm>
                <a:off x="6132799" y="6784259"/>
                <a:ext cx="132811" cy="263647"/>
              </a:xfrm>
              <a:custGeom>
                <a:avLst/>
                <a:gdLst/>
                <a:ahLst/>
                <a:cxnLst/>
                <a:rect l="l" t="t" r="r" b="b"/>
                <a:pathLst>
                  <a:path w="132811" h="263647">
                    <a:moveTo>
                      <a:pt x="43" y="0"/>
                    </a:moveTo>
                    <a:lnTo>
                      <a:pt x="132811" y="87"/>
                    </a:lnTo>
                    <a:lnTo>
                      <a:pt x="132768" y="66096"/>
                    </a:lnTo>
                    <a:lnTo>
                      <a:pt x="89155" y="66067"/>
                    </a:lnTo>
                    <a:lnTo>
                      <a:pt x="89142" y="85900"/>
                    </a:lnTo>
                    <a:lnTo>
                      <a:pt x="107822" y="85913"/>
                    </a:lnTo>
                    <a:lnTo>
                      <a:pt x="107758" y="184626"/>
                    </a:lnTo>
                    <a:lnTo>
                      <a:pt x="88393" y="184613"/>
                    </a:lnTo>
                    <a:lnTo>
                      <a:pt x="88380" y="203680"/>
                    </a:lnTo>
                    <a:lnTo>
                      <a:pt x="131441" y="203708"/>
                    </a:lnTo>
                    <a:lnTo>
                      <a:pt x="131402" y="263143"/>
                    </a:lnTo>
                    <a:lnTo>
                      <a:pt x="12" y="263647"/>
                    </a:lnTo>
                    <a:lnTo>
                      <a:pt x="51" y="202538"/>
                    </a:lnTo>
                    <a:lnTo>
                      <a:pt x="43819" y="202566"/>
                    </a:lnTo>
                    <a:lnTo>
                      <a:pt x="43831" y="184243"/>
                    </a:lnTo>
                    <a:lnTo>
                      <a:pt x="24326" y="184230"/>
                    </a:lnTo>
                    <a:lnTo>
                      <a:pt x="24390" y="86294"/>
                    </a:lnTo>
                    <a:lnTo>
                      <a:pt x="43437" y="86306"/>
                    </a:lnTo>
                    <a:lnTo>
                      <a:pt x="43450" y="66474"/>
                    </a:lnTo>
                    <a:lnTo>
                      <a:pt x="0" y="66445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" name="Контур"/>
              <p:cNvSpPr/>
              <p:nvPr/>
            </p:nvSpPr>
            <p:spPr>
              <a:xfrm>
                <a:off x="5892060" y="6893848"/>
                <a:ext cx="57704" cy="154971"/>
              </a:xfrm>
              <a:custGeom>
                <a:avLst/>
                <a:gdLst/>
                <a:ahLst/>
                <a:cxnLst/>
                <a:rect l="l" t="t" r="r" b="b"/>
                <a:pathLst>
                  <a:path w="57704" h="154971">
                    <a:moveTo>
                      <a:pt x="57704" y="154759"/>
                    </a:moveTo>
                    <a:lnTo>
                      <a:pt x="2012" y="154971"/>
                    </a:lnTo>
                    <a:lnTo>
                      <a:pt x="0" y="724"/>
                    </a:lnTo>
                    <a:lnTo>
                      <a:pt x="55685" y="0"/>
                    </a:lnTo>
                    <a:lnTo>
                      <a:pt x="57704" y="1547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" name="Контур"/>
              <p:cNvSpPr/>
              <p:nvPr/>
            </p:nvSpPr>
            <p:spPr>
              <a:xfrm>
                <a:off x="5619248" y="7026457"/>
                <a:ext cx="55979" cy="23410"/>
              </a:xfrm>
              <a:custGeom>
                <a:avLst/>
                <a:gdLst/>
                <a:ahLst/>
                <a:cxnLst/>
                <a:rect l="l" t="t" r="r" b="b"/>
                <a:pathLst>
                  <a:path w="55979" h="23410">
                    <a:moveTo>
                      <a:pt x="55979" y="23197"/>
                    </a:moveTo>
                    <a:lnTo>
                      <a:pt x="288" y="23410"/>
                    </a:lnTo>
                    <a:lnTo>
                      <a:pt x="0" y="706"/>
                    </a:lnTo>
                    <a:lnTo>
                      <a:pt x="55684" y="0"/>
                    </a:lnTo>
                    <a:lnTo>
                      <a:pt x="55979" y="231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4" name="Контур"/>
              <p:cNvSpPr/>
              <p:nvPr/>
            </p:nvSpPr>
            <p:spPr>
              <a:xfrm>
                <a:off x="5589085" y="6763271"/>
                <a:ext cx="344041" cy="164422"/>
              </a:xfrm>
              <a:custGeom>
                <a:avLst/>
                <a:gdLst/>
                <a:ahLst/>
                <a:cxnLst/>
                <a:rect l="l" t="t" r="r" b="b"/>
                <a:pathLst>
                  <a:path w="344041" h="164422">
                    <a:moveTo>
                      <a:pt x="0" y="140769"/>
                    </a:moveTo>
                    <a:lnTo>
                      <a:pt x="334075" y="0"/>
                    </a:lnTo>
                    <a:lnTo>
                      <a:pt x="344041" y="23653"/>
                    </a:lnTo>
                    <a:lnTo>
                      <a:pt x="9967" y="164422"/>
                    </a:lnTo>
                    <a:lnTo>
                      <a:pt x="0" y="1407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5" name="Контур"/>
              <p:cNvSpPr/>
              <p:nvPr/>
            </p:nvSpPr>
            <p:spPr>
              <a:xfrm>
                <a:off x="5419215" y="6904666"/>
                <a:ext cx="62572" cy="64193"/>
              </a:xfrm>
              <a:custGeom>
                <a:avLst/>
                <a:gdLst/>
                <a:ahLst/>
                <a:cxnLst/>
                <a:rect l="l" t="t" r="r" b="b"/>
                <a:pathLst>
                  <a:path w="62572" h="64193">
                    <a:moveTo>
                      <a:pt x="0" y="21105"/>
                    </a:moveTo>
                    <a:lnTo>
                      <a:pt x="41852" y="0"/>
                    </a:lnTo>
                    <a:lnTo>
                      <a:pt x="62572" y="43652"/>
                    </a:lnTo>
                    <a:lnTo>
                      <a:pt x="21376" y="64193"/>
                    </a:lnTo>
                    <a:lnTo>
                      <a:pt x="3450" y="28087"/>
                    </a:lnTo>
                    <a:lnTo>
                      <a:pt x="0" y="211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" name="Контур"/>
              <p:cNvSpPr/>
              <p:nvPr/>
            </p:nvSpPr>
            <p:spPr>
              <a:xfrm>
                <a:off x="5529834" y="6651489"/>
                <a:ext cx="514147" cy="240501"/>
              </a:xfrm>
              <a:custGeom>
                <a:avLst/>
                <a:gdLst/>
                <a:ahLst/>
                <a:cxnLst/>
                <a:rect l="l" t="t" r="r" b="b"/>
                <a:pathLst>
                  <a:path w="514147" h="240501">
                    <a:moveTo>
                      <a:pt x="0" y="213823"/>
                    </a:moveTo>
                    <a:lnTo>
                      <a:pt x="502802" y="0"/>
                    </a:lnTo>
                    <a:lnTo>
                      <a:pt x="514147" y="26678"/>
                    </a:lnTo>
                    <a:lnTo>
                      <a:pt x="11345" y="240501"/>
                    </a:lnTo>
                    <a:lnTo>
                      <a:pt x="0" y="2138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" name="Контур"/>
              <p:cNvSpPr/>
              <p:nvPr/>
            </p:nvSpPr>
            <p:spPr>
              <a:xfrm>
                <a:off x="4696606" y="4800490"/>
                <a:ext cx="134816" cy="168161"/>
              </a:xfrm>
              <a:custGeom>
                <a:avLst/>
                <a:gdLst/>
                <a:ahLst/>
                <a:cxnLst/>
                <a:rect l="l" t="t" r="r" b="b"/>
                <a:pathLst>
                  <a:path w="134816" h="168161">
                    <a:moveTo>
                      <a:pt x="66315" y="168161"/>
                    </a:moveTo>
                    <a:lnTo>
                      <a:pt x="0" y="33744"/>
                    </a:lnTo>
                    <a:lnTo>
                      <a:pt x="68722" y="0"/>
                    </a:lnTo>
                    <a:lnTo>
                      <a:pt x="134816" y="134500"/>
                    </a:lnTo>
                    <a:lnTo>
                      <a:pt x="66315" y="168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" name="Контур"/>
              <p:cNvSpPr/>
              <p:nvPr/>
            </p:nvSpPr>
            <p:spPr>
              <a:xfrm>
                <a:off x="5253947" y="4233096"/>
                <a:ext cx="305990" cy="407190"/>
              </a:xfrm>
              <a:custGeom>
                <a:avLst/>
                <a:gdLst/>
                <a:ahLst/>
                <a:cxnLst/>
                <a:rect l="l" t="t" r="r" b="b"/>
                <a:pathLst>
                  <a:path w="305990" h="407190">
                    <a:moveTo>
                      <a:pt x="182622" y="407190"/>
                    </a:moveTo>
                    <a:lnTo>
                      <a:pt x="152814" y="344368"/>
                    </a:lnTo>
                    <a:lnTo>
                      <a:pt x="120558" y="359920"/>
                    </a:lnTo>
                    <a:lnTo>
                      <a:pt x="0" y="102692"/>
                    </a:lnTo>
                    <a:lnTo>
                      <a:pt x="209037" y="0"/>
                    </a:lnTo>
                    <a:lnTo>
                      <a:pt x="227175" y="38088"/>
                    </a:lnTo>
                    <a:lnTo>
                      <a:pt x="185728" y="58528"/>
                    </a:lnTo>
                    <a:lnTo>
                      <a:pt x="248719" y="191870"/>
                    </a:lnTo>
                    <a:lnTo>
                      <a:pt x="239232" y="196244"/>
                    </a:lnTo>
                    <a:lnTo>
                      <a:pt x="220972" y="204766"/>
                    </a:lnTo>
                    <a:lnTo>
                      <a:pt x="233587" y="231829"/>
                    </a:lnTo>
                    <a:lnTo>
                      <a:pt x="241099" y="247948"/>
                    </a:lnTo>
                    <a:lnTo>
                      <a:pt x="253217" y="273994"/>
                    </a:lnTo>
                    <a:lnTo>
                      <a:pt x="271297" y="265439"/>
                    </a:lnTo>
                    <a:lnTo>
                      <a:pt x="305990" y="342888"/>
                    </a:lnTo>
                    <a:lnTo>
                      <a:pt x="292358" y="349561"/>
                    </a:lnTo>
                    <a:lnTo>
                      <a:pt x="295007" y="354860"/>
                    </a:lnTo>
                    <a:lnTo>
                      <a:pt x="182622" y="4071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" name="Контур"/>
              <p:cNvSpPr/>
              <p:nvPr/>
            </p:nvSpPr>
            <p:spPr>
              <a:xfrm>
                <a:off x="4934204" y="4343297"/>
                <a:ext cx="461104" cy="534450"/>
              </a:xfrm>
              <a:custGeom>
                <a:avLst/>
                <a:gdLst/>
                <a:ahLst/>
                <a:cxnLst/>
                <a:rect l="l" t="t" r="r" b="b"/>
                <a:pathLst>
                  <a:path w="461104" h="534450">
                    <a:moveTo>
                      <a:pt x="147002" y="534450"/>
                    </a:moveTo>
                    <a:lnTo>
                      <a:pt x="0" y="221413"/>
                    </a:lnTo>
                    <a:lnTo>
                      <a:pt x="51156" y="197658"/>
                    </a:lnTo>
                    <a:lnTo>
                      <a:pt x="19596" y="129675"/>
                    </a:lnTo>
                    <a:lnTo>
                      <a:pt x="191508" y="46770"/>
                    </a:lnTo>
                    <a:lnTo>
                      <a:pt x="185872" y="34880"/>
                    </a:lnTo>
                    <a:lnTo>
                      <a:pt x="211768" y="22712"/>
                    </a:lnTo>
                    <a:lnTo>
                      <a:pt x="218359" y="36887"/>
                    </a:lnTo>
                    <a:lnTo>
                      <a:pt x="240367" y="26691"/>
                    </a:lnTo>
                    <a:lnTo>
                      <a:pt x="298508" y="0"/>
                    </a:lnTo>
                    <a:lnTo>
                      <a:pt x="318304" y="43419"/>
                    </a:lnTo>
                    <a:lnTo>
                      <a:pt x="299714" y="52559"/>
                    </a:lnTo>
                    <a:lnTo>
                      <a:pt x="461104" y="384488"/>
                    </a:lnTo>
                    <a:lnTo>
                      <a:pt x="147002" y="5344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" name="Контур"/>
              <p:cNvSpPr/>
              <p:nvPr/>
            </p:nvSpPr>
            <p:spPr>
              <a:xfrm>
                <a:off x="4911370" y="4930936"/>
                <a:ext cx="265870" cy="250540"/>
              </a:xfrm>
              <a:custGeom>
                <a:avLst/>
                <a:gdLst/>
                <a:ahLst/>
                <a:cxnLst/>
                <a:rect l="l" t="t" r="r" b="b"/>
                <a:pathLst>
                  <a:path w="265870" h="250540">
                    <a:moveTo>
                      <a:pt x="265870" y="47520"/>
                    </a:moveTo>
                    <a:lnTo>
                      <a:pt x="93842" y="198043"/>
                    </a:lnTo>
                    <a:lnTo>
                      <a:pt x="30718" y="250540"/>
                    </a:lnTo>
                    <a:lnTo>
                      <a:pt x="0" y="189193"/>
                    </a:lnTo>
                    <a:lnTo>
                      <a:pt x="52255" y="150528"/>
                    </a:lnTo>
                    <a:lnTo>
                      <a:pt x="224287" y="0"/>
                    </a:lnTo>
                    <a:lnTo>
                      <a:pt x="265870" y="475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" name="Контур"/>
              <p:cNvSpPr/>
              <p:nvPr/>
            </p:nvSpPr>
            <p:spPr>
              <a:xfrm>
                <a:off x="5283633" y="4906579"/>
                <a:ext cx="132252" cy="131706"/>
              </a:xfrm>
              <a:custGeom>
                <a:avLst/>
                <a:gdLst/>
                <a:ahLst/>
                <a:cxnLst/>
                <a:rect l="l" t="t" r="r" b="b"/>
                <a:pathLst>
                  <a:path w="132252" h="131706">
                    <a:moveTo>
                      <a:pt x="76897" y="43488"/>
                    </a:moveTo>
                    <a:lnTo>
                      <a:pt x="74673" y="38573"/>
                    </a:lnTo>
                    <a:lnTo>
                      <a:pt x="29435" y="60478"/>
                    </a:lnTo>
                    <a:lnTo>
                      <a:pt x="54995" y="85615"/>
                    </a:lnTo>
                    <a:lnTo>
                      <a:pt x="61902" y="82490"/>
                    </a:lnTo>
                    <a:lnTo>
                      <a:pt x="68541" y="97164"/>
                    </a:lnTo>
                    <a:lnTo>
                      <a:pt x="79171" y="92355"/>
                    </a:lnTo>
                    <a:lnTo>
                      <a:pt x="75357" y="83926"/>
                    </a:lnTo>
                    <a:lnTo>
                      <a:pt x="95181" y="73689"/>
                    </a:lnTo>
                    <a:lnTo>
                      <a:pt x="110875" y="104080"/>
                    </a:lnTo>
                    <a:lnTo>
                      <a:pt x="57380" y="131706"/>
                    </a:lnTo>
                    <a:lnTo>
                      <a:pt x="43932" y="105664"/>
                    </a:lnTo>
                    <a:lnTo>
                      <a:pt x="26016" y="80808"/>
                    </a:lnTo>
                    <a:lnTo>
                      <a:pt x="11253" y="87488"/>
                    </a:lnTo>
                    <a:lnTo>
                      <a:pt x="0" y="59357"/>
                    </a:lnTo>
                    <a:lnTo>
                      <a:pt x="126354" y="0"/>
                    </a:lnTo>
                    <a:lnTo>
                      <a:pt x="132252" y="15609"/>
                    </a:lnTo>
                    <a:lnTo>
                      <a:pt x="76897" y="43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" name="Контур"/>
              <p:cNvSpPr/>
              <p:nvPr/>
            </p:nvSpPr>
            <p:spPr>
              <a:xfrm>
                <a:off x="5268537" y="4997549"/>
                <a:ext cx="39412" cy="38154"/>
              </a:xfrm>
              <a:custGeom>
                <a:avLst/>
                <a:gdLst/>
                <a:ahLst/>
                <a:cxnLst/>
                <a:rect l="l" t="t" r="r" b="b"/>
                <a:pathLst>
                  <a:path w="39412" h="38154">
                    <a:moveTo>
                      <a:pt x="27925" y="0"/>
                    </a:moveTo>
                    <a:lnTo>
                      <a:pt x="39412" y="25390"/>
                    </a:lnTo>
                    <a:lnTo>
                      <a:pt x="11202" y="38154"/>
                    </a:lnTo>
                    <a:lnTo>
                      <a:pt x="0" y="13397"/>
                    </a:lnTo>
                    <a:lnTo>
                      <a:pt x="279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" name="Контур"/>
              <p:cNvSpPr/>
              <p:nvPr/>
            </p:nvSpPr>
            <p:spPr>
              <a:xfrm>
                <a:off x="4789323" y="5006569"/>
                <a:ext cx="26371" cy="22047"/>
              </a:xfrm>
              <a:custGeom>
                <a:avLst/>
                <a:gdLst/>
                <a:ahLst/>
                <a:cxnLst/>
                <a:rect l="l" t="t" r="r" b="b"/>
                <a:pathLst>
                  <a:path w="26371" h="22047">
                    <a:moveTo>
                      <a:pt x="26371" y="11923"/>
                    </a:moveTo>
                    <a:lnTo>
                      <a:pt x="5894" y="22047"/>
                    </a:lnTo>
                    <a:lnTo>
                      <a:pt x="0" y="10123"/>
                    </a:lnTo>
                    <a:lnTo>
                      <a:pt x="20477" y="0"/>
                    </a:lnTo>
                    <a:lnTo>
                      <a:pt x="26371" y="119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4" name="Контур"/>
              <p:cNvSpPr/>
              <p:nvPr/>
            </p:nvSpPr>
            <p:spPr>
              <a:xfrm>
                <a:off x="5294886" y="4987387"/>
                <a:ext cx="32679" cy="35552"/>
              </a:xfrm>
              <a:custGeom>
                <a:avLst/>
                <a:gdLst/>
                <a:ahLst/>
                <a:cxnLst/>
                <a:rect l="l" t="t" r="r" b="b"/>
                <a:pathLst>
                  <a:path w="32679" h="35552">
                    <a:moveTo>
                      <a:pt x="0" y="6680"/>
                    </a:moveTo>
                    <a:lnTo>
                      <a:pt x="14763" y="0"/>
                    </a:lnTo>
                    <a:lnTo>
                      <a:pt x="32679" y="24856"/>
                    </a:lnTo>
                    <a:lnTo>
                      <a:pt x="13063" y="35552"/>
                    </a:lnTo>
                    <a:lnTo>
                      <a:pt x="1576" y="10162"/>
                    </a:lnTo>
                    <a:lnTo>
                      <a:pt x="0" y="66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5" name="Контур"/>
              <p:cNvSpPr/>
              <p:nvPr/>
            </p:nvSpPr>
            <p:spPr>
              <a:xfrm>
                <a:off x="5313068" y="4945152"/>
                <a:ext cx="59561" cy="58591"/>
              </a:xfrm>
              <a:custGeom>
                <a:avLst/>
                <a:gdLst/>
                <a:ahLst/>
                <a:cxnLst/>
                <a:rect l="l" t="t" r="r" b="b"/>
                <a:pathLst>
                  <a:path w="59561" h="58591">
                    <a:moveTo>
                      <a:pt x="45238" y="0"/>
                    </a:moveTo>
                    <a:lnTo>
                      <a:pt x="47462" y="4915"/>
                    </a:lnTo>
                    <a:lnTo>
                      <a:pt x="59561" y="31659"/>
                    </a:lnTo>
                    <a:lnTo>
                      <a:pt x="43097" y="39108"/>
                    </a:lnTo>
                    <a:lnTo>
                      <a:pt x="45922" y="45353"/>
                    </a:lnTo>
                    <a:lnTo>
                      <a:pt x="49736" y="53782"/>
                    </a:lnTo>
                    <a:lnTo>
                      <a:pt x="39106" y="58591"/>
                    </a:lnTo>
                    <a:lnTo>
                      <a:pt x="32467" y="43917"/>
                    </a:lnTo>
                    <a:lnTo>
                      <a:pt x="25560" y="47042"/>
                    </a:lnTo>
                    <a:lnTo>
                      <a:pt x="0" y="21905"/>
                    </a:lnTo>
                    <a:lnTo>
                      <a:pt x="4523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6" name="Контур"/>
              <p:cNvSpPr/>
              <p:nvPr/>
            </p:nvSpPr>
            <p:spPr>
              <a:xfrm>
                <a:off x="4967914" y="5404226"/>
                <a:ext cx="31916" cy="33320"/>
              </a:xfrm>
              <a:custGeom>
                <a:avLst/>
                <a:gdLst/>
                <a:ahLst/>
                <a:cxnLst/>
                <a:rect l="l" t="t" r="r" b="b"/>
                <a:pathLst>
                  <a:path w="31916" h="33320">
                    <a:moveTo>
                      <a:pt x="0" y="10696"/>
                    </a:moveTo>
                    <a:lnTo>
                      <a:pt x="19516" y="0"/>
                    </a:lnTo>
                    <a:lnTo>
                      <a:pt x="31916" y="22623"/>
                    </a:lnTo>
                    <a:lnTo>
                      <a:pt x="12400" y="33320"/>
                    </a:lnTo>
                    <a:lnTo>
                      <a:pt x="0" y="106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7" name="Контур"/>
              <p:cNvSpPr/>
              <p:nvPr/>
            </p:nvSpPr>
            <p:spPr>
              <a:xfrm>
                <a:off x="4940436" y="5408632"/>
                <a:ext cx="22568" cy="21555"/>
              </a:xfrm>
              <a:custGeom>
                <a:avLst/>
                <a:gdLst/>
                <a:ahLst/>
                <a:cxnLst/>
                <a:rect l="l" t="t" r="r" b="b"/>
                <a:pathLst>
                  <a:path w="22568" h="21555">
                    <a:moveTo>
                      <a:pt x="0" y="7318"/>
                    </a:moveTo>
                    <a:lnTo>
                      <a:pt x="16094" y="0"/>
                    </a:lnTo>
                    <a:lnTo>
                      <a:pt x="22568" y="14237"/>
                    </a:lnTo>
                    <a:lnTo>
                      <a:pt x="6474" y="21555"/>
                    </a:lnTo>
                    <a:lnTo>
                      <a:pt x="0" y="73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8" name="Контур"/>
              <p:cNvSpPr/>
              <p:nvPr/>
            </p:nvSpPr>
            <p:spPr>
              <a:xfrm>
                <a:off x="5240364" y="5211201"/>
                <a:ext cx="104382" cy="96804"/>
              </a:xfrm>
              <a:custGeom>
                <a:avLst/>
                <a:gdLst/>
                <a:ahLst/>
                <a:cxnLst/>
                <a:rect l="l" t="t" r="r" b="b"/>
                <a:pathLst>
                  <a:path w="104382" h="96804">
                    <a:moveTo>
                      <a:pt x="0" y="46717"/>
                    </a:moveTo>
                    <a:lnTo>
                      <a:pt x="71785" y="0"/>
                    </a:lnTo>
                    <a:lnTo>
                      <a:pt x="98462" y="40841"/>
                    </a:lnTo>
                    <a:lnTo>
                      <a:pt x="104382" y="50087"/>
                    </a:lnTo>
                    <a:lnTo>
                      <a:pt x="32597" y="96804"/>
                    </a:lnTo>
                    <a:lnTo>
                      <a:pt x="0" y="467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9" name="Контур"/>
              <p:cNvSpPr/>
              <p:nvPr/>
            </p:nvSpPr>
            <p:spPr>
              <a:xfrm>
                <a:off x="4881057" y="5197763"/>
                <a:ext cx="45139" cy="31027"/>
              </a:xfrm>
              <a:custGeom>
                <a:avLst/>
                <a:gdLst/>
                <a:ahLst/>
                <a:cxnLst/>
                <a:rect l="l" t="t" r="r" b="b"/>
                <a:pathLst>
                  <a:path w="45139" h="31027">
                    <a:moveTo>
                      <a:pt x="5707" y="31027"/>
                    </a:moveTo>
                    <a:lnTo>
                      <a:pt x="0" y="19325"/>
                    </a:lnTo>
                    <a:lnTo>
                      <a:pt x="2942" y="17847"/>
                    </a:lnTo>
                    <a:lnTo>
                      <a:pt x="39437" y="0"/>
                    </a:lnTo>
                    <a:lnTo>
                      <a:pt x="45139" y="11664"/>
                    </a:lnTo>
                    <a:lnTo>
                      <a:pt x="5707" y="310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0" name="Контур"/>
              <p:cNvSpPr/>
              <p:nvPr/>
            </p:nvSpPr>
            <p:spPr>
              <a:xfrm>
                <a:off x="5185313" y="5056177"/>
                <a:ext cx="215976" cy="163099"/>
              </a:xfrm>
              <a:custGeom>
                <a:avLst/>
                <a:gdLst/>
                <a:ahLst/>
                <a:cxnLst/>
                <a:rect l="l" t="t" r="r" b="b"/>
                <a:pathLst>
                  <a:path w="215976" h="163099">
                    <a:moveTo>
                      <a:pt x="197559" y="0"/>
                    </a:moveTo>
                    <a:lnTo>
                      <a:pt x="215976" y="39399"/>
                    </a:lnTo>
                    <a:lnTo>
                      <a:pt x="23477" y="163099"/>
                    </a:lnTo>
                    <a:lnTo>
                      <a:pt x="0" y="126403"/>
                    </a:lnTo>
                    <a:lnTo>
                      <a:pt x="19755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1" name="Контур"/>
              <p:cNvSpPr/>
              <p:nvPr/>
            </p:nvSpPr>
            <p:spPr>
              <a:xfrm>
                <a:off x="4795217" y="5000291"/>
                <a:ext cx="149088" cy="215319"/>
              </a:xfrm>
              <a:custGeom>
                <a:avLst/>
                <a:gdLst/>
                <a:ahLst/>
                <a:cxnLst/>
                <a:rect l="l" t="t" r="r" b="b"/>
                <a:pathLst>
                  <a:path w="149088" h="215319">
                    <a:moveTo>
                      <a:pt x="20477" y="18201"/>
                    </a:moveTo>
                    <a:lnTo>
                      <a:pt x="57293" y="0"/>
                    </a:lnTo>
                    <a:lnTo>
                      <a:pt x="116153" y="119838"/>
                    </a:lnTo>
                    <a:lnTo>
                      <a:pt x="146871" y="181185"/>
                    </a:lnTo>
                    <a:lnTo>
                      <a:pt x="149088" y="185753"/>
                    </a:lnTo>
                    <a:lnTo>
                      <a:pt x="125277" y="197472"/>
                    </a:lnTo>
                    <a:lnTo>
                      <a:pt x="88782" y="215319"/>
                    </a:lnTo>
                    <a:lnTo>
                      <a:pt x="0" y="28325"/>
                    </a:lnTo>
                    <a:lnTo>
                      <a:pt x="20477" y="182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2" name="Контур"/>
              <p:cNvSpPr/>
              <p:nvPr/>
            </p:nvSpPr>
            <p:spPr>
              <a:xfrm>
                <a:off x="3927845" y="5034243"/>
                <a:ext cx="36580" cy="39180"/>
              </a:xfrm>
              <a:custGeom>
                <a:avLst/>
                <a:gdLst/>
                <a:ahLst/>
                <a:cxnLst/>
                <a:rect l="l" t="t" r="r" b="b"/>
                <a:pathLst>
                  <a:path w="36580" h="39180">
                    <a:moveTo>
                      <a:pt x="18290" y="39180"/>
                    </a:moveTo>
                    <a:lnTo>
                      <a:pt x="0" y="12572"/>
                    </a:lnTo>
                    <a:lnTo>
                      <a:pt x="18290" y="0"/>
                    </a:lnTo>
                    <a:lnTo>
                      <a:pt x="36580" y="26608"/>
                    </a:lnTo>
                    <a:lnTo>
                      <a:pt x="18290" y="391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3" name="Контур"/>
              <p:cNvSpPr/>
              <p:nvPr/>
            </p:nvSpPr>
            <p:spPr>
              <a:xfrm>
                <a:off x="4474558" y="4790742"/>
                <a:ext cx="41126" cy="42588"/>
              </a:xfrm>
              <a:custGeom>
                <a:avLst/>
                <a:gdLst/>
                <a:ahLst/>
                <a:cxnLst/>
                <a:rect l="l" t="t" r="r" b="b"/>
                <a:pathLst>
                  <a:path w="41126" h="42588">
                    <a:moveTo>
                      <a:pt x="16730" y="42588"/>
                    </a:moveTo>
                    <a:lnTo>
                      <a:pt x="0" y="14565"/>
                    </a:lnTo>
                    <a:lnTo>
                      <a:pt x="24397" y="0"/>
                    </a:lnTo>
                    <a:lnTo>
                      <a:pt x="41126" y="28024"/>
                    </a:lnTo>
                    <a:lnTo>
                      <a:pt x="16730" y="42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4" name="Контур"/>
              <p:cNvSpPr/>
              <p:nvPr/>
            </p:nvSpPr>
            <p:spPr>
              <a:xfrm>
                <a:off x="4681097" y="4717468"/>
                <a:ext cx="52647" cy="55384"/>
              </a:xfrm>
              <a:custGeom>
                <a:avLst/>
                <a:gdLst/>
                <a:ahLst/>
                <a:cxnLst/>
                <a:rect l="l" t="t" r="r" b="b"/>
                <a:pathLst>
                  <a:path w="52647" h="55384">
                    <a:moveTo>
                      <a:pt x="0" y="16454"/>
                    </a:moveTo>
                    <a:lnTo>
                      <a:pt x="33560" y="0"/>
                    </a:lnTo>
                    <a:lnTo>
                      <a:pt x="52647" y="38929"/>
                    </a:lnTo>
                    <a:lnTo>
                      <a:pt x="19086" y="55384"/>
                    </a:lnTo>
                    <a:lnTo>
                      <a:pt x="0" y="164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5" name="Контур"/>
              <p:cNvSpPr/>
              <p:nvPr/>
            </p:nvSpPr>
            <p:spPr>
              <a:xfrm>
                <a:off x="4233704" y="4497532"/>
                <a:ext cx="66407" cy="53244"/>
              </a:xfrm>
              <a:custGeom>
                <a:avLst/>
                <a:gdLst/>
                <a:ahLst/>
                <a:cxnLst/>
                <a:rect l="l" t="t" r="r" b="b"/>
                <a:pathLst>
                  <a:path w="66407" h="53244">
                    <a:moveTo>
                      <a:pt x="52943" y="0"/>
                    </a:moveTo>
                    <a:lnTo>
                      <a:pt x="59630" y="9985"/>
                    </a:lnTo>
                    <a:lnTo>
                      <a:pt x="66407" y="20107"/>
                    </a:lnTo>
                    <a:lnTo>
                      <a:pt x="12230" y="53244"/>
                    </a:lnTo>
                    <a:lnTo>
                      <a:pt x="0" y="33060"/>
                    </a:lnTo>
                    <a:lnTo>
                      <a:pt x="5491" y="29594"/>
                    </a:lnTo>
                    <a:lnTo>
                      <a:pt x="36523" y="10024"/>
                    </a:lnTo>
                    <a:lnTo>
                      <a:pt x="529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6" name="Контур"/>
              <p:cNvSpPr/>
              <p:nvPr/>
            </p:nvSpPr>
            <p:spPr>
              <a:xfrm>
                <a:off x="4599391" y="4613834"/>
                <a:ext cx="32325" cy="35092"/>
              </a:xfrm>
              <a:custGeom>
                <a:avLst/>
                <a:gdLst/>
                <a:ahLst/>
                <a:cxnLst/>
                <a:rect l="l" t="t" r="r" b="b"/>
                <a:pathLst>
                  <a:path w="32325" h="35092">
                    <a:moveTo>
                      <a:pt x="19904" y="0"/>
                    </a:moveTo>
                    <a:lnTo>
                      <a:pt x="32325" y="25334"/>
                    </a:lnTo>
                    <a:lnTo>
                      <a:pt x="12422" y="35092"/>
                    </a:lnTo>
                    <a:lnTo>
                      <a:pt x="0" y="9758"/>
                    </a:lnTo>
                    <a:lnTo>
                      <a:pt x="199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7" name="Контур"/>
              <p:cNvSpPr/>
              <p:nvPr/>
            </p:nvSpPr>
            <p:spPr>
              <a:xfrm>
                <a:off x="4099044" y="4285331"/>
                <a:ext cx="171183" cy="241795"/>
              </a:xfrm>
              <a:custGeom>
                <a:avLst/>
                <a:gdLst/>
                <a:ahLst/>
                <a:cxnLst/>
                <a:rect l="l" t="t" r="r" b="b"/>
                <a:pathLst>
                  <a:path w="171183" h="241795">
                    <a:moveTo>
                      <a:pt x="27255" y="2390"/>
                    </a:moveTo>
                    <a:lnTo>
                      <a:pt x="31042" y="0"/>
                    </a:lnTo>
                    <a:lnTo>
                      <a:pt x="70848" y="63125"/>
                    </a:lnTo>
                    <a:lnTo>
                      <a:pt x="171183" y="222225"/>
                    </a:lnTo>
                    <a:lnTo>
                      <a:pt x="140151" y="241795"/>
                    </a:lnTo>
                    <a:lnTo>
                      <a:pt x="131127" y="227481"/>
                    </a:lnTo>
                    <a:lnTo>
                      <a:pt x="0" y="19574"/>
                    </a:lnTo>
                    <a:lnTo>
                      <a:pt x="27255" y="23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8" name="Контур"/>
              <p:cNvSpPr/>
              <p:nvPr/>
            </p:nvSpPr>
            <p:spPr>
              <a:xfrm>
                <a:off x="4113785" y="4999984"/>
                <a:ext cx="401871" cy="281376"/>
              </a:xfrm>
              <a:custGeom>
                <a:avLst/>
                <a:gdLst/>
                <a:ahLst/>
                <a:cxnLst/>
                <a:rect l="l" t="t" r="r" b="b"/>
                <a:pathLst>
                  <a:path w="401871" h="281376">
                    <a:moveTo>
                      <a:pt x="370119" y="0"/>
                    </a:moveTo>
                    <a:lnTo>
                      <a:pt x="395703" y="41107"/>
                    </a:lnTo>
                    <a:lnTo>
                      <a:pt x="401871" y="51019"/>
                    </a:lnTo>
                    <a:lnTo>
                      <a:pt x="224946" y="160980"/>
                    </a:lnTo>
                    <a:lnTo>
                      <a:pt x="78622" y="252176"/>
                    </a:lnTo>
                    <a:lnTo>
                      <a:pt x="31699" y="281376"/>
                    </a:lnTo>
                    <a:lnTo>
                      <a:pt x="0" y="230548"/>
                    </a:lnTo>
                    <a:lnTo>
                      <a:pt x="249922" y="74803"/>
                    </a:lnTo>
                    <a:lnTo>
                      <a:pt x="37011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9" name="Контур"/>
              <p:cNvSpPr/>
              <p:nvPr/>
            </p:nvSpPr>
            <p:spPr>
              <a:xfrm>
                <a:off x="4037499" y="4855432"/>
                <a:ext cx="519893" cy="383968"/>
              </a:xfrm>
              <a:custGeom>
                <a:avLst/>
                <a:gdLst/>
                <a:ahLst/>
                <a:cxnLst/>
                <a:rect l="l" t="t" r="r" b="b"/>
                <a:pathLst>
                  <a:path w="519893" h="383968">
                    <a:moveTo>
                      <a:pt x="62482" y="383968"/>
                    </a:moveTo>
                    <a:lnTo>
                      <a:pt x="0" y="285254"/>
                    </a:lnTo>
                    <a:lnTo>
                      <a:pt x="458395" y="0"/>
                    </a:lnTo>
                    <a:lnTo>
                      <a:pt x="519893" y="98812"/>
                    </a:lnTo>
                    <a:lnTo>
                      <a:pt x="446405" y="144552"/>
                    </a:lnTo>
                    <a:lnTo>
                      <a:pt x="326208" y="219355"/>
                    </a:lnTo>
                    <a:lnTo>
                      <a:pt x="76286" y="375100"/>
                    </a:lnTo>
                    <a:lnTo>
                      <a:pt x="62482" y="3839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0" name="Контур"/>
              <p:cNvSpPr/>
              <p:nvPr/>
            </p:nvSpPr>
            <p:spPr>
              <a:xfrm>
                <a:off x="3611177" y="5093913"/>
                <a:ext cx="123506" cy="112861"/>
              </a:xfrm>
              <a:custGeom>
                <a:avLst/>
                <a:gdLst/>
                <a:ahLst/>
                <a:cxnLst/>
                <a:rect l="l" t="t" r="r" b="b"/>
                <a:pathLst>
                  <a:path w="123506" h="112861">
                    <a:moveTo>
                      <a:pt x="86061" y="0"/>
                    </a:moveTo>
                    <a:lnTo>
                      <a:pt x="123506" y="58788"/>
                    </a:lnTo>
                    <a:lnTo>
                      <a:pt x="37047" y="112861"/>
                    </a:lnTo>
                    <a:lnTo>
                      <a:pt x="0" y="55903"/>
                    </a:lnTo>
                    <a:lnTo>
                      <a:pt x="44938" y="26911"/>
                    </a:lnTo>
                    <a:lnTo>
                      <a:pt x="860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1" name="Контур"/>
              <p:cNvSpPr/>
              <p:nvPr/>
            </p:nvSpPr>
            <p:spPr>
              <a:xfrm>
                <a:off x="3781830" y="4980987"/>
                <a:ext cx="139164" cy="141518"/>
              </a:xfrm>
              <a:custGeom>
                <a:avLst/>
                <a:gdLst/>
                <a:ahLst/>
                <a:cxnLst/>
                <a:rect l="l" t="t" r="r" b="b"/>
                <a:pathLst>
                  <a:path w="139164" h="141518">
                    <a:moveTo>
                      <a:pt x="0" y="66674"/>
                    </a:moveTo>
                    <a:lnTo>
                      <a:pt x="105189" y="0"/>
                    </a:lnTo>
                    <a:lnTo>
                      <a:pt x="139164" y="50659"/>
                    </a:lnTo>
                    <a:lnTo>
                      <a:pt x="116296" y="66347"/>
                    </a:lnTo>
                    <a:lnTo>
                      <a:pt x="130017" y="90532"/>
                    </a:lnTo>
                    <a:lnTo>
                      <a:pt x="48348" y="141518"/>
                    </a:lnTo>
                    <a:lnTo>
                      <a:pt x="0" y="666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2" name="Контур"/>
              <p:cNvSpPr/>
              <p:nvPr/>
            </p:nvSpPr>
            <p:spPr>
              <a:xfrm>
                <a:off x="4483904" y="4954244"/>
                <a:ext cx="199401" cy="248564"/>
              </a:xfrm>
              <a:custGeom>
                <a:avLst/>
                <a:gdLst/>
                <a:ahLst/>
                <a:cxnLst/>
                <a:rect l="l" t="t" r="r" b="b"/>
                <a:pathLst>
                  <a:path w="199401" h="248564">
                    <a:moveTo>
                      <a:pt x="199401" y="203252"/>
                    </a:moveTo>
                    <a:lnTo>
                      <a:pt x="129312" y="246783"/>
                    </a:lnTo>
                    <a:lnTo>
                      <a:pt x="126441" y="248564"/>
                    </a:lnTo>
                    <a:lnTo>
                      <a:pt x="31752" y="96759"/>
                    </a:lnTo>
                    <a:lnTo>
                      <a:pt x="25584" y="86847"/>
                    </a:lnTo>
                    <a:lnTo>
                      <a:pt x="0" y="45740"/>
                    </a:lnTo>
                    <a:lnTo>
                      <a:pt x="73488" y="0"/>
                    </a:lnTo>
                    <a:lnTo>
                      <a:pt x="199401" y="2032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3" name="Контур"/>
              <p:cNvSpPr/>
              <p:nvPr/>
            </p:nvSpPr>
            <p:spPr>
              <a:xfrm>
                <a:off x="3715950" y="5058168"/>
                <a:ext cx="60274" cy="57194"/>
              </a:xfrm>
              <a:custGeom>
                <a:avLst/>
                <a:gdLst/>
                <a:ahLst/>
                <a:cxnLst/>
                <a:rect l="l" t="t" r="r" b="b"/>
                <a:pathLst>
                  <a:path w="60274" h="57194">
                    <a:moveTo>
                      <a:pt x="0" y="24029"/>
                    </a:moveTo>
                    <a:lnTo>
                      <a:pt x="40687" y="0"/>
                    </a:lnTo>
                    <a:lnTo>
                      <a:pt x="60274" y="33166"/>
                    </a:lnTo>
                    <a:lnTo>
                      <a:pt x="19588" y="57194"/>
                    </a:lnTo>
                    <a:lnTo>
                      <a:pt x="0" y="240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4" name="Контур"/>
              <p:cNvSpPr/>
              <p:nvPr/>
            </p:nvSpPr>
            <p:spPr>
              <a:xfrm>
                <a:off x="3629222" y="5317124"/>
                <a:ext cx="219220" cy="168551"/>
              </a:xfrm>
              <a:custGeom>
                <a:avLst/>
                <a:gdLst/>
                <a:ahLst/>
                <a:cxnLst/>
                <a:rect l="l" t="t" r="r" b="b"/>
                <a:pathLst>
                  <a:path w="219220" h="168551">
                    <a:moveTo>
                      <a:pt x="27403" y="168551"/>
                    </a:moveTo>
                    <a:lnTo>
                      <a:pt x="0" y="119559"/>
                    </a:lnTo>
                    <a:lnTo>
                      <a:pt x="181037" y="0"/>
                    </a:lnTo>
                    <a:lnTo>
                      <a:pt x="219220" y="57082"/>
                    </a:lnTo>
                    <a:lnTo>
                      <a:pt x="209112" y="64273"/>
                    </a:lnTo>
                    <a:lnTo>
                      <a:pt x="217872" y="77983"/>
                    </a:lnTo>
                    <a:lnTo>
                      <a:pt x="191592" y="93714"/>
                    </a:lnTo>
                    <a:lnTo>
                      <a:pt x="181934" y="78657"/>
                    </a:lnTo>
                    <a:lnTo>
                      <a:pt x="27403" y="1685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5" name="Контур"/>
              <p:cNvSpPr/>
              <p:nvPr/>
            </p:nvSpPr>
            <p:spPr>
              <a:xfrm>
                <a:off x="4637477" y="5342300"/>
                <a:ext cx="85609" cy="134977"/>
              </a:xfrm>
              <a:custGeom>
                <a:avLst/>
                <a:gdLst/>
                <a:ahLst/>
                <a:cxnLst/>
                <a:rect l="l" t="t" r="r" b="b"/>
                <a:pathLst>
                  <a:path w="85609" h="134977">
                    <a:moveTo>
                      <a:pt x="0" y="8942"/>
                    </a:moveTo>
                    <a:lnTo>
                      <a:pt x="16248" y="0"/>
                    </a:lnTo>
                    <a:lnTo>
                      <a:pt x="85609" y="126035"/>
                    </a:lnTo>
                    <a:lnTo>
                      <a:pt x="69360" y="134977"/>
                    </a:lnTo>
                    <a:lnTo>
                      <a:pt x="0" y="89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6" name="Контур"/>
              <p:cNvSpPr/>
              <p:nvPr/>
            </p:nvSpPr>
            <p:spPr>
              <a:xfrm>
                <a:off x="3836404" y="5321883"/>
                <a:ext cx="59867" cy="64986"/>
              </a:xfrm>
              <a:custGeom>
                <a:avLst/>
                <a:gdLst/>
                <a:ahLst/>
                <a:cxnLst/>
                <a:rect l="l" t="t" r="r" b="b"/>
                <a:pathLst>
                  <a:path w="59867" h="64986">
                    <a:moveTo>
                      <a:pt x="29192" y="64986"/>
                    </a:moveTo>
                    <a:lnTo>
                      <a:pt x="0" y="19831"/>
                    </a:lnTo>
                    <a:lnTo>
                      <a:pt x="30674" y="0"/>
                    </a:lnTo>
                    <a:lnTo>
                      <a:pt x="59867" y="45155"/>
                    </a:lnTo>
                    <a:lnTo>
                      <a:pt x="29192" y="649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7" name="Контур"/>
              <p:cNvSpPr/>
              <p:nvPr/>
            </p:nvSpPr>
            <p:spPr>
              <a:xfrm>
                <a:off x="3910313" y="5140686"/>
                <a:ext cx="220584" cy="307267"/>
              </a:xfrm>
              <a:custGeom>
                <a:avLst/>
                <a:gdLst/>
                <a:ahLst/>
                <a:cxnLst/>
                <a:rect l="l" t="t" r="r" b="b"/>
                <a:pathLst>
                  <a:path w="220584" h="307267">
                    <a:moveTo>
                      <a:pt x="0" y="81706"/>
                    </a:moveTo>
                    <a:lnTo>
                      <a:pt x="118719" y="5438"/>
                    </a:lnTo>
                    <a:lnTo>
                      <a:pt x="127186" y="0"/>
                    </a:lnTo>
                    <a:lnTo>
                      <a:pt x="189668" y="98714"/>
                    </a:lnTo>
                    <a:lnTo>
                      <a:pt x="197093" y="110274"/>
                    </a:lnTo>
                    <a:lnTo>
                      <a:pt x="168640" y="128482"/>
                    </a:lnTo>
                    <a:lnTo>
                      <a:pt x="146270" y="142922"/>
                    </a:lnTo>
                    <a:lnTo>
                      <a:pt x="155507" y="156929"/>
                    </a:lnTo>
                    <a:lnTo>
                      <a:pt x="220584" y="258606"/>
                    </a:lnTo>
                    <a:lnTo>
                      <a:pt x="144831" y="307267"/>
                    </a:lnTo>
                    <a:lnTo>
                      <a:pt x="0" y="817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8" name="Контур"/>
              <p:cNvSpPr/>
              <p:nvPr/>
            </p:nvSpPr>
            <p:spPr>
              <a:xfrm>
                <a:off x="4192407" y="5160964"/>
                <a:ext cx="168310" cy="126103"/>
              </a:xfrm>
              <a:custGeom>
                <a:avLst/>
                <a:gdLst/>
                <a:ahLst/>
                <a:cxnLst/>
                <a:rect l="l" t="t" r="r" b="b"/>
                <a:pathLst>
                  <a:path w="168310" h="126103">
                    <a:moveTo>
                      <a:pt x="21722" y="126103"/>
                    </a:moveTo>
                    <a:lnTo>
                      <a:pt x="0" y="91196"/>
                    </a:lnTo>
                    <a:lnTo>
                      <a:pt x="146324" y="0"/>
                    </a:lnTo>
                    <a:lnTo>
                      <a:pt x="168310" y="34882"/>
                    </a:lnTo>
                    <a:lnTo>
                      <a:pt x="21722" y="1261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9" name="Контур"/>
              <p:cNvSpPr/>
              <p:nvPr/>
            </p:nvSpPr>
            <p:spPr>
              <a:xfrm>
                <a:off x="4056583" y="5269168"/>
                <a:ext cx="31328" cy="28447"/>
              </a:xfrm>
              <a:custGeom>
                <a:avLst/>
                <a:gdLst/>
                <a:ahLst/>
                <a:cxnLst/>
                <a:rect l="l" t="t" r="r" b="b"/>
                <a:pathLst>
                  <a:path w="31328" h="28447">
                    <a:moveTo>
                      <a:pt x="22370" y="0"/>
                    </a:moveTo>
                    <a:lnTo>
                      <a:pt x="31328" y="13615"/>
                    </a:lnTo>
                    <a:lnTo>
                      <a:pt x="9237" y="28447"/>
                    </a:lnTo>
                    <a:lnTo>
                      <a:pt x="0" y="14440"/>
                    </a:lnTo>
                    <a:lnTo>
                      <a:pt x="2237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0" name="Контур"/>
              <p:cNvSpPr/>
              <p:nvPr/>
            </p:nvSpPr>
            <p:spPr>
              <a:xfrm>
                <a:off x="3455962" y="4703466"/>
                <a:ext cx="65150" cy="74830"/>
              </a:xfrm>
              <a:custGeom>
                <a:avLst/>
                <a:gdLst/>
                <a:ahLst/>
                <a:cxnLst/>
                <a:rect l="l" t="t" r="r" b="b"/>
                <a:pathLst>
                  <a:path w="65150" h="74830">
                    <a:moveTo>
                      <a:pt x="34453" y="0"/>
                    </a:moveTo>
                    <a:lnTo>
                      <a:pt x="65150" y="46072"/>
                    </a:lnTo>
                    <a:lnTo>
                      <a:pt x="21988" y="74830"/>
                    </a:lnTo>
                    <a:lnTo>
                      <a:pt x="0" y="41830"/>
                    </a:lnTo>
                    <a:lnTo>
                      <a:pt x="9422" y="35552"/>
                    </a:lnTo>
                    <a:lnTo>
                      <a:pt x="713" y="22482"/>
                    </a:lnTo>
                    <a:lnTo>
                      <a:pt x="3445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1" name="Контур"/>
              <p:cNvSpPr/>
              <p:nvPr/>
            </p:nvSpPr>
            <p:spPr>
              <a:xfrm>
                <a:off x="3318244" y="4465787"/>
                <a:ext cx="310597" cy="231462"/>
              </a:xfrm>
              <a:custGeom>
                <a:avLst/>
                <a:gdLst/>
                <a:ahLst/>
                <a:cxnLst/>
                <a:rect l="l" t="t" r="r" b="b"/>
                <a:pathLst>
                  <a:path w="310597" h="231462">
                    <a:moveTo>
                      <a:pt x="310597" y="54269"/>
                    </a:moveTo>
                    <a:lnTo>
                      <a:pt x="31954" y="231462"/>
                    </a:lnTo>
                    <a:lnTo>
                      <a:pt x="0" y="182684"/>
                    </a:lnTo>
                    <a:lnTo>
                      <a:pt x="20530" y="169166"/>
                    </a:lnTo>
                    <a:lnTo>
                      <a:pt x="46916" y="151649"/>
                    </a:lnTo>
                    <a:lnTo>
                      <a:pt x="120096" y="103653"/>
                    </a:lnTo>
                    <a:lnTo>
                      <a:pt x="145187" y="86146"/>
                    </a:lnTo>
                    <a:lnTo>
                      <a:pt x="276162" y="0"/>
                    </a:lnTo>
                    <a:lnTo>
                      <a:pt x="310597" y="542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2" name="Контур"/>
              <p:cNvSpPr/>
              <p:nvPr/>
            </p:nvSpPr>
            <p:spPr>
              <a:xfrm>
                <a:off x="3259821" y="4476527"/>
                <a:ext cx="35746" cy="38469"/>
              </a:xfrm>
              <a:custGeom>
                <a:avLst/>
                <a:gdLst/>
                <a:ahLst/>
                <a:cxnLst/>
                <a:rect l="l" t="t" r="r" b="b"/>
                <a:pathLst>
                  <a:path w="35746" h="38469">
                    <a:moveTo>
                      <a:pt x="0" y="12082"/>
                    </a:moveTo>
                    <a:lnTo>
                      <a:pt x="17077" y="0"/>
                    </a:lnTo>
                    <a:lnTo>
                      <a:pt x="35746" y="26387"/>
                    </a:lnTo>
                    <a:lnTo>
                      <a:pt x="18669" y="38469"/>
                    </a:lnTo>
                    <a:lnTo>
                      <a:pt x="0" y="120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3" name="Контур"/>
              <p:cNvSpPr/>
              <p:nvPr/>
            </p:nvSpPr>
            <p:spPr>
              <a:xfrm>
                <a:off x="3270338" y="4556900"/>
                <a:ext cx="68436" cy="91571"/>
              </a:xfrm>
              <a:custGeom>
                <a:avLst/>
                <a:gdLst/>
                <a:ahLst/>
                <a:cxnLst/>
                <a:rect l="l" t="t" r="r" b="b"/>
                <a:pathLst>
                  <a:path w="68436" h="91571">
                    <a:moveTo>
                      <a:pt x="47906" y="91571"/>
                    </a:moveTo>
                    <a:lnTo>
                      <a:pt x="0" y="13961"/>
                    </a:lnTo>
                    <a:lnTo>
                      <a:pt x="21341" y="0"/>
                    </a:lnTo>
                    <a:lnTo>
                      <a:pt x="68436" y="78053"/>
                    </a:lnTo>
                    <a:lnTo>
                      <a:pt x="47906" y="915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4" name="Контур"/>
              <p:cNvSpPr/>
              <p:nvPr/>
            </p:nvSpPr>
            <p:spPr>
              <a:xfrm>
                <a:off x="3303784" y="4222543"/>
                <a:ext cx="442851" cy="313582"/>
              </a:xfrm>
              <a:custGeom>
                <a:avLst/>
                <a:gdLst/>
                <a:ahLst/>
                <a:cxnLst/>
                <a:rect l="l" t="t" r="r" b="b"/>
                <a:pathLst>
                  <a:path w="442851" h="313582">
                    <a:moveTo>
                      <a:pt x="229201" y="13540"/>
                    </a:moveTo>
                    <a:lnTo>
                      <a:pt x="285025" y="91300"/>
                    </a:lnTo>
                    <a:lnTo>
                      <a:pt x="397641" y="12013"/>
                    </a:lnTo>
                    <a:lnTo>
                      <a:pt x="442851" y="73822"/>
                    </a:lnTo>
                    <a:lnTo>
                      <a:pt x="136401" y="296074"/>
                    </a:lnTo>
                    <a:lnTo>
                      <a:pt x="111310" y="313582"/>
                    </a:lnTo>
                    <a:lnTo>
                      <a:pt x="0" y="161274"/>
                    </a:lnTo>
                    <a:lnTo>
                      <a:pt x="220290" y="0"/>
                    </a:lnTo>
                    <a:lnTo>
                      <a:pt x="229201" y="135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5" name="Контур"/>
              <p:cNvSpPr/>
              <p:nvPr/>
            </p:nvSpPr>
            <p:spPr>
              <a:xfrm>
                <a:off x="3594406" y="4277512"/>
                <a:ext cx="306170" cy="242544"/>
              </a:xfrm>
              <a:custGeom>
                <a:avLst/>
                <a:gdLst/>
                <a:ahLst/>
                <a:cxnLst/>
                <a:rect l="l" t="t" r="r" b="b"/>
                <a:pathLst>
                  <a:path w="306170" h="242544">
                    <a:moveTo>
                      <a:pt x="0" y="188275"/>
                    </a:moveTo>
                    <a:lnTo>
                      <a:pt x="259975" y="0"/>
                    </a:lnTo>
                    <a:lnTo>
                      <a:pt x="306170" y="63265"/>
                    </a:lnTo>
                    <a:lnTo>
                      <a:pt x="34435" y="242544"/>
                    </a:lnTo>
                    <a:lnTo>
                      <a:pt x="0" y="1882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6" name="Контур"/>
              <p:cNvSpPr/>
              <p:nvPr/>
            </p:nvSpPr>
            <p:spPr>
              <a:xfrm>
                <a:off x="3264809" y="4870561"/>
                <a:ext cx="243120" cy="216975"/>
              </a:xfrm>
              <a:custGeom>
                <a:avLst/>
                <a:gdLst/>
                <a:ahLst/>
                <a:cxnLst/>
                <a:rect l="l" t="t" r="r" b="b"/>
                <a:pathLst>
                  <a:path w="243120" h="216975">
                    <a:moveTo>
                      <a:pt x="0" y="111831"/>
                    </a:moveTo>
                    <a:lnTo>
                      <a:pt x="176496" y="0"/>
                    </a:lnTo>
                    <a:lnTo>
                      <a:pt x="243120" y="105154"/>
                    </a:lnTo>
                    <a:lnTo>
                      <a:pt x="66600" y="216975"/>
                    </a:lnTo>
                    <a:lnTo>
                      <a:pt x="0" y="1118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7" name="Контур"/>
              <p:cNvSpPr/>
              <p:nvPr/>
            </p:nvSpPr>
            <p:spPr>
              <a:xfrm>
                <a:off x="2895960" y="4657897"/>
                <a:ext cx="453012" cy="351307"/>
              </a:xfrm>
              <a:custGeom>
                <a:avLst/>
                <a:gdLst/>
                <a:ahLst/>
                <a:cxnLst/>
                <a:rect l="l" t="t" r="r" b="b"/>
                <a:pathLst>
                  <a:path w="453012" h="351307">
                    <a:moveTo>
                      <a:pt x="186948" y="351307"/>
                    </a:moveTo>
                    <a:lnTo>
                      <a:pt x="132579" y="266727"/>
                    </a:lnTo>
                    <a:lnTo>
                      <a:pt x="129588" y="268651"/>
                    </a:lnTo>
                    <a:lnTo>
                      <a:pt x="71604" y="305919"/>
                    </a:lnTo>
                    <a:lnTo>
                      <a:pt x="0" y="208415"/>
                    </a:lnTo>
                    <a:lnTo>
                      <a:pt x="5677" y="204724"/>
                    </a:lnTo>
                    <a:lnTo>
                      <a:pt x="22993" y="193084"/>
                    </a:lnTo>
                    <a:lnTo>
                      <a:pt x="47825" y="226959"/>
                    </a:lnTo>
                    <a:lnTo>
                      <a:pt x="359124" y="0"/>
                    </a:lnTo>
                    <a:lnTo>
                      <a:pt x="453012" y="128794"/>
                    </a:lnTo>
                    <a:lnTo>
                      <a:pt x="438891" y="139085"/>
                    </a:lnTo>
                    <a:lnTo>
                      <a:pt x="452374" y="157579"/>
                    </a:lnTo>
                    <a:lnTo>
                      <a:pt x="186948" y="3513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8" name="Контур"/>
              <p:cNvSpPr/>
              <p:nvPr/>
            </p:nvSpPr>
            <p:spPr>
              <a:xfrm>
                <a:off x="3496681" y="4794534"/>
                <a:ext cx="110013" cy="136540"/>
              </a:xfrm>
              <a:custGeom>
                <a:avLst/>
                <a:gdLst/>
                <a:ahLst/>
                <a:cxnLst/>
                <a:rect l="l" t="t" r="r" b="b"/>
                <a:pathLst>
                  <a:path w="110013" h="136540">
                    <a:moveTo>
                      <a:pt x="0" y="24780"/>
                    </a:moveTo>
                    <a:lnTo>
                      <a:pt x="38998" y="0"/>
                    </a:lnTo>
                    <a:lnTo>
                      <a:pt x="110013" y="111760"/>
                    </a:lnTo>
                    <a:lnTo>
                      <a:pt x="71015" y="136540"/>
                    </a:lnTo>
                    <a:lnTo>
                      <a:pt x="0" y="247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9" name="Контур"/>
              <p:cNvSpPr/>
              <p:nvPr/>
            </p:nvSpPr>
            <p:spPr>
              <a:xfrm>
                <a:off x="3594291" y="4304905"/>
                <a:ext cx="644904" cy="540567"/>
              </a:xfrm>
              <a:custGeom>
                <a:avLst/>
                <a:gdLst/>
                <a:ahLst/>
                <a:cxnLst/>
                <a:rect l="l" t="t" r="r" b="b"/>
                <a:pathLst>
                  <a:path w="644904" h="540567">
                    <a:moveTo>
                      <a:pt x="140150" y="540567"/>
                    </a:moveTo>
                    <a:lnTo>
                      <a:pt x="129201" y="523205"/>
                    </a:lnTo>
                    <a:lnTo>
                      <a:pt x="0" y="318346"/>
                    </a:lnTo>
                    <a:lnTo>
                      <a:pt x="419832" y="53559"/>
                    </a:lnTo>
                    <a:lnTo>
                      <a:pt x="432441" y="45605"/>
                    </a:lnTo>
                    <a:lnTo>
                      <a:pt x="440006" y="40834"/>
                    </a:lnTo>
                    <a:lnTo>
                      <a:pt x="504753" y="0"/>
                    </a:lnTo>
                    <a:lnTo>
                      <a:pt x="635880" y="207907"/>
                    </a:lnTo>
                    <a:lnTo>
                      <a:pt x="644904" y="222221"/>
                    </a:lnTo>
                    <a:lnTo>
                      <a:pt x="639413" y="225687"/>
                    </a:lnTo>
                    <a:lnTo>
                      <a:pt x="140150" y="5405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0" name="Контур"/>
              <p:cNvSpPr/>
              <p:nvPr/>
            </p:nvSpPr>
            <p:spPr>
              <a:xfrm>
                <a:off x="2950385" y="4759336"/>
                <a:ext cx="30413" cy="27878"/>
              </a:xfrm>
              <a:custGeom>
                <a:avLst/>
                <a:gdLst/>
                <a:ahLst/>
                <a:cxnLst/>
                <a:rect l="l" t="t" r="r" b="b"/>
                <a:pathLst>
                  <a:path w="30413" h="27878">
                    <a:moveTo>
                      <a:pt x="0" y="15408"/>
                    </a:moveTo>
                    <a:lnTo>
                      <a:pt x="21466" y="0"/>
                    </a:lnTo>
                    <a:lnTo>
                      <a:pt x="30413" y="12518"/>
                    </a:lnTo>
                    <a:lnTo>
                      <a:pt x="8909" y="27878"/>
                    </a:lnTo>
                    <a:lnTo>
                      <a:pt x="0" y="154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1" name="Контур"/>
              <p:cNvSpPr/>
              <p:nvPr/>
            </p:nvSpPr>
            <p:spPr>
              <a:xfrm>
                <a:off x="3554100" y="4623251"/>
                <a:ext cx="180341" cy="247152"/>
              </a:xfrm>
              <a:custGeom>
                <a:avLst/>
                <a:gdLst/>
                <a:ahLst/>
                <a:cxnLst/>
                <a:rect l="l" t="t" r="r" b="b"/>
                <a:pathLst>
                  <a:path w="180341" h="247152">
                    <a:moveTo>
                      <a:pt x="0" y="25344"/>
                    </a:moveTo>
                    <a:lnTo>
                      <a:pt x="40191" y="0"/>
                    </a:lnTo>
                    <a:lnTo>
                      <a:pt x="169392" y="204859"/>
                    </a:lnTo>
                    <a:lnTo>
                      <a:pt x="180341" y="222221"/>
                    </a:lnTo>
                    <a:lnTo>
                      <a:pt x="140813" y="247152"/>
                    </a:lnTo>
                    <a:lnTo>
                      <a:pt x="0" y="253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2" name="Контур"/>
              <p:cNvSpPr/>
              <p:nvPr/>
            </p:nvSpPr>
            <p:spPr>
              <a:xfrm>
                <a:off x="2954278" y="5327727"/>
                <a:ext cx="110787" cy="86875"/>
              </a:xfrm>
              <a:custGeom>
                <a:avLst/>
                <a:gdLst/>
                <a:ahLst/>
                <a:cxnLst/>
                <a:rect l="l" t="t" r="r" b="b"/>
                <a:pathLst>
                  <a:path w="110787" h="86875">
                    <a:moveTo>
                      <a:pt x="0" y="61325"/>
                    </a:moveTo>
                    <a:lnTo>
                      <a:pt x="94144" y="0"/>
                    </a:lnTo>
                    <a:lnTo>
                      <a:pt x="110787" y="25550"/>
                    </a:lnTo>
                    <a:lnTo>
                      <a:pt x="16643" y="86875"/>
                    </a:lnTo>
                    <a:lnTo>
                      <a:pt x="0" y="613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3" name="Контур"/>
              <p:cNvSpPr/>
              <p:nvPr/>
            </p:nvSpPr>
            <p:spPr>
              <a:xfrm>
                <a:off x="3570303" y="5149816"/>
                <a:ext cx="77921" cy="67078"/>
              </a:xfrm>
              <a:custGeom>
                <a:avLst/>
                <a:gdLst/>
                <a:ahLst/>
                <a:cxnLst/>
                <a:rect l="l" t="t" r="r" b="b"/>
                <a:pathLst>
                  <a:path w="77921" h="67078">
                    <a:moveTo>
                      <a:pt x="40874" y="0"/>
                    </a:moveTo>
                    <a:lnTo>
                      <a:pt x="77921" y="56958"/>
                    </a:lnTo>
                    <a:lnTo>
                      <a:pt x="66403" y="64450"/>
                    </a:lnTo>
                    <a:lnTo>
                      <a:pt x="55693" y="47983"/>
                    </a:lnTo>
                    <a:lnTo>
                      <a:pt x="26336" y="67078"/>
                    </a:lnTo>
                    <a:lnTo>
                      <a:pt x="0" y="26585"/>
                    </a:lnTo>
                    <a:lnTo>
                      <a:pt x="4087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4" name="Контур"/>
              <p:cNvSpPr/>
              <p:nvPr/>
            </p:nvSpPr>
            <p:spPr>
              <a:xfrm>
                <a:off x="3130635" y="5022225"/>
                <a:ext cx="182443" cy="186481"/>
              </a:xfrm>
              <a:custGeom>
                <a:avLst/>
                <a:gdLst/>
                <a:ahLst/>
                <a:cxnLst/>
                <a:rect l="l" t="t" r="r" b="b"/>
                <a:pathLst>
                  <a:path w="182443" h="186481">
                    <a:moveTo>
                      <a:pt x="121974" y="0"/>
                    </a:moveTo>
                    <a:lnTo>
                      <a:pt x="182443" y="92752"/>
                    </a:lnTo>
                    <a:lnTo>
                      <a:pt x="37311" y="186481"/>
                    </a:lnTo>
                    <a:lnTo>
                      <a:pt x="3796" y="136570"/>
                    </a:lnTo>
                    <a:lnTo>
                      <a:pt x="27058" y="120950"/>
                    </a:lnTo>
                    <a:lnTo>
                      <a:pt x="0" y="78573"/>
                    </a:lnTo>
                    <a:lnTo>
                      <a:pt x="18306" y="67266"/>
                    </a:lnTo>
                    <a:lnTo>
                      <a:pt x="12197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5" name="Контур"/>
              <p:cNvSpPr/>
              <p:nvPr/>
            </p:nvSpPr>
            <p:spPr>
              <a:xfrm>
                <a:off x="2952593" y="4924624"/>
                <a:ext cx="163147" cy="184488"/>
              </a:xfrm>
              <a:custGeom>
                <a:avLst/>
                <a:gdLst/>
                <a:ahLst/>
                <a:cxnLst/>
                <a:rect l="l" t="t" r="r" b="b"/>
                <a:pathLst>
                  <a:path w="163147" h="184488">
                    <a:moveTo>
                      <a:pt x="87192" y="184488"/>
                    </a:moveTo>
                    <a:lnTo>
                      <a:pt x="0" y="48816"/>
                    </a:lnTo>
                    <a:lnTo>
                      <a:pt x="14971" y="39192"/>
                    </a:lnTo>
                    <a:lnTo>
                      <a:pt x="72955" y="1924"/>
                    </a:lnTo>
                    <a:lnTo>
                      <a:pt x="75946" y="0"/>
                    </a:lnTo>
                    <a:lnTo>
                      <a:pt x="130315" y="84580"/>
                    </a:lnTo>
                    <a:lnTo>
                      <a:pt x="163147" y="135657"/>
                    </a:lnTo>
                    <a:lnTo>
                      <a:pt x="87192" y="184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6" name="Контур"/>
              <p:cNvSpPr/>
              <p:nvPr/>
            </p:nvSpPr>
            <p:spPr>
              <a:xfrm>
                <a:off x="3061848" y="5120625"/>
                <a:ext cx="58075" cy="70141"/>
              </a:xfrm>
              <a:custGeom>
                <a:avLst/>
                <a:gdLst/>
                <a:ahLst/>
                <a:cxnLst/>
                <a:rect l="l" t="t" r="r" b="b"/>
                <a:pathLst>
                  <a:path w="58075" h="70141">
                    <a:moveTo>
                      <a:pt x="0" y="12733"/>
                    </a:moveTo>
                    <a:lnTo>
                      <a:pt x="18444" y="0"/>
                    </a:lnTo>
                    <a:lnTo>
                      <a:pt x="58075" y="57409"/>
                    </a:lnTo>
                    <a:lnTo>
                      <a:pt x="39631" y="70141"/>
                    </a:lnTo>
                    <a:lnTo>
                      <a:pt x="0" y="127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7" name="Контур"/>
              <p:cNvSpPr/>
              <p:nvPr/>
            </p:nvSpPr>
            <p:spPr>
              <a:xfrm>
                <a:off x="2890049" y="5048473"/>
                <a:ext cx="95208" cy="81859"/>
              </a:xfrm>
              <a:custGeom>
                <a:avLst/>
                <a:gdLst/>
                <a:ahLst/>
                <a:cxnLst/>
                <a:rect l="l" t="t" r="r" b="b"/>
                <a:pathLst>
                  <a:path w="95208" h="81859">
                    <a:moveTo>
                      <a:pt x="72197" y="0"/>
                    </a:moveTo>
                    <a:lnTo>
                      <a:pt x="95208" y="36063"/>
                    </a:lnTo>
                    <a:lnTo>
                      <a:pt x="22853" y="81859"/>
                    </a:lnTo>
                    <a:lnTo>
                      <a:pt x="0" y="46003"/>
                    </a:lnTo>
                    <a:lnTo>
                      <a:pt x="7219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8" name="Контур"/>
              <p:cNvSpPr/>
              <p:nvPr/>
            </p:nvSpPr>
            <p:spPr>
              <a:xfrm>
                <a:off x="5249832" y="5375075"/>
                <a:ext cx="289295" cy="448670"/>
              </a:xfrm>
              <a:custGeom>
                <a:avLst/>
                <a:gdLst/>
                <a:ahLst/>
                <a:cxnLst/>
                <a:rect l="l" t="t" r="r" b="b"/>
                <a:pathLst>
                  <a:path w="289295" h="448670">
                    <a:moveTo>
                      <a:pt x="0" y="391743"/>
                    </a:moveTo>
                    <a:lnTo>
                      <a:pt x="239308" y="0"/>
                    </a:lnTo>
                    <a:lnTo>
                      <a:pt x="276005" y="21788"/>
                    </a:lnTo>
                    <a:lnTo>
                      <a:pt x="289295" y="29875"/>
                    </a:lnTo>
                    <a:lnTo>
                      <a:pt x="65121" y="401424"/>
                    </a:lnTo>
                    <a:lnTo>
                      <a:pt x="22295" y="448670"/>
                    </a:lnTo>
                    <a:lnTo>
                      <a:pt x="0" y="3917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9" name="Контур"/>
              <p:cNvSpPr/>
              <p:nvPr/>
            </p:nvSpPr>
            <p:spPr>
              <a:xfrm>
                <a:off x="4899307" y="5730227"/>
                <a:ext cx="33989" cy="28487"/>
              </a:xfrm>
              <a:custGeom>
                <a:avLst/>
                <a:gdLst/>
                <a:ahLst/>
                <a:cxnLst/>
                <a:rect l="l" t="t" r="r" b="b"/>
                <a:pathLst>
                  <a:path w="33989" h="28487">
                    <a:moveTo>
                      <a:pt x="0" y="13866"/>
                    </a:moveTo>
                    <a:lnTo>
                      <a:pt x="26272" y="0"/>
                    </a:lnTo>
                    <a:lnTo>
                      <a:pt x="33989" y="14622"/>
                    </a:lnTo>
                    <a:lnTo>
                      <a:pt x="7717" y="28487"/>
                    </a:lnTo>
                    <a:lnTo>
                      <a:pt x="0" y="138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0" name="Контур"/>
              <p:cNvSpPr/>
              <p:nvPr/>
            </p:nvSpPr>
            <p:spPr>
              <a:xfrm>
                <a:off x="4878232" y="5674714"/>
                <a:ext cx="46353" cy="63457"/>
              </a:xfrm>
              <a:custGeom>
                <a:avLst/>
                <a:gdLst/>
                <a:ahLst/>
                <a:cxnLst/>
                <a:rect l="l" t="t" r="r" b="b"/>
                <a:pathLst>
                  <a:path w="46353" h="63457">
                    <a:moveTo>
                      <a:pt x="0" y="10016"/>
                    </a:moveTo>
                    <a:lnTo>
                      <a:pt x="21813" y="0"/>
                    </a:lnTo>
                    <a:lnTo>
                      <a:pt x="46353" y="53441"/>
                    </a:lnTo>
                    <a:lnTo>
                      <a:pt x="24540" y="63457"/>
                    </a:lnTo>
                    <a:lnTo>
                      <a:pt x="0" y="100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1" name="Контур"/>
              <p:cNvSpPr/>
              <p:nvPr/>
            </p:nvSpPr>
            <p:spPr>
              <a:xfrm>
                <a:off x="4623649" y="5971168"/>
                <a:ext cx="41071" cy="36873"/>
              </a:xfrm>
              <a:custGeom>
                <a:avLst/>
                <a:gdLst/>
                <a:ahLst/>
                <a:cxnLst/>
                <a:rect l="l" t="t" r="r" b="b"/>
                <a:pathLst>
                  <a:path w="41071" h="36873">
                    <a:moveTo>
                      <a:pt x="0" y="13778"/>
                    </a:moveTo>
                    <a:lnTo>
                      <a:pt x="30708" y="0"/>
                    </a:lnTo>
                    <a:lnTo>
                      <a:pt x="41071" y="23094"/>
                    </a:lnTo>
                    <a:lnTo>
                      <a:pt x="10363" y="36873"/>
                    </a:lnTo>
                    <a:lnTo>
                      <a:pt x="0" y="137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2" name="Контур"/>
              <p:cNvSpPr/>
              <p:nvPr/>
            </p:nvSpPr>
            <p:spPr>
              <a:xfrm>
                <a:off x="4872417" y="5923305"/>
                <a:ext cx="105555" cy="70061"/>
              </a:xfrm>
              <a:custGeom>
                <a:avLst/>
                <a:gdLst/>
                <a:ahLst/>
                <a:cxnLst/>
                <a:rect l="l" t="t" r="r" b="b"/>
                <a:pathLst>
                  <a:path w="105555" h="70061">
                    <a:moveTo>
                      <a:pt x="12569" y="70061"/>
                    </a:moveTo>
                    <a:lnTo>
                      <a:pt x="0" y="42666"/>
                    </a:lnTo>
                    <a:lnTo>
                      <a:pt x="92986" y="0"/>
                    </a:lnTo>
                    <a:lnTo>
                      <a:pt x="105555" y="27395"/>
                    </a:lnTo>
                    <a:lnTo>
                      <a:pt x="12569" y="700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3" name="Контур"/>
              <p:cNvSpPr/>
              <p:nvPr/>
            </p:nvSpPr>
            <p:spPr>
              <a:xfrm>
                <a:off x="5194678" y="5850232"/>
                <a:ext cx="41587" cy="42768"/>
              </a:xfrm>
              <a:custGeom>
                <a:avLst/>
                <a:gdLst/>
                <a:ahLst/>
                <a:cxnLst/>
                <a:rect l="l" t="t" r="r" b="b"/>
                <a:pathLst>
                  <a:path w="41587" h="42768">
                    <a:moveTo>
                      <a:pt x="13824" y="42768"/>
                    </a:moveTo>
                    <a:lnTo>
                      <a:pt x="0" y="12811"/>
                    </a:lnTo>
                    <a:lnTo>
                      <a:pt x="27763" y="0"/>
                    </a:lnTo>
                    <a:lnTo>
                      <a:pt x="41587" y="29952"/>
                    </a:lnTo>
                    <a:lnTo>
                      <a:pt x="13824" y="427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4" name="Контур"/>
              <p:cNvSpPr/>
              <p:nvPr/>
            </p:nvSpPr>
            <p:spPr>
              <a:xfrm>
                <a:off x="4984049" y="5874520"/>
                <a:ext cx="30603" cy="35106"/>
              </a:xfrm>
              <a:custGeom>
                <a:avLst/>
                <a:gdLst/>
                <a:ahLst/>
                <a:cxnLst/>
                <a:rect l="l" t="t" r="r" b="b"/>
                <a:pathLst>
                  <a:path w="30603" h="35106">
                    <a:moveTo>
                      <a:pt x="0" y="8526"/>
                    </a:moveTo>
                    <a:lnTo>
                      <a:pt x="18042" y="0"/>
                    </a:lnTo>
                    <a:lnTo>
                      <a:pt x="30603" y="26580"/>
                    </a:lnTo>
                    <a:lnTo>
                      <a:pt x="12561" y="35106"/>
                    </a:lnTo>
                    <a:lnTo>
                      <a:pt x="0" y="85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5" name="Контур"/>
              <p:cNvSpPr/>
              <p:nvPr/>
            </p:nvSpPr>
            <p:spPr>
              <a:xfrm>
                <a:off x="5163623" y="5766818"/>
                <a:ext cx="108504" cy="90689"/>
              </a:xfrm>
              <a:custGeom>
                <a:avLst/>
                <a:gdLst/>
                <a:ahLst/>
                <a:cxnLst/>
                <a:rect l="l" t="t" r="r" b="b"/>
                <a:pathLst>
                  <a:path w="108504" h="90689">
                    <a:moveTo>
                      <a:pt x="0" y="33762"/>
                    </a:moveTo>
                    <a:lnTo>
                      <a:pt x="86209" y="0"/>
                    </a:lnTo>
                    <a:lnTo>
                      <a:pt x="108504" y="56927"/>
                    </a:lnTo>
                    <a:lnTo>
                      <a:pt x="22295" y="90689"/>
                    </a:lnTo>
                    <a:lnTo>
                      <a:pt x="0" y="337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6" name="Контур"/>
              <p:cNvSpPr/>
              <p:nvPr/>
            </p:nvSpPr>
            <p:spPr>
              <a:xfrm>
                <a:off x="5286185" y="5547640"/>
                <a:ext cx="362251" cy="433152"/>
              </a:xfrm>
              <a:custGeom>
                <a:avLst/>
                <a:gdLst/>
                <a:ahLst/>
                <a:cxnLst/>
                <a:rect l="l" t="t" r="r" b="b"/>
                <a:pathLst>
                  <a:path w="362251" h="433152">
                    <a:moveTo>
                      <a:pt x="206592" y="351744"/>
                    </a:moveTo>
                    <a:lnTo>
                      <a:pt x="200155" y="354825"/>
                    </a:lnTo>
                    <a:lnTo>
                      <a:pt x="119242" y="393585"/>
                    </a:lnTo>
                    <a:lnTo>
                      <a:pt x="41895" y="432172"/>
                    </a:lnTo>
                    <a:lnTo>
                      <a:pt x="39936" y="433152"/>
                    </a:lnTo>
                    <a:lnTo>
                      <a:pt x="29184" y="412416"/>
                    </a:lnTo>
                    <a:lnTo>
                      <a:pt x="49152" y="378624"/>
                    </a:lnTo>
                    <a:lnTo>
                      <a:pt x="0" y="347136"/>
                    </a:lnTo>
                    <a:lnTo>
                      <a:pt x="207591" y="7214"/>
                    </a:lnTo>
                    <a:lnTo>
                      <a:pt x="211968" y="0"/>
                    </a:lnTo>
                    <a:lnTo>
                      <a:pt x="234984" y="13852"/>
                    </a:lnTo>
                    <a:lnTo>
                      <a:pt x="242098" y="18230"/>
                    </a:lnTo>
                    <a:lnTo>
                      <a:pt x="362251" y="96351"/>
                    </a:lnTo>
                    <a:lnTo>
                      <a:pt x="206592" y="3517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7" name="Контур"/>
              <p:cNvSpPr/>
              <p:nvPr/>
            </p:nvSpPr>
            <p:spPr>
              <a:xfrm>
                <a:off x="4500235" y="6046813"/>
                <a:ext cx="60338" cy="41687"/>
              </a:xfrm>
              <a:custGeom>
                <a:avLst/>
                <a:gdLst/>
                <a:ahLst/>
                <a:cxnLst/>
                <a:rect l="l" t="t" r="r" b="b"/>
                <a:pathLst>
                  <a:path w="60338" h="41687">
                    <a:moveTo>
                      <a:pt x="7604" y="41687"/>
                    </a:moveTo>
                    <a:lnTo>
                      <a:pt x="0" y="26626"/>
                    </a:lnTo>
                    <a:lnTo>
                      <a:pt x="52733" y="0"/>
                    </a:lnTo>
                    <a:lnTo>
                      <a:pt x="60338" y="15061"/>
                    </a:lnTo>
                    <a:lnTo>
                      <a:pt x="7604" y="416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8" name="Контур"/>
              <p:cNvSpPr/>
              <p:nvPr/>
            </p:nvSpPr>
            <p:spPr>
              <a:xfrm>
                <a:off x="4507839" y="6050280"/>
                <a:ext cx="102848" cy="95025"/>
              </a:xfrm>
              <a:custGeom>
                <a:avLst/>
                <a:gdLst/>
                <a:ahLst/>
                <a:cxnLst/>
                <a:rect l="l" t="t" r="r" b="b"/>
                <a:pathLst>
                  <a:path w="102848" h="95025">
                    <a:moveTo>
                      <a:pt x="0" y="38220"/>
                    </a:moveTo>
                    <a:lnTo>
                      <a:pt x="52734" y="11594"/>
                    </a:lnTo>
                    <a:lnTo>
                      <a:pt x="75694" y="0"/>
                    </a:lnTo>
                    <a:lnTo>
                      <a:pt x="102848" y="53778"/>
                    </a:lnTo>
                    <a:lnTo>
                      <a:pt x="81557" y="64529"/>
                    </a:lnTo>
                    <a:lnTo>
                      <a:pt x="88591" y="78459"/>
                    </a:lnTo>
                    <a:lnTo>
                      <a:pt x="55782" y="95025"/>
                    </a:lnTo>
                    <a:lnTo>
                      <a:pt x="48404" y="80413"/>
                    </a:lnTo>
                    <a:lnTo>
                      <a:pt x="26810" y="91316"/>
                    </a:lnTo>
                    <a:lnTo>
                      <a:pt x="0" y="382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9" name="Контур"/>
              <p:cNvSpPr/>
              <p:nvPr/>
            </p:nvSpPr>
            <p:spPr>
              <a:xfrm>
                <a:off x="5101596" y="6079679"/>
                <a:ext cx="37143" cy="42623"/>
              </a:xfrm>
              <a:custGeom>
                <a:avLst/>
                <a:gdLst/>
                <a:ahLst/>
                <a:cxnLst/>
                <a:rect l="l" t="t" r="r" b="b"/>
                <a:pathLst>
                  <a:path w="37143" h="42623">
                    <a:moveTo>
                      <a:pt x="16070" y="42623"/>
                    </a:moveTo>
                    <a:lnTo>
                      <a:pt x="0" y="10562"/>
                    </a:lnTo>
                    <a:lnTo>
                      <a:pt x="21073" y="0"/>
                    </a:lnTo>
                    <a:lnTo>
                      <a:pt x="37143" y="32061"/>
                    </a:lnTo>
                    <a:lnTo>
                      <a:pt x="16070" y="426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0" name="Контур"/>
              <p:cNvSpPr/>
              <p:nvPr/>
            </p:nvSpPr>
            <p:spPr>
              <a:xfrm>
                <a:off x="4663050" y="5945532"/>
                <a:ext cx="101721" cy="128634"/>
              </a:xfrm>
              <a:custGeom>
                <a:avLst/>
                <a:gdLst/>
                <a:ahLst/>
                <a:cxnLst/>
                <a:rect l="l" t="t" r="r" b="b"/>
                <a:pathLst>
                  <a:path w="101721" h="128634">
                    <a:moveTo>
                      <a:pt x="101721" y="102597"/>
                    </a:moveTo>
                    <a:lnTo>
                      <a:pt x="48234" y="128634"/>
                    </a:lnTo>
                    <a:lnTo>
                      <a:pt x="0" y="23290"/>
                    </a:lnTo>
                    <a:lnTo>
                      <a:pt x="51097" y="0"/>
                    </a:lnTo>
                    <a:lnTo>
                      <a:pt x="77248" y="52812"/>
                    </a:lnTo>
                    <a:lnTo>
                      <a:pt x="89271" y="78110"/>
                    </a:lnTo>
                    <a:lnTo>
                      <a:pt x="101721" y="1025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1" name="Контур"/>
              <p:cNvSpPr/>
              <p:nvPr/>
            </p:nvSpPr>
            <p:spPr>
              <a:xfrm>
                <a:off x="4740298" y="5965599"/>
                <a:ext cx="80230" cy="58043"/>
              </a:xfrm>
              <a:custGeom>
                <a:avLst/>
                <a:gdLst/>
                <a:ahLst/>
                <a:cxnLst/>
                <a:rect l="l" t="t" r="r" b="b"/>
                <a:pathLst>
                  <a:path w="80230" h="58043">
                    <a:moveTo>
                      <a:pt x="68595" y="0"/>
                    </a:moveTo>
                    <a:lnTo>
                      <a:pt x="80230" y="25810"/>
                    </a:lnTo>
                    <a:lnTo>
                      <a:pt x="12023" y="58043"/>
                    </a:lnTo>
                    <a:lnTo>
                      <a:pt x="0" y="32745"/>
                    </a:lnTo>
                    <a:lnTo>
                      <a:pt x="6859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2" name="Контур"/>
              <p:cNvSpPr/>
              <p:nvPr/>
            </p:nvSpPr>
            <p:spPr>
              <a:xfrm>
                <a:off x="4781372" y="5879777"/>
                <a:ext cx="103614" cy="139021"/>
              </a:xfrm>
              <a:custGeom>
                <a:avLst/>
                <a:gdLst/>
                <a:ahLst/>
                <a:cxnLst/>
                <a:rect l="l" t="t" r="r" b="b"/>
                <a:pathLst>
                  <a:path w="103614" h="139021">
                    <a:moveTo>
                      <a:pt x="51296" y="139021"/>
                    </a:moveTo>
                    <a:lnTo>
                      <a:pt x="39156" y="111632"/>
                    </a:lnTo>
                    <a:lnTo>
                      <a:pt x="27521" y="85822"/>
                    </a:lnTo>
                    <a:lnTo>
                      <a:pt x="0" y="23630"/>
                    </a:lnTo>
                    <a:lnTo>
                      <a:pt x="51795" y="0"/>
                    </a:lnTo>
                    <a:lnTo>
                      <a:pt x="91045" y="86194"/>
                    </a:lnTo>
                    <a:lnTo>
                      <a:pt x="103614" y="113589"/>
                    </a:lnTo>
                    <a:lnTo>
                      <a:pt x="51296" y="1390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3" name="Контур"/>
              <p:cNvSpPr/>
              <p:nvPr/>
            </p:nvSpPr>
            <p:spPr>
              <a:xfrm>
                <a:off x="4344508" y="5858856"/>
                <a:ext cx="29839" cy="23979"/>
              </a:xfrm>
              <a:custGeom>
                <a:avLst/>
                <a:gdLst/>
                <a:ahLst/>
                <a:cxnLst/>
                <a:rect l="l" t="t" r="r" b="b"/>
                <a:pathLst>
                  <a:path w="29839" h="23979">
                    <a:moveTo>
                      <a:pt x="0" y="12604"/>
                    </a:moveTo>
                    <a:lnTo>
                      <a:pt x="23821" y="0"/>
                    </a:lnTo>
                    <a:lnTo>
                      <a:pt x="29839" y="11374"/>
                    </a:lnTo>
                    <a:lnTo>
                      <a:pt x="6019" y="23979"/>
                    </a:lnTo>
                    <a:lnTo>
                      <a:pt x="0" y="12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4" name="Контур"/>
              <p:cNvSpPr/>
              <p:nvPr/>
            </p:nvSpPr>
            <p:spPr>
              <a:xfrm>
                <a:off x="4368329" y="5846252"/>
                <a:ext cx="29838" cy="23978"/>
              </a:xfrm>
              <a:custGeom>
                <a:avLst/>
                <a:gdLst/>
                <a:ahLst/>
                <a:cxnLst/>
                <a:rect l="l" t="t" r="r" b="b"/>
                <a:pathLst>
                  <a:path w="29838" h="23978">
                    <a:moveTo>
                      <a:pt x="0" y="12604"/>
                    </a:moveTo>
                    <a:lnTo>
                      <a:pt x="23820" y="0"/>
                    </a:lnTo>
                    <a:lnTo>
                      <a:pt x="29838" y="11374"/>
                    </a:lnTo>
                    <a:lnTo>
                      <a:pt x="6018" y="23978"/>
                    </a:lnTo>
                    <a:lnTo>
                      <a:pt x="0" y="12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5" name="Контур"/>
              <p:cNvSpPr/>
              <p:nvPr/>
            </p:nvSpPr>
            <p:spPr>
              <a:xfrm>
                <a:off x="4111932" y="5615039"/>
                <a:ext cx="297099" cy="214526"/>
              </a:xfrm>
              <a:custGeom>
                <a:avLst/>
                <a:gdLst/>
                <a:ahLst/>
                <a:cxnLst/>
                <a:rect l="l" t="t" r="r" b="b"/>
                <a:pathLst>
                  <a:path w="297099" h="214526">
                    <a:moveTo>
                      <a:pt x="0" y="141931"/>
                    </a:moveTo>
                    <a:lnTo>
                      <a:pt x="257010" y="0"/>
                    </a:lnTo>
                    <a:lnTo>
                      <a:pt x="297099" y="72594"/>
                    </a:lnTo>
                    <a:lnTo>
                      <a:pt x="40090" y="214526"/>
                    </a:lnTo>
                    <a:lnTo>
                      <a:pt x="0" y="141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6" name="Контур"/>
              <p:cNvSpPr/>
              <p:nvPr/>
            </p:nvSpPr>
            <p:spPr>
              <a:xfrm>
                <a:off x="3928039" y="5490144"/>
                <a:ext cx="156830" cy="170204"/>
              </a:xfrm>
              <a:custGeom>
                <a:avLst/>
                <a:gdLst/>
                <a:ahLst/>
                <a:cxnLst/>
                <a:rect l="l" t="t" r="r" b="b"/>
                <a:pathLst>
                  <a:path w="156830" h="170204">
                    <a:moveTo>
                      <a:pt x="156830" y="69141"/>
                    </a:moveTo>
                    <a:lnTo>
                      <a:pt x="135085" y="118017"/>
                    </a:lnTo>
                    <a:lnTo>
                      <a:pt x="33378" y="170204"/>
                    </a:lnTo>
                    <a:lnTo>
                      <a:pt x="25985" y="155426"/>
                    </a:lnTo>
                    <a:lnTo>
                      <a:pt x="0" y="104605"/>
                    </a:lnTo>
                    <a:lnTo>
                      <a:pt x="118703" y="44108"/>
                    </a:lnTo>
                    <a:lnTo>
                      <a:pt x="86235" y="14008"/>
                    </a:lnTo>
                    <a:lnTo>
                      <a:pt x="114235" y="0"/>
                    </a:lnTo>
                    <a:lnTo>
                      <a:pt x="156830" y="691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7" name="Контур"/>
              <p:cNvSpPr/>
              <p:nvPr/>
            </p:nvSpPr>
            <p:spPr>
              <a:xfrm>
                <a:off x="4451216" y="5477277"/>
                <a:ext cx="274246" cy="175187"/>
              </a:xfrm>
              <a:custGeom>
                <a:avLst/>
                <a:gdLst/>
                <a:ahLst/>
                <a:cxnLst/>
                <a:rect l="l" t="t" r="r" b="b"/>
                <a:pathLst>
                  <a:path w="274246" h="175187">
                    <a:moveTo>
                      <a:pt x="18558" y="175187"/>
                    </a:moveTo>
                    <a:lnTo>
                      <a:pt x="0" y="140429"/>
                    </a:lnTo>
                    <a:lnTo>
                      <a:pt x="255621" y="0"/>
                    </a:lnTo>
                    <a:lnTo>
                      <a:pt x="274246" y="33645"/>
                    </a:lnTo>
                    <a:lnTo>
                      <a:pt x="18558" y="1751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8" name="Контур"/>
              <p:cNvSpPr/>
              <p:nvPr/>
            </p:nvSpPr>
            <p:spPr>
              <a:xfrm>
                <a:off x="4376161" y="5341816"/>
                <a:ext cx="330676" cy="275890"/>
              </a:xfrm>
              <a:custGeom>
                <a:avLst/>
                <a:gdLst/>
                <a:ahLst/>
                <a:cxnLst/>
                <a:rect l="l" t="t" r="r" b="b"/>
                <a:pathLst>
                  <a:path w="330676" h="275890">
                    <a:moveTo>
                      <a:pt x="330676" y="135461"/>
                    </a:moveTo>
                    <a:lnTo>
                      <a:pt x="75055" y="275890"/>
                    </a:lnTo>
                    <a:lnTo>
                      <a:pt x="0" y="141542"/>
                    </a:lnTo>
                    <a:lnTo>
                      <a:pt x="255688" y="0"/>
                    </a:lnTo>
                    <a:lnTo>
                      <a:pt x="261316" y="9426"/>
                    </a:lnTo>
                    <a:lnTo>
                      <a:pt x="330676" y="1354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9" name="Контур"/>
              <p:cNvSpPr/>
              <p:nvPr/>
            </p:nvSpPr>
            <p:spPr>
              <a:xfrm>
                <a:off x="4298441" y="5972817"/>
                <a:ext cx="81377" cy="89818"/>
              </a:xfrm>
              <a:custGeom>
                <a:avLst/>
                <a:gdLst/>
                <a:ahLst/>
                <a:cxnLst/>
                <a:rect l="l" t="t" r="r" b="b"/>
                <a:pathLst>
                  <a:path w="81377" h="89818">
                    <a:moveTo>
                      <a:pt x="51673" y="0"/>
                    </a:moveTo>
                    <a:lnTo>
                      <a:pt x="81377" y="66862"/>
                    </a:lnTo>
                    <a:lnTo>
                      <a:pt x="29705" y="89818"/>
                    </a:lnTo>
                    <a:lnTo>
                      <a:pt x="0" y="22957"/>
                    </a:lnTo>
                    <a:lnTo>
                      <a:pt x="516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0" name="Контур"/>
              <p:cNvSpPr/>
              <p:nvPr/>
            </p:nvSpPr>
            <p:spPr>
              <a:xfrm>
                <a:off x="4190423" y="5747444"/>
                <a:ext cx="437676" cy="305219"/>
              </a:xfrm>
              <a:custGeom>
                <a:avLst/>
                <a:gdLst/>
                <a:ahLst/>
                <a:cxnLst/>
                <a:rect l="l" t="t" r="r" b="b"/>
                <a:pathLst>
                  <a:path w="437676" h="305219">
                    <a:moveTo>
                      <a:pt x="0" y="220445"/>
                    </a:moveTo>
                    <a:lnTo>
                      <a:pt x="250550" y="94858"/>
                    </a:lnTo>
                    <a:lnTo>
                      <a:pt x="235892" y="65615"/>
                    </a:lnTo>
                    <a:lnTo>
                      <a:pt x="366795" y="0"/>
                    </a:lnTo>
                    <a:lnTo>
                      <a:pt x="376662" y="19684"/>
                    </a:lnTo>
                    <a:lnTo>
                      <a:pt x="388644" y="13678"/>
                    </a:lnTo>
                    <a:lnTo>
                      <a:pt x="395429" y="27213"/>
                    </a:lnTo>
                    <a:lnTo>
                      <a:pt x="384144" y="32870"/>
                    </a:lnTo>
                    <a:lnTo>
                      <a:pt x="437676" y="139668"/>
                    </a:lnTo>
                    <a:lnTo>
                      <a:pt x="379088" y="169035"/>
                    </a:lnTo>
                    <a:lnTo>
                      <a:pt x="351941" y="114875"/>
                    </a:lnTo>
                    <a:lnTo>
                      <a:pt x="47033" y="267708"/>
                    </a:lnTo>
                    <a:lnTo>
                      <a:pt x="61149" y="295869"/>
                    </a:lnTo>
                    <a:lnTo>
                      <a:pt x="42492" y="305219"/>
                    </a:lnTo>
                    <a:lnTo>
                      <a:pt x="0" y="2204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1" name="Контур"/>
              <p:cNvSpPr/>
              <p:nvPr/>
            </p:nvSpPr>
            <p:spPr>
              <a:xfrm>
                <a:off x="4265790" y="6000843"/>
                <a:ext cx="34895" cy="39360"/>
              </a:xfrm>
              <a:custGeom>
                <a:avLst/>
                <a:gdLst/>
                <a:ahLst/>
                <a:cxnLst/>
                <a:rect l="l" t="t" r="r" b="b"/>
                <a:pathLst>
                  <a:path w="34895" h="39360">
                    <a:moveTo>
                      <a:pt x="19693" y="0"/>
                    </a:moveTo>
                    <a:lnTo>
                      <a:pt x="34895" y="29056"/>
                    </a:lnTo>
                    <a:lnTo>
                      <a:pt x="15203" y="39360"/>
                    </a:lnTo>
                    <a:lnTo>
                      <a:pt x="0" y="10303"/>
                    </a:lnTo>
                    <a:lnTo>
                      <a:pt x="1969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2" name="Контур"/>
              <p:cNvSpPr/>
              <p:nvPr/>
            </p:nvSpPr>
            <p:spPr>
              <a:xfrm>
                <a:off x="4018164" y="5948795"/>
                <a:ext cx="101136" cy="70469"/>
              </a:xfrm>
              <a:custGeom>
                <a:avLst/>
                <a:gdLst/>
                <a:ahLst/>
                <a:cxnLst/>
                <a:rect l="l" t="t" r="r" b="b"/>
                <a:pathLst>
                  <a:path w="101136" h="70469">
                    <a:moveTo>
                      <a:pt x="101136" y="21835"/>
                    </a:moveTo>
                    <a:lnTo>
                      <a:pt x="11904" y="70469"/>
                    </a:lnTo>
                    <a:lnTo>
                      <a:pt x="0" y="48633"/>
                    </a:lnTo>
                    <a:lnTo>
                      <a:pt x="89232" y="0"/>
                    </a:lnTo>
                    <a:lnTo>
                      <a:pt x="101136" y="218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3" name="Контур"/>
              <p:cNvSpPr/>
              <p:nvPr/>
            </p:nvSpPr>
            <p:spPr>
              <a:xfrm>
                <a:off x="3748742" y="5706078"/>
                <a:ext cx="317952" cy="262935"/>
              </a:xfrm>
              <a:custGeom>
                <a:avLst/>
                <a:gdLst/>
                <a:ahLst/>
                <a:cxnLst/>
                <a:rect l="l" t="t" r="r" b="b"/>
                <a:pathLst>
                  <a:path w="317952" h="262935">
                    <a:moveTo>
                      <a:pt x="248514" y="0"/>
                    </a:moveTo>
                    <a:lnTo>
                      <a:pt x="317952" y="126242"/>
                    </a:lnTo>
                    <a:lnTo>
                      <a:pt x="69438" y="262935"/>
                    </a:lnTo>
                    <a:lnTo>
                      <a:pt x="0" y="136693"/>
                    </a:lnTo>
                    <a:lnTo>
                      <a:pt x="2485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4" name="Контур"/>
              <p:cNvSpPr/>
              <p:nvPr/>
            </p:nvSpPr>
            <p:spPr>
              <a:xfrm>
                <a:off x="4156091" y="5910715"/>
                <a:ext cx="52067" cy="40683"/>
              </a:xfrm>
              <a:custGeom>
                <a:avLst/>
                <a:gdLst/>
                <a:ahLst/>
                <a:cxnLst/>
                <a:rect l="l" t="t" r="r" b="b"/>
                <a:pathLst>
                  <a:path w="52067" h="40683">
                    <a:moveTo>
                      <a:pt x="0" y="21743"/>
                    </a:moveTo>
                    <a:lnTo>
                      <a:pt x="42342" y="0"/>
                    </a:lnTo>
                    <a:lnTo>
                      <a:pt x="52067" y="18940"/>
                    </a:lnTo>
                    <a:lnTo>
                      <a:pt x="9726" y="40683"/>
                    </a:lnTo>
                    <a:lnTo>
                      <a:pt x="0" y="217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5" name="Контур"/>
              <p:cNvSpPr/>
              <p:nvPr/>
            </p:nvSpPr>
            <p:spPr>
              <a:xfrm>
                <a:off x="4087882" y="6145633"/>
                <a:ext cx="28326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19">
                    <a:moveTo>
                      <a:pt x="0" y="6684"/>
                    </a:moveTo>
                    <a:lnTo>
                      <a:pt x="16287" y="0"/>
                    </a:lnTo>
                    <a:lnTo>
                      <a:pt x="28326" y="29335"/>
                    </a:lnTo>
                    <a:lnTo>
                      <a:pt x="12039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6" name="Контур"/>
              <p:cNvSpPr/>
              <p:nvPr/>
            </p:nvSpPr>
            <p:spPr>
              <a:xfrm>
                <a:off x="4280264" y="6116944"/>
                <a:ext cx="48259" cy="43924"/>
              </a:xfrm>
              <a:custGeom>
                <a:avLst/>
                <a:gdLst/>
                <a:ahLst/>
                <a:cxnLst/>
                <a:rect l="l" t="t" r="r" b="b"/>
                <a:pathLst>
                  <a:path w="48259" h="43924">
                    <a:moveTo>
                      <a:pt x="12590" y="43924"/>
                    </a:moveTo>
                    <a:lnTo>
                      <a:pt x="0" y="16190"/>
                    </a:lnTo>
                    <a:lnTo>
                      <a:pt x="35668" y="0"/>
                    </a:lnTo>
                    <a:lnTo>
                      <a:pt x="48259" y="27729"/>
                    </a:lnTo>
                    <a:lnTo>
                      <a:pt x="12590" y="439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7" name="Контур"/>
              <p:cNvSpPr/>
              <p:nvPr/>
            </p:nvSpPr>
            <p:spPr>
              <a:xfrm>
                <a:off x="3972720" y="6167742"/>
                <a:ext cx="25490" cy="20017"/>
              </a:xfrm>
              <a:custGeom>
                <a:avLst/>
                <a:gdLst/>
                <a:ahLst/>
                <a:cxnLst/>
                <a:rect l="l" t="t" r="r" b="b"/>
                <a:pathLst>
                  <a:path w="25490" h="20017">
                    <a:moveTo>
                      <a:pt x="4792" y="20017"/>
                    </a:moveTo>
                    <a:lnTo>
                      <a:pt x="0" y="9011"/>
                    </a:lnTo>
                    <a:lnTo>
                      <a:pt x="20699" y="0"/>
                    </a:lnTo>
                    <a:lnTo>
                      <a:pt x="25490" y="11006"/>
                    </a:lnTo>
                    <a:lnTo>
                      <a:pt x="4792" y="200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8" name="Контур"/>
              <p:cNvSpPr/>
              <p:nvPr/>
            </p:nvSpPr>
            <p:spPr>
              <a:xfrm>
                <a:off x="4292854" y="6144673"/>
                <a:ext cx="43224" cy="32842"/>
              </a:xfrm>
              <a:custGeom>
                <a:avLst/>
                <a:gdLst/>
                <a:ahLst/>
                <a:cxnLst/>
                <a:rect l="l" t="t" r="r" b="b"/>
                <a:pathLst>
                  <a:path w="43224" h="32842">
                    <a:moveTo>
                      <a:pt x="35669" y="0"/>
                    </a:moveTo>
                    <a:lnTo>
                      <a:pt x="43224" y="16647"/>
                    </a:lnTo>
                    <a:lnTo>
                      <a:pt x="7555" y="32842"/>
                    </a:lnTo>
                    <a:lnTo>
                      <a:pt x="0" y="16195"/>
                    </a:lnTo>
                    <a:lnTo>
                      <a:pt x="356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9" name="Контур"/>
              <p:cNvSpPr/>
              <p:nvPr/>
            </p:nvSpPr>
            <p:spPr>
              <a:xfrm>
                <a:off x="4071595" y="6152317"/>
                <a:ext cx="28326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19">
                    <a:moveTo>
                      <a:pt x="0" y="6684"/>
                    </a:moveTo>
                    <a:lnTo>
                      <a:pt x="16287" y="0"/>
                    </a:lnTo>
                    <a:lnTo>
                      <a:pt x="28326" y="29335"/>
                    </a:lnTo>
                    <a:lnTo>
                      <a:pt x="12039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0" name="Контур"/>
              <p:cNvSpPr/>
              <p:nvPr/>
            </p:nvSpPr>
            <p:spPr>
              <a:xfrm>
                <a:off x="4396688" y="6048900"/>
                <a:ext cx="104347" cy="99494"/>
              </a:xfrm>
              <a:custGeom>
                <a:avLst/>
                <a:gdLst/>
                <a:ahLst/>
                <a:cxnLst/>
                <a:rect l="l" t="t" r="r" b="b"/>
                <a:pathLst>
                  <a:path w="104347" h="99494">
                    <a:moveTo>
                      <a:pt x="0" y="34041"/>
                    </a:moveTo>
                    <a:lnTo>
                      <a:pt x="70202" y="0"/>
                    </a:lnTo>
                    <a:lnTo>
                      <a:pt x="104347" y="69395"/>
                    </a:lnTo>
                    <a:lnTo>
                      <a:pt x="39399" y="99494"/>
                    </a:lnTo>
                    <a:lnTo>
                      <a:pt x="16238" y="51898"/>
                    </a:lnTo>
                    <a:lnTo>
                      <a:pt x="9552" y="55242"/>
                    </a:lnTo>
                    <a:lnTo>
                      <a:pt x="0" y="340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1" name="Контур"/>
              <p:cNvSpPr/>
              <p:nvPr/>
            </p:nvSpPr>
            <p:spPr>
              <a:xfrm>
                <a:off x="3322352" y="5728720"/>
                <a:ext cx="66349" cy="78077"/>
              </a:xfrm>
              <a:custGeom>
                <a:avLst/>
                <a:gdLst/>
                <a:ahLst/>
                <a:cxnLst/>
                <a:rect l="l" t="t" r="r" b="b"/>
                <a:pathLst>
                  <a:path w="66349" h="78077">
                    <a:moveTo>
                      <a:pt x="37903" y="78077"/>
                    </a:moveTo>
                    <a:lnTo>
                      <a:pt x="0" y="17583"/>
                    </a:lnTo>
                    <a:lnTo>
                      <a:pt x="28593" y="0"/>
                    </a:lnTo>
                    <a:lnTo>
                      <a:pt x="66349" y="60501"/>
                    </a:lnTo>
                    <a:lnTo>
                      <a:pt x="37903" y="780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2" name="Контур"/>
              <p:cNvSpPr/>
              <p:nvPr/>
            </p:nvSpPr>
            <p:spPr>
              <a:xfrm>
                <a:off x="3534427" y="5609283"/>
                <a:ext cx="110513" cy="129221"/>
              </a:xfrm>
              <a:custGeom>
                <a:avLst/>
                <a:gdLst/>
                <a:ahLst/>
                <a:cxnLst/>
                <a:rect l="l" t="t" r="r" b="b"/>
                <a:pathLst>
                  <a:path w="110513" h="129221">
                    <a:moveTo>
                      <a:pt x="0" y="15506"/>
                    </a:moveTo>
                    <a:lnTo>
                      <a:pt x="29425" y="0"/>
                    </a:lnTo>
                    <a:lnTo>
                      <a:pt x="69855" y="1348"/>
                    </a:lnTo>
                    <a:lnTo>
                      <a:pt x="110513" y="83152"/>
                    </a:lnTo>
                    <a:lnTo>
                      <a:pt x="88503" y="114613"/>
                    </a:lnTo>
                    <a:lnTo>
                      <a:pt x="61324" y="129221"/>
                    </a:lnTo>
                    <a:lnTo>
                      <a:pt x="0" y="155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3" name="Контур"/>
              <p:cNvSpPr/>
              <p:nvPr/>
            </p:nvSpPr>
            <p:spPr>
              <a:xfrm>
                <a:off x="3243878" y="5573160"/>
                <a:ext cx="215072" cy="160622"/>
              </a:xfrm>
              <a:custGeom>
                <a:avLst/>
                <a:gdLst/>
                <a:ahLst/>
                <a:cxnLst/>
                <a:rect l="l" t="t" r="r" b="b"/>
                <a:pathLst>
                  <a:path w="215072" h="160622">
                    <a:moveTo>
                      <a:pt x="0" y="117411"/>
                    </a:moveTo>
                    <a:lnTo>
                      <a:pt x="189756" y="0"/>
                    </a:lnTo>
                    <a:lnTo>
                      <a:pt x="215072" y="46488"/>
                    </a:lnTo>
                    <a:lnTo>
                      <a:pt x="58891" y="142445"/>
                    </a:lnTo>
                    <a:lnTo>
                      <a:pt x="29934" y="160622"/>
                    </a:lnTo>
                    <a:lnTo>
                      <a:pt x="9531" y="130821"/>
                    </a:lnTo>
                    <a:lnTo>
                      <a:pt x="0" y="1174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4" name="Контур"/>
              <p:cNvSpPr/>
              <p:nvPr/>
            </p:nvSpPr>
            <p:spPr>
              <a:xfrm>
                <a:off x="3429929" y="5715064"/>
                <a:ext cx="68400" cy="59500"/>
              </a:xfrm>
              <a:custGeom>
                <a:avLst/>
                <a:gdLst/>
                <a:ahLst/>
                <a:cxnLst/>
                <a:rect l="l" t="t" r="r" b="b"/>
                <a:pathLst>
                  <a:path w="68400" h="59500">
                    <a:moveTo>
                      <a:pt x="68400" y="33388"/>
                    </a:moveTo>
                    <a:lnTo>
                      <a:pt x="16949" y="59500"/>
                    </a:lnTo>
                    <a:lnTo>
                      <a:pt x="0" y="26112"/>
                    </a:lnTo>
                    <a:lnTo>
                      <a:pt x="51456" y="0"/>
                    </a:lnTo>
                    <a:lnTo>
                      <a:pt x="68400" y="333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5" name="Контур"/>
              <p:cNvSpPr/>
              <p:nvPr/>
            </p:nvSpPr>
            <p:spPr>
              <a:xfrm>
                <a:off x="2908929" y="5448461"/>
                <a:ext cx="258210" cy="188934"/>
              </a:xfrm>
              <a:custGeom>
                <a:avLst/>
                <a:gdLst/>
                <a:ahLst/>
                <a:cxnLst/>
                <a:rect l="l" t="t" r="r" b="b"/>
                <a:pathLst>
                  <a:path w="258210" h="188934">
                    <a:moveTo>
                      <a:pt x="25469" y="188934"/>
                    </a:moveTo>
                    <a:lnTo>
                      <a:pt x="0" y="149205"/>
                    </a:lnTo>
                    <a:lnTo>
                      <a:pt x="232741" y="0"/>
                    </a:lnTo>
                    <a:lnTo>
                      <a:pt x="258210" y="39729"/>
                    </a:lnTo>
                    <a:lnTo>
                      <a:pt x="25469" y="1889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6" name="Контур"/>
              <p:cNvSpPr/>
              <p:nvPr/>
            </p:nvSpPr>
            <p:spPr>
              <a:xfrm>
                <a:off x="3483180" y="5436683"/>
                <a:ext cx="173445" cy="188106"/>
              </a:xfrm>
              <a:custGeom>
                <a:avLst/>
                <a:gdLst/>
                <a:ahLst/>
                <a:cxnLst/>
                <a:rect l="l" t="t" r="r" b="b"/>
                <a:pathLst>
                  <a:path w="173445" h="188106">
                    <a:moveTo>
                      <a:pt x="0" y="89808"/>
                    </a:moveTo>
                    <a:lnTo>
                      <a:pt x="146042" y="0"/>
                    </a:lnTo>
                    <a:lnTo>
                      <a:pt x="173445" y="48992"/>
                    </a:lnTo>
                    <a:lnTo>
                      <a:pt x="54729" y="119411"/>
                    </a:lnTo>
                    <a:lnTo>
                      <a:pt x="80672" y="172600"/>
                    </a:lnTo>
                    <a:lnTo>
                      <a:pt x="51247" y="188106"/>
                    </a:lnTo>
                    <a:lnTo>
                      <a:pt x="0" y="898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7" name="Контур"/>
              <p:cNvSpPr/>
              <p:nvPr/>
            </p:nvSpPr>
            <p:spPr>
              <a:xfrm>
                <a:off x="2912511" y="5943222"/>
                <a:ext cx="35270" cy="37655"/>
              </a:xfrm>
              <a:custGeom>
                <a:avLst/>
                <a:gdLst/>
                <a:ahLst/>
                <a:cxnLst/>
                <a:rect l="l" t="t" r="r" b="b"/>
                <a:pathLst>
                  <a:path w="35270" h="37655">
                    <a:moveTo>
                      <a:pt x="0" y="11436"/>
                    </a:moveTo>
                    <a:lnTo>
                      <a:pt x="20975" y="0"/>
                    </a:lnTo>
                    <a:lnTo>
                      <a:pt x="35270" y="26218"/>
                    </a:lnTo>
                    <a:lnTo>
                      <a:pt x="14295" y="37655"/>
                    </a:lnTo>
                    <a:lnTo>
                      <a:pt x="0" y="114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8" name="Контур"/>
              <p:cNvSpPr/>
              <p:nvPr/>
            </p:nvSpPr>
            <p:spPr>
              <a:xfrm>
                <a:off x="2912511" y="5943222"/>
                <a:ext cx="35270" cy="37655"/>
              </a:xfrm>
              <a:custGeom>
                <a:avLst/>
                <a:gdLst/>
                <a:ahLst/>
                <a:cxnLst/>
                <a:rect l="l" t="t" r="r" b="b"/>
                <a:pathLst>
                  <a:path w="35270" h="37655">
                    <a:moveTo>
                      <a:pt x="0" y="11436"/>
                    </a:moveTo>
                    <a:lnTo>
                      <a:pt x="20975" y="0"/>
                    </a:lnTo>
                    <a:lnTo>
                      <a:pt x="35270" y="26218"/>
                    </a:lnTo>
                    <a:lnTo>
                      <a:pt x="14295" y="37655"/>
                    </a:lnTo>
                    <a:lnTo>
                      <a:pt x="0" y="114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9" name="Контур"/>
              <p:cNvSpPr/>
              <p:nvPr/>
            </p:nvSpPr>
            <p:spPr>
              <a:xfrm>
                <a:off x="3006414" y="5679843"/>
                <a:ext cx="356634" cy="260697"/>
              </a:xfrm>
              <a:custGeom>
                <a:avLst/>
                <a:gdLst/>
                <a:ahLst/>
                <a:cxnLst/>
                <a:rect l="l" t="t" r="r" b="b"/>
                <a:pathLst>
                  <a:path w="356634" h="260697">
                    <a:moveTo>
                      <a:pt x="0" y="143335"/>
                    </a:moveTo>
                    <a:lnTo>
                      <a:pt x="230018" y="0"/>
                    </a:lnTo>
                    <a:lnTo>
                      <a:pt x="237464" y="10728"/>
                    </a:lnTo>
                    <a:lnTo>
                      <a:pt x="246995" y="24138"/>
                    </a:lnTo>
                    <a:lnTo>
                      <a:pt x="267398" y="53939"/>
                    </a:lnTo>
                    <a:lnTo>
                      <a:pt x="322648" y="145128"/>
                    </a:lnTo>
                    <a:lnTo>
                      <a:pt x="329871" y="140506"/>
                    </a:lnTo>
                    <a:lnTo>
                      <a:pt x="356634" y="182600"/>
                    </a:lnTo>
                    <a:lnTo>
                      <a:pt x="323124" y="204278"/>
                    </a:lnTo>
                    <a:lnTo>
                      <a:pt x="291334" y="155136"/>
                    </a:lnTo>
                    <a:lnTo>
                      <a:pt x="128157" y="260697"/>
                    </a:lnTo>
                    <a:lnTo>
                      <a:pt x="60762" y="162706"/>
                    </a:lnTo>
                    <a:lnTo>
                      <a:pt x="44678" y="173136"/>
                    </a:lnTo>
                    <a:lnTo>
                      <a:pt x="53316" y="187441"/>
                    </a:lnTo>
                    <a:lnTo>
                      <a:pt x="35445" y="198467"/>
                    </a:lnTo>
                    <a:lnTo>
                      <a:pt x="0" y="1433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0" name="Контур"/>
              <p:cNvSpPr/>
              <p:nvPr/>
            </p:nvSpPr>
            <p:spPr>
              <a:xfrm>
                <a:off x="3273812" y="5715605"/>
                <a:ext cx="86443" cy="109366"/>
              </a:xfrm>
              <a:custGeom>
                <a:avLst/>
                <a:gdLst/>
                <a:ahLst/>
                <a:cxnLst/>
                <a:rect l="l" t="t" r="r" b="b"/>
                <a:pathLst>
                  <a:path w="86443" h="109366">
                    <a:moveTo>
                      <a:pt x="28957" y="0"/>
                    </a:moveTo>
                    <a:lnTo>
                      <a:pt x="48540" y="30698"/>
                    </a:lnTo>
                    <a:lnTo>
                      <a:pt x="86443" y="91192"/>
                    </a:lnTo>
                    <a:lnTo>
                      <a:pt x="62473" y="104744"/>
                    </a:lnTo>
                    <a:lnTo>
                      <a:pt x="55250" y="109366"/>
                    </a:lnTo>
                    <a:lnTo>
                      <a:pt x="0" y="18177"/>
                    </a:lnTo>
                    <a:lnTo>
                      <a:pt x="2895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1" name="Контур"/>
              <p:cNvSpPr/>
              <p:nvPr/>
            </p:nvSpPr>
            <p:spPr>
              <a:xfrm>
                <a:off x="3468405" y="5755773"/>
                <a:ext cx="139317" cy="161912"/>
              </a:xfrm>
              <a:custGeom>
                <a:avLst/>
                <a:gdLst/>
                <a:ahLst/>
                <a:cxnLst/>
                <a:rect l="l" t="t" r="r" b="b"/>
                <a:pathLst>
                  <a:path w="139317" h="161912">
                    <a:moveTo>
                      <a:pt x="139317" y="122647"/>
                    </a:moveTo>
                    <a:lnTo>
                      <a:pt x="75390" y="161912"/>
                    </a:lnTo>
                    <a:lnTo>
                      <a:pt x="0" y="39706"/>
                    </a:lnTo>
                    <a:lnTo>
                      <a:pt x="63486" y="0"/>
                    </a:lnTo>
                    <a:lnTo>
                      <a:pt x="139317" y="1226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2" name="Контур"/>
              <p:cNvSpPr/>
              <p:nvPr/>
            </p:nvSpPr>
            <p:spPr>
              <a:xfrm>
                <a:off x="3595751" y="5703996"/>
                <a:ext cx="180498" cy="116986"/>
              </a:xfrm>
              <a:custGeom>
                <a:avLst/>
                <a:gdLst/>
                <a:ahLst/>
                <a:cxnLst/>
                <a:rect l="l" t="t" r="r" b="b"/>
                <a:pathLst>
                  <a:path w="180498" h="116986">
                    <a:moveTo>
                      <a:pt x="0" y="34508"/>
                    </a:moveTo>
                    <a:lnTo>
                      <a:pt x="27179" y="19900"/>
                    </a:lnTo>
                    <a:lnTo>
                      <a:pt x="53909" y="72264"/>
                    </a:lnTo>
                    <a:lnTo>
                      <a:pt x="125056" y="37906"/>
                    </a:lnTo>
                    <a:lnTo>
                      <a:pt x="115972" y="17746"/>
                    </a:lnTo>
                    <a:lnTo>
                      <a:pt x="153019" y="0"/>
                    </a:lnTo>
                    <a:lnTo>
                      <a:pt x="180498" y="56012"/>
                    </a:lnTo>
                    <a:lnTo>
                      <a:pt x="148093" y="73879"/>
                    </a:lnTo>
                    <a:lnTo>
                      <a:pt x="143243" y="65276"/>
                    </a:lnTo>
                    <a:lnTo>
                      <a:pt x="44924" y="116986"/>
                    </a:lnTo>
                    <a:lnTo>
                      <a:pt x="0" y="345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3" name="Контур"/>
              <p:cNvSpPr/>
              <p:nvPr/>
            </p:nvSpPr>
            <p:spPr>
              <a:xfrm>
                <a:off x="3006977" y="6089796"/>
                <a:ext cx="63414" cy="51755"/>
              </a:xfrm>
              <a:custGeom>
                <a:avLst/>
                <a:gdLst/>
                <a:ahLst/>
                <a:cxnLst/>
                <a:rect l="l" t="t" r="r" b="b"/>
                <a:pathLst>
                  <a:path w="63414" h="51755">
                    <a:moveTo>
                      <a:pt x="51562" y="0"/>
                    </a:moveTo>
                    <a:lnTo>
                      <a:pt x="63414" y="18227"/>
                    </a:lnTo>
                    <a:lnTo>
                      <a:pt x="11851" y="51755"/>
                    </a:lnTo>
                    <a:lnTo>
                      <a:pt x="0" y="33528"/>
                    </a:lnTo>
                    <a:lnTo>
                      <a:pt x="5156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4" name="Контур"/>
              <p:cNvSpPr/>
              <p:nvPr/>
            </p:nvSpPr>
            <p:spPr>
              <a:xfrm>
                <a:off x="2991870" y="6056187"/>
                <a:ext cx="80459" cy="67137"/>
              </a:xfrm>
              <a:custGeom>
                <a:avLst/>
                <a:gdLst/>
                <a:ahLst/>
                <a:cxnLst/>
                <a:rect l="l" t="t" r="r" b="b"/>
                <a:pathLst>
                  <a:path w="80459" h="67137">
                    <a:moveTo>
                      <a:pt x="15107" y="67137"/>
                    </a:moveTo>
                    <a:lnTo>
                      <a:pt x="0" y="42659"/>
                    </a:lnTo>
                    <a:lnTo>
                      <a:pt x="65655" y="0"/>
                    </a:lnTo>
                    <a:lnTo>
                      <a:pt x="80459" y="24146"/>
                    </a:lnTo>
                    <a:lnTo>
                      <a:pt x="66669" y="33609"/>
                    </a:lnTo>
                    <a:lnTo>
                      <a:pt x="15107" y="671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5" name="Контур"/>
              <p:cNvSpPr/>
              <p:nvPr/>
            </p:nvSpPr>
            <p:spPr>
              <a:xfrm>
                <a:off x="3194725" y="6010257"/>
                <a:ext cx="88638" cy="88928"/>
              </a:xfrm>
              <a:custGeom>
                <a:avLst/>
                <a:gdLst/>
                <a:ahLst/>
                <a:cxnLst/>
                <a:rect l="l" t="t" r="r" b="b"/>
                <a:pathLst>
                  <a:path w="88638" h="88928">
                    <a:moveTo>
                      <a:pt x="53137" y="0"/>
                    </a:moveTo>
                    <a:lnTo>
                      <a:pt x="88638" y="53984"/>
                    </a:lnTo>
                    <a:lnTo>
                      <a:pt x="35502" y="88928"/>
                    </a:lnTo>
                    <a:lnTo>
                      <a:pt x="0" y="34945"/>
                    </a:lnTo>
                    <a:lnTo>
                      <a:pt x="5313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6" name="Контур"/>
              <p:cNvSpPr/>
              <p:nvPr/>
            </p:nvSpPr>
            <p:spPr>
              <a:xfrm>
                <a:off x="2933998" y="5971388"/>
                <a:ext cx="81979" cy="81574"/>
              </a:xfrm>
              <a:custGeom>
                <a:avLst/>
                <a:gdLst/>
                <a:ahLst/>
                <a:cxnLst/>
                <a:rect l="l" t="t" r="r" b="b"/>
                <a:pathLst>
                  <a:path w="81979" h="81574">
                    <a:moveTo>
                      <a:pt x="0" y="31132"/>
                    </a:moveTo>
                    <a:lnTo>
                      <a:pt x="51467" y="0"/>
                    </a:lnTo>
                    <a:lnTo>
                      <a:pt x="81979" y="50443"/>
                    </a:lnTo>
                    <a:lnTo>
                      <a:pt x="30512" y="81574"/>
                    </a:lnTo>
                    <a:lnTo>
                      <a:pt x="0" y="311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7" name="Контур"/>
              <p:cNvSpPr/>
              <p:nvPr/>
            </p:nvSpPr>
            <p:spPr>
              <a:xfrm>
                <a:off x="3730362" y="6000565"/>
                <a:ext cx="50829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50829" h="38725">
                    <a:moveTo>
                      <a:pt x="6103" y="38725"/>
                    </a:moveTo>
                    <a:lnTo>
                      <a:pt x="0" y="9265"/>
                    </a:lnTo>
                    <a:lnTo>
                      <a:pt x="44726" y="0"/>
                    </a:lnTo>
                    <a:lnTo>
                      <a:pt x="50829" y="29459"/>
                    </a:lnTo>
                    <a:lnTo>
                      <a:pt x="6103" y="387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8" name="Контур"/>
              <p:cNvSpPr/>
              <p:nvPr/>
            </p:nvSpPr>
            <p:spPr>
              <a:xfrm>
                <a:off x="3134571" y="5834979"/>
                <a:ext cx="194967" cy="147205"/>
              </a:xfrm>
              <a:custGeom>
                <a:avLst/>
                <a:gdLst/>
                <a:ahLst/>
                <a:cxnLst/>
                <a:rect l="l" t="t" r="r" b="b"/>
                <a:pathLst>
                  <a:path w="194967" h="147205">
                    <a:moveTo>
                      <a:pt x="0" y="105561"/>
                    </a:moveTo>
                    <a:lnTo>
                      <a:pt x="163177" y="0"/>
                    </a:lnTo>
                    <a:lnTo>
                      <a:pt x="194967" y="49142"/>
                    </a:lnTo>
                    <a:lnTo>
                      <a:pt x="28910" y="147205"/>
                    </a:lnTo>
                    <a:lnTo>
                      <a:pt x="0" y="1055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9" name="Контур"/>
              <p:cNvSpPr/>
              <p:nvPr/>
            </p:nvSpPr>
            <p:spPr>
              <a:xfrm>
                <a:off x="4801531" y="6218067"/>
                <a:ext cx="204896" cy="139388"/>
              </a:xfrm>
              <a:custGeom>
                <a:avLst/>
                <a:gdLst/>
                <a:ahLst/>
                <a:cxnLst/>
                <a:rect l="l" t="t" r="r" b="b"/>
                <a:pathLst>
                  <a:path w="204896" h="139388">
                    <a:moveTo>
                      <a:pt x="0" y="81339"/>
                    </a:moveTo>
                    <a:lnTo>
                      <a:pt x="178304" y="0"/>
                    </a:lnTo>
                    <a:lnTo>
                      <a:pt x="204896" y="56617"/>
                    </a:lnTo>
                    <a:lnTo>
                      <a:pt x="27220" y="139388"/>
                    </a:lnTo>
                    <a:lnTo>
                      <a:pt x="0" y="813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0" name="Контур"/>
              <p:cNvSpPr/>
              <p:nvPr/>
            </p:nvSpPr>
            <p:spPr>
              <a:xfrm>
                <a:off x="5328080" y="5902465"/>
                <a:ext cx="315345" cy="399615"/>
              </a:xfrm>
              <a:custGeom>
                <a:avLst/>
                <a:gdLst/>
                <a:ahLst/>
                <a:cxnLst/>
                <a:rect l="l" t="t" r="r" b="b"/>
                <a:pathLst>
                  <a:path w="315345" h="399615">
                    <a:moveTo>
                      <a:pt x="158260" y="0"/>
                    </a:moveTo>
                    <a:lnTo>
                      <a:pt x="315345" y="322479"/>
                    </a:lnTo>
                    <a:lnTo>
                      <a:pt x="157195" y="399615"/>
                    </a:lnTo>
                    <a:lnTo>
                      <a:pt x="0" y="77347"/>
                    </a:lnTo>
                    <a:lnTo>
                      <a:pt x="77347" y="38760"/>
                    </a:lnTo>
                    <a:lnTo>
                      <a:pt x="1582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1" name="Контур"/>
              <p:cNvSpPr/>
              <p:nvPr/>
            </p:nvSpPr>
            <p:spPr>
              <a:xfrm>
                <a:off x="5003544" y="6161136"/>
                <a:ext cx="82553" cy="58138"/>
              </a:xfrm>
              <a:custGeom>
                <a:avLst/>
                <a:gdLst/>
                <a:ahLst/>
                <a:cxnLst/>
                <a:rect l="l" t="t" r="r" b="b"/>
                <a:pathLst>
                  <a:path w="82553" h="58138">
                    <a:moveTo>
                      <a:pt x="3515" y="44757"/>
                    </a:moveTo>
                    <a:lnTo>
                      <a:pt x="0" y="36268"/>
                    </a:lnTo>
                    <a:lnTo>
                      <a:pt x="41549" y="19069"/>
                    </a:lnTo>
                    <a:lnTo>
                      <a:pt x="38652" y="12072"/>
                    </a:lnTo>
                    <a:lnTo>
                      <a:pt x="67815" y="0"/>
                    </a:lnTo>
                    <a:lnTo>
                      <a:pt x="82553" y="35603"/>
                    </a:lnTo>
                    <a:lnTo>
                      <a:pt x="53033" y="47824"/>
                    </a:lnTo>
                    <a:lnTo>
                      <a:pt x="50244" y="41087"/>
                    </a:lnTo>
                    <a:lnTo>
                      <a:pt x="9054" y="58138"/>
                    </a:lnTo>
                    <a:lnTo>
                      <a:pt x="3515" y="447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2" name="Контур"/>
              <p:cNvSpPr/>
              <p:nvPr/>
            </p:nvSpPr>
            <p:spPr>
              <a:xfrm>
                <a:off x="4898985" y="6735735"/>
                <a:ext cx="29147" cy="35780"/>
              </a:xfrm>
              <a:custGeom>
                <a:avLst/>
                <a:gdLst/>
                <a:ahLst/>
                <a:cxnLst/>
                <a:rect l="l" t="t" r="r" b="b"/>
                <a:pathLst>
                  <a:path w="29147" h="35780">
                    <a:moveTo>
                      <a:pt x="0" y="7493"/>
                    </a:moveTo>
                    <a:lnTo>
                      <a:pt x="13903" y="0"/>
                    </a:lnTo>
                    <a:lnTo>
                      <a:pt x="29147" y="28287"/>
                    </a:lnTo>
                    <a:lnTo>
                      <a:pt x="15243" y="35780"/>
                    </a:lnTo>
                    <a:lnTo>
                      <a:pt x="0" y="74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3" name="Контур"/>
              <p:cNvSpPr/>
              <p:nvPr/>
            </p:nvSpPr>
            <p:spPr>
              <a:xfrm>
                <a:off x="5274366" y="6615281"/>
                <a:ext cx="104934" cy="136638"/>
              </a:xfrm>
              <a:custGeom>
                <a:avLst/>
                <a:gdLst/>
                <a:ahLst/>
                <a:cxnLst/>
                <a:rect l="l" t="t" r="r" b="b"/>
                <a:pathLst>
                  <a:path w="104934" h="136638">
                    <a:moveTo>
                      <a:pt x="51035" y="0"/>
                    </a:moveTo>
                    <a:lnTo>
                      <a:pt x="104934" y="112100"/>
                    </a:lnTo>
                    <a:lnTo>
                      <a:pt x="53900" y="136638"/>
                    </a:lnTo>
                    <a:lnTo>
                      <a:pt x="0" y="24539"/>
                    </a:lnTo>
                    <a:lnTo>
                      <a:pt x="510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4" name="Контур"/>
              <p:cNvSpPr/>
              <p:nvPr/>
            </p:nvSpPr>
            <p:spPr>
              <a:xfrm>
                <a:off x="5055200" y="6408459"/>
                <a:ext cx="241078" cy="128254"/>
              </a:xfrm>
              <a:custGeom>
                <a:avLst/>
                <a:gdLst/>
                <a:ahLst/>
                <a:cxnLst/>
                <a:rect l="l" t="t" r="r" b="b"/>
                <a:pathLst>
                  <a:path w="241078" h="128254">
                    <a:moveTo>
                      <a:pt x="71873" y="128254"/>
                    </a:moveTo>
                    <a:lnTo>
                      <a:pt x="57546" y="96722"/>
                    </a:lnTo>
                    <a:lnTo>
                      <a:pt x="31758" y="107711"/>
                    </a:lnTo>
                    <a:lnTo>
                      <a:pt x="25789" y="95289"/>
                    </a:lnTo>
                    <a:lnTo>
                      <a:pt x="19819" y="98394"/>
                    </a:lnTo>
                    <a:lnTo>
                      <a:pt x="16715" y="92423"/>
                    </a:lnTo>
                    <a:lnTo>
                      <a:pt x="11462" y="94811"/>
                    </a:lnTo>
                    <a:lnTo>
                      <a:pt x="0" y="70684"/>
                    </a:lnTo>
                    <a:lnTo>
                      <a:pt x="39756" y="53187"/>
                    </a:lnTo>
                    <a:lnTo>
                      <a:pt x="50620" y="75761"/>
                    </a:lnTo>
                    <a:lnTo>
                      <a:pt x="145220" y="31917"/>
                    </a:lnTo>
                    <a:lnTo>
                      <a:pt x="209667" y="2599"/>
                    </a:lnTo>
                    <a:lnTo>
                      <a:pt x="215866" y="0"/>
                    </a:lnTo>
                    <a:lnTo>
                      <a:pt x="241078" y="58735"/>
                    </a:lnTo>
                    <a:lnTo>
                      <a:pt x="71873" y="1282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5" name="Контур"/>
              <p:cNvSpPr/>
              <p:nvPr/>
            </p:nvSpPr>
            <p:spPr>
              <a:xfrm>
                <a:off x="5092926" y="6414440"/>
                <a:ext cx="107494" cy="69780"/>
              </a:xfrm>
              <a:custGeom>
                <a:avLst/>
                <a:gdLst/>
                <a:ahLst/>
                <a:cxnLst/>
                <a:rect l="l" t="t" r="r" b="b"/>
                <a:pathLst>
                  <a:path w="107494" h="69780">
                    <a:moveTo>
                      <a:pt x="12894" y="69780"/>
                    </a:moveTo>
                    <a:lnTo>
                      <a:pt x="2030" y="47206"/>
                    </a:lnTo>
                    <a:lnTo>
                      <a:pt x="0" y="43265"/>
                    </a:lnTo>
                    <a:lnTo>
                      <a:pt x="95695" y="0"/>
                    </a:lnTo>
                    <a:lnTo>
                      <a:pt x="107494" y="25936"/>
                    </a:lnTo>
                    <a:lnTo>
                      <a:pt x="12894" y="697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6" name="Контур"/>
              <p:cNvSpPr/>
              <p:nvPr/>
            </p:nvSpPr>
            <p:spPr>
              <a:xfrm>
                <a:off x="5188621" y="6385122"/>
                <a:ext cx="76246" cy="55254"/>
              </a:xfrm>
              <a:custGeom>
                <a:avLst/>
                <a:gdLst/>
                <a:ahLst/>
                <a:cxnLst/>
                <a:rect l="l" t="t" r="r" b="b"/>
                <a:pathLst>
                  <a:path w="76246" h="55254">
                    <a:moveTo>
                      <a:pt x="11799" y="55254"/>
                    </a:moveTo>
                    <a:lnTo>
                      <a:pt x="0" y="29318"/>
                    </a:lnTo>
                    <a:lnTo>
                      <a:pt x="64448" y="0"/>
                    </a:lnTo>
                    <a:lnTo>
                      <a:pt x="76246" y="25936"/>
                    </a:lnTo>
                    <a:lnTo>
                      <a:pt x="11799" y="552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7" name="Контур"/>
              <p:cNvSpPr/>
              <p:nvPr/>
            </p:nvSpPr>
            <p:spPr>
              <a:xfrm>
                <a:off x="5207892" y="6306202"/>
                <a:ext cx="46706" cy="53122"/>
              </a:xfrm>
              <a:custGeom>
                <a:avLst/>
                <a:gdLst/>
                <a:ahLst/>
                <a:cxnLst/>
                <a:rect l="l" t="t" r="r" b="b"/>
                <a:pathLst>
                  <a:path w="46706" h="53122">
                    <a:moveTo>
                      <a:pt x="0" y="12907"/>
                    </a:moveTo>
                    <a:lnTo>
                      <a:pt x="28481" y="0"/>
                    </a:lnTo>
                    <a:lnTo>
                      <a:pt x="46706" y="40214"/>
                    </a:lnTo>
                    <a:lnTo>
                      <a:pt x="18226" y="53122"/>
                    </a:lnTo>
                    <a:lnTo>
                      <a:pt x="0" y="129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8" name="Контур"/>
              <p:cNvSpPr/>
              <p:nvPr/>
            </p:nvSpPr>
            <p:spPr>
              <a:xfrm>
                <a:off x="5313598" y="6932753"/>
                <a:ext cx="131760" cy="100184"/>
              </a:xfrm>
              <a:custGeom>
                <a:avLst/>
                <a:gdLst/>
                <a:ahLst/>
                <a:cxnLst/>
                <a:rect l="l" t="t" r="r" b="b"/>
                <a:pathLst>
                  <a:path w="131760" h="100184">
                    <a:moveTo>
                      <a:pt x="109067" y="0"/>
                    </a:moveTo>
                    <a:lnTo>
                      <a:pt x="126993" y="36106"/>
                    </a:lnTo>
                    <a:lnTo>
                      <a:pt x="131760" y="48283"/>
                    </a:lnTo>
                    <a:lnTo>
                      <a:pt x="22046" y="100184"/>
                    </a:lnTo>
                    <a:lnTo>
                      <a:pt x="0" y="53314"/>
                    </a:lnTo>
                    <a:lnTo>
                      <a:pt x="10906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9" name="Контур"/>
              <p:cNvSpPr/>
              <p:nvPr/>
            </p:nvSpPr>
            <p:spPr>
              <a:xfrm>
                <a:off x="4748708" y="7040270"/>
                <a:ext cx="20830" cy="12883"/>
              </a:xfrm>
              <a:custGeom>
                <a:avLst/>
                <a:gdLst/>
                <a:ahLst/>
                <a:cxnLst/>
                <a:rect l="l" t="t" r="r" b="b"/>
                <a:pathLst>
                  <a:path w="20830" h="12883">
                    <a:moveTo>
                      <a:pt x="2846" y="12883"/>
                    </a:moveTo>
                    <a:lnTo>
                      <a:pt x="0" y="7262"/>
                    </a:lnTo>
                    <a:lnTo>
                      <a:pt x="14340" y="0"/>
                    </a:lnTo>
                    <a:lnTo>
                      <a:pt x="20830" y="12816"/>
                    </a:lnTo>
                    <a:lnTo>
                      <a:pt x="2846" y="128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0" name="Контур"/>
              <p:cNvSpPr/>
              <p:nvPr/>
            </p:nvSpPr>
            <p:spPr>
              <a:xfrm>
                <a:off x="4732267" y="6596029"/>
                <a:ext cx="513733" cy="411079"/>
              </a:xfrm>
              <a:custGeom>
                <a:avLst/>
                <a:gdLst/>
                <a:ahLst/>
                <a:cxnLst/>
                <a:rect l="l" t="t" r="r" b="b"/>
                <a:pathLst>
                  <a:path w="513733" h="411079">
                    <a:moveTo>
                      <a:pt x="39402" y="247618"/>
                    </a:moveTo>
                    <a:lnTo>
                      <a:pt x="25066" y="215607"/>
                    </a:lnTo>
                    <a:lnTo>
                      <a:pt x="137492" y="165950"/>
                    </a:lnTo>
                    <a:lnTo>
                      <a:pt x="152639" y="194789"/>
                    </a:lnTo>
                    <a:lnTo>
                      <a:pt x="357070" y="105853"/>
                    </a:lnTo>
                    <a:lnTo>
                      <a:pt x="319297" y="26395"/>
                    </a:lnTo>
                    <a:lnTo>
                      <a:pt x="374820" y="0"/>
                    </a:lnTo>
                    <a:lnTo>
                      <a:pt x="450189" y="158542"/>
                    </a:lnTo>
                    <a:lnTo>
                      <a:pt x="476379" y="146091"/>
                    </a:lnTo>
                    <a:lnTo>
                      <a:pt x="513733" y="224665"/>
                    </a:lnTo>
                    <a:lnTo>
                      <a:pt x="439572" y="259921"/>
                    </a:lnTo>
                    <a:lnTo>
                      <a:pt x="445945" y="273326"/>
                    </a:lnTo>
                    <a:lnTo>
                      <a:pt x="416775" y="287192"/>
                    </a:lnTo>
                    <a:lnTo>
                      <a:pt x="409800" y="272519"/>
                    </a:lnTo>
                    <a:lnTo>
                      <a:pt x="118334" y="411079"/>
                    </a:lnTo>
                    <a:lnTo>
                      <a:pt x="105792" y="384696"/>
                    </a:lnTo>
                    <a:lnTo>
                      <a:pt x="51747" y="410388"/>
                    </a:lnTo>
                    <a:lnTo>
                      <a:pt x="38782" y="383115"/>
                    </a:lnTo>
                    <a:lnTo>
                      <a:pt x="47983" y="378740"/>
                    </a:lnTo>
                    <a:lnTo>
                      <a:pt x="21992" y="324068"/>
                    </a:lnTo>
                    <a:lnTo>
                      <a:pt x="11953" y="328840"/>
                    </a:lnTo>
                    <a:lnTo>
                      <a:pt x="0" y="303698"/>
                    </a:lnTo>
                    <a:lnTo>
                      <a:pt x="53242" y="278387"/>
                    </a:lnTo>
                    <a:lnTo>
                      <a:pt x="39402" y="2476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1" name="Контур"/>
              <p:cNvSpPr/>
              <p:nvPr/>
            </p:nvSpPr>
            <p:spPr>
              <a:xfrm>
                <a:off x="5305289" y="6913822"/>
                <a:ext cx="117376" cy="72245"/>
              </a:xfrm>
              <a:custGeom>
                <a:avLst/>
                <a:gdLst/>
                <a:ahLst/>
                <a:cxnLst/>
                <a:rect l="l" t="t" r="r" b="b"/>
                <a:pathLst>
                  <a:path w="117376" h="72245">
                    <a:moveTo>
                      <a:pt x="8309" y="72245"/>
                    </a:moveTo>
                    <a:lnTo>
                      <a:pt x="0" y="54116"/>
                    </a:lnTo>
                    <a:lnTo>
                      <a:pt x="107899" y="0"/>
                    </a:lnTo>
                    <a:lnTo>
                      <a:pt x="113926" y="11949"/>
                    </a:lnTo>
                    <a:lnTo>
                      <a:pt x="117376" y="18931"/>
                    </a:lnTo>
                    <a:lnTo>
                      <a:pt x="8309" y="722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2" name="Контур"/>
              <p:cNvSpPr/>
              <p:nvPr/>
            </p:nvSpPr>
            <p:spPr>
              <a:xfrm>
                <a:off x="4754966" y="6843647"/>
                <a:ext cx="30543" cy="38282"/>
              </a:xfrm>
              <a:custGeom>
                <a:avLst/>
                <a:gdLst/>
                <a:ahLst/>
                <a:cxnLst/>
                <a:rect l="l" t="t" r="r" b="b"/>
                <a:pathLst>
                  <a:path w="30543" h="38282">
                    <a:moveTo>
                      <a:pt x="30543" y="30769"/>
                    </a:moveTo>
                    <a:lnTo>
                      <a:pt x="13840" y="38282"/>
                    </a:lnTo>
                    <a:lnTo>
                      <a:pt x="0" y="7513"/>
                    </a:lnTo>
                    <a:lnTo>
                      <a:pt x="16703" y="0"/>
                    </a:lnTo>
                    <a:lnTo>
                      <a:pt x="30543" y="307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3" name="Контур"/>
              <p:cNvSpPr/>
              <p:nvPr/>
            </p:nvSpPr>
            <p:spPr>
              <a:xfrm>
                <a:off x="4808731" y="6727560"/>
                <a:ext cx="61028" cy="54749"/>
              </a:xfrm>
              <a:custGeom>
                <a:avLst/>
                <a:gdLst/>
                <a:ahLst/>
                <a:cxnLst/>
                <a:rect l="l" t="t" r="r" b="b"/>
                <a:pathLst>
                  <a:path w="61028" h="54749">
                    <a:moveTo>
                      <a:pt x="0" y="20330"/>
                    </a:moveTo>
                    <a:lnTo>
                      <a:pt x="45724" y="0"/>
                    </a:lnTo>
                    <a:lnTo>
                      <a:pt x="61028" y="34419"/>
                    </a:lnTo>
                    <a:lnTo>
                      <a:pt x="15303" y="54749"/>
                    </a:lnTo>
                    <a:lnTo>
                      <a:pt x="0" y="203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4" name="Контур"/>
              <p:cNvSpPr/>
              <p:nvPr/>
            </p:nvSpPr>
            <p:spPr>
              <a:xfrm>
                <a:off x="4229507" y="6234065"/>
                <a:ext cx="65508" cy="47765"/>
              </a:xfrm>
              <a:custGeom>
                <a:avLst/>
                <a:gdLst/>
                <a:ahLst/>
                <a:cxnLst/>
                <a:rect l="l" t="t" r="r" b="b"/>
                <a:pathLst>
                  <a:path w="65508" h="47765">
                    <a:moveTo>
                      <a:pt x="10234" y="47765"/>
                    </a:moveTo>
                    <a:lnTo>
                      <a:pt x="0" y="26054"/>
                    </a:lnTo>
                    <a:lnTo>
                      <a:pt x="55275" y="0"/>
                    </a:lnTo>
                    <a:lnTo>
                      <a:pt x="65508" y="21711"/>
                    </a:lnTo>
                    <a:lnTo>
                      <a:pt x="10234" y="477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5" name="Контур"/>
              <p:cNvSpPr/>
              <p:nvPr/>
            </p:nvSpPr>
            <p:spPr>
              <a:xfrm>
                <a:off x="4315932" y="6082941"/>
                <a:ext cx="131139" cy="146601"/>
              </a:xfrm>
              <a:custGeom>
                <a:avLst/>
                <a:gdLst/>
                <a:ahLst/>
                <a:cxnLst/>
                <a:rect l="l" t="t" r="r" b="b"/>
                <a:pathLst>
                  <a:path w="131139" h="146601">
                    <a:moveTo>
                      <a:pt x="131139" y="112272"/>
                    </a:moveTo>
                    <a:lnTo>
                      <a:pt x="51116" y="146601"/>
                    </a:lnTo>
                    <a:lnTo>
                      <a:pt x="38708" y="119270"/>
                    </a:lnTo>
                    <a:lnTo>
                      <a:pt x="20146" y="78379"/>
                    </a:lnTo>
                    <a:lnTo>
                      <a:pt x="12591" y="61732"/>
                    </a:lnTo>
                    <a:lnTo>
                      <a:pt x="0" y="34003"/>
                    </a:lnTo>
                    <a:lnTo>
                      <a:pt x="80756" y="0"/>
                    </a:lnTo>
                    <a:lnTo>
                      <a:pt x="90308" y="21201"/>
                    </a:lnTo>
                    <a:lnTo>
                      <a:pt x="131139" y="1122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6" name="Контур"/>
              <p:cNvSpPr/>
              <p:nvPr/>
            </p:nvSpPr>
            <p:spPr>
              <a:xfrm>
                <a:off x="4121730" y="6155396"/>
                <a:ext cx="53248" cy="47059"/>
              </a:xfrm>
              <a:custGeom>
                <a:avLst/>
                <a:gdLst/>
                <a:ahLst/>
                <a:cxnLst/>
                <a:rect l="l" t="t" r="r" b="b"/>
                <a:pathLst>
                  <a:path w="53248" h="47059">
                    <a:moveTo>
                      <a:pt x="0" y="19588"/>
                    </a:moveTo>
                    <a:lnTo>
                      <a:pt x="40115" y="0"/>
                    </a:lnTo>
                    <a:lnTo>
                      <a:pt x="48472" y="18633"/>
                    </a:lnTo>
                    <a:lnTo>
                      <a:pt x="53248" y="28188"/>
                    </a:lnTo>
                    <a:lnTo>
                      <a:pt x="12417" y="47059"/>
                    </a:lnTo>
                    <a:lnTo>
                      <a:pt x="0" y="19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7" name="Контур"/>
              <p:cNvSpPr/>
              <p:nvPr/>
            </p:nvSpPr>
            <p:spPr>
              <a:xfrm>
                <a:off x="4170202" y="6148109"/>
                <a:ext cx="92648" cy="61630"/>
              </a:xfrm>
              <a:custGeom>
                <a:avLst/>
                <a:gdLst/>
                <a:ahLst/>
                <a:cxnLst/>
                <a:rect l="l" t="t" r="r" b="b"/>
                <a:pathLst>
                  <a:path w="92648" h="61630">
                    <a:moveTo>
                      <a:pt x="0" y="25920"/>
                    </a:moveTo>
                    <a:lnTo>
                      <a:pt x="53726" y="2388"/>
                    </a:lnTo>
                    <a:lnTo>
                      <a:pt x="57547" y="9555"/>
                    </a:lnTo>
                    <a:lnTo>
                      <a:pt x="79992" y="0"/>
                    </a:lnTo>
                    <a:lnTo>
                      <a:pt x="92648" y="25560"/>
                    </a:lnTo>
                    <a:lnTo>
                      <a:pt x="17670" y="61630"/>
                    </a:lnTo>
                    <a:lnTo>
                      <a:pt x="4776" y="35475"/>
                    </a:lnTo>
                    <a:lnTo>
                      <a:pt x="0" y="259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8" name="Контур"/>
              <p:cNvSpPr/>
              <p:nvPr/>
            </p:nvSpPr>
            <p:spPr>
              <a:xfrm>
                <a:off x="4055308" y="6159001"/>
                <a:ext cx="28326" cy="36020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20">
                    <a:moveTo>
                      <a:pt x="0" y="6685"/>
                    </a:moveTo>
                    <a:lnTo>
                      <a:pt x="16287" y="0"/>
                    </a:lnTo>
                    <a:lnTo>
                      <a:pt x="28326" y="29335"/>
                    </a:lnTo>
                    <a:lnTo>
                      <a:pt x="12039" y="36020"/>
                    </a:lnTo>
                    <a:lnTo>
                      <a:pt x="0" y="66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9" name="Контур"/>
              <p:cNvSpPr/>
              <p:nvPr/>
            </p:nvSpPr>
            <p:spPr>
              <a:xfrm>
                <a:off x="4441002" y="6143800"/>
                <a:ext cx="42943" cy="44908"/>
              </a:xfrm>
              <a:custGeom>
                <a:avLst/>
                <a:gdLst/>
                <a:ahLst/>
                <a:cxnLst/>
                <a:rect l="l" t="t" r="r" b="b"/>
                <a:pathLst>
                  <a:path w="42943" h="44908">
                    <a:moveTo>
                      <a:pt x="27680" y="0"/>
                    </a:moveTo>
                    <a:lnTo>
                      <a:pt x="42943" y="31493"/>
                    </a:lnTo>
                    <a:lnTo>
                      <a:pt x="15263" y="44908"/>
                    </a:lnTo>
                    <a:lnTo>
                      <a:pt x="0" y="13415"/>
                    </a:lnTo>
                    <a:lnTo>
                      <a:pt x="2768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0" name="Контур"/>
              <p:cNvSpPr/>
              <p:nvPr/>
            </p:nvSpPr>
            <p:spPr>
              <a:xfrm>
                <a:off x="4481217" y="6423501"/>
                <a:ext cx="538673" cy="355108"/>
              </a:xfrm>
              <a:custGeom>
                <a:avLst/>
                <a:gdLst/>
                <a:ahLst/>
                <a:cxnLst/>
                <a:rect l="l" t="t" r="r" b="b"/>
                <a:pathLst>
                  <a:path w="538673" h="355108">
                    <a:moveTo>
                      <a:pt x="6797" y="221441"/>
                    </a:moveTo>
                    <a:lnTo>
                      <a:pt x="113767" y="171580"/>
                    </a:lnTo>
                    <a:lnTo>
                      <a:pt x="476245" y="0"/>
                    </a:lnTo>
                    <a:lnTo>
                      <a:pt x="538673" y="132346"/>
                    </a:lnTo>
                    <a:lnTo>
                      <a:pt x="66425" y="355108"/>
                    </a:lnTo>
                    <a:lnTo>
                      <a:pt x="39324" y="297656"/>
                    </a:lnTo>
                    <a:lnTo>
                      <a:pt x="9025" y="311948"/>
                    </a:lnTo>
                    <a:lnTo>
                      <a:pt x="0" y="290891"/>
                    </a:lnTo>
                    <a:lnTo>
                      <a:pt x="11103" y="285755"/>
                    </a:lnTo>
                    <a:lnTo>
                      <a:pt x="32375" y="275664"/>
                    </a:lnTo>
                    <a:lnTo>
                      <a:pt x="6797" y="2214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1" name="Контур"/>
              <p:cNvSpPr/>
              <p:nvPr/>
            </p:nvSpPr>
            <p:spPr>
              <a:xfrm>
                <a:off x="4499290" y="6736390"/>
                <a:ext cx="19092" cy="16711"/>
              </a:xfrm>
              <a:custGeom>
                <a:avLst/>
                <a:gdLst/>
                <a:ahLst/>
                <a:cxnLst/>
                <a:rect l="l" t="t" r="r" b="b"/>
                <a:pathLst>
                  <a:path w="19092" h="16711">
                    <a:moveTo>
                      <a:pt x="0" y="6575"/>
                    </a:moveTo>
                    <a:lnTo>
                      <a:pt x="14494" y="0"/>
                    </a:lnTo>
                    <a:lnTo>
                      <a:pt x="19092" y="10136"/>
                    </a:lnTo>
                    <a:lnTo>
                      <a:pt x="4598" y="16711"/>
                    </a:lnTo>
                    <a:lnTo>
                      <a:pt x="0" y="65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2" name="Контур"/>
              <p:cNvSpPr/>
              <p:nvPr/>
            </p:nvSpPr>
            <p:spPr>
              <a:xfrm>
                <a:off x="4442884" y="6538757"/>
                <a:ext cx="152100" cy="170499"/>
              </a:xfrm>
              <a:custGeom>
                <a:avLst/>
                <a:gdLst/>
                <a:ahLst/>
                <a:cxnLst/>
                <a:rect l="l" t="t" r="r" b="b"/>
                <a:pathLst>
                  <a:path w="152100" h="170499">
                    <a:moveTo>
                      <a:pt x="0" y="61158"/>
                    </a:moveTo>
                    <a:lnTo>
                      <a:pt x="124412" y="0"/>
                    </a:lnTo>
                    <a:lnTo>
                      <a:pt x="152100" y="56324"/>
                    </a:lnTo>
                    <a:lnTo>
                      <a:pt x="45130" y="106185"/>
                    </a:lnTo>
                    <a:lnTo>
                      <a:pt x="70708" y="160408"/>
                    </a:lnTo>
                    <a:lnTo>
                      <a:pt x="49436" y="170499"/>
                    </a:lnTo>
                    <a:lnTo>
                      <a:pt x="0" y="611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3" name="Контур"/>
              <p:cNvSpPr/>
              <p:nvPr/>
            </p:nvSpPr>
            <p:spPr>
              <a:xfrm>
                <a:off x="4123600" y="6364360"/>
                <a:ext cx="83829" cy="67890"/>
              </a:xfrm>
              <a:custGeom>
                <a:avLst/>
                <a:gdLst/>
                <a:ahLst/>
                <a:cxnLst/>
                <a:rect l="l" t="t" r="r" b="b"/>
                <a:pathLst>
                  <a:path w="83829" h="67890">
                    <a:moveTo>
                      <a:pt x="66057" y="0"/>
                    </a:moveTo>
                    <a:lnTo>
                      <a:pt x="83829" y="37194"/>
                    </a:lnTo>
                    <a:lnTo>
                      <a:pt x="16540" y="67890"/>
                    </a:lnTo>
                    <a:lnTo>
                      <a:pt x="0" y="31633"/>
                    </a:lnTo>
                    <a:lnTo>
                      <a:pt x="6605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4" name="Контур"/>
              <p:cNvSpPr/>
              <p:nvPr/>
            </p:nvSpPr>
            <p:spPr>
              <a:xfrm>
                <a:off x="4392261" y="6299406"/>
                <a:ext cx="458458" cy="300509"/>
              </a:xfrm>
              <a:custGeom>
                <a:avLst/>
                <a:gdLst/>
                <a:ahLst/>
                <a:cxnLst/>
                <a:rect l="l" t="t" r="r" b="b"/>
                <a:pathLst>
                  <a:path w="458458" h="300509">
                    <a:moveTo>
                      <a:pt x="409270" y="0"/>
                    </a:moveTo>
                    <a:lnTo>
                      <a:pt x="436490" y="58049"/>
                    </a:lnTo>
                    <a:lnTo>
                      <a:pt x="458458" y="103436"/>
                    </a:lnTo>
                    <a:lnTo>
                      <a:pt x="175035" y="239351"/>
                    </a:lnTo>
                    <a:lnTo>
                      <a:pt x="50623" y="300509"/>
                    </a:lnTo>
                    <a:lnTo>
                      <a:pt x="0" y="192296"/>
                    </a:lnTo>
                    <a:lnTo>
                      <a:pt x="171985" y="111489"/>
                    </a:lnTo>
                    <a:lnTo>
                      <a:pt x="40927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5" name="Контур"/>
              <p:cNvSpPr/>
              <p:nvPr/>
            </p:nvSpPr>
            <p:spPr>
              <a:xfrm>
                <a:off x="4592457" y="6082512"/>
                <a:ext cx="367636" cy="244689"/>
              </a:xfrm>
              <a:custGeom>
                <a:avLst/>
                <a:gdLst/>
                <a:ahLst/>
                <a:cxnLst/>
                <a:rect l="l" t="t" r="r" b="b"/>
                <a:pathLst>
                  <a:path w="367636" h="244689">
                    <a:moveTo>
                      <a:pt x="0" y="155891"/>
                    </a:moveTo>
                    <a:lnTo>
                      <a:pt x="325050" y="0"/>
                    </a:lnTo>
                    <a:lnTo>
                      <a:pt x="367636" y="88798"/>
                    </a:lnTo>
                    <a:lnTo>
                      <a:pt x="42586" y="244689"/>
                    </a:lnTo>
                    <a:lnTo>
                      <a:pt x="0" y="1558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6" name="Контур"/>
              <p:cNvSpPr/>
              <p:nvPr/>
            </p:nvSpPr>
            <p:spPr>
              <a:xfrm>
                <a:off x="4211722" y="6981231"/>
                <a:ext cx="311347" cy="73877"/>
              </a:xfrm>
              <a:custGeom>
                <a:avLst/>
                <a:gdLst/>
                <a:ahLst/>
                <a:cxnLst/>
                <a:rect l="l" t="t" r="r" b="b"/>
                <a:pathLst>
                  <a:path w="311347" h="73877">
                    <a:moveTo>
                      <a:pt x="19148" y="73877"/>
                    </a:moveTo>
                    <a:lnTo>
                      <a:pt x="0" y="33384"/>
                    </a:lnTo>
                    <a:lnTo>
                      <a:pt x="69753" y="0"/>
                    </a:lnTo>
                    <a:lnTo>
                      <a:pt x="104955" y="73555"/>
                    </a:lnTo>
                    <a:lnTo>
                      <a:pt x="227234" y="73097"/>
                    </a:lnTo>
                    <a:lnTo>
                      <a:pt x="208020" y="32951"/>
                    </a:lnTo>
                    <a:lnTo>
                      <a:pt x="276515" y="169"/>
                    </a:lnTo>
                    <a:lnTo>
                      <a:pt x="311347" y="72781"/>
                    </a:lnTo>
                    <a:lnTo>
                      <a:pt x="19148" y="738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7" name="Контур"/>
              <p:cNvSpPr/>
              <p:nvPr/>
            </p:nvSpPr>
            <p:spPr>
              <a:xfrm>
                <a:off x="4553883" y="6896198"/>
                <a:ext cx="128585" cy="157476"/>
              </a:xfrm>
              <a:custGeom>
                <a:avLst/>
                <a:gdLst/>
                <a:ahLst/>
                <a:cxnLst/>
                <a:rect l="l" t="t" r="r" b="b"/>
                <a:pathLst>
                  <a:path w="128585" h="157476">
                    <a:moveTo>
                      <a:pt x="59266" y="157476"/>
                    </a:moveTo>
                    <a:lnTo>
                      <a:pt x="0" y="31211"/>
                    </a:lnTo>
                    <a:lnTo>
                      <a:pt x="66495" y="0"/>
                    </a:lnTo>
                    <a:lnTo>
                      <a:pt x="89477" y="48963"/>
                    </a:lnTo>
                    <a:lnTo>
                      <a:pt x="128585" y="132282"/>
                    </a:lnTo>
                    <a:lnTo>
                      <a:pt x="75037" y="157417"/>
                    </a:lnTo>
                    <a:lnTo>
                      <a:pt x="59266" y="1574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8" name="Контур"/>
              <p:cNvSpPr/>
              <p:nvPr/>
            </p:nvSpPr>
            <p:spPr>
              <a:xfrm>
                <a:off x="4403565" y="6943087"/>
                <a:ext cx="84672" cy="71095"/>
              </a:xfrm>
              <a:custGeom>
                <a:avLst/>
                <a:gdLst/>
                <a:ahLst/>
                <a:cxnLst/>
                <a:rect l="l" t="t" r="r" b="b"/>
                <a:pathLst>
                  <a:path w="84672" h="71095">
                    <a:moveTo>
                      <a:pt x="16177" y="71095"/>
                    </a:moveTo>
                    <a:lnTo>
                      <a:pt x="0" y="33380"/>
                    </a:lnTo>
                    <a:lnTo>
                      <a:pt x="66492" y="0"/>
                    </a:lnTo>
                    <a:lnTo>
                      <a:pt x="84672" y="38313"/>
                    </a:lnTo>
                    <a:lnTo>
                      <a:pt x="16177" y="710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9" name="Контур"/>
              <p:cNvSpPr/>
              <p:nvPr/>
            </p:nvSpPr>
            <p:spPr>
              <a:xfrm>
                <a:off x="4195558" y="6946352"/>
                <a:ext cx="8591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85917" h="68263">
                    <a:moveTo>
                      <a:pt x="0" y="34488"/>
                    </a:moveTo>
                    <a:lnTo>
                      <a:pt x="68957" y="0"/>
                    </a:lnTo>
                    <a:lnTo>
                      <a:pt x="85917" y="34879"/>
                    </a:lnTo>
                    <a:lnTo>
                      <a:pt x="16164" y="68263"/>
                    </a:lnTo>
                    <a:lnTo>
                      <a:pt x="0" y="34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0" name="Контур"/>
              <p:cNvSpPr/>
              <p:nvPr/>
            </p:nvSpPr>
            <p:spPr>
              <a:xfrm>
                <a:off x="4161514" y="6795362"/>
                <a:ext cx="308543" cy="185478"/>
              </a:xfrm>
              <a:custGeom>
                <a:avLst/>
                <a:gdLst/>
                <a:ahLst/>
                <a:cxnLst/>
                <a:rect l="l" t="t" r="r" b="b"/>
                <a:pathLst>
                  <a:path w="308543" h="185478">
                    <a:moveTo>
                      <a:pt x="34044" y="185478"/>
                    </a:moveTo>
                    <a:lnTo>
                      <a:pt x="0" y="117662"/>
                    </a:lnTo>
                    <a:lnTo>
                      <a:pt x="234384" y="0"/>
                    </a:lnTo>
                    <a:lnTo>
                      <a:pt x="308543" y="147725"/>
                    </a:lnTo>
                    <a:lnTo>
                      <a:pt x="242051" y="181105"/>
                    </a:lnTo>
                    <a:lnTo>
                      <a:pt x="201936" y="101196"/>
                    </a:lnTo>
                    <a:lnTo>
                      <a:pt x="103001" y="150990"/>
                    </a:lnTo>
                    <a:lnTo>
                      <a:pt x="34044" y="1854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1" name="Контур"/>
              <p:cNvSpPr/>
              <p:nvPr/>
            </p:nvSpPr>
            <p:spPr>
              <a:xfrm>
                <a:off x="4512658" y="6764287"/>
                <a:ext cx="19987" cy="16870"/>
              </a:xfrm>
              <a:custGeom>
                <a:avLst/>
                <a:gdLst/>
                <a:ahLst/>
                <a:cxnLst/>
                <a:rect l="l" t="t" r="r" b="b"/>
                <a:pathLst>
                  <a:path w="19987" h="16870">
                    <a:moveTo>
                      <a:pt x="0" y="7127"/>
                    </a:moveTo>
                    <a:lnTo>
                      <a:pt x="15510" y="0"/>
                    </a:lnTo>
                    <a:lnTo>
                      <a:pt x="19987" y="9743"/>
                    </a:lnTo>
                    <a:lnTo>
                      <a:pt x="4476" y="16870"/>
                    </a:lnTo>
                    <a:lnTo>
                      <a:pt x="0" y="71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2" name="Контур"/>
              <p:cNvSpPr/>
              <p:nvPr/>
            </p:nvSpPr>
            <p:spPr>
              <a:xfrm>
                <a:off x="3916288" y="6292910"/>
                <a:ext cx="273369" cy="348645"/>
              </a:xfrm>
              <a:custGeom>
                <a:avLst/>
                <a:gdLst/>
                <a:ahLst/>
                <a:cxnLst/>
                <a:rect l="l" t="t" r="r" b="b"/>
                <a:pathLst>
                  <a:path w="273369" h="348645">
                    <a:moveTo>
                      <a:pt x="0" y="114467"/>
                    </a:moveTo>
                    <a:lnTo>
                      <a:pt x="239174" y="0"/>
                    </a:lnTo>
                    <a:lnTo>
                      <a:pt x="273369" y="71450"/>
                    </a:lnTo>
                    <a:lnTo>
                      <a:pt x="207312" y="103083"/>
                    </a:lnTo>
                    <a:lnTo>
                      <a:pt x="103948" y="152534"/>
                    </a:lnTo>
                    <a:lnTo>
                      <a:pt x="181829" y="315262"/>
                    </a:lnTo>
                    <a:lnTo>
                      <a:pt x="112076" y="348645"/>
                    </a:lnTo>
                    <a:lnTo>
                      <a:pt x="0" y="1144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3" name="Контур"/>
              <p:cNvSpPr/>
              <p:nvPr/>
            </p:nvSpPr>
            <p:spPr>
              <a:xfrm>
                <a:off x="4006446" y="6179054"/>
                <a:ext cx="28326" cy="36020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20">
                    <a:moveTo>
                      <a:pt x="0" y="6685"/>
                    </a:moveTo>
                    <a:lnTo>
                      <a:pt x="16288" y="0"/>
                    </a:lnTo>
                    <a:lnTo>
                      <a:pt x="28326" y="29335"/>
                    </a:lnTo>
                    <a:lnTo>
                      <a:pt x="12040" y="36020"/>
                    </a:lnTo>
                    <a:lnTo>
                      <a:pt x="0" y="66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4" name="Контур"/>
              <p:cNvSpPr/>
              <p:nvPr/>
            </p:nvSpPr>
            <p:spPr>
              <a:xfrm>
                <a:off x="4022734" y="6172370"/>
                <a:ext cx="28326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19">
                    <a:moveTo>
                      <a:pt x="0" y="6684"/>
                    </a:moveTo>
                    <a:lnTo>
                      <a:pt x="16286" y="0"/>
                    </a:lnTo>
                    <a:lnTo>
                      <a:pt x="28326" y="29335"/>
                    </a:lnTo>
                    <a:lnTo>
                      <a:pt x="12038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5" name="Контур"/>
              <p:cNvSpPr/>
              <p:nvPr/>
            </p:nvSpPr>
            <p:spPr>
              <a:xfrm>
                <a:off x="3835875" y="6430118"/>
                <a:ext cx="88637" cy="124453"/>
              </a:xfrm>
              <a:custGeom>
                <a:avLst/>
                <a:gdLst/>
                <a:ahLst/>
                <a:cxnLst/>
                <a:rect l="l" t="t" r="r" b="b"/>
                <a:pathLst>
                  <a:path w="88637" h="124453">
                    <a:moveTo>
                      <a:pt x="50923" y="124453"/>
                    </a:moveTo>
                    <a:lnTo>
                      <a:pt x="0" y="18050"/>
                    </a:lnTo>
                    <a:lnTo>
                      <a:pt x="37713" y="0"/>
                    </a:lnTo>
                    <a:lnTo>
                      <a:pt x="88637" y="106403"/>
                    </a:lnTo>
                    <a:lnTo>
                      <a:pt x="50923" y="1244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6" name="Контур"/>
              <p:cNvSpPr/>
              <p:nvPr/>
            </p:nvSpPr>
            <p:spPr>
              <a:xfrm>
                <a:off x="3980956" y="6184593"/>
                <a:ext cx="24788" cy="20073"/>
              </a:xfrm>
              <a:custGeom>
                <a:avLst/>
                <a:gdLst/>
                <a:ahLst/>
                <a:cxnLst/>
                <a:rect l="l" t="t" r="r" b="b"/>
                <a:pathLst>
                  <a:path w="24788" h="20073">
                    <a:moveTo>
                      <a:pt x="5051" y="20073"/>
                    </a:moveTo>
                    <a:lnTo>
                      <a:pt x="0" y="9015"/>
                    </a:lnTo>
                    <a:lnTo>
                      <a:pt x="19737" y="0"/>
                    </a:lnTo>
                    <a:lnTo>
                      <a:pt x="24788" y="11059"/>
                    </a:lnTo>
                    <a:lnTo>
                      <a:pt x="5051" y="200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7" name="Контур"/>
              <p:cNvSpPr/>
              <p:nvPr/>
            </p:nvSpPr>
            <p:spPr>
              <a:xfrm>
                <a:off x="4039020" y="6165686"/>
                <a:ext cx="28327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7" h="36019">
                    <a:moveTo>
                      <a:pt x="0" y="6684"/>
                    </a:moveTo>
                    <a:lnTo>
                      <a:pt x="16288" y="0"/>
                    </a:lnTo>
                    <a:lnTo>
                      <a:pt x="28327" y="29335"/>
                    </a:lnTo>
                    <a:lnTo>
                      <a:pt x="12040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8" name="Контур"/>
              <p:cNvSpPr/>
              <p:nvPr/>
            </p:nvSpPr>
            <p:spPr>
              <a:xfrm>
                <a:off x="3830905" y="6706341"/>
                <a:ext cx="84052" cy="66378"/>
              </a:xfrm>
              <a:custGeom>
                <a:avLst/>
                <a:gdLst/>
                <a:ahLst/>
                <a:cxnLst/>
                <a:rect l="l" t="t" r="r" b="b"/>
                <a:pathLst>
                  <a:path w="84052" h="66378">
                    <a:moveTo>
                      <a:pt x="16162" y="66378"/>
                    </a:moveTo>
                    <a:lnTo>
                      <a:pt x="0" y="31096"/>
                    </a:lnTo>
                    <a:lnTo>
                      <a:pt x="66979" y="0"/>
                    </a:lnTo>
                    <a:lnTo>
                      <a:pt x="84052" y="34162"/>
                    </a:lnTo>
                    <a:lnTo>
                      <a:pt x="16162" y="663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9" name="Контур"/>
              <p:cNvSpPr/>
              <p:nvPr/>
            </p:nvSpPr>
            <p:spPr>
              <a:xfrm>
                <a:off x="4044907" y="6401554"/>
                <a:ext cx="270635" cy="345661"/>
              </a:xfrm>
              <a:custGeom>
                <a:avLst/>
                <a:gdLst/>
                <a:ahLst/>
                <a:cxnLst/>
                <a:rect l="l" t="t" r="r" b="b"/>
                <a:pathLst>
                  <a:path w="270635" h="345661">
                    <a:moveTo>
                      <a:pt x="0" y="274566"/>
                    </a:moveTo>
                    <a:lnTo>
                      <a:pt x="70424" y="242586"/>
                    </a:lnTo>
                    <a:lnTo>
                      <a:pt x="170913" y="196600"/>
                    </a:lnTo>
                    <a:lnTo>
                      <a:pt x="95233" y="30696"/>
                    </a:lnTo>
                    <a:lnTo>
                      <a:pt x="162522" y="0"/>
                    </a:lnTo>
                    <a:lnTo>
                      <a:pt x="270635" y="236999"/>
                    </a:lnTo>
                    <a:lnTo>
                      <a:pt x="32431" y="345661"/>
                    </a:lnTo>
                    <a:lnTo>
                      <a:pt x="0" y="2745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0" name="Контур"/>
              <p:cNvSpPr/>
              <p:nvPr/>
            </p:nvSpPr>
            <p:spPr>
              <a:xfrm>
                <a:off x="3548822" y="6472929"/>
                <a:ext cx="349062" cy="264508"/>
              </a:xfrm>
              <a:custGeom>
                <a:avLst/>
                <a:gdLst/>
                <a:ahLst/>
                <a:cxnLst/>
                <a:rect l="l" t="t" r="r" b="b"/>
                <a:pathLst>
                  <a:path w="349062" h="264508">
                    <a:moveTo>
                      <a:pt x="34943" y="186887"/>
                    </a:moveTo>
                    <a:lnTo>
                      <a:pt x="0" y="115211"/>
                    </a:lnTo>
                    <a:lnTo>
                      <a:pt x="236325" y="0"/>
                    </a:lnTo>
                    <a:lnTo>
                      <a:pt x="349062" y="233412"/>
                    </a:lnTo>
                    <a:lnTo>
                      <a:pt x="282083" y="264508"/>
                    </a:lnTo>
                    <a:lnTo>
                      <a:pt x="204849" y="101178"/>
                    </a:lnTo>
                    <a:lnTo>
                      <a:pt x="101995" y="150147"/>
                    </a:lnTo>
                    <a:lnTo>
                      <a:pt x="103913" y="154174"/>
                    </a:lnTo>
                    <a:lnTo>
                      <a:pt x="34943" y="1868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1" name="Контур"/>
              <p:cNvSpPr/>
              <p:nvPr/>
            </p:nvSpPr>
            <p:spPr>
              <a:xfrm>
                <a:off x="3583765" y="6627103"/>
                <a:ext cx="85008" cy="66252"/>
              </a:xfrm>
              <a:custGeom>
                <a:avLst/>
                <a:gdLst/>
                <a:ahLst/>
                <a:cxnLst/>
                <a:rect l="l" t="t" r="r" b="b"/>
                <a:pathLst>
                  <a:path w="85008" h="66252">
                    <a:moveTo>
                      <a:pt x="16351" y="66252"/>
                    </a:moveTo>
                    <a:lnTo>
                      <a:pt x="0" y="32713"/>
                    </a:lnTo>
                    <a:lnTo>
                      <a:pt x="68970" y="0"/>
                    </a:lnTo>
                    <a:lnTo>
                      <a:pt x="85008" y="33687"/>
                    </a:lnTo>
                    <a:lnTo>
                      <a:pt x="16351" y="662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2" name="Контур"/>
              <p:cNvSpPr/>
              <p:nvPr/>
            </p:nvSpPr>
            <p:spPr>
              <a:xfrm>
                <a:off x="4028364" y="6608172"/>
                <a:ext cx="86967" cy="67948"/>
              </a:xfrm>
              <a:custGeom>
                <a:avLst/>
                <a:gdLst/>
                <a:ahLst/>
                <a:cxnLst/>
                <a:rect l="l" t="t" r="r" b="b"/>
                <a:pathLst>
                  <a:path w="86967" h="67948">
                    <a:moveTo>
                      <a:pt x="16543" y="67948"/>
                    </a:moveTo>
                    <a:lnTo>
                      <a:pt x="0" y="33383"/>
                    </a:lnTo>
                    <a:lnTo>
                      <a:pt x="69753" y="0"/>
                    </a:lnTo>
                    <a:lnTo>
                      <a:pt x="86967" y="35968"/>
                    </a:lnTo>
                    <a:lnTo>
                      <a:pt x="16543" y="679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3" name="Контур"/>
              <p:cNvSpPr/>
              <p:nvPr/>
            </p:nvSpPr>
            <p:spPr>
              <a:xfrm>
                <a:off x="2950791" y="6612641"/>
                <a:ext cx="38112" cy="39866"/>
              </a:xfrm>
              <a:custGeom>
                <a:avLst/>
                <a:gdLst/>
                <a:ahLst/>
                <a:cxnLst/>
                <a:rect l="l" t="t" r="r" b="b"/>
                <a:pathLst>
                  <a:path w="38112" h="39866">
                    <a:moveTo>
                      <a:pt x="0" y="14054"/>
                    </a:moveTo>
                    <a:lnTo>
                      <a:pt x="19639" y="0"/>
                    </a:lnTo>
                    <a:lnTo>
                      <a:pt x="38112" y="25811"/>
                    </a:lnTo>
                    <a:lnTo>
                      <a:pt x="18474" y="39866"/>
                    </a:lnTo>
                    <a:lnTo>
                      <a:pt x="0" y="140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4" name="Контур"/>
              <p:cNvSpPr/>
              <p:nvPr/>
            </p:nvSpPr>
            <p:spPr>
              <a:xfrm>
                <a:off x="3578255" y="7028854"/>
                <a:ext cx="69431" cy="27146"/>
              </a:xfrm>
              <a:custGeom>
                <a:avLst/>
                <a:gdLst/>
                <a:ahLst/>
                <a:cxnLst/>
                <a:rect l="l" t="t" r="r" b="b"/>
                <a:pathLst>
                  <a:path w="69431" h="27146">
                    <a:moveTo>
                      <a:pt x="0" y="27146"/>
                    </a:moveTo>
                    <a:lnTo>
                      <a:pt x="56354" y="0"/>
                    </a:lnTo>
                    <a:lnTo>
                      <a:pt x="69431" y="2714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5" name="Контур"/>
              <p:cNvSpPr/>
              <p:nvPr/>
            </p:nvSpPr>
            <p:spPr>
              <a:xfrm>
                <a:off x="3578255" y="7028854"/>
                <a:ext cx="69431" cy="27146"/>
              </a:xfrm>
              <a:custGeom>
                <a:avLst/>
                <a:gdLst/>
                <a:ahLst/>
                <a:cxnLst/>
                <a:rect l="l" t="t" r="r" b="b"/>
                <a:pathLst>
                  <a:path w="69431" h="27146" fill="none">
                    <a:moveTo>
                      <a:pt x="0" y="27146"/>
                    </a:moveTo>
                    <a:lnTo>
                      <a:pt x="56354" y="0"/>
                    </a:lnTo>
                    <a:lnTo>
                      <a:pt x="69431" y="2714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6" name="Контур"/>
              <p:cNvSpPr/>
              <p:nvPr/>
            </p:nvSpPr>
            <p:spPr>
              <a:xfrm>
                <a:off x="3850893" y="6971348"/>
                <a:ext cx="214775" cy="84652"/>
              </a:xfrm>
              <a:custGeom>
                <a:avLst/>
                <a:gdLst/>
                <a:ahLst/>
                <a:cxnLst/>
                <a:rect l="l" t="t" r="r" b="b"/>
                <a:pathLst>
                  <a:path w="214775" h="84652">
                    <a:moveTo>
                      <a:pt x="140970" y="84652"/>
                    </a:moveTo>
                    <a:lnTo>
                      <a:pt x="0" y="84652"/>
                    </a:lnTo>
                    <a:lnTo>
                      <a:pt x="173641" y="0"/>
                    </a:lnTo>
                    <a:lnTo>
                      <a:pt x="214775" y="8437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7" name="Контур"/>
              <p:cNvSpPr/>
              <p:nvPr/>
            </p:nvSpPr>
            <p:spPr>
              <a:xfrm>
                <a:off x="3850893" y="6971348"/>
                <a:ext cx="214775" cy="84652"/>
              </a:xfrm>
              <a:custGeom>
                <a:avLst/>
                <a:gdLst/>
                <a:ahLst/>
                <a:cxnLst/>
                <a:rect l="l" t="t" r="r" b="b"/>
                <a:pathLst>
                  <a:path w="214775" h="84652" fill="none">
                    <a:moveTo>
                      <a:pt x="0" y="84652"/>
                    </a:moveTo>
                    <a:lnTo>
                      <a:pt x="173641" y="0"/>
                    </a:lnTo>
                    <a:lnTo>
                      <a:pt x="214775" y="84377"/>
                    </a:lnTo>
                    <a:lnTo>
                      <a:pt x="140970" y="84652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8" name="Контур"/>
              <p:cNvSpPr/>
              <p:nvPr/>
            </p:nvSpPr>
            <p:spPr>
              <a:xfrm>
                <a:off x="2988240" y="6715565"/>
                <a:ext cx="147081" cy="223114"/>
              </a:xfrm>
              <a:custGeom>
                <a:avLst/>
                <a:gdLst/>
                <a:ahLst/>
                <a:cxnLst/>
                <a:rect l="l" t="t" r="r" b="b"/>
                <a:pathLst>
                  <a:path w="147081" h="223114">
                    <a:moveTo>
                      <a:pt x="32119" y="223114"/>
                    </a:moveTo>
                    <a:lnTo>
                      <a:pt x="24804" y="219456"/>
                    </a:lnTo>
                    <a:lnTo>
                      <a:pt x="0" y="204423"/>
                    </a:lnTo>
                    <a:lnTo>
                      <a:pt x="122143" y="0"/>
                    </a:lnTo>
                    <a:lnTo>
                      <a:pt x="147081" y="14121"/>
                    </a:lnTo>
                    <a:lnTo>
                      <a:pt x="143147" y="20419"/>
                    </a:lnTo>
                    <a:lnTo>
                      <a:pt x="115279" y="68277"/>
                    </a:lnTo>
                    <a:lnTo>
                      <a:pt x="120511" y="71324"/>
                    </a:lnTo>
                    <a:lnTo>
                      <a:pt x="32119" y="2231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9" name="Контур"/>
              <p:cNvSpPr/>
              <p:nvPr/>
            </p:nvSpPr>
            <p:spPr>
              <a:xfrm>
                <a:off x="2944109" y="6735984"/>
                <a:ext cx="270884" cy="320016"/>
              </a:xfrm>
              <a:custGeom>
                <a:avLst/>
                <a:gdLst/>
                <a:ahLst/>
                <a:cxnLst/>
                <a:rect l="l" t="t" r="r" b="b"/>
                <a:pathLst>
                  <a:path w="270884" h="320016">
                    <a:moveTo>
                      <a:pt x="76250" y="202695"/>
                    </a:moveTo>
                    <a:lnTo>
                      <a:pt x="164642" y="50905"/>
                    </a:lnTo>
                    <a:lnTo>
                      <a:pt x="159410" y="47858"/>
                    </a:lnTo>
                    <a:lnTo>
                      <a:pt x="187278" y="0"/>
                    </a:lnTo>
                    <a:lnTo>
                      <a:pt x="238125" y="29610"/>
                    </a:lnTo>
                    <a:lnTo>
                      <a:pt x="211650" y="75074"/>
                    </a:lnTo>
                    <a:lnTo>
                      <a:pt x="270884" y="109568"/>
                    </a:lnTo>
                    <a:lnTo>
                      <a:pt x="182246" y="261783"/>
                    </a:lnTo>
                    <a:lnTo>
                      <a:pt x="186833" y="264454"/>
                    </a:lnTo>
                    <a:lnTo>
                      <a:pt x="154478" y="320016"/>
                    </a:lnTo>
                    <a:lnTo>
                      <a:pt x="0" y="320016"/>
                    </a:lnTo>
                    <a:lnTo>
                      <a:pt x="68935" y="19903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20" name="Контур"/>
              <p:cNvSpPr/>
              <p:nvPr/>
            </p:nvSpPr>
            <p:spPr>
              <a:xfrm>
                <a:off x="2944109" y="6735984"/>
                <a:ext cx="270884" cy="320016"/>
              </a:xfrm>
              <a:custGeom>
                <a:avLst/>
                <a:gdLst/>
                <a:ahLst/>
                <a:cxnLst/>
                <a:rect l="l" t="t" r="r" b="b"/>
                <a:pathLst>
                  <a:path w="270884" h="320016" fill="none">
                    <a:moveTo>
                      <a:pt x="76250" y="202695"/>
                    </a:moveTo>
                    <a:lnTo>
                      <a:pt x="164642" y="50905"/>
                    </a:lnTo>
                    <a:lnTo>
                      <a:pt x="159410" y="47858"/>
                    </a:lnTo>
                    <a:lnTo>
                      <a:pt x="187278" y="0"/>
                    </a:lnTo>
                    <a:lnTo>
                      <a:pt x="238125" y="29610"/>
                    </a:lnTo>
                    <a:lnTo>
                      <a:pt x="211650" y="75074"/>
                    </a:lnTo>
                    <a:lnTo>
                      <a:pt x="270884" y="109568"/>
                    </a:lnTo>
                    <a:lnTo>
                      <a:pt x="182246" y="261783"/>
                    </a:lnTo>
                    <a:lnTo>
                      <a:pt x="186833" y="264454"/>
                    </a:lnTo>
                    <a:lnTo>
                      <a:pt x="154478" y="320016"/>
                    </a:lnTo>
                    <a:moveTo>
                      <a:pt x="0" y="320016"/>
                    </a:moveTo>
                    <a:lnTo>
                      <a:pt x="68935" y="199037"/>
                    </a:lnTo>
                    <a:lnTo>
                      <a:pt x="76250" y="202695"/>
                    </a:lnTo>
                    <a:lnTo>
                      <a:pt x="76250" y="202695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1" name="Контур"/>
              <p:cNvSpPr/>
              <p:nvPr/>
            </p:nvSpPr>
            <p:spPr>
              <a:xfrm>
                <a:off x="2944109" y="6735984"/>
                <a:ext cx="270884" cy="320016"/>
              </a:xfrm>
              <a:custGeom>
                <a:avLst/>
                <a:gdLst/>
                <a:ahLst/>
                <a:cxnLst/>
                <a:rect l="l" t="t" r="r" b="b"/>
                <a:pathLst>
                  <a:path w="270884" h="320016">
                    <a:moveTo>
                      <a:pt x="76250" y="202695"/>
                    </a:moveTo>
                    <a:lnTo>
                      <a:pt x="164642" y="50905"/>
                    </a:lnTo>
                    <a:lnTo>
                      <a:pt x="159410" y="47858"/>
                    </a:lnTo>
                    <a:lnTo>
                      <a:pt x="187278" y="0"/>
                    </a:lnTo>
                    <a:lnTo>
                      <a:pt x="238125" y="29610"/>
                    </a:lnTo>
                    <a:lnTo>
                      <a:pt x="211650" y="75074"/>
                    </a:lnTo>
                    <a:lnTo>
                      <a:pt x="270884" y="109568"/>
                    </a:lnTo>
                    <a:lnTo>
                      <a:pt x="182246" y="261783"/>
                    </a:lnTo>
                    <a:lnTo>
                      <a:pt x="186833" y="264454"/>
                    </a:lnTo>
                    <a:lnTo>
                      <a:pt x="154478" y="320016"/>
                    </a:lnTo>
                    <a:lnTo>
                      <a:pt x="0" y="320016"/>
                    </a:lnTo>
                    <a:lnTo>
                      <a:pt x="68935" y="19903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22" name="Контур"/>
              <p:cNvSpPr/>
              <p:nvPr/>
            </p:nvSpPr>
            <p:spPr>
              <a:xfrm>
                <a:off x="2944109" y="6735984"/>
                <a:ext cx="270884" cy="320016"/>
              </a:xfrm>
              <a:custGeom>
                <a:avLst/>
                <a:gdLst/>
                <a:ahLst/>
                <a:cxnLst/>
                <a:rect l="l" t="t" r="r" b="b"/>
                <a:pathLst>
                  <a:path w="270884" h="320016" fill="none">
                    <a:moveTo>
                      <a:pt x="76250" y="202695"/>
                    </a:moveTo>
                    <a:lnTo>
                      <a:pt x="164642" y="50905"/>
                    </a:lnTo>
                    <a:lnTo>
                      <a:pt x="159410" y="47858"/>
                    </a:lnTo>
                    <a:lnTo>
                      <a:pt x="187278" y="0"/>
                    </a:lnTo>
                    <a:lnTo>
                      <a:pt x="238125" y="29610"/>
                    </a:lnTo>
                    <a:lnTo>
                      <a:pt x="211650" y="75074"/>
                    </a:lnTo>
                    <a:lnTo>
                      <a:pt x="270884" y="109568"/>
                    </a:lnTo>
                    <a:lnTo>
                      <a:pt x="182246" y="261783"/>
                    </a:lnTo>
                    <a:lnTo>
                      <a:pt x="186833" y="264454"/>
                    </a:lnTo>
                    <a:lnTo>
                      <a:pt x="154478" y="320016"/>
                    </a:lnTo>
                    <a:moveTo>
                      <a:pt x="0" y="320016"/>
                    </a:moveTo>
                    <a:lnTo>
                      <a:pt x="68935" y="199037"/>
                    </a:lnTo>
                    <a:lnTo>
                      <a:pt x="76250" y="202695"/>
                    </a:lnTo>
                    <a:lnTo>
                      <a:pt x="76250" y="202695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3" name="Контур"/>
              <p:cNvSpPr/>
              <p:nvPr/>
            </p:nvSpPr>
            <p:spPr>
              <a:xfrm>
                <a:off x="3600116" y="6660790"/>
                <a:ext cx="351564" cy="268947"/>
              </a:xfrm>
              <a:custGeom>
                <a:avLst/>
                <a:gdLst/>
                <a:ahLst/>
                <a:cxnLst/>
                <a:rect l="l" t="t" r="r" b="b"/>
                <a:pathLst>
                  <a:path w="351564" h="268947">
                    <a:moveTo>
                      <a:pt x="115238" y="268947"/>
                    </a:moveTo>
                    <a:lnTo>
                      <a:pt x="0" y="32565"/>
                    </a:lnTo>
                    <a:lnTo>
                      <a:pt x="68657" y="0"/>
                    </a:lnTo>
                    <a:lnTo>
                      <a:pt x="147646" y="165906"/>
                    </a:lnTo>
                    <a:lnTo>
                      <a:pt x="250500" y="116936"/>
                    </a:lnTo>
                    <a:lnTo>
                      <a:pt x="246951" y="111929"/>
                    </a:lnTo>
                    <a:lnTo>
                      <a:pt x="314841" y="79713"/>
                    </a:lnTo>
                    <a:lnTo>
                      <a:pt x="351564" y="153735"/>
                    </a:lnTo>
                    <a:lnTo>
                      <a:pt x="115238" y="268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4" name="Контур"/>
              <p:cNvSpPr/>
              <p:nvPr/>
            </p:nvSpPr>
            <p:spPr>
              <a:xfrm>
                <a:off x="2521717" y="4611240"/>
                <a:ext cx="176895" cy="106128"/>
              </a:xfrm>
              <a:custGeom>
                <a:avLst/>
                <a:gdLst/>
                <a:ahLst/>
                <a:cxnLst/>
                <a:rect l="l" t="t" r="r" b="b"/>
                <a:pathLst>
                  <a:path w="176895" h="106128">
                    <a:moveTo>
                      <a:pt x="0" y="85865"/>
                    </a:moveTo>
                    <a:lnTo>
                      <a:pt x="166441" y="0"/>
                    </a:lnTo>
                    <a:lnTo>
                      <a:pt x="176895" y="20263"/>
                    </a:lnTo>
                    <a:lnTo>
                      <a:pt x="10453" y="106128"/>
                    </a:lnTo>
                    <a:lnTo>
                      <a:pt x="0" y="858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5" name="Контур"/>
              <p:cNvSpPr/>
              <p:nvPr/>
            </p:nvSpPr>
            <p:spPr>
              <a:xfrm>
                <a:off x="2051459" y="4507811"/>
                <a:ext cx="82303" cy="86386"/>
              </a:xfrm>
              <a:custGeom>
                <a:avLst/>
                <a:gdLst/>
                <a:ahLst/>
                <a:cxnLst/>
                <a:rect l="l" t="t" r="r" b="b"/>
                <a:pathLst>
                  <a:path w="82303" h="86386">
                    <a:moveTo>
                      <a:pt x="57112" y="0"/>
                    </a:moveTo>
                    <a:lnTo>
                      <a:pt x="69565" y="12464"/>
                    </a:lnTo>
                    <a:lnTo>
                      <a:pt x="82303" y="24881"/>
                    </a:lnTo>
                    <a:lnTo>
                      <a:pt x="24333" y="86386"/>
                    </a:lnTo>
                    <a:lnTo>
                      <a:pt x="0" y="61715"/>
                    </a:lnTo>
                    <a:lnTo>
                      <a:pt x="571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6" name="Контур"/>
              <p:cNvSpPr/>
              <p:nvPr/>
            </p:nvSpPr>
            <p:spPr>
              <a:xfrm>
                <a:off x="2445438" y="4291187"/>
                <a:ext cx="196006" cy="193975"/>
              </a:xfrm>
              <a:custGeom>
                <a:avLst/>
                <a:gdLst/>
                <a:ahLst/>
                <a:cxnLst/>
                <a:rect l="l" t="t" r="r" b="b"/>
                <a:pathLst>
                  <a:path w="196006" h="193975">
                    <a:moveTo>
                      <a:pt x="120707" y="0"/>
                    </a:moveTo>
                    <a:lnTo>
                      <a:pt x="196006" y="84160"/>
                    </a:lnTo>
                    <a:lnTo>
                      <a:pt x="77749" y="193975"/>
                    </a:lnTo>
                    <a:lnTo>
                      <a:pt x="0" y="109653"/>
                    </a:lnTo>
                    <a:lnTo>
                      <a:pt x="1207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7" name="Контур"/>
              <p:cNvSpPr/>
              <p:nvPr/>
            </p:nvSpPr>
            <p:spPr>
              <a:xfrm>
                <a:off x="2466540" y="4881654"/>
                <a:ext cx="78624" cy="66197"/>
              </a:xfrm>
              <a:custGeom>
                <a:avLst/>
                <a:gdLst/>
                <a:ahLst/>
                <a:cxnLst/>
                <a:rect l="l" t="t" r="r" b="b"/>
                <a:pathLst>
                  <a:path w="78624" h="66197">
                    <a:moveTo>
                      <a:pt x="70882" y="13269"/>
                    </a:moveTo>
                    <a:lnTo>
                      <a:pt x="78624" y="24898"/>
                    </a:lnTo>
                    <a:lnTo>
                      <a:pt x="16575" y="66197"/>
                    </a:lnTo>
                    <a:lnTo>
                      <a:pt x="0" y="41299"/>
                    </a:lnTo>
                    <a:lnTo>
                      <a:pt x="62050" y="0"/>
                    </a:lnTo>
                    <a:lnTo>
                      <a:pt x="70882" y="132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8" name="Контур"/>
              <p:cNvSpPr/>
              <p:nvPr/>
            </p:nvSpPr>
            <p:spPr>
              <a:xfrm>
                <a:off x="2561286" y="4874931"/>
                <a:ext cx="32482" cy="28445"/>
              </a:xfrm>
              <a:custGeom>
                <a:avLst/>
                <a:gdLst/>
                <a:ahLst/>
                <a:cxnLst/>
                <a:rect l="l" t="t" r="r" b="b"/>
                <a:pathLst>
                  <a:path w="32482" h="28445">
                    <a:moveTo>
                      <a:pt x="8392" y="28445"/>
                    </a:moveTo>
                    <a:lnTo>
                      <a:pt x="0" y="13872"/>
                    </a:lnTo>
                    <a:lnTo>
                      <a:pt x="24089" y="0"/>
                    </a:lnTo>
                    <a:lnTo>
                      <a:pt x="32482" y="14573"/>
                    </a:lnTo>
                    <a:lnTo>
                      <a:pt x="8392" y="284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9" name="Контур"/>
              <p:cNvSpPr/>
              <p:nvPr/>
            </p:nvSpPr>
            <p:spPr>
              <a:xfrm>
                <a:off x="2774345" y="4449976"/>
                <a:ext cx="436841" cy="412645"/>
              </a:xfrm>
              <a:custGeom>
                <a:avLst/>
                <a:gdLst/>
                <a:ahLst/>
                <a:cxnLst/>
                <a:rect l="l" t="t" r="r" b="b"/>
                <a:pathLst>
                  <a:path w="436841" h="412645">
                    <a:moveTo>
                      <a:pt x="127292" y="412645"/>
                    </a:moveTo>
                    <a:lnTo>
                      <a:pt x="44304" y="308448"/>
                    </a:lnTo>
                    <a:lnTo>
                      <a:pt x="21812" y="276912"/>
                    </a:lnTo>
                    <a:lnTo>
                      <a:pt x="0" y="246899"/>
                    </a:lnTo>
                    <a:lnTo>
                      <a:pt x="333322" y="0"/>
                    </a:lnTo>
                    <a:lnTo>
                      <a:pt x="335350" y="2766"/>
                    </a:lnTo>
                    <a:lnTo>
                      <a:pt x="436841" y="141041"/>
                    </a:lnTo>
                    <a:lnTo>
                      <a:pt x="281199" y="249278"/>
                    </a:lnTo>
                    <a:lnTo>
                      <a:pt x="197506" y="309360"/>
                    </a:lnTo>
                    <a:lnTo>
                      <a:pt x="176040" y="324768"/>
                    </a:lnTo>
                    <a:lnTo>
                      <a:pt x="156048" y="339120"/>
                    </a:lnTo>
                    <a:lnTo>
                      <a:pt x="180942" y="376021"/>
                    </a:lnTo>
                    <a:lnTo>
                      <a:pt x="144608" y="401005"/>
                    </a:lnTo>
                    <a:lnTo>
                      <a:pt x="127292" y="4126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0" name="Контур"/>
              <p:cNvSpPr/>
              <p:nvPr/>
            </p:nvSpPr>
            <p:spPr>
              <a:xfrm>
                <a:off x="2358504" y="4762999"/>
                <a:ext cx="66004" cy="52713"/>
              </a:xfrm>
              <a:custGeom>
                <a:avLst/>
                <a:gdLst/>
                <a:ahLst/>
                <a:cxnLst/>
                <a:rect l="l" t="t" r="r" b="b"/>
                <a:pathLst>
                  <a:path w="66004" h="52713">
                    <a:moveTo>
                      <a:pt x="0" y="26698"/>
                    </a:moveTo>
                    <a:lnTo>
                      <a:pt x="52866" y="0"/>
                    </a:lnTo>
                    <a:lnTo>
                      <a:pt x="66004" y="26014"/>
                    </a:lnTo>
                    <a:lnTo>
                      <a:pt x="13138" y="52713"/>
                    </a:lnTo>
                    <a:lnTo>
                      <a:pt x="0" y="266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1" name="Контур"/>
              <p:cNvSpPr/>
              <p:nvPr/>
            </p:nvSpPr>
            <p:spPr>
              <a:xfrm>
                <a:off x="2382640" y="4807295"/>
                <a:ext cx="52966" cy="50237"/>
              </a:xfrm>
              <a:custGeom>
                <a:avLst/>
                <a:gdLst/>
                <a:ahLst/>
                <a:cxnLst/>
                <a:rect l="l" t="t" r="r" b="b"/>
                <a:pathLst>
                  <a:path w="52966" h="50237">
                    <a:moveTo>
                      <a:pt x="0" y="23914"/>
                    </a:moveTo>
                    <a:lnTo>
                      <a:pt x="34960" y="0"/>
                    </a:lnTo>
                    <a:lnTo>
                      <a:pt x="52966" y="26323"/>
                    </a:lnTo>
                    <a:lnTo>
                      <a:pt x="18007" y="50237"/>
                    </a:lnTo>
                    <a:lnTo>
                      <a:pt x="0" y="239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2" name="Контур"/>
              <p:cNvSpPr/>
              <p:nvPr/>
            </p:nvSpPr>
            <p:spPr>
              <a:xfrm>
                <a:off x="2515020" y="4705636"/>
                <a:ext cx="69276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69276" h="51114">
                    <a:moveTo>
                      <a:pt x="0" y="26602"/>
                    </a:moveTo>
                    <a:lnTo>
                      <a:pt x="51183" y="0"/>
                    </a:lnTo>
                    <a:lnTo>
                      <a:pt x="69276" y="34812"/>
                    </a:lnTo>
                    <a:lnTo>
                      <a:pt x="47744" y="46004"/>
                    </a:lnTo>
                    <a:lnTo>
                      <a:pt x="42391" y="35703"/>
                    </a:lnTo>
                    <a:lnTo>
                      <a:pt x="12741" y="51114"/>
                    </a:lnTo>
                    <a:lnTo>
                      <a:pt x="0" y="266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3" name="Контур"/>
              <p:cNvSpPr/>
              <p:nvPr/>
            </p:nvSpPr>
            <p:spPr>
              <a:xfrm>
                <a:off x="2855792" y="4994708"/>
                <a:ext cx="106454" cy="99768"/>
              </a:xfrm>
              <a:custGeom>
                <a:avLst/>
                <a:gdLst/>
                <a:ahLst/>
                <a:cxnLst/>
                <a:rect l="l" t="t" r="r" b="b"/>
                <a:pathLst>
                  <a:path w="106454" h="99768">
                    <a:moveTo>
                      <a:pt x="106454" y="53765"/>
                    </a:moveTo>
                    <a:lnTo>
                      <a:pt x="34257" y="99768"/>
                    </a:lnTo>
                    <a:lnTo>
                      <a:pt x="0" y="46004"/>
                    </a:lnTo>
                    <a:lnTo>
                      <a:pt x="48465" y="15120"/>
                    </a:lnTo>
                    <a:lnTo>
                      <a:pt x="72196" y="0"/>
                    </a:lnTo>
                    <a:lnTo>
                      <a:pt x="106454" y="537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4" name="Контур"/>
              <p:cNvSpPr/>
              <p:nvPr/>
            </p:nvSpPr>
            <p:spPr>
              <a:xfrm>
                <a:off x="2490088" y="4917066"/>
                <a:ext cx="151005" cy="192718"/>
              </a:xfrm>
              <a:custGeom>
                <a:avLst/>
                <a:gdLst/>
                <a:ahLst/>
                <a:cxnLst/>
                <a:rect l="l" t="t" r="r" b="b"/>
                <a:pathLst>
                  <a:path w="151005" h="192718">
                    <a:moveTo>
                      <a:pt x="0" y="31459"/>
                    </a:moveTo>
                    <a:lnTo>
                      <a:pt x="50452" y="0"/>
                    </a:lnTo>
                    <a:lnTo>
                      <a:pt x="151005" y="161258"/>
                    </a:lnTo>
                    <a:lnTo>
                      <a:pt x="100554" y="192718"/>
                    </a:lnTo>
                    <a:lnTo>
                      <a:pt x="0" y="314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5" name="Контур"/>
              <p:cNvSpPr/>
              <p:nvPr/>
            </p:nvSpPr>
            <p:spPr>
              <a:xfrm>
                <a:off x="2273281" y="4984635"/>
                <a:ext cx="173442" cy="118924"/>
              </a:xfrm>
              <a:custGeom>
                <a:avLst/>
                <a:gdLst/>
                <a:ahLst/>
                <a:cxnLst/>
                <a:rect l="l" t="t" r="r" b="b"/>
                <a:pathLst>
                  <a:path w="173442" h="118924">
                    <a:moveTo>
                      <a:pt x="32532" y="118924"/>
                    </a:moveTo>
                    <a:lnTo>
                      <a:pt x="0" y="67556"/>
                    </a:lnTo>
                    <a:lnTo>
                      <a:pt x="106161" y="325"/>
                    </a:lnTo>
                    <a:lnTo>
                      <a:pt x="119671" y="21658"/>
                    </a:lnTo>
                    <a:lnTo>
                      <a:pt x="153870" y="0"/>
                    </a:lnTo>
                    <a:lnTo>
                      <a:pt x="173442" y="30904"/>
                    </a:lnTo>
                    <a:lnTo>
                      <a:pt x="32532" y="1189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6" name="Контур"/>
              <p:cNvSpPr/>
              <p:nvPr/>
            </p:nvSpPr>
            <p:spPr>
              <a:xfrm>
                <a:off x="2700108" y="4795138"/>
                <a:ext cx="177068" cy="193148"/>
              </a:xfrm>
              <a:custGeom>
                <a:avLst/>
                <a:gdLst/>
                <a:ahLst/>
                <a:cxnLst/>
                <a:rect l="l" t="t" r="r" b="b"/>
                <a:pathLst>
                  <a:path w="177068" h="193148">
                    <a:moveTo>
                      <a:pt x="177068" y="135592"/>
                    </a:moveTo>
                    <a:lnTo>
                      <a:pt x="82690" y="193148"/>
                    </a:lnTo>
                    <a:lnTo>
                      <a:pt x="0" y="57556"/>
                    </a:lnTo>
                    <a:lnTo>
                      <a:pt x="94378" y="0"/>
                    </a:lnTo>
                    <a:lnTo>
                      <a:pt x="177068" y="1355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7" name="Контур"/>
              <p:cNvSpPr/>
              <p:nvPr/>
            </p:nvSpPr>
            <p:spPr>
              <a:xfrm>
                <a:off x="2591268" y="4901948"/>
                <a:ext cx="54850" cy="49791"/>
              </a:xfrm>
              <a:custGeom>
                <a:avLst/>
                <a:gdLst/>
                <a:ahLst/>
                <a:cxnLst/>
                <a:rect l="l" t="t" r="r" b="b"/>
                <a:pathLst>
                  <a:path w="54850" h="49791">
                    <a:moveTo>
                      <a:pt x="21999" y="45735"/>
                    </a:moveTo>
                    <a:lnTo>
                      <a:pt x="15884" y="49791"/>
                    </a:lnTo>
                    <a:lnTo>
                      <a:pt x="0" y="25848"/>
                    </a:lnTo>
                    <a:lnTo>
                      <a:pt x="38967" y="0"/>
                    </a:lnTo>
                    <a:lnTo>
                      <a:pt x="54850" y="23943"/>
                    </a:lnTo>
                    <a:lnTo>
                      <a:pt x="21999" y="457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8" name="Контур"/>
              <p:cNvSpPr/>
              <p:nvPr/>
            </p:nvSpPr>
            <p:spPr>
              <a:xfrm>
                <a:off x="2613267" y="4925891"/>
                <a:ext cx="43958" cy="38534"/>
              </a:xfrm>
              <a:custGeom>
                <a:avLst/>
                <a:gdLst/>
                <a:ahLst/>
                <a:cxnLst/>
                <a:rect l="l" t="t" r="r" b="b"/>
                <a:pathLst>
                  <a:path w="43958" h="38534">
                    <a:moveTo>
                      <a:pt x="0" y="21792"/>
                    </a:moveTo>
                    <a:lnTo>
                      <a:pt x="32851" y="0"/>
                    </a:lnTo>
                    <a:lnTo>
                      <a:pt x="43958" y="16742"/>
                    </a:lnTo>
                    <a:lnTo>
                      <a:pt x="11107" y="38534"/>
                    </a:lnTo>
                    <a:lnTo>
                      <a:pt x="0" y="217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9" name="Контур"/>
              <p:cNvSpPr/>
              <p:nvPr/>
            </p:nvSpPr>
            <p:spPr>
              <a:xfrm>
                <a:off x="1601523" y="4629836"/>
                <a:ext cx="125793" cy="113712"/>
              </a:xfrm>
              <a:custGeom>
                <a:avLst/>
                <a:gdLst/>
                <a:ahLst/>
                <a:cxnLst/>
                <a:rect l="l" t="t" r="r" b="b"/>
                <a:pathLst>
                  <a:path w="125793" h="113712">
                    <a:moveTo>
                      <a:pt x="0" y="75164"/>
                    </a:moveTo>
                    <a:lnTo>
                      <a:pt x="29654" y="0"/>
                    </a:lnTo>
                    <a:lnTo>
                      <a:pt x="55803" y="10650"/>
                    </a:lnTo>
                    <a:lnTo>
                      <a:pt x="72487" y="17395"/>
                    </a:lnTo>
                    <a:lnTo>
                      <a:pt x="125793" y="37944"/>
                    </a:lnTo>
                    <a:lnTo>
                      <a:pt x="95803" y="113712"/>
                    </a:lnTo>
                    <a:lnTo>
                      <a:pt x="20352" y="83194"/>
                    </a:lnTo>
                    <a:lnTo>
                      <a:pt x="0" y="751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0" name="Контур"/>
              <p:cNvSpPr/>
              <p:nvPr/>
            </p:nvSpPr>
            <p:spPr>
              <a:xfrm>
                <a:off x="1657326" y="4615879"/>
                <a:ext cx="26631" cy="31352"/>
              </a:xfrm>
              <a:custGeom>
                <a:avLst/>
                <a:gdLst/>
                <a:ahLst/>
                <a:cxnLst/>
                <a:rect l="l" t="t" r="r" b="b"/>
                <a:pathLst>
                  <a:path w="26631" h="31352">
                    <a:moveTo>
                      <a:pt x="16684" y="31352"/>
                    </a:moveTo>
                    <a:lnTo>
                      <a:pt x="0" y="24607"/>
                    </a:lnTo>
                    <a:lnTo>
                      <a:pt x="9947" y="0"/>
                    </a:lnTo>
                    <a:lnTo>
                      <a:pt x="26631" y="6745"/>
                    </a:lnTo>
                    <a:lnTo>
                      <a:pt x="16684" y="313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1" name="Контур"/>
              <p:cNvSpPr/>
              <p:nvPr/>
            </p:nvSpPr>
            <p:spPr>
              <a:xfrm>
                <a:off x="1795817" y="4568190"/>
                <a:ext cx="46287" cy="50261"/>
              </a:xfrm>
              <a:custGeom>
                <a:avLst/>
                <a:gdLst/>
                <a:ahLst/>
                <a:cxnLst/>
                <a:rect l="l" t="t" r="r" b="b"/>
                <a:pathLst>
                  <a:path w="46287" h="50261">
                    <a:moveTo>
                      <a:pt x="0" y="37651"/>
                    </a:moveTo>
                    <a:lnTo>
                      <a:pt x="15346" y="0"/>
                    </a:lnTo>
                    <a:lnTo>
                      <a:pt x="46287" y="12610"/>
                    </a:lnTo>
                    <a:lnTo>
                      <a:pt x="30941" y="50261"/>
                    </a:lnTo>
                    <a:lnTo>
                      <a:pt x="0" y="376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2" name="Контур"/>
              <p:cNvSpPr/>
              <p:nvPr/>
            </p:nvSpPr>
            <p:spPr>
              <a:xfrm>
                <a:off x="1647270" y="4560089"/>
                <a:ext cx="37156" cy="38954"/>
              </a:xfrm>
              <a:custGeom>
                <a:avLst/>
                <a:gdLst/>
                <a:ahLst/>
                <a:cxnLst/>
                <a:rect l="l" t="t" r="r" b="b"/>
                <a:pathLst>
                  <a:path w="37156" h="38954">
                    <a:moveTo>
                      <a:pt x="11498" y="0"/>
                    </a:moveTo>
                    <a:lnTo>
                      <a:pt x="37156" y="10612"/>
                    </a:lnTo>
                    <a:lnTo>
                      <a:pt x="25361" y="38954"/>
                    </a:lnTo>
                    <a:lnTo>
                      <a:pt x="0" y="29112"/>
                    </a:lnTo>
                    <a:lnTo>
                      <a:pt x="1149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3" name="Контур"/>
              <p:cNvSpPr/>
              <p:nvPr/>
            </p:nvSpPr>
            <p:spPr>
              <a:xfrm>
                <a:off x="1727943" y="4457776"/>
                <a:ext cx="30549" cy="53390"/>
              </a:xfrm>
              <a:custGeom>
                <a:avLst/>
                <a:gdLst/>
                <a:ahLst/>
                <a:cxnLst/>
                <a:rect l="l" t="t" r="r" b="b"/>
                <a:pathLst>
                  <a:path w="30549" h="53390">
                    <a:moveTo>
                      <a:pt x="10043" y="0"/>
                    </a:moveTo>
                    <a:lnTo>
                      <a:pt x="30549" y="4185"/>
                    </a:lnTo>
                    <a:lnTo>
                      <a:pt x="20506" y="53390"/>
                    </a:lnTo>
                    <a:lnTo>
                      <a:pt x="0" y="49204"/>
                    </a:lnTo>
                    <a:lnTo>
                      <a:pt x="100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4" name="Контур"/>
              <p:cNvSpPr/>
              <p:nvPr/>
            </p:nvSpPr>
            <p:spPr>
              <a:xfrm>
                <a:off x="1658768" y="4534403"/>
                <a:ext cx="35788" cy="36298"/>
              </a:xfrm>
              <a:custGeom>
                <a:avLst/>
                <a:gdLst/>
                <a:ahLst/>
                <a:cxnLst/>
                <a:rect l="l" t="t" r="r" b="b"/>
                <a:pathLst>
                  <a:path w="35788" h="36298">
                    <a:moveTo>
                      <a:pt x="0" y="25686"/>
                    </a:moveTo>
                    <a:lnTo>
                      <a:pt x="1828" y="20875"/>
                    </a:lnTo>
                    <a:lnTo>
                      <a:pt x="10065" y="0"/>
                    </a:lnTo>
                    <a:lnTo>
                      <a:pt x="35788" y="10152"/>
                    </a:lnTo>
                    <a:lnTo>
                      <a:pt x="25658" y="36298"/>
                    </a:lnTo>
                    <a:lnTo>
                      <a:pt x="0" y="256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5" name="Контур"/>
              <p:cNvSpPr/>
              <p:nvPr/>
            </p:nvSpPr>
            <p:spPr>
              <a:xfrm>
                <a:off x="1257233" y="4826132"/>
                <a:ext cx="107875" cy="166959"/>
              </a:xfrm>
              <a:custGeom>
                <a:avLst/>
                <a:gdLst/>
                <a:ahLst/>
                <a:cxnLst/>
                <a:rect l="l" t="t" r="r" b="b"/>
                <a:pathLst>
                  <a:path w="107875" h="166959">
                    <a:moveTo>
                      <a:pt x="0" y="147404"/>
                    </a:moveTo>
                    <a:lnTo>
                      <a:pt x="59088" y="0"/>
                    </a:lnTo>
                    <a:lnTo>
                      <a:pt x="107875" y="19556"/>
                    </a:lnTo>
                    <a:lnTo>
                      <a:pt x="48792" y="166959"/>
                    </a:lnTo>
                    <a:lnTo>
                      <a:pt x="0" y="1474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6" name="Контур"/>
              <p:cNvSpPr/>
              <p:nvPr/>
            </p:nvSpPr>
            <p:spPr>
              <a:xfrm>
                <a:off x="1567120" y="4835717"/>
                <a:ext cx="18198" cy="20505"/>
              </a:xfrm>
              <a:custGeom>
                <a:avLst/>
                <a:gdLst/>
                <a:ahLst/>
                <a:cxnLst/>
                <a:rect l="l" t="t" r="r" b="b"/>
                <a:pathLst>
                  <a:path w="18198" h="20505">
                    <a:moveTo>
                      <a:pt x="0" y="16602"/>
                    </a:moveTo>
                    <a:lnTo>
                      <a:pt x="4858" y="0"/>
                    </a:lnTo>
                    <a:lnTo>
                      <a:pt x="18198" y="3902"/>
                    </a:lnTo>
                    <a:lnTo>
                      <a:pt x="13340" y="20505"/>
                    </a:lnTo>
                    <a:lnTo>
                      <a:pt x="0" y="166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7" name="Контур"/>
              <p:cNvSpPr/>
              <p:nvPr/>
            </p:nvSpPr>
            <p:spPr>
              <a:xfrm>
                <a:off x="1768020" y="4474456"/>
                <a:ext cx="250829" cy="309110"/>
              </a:xfrm>
              <a:custGeom>
                <a:avLst/>
                <a:gdLst/>
                <a:ahLst/>
                <a:cxnLst/>
                <a:rect l="l" t="t" r="r" b="b"/>
                <a:pathLst>
                  <a:path w="250829" h="309110">
                    <a:moveTo>
                      <a:pt x="105063" y="191328"/>
                    </a:moveTo>
                    <a:lnTo>
                      <a:pt x="162202" y="0"/>
                    </a:lnTo>
                    <a:lnTo>
                      <a:pt x="250829" y="24211"/>
                    </a:lnTo>
                    <a:lnTo>
                      <a:pt x="226085" y="114792"/>
                    </a:lnTo>
                    <a:lnTo>
                      <a:pt x="213149" y="111259"/>
                    </a:lnTo>
                    <a:lnTo>
                      <a:pt x="180140" y="236918"/>
                    </a:lnTo>
                    <a:lnTo>
                      <a:pt x="30370" y="309110"/>
                    </a:lnTo>
                    <a:lnTo>
                      <a:pt x="0" y="297187"/>
                    </a:lnTo>
                    <a:lnTo>
                      <a:pt x="30370" y="219830"/>
                    </a:lnTo>
                    <a:lnTo>
                      <a:pt x="40685" y="221188"/>
                    </a:lnTo>
                    <a:lnTo>
                      <a:pt x="105063" y="1913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8" name="Контур"/>
              <p:cNvSpPr/>
              <p:nvPr/>
            </p:nvSpPr>
            <p:spPr>
              <a:xfrm>
                <a:off x="1680537" y="4802729"/>
                <a:ext cx="20736" cy="14091"/>
              </a:xfrm>
              <a:custGeom>
                <a:avLst/>
                <a:gdLst/>
                <a:ahLst/>
                <a:cxnLst/>
                <a:rect l="l" t="t" r="r" b="b"/>
                <a:pathLst>
                  <a:path w="20736" h="14091">
                    <a:moveTo>
                      <a:pt x="0" y="9797"/>
                    </a:moveTo>
                    <a:lnTo>
                      <a:pt x="2279" y="0"/>
                    </a:lnTo>
                    <a:lnTo>
                      <a:pt x="20736" y="4294"/>
                    </a:lnTo>
                    <a:lnTo>
                      <a:pt x="18457" y="14091"/>
                    </a:lnTo>
                    <a:lnTo>
                      <a:pt x="0" y="97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9" name="Контур"/>
              <p:cNvSpPr/>
              <p:nvPr/>
            </p:nvSpPr>
            <p:spPr>
              <a:xfrm>
                <a:off x="1234016" y="4423168"/>
                <a:ext cx="287539" cy="329822"/>
              </a:xfrm>
              <a:custGeom>
                <a:avLst/>
                <a:gdLst/>
                <a:ahLst/>
                <a:cxnLst/>
                <a:rect l="l" t="t" r="r" b="b"/>
                <a:pathLst>
                  <a:path w="287539" h="329822">
                    <a:moveTo>
                      <a:pt x="16968" y="286713"/>
                    </a:moveTo>
                    <a:lnTo>
                      <a:pt x="0" y="272337"/>
                    </a:lnTo>
                    <a:lnTo>
                      <a:pt x="218390" y="0"/>
                    </a:lnTo>
                    <a:lnTo>
                      <a:pt x="287539" y="56136"/>
                    </a:lnTo>
                    <a:lnTo>
                      <a:pt x="67857" y="329822"/>
                    </a:lnTo>
                    <a:lnTo>
                      <a:pt x="16968" y="2867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0" name="Контур"/>
              <p:cNvSpPr/>
              <p:nvPr/>
            </p:nvSpPr>
            <p:spPr>
              <a:xfrm>
                <a:off x="1766451" y="4722414"/>
                <a:ext cx="18941" cy="20899"/>
              </a:xfrm>
              <a:custGeom>
                <a:avLst/>
                <a:gdLst/>
                <a:ahLst/>
                <a:cxnLst/>
                <a:rect l="l" t="t" r="r" b="b"/>
                <a:pathLst>
                  <a:path w="18941" h="20899">
                    <a:moveTo>
                      <a:pt x="15427" y="13930"/>
                    </a:moveTo>
                    <a:lnTo>
                      <a:pt x="12691" y="20899"/>
                    </a:lnTo>
                    <a:lnTo>
                      <a:pt x="0" y="15917"/>
                    </a:lnTo>
                    <a:lnTo>
                      <a:pt x="6249" y="0"/>
                    </a:lnTo>
                    <a:lnTo>
                      <a:pt x="18941" y="4982"/>
                    </a:lnTo>
                    <a:lnTo>
                      <a:pt x="15427" y="139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1" name="Контур"/>
              <p:cNvSpPr/>
              <p:nvPr/>
            </p:nvSpPr>
            <p:spPr>
              <a:xfrm>
                <a:off x="1954251" y="4906954"/>
                <a:ext cx="269346" cy="221488"/>
              </a:xfrm>
              <a:custGeom>
                <a:avLst/>
                <a:gdLst/>
                <a:ahLst/>
                <a:cxnLst/>
                <a:rect l="l" t="t" r="r" b="b"/>
                <a:pathLst>
                  <a:path w="269346" h="221488">
                    <a:moveTo>
                      <a:pt x="269346" y="48025"/>
                    </a:moveTo>
                    <a:lnTo>
                      <a:pt x="130974" y="150512"/>
                    </a:lnTo>
                    <a:lnTo>
                      <a:pt x="143546" y="168971"/>
                    </a:lnTo>
                    <a:lnTo>
                      <a:pt x="115136" y="188410"/>
                    </a:lnTo>
                    <a:lnTo>
                      <a:pt x="101585" y="171912"/>
                    </a:lnTo>
                    <a:lnTo>
                      <a:pt x="79380" y="187430"/>
                    </a:lnTo>
                    <a:lnTo>
                      <a:pt x="35050" y="221488"/>
                    </a:lnTo>
                    <a:lnTo>
                      <a:pt x="0" y="174370"/>
                    </a:lnTo>
                    <a:lnTo>
                      <a:pt x="66864" y="124834"/>
                    </a:lnTo>
                    <a:lnTo>
                      <a:pt x="95457" y="103652"/>
                    </a:lnTo>
                    <a:lnTo>
                      <a:pt x="237998" y="0"/>
                    </a:lnTo>
                    <a:lnTo>
                      <a:pt x="269346" y="480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2" name="Контур"/>
              <p:cNvSpPr/>
              <p:nvPr/>
            </p:nvSpPr>
            <p:spPr>
              <a:xfrm>
                <a:off x="2033631" y="5078866"/>
                <a:ext cx="35756" cy="33317"/>
              </a:xfrm>
              <a:custGeom>
                <a:avLst/>
                <a:gdLst/>
                <a:ahLst/>
                <a:cxnLst/>
                <a:rect l="l" t="t" r="r" b="b"/>
                <a:pathLst>
                  <a:path w="35756" h="33317">
                    <a:moveTo>
                      <a:pt x="0" y="15518"/>
                    </a:moveTo>
                    <a:lnTo>
                      <a:pt x="22205" y="0"/>
                    </a:lnTo>
                    <a:lnTo>
                      <a:pt x="35756" y="16498"/>
                    </a:lnTo>
                    <a:lnTo>
                      <a:pt x="13888" y="33317"/>
                    </a:lnTo>
                    <a:lnTo>
                      <a:pt x="0" y="155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3" name="Контур"/>
              <p:cNvSpPr/>
              <p:nvPr/>
            </p:nvSpPr>
            <p:spPr>
              <a:xfrm>
                <a:off x="1941305" y="4875889"/>
                <a:ext cx="269978" cy="205435"/>
              </a:xfrm>
              <a:custGeom>
                <a:avLst/>
                <a:gdLst/>
                <a:ahLst/>
                <a:cxnLst/>
                <a:rect l="l" t="t" r="r" b="b"/>
                <a:pathLst>
                  <a:path w="269978" h="205435">
                    <a:moveTo>
                      <a:pt x="12946" y="205435"/>
                    </a:moveTo>
                    <a:lnTo>
                      <a:pt x="0" y="186387"/>
                    </a:lnTo>
                    <a:lnTo>
                      <a:pt x="258140" y="0"/>
                    </a:lnTo>
                    <a:lnTo>
                      <a:pt x="269978" y="17723"/>
                    </a:lnTo>
                    <a:lnTo>
                      <a:pt x="250944" y="31065"/>
                    </a:lnTo>
                    <a:lnTo>
                      <a:pt x="108403" y="134717"/>
                    </a:lnTo>
                    <a:lnTo>
                      <a:pt x="79810" y="155899"/>
                    </a:lnTo>
                    <a:lnTo>
                      <a:pt x="12946" y="2054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4" name="Контур"/>
              <p:cNvSpPr/>
              <p:nvPr/>
            </p:nvSpPr>
            <p:spPr>
              <a:xfrm>
                <a:off x="1886719" y="5021686"/>
                <a:ext cx="43920" cy="44160"/>
              </a:xfrm>
              <a:custGeom>
                <a:avLst/>
                <a:gdLst/>
                <a:ahLst/>
                <a:cxnLst/>
                <a:rect l="l" t="t" r="r" b="b"/>
                <a:pathLst>
                  <a:path w="43920" h="44160">
                    <a:moveTo>
                      <a:pt x="24960" y="0"/>
                    </a:moveTo>
                    <a:lnTo>
                      <a:pt x="43920" y="25920"/>
                    </a:lnTo>
                    <a:lnTo>
                      <a:pt x="18960" y="44160"/>
                    </a:lnTo>
                    <a:lnTo>
                      <a:pt x="0" y="18240"/>
                    </a:lnTo>
                    <a:lnTo>
                      <a:pt x="249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5" name="Контур"/>
              <p:cNvSpPr/>
              <p:nvPr/>
            </p:nvSpPr>
            <p:spPr>
              <a:xfrm>
                <a:off x="1392660" y="4397516"/>
                <a:ext cx="320669" cy="669188"/>
              </a:xfrm>
              <a:custGeom>
                <a:avLst/>
                <a:gdLst/>
                <a:ahLst/>
                <a:cxnLst/>
                <a:rect l="l" t="t" r="r" b="b"/>
                <a:pathLst>
                  <a:path w="320669" h="669188">
                    <a:moveTo>
                      <a:pt x="170756" y="224391"/>
                    </a:moveTo>
                    <a:lnTo>
                      <a:pt x="258264" y="0"/>
                    </a:lnTo>
                    <a:lnTo>
                      <a:pt x="320669" y="24106"/>
                    </a:lnTo>
                    <a:lnTo>
                      <a:pt x="208863" y="307484"/>
                    </a:lnTo>
                    <a:lnTo>
                      <a:pt x="229215" y="315514"/>
                    </a:lnTo>
                    <a:lnTo>
                      <a:pt x="218544" y="342557"/>
                    </a:lnTo>
                    <a:lnTo>
                      <a:pt x="198192" y="334532"/>
                    </a:lnTo>
                    <a:lnTo>
                      <a:pt x="62160" y="669188"/>
                    </a:lnTo>
                    <a:lnTo>
                      <a:pt x="0" y="646167"/>
                    </a:lnTo>
                    <a:lnTo>
                      <a:pt x="139690" y="298560"/>
                    </a:lnTo>
                    <a:lnTo>
                      <a:pt x="131880" y="295421"/>
                    </a:lnTo>
                    <a:lnTo>
                      <a:pt x="161861" y="220815"/>
                    </a:lnTo>
                    <a:lnTo>
                      <a:pt x="170756" y="2243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6" name="Контур"/>
              <p:cNvSpPr/>
              <p:nvPr/>
            </p:nvSpPr>
            <p:spPr>
              <a:xfrm>
                <a:off x="1389972" y="4955176"/>
                <a:ext cx="35818" cy="57609"/>
              </a:xfrm>
              <a:custGeom>
                <a:avLst/>
                <a:gdLst/>
                <a:ahLst/>
                <a:cxnLst/>
                <a:rect l="l" t="t" r="r" b="b"/>
                <a:pathLst>
                  <a:path w="35818" h="57609">
                    <a:moveTo>
                      <a:pt x="15106" y="57609"/>
                    </a:moveTo>
                    <a:lnTo>
                      <a:pt x="0" y="51537"/>
                    </a:lnTo>
                    <a:lnTo>
                      <a:pt x="20712" y="0"/>
                    </a:lnTo>
                    <a:lnTo>
                      <a:pt x="35818" y="6072"/>
                    </a:lnTo>
                    <a:lnTo>
                      <a:pt x="15106" y="576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7" name="Контур"/>
              <p:cNvSpPr/>
              <p:nvPr/>
            </p:nvSpPr>
            <p:spPr>
              <a:xfrm>
                <a:off x="714467" y="4667407"/>
                <a:ext cx="72848" cy="23859"/>
              </a:xfrm>
              <a:custGeom>
                <a:avLst/>
                <a:gdLst/>
                <a:ahLst/>
                <a:cxnLst/>
                <a:rect l="l" t="t" r="r" b="b"/>
                <a:pathLst>
                  <a:path w="72848" h="23859">
                    <a:moveTo>
                      <a:pt x="0" y="981"/>
                    </a:moveTo>
                    <a:lnTo>
                      <a:pt x="61081" y="412"/>
                    </a:lnTo>
                    <a:lnTo>
                      <a:pt x="71378" y="0"/>
                    </a:lnTo>
                    <a:lnTo>
                      <a:pt x="72848" y="23859"/>
                    </a:lnTo>
                    <a:lnTo>
                      <a:pt x="326" y="23532"/>
                    </a:lnTo>
                    <a:lnTo>
                      <a:pt x="0" y="9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8" name="Контур"/>
              <p:cNvSpPr/>
              <p:nvPr/>
            </p:nvSpPr>
            <p:spPr>
              <a:xfrm>
                <a:off x="685251" y="4318067"/>
                <a:ext cx="90297" cy="350885"/>
              </a:xfrm>
              <a:custGeom>
                <a:avLst/>
                <a:gdLst/>
                <a:ahLst/>
                <a:cxnLst/>
                <a:rect l="l" t="t" r="r" b="b"/>
                <a:pathLst>
                  <a:path w="90297" h="350885">
                    <a:moveTo>
                      <a:pt x="2942" y="26304"/>
                    </a:moveTo>
                    <a:lnTo>
                      <a:pt x="2942" y="0"/>
                    </a:lnTo>
                    <a:lnTo>
                      <a:pt x="36809" y="208"/>
                    </a:lnTo>
                    <a:lnTo>
                      <a:pt x="85886" y="0"/>
                    </a:lnTo>
                    <a:lnTo>
                      <a:pt x="90297" y="349752"/>
                    </a:lnTo>
                    <a:lnTo>
                      <a:pt x="29216" y="350321"/>
                    </a:lnTo>
                    <a:lnTo>
                      <a:pt x="331" y="350885"/>
                    </a:lnTo>
                    <a:lnTo>
                      <a:pt x="0" y="324960"/>
                    </a:lnTo>
                    <a:lnTo>
                      <a:pt x="16550" y="324753"/>
                    </a:lnTo>
                    <a:lnTo>
                      <a:pt x="12806" y="26304"/>
                    </a:lnTo>
                    <a:lnTo>
                      <a:pt x="2942" y="263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9" name="Контур"/>
              <p:cNvSpPr/>
              <p:nvPr/>
            </p:nvSpPr>
            <p:spPr>
              <a:xfrm>
                <a:off x="679626" y="4344267"/>
                <a:ext cx="22175" cy="298760"/>
              </a:xfrm>
              <a:custGeom>
                <a:avLst/>
                <a:gdLst/>
                <a:ahLst/>
                <a:cxnLst/>
                <a:rect l="l" t="t" r="r" b="b"/>
                <a:pathLst>
                  <a:path w="22175" h="298760">
                    <a:moveTo>
                      <a:pt x="5625" y="298760"/>
                    </a:moveTo>
                    <a:lnTo>
                      <a:pt x="0" y="0"/>
                    </a:lnTo>
                    <a:lnTo>
                      <a:pt x="8567" y="104"/>
                    </a:lnTo>
                    <a:lnTo>
                      <a:pt x="18431" y="104"/>
                    </a:lnTo>
                    <a:lnTo>
                      <a:pt x="22175" y="298553"/>
                    </a:lnTo>
                    <a:lnTo>
                      <a:pt x="5625" y="2987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0" name="Контур"/>
              <p:cNvSpPr/>
              <p:nvPr/>
            </p:nvSpPr>
            <p:spPr>
              <a:xfrm>
                <a:off x="478935" y="4521980"/>
                <a:ext cx="64679" cy="106543"/>
              </a:xfrm>
              <a:custGeom>
                <a:avLst/>
                <a:gdLst/>
                <a:ahLst/>
                <a:cxnLst/>
                <a:rect l="l" t="t" r="r" b="b"/>
                <a:pathLst>
                  <a:path w="64679" h="106543">
                    <a:moveTo>
                      <a:pt x="0" y="3922"/>
                    </a:moveTo>
                    <a:lnTo>
                      <a:pt x="35606" y="2614"/>
                    </a:lnTo>
                    <a:lnTo>
                      <a:pt x="53573" y="0"/>
                    </a:lnTo>
                    <a:lnTo>
                      <a:pt x="55206" y="21570"/>
                    </a:lnTo>
                    <a:lnTo>
                      <a:pt x="56513" y="33335"/>
                    </a:lnTo>
                    <a:lnTo>
                      <a:pt x="64679" y="102294"/>
                    </a:lnTo>
                    <a:lnTo>
                      <a:pt x="8493" y="106543"/>
                    </a:lnTo>
                    <a:lnTo>
                      <a:pt x="0" y="39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1" name="Контур"/>
              <p:cNvSpPr/>
              <p:nvPr/>
            </p:nvSpPr>
            <p:spPr>
              <a:xfrm>
                <a:off x="584288" y="4309924"/>
                <a:ext cx="55455" cy="210072"/>
              </a:xfrm>
              <a:custGeom>
                <a:avLst/>
                <a:gdLst/>
                <a:ahLst/>
                <a:cxnLst/>
                <a:rect l="l" t="t" r="r" b="b"/>
                <a:pathLst>
                  <a:path w="55455" h="210072">
                    <a:moveTo>
                      <a:pt x="52766" y="98757"/>
                    </a:moveTo>
                    <a:lnTo>
                      <a:pt x="54513" y="139082"/>
                    </a:lnTo>
                    <a:lnTo>
                      <a:pt x="55455" y="206804"/>
                    </a:lnTo>
                    <a:lnTo>
                      <a:pt x="11026" y="210072"/>
                    </a:lnTo>
                    <a:lnTo>
                      <a:pt x="7339" y="140983"/>
                    </a:lnTo>
                    <a:lnTo>
                      <a:pt x="4824" y="99832"/>
                    </a:lnTo>
                    <a:lnTo>
                      <a:pt x="2160" y="53066"/>
                    </a:lnTo>
                    <a:lnTo>
                      <a:pt x="0" y="327"/>
                    </a:lnTo>
                    <a:lnTo>
                      <a:pt x="48675" y="0"/>
                    </a:lnTo>
                    <a:lnTo>
                      <a:pt x="52766" y="987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2" name="Контур"/>
              <p:cNvSpPr/>
              <p:nvPr/>
            </p:nvSpPr>
            <p:spPr>
              <a:xfrm>
                <a:off x="912372" y="4480302"/>
                <a:ext cx="22589" cy="25992"/>
              </a:xfrm>
              <a:custGeom>
                <a:avLst/>
                <a:gdLst/>
                <a:ahLst/>
                <a:cxnLst/>
                <a:rect l="l" t="t" r="r" b="b"/>
                <a:pathLst>
                  <a:path w="22589" h="25992">
                    <a:moveTo>
                      <a:pt x="0" y="0"/>
                    </a:moveTo>
                    <a:lnTo>
                      <a:pt x="22589" y="0"/>
                    </a:lnTo>
                    <a:lnTo>
                      <a:pt x="22589" y="25992"/>
                    </a:lnTo>
                    <a:lnTo>
                      <a:pt x="0" y="259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3" name="Контур"/>
              <p:cNvSpPr/>
              <p:nvPr/>
            </p:nvSpPr>
            <p:spPr>
              <a:xfrm>
                <a:off x="1061958" y="5010344"/>
                <a:ext cx="60951" cy="47806"/>
              </a:xfrm>
              <a:custGeom>
                <a:avLst/>
                <a:gdLst/>
                <a:ahLst/>
                <a:cxnLst/>
                <a:rect l="l" t="t" r="r" b="b"/>
                <a:pathLst>
                  <a:path w="60951" h="47806">
                    <a:moveTo>
                      <a:pt x="8504" y="47806"/>
                    </a:moveTo>
                    <a:lnTo>
                      <a:pt x="0" y="35100"/>
                    </a:lnTo>
                    <a:lnTo>
                      <a:pt x="52447" y="0"/>
                    </a:lnTo>
                    <a:lnTo>
                      <a:pt x="60951" y="12706"/>
                    </a:lnTo>
                    <a:lnTo>
                      <a:pt x="8504" y="478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4" name="Контур"/>
              <p:cNvSpPr/>
              <p:nvPr/>
            </p:nvSpPr>
            <p:spPr>
              <a:xfrm>
                <a:off x="708101" y="4779008"/>
                <a:ext cx="73636" cy="265475"/>
              </a:xfrm>
              <a:custGeom>
                <a:avLst/>
                <a:gdLst/>
                <a:ahLst/>
                <a:cxnLst/>
                <a:rect l="l" t="t" r="r" b="b"/>
                <a:pathLst>
                  <a:path w="73636" h="265475">
                    <a:moveTo>
                      <a:pt x="0" y="263759"/>
                    </a:moveTo>
                    <a:lnTo>
                      <a:pt x="6772" y="0"/>
                    </a:lnTo>
                    <a:lnTo>
                      <a:pt x="73636" y="1717"/>
                    </a:lnTo>
                    <a:lnTo>
                      <a:pt x="66865" y="265475"/>
                    </a:lnTo>
                    <a:lnTo>
                      <a:pt x="0" y="2637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5" name="Контур"/>
              <p:cNvSpPr/>
              <p:nvPr/>
            </p:nvSpPr>
            <p:spPr>
              <a:xfrm>
                <a:off x="252000" y="4623341"/>
                <a:ext cx="80492" cy="136950"/>
              </a:xfrm>
              <a:custGeom>
                <a:avLst/>
                <a:gdLst/>
                <a:ahLst/>
                <a:cxnLst/>
                <a:rect l="l" t="t" r="r" b="b"/>
                <a:pathLst>
                  <a:path w="80492" h="136950">
                    <a:moveTo>
                      <a:pt x="0" y="7031"/>
                    </a:moveTo>
                    <a:lnTo>
                      <a:pt x="67010" y="0"/>
                    </a:lnTo>
                    <a:lnTo>
                      <a:pt x="80492" y="128506"/>
                    </a:lnTo>
                    <a:lnTo>
                      <a:pt x="0" y="1369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66" name="Контур"/>
              <p:cNvSpPr/>
              <p:nvPr/>
            </p:nvSpPr>
            <p:spPr>
              <a:xfrm>
                <a:off x="252000" y="4623341"/>
                <a:ext cx="80492" cy="136950"/>
              </a:xfrm>
              <a:custGeom>
                <a:avLst/>
                <a:gdLst/>
                <a:ahLst/>
                <a:cxnLst/>
                <a:rect l="l" t="t" r="r" b="b"/>
                <a:pathLst>
                  <a:path w="80492" h="136950" fill="none">
                    <a:moveTo>
                      <a:pt x="0" y="7031"/>
                    </a:moveTo>
                    <a:lnTo>
                      <a:pt x="67010" y="0"/>
                    </a:lnTo>
                    <a:lnTo>
                      <a:pt x="80492" y="128506"/>
                    </a:lnTo>
                    <a:lnTo>
                      <a:pt x="0" y="13695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7" name="Контур"/>
              <p:cNvSpPr/>
              <p:nvPr/>
            </p:nvSpPr>
            <p:spPr>
              <a:xfrm>
                <a:off x="517289" y="4685190"/>
                <a:ext cx="83136" cy="59818"/>
              </a:xfrm>
              <a:custGeom>
                <a:avLst/>
                <a:gdLst/>
                <a:ahLst/>
                <a:cxnLst/>
                <a:rect l="l" t="t" r="r" b="b"/>
                <a:pathLst>
                  <a:path w="83136" h="59818">
                    <a:moveTo>
                      <a:pt x="0" y="22450"/>
                    </a:moveTo>
                    <a:lnTo>
                      <a:pt x="71386" y="0"/>
                    </a:lnTo>
                    <a:lnTo>
                      <a:pt x="83136" y="37373"/>
                    </a:lnTo>
                    <a:lnTo>
                      <a:pt x="11746" y="59818"/>
                    </a:lnTo>
                    <a:lnTo>
                      <a:pt x="0" y="224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8" name="Контур"/>
              <p:cNvSpPr/>
              <p:nvPr/>
            </p:nvSpPr>
            <p:spPr>
              <a:xfrm>
                <a:off x="1118567" y="4681092"/>
                <a:ext cx="39791" cy="41328"/>
              </a:xfrm>
              <a:custGeom>
                <a:avLst/>
                <a:gdLst/>
                <a:ahLst/>
                <a:cxnLst/>
                <a:rect l="l" t="t" r="r" b="b"/>
                <a:pathLst>
                  <a:path w="39791" h="41328">
                    <a:moveTo>
                      <a:pt x="22327" y="41328"/>
                    </a:moveTo>
                    <a:lnTo>
                      <a:pt x="0" y="26754"/>
                    </a:lnTo>
                    <a:lnTo>
                      <a:pt x="17464" y="0"/>
                    </a:lnTo>
                    <a:lnTo>
                      <a:pt x="39791" y="14573"/>
                    </a:lnTo>
                    <a:lnTo>
                      <a:pt x="22327" y="413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9" name="Контур"/>
              <p:cNvSpPr/>
              <p:nvPr/>
            </p:nvSpPr>
            <p:spPr>
              <a:xfrm>
                <a:off x="840348" y="4272217"/>
                <a:ext cx="85138" cy="437055"/>
              </a:xfrm>
              <a:custGeom>
                <a:avLst/>
                <a:gdLst/>
                <a:ahLst/>
                <a:cxnLst/>
                <a:rect l="l" t="t" r="r" b="b"/>
                <a:pathLst>
                  <a:path w="85138" h="437055">
                    <a:moveTo>
                      <a:pt x="72024" y="234077"/>
                    </a:moveTo>
                    <a:lnTo>
                      <a:pt x="72024" y="414298"/>
                    </a:lnTo>
                    <a:lnTo>
                      <a:pt x="85138" y="414298"/>
                    </a:lnTo>
                    <a:lnTo>
                      <a:pt x="85138" y="437055"/>
                    </a:lnTo>
                    <a:lnTo>
                      <a:pt x="0" y="437055"/>
                    </a:lnTo>
                    <a:lnTo>
                      <a:pt x="1152" y="2007"/>
                    </a:lnTo>
                    <a:lnTo>
                      <a:pt x="85138" y="0"/>
                    </a:lnTo>
                    <a:lnTo>
                      <a:pt x="85138" y="27269"/>
                    </a:lnTo>
                    <a:lnTo>
                      <a:pt x="72024" y="27269"/>
                    </a:lnTo>
                    <a:lnTo>
                      <a:pt x="72024" y="208085"/>
                    </a:lnTo>
                    <a:lnTo>
                      <a:pt x="72024" y="2340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0" name="Контур"/>
              <p:cNvSpPr/>
              <p:nvPr/>
            </p:nvSpPr>
            <p:spPr>
              <a:xfrm>
                <a:off x="936608" y="5058424"/>
                <a:ext cx="86400" cy="112128"/>
              </a:xfrm>
              <a:custGeom>
                <a:avLst/>
                <a:gdLst/>
                <a:ahLst/>
                <a:cxnLst/>
                <a:rect l="l" t="t" r="r" b="b"/>
                <a:pathLst>
                  <a:path w="86400" h="112128">
                    <a:moveTo>
                      <a:pt x="86400" y="96480"/>
                    </a:moveTo>
                    <a:lnTo>
                      <a:pt x="61262" y="112128"/>
                    </a:lnTo>
                    <a:lnTo>
                      <a:pt x="0" y="15892"/>
                    </a:lnTo>
                    <a:lnTo>
                      <a:pt x="24969" y="0"/>
                    </a:lnTo>
                    <a:lnTo>
                      <a:pt x="86400" y="964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1" name="Контур"/>
              <p:cNvSpPr/>
              <p:nvPr/>
            </p:nvSpPr>
            <p:spPr>
              <a:xfrm>
                <a:off x="313337" y="5002816"/>
                <a:ext cx="260573" cy="143568"/>
              </a:xfrm>
              <a:custGeom>
                <a:avLst/>
                <a:gdLst/>
                <a:ahLst/>
                <a:cxnLst/>
                <a:rect l="l" t="t" r="r" b="b"/>
                <a:pathLst>
                  <a:path w="260573" h="143568">
                    <a:moveTo>
                      <a:pt x="260573" y="55771"/>
                    </a:moveTo>
                    <a:lnTo>
                      <a:pt x="211695" y="74149"/>
                    </a:lnTo>
                    <a:lnTo>
                      <a:pt x="22085" y="143568"/>
                    </a:lnTo>
                    <a:lnTo>
                      <a:pt x="0" y="87244"/>
                    </a:lnTo>
                    <a:lnTo>
                      <a:pt x="237936" y="0"/>
                    </a:lnTo>
                    <a:lnTo>
                      <a:pt x="260573" y="557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2" name="Контур"/>
              <p:cNvSpPr/>
              <p:nvPr/>
            </p:nvSpPr>
            <p:spPr>
              <a:xfrm>
                <a:off x="1153107" y="5071606"/>
                <a:ext cx="57931" cy="64530"/>
              </a:xfrm>
              <a:custGeom>
                <a:avLst/>
                <a:gdLst/>
                <a:ahLst/>
                <a:cxnLst/>
                <a:rect l="l" t="t" r="r" b="b"/>
                <a:pathLst>
                  <a:path w="57931" h="64530">
                    <a:moveTo>
                      <a:pt x="12581" y="10381"/>
                    </a:moveTo>
                    <a:lnTo>
                      <a:pt x="29028" y="0"/>
                    </a:lnTo>
                    <a:lnTo>
                      <a:pt x="57931" y="45579"/>
                    </a:lnTo>
                    <a:lnTo>
                      <a:pt x="28375" y="64530"/>
                    </a:lnTo>
                    <a:lnTo>
                      <a:pt x="0" y="18814"/>
                    </a:lnTo>
                    <a:lnTo>
                      <a:pt x="12581" y="103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3" name="Контур"/>
              <p:cNvSpPr/>
              <p:nvPr/>
            </p:nvSpPr>
            <p:spPr>
              <a:xfrm>
                <a:off x="1091360" y="5055995"/>
                <a:ext cx="74328" cy="60115"/>
              </a:xfrm>
              <a:custGeom>
                <a:avLst/>
                <a:gdLst/>
                <a:ahLst/>
                <a:cxnLst/>
                <a:rect l="l" t="t" r="r" b="b"/>
                <a:pathLst>
                  <a:path w="74328" h="60115">
                    <a:moveTo>
                      <a:pt x="14884" y="60115"/>
                    </a:moveTo>
                    <a:lnTo>
                      <a:pt x="9043" y="50731"/>
                    </a:lnTo>
                    <a:lnTo>
                      <a:pt x="0" y="36206"/>
                    </a:lnTo>
                    <a:lnTo>
                      <a:pt x="58147" y="0"/>
                    </a:lnTo>
                    <a:lnTo>
                      <a:pt x="74328" y="25992"/>
                    </a:lnTo>
                    <a:lnTo>
                      <a:pt x="61747" y="34425"/>
                    </a:lnTo>
                    <a:lnTo>
                      <a:pt x="60182" y="31910"/>
                    </a:lnTo>
                    <a:lnTo>
                      <a:pt x="19972" y="56947"/>
                    </a:lnTo>
                    <a:lnTo>
                      <a:pt x="14884" y="601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4" name="Контур"/>
              <p:cNvSpPr/>
              <p:nvPr/>
            </p:nvSpPr>
            <p:spPr>
              <a:xfrm>
                <a:off x="1055766" y="5092201"/>
                <a:ext cx="44637" cy="36679"/>
              </a:xfrm>
              <a:custGeom>
                <a:avLst/>
                <a:gdLst/>
                <a:ahLst/>
                <a:cxnLst/>
                <a:rect l="l" t="t" r="r" b="b"/>
                <a:pathLst>
                  <a:path w="44637" h="36679">
                    <a:moveTo>
                      <a:pt x="35594" y="0"/>
                    </a:moveTo>
                    <a:lnTo>
                      <a:pt x="44637" y="14525"/>
                    </a:lnTo>
                    <a:lnTo>
                      <a:pt x="9243" y="36679"/>
                    </a:lnTo>
                    <a:lnTo>
                      <a:pt x="0" y="22096"/>
                    </a:lnTo>
                    <a:lnTo>
                      <a:pt x="355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5" name="Контур"/>
              <p:cNvSpPr/>
              <p:nvPr/>
            </p:nvSpPr>
            <p:spPr>
              <a:xfrm>
                <a:off x="525032" y="5058587"/>
                <a:ext cx="57811" cy="42136"/>
              </a:xfrm>
              <a:custGeom>
                <a:avLst/>
                <a:gdLst/>
                <a:ahLst/>
                <a:cxnLst/>
                <a:rect l="l" t="t" r="r" b="b"/>
                <a:pathLst>
                  <a:path w="57811" h="42136">
                    <a:moveTo>
                      <a:pt x="48878" y="0"/>
                    </a:moveTo>
                    <a:lnTo>
                      <a:pt x="57811" y="23757"/>
                    </a:lnTo>
                    <a:lnTo>
                      <a:pt x="8933" y="42136"/>
                    </a:lnTo>
                    <a:lnTo>
                      <a:pt x="0" y="18378"/>
                    </a:lnTo>
                    <a:lnTo>
                      <a:pt x="4887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6" name="Контур"/>
              <p:cNvSpPr/>
              <p:nvPr/>
            </p:nvSpPr>
            <p:spPr>
              <a:xfrm>
                <a:off x="2561516" y="5178593"/>
                <a:ext cx="59254" cy="74171"/>
              </a:xfrm>
              <a:custGeom>
                <a:avLst/>
                <a:gdLst/>
                <a:ahLst/>
                <a:cxnLst/>
                <a:rect l="l" t="t" r="r" b="b"/>
                <a:pathLst>
                  <a:path w="59254" h="74171">
                    <a:moveTo>
                      <a:pt x="0" y="13223"/>
                    </a:moveTo>
                    <a:lnTo>
                      <a:pt x="21149" y="0"/>
                    </a:lnTo>
                    <a:lnTo>
                      <a:pt x="59254" y="60948"/>
                    </a:lnTo>
                    <a:lnTo>
                      <a:pt x="38104" y="74171"/>
                    </a:lnTo>
                    <a:lnTo>
                      <a:pt x="0" y="132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7" name="Контур"/>
              <p:cNvSpPr/>
              <p:nvPr/>
            </p:nvSpPr>
            <p:spPr>
              <a:xfrm>
                <a:off x="2701738" y="5013211"/>
                <a:ext cx="156711" cy="216198"/>
              </a:xfrm>
              <a:custGeom>
                <a:avLst/>
                <a:gdLst/>
                <a:ahLst/>
                <a:cxnLst/>
                <a:rect l="l" t="t" r="r" b="b"/>
                <a:pathLst>
                  <a:path w="156711" h="216198">
                    <a:moveTo>
                      <a:pt x="98727" y="216198"/>
                    </a:moveTo>
                    <a:lnTo>
                      <a:pt x="0" y="64208"/>
                    </a:lnTo>
                    <a:lnTo>
                      <a:pt x="105752" y="0"/>
                    </a:lnTo>
                    <a:lnTo>
                      <a:pt x="124861" y="32846"/>
                    </a:lnTo>
                    <a:lnTo>
                      <a:pt x="92847" y="53437"/>
                    </a:lnTo>
                    <a:lnTo>
                      <a:pt x="156711" y="155897"/>
                    </a:lnTo>
                    <a:lnTo>
                      <a:pt x="119961" y="180247"/>
                    </a:lnTo>
                    <a:lnTo>
                      <a:pt x="128454" y="195608"/>
                    </a:lnTo>
                    <a:lnTo>
                      <a:pt x="98727" y="2161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8" name="Контур"/>
              <p:cNvSpPr/>
              <p:nvPr/>
            </p:nvSpPr>
            <p:spPr>
              <a:xfrm>
                <a:off x="2103879" y="5052191"/>
                <a:ext cx="201934" cy="161538"/>
              </a:xfrm>
              <a:custGeom>
                <a:avLst/>
                <a:gdLst/>
                <a:ahLst/>
                <a:cxnLst/>
                <a:rect l="l" t="t" r="r" b="b"/>
                <a:pathLst>
                  <a:path w="201934" h="161538">
                    <a:moveTo>
                      <a:pt x="0" y="113607"/>
                    </a:moveTo>
                    <a:lnTo>
                      <a:pt x="169402" y="0"/>
                    </a:lnTo>
                    <a:lnTo>
                      <a:pt x="201934" y="51368"/>
                    </a:lnTo>
                    <a:lnTo>
                      <a:pt x="27972" y="161538"/>
                    </a:lnTo>
                    <a:lnTo>
                      <a:pt x="0" y="1136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9" name="Контур"/>
              <p:cNvSpPr/>
              <p:nvPr/>
            </p:nvSpPr>
            <p:spPr>
              <a:xfrm>
                <a:off x="2164517" y="5435479"/>
                <a:ext cx="79528" cy="100832"/>
              </a:xfrm>
              <a:custGeom>
                <a:avLst/>
                <a:gdLst/>
                <a:ahLst/>
                <a:cxnLst/>
                <a:rect l="l" t="t" r="r" b="b"/>
                <a:pathLst>
                  <a:path w="79528" h="100832">
                    <a:moveTo>
                      <a:pt x="32742" y="0"/>
                    </a:moveTo>
                    <a:lnTo>
                      <a:pt x="79528" y="75596"/>
                    </a:lnTo>
                    <a:lnTo>
                      <a:pt x="38712" y="100832"/>
                    </a:lnTo>
                    <a:lnTo>
                      <a:pt x="0" y="20049"/>
                    </a:lnTo>
                    <a:lnTo>
                      <a:pt x="3274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0" name="Контур"/>
              <p:cNvSpPr/>
              <p:nvPr/>
            </p:nvSpPr>
            <p:spPr>
              <a:xfrm>
                <a:off x="2197259" y="5239176"/>
                <a:ext cx="352448" cy="273737"/>
              </a:xfrm>
              <a:custGeom>
                <a:avLst/>
                <a:gdLst/>
                <a:ahLst/>
                <a:cxnLst/>
                <a:rect l="l" t="t" r="r" b="b"/>
                <a:pathLst>
                  <a:path w="352448" h="273737">
                    <a:moveTo>
                      <a:pt x="287435" y="0"/>
                    </a:moveTo>
                    <a:lnTo>
                      <a:pt x="352448" y="102382"/>
                    </a:lnTo>
                    <a:lnTo>
                      <a:pt x="329503" y="117329"/>
                    </a:lnTo>
                    <a:lnTo>
                      <a:pt x="252928" y="165175"/>
                    </a:lnTo>
                    <a:lnTo>
                      <a:pt x="234374" y="177075"/>
                    </a:lnTo>
                    <a:lnTo>
                      <a:pt x="83075" y="273737"/>
                    </a:lnTo>
                    <a:lnTo>
                      <a:pt x="71841" y="256202"/>
                    </a:lnTo>
                    <a:lnTo>
                      <a:pt x="46786" y="271899"/>
                    </a:lnTo>
                    <a:lnTo>
                      <a:pt x="0" y="196303"/>
                    </a:lnTo>
                    <a:lnTo>
                      <a:pt x="24066" y="181355"/>
                    </a:lnTo>
                    <a:lnTo>
                      <a:pt x="17249" y="170704"/>
                    </a:lnTo>
                    <a:lnTo>
                      <a:pt x="174323" y="70480"/>
                    </a:lnTo>
                    <a:lnTo>
                      <a:pt x="2874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1" name="Контур"/>
              <p:cNvSpPr/>
              <p:nvPr/>
            </p:nvSpPr>
            <p:spPr>
              <a:xfrm>
                <a:off x="2450187" y="5356505"/>
                <a:ext cx="94798" cy="79910"/>
              </a:xfrm>
              <a:custGeom>
                <a:avLst/>
                <a:gdLst/>
                <a:ahLst/>
                <a:cxnLst/>
                <a:rect l="l" t="t" r="r" b="b"/>
                <a:pathLst>
                  <a:path w="94798" h="79910">
                    <a:moveTo>
                      <a:pt x="22296" y="79910"/>
                    </a:moveTo>
                    <a:lnTo>
                      <a:pt x="0" y="47846"/>
                    </a:lnTo>
                    <a:lnTo>
                      <a:pt x="76575" y="0"/>
                    </a:lnTo>
                    <a:lnTo>
                      <a:pt x="94798" y="34766"/>
                    </a:lnTo>
                    <a:lnTo>
                      <a:pt x="22296" y="799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2" name="Контур"/>
              <p:cNvSpPr/>
              <p:nvPr/>
            </p:nvSpPr>
            <p:spPr>
              <a:xfrm>
                <a:off x="2181691" y="5289014"/>
                <a:ext cx="189891" cy="146465"/>
              </a:xfrm>
              <a:custGeom>
                <a:avLst/>
                <a:gdLst/>
                <a:ahLst/>
                <a:cxnLst/>
                <a:rect l="l" t="t" r="r" b="b"/>
                <a:pathLst>
                  <a:path w="189891" h="146465">
                    <a:moveTo>
                      <a:pt x="189891" y="20642"/>
                    </a:moveTo>
                    <a:lnTo>
                      <a:pt x="32817" y="120866"/>
                    </a:lnTo>
                    <a:lnTo>
                      <a:pt x="39634" y="131517"/>
                    </a:lnTo>
                    <a:lnTo>
                      <a:pt x="15568" y="146465"/>
                    </a:lnTo>
                    <a:lnTo>
                      <a:pt x="0" y="115588"/>
                    </a:lnTo>
                    <a:lnTo>
                      <a:pt x="29464" y="97199"/>
                    </a:lnTo>
                    <a:lnTo>
                      <a:pt x="26839" y="92529"/>
                    </a:lnTo>
                    <a:lnTo>
                      <a:pt x="177223" y="0"/>
                    </a:lnTo>
                    <a:lnTo>
                      <a:pt x="189891" y="206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3" name="Контур"/>
              <p:cNvSpPr/>
              <p:nvPr/>
            </p:nvSpPr>
            <p:spPr>
              <a:xfrm>
                <a:off x="2484694" y="5191816"/>
                <a:ext cx="140612" cy="149742"/>
              </a:xfrm>
              <a:custGeom>
                <a:avLst/>
                <a:gdLst/>
                <a:ahLst/>
                <a:cxnLst/>
                <a:rect l="l" t="t" r="r" b="b"/>
                <a:pathLst>
                  <a:path w="140612" h="149742">
                    <a:moveTo>
                      <a:pt x="0" y="47360"/>
                    </a:moveTo>
                    <a:lnTo>
                      <a:pt x="76822" y="0"/>
                    </a:lnTo>
                    <a:lnTo>
                      <a:pt x="114926" y="60948"/>
                    </a:lnTo>
                    <a:lnTo>
                      <a:pt x="140612" y="102532"/>
                    </a:lnTo>
                    <a:lnTo>
                      <a:pt x="65013" y="149742"/>
                    </a:lnTo>
                    <a:lnTo>
                      <a:pt x="0" y="473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4" name="Контур"/>
              <p:cNvSpPr/>
              <p:nvPr/>
            </p:nvSpPr>
            <p:spPr>
              <a:xfrm>
                <a:off x="2194861" y="5298584"/>
                <a:ext cx="35922" cy="36464"/>
              </a:xfrm>
              <a:custGeom>
                <a:avLst/>
                <a:gdLst/>
                <a:ahLst/>
                <a:cxnLst/>
                <a:rect l="l" t="t" r="r" b="b"/>
                <a:pathLst>
                  <a:path w="35922" h="36464">
                    <a:moveTo>
                      <a:pt x="0" y="13521"/>
                    </a:moveTo>
                    <a:lnTo>
                      <a:pt x="21482" y="0"/>
                    </a:lnTo>
                    <a:lnTo>
                      <a:pt x="35922" y="22943"/>
                    </a:lnTo>
                    <a:lnTo>
                      <a:pt x="14440" y="36464"/>
                    </a:lnTo>
                    <a:lnTo>
                      <a:pt x="0" y="135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5" name="Контур"/>
              <p:cNvSpPr/>
              <p:nvPr/>
            </p:nvSpPr>
            <p:spPr>
              <a:xfrm>
                <a:off x="2855158" y="5781159"/>
                <a:ext cx="30210" cy="24435"/>
              </a:xfrm>
              <a:custGeom>
                <a:avLst/>
                <a:gdLst/>
                <a:ahLst/>
                <a:cxnLst/>
                <a:rect l="l" t="t" r="r" b="b"/>
                <a:pathLst>
                  <a:path w="30210" h="24435">
                    <a:moveTo>
                      <a:pt x="6021" y="24435"/>
                    </a:moveTo>
                    <a:lnTo>
                      <a:pt x="0" y="14130"/>
                    </a:lnTo>
                    <a:lnTo>
                      <a:pt x="24189" y="0"/>
                    </a:lnTo>
                    <a:lnTo>
                      <a:pt x="30210" y="10306"/>
                    </a:lnTo>
                    <a:lnTo>
                      <a:pt x="6021" y="244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6" name="Контур"/>
              <p:cNvSpPr/>
              <p:nvPr/>
            </p:nvSpPr>
            <p:spPr>
              <a:xfrm>
                <a:off x="2290102" y="5706707"/>
                <a:ext cx="118265" cy="106069"/>
              </a:xfrm>
              <a:custGeom>
                <a:avLst/>
                <a:gdLst/>
                <a:ahLst/>
                <a:cxnLst/>
                <a:rect l="l" t="t" r="r" b="b"/>
                <a:pathLst>
                  <a:path w="118265" h="106069">
                    <a:moveTo>
                      <a:pt x="40388" y="94056"/>
                    </a:moveTo>
                    <a:lnTo>
                      <a:pt x="0" y="17011"/>
                    </a:lnTo>
                    <a:lnTo>
                      <a:pt x="33721" y="0"/>
                    </a:lnTo>
                    <a:lnTo>
                      <a:pt x="48245" y="24496"/>
                    </a:lnTo>
                    <a:lnTo>
                      <a:pt x="80612" y="11211"/>
                    </a:lnTo>
                    <a:lnTo>
                      <a:pt x="118265" y="79170"/>
                    </a:lnTo>
                    <a:lnTo>
                      <a:pt x="67455" y="106069"/>
                    </a:lnTo>
                    <a:lnTo>
                      <a:pt x="40388" y="940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7" name="Контур"/>
              <p:cNvSpPr/>
              <p:nvPr/>
            </p:nvSpPr>
            <p:spPr>
              <a:xfrm>
                <a:off x="2414985" y="5607777"/>
                <a:ext cx="218031" cy="158932"/>
              </a:xfrm>
              <a:custGeom>
                <a:avLst/>
                <a:gdLst/>
                <a:ahLst/>
                <a:cxnLst/>
                <a:rect l="l" t="t" r="r" b="b"/>
                <a:pathLst>
                  <a:path w="218031" h="158932">
                    <a:moveTo>
                      <a:pt x="0" y="127234"/>
                    </a:moveTo>
                    <a:lnTo>
                      <a:pt x="197623" y="0"/>
                    </a:lnTo>
                    <a:lnTo>
                      <a:pt x="218031" y="31698"/>
                    </a:lnTo>
                    <a:lnTo>
                      <a:pt x="20408" y="158932"/>
                    </a:lnTo>
                    <a:lnTo>
                      <a:pt x="0" y="1272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8" name="Контур"/>
              <p:cNvSpPr/>
              <p:nvPr/>
            </p:nvSpPr>
            <p:spPr>
              <a:xfrm>
                <a:off x="2283642" y="5664680"/>
                <a:ext cx="32269" cy="31499"/>
              </a:xfrm>
              <a:custGeom>
                <a:avLst/>
                <a:gdLst/>
                <a:ahLst/>
                <a:cxnLst/>
                <a:rect l="l" t="t" r="r" b="b"/>
                <a:pathLst>
                  <a:path w="32269" h="31499">
                    <a:moveTo>
                      <a:pt x="9767" y="31499"/>
                    </a:moveTo>
                    <a:lnTo>
                      <a:pt x="0" y="23472"/>
                    </a:lnTo>
                    <a:lnTo>
                      <a:pt x="0" y="10908"/>
                    </a:lnTo>
                    <a:lnTo>
                      <a:pt x="7852" y="698"/>
                    </a:lnTo>
                    <a:lnTo>
                      <a:pt x="22851" y="0"/>
                    </a:lnTo>
                    <a:lnTo>
                      <a:pt x="32269" y="12216"/>
                    </a:lnTo>
                    <a:lnTo>
                      <a:pt x="31393" y="22076"/>
                    </a:lnTo>
                    <a:lnTo>
                      <a:pt x="21627" y="31150"/>
                    </a:lnTo>
                    <a:lnTo>
                      <a:pt x="9767" y="314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9" name="Контур"/>
              <p:cNvSpPr/>
              <p:nvPr/>
            </p:nvSpPr>
            <p:spPr>
              <a:xfrm>
                <a:off x="2322425" y="5151582"/>
                <a:ext cx="749179" cy="517733"/>
              </a:xfrm>
              <a:custGeom>
                <a:avLst/>
                <a:gdLst/>
                <a:ahLst/>
                <a:cxnLst/>
                <a:rect l="l" t="t" r="r" b="b"/>
                <a:pathLst>
                  <a:path w="749179" h="517733">
                    <a:moveTo>
                      <a:pt x="703474" y="0"/>
                    </a:moveTo>
                    <a:lnTo>
                      <a:pt x="749179" y="72158"/>
                    </a:lnTo>
                    <a:lnTo>
                      <a:pt x="45706" y="517733"/>
                    </a:lnTo>
                    <a:lnTo>
                      <a:pt x="0" y="445574"/>
                    </a:lnTo>
                    <a:lnTo>
                      <a:pt x="70347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0" name="Контур"/>
              <p:cNvSpPr/>
              <p:nvPr/>
            </p:nvSpPr>
            <p:spPr>
              <a:xfrm>
                <a:off x="2280334" y="5416251"/>
                <a:ext cx="174051" cy="132273"/>
              </a:xfrm>
              <a:custGeom>
                <a:avLst/>
                <a:gdLst/>
                <a:ahLst/>
                <a:cxnLst/>
                <a:rect l="l" t="t" r="r" b="b"/>
                <a:pathLst>
                  <a:path w="174051" h="132273">
                    <a:moveTo>
                      <a:pt x="0" y="96662"/>
                    </a:moveTo>
                    <a:lnTo>
                      <a:pt x="151299" y="0"/>
                    </a:lnTo>
                    <a:lnTo>
                      <a:pt x="174051" y="35611"/>
                    </a:lnTo>
                    <a:lnTo>
                      <a:pt x="22752" y="132273"/>
                    </a:lnTo>
                    <a:lnTo>
                      <a:pt x="0" y="966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1" name="Контур"/>
              <p:cNvSpPr/>
              <p:nvPr/>
            </p:nvSpPr>
            <p:spPr>
              <a:xfrm>
                <a:off x="1374060" y="5336440"/>
                <a:ext cx="83424" cy="80620"/>
              </a:xfrm>
              <a:custGeom>
                <a:avLst/>
                <a:gdLst/>
                <a:ahLst/>
                <a:cxnLst/>
                <a:rect l="l" t="t" r="r" b="b"/>
                <a:pathLst>
                  <a:path w="83424" h="80620">
                    <a:moveTo>
                      <a:pt x="34090" y="80620"/>
                    </a:moveTo>
                    <a:lnTo>
                      <a:pt x="0" y="30681"/>
                    </a:lnTo>
                    <a:lnTo>
                      <a:pt x="52157" y="0"/>
                    </a:lnTo>
                    <a:lnTo>
                      <a:pt x="70272" y="29438"/>
                    </a:lnTo>
                    <a:lnTo>
                      <a:pt x="83424" y="50808"/>
                    </a:lnTo>
                    <a:lnTo>
                      <a:pt x="72797" y="57230"/>
                    </a:lnTo>
                    <a:lnTo>
                      <a:pt x="34090" y="806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2" name="Контур"/>
              <p:cNvSpPr/>
              <p:nvPr/>
            </p:nvSpPr>
            <p:spPr>
              <a:xfrm>
                <a:off x="2103576" y="4986404"/>
                <a:ext cx="453695" cy="344241"/>
              </a:xfrm>
              <a:custGeom>
                <a:avLst/>
                <a:gdLst/>
                <a:ahLst/>
                <a:cxnLst/>
                <a:rect l="l" t="t" r="r" b="b"/>
                <a:pathLst>
                  <a:path w="453695" h="344241">
                    <a:moveTo>
                      <a:pt x="202237" y="117155"/>
                    </a:moveTo>
                    <a:lnTo>
                      <a:pt x="343147" y="29135"/>
                    </a:lnTo>
                    <a:lnTo>
                      <a:pt x="389153" y="0"/>
                    </a:lnTo>
                    <a:lnTo>
                      <a:pt x="453695" y="101915"/>
                    </a:lnTo>
                    <a:lnTo>
                      <a:pt x="407330" y="131279"/>
                    </a:lnTo>
                    <a:lnTo>
                      <a:pt x="418284" y="148575"/>
                    </a:lnTo>
                    <a:lnTo>
                      <a:pt x="170857" y="305271"/>
                    </a:lnTo>
                    <a:lnTo>
                      <a:pt x="157576" y="284301"/>
                    </a:lnTo>
                    <a:lnTo>
                      <a:pt x="112767" y="312180"/>
                    </a:lnTo>
                    <a:lnTo>
                      <a:pt x="91285" y="325701"/>
                    </a:lnTo>
                    <a:lnTo>
                      <a:pt x="62237" y="344241"/>
                    </a:lnTo>
                    <a:lnTo>
                      <a:pt x="24184" y="283093"/>
                    </a:lnTo>
                    <a:lnTo>
                      <a:pt x="3402" y="250590"/>
                    </a:lnTo>
                    <a:lnTo>
                      <a:pt x="0" y="244561"/>
                    </a:lnTo>
                    <a:lnTo>
                      <a:pt x="28275" y="227325"/>
                    </a:lnTo>
                    <a:lnTo>
                      <a:pt x="202237" y="1171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3" name="Контур"/>
              <p:cNvSpPr/>
              <p:nvPr/>
            </p:nvSpPr>
            <p:spPr>
              <a:xfrm>
                <a:off x="1902837" y="5259228"/>
                <a:ext cx="82526" cy="62151"/>
              </a:xfrm>
              <a:custGeom>
                <a:avLst/>
                <a:gdLst/>
                <a:ahLst/>
                <a:cxnLst/>
                <a:rect l="l" t="t" r="r" b="b"/>
                <a:pathLst>
                  <a:path w="82526" h="62151">
                    <a:moveTo>
                      <a:pt x="12478" y="62151"/>
                    </a:moveTo>
                    <a:lnTo>
                      <a:pt x="0" y="38384"/>
                    </a:lnTo>
                    <a:lnTo>
                      <a:pt x="70367" y="0"/>
                    </a:lnTo>
                    <a:lnTo>
                      <a:pt x="82526" y="23605"/>
                    </a:lnTo>
                    <a:lnTo>
                      <a:pt x="12478" y="621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4" name="Контур"/>
              <p:cNvSpPr/>
              <p:nvPr/>
            </p:nvSpPr>
            <p:spPr>
              <a:xfrm>
                <a:off x="2069228" y="5173914"/>
                <a:ext cx="43589" cy="33500"/>
              </a:xfrm>
              <a:custGeom>
                <a:avLst/>
                <a:gdLst/>
                <a:ahLst/>
                <a:cxnLst/>
                <a:rect l="l" t="t" r="r" b="b"/>
                <a:pathLst>
                  <a:path w="43589" h="33500">
                    <a:moveTo>
                      <a:pt x="7059" y="33500"/>
                    </a:moveTo>
                    <a:lnTo>
                      <a:pt x="0" y="21511"/>
                    </a:lnTo>
                    <a:lnTo>
                      <a:pt x="36530" y="0"/>
                    </a:lnTo>
                    <a:lnTo>
                      <a:pt x="43589" y="11989"/>
                    </a:lnTo>
                    <a:lnTo>
                      <a:pt x="7059" y="335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5" name="Контур"/>
              <p:cNvSpPr/>
              <p:nvPr/>
            </p:nvSpPr>
            <p:spPr>
              <a:xfrm>
                <a:off x="2091775" y="5236994"/>
                <a:ext cx="35985" cy="42224"/>
              </a:xfrm>
              <a:custGeom>
                <a:avLst/>
                <a:gdLst/>
                <a:ahLst/>
                <a:cxnLst/>
                <a:rect l="l" t="t" r="r" b="b"/>
                <a:pathLst>
                  <a:path w="35985" h="42224">
                    <a:moveTo>
                      <a:pt x="15203" y="0"/>
                    </a:moveTo>
                    <a:lnTo>
                      <a:pt x="35985" y="32503"/>
                    </a:lnTo>
                    <a:lnTo>
                      <a:pt x="20783" y="42224"/>
                    </a:lnTo>
                    <a:lnTo>
                      <a:pt x="0" y="9721"/>
                    </a:lnTo>
                    <a:lnTo>
                      <a:pt x="1520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6" name="Контур"/>
              <p:cNvSpPr/>
              <p:nvPr/>
            </p:nvSpPr>
            <p:spPr>
              <a:xfrm>
                <a:off x="1899077" y="5162906"/>
                <a:ext cx="30340" cy="34893"/>
              </a:xfrm>
              <a:custGeom>
                <a:avLst/>
                <a:gdLst/>
                <a:ahLst/>
                <a:cxnLst/>
                <a:rect l="l" t="t" r="r" b="b"/>
                <a:pathLst>
                  <a:path w="30340" h="34893">
                    <a:moveTo>
                      <a:pt x="0" y="8420"/>
                    </a:moveTo>
                    <a:lnTo>
                      <a:pt x="12478" y="0"/>
                    </a:lnTo>
                    <a:lnTo>
                      <a:pt x="30340" y="26473"/>
                    </a:lnTo>
                    <a:lnTo>
                      <a:pt x="17862" y="34893"/>
                    </a:lnTo>
                    <a:lnTo>
                      <a:pt x="0" y="84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7" name="Контур"/>
              <p:cNvSpPr/>
              <p:nvPr/>
            </p:nvSpPr>
            <p:spPr>
              <a:xfrm>
                <a:off x="1758751" y="5545303"/>
                <a:ext cx="23715" cy="26508"/>
              </a:xfrm>
              <a:custGeom>
                <a:avLst/>
                <a:gdLst/>
                <a:ahLst/>
                <a:cxnLst/>
                <a:rect l="l" t="t" r="r" b="b"/>
                <a:pathLst>
                  <a:path w="23715" h="26508">
                    <a:moveTo>
                      <a:pt x="0" y="7148"/>
                    </a:moveTo>
                    <a:lnTo>
                      <a:pt x="13349" y="0"/>
                    </a:lnTo>
                    <a:lnTo>
                      <a:pt x="23715" y="19361"/>
                    </a:lnTo>
                    <a:lnTo>
                      <a:pt x="10366" y="26508"/>
                    </a:lnTo>
                    <a:lnTo>
                      <a:pt x="0" y="71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8" name="Контур"/>
              <p:cNvSpPr/>
              <p:nvPr/>
            </p:nvSpPr>
            <p:spPr>
              <a:xfrm>
                <a:off x="2023904" y="5508544"/>
                <a:ext cx="27960" cy="23952"/>
              </a:xfrm>
              <a:custGeom>
                <a:avLst/>
                <a:gdLst/>
                <a:ahLst/>
                <a:cxnLst/>
                <a:rect l="l" t="t" r="r" b="b"/>
                <a:pathLst>
                  <a:path w="27960" h="23952">
                    <a:moveTo>
                      <a:pt x="6537" y="23952"/>
                    </a:moveTo>
                    <a:lnTo>
                      <a:pt x="0" y="10137"/>
                    </a:lnTo>
                    <a:lnTo>
                      <a:pt x="21422" y="0"/>
                    </a:lnTo>
                    <a:lnTo>
                      <a:pt x="27960" y="13814"/>
                    </a:lnTo>
                    <a:lnTo>
                      <a:pt x="6537" y="239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9" name="Контур"/>
              <p:cNvSpPr/>
              <p:nvPr/>
            </p:nvSpPr>
            <p:spPr>
              <a:xfrm>
                <a:off x="1881321" y="5485407"/>
                <a:ext cx="38937" cy="37466"/>
              </a:xfrm>
              <a:custGeom>
                <a:avLst/>
                <a:gdLst/>
                <a:ahLst/>
                <a:cxnLst/>
                <a:rect l="l" t="t" r="r" b="b"/>
                <a:pathLst>
                  <a:path w="38937" h="37466">
                    <a:moveTo>
                      <a:pt x="12003" y="37466"/>
                    </a:moveTo>
                    <a:lnTo>
                      <a:pt x="0" y="13474"/>
                    </a:lnTo>
                    <a:lnTo>
                      <a:pt x="26934" y="0"/>
                    </a:lnTo>
                    <a:lnTo>
                      <a:pt x="38937" y="23992"/>
                    </a:lnTo>
                    <a:lnTo>
                      <a:pt x="12003" y="374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0" name="Контур"/>
              <p:cNvSpPr/>
              <p:nvPr/>
            </p:nvSpPr>
            <p:spPr>
              <a:xfrm>
                <a:off x="1914988" y="5456801"/>
                <a:ext cx="62776" cy="53439"/>
              </a:xfrm>
              <a:custGeom>
                <a:avLst/>
                <a:gdLst/>
                <a:ahLst/>
                <a:cxnLst/>
                <a:rect l="l" t="t" r="r" b="b"/>
                <a:pathLst>
                  <a:path w="62776" h="53439">
                    <a:moveTo>
                      <a:pt x="0" y="27069"/>
                    </a:moveTo>
                    <a:lnTo>
                      <a:pt x="47863" y="0"/>
                    </a:lnTo>
                    <a:lnTo>
                      <a:pt x="62776" y="26371"/>
                    </a:lnTo>
                    <a:lnTo>
                      <a:pt x="14913" y="53439"/>
                    </a:lnTo>
                    <a:lnTo>
                      <a:pt x="0" y="270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1" name="Контур"/>
              <p:cNvSpPr/>
              <p:nvPr/>
            </p:nvSpPr>
            <p:spPr>
              <a:xfrm>
                <a:off x="1657894" y="5240089"/>
                <a:ext cx="173150" cy="249111"/>
              </a:xfrm>
              <a:custGeom>
                <a:avLst/>
                <a:gdLst/>
                <a:ahLst/>
                <a:cxnLst/>
                <a:rect l="l" t="t" r="r" b="b"/>
                <a:pathLst>
                  <a:path w="173150" h="249111">
                    <a:moveTo>
                      <a:pt x="132643" y="249111"/>
                    </a:moveTo>
                    <a:lnTo>
                      <a:pt x="0" y="26064"/>
                    </a:lnTo>
                    <a:lnTo>
                      <a:pt x="41299" y="0"/>
                    </a:lnTo>
                    <a:lnTo>
                      <a:pt x="173150" y="225024"/>
                    </a:lnTo>
                    <a:lnTo>
                      <a:pt x="132643" y="2491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2" name="Контур"/>
              <p:cNvSpPr/>
              <p:nvPr/>
            </p:nvSpPr>
            <p:spPr>
              <a:xfrm>
                <a:off x="1915315" y="5266826"/>
                <a:ext cx="182738" cy="206925"/>
              </a:xfrm>
              <a:custGeom>
                <a:avLst/>
                <a:gdLst/>
                <a:ahLst/>
                <a:cxnLst/>
                <a:rect l="l" t="t" r="r" b="b"/>
                <a:pathLst>
                  <a:path w="182738" h="206925">
                    <a:moveTo>
                      <a:pt x="70048" y="16007"/>
                    </a:moveTo>
                    <a:lnTo>
                      <a:pt x="100578" y="0"/>
                    </a:lnTo>
                    <a:lnTo>
                      <a:pt x="182738" y="145422"/>
                    </a:lnTo>
                    <a:lnTo>
                      <a:pt x="164857" y="155872"/>
                    </a:lnTo>
                    <a:lnTo>
                      <a:pt x="150914" y="162934"/>
                    </a:lnTo>
                    <a:lnTo>
                      <a:pt x="153906" y="168372"/>
                    </a:lnTo>
                    <a:lnTo>
                      <a:pt x="83845" y="206925"/>
                    </a:lnTo>
                    <a:lnTo>
                      <a:pt x="0" y="54553"/>
                    </a:lnTo>
                    <a:lnTo>
                      <a:pt x="70048" y="160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3" name="Контур"/>
              <p:cNvSpPr/>
              <p:nvPr/>
            </p:nvSpPr>
            <p:spPr>
              <a:xfrm>
                <a:off x="1726427" y="5592252"/>
                <a:ext cx="41519" cy="44946"/>
              </a:xfrm>
              <a:custGeom>
                <a:avLst/>
                <a:gdLst/>
                <a:ahLst/>
                <a:cxnLst/>
                <a:rect l="l" t="t" r="r" b="b"/>
                <a:pathLst>
                  <a:path w="41519" h="44946">
                    <a:moveTo>
                      <a:pt x="0" y="11874"/>
                    </a:moveTo>
                    <a:lnTo>
                      <a:pt x="26944" y="0"/>
                    </a:lnTo>
                    <a:lnTo>
                      <a:pt x="41519" y="33071"/>
                    </a:lnTo>
                    <a:lnTo>
                      <a:pt x="14575" y="44946"/>
                    </a:lnTo>
                    <a:lnTo>
                      <a:pt x="0" y="118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4" name="Контур"/>
              <p:cNvSpPr/>
              <p:nvPr/>
            </p:nvSpPr>
            <p:spPr>
              <a:xfrm>
                <a:off x="1994936" y="5522358"/>
                <a:ext cx="145176" cy="213422"/>
              </a:xfrm>
              <a:custGeom>
                <a:avLst/>
                <a:gdLst/>
                <a:ahLst/>
                <a:cxnLst/>
                <a:rect l="l" t="t" r="r" b="b"/>
                <a:pathLst>
                  <a:path w="145176" h="213422">
                    <a:moveTo>
                      <a:pt x="121475" y="197696"/>
                    </a:moveTo>
                    <a:lnTo>
                      <a:pt x="88243" y="213422"/>
                    </a:lnTo>
                    <a:lnTo>
                      <a:pt x="0" y="26942"/>
                    </a:lnTo>
                    <a:lnTo>
                      <a:pt x="35505" y="10138"/>
                    </a:lnTo>
                    <a:lnTo>
                      <a:pt x="56928" y="0"/>
                    </a:lnTo>
                    <a:lnTo>
                      <a:pt x="145176" y="186480"/>
                    </a:lnTo>
                    <a:lnTo>
                      <a:pt x="121475" y="1976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5" name="Контур"/>
              <p:cNvSpPr/>
              <p:nvPr/>
            </p:nvSpPr>
            <p:spPr>
              <a:xfrm>
                <a:off x="1366282" y="5645842"/>
                <a:ext cx="64453" cy="75854"/>
              </a:xfrm>
              <a:custGeom>
                <a:avLst/>
                <a:gdLst/>
                <a:ahLst/>
                <a:cxnLst/>
                <a:rect l="l" t="t" r="r" b="b"/>
                <a:pathLst>
                  <a:path w="64453" h="75854">
                    <a:moveTo>
                      <a:pt x="0" y="17323"/>
                    </a:moveTo>
                    <a:lnTo>
                      <a:pt x="27265" y="0"/>
                    </a:lnTo>
                    <a:lnTo>
                      <a:pt x="49126" y="34423"/>
                    </a:lnTo>
                    <a:lnTo>
                      <a:pt x="64453" y="58531"/>
                    </a:lnTo>
                    <a:lnTo>
                      <a:pt x="37189" y="75854"/>
                    </a:lnTo>
                    <a:lnTo>
                      <a:pt x="0" y="173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6" name="Контур"/>
              <p:cNvSpPr/>
              <p:nvPr/>
            </p:nvSpPr>
            <p:spPr>
              <a:xfrm>
                <a:off x="1636799" y="5567157"/>
                <a:ext cx="280529" cy="175133"/>
              </a:xfrm>
              <a:custGeom>
                <a:avLst/>
                <a:gdLst/>
                <a:ahLst/>
                <a:cxnLst/>
                <a:rect l="l" t="t" r="r" b="b"/>
                <a:pathLst>
                  <a:path w="280529" h="175133">
                    <a:moveTo>
                      <a:pt x="252960" y="0"/>
                    </a:moveTo>
                    <a:lnTo>
                      <a:pt x="258178" y="10707"/>
                    </a:lnTo>
                    <a:lnTo>
                      <a:pt x="276606" y="46670"/>
                    </a:lnTo>
                    <a:lnTo>
                      <a:pt x="280529" y="54883"/>
                    </a:lnTo>
                    <a:lnTo>
                      <a:pt x="26750" y="175133"/>
                    </a:lnTo>
                    <a:lnTo>
                      <a:pt x="0" y="120489"/>
                    </a:lnTo>
                    <a:lnTo>
                      <a:pt x="104203" y="70041"/>
                    </a:lnTo>
                    <a:lnTo>
                      <a:pt x="131147" y="58166"/>
                    </a:lnTo>
                    <a:lnTo>
                      <a:pt x="2529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7" name="Контур"/>
              <p:cNvSpPr/>
              <p:nvPr/>
            </p:nvSpPr>
            <p:spPr>
              <a:xfrm>
                <a:off x="1894977" y="5547045"/>
                <a:ext cx="60782" cy="74995"/>
              </a:xfrm>
              <a:custGeom>
                <a:avLst/>
                <a:gdLst/>
                <a:ahLst/>
                <a:cxnLst/>
                <a:rect l="l" t="t" r="r" b="b"/>
                <a:pathLst>
                  <a:path w="60782" h="74995">
                    <a:moveTo>
                      <a:pt x="0" y="30819"/>
                    </a:moveTo>
                    <a:lnTo>
                      <a:pt x="20091" y="20720"/>
                    </a:lnTo>
                    <a:lnTo>
                      <a:pt x="14513" y="9190"/>
                    </a:lnTo>
                    <a:lnTo>
                      <a:pt x="32900" y="0"/>
                    </a:lnTo>
                    <a:lnTo>
                      <a:pt x="60782" y="55787"/>
                    </a:lnTo>
                    <a:lnTo>
                      <a:pt x="22351" y="74995"/>
                    </a:lnTo>
                    <a:lnTo>
                      <a:pt x="18428" y="66782"/>
                    </a:lnTo>
                    <a:lnTo>
                      <a:pt x="0" y="308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8" name="Контур"/>
              <p:cNvSpPr/>
              <p:nvPr/>
            </p:nvSpPr>
            <p:spPr>
              <a:xfrm>
                <a:off x="1683156" y="5563289"/>
                <a:ext cx="70215" cy="54336"/>
              </a:xfrm>
              <a:custGeom>
                <a:avLst/>
                <a:gdLst/>
                <a:ahLst/>
                <a:cxnLst/>
                <a:rect l="l" t="t" r="r" b="b"/>
                <a:pathLst>
                  <a:path w="70215" h="54336">
                    <a:moveTo>
                      <a:pt x="57418" y="0"/>
                    </a:moveTo>
                    <a:lnTo>
                      <a:pt x="70215" y="28963"/>
                    </a:lnTo>
                    <a:lnTo>
                      <a:pt x="43271" y="40837"/>
                    </a:lnTo>
                    <a:lnTo>
                      <a:pt x="12802" y="54336"/>
                    </a:lnTo>
                    <a:lnTo>
                      <a:pt x="0" y="25372"/>
                    </a:lnTo>
                    <a:lnTo>
                      <a:pt x="5741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9" name="Контур"/>
              <p:cNvSpPr/>
              <p:nvPr/>
            </p:nvSpPr>
            <p:spPr>
              <a:xfrm>
                <a:off x="369339" y="5174776"/>
                <a:ext cx="89582" cy="145104"/>
              </a:xfrm>
              <a:custGeom>
                <a:avLst/>
                <a:gdLst/>
                <a:ahLst/>
                <a:cxnLst/>
                <a:rect l="l" t="t" r="r" b="b"/>
                <a:pathLst>
                  <a:path w="89582" h="145104">
                    <a:moveTo>
                      <a:pt x="41582" y="0"/>
                    </a:moveTo>
                    <a:lnTo>
                      <a:pt x="89582" y="135168"/>
                    </a:lnTo>
                    <a:lnTo>
                      <a:pt x="61589" y="144753"/>
                    </a:lnTo>
                    <a:lnTo>
                      <a:pt x="59933" y="139920"/>
                    </a:lnTo>
                    <a:lnTo>
                      <a:pt x="44798" y="145104"/>
                    </a:lnTo>
                    <a:lnTo>
                      <a:pt x="0" y="14232"/>
                    </a:lnTo>
                    <a:lnTo>
                      <a:pt x="4158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0" name="Контур"/>
              <p:cNvSpPr/>
              <p:nvPr/>
            </p:nvSpPr>
            <p:spPr>
              <a:xfrm>
                <a:off x="995167" y="5106726"/>
                <a:ext cx="158660" cy="152937"/>
              </a:xfrm>
              <a:custGeom>
                <a:avLst/>
                <a:gdLst/>
                <a:ahLst/>
                <a:cxnLst/>
                <a:rect l="l" t="t" r="r" b="b"/>
                <a:pathLst>
                  <a:path w="158660" h="152937">
                    <a:moveTo>
                      <a:pt x="0" y="65483"/>
                    </a:moveTo>
                    <a:lnTo>
                      <a:pt x="2703" y="63826"/>
                    </a:lnTo>
                    <a:lnTo>
                      <a:pt x="27841" y="48178"/>
                    </a:lnTo>
                    <a:lnTo>
                      <a:pt x="69842" y="22154"/>
                    </a:lnTo>
                    <a:lnTo>
                      <a:pt x="105236" y="0"/>
                    </a:lnTo>
                    <a:lnTo>
                      <a:pt x="111077" y="9384"/>
                    </a:lnTo>
                    <a:lnTo>
                      <a:pt x="116165" y="6216"/>
                    </a:lnTo>
                    <a:lnTo>
                      <a:pt x="158660" y="74467"/>
                    </a:lnTo>
                    <a:lnTo>
                      <a:pt x="148522" y="80621"/>
                    </a:lnTo>
                    <a:lnTo>
                      <a:pt x="156101" y="92419"/>
                    </a:lnTo>
                    <a:lnTo>
                      <a:pt x="54971" y="152937"/>
                    </a:lnTo>
                    <a:lnTo>
                      <a:pt x="0" y="654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1" name="Контур"/>
              <p:cNvSpPr/>
              <p:nvPr/>
            </p:nvSpPr>
            <p:spPr>
              <a:xfrm>
                <a:off x="1143689" y="5148313"/>
                <a:ext cx="79133" cy="64791"/>
              </a:xfrm>
              <a:custGeom>
                <a:avLst/>
                <a:gdLst/>
                <a:ahLst/>
                <a:cxnLst/>
                <a:rect l="l" t="t" r="r" b="b"/>
                <a:pathLst>
                  <a:path w="79133" h="64791">
                    <a:moveTo>
                      <a:pt x="0" y="39034"/>
                    </a:moveTo>
                    <a:lnTo>
                      <a:pt x="10138" y="32880"/>
                    </a:lnTo>
                    <a:lnTo>
                      <a:pt x="50347" y="7843"/>
                    </a:lnTo>
                    <a:lnTo>
                      <a:pt x="62947" y="0"/>
                    </a:lnTo>
                    <a:lnTo>
                      <a:pt x="79133" y="25997"/>
                    </a:lnTo>
                    <a:lnTo>
                      <a:pt x="16546" y="64791"/>
                    </a:lnTo>
                    <a:lnTo>
                      <a:pt x="7579" y="50832"/>
                    </a:lnTo>
                    <a:lnTo>
                      <a:pt x="0" y="390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2" name="Контур"/>
              <p:cNvSpPr/>
              <p:nvPr/>
            </p:nvSpPr>
            <p:spPr>
              <a:xfrm>
                <a:off x="1111332" y="5087905"/>
                <a:ext cx="82704" cy="93288"/>
              </a:xfrm>
              <a:custGeom>
                <a:avLst/>
                <a:gdLst/>
                <a:ahLst/>
                <a:cxnLst/>
                <a:rect l="l" t="t" r="r" b="b"/>
                <a:pathLst>
                  <a:path w="82704" h="93288">
                    <a:moveTo>
                      <a:pt x="0" y="25037"/>
                    </a:moveTo>
                    <a:lnTo>
                      <a:pt x="40210" y="0"/>
                    </a:lnTo>
                    <a:lnTo>
                      <a:pt x="41775" y="2515"/>
                    </a:lnTo>
                    <a:lnTo>
                      <a:pt x="70150" y="48231"/>
                    </a:lnTo>
                    <a:lnTo>
                      <a:pt x="82704" y="68251"/>
                    </a:lnTo>
                    <a:lnTo>
                      <a:pt x="42495" y="93288"/>
                    </a:lnTo>
                    <a:lnTo>
                      <a:pt x="0" y="250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3" name="Контур"/>
              <p:cNvSpPr/>
              <p:nvPr/>
            </p:nvSpPr>
            <p:spPr>
              <a:xfrm>
                <a:off x="639924" y="5126392"/>
                <a:ext cx="39356" cy="46396"/>
              </a:xfrm>
              <a:custGeom>
                <a:avLst/>
                <a:gdLst/>
                <a:ahLst/>
                <a:cxnLst/>
                <a:rect l="l" t="t" r="r" b="b"/>
                <a:pathLst>
                  <a:path w="39356" h="46396">
                    <a:moveTo>
                      <a:pt x="4853" y="0"/>
                    </a:moveTo>
                    <a:lnTo>
                      <a:pt x="39356" y="3950"/>
                    </a:lnTo>
                    <a:lnTo>
                      <a:pt x="34503" y="46396"/>
                    </a:lnTo>
                    <a:lnTo>
                      <a:pt x="0" y="42451"/>
                    </a:lnTo>
                    <a:lnTo>
                      <a:pt x="485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4" name="Контур"/>
              <p:cNvSpPr/>
              <p:nvPr/>
            </p:nvSpPr>
            <p:spPr>
              <a:xfrm>
                <a:off x="1275774" y="5151384"/>
                <a:ext cx="20371" cy="21028"/>
              </a:xfrm>
              <a:custGeom>
                <a:avLst/>
                <a:gdLst/>
                <a:ahLst/>
                <a:cxnLst/>
                <a:rect l="l" t="t" r="r" b="b"/>
                <a:pathLst>
                  <a:path w="20371" h="21028">
                    <a:moveTo>
                      <a:pt x="11789" y="0"/>
                    </a:moveTo>
                    <a:lnTo>
                      <a:pt x="20371" y="13573"/>
                    </a:lnTo>
                    <a:lnTo>
                      <a:pt x="8583" y="21028"/>
                    </a:lnTo>
                    <a:lnTo>
                      <a:pt x="0" y="7455"/>
                    </a:lnTo>
                    <a:lnTo>
                      <a:pt x="117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5" name="Контур"/>
              <p:cNvSpPr/>
              <p:nvPr/>
            </p:nvSpPr>
            <p:spPr>
              <a:xfrm>
                <a:off x="1193355" y="5266153"/>
                <a:ext cx="597182" cy="427929"/>
              </a:xfrm>
              <a:custGeom>
                <a:avLst/>
                <a:gdLst/>
                <a:ahLst/>
                <a:cxnLst/>
                <a:rect l="l" t="t" r="r" b="b"/>
                <a:pathLst>
                  <a:path w="597182" h="427929">
                    <a:moveTo>
                      <a:pt x="314654" y="90567"/>
                    </a:moveTo>
                    <a:lnTo>
                      <a:pt x="464539" y="0"/>
                    </a:lnTo>
                    <a:lnTo>
                      <a:pt x="597182" y="223047"/>
                    </a:lnTo>
                    <a:lnTo>
                      <a:pt x="394008" y="345970"/>
                    </a:lnTo>
                    <a:lnTo>
                      <a:pt x="348542" y="270826"/>
                    </a:lnTo>
                    <a:lnTo>
                      <a:pt x="85029" y="427929"/>
                    </a:lnTo>
                    <a:lnTo>
                      <a:pt x="0" y="280695"/>
                    </a:lnTo>
                    <a:lnTo>
                      <a:pt x="214795" y="150907"/>
                    </a:lnTo>
                    <a:lnTo>
                      <a:pt x="253502" y="127517"/>
                    </a:lnTo>
                    <a:lnTo>
                      <a:pt x="264129" y="121095"/>
                    </a:lnTo>
                    <a:lnTo>
                      <a:pt x="279542" y="111783"/>
                    </a:lnTo>
                    <a:lnTo>
                      <a:pt x="282926" y="109738"/>
                    </a:lnTo>
                    <a:lnTo>
                      <a:pt x="314654" y="905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6" name="Контур"/>
              <p:cNvSpPr/>
              <p:nvPr/>
            </p:nvSpPr>
            <p:spPr>
              <a:xfrm>
                <a:off x="755122" y="5383891"/>
                <a:ext cx="34090" cy="27700"/>
              </a:xfrm>
              <a:custGeom>
                <a:avLst/>
                <a:gdLst/>
                <a:ahLst/>
                <a:cxnLst/>
                <a:rect l="l" t="t" r="r" b="b"/>
                <a:pathLst>
                  <a:path w="34090" h="27700">
                    <a:moveTo>
                      <a:pt x="7106" y="27700"/>
                    </a:moveTo>
                    <a:lnTo>
                      <a:pt x="0" y="14083"/>
                    </a:lnTo>
                    <a:lnTo>
                      <a:pt x="26983" y="0"/>
                    </a:lnTo>
                    <a:lnTo>
                      <a:pt x="32493" y="10558"/>
                    </a:lnTo>
                    <a:lnTo>
                      <a:pt x="34090" y="13617"/>
                    </a:lnTo>
                    <a:lnTo>
                      <a:pt x="7106" y="277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7" name="Контур"/>
              <p:cNvSpPr/>
              <p:nvPr/>
            </p:nvSpPr>
            <p:spPr>
              <a:xfrm>
                <a:off x="714194" y="5408487"/>
                <a:ext cx="30246" cy="26318"/>
              </a:xfrm>
              <a:custGeom>
                <a:avLst/>
                <a:gdLst/>
                <a:ahLst/>
                <a:cxnLst/>
                <a:rect l="l" t="t" r="r" b="b"/>
                <a:pathLst>
                  <a:path w="30246" h="26318">
                    <a:moveTo>
                      <a:pt x="7668" y="26318"/>
                    </a:moveTo>
                    <a:lnTo>
                      <a:pt x="0" y="13009"/>
                    </a:lnTo>
                    <a:lnTo>
                      <a:pt x="22578" y="0"/>
                    </a:lnTo>
                    <a:lnTo>
                      <a:pt x="30246" y="13309"/>
                    </a:lnTo>
                    <a:lnTo>
                      <a:pt x="7668" y="263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8" name="Контур"/>
              <p:cNvSpPr/>
              <p:nvPr/>
            </p:nvSpPr>
            <p:spPr>
              <a:xfrm>
                <a:off x="1030856" y="5518297"/>
                <a:ext cx="82310" cy="83122"/>
              </a:xfrm>
              <a:custGeom>
                <a:avLst/>
                <a:gdLst/>
                <a:ahLst/>
                <a:cxnLst/>
                <a:rect l="l" t="t" r="r" b="b"/>
                <a:pathLst>
                  <a:path w="82310" h="83122">
                    <a:moveTo>
                      <a:pt x="34756" y="83122"/>
                    </a:moveTo>
                    <a:lnTo>
                      <a:pt x="0" y="32938"/>
                    </a:lnTo>
                    <a:lnTo>
                      <a:pt x="47553" y="0"/>
                    </a:lnTo>
                    <a:lnTo>
                      <a:pt x="82310" y="50184"/>
                    </a:lnTo>
                    <a:lnTo>
                      <a:pt x="34756" y="831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9" name="Контур"/>
              <p:cNvSpPr/>
              <p:nvPr/>
            </p:nvSpPr>
            <p:spPr>
              <a:xfrm>
                <a:off x="717216" y="5249176"/>
                <a:ext cx="143461" cy="118837"/>
              </a:xfrm>
              <a:custGeom>
                <a:avLst/>
                <a:gdLst/>
                <a:ahLst/>
                <a:cxnLst/>
                <a:rect l="l" t="t" r="r" b="b"/>
                <a:pathLst>
                  <a:path w="143461" h="118837">
                    <a:moveTo>
                      <a:pt x="30908" y="118837"/>
                    </a:moveTo>
                    <a:lnTo>
                      <a:pt x="0" y="66621"/>
                    </a:lnTo>
                    <a:lnTo>
                      <a:pt x="112553" y="0"/>
                    </a:lnTo>
                    <a:lnTo>
                      <a:pt x="143461" y="52217"/>
                    </a:lnTo>
                    <a:lnTo>
                      <a:pt x="30908" y="1188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0" name="Контур"/>
              <p:cNvSpPr/>
              <p:nvPr/>
            </p:nvSpPr>
            <p:spPr>
              <a:xfrm>
                <a:off x="1354356" y="5402312"/>
                <a:ext cx="33853" cy="28485"/>
              </a:xfrm>
              <a:custGeom>
                <a:avLst/>
                <a:gdLst/>
                <a:ahLst/>
                <a:cxnLst/>
                <a:rect l="l" t="t" r="r" b="b"/>
                <a:pathLst>
                  <a:path w="33853" h="28485">
                    <a:moveTo>
                      <a:pt x="0" y="15314"/>
                    </a:moveTo>
                    <a:lnTo>
                      <a:pt x="26136" y="0"/>
                    </a:lnTo>
                    <a:lnTo>
                      <a:pt x="33853" y="13172"/>
                    </a:lnTo>
                    <a:lnTo>
                      <a:pt x="7717" y="28485"/>
                    </a:lnTo>
                    <a:lnTo>
                      <a:pt x="0" y="153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1" name="Контур"/>
              <p:cNvSpPr/>
              <p:nvPr/>
            </p:nvSpPr>
            <p:spPr>
              <a:xfrm>
                <a:off x="729512" y="5761912"/>
                <a:ext cx="44620" cy="44856"/>
              </a:xfrm>
              <a:custGeom>
                <a:avLst/>
                <a:gdLst/>
                <a:ahLst/>
                <a:cxnLst/>
                <a:rect l="l" t="t" r="r" b="b"/>
                <a:pathLst>
                  <a:path w="44620" h="44856">
                    <a:moveTo>
                      <a:pt x="24705" y="0"/>
                    </a:moveTo>
                    <a:lnTo>
                      <a:pt x="44620" y="25732"/>
                    </a:lnTo>
                    <a:lnTo>
                      <a:pt x="19915" y="44856"/>
                    </a:lnTo>
                    <a:lnTo>
                      <a:pt x="0" y="19128"/>
                    </a:lnTo>
                    <a:lnTo>
                      <a:pt x="2470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2" name="Контур"/>
              <p:cNvSpPr/>
              <p:nvPr/>
            </p:nvSpPr>
            <p:spPr>
              <a:xfrm>
                <a:off x="1230561" y="5745702"/>
                <a:ext cx="62373" cy="51635"/>
              </a:xfrm>
              <a:custGeom>
                <a:avLst/>
                <a:gdLst/>
                <a:ahLst/>
                <a:cxnLst/>
                <a:rect l="l" t="t" r="r" b="b"/>
                <a:pathLst>
                  <a:path w="62373" h="51635">
                    <a:moveTo>
                      <a:pt x="0" y="25817"/>
                    </a:moveTo>
                    <a:lnTo>
                      <a:pt x="48681" y="0"/>
                    </a:lnTo>
                    <a:lnTo>
                      <a:pt x="62373" y="25817"/>
                    </a:lnTo>
                    <a:lnTo>
                      <a:pt x="13692" y="51635"/>
                    </a:lnTo>
                    <a:lnTo>
                      <a:pt x="0" y="258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3" name="Контур"/>
              <p:cNvSpPr/>
              <p:nvPr/>
            </p:nvSpPr>
            <p:spPr>
              <a:xfrm>
                <a:off x="1328728" y="5663165"/>
                <a:ext cx="74743" cy="80704"/>
              </a:xfrm>
              <a:custGeom>
                <a:avLst/>
                <a:gdLst/>
                <a:ahLst/>
                <a:cxnLst/>
                <a:rect l="l" t="t" r="r" b="b"/>
                <a:pathLst>
                  <a:path w="74743" h="80704">
                    <a:moveTo>
                      <a:pt x="0" y="20091"/>
                    </a:moveTo>
                    <a:lnTo>
                      <a:pt x="37554" y="0"/>
                    </a:lnTo>
                    <a:lnTo>
                      <a:pt x="74743" y="58531"/>
                    </a:lnTo>
                    <a:lnTo>
                      <a:pt x="43895" y="80704"/>
                    </a:lnTo>
                    <a:lnTo>
                      <a:pt x="0" y="200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4" name="Контур"/>
              <p:cNvSpPr/>
              <p:nvPr/>
            </p:nvSpPr>
            <p:spPr>
              <a:xfrm>
                <a:off x="1301117" y="5683256"/>
                <a:ext cx="81378" cy="93040"/>
              </a:xfrm>
              <a:custGeom>
                <a:avLst/>
                <a:gdLst/>
                <a:ahLst/>
                <a:cxnLst/>
                <a:rect l="l" t="t" r="r" b="b"/>
                <a:pathLst>
                  <a:path w="81378" h="93040">
                    <a:moveTo>
                      <a:pt x="27611" y="0"/>
                    </a:moveTo>
                    <a:lnTo>
                      <a:pt x="71506" y="60613"/>
                    </a:lnTo>
                    <a:lnTo>
                      <a:pt x="81378" y="73017"/>
                    </a:lnTo>
                    <a:lnTo>
                      <a:pt x="54602" y="93040"/>
                    </a:lnTo>
                    <a:lnTo>
                      <a:pt x="0" y="20023"/>
                    </a:lnTo>
                    <a:lnTo>
                      <a:pt x="276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5" name="Контур"/>
              <p:cNvSpPr/>
              <p:nvPr/>
            </p:nvSpPr>
            <p:spPr>
              <a:xfrm>
                <a:off x="911115" y="5572206"/>
                <a:ext cx="157536" cy="144106"/>
              </a:xfrm>
              <a:custGeom>
                <a:avLst/>
                <a:gdLst/>
                <a:ahLst/>
                <a:cxnLst/>
                <a:rect l="l" t="t" r="r" b="b"/>
                <a:pathLst>
                  <a:path w="157536" h="144106">
                    <a:moveTo>
                      <a:pt x="46421" y="144106"/>
                    </a:moveTo>
                    <a:lnTo>
                      <a:pt x="0" y="78734"/>
                    </a:lnTo>
                    <a:lnTo>
                      <a:pt x="112718" y="0"/>
                    </a:lnTo>
                    <a:lnTo>
                      <a:pt x="157536" y="65198"/>
                    </a:lnTo>
                    <a:lnTo>
                      <a:pt x="46421" y="1441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6" name="Контур"/>
              <p:cNvSpPr/>
              <p:nvPr/>
            </p:nvSpPr>
            <p:spPr>
              <a:xfrm>
                <a:off x="858867" y="5637692"/>
                <a:ext cx="64906" cy="74576"/>
              </a:xfrm>
              <a:custGeom>
                <a:avLst/>
                <a:gdLst/>
                <a:ahLst/>
                <a:cxnLst/>
                <a:rect l="l" t="t" r="r" b="b"/>
                <a:pathLst>
                  <a:path w="64906" h="74576">
                    <a:moveTo>
                      <a:pt x="11128" y="11313"/>
                    </a:moveTo>
                    <a:lnTo>
                      <a:pt x="28588" y="0"/>
                    </a:lnTo>
                    <a:lnTo>
                      <a:pt x="36455" y="12141"/>
                    </a:lnTo>
                    <a:lnTo>
                      <a:pt x="64906" y="56053"/>
                    </a:lnTo>
                    <a:lnTo>
                      <a:pt x="36318" y="74576"/>
                    </a:lnTo>
                    <a:lnTo>
                      <a:pt x="0" y="18523"/>
                    </a:lnTo>
                    <a:lnTo>
                      <a:pt x="11128" y="113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7" name="Контур"/>
              <p:cNvSpPr/>
              <p:nvPr/>
            </p:nvSpPr>
            <p:spPr>
              <a:xfrm>
                <a:off x="2727938" y="5824897"/>
                <a:ext cx="70834" cy="62088"/>
              </a:xfrm>
              <a:custGeom>
                <a:avLst/>
                <a:gdLst/>
                <a:ahLst/>
                <a:cxnLst/>
                <a:rect l="l" t="t" r="r" b="b"/>
                <a:pathLst>
                  <a:path w="70834" h="62088">
                    <a:moveTo>
                      <a:pt x="70834" y="26760"/>
                    </a:moveTo>
                    <a:lnTo>
                      <a:pt x="17847" y="62088"/>
                    </a:lnTo>
                    <a:lnTo>
                      <a:pt x="0" y="35328"/>
                    </a:lnTo>
                    <a:lnTo>
                      <a:pt x="52992" y="0"/>
                    </a:lnTo>
                    <a:lnTo>
                      <a:pt x="70834" y="267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8" name="Контур"/>
              <p:cNvSpPr/>
              <p:nvPr/>
            </p:nvSpPr>
            <p:spPr>
              <a:xfrm>
                <a:off x="2780930" y="5785742"/>
                <a:ext cx="81140" cy="72771"/>
              </a:xfrm>
              <a:custGeom>
                <a:avLst/>
                <a:gdLst/>
                <a:ahLst/>
                <a:cxnLst/>
                <a:rect l="l" t="t" r="r" b="b"/>
                <a:pathLst>
                  <a:path w="81140" h="72771">
                    <a:moveTo>
                      <a:pt x="0" y="39155"/>
                    </a:moveTo>
                    <a:lnTo>
                      <a:pt x="58728" y="0"/>
                    </a:lnTo>
                    <a:lnTo>
                      <a:pt x="81140" y="33616"/>
                    </a:lnTo>
                    <a:lnTo>
                      <a:pt x="22413" y="72771"/>
                    </a:lnTo>
                    <a:lnTo>
                      <a:pt x="17842" y="65915"/>
                    </a:lnTo>
                    <a:lnTo>
                      <a:pt x="0" y="391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9" name="Контур"/>
              <p:cNvSpPr/>
              <p:nvPr/>
            </p:nvSpPr>
            <p:spPr>
              <a:xfrm>
                <a:off x="2644769" y="5655865"/>
                <a:ext cx="208822" cy="164882"/>
              </a:xfrm>
              <a:custGeom>
                <a:avLst/>
                <a:gdLst/>
                <a:ahLst/>
                <a:cxnLst/>
                <a:rect l="l" t="t" r="r" b="b"/>
                <a:pathLst>
                  <a:path w="208822" h="164882">
                    <a:moveTo>
                      <a:pt x="0" y="110616"/>
                    </a:moveTo>
                    <a:lnTo>
                      <a:pt x="174403" y="0"/>
                    </a:lnTo>
                    <a:lnTo>
                      <a:pt x="208822" y="54266"/>
                    </a:lnTo>
                    <a:lnTo>
                      <a:pt x="34419" y="164882"/>
                    </a:lnTo>
                    <a:lnTo>
                      <a:pt x="0" y="1106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0" name="Контур"/>
              <p:cNvSpPr/>
              <p:nvPr/>
            </p:nvSpPr>
            <p:spPr>
              <a:xfrm>
                <a:off x="2395434" y="6018968"/>
                <a:ext cx="42861" cy="46013"/>
              </a:xfrm>
              <a:custGeom>
                <a:avLst/>
                <a:gdLst/>
                <a:ahLst/>
                <a:cxnLst/>
                <a:rect l="l" t="t" r="r" b="b"/>
                <a:pathLst>
                  <a:path w="42861" h="46013">
                    <a:moveTo>
                      <a:pt x="24291" y="0"/>
                    </a:moveTo>
                    <a:lnTo>
                      <a:pt x="42861" y="31849"/>
                    </a:lnTo>
                    <a:lnTo>
                      <a:pt x="18571" y="46013"/>
                    </a:lnTo>
                    <a:lnTo>
                      <a:pt x="0" y="14164"/>
                    </a:lnTo>
                    <a:lnTo>
                      <a:pt x="2429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1" name="Контур"/>
              <p:cNvSpPr/>
              <p:nvPr/>
            </p:nvSpPr>
            <p:spPr>
              <a:xfrm>
                <a:off x="2230330" y="5971095"/>
                <a:ext cx="102984" cy="86279"/>
              </a:xfrm>
              <a:custGeom>
                <a:avLst/>
                <a:gdLst/>
                <a:ahLst/>
                <a:cxnLst/>
                <a:rect l="l" t="t" r="r" b="b"/>
                <a:pathLst>
                  <a:path w="102984" h="86279">
                    <a:moveTo>
                      <a:pt x="0" y="56394"/>
                    </a:moveTo>
                    <a:lnTo>
                      <a:pt x="82802" y="0"/>
                    </a:lnTo>
                    <a:lnTo>
                      <a:pt x="102984" y="29632"/>
                    </a:lnTo>
                    <a:lnTo>
                      <a:pt x="18774" y="86279"/>
                    </a:lnTo>
                    <a:lnTo>
                      <a:pt x="0" y="563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2" name="Контур"/>
              <p:cNvSpPr/>
              <p:nvPr/>
            </p:nvSpPr>
            <p:spPr>
              <a:xfrm>
                <a:off x="2402805" y="5950069"/>
                <a:ext cx="65535" cy="81567"/>
              </a:xfrm>
              <a:custGeom>
                <a:avLst/>
                <a:gdLst/>
                <a:ahLst/>
                <a:cxnLst/>
                <a:rect l="l" t="t" r="r" b="b"/>
                <a:pathLst>
                  <a:path w="65535" h="81567">
                    <a:moveTo>
                      <a:pt x="0" y="15973"/>
                    </a:moveTo>
                    <a:lnTo>
                      <a:pt x="29788" y="0"/>
                    </a:lnTo>
                    <a:lnTo>
                      <a:pt x="65535" y="64131"/>
                    </a:lnTo>
                    <a:lnTo>
                      <a:pt x="35558" y="81567"/>
                    </a:lnTo>
                    <a:lnTo>
                      <a:pt x="0" y="159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3" name="Контур"/>
              <p:cNvSpPr/>
              <p:nvPr/>
            </p:nvSpPr>
            <p:spPr>
              <a:xfrm>
                <a:off x="2383977" y="5915952"/>
                <a:ext cx="40274" cy="39739"/>
              </a:xfrm>
              <a:custGeom>
                <a:avLst/>
                <a:gdLst/>
                <a:ahLst/>
                <a:cxnLst/>
                <a:rect l="l" t="t" r="r" b="b"/>
                <a:pathLst>
                  <a:path w="40274" h="39739">
                    <a:moveTo>
                      <a:pt x="0" y="15280"/>
                    </a:moveTo>
                    <a:lnTo>
                      <a:pt x="25775" y="0"/>
                    </a:lnTo>
                    <a:lnTo>
                      <a:pt x="40274" y="24459"/>
                    </a:lnTo>
                    <a:lnTo>
                      <a:pt x="14499" y="39739"/>
                    </a:lnTo>
                    <a:lnTo>
                      <a:pt x="0" y="152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4" name="Контур"/>
              <p:cNvSpPr/>
              <p:nvPr/>
            </p:nvSpPr>
            <p:spPr>
              <a:xfrm>
                <a:off x="2747340" y="5908323"/>
                <a:ext cx="38245" cy="37546"/>
              </a:xfrm>
              <a:custGeom>
                <a:avLst/>
                <a:gdLst/>
                <a:ahLst/>
                <a:cxnLst/>
                <a:rect l="l" t="t" r="r" b="b"/>
                <a:pathLst>
                  <a:path w="38245" h="37546">
                    <a:moveTo>
                      <a:pt x="13732" y="37546"/>
                    </a:moveTo>
                    <a:lnTo>
                      <a:pt x="0" y="14796"/>
                    </a:lnTo>
                    <a:lnTo>
                      <a:pt x="24514" y="0"/>
                    </a:lnTo>
                    <a:lnTo>
                      <a:pt x="38245" y="22751"/>
                    </a:lnTo>
                    <a:lnTo>
                      <a:pt x="13732" y="375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5" name="Контур"/>
              <p:cNvSpPr/>
              <p:nvPr/>
            </p:nvSpPr>
            <p:spPr>
              <a:xfrm>
                <a:off x="2657705" y="5890898"/>
                <a:ext cx="67774" cy="51068"/>
              </a:xfrm>
              <a:custGeom>
                <a:avLst/>
                <a:gdLst/>
                <a:ahLst/>
                <a:cxnLst/>
                <a:rect l="l" t="t" r="r" b="b"/>
                <a:pathLst>
                  <a:path w="67774" h="51068">
                    <a:moveTo>
                      <a:pt x="20588" y="51068"/>
                    </a:moveTo>
                    <a:lnTo>
                      <a:pt x="0" y="17112"/>
                    </a:lnTo>
                    <a:lnTo>
                      <a:pt x="28224" y="0"/>
                    </a:lnTo>
                    <a:lnTo>
                      <a:pt x="35968" y="12773"/>
                    </a:lnTo>
                    <a:lnTo>
                      <a:pt x="54930" y="1276"/>
                    </a:lnTo>
                    <a:lnTo>
                      <a:pt x="67774" y="22459"/>
                    </a:lnTo>
                    <a:lnTo>
                      <a:pt x="20588" y="510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6" name="Контур"/>
              <p:cNvSpPr/>
              <p:nvPr/>
            </p:nvSpPr>
            <p:spPr>
              <a:xfrm>
                <a:off x="2885116" y="6909435"/>
                <a:ext cx="127928" cy="146565"/>
              </a:xfrm>
              <a:custGeom>
                <a:avLst/>
                <a:gdLst/>
                <a:ahLst/>
                <a:cxnLst/>
                <a:rect l="l" t="t" r="r" b="b"/>
                <a:pathLst>
                  <a:path w="127928" h="146565">
                    <a:moveTo>
                      <a:pt x="127928" y="25586"/>
                    </a:moveTo>
                    <a:lnTo>
                      <a:pt x="58993" y="146565"/>
                    </a:lnTo>
                    <a:lnTo>
                      <a:pt x="0" y="146565"/>
                    </a:lnTo>
                    <a:lnTo>
                      <a:pt x="86548" y="0"/>
                    </a:lnTo>
                    <a:lnTo>
                      <a:pt x="103124" y="105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37" name="Контур"/>
              <p:cNvSpPr/>
              <p:nvPr/>
            </p:nvSpPr>
            <p:spPr>
              <a:xfrm>
                <a:off x="2885116" y="6909435"/>
                <a:ext cx="127928" cy="146565"/>
              </a:xfrm>
              <a:custGeom>
                <a:avLst/>
                <a:gdLst/>
                <a:ahLst/>
                <a:cxnLst/>
                <a:rect l="l" t="t" r="r" b="b"/>
                <a:pathLst>
                  <a:path w="127928" h="146565" fill="none">
                    <a:moveTo>
                      <a:pt x="127928" y="25586"/>
                    </a:moveTo>
                    <a:lnTo>
                      <a:pt x="58993" y="146565"/>
                    </a:lnTo>
                    <a:moveTo>
                      <a:pt x="0" y="146565"/>
                    </a:moveTo>
                    <a:lnTo>
                      <a:pt x="86548" y="0"/>
                    </a:lnTo>
                    <a:lnTo>
                      <a:pt x="103124" y="10553"/>
                    </a:lnTo>
                    <a:lnTo>
                      <a:pt x="127928" y="25586"/>
                    </a:lnTo>
                    <a:lnTo>
                      <a:pt x="127928" y="2558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8" name="Контур"/>
              <p:cNvSpPr/>
              <p:nvPr/>
            </p:nvSpPr>
            <p:spPr>
              <a:xfrm>
                <a:off x="2301651" y="6984333"/>
                <a:ext cx="148545" cy="71667"/>
              </a:xfrm>
              <a:custGeom>
                <a:avLst/>
                <a:gdLst/>
                <a:ahLst/>
                <a:cxnLst/>
                <a:rect l="l" t="t" r="r" b="b"/>
                <a:pathLst>
                  <a:path w="148545" h="71667">
                    <a:moveTo>
                      <a:pt x="0" y="71667"/>
                    </a:moveTo>
                    <a:lnTo>
                      <a:pt x="80800" y="28171"/>
                    </a:lnTo>
                    <a:lnTo>
                      <a:pt x="75595" y="18502"/>
                    </a:lnTo>
                    <a:lnTo>
                      <a:pt x="109966" y="0"/>
                    </a:lnTo>
                    <a:lnTo>
                      <a:pt x="148545" y="7166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39" name="Контур"/>
              <p:cNvSpPr/>
              <p:nvPr/>
            </p:nvSpPr>
            <p:spPr>
              <a:xfrm>
                <a:off x="2301651" y="6984333"/>
                <a:ext cx="148545" cy="71667"/>
              </a:xfrm>
              <a:custGeom>
                <a:avLst/>
                <a:gdLst/>
                <a:ahLst/>
                <a:cxnLst/>
                <a:rect l="l" t="t" r="r" b="b"/>
                <a:pathLst>
                  <a:path w="148545" h="71667" fill="none">
                    <a:moveTo>
                      <a:pt x="0" y="71667"/>
                    </a:moveTo>
                    <a:lnTo>
                      <a:pt x="80800" y="28171"/>
                    </a:lnTo>
                    <a:lnTo>
                      <a:pt x="75595" y="18502"/>
                    </a:lnTo>
                    <a:lnTo>
                      <a:pt x="109966" y="0"/>
                    </a:lnTo>
                    <a:lnTo>
                      <a:pt x="148545" y="71667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0" name="Контур"/>
              <p:cNvSpPr/>
              <p:nvPr/>
            </p:nvSpPr>
            <p:spPr>
              <a:xfrm>
                <a:off x="2577628" y="6650027"/>
                <a:ext cx="437358" cy="333534"/>
              </a:xfrm>
              <a:custGeom>
                <a:avLst/>
                <a:gdLst/>
                <a:ahLst/>
                <a:cxnLst/>
                <a:rect l="l" t="t" r="r" b="b"/>
                <a:pathLst>
                  <a:path w="437358" h="333534">
                    <a:moveTo>
                      <a:pt x="0" y="253342"/>
                    </a:moveTo>
                    <a:lnTo>
                      <a:pt x="384524" y="0"/>
                    </a:lnTo>
                    <a:lnTo>
                      <a:pt x="437358" y="80192"/>
                    </a:lnTo>
                    <a:lnTo>
                      <a:pt x="52834" y="333534"/>
                    </a:lnTo>
                    <a:lnTo>
                      <a:pt x="0" y="2533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1" name="Контур"/>
              <p:cNvSpPr/>
              <p:nvPr/>
            </p:nvSpPr>
            <p:spPr>
              <a:xfrm>
                <a:off x="2242806" y="6969353"/>
                <a:ext cx="168811" cy="86647"/>
              </a:xfrm>
              <a:custGeom>
                <a:avLst/>
                <a:gdLst/>
                <a:ahLst/>
                <a:cxnLst/>
                <a:rect l="l" t="t" r="r" b="b"/>
                <a:pathLst>
                  <a:path w="168811" h="86647">
                    <a:moveTo>
                      <a:pt x="0" y="86647"/>
                    </a:moveTo>
                    <a:lnTo>
                      <a:pt x="160747" y="0"/>
                    </a:lnTo>
                    <a:lnTo>
                      <a:pt x="168811" y="14980"/>
                    </a:lnTo>
                    <a:lnTo>
                      <a:pt x="134440" y="33482"/>
                    </a:lnTo>
                    <a:lnTo>
                      <a:pt x="139645" y="43151"/>
                    </a:lnTo>
                    <a:lnTo>
                      <a:pt x="58845" y="8664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42" name="Контур"/>
              <p:cNvSpPr/>
              <p:nvPr/>
            </p:nvSpPr>
            <p:spPr>
              <a:xfrm>
                <a:off x="2242806" y="6969353"/>
                <a:ext cx="168811" cy="86647"/>
              </a:xfrm>
              <a:custGeom>
                <a:avLst/>
                <a:gdLst/>
                <a:ahLst/>
                <a:cxnLst/>
                <a:rect l="l" t="t" r="r" b="b"/>
                <a:pathLst>
                  <a:path w="168811" h="86647" fill="none">
                    <a:moveTo>
                      <a:pt x="0" y="86647"/>
                    </a:moveTo>
                    <a:lnTo>
                      <a:pt x="160747" y="0"/>
                    </a:lnTo>
                    <a:lnTo>
                      <a:pt x="168811" y="14980"/>
                    </a:lnTo>
                    <a:lnTo>
                      <a:pt x="134440" y="33482"/>
                    </a:lnTo>
                    <a:lnTo>
                      <a:pt x="139645" y="43151"/>
                    </a:lnTo>
                    <a:lnTo>
                      <a:pt x="58845" y="86647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3" name="Контур"/>
              <p:cNvSpPr/>
              <p:nvPr/>
            </p:nvSpPr>
            <p:spPr>
              <a:xfrm>
                <a:off x="2222689" y="6641271"/>
                <a:ext cx="23194" cy="17682"/>
              </a:xfrm>
              <a:custGeom>
                <a:avLst/>
                <a:gdLst/>
                <a:ahLst/>
                <a:cxnLst/>
                <a:rect l="l" t="t" r="r" b="b"/>
                <a:pathLst>
                  <a:path w="23194" h="17682">
                    <a:moveTo>
                      <a:pt x="0" y="6797"/>
                    </a:moveTo>
                    <a:lnTo>
                      <a:pt x="19376" y="0"/>
                    </a:lnTo>
                    <a:lnTo>
                      <a:pt x="23194" y="10885"/>
                    </a:lnTo>
                    <a:lnTo>
                      <a:pt x="3818" y="17682"/>
                    </a:lnTo>
                    <a:lnTo>
                      <a:pt x="0" y="67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4" name="Контур"/>
              <p:cNvSpPr/>
              <p:nvPr/>
            </p:nvSpPr>
            <p:spPr>
              <a:xfrm>
                <a:off x="2333689" y="6089178"/>
                <a:ext cx="143299" cy="113188"/>
              </a:xfrm>
              <a:custGeom>
                <a:avLst/>
                <a:gdLst/>
                <a:ahLst/>
                <a:cxnLst/>
                <a:rect l="l" t="t" r="r" b="b"/>
                <a:pathLst>
                  <a:path w="143299" h="113188">
                    <a:moveTo>
                      <a:pt x="119213" y="0"/>
                    </a:moveTo>
                    <a:lnTo>
                      <a:pt x="143299" y="38387"/>
                    </a:lnTo>
                    <a:lnTo>
                      <a:pt x="24085" y="113188"/>
                    </a:lnTo>
                    <a:lnTo>
                      <a:pt x="0" y="74803"/>
                    </a:lnTo>
                    <a:lnTo>
                      <a:pt x="1192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5" name="Контур"/>
              <p:cNvSpPr/>
              <p:nvPr/>
            </p:nvSpPr>
            <p:spPr>
              <a:xfrm>
                <a:off x="1914279" y="6211852"/>
                <a:ext cx="40954" cy="49153"/>
              </a:xfrm>
              <a:custGeom>
                <a:avLst/>
                <a:gdLst/>
                <a:ahLst/>
                <a:cxnLst/>
                <a:rect l="l" t="t" r="r" b="b"/>
                <a:pathLst>
                  <a:path w="40954" h="49153">
                    <a:moveTo>
                      <a:pt x="16524" y="0"/>
                    </a:moveTo>
                    <a:lnTo>
                      <a:pt x="40954" y="38731"/>
                    </a:lnTo>
                    <a:lnTo>
                      <a:pt x="24430" y="49153"/>
                    </a:lnTo>
                    <a:lnTo>
                      <a:pt x="17110" y="37549"/>
                    </a:lnTo>
                    <a:lnTo>
                      <a:pt x="0" y="10422"/>
                    </a:lnTo>
                    <a:lnTo>
                      <a:pt x="1652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6" name="Контур"/>
              <p:cNvSpPr/>
              <p:nvPr/>
            </p:nvSpPr>
            <p:spPr>
              <a:xfrm>
                <a:off x="2048200" y="6154437"/>
                <a:ext cx="46153" cy="44190"/>
              </a:xfrm>
              <a:custGeom>
                <a:avLst/>
                <a:gdLst/>
                <a:ahLst/>
                <a:cxnLst/>
                <a:rect l="l" t="t" r="r" b="b"/>
                <a:pathLst>
                  <a:path w="46153" h="44190">
                    <a:moveTo>
                      <a:pt x="46153" y="27066"/>
                    </a:moveTo>
                    <a:lnTo>
                      <a:pt x="17420" y="44190"/>
                    </a:lnTo>
                    <a:lnTo>
                      <a:pt x="0" y="18209"/>
                    </a:lnTo>
                    <a:lnTo>
                      <a:pt x="29377" y="0"/>
                    </a:lnTo>
                    <a:lnTo>
                      <a:pt x="46153" y="270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7" name="Контур"/>
              <p:cNvSpPr/>
              <p:nvPr/>
            </p:nvSpPr>
            <p:spPr>
              <a:xfrm>
                <a:off x="2063456" y="6027489"/>
                <a:ext cx="185648" cy="154014"/>
              </a:xfrm>
              <a:custGeom>
                <a:avLst/>
                <a:gdLst/>
                <a:ahLst/>
                <a:cxnLst/>
                <a:rect l="l" t="t" r="r" b="b"/>
                <a:pathLst>
                  <a:path w="185648" h="154014">
                    <a:moveTo>
                      <a:pt x="14121" y="126948"/>
                    </a:moveTo>
                    <a:lnTo>
                      <a:pt x="0" y="104833"/>
                    </a:lnTo>
                    <a:lnTo>
                      <a:pt x="166874" y="0"/>
                    </a:lnTo>
                    <a:lnTo>
                      <a:pt x="185648" y="29885"/>
                    </a:lnTo>
                    <a:lnTo>
                      <a:pt x="152187" y="50906"/>
                    </a:lnTo>
                    <a:lnTo>
                      <a:pt x="164309" y="70201"/>
                    </a:lnTo>
                    <a:lnTo>
                      <a:pt x="30897" y="154014"/>
                    </a:lnTo>
                    <a:lnTo>
                      <a:pt x="14121" y="1269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8" name="Контур"/>
              <p:cNvSpPr/>
              <p:nvPr/>
            </p:nvSpPr>
            <p:spPr>
              <a:xfrm>
                <a:off x="1629629" y="5790044"/>
                <a:ext cx="395842" cy="324996"/>
              </a:xfrm>
              <a:custGeom>
                <a:avLst/>
                <a:gdLst/>
                <a:ahLst/>
                <a:cxnLst/>
                <a:rect l="l" t="t" r="r" b="b"/>
                <a:pathLst>
                  <a:path w="395842" h="324996">
                    <a:moveTo>
                      <a:pt x="65157" y="315968"/>
                    </a:moveTo>
                    <a:lnTo>
                      <a:pt x="0" y="209695"/>
                    </a:lnTo>
                    <a:lnTo>
                      <a:pt x="319596" y="0"/>
                    </a:lnTo>
                    <a:lnTo>
                      <a:pt x="326115" y="10311"/>
                    </a:lnTo>
                    <a:lnTo>
                      <a:pt x="395842" y="121232"/>
                    </a:lnTo>
                    <a:lnTo>
                      <a:pt x="70364" y="324996"/>
                    </a:lnTo>
                    <a:lnTo>
                      <a:pt x="65157" y="3159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9" name="Контур"/>
              <p:cNvSpPr/>
              <p:nvPr/>
            </p:nvSpPr>
            <p:spPr>
              <a:xfrm>
                <a:off x="1955744" y="5771060"/>
                <a:ext cx="116390" cy="140216"/>
              </a:xfrm>
              <a:custGeom>
                <a:avLst/>
                <a:gdLst/>
                <a:ahLst/>
                <a:cxnLst/>
                <a:rect l="l" t="t" r="r" b="b"/>
                <a:pathLst>
                  <a:path w="116390" h="140216">
                    <a:moveTo>
                      <a:pt x="0" y="29295"/>
                    </a:moveTo>
                    <a:lnTo>
                      <a:pt x="44443" y="0"/>
                    </a:lnTo>
                    <a:lnTo>
                      <a:pt x="116390" y="107144"/>
                    </a:lnTo>
                    <a:lnTo>
                      <a:pt x="69727" y="140216"/>
                    </a:lnTo>
                    <a:lnTo>
                      <a:pt x="0" y="292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0" name="Контур"/>
              <p:cNvSpPr/>
              <p:nvPr/>
            </p:nvSpPr>
            <p:spPr>
              <a:xfrm>
                <a:off x="2096681" y="5771156"/>
                <a:ext cx="75653" cy="72260"/>
              </a:xfrm>
              <a:custGeom>
                <a:avLst/>
                <a:gdLst/>
                <a:ahLst/>
                <a:cxnLst/>
                <a:rect l="l" t="t" r="r" b="b"/>
                <a:pathLst>
                  <a:path w="75653" h="72260">
                    <a:moveTo>
                      <a:pt x="0" y="29924"/>
                    </a:moveTo>
                    <a:lnTo>
                      <a:pt x="50640" y="0"/>
                    </a:lnTo>
                    <a:lnTo>
                      <a:pt x="75653" y="42336"/>
                    </a:lnTo>
                    <a:lnTo>
                      <a:pt x="25008" y="72260"/>
                    </a:lnTo>
                    <a:lnTo>
                      <a:pt x="0" y="299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1" name="Контур"/>
              <p:cNvSpPr/>
              <p:nvPr/>
            </p:nvSpPr>
            <p:spPr>
              <a:xfrm>
                <a:off x="1909226" y="6399106"/>
                <a:ext cx="181031" cy="175838"/>
              </a:xfrm>
              <a:custGeom>
                <a:avLst/>
                <a:gdLst/>
                <a:ahLst/>
                <a:cxnLst/>
                <a:rect l="l" t="t" r="r" b="b"/>
                <a:pathLst>
                  <a:path w="181031" h="175838">
                    <a:moveTo>
                      <a:pt x="108960" y="0"/>
                    </a:moveTo>
                    <a:lnTo>
                      <a:pt x="142953" y="40873"/>
                    </a:lnTo>
                    <a:lnTo>
                      <a:pt x="176782" y="83543"/>
                    </a:lnTo>
                    <a:lnTo>
                      <a:pt x="181031" y="89756"/>
                    </a:lnTo>
                    <a:lnTo>
                      <a:pt x="76172" y="175838"/>
                    </a:lnTo>
                    <a:lnTo>
                      <a:pt x="0" y="85398"/>
                    </a:lnTo>
                    <a:lnTo>
                      <a:pt x="1089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2" name="Контур"/>
              <p:cNvSpPr/>
              <p:nvPr/>
            </p:nvSpPr>
            <p:spPr>
              <a:xfrm>
                <a:off x="2162167" y="6404915"/>
                <a:ext cx="47690" cy="47564"/>
              </a:xfrm>
              <a:custGeom>
                <a:avLst/>
                <a:gdLst/>
                <a:ahLst/>
                <a:cxnLst/>
                <a:rect l="l" t="t" r="r" b="b"/>
                <a:pathLst>
                  <a:path w="47690" h="47564">
                    <a:moveTo>
                      <a:pt x="29083" y="0"/>
                    </a:moveTo>
                    <a:lnTo>
                      <a:pt x="47690" y="28729"/>
                    </a:lnTo>
                    <a:lnTo>
                      <a:pt x="18606" y="47564"/>
                    </a:lnTo>
                    <a:lnTo>
                      <a:pt x="0" y="18835"/>
                    </a:lnTo>
                    <a:lnTo>
                      <a:pt x="2908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3" name="Контур"/>
              <p:cNvSpPr/>
              <p:nvPr/>
            </p:nvSpPr>
            <p:spPr>
              <a:xfrm>
                <a:off x="2141408" y="6182311"/>
                <a:ext cx="200854" cy="218352"/>
              </a:xfrm>
              <a:custGeom>
                <a:avLst/>
                <a:gdLst/>
                <a:ahLst/>
                <a:cxnLst/>
                <a:rect l="l" t="t" r="r" b="b"/>
                <a:pathLst>
                  <a:path w="200854" h="218352">
                    <a:moveTo>
                      <a:pt x="200854" y="30249"/>
                    </a:moveTo>
                    <a:lnTo>
                      <a:pt x="84820" y="146983"/>
                    </a:lnTo>
                    <a:lnTo>
                      <a:pt x="79590" y="144367"/>
                    </a:lnTo>
                    <a:lnTo>
                      <a:pt x="44863" y="178459"/>
                    </a:lnTo>
                    <a:lnTo>
                      <a:pt x="66762" y="200695"/>
                    </a:lnTo>
                    <a:lnTo>
                      <a:pt x="49439" y="218352"/>
                    </a:lnTo>
                    <a:lnTo>
                      <a:pt x="27376" y="196117"/>
                    </a:lnTo>
                    <a:lnTo>
                      <a:pt x="25578" y="197915"/>
                    </a:lnTo>
                    <a:lnTo>
                      <a:pt x="0" y="172975"/>
                    </a:lnTo>
                    <a:lnTo>
                      <a:pt x="174215" y="0"/>
                    </a:lnTo>
                    <a:lnTo>
                      <a:pt x="200854" y="302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4" name="Контур"/>
              <p:cNvSpPr/>
              <p:nvPr/>
            </p:nvSpPr>
            <p:spPr>
              <a:xfrm>
                <a:off x="1920566" y="6298930"/>
                <a:ext cx="75508" cy="84639"/>
              </a:xfrm>
              <a:custGeom>
                <a:avLst/>
                <a:gdLst/>
                <a:ahLst/>
                <a:cxnLst/>
                <a:rect l="l" t="t" r="r" b="b"/>
                <a:pathLst>
                  <a:path w="75508" h="84639">
                    <a:moveTo>
                      <a:pt x="0" y="23199"/>
                    </a:moveTo>
                    <a:lnTo>
                      <a:pt x="37820" y="0"/>
                    </a:lnTo>
                    <a:lnTo>
                      <a:pt x="75508" y="61440"/>
                    </a:lnTo>
                    <a:lnTo>
                      <a:pt x="37688" y="84639"/>
                    </a:lnTo>
                    <a:lnTo>
                      <a:pt x="0" y="231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5" name="Контур"/>
              <p:cNvSpPr/>
              <p:nvPr/>
            </p:nvSpPr>
            <p:spPr>
              <a:xfrm>
                <a:off x="1930803" y="6128591"/>
                <a:ext cx="146774" cy="132333"/>
              </a:xfrm>
              <a:custGeom>
                <a:avLst/>
                <a:gdLst/>
                <a:ahLst/>
                <a:cxnLst/>
                <a:rect l="l" t="t" r="r" b="b"/>
                <a:pathLst>
                  <a:path w="146774" h="132333">
                    <a:moveTo>
                      <a:pt x="24430" y="121992"/>
                    </a:moveTo>
                    <a:lnTo>
                      <a:pt x="0" y="83261"/>
                    </a:lnTo>
                    <a:lnTo>
                      <a:pt x="130252" y="0"/>
                    </a:lnTo>
                    <a:lnTo>
                      <a:pt x="132653" y="3731"/>
                    </a:lnTo>
                    <a:lnTo>
                      <a:pt x="146774" y="25846"/>
                    </a:lnTo>
                    <a:lnTo>
                      <a:pt x="117397" y="44055"/>
                    </a:lnTo>
                    <a:lnTo>
                      <a:pt x="91551" y="61146"/>
                    </a:lnTo>
                    <a:lnTo>
                      <a:pt x="106398" y="84373"/>
                    </a:lnTo>
                    <a:lnTo>
                      <a:pt x="31369" y="132333"/>
                    </a:lnTo>
                    <a:lnTo>
                      <a:pt x="24430" y="1219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6" name="Контур"/>
              <p:cNvSpPr/>
              <p:nvPr/>
            </p:nvSpPr>
            <p:spPr>
              <a:xfrm>
                <a:off x="1878894" y="6222274"/>
                <a:ext cx="52495" cy="49781"/>
              </a:xfrm>
              <a:custGeom>
                <a:avLst/>
                <a:gdLst/>
                <a:ahLst/>
                <a:cxnLst/>
                <a:rect l="l" t="t" r="r" b="b"/>
                <a:pathLst>
                  <a:path w="52495" h="49781">
                    <a:moveTo>
                      <a:pt x="35385" y="0"/>
                    </a:moveTo>
                    <a:lnTo>
                      <a:pt x="52495" y="27127"/>
                    </a:lnTo>
                    <a:lnTo>
                      <a:pt x="17489" y="49781"/>
                    </a:lnTo>
                    <a:lnTo>
                      <a:pt x="0" y="24059"/>
                    </a:lnTo>
                    <a:lnTo>
                      <a:pt x="3538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7" name="Контур"/>
              <p:cNvSpPr/>
              <p:nvPr/>
            </p:nvSpPr>
            <p:spPr>
              <a:xfrm>
                <a:off x="2138626" y="6656925"/>
                <a:ext cx="70930" cy="78765"/>
              </a:xfrm>
              <a:custGeom>
                <a:avLst/>
                <a:gdLst/>
                <a:ahLst/>
                <a:cxnLst/>
                <a:rect l="l" t="t" r="r" b="b"/>
                <a:pathLst>
                  <a:path w="70930" h="78765">
                    <a:moveTo>
                      <a:pt x="70930" y="65480"/>
                    </a:moveTo>
                    <a:lnTo>
                      <a:pt x="44329" y="78765"/>
                    </a:lnTo>
                    <a:lnTo>
                      <a:pt x="27214" y="44471"/>
                    </a:lnTo>
                    <a:lnTo>
                      <a:pt x="11851" y="52319"/>
                    </a:lnTo>
                    <a:lnTo>
                      <a:pt x="0" y="24932"/>
                    </a:lnTo>
                    <a:lnTo>
                      <a:pt x="14383" y="18066"/>
                    </a:lnTo>
                    <a:lnTo>
                      <a:pt x="12258" y="12997"/>
                    </a:lnTo>
                    <a:lnTo>
                      <a:pt x="39308" y="0"/>
                    </a:lnTo>
                    <a:lnTo>
                      <a:pt x="70930" y="654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8" name="Контур"/>
              <p:cNvSpPr/>
              <p:nvPr/>
            </p:nvSpPr>
            <p:spPr>
              <a:xfrm>
                <a:off x="1733494" y="6872276"/>
                <a:ext cx="306863" cy="171125"/>
              </a:xfrm>
              <a:custGeom>
                <a:avLst/>
                <a:gdLst/>
                <a:ahLst/>
                <a:cxnLst/>
                <a:rect l="l" t="t" r="r" b="b"/>
                <a:pathLst>
                  <a:path w="306863" h="171125">
                    <a:moveTo>
                      <a:pt x="0" y="146023"/>
                    </a:moveTo>
                    <a:lnTo>
                      <a:pt x="288200" y="5649"/>
                    </a:lnTo>
                    <a:lnTo>
                      <a:pt x="287154" y="3792"/>
                    </a:lnTo>
                    <a:lnTo>
                      <a:pt x="294262" y="0"/>
                    </a:lnTo>
                    <a:lnTo>
                      <a:pt x="306863" y="25581"/>
                    </a:lnTo>
                    <a:lnTo>
                      <a:pt x="293226" y="32769"/>
                    </a:lnTo>
                    <a:lnTo>
                      <a:pt x="12285" y="171125"/>
                    </a:lnTo>
                    <a:lnTo>
                      <a:pt x="0" y="1460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9" name="Контур"/>
              <p:cNvSpPr/>
              <p:nvPr/>
            </p:nvSpPr>
            <p:spPr>
              <a:xfrm>
                <a:off x="2115125" y="6768144"/>
                <a:ext cx="60891" cy="62953"/>
              </a:xfrm>
              <a:custGeom>
                <a:avLst/>
                <a:gdLst/>
                <a:ahLst/>
                <a:cxnLst/>
                <a:rect l="l" t="t" r="r" b="b"/>
                <a:pathLst>
                  <a:path w="60891" h="62953">
                    <a:moveTo>
                      <a:pt x="42913" y="9325"/>
                    </a:moveTo>
                    <a:lnTo>
                      <a:pt x="57622" y="38755"/>
                    </a:lnTo>
                    <a:lnTo>
                      <a:pt x="60891" y="46276"/>
                    </a:lnTo>
                    <a:lnTo>
                      <a:pt x="27059" y="62953"/>
                    </a:lnTo>
                    <a:lnTo>
                      <a:pt x="0" y="7307"/>
                    </a:lnTo>
                    <a:lnTo>
                      <a:pt x="15784" y="0"/>
                    </a:lnTo>
                    <a:lnTo>
                      <a:pt x="24500" y="17914"/>
                    </a:lnTo>
                    <a:lnTo>
                      <a:pt x="42913" y="93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0" name="Контур"/>
              <p:cNvSpPr/>
              <p:nvPr/>
            </p:nvSpPr>
            <p:spPr>
              <a:xfrm>
                <a:off x="2146592" y="6647653"/>
                <a:ext cx="192865" cy="159246"/>
              </a:xfrm>
              <a:custGeom>
                <a:avLst/>
                <a:gdLst/>
                <a:ahLst/>
                <a:cxnLst/>
                <a:rect l="l" t="t" r="r" b="b"/>
                <a:pathLst>
                  <a:path w="192865" h="159246">
                    <a:moveTo>
                      <a:pt x="26155" y="159246"/>
                    </a:moveTo>
                    <a:lnTo>
                      <a:pt x="11446" y="129816"/>
                    </a:lnTo>
                    <a:lnTo>
                      <a:pt x="0" y="105942"/>
                    </a:lnTo>
                    <a:lnTo>
                      <a:pt x="36363" y="88037"/>
                    </a:lnTo>
                    <a:lnTo>
                      <a:pt x="62964" y="74752"/>
                    </a:lnTo>
                    <a:lnTo>
                      <a:pt x="80982" y="66132"/>
                    </a:lnTo>
                    <a:lnTo>
                      <a:pt x="69304" y="41203"/>
                    </a:lnTo>
                    <a:lnTo>
                      <a:pt x="155601" y="0"/>
                    </a:lnTo>
                    <a:lnTo>
                      <a:pt x="192865" y="75212"/>
                    </a:lnTo>
                    <a:lnTo>
                      <a:pt x="132230" y="106761"/>
                    </a:lnTo>
                    <a:lnTo>
                      <a:pt x="26155" y="1592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1" name="Контур"/>
              <p:cNvSpPr/>
              <p:nvPr/>
            </p:nvSpPr>
            <p:spPr>
              <a:xfrm>
                <a:off x="1733494" y="6872276"/>
                <a:ext cx="306863" cy="171125"/>
              </a:xfrm>
              <a:custGeom>
                <a:avLst/>
                <a:gdLst/>
                <a:ahLst/>
                <a:cxnLst/>
                <a:rect l="l" t="t" r="r" b="b"/>
                <a:pathLst>
                  <a:path w="306863" h="171125">
                    <a:moveTo>
                      <a:pt x="0" y="146023"/>
                    </a:moveTo>
                    <a:lnTo>
                      <a:pt x="288200" y="5649"/>
                    </a:lnTo>
                    <a:lnTo>
                      <a:pt x="287154" y="3792"/>
                    </a:lnTo>
                    <a:lnTo>
                      <a:pt x="294262" y="0"/>
                    </a:lnTo>
                    <a:lnTo>
                      <a:pt x="306863" y="25581"/>
                    </a:lnTo>
                    <a:lnTo>
                      <a:pt x="293226" y="32769"/>
                    </a:lnTo>
                    <a:lnTo>
                      <a:pt x="12285" y="171125"/>
                    </a:lnTo>
                    <a:lnTo>
                      <a:pt x="0" y="1460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2" name="Контур"/>
              <p:cNvSpPr/>
              <p:nvPr/>
            </p:nvSpPr>
            <p:spPr>
              <a:xfrm>
                <a:off x="1850283" y="6688904"/>
                <a:ext cx="117367" cy="67471"/>
              </a:xfrm>
              <a:custGeom>
                <a:avLst/>
                <a:gdLst/>
                <a:ahLst/>
                <a:cxnLst/>
                <a:rect l="l" t="t" r="r" b="b"/>
                <a:pathLst>
                  <a:path w="117367" h="67471">
                    <a:moveTo>
                      <a:pt x="117367" y="13533"/>
                    </a:moveTo>
                    <a:lnTo>
                      <a:pt x="92168" y="25802"/>
                    </a:lnTo>
                    <a:lnTo>
                      <a:pt x="78146" y="32640"/>
                    </a:lnTo>
                    <a:lnTo>
                      <a:pt x="6588" y="67471"/>
                    </a:lnTo>
                    <a:lnTo>
                      <a:pt x="0" y="53938"/>
                    </a:lnTo>
                    <a:lnTo>
                      <a:pt x="110779" y="0"/>
                    </a:lnTo>
                    <a:lnTo>
                      <a:pt x="117367" y="13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3" name="Контур"/>
              <p:cNvSpPr/>
              <p:nvPr/>
            </p:nvSpPr>
            <p:spPr>
              <a:xfrm>
                <a:off x="997697" y="5833336"/>
                <a:ext cx="77230" cy="110502"/>
              </a:xfrm>
              <a:custGeom>
                <a:avLst/>
                <a:gdLst/>
                <a:ahLst/>
                <a:cxnLst/>
                <a:rect l="l" t="t" r="r" b="b"/>
                <a:pathLst>
                  <a:path w="77230" h="110502">
                    <a:moveTo>
                      <a:pt x="42216" y="0"/>
                    </a:moveTo>
                    <a:lnTo>
                      <a:pt x="77230" y="47633"/>
                    </a:lnTo>
                    <a:lnTo>
                      <a:pt x="49957" y="67681"/>
                    </a:lnTo>
                    <a:lnTo>
                      <a:pt x="66092" y="89632"/>
                    </a:lnTo>
                    <a:lnTo>
                      <a:pt x="37701" y="110502"/>
                    </a:lnTo>
                    <a:lnTo>
                      <a:pt x="7153" y="68944"/>
                    </a:lnTo>
                    <a:lnTo>
                      <a:pt x="20602" y="59058"/>
                    </a:lnTo>
                    <a:lnTo>
                      <a:pt x="0" y="31032"/>
                    </a:lnTo>
                    <a:lnTo>
                      <a:pt x="4221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4" name="Контур"/>
              <p:cNvSpPr/>
              <p:nvPr/>
            </p:nvSpPr>
            <p:spPr>
              <a:xfrm>
                <a:off x="642977" y="5767288"/>
                <a:ext cx="100599" cy="90206"/>
              </a:xfrm>
              <a:custGeom>
                <a:avLst/>
                <a:gdLst/>
                <a:ahLst/>
                <a:cxnLst/>
                <a:rect l="l" t="t" r="r" b="b"/>
                <a:pathLst>
                  <a:path w="100599" h="90206">
                    <a:moveTo>
                      <a:pt x="41645" y="20803"/>
                    </a:moveTo>
                    <a:lnTo>
                      <a:pt x="72840" y="0"/>
                    </a:lnTo>
                    <a:lnTo>
                      <a:pt x="100599" y="41654"/>
                    </a:lnTo>
                    <a:lnTo>
                      <a:pt x="76609" y="57645"/>
                    </a:lnTo>
                    <a:lnTo>
                      <a:pt x="27759" y="90206"/>
                    </a:lnTo>
                    <a:lnTo>
                      <a:pt x="0" y="48561"/>
                    </a:lnTo>
                    <a:lnTo>
                      <a:pt x="41645" y="208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5" name="Контур"/>
              <p:cNvSpPr/>
              <p:nvPr/>
            </p:nvSpPr>
            <p:spPr>
              <a:xfrm>
                <a:off x="1348788" y="5817483"/>
                <a:ext cx="59819" cy="69093"/>
              </a:xfrm>
              <a:custGeom>
                <a:avLst/>
                <a:gdLst/>
                <a:ahLst/>
                <a:cxnLst/>
                <a:rect l="l" t="t" r="r" b="b"/>
                <a:pathLst>
                  <a:path w="59819" h="69093">
                    <a:moveTo>
                      <a:pt x="34876" y="0"/>
                    </a:moveTo>
                    <a:lnTo>
                      <a:pt x="59819" y="35465"/>
                    </a:lnTo>
                    <a:lnTo>
                      <a:pt x="12033" y="69093"/>
                    </a:lnTo>
                    <a:lnTo>
                      <a:pt x="2267" y="56704"/>
                    </a:lnTo>
                    <a:lnTo>
                      <a:pt x="0" y="24775"/>
                    </a:lnTo>
                    <a:lnTo>
                      <a:pt x="348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6" name="Контур"/>
              <p:cNvSpPr/>
              <p:nvPr/>
            </p:nvSpPr>
            <p:spPr>
              <a:xfrm>
                <a:off x="1492856" y="5869432"/>
                <a:ext cx="59206" cy="67465"/>
              </a:xfrm>
              <a:custGeom>
                <a:avLst/>
                <a:gdLst/>
                <a:ahLst/>
                <a:cxnLst/>
                <a:rect l="l" t="t" r="r" b="b"/>
                <a:pathLst>
                  <a:path w="59206" h="67465">
                    <a:moveTo>
                      <a:pt x="59206" y="51839"/>
                    </a:moveTo>
                    <a:lnTo>
                      <a:pt x="33802" y="67465"/>
                    </a:lnTo>
                    <a:lnTo>
                      <a:pt x="0" y="16444"/>
                    </a:lnTo>
                    <a:lnTo>
                      <a:pt x="24753" y="0"/>
                    </a:lnTo>
                    <a:lnTo>
                      <a:pt x="59206" y="518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7" name="Контур"/>
              <p:cNvSpPr/>
              <p:nvPr/>
            </p:nvSpPr>
            <p:spPr>
              <a:xfrm>
                <a:off x="1450961" y="5748088"/>
                <a:ext cx="135850" cy="109593"/>
              </a:xfrm>
              <a:custGeom>
                <a:avLst/>
                <a:gdLst/>
                <a:ahLst/>
                <a:cxnLst/>
                <a:rect l="l" t="t" r="r" b="b"/>
                <a:pathLst>
                  <a:path w="135850" h="109593">
                    <a:moveTo>
                      <a:pt x="110040" y="0"/>
                    </a:moveTo>
                    <a:lnTo>
                      <a:pt x="135850" y="42067"/>
                    </a:lnTo>
                    <a:lnTo>
                      <a:pt x="25810" y="109593"/>
                    </a:lnTo>
                    <a:lnTo>
                      <a:pt x="0" y="67540"/>
                    </a:lnTo>
                    <a:lnTo>
                      <a:pt x="11004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8" name="Контур"/>
              <p:cNvSpPr/>
              <p:nvPr/>
            </p:nvSpPr>
            <p:spPr>
              <a:xfrm>
                <a:off x="1373725" y="5786346"/>
                <a:ext cx="59059" cy="66602"/>
              </a:xfrm>
              <a:custGeom>
                <a:avLst/>
                <a:gdLst/>
                <a:ahLst/>
                <a:cxnLst/>
                <a:rect l="l" t="t" r="r" b="b"/>
                <a:pathLst>
                  <a:path w="59059" h="66602">
                    <a:moveTo>
                      <a:pt x="0" y="17004"/>
                    </a:moveTo>
                    <a:lnTo>
                      <a:pt x="24176" y="0"/>
                    </a:lnTo>
                    <a:lnTo>
                      <a:pt x="59059" y="49599"/>
                    </a:lnTo>
                    <a:lnTo>
                      <a:pt x="34882" y="66602"/>
                    </a:lnTo>
                    <a:lnTo>
                      <a:pt x="9939" y="31137"/>
                    </a:lnTo>
                    <a:lnTo>
                      <a:pt x="0" y="170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9" name="Контур"/>
              <p:cNvSpPr/>
              <p:nvPr/>
            </p:nvSpPr>
            <p:spPr>
              <a:xfrm>
                <a:off x="996619" y="6019062"/>
                <a:ext cx="112371" cy="108081"/>
              </a:xfrm>
              <a:custGeom>
                <a:avLst/>
                <a:gdLst/>
                <a:ahLst/>
                <a:cxnLst/>
                <a:rect l="l" t="t" r="r" b="b"/>
                <a:pathLst>
                  <a:path w="112371" h="108081">
                    <a:moveTo>
                      <a:pt x="112371" y="56554"/>
                    </a:moveTo>
                    <a:lnTo>
                      <a:pt x="39786" y="108081"/>
                    </a:lnTo>
                    <a:lnTo>
                      <a:pt x="0" y="48377"/>
                    </a:lnTo>
                    <a:lnTo>
                      <a:pt x="75013" y="0"/>
                    </a:lnTo>
                    <a:lnTo>
                      <a:pt x="112371" y="565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0" name="Контур"/>
              <p:cNvSpPr/>
              <p:nvPr/>
            </p:nvSpPr>
            <p:spPr>
              <a:xfrm>
                <a:off x="1071632" y="5845685"/>
                <a:ext cx="270953" cy="229931"/>
              </a:xfrm>
              <a:custGeom>
                <a:avLst/>
                <a:gdLst/>
                <a:ahLst/>
                <a:cxnLst/>
                <a:rect l="l" t="t" r="r" b="b"/>
                <a:pathLst>
                  <a:path w="270953" h="229931">
                    <a:moveTo>
                      <a:pt x="253516" y="81947"/>
                    </a:moveTo>
                    <a:lnTo>
                      <a:pt x="204534" y="114764"/>
                    </a:lnTo>
                    <a:lnTo>
                      <a:pt x="159810" y="146235"/>
                    </a:lnTo>
                    <a:lnTo>
                      <a:pt x="111444" y="179614"/>
                    </a:lnTo>
                    <a:lnTo>
                      <a:pt x="37358" y="229931"/>
                    </a:lnTo>
                    <a:lnTo>
                      <a:pt x="0" y="173377"/>
                    </a:lnTo>
                    <a:lnTo>
                      <a:pt x="34915" y="149449"/>
                    </a:lnTo>
                    <a:lnTo>
                      <a:pt x="26798" y="137607"/>
                    </a:lnTo>
                    <a:lnTo>
                      <a:pt x="127939" y="68291"/>
                    </a:lnTo>
                    <a:lnTo>
                      <a:pt x="162072" y="43815"/>
                    </a:lnTo>
                    <a:lnTo>
                      <a:pt x="171220" y="56766"/>
                    </a:lnTo>
                    <a:lnTo>
                      <a:pt x="216201" y="27438"/>
                    </a:lnTo>
                    <a:lnTo>
                      <a:pt x="206471" y="11106"/>
                    </a:lnTo>
                    <a:lnTo>
                      <a:pt x="223122" y="0"/>
                    </a:lnTo>
                    <a:lnTo>
                      <a:pt x="257240" y="50632"/>
                    </a:lnTo>
                    <a:lnTo>
                      <a:pt x="270953" y="68925"/>
                    </a:lnTo>
                    <a:lnTo>
                      <a:pt x="253516" y="81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1" name="Контур"/>
              <p:cNvSpPr/>
              <p:nvPr/>
            </p:nvSpPr>
            <p:spPr>
              <a:xfrm>
                <a:off x="1207060" y="6038903"/>
                <a:ext cx="49853" cy="43600"/>
              </a:xfrm>
              <a:custGeom>
                <a:avLst/>
                <a:gdLst/>
                <a:ahLst/>
                <a:cxnLst/>
                <a:rect l="l" t="t" r="r" b="b"/>
                <a:pathLst>
                  <a:path w="49853" h="43600">
                    <a:moveTo>
                      <a:pt x="12607" y="43600"/>
                    </a:moveTo>
                    <a:lnTo>
                      <a:pt x="0" y="24181"/>
                    </a:lnTo>
                    <a:lnTo>
                      <a:pt x="37245" y="0"/>
                    </a:lnTo>
                    <a:lnTo>
                      <a:pt x="49853" y="19420"/>
                    </a:lnTo>
                    <a:lnTo>
                      <a:pt x="12607" y="43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2" name="Контур"/>
              <p:cNvSpPr/>
              <p:nvPr/>
            </p:nvSpPr>
            <p:spPr>
              <a:xfrm>
                <a:off x="1360821" y="5852948"/>
                <a:ext cx="118245" cy="133754"/>
              </a:xfrm>
              <a:custGeom>
                <a:avLst/>
                <a:gdLst/>
                <a:ahLst/>
                <a:cxnLst/>
                <a:rect l="l" t="t" r="r" b="b"/>
                <a:pathLst>
                  <a:path w="118245" h="133754">
                    <a:moveTo>
                      <a:pt x="0" y="33628"/>
                    </a:moveTo>
                    <a:lnTo>
                      <a:pt x="47786" y="0"/>
                    </a:lnTo>
                    <a:lnTo>
                      <a:pt x="118245" y="100127"/>
                    </a:lnTo>
                    <a:lnTo>
                      <a:pt x="70458" y="133754"/>
                    </a:lnTo>
                    <a:lnTo>
                      <a:pt x="0" y="336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3" name="Контур"/>
              <p:cNvSpPr/>
              <p:nvPr/>
            </p:nvSpPr>
            <p:spPr>
              <a:xfrm>
                <a:off x="1231442" y="5960449"/>
                <a:ext cx="53023" cy="42413"/>
              </a:xfrm>
              <a:custGeom>
                <a:avLst/>
                <a:gdLst/>
                <a:ahLst/>
                <a:cxnLst/>
                <a:rect l="l" t="t" r="r" b="b"/>
                <a:pathLst>
                  <a:path w="53023" h="42413">
                    <a:moveTo>
                      <a:pt x="0" y="31471"/>
                    </a:moveTo>
                    <a:lnTo>
                      <a:pt x="44724" y="0"/>
                    </a:lnTo>
                    <a:lnTo>
                      <a:pt x="53023" y="11678"/>
                    </a:lnTo>
                    <a:lnTo>
                      <a:pt x="7551" y="42413"/>
                    </a:lnTo>
                    <a:lnTo>
                      <a:pt x="0" y="314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4" name="Контур"/>
              <p:cNvSpPr/>
              <p:nvPr/>
            </p:nvSpPr>
            <p:spPr>
              <a:xfrm>
                <a:off x="1573558" y="5880540"/>
                <a:ext cx="73193" cy="75451"/>
              </a:xfrm>
              <a:custGeom>
                <a:avLst/>
                <a:gdLst/>
                <a:ahLst/>
                <a:cxnLst/>
                <a:rect l="l" t="t" r="r" b="b"/>
                <a:pathLst>
                  <a:path w="73193" h="75451">
                    <a:moveTo>
                      <a:pt x="29284" y="75451"/>
                    </a:moveTo>
                    <a:lnTo>
                      <a:pt x="0" y="27620"/>
                    </a:lnTo>
                    <a:lnTo>
                      <a:pt x="42079" y="0"/>
                    </a:lnTo>
                    <a:lnTo>
                      <a:pt x="73193" y="46902"/>
                    </a:lnTo>
                    <a:lnTo>
                      <a:pt x="29284" y="754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5" name="Контур"/>
              <p:cNvSpPr/>
              <p:nvPr/>
            </p:nvSpPr>
            <p:spPr>
              <a:xfrm>
                <a:off x="1241642" y="6714706"/>
                <a:ext cx="780052" cy="341294"/>
              </a:xfrm>
              <a:custGeom>
                <a:avLst/>
                <a:gdLst/>
                <a:ahLst/>
                <a:cxnLst/>
                <a:rect l="l" t="t" r="r" b="b"/>
                <a:pathLst>
                  <a:path w="780052" h="341294">
                    <a:moveTo>
                      <a:pt x="0" y="341294"/>
                    </a:moveTo>
                    <a:lnTo>
                      <a:pt x="134701" y="275991"/>
                    </a:lnTo>
                    <a:lnTo>
                      <a:pt x="173494" y="256700"/>
                    </a:lnTo>
                    <a:lnTo>
                      <a:pt x="199223" y="243907"/>
                    </a:lnTo>
                    <a:lnTo>
                      <a:pt x="273942" y="206751"/>
                    </a:lnTo>
                    <a:lnTo>
                      <a:pt x="402621" y="145569"/>
                    </a:lnTo>
                    <a:lnTo>
                      <a:pt x="615229" y="41669"/>
                    </a:lnTo>
                    <a:lnTo>
                      <a:pt x="686787" y="6838"/>
                    </a:lnTo>
                    <a:lnTo>
                      <a:pt x="700809" y="0"/>
                    </a:lnTo>
                    <a:lnTo>
                      <a:pt x="779006" y="161362"/>
                    </a:lnTo>
                    <a:lnTo>
                      <a:pt x="780052" y="163219"/>
                    </a:lnTo>
                    <a:lnTo>
                      <a:pt x="491852" y="303593"/>
                    </a:lnTo>
                    <a:lnTo>
                      <a:pt x="504137" y="328695"/>
                    </a:lnTo>
                    <a:lnTo>
                      <a:pt x="509410" y="339403"/>
                    </a:lnTo>
                    <a:lnTo>
                      <a:pt x="505571" y="3412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76" name="Контур"/>
              <p:cNvSpPr/>
              <p:nvPr/>
            </p:nvSpPr>
            <p:spPr>
              <a:xfrm>
                <a:off x="1241642" y="6714706"/>
                <a:ext cx="780052" cy="341294"/>
              </a:xfrm>
              <a:custGeom>
                <a:avLst/>
                <a:gdLst/>
                <a:ahLst/>
                <a:cxnLst/>
                <a:rect l="l" t="t" r="r" b="b"/>
                <a:pathLst>
                  <a:path w="780052" h="341294" fill="none">
                    <a:moveTo>
                      <a:pt x="0" y="341294"/>
                    </a:moveTo>
                    <a:lnTo>
                      <a:pt x="134701" y="275991"/>
                    </a:lnTo>
                    <a:lnTo>
                      <a:pt x="173494" y="256700"/>
                    </a:lnTo>
                    <a:lnTo>
                      <a:pt x="199223" y="243907"/>
                    </a:lnTo>
                    <a:lnTo>
                      <a:pt x="273942" y="206751"/>
                    </a:lnTo>
                    <a:lnTo>
                      <a:pt x="402621" y="145569"/>
                    </a:lnTo>
                    <a:lnTo>
                      <a:pt x="615229" y="41669"/>
                    </a:lnTo>
                    <a:lnTo>
                      <a:pt x="686787" y="6838"/>
                    </a:lnTo>
                    <a:lnTo>
                      <a:pt x="700809" y="0"/>
                    </a:lnTo>
                    <a:lnTo>
                      <a:pt x="779006" y="161362"/>
                    </a:lnTo>
                    <a:lnTo>
                      <a:pt x="780052" y="163219"/>
                    </a:lnTo>
                    <a:lnTo>
                      <a:pt x="491852" y="303593"/>
                    </a:lnTo>
                    <a:lnTo>
                      <a:pt x="504137" y="328695"/>
                    </a:lnTo>
                    <a:lnTo>
                      <a:pt x="509410" y="339403"/>
                    </a:lnTo>
                    <a:lnTo>
                      <a:pt x="505571" y="34129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7" name="Контур"/>
              <p:cNvSpPr/>
              <p:nvPr/>
            </p:nvSpPr>
            <p:spPr>
              <a:xfrm>
                <a:off x="954156" y="6868691"/>
                <a:ext cx="133474" cy="120672"/>
              </a:xfrm>
              <a:custGeom>
                <a:avLst/>
                <a:gdLst/>
                <a:ahLst/>
                <a:cxnLst/>
                <a:rect l="l" t="t" r="r" b="b"/>
                <a:pathLst>
                  <a:path w="133474" h="120672">
                    <a:moveTo>
                      <a:pt x="106661" y="0"/>
                    </a:moveTo>
                    <a:lnTo>
                      <a:pt x="133474" y="52569"/>
                    </a:lnTo>
                    <a:lnTo>
                      <a:pt x="106661" y="68697"/>
                    </a:lnTo>
                    <a:lnTo>
                      <a:pt x="119170" y="90206"/>
                    </a:lnTo>
                    <a:lnTo>
                      <a:pt x="63759" y="120672"/>
                    </a:lnTo>
                    <a:lnTo>
                      <a:pt x="50055" y="96777"/>
                    </a:lnTo>
                    <a:lnTo>
                      <a:pt x="27408" y="108725"/>
                    </a:lnTo>
                    <a:lnTo>
                      <a:pt x="0" y="53765"/>
                    </a:lnTo>
                    <a:lnTo>
                      <a:pt x="1066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8" name="Контур"/>
              <p:cNvSpPr/>
              <p:nvPr/>
            </p:nvSpPr>
            <p:spPr>
              <a:xfrm>
                <a:off x="918015" y="6299143"/>
                <a:ext cx="70436" cy="87781"/>
              </a:xfrm>
              <a:custGeom>
                <a:avLst/>
                <a:gdLst/>
                <a:ahLst/>
                <a:cxnLst/>
                <a:rect l="l" t="t" r="r" b="b"/>
                <a:pathLst>
                  <a:path w="70436" h="87781">
                    <a:moveTo>
                      <a:pt x="70436" y="70222"/>
                    </a:moveTo>
                    <a:lnTo>
                      <a:pt x="37904" y="87781"/>
                    </a:lnTo>
                    <a:lnTo>
                      <a:pt x="0" y="17560"/>
                    </a:lnTo>
                    <a:lnTo>
                      <a:pt x="32531" y="0"/>
                    </a:lnTo>
                    <a:lnTo>
                      <a:pt x="70436" y="702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9" name="Контур"/>
              <p:cNvSpPr/>
              <p:nvPr/>
            </p:nvSpPr>
            <p:spPr>
              <a:xfrm>
                <a:off x="1500252" y="5908160"/>
                <a:ext cx="194534" cy="242768"/>
              </a:xfrm>
              <a:custGeom>
                <a:avLst/>
                <a:gdLst/>
                <a:ahLst/>
                <a:cxnLst/>
                <a:rect l="l" t="t" r="r" b="b"/>
                <a:pathLst>
                  <a:path w="194534" h="242768">
                    <a:moveTo>
                      <a:pt x="121229" y="242768"/>
                    </a:moveTo>
                    <a:lnTo>
                      <a:pt x="0" y="44916"/>
                    </a:lnTo>
                    <a:lnTo>
                      <a:pt x="26406" y="28737"/>
                    </a:lnTo>
                    <a:lnTo>
                      <a:pt x="51810" y="13111"/>
                    </a:lnTo>
                    <a:lnTo>
                      <a:pt x="73306" y="0"/>
                    </a:lnTo>
                    <a:lnTo>
                      <a:pt x="102590" y="47831"/>
                    </a:lnTo>
                    <a:lnTo>
                      <a:pt x="129377" y="91579"/>
                    </a:lnTo>
                    <a:lnTo>
                      <a:pt x="194534" y="197852"/>
                    </a:lnTo>
                    <a:lnTo>
                      <a:pt x="121229" y="2427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0" name="Контур"/>
              <p:cNvSpPr/>
              <p:nvPr/>
            </p:nvSpPr>
            <p:spPr>
              <a:xfrm>
                <a:off x="1365285" y="6022777"/>
                <a:ext cx="81188" cy="113006"/>
              </a:xfrm>
              <a:custGeom>
                <a:avLst/>
                <a:gdLst/>
                <a:ahLst/>
                <a:cxnLst/>
                <a:rect l="l" t="t" r="r" b="b"/>
                <a:pathLst>
                  <a:path w="81188" h="113006">
                    <a:moveTo>
                      <a:pt x="57528" y="113006"/>
                    </a:moveTo>
                    <a:lnTo>
                      <a:pt x="3028" y="34690"/>
                    </a:lnTo>
                    <a:lnTo>
                      <a:pt x="12133" y="28854"/>
                    </a:lnTo>
                    <a:lnTo>
                      <a:pt x="0" y="9928"/>
                    </a:lnTo>
                    <a:lnTo>
                      <a:pt x="16397" y="0"/>
                    </a:lnTo>
                    <a:lnTo>
                      <a:pt x="81188" y="96874"/>
                    </a:lnTo>
                    <a:lnTo>
                      <a:pt x="57528" y="1130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1" name="Контур"/>
              <p:cNvSpPr/>
              <p:nvPr/>
            </p:nvSpPr>
            <p:spPr>
              <a:xfrm>
                <a:off x="1219667" y="6050390"/>
                <a:ext cx="81857" cy="82006"/>
              </a:xfrm>
              <a:custGeom>
                <a:avLst/>
                <a:gdLst/>
                <a:ahLst/>
                <a:cxnLst/>
                <a:rect l="l" t="t" r="r" b="b"/>
                <a:pathLst>
                  <a:path w="81857" h="82006">
                    <a:moveTo>
                      <a:pt x="0" y="32113"/>
                    </a:moveTo>
                    <a:lnTo>
                      <a:pt x="37246" y="7933"/>
                    </a:lnTo>
                    <a:lnTo>
                      <a:pt x="49465" y="0"/>
                    </a:lnTo>
                    <a:lnTo>
                      <a:pt x="81857" y="49892"/>
                    </a:lnTo>
                    <a:lnTo>
                      <a:pt x="32392" y="82006"/>
                    </a:lnTo>
                    <a:lnTo>
                      <a:pt x="0" y="321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2" name="Контур"/>
              <p:cNvSpPr/>
              <p:nvPr/>
            </p:nvSpPr>
            <p:spPr>
              <a:xfrm>
                <a:off x="7012390" y="1584000"/>
                <a:ext cx="365926" cy="289611"/>
              </a:xfrm>
              <a:custGeom>
                <a:avLst/>
                <a:gdLst/>
                <a:ahLst/>
                <a:cxnLst/>
                <a:rect l="l" t="t" r="r" b="b"/>
                <a:pathLst>
                  <a:path w="365926" h="289611">
                    <a:moveTo>
                      <a:pt x="0" y="107288"/>
                    </a:moveTo>
                    <a:lnTo>
                      <a:pt x="127379" y="48382"/>
                    </a:lnTo>
                    <a:lnTo>
                      <a:pt x="232155" y="0"/>
                    </a:lnTo>
                    <a:lnTo>
                      <a:pt x="365167" y="0"/>
                    </a:lnTo>
                    <a:lnTo>
                      <a:pt x="365926" y="195118"/>
                    </a:lnTo>
                    <a:lnTo>
                      <a:pt x="358035" y="198764"/>
                    </a:lnTo>
                    <a:lnTo>
                      <a:pt x="352140" y="185371"/>
                    </a:lnTo>
                    <a:lnTo>
                      <a:pt x="123564" y="289611"/>
                    </a:lnTo>
                    <a:lnTo>
                      <a:pt x="74519" y="270073"/>
                    </a:lnTo>
                    <a:lnTo>
                      <a:pt x="60585" y="243957"/>
                    </a:lnTo>
                    <a:lnTo>
                      <a:pt x="36286" y="1888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83" name="Контур"/>
              <p:cNvSpPr/>
              <p:nvPr/>
            </p:nvSpPr>
            <p:spPr>
              <a:xfrm>
                <a:off x="7012390" y="1584000"/>
                <a:ext cx="365926" cy="289611"/>
              </a:xfrm>
              <a:custGeom>
                <a:avLst/>
                <a:gdLst/>
                <a:ahLst/>
                <a:cxnLst/>
                <a:rect l="l" t="t" r="r" b="b"/>
                <a:pathLst>
                  <a:path w="365926" h="289611" fill="none">
                    <a:moveTo>
                      <a:pt x="0" y="107288"/>
                    </a:moveTo>
                    <a:lnTo>
                      <a:pt x="127379" y="48382"/>
                    </a:lnTo>
                    <a:lnTo>
                      <a:pt x="232155" y="0"/>
                    </a:lnTo>
                    <a:moveTo>
                      <a:pt x="365167" y="0"/>
                    </a:moveTo>
                    <a:lnTo>
                      <a:pt x="365926" y="195118"/>
                    </a:lnTo>
                    <a:lnTo>
                      <a:pt x="358035" y="198764"/>
                    </a:lnTo>
                    <a:lnTo>
                      <a:pt x="352140" y="185371"/>
                    </a:lnTo>
                    <a:lnTo>
                      <a:pt x="123564" y="289611"/>
                    </a:lnTo>
                    <a:lnTo>
                      <a:pt x="74519" y="270073"/>
                    </a:lnTo>
                    <a:lnTo>
                      <a:pt x="60585" y="243957"/>
                    </a:lnTo>
                    <a:lnTo>
                      <a:pt x="36286" y="188899"/>
                    </a:lnTo>
                    <a:lnTo>
                      <a:pt x="0" y="107288"/>
                    </a:lnTo>
                    <a:lnTo>
                      <a:pt x="0" y="10728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4" name="Контур"/>
              <p:cNvSpPr/>
              <p:nvPr/>
            </p:nvSpPr>
            <p:spPr>
              <a:xfrm>
                <a:off x="6424900" y="1823175"/>
                <a:ext cx="24422" cy="24444"/>
              </a:xfrm>
              <a:custGeom>
                <a:avLst/>
                <a:gdLst/>
                <a:ahLst/>
                <a:cxnLst/>
                <a:rect l="l" t="t" r="r" b="b"/>
                <a:pathLst>
                  <a:path w="24422" h="24444">
                    <a:moveTo>
                      <a:pt x="3138" y="24444"/>
                    </a:moveTo>
                    <a:lnTo>
                      <a:pt x="0" y="18066"/>
                    </a:lnTo>
                    <a:lnTo>
                      <a:pt x="6803" y="12218"/>
                    </a:lnTo>
                    <a:lnTo>
                      <a:pt x="4535" y="7506"/>
                    </a:lnTo>
                    <a:lnTo>
                      <a:pt x="16137" y="0"/>
                    </a:lnTo>
                    <a:lnTo>
                      <a:pt x="24422" y="13537"/>
                    </a:lnTo>
                    <a:lnTo>
                      <a:pt x="3138" y="24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5" name="Контур"/>
              <p:cNvSpPr/>
              <p:nvPr/>
            </p:nvSpPr>
            <p:spPr>
              <a:xfrm>
                <a:off x="6903853" y="1835923"/>
                <a:ext cx="31497" cy="32477"/>
              </a:xfrm>
              <a:custGeom>
                <a:avLst/>
                <a:gdLst/>
                <a:ahLst/>
                <a:cxnLst/>
                <a:rect l="l" t="t" r="r" b="b"/>
                <a:pathLst>
                  <a:path w="31497" h="32477">
                    <a:moveTo>
                      <a:pt x="0" y="11093"/>
                    </a:moveTo>
                    <a:lnTo>
                      <a:pt x="12460" y="0"/>
                    </a:lnTo>
                    <a:lnTo>
                      <a:pt x="31497" y="21384"/>
                    </a:lnTo>
                    <a:lnTo>
                      <a:pt x="19037" y="32477"/>
                    </a:lnTo>
                    <a:lnTo>
                      <a:pt x="0" y="110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6" name="Контур"/>
              <p:cNvSpPr/>
              <p:nvPr/>
            </p:nvSpPr>
            <p:spPr>
              <a:xfrm>
                <a:off x="6895915" y="1691288"/>
                <a:ext cx="177060" cy="146639"/>
              </a:xfrm>
              <a:custGeom>
                <a:avLst/>
                <a:gdLst/>
                <a:ahLst/>
                <a:cxnLst/>
                <a:rect l="l" t="t" r="r" b="b"/>
                <a:pathLst>
                  <a:path w="177060" h="146639">
                    <a:moveTo>
                      <a:pt x="116475" y="0"/>
                    </a:moveTo>
                    <a:lnTo>
                      <a:pt x="152761" y="81611"/>
                    </a:lnTo>
                    <a:lnTo>
                      <a:pt x="177060" y="136669"/>
                    </a:lnTo>
                    <a:lnTo>
                      <a:pt x="136063" y="146639"/>
                    </a:lnTo>
                    <a:lnTo>
                      <a:pt x="101926" y="135200"/>
                    </a:lnTo>
                    <a:lnTo>
                      <a:pt x="81672" y="111342"/>
                    </a:lnTo>
                    <a:lnTo>
                      <a:pt x="58555" y="121717"/>
                    </a:lnTo>
                    <a:lnTo>
                      <a:pt x="27114" y="110688"/>
                    </a:lnTo>
                    <a:lnTo>
                      <a:pt x="0" y="52186"/>
                    </a:lnTo>
                    <a:lnTo>
                      <a:pt x="5351" y="49409"/>
                    </a:lnTo>
                    <a:lnTo>
                      <a:pt x="1164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7" name="Контур"/>
              <p:cNvSpPr/>
              <p:nvPr/>
            </p:nvSpPr>
            <p:spPr>
              <a:xfrm>
                <a:off x="6366634" y="1772291"/>
                <a:ext cx="50244" cy="43289"/>
              </a:xfrm>
              <a:custGeom>
                <a:avLst/>
                <a:gdLst/>
                <a:ahLst/>
                <a:cxnLst/>
                <a:rect l="l" t="t" r="r" b="b"/>
                <a:pathLst>
                  <a:path w="50244" h="43289">
                    <a:moveTo>
                      <a:pt x="0" y="15535"/>
                    </a:moveTo>
                    <a:lnTo>
                      <a:pt x="31751" y="0"/>
                    </a:lnTo>
                    <a:lnTo>
                      <a:pt x="50244" y="26357"/>
                    </a:lnTo>
                    <a:lnTo>
                      <a:pt x="16399" y="43289"/>
                    </a:lnTo>
                    <a:lnTo>
                      <a:pt x="0" y="155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8" name="Контур"/>
              <p:cNvSpPr/>
              <p:nvPr/>
            </p:nvSpPr>
            <p:spPr>
              <a:xfrm>
                <a:off x="7072726" y="2017811"/>
                <a:ext cx="58825" cy="59055"/>
              </a:xfrm>
              <a:custGeom>
                <a:avLst/>
                <a:gdLst/>
                <a:ahLst/>
                <a:cxnLst/>
                <a:rect l="l" t="t" r="r" b="b"/>
                <a:pathLst>
                  <a:path w="58825" h="59055">
                    <a:moveTo>
                      <a:pt x="21399" y="0"/>
                    </a:moveTo>
                    <a:lnTo>
                      <a:pt x="58825" y="37951"/>
                    </a:lnTo>
                    <a:lnTo>
                      <a:pt x="37426" y="59055"/>
                    </a:lnTo>
                    <a:lnTo>
                      <a:pt x="0" y="21103"/>
                    </a:lnTo>
                    <a:lnTo>
                      <a:pt x="2139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9" name="Контур"/>
              <p:cNvSpPr/>
              <p:nvPr/>
            </p:nvSpPr>
            <p:spPr>
              <a:xfrm>
                <a:off x="6681982" y="2163105"/>
                <a:ext cx="42089" cy="41431"/>
              </a:xfrm>
              <a:custGeom>
                <a:avLst/>
                <a:gdLst/>
                <a:ahLst/>
                <a:cxnLst/>
                <a:rect l="l" t="t" r="r" b="b"/>
                <a:pathLst>
                  <a:path w="42089" h="41431">
                    <a:moveTo>
                      <a:pt x="17421" y="0"/>
                    </a:moveTo>
                    <a:lnTo>
                      <a:pt x="42089" y="22439"/>
                    </a:lnTo>
                    <a:lnTo>
                      <a:pt x="24433" y="41431"/>
                    </a:lnTo>
                    <a:lnTo>
                      <a:pt x="0" y="19307"/>
                    </a:lnTo>
                    <a:lnTo>
                      <a:pt x="1742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0" name="Контур"/>
              <p:cNvSpPr/>
              <p:nvPr/>
            </p:nvSpPr>
            <p:spPr>
              <a:xfrm>
                <a:off x="6934498" y="2041832"/>
                <a:ext cx="60593" cy="61544"/>
              </a:xfrm>
              <a:custGeom>
                <a:avLst/>
                <a:gdLst/>
                <a:ahLst/>
                <a:cxnLst/>
                <a:rect l="l" t="t" r="r" b="b"/>
                <a:pathLst>
                  <a:path w="60593" h="61544">
                    <a:moveTo>
                      <a:pt x="21520" y="0"/>
                    </a:moveTo>
                    <a:lnTo>
                      <a:pt x="60593" y="41072"/>
                    </a:lnTo>
                    <a:lnTo>
                      <a:pt x="39073" y="61544"/>
                    </a:lnTo>
                    <a:lnTo>
                      <a:pt x="0" y="20473"/>
                    </a:lnTo>
                    <a:lnTo>
                      <a:pt x="2152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1" name="Контур"/>
              <p:cNvSpPr/>
              <p:nvPr/>
            </p:nvSpPr>
            <p:spPr>
              <a:xfrm>
                <a:off x="6984790" y="1908073"/>
                <a:ext cx="78738" cy="77761"/>
              </a:xfrm>
              <a:custGeom>
                <a:avLst/>
                <a:gdLst/>
                <a:ahLst/>
                <a:cxnLst/>
                <a:rect l="l" t="t" r="r" b="b"/>
                <a:pathLst>
                  <a:path w="78738" h="77761">
                    <a:moveTo>
                      <a:pt x="24349" y="16550"/>
                    </a:moveTo>
                    <a:lnTo>
                      <a:pt x="41995" y="0"/>
                    </a:lnTo>
                    <a:lnTo>
                      <a:pt x="78738" y="40142"/>
                    </a:lnTo>
                    <a:lnTo>
                      <a:pt x="36884" y="77761"/>
                    </a:lnTo>
                    <a:lnTo>
                      <a:pt x="0" y="38285"/>
                    </a:lnTo>
                    <a:lnTo>
                      <a:pt x="24349" y="165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2" name="Контур"/>
              <p:cNvSpPr/>
              <p:nvPr/>
            </p:nvSpPr>
            <p:spPr>
              <a:xfrm>
                <a:off x="6367680" y="1836712"/>
                <a:ext cx="134333" cy="116411"/>
              </a:xfrm>
              <a:custGeom>
                <a:avLst/>
                <a:gdLst/>
                <a:ahLst/>
                <a:cxnLst/>
                <a:rect l="l" t="t" r="r" b="b"/>
                <a:pathLst>
                  <a:path w="134333" h="116411">
                    <a:moveTo>
                      <a:pt x="81642" y="0"/>
                    </a:moveTo>
                    <a:lnTo>
                      <a:pt x="134333" y="60130"/>
                    </a:lnTo>
                    <a:lnTo>
                      <a:pt x="59123" y="116411"/>
                    </a:lnTo>
                    <a:lnTo>
                      <a:pt x="0" y="42241"/>
                    </a:lnTo>
                    <a:lnTo>
                      <a:pt x="60358" y="10907"/>
                    </a:lnTo>
                    <a:lnTo>
                      <a:pt x="8164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3" name="Контур"/>
              <p:cNvSpPr/>
              <p:nvPr/>
            </p:nvSpPr>
            <p:spPr>
              <a:xfrm>
                <a:off x="6950573" y="1889139"/>
                <a:ext cx="58566" cy="57219"/>
              </a:xfrm>
              <a:custGeom>
                <a:avLst/>
                <a:gdLst/>
                <a:ahLst/>
                <a:cxnLst/>
                <a:rect l="l" t="t" r="r" b="b"/>
                <a:pathLst>
                  <a:path w="58566" h="57219">
                    <a:moveTo>
                      <a:pt x="58566" y="35484"/>
                    </a:moveTo>
                    <a:lnTo>
                      <a:pt x="34217" y="57219"/>
                    </a:lnTo>
                    <a:lnTo>
                      <a:pt x="0" y="21606"/>
                    </a:lnTo>
                    <a:lnTo>
                      <a:pt x="24972" y="0"/>
                    </a:lnTo>
                    <a:lnTo>
                      <a:pt x="58566" y="354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4" name="Контур"/>
              <p:cNvSpPr/>
              <p:nvPr/>
            </p:nvSpPr>
            <p:spPr>
              <a:xfrm>
                <a:off x="5729969" y="1584000"/>
                <a:ext cx="203722" cy="172724"/>
              </a:xfrm>
              <a:custGeom>
                <a:avLst/>
                <a:gdLst/>
                <a:ahLst/>
                <a:cxnLst/>
                <a:rect l="l" t="t" r="r" b="b"/>
                <a:pathLst>
                  <a:path w="203722" h="172724">
                    <a:moveTo>
                      <a:pt x="166051" y="172724"/>
                    </a:moveTo>
                    <a:lnTo>
                      <a:pt x="0" y="22403"/>
                    </a:lnTo>
                    <a:lnTo>
                      <a:pt x="20281" y="0"/>
                    </a:lnTo>
                    <a:lnTo>
                      <a:pt x="58889" y="0"/>
                    </a:lnTo>
                    <a:lnTo>
                      <a:pt x="203722" y="13111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95" name="Контур"/>
              <p:cNvSpPr/>
              <p:nvPr/>
            </p:nvSpPr>
            <p:spPr>
              <a:xfrm>
                <a:off x="5729969" y="1584000"/>
                <a:ext cx="203722" cy="172724"/>
              </a:xfrm>
              <a:custGeom>
                <a:avLst/>
                <a:gdLst/>
                <a:ahLst/>
                <a:cxnLst/>
                <a:rect l="l" t="t" r="r" b="b"/>
                <a:pathLst>
                  <a:path w="203722" h="172724" fill="none">
                    <a:moveTo>
                      <a:pt x="166051" y="172724"/>
                    </a:moveTo>
                    <a:lnTo>
                      <a:pt x="0" y="22403"/>
                    </a:lnTo>
                    <a:lnTo>
                      <a:pt x="20281" y="0"/>
                    </a:lnTo>
                    <a:moveTo>
                      <a:pt x="58889" y="0"/>
                    </a:moveTo>
                    <a:lnTo>
                      <a:pt x="203722" y="131113"/>
                    </a:lnTo>
                    <a:lnTo>
                      <a:pt x="166051" y="172724"/>
                    </a:lnTo>
                    <a:lnTo>
                      <a:pt x="166051" y="17272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6" name="Контур"/>
              <p:cNvSpPr/>
              <p:nvPr/>
            </p:nvSpPr>
            <p:spPr>
              <a:xfrm>
                <a:off x="6073769" y="1634272"/>
                <a:ext cx="156610" cy="101928"/>
              </a:xfrm>
              <a:custGeom>
                <a:avLst/>
                <a:gdLst/>
                <a:ahLst/>
                <a:cxnLst/>
                <a:rect l="l" t="t" r="r" b="b"/>
                <a:pathLst>
                  <a:path w="156610" h="101928">
                    <a:moveTo>
                      <a:pt x="156610" y="19718"/>
                    </a:moveTo>
                    <a:lnTo>
                      <a:pt x="14928" y="101928"/>
                    </a:lnTo>
                    <a:lnTo>
                      <a:pt x="0" y="76440"/>
                    </a:lnTo>
                    <a:lnTo>
                      <a:pt x="14832" y="67512"/>
                    </a:lnTo>
                    <a:lnTo>
                      <a:pt x="19080" y="74664"/>
                    </a:lnTo>
                    <a:lnTo>
                      <a:pt x="144907" y="0"/>
                    </a:lnTo>
                    <a:lnTo>
                      <a:pt x="156610" y="197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7" name="Контур"/>
              <p:cNvSpPr/>
              <p:nvPr/>
            </p:nvSpPr>
            <p:spPr>
              <a:xfrm>
                <a:off x="6189226" y="1584000"/>
                <a:ext cx="57160" cy="41284"/>
              </a:xfrm>
              <a:custGeom>
                <a:avLst/>
                <a:gdLst/>
                <a:ahLst/>
                <a:cxnLst/>
                <a:rect l="l" t="t" r="r" b="b"/>
                <a:pathLst>
                  <a:path w="57160" h="41284">
                    <a:moveTo>
                      <a:pt x="57160" y="0"/>
                    </a:moveTo>
                    <a:lnTo>
                      <a:pt x="13848" y="41284"/>
                    </a:lnTo>
                    <a:lnTo>
                      <a:pt x="0" y="26756"/>
                    </a:lnTo>
                    <a:lnTo>
                      <a:pt x="2807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98" name="Контур"/>
              <p:cNvSpPr/>
              <p:nvPr/>
            </p:nvSpPr>
            <p:spPr>
              <a:xfrm>
                <a:off x="6189226" y="1584000"/>
                <a:ext cx="57160" cy="41284"/>
              </a:xfrm>
              <a:custGeom>
                <a:avLst/>
                <a:gdLst/>
                <a:ahLst/>
                <a:cxnLst/>
                <a:rect l="l" t="t" r="r" b="b"/>
                <a:pathLst>
                  <a:path w="57160" h="41284" fill="none">
                    <a:moveTo>
                      <a:pt x="57160" y="0"/>
                    </a:moveTo>
                    <a:lnTo>
                      <a:pt x="13848" y="41284"/>
                    </a:lnTo>
                    <a:lnTo>
                      <a:pt x="0" y="26756"/>
                    </a:lnTo>
                    <a:lnTo>
                      <a:pt x="28071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9" name="Контур"/>
              <p:cNvSpPr/>
              <p:nvPr/>
            </p:nvSpPr>
            <p:spPr>
              <a:xfrm>
                <a:off x="5845308" y="1584000"/>
                <a:ext cx="183639" cy="131152"/>
              </a:xfrm>
              <a:custGeom>
                <a:avLst/>
                <a:gdLst/>
                <a:ahLst/>
                <a:cxnLst/>
                <a:rect l="l" t="t" r="r" b="b"/>
                <a:pathLst>
                  <a:path w="183639" h="131152">
                    <a:moveTo>
                      <a:pt x="144668" y="131152"/>
                    </a:moveTo>
                    <a:lnTo>
                      <a:pt x="0" y="0"/>
                    </a:lnTo>
                    <a:lnTo>
                      <a:pt x="88192" y="0"/>
                    </a:lnTo>
                    <a:lnTo>
                      <a:pt x="183639" y="8466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00" name="Контур"/>
              <p:cNvSpPr/>
              <p:nvPr/>
            </p:nvSpPr>
            <p:spPr>
              <a:xfrm>
                <a:off x="5845308" y="1584000"/>
                <a:ext cx="183639" cy="131152"/>
              </a:xfrm>
              <a:custGeom>
                <a:avLst/>
                <a:gdLst/>
                <a:ahLst/>
                <a:cxnLst/>
                <a:rect l="l" t="t" r="r" b="b"/>
                <a:pathLst>
                  <a:path w="183639" h="131152" fill="none">
                    <a:moveTo>
                      <a:pt x="144668" y="131152"/>
                    </a:moveTo>
                    <a:lnTo>
                      <a:pt x="0" y="0"/>
                    </a:lnTo>
                    <a:moveTo>
                      <a:pt x="88192" y="0"/>
                    </a:moveTo>
                    <a:lnTo>
                      <a:pt x="183639" y="84664"/>
                    </a:lnTo>
                    <a:lnTo>
                      <a:pt x="144668" y="131152"/>
                    </a:lnTo>
                    <a:lnTo>
                      <a:pt x="144668" y="131152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1" name="Контур"/>
              <p:cNvSpPr/>
              <p:nvPr/>
            </p:nvSpPr>
            <p:spPr>
              <a:xfrm>
                <a:off x="6241379" y="1584000"/>
                <a:ext cx="52373" cy="37940"/>
              </a:xfrm>
              <a:custGeom>
                <a:avLst/>
                <a:gdLst/>
                <a:ahLst/>
                <a:cxnLst/>
                <a:rect l="l" t="t" r="r" b="b"/>
                <a:pathLst>
                  <a:path w="52373" h="37940">
                    <a:moveTo>
                      <a:pt x="0" y="17337"/>
                    </a:moveTo>
                    <a:lnTo>
                      <a:pt x="18360" y="0"/>
                    </a:lnTo>
                    <a:lnTo>
                      <a:pt x="45898" y="0"/>
                    </a:lnTo>
                    <a:lnTo>
                      <a:pt x="52373" y="6857"/>
                    </a:lnTo>
                    <a:lnTo>
                      <a:pt x="19454" y="379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02" name="Контур"/>
              <p:cNvSpPr/>
              <p:nvPr/>
            </p:nvSpPr>
            <p:spPr>
              <a:xfrm>
                <a:off x="6241379" y="1584000"/>
                <a:ext cx="52373" cy="37940"/>
              </a:xfrm>
              <a:custGeom>
                <a:avLst/>
                <a:gdLst/>
                <a:ahLst/>
                <a:cxnLst/>
                <a:rect l="l" t="t" r="r" b="b"/>
                <a:pathLst>
                  <a:path w="52373" h="37940" fill="none">
                    <a:moveTo>
                      <a:pt x="0" y="17337"/>
                    </a:moveTo>
                    <a:lnTo>
                      <a:pt x="18360" y="0"/>
                    </a:lnTo>
                    <a:moveTo>
                      <a:pt x="45898" y="0"/>
                    </a:moveTo>
                    <a:lnTo>
                      <a:pt x="52373" y="6857"/>
                    </a:lnTo>
                    <a:lnTo>
                      <a:pt x="19454" y="37940"/>
                    </a:lnTo>
                    <a:lnTo>
                      <a:pt x="0" y="17337"/>
                    </a:lnTo>
                    <a:lnTo>
                      <a:pt x="0" y="17337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3" name="Контур"/>
              <p:cNvSpPr/>
              <p:nvPr/>
            </p:nvSpPr>
            <p:spPr>
              <a:xfrm>
                <a:off x="5988075" y="1584000"/>
                <a:ext cx="113985" cy="68761"/>
              </a:xfrm>
              <a:custGeom>
                <a:avLst/>
                <a:gdLst/>
                <a:ahLst/>
                <a:cxnLst/>
                <a:rect l="l" t="t" r="r" b="b"/>
                <a:pathLst>
                  <a:path w="113985" h="68761">
                    <a:moveTo>
                      <a:pt x="76737" y="68761"/>
                    </a:moveTo>
                    <a:lnTo>
                      <a:pt x="0" y="0"/>
                    </a:lnTo>
                    <a:lnTo>
                      <a:pt x="83638" y="0"/>
                    </a:lnTo>
                    <a:lnTo>
                      <a:pt x="113985" y="2719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04" name="Контур"/>
              <p:cNvSpPr/>
              <p:nvPr/>
            </p:nvSpPr>
            <p:spPr>
              <a:xfrm>
                <a:off x="5988075" y="1584000"/>
                <a:ext cx="113985" cy="68761"/>
              </a:xfrm>
              <a:custGeom>
                <a:avLst/>
                <a:gdLst/>
                <a:ahLst/>
                <a:cxnLst/>
                <a:rect l="l" t="t" r="r" b="b"/>
                <a:pathLst>
                  <a:path w="113985" h="68761" fill="none">
                    <a:moveTo>
                      <a:pt x="76737" y="68761"/>
                    </a:moveTo>
                    <a:lnTo>
                      <a:pt x="0" y="0"/>
                    </a:lnTo>
                    <a:moveTo>
                      <a:pt x="83638" y="0"/>
                    </a:moveTo>
                    <a:lnTo>
                      <a:pt x="113985" y="27193"/>
                    </a:lnTo>
                    <a:lnTo>
                      <a:pt x="76737" y="68761"/>
                    </a:lnTo>
                    <a:lnTo>
                      <a:pt x="76737" y="68761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5" name="Контур"/>
              <p:cNvSpPr/>
              <p:nvPr/>
            </p:nvSpPr>
            <p:spPr>
              <a:xfrm>
                <a:off x="5875720" y="2008455"/>
                <a:ext cx="44347" cy="52011"/>
              </a:xfrm>
              <a:custGeom>
                <a:avLst/>
                <a:gdLst/>
                <a:ahLst/>
                <a:cxnLst/>
                <a:rect l="l" t="t" r="r" b="b"/>
                <a:pathLst>
                  <a:path w="44347" h="52011">
                    <a:moveTo>
                      <a:pt x="0" y="10734"/>
                    </a:moveTo>
                    <a:lnTo>
                      <a:pt x="15560" y="0"/>
                    </a:lnTo>
                    <a:lnTo>
                      <a:pt x="44347" y="41372"/>
                    </a:lnTo>
                    <a:lnTo>
                      <a:pt x="29684" y="52011"/>
                    </a:lnTo>
                    <a:lnTo>
                      <a:pt x="0" y="107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6" name="Контур"/>
              <p:cNvSpPr/>
              <p:nvPr/>
            </p:nvSpPr>
            <p:spPr>
              <a:xfrm>
                <a:off x="5944828" y="1904403"/>
                <a:ext cx="163205" cy="144338"/>
              </a:xfrm>
              <a:custGeom>
                <a:avLst/>
                <a:gdLst/>
                <a:ahLst/>
                <a:cxnLst/>
                <a:rect l="l" t="t" r="r" b="b"/>
                <a:pathLst>
                  <a:path w="163205" h="144338">
                    <a:moveTo>
                      <a:pt x="163205" y="62404"/>
                    </a:moveTo>
                    <a:lnTo>
                      <a:pt x="42285" y="144338"/>
                    </a:lnTo>
                    <a:lnTo>
                      <a:pt x="0" y="81934"/>
                    </a:lnTo>
                    <a:lnTo>
                      <a:pt x="120921" y="0"/>
                    </a:lnTo>
                    <a:lnTo>
                      <a:pt x="163205" y="624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7" name="Контур"/>
              <p:cNvSpPr/>
              <p:nvPr/>
            </p:nvSpPr>
            <p:spPr>
              <a:xfrm>
                <a:off x="6220343" y="1789805"/>
                <a:ext cx="92048" cy="105787"/>
              </a:xfrm>
              <a:custGeom>
                <a:avLst/>
                <a:gdLst/>
                <a:ahLst/>
                <a:cxnLst/>
                <a:rect l="l" t="t" r="r" b="b"/>
                <a:pathLst>
                  <a:path w="92048" h="105787">
                    <a:moveTo>
                      <a:pt x="0" y="26098"/>
                    </a:moveTo>
                    <a:lnTo>
                      <a:pt x="52231" y="0"/>
                    </a:lnTo>
                    <a:lnTo>
                      <a:pt x="92048" y="79690"/>
                    </a:lnTo>
                    <a:lnTo>
                      <a:pt x="39817" y="105787"/>
                    </a:lnTo>
                    <a:lnTo>
                      <a:pt x="0" y="260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8" name="Контур"/>
              <p:cNvSpPr/>
              <p:nvPr/>
            </p:nvSpPr>
            <p:spPr>
              <a:xfrm>
                <a:off x="6156721" y="1825087"/>
                <a:ext cx="92140" cy="105878"/>
              </a:xfrm>
              <a:custGeom>
                <a:avLst/>
                <a:gdLst/>
                <a:ahLst/>
                <a:cxnLst/>
                <a:rect l="l" t="t" r="r" b="b"/>
                <a:pathLst>
                  <a:path w="92140" h="105878">
                    <a:moveTo>
                      <a:pt x="39678" y="105878"/>
                    </a:moveTo>
                    <a:lnTo>
                      <a:pt x="0" y="26028"/>
                    </a:lnTo>
                    <a:lnTo>
                      <a:pt x="52462" y="0"/>
                    </a:lnTo>
                    <a:lnTo>
                      <a:pt x="92140" y="79409"/>
                    </a:lnTo>
                    <a:lnTo>
                      <a:pt x="39678" y="1058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9" name="Контур"/>
              <p:cNvSpPr/>
              <p:nvPr/>
            </p:nvSpPr>
            <p:spPr>
              <a:xfrm>
                <a:off x="6288961" y="1757985"/>
                <a:ext cx="92048" cy="105787"/>
              </a:xfrm>
              <a:custGeom>
                <a:avLst/>
                <a:gdLst/>
                <a:ahLst/>
                <a:cxnLst/>
                <a:rect l="l" t="t" r="r" b="b"/>
                <a:pathLst>
                  <a:path w="92048" h="105787">
                    <a:moveTo>
                      <a:pt x="0" y="26097"/>
                    </a:moveTo>
                    <a:lnTo>
                      <a:pt x="52231" y="0"/>
                    </a:lnTo>
                    <a:lnTo>
                      <a:pt x="92048" y="79689"/>
                    </a:lnTo>
                    <a:lnTo>
                      <a:pt x="39817" y="105787"/>
                    </a:lnTo>
                    <a:lnTo>
                      <a:pt x="0" y="260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0" name="Контур"/>
              <p:cNvSpPr/>
              <p:nvPr/>
            </p:nvSpPr>
            <p:spPr>
              <a:xfrm>
                <a:off x="5664507" y="1632140"/>
                <a:ext cx="195427" cy="184464"/>
              </a:xfrm>
              <a:custGeom>
                <a:avLst/>
                <a:gdLst/>
                <a:ahLst/>
                <a:cxnLst/>
                <a:rect l="l" t="t" r="r" b="b"/>
                <a:pathLst>
                  <a:path w="195427" h="184464">
                    <a:moveTo>
                      <a:pt x="157915" y="184464"/>
                    </a:moveTo>
                    <a:lnTo>
                      <a:pt x="0" y="44189"/>
                    </a:lnTo>
                    <a:lnTo>
                      <a:pt x="39499" y="0"/>
                    </a:lnTo>
                    <a:lnTo>
                      <a:pt x="195427" y="142234"/>
                    </a:lnTo>
                    <a:lnTo>
                      <a:pt x="157915" y="1844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1" name="Контур"/>
              <p:cNvSpPr/>
              <p:nvPr/>
            </p:nvSpPr>
            <p:spPr>
              <a:xfrm>
                <a:off x="6050341" y="2211623"/>
                <a:ext cx="34598" cy="42871"/>
              </a:xfrm>
              <a:custGeom>
                <a:avLst/>
                <a:gdLst/>
                <a:ahLst/>
                <a:cxnLst/>
                <a:rect l="l" t="t" r="r" b="b"/>
                <a:pathLst>
                  <a:path w="34598" h="42871">
                    <a:moveTo>
                      <a:pt x="13609" y="42871"/>
                    </a:moveTo>
                    <a:lnTo>
                      <a:pt x="0" y="8251"/>
                    </a:lnTo>
                    <a:lnTo>
                      <a:pt x="20989" y="0"/>
                    </a:lnTo>
                    <a:lnTo>
                      <a:pt x="34598" y="34620"/>
                    </a:lnTo>
                    <a:lnTo>
                      <a:pt x="13609" y="428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2" name="Контур"/>
              <p:cNvSpPr/>
              <p:nvPr/>
            </p:nvSpPr>
            <p:spPr>
              <a:xfrm>
                <a:off x="5914409" y="2134648"/>
                <a:ext cx="106464" cy="93523"/>
              </a:xfrm>
              <a:custGeom>
                <a:avLst/>
                <a:gdLst/>
                <a:ahLst/>
                <a:cxnLst/>
                <a:rect l="l" t="t" r="r" b="b"/>
                <a:pathLst>
                  <a:path w="106464" h="93523">
                    <a:moveTo>
                      <a:pt x="106464" y="63576"/>
                    </a:moveTo>
                    <a:lnTo>
                      <a:pt x="22757" y="93523"/>
                    </a:lnTo>
                    <a:lnTo>
                      <a:pt x="0" y="29952"/>
                    </a:lnTo>
                    <a:lnTo>
                      <a:pt x="83712" y="0"/>
                    </a:lnTo>
                    <a:lnTo>
                      <a:pt x="106464" y="635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3" name="Контур"/>
              <p:cNvSpPr/>
              <p:nvPr/>
            </p:nvSpPr>
            <p:spPr>
              <a:xfrm>
                <a:off x="5998670" y="2105440"/>
                <a:ext cx="75490" cy="108455"/>
              </a:xfrm>
              <a:custGeom>
                <a:avLst/>
                <a:gdLst/>
                <a:ahLst/>
                <a:cxnLst/>
                <a:rect l="l" t="t" r="r" b="b"/>
                <a:pathLst>
                  <a:path w="75490" h="108455">
                    <a:moveTo>
                      <a:pt x="36326" y="108455"/>
                    </a:moveTo>
                    <a:lnTo>
                      <a:pt x="0" y="15267"/>
                    </a:lnTo>
                    <a:lnTo>
                      <a:pt x="39164" y="0"/>
                    </a:lnTo>
                    <a:lnTo>
                      <a:pt x="75490" y="93188"/>
                    </a:lnTo>
                    <a:lnTo>
                      <a:pt x="36326" y="1084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4" name="Контур"/>
              <p:cNvSpPr/>
              <p:nvPr/>
            </p:nvSpPr>
            <p:spPr>
              <a:xfrm>
                <a:off x="6038150" y="2005231"/>
                <a:ext cx="105132" cy="182649"/>
              </a:xfrm>
              <a:custGeom>
                <a:avLst/>
                <a:gdLst/>
                <a:ahLst/>
                <a:cxnLst/>
                <a:rect l="l" t="t" r="r" b="b"/>
                <a:pathLst>
                  <a:path w="105132" h="182649">
                    <a:moveTo>
                      <a:pt x="41771" y="182649"/>
                    </a:moveTo>
                    <a:lnTo>
                      <a:pt x="0" y="72308"/>
                    </a:lnTo>
                    <a:lnTo>
                      <a:pt x="26283" y="63857"/>
                    </a:lnTo>
                    <a:lnTo>
                      <a:pt x="19243" y="44606"/>
                    </a:lnTo>
                    <a:lnTo>
                      <a:pt x="39894" y="38032"/>
                    </a:lnTo>
                    <a:lnTo>
                      <a:pt x="38016" y="31928"/>
                    </a:lnTo>
                    <a:lnTo>
                      <a:pt x="85420" y="0"/>
                    </a:lnTo>
                    <a:lnTo>
                      <a:pt x="105132" y="4226"/>
                    </a:lnTo>
                    <a:lnTo>
                      <a:pt x="66646" y="172318"/>
                    </a:lnTo>
                    <a:lnTo>
                      <a:pt x="41771" y="1826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5" name="Контур"/>
              <p:cNvSpPr/>
              <p:nvPr/>
            </p:nvSpPr>
            <p:spPr>
              <a:xfrm>
                <a:off x="5731206" y="2136140"/>
                <a:ext cx="38645" cy="39673"/>
              </a:xfrm>
              <a:custGeom>
                <a:avLst/>
                <a:gdLst/>
                <a:ahLst/>
                <a:cxnLst/>
                <a:rect l="l" t="t" r="r" b="b"/>
                <a:pathLst>
                  <a:path w="38645" h="39673">
                    <a:moveTo>
                      <a:pt x="22769" y="0"/>
                    </a:moveTo>
                    <a:lnTo>
                      <a:pt x="38645" y="22169"/>
                    </a:lnTo>
                    <a:lnTo>
                      <a:pt x="17969" y="39673"/>
                    </a:lnTo>
                    <a:lnTo>
                      <a:pt x="0" y="17853"/>
                    </a:lnTo>
                    <a:lnTo>
                      <a:pt x="227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6" name="Контур"/>
              <p:cNvSpPr/>
              <p:nvPr/>
            </p:nvSpPr>
            <p:spPr>
              <a:xfrm>
                <a:off x="5740016" y="2019189"/>
                <a:ext cx="170622" cy="145746"/>
              </a:xfrm>
              <a:custGeom>
                <a:avLst/>
                <a:gdLst/>
                <a:ahLst/>
                <a:cxnLst/>
                <a:rect l="l" t="t" r="r" b="b"/>
                <a:pathLst>
                  <a:path w="170622" h="145746">
                    <a:moveTo>
                      <a:pt x="0" y="96788"/>
                    </a:moveTo>
                    <a:lnTo>
                      <a:pt x="135704" y="0"/>
                    </a:lnTo>
                    <a:lnTo>
                      <a:pt x="165388" y="41277"/>
                    </a:lnTo>
                    <a:lnTo>
                      <a:pt x="170622" y="48958"/>
                    </a:lnTo>
                    <a:lnTo>
                      <a:pt x="34918" y="145746"/>
                    </a:lnTo>
                    <a:lnTo>
                      <a:pt x="29835" y="139120"/>
                    </a:lnTo>
                    <a:lnTo>
                      <a:pt x="13959" y="116951"/>
                    </a:lnTo>
                    <a:lnTo>
                      <a:pt x="0" y="967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7" name="Контур"/>
              <p:cNvSpPr/>
              <p:nvPr/>
            </p:nvSpPr>
            <p:spPr>
              <a:xfrm>
                <a:off x="5078176" y="1682904"/>
                <a:ext cx="203495" cy="202323"/>
              </a:xfrm>
              <a:custGeom>
                <a:avLst/>
                <a:gdLst/>
                <a:ahLst/>
                <a:cxnLst/>
                <a:rect l="l" t="t" r="r" b="b"/>
                <a:pathLst>
                  <a:path w="203495" h="202323">
                    <a:moveTo>
                      <a:pt x="0" y="178369"/>
                    </a:moveTo>
                    <a:lnTo>
                      <a:pt x="44888" y="128323"/>
                    </a:lnTo>
                    <a:lnTo>
                      <a:pt x="59851" y="142011"/>
                    </a:lnTo>
                    <a:lnTo>
                      <a:pt x="79944" y="119340"/>
                    </a:lnTo>
                    <a:lnTo>
                      <a:pt x="66691" y="106508"/>
                    </a:lnTo>
                    <a:lnTo>
                      <a:pt x="107305" y="62022"/>
                    </a:lnTo>
                    <a:lnTo>
                      <a:pt x="122268" y="76138"/>
                    </a:lnTo>
                    <a:lnTo>
                      <a:pt x="143216" y="55179"/>
                    </a:lnTo>
                    <a:lnTo>
                      <a:pt x="128681" y="41063"/>
                    </a:lnTo>
                    <a:lnTo>
                      <a:pt x="168439" y="0"/>
                    </a:lnTo>
                    <a:lnTo>
                      <a:pt x="181264" y="13687"/>
                    </a:lnTo>
                    <a:lnTo>
                      <a:pt x="190670" y="4705"/>
                    </a:lnTo>
                    <a:lnTo>
                      <a:pt x="203495" y="16254"/>
                    </a:lnTo>
                    <a:lnTo>
                      <a:pt x="185539" y="35075"/>
                    </a:lnTo>
                    <a:lnTo>
                      <a:pt x="173142" y="23525"/>
                    </a:lnTo>
                    <a:lnTo>
                      <a:pt x="149201" y="49190"/>
                    </a:lnTo>
                    <a:lnTo>
                      <a:pt x="167156" y="67156"/>
                    </a:lnTo>
                    <a:lnTo>
                      <a:pt x="32918" y="202323"/>
                    </a:lnTo>
                    <a:lnTo>
                      <a:pt x="17528" y="186924"/>
                    </a:lnTo>
                    <a:lnTo>
                      <a:pt x="13680" y="190774"/>
                    </a:lnTo>
                    <a:lnTo>
                      <a:pt x="0" y="1783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8" name="Контур"/>
              <p:cNvSpPr/>
              <p:nvPr/>
            </p:nvSpPr>
            <p:spPr>
              <a:xfrm>
                <a:off x="5606638" y="1703089"/>
                <a:ext cx="172819" cy="166099"/>
              </a:xfrm>
              <a:custGeom>
                <a:avLst/>
                <a:gdLst/>
                <a:ahLst/>
                <a:cxnLst/>
                <a:rect l="l" t="t" r="r" b="b"/>
                <a:pathLst>
                  <a:path w="172819" h="166099">
                    <a:moveTo>
                      <a:pt x="137194" y="166099"/>
                    </a:moveTo>
                    <a:lnTo>
                      <a:pt x="0" y="38227"/>
                    </a:lnTo>
                    <a:lnTo>
                      <a:pt x="35626" y="0"/>
                    </a:lnTo>
                    <a:lnTo>
                      <a:pt x="172819" y="127872"/>
                    </a:lnTo>
                    <a:lnTo>
                      <a:pt x="137194" y="1660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9" name="Контур"/>
              <p:cNvSpPr/>
              <p:nvPr/>
            </p:nvSpPr>
            <p:spPr>
              <a:xfrm>
                <a:off x="5473764" y="1584000"/>
                <a:ext cx="244363" cy="253081"/>
              </a:xfrm>
              <a:custGeom>
                <a:avLst/>
                <a:gdLst/>
                <a:ahLst/>
                <a:cxnLst/>
                <a:rect l="l" t="t" r="r" b="b"/>
                <a:pathLst>
                  <a:path w="244363" h="253081">
                    <a:moveTo>
                      <a:pt x="0" y="244168"/>
                    </a:moveTo>
                    <a:lnTo>
                      <a:pt x="8266" y="203526"/>
                    </a:lnTo>
                    <a:lnTo>
                      <a:pt x="196559" y="0"/>
                    </a:lnTo>
                    <a:lnTo>
                      <a:pt x="244363" y="0"/>
                    </a:lnTo>
                    <a:lnTo>
                      <a:pt x="11693" y="25308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0" name="Контур"/>
              <p:cNvSpPr/>
              <p:nvPr/>
            </p:nvSpPr>
            <p:spPr>
              <a:xfrm>
                <a:off x="5473764" y="1584000"/>
                <a:ext cx="244363" cy="253081"/>
              </a:xfrm>
              <a:custGeom>
                <a:avLst/>
                <a:gdLst/>
                <a:ahLst/>
                <a:cxnLst/>
                <a:rect l="l" t="t" r="r" b="b"/>
                <a:pathLst>
                  <a:path w="244363" h="253081" fill="none">
                    <a:moveTo>
                      <a:pt x="0" y="244168"/>
                    </a:moveTo>
                    <a:lnTo>
                      <a:pt x="8266" y="203526"/>
                    </a:lnTo>
                    <a:lnTo>
                      <a:pt x="196559" y="0"/>
                    </a:lnTo>
                    <a:moveTo>
                      <a:pt x="244363" y="0"/>
                    </a:moveTo>
                    <a:lnTo>
                      <a:pt x="11693" y="253081"/>
                    </a:lnTo>
                    <a:lnTo>
                      <a:pt x="0" y="244168"/>
                    </a:lnTo>
                    <a:lnTo>
                      <a:pt x="0" y="24416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1" name="Контур"/>
              <p:cNvSpPr/>
              <p:nvPr/>
            </p:nvSpPr>
            <p:spPr>
              <a:xfrm>
                <a:off x="5377457" y="1584000"/>
                <a:ext cx="240141" cy="228500"/>
              </a:xfrm>
              <a:custGeom>
                <a:avLst/>
                <a:gdLst/>
                <a:ahLst/>
                <a:cxnLst/>
                <a:rect l="l" t="t" r="r" b="b"/>
                <a:pathLst>
                  <a:path w="240141" h="228500">
                    <a:moveTo>
                      <a:pt x="189370" y="0"/>
                    </a:moveTo>
                    <a:lnTo>
                      <a:pt x="240141" y="0"/>
                    </a:lnTo>
                    <a:lnTo>
                      <a:pt x="27168" y="228500"/>
                    </a:lnTo>
                    <a:lnTo>
                      <a:pt x="0" y="20317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2" name="Контур"/>
              <p:cNvSpPr/>
              <p:nvPr/>
            </p:nvSpPr>
            <p:spPr>
              <a:xfrm>
                <a:off x="5377457" y="1584000"/>
                <a:ext cx="240141" cy="228500"/>
              </a:xfrm>
              <a:custGeom>
                <a:avLst/>
                <a:gdLst/>
                <a:ahLst/>
                <a:cxnLst/>
                <a:rect l="l" t="t" r="r" b="b"/>
                <a:pathLst>
                  <a:path w="240141" h="228500" fill="none">
                    <a:moveTo>
                      <a:pt x="240141" y="0"/>
                    </a:moveTo>
                    <a:lnTo>
                      <a:pt x="27168" y="228500"/>
                    </a:lnTo>
                    <a:lnTo>
                      <a:pt x="0" y="203176"/>
                    </a:lnTo>
                    <a:lnTo>
                      <a:pt x="18937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3" name="Контур"/>
              <p:cNvSpPr/>
              <p:nvPr/>
            </p:nvSpPr>
            <p:spPr>
              <a:xfrm>
                <a:off x="5288873" y="1614328"/>
                <a:ext cx="37306" cy="37569"/>
              </a:xfrm>
              <a:custGeom>
                <a:avLst/>
                <a:gdLst/>
                <a:ahLst/>
                <a:cxnLst/>
                <a:rect l="l" t="t" r="r" b="b"/>
                <a:pathLst>
                  <a:path w="37306" h="37569">
                    <a:moveTo>
                      <a:pt x="37306" y="14529"/>
                    </a:moveTo>
                    <a:lnTo>
                      <a:pt x="15034" y="37569"/>
                    </a:lnTo>
                    <a:lnTo>
                      <a:pt x="0" y="23040"/>
                    </a:lnTo>
                    <a:lnTo>
                      <a:pt x="22272" y="0"/>
                    </a:lnTo>
                    <a:lnTo>
                      <a:pt x="37306" y="145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4" name="Контур"/>
              <p:cNvSpPr/>
              <p:nvPr/>
            </p:nvSpPr>
            <p:spPr>
              <a:xfrm>
                <a:off x="5343218" y="1584000"/>
                <a:ext cx="135835" cy="119476"/>
              </a:xfrm>
              <a:custGeom>
                <a:avLst/>
                <a:gdLst/>
                <a:ahLst/>
                <a:cxnLst/>
                <a:rect l="l" t="t" r="r" b="b"/>
                <a:pathLst>
                  <a:path w="135835" h="119476">
                    <a:moveTo>
                      <a:pt x="135835" y="0"/>
                    </a:moveTo>
                    <a:lnTo>
                      <a:pt x="24797" y="119476"/>
                    </a:lnTo>
                    <a:lnTo>
                      <a:pt x="0" y="98088"/>
                    </a:lnTo>
                    <a:lnTo>
                      <a:pt x="9089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5" name="Контур"/>
              <p:cNvSpPr/>
              <p:nvPr/>
            </p:nvSpPr>
            <p:spPr>
              <a:xfrm>
                <a:off x="5343218" y="1584000"/>
                <a:ext cx="135835" cy="119476"/>
              </a:xfrm>
              <a:custGeom>
                <a:avLst/>
                <a:gdLst/>
                <a:ahLst/>
                <a:cxnLst/>
                <a:rect l="l" t="t" r="r" b="b"/>
                <a:pathLst>
                  <a:path w="135835" h="119476" fill="none">
                    <a:moveTo>
                      <a:pt x="135835" y="0"/>
                    </a:moveTo>
                    <a:lnTo>
                      <a:pt x="24797" y="119476"/>
                    </a:lnTo>
                    <a:lnTo>
                      <a:pt x="0" y="98088"/>
                    </a:lnTo>
                    <a:lnTo>
                      <a:pt x="90896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6" name="Контур"/>
              <p:cNvSpPr/>
              <p:nvPr/>
            </p:nvSpPr>
            <p:spPr>
              <a:xfrm>
                <a:off x="5363792" y="1976785"/>
                <a:ext cx="120864" cy="117687"/>
              </a:xfrm>
              <a:custGeom>
                <a:avLst/>
                <a:gdLst/>
                <a:ahLst/>
                <a:cxnLst/>
                <a:rect l="l" t="t" r="r" b="b"/>
                <a:pathLst>
                  <a:path w="120864" h="117687">
                    <a:moveTo>
                      <a:pt x="0" y="37243"/>
                    </a:moveTo>
                    <a:lnTo>
                      <a:pt x="34819" y="0"/>
                    </a:lnTo>
                    <a:lnTo>
                      <a:pt x="120864" y="80443"/>
                    </a:lnTo>
                    <a:lnTo>
                      <a:pt x="86044" y="117687"/>
                    </a:lnTo>
                    <a:lnTo>
                      <a:pt x="0" y="372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7" name="Контур"/>
              <p:cNvSpPr/>
              <p:nvPr/>
            </p:nvSpPr>
            <p:spPr>
              <a:xfrm>
                <a:off x="5415416" y="1907968"/>
                <a:ext cx="138172" cy="131870"/>
              </a:xfrm>
              <a:custGeom>
                <a:avLst/>
                <a:gdLst/>
                <a:ahLst/>
                <a:cxnLst/>
                <a:rect l="l" t="t" r="r" b="b"/>
                <a:pathLst>
                  <a:path w="138172" h="131870">
                    <a:moveTo>
                      <a:pt x="0" y="40483"/>
                    </a:moveTo>
                    <a:lnTo>
                      <a:pt x="36326" y="0"/>
                    </a:lnTo>
                    <a:lnTo>
                      <a:pt x="138172" y="91387"/>
                    </a:lnTo>
                    <a:lnTo>
                      <a:pt x="101846" y="131870"/>
                    </a:lnTo>
                    <a:lnTo>
                      <a:pt x="0" y="404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8" name="Контур"/>
              <p:cNvSpPr/>
              <p:nvPr/>
            </p:nvSpPr>
            <p:spPr>
              <a:xfrm>
                <a:off x="5478848" y="1841243"/>
                <a:ext cx="143870" cy="140045"/>
              </a:xfrm>
              <a:custGeom>
                <a:avLst/>
                <a:gdLst/>
                <a:ahLst/>
                <a:cxnLst/>
                <a:rect l="l" t="t" r="r" b="b"/>
                <a:pathLst>
                  <a:path w="143870" h="140045">
                    <a:moveTo>
                      <a:pt x="104956" y="140045"/>
                    </a:moveTo>
                    <a:lnTo>
                      <a:pt x="0" y="41409"/>
                    </a:lnTo>
                    <a:lnTo>
                      <a:pt x="38913" y="0"/>
                    </a:lnTo>
                    <a:lnTo>
                      <a:pt x="143870" y="98635"/>
                    </a:lnTo>
                    <a:lnTo>
                      <a:pt x="104956" y="1400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9" name="Контур"/>
              <p:cNvSpPr/>
              <p:nvPr/>
            </p:nvSpPr>
            <p:spPr>
              <a:xfrm>
                <a:off x="5063081" y="1702264"/>
                <a:ext cx="279936" cy="307062"/>
              </a:xfrm>
              <a:custGeom>
                <a:avLst/>
                <a:gdLst/>
                <a:ahLst/>
                <a:cxnLst/>
                <a:rect l="l" t="t" r="r" b="b"/>
                <a:pathLst>
                  <a:path w="279936" h="307062">
                    <a:moveTo>
                      <a:pt x="279936" y="23040"/>
                    </a:moveTo>
                    <a:lnTo>
                      <a:pt x="21589" y="307062"/>
                    </a:lnTo>
                    <a:lnTo>
                      <a:pt x="8655" y="295727"/>
                    </a:lnTo>
                    <a:lnTo>
                      <a:pt x="0" y="288241"/>
                    </a:lnTo>
                    <a:lnTo>
                      <a:pt x="253824" y="0"/>
                    </a:lnTo>
                    <a:lnTo>
                      <a:pt x="279936" y="230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0" name="Контур"/>
              <p:cNvSpPr/>
              <p:nvPr/>
            </p:nvSpPr>
            <p:spPr>
              <a:xfrm>
                <a:off x="5542476" y="1771451"/>
                <a:ext cx="167256" cy="161971"/>
              </a:xfrm>
              <a:custGeom>
                <a:avLst/>
                <a:gdLst/>
                <a:ahLst/>
                <a:cxnLst/>
                <a:rect l="l" t="t" r="r" b="b"/>
                <a:pathLst>
                  <a:path w="167256" h="161971">
                    <a:moveTo>
                      <a:pt x="129658" y="161971"/>
                    </a:moveTo>
                    <a:lnTo>
                      <a:pt x="0" y="39950"/>
                    </a:lnTo>
                    <a:lnTo>
                      <a:pt x="37599" y="0"/>
                    </a:lnTo>
                    <a:lnTo>
                      <a:pt x="167256" y="122021"/>
                    </a:lnTo>
                    <a:lnTo>
                      <a:pt x="129658" y="1619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1" name="Контур"/>
              <p:cNvSpPr/>
              <p:nvPr/>
            </p:nvSpPr>
            <p:spPr>
              <a:xfrm>
                <a:off x="5377553" y="1842644"/>
                <a:ext cx="80703" cy="83357"/>
              </a:xfrm>
              <a:custGeom>
                <a:avLst/>
                <a:gdLst/>
                <a:ahLst/>
                <a:cxnLst/>
                <a:rect l="l" t="t" r="r" b="b"/>
                <a:pathLst>
                  <a:path w="80703" h="83357">
                    <a:moveTo>
                      <a:pt x="25301" y="83357"/>
                    </a:moveTo>
                    <a:lnTo>
                      <a:pt x="0" y="59996"/>
                    </a:lnTo>
                    <a:lnTo>
                      <a:pt x="55402" y="0"/>
                    </a:lnTo>
                    <a:lnTo>
                      <a:pt x="80703" y="23362"/>
                    </a:lnTo>
                    <a:lnTo>
                      <a:pt x="25301" y="833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2" name="Контур"/>
              <p:cNvSpPr/>
              <p:nvPr/>
            </p:nvSpPr>
            <p:spPr>
              <a:xfrm>
                <a:off x="4960409" y="2197412"/>
                <a:ext cx="73983" cy="75884"/>
              </a:xfrm>
              <a:custGeom>
                <a:avLst/>
                <a:gdLst/>
                <a:ahLst/>
                <a:cxnLst/>
                <a:rect l="l" t="t" r="r" b="b"/>
                <a:pathLst>
                  <a:path w="73983" h="75884">
                    <a:moveTo>
                      <a:pt x="47059" y="0"/>
                    </a:moveTo>
                    <a:lnTo>
                      <a:pt x="73983" y="25296"/>
                    </a:lnTo>
                    <a:lnTo>
                      <a:pt x="26453" y="75884"/>
                    </a:lnTo>
                    <a:lnTo>
                      <a:pt x="25320" y="74880"/>
                    </a:lnTo>
                    <a:lnTo>
                      <a:pt x="0" y="51936"/>
                    </a:lnTo>
                    <a:lnTo>
                      <a:pt x="4705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3" name="Контур"/>
              <p:cNvSpPr/>
              <p:nvPr/>
            </p:nvSpPr>
            <p:spPr>
              <a:xfrm>
                <a:off x="5174331" y="2177516"/>
                <a:ext cx="83803" cy="83674"/>
              </a:xfrm>
              <a:custGeom>
                <a:avLst/>
                <a:gdLst/>
                <a:ahLst/>
                <a:cxnLst/>
                <a:rect l="l" t="t" r="r" b="b"/>
                <a:pathLst>
                  <a:path w="83803" h="83674">
                    <a:moveTo>
                      <a:pt x="0" y="42514"/>
                    </a:moveTo>
                    <a:lnTo>
                      <a:pt x="39504" y="0"/>
                    </a:lnTo>
                    <a:lnTo>
                      <a:pt x="83803" y="41160"/>
                    </a:lnTo>
                    <a:lnTo>
                      <a:pt x="44299" y="83674"/>
                    </a:lnTo>
                    <a:lnTo>
                      <a:pt x="0" y="425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4" name="Контур"/>
              <p:cNvSpPr/>
              <p:nvPr/>
            </p:nvSpPr>
            <p:spPr>
              <a:xfrm>
                <a:off x="5007468" y="2142496"/>
                <a:ext cx="75711" cy="80212"/>
              </a:xfrm>
              <a:custGeom>
                <a:avLst/>
                <a:gdLst/>
                <a:ahLst/>
                <a:cxnLst/>
                <a:rect l="l" t="t" r="r" b="b"/>
                <a:pathLst>
                  <a:path w="75711" h="80212">
                    <a:moveTo>
                      <a:pt x="49896" y="0"/>
                    </a:moveTo>
                    <a:lnTo>
                      <a:pt x="75711" y="24643"/>
                    </a:lnTo>
                    <a:lnTo>
                      <a:pt x="26924" y="80212"/>
                    </a:lnTo>
                    <a:lnTo>
                      <a:pt x="0" y="54916"/>
                    </a:lnTo>
                    <a:lnTo>
                      <a:pt x="4989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5" name="Контур"/>
              <p:cNvSpPr/>
              <p:nvPr/>
            </p:nvSpPr>
            <p:spPr>
              <a:xfrm>
                <a:off x="5235526" y="2107364"/>
                <a:ext cx="108163" cy="95900"/>
              </a:xfrm>
              <a:custGeom>
                <a:avLst/>
                <a:gdLst/>
                <a:ahLst/>
                <a:cxnLst/>
                <a:rect l="l" t="t" r="r" b="b"/>
                <a:pathLst>
                  <a:path w="108163" h="95900">
                    <a:moveTo>
                      <a:pt x="108163" y="65986"/>
                    </a:moveTo>
                    <a:lnTo>
                      <a:pt x="89126" y="85791"/>
                    </a:lnTo>
                    <a:lnTo>
                      <a:pt x="75907" y="73085"/>
                    </a:lnTo>
                    <a:lnTo>
                      <a:pt x="53981" y="95900"/>
                    </a:lnTo>
                    <a:lnTo>
                      <a:pt x="0" y="44636"/>
                    </a:lnTo>
                    <a:lnTo>
                      <a:pt x="39509" y="0"/>
                    </a:lnTo>
                    <a:lnTo>
                      <a:pt x="108163" y="659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6" name="Контур"/>
              <p:cNvSpPr/>
              <p:nvPr/>
            </p:nvSpPr>
            <p:spPr>
              <a:xfrm>
                <a:off x="5057364" y="1824635"/>
                <a:ext cx="315994" cy="342504"/>
              </a:xfrm>
              <a:custGeom>
                <a:avLst/>
                <a:gdLst/>
                <a:ahLst/>
                <a:cxnLst/>
                <a:rect l="l" t="t" r="r" b="b"/>
                <a:pathLst>
                  <a:path w="315994" h="342504">
                    <a:moveTo>
                      <a:pt x="25815" y="342504"/>
                    </a:moveTo>
                    <a:lnTo>
                      <a:pt x="0" y="317861"/>
                    </a:lnTo>
                    <a:lnTo>
                      <a:pt x="289988" y="0"/>
                    </a:lnTo>
                    <a:lnTo>
                      <a:pt x="315994" y="23669"/>
                    </a:lnTo>
                    <a:lnTo>
                      <a:pt x="25815" y="3425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7" name="Контур"/>
              <p:cNvSpPr/>
              <p:nvPr/>
            </p:nvSpPr>
            <p:spPr>
              <a:xfrm>
                <a:off x="5299400" y="2042099"/>
                <a:ext cx="117964" cy="105235"/>
              </a:xfrm>
              <a:custGeom>
                <a:avLst/>
                <a:gdLst/>
                <a:ahLst/>
                <a:cxnLst/>
                <a:rect l="l" t="t" r="r" b="b"/>
                <a:pathLst>
                  <a:path w="117964" h="105235">
                    <a:moveTo>
                      <a:pt x="117964" y="75667"/>
                    </a:moveTo>
                    <a:lnTo>
                      <a:pt x="98606" y="94857"/>
                    </a:lnTo>
                    <a:lnTo>
                      <a:pt x="86563" y="83861"/>
                    </a:lnTo>
                    <a:lnTo>
                      <a:pt x="65697" y="105235"/>
                    </a:lnTo>
                    <a:lnTo>
                      <a:pt x="0" y="41102"/>
                    </a:lnTo>
                    <a:lnTo>
                      <a:pt x="39782" y="0"/>
                    </a:lnTo>
                    <a:lnTo>
                      <a:pt x="117964" y="756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8" name="Контур"/>
              <p:cNvSpPr/>
              <p:nvPr/>
            </p:nvSpPr>
            <p:spPr>
              <a:xfrm>
                <a:off x="7326433" y="2500674"/>
                <a:ext cx="26401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26401" h="22100">
                    <a:moveTo>
                      <a:pt x="5978" y="22100"/>
                    </a:moveTo>
                    <a:lnTo>
                      <a:pt x="0" y="11104"/>
                    </a:lnTo>
                    <a:lnTo>
                      <a:pt x="20423" y="0"/>
                    </a:lnTo>
                    <a:lnTo>
                      <a:pt x="26401" y="10997"/>
                    </a:lnTo>
                    <a:lnTo>
                      <a:pt x="5978" y="221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9" name="Контур"/>
              <p:cNvSpPr/>
              <p:nvPr/>
            </p:nvSpPr>
            <p:spPr>
              <a:xfrm>
                <a:off x="6134796" y="2037880"/>
                <a:ext cx="275741" cy="321763"/>
              </a:xfrm>
              <a:custGeom>
                <a:avLst/>
                <a:gdLst/>
                <a:ahLst/>
                <a:cxnLst/>
                <a:rect l="l" t="t" r="r" b="b"/>
                <a:pathLst>
                  <a:path w="275741" h="321763">
                    <a:moveTo>
                      <a:pt x="205829" y="321763"/>
                    </a:moveTo>
                    <a:lnTo>
                      <a:pt x="0" y="54489"/>
                    </a:lnTo>
                    <a:lnTo>
                      <a:pt x="69917" y="0"/>
                    </a:lnTo>
                    <a:lnTo>
                      <a:pt x="275741" y="266496"/>
                    </a:lnTo>
                    <a:lnTo>
                      <a:pt x="205829" y="3217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0" name="Контур"/>
              <p:cNvSpPr/>
              <p:nvPr/>
            </p:nvSpPr>
            <p:spPr>
              <a:xfrm>
                <a:off x="7080168" y="2199501"/>
                <a:ext cx="67716" cy="70791"/>
              </a:xfrm>
              <a:custGeom>
                <a:avLst/>
                <a:gdLst/>
                <a:ahLst/>
                <a:cxnLst/>
                <a:rect l="l" t="t" r="r" b="b"/>
                <a:pathLst>
                  <a:path w="67716" h="70791">
                    <a:moveTo>
                      <a:pt x="0" y="22822"/>
                    </a:moveTo>
                    <a:lnTo>
                      <a:pt x="26673" y="0"/>
                    </a:lnTo>
                    <a:lnTo>
                      <a:pt x="67716" y="47969"/>
                    </a:lnTo>
                    <a:lnTo>
                      <a:pt x="41043" y="70791"/>
                    </a:lnTo>
                    <a:lnTo>
                      <a:pt x="0" y="228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1" name="Контур"/>
              <p:cNvSpPr/>
              <p:nvPr/>
            </p:nvSpPr>
            <p:spPr>
              <a:xfrm>
                <a:off x="6217457" y="2440120"/>
                <a:ext cx="257007" cy="292800"/>
              </a:xfrm>
              <a:custGeom>
                <a:avLst/>
                <a:gdLst/>
                <a:ahLst/>
                <a:cxnLst/>
                <a:rect l="l" t="t" r="r" b="b"/>
                <a:pathLst>
                  <a:path w="257007" h="292800">
                    <a:moveTo>
                      <a:pt x="91704" y="292800"/>
                    </a:moveTo>
                    <a:lnTo>
                      <a:pt x="0" y="174518"/>
                    </a:lnTo>
                    <a:lnTo>
                      <a:pt x="91695" y="103416"/>
                    </a:lnTo>
                    <a:lnTo>
                      <a:pt x="55762" y="57076"/>
                    </a:lnTo>
                    <a:lnTo>
                      <a:pt x="129360" y="0"/>
                    </a:lnTo>
                    <a:lnTo>
                      <a:pt x="257007" y="164572"/>
                    </a:lnTo>
                    <a:lnTo>
                      <a:pt x="91704" y="2928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2" name="Контур"/>
              <p:cNvSpPr/>
              <p:nvPr/>
            </p:nvSpPr>
            <p:spPr>
              <a:xfrm>
                <a:off x="6486359" y="2577343"/>
                <a:ext cx="105071" cy="102460"/>
              </a:xfrm>
              <a:custGeom>
                <a:avLst/>
                <a:gdLst/>
                <a:ahLst/>
                <a:cxnLst/>
                <a:rect l="l" t="t" r="r" b="b"/>
                <a:pathLst>
                  <a:path w="105071" h="102460">
                    <a:moveTo>
                      <a:pt x="19990" y="102460"/>
                    </a:moveTo>
                    <a:lnTo>
                      <a:pt x="0" y="76105"/>
                    </a:lnTo>
                    <a:lnTo>
                      <a:pt x="57210" y="32713"/>
                    </a:lnTo>
                    <a:lnTo>
                      <a:pt x="48432" y="21140"/>
                    </a:lnTo>
                    <a:lnTo>
                      <a:pt x="76304" y="0"/>
                    </a:lnTo>
                    <a:lnTo>
                      <a:pt x="105071" y="37929"/>
                    </a:lnTo>
                    <a:lnTo>
                      <a:pt x="19990" y="1024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3" name="Контур"/>
              <p:cNvSpPr/>
              <p:nvPr/>
            </p:nvSpPr>
            <p:spPr>
              <a:xfrm>
                <a:off x="7376600" y="2597234"/>
                <a:ext cx="3400" cy="6781"/>
              </a:xfrm>
              <a:custGeom>
                <a:avLst/>
                <a:gdLst/>
                <a:ahLst/>
                <a:cxnLst/>
                <a:rect l="l" t="t" r="r" b="b"/>
                <a:pathLst>
                  <a:path w="3400" h="6781">
                    <a:moveTo>
                      <a:pt x="3400" y="6781"/>
                    </a:moveTo>
                    <a:lnTo>
                      <a:pt x="0" y="3666"/>
                    </a:lnTo>
                    <a:lnTo>
                      <a:pt x="34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44" name="Контур"/>
              <p:cNvSpPr/>
              <p:nvPr/>
            </p:nvSpPr>
            <p:spPr>
              <a:xfrm>
                <a:off x="7376600" y="2597234"/>
                <a:ext cx="3400" cy="6781"/>
              </a:xfrm>
              <a:custGeom>
                <a:avLst/>
                <a:gdLst/>
                <a:ahLst/>
                <a:cxnLst/>
                <a:rect l="l" t="t" r="r" b="b"/>
                <a:pathLst>
                  <a:path w="3400" h="6781" fill="none">
                    <a:moveTo>
                      <a:pt x="3400" y="6781"/>
                    </a:moveTo>
                    <a:lnTo>
                      <a:pt x="0" y="3666"/>
                    </a:lnTo>
                    <a:lnTo>
                      <a:pt x="340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5" name="Контур"/>
              <p:cNvSpPr/>
              <p:nvPr/>
            </p:nvSpPr>
            <p:spPr>
              <a:xfrm>
                <a:off x="6731747" y="2551460"/>
                <a:ext cx="24697" cy="25381"/>
              </a:xfrm>
              <a:custGeom>
                <a:avLst/>
                <a:gdLst/>
                <a:ahLst/>
                <a:cxnLst/>
                <a:rect l="l" t="t" r="r" b="b"/>
                <a:pathLst>
                  <a:path w="24697" h="25381">
                    <a:moveTo>
                      <a:pt x="0" y="9567"/>
                    </a:moveTo>
                    <a:lnTo>
                      <a:pt x="13442" y="0"/>
                    </a:lnTo>
                    <a:lnTo>
                      <a:pt x="24697" y="15813"/>
                    </a:lnTo>
                    <a:lnTo>
                      <a:pt x="11255" y="25381"/>
                    </a:lnTo>
                    <a:lnTo>
                      <a:pt x="0" y="95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6" name="Контур"/>
              <p:cNvSpPr/>
              <p:nvPr/>
            </p:nvSpPr>
            <p:spPr>
              <a:xfrm>
                <a:off x="7318596" y="2496248"/>
                <a:ext cx="61404" cy="74650"/>
              </a:xfrm>
              <a:custGeom>
                <a:avLst/>
                <a:gdLst/>
                <a:ahLst/>
                <a:cxnLst/>
                <a:rect l="l" t="t" r="r" b="b"/>
                <a:pathLst>
                  <a:path w="61404" h="74650">
                    <a:moveTo>
                      <a:pt x="61404" y="37006"/>
                    </a:moveTo>
                    <a:lnTo>
                      <a:pt x="18337" y="74650"/>
                    </a:lnTo>
                    <a:lnTo>
                      <a:pt x="0" y="53672"/>
                    </a:lnTo>
                    <a:lnTo>
                      <a:pt x="614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47" name="Контур"/>
              <p:cNvSpPr/>
              <p:nvPr/>
            </p:nvSpPr>
            <p:spPr>
              <a:xfrm>
                <a:off x="7318596" y="2496248"/>
                <a:ext cx="61404" cy="74650"/>
              </a:xfrm>
              <a:custGeom>
                <a:avLst/>
                <a:gdLst/>
                <a:ahLst/>
                <a:cxnLst/>
                <a:rect l="l" t="t" r="r" b="b"/>
                <a:pathLst>
                  <a:path w="61404" h="74650" fill="none">
                    <a:moveTo>
                      <a:pt x="61404" y="37006"/>
                    </a:moveTo>
                    <a:lnTo>
                      <a:pt x="18337" y="74650"/>
                    </a:lnTo>
                    <a:lnTo>
                      <a:pt x="0" y="53672"/>
                    </a:lnTo>
                    <a:lnTo>
                      <a:pt x="61404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8" name="Контур"/>
              <p:cNvSpPr/>
              <p:nvPr/>
            </p:nvSpPr>
            <p:spPr>
              <a:xfrm>
                <a:off x="6591935" y="2533203"/>
                <a:ext cx="41456" cy="38613"/>
              </a:xfrm>
              <a:custGeom>
                <a:avLst/>
                <a:gdLst/>
                <a:ahLst/>
                <a:cxnLst/>
                <a:rect l="l" t="t" r="r" b="b"/>
                <a:pathLst>
                  <a:path w="41456" h="38613">
                    <a:moveTo>
                      <a:pt x="11502" y="38613"/>
                    </a:moveTo>
                    <a:lnTo>
                      <a:pt x="0" y="24619"/>
                    </a:lnTo>
                    <a:lnTo>
                      <a:pt x="29954" y="0"/>
                    </a:lnTo>
                    <a:lnTo>
                      <a:pt x="41456" y="13994"/>
                    </a:lnTo>
                    <a:lnTo>
                      <a:pt x="11502" y="386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9" name="Контур"/>
              <p:cNvSpPr/>
              <p:nvPr/>
            </p:nvSpPr>
            <p:spPr>
              <a:xfrm>
                <a:off x="7050944" y="2957944"/>
                <a:ext cx="133066" cy="187498"/>
              </a:xfrm>
              <a:custGeom>
                <a:avLst/>
                <a:gdLst/>
                <a:ahLst/>
                <a:cxnLst/>
                <a:rect l="l" t="t" r="r" b="b"/>
                <a:pathLst>
                  <a:path w="133066" h="187498">
                    <a:moveTo>
                      <a:pt x="79205" y="187498"/>
                    </a:moveTo>
                    <a:lnTo>
                      <a:pt x="0" y="26668"/>
                    </a:lnTo>
                    <a:lnTo>
                      <a:pt x="53865" y="0"/>
                    </a:lnTo>
                    <a:lnTo>
                      <a:pt x="133066" y="160824"/>
                    </a:lnTo>
                    <a:lnTo>
                      <a:pt x="79205" y="1874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0" name="Контур"/>
              <p:cNvSpPr/>
              <p:nvPr/>
            </p:nvSpPr>
            <p:spPr>
              <a:xfrm>
                <a:off x="7104809" y="2940563"/>
                <a:ext cx="112877" cy="178205"/>
              </a:xfrm>
              <a:custGeom>
                <a:avLst/>
                <a:gdLst/>
                <a:ahLst/>
                <a:cxnLst/>
                <a:rect l="l" t="t" r="r" b="b"/>
                <a:pathLst>
                  <a:path w="112877" h="178205">
                    <a:moveTo>
                      <a:pt x="0" y="17381"/>
                    </a:moveTo>
                    <a:lnTo>
                      <a:pt x="34699" y="0"/>
                    </a:lnTo>
                    <a:lnTo>
                      <a:pt x="112877" y="160402"/>
                    </a:lnTo>
                    <a:lnTo>
                      <a:pt x="79201" y="178205"/>
                    </a:lnTo>
                    <a:lnTo>
                      <a:pt x="0" y="173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1" name="Контур"/>
              <p:cNvSpPr/>
              <p:nvPr/>
            </p:nvSpPr>
            <p:spPr>
              <a:xfrm>
                <a:off x="6286025" y="2615272"/>
                <a:ext cx="341290" cy="298252"/>
              </a:xfrm>
              <a:custGeom>
                <a:avLst/>
                <a:gdLst/>
                <a:ahLst/>
                <a:cxnLst/>
                <a:rect l="l" t="t" r="r" b="b"/>
                <a:pathLst>
                  <a:path w="341290" h="298252">
                    <a:moveTo>
                      <a:pt x="21029" y="259699"/>
                    </a:moveTo>
                    <a:lnTo>
                      <a:pt x="144" y="232574"/>
                    </a:lnTo>
                    <a:lnTo>
                      <a:pt x="48519" y="194841"/>
                    </a:lnTo>
                    <a:lnTo>
                      <a:pt x="40109" y="183734"/>
                    </a:lnTo>
                    <a:lnTo>
                      <a:pt x="82680" y="151444"/>
                    </a:lnTo>
                    <a:lnTo>
                      <a:pt x="91095" y="162547"/>
                    </a:lnTo>
                    <a:lnTo>
                      <a:pt x="220324" y="64531"/>
                    </a:lnTo>
                    <a:lnTo>
                      <a:pt x="305405" y="0"/>
                    </a:lnTo>
                    <a:lnTo>
                      <a:pt x="341290" y="45787"/>
                    </a:lnTo>
                    <a:lnTo>
                      <a:pt x="163758" y="184255"/>
                    </a:lnTo>
                    <a:lnTo>
                      <a:pt x="80571" y="249139"/>
                    </a:lnTo>
                    <a:lnTo>
                      <a:pt x="17602" y="298252"/>
                    </a:lnTo>
                    <a:lnTo>
                      <a:pt x="0" y="275592"/>
                    </a:lnTo>
                    <a:lnTo>
                      <a:pt x="21029" y="2596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2" name="Контур"/>
              <p:cNvSpPr/>
              <p:nvPr/>
            </p:nvSpPr>
            <p:spPr>
              <a:xfrm>
                <a:off x="6366596" y="2799527"/>
                <a:ext cx="95188" cy="79652"/>
              </a:xfrm>
              <a:custGeom>
                <a:avLst/>
                <a:gdLst/>
                <a:ahLst/>
                <a:cxnLst/>
                <a:rect l="l" t="t" r="r" b="b"/>
                <a:pathLst>
                  <a:path w="95188" h="79652">
                    <a:moveTo>
                      <a:pt x="0" y="64884"/>
                    </a:moveTo>
                    <a:lnTo>
                      <a:pt x="83187" y="0"/>
                    </a:lnTo>
                    <a:lnTo>
                      <a:pt x="95188" y="14996"/>
                    </a:lnTo>
                    <a:lnTo>
                      <a:pt x="11181" y="79652"/>
                    </a:lnTo>
                    <a:lnTo>
                      <a:pt x="0" y="648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3" name="Контур"/>
              <p:cNvSpPr/>
              <p:nvPr/>
            </p:nvSpPr>
            <p:spPr>
              <a:xfrm>
                <a:off x="6737614" y="2846319"/>
                <a:ext cx="84135" cy="77816"/>
              </a:xfrm>
              <a:custGeom>
                <a:avLst/>
                <a:gdLst/>
                <a:ahLst/>
                <a:cxnLst/>
                <a:rect l="l" t="t" r="r" b="b"/>
                <a:pathLst>
                  <a:path w="84135" h="77816">
                    <a:moveTo>
                      <a:pt x="25747" y="77816"/>
                    </a:moveTo>
                    <a:lnTo>
                      <a:pt x="0" y="42145"/>
                    </a:lnTo>
                    <a:lnTo>
                      <a:pt x="58389" y="0"/>
                    </a:lnTo>
                    <a:lnTo>
                      <a:pt x="84135" y="35671"/>
                    </a:lnTo>
                    <a:lnTo>
                      <a:pt x="25747" y="778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4" name="Контур"/>
              <p:cNvSpPr/>
              <p:nvPr/>
            </p:nvSpPr>
            <p:spPr>
              <a:xfrm>
                <a:off x="7139508" y="2912632"/>
                <a:ext cx="134548" cy="188333"/>
              </a:xfrm>
              <a:custGeom>
                <a:avLst/>
                <a:gdLst/>
                <a:ahLst/>
                <a:cxnLst/>
                <a:rect l="l" t="t" r="r" b="b"/>
                <a:pathLst>
                  <a:path w="134548" h="188333">
                    <a:moveTo>
                      <a:pt x="78178" y="188333"/>
                    </a:moveTo>
                    <a:lnTo>
                      <a:pt x="0" y="27931"/>
                    </a:lnTo>
                    <a:lnTo>
                      <a:pt x="56693" y="0"/>
                    </a:lnTo>
                    <a:lnTo>
                      <a:pt x="134548" y="160114"/>
                    </a:lnTo>
                    <a:lnTo>
                      <a:pt x="78178" y="1883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5" name="Контур"/>
              <p:cNvSpPr/>
              <p:nvPr/>
            </p:nvSpPr>
            <p:spPr>
              <a:xfrm>
                <a:off x="5810370" y="2575771"/>
                <a:ext cx="17350" cy="18328"/>
              </a:xfrm>
              <a:custGeom>
                <a:avLst/>
                <a:gdLst/>
                <a:ahLst/>
                <a:cxnLst/>
                <a:rect l="l" t="t" r="r" b="b"/>
                <a:pathLst>
                  <a:path w="17350" h="18328">
                    <a:moveTo>
                      <a:pt x="0" y="6156"/>
                    </a:moveTo>
                    <a:lnTo>
                      <a:pt x="8105" y="0"/>
                    </a:lnTo>
                    <a:lnTo>
                      <a:pt x="17350" y="12172"/>
                    </a:lnTo>
                    <a:lnTo>
                      <a:pt x="9245" y="18328"/>
                    </a:lnTo>
                    <a:lnTo>
                      <a:pt x="0" y="61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6" name="Контур"/>
              <p:cNvSpPr/>
              <p:nvPr/>
            </p:nvSpPr>
            <p:spPr>
              <a:xfrm>
                <a:off x="5811896" y="2512849"/>
                <a:ext cx="72547" cy="68727"/>
              </a:xfrm>
              <a:custGeom>
                <a:avLst/>
                <a:gdLst/>
                <a:ahLst/>
                <a:cxnLst/>
                <a:rect l="l" t="t" r="r" b="b"/>
                <a:pathLst>
                  <a:path w="72547" h="68727">
                    <a:moveTo>
                      <a:pt x="49228" y="50074"/>
                    </a:moveTo>
                    <a:lnTo>
                      <a:pt x="24504" y="68727"/>
                    </a:lnTo>
                    <a:lnTo>
                      <a:pt x="0" y="36240"/>
                    </a:lnTo>
                    <a:lnTo>
                      <a:pt x="48043" y="0"/>
                    </a:lnTo>
                    <a:lnTo>
                      <a:pt x="72547" y="32487"/>
                    </a:lnTo>
                    <a:lnTo>
                      <a:pt x="49228" y="500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7" name="Контур"/>
              <p:cNvSpPr/>
              <p:nvPr/>
            </p:nvSpPr>
            <p:spPr>
              <a:xfrm>
                <a:off x="6000081" y="2234745"/>
                <a:ext cx="56773" cy="34955"/>
              </a:xfrm>
              <a:custGeom>
                <a:avLst/>
                <a:gdLst/>
                <a:ahLst/>
                <a:cxnLst/>
                <a:rect l="l" t="t" r="r" b="b"/>
                <a:pathLst>
                  <a:path w="56773" h="34955">
                    <a:moveTo>
                      <a:pt x="0" y="23440"/>
                    </a:moveTo>
                    <a:lnTo>
                      <a:pt x="5237" y="0"/>
                    </a:lnTo>
                    <a:lnTo>
                      <a:pt x="56773" y="11516"/>
                    </a:lnTo>
                    <a:lnTo>
                      <a:pt x="51535" y="34955"/>
                    </a:lnTo>
                    <a:lnTo>
                      <a:pt x="0" y="234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8" name="Контур"/>
              <p:cNvSpPr/>
              <p:nvPr/>
            </p:nvSpPr>
            <p:spPr>
              <a:xfrm>
                <a:off x="6069848" y="2354982"/>
                <a:ext cx="92707" cy="73291"/>
              </a:xfrm>
              <a:custGeom>
                <a:avLst/>
                <a:gdLst/>
                <a:ahLst/>
                <a:cxnLst/>
                <a:rect l="l" t="t" r="r" b="b"/>
                <a:pathLst>
                  <a:path w="92707" h="73291">
                    <a:moveTo>
                      <a:pt x="61065" y="65078"/>
                    </a:moveTo>
                    <a:lnTo>
                      <a:pt x="9806" y="73291"/>
                    </a:lnTo>
                    <a:lnTo>
                      <a:pt x="0" y="10819"/>
                    </a:lnTo>
                    <a:lnTo>
                      <a:pt x="82896" y="0"/>
                    </a:lnTo>
                    <a:lnTo>
                      <a:pt x="86352" y="21154"/>
                    </a:lnTo>
                    <a:lnTo>
                      <a:pt x="92707" y="60010"/>
                    </a:lnTo>
                    <a:lnTo>
                      <a:pt x="87105" y="60907"/>
                    </a:lnTo>
                    <a:lnTo>
                      <a:pt x="80923" y="61896"/>
                    </a:lnTo>
                    <a:lnTo>
                      <a:pt x="61065" y="650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9" name="Контур"/>
              <p:cNvSpPr/>
              <p:nvPr/>
            </p:nvSpPr>
            <p:spPr>
              <a:xfrm>
                <a:off x="5643176" y="2207305"/>
                <a:ext cx="231264" cy="189039"/>
              </a:xfrm>
              <a:custGeom>
                <a:avLst/>
                <a:gdLst/>
                <a:ahLst/>
                <a:cxnLst/>
                <a:rect l="l" t="t" r="r" b="b"/>
                <a:pathLst>
                  <a:path w="231264" h="189039">
                    <a:moveTo>
                      <a:pt x="193651" y="0"/>
                    </a:moveTo>
                    <a:lnTo>
                      <a:pt x="231264" y="52589"/>
                    </a:lnTo>
                    <a:lnTo>
                      <a:pt x="41092" y="189039"/>
                    </a:lnTo>
                    <a:lnTo>
                      <a:pt x="0" y="138495"/>
                    </a:lnTo>
                    <a:lnTo>
                      <a:pt x="19365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0" name="Контур"/>
              <p:cNvSpPr/>
              <p:nvPr/>
            </p:nvSpPr>
            <p:spPr>
              <a:xfrm>
                <a:off x="5874838" y="2308349"/>
                <a:ext cx="165609" cy="141673"/>
              </a:xfrm>
              <a:custGeom>
                <a:avLst/>
                <a:gdLst/>
                <a:ahLst/>
                <a:cxnLst/>
                <a:rect l="l" t="t" r="r" b="b"/>
                <a:pathLst>
                  <a:path w="165609" h="141673">
                    <a:moveTo>
                      <a:pt x="19361" y="141673"/>
                    </a:moveTo>
                    <a:lnTo>
                      <a:pt x="0" y="117593"/>
                    </a:lnTo>
                    <a:lnTo>
                      <a:pt x="146247" y="0"/>
                    </a:lnTo>
                    <a:lnTo>
                      <a:pt x="165609" y="24080"/>
                    </a:lnTo>
                    <a:lnTo>
                      <a:pt x="19361" y="1416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1" name="Контур"/>
              <p:cNvSpPr/>
              <p:nvPr/>
            </p:nvSpPr>
            <p:spPr>
              <a:xfrm>
                <a:off x="5819499" y="2892827"/>
                <a:ext cx="71203" cy="65745"/>
              </a:xfrm>
              <a:custGeom>
                <a:avLst/>
                <a:gdLst/>
                <a:ahLst/>
                <a:cxnLst/>
                <a:rect l="l" t="t" r="r" b="b"/>
                <a:pathLst>
                  <a:path w="71203" h="65745">
                    <a:moveTo>
                      <a:pt x="0" y="37521"/>
                    </a:moveTo>
                    <a:lnTo>
                      <a:pt x="50035" y="0"/>
                    </a:lnTo>
                    <a:lnTo>
                      <a:pt x="71203" y="28224"/>
                    </a:lnTo>
                    <a:lnTo>
                      <a:pt x="21168" y="65745"/>
                    </a:lnTo>
                    <a:lnTo>
                      <a:pt x="0" y="375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2" name="Контур"/>
              <p:cNvSpPr/>
              <p:nvPr/>
            </p:nvSpPr>
            <p:spPr>
              <a:xfrm>
                <a:off x="5603048" y="2616952"/>
                <a:ext cx="158049" cy="194044"/>
              </a:xfrm>
              <a:custGeom>
                <a:avLst/>
                <a:gdLst/>
                <a:ahLst/>
                <a:cxnLst/>
                <a:rect l="l" t="t" r="r" b="b"/>
                <a:pathLst>
                  <a:path w="158049" h="194044">
                    <a:moveTo>
                      <a:pt x="0" y="19651"/>
                    </a:moveTo>
                    <a:lnTo>
                      <a:pt x="26049" y="0"/>
                    </a:lnTo>
                    <a:lnTo>
                      <a:pt x="62073" y="47164"/>
                    </a:lnTo>
                    <a:lnTo>
                      <a:pt x="158049" y="172358"/>
                    </a:lnTo>
                    <a:lnTo>
                      <a:pt x="129758" y="194044"/>
                    </a:lnTo>
                    <a:lnTo>
                      <a:pt x="0" y="196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3" name="Контур"/>
              <p:cNvSpPr/>
              <p:nvPr/>
            </p:nvSpPr>
            <p:spPr>
              <a:xfrm>
                <a:off x="5753513" y="2816545"/>
                <a:ext cx="99821" cy="93903"/>
              </a:xfrm>
              <a:custGeom>
                <a:avLst/>
                <a:gdLst/>
                <a:ahLst/>
                <a:cxnLst/>
                <a:rect l="l" t="t" r="r" b="b"/>
                <a:pathLst>
                  <a:path w="99821" h="93903">
                    <a:moveTo>
                      <a:pt x="0" y="45399"/>
                    </a:moveTo>
                    <a:lnTo>
                      <a:pt x="49263" y="7594"/>
                    </a:lnTo>
                    <a:lnTo>
                      <a:pt x="51288" y="10234"/>
                    </a:lnTo>
                    <a:lnTo>
                      <a:pt x="64627" y="0"/>
                    </a:lnTo>
                    <a:lnTo>
                      <a:pt x="99821" y="45869"/>
                    </a:lnTo>
                    <a:lnTo>
                      <a:pt x="37205" y="93903"/>
                    </a:lnTo>
                    <a:lnTo>
                      <a:pt x="0" y="453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4" name="Контур"/>
              <p:cNvSpPr/>
              <p:nvPr/>
            </p:nvSpPr>
            <p:spPr>
              <a:xfrm>
                <a:off x="5698371" y="2610500"/>
                <a:ext cx="68813" cy="61935"/>
              </a:xfrm>
              <a:custGeom>
                <a:avLst/>
                <a:gdLst/>
                <a:ahLst/>
                <a:cxnLst/>
                <a:rect l="l" t="t" r="r" b="b"/>
                <a:pathLst>
                  <a:path w="68813" h="61935">
                    <a:moveTo>
                      <a:pt x="68813" y="23276"/>
                    </a:moveTo>
                    <a:lnTo>
                      <a:pt x="17558" y="61935"/>
                    </a:lnTo>
                    <a:lnTo>
                      <a:pt x="0" y="38660"/>
                    </a:lnTo>
                    <a:lnTo>
                      <a:pt x="51254" y="0"/>
                    </a:lnTo>
                    <a:lnTo>
                      <a:pt x="68813" y="232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5" name="Контур"/>
              <p:cNvSpPr/>
              <p:nvPr/>
            </p:nvSpPr>
            <p:spPr>
              <a:xfrm>
                <a:off x="5629097" y="2597438"/>
                <a:ext cx="61392" cy="66678"/>
              </a:xfrm>
              <a:custGeom>
                <a:avLst/>
                <a:gdLst/>
                <a:ahLst/>
                <a:cxnLst/>
                <a:rect l="l" t="t" r="r" b="b"/>
                <a:pathLst>
                  <a:path w="61392" h="66678">
                    <a:moveTo>
                      <a:pt x="0" y="19514"/>
                    </a:moveTo>
                    <a:lnTo>
                      <a:pt x="11983" y="10493"/>
                    </a:lnTo>
                    <a:lnTo>
                      <a:pt x="25781" y="0"/>
                    </a:lnTo>
                    <a:lnTo>
                      <a:pt x="41755" y="21443"/>
                    </a:lnTo>
                    <a:lnTo>
                      <a:pt x="61392" y="47882"/>
                    </a:lnTo>
                    <a:lnTo>
                      <a:pt x="36024" y="66678"/>
                    </a:lnTo>
                    <a:lnTo>
                      <a:pt x="0" y="195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6" name="Контур"/>
              <p:cNvSpPr/>
              <p:nvPr/>
            </p:nvSpPr>
            <p:spPr>
              <a:xfrm>
                <a:off x="5597390" y="2600748"/>
                <a:ext cx="43690" cy="35855"/>
              </a:xfrm>
              <a:custGeom>
                <a:avLst/>
                <a:gdLst/>
                <a:ahLst/>
                <a:cxnLst/>
                <a:rect l="l" t="t" r="r" b="b"/>
                <a:pathLst>
                  <a:path w="43690" h="35855">
                    <a:moveTo>
                      <a:pt x="31707" y="16204"/>
                    </a:moveTo>
                    <a:lnTo>
                      <a:pt x="5658" y="35855"/>
                    </a:lnTo>
                    <a:lnTo>
                      <a:pt x="0" y="28543"/>
                    </a:lnTo>
                    <a:lnTo>
                      <a:pt x="38128" y="0"/>
                    </a:lnTo>
                    <a:lnTo>
                      <a:pt x="43690" y="7183"/>
                    </a:lnTo>
                    <a:lnTo>
                      <a:pt x="31707" y="162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7" name="Контур"/>
              <p:cNvSpPr/>
              <p:nvPr/>
            </p:nvSpPr>
            <p:spPr>
              <a:xfrm>
                <a:off x="5982128" y="3137954"/>
                <a:ext cx="53497" cy="56852"/>
              </a:xfrm>
              <a:custGeom>
                <a:avLst/>
                <a:gdLst/>
                <a:ahLst/>
                <a:cxnLst/>
                <a:rect l="l" t="t" r="r" b="b"/>
                <a:pathLst>
                  <a:path w="53497" h="56852">
                    <a:moveTo>
                      <a:pt x="30975" y="56852"/>
                    </a:moveTo>
                    <a:lnTo>
                      <a:pt x="0" y="17918"/>
                    </a:lnTo>
                    <a:lnTo>
                      <a:pt x="22520" y="0"/>
                    </a:lnTo>
                    <a:lnTo>
                      <a:pt x="53497" y="38929"/>
                    </a:lnTo>
                    <a:lnTo>
                      <a:pt x="30975" y="568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8" name="Контур"/>
              <p:cNvSpPr/>
              <p:nvPr/>
            </p:nvSpPr>
            <p:spPr>
              <a:xfrm>
                <a:off x="5950380" y="3079672"/>
                <a:ext cx="69245" cy="70401"/>
              </a:xfrm>
              <a:custGeom>
                <a:avLst/>
                <a:gdLst/>
                <a:ahLst/>
                <a:cxnLst/>
                <a:rect l="l" t="t" r="r" b="b"/>
                <a:pathLst>
                  <a:path w="69245" h="70401">
                    <a:moveTo>
                      <a:pt x="32640" y="70401"/>
                    </a:moveTo>
                    <a:lnTo>
                      <a:pt x="0" y="28540"/>
                    </a:lnTo>
                    <a:lnTo>
                      <a:pt x="36605" y="0"/>
                    </a:lnTo>
                    <a:lnTo>
                      <a:pt x="69245" y="41856"/>
                    </a:lnTo>
                    <a:lnTo>
                      <a:pt x="32640" y="704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9" name="Контур"/>
              <p:cNvSpPr/>
              <p:nvPr/>
            </p:nvSpPr>
            <p:spPr>
              <a:xfrm>
                <a:off x="5854491" y="3029752"/>
                <a:ext cx="94862" cy="112814"/>
              </a:xfrm>
              <a:custGeom>
                <a:avLst/>
                <a:gdLst/>
                <a:ahLst/>
                <a:cxnLst/>
                <a:rect l="l" t="t" r="r" b="b"/>
                <a:pathLst>
                  <a:path w="94862" h="112814">
                    <a:moveTo>
                      <a:pt x="69509" y="112814"/>
                    </a:moveTo>
                    <a:lnTo>
                      <a:pt x="0" y="18729"/>
                    </a:lnTo>
                    <a:lnTo>
                      <a:pt x="25358" y="0"/>
                    </a:lnTo>
                    <a:lnTo>
                      <a:pt x="94862" y="94080"/>
                    </a:lnTo>
                    <a:lnTo>
                      <a:pt x="69509" y="1128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0" name="Контур"/>
              <p:cNvSpPr/>
              <p:nvPr/>
            </p:nvSpPr>
            <p:spPr>
              <a:xfrm>
                <a:off x="6012697" y="3084503"/>
                <a:ext cx="40128" cy="41880"/>
              </a:xfrm>
              <a:custGeom>
                <a:avLst/>
                <a:gdLst/>
                <a:ahLst/>
                <a:cxnLst/>
                <a:rect l="l" t="t" r="r" b="b"/>
                <a:pathLst>
                  <a:path w="40128" h="41880">
                    <a:moveTo>
                      <a:pt x="19767" y="41880"/>
                    </a:moveTo>
                    <a:lnTo>
                      <a:pt x="0" y="14940"/>
                    </a:lnTo>
                    <a:lnTo>
                      <a:pt x="20361" y="0"/>
                    </a:lnTo>
                    <a:lnTo>
                      <a:pt x="40128" y="26940"/>
                    </a:lnTo>
                    <a:lnTo>
                      <a:pt x="19767" y="418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1" name="Контур"/>
              <p:cNvSpPr/>
              <p:nvPr/>
            </p:nvSpPr>
            <p:spPr>
              <a:xfrm>
                <a:off x="6033058" y="2934476"/>
                <a:ext cx="214582" cy="176967"/>
              </a:xfrm>
              <a:custGeom>
                <a:avLst/>
                <a:gdLst/>
                <a:ahLst/>
                <a:cxnLst/>
                <a:rect l="l" t="t" r="r" b="b"/>
                <a:pathLst>
                  <a:path w="214582" h="176967">
                    <a:moveTo>
                      <a:pt x="0" y="150027"/>
                    </a:moveTo>
                    <a:lnTo>
                      <a:pt x="195262" y="0"/>
                    </a:lnTo>
                    <a:lnTo>
                      <a:pt x="214582" y="25066"/>
                    </a:lnTo>
                    <a:lnTo>
                      <a:pt x="19767" y="176967"/>
                    </a:lnTo>
                    <a:lnTo>
                      <a:pt x="0" y="1500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2" name="Контур"/>
              <p:cNvSpPr/>
              <p:nvPr/>
            </p:nvSpPr>
            <p:spPr>
              <a:xfrm>
                <a:off x="5715929" y="2464787"/>
                <a:ext cx="591125" cy="619716"/>
              </a:xfrm>
              <a:custGeom>
                <a:avLst/>
                <a:gdLst/>
                <a:ahLst/>
                <a:cxnLst/>
                <a:rect l="l" t="t" r="r" b="b"/>
                <a:pathLst>
                  <a:path w="591125" h="619716">
                    <a:moveTo>
                      <a:pt x="145195" y="98136"/>
                    </a:moveTo>
                    <a:lnTo>
                      <a:pt x="168514" y="80549"/>
                    </a:lnTo>
                    <a:lnTo>
                      <a:pt x="275314" y="0"/>
                    </a:lnTo>
                    <a:lnTo>
                      <a:pt x="570240" y="383059"/>
                    </a:lnTo>
                    <a:lnTo>
                      <a:pt x="591125" y="410184"/>
                    </a:lnTo>
                    <a:lnTo>
                      <a:pt x="570096" y="426077"/>
                    </a:lnTo>
                    <a:lnTo>
                      <a:pt x="512391" y="469689"/>
                    </a:lnTo>
                    <a:lnTo>
                      <a:pt x="317129" y="619716"/>
                    </a:lnTo>
                    <a:lnTo>
                      <a:pt x="0" y="207648"/>
                    </a:lnTo>
                    <a:lnTo>
                      <a:pt x="51255" y="168989"/>
                    </a:lnTo>
                    <a:lnTo>
                      <a:pt x="103686" y="129312"/>
                    </a:lnTo>
                    <a:lnTo>
                      <a:pt x="111791" y="123156"/>
                    </a:lnTo>
                    <a:lnTo>
                      <a:pt x="120471" y="116789"/>
                    </a:lnTo>
                    <a:lnTo>
                      <a:pt x="145195" y="981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3" name="Контур"/>
              <p:cNvSpPr/>
              <p:nvPr/>
            </p:nvSpPr>
            <p:spPr>
              <a:xfrm>
                <a:off x="5557193" y="2421352"/>
                <a:ext cx="50275" cy="46608"/>
              </a:xfrm>
              <a:custGeom>
                <a:avLst/>
                <a:gdLst/>
                <a:ahLst/>
                <a:cxnLst/>
                <a:rect l="l" t="t" r="r" b="b"/>
                <a:pathLst>
                  <a:path w="50275" h="46608">
                    <a:moveTo>
                      <a:pt x="26208" y="46608"/>
                    </a:moveTo>
                    <a:lnTo>
                      <a:pt x="0" y="10128"/>
                    </a:lnTo>
                    <a:lnTo>
                      <a:pt x="14093" y="0"/>
                    </a:lnTo>
                    <a:lnTo>
                      <a:pt x="22781" y="12086"/>
                    </a:lnTo>
                    <a:lnTo>
                      <a:pt x="32751" y="4924"/>
                    </a:lnTo>
                    <a:lnTo>
                      <a:pt x="50275" y="29308"/>
                    </a:lnTo>
                    <a:lnTo>
                      <a:pt x="26208" y="466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4" name="Контур"/>
              <p:cNvSpPr/>
              <p:nvPr/>
            </p:nvSpPr>
            <p:spPr>
              <a:xfrm>
                <a:off x="5233961" y="1617784"/>
                <a:ext cx="1117723" cy="804408"/>
              </a:xfrm>
              <a:custGeom>
                <a:avLst/>
                <a:gdLst/>
                <a:ahLst/>
                <a:cxnLst/>
                <a:rect l="l" t="t" r="r" b="b"/>
                <a:pathLst>
                  <a:path w="1117723" h="804408">
                    <a:moveTo>
                      <a:pt x="1117723" y="29001"/>
                    </a:moveTo>
                    <a:lnTo>
                      <a:pt x="872813" y="180537"/>
                    </a:lnTo>
                    <a:lnTo>
                      <a:pt x="480903" y="456100"/>
                    </a:lnTo>
                    <a:lnTo>
                      <a:pt x="20583" y="804408"/>
                    </a:lnTo>
                    <a:lnTo>
                      <a:pt x="0" y="777216"/>
                    </a:lnTo>
                    <a:lnTo>
                      <a:pt x="460800" y="428544"/>
                    </a:lnTo>
                    <a:lnTo>
                      <a:pt x="854016" y="152064"/>
                    </a:lnTo>
                    <a:lnTo>
                      <a:pt x="1099776" y="0"/>
                    </a:lnTo>
                    <a:lnTo>
                      <a:pt x="1117723" y="290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5" name="Контур"/>
              <p:cNvSpPr/>
              <p:nvPr/>
            </p:nvSpPr>
            <p:spPr>
              <a:xfrm>
                <a:off x="5487672" y="2285133"/>
                <a:ext cx="128888" cy="130655"/>
              </a:xfrm>
              <a:custGeom>
                <a:avLst/>
                <a:gdLst/>
                <a:ahLst/>
                <a:cxnLst/>
                <a:rect l="l" t="t" r="r" b="b"/>
                <a:pathLst>
                  <a:path w="128888" h="130655">
                    <a:moveTo>
                      <a:pt x="0" y="80636"/>
                    </a:moveTo>
                    <a:lnTo>
                      <a:pt x="87662" y="0"/>
                    </a:lnTo>
                    <a:lnTo>
                      <a:pt x="120219" y="39427"/>
                    </a:lnTo>
                    <a:lnTo>
                      <a:pt x="128888" y="51400"/>
                    </a:lnTo>
                    <a:lnTo>
                      <a:pt x="38585" y="130655"/>
                    </a:lnTo>
                    <a:lnTo>
                      <a:pt x="0" y="806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6" name="Контур"/>
              <p:cNvSpPr/>
              <p:nvPr/>
            </p:nvSpPr>
            <p:spPr>
              <a:xfrm>
                <a:off x="5233961" y="1707640"/>
                <a:ext cx="854736" cy="638140"/>
              </a:xfrm>
              <a:custGeom>
                <a:avLst/>
                <a:gdLst/>
                <a:ahLst/>
                <a:cxnLst/>
                <a:rect l="l" t="t" r="r" b="b"/>
                <a:pathLst>
                  <a:path w="854736" h="638140">
                    <a:moveTo>
                      <a:pt x="839808" y="3072"/>
                    </a:moveTo>
                    <a:lnTo>
                      <a:pt x="854736" y="28560"/>
                    </a:lnTo>
                    <a:lnTo>
                      <a:pt x="386559" y="355977"/>
                    </a:lnTo>
                    <a:lnTo>
                      <a:pt x="20055" y="638140"/>
                    </a:lnTo>
                    <a:lnTo>
                      <a:pt x="0" y="612096"/>
                    </a:lnTo>
                    <a:lnTo>
                      <a:pt x="367104" y="329472"/>
                    </a:lnTo>
                    <a:lnTo>
                      <a:pt x="838080" y="0"/>
                    </a:lnTo>
                    <a:lnTo>
                      <a:pt x="839808" y="30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7" name="Контур"/>
              <p:cNvSpPr/>
              <p:nvPr/>
            </p:nvSpPr>
            <p:spPr>
              <a:xfrm>
                <a:off x="5107952" y="2248902"/>
                <a:ext cx="76512" cy="76718"/>
              </a:xfrm>
              <a:custGeom>
                <a:avLst/>
                <a:gdLst/>
                <a:ahLst/>
                <a:cxnLst/>
                <a:rect l="l" t="t" r="r" b="b"/>
                <a:pathLst>
                  <a:path w="76512" h="76718">
                    <a:moveTo>
                      <a:pt x="37065" y="76718"/>
                    </a:moveTo>
                    <a:lnTo>
                      <a:pt x="0" y="41400"/>
                    </a:lnTo>
                    <a:lnTo>
                      <a:pt x="39446" y="0"/>
                    </a:lnTo>
                    <a:lnTo>
                      <a:pt x="76512" y="35318"/>
                    </a:lnTo>
                    <a:lnTo>
                      <a:pt x="37065" y="767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8" name="Контур"/>
              <p:cNvSpPr/>
              <p:nvPr/>
            </p:nvSpPr>
            <p:spPr>
              <a:xfrm>
                <a:off x="5561129" y="2138488"/>
                <a:ext cx="204197" cy="186072"/>
              </a:xfrm>
              <a:custGeom>
                <a:avLst/>
                <a:gdLst/>
                <a:ahLst/>
                <a:cxnLst/>
                <a:rect l="l" t="t" r="r" b="b"/>
                <a:pathLst>
                  <a:path w="204197" h="186072">
                    <a:moveTo>
                      <a:pt x="204197" y="57052"/>
                    </a:moveTo>
                    <a:lnTo>
                      <a:pt x="46762" y="186072"/>
                    </a:lnTo>
                    <a:lnTo>
                      <a:pt x="14205" y="146645"/>
                    </a:lnTo>
                    <a:lnTo>
                      <a:pt x="0" y="129024"/>
                    </a:lnTo>
                    <a:lnTo>
                      <a:pt x="157440" y="0"/>
                    </a:lnTo>
                    <a:lnTo>
                      <a:pt x="170077" y="15505"/>
                    </a:lnTo>
                    <a:lnTo>
                      <a:pt x="188046" y="37325"/>
                    </a:lnTo>
                    <a:lnTo>
                      <a:pt x="204197" y="570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9" name="Контур"/>
              <p:cNvSpPr/>
              <p:nvPr/>
            </p:nvSpPr>
            <p:spPr>
              <a:xfrm>
                <a:off x="5358274" y="2794151"/>
                <a:ext cx="89642" cy="72660"/>
              </a:xfrm>
              <a:custGeom>
                <a:avLst/>
                <a:gdLst/>
                <a:ahLst/>
                <a:cxnLst/>
                <a:rect l="l" t="t" r="r" b="b"/>
                <a:pathLst>
                  <a:path w="89642" h="72660">
                    <a:moveTo>
                      <a:pt x="89642" y="15399"/>
                    </a:moveTo>
                    <a:lnTo>
                      <a:pt x="21420" y="65273"/>
                    </a:lnTo>
                    <a:lnTo>
                      <a:pt x="11290" y="72660"/>
                    </a:lnTo>
                    <a:lnTo>
                      <a:pt x="0" y="57546"/>
                    </a:lnTo>
                    <a:lnTo>
                      <a:pt x="78403" y="0"/>
                    </a:lnTo>
                    <a:lnTo>
                      <a:pt x="89642" y="153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0" name="Контур"/>
              <p:cNvSpPr/>
              <p:nvPr/>
            </p:nvSpPr>
            <p:spPr>
              <a:xfrm>
                <a:off x="5436677" y="2773459"/>
                <a:ext cx="39252" cy="36091"/>
              </a:xfrm>
              <a:custGeom>
                <a:avLst/>
                <a:gdLst/>
                <a:ahLst/>
                <a:cxnLst/>
                <a:rect l="l" t="t" r="r" b="b"/>
                <a:pathLst>
                  <a:path w="39252" h="36091">
                    <a:moveTo>
                      <a:pt x="0" y="20692"/>
                    </a:moveTo>
                    <a:lnTo>
                      <a:pt x="27833" y="0"/>
                    </a:lnTo>
                    <a:lnTo>
                      <a:pt x="39252" y="15648"/>
                    </a:lnTo>
                    <a:lnTo>
                      <a:pt x="11239" y="36091"/>
                    </a:lnTo>
                    <a:lnTo>
                      <a:pt x="0" y="206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1" name="Контур"/>
              <p:cNvSpPr/>
              <p:nvPr/>
            </p:nvSpPr>
            <p:spPr>
              <a:xfrm>
                <a:off x="5464510" y="2714182"/>
                <a:ext cx="59280" cy="74925"/>
              </a:xfrm>
              <a:custGeom>
                <a:avLst/>
                <a:gdLst/>
                <a:ahLst/>
                <a:cxnLst/>
                <a:rect l="l" t="t" r="r" b="b"/>
                <a:pathLst>
                  <a:path w="59280" h="74925">
                    <a:moveTo>
                      <a:pt x="0" y="59277"/>
                    </a:moveTo>
                    <a:lnTo>
                      <a:pt x="20076" y="45245"/>
                    </a:lnTo>
                    <a:lnTo>
                      <a:pt x="4307" y="20621"/>
                    </a:lnTo>
                    <a:lnTo>
                      <a:pt x="32041" y="0"/>
                    </a:lnTo>
                    <a:lnTo>
                      <a:pt x="59280" y="40005"/>
                    </a:lnTo>
                    <a:lnTo>
                      <a:pt x="11419" y="74925"/>
                    </a:lnTo>
                    <a:lnTo>
                      <a:pt x="0" y="592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2" name="Контур"/>
              <p:cNvSpPr/>
              <p:nvPr/>
            </p:nvSpPr>
            <p:spPr>
              <a:xfrm>
                <a:off x="5130581" y="2543409"/>
                <a:ext cx="176976" cy="166457"/>
              </a:xfrm>
              <a:custGeom>
                <a:avLst/>
                <a:gdLst/>
                <a:ahLst/>
                <a:cxnLst/>
                <a:rect l="l" t="t" r="r" b="b"/>
                <a:pathLst>
                  <a:path w="176976" h="166457">
                    <a:moveTo>
                      <a:pt x="0" y="141921"/>
                    </a:moveTo>
                    <a:lnTo>
                      <a:pt x="88162" y="74892"/>
                    </a:lnTo>
                    <a:lnTo>
                      <a:pt x="130660" y="0"/>
                    </a:lnTo>
                    <a:lnTo>
                      <a:pt x="176976" y="52727"/>
                    </a:lnTo>
                    <a:lnTo>
                      <a:pt x="20885" y="166457"/>
                    </a:lnTo>
                    <a:lnTo>
                      <a:pt x="0" y="1419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3" name="Контур"/>
              <p:cNvSpPr/>
              <p:nvPr/>
            </p:nvSpPr>
            <p:spPr>
              <a:xfrm>
                <a:off x="5280679" y="2521166"/>
                <a:ext cx="32506" cy="32092"/>
              </a:xfrm>
              <a:custGeom>
                <a:avLst/>
                <a:gdLst/>
                <a:ahLst/>
                <a:cxnLst/>
                <a:rect l="l" t="t" r="r" b="b"/>
                <a:pathLst>
                  <a:path w="32506" h="32092">
                    <a:moveTo>
                      <a:pt x="0" y="17250"/>
                    </a:moveTo>
                    <a:lnTo>
                      <a:pt x="19107" y="0"/>
                    </a:lnTo>
                    <a:lnTo>
                      <a:pt x="32506" y="14843"/>
                    </a:lnTo>
                    <a:lnTo>
                      <a:pt x="13399" y="32092"/>
                    </a:lnTo>
                    <a:lnTo>
                      <a:pt x="0" y="172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4" name="Контур"/>
              <p:cNvSpPr/>
              <p:nvPr/>
            </p:nvSpPr>
            <p:spPr>
              <a:xfrm>
                <a:off x="5316060" y="2365769"/>
                <a:ext cx="210197" cy="182384"/>
              </a:xfrm>
              <a:custGeom>
                <a:avLst/>
                <a:gdLst/>
                <a:ahLst/>
                <a:cxnLst/>
                <a:rect l="l" t="t" r="r" b="b"/>
                <a:pathLst>
                  <a:path w="210197" h="182384">
                    <a:moveTo>
                      <a:pt x="210197" y="50019"/>
                    </a:moveTo>
                    <a:lnTo>
                      <a:pt x="38590" y="182384"/>
                    </a:lnTo>
                    <a:lnTo>
                      <a:pt x="0" y="132363"/>
                    </a:lnTo>
                    <a:lnTo>
                      <a:pt x="171612" y="0"/>
                    </a:lnTo>
                    <a:lnTo>
                      <a:pt x="210197" y="500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5" name="Контур"/>
              <p:cNvSpPr/>
              <p:nvPr/>
            </p:nvSpPr>
            <p:spPr>
              <a:xfrm>
                <a:off x="4996527" y="2788595"/>
                <a:ext cx="331357" cy="253412"/>
              </a:xfrm>
              <a:custGeom>
                <a:avLst/>
                <a:gdLst/>
                <a:ahLst/>
                <a:cxnLst/>
                <a:rect l="l" t="t" r="r" b="b"/>
                <a:pathLst>
                  <a:path w="331357" h="253412">
                    <a:moveTo>
                      <a:pt x="0" y="222256"/>
                    </a:moveTo>
                    <a:lnTo>
                      <a:pt x="308943" y="0"/>
                    </a:lnTo>
                    <a:lnTo>
                      <a:pt x="331357" y="31156"/>
                    </a:lnTo>
                    <a:lnTo>
                      <a:pt x="22414" y="253412"/>
                    </a:lnTo>
                    <a:lnTo>
                      <a:pt x="0" y="2222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6" name="Контур"/>
              <p:cNvSpPr/>
              <p:nvPr/>
            </p:nvSpPr>
            <p:spPr>
              <a:xfrm>
                <a:off x="5486392" y="2839495"/>
                <a:ext cx="206455" cy="183512"/>
              </a:xfrm>
              <a:custGeom>
                <a:avLst/>
                <a:gdLst/>
                <a:ahLst/>
                <a:cxnLst/>
                <a:rect l="l" t="t" r="r" b="b"/>
                <a:pathLst>
                  <a:path w="206455" h="183512">
                    <a:moveTo>
                      <a:pt x="0" y="159361"/>
                    </a:moveTo>
                    <a:lnTo>
                      <a:pt x="21740" y="144414"/>
                    </a:lnTo>
                    <a:lnTo>
                      <a:pt x="5460" y="121629"/>
                    </a:lnTo>
                    <a:lnTo>
                      <a:pt x="172188" y="0"/>
                    </a:lnTo>
                    <a:lnTo>
                      <a:pt x="206455" y="45454"/>
                    </a:lnTo>
                    <a:lnTo>
                      <a:pt x="18958" y="183512"/>
                    </a:lnTo>
                    <a:lnTo>
                      <a:pt x="0" y="1593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7" name="Контур"/>
              <p:cNvSpPr/>
              <p:nvPr/>
            </p:nvSpPr>
            <p:spPr>
              <a:xfrm>
                <a:off x="5379694" y="2719960"/>
                <a:ext cx="278886" cy="278896"/>
              </a:xfrm>
              <a:custGeom>
                <a:avLst/>
                <a:gdLst/>
                <a:ahLst/>
                <a:cxnLst/>
                <a:rect l="l" t="t" r="r" b="b"/>
                <a:pathLst>
                  <a:path w="278886" h="278896">
                    <a:moveTo>
                      <a:pt x="106698" y="278896"/>
                    </a:moveTo>
                    <a:lnTo>
                      <a:pt x="87739" y="252835"/>
                    </a:lnTo>
                    <a:lnTo>
                      <a:pt x="0" y="139464"/>
                    </a:lnTo>
                    <a:lnTo>
                      <a:pt x="68222" y="89590"/>
                    </a:lnTo>
                    <a:lnTo>
                      <a:pt x="96235" y="69147"/>
                    </a:lnTo>
                    <a:lnTo>
                      <a:pt x="144096" y="34227"/>
                    </a:lnTo>
                    <a:lnTo>
                      <a:pt x="190354" y="0"/>
                    </a:lnTo>
                    <a:lnTo>
                      <a:pt x="278886" y="119535"/>
                    </a:lnTo>
                    <a:lnTo>
                      <a:pt x="112158" y="241164"/>
                    </a:lnTo>
                    <a:lnTo>
                      <a:pt x="128438" y="263949"/>
                    </a:lnTo>
                    <a:lnTo>
                      <a:pt x="106698" y="2788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8" name="Контур"/>
              <p:cNvSpPr/>
              <p:nvPr/>
            </p:nvSpPr>
            <p:spPr>
              <a:xfrm>
                <a:off x="5205129" y="3183270"/>
                <a:ext cx="50153" cy="49333"/>
              </a:xfrm>
              <a:custGeom>
                <a:avLst/>
                <a:gdLst/>
                <a:ahLst/>
                <a:cxnLst/>
                <a:rect l="l" t="t" r="r" b="b"/>
                <a:pathLst>
                  <a:path w="50153" h="49333">
                    <a:moveTo>
                      <a:pt x="30542" y="0"/>
                    </a:moveTo>
                    <a:lnTo>
                      <a:pt x="50153" y="27031"/>
                    </a:lnTo>
                    <a:lnTo>
                      <a:pt x="19681" y="49333"/>
                    </a:lnTo>
                    <a:lnTo>
                      <a:pt x="16909" y="45548"/>
                    </a:lnTo>
                    <a:lnTo>
                      <a:pt x="0" y="22163"/>
                    </a:lnTo>
                    <a:lnTo>
                      <a:pt x="3054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9" name="Контур"/>
              <p:cNvSpPr/>
              <p:nvPr/>
            </p:nvSpPr>
            <p:spPr>
              <a:xfrm>
                <a:off x="5055905" y="2859424"/>
                <a:ext cx="430487" cy="403507"/>
              </a:xfrm>
              <a:custGeom>
                <a:avLst/>
                <a:gdLst/>
                <a:ahLst/>
                <a:cxnLst/>
                <a:rect l="l" t="t" r="r" b="b"/>
                <a:pathLst>
                  <a:path w="430487" h="403507">
                    <a:moveTo>
                      <a:pt x="323789" y="0"/>
                    </a:moveTo>
                    <a:lnTo>
                      <a:pt x="411528" y="113371"/>
                    </a:lnTo>
                    <a:lnTo>
                      <a:pt x="430487" y="139432"/>
                    </a:lnTo>
                    <a:lnTo>
                      <a:pt x="179766" y="323846"/>
                    </a:lnTo>
                    <a:lnTo>
                      <a:pt x="149224" y="346009"/>
                    </a:lnTo>
                    <a:lnTo>
                      <a:pt x="166133" y="369394"/>
                    </a:lnTo>
                    <a:lnTo>
                      <a:pt x="118085" y="403507"/>
                    </a:lnTo>
                    <a:lnTo>
                      <a:pt x="98430" y="374094"/>
                    </a:lnTo>
                    <a:lnTo>
                      <a:pt x="67239" y="332505"/>
                    </a:lnTo>
                    <a:lnTo>
                      <a:pt x="48288" y="346784"/>
                    </a:lnTo>
                    <a:lnTo>
                      <a:pt x="17339" y="305104"/>
                    </a:lnTo>
                    <a:lnTo>
                      <a:pt x="37844" y="290043"/>
                    </a:lnTo>
                    <a:lnTo>
                      <a:pt x="0" y="235918"/>
                    </a:lnTo>
                    <a:lnTo>
                      <a:pt x="313659" y="7387"/>
                    </a:lnTo>
                    <a:lnTo>
                      <a:pt x="3237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0" name="Контур"/>
              <p:cNvSpPr/>
              <p:nvPr/>
            </p:nvSpPr>
            <p:spPr>
              <a:xfrm>
                <a:off x="5044308" y="2681240"/>
                <a:ext cx="244434" cy="204635"/>
              </a:xfrm>
              <a:custGeom>
                <a:avLst/>
                <a:gdLst/>
                <a:ahLst/>
                <a:cxnLst/>
                <a:rect l="l" t="t" r="r" b="b"/>
                <a:pathLst>
                  <a:path w="244434" h="204635">
                    <a:moveTo>
                      <a:pt x="200525" y="0"/>
                    </a:moveTo>
                    <a:lnTo>
                      <a:pt x="222008" y="29084"/>
                    </a:lnTo>
                    <a:lnTo>
                      <a:pt x="244434" y="57550"/>
                    </a:lnTo>
                    <a:lnTo>
                      <a:pt x="43152" y="204635"/>
                    </a:lnTo>
                    <a:lnTo>
                      <a:pt x="0" y="142167"/>
                    </a:lnTo>
                    <a:lnTo>
                      <a:pt x="2005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1" name="Контур"/>
              <p:cNvSpPr/>
              <p:nvPr/>
            </p:nvSpPr>
            <p:spPr>
              <a:xfrm>
                <a:off x="7373748" y="3368052"/>
                <a:ext cx="6252" cy="18976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18976">
                    <a:moveTo>
                      <a:pt x="6252" y="18976"/>
                    </a:moveTo>
                    <a:lnTo>
                      <a:pt x="0" y="5126"/>
                    </a:lnTo>
                    <a:lnTo>
                      <a:pt x="62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92" name="Контур"/>
              <p:cNvSpPr/>
              <p:nvPr/>
            </p:nvSpPr>
            <p:spPr>
              <a:xfrm>
                <a:off x="7373748" y="3368052"/>
                <a:ext cx="6252" cy="18976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18976" fill="none">
                    <a:moveTo>
                      <a:pt x="6252" y="18976"/>
                    </a:moveTo>
                    <a:lnTo>
                      <a:pt x="0" y="5126"/>
                    </a:lnTo>
                    <a:lnTo>
                      <a:pt x="6252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3" name="Контур"/>
              <p:cNvSpPr/>
              <p:nvPr/>
            </p:nvSpPr>
            <p:spPr>
              <a:xfrm>
                <a:off x="7367202" y="3339301"/>
                <a:ext cx="12798" cy="17138"/>
              </a:xfrm>
              <a:custGeom>
                <a:avLst/>
                <a:gdLst/>
                <a:ahLst/>
                <a:cxnLst/>
                <a:rect l="l" t="t" r="r" b="b"/>
                <a:pathLst>
                  <a:path w="12798" h="17138">
                    <a:moveTo>
                      <a:pt x="12798" y="13421"/>
                    </a:moveTo>
                    <a:lnTo>
                      <a:pt x="5151" y="17138"/>
                    </a:lnTo>
                    <a:lnTo>
                      <a:pt x="0" y="6334"/>
                    </a:lnTo>
                    <a:lnTo>
                      <a:pt x="1279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94" name="Контур"/>
              <p:cNvSpPr/>
              <p:nvPr/>
            </p:nvSpPr>
            <p:spPr>
              <a:xfrm>
                <a:off x="7367202" y="3339301"/>
                <a:ext cx="12798" cy="17138"/>
              </a:xfrm>
              <a:custGeom>
                <a:avLst/>
                <a:gdLst/>
                <a:ahLst/>
                <a:cxnLst/>
                <a:rect l="l" t="t" r="r" b="b"/>
                <a:pathLst>
                  <a:path w="12798" h="17138" fill="none">
                    <a:moveTo>
                      <a:pt x="5151" y="17138"/>
                    </a:moveTo>
                    <a:lnTo>
                      <a:pt x="0" y="6334"/>
                    </a:lnTo>
                    <a:lnTo>
                      <a:pt x="12798" y="0"/>
                    </a:lnTo>
                    <a:moveTo>
                      <a:pt x="12798" y="13421"/>
                    </a:moveTo>
                    <a:lnTo>
                      <a:pt x="5151" y="17138"/>
                    </a:lnTo>
                    <a:lnTo>
                      <a:pt x="5151" y="1713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5" name="Контур"/>
              <p:cNvSpPr/>
              <p:nvPr/>
            </p:nvSpPr>
            <p:spPr>
              <a:xfrm>
                <a:off x="7256753" y="3143800"/>
                <a:ext cx="123247" cy="184843"/>
              </a:xfrm>
              <a:custGeom>
                <a:avLst/>
                <a:gdLst/>
                <a:ahLst/>
                <a:cxnLst/>
                <a:rect l="l" t="t" r="r" b="b"/>
                <a:pathLst>
                  <a:path w="123247" h="184843">
                    <a:moveTo>
                      <a:pt x="123247" y="162149"/>
                    </a:moveTo>
                    <a:lnTo>
                      <a:pt x="76032" y="184843"/>
                    </a:lnTo>
                    <a:lnTo>
                      <a:pt x="0" y="26630"/>
                    </a:lnTo>
                    <a:lnTo>
                      <a:pt x="55416" y="0"/>
                    </a:lnTo>
                    <a:lnTo>
                      <a:pt x="123247" y="1411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96" name="Контур"/>
              <p:cNvSpPr/>
              <p:nvPr/>
            </p:nvSpPr>
            <p:spPr>
              <a:xfrm>
                <a:off x="7256753" y="3143800"/>
                <a:ext cx="123247" cy="184843"/>
              </a:xfrm>
              <a:custGeom>
                <a:avLst/>
                <a:gdLst/>
                <a:ahLst/>
                <a:cxnLst/>
                <a:rect l="l" t="t" r="r" b="b"/>
                <a:pathLst>
                  <a:path w="123247" h="184843" fill="none">
                    <a:moveTo>
                      <a:pt x="123247" y="162149"/>
                    </a:moveTo>
                    <a:lnTo>
                      <a:pt x="76032" y="184843"/>
                    </a:lnTo>
                    <a:lnTo>
                      <a:pt x="0" y="26630"/>
                    </a:lnTo>
                    <a:lnTo>
                      <a:pt x="55416" y="0"/>
                    </a:lnTo>
                    <a:lnTo>
                      <a:pt x="123247" y="141142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7" name="Контур"/>
              <p:cNvSpPr/>
              <p:nvPr/>
            </p:nvSpPr>
            <p:spPr>
              <a:xfrm>
                <a:off x="7054637" y="4176828"/>
                <a:ext cx="61231" cy="84661"/>
              </a:xfrm>
              <a:custGeom>
                <a:avLst/>
                <a:gdLst/>
                <a:ahLst/>
                <a:cxnLst/>
                <a:rect l="l" t="t" r="r" b="b"/>
                <a:pathLst>
                  <a:path w="61231" h="84661">
                    <a:moveTo>
                      <a:pt x="45875" y="0"/>
                    </a:moveTo>
                    <a:lnTo>
                      <a:pt x="61231" y="9363"/>
                    </a:lnTo>
                    <a:lnTo>
                      <a:pt x="15248" y="84661"/>
                    </a:lnTo>
                    <a:lnTo>
                      <a:pt x="0" y="75646"/>
                    </a:lnTo>
                    <a:lnTo>
                      <a:pt x="458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8" name="Контур"/>
              <p:cNvSpPr/>
              <p:nvPr/>
            </p:nvSpPr>
            <p:spPr>
              <a:xfrm>
                <a:off x="7100512" y="4123092"/>
                <a:ext cx="48120" cy="63099"/>
              </a:xfrm>
              <a:custGeom>
                <a:avLst/>
                <a:gdLst/>
                <a:ahLst/>
                <a:cxnLst/>
                <a:rect l="l" t="t" r="r" b="b"/>
                <a:pathLst>
                  <a:path w="48120" h="63099">
                    <a:moveTo>
                      <a:pt x="32765" y="0"/>
                    </a:moveTo>
                    <a:lnTo>
                      <a:pt x="48120" y="9363"/>
                    </a:lnTo>
                    <a:lnTo>
                      <a:pt x="15356" y="63099"/>
                    </a:lnTo>
                    <a:lnTo>
                      <a:pt x="0" y="53736"/>
                    </a:lnTo>
                    <a:lnTo>
                      <a:pt x="327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9" name="Контур"/>
              <p:cNvSpPr/>
              <p:nvPr/>
            </p:nvSpPr>
            <p:spPr>
              <a:xfrm>
                <a:off x="7268672" y="3815701"/>
                <a:ext cx="111328" cy="191062"/>
              </a:xfrm>
              <a:custGeom>
                <a:avLst/>
                <a:gdLst/>
                <a:ahLst/>
                <a:cxnLst/>
                <a:rect l="l" t="t" r="r" b="b"/>
                <a:pathLst>
                  <a:path w="111328" h="191062">
                    <a:moveTo>
                      <a:pt x="111328" y="49355"/>
                    </a:moveTo>
                    <a:lnTo>
                      <a:pt x="24849" y="191062"/>
                    </a:lnTo>
                    <a:lnTo>
                      <a:pt x="0" y="176139"/>
                    </a:lnTo>
                    <a:lnTo>
                      <a:pt x="1113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00" name="Контур"/>
              <p:cNvSpPr/>
              <p:nvPr/>
            </p:nvSpPr>
            <p:spPr>
              <a:xfrm>
                <a:off x="7268672" y="3815701"/>
                <a:ext cx="111328" cy="191062"/>
              </a:xfrm>
              <a:custGeom>
                <a:avLst/>
                <a:gdLst/>
                <a:ahLst/>
                <a:cxnLst/>
                <a:rect l="l" t="t" r="r" b="b"/>
                <a:pathLst>
                  <a:path w="111328" h="191062" fill="none">
                    <a:moveTo>
                      <a:pt x="111328" y="49355"/>
                    </a:moveTo>
                    <a:lnTo>
                      <a:pt x="24849" y="191062"/>
                    </a:lnTo>
                    <a:lnTo>
                      <a:pt x="0" y="176139"/>
                    </a:lnTo>
                    <a:lnTo>
                      <a:pt x="111328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1" name="Контур"/>
              <p:cNvSpPr/>
              <p:nvPr/>
            </p:nvSpPr>
            <p:spPr>
              <a:xfrm>
                <a:off x="7133277" y="4053760"/>
                <a:ext cx="57629" cy="78695"/>
              </a:xfrm>
              <a:custGeom>
                <a:avLst/>
                <a:gdLst/>
                <a:ahLst/>
                <a:cxnLst/>
                <a:rect l="l" t="t" r="r" b="b"/>
                <a:pathLst>
                  <a:path w="57629" h="78695">
                    <a:moveTo>
                      <a:pt x="42273" y="0"/>
                    </a:moveTo>
                    <a:lnTo>
                      <a:pt x="57629" y="9363"/>
                    </a:lnTo>
                    <a:lnTo>
                      <a:pt x="15355" y="78695"/>
                    </a:lnTo>
                    <a:lnTo>
                      <a:pt x="0" y="69332"/>
                    </a:lnTo>
                    <a:lnTo>
                      <a:pt x="422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2" name="Контур"/>
              <p:cNvSpPr/>
              <p:nvPr/>
            </p:nvSpPr>
            <p:spPr>
              <a:xfrm>
                <a:off x="7267012" y="4044213"/>
                <a:ext cx="85541" cy="76447"/>
              </a:xfrm>
              <a:custGeom>
                <a:avLst/>
                <a:gdLst/>
                <a:ahLst/>
                <a:cxnLst/>
                <a:rect l="l" t="t" r="r" b="b"/>
                <a:pathLst>
                  <a:path w="85541" h="76447">
                    <a:moveTo>
                      <a:pt x="0" y="55175"/>
                    </a:moveTo>
                    <a:lnTo>
                      <a:pt x="38873" y="0"/>
                    </a:lnTo>
                    <a:lnTo>
                      <a:pt x="85541" y="32879"/>
                    </a:lnTo>
                    <a:lnTo>
                      <a:pt x="31895" y="76447"/>
                    </a:lnTo>
                    <a:lnTo>
                      <a:pt x="0" y="551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3" name="Контур"/>
              <p:cNvSpPr/>
              <p:nvPr/>
            </p:nvSpPr>
            <p:spPr>
              <a:xfrm>
                <a:off x="7300086" y="3763079"/>
                <a:ext cx="65932" cy="89131"/>
              </a:xfrm>
              <a:custGeom>
                <a:avLst/>
                <a:gdLst/>
                <a:ahLst/>
                <a:cxnLst/>
                <a:rect l="l" t="t" r="r" b="b"/>
                <a:pathLst>
                  <a:path w="65932" h="89131">
                    <a:moveTo>
                      <a:pt x="0" y="77562"/>
                    </a:moveTo>
                    <a:lnTo>
                      <a:pt x="46727" y="0"/>
                    </a:lnTo>
                    <a:lnTo>
                      <a:pt x="65932" y="11570"/>
                    </a:lnTo>
                    <a:lnTo>
                      <a:pt x="19205" y="89131"/>
                    </a:lnTo>
                    <a:lnTo>
                      <a:pt x="0" y="775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4" name="Контур"/>
              <p:cNvSpPr/>
              <p:nvPr/>
            </p:nvSpPr>
            <p:spPr>
              <a:xfrm>
                <a:off x="7096700" y="4297718"/>
                <a:ext cx="89235" cy="125283"/>
              </a:xfrm>
              <a:custGeom>
                <a:avLst/>
                <a:gdLst/>
                <a:ahLst/>
                <a:cxnLst/>
                <a:rect l="l" t="t" r="r" b="b"/>
                <a:pathLst>
                  <a:path w="89235" h="125283">
                    <a:moveTo>
                      <a:pt x="43120" y="0"/>
                    </a:moveTo>
                    <a:lnTo>
                      <a:pt x="89235" y="97958"/>
                    </a:lnTo>
                    <a:lnTo>
                      <a:pt x="29014" y="125283"/>
                    </a:lnTo>
                    <a:lnTo>
                      <a:pt x="0" y="71596"/>
                    </a:lnTo>
                    <a:lnTo>
                      <a:pt x="4312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5" name="Контур"/>
              <p:cNvSpPr/>
              <p:nvPr/>
            </p:nvSpPr>
            <p:spPr>
              <a:xfrm>
                <a:off x="7010434" y="4273211"/>
                <a:ext cx="48120" cy="63099"/>
              </a:xfrm>
              <a:custGeom>
                <a:avLst/>
                <a:gdLst/>
                <a:ahLst/>
                <a:cxnLst/>
                <a:rect l="l" t="t" r="r" b="b"/>
                <a:pathLst>
                  <a:path w="48120" h="63099">
                    <a:moveTo>
                      <a:pt x="32764" y="0"/>
                    </a:moveTo>
                    <a:lnTo>
                      <a:pt x="48120" y="9363"/>
                    </a:lnTo>
                    <a:lnTo>
                      <a:pt x="15356" y="63099"/>
                    </a:lnTo>
                    <a:lnTo>
                      <a:pt x="0" y="53736"/>
                    </a:lnTo>
                    <a:lnTo>
                      <a:pt x="3276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6" name="Контур"/>
              <p:cNvSpPr/>
              <p:nvPr/>
            </p:nvSpPr>
            <p:spPr>
              <a:xfrm>
                <a:off x="7139820" y="4261547"/>
                <a:ext cx="82283" cy="134129"/>
              </a:xfrm>
              <a:custGeom>
                <a:avLst/>
                <a:gdLst/>
                <a:ahLst/>
                <a:cxnLst/>
                <a:rect l="l" t="t" r="r" b="b"/>
                <a:pathLst>
                  <a:path w="82283" h="134129">
                    <a:moveTo>
                      <a:pt x="46115" y="134129"/>
                    </a:moveTo>
                    <a:lnTo>
                      <a:pt x="0" y="36171"/>
                    </a:lnTo>
                    <a:lnTo>
                      <a:pt x="29839" y="0"/>
                    </a:lnTo>
                    <a:lnTo>
                      <a:pt x="46650" y="41515"/>
                    </a:lnTo>
                    <a:lnTo>
                      <a:pt x="82283" y="116406"/>
                    </a:lnTo>
                    <a:lnTo>
                      <a:pt x="46115" y="1341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7" name="Контур"/>
              <p:cNvSpPr/>
              <p:nvPr/>
            </p:nvSpPr>
            <p:spPr>
              <a:xfrm>
                <a:off x="6963575" y="4351028"/>
                <a:ext cx="48121" cy="63099"/>
              </a:xfrm>
              <a:custGeom>
                <a:avLst/>
                <a:gdLst/>
                <a:ahLst/>
                <a:cxnLst/>
                <a:rect l="l" t="t" r="r" b="b"/>
                <a:pathLst>
                  <a:path w="48121" h="63099">
                    <a:moveTo>
                      <a:pt x="32765" y="0"/>
                    </a:moveTo>
                    <a:lnTo>
                      <a:pt x="48121" y="9363"/>
                    </a:lnTo>
                    <a:lnTo>
                      <a:pt x="15356" y="63099"/>
                    </a:lnTo>
                    <a:lnTo>
                      <a:pt x="0" y="53736"/>
                    </a:lnTo>
                    <a:lnTo>
                      <a:pt x="327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8" name="Контур"/>
              <p:cNvSpPr/>
              <p:nvPr/>
            </p:nvSpPr>
            <p:spPr>
              <a:xfrm>
                <a:off x="7281449" y="4117507"/>
                <a:ext cx="98551" cy="210793"/>
              </a:xfrm>
              <a:custGeom>
                <a:avLst/>
                <a:gdLst/>
                <a:ahLst/>
                <a:cxnLst/>
                <a:rect l="l" t="t" r="r" b="b"/>
                <a:pathLst>
                  <a:path w="98551" h="210793">
                    <a:moveTo>
                      <a:pt x="0" y="46965"/>
                    </a:moveTo>
                    <a:lnTo>
                      <a:pt x="98551" y="0"/>
                    </a:lnTo>
                    <a:lnTo>
                      <a:pt x="98551" y="201025"/>
                    </a:lnTo>
                    <a:lnTo>
                      <a:pt x="78048" y="21079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09" name="Контур"/>
              <p:cNvSpPr/>
              <p:nvPr/>
            </p:nvSpPr>
            <p:spPr>
              <a:xfrm>
                <a:off x="7281449" y="4117507"/>
                <a:ext cx="98551" cy="210793"/>
              </a:xfrm>
              <a:custGeom>
                <a:avLst/>
                <a:gdLst/>
                <a:ahLst/>
                <a:cxnLst/>
                <a:rect l="l" t="t" r="r" b="b"/>
                <a:pathLst>
                  <a:path w="98551" h="210793" fill="none">
                    <a:moveTo>
                      <a:pt x="0" y="46965"/>
                    </a:moveTo>
                    <a:lnTo>
                      <a:pt x="98551" y="0"/>
                    </a:lnTo>
                    <a:moveTo>
                      <a:pt x="98551" y="201025"/>
                    </a:moveTo>
                    <a:lnTo>
                      <a:pt x="78048" y="210793"/>
                    </a:lnTo>
                    <a:lnTo>
                      <a:pt x="0" y="46965"/>
                    </a:lnTo>
                    <a:lnTo>
                      <a:pt x="0" y="46965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0" name="Контур"/>
              <p:cNvSpPr/>
              <p:nvPr/>
            </p:nvSpPr>
            <p:spPr>
              <a:xfrm>
                <a:off x="7160957" y="4205932"/>
                <a:ext cx="79353" cy="97130"/>
              </a:xfrm>
              <a:custGeom>
                <a:avLst/>
                <a:gdLst/>
                <a:ahLst/>
                <a:cxnLst/>
                <a:rect l="l" t="t" r="r" b="b"/>
                <a:pathLst>
                  <a:path w="79353" h="97130">
                    <a:moveTo>
                      <a:pt x="45815" y="0"/>
                    </a:moveTo>
                    <a:lnTo>
                      <a:pt x="79353" y="71512"/>
                    </a:lnTo>
                    <a:lnTo>
                      <a:pt x="25513" y="97130"/>
                    </a:lnTo>
                    <a:lnTo>
                      <a:pt x="8702" y="55615"/>
                    </a:lnTo>
                    <a:lnTo>
                      <a:pt x="0" y="34450"/>
                    </a:lnTo>
                    <a:lnTo>
                      <a:pt x="458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1" name="Контур"/>
              <p:cNvSpPr/>
              <p:nvPr/>
            </p:nvSpPr>
            <p:spPr>
              <a:xfrm>
                <a:off x="5992745" y="3782598"/>
                <a:ext cx="251895" cy="182962"/>
              </a:xfrm>
              <a:custGeom>
                <a:avLst/>
                <a:gdLst/>
                <a:ahLst/>
                <a:cxnLst/>
                <a:rect l="l" t="t" r="r" b="b"/>
                <a:pathLst>
                  <a:path w="251895" h="182962">
                    <a:moveTo>
                      <a:pt x="0" y="100786"/>
                    </a:moveTo>
                    <a:lnTo>
                      <a:pt x="211027" y="0"/>
                    </a:lnTo>
                    <a:lnTo>
                      <a:pt x="251895" y="80923"/>
                    </a:lnTo>
                    <a:lnTo>
                      <a:pt x="38400" y="182962"/>
                    </a:lnTo>
                    <a:lnTo>
                      <a:pt x="0" y="1007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2" name="Контур"/>
              <p:cNvSpPr/>
              <p:nvPr/>
            </p:nvSpPr>
            <p:spPr>
              <a:xfrm>
                <a:off x="6524909" y="3224184"/>
                <a:ext cx="513891" cy="728476"/>
              </a:xfrm>
              <a:custGeom>
                <a:avLst/>
                <a:gdLst/>
                <a:ahLst/>
                <a:cxnLst/>
                <a:rect l="l" t="t" r="r" b="b"/>
                <a:pathLst>
                  <a:path w="513891" h="728476">
                    <a:moveTo>
                      <a:pt x="0" y="95819"/>
                    </a:moveTo>
                    <a:lnTo>
                      <a:pt x="212054" y="0"/>
                    </a:lnTo>
                    <a:lnTo>
                      <a:pt x="513891" y="627098"/>
                    </a:lnTo>
                    <a:lnTo>
                      <a:pt x="303976" y="728476"/>
                    </a:lnTo>
                    <a:lnTo>
                      <a:pt x="180848" y="474385"/>
                    </a:lnTo>
                    <a:lnTo>
                      <a:pt x="82075" y="262566"/>
                    </a:lnTo>
                    <a:lnTo>
                      <a:pt x="0" y="958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3" name="Контур"/>
              <p:cNvSpPr/>
              <p:nvPr/>
            </p:nvSpPr>
            <p:spPr>
              <a:xfrm>
                <a:off x="6524909" y="3224184"/>
                <a:ext cx="513891" cy="728476"/>
              </a:xfrm>
              <a:custGeom>
                <a:avLst/>
                <a:gdLst/>
                <a:ahLst/>
                <a:cxnLst/>
                <a:rect l="l" t="t" r="r" b="b"/>
                <a:pathLst>
                  <a:path w="513891" h="728476">
                    <a:moveTo>
                      <a:pt x="0" y="95819"/>
                    </a:moveTo>
                    <a:lnTo>
                      <a:pt x="212054" y="0"/>
                    </a:lnTo>
                    <a:lnTo>
                      <a:pt x="513891" y="627098"/>
                    </a:lnTo>
                    <a:lnTo>
                      <a:pt x="303976" y="728476"/>
                    </a:lnTo>
                    <a:lnTo>
                      <a:pt x="180848" y="474385"/>
                    </a:lnTo>
                    <a:lnTo>
                      <a:pt x="82075" y="262566"/>
                    </a:lnTo>
                    <a:lnTo>
                      <a:pt x="0" y="958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4" name="Контур"/>
              <p:cNvSpPr/>
              <p:nvPr/>
            </p:nvSpPr>
            <p:spPr>
              <a:xfrm>
                <a:off x="6268083" y="3767416"/>
                <a:ext cx="50294" cy="58444"/>
              </a:xfrm>
              <a:custGeom>
                <a:avLst/>
                <a:gdLst/>
                <a:ahLst/>
                <a:cxnLst/>
                <a:rect l="l" t="t" r="r" b="b"/>
                <a:pathLst>
                  <a:path w="50294" h="58444">
                    <a:moveTo>
                      <a:pt x="21504" y="58444"/>
                    </a:moveTo>
                    <a:lnTo>
                      <a:pt x="0" y="13896"/>
                    </a:lnTo>
                    <a:lnTo>
                      <a:pt x="28790" y="0"/>
                    </a:lnTo>
                    <a:lnTo>
                      <a:pt x="50294" y="44544"/>
                    </a:lnTo>
                    <a:lnTo>
                      <a:pt x="21504" y="58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5" name="Контур"/>
              <p:cNvSpPr/>
              <p:nvPr/>
            </p:nvSpPr>
            <p:spPr>
              <a:xfrm>
                <a:off x="6321631" y="3737667"/>
                <a:ext cx="65425" cy="62096"/>
              </a:xfrm>
              <a:custGeom>
                <a:avLst/>
                <a:gdLst/>
                <a:ahLst/>
                <a:cxnLst/>
                <a:rect l="l" t="t" r="r" b="b"/>
                <a:pathLst>
                  <a:path w="65425" h="62096">
                    <a:moveTo>
                      <a:pt x="19480" y="62096"/>
                    </a:moveTo>
                    <a:lnTo>
                      <a:pt x="0" y="22744"/>
                    </a:lnTo>
                    <a:lnTo>
                      <a:pt x="45945" y="0"/>
                    </a:lnTo>
                    <a:lnTo>
                      <a:pt x="65425" y="39351"/>
                    </a:lnTo>
                    <a:lnTo>
                      <a:pt x="19480" y="620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6" name="Контур"/>
              <p:cNvSpPr/>
              <p:nvPr/>
            </p:nvSpPr>
            <p:spPr>
              <a:xfrm>
                <a:off x="6421805" y="3545936"/>
                <a:ext cx="116476" cy="148931"/>
              </a:xfrm>
              <a:custGeom>
                <a:avLst/>
                <a:gdLst/>
                <a:ahLst/>
                <a:cxnLst/>
                <a:rect l="l" t="t" r="r" b="b"/>
                <a:pathLst>
                  <a:path w="116476" h="148931">
                    <a:moveTo>
                      <a:pt x="0" y="27970"/>
                    </a:moveTo>
                    <a:lnTo>
                      <a:pt x="61140" y="0"/>
                    </a:lnTo>
                    <a:lnTo>
                      <a:pt x="116476" y="120961"/>
                    </a:lnTo>
                    <a:lnTo>
                      <a:pt x="55336" y="148931"/>
                    </a:lnTo>
                    <a:lnTo>
                      <a:pt x="0" y="279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7" name="Контур"/>
              <p:cNvSpPr/>
              <p:nvPr/>
            </p:nvSpPr>
            <p:spPr>
              <a:xfrm>
                <a:off x="6760558" y="4205923"/>
                <a:ext cx="34514" cy="31009"/>
              </a:xfrm>
              <a:custGeom>
                <a:avLst/>
                <a:gdLst/>
                <a:ahLst/>
                <a:cxnLst/>
                <a:rect l="l" t="t" r="r" b="b"/>
                <a:pathLst>
                  <a:path w="34514" h="31009">
                    <a:moveTo>
                      <a:pt x="9540" y="31009"/>
                    </a:moveTo>
                    <a:lnTo>
                      <a:pt x="0" y="14068"/>
                    </a:lnTo>
                    <a:lnTo>
                      <a:pt x="24971" y="0"/>
                    </a:lnTo>
                    <a:lnTo>
                      <a:pt x="34514" y="16941"/>
                    </a:lnTo>
                    <a:lnTo>
                      <a:pt x="9540" y="310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8" name="Контур"/>
              <p:cNvSpPr/>
              <p:nvPr/>
            </p:nvSpPr>
            <p:spPr>
              <a:xfrm>
                <a:off x="5702076" y="4133041"/>
                <a:ext cx="47087" cy="77625"/>
              </a:xfrm>
              <a:custGeom>
                <a:avLst/>
                <a:gdLst/>
                <a:ahLst/>
                <a:cxnLst/>
                <a:rect l="l" t="t" r="r" b="b"/>
                <a:pathLst>
                  <a:path w="47087" h="77625">
                    <a:moveTo>
                      <a:pt x="33610" y="77625"/>
                    </a:moveTo>
                    <a:lnTo>
                      <a:pt x="0" y="6355"/>
                    </a:lnTo>
                    <a:lnTo>
                      <a:pt x="13477" y="0"/>
                    </a:lnTo>
                    <a:lnTo>
                      <a:pt x="47087" y="71270"/>
                    </a:lnTo>
                    <a:lnTo>
                      <a:pt x="33610" y="776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9" name="Контур"/>
              <p:cNvSpPr/>
              <p:nvPr/>
            </p:nvSpPr>
            <p:spPr>
              <a:xfrm>
                <a:off x="5743374" y="4136593"/>
                <a:ext cx="18861" cy="23433"/>
              </a:xfrm>
              <a:custGeom>
                <a:avLst/>
                <a:gdLst/>
                <a:ahLst/>
                <a:cxnLst/>
                <a:rect l="l" t="t" r="r" b="b"/>
                <a:pathLst>
                  <a:path w="18861" h="23433">
                    <a:moveTo>
                      <a:pt x="8839" y="23433"/>
                    </a:moveTo>
                    <a:lnTo>
                      <a:pt x="0" y="4738"/>
                    </a:lnTo>
                    <a:lnTo>
                      <a:pt x="10022" y="0"/>
                    </a:lnTo>
                    <a:lnTo>
                      <a:pt x="18861" y="18694"/>
                    </a:lnTo>
                    <a:lnTo>
                      <a:pt x="8839" y="234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0" name="Контур"/>
              <p:cNvSpPr/>
              <p:nvPr/>
            </p:nvSpPr>
            <p:spPr>
              <a:xfrm>
                <a:off x="5817214" y="3972787"/>
                <a:ext cx="75181" cy="61659"/>
              </a:xfrm>
              <a:custGeom>
                <a:avLst/>
                <a:gdLst/>
                <a:ahLst/>
                <a:cxnLst/>
                <a:rect l="l" t="t" r="r" b="b"/>
                <a:pathLst>
                  <a:path w="75181" h="61659">
                    <a:moveTo>
                      <a:pt x="15696" y="61659"/>
                    </a:moveTo>
                    <a:lnTo>
                      <a:pt x="0" y="26735"/>
                    </a:lnTo>
                    <a:lnTo>
                      <a:pt x="59485" y="0"/>
                    </a:lnTo>
                    <a:lnTo>
                      <a:pt x="75181" y="34923"/>
                    </a:lnTo>
                    <a:lnTo>
                      <a:pt x="15696" y="616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1" name="Контур"/>
              <p:cNvSpPr/>
              <p:nvPr/>
            </p:nvSpPr>
            <p:spPr>
              <a:xfrm>
                <a:off x="5922857" y="3875704"/>
                <a:ext cx="495528" cy="273460"/>
              </a:xfrm>
              <a:custGeom>
                <a:avLst/>
                <a:gdLst/>
                <a:ahLst/>
                <a:cxnLst/>
                <a:rect l="l" t="t" r="r" b="b"/>
                <a:pathLst>
                  <a:path w="495528" h="273460">
                    <a:moveTo>
                      <a:pt x="495528" y="40430"/>
                    </a:moveTo>
                    <a:lnTo>
                      <a:pt x="22675" y="273460"/>
                    </a:lnTo>
                    <a:lnTo>
                      <a:pt x="0" y="228096"/>
                    </a:lnTo>
                    <a:lnTo>
                      <a:pt x="476160" y="0"/>
                    </a:lnTo>
                    <a:lnTo>
                      <a:pt x="495528" y="404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2" name="Контур"/>
              <p:cNvSpPr/>
              <p:nvPr/>
            </p:nvSpPr>
            <p:spPr>
              <a:xfrm>
                <a:off x="5584400" y="3960055"/>
                <a:ext cx="36679" cy="31497"/>
              </a:xfrm>
              <a:custGeom>
                <a:avLst/>
                <a:gdLst/>
                <a:ahLst/>
                <a:cxnLst/>
                <a:rect l="l" t="t" r="r" b="b"/>
                <a:pathLst>
                  <a:path w="36679" h="31497">
                    <a:moveTo>
                      <a:pt x="8611" y="31497"/>
                    </a:moveTo>
                    <a:lnTo>
                      <a:pt x="0" y="13238"/>
                    </a:lnTo>
                    <a:lnTo>
                      <a:pt x="28068" y="0"/>
                    </a:lnTo>
                    <a:lnTo>
                      <a:pt x="36679" y="18259"/>
                    </a:lnTo>
                    <a:lnTo>
                      <a:pt x="8611" y="314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3" name="Контур"/>
              <p:cNvSpPr/>
              <p:nvPr/>
            </p:nvSpPr>
            <p:spPr>
              <a:xfrm>
                <a:off x="6804126" y="4346436"/>
                <a:ext cx="43738" cy="37762"/>
              </a:xfrm>
              <a:custGeom>
                <a:avLst/>
                <a:gdLst/>
                <a:ahLst/>
                <a:cxnLst/>
                <a:rect l="l" t="t" r="r" b="b"/>
                <a:pathLst>
                  <a:path w="43738" h="37762">
                    <a:moveTo>
                      <a:pt x="10798" y="37762"/>
                    </a:moveTo>
                    <a:lnTo>
                      <a:pt x="0" y="19768"/>
                    </a:lnTo>
                    <a:lnTo>
                      <a:pt x="32940" y="0"/>
                    </a:lnTo>
                    <a:lnTo>
                      <a:pt x="43738" y="17994"/>
                    </a:lnTo>
                    <a:lnTo>
                      <a:pt x="10798" y="377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4" name="Контур"/>
              <p:cNvSpPr/>
              <p:nvPr/>
            </p:nvSpPr>
            <p:spPr>
              <a:xfrm>
                <a:off x="5618100" y="4259800"/>
                <a:ext cx="94061" cy="129176"/>
              </a:xfrm>
              <a:custGeom>
                <a:avLst/>
                <a:gdLst/>
                <a:ahLst/>
                <a:cxnLst/>
                <a:rect l="l" t="t" r="r" b="b"/>
                <a:pathLst>
                  <a:path w="94061" h="129176">
                    <a:moveTo>
                      <a:pt x="42154" y="0"/>
                    </a:moveTo>
                    <a:lnTo>
                      <a:pt x="94061" y="108724"/>
                    </a:lnTo>
                    <a:lnTo>
                      <a:pt x="48622" y="129176"/>
                    </a:lnTo>
                    <a:lnTo>
                      <a:pt x="0" y="20121"/>
                    </a:lnTo>
                    <a:lnTo>
                      <a:pt x="4215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5" name="Контур"/>
              <p:cNvSpPr/>
              <p:nvPr/>
            </p:nvSpPr>
            <p:spPr>
              <a:xfrm>
                <a:off x="5687849" y="4411148"/>
                <a:ext cx="58699" cy="51682"/>
              </a:xfrm>
              <a:custGeom>
                <a:avLst/>
                <a:gdLst/>
                <a:ahLst/>
                <a:cxnLst/>
                <a:rect l="l" t="t" r="r" b="b"/>
                <a:pathLst>
                  <a:path w="58699" h="51682">
                    <a:moveTo>
                      <a:pt x="58699" y="29410"/>
                    </a:moveTo>
                    <a:lnTo>
                      <a:pt x="43253" y="37512"/>
                    </a:lnTo>
                    <a:lnTo>
                      <a:pt x="14650" y="51682"/>
                    </a:lnTo>
                    <a:lnTo>
                      <a:pt x="0" y="22124"/>
                    </a:lnTo>
                    <a:lnTo>
                      <a:pt x="44659" y="0"/>
                    </a:lnTo>
                    <a:lnTo>
                      <a:pt x="58699" y="294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6" name="Контур"/>
              <p:cNvSpPr/>
              <p:nvPr/>
            </p:nvSpPr>
            <p:spPr>
              <a:xfrm>
                <a:off x="5735686" y="4167059"/>
                <a:ext cx="177533" cy="231725"/>
              </a:xfrm>
              <a:custGeom>
                <a:avLst/>
                <a:gdLst/>
                <a:ahLst/>
                <a:cxnLst/>
                <a:rect l="l" t="t" r="r" b="b"/>
                <a:pathLst>
                  <a:path w="177533" h="231725">
                    <a:moveTo>
                      <a:pt x="88814" y="231725"/>
                    </a:moveTo>
                    <a:lnTo>
                      <a:pt x="4579" y="53400"/>
                    </a:lnTo>
                    <a:lnTo>
                      <a:pt x="0" y="43607"/>
                    </a:lnTo>
                    <a:lnTo>
                      <a:pt x="13477" y="37252"/>
                    </a:lnTo>
                    <a:lnTo>
                      <a:pt x="19459" y="34109"/>
                    </a:lnTo>
                    <a:lnTo>
                      <a:pt x="88814" y="0"/>
                    </a:lnTo>
                    <a:lnTo>
                      <a:pt x="177533" y="186494"/>
                    </a:lnTo>
                    <a:lnTo>
                      <a:pt x="138034" y="206630"/>
                    </a:lnTo>
                    <a:lnTo>
                      <a:pt x="88814" y="2317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7" name="Контур"/>
              <p:cNvSpPr/>
              <p:nvPr/>
            </p:nvSpPr>
            <p:spPr>
              <a:xfrm>
                <a:off x="5666722" y="4368524"/>
                <a:ext cx="65786" cy="64748"/>
              </a:xfrm>
              <a:custGeom>
                <a:avLst/>
                <a:gdLst/>
                <a:ahLst/>
                <a:cxnLst/>
                <a:rect l="l" t="t" r="r" b="b"/>
                <a:pathLst>
                  <a:path w="65786" h="64748">
                    <a:moveTo>
                      <a:pt x="65786" y="42624"/>
                    </a:moveTo>
                    <a:lnTo>
                      <a:pt x="21127" y="64748"/>
                    </a:lnTo>
                    <a:lnTo>
                      <a:pt x="0" y="20452"/>
                    </a:lnTo>
                    <a:lnTo>
                      <a:pt x="45439" y="0"/>
                    </a:lnTo>
                    <a:lnTo>
                      <a:pt x="65786" y="426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8" name="Контур"/>
              <p:cNvSpPr/>
              <p:nvPr/>
            </p:nvSpPr>
            <p:spPr>
              <a:xfrm>
                <a:off x="6959926" y="4198147"/>
                <a:ext cx="49826" cy="52676"/>
              </a:xfrm>
              <a:custGeom>
                <a:avLst/>
                <a:gdLst/>
                <a:ahLst/>
                <a:cxnLst/>
                <a:rect l="l" t="t" r="r" b="b"/>
                <a:pathLst>
                  <a:path w="49826" h="52676">
                    <a:moveTo>
                      <a:pt x="15179" y="52676"/>
                    </a:moveTo>
                    <a:lnTo>
                      <a:pt x="0" y="39291"/>
                    </a:lnTo>
                    <a:lnTo>
                      <a:pt x="34647" y="0"/>
                    </a:lnTo>
                    <a:lnTo>
                      <a:pt x="49826" y="13386"/>
                    </a:lnTo>
                    <a:lnTo>
                      <a:pt x="15179" y="526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9" name="Контур"/>
              <p:cNvSpPr/>
              <p:nvPr/>
            </p:nvSpPr>
            <p:spPr>
              <a:xfrm>
                <a:off x="5006150" y="3557110"/>
                <a:ext cx="32024" cy="31311"/>
              </a:xfrm>
              <a:custGeom>
                <a:avLst/>
                <a:gdLst/>
                <a:ahLst/>
                <a:cxnLst/>
                <a:rect l="l" t="t" r="r" b="b"/>
                <a:pathLst>
                  <a:path w="32024" h="31311">
                    <a:moveTo>
                      <a:pt x="0" y="14091"/>
                    </a:moveTo>
                    <a:lnTo>
                      <a:pt x="19717" y="0"/>
                    </a:lnTo>
                    <a:lnTo>
                      <a:pt x="32024" y="17220"/>
                    </a:lnTo>
                    <a:lnTo>
                      <a:pt x="12307" y="31311"/>
                    </a:lnTo>
                    <a:lnTo>
                      <a:pt x="0" y="140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0" name="Контур"/>
              <p:cNvSpPr/>
              <p:nvPr/>
            </p:nvSpPr>
            <p:spPr>
              <a:xfrm>
                <a:off x="5437212" y="3472225"/>
                <a:ext cx="64330" cy="56674"/>
              </a:xfrm>
              <a:custGeom>
                <a:avLst/>
                <a:gdLst/>
                <a:ahLst/>
                <a:cxnLst/>
                <a:rect l="l" t="t" r="r" b="b"/>
                <a:pathLst>
                  <a:path w="64330" h="56674">
                    <a:moveTo>
                      <a:pt x="0" y="34834"/>
                    </a:moveTo>
                    <a:lnTo>
                      <a:pt x="48740" y="0"/>
                    </a:lnTo>
                    <a:lnTo>
                      <a:pt x="64330" y="21351"/>
                    </a:lnTo>
                    <a:lnTo>
                      <a:pt x="15951" y="56674"/>
                    </a:lnTo>
                    <a:lnTo>
                      <a:pt x="0" y="348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1" name="Контур"/>
              <p:cNvSpPr/>
              <p:nvPr/>
            </p:nvSpPr>
            <p:spPr>
              <a:xfrm>
                <a:off x="5310925" y="3254814"/>
                <a:ext cx="183494" cy="263832"/>
              </a:xfrm>
              <a:custGeom>
                <a:avLst/>
                <a:gdLst/>
                <a:ahLst/>
                <a:cxnLst/>
                <a:rect l="l" t="t" r="r" b="b"/>
                <a:pathLst>
                  <a:path w="183494" h="263832">
                    <a:moveTo>
                      <a:pt x="45462" y="77326"/>
                    </a:moveTo>
                    <a:lnTo>
                      <a:pt x="4475" y="19980"/>
                    </a:lnTo>
                    <a:lnTo>
                      <a:pt x="32428" y="0"/>
                    </a:lnTo>
                    <a:lnTo>
                      <a:pt x="183494" y="211358"/>
                    </a:lnTo>
                    <a:lnTo>
                      <a:pt x="175027" y="217411"/>
                    </a:lnTo>
                    <a:lnTo>
                      <a:pt x="126287" y="252245"/>
                    </a:lnTo>
                    <a:lnTo>
                      <a:pt x="110078" y="263832"/>
                    </a:lnTo>
                    <a:lnTo>
                      <a:pt x="0" y="109820"/>
                    </a:lnTo>
                    <a:lnTo>
                      <a:pt x="45462" y="773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2" name="Контур"/>
              <p:cNvSpPr/>
              <p:nvPr/>
            </p:nvSpPr>
            <p:spPr>
              <a:xfrm>
                <a:off x="5269937" y="3274794"/>
                <a:ext cx="86450" cy="89840"/>
              </a:xfrm>
              <a:custGeom>
                <a:avLst/>
                <a:gdLst/>
                <a:ahLst/>
                <a:cxnLst/>
                <a:rect l="l" t="t" r="r" b="b"/>
                <a:pathLst>
                  <a:path w="86450" h="89840">
                    <a:moveTo>
                      <a:pt x="0" y="32494"/>
                    </a:moveTo>
                    <a:lnTo>
                      <a:pt x="45463" y="0"/>
                    </a:lnTo>
                    <a:lnTo>
                      <a:pt x="86450" y="57346"/>
                    </a:lnTo>
                    <a:lnTo>
                      <a:pt x="40988" y="89840"/>
                    </a:lnTo>
                    <a:lnTo>
                      <a:pt x="0" y="324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3" name="Контур"/>
              <p:cNvSpPr/>
              <p:nvPr/>
            </p:nvSpPr>
            <p:spPr>
              <a:xfrm>
                <a:off x="5085737" y="3372928"/>
                <a:ext cx="82176" cy="114168"/>
              </a:xfrm>
              <a:custGeom>
                <a:avLst/>
                <a:gdLst/>
                <a:ahLst/>
                <a:cxnLst/>
                <a:rect l="l" t="t" r="r" b="b"/>
                <a:pathLst>
                  <a:path w="82176" h="114168">
                    <a:moveTo>
                      <a:pt x="31325" y="0"/>
                    </a:moveTo>
                    <a:lnTo>
                      <a:pt x="82176" y="68856"/>
                    </a:lnTo>
                    <a:lnTo>
                      <a:pt x="20736" y="114168"/>
                    </a:lnTo>
                    <a:lnTo>
                      <a:pt x="0" y="86520"/>
                    </a:lnTo>
                    <a:lnTo>
                      <a:pt x="49171" y="50822"/>
                    </a:lnTo>
                    <a:lnTo>
                      <a:pt x="18394" y="9672"/>
                    </a:lnTo>
                    <a:lnTo>
                      <a:pt x="313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4" name="Контур"/>
              <p:cNvSpPr/>
              <p:nvPr/>
            </p:nvSpPr>
            <p:spPr>
              <a:xfrm>
                <a:off x="5343353" y="2955352"/>
                <a:ext cx="559560" cy="517987"/>
              </a:xfrm>
              <a:custGeom>
                <a:avLst/>
                <a:gdLst/>
                <a:ahLst/>
                <a:cxnLst/>
                <a:rect l="l" t="t" r="r" b="b"/>
                <a:pathLst>
                  <a:path w="559560" h="517987">
                    <a:moveTo>
                      <a:pt x="0" y="299462"/>
                    </a:moveTo>
                    <a:lnTo>
                      <a:pt x="401669" y="0"/>
                    </a:lnTo>
                    <a:lnTo>
                      <a:pt x="559560" y="222230"/>
                    </a:lnTo>
                    <a:lnTo>
                      <a:pt x="156187" y="517987"/>
                    </a:lnTo>
                    <a:lnTo>
                      <a:pt x="151066" y="510820"/>
                    </a:lnTo>
                    <a:lnTo>
                      <a:pt x="0" y="2994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5" name="Контур"/>
              <p:cNvSpPr/>
              <p:nvPr/>
            </p:nvSpPr>
            <p:spPr>
              <a:xfrm>
                <a:off x="5540796" y="3978314"/>
                <a:ext cx="199469" cy="281486"/>
              </a:xfrm>
              <a:custGeom>
                <a:avLst/>
                <a:gdLst/>
                <a:ahLst/>
                <a:cxnLst/>
                <a:rect l="l" t="t" r="r" b="b"/>
                <a:pathLst>
                  <a:path w="199469" h="281486">
                    <a:moveTo>
                      <a:pt x="194890" y="232352"/>
                    </a:moveTo>
                    <a:lnTo>
                      <a:pt x="199469" y="242145"/>
                    </a:lnTo>
                    <a:lnTo>
                      <a:pt x="119458" y="281486"/>
                    </a:lnTo>
                    <a:lnTo>
                      <a:pt x="108927" y="260073"/>
                    </a:lnTo>
                    <a:lnTo>
                      <a:pt x="70440" y="181754"/>
                    </a:lnTo>
                    <a:lnTo>
                      <a:pt x="0" y="38529"/>
                    </a:lnTo>
                    <a:lnTo>
                      <a:pt x="52215" y="13238"/>
                    </a:lnTo>
                    <a:lnTo>
                      <a:pt x="80283" y="0"/>
                    </a:lnTo>
                    <a:lnTo>
                      <a:pt x="161280" y="161082"/>
                    </a:lnTo>
                    <a:lnTo>
                      <a:pt x="194890" y="2323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6" name="Контур"/>
              <p:cNvSpPr/>
              <p:nvPr/>
            </p:nvSpPr>
            <p:spPr>
              <a:xfrm>
                <a:off x="5117565" y="4207768"/>
                <a:ext cx="66054" cy="52454"/>
              </a:xfrm>
              <a:custGeom>
                <a:avLst/>
                <a:gdLst/>
                <a:ahLst/>
                <a:cxnLst/>
                <a:rect l="l" t="t" r="r" b="b"/>
                <a:pathLst>
                  <a:path w="66054" h="52454">
                    <a:moveTo>
                      <a:pt x="10585" y="52454"/>
                    </a:moveTo>
                    <a:lnTo>
                      <a:pt x="0" y="30068"/>
                    </a:lnTo>
                    <a:lnTo>
                      <a:pt x="38547" y="0"/>
                    </a:lnTo>
                    <a:lnTo>
                      <a:pt x="66054" y="26548"/>
                    </a:lnTo>
                    <a:lnTo>
                      <a:pt x="10585" y="524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7" name="Контур"/>
              <p:cNvSpPr/>
              <p:nvPr/>
            </p:nvSpPr>
            <p:spPr>
              <a:xfrm>
                <a:off x="5094227" y="4190796"/>
                <a:ext cx="61885" cy="47040"/>
              </a:xfrm>
              <a:custGeom>
                <a:avLst/>
                <a:gdLst/>
                <a:ahLst/>
                <a:cxnLst/>
                <a:rect l="l" t="t" r="r" b="b"/>
                <a:pathLst>
                  <a:path w="61885" h="47040">
                    <a:moveTo>
                      <a:pt x="23338" y="47040"/>
                    </a:moveTo>
                    <a:lnTo>
                      <a:pt x="0" y="17122"/>
                    </a:lnTo>
                    <a:lnTo>
                      <a:pt x="21950" y="0"/>
                    </a:lnTo>
                    <a:lnTo>
                      <a:pt x="33871" y="15282"/>
                    </a:lnTo>
                    <a:lnTo>
                      <a:pt x="50469" y="2335"/>
                    </a:lnTo>
                    <a:lnTo>
                      <a:pt x="61885" y="16972"/>
                    </a:lnTo>
                    <a:lnTo>
                      <a:pt x="23338" y="470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8" name="Контур"/>
              <p:cNvSpPr/>
              <p:nvPr/>
            </p:nvSpPr>
            <p:spPr>
              <a:xfrm>
                <a:off x="5056274" y="4097484"/>
                <a:ext cx="98548" cy="82744"/>
              </a:xfrm>
              <a:custGeom>
                <a:avLst/>
                <a:gdLst/>
                <a:ahLst/>
                <a:cxnLst/>
                <a:rect l="l" t="t" r="r" b="b"/>
                <a:pathLst>
                  <a:path w="98548" h="82744">
                    <a:moveTo>
                      <a:pt x="33734" y="82744"/>
                    </a:moveTo>
                    <a:lnTo>
                      <a:pt x="19599" y="62221"/>
                    </a:lnTo>
                    <a:lnTo>
                      <a:pt x="0" y="37088"/>
                    </a:lnTo>
                    <a:lnTo>
                      <a:pt x="48259" y="0"/>
                    </a:lnTo>
                    <a:lnTo>
                      <a:pt x="98548" y="64204"/>
                    </a:lnTo>
                    <a:lnTo>
                      <a:pt x="75975" y="81883"/>
                    </a:lnTo>
                    <a:lnTo>
                      <a:pt x="60677" y="61806"/>
                    </a:lnTo>
                    <a:lnTo>
                      <a:pt x="33734" y="827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9" name="Контур"/>
              <p:cNvSpPr/>
              <p:nvPr/>
            </p:nvSpPr>
            <p:spPr>
              <a:xfrm>
                <a:off x="5091912" y="4065244"/>
                <a:ext cx="33048" cy="32240"/>
              </a:xfrm>
              <a:custGeom>
                <a:avLst/>
                <a:gdLst/>
                <a:ahLst/>
                <a:cxnLst/>
                <a:rect l="l" t="t" r="r" b="b"/>
                <a:pathLst>
                  <a:path w="33048" h="32240">
                    <a:moveTo>
                      <a:pt x="0" y="14686"/>
                    </a:moveTo>
                    <a:lnTo>
                      <a:pt x="20427" y="0"/>
                    </a:lnTo>
                    <a:lnTo>
                      <a:pt x="33048" y="17554"/>
                    </a:lnTo>
                    <a:lnTo>
                      <a:pt x="12621" y="32240"/>
                    </a:lnTo>
                    <a:lnTo>
                      <a:pt x="0" y="146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0" name="Контур"/>
              <p:cNvSpPr/>
              <p:nvPr/>
            </p:nvSpPr>
            <p:spPr>
              <a:xfrm>
                <a:off x="5283881" y="3576184"/>
                <a:ext cx="97380" cy="76913"/>
              </a:xfrm>
              <a:custGeom>
                <a:avLst/>
                <a:gdLst/>
                <a:ahLst/>
                <a:cxnLst/>
                <a:rect l="l" t="t" r="r" b="b"/>
                <a:pathLst>
                  <a:path w="97380" h="76913">
                    <a:moveTo>
                      <a:pt x="0" y="44544"/>
                    </a:moveTo>
                    <a:lnTo>
                      <a:pt x="62976" y="0"/>
                    </a:lnTo>
                    <a:lnTo>
                      <a:pt x="97380" y="48639"/>
                    </a:lnTo>
                    <a:lnTo>
                      <a:pt x="57407" y="76913"/>
                    </a:lnTo>
                    <a:lnTo>
                      <a:pt x="39345" y="51377"/>
                    </a:lnTo>
                    <a:lnTo>
                      <a:pt x="16342" y="67647"/>
                    </a:lnTo>
                    <a:lnTo>
                      <a:pt x="0" y="445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1" name="Контур"/>
              <p:cNvSpPr/>
              <p:nvPr/>
            </p:nvSpPr>
            <p:spPr>
              <a:xfrm>
                <a:off x="5474919" y="4429340"/>
                <a:ext cx="30934" cy="35585"/>
              </a:xfrm>
              <a:custGeom>
                <a:avLst/>
                <a:gdLst/>
                <a:ahLst/>
                <a:cxnLst/>
                <a:rect l="l" t="t" r="r" b="b"/>
                <a:pathLst>
                  <a:path w="30934" h="35585">
                    <a:moveTo>
                      <a:pt x="30934" y="27045"/>
                    </a:moveTo>
                    <a:lnTo>
                      <a:pt x="12615" y="35585"/>
                    </a:lnTo>
                    <a:lnTo>
                      <a:pt x="0" y="8522"/>
                    </a:lnTo>
                    <a:lnTo>
                      <a:pt x="18260" y="0"/>
                    </a:lnTo>
                    <a:lnTo>
                      <a:pt x="30934" y="270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2" name="Контур"/>
              <p:cNvSpPr/>
              <p:nvPr/>
            </p:nvSpPr>
            <p:spPr>
              <a:xfrm>
                <a:off x="5518753" y="4311544"/>
                <a:ext cx="81380" cy="64167"/>
              </a:xfrm>
              <a:custGeom>
                <a:avLst/>
                <a:gdLst/>
                <a:ahLst/>
                <a:cxnLst/>
                <a:rect l="l" t="t" r="r" b="b"/>
                <a:pathLst>
                  <a:path w="81380" h="64167">
                    <a:moveTo>
                      <a:pt x="15641" y="64167"/>
                    </a:moveTo>
                    <a:lnTo>
                      <a:pt x="0" y="30993"/>
                    </a:lnTo>
                    <a:lnTo>
                      <a:pt x="65740" y="0"/>
                    </a:lnTo>
                    <a:lnTo>
                      <a:pt x="81380" y="33174"/>
                    </a:lnTo>
                    <a:lnTo>
                      <a:pt x="15641" y="641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3" name="Контур"/>
              <p:cNvSpPr/>
              <p:nvPr/>
            </p:nvSpPr>
            <p:spPr>
              <a:xfrm>
                <a:off x="5128150" y="4234316"/>
                <a:ext cx="104562" cy="135672"/>
              </a:xfrm>
              <a:custGeom>
                <a:avLst/>
                <a:gdLst/>
                <a:ahLst/>
                <a:cxnLst/>
                <a:rect l="l" t="t" r="r" b="b"/>
                <a:pathLst>
                  <a:path w="104562" h="135672">
                    <a:moveTo>
                      <a:pt x="46421" y="135672"/>
                    </a:moveTo>
                    <a:lnTo>
                      <a:pt x="0" y="25906"/>
                    </a:lnTo>
                    <a:lnTo>
                      <a:pt x="55469" y="0"/>
                    </a:lnTo>
                    <a:lnTo>
                      <a:pt x="104562" y="108981"/>
                    </a:lnTo>
                    <a:lnTo>
                      <a:pt x="46421" y="135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4" name="Контур"/>
              <p:cNvSpPr/>
              <p:nvPr/>
            </p:nvSpPr>
            <p:spPr>
              <a:xfrm>
                <a:off x="5213035" y="4016843"/>
                <a:ext cx="398201" cy="318945"/>
              </a:xfrm>
              <a:custGeom>
                <a:avLst/>
                <a:gdLst/>
                <a:ahLst/>
                <a:cxnLst/>
                <a:rect l="l" t="t" r="r" b="b"/>
                <a:pathLst>
                  <a:path w="398201" h="318945">
                    <a:moveTo>
                      <a:pt x="40912" y="318945"/>
                    </a:moveTo>
                    <a:lnTo>
                      <a:pt x="0" y="235759"/>
                    </a:lnTo>
                    <a:lnTo>
                      <a:pt x="132235" y="170724"/>
                    </a:lnTo>
                    <a:lnTo>
                      <a:pt x="102707" y="110685"/>
                    </a:lnTo>
                    <a:lnTo>
                      <a:pt x="327761" y="0"/>
                    </a:lnTo>
                    <a:lnTo>
                      <a:pt x="398201" y="143225"/>
                    </a:lnTo>
                    <a:lnTo>
                      <a:pt x="342828" y="171758"/>
                    </a:lnTo>
                    <a:lnTo>
                      <a:pt x="329628" y="178309"/>
                    </a:lnTo>
                    <a:lnTo>
                      <a:pt x="249949" y="216253"/>
                    </a:lnTo>
                    <a:lnTo>
                      <a:pt x="40912" y="3189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5" name="Контур"/>
              <p:cNvSpPr/>
              <p:nvPr/>
            </p:nvSpPr>
            <p:spPr>
              <a:xfrm>
                <a:off x="5462984" y="4195152"/>
                <a:ext cx="97817" cy="76032"/>
              </a:xfrm>
              <a:custGeom>
                <a:avLst/>
                <a:gdLst/>
                <a:ahLst/>
                <a:cxnLst/>
                <a:rect l="l" t="t" r="r" b="b"/>
                <a:pathLst>
                  <a:path w="97817" h="76032">
                    <a:moveTo>
                      <a:pt x="0" y="37944"/>
                    </a:moveTo>
                    <a:lnTo>
                      <a:pt x="79679" y="0"/>
                    </a:lnTo>
                    <a:lnTo>
                      <a:pt x="97817" y="38087"/>
                    </a:lnTo>
                    <a:lnTo>
                      <a:pt x="18138" y="76032"/>
                    </a:lnTo>
                    <a:lnTo>
                      <a:pt x="0" y="379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6" name="Контур"/>
              <p:cNvSpPr/>
              <p:nvPr/>
            </p:nvSpPr>
            <p:spPr>
              <a:xfrm>
                <a:off x="5555863" y="4160068"/>
                <a:ext cx="93860" cy="105780"/>
              </a:xfrm>
              <a:custGeom>
                <a:avLst/>
                <a:gdLst/>
                <a:ahLst/>
                <a:cxnLst/>
                <a:rect l="l" t="t" r="r" b="b"/>
                <a:pathLst>
                  <a:path w="93860" h="105780">
                    <a:moveTo>
                      <a:pt x="55373" y="0"/>
                    </a:moveTo>
                    <a:lnTo>
                      <a:pt x="93860" y="78319"/>
                    </a:lnTo>
                    <a:lnTo>
                      <a:pt x="37522" y="105780"/>
                    </a:lnTo>
                    <a:lnTo>
                      <a:pt x="0" y="28533"/>
                    </a:lnTo>
                    <a:lnTo>
                      <a:pt x="553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7" name="Контур"/>
              <p:cNvSpPr/>
              <p:nvPr/>
            </p:nvSpPr>
            <p:spPr>
              <a:xfrm>
                <a:off x="4310153" y="1680824"/>
                <a:ext cx="39927" cy="40642"/>
              </a:xfrm>
              <a:custGeom>
                <a:avLst/>
                <a:gdLst/>
                <a:ahLst/>
                <a:cxnLst/>
                <a:rect l="l" t="t" r="r" b="b"/>
                <a:pathLst>
                  <a:path w="39927" h="40642">
                    <a:moveTo>
                      <a:pt x="0" y="20213"/>
                    </a:moveTo>
                    <a:lnTo>
                      <a:pt x="20381" y="0"/>
                    </a:lnTo>
                    <a:lnTo>
                      <a:pt x="39927" y="21802"/>
                    </a:lnTo>
                    <a:lnTo>
                      <a:pt x="20117" y="40642"/>
                    </a:lnTo>
                    <a:lnTo>
                      <a:pt x="0" y="202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8" name="Контур"/>
              <p:cNvSpPr/>
              <p:nvPr/>
            </p:nvSpPr>
            <p:spPr>
              <a:xfrm>
                <a:off x="4672270" y="1584000"/>
                <a:ext cx="116238" cy="101972"/>
              </a:xfrm>
              <a:custGeom>
                <a:avLst/>
                <a:gdLst/>
                <a:ahLst/>
                <a:cxnLst/>
                <a:rect l="l" t="t" r="r" b="b"/>
                <a:pathLst>
                  <a:path w="116238" h="101972">
                    <a:moveTo>
                      <a:pt x="7906" y="101972"/>
                    </a:moveTo>
                    <a:lnTo>
                      <a:pt x="0" y="93683"/>
                    </a:lnTo>
                    <a:lnTo>
                      <a:pt x="98277" y="0"/>
                    </a:lnTo>
                    <a:lnTo>
                      <a:pt x="116238" y="0"/>
                    </a:lnTo>
                    <a:lnTo>
                      <a:pt x="91253" y="235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49" name="Контур"/>
              <p:cNvSpPr/>
              <p:nvPr/>
            </p:nvSpPr>
            <p:spPr>
              <a:xfrm>
                <a:off x="4672270" y="1584000"/>
                <a:ext cx="116238" cy="101972"/>
              </a:xfrm>
              <a:custGeom>
                <a:avLst/>
                <a:gdLst/>
                <a:ahLst/>
                <a:cxnLst/>
                <a:rect l="l" t="t" r="r" b="b"/>
                <a:pathLst>
                  <a:path w="116238" h="101972" fill="none">
                    <a:moveTo>
                      <a:pt x="7906" y="101972"/>
                    </a:moveTo>
                    <a:lnTo>
                      <a:pt x="0" y="93683"/>
                    </a:lnTo>
                    <a:lnTo>
                      <a:pt x="98277" y="0"/>
                    </a:lnTo>
                    <a:moveTo>
                      <a:pt x="116238" y="0"/>
                    </a:moveTo>
                    <a:lnTo>
                      <a:pt x="91253" y="23521"/>
                    </a:lnTo>
                    <a:lnTo>
                      <a:pt x="7906" y="101972"/>
                    </a:lnTo>
                    <a:lnTo>
                      <a:pt x="7906" y="101972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0" name="Контур"/>
              <p:cNvSpPr/>
              <p:nvPr/>
            </p:nvSpPr>
            <p:spPr>
              <a:xfrm>
                <a:off x="4653492" y="1584000"/>
                <a:ext cx="117055" cy="93683"/>
              </a:xfrm>
              <a:custGeom>
                <a:avLst/>
                <a:gdLst/>
                <a:ahLst/>
                <a:cxnLst/>
                <a:rect l="l" t="t" r="r" b="b"/>
                <a:pathLst>
                  <a:path w="117055" h="93683">
                    <a:moveTo>
                      <a:pt x="77613" y="0"/>
                    </a:moveTo>
                    <a:lnTo>
                      <a:pt x="117055" y="0"/>
                    </a:lnTo>
                    <a:lnTo>
                      <a:pt x="18778" y="93683"/>
                    </a:lnTo>
                    <a:lnTo>
                      <a:pt x="0" y="739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51" name="Контур"/>
              <p:cNvSpPr/>
              <p:nvPr/>
            </p:nvSpPr>
            <p:spPr>
              <a:xfrm>
                <a:off x="4653492" y="1584000"/>
                <a:ext cx="117055" cy="93683"/>
              </a:xfrm>
              <a:custGeom>
                <a:avLst/>
                <a:gdLst/>
                <a:ahLst/>
                <a:cxnLst/>
                <a:rect l="l" t="t" r="r" b="b"/>
                <a:pathLst>
                  <a:path w="117055" h="93683" fill="none">
                    <a:moveTo>
                      <a:pt x="117055" y="0"/>
                    </a:moveTo>
                    <a:lnTo>
                      <a:pt x="18778" y="93683"/>
                    </a:lnTo>
                    <a:lnTo>
                      <a:pt x="0" y="73984"/>
                    </a:lnTo>
                    <a:lnTo>
                      <a:pt x="77613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2" name="Контур"/>
              <p:cNvSpPr/>
              <p:nvPr/>
            </p:nvSpPr>
            <p:spPr>
              <a:xfrm>
                <a:off x="4799736" y="1997991"/>
                <a:ext cx="293642" cy="326376"/>
              </a:xfrm>
              <a:custGeom>
                <a:avLst/>
                <a:gdLst/>
                <a:ahLst/>
                <a:cxnLst/>
                <a:rect l="l" t="t" r="r" b="b"/>
                <a:pathLst>
                  <a:path w="293642" h="326376">
                    <a:moveTo>
                      <a:pt x="272000" y="0"/>
                    </a:moveTo>
                    <a:lnTo>
                      <a:pt x="284934" y="11335"/>
                    </a:lnTo>
                    <a:lnTo>
                      <a:pt x="293642" y="19142"/>
                    </a:lnTo>
                    <a:lnTo>
                      <a:pt x="41896" y="314400"/>
                    </a:lnTo>
                    <a:lnTo>
                      <a:pt x="12826" y="326376"/>
                    </a:lnTo>
                    <a:lnTo>
                      <a:pt x="0" y="319960"/>
                    </a:lnTo>
                    <a:lnTo>
                      <a:pt x="2720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3" name="Контур"/>
              <p:cNvSpPr/>
              <p:nvPr/>
            </p:nvSpPr>
            <p:spPr>
              <a:xfrm>
                <a:off x="4692216" y="1874348"/>
                <a:ext cx="380053" cy="424572"/>
              </a:xfrm>
              <a:custGeom>
                <a:avLst/>
                <a:gdLst/>
                <a:ahLst/>
                <a:cxnLst/>
                <a:rect l="l" t="t" r="r" b="b"/>
                <a:pathLst>
                  <a:path w="380053" h="424572">
                    <a:moveTo>
                      <a:pt x="77593" y="424572"/>
                    </a:moveTo>
                    <a:lnTo>
                      <a:pt x="51087" y="409173"/>
                    </a:lnTo>
                    <a:lnTo>
                      <a:pt x="53866" y="405966"/>
                    </a:lnTo>
                    <a:lnTo>
                      <a:pt x="0" y="354209"/>
                    </a:lnTo>
                    <a:lnTo>
                      <a:pt x="44033" y="309509"/>
                    </a:lnTo>
                    <a:lnTo>
                      <a:pt x="92770" y="356133"/>
                    </a:lnTo>
                    <a:lnTo>
                      <a:pt x="110297" y="336457"/>
                    </a:lnTo>
                    <a:lnTo>
                      <a:pt x="58143" y="283842"/>
                    </a:lnTo>
                    <a:lnTo>
                      <a:pt x="101535" y="237646"/>
                    </a:lnTo>
                    <a:lnTo>
                      <a:pt x="153263" y="288975"/>
                    </a:lnTo>
                    <a:lnTo>
                      <a:pt x="171860" y="268444"/>
                    </a:lnTo>
                    <a:lnTo>
                      <a:pt x="128468" y="227808"/>
                    </a:lnTo>
                    <a:lnTo>
                      <a:pt x="171007" y="182680"/>
                    </a:lnTo>
                    <a:lnTo>
                      <a:pt x="209056" y="219680"/>
                    </a:lnTo>
                    <a:lnTo>
                      <a:pt x="225301" y="199790"/>
                    </a:lnTo>
                    <a:lnTo>
                      <a:pt x="202643" y="180969"/>
                    </a:lnTo>
                    <a:lnTo>
                      <a:pt x="353148" y="0"/>
                    </a:lnTo>
                    <a:lnTo>
                      <a:pt x="377950" y="21068"/>
                    </a:lnTo>
                    <a:lnTo>
                      <a:pt x="356112" y="45595"/>
                    </a:lnTo>
                    <a:lnTo>
                      <a:pt x="380053" y="65271"/>
                    </a:lnTo>
                    <a:lnTo>
                      <a:pt x="341791" y="109115"/>
                    </a:lnTo>
                    <a:lnTo>
                      <a:pt x="319135" y="90935"/>
                    </a:lnTo>
                    <a:lnTo>
                      <a:pt x="268261" y="150819"/>
                    </a:lnTo>
                    <a:lnTo>
                      <a:pt x="290491" y="171351"/>
                    </a:lnTo>
                    <a:lnTo>
                      <a:pt x="77593" y="4245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4" name="Контур"/>
              <p:cNvSpPr/>
              <p:nvPr/>
            </p:nvSpPr>
            <p:spPr>
              <a:xfrm>
                <a:off x="4373590" y="1946248"/>
                <a:ext cx="282437" cy="287712"/>
              </a:xfrm>
              <a:custGeom>
                <a:avLst/>
                <a:gdLst/>
                <a:ahLst/>
                <a:cxnLst/>
                <a:rect l="l" t="t" r="r" b="b"/>
                <a:pathLst>
                  <a:path w="282437" h="287712">
                    <a:moveTo>
                      <a:pt x="282437" y="258312"/>
                    </a:moveTo>
                    <a:lnTo>
                      <a:pt x="250958" y="287712"/>
                    </a:lnTo>
                    <a:lnTo>
                      <a:pt x="0" y="29390"/>
                    </a:lnTo>
                    <a:lnTo>
                      <a:pt x="30086" y="0"/>
                    </a:lnTo>
                    <a:lnTo>
                      <a:pt x="282437" y="2583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5" name="Контур"/>
              <p:cNvSpPr/>
              <p:nvPr/>
            </p:nvSpPr>
            <p:spPr>
              <a:xfrm>
                <a:off x="4403676" y="1584000"/>
                <a:ext cx="913721" cy="620560"/>
              </a:xfrm>
              <a:custGeom>
                <a:avLst/>
                <a:gdLst/>
                <a:ahLst/>
                <a:cxnLst/>
                <a:rect l="l" t="t" r="r" b="b"/>
                <a:pathLst>
                  <a:path w="913721" h="620560">
                    <a:moveTo>
                      <a:pt x="0" y="362248"/>
                    </a:moveTo>
                    <a:lnTo>
                      <a:pt x="276500" y="101972"/>
                    </a:lnTo>
                    <a:lnTo>
                      <a:pt x="359847" y="23521"/>
                    </a:lnTo>
                    <a:lnTo>
                      <a:pt x="384832" y="0"/>
                    </a:lnTo>
                    <a:lnTo>
                      <a:pt x="913721" y="0"/>
                    </a:lnTo>
                    <a:lnTo>
                      <a:pt x="252351" y="6205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56" name="Контур"/>
              <p:cNvSpPr/>
              <p:nvPr/>
            </p:nvSpPr>
            <p:spPr>
              <a:xfrm>
                <a:off x="4403676" y="1584000"/>
                <a:ext cx="913721" cy="620560"/>
              </a:xfrm>
              <a:custGeom>
                <a:avLst/>
                <a:gdLst/>
                <a:ahLst/>
                <a:cxnLst/>
                <a:rect l="l" t="t" r="r" b="b"/>
                <a:pathLst>
                  <a:path w="913721" h="620560" fill="none">
                    <a:moveTo>
                      <a:pt x="0" y="362248"/>
                    </a:moveTo>
                    <a:lnTo>
                      <a:pt x="276500" y="101972"/>
                    </a:lnTo>
                    <a:lnTo>
                      <a:pt x="359847" y="23521"/>
                    </a:lnTo>
                    <a:lnTo>
                      <a:pt x="384832" y="0"/>
                    </a:lnTo>
                    <a:moveTo>
                      <a:pt x="913721" y="0"/>
                    </a:moveTo>
                    <a:lnTo>
                      <a:pt x="252351" y="620560"/>
                    </a:lnTo>
                    <a:lnTo>
                      <a:pt x="0" y="362248"/>
                    </a:lnTo>
                    <a:lnTo>
                      <a:pt x="0" y="36224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7" name="Контур"/>
              <p:cNvSpPr/>
              <p:nvPr/>
            </p:nvSpPr>
            <p:spPr>
              <a:xfrm>
                <a:off x="4143066" y="1871418"/>
                <a:ext cx="45124" cy="45441"/>
              </a:xfrm>
              <a:custGeom>
                <a:avLst/>
                <a:gdLst/>
                <a:ahLst/>
                <a:cxnLst/>
                <a:rect l="l" t="t" r="r" b="b"/>
                <a:pathLst>
                  <a:path w="45124" h="45441">
                    <a:moveTo>
                      <a:pt x="26987" y="0"/>
                    </a:moveTo>
                    <a:lnTo>
                      <a:pt x="45124" y="27892"/>
                    </a:lnTo>
                    <a:lnTo>
                      <a:pt x="18138" y="45441"/>
                    </a:lnTo>
                    <a:lnTo>
                      <a:pt x="0" y="17549"/>
                    </a:lnTo>
                    <a:lnTo>
                      <a:pt x="2698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8" name="Контур"/>
              <p:cNvSpPr/>
              <p:nvPr/>
            </p:nvSpPr>
            <p:spPr>
              <a:xfrm>
                <a:off x="4377253" y="1750367"/>
                <a:ext cx="40209" cy="39879"/>
              </a:xfrm>
              <a:custGeom>
                <a:avLst/>
                <a:gdLst/>
                <a:ahLst/>
                <a:cxnLst/>
                <a:rect l="l" t="t" r="r" b="b"/>
                <a:pathLst>
                  <a:path w="40209" h="39879">
                    <a:moveTo>
                      <a:pt x="20971" y="0"/>
                    </a:moveTo>
                    <a:lnTo>
                      <a:pt x="40209" y="19699"/>
                    </a:lnTo>
                    <a:lnTo>
                      <a:pt x="19886" y="39879"/>
                    </a:lnTo>
                    <a:lnTo>
                      <a:pt x="0" y="20343"/>
                    </a:lnTo>
                    <a:lnTo>
                      <a:pt x="2097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9" name="Контур"/>
              <p:cNvSpPr/>
              <p:nvPr/>
            </p:nvSpPr>
            <p:spPr>
              <a:xfrm>
                <a:off x="4874537" y="2323499"/>
                <a:ext cx="253858" cy="264619"/>
              </a:xfrm>
              <a:custGeom>
                <a:avLst/>
                <a:gdLst/>
                <a:ahLst/>
                <a:cxnLst/>
                <a:rect l="l" t="t" r="r" b="b"/>
                <a:pathLst>
                  <a:path w="253858" h="264619">
                    <a:moveTo>
                      <a:pt x="0" y="241229"/>
                    </a:moveTo>
                    <a:lnTo>
                      <a:pt x="205627" y="14198"/>
                    </a:lnTo>
                    <a:lnTo>
                      <a:pt x="202925" y="11755"/>
                    </a:lnTo>
                    <a:lnTo>
                      <a:pt x="213571" y="0"/>
                    </a:lnTo>
                    <a:lnTo>
                      <a:pt x="235647" y="20001"/>
                    </a:lnTo>
                    <a:lnTo>
                      <a:pt x="224923" y="31833"/>
                    </a:lnTo>
                    <a:lnTo>
                      <a:pt x="230127" y="36552"/>
                    </a:lnTo>
                    <a:lnTo>
                      <a:pt x="242991" y="48206"/>
                    </a:lnTo>
                    <a:lnTo>
                      <a:pt x="253858" y="58056"/>
                    </a:lnTo>
                    <a:lnTo>
                      <a:pt x="99010" y="228931"/>
                    </a:lnTo>
                    <a:lnTo>
                      <a:pt x="91896" y="222485"/>
                    </a:lnTo>
                    <a:lnTo>
                      <a:pt x="71722" y="244742"/>
                    </a:lnTo>
                    <a:lnTo>
                      <a:pt x="56405" y="230856"/>
                    </a:lnTo>
                    <a:lnTo>
                      <a:pt x="25795" y="264619"/>
                    </a:lnTo>
                    <a:lnTo>
                      <a:pt x="0" y="2412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0" name="Контур"/>
              <p:cNvSpPr/>
              <p:nvPr/>
            </p:nvSpPr>
            <p:spPr>
              <a:xfrm>
                <a:off x="4734540" y="2249348"/>
                <a:ext cx="251189" cy="270682"/>
              </a:xfrm>
              <a:custGeom>
                <a:avLst/>
                <a:gdLst/>
                <a:ahLst/>
                <a:cxnLst/>
                <a:rect l="l" t="t" r="r" b="b"/>
                <a:pathLst>
                  <a:path w="251189" h="270682">
                    <a:moveTo>
                      <a:pt x="251189" y="22944"/>
                    </a:moveTo>
                    <a:lnTo>
                      <a:pt x="27061" y="270682"/>
                    </a:lnTo>
                    <a:lnTo>
                      <a:pt x="0" y="248352"/>
                    </a:lnTo>
                    <a:lnTo>
                      <a:pt x="88325" y="151234"/>
                    </a:lnTo>
                    <a:lnTo>
                      <a:pt x="139527" y="94940"/>
                    </a:lnTo>
                    <a:lnTo>
                      <a:pt x="225869" y="0"/>
                    </a:lnTo>
                    <a:lnTo>
                      <a:pt x="251189" y="229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1" name="Контур"/>
              <p:cNvSpPr/>
              <p:nvPr/>
            </p:nvSpPr>
            <p:spPr>
              <a:xfrm>
                <a:off x="4701746" y="2497700"/>
                <a:ext cx="59855" cy="59543"/>
              </a:xfrm>
              <a:custGeom>
                <a:avLst/>
                <a:gdLst/>
                <a:ahLst/>
                <a:cxnLst/>
                <a:rect l="l" t="t" r="r" b="b"/>
                <a:pathLst>
                  <a:path w="59855" h="59543">
                    <a:moveTo>
                      <a:pt x="32794" y="0"/>
                    </a:moveTo>
                    <a:lnTo>
                      <a:pt x="59855" y="22330"/>
                    </a:lnTo>
                    <a:lnTo>
                      <a:pt x="26244" y="59543"/>
                    </a:lnTo>
                    <a:lnTo>
                      <a:pt x="0" y="34971"/>
                    </a:lnTo>
                    <a:lnTo>
                      <a:pt x="5473" y="28792"/>
                    </a:lnTo>
                    <a:lnTo>
                      <a:pt x="327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2" name="Контур"/>
              <p:cNvSpPr/>
              <p:nvPr/>
            </p:nvSpPr>
            <p:spPr>
              <a:xfrm>
                <a:off x="4822289" y="1902640"/>
                <a:ext cx="580565" cy="653107"/>
              </a:xfrm>
              <a:custGeom>
                <a:avLst/>
                <a:gdLst/>
                <a:ahLst/>
                <a:cxnLst/>
                <a:rect l="l" t="t" r="r" b="b"/>
                <a:pathLst>
                  <a:path w="580565" h="653107">
                    <a:moveTo>
                      <a:pt x="513130" y="54384"/>
                    </a:moveTo>
                    <a:lnTo>
                      <a:pt x="555264" y="0"/>
                    </a:lnTo>
                    <a:lnTo>
                      <a:pt x="580565" y="23361"/>
                    </a:lnTo>
                    <a:lnTo>
                      <a:pt x="539218" y="77592"/>
                    </a:lnTo>
                    <a:lnTo>
                      <a:pt x="23136" y="653107"/>
                    </a:lnTo>
                    <a:lnTo>
                      <a:pt x="0" y="631142"/>
                    </a:lnTo>
                    <a:lnTo>
                      <a:pt x="513130" y="543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3" name="Контур"/>
              <p:cNvSpPr/>
              <p:nvPr/>
            </p:nvSpPr>
            <p:spPr>
              <a:xfrm>
                <a:off x="4703441" y="2350148"/>
                <a:ext cx="59921" cy="57100"/>
              </a:xfrm>
              <a:custGeom>
                <a:avLst/>
                <a:gdLst/>
                <a:ahLst/>
                <a:cxnLst/>
                <a:rect l="l" t="t" r="r" b="b"/>
                <a:pathLst>
                  <a:path w="59921" h="57100">
                    <a:moveTo>
                      <a:pt x="0" y="40029"/>
                    </a:moveTo>
                    <a:lnTo>
                      <a:pt x="44600" y="0"/>
                    </a:lnTo>
                    <a:lnTo>
                      <a:pt x="59921" y="17072"/>
                    </a:lnTo>
                    <a:lnTo>
                      <a:pt x="15321" y="57100"/>
                    </a:lnTo>
                    <a:lnTo>
                      <a:pt x="0" y="400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4" name="Контур"/>
              <p:cNvSpPr/>
              <p:nvPr/>
            </p:nvSpPr>
            <p:spPr>
              <a:xfrm>
                <a:off x="4806204" y="2328985"/>
                <a:ext cx="67863" cy="71597"/>
              </a:xfrm>
              <a:custGeom>
                <a:avLst/>
                <a:gdLst/>
                <a:ahLst/>
                <a:cxnLst/>
                <a:rect l="l" t="t" r="r" b="b"/>
                <a:pathLst>
                  <a:path w="67863" h="71597">
                    <a:moveTo>
                      <a:pt x="67863" y="15303"/>
                    </a:moveTo>
                    <a:lnTo>
                      <a:pt x="16661" y="71597"/>
                    </a:lnTo>
                    <a:lnTo>
                      <a:pt x="0" y="56655"/>
                    </a:lnTo>
                    <a:lnTo>
                      <a:pt x="50799" y="0"/>
                    </a:lnTo>
                    <a:lnTo>
                      <a:pt x="67863" y="15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5" name="Контур"/>
              <p:cNvSpPr/>
              <p:nvPr/>
            </p:nvSpPr>
            <p:spPr>
              <a:xfrm>
                <a:off x="3733435" y="1900887"/>
                <a:ext cx="211359" cy="88244"/>
              </a:xfrm>
              <a:custGeom>
                <a:avLst/>
                <a:gdLst/>
                <a:ahLst/>
                <a:cxnLst/>
                <a:rect l="l" t="t" r="r" b="b"/>
                <a:pathLst>
                  <a:path w="211359" h="88244">
                    <a:moveTo>
                      <a:pt x="0" y="59156"/>
                    </a:moveTo>
                    <a:lnTo>
                      <a:pt x="202539" y="0"/>
                    </a:lnTo>
                    <a:lnTo>
                      <a:pt x="211359" y="28761"/>
                    </a:lnTo>
                    <a:lnTo>
                      <a:pt x="8820" y="88244"/>
                    </a:lnTo>
                    <a:lnTo>
                      <a:pt x="0" y="591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6" name="Контур"/>
              <p:cNvSpPr/>
              <p:nvPr/>
            </p:nvSpPr>
            <p:spPr>
              <a:xfrm>
                <a:off x="3908676" y="1703732"/>
                <a:ext cx="185597" cy="145210"/>
              </a:xfrm>
              <a:custGeom>
                <a:avLst/>
                <a:gdLst/>
                <a:ahLst/>
                <a:cxnLst/>
                <a:rect l="l" t="t" r="r" b="b"/>
                <a:pathLst>
                  <a:path w="185597" h="145210">
                    <a:moveTo>
                      <a:pt x="0" y="59693"/>
                    </a:moveTo>
                    <a:lnTo>
                      <a:pt x="149924" y="0"/>
                    </a:lnTo>
                    <a:lnTo>
                      <a:pt x="178277" y="71218"/>
                    </a:lnTo>
                    <a:lnTo>
                      <a:pt x="185597" y="89602"/>
                    </a:lnTo>
                    <a:lnTo>
                      <a:pt x="45936" y="145210"/>
                    </a:lnTo>
                    <a:lnTo>
                      <a:pt x="42000" y="135327"/>
                    </a:lnTo>
                    <a:lnTo>
                      <a:pt x="31743" y="139412"/>
                    </a:lnTo>
                    <a:lnTo>
                      <a:pt x="0" y="596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7" name="Контур"/>
              <p:cNvSpPr/>
              <p:nvPr/>
            </p:nvSpPr>
            <p:spPr>
              <a:xfrm>
                <a:off x="3653345" y="1584000"/>
                <a:ext cx="338721" cy="273529"/>
              </a:xfrm>
              <a:custGeom>
                <a:avLst/>
                <a:gdLst/>
                <a:ahLst/>
                <a:cxnLst/>
                <a:rect l="l" t="t" r="r" b="b"/>
                <a:pathLst>
                  <a:path w="338721" h="273529">
                    <a:moveTo>
                      <a:pt x="38607" y="270169"/>
                    </a:moveTo>
                    <a:lnTo>
                      <a:pt x="30427" y="261289"/>
                    </a:lnTo>
                    <a:lnTo>
                      <a:pt x="0" y="228251"/>
                    </a:lnTo>
                    <a:lnTo>
                      <a:pt x="248559" y="0"/>
                    </a:lnTo>
                    <a:lnTo>
                      <a:pt x="338721" y="0"/>
                    </a:lnTo>
                    <a:lnTo>
                      <a:pt x="41698" y="27352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68" name="Контур"/>
              <p:cNvSpPr/>
              <p:nvPr/>
            </p:nvSpPr>
            <p:spPr>
              <a:xfrm>
                <a:off x="3653345" y="1584000"/>
                <a:ext cx="338721" cy="273529"/>
              </a:xfrm>
              <a:custGeom>
                <a:avLst/>
                <a:gdLst/>
                <a:ahLst/>
                <a:cxnLst/>
                <a:rect l="l" t="t" r="r" b="b"/>
                <a:pathLst>
                  <a:path w="338721" h="273529" fill="none">
                    <a:moveTo>
                      <a:pt x="38607" y="270169"/>
                    </a:moveTo>
                    <a:lnTo>
                      <a:pt x="30427" y="261289"/>
                    </a:lnTo>
                    <a:lnTo>
                      <a:pt x="0" y="228251"/>
                    </a:lnTo>
                    <a:lnTo>
                      <a:pt x="248559" y="0"/>
                    </a:lnTo>
                    <a:moveTo>
                      <a:pt x="338721" y="0"/>
                    </a:moveTo>
                    <a:lnTo>
                      <a:pt x="41698" y="273529"/>
                    </a:lnTo>
                    <a:lnTo>
                      <a:pt x="38607" y="270169"/>
                    </a:lnTo>
                    <a:lnTo>
                      <a:pt x="38607" y="27016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9" name="Контур"/>
              <p:cNvSpPr/>
              <p:nvPr/>
            </p:nvSpPr>
            <p:spPr>
              <a:xfrm>
                <a:off x="3868985" y="1763425"/>
                <a:ext cx="71434" cy="95525"/>
              </a:xfrm>
              <a:custGeom>
                <a:avLst/>
                <a:gdLst/>
                <a:ahLst/>
                <a:cxnLst/>
                <a:rect l="l" t="t" r="r" b="b"/>
                <a:pathLst>
                  <a:path w="71434" h="95525">
                    <a:moveTo>
                      <a:pt x="71434" y="79719"/>
                    </a:moveTo>
                    <a:lnTo>
                      <a:pt x="31743" y="95525"/>
                    </a:lnTo>
                    <a:lnTo>
                      <a:pt x="0" y="15807"/>
                    </a:lnTo>
                    <a:lnTo>
                      <a:pt x="39691" y="0"/>
                    </a:lnTo>
                    <a:lnTo>
                      <a:pt x="71434" y="797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0" name="Контур"/>
              <p:cNvSpPr/>
              <p:nvPr/>
            </p:nvSpPr>
            <p:spPr>
              <a:xfrm>
                <a:off x="4058600" y="1663297"/>
                <a:ext cx="124728" cy="111653"/>
              </a:xfrm>
              <a:custGeom>
                <a:avLst/>
                <a:gdLst/>
                <a:ahLst/>
                <a:cxnLst/>
                <a:rect l="l" t="t" r="r" b="b"/>
                <a:pathLst>
                  <a:path w="124728" h="111653">
                    <a:moveTo>
                      <a:pt x="0" y="40435"/>
                    </a:moveTo>
                    <a:lnTo>
                      <a:pt x="8654" y="36663"/>
                    </a:lnTo>
                    <a:lnTo>
                      <a:pt x="29937" y="27389"/>
                    </a:lnTo>
                    <a:lnTo>
                      <a:pt x="92798" y="0"/>
                    </a:lnTo>
                    <a:lnTo>
                      <a:pt x="124728" y="73282"/>
                    </a:lnTo>
                    <a:lnTo>
                      <a:pt x="28353" y="111653"/>
                    </a:lnTo>
                    <a:lnTo>
                      <a:pt x="0" y="404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1" name="Контур"/>
              <p:cNvSpPr/>
              <p:nvPr/>
            </p:nvSpPr>
            <p:spPr>
              <a:xfrm>
                <a:off x="4059742" y="1673444"/>
                <a:ext cx="28795" cy="26516"/>
              </a:xfrm>
              <a:custGeom>
                <a:avLst/>
                <a:gdLst/>
                <a:ahLst/>
                <a:cxnLst/>
                <a:rect l="l" t="t" r="r" b="b"/>
                <a:pathLst>
                  <a:path w="28795" h="26516">
                    <a:moveTo>
                      <a:pt x="28795" y="17242"/>
                    </a:moveTo>
                    <a:lnTo>
                      <a:pt x="7512" y="26516"/>
                    </a:lnTo>
                    <a:lnTo>
                      <a:pt x="0" y="9274"/>
                    </a:lnTo>
                    <a:lnTo>
                      <a:pt x="21283" y="0"/>
                    </a:lnTo>
                    <a:lnTo>
                      <a:pt x="28795" y="172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2" name="Контур"/>
              <p:cNvSpPr/>
              <p:nvPr/>
            </p:nvSpPr>
            <p:spPr>
              <a:xfrm>
                <a:off x="3950256" y="1919599"/>
                <a:ext cx="208454" cy="196070"/>
              </a:xfrm>
              <a:custGeom>
                <a:avLst/>
                <a:gdLst/>
                <a:ahLst/>
                <a:cxnLst/>
                <a:rect l="l" t="t" r="r" b="b"/>
                <a:pathLst>
                  <a:path w="208454" h="196070">
                    <a:moveTo>
                      <a:pt x="208454" y="41479"/>
                    </a:moveTo>
                    <a:lnTo>
                      <a:pt x="37396" y="196070"/>
                    </a:lnTo>
                    <a:lnTo>
                      <a:pt x="0" y="154591"/>
                    </a:lnTo>
                    <a:lnTo>
                      <a:pt x="169562" y="0"/>
                    </a:lnTo>
                    <a:lnTo>
                      <a:pt x="208454" y="414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3" name="Контур"/>
              <p:cNvSpPr/>
              <p:nvPr/>
            </p:nvSpPr>
            <p:spPr>
              <a:xfrm>
                <a:off x="3717704" y="2002841"/>
                <a:ext cx="91659" cy="107419"/>
              </a:xfrm>
              <a:custGeom>
                <a:avLst/>
                <a:gdLst/>
                <a:ahLst/>
                <a:cxnLst/>
                <a:rect l="l" t="t" r="r" b="b"/>
                <a:pathLst>
                  <a:path w="91659" h="107419">
                    <a:moveTo>
                      <a:pt x="59318" y="107419"/>
                    </a:moveTo>
                    <a:lnTo>
                      <a:pt x="0" y="40800"/>
                    </a:lnTo>
                    <a:lnTo>
                      <a:pt x="45820" y="0"/>
                    </a:lnTo>
                    <a:lnTo>
                      <a:pt x="66624" y="23364"/>
                    </a:lnTo>
                    <a:lnTo>
                      <a:pt x="53144" y="35367"/>
                    </a:lnTo>
                    <a:lnTo>
                      <a:pt x="91659" y="78622"/>
                    </a:lnTo>
                    <a:lnTo>
                      <a:pt x="59318" y="1074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4" name="Контур"/>
              <p:cNvSpPr/>
              <p:nvPr/>
            </p:nvSpPr>
            <p:spPr>
              <a:xfrm>
                <a:off x="3703749" y="1998818"/>
                <a:ext cx="41579" cy="40725"/>
              </a:xfrm>
              <a:custGeom>
                <a:avLst/>
                <a:gdLst/>
                <a:ahLst/>
                <a:cxnLst/>
                <a:rect l="l" t="t" r="r" b="b"/>
                <a:pathLst>
                  <a:path w="41579" h="40725">
                    <a:moveTo>
                      <a:pt x="0" y="25274"/>
                    </a:moveTo>
                    <a:lnTo>
                      <a:pt x="27246" y="0"/>
                    </a:lnTo>
                    <a:lnTo>
                      <a:pt x="41579" y="15451"/>
                    </a:lnTo>
                    <a:lnTo>
                      <a:pt x="14332" y="40725"/>
                    </a:lnTo>
                    <a:lnTo>
                      <a:pt x="0" y="252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5" name="Контур"/>
              <p:cNvSpPr/>
              <p:nvPr/>
            </p:nvSpPr>
            <p:spPr>
              <a:xfrm>
                <a:off x="3792999" y="2038093"/>
                <a:ext cx="316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1605" h="32170">
                    <a:moveTo>
                      <a:pt x="11473" y="0"/>
                    </a:moveTo>
                    <a:lnTo>
                      <a:pt x="31605" y="21352"/>
                    </a:lnTo>
                    <a:lnTo>
                      <a:pt x="20132" y="32170"/>
                    </a:lnTo>
                    <a:lnTo>
                      <a:pt x="0" y="10818"/>
                    </a:lnTo>
                    <a:lnTo>
                      <a:pt x="114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6" name="Контур"/>
              <p:cNvSpPr/>
              <p:nvPr/>
            </p:nvSpPr>
            <p:spPr>
              <a:xfrm>
                <a:off x="3880039" y="2005929"/>
                <a:ext cx="30944" cy="26229"/>
              </a:xfrm>
              <a:custGeom>
                <a:avLst/>
                <a:gdLst/>
                <a:ahLst/>
                <a:cxnLst/>
                <a:rect l="l" t="t" r="r" b="b"/>
                <a:pathLst>
                  <a:path w="30944" h="26229">
                    <a:moveTo>
                      <a:pt x="24777" y="0"/>
                    </a:moveTo>
                    <a:lnTo>
                      <a:pt x="30944" y="7392"/>
                    </a:lnTo>
                    <a:lnTo>
                      <a:pt x="8364" y="26229"/>
                    </a:lnTo>
                    <a:lnTo>
                      <a:pt x="0" y="16203"/>
                    </a:lnTo>
                    <a:lnTo>
                      <a:pt x="8835" y="8833"/>
                    </a:lnTo>
                    <a:lnTo>
                      <a:pt x="11032" y="11467"/>
                    </a:lnTo>
                    <a:lnTo>
                      <a:pt x="2477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7" name="Контур"/>
              <p:cNvSpPr/>
              <p:nvPr/>
            </p:nvSpPr>
            <p:spPr>
              <a:xfrm>
                <a:off x="3877993" y="1981163"/>
                <a:ext cx="37721" cy="36233"/>
              </a:xfrm>
              <a:custGeom>
                <a:avLst/>
                <a:gdLst/>
                <a:ahLst/>
                <a:cxnLst/>
                <a:rect l="l" t="t" r="r" b="b"/>
                <a:pathLst>
                  <a:path w="37721" h="36233">
                    <a:moveTo>
                      <a:pt x="0" y="20558"/>
                    </a:moveTo>
                    <a:lnTo>
                      <a:pt x="24644" y="0"/>
                    </a:lnTo>
                    <a:lnTo>
                      <a:pt x="37721" y="15675"/>
                    </a:lnTo>
                    <a:lnTo>
                      <a:pt x="26823" y="24766"/>
                    </a:lnTo>
                    <a:lnTo>
                      <a:pt x="13078" y="36233"/>
                    </a:lnTo>
                    <a:lnTo>
                      <a:pt x="10881" y="33599"/>
                    </a:lnTo>
                    <a:lnTo>
                      <a:pt x="0" y="205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8" name="Контур"/>
              <p:cNvSpPr/>
              <p:nvPr/>
            </p:nvSpPr>
            <p:spPr>
              <a:xfrm>
                <a:off x="3916065" y="2074190"/>
                <a:ext cx="71587" cy="71840"/>
              </a:xfrm>
              <a:custGeom>
                <a:avLst/>
                <a:gdLst/>
                <a:ahLst/>
                <a:cxnLst/>
                <a:rect l="l" t="t" r="r" b="b"/>
                <a:pathLst>
                  <a:path w="71587" h="71840">
                    <a:moveTo>
                      <a:pt x="71587" y="41479"/>
                    </a:moveTo>
                    <a:lnTo>
                      <a:pt x="38037" y="71840"/>
                    </a:lnTo>
                    <a:lnTo>
                      <a:pt x="0" y="30147"/>
                    </a:lnTo>
                    <a:lnTo>
                      <a:pt x="34191" y="0"/>
                    </a:lnTo>
                    <a:lnTo>
                      <a:pt x="71587" y="414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9" name="Контур"/>
              <p:cNvSpPr/>
              <p:nvPr/>
            </p:nvSpPr>
            <p:spPr>
              <a:xfrm>
                <a:off x="3717752" y="2209350"/>
                <a:ext cx="154737" cy="148771"/>
              </a:xfrm>
              <a:custGeom>
                <a:avLst/>
                <a:gdLst/>
                <a:ahLst/>
                <a:cxnLst/>
                <a:rect l="l" t="t" r="r" b="b"/>
                <a:pathLst>
                  <a:path w="154737" h="148771">
                    <a:moveTo>
                      <a:pt x="110904" y="0"/>
                    </a:moveTo>
                    <a:lnTo>
                      <a:pt x="154737" y="48466"/>
                    </a:lnTo>
                    <a:lnTo>
                      <a:pt x="143797" y="58574"/>
                    </a:lnTo>
                    <a:lnTo>
                      <a:pt x="128752" y="72202"/>
                    </a:lnTo>
                    <a:lnTo>
                      <a:pt x="43833" y="148771"/>
                    </a:lnTo>
                    <a:lnTo>
                      <a:pt x="0" y="100306"/>
                    </a:lnTo>
                    <a:lnTo>
                      <a:pt x="1109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0" name="Контур"/>
              <p:cNvSpPr/>
              <p:nvPr/>
            </p:nvSpPr>
            <p:spPr>
              <a:xfrm>
                <a:off x="3925793" y="2205086"/>
                <a:ext cx="41453" cy="41448"/>
              </a:xfrm>
              <a:custGeom>
                <a:avLst/>
                <a:gdLst/>
                <a:ahLst/>
                <a:cxnLst/>
                <a:rect l="l" t="t" r="r" b="b"/>
                <a:pathLst>
                  <a:path w="41453" h="41448">
                    <a:moveTo>
                      <a:pt x="0" y="20117"/>
                    </a:moveTo>
                    <a:lnTo>
                      <a:pt x="20112" y="0"/>
                    </a:lnTo>
                    <a:lnTo>
                      <a:pt x="41453" y="21336"/>
                    </a:lnTo>
                    <a:lnTo>
                      <a:pt x="21331" y="41448"/>
                    </a:lnTo>
                    <a:lnTo>
                      <a:pt x="0" y="201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1" name="Контур"/>
              <p:cNvSpPr/>
              <p:nvPr/>
            </p:nvSpPr>
            <p:spPr>
              <a:xfrm>
                <a:off x="3846504" y="2267924"/>
                <a:ext cx="148461" cy="88582"/>
              </a:xfrm>
              <a:custGeom>
                <a:avLst/>
                <a:gdLst/>
                <a:ahLst/>
                <a:cxnLst/>
                <a:rect l="l" t="t" r="r" b="b"/>
                <a:pathLst>
                  <a:path w="148461" h="88582">
                    <a:moveTo>
                      <a:pt x="0" y="13628"/>
                    </a:moveTo>
                    <a:lnTo>
                      <a:pt x="15045" y="0"/>
                    </a:lnTo>
                    <a:lnTo>
                      <a:pt x="45418" y="32366"/>
                    </a:lnTo>
                    <a:lnTo>
                      <a:pt x="148461" y="74954"/>
                    </a:lnTo>
                    <a:lnTo>
                      <a:pt x="134835" y="88582"/>
                    </a:lnTo>
                    <a:lnTo>
                      <a:pt x="36902" y="47982"/>
                    </a:lnTo>
                    <a:lnTo>
                      <a:pt x="0" y="136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2" name="Контур"/>
              <p:cNvSpPr/>
              <p:nvPr/>
            </p:nvSpPr>
            <p:spPr>
              <a:xfrm>
                <a:off x="3845825" y="2123896"/>
                <a:ext cx="84840" cy="84883"/>
              </a:xfrm>
              <a:custGeom>
                <a:avLst/>
                <a:gdLst/>
                <a:ahLst/>
                <a:cxnLst/>
                <a:rect l="l" t="t" r="r" b="b"/>
                <a:pathLst>
                  <a:path w="84840" h="84883">
                    <a:moveTo>
                      <a:pt x="42245" y="84883"/>
                    </a:moveTo>
                    <a:lnTo>
                      <a:pt x="0" y="41102"/>
                    </a:lnTo>
                    <a:lnTo>
                      <a:pt x="42600" y="0"/>
                    </a:lnTo>
                    <a:lnTo>
                      <a:pt x="84840" y="43776"/>
                    </a:lnTo>
                    <a:lnTo>
                      <a:pt x="42245" y="848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3" name="Контур"/>
              <p:cNvSpPr/>
              <p:nvPr/>
            </p:nvSpPr>
            <p:spPr>
              <a:xfrm>
                <a:off x="3431062" y="2090104"/>
                <a:ext cx="98918" cy="55545"/>
              </a:xfrm>
              <a:custGeom>
                <a:avLst/>
                <a:gdLst/>
                <a:ahLst/>
                <a:cxnLst/>
                <a:rect l="l" t="t" r="r" b="b"/>
                <a:pathLst>
                  <a:path w="98918" h="55545">
                    <a:moveTo>
                      <a:pt x="98918" y="33561"/>
                    </a:moveTo>
                    <a:lnTo>
                      <a:pt x="6048" y="55545"/>
                    </a:lnTo>
                    <a:lnTo>
                      <a:pt x="0" y="22056"/>
                    </a:lnTo>
                    <a:lnTo>
                      <a:pt x="4915" y="20856"/>
                    </a:lnTo>
                    <a:lnTo>
                      <a:pt x="22013" y="16684"/>
                    </a:lnTo>
                    <a:lnTo>
                      <a:pt x="90259" y="0"/>
                    </a:lnTo>
                    <a:lnTo>
                      <a:pt x="98918" y="335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4" name="Контур"/>
              <p:cNvSpPr/>
              <p:nvPr/>
            </p:nvSpPr>
            <p:spPr>
              <a:xfrm>
                <a:off x="3322415" y="2175605"/>
                <a:ext cx="43869" cy="43478"/>
              </a:xfrm>
              <a:custGeom>
                <a:avLst/>
                <a:gdLst/>
                <a:ahLst/>
                <a:cxnLst/>
                <a:rect l="l" t="t" r="r" b="b"/>
                <a:pathLst>
                  <a:path w="43869" h="43478">
                    <a:moveTo>
                      <a:pt x="0" y="22192"/>
                    </a:moveTo>
                    <a:lnTo>
                      <a:pt x="24425" y="0"/>
                    </a:lnTo>
                    <a:lnTo>
                      <a:pt x="43869" y="21400"/>
                    </a:lnTo>
                    <a:lnTo>
                      <a:pt x="19569" y="43478"/>
                    </a:lnTo>
                    <a:lnTo>
                      <a:pt x="0" y="221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5" name="Контур"/>
              <p:cNvSpPr/>
              <p:nvPr/>
            </p:nvSpPr>
            <p:spPr>
              <a:xfrm>
                <a:off x="3408267" y="2159227"/>
                <a:ext cx="28785" cy="29309"/>
              </a:xfrm>
              <a:custGeom>
                <a:avLst/>
                <a:gdLst/>
                <a:ahLst/>
                <a:cxnLst/>
                <a:rect l="l" t="t" r="r" b="b"/>
                <a:pathLst>
                  <a:path w="28785" h="29309">
                    <a:moveTo>
                      <a:pt x="0" y="8947"/>
                    </a:moveTo>
                    <a:lnTo>
                      <a:pt x="9403" y="0"/>
                    </a:lnTo>
                    <a:lnTo>
                      <a:pt x="28785" y="20352"/>
                    </a:lnTo>
                    <a:lnTo>
                      <a:pt x="19377" y="29309"/>
                    </a:lnTo>
                    <a:lnTo>
                      <a:pt x="0" y="8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6" name="Контур"/>
              <p:cNvSpPr/>
              <p:nvPr/>
            </p:nvSpPr>
            <p:spPr>
              <a:xfrm>
                <a:off x="3343059" y="1785908"/>
                <a:ext cx="126787" cy="129216"/>
              </a:xfrm>
              <a:custGeom>
                <a:avLst/>
                <a:gdLst/>
                <a:ahLst/>
                <a:cxnLst/>
                <a:rect l="l" t="t" r="r" b="b"/>
                <a:pathLst>
                  <a:path w="126787" h="129216">
                    <a:moveTo>
                      <a:pt x="0" y="42605"/>
                    </a:moveTo>
                    <a:lnTo>
                      <a:pt x="43435" y="0"/>
                    </a:lnTo>
                    <a:lnTo>
                      <a:pt x="126787" y="84980"/>
                    </a:lnTo>
                    <a:lnTo>
                      <a:pt x="81691" y="129216"/>
                    </a:lnTo>
                    <a:lnTo>
                      <a:pt x="69624" y="116424"/>
                    </a:lnTo>
                    <a:lnTo>
                      <a:pt x="9120" y="52277"/>
                    </a:lnTo>
                    <a:lnTo>
                      <a:pt x="0" y="426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7" name="Контур"/>
              <p:cNvSpPr/>
              <p:nvPr/>
            </p:nvSpPr>
            <p:spPr>
              <a:xfrm>
                <a:off x="3066712" y="1586285"/>
                <a:ext cx="52279" cy="26242"/>
              </a:xfrm>
              <a:custGeom>
                <a:avLst/>
                <a:gdLst/>
                <a:ahLst/>
                <a:cxnLst/>
                <a:rect l="l" t="t" r="r" b="b"/>
                <a:pathLst>
                  <a:path w="52279" h="26242">
                    <a:moveTo>
                      <a:pt x="0" y="193"/>
                    </a:moveTo>
                    <a:lnTo>
                      <a:pt x="52265" y="0"/>
                    </a:lnTo>
                    <a:lnTo>
                      <a:pt x="52279" y="15"/>
                    </a:lnTo>
                    <a:lnTo>
                      <a:pt x="25810" y="26242"/>
                    </a:lnTo>
                    <a:lnTo>
                      <a:pt x="0" y="1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8" name="Контур"/>
              <p:cNvSpPr/>
              <p:nvPr/>
            </p:nvSpPr>
            <p:spPr>
              <a:xfrm>
                <a:off x="3242078" y="1647262"/>
                <a:ext cx="43014" cy="42328"/>
              </a:xfrm>
              <a:custGeom>
                <a:avLst/>
                <a:gdLst/>
                <a:ahLst/>
                <a:cxnLst/>
                <a:rect l="l" t="t" r="r" b="b"/>
                <a:pathLst>
                  <a:path w="43014" h="42328">
                    <a:moveTo>
                      <a:pt x="15877" y="42328"/>
                    </a:moveTo>
                    <a:lnTo>
                      <a:pt x="0" y="25291"/>
                    </a:lnTo>
                    <a:lnTo>
                      <a:pt x="27137" y="0"/>
                    </a:lnTo>
                    <a:lnTo>
                      <a:pt x="43014" y="17037"/>
                    </a:lnTo>
                    <a:lnTo>
                      <a:pt x="15877" y="423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9" name="Контур"/>
              <p:cNvSpPr/>
              <p:nvPr/>
            </p:nvSpPr>
            <p:spPr>
              <a:xfrm>
                <a:off x="3426080" y="1584706"/>
                <a:ext cx="254798" cy="215060"/>
              </a:xfrm>
              <a:custGeom>
                <a:avLst/>
                <a:gdLst/>
                <a:ahLst/>
                <a:cxnLst/>
                <a:rect l="l" t="t" r="r" b="b"/>
                <a:pathLst>
                  <a:path w="254798" h="215060">
                    <a:moveTo>
                      <a:pt x="0" y="29295"/>
                    </a:moveTo>
                    <a:lnTo>
                      <a:pt x="30305" y="332"/>
                    </a:lnTo>
                    <a:lnTo>
                      <a:pt x="119830" y="0"/>
                    </a:lnTo>
                    <a:lnTo>
                      <a:pt x="254798" y="141222"/>
                    </a:lnTo>
                    <a:lnTo>
                      <a:pt x="177538" y="215060"/>
                    </a:lnTo>
                    <a:lnTo>
                      <a:pt x="0" y="292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0" name="Контур"/>
              <p:cNvSpPr/>
              <p:nvPr/>
            </p:nvSpPr>
            <p:spPr>
              <a:xfrm>
                <a:off x="3349001" y="2195833"/>
                <a:ext cx="176227" cy="184853"/>
              </a:xfrm>
              <a:custGeom>
                <a:avLst/>
                <a:gdLst/>
                <a:ahLst/>
                <a:cxnLst/>
                <a:rect l="l" t="t" r="r" b="b"/>
                <a:pathLst>
                  <a:path w="176227" h="184853">
                    <a:moveTo>
                      <a:pt x="136834" y="184853"/>
                    </a:moveTo>
                    <a:lnTo>
                      <a:pt x="2880" y="39408"/>
                    </a:lnTo>
                    <a:lnTo>
                      <a:pt x="0" y="36283"/>
                    </a:lnTo>
                    <a:lnTo>
                      <a:pt x="39394" y="0"/>
                    </a:lnTo>
                    <a:lnTo>
                      <a:pt x="176227" y="148575"/>
                    </a:lnTo>
                    <a:lnTo>
                      <a:pt x="136834" y="1848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1" name="Контур"/>
              <p:cNvSpPr/>
              <p:nvPr/>
            </p:nvSpPr>
            <p:spPr>
              <a:xfrm>
                <a:off x="2874195" y="2313353"/>
                <a:ext cx="52480" cy="53427"/>
              </a:xfrm>
              <a:custGeom>
                <a:avLst/>
                <a:gdLst/>
                <a:ahLst/>
                <a:cxnLst/>
                <a:rect l="l" t="t" r="r" b="b"/>
                <a:pathLst>
                  <a:path w="52480" h="53427">
                    <a:moveTo>
                      <a:pt x="39349" y="53427"/>
                    </a:moveTo>
                    <a:lnTo>
                      <a:pt x="0" y="12681"/>
                    </a:lnTo>
                    <a:lnTo>
                      <a:pt x="13131" y="0"/>
                    </a:lnTo>
                    <a:lnTo>
                      <a:pt x="52480" y="40747"/>
                    </a:lnTo>
                    <a:lnTo>
                      <a:pt x="39349" y="534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2" name="Контур"/>
              <p:cNvSpPr/>
              <p:nvPr/>
            </p:nvSpPr>
            <p:spPr>
              <a:xfrm>
                <a:off x="2973449" y="2298174"/>
                <a:ext cx="31642" cy="31406"/>
              </a:xfrm>
              <a:custGeom>
                <a:avLst/>
                <a:gdLst/>
                <a:ahLst/>
                <a:cxnLst/>
                <a:rect l="l" t="t" r="r" b="b"/>
                <a:pathLst>
                  <a:path w="31642" h="31406">
                    <a:moveTo>
                      <a:pt x="18187" y="0"/>
                    </a:moveTo>
                    <a:lnTo>
                      <a:pt x="31642" y="14309"/>
                    </a:lnTo>
                    <a:lnTo>
                      <a:pt x="13455" y="31406"/>
                    </a:lnTo>
                    <a:lnTo>
                      <a:pt x="0" y="17098"/>
                    </a:lnTo>
                    <a:lnTo>
                      <a:pt x="1818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3" name="Контур"/>
              <p:cNvSpPr/>
              <p:nvPr/>
            </p:nvSpPr>
            <p:spPr>
              <a:xfrm>
                <a:off x="2913819" y="1838185"/>
                <a:ext cx="498864" cy="477087"/>
              </a:xfrm>
              <a:custGeom>
                <a:avLst/>
                <a:gdLst/>
                <a:ahLst/>
                <a:cxnLst/>
                <a:rect l="l" t="t" r="r" b="b"/>
                <a:pathLst>
                  <a:path w="498864" h="477087">
                    <a:moveTo>
                      <a:pt x="438360" y="0"/>
                    </a:moveTo>
                    <a:lnTo>
                      <a:pt x="498864" y="64147"/>
                    </a:lnTo>
                    <a:lnTo>
                      <a:pt x="95688" y="443189"/>
                    </a:lnTo>
                    <a:lnTo>
                      <a:pt x="90931" y="447658"/>
                    </a:lnTo>
                    <a:lnTo>
                      <a:pt x="77817" y="459989"/>
                    </a:lnTo>
                    <a:lnTo>
                      <a:pt x="59630" y="477087"/>
                    </a:lnTo>
                    <a:lnTo>
                      <a:pt x="0" y="413477"/>
                    </a:lnTo>
                    <a:lnTo>
                      <a:pt x="4383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4" name="Контур"/>
              <p:cNvSpPr/>
              <p:nvPr/>
            </p:nvSpPr>
            <p:spPr>
              <a:xfrm>
                <a:off x="2991636" y="2281374"/>
                <a:ext cx="31325" cy="31109"/>
              </a:xfrm>
              <a:custGeom>
                <a:avLst/>
                <a:gdLst/>
                <a:ahLst/>
                <a:cxnLst/>
                <a:rect l="l" t="t" r="r" b="b"/>
                <a:pathLst>
                  <a:path w="31325" h="31109">
                    <a:moveTo>
                      <a:pt x="13114" y="4469"/>
                    </a:moveTo>
                    <a:lnTo>
                      <a:pt x="17871" y="0"/>
                    </a:lnTo>
                    <a:lnTo>
                      <a:pt x="31325" y="14314"/>
                    </a:lnTo>
                    <a:lnTo>
                      <a:pt x="13455" y="31109"/>
                    </a:lnTo>
                    <a:lnTo>
                      <a:pt x="0" y="16800"/>
                    </a:lnTo>
                    <a:lnTo>
                      <a:pt x="13114" y="44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5" name="Контур"/>
              <p:cNvSpPr/>
              <p:nvPr/>
            </p:nvSpPr>
            <p:spPr>
              <a:xfrm>
                <a:off x="2826075" y="1755784"/>
                <a:ext cx="560419" cy="495878"/>
              </a:xfrm>
              <a:custGeom>
                <a:avLst/>
                <a:gdLst/>
                <a:ahLst/>
                <a:cxnLst/>
                <a:rect l="l" t="t" r="r" b="b"/>
                <a:pathLst>
                  <a:path w="560419" h="495878">
                    <a:moveTo>
                      <a:pt x="516984" y="72729"/>
                    </a:moveTo>
                    <a:lnTo>
                      <a:pt x="526104" y="82401"/>
                    </a:lnTo>
                    <a:lnTo>
                      <a:pt x="87744" y="495878"/>
                    </a:lnTo>
                    <a:lnTo>
                      <a:pt x="0" y="402854"/>
                    </a:lnTo>
                    <a:lnTo>
                      <a:pt x="427195" y="0"/>
                    </a:lnTo>
                    <a:lnTo>
                      <a:pt x="486677" y="60643"/>
                    </a:lnTo>
                    <a:lnTo>
                      <a:pt x="539520" y="8817"/>
                    </a:lnTo>
                    <a:lnTo>
                      <a:pt x="560419" y="30124"/>
                    </a:lnTo>
                    <a:lnTo>
                      <a:pt x="516984" y="727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6" name="Контур"/>
              <p:cNvSpPr/>
              <p:nvPr/>
            </p:nvSpPr>
            <p:spPr>
              <a:xfrm>
                <a:off x="3019366" y="2359312"/>
                <a:ext cx="187666" cy="191894"/>
              </a:xfrm>
              <a:custGeom>
                <a:avLst/>
                <a:gdLst/>
                <a:ahLst/>
                <a:cxnLst/>
                <a:rect l="l" t="t" r="r" b="b"/>
                <a:pathLst>
                  <a:path w="187666" h="191894">
                    <a:moveTo>
                      <a:pt x="0" y="63600"/>
                    </a:moveTo>
                    <a:lnTo>
                      <a:pt x="68434" y="0"/>
                    </a:lnTo>
                    <a:lnTo>
                      <a:pt x="187666" y="128294"/>
                    </a:lnTo>
                    <a:lnTo>
                      <a:pt x="179266" y="136099"/>
                    </a:lnTo>
                    <a:lnTo>
                      <a:pt x="119232" y="191894"/>
                    </a:lnTo>
                    <a:lnTo>
                      <a:pt x="0" y="63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7" name="Контур"/>
              <p:cNvSpPr/>
              <p:nvPr/>
            </p:nvSpPr>
            <p:spPr>
              <a:xfrm>
                <a:off x="3251001" y="2396938"/>
                <a:ext cx="109303" cy="109111"/>
              </a:xfrm>
              <a:custGeom>
                <a:avLst/>
                <a:gdLst/>
                <a:ahLst/>
                <a:cxnLst/>
                <a:rect l="l" t="t" r="r" b="b"/>
                <a:pathLst>
                  <a:path w="109303" h="109111">
                    <a:moveTo>
                      <a:pt x="0" y="55606"/>
                    </a:moveTo>
                    <a:lnTo>
                      <a:pt x="58060" y="0"/>
                    </a:lnTo>
                    <a:lnTo>
                      <a:pt x="109303" y="53505"/>
                    </a:lnTo>
                    <a:lnTo>
                      <a:pt x="51243" y="109111"/>
                    </a:lnTo>
                    <a:lnTo>
                      <a:pt x="17978" y="74468"/>
                    </a:lnTo>
                    <a:lnTo>
                      <a:pt x="0" y="556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8" name="Контур"/>
              <p:cNvSpPr/>
              <p:nvPr/>
            </p:nvSpPr>
            <p:spPr>
              <a:xfrm>
                <a:off x="3135785" y="2294118"/>
                <a:ext cx="132031" cy="139454"/>
              </a:xfrm>
              <a:custGeom>
                <a:avLst/>
                <a:gdLst/>
                <a:ahLst/>
                <a:cxnLst/>
                <a:rect l="l" t="t" r="r" b="b"/>
                <a:pathLst>
                  <a:path w="132031" h="139454">
                    <a:moveTo>
                      <a:pt x="0" y="13330"/>
                    </a:moveTo>
                    <a:lnTo>
                      <a:pt x="14285" y="0"/>
                    </a:lnTo>
                    <a:lnTo>
                      <a:pt x="36067" y="23338"/>
                    </a:lnTo>
                    <a:lnTo>
                      <a:pt x="132031" y="126137"/>
                    </a:lnTo>
                    <a:lnTo>
                      <a:pt x="117768" y="139454"/>
                    </a:lnTo>
                    <a:lnTo>
                      <a:pt x="0" y="133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9" name="Контур"/>
              <p:cNvSpPr/>
              <p:nvPr/>
            </p:nvSpPr>
            <p:spPr>
              <a:xfrm>
                <a:off x="3198632" y="2448850"/>
                <a:ext cx="70347" cy="69117"/>
              </a:xfrm>
              <a:custGeom>
                <a:avLst/>
                <a:gdLst/>
                <a:ahLst/>
                <a:cxnLst/>
                <a:rect l="l" t="t" r="r" b="b"/>
                <a:pathLst>
                  <a:path w="70347" h="69117">
                    <a:moveTo>
                      <a:pt x="70347" y="22556"/>
                    </a:moveTo>
                    <a:lnTo>
                      <a:pt x="50934" y="41062"/>
                    </a:lnTo>
                    <a:lnTo>
                      <a:pt x="21501" y="69117"/>
                    </a:lnTo>
                    <a:lnTo>
                      <a:pt x="0" y="46561"/>
                    </a:lnTo>
                    <a:lnTo>
                      <a:pt x="8400" y="38756"/>
                    </a:lnTo>
                    <a:lnTo>
                      <a:pt x="48846" y="0"/>
                    </a:lnTo>
                    <a:lnTo>
                      <a:pt x="52369" y="3694"/>
                    </a:lnTo>
                    <a:lnTo>
                      <a:pt x="70347" y="225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0" name="Контур"/>
              <p:cNvSpPr/>
              <p:nvPr/>
            </p:nvSpPr>
            <p:spPr>
              <a:xfrm>
                <a:off x="3281518" y="2202167"/>
                <a:ext cx="207197" cy="227042"/>
              </a:xfrm>
              <a:custGeom>
                <a:avLst/>
                <a:gdLst/>
                <a:ahLst/>
                <a:cxnLst/>
                <a:rect l="l" t="t" r="r" b="b"/>
                <a:pathLst>
                  <a:path w="207197" h="227042">
                    <a:moveTo>
                      <a:pt x="0" y="52362"/>
                    </a:moveTo>
                    <a:lnTo>
                      <a:pt x="24369" y="31124"/>
                    </a:lnTo>
                    <a:lnTo>
                      <a:pt x="13476" y="19102"/>
                    </a:lnTo>
                    <a:lnTo>
                      <a:pt x="34363" y="0"/>
                    </a:lnTo>
                    <a:lnTo>
                      <a:pt x="45930" y="12023"/>
                    </a:lnTo>
                    <a:lnTo>
                      <a:pt x="48738" y="9551"/>
                    </a:lnTo>
                    <a:lnTo>
                      <a:pt x="67483" y="29949"/>
                    </a:lnTo>
                    <a:lnTo>
                      <a:pt x="70363" y="33074"/>
                    </a:lnTo>
                    <a:lnTo>
                      <a:pt x="204317" y="178519"/>
                    </a:lnTo>
                    <a:lnTo>
                      <a:pt x="207197" y="181649"/>
                    </a:lnTo>
                    <a:lnTo>
                      <a:pt x="157910" y="227042"/>
                    </a:lnTo>
                    <a:lnTo>
                      <a:pt x="0" y="523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1" name="Контур"/>
              <p:cNvSpPr/>
              <p:nvPr/>
            </p:nvSpPr>
            <p:spPr>
              <a:xfrm>
                <a:off x="3171852" y="2294135"/>
                <a:ext cx="120946" cy="126120"/>
              </a:xfrm>
              <a:custGeom>
                <a:avLst/>
                <a:gdLst/>
                <a:ahLst/>
                <a:cxnLst/>
                <a:rect l="l" t="t" r="r" b="b"/>
                <a:pathLst>
                  <a:path w="120946" h="126120">
                    <a:moveTo>
                      <a:pt x="120946" y="102799"/>
                    </a:moveTo>
                    <a:lnTo>
                      <a:pt x="95964" y="126120"/>
                    </a:lnTo>
                    <a:lnTo>
                      <a:pt x="0" y="23321"/>
                    </a:lnTo>
                    <a:lnTo>
                      <a:pt x="24982" y="0"/>
                    </a:lnTo>
                    <a:lnTo>
                      <a:pt x="120946" y="1027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2" name="Контур"/>
              <p:cNvSpPr/>
              <p:nvPr/>
            </p:nvSpPr>
            <p:spPr>
              <a:xfrm>
                <a:off x="4426716" y="2513440"/>
                <a:ext cx="301274" cy="306264"/>
              </a:xfrm>
              <a:custGeom>
                <a:avLst/>
                <a:gdLst/>
                <a:ahLst/>
                <a:cxnLst/>
                <a:rect l="l" t="t" r="r" b="b"/>
                <a:pathLst>
                  <a:path w="301274" h="306264">
                    <a:moveTo>
                      <a:pt x="301274" y="43803"/>
                    </a:moveTo>
                    <a:lnTo>
                      <a:pt x="56141" y="306264"/>
                    </a:lnTo>
                    <a:lnTo>
                      <a:pt x="0" y="251640"/>
                    </a:lnTo>
                    <a:lnTo>
                      <a:pt x="243730" y="1166"/>
                    </a:lnTo>
                    <a:lnTo>
                      <a:pt x="254808" y="11942"/>
                    </a:lnTo>
                    <a:lnTo>
                      <a:pt x="266429" y="0"/>
                    </a:lnTo>
                    <a:lnTo>
                      <a:pt x="280503" y="13052"/>
                    </a:lnTo>
                    <a:lnTo>
                      <a:pt x="275030" y="19231"/>
                    </a:lnTo>
                    <a:lnTo>
                      <a:pt x="301274" y="438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3" name="Контур"/>
              <p:cNvSpPr/>
              <p:nvPr/>
            </p:nvSpPr>
            <p:spPr>
              <a:xfrm>
                <a:off x="4274356" y="2712153"/>
                <a:ext cx="82706" cy="90018"/>
              </a:xfrm>
              <a:custGeom>
                <a:avLst/>
                <a:gdLst/>
                <a:ahLst/>
                <a:cxnLst/>
                <a:rect l="l" t="t" r="r" b="b"/>
                <a:pathLst>
                  <a:path w="82706" h="90018">
                    <a:moveTo>
                      <a:pt x="3315" y="38806"/>
                    </a:moveTo>
                    <a:lnTo>
                      <a:pt x="25970" y="16575"/>
                    </a:lnTo>
                    <a:lnTo>
                      <a:pt x="51081" y="0"/>
                    </a:lnTo>
                    <a:lnTo>
                      <a:pt x="64220" y="12189"/>
                    </a:lnTo>
                    <a:lnTo>
                      <a:pt x="69563" y="6950"/>
                    </a:lnTo>
                    <a:lnTo>
                      <a:pt x="82706" y="20528"/>
                    </a:lnTo>
                    <a:lnTo>
                      <a:pt x="57702" y="46508"/>
                    </a:lnTo>
                    <a:lnTo>
                      <a:pt x="12716" y="90018"/>
                    </a:lnTo>
                    <a:lnTo>
                      <a:pt x="0" y="78259"/>
                    </a:lnTo>
                    <a:lnTo>
                      <a:pt x="5877" y="72379"/>
                    </a:lnTo>
                    <a:lnTo>
                      <a:pt x="20944" y="56768"/>
                    </a:lnTo>
                    <a:lnTo>
                      <a:pt x="3315" y="388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4" name="Контур"/>
              <p:cNvSpPr/>
              <p:nvPr/>
            </p:nvSpPr>
            <p:spPr>
              <a:xfrm>
                <a:off x="4316201" y="2219896"/>
                <a:ext cx="418560" cy="486912"/>
              </a:xfrm>
              <a:custGeom>
                <a:avLst/>
                <a:gdLst/>
                <a:ahLst/>
                <a:cxnLst/>
                <a:rect l="l" t="t" r="r" b="b"/>
                <a:pathLst>
                  <a:path w="418560" h="486912">
                    <a:moveTo>
                      <a:pt x="0" y="463872"/>
                    </a:moveTo>
                    <a:lnTo>
                      <a:pt x="181939" y="278016"/>
                    </a:lnTo>
                    <a:lnTo>
                      <a:pt x="369567" y="93124"/>
                    </a:lnTo>
                    <a:lnTo>
                      <a:pt x="302904" y="24211"/>
                    </a:lnTo>
                    <a:lnTo>
                      <a:pt x="327936" y="0"/>
                    </a:lnTo>
                    <a:lnTo>
                      <a:pt x="418560" y="93696"/>
                    </a:lnTo>
                    <a:lnTo>
                      <a:pt x="205056" y="304128"/>
                    </a:lnTo>
                    <a:lnTo>
                      <a:pt x="23808" y="486912"/>
                    </a:lnTo>
                    <a:lnTo>
                      <a:pt x="0" y="4638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5" name="Контур"/>
              <p:cNvSpPr/>
              <p:nvPr/>
            </p:nvSpPr>
            <p:spPr>
              <a:xfrm>
                <a:off x="4452512" y="2973553"/>
                <a:ext cx="66729" cy="63651"/>
              </a:xfrm>
              <a:custGeom>
                <a:avLst/>
                <a:gdLst/>
                <a:ahLst/>
                <a:cxnLst/>
                <a:rect l="l" t="t" r="r" b="b"/>
                <a:pathLst>
                  <a:path w="66729" h="63651">
                    <a:moveTo>
                      <a:pt x="0" y="38472"/>
                    </a:moveTo>
                    <a:lnTo>
                      <a:pt x="43060" y="0"/>
                    </a:lnTo>
                    <a:lnTo>
                      <a:pt x="66729" y="24072"/>
                    </a:lnTo>
                    <a:lnTo>
                      <a:pt x="53649" y="35933"/>
                    </a:lnTo>
                    <a:lnTo>
                      <a:pt x="23435" y="63651"/>
                    </a:lnTo>
                    <a:lnTo>
                      <a:pt x="15583" y="54305"/>
                    </a:lnTo>
                    <a:lnTo>
                      <a:pt x="0" y="384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6" name="Контур"/>
              <p:cNvSpPr/>
              <p:nvPr/>
            </p:nvSpPr>
            <p:spPr>
              <a:xfrm>
                <a:off x="4495572" y="2586232"/>
                <a:ext cx="384341" cy="411393"/>
              </a:xfrm>
              <a:custGeom>
                <a:avLst/>
                <a:gdLst/>
                <a:ahLst/>
                <a:cxnLst/>
                <a:rect l="l" t="t" r="r" b="b"/>
                <a:pathLst>
                  <a:path w="384341" h="411393">
                    <a:moveTo>
                      <a:pt x="0" y="387321"/>
                    </a:moveTo>
                    <a:lnTo>
                      <a:pt x="146472" y="234744"/>
                    </a:lnTo>
                    <a:lnTo>
                      <a:pt x="359765" y="0"/>
                    </a:lnTo>
                    <a:lnTo>
                      <a:pt x="384341" y="24576"/>
                    </a:lnTo>
                    <a:lnTo>
                      <a:pt x="168663" y="258542"/>
                    </a:lnTo>
                    <a:lnTo>
                      <a:pt x="23669" y="411393"/>
                    </a:lnTo>
                    <a:lnTo>
                      <a:pt x="0" y="3873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7" name="Контур"/>
              <p:cNvSpPr/>
              <p:nvPr/>
            </p:nvSpPr>
            <p:spPr>
              <a:xfrm>
                <a:off x="4578089" y="2365816"/>
                <a:ext cx="654216" cy="627734"/>
              </a:xfrm>
              <a:custGeom>
                <a:avLst/>
                <a:gdLst/>
                <a:ahLst/>
                <a:cxnLst/>
                <a:rect l="l" t="t" r="r" b="b"/>
                <a:pathLst>
                  <a:path w="654216" h="627734">
                    <a:moveTo>
                      <a:pt x="654216" y="24878"/>
                    </a:moveTo>
                    <a:lnTo>
                      <a:pt x="479799" y="185524"/>
                    </a:lnTo>
                    <a:lnTo>
                      <a:pt x="427195" y="239678"/>
                    </a:lnTo>
                    <a:lnTo>
                      <a:pt x="348581" y="307502"/>
                    </a:lnTo>
                    <a:lnTo>
                      <a:pt x="23751" y="627734"/>
                    </a:lnTo>
                    <a:lnTo>
                      <a:pt x="0" y="603648"/>
                    </a:lnTo>
                    <a:lnTo>
                      <a:pt x="325632" y="282624"/>
                    </a:lnTo>
                    <a:lnTo>
                      <a:pt x="403968" y="215040"/>
                    </a:lnTo>
                    <a:lnTo>
                      <a:pt x="456192" y="161280"/>
                    </a:lnTo>
                    <a:lnTo>
                      <a:pt x="631296" y="0"/>
                    </a:lnTo>
                    <a:lnTo>
                      <a:pt x="654216" y="248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8" name="Контур"/>
              <p:cNvSpPr/>
              <p:nvPr/>
            </p:nvSpPr>
            <p:spPr>
              <a:xfrm>
                <a:off x="4377493" y="2775833"/>
                <a:ext cx="147821" cy="145477"/>
              </a:xfrm>
              <a:custGeom>
                <a:avLst/>
                <a:gdLst/>
                <a:ahLst/>
                <a:cxnLst/>
                <a:rect l="l" t="t" r="r" b="b"/>
                <a:pathLst>
                  <a:path w="147821" h="145477">
                    <a:moveTo>
                      <a:pt x="0" y="24722"/>
                    </a:moveTo>
                    <a:lnTo>
                      <a:pt x="24137" y="0"/>
                    </a:lnTo>
                    <a:lnTo>
                      <a:pt x="147821" y="120755"/>
                    </a:lnTo>
                    <a:lnTo>
                      <a:pt x="123683" y="145477"/>
                    </a:lnTo>
                    <a:lnTo>
                      <a:pt x="62209" y="85780"/>
                    </a:lnTo>
                    <a:lnTo>
                      <a:pt x="32750" y="56794"/>
                    </a:lnTo>
                    <a:lnTo>
                      <a:pt x="8063" y="32618"/>
                    </a:lnTo>
                    <a:lnTo>
                      <a:pt x="0" y="24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9" name="Контур"/>
              <p:cNvSpPr/>
              <p:nvPr/>
            </p:nvSpPr>
            <p:spPr>
              <a:xfrm>
                <a:off x="4913672" y="2833793"/>
                <a:ext cx="78613" cy="75283"/>
              </a:xfrm>
              <a:custGeom>
                <a:avLst/>
                <a:gdLst/>
                <a:ahLst/>
                <a:cxnLst/>
                <a:rect l="l" t="t" r="r" b="b"/>
                <a:pathLst>
                  <a:path w="78613" h="75283">
                    <a:moveTo>
                      <a:pt x="61090" y="0"/>
                    </a:moveTo>
                    <a:lnTo>
                      <a:pt x="78613" y="19030"/>
                    </a:lnTo>
                    <a:lnTo>
                      <a:pt x="17523" y="75283"/>
                    </a:lnTo>
                    <a:lnTo>
                      <a:pt x="0" y="56254"/>
                    </a:lnTo>
                    <a:lnTo>
                      <a:pt x="6109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0" name="Контур"/>
              <p:cNvSpPr/>
              <p:nvPr/>
            </p:nvSpPr>
            <p:spPr>
              <a:xfrm>
                <a:off x="4512809" y="2555512"/>
                <a:ext cx="301469" cy="316416"/>
              </a:xfrm>
              <a:custGeom>
                <a:avLst/>
                <a:gdLst/>
                <a:ahLst/>
                <a:cxnLst/>
                <a:rect l="l" t="t" r="r" b="b"/>
                <a:pathLst>
                  <a:path w="301469" h="316416">
                    <a:moveTo>
                      <a:pt x="274176" y="0"/>
                    </a:moveTo>
                    <a:lnTo>
                      <a:pt x="301469" y="25137"/>
                    </a:lnTo>
                    <a:lnTo>
                      <a:pt x="26112" y="316416"/>
                    </a:lnTo>
                    <a:lnTo>
                      <a:pt x="0" y="290304"/>
                    </a:lnTo>
                    <a:lnTo>
                      <a:pt x="2741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1" name="Контур"/>
              <p:cNvSpPr/>
              <p:nvPr/>
            </p:nvSpPr>
            <p:spPr>
              <a:xfrm>
                <a:off x="4889643" y="3249529"/>
                <a:ext cx="37569" cy="37853"/>
              </a:xfrm>
              <a:custGeom>
                <a:avLst/>
                <a:gdLst/>
                <a:ahLst/>
                <a:cxnLst/>
                <a:rect l="l" t="t" r="r" b="b"/>
                <a:pathLst>
                  <a:path w="37569" h="37853">
                    <a:moveTo>
                      <a:pt x="16296" y="37853"/>
                    </a:moveTo>
                    <a:lnTo>
                      <a:pt x="0" y="15538"/>
                    </a:lnTo>
                    <a:lnTo>
                      <a:pt x="21273" y="0"/>
                    </a:lnTo>
                    <a:lnTo>
                      <a:pt x="37569" y="22315"/>
                    </a:lnTo>
                    <a:lnTo>
                      <a:pt x="16296" y="378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2" name="Контур"/>
              <p:cNvSpPr/>
              <p:nvPr/>
            </p:nvSpPr>
            <p:spPr>
              <a:xfrm>
                <a:off x="4891472" y="3158680"/>
                <a:ext cx="60782" cy="53376"/>
              </a:xfrm>
              <a:custGeom>
                <a:avLst/>
                <a:gdLst/>
                <a:ahLst/>
                <a:cxnLst/>
                <a:rect l="l" t="t" r="r" b="b"/>
                <a:pathLst>
                  <a:path w="60782" h="53376">
                    <a:moveTo>
                      <a:pt x="60782" y="16896"/>
                    </a:moveTo>
                    <a:lnTo>
                      <a:pt x="12864" y="53376"/>
                    </a:lnTo>
                    <a:lnTo>
                      <a:pt x="0" y="36480"/>
                    </a:lnTo>
                    <a:lnTo>
                      <a:pt x="47918" y="0"/>
                    </a:lnTo>
                    <a:lnTo>
                      <a:pt x="60782" y="168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3" name="Контур"/>
              <p:cNvSpPr/>
              <p:nvPr/>
            </p:nvSpPr>
            <p:spPr>
              <a:xfrm>
                <a:off x="4298224" y="3027858"/>
                <a:ext cx="200169" cy="178153"/>
              </a:xfrm>
              <a:custGeom>
                <a:avLst/>
                <a:gdLst/>
                <a:ahLst/>
                <a:cxnLst/>
                <a:rect l="l" t="t" r="r" b="b"/>
                <a:pathLst>
                  <a:path w="200169" h="178153">
                    <a:moveTo>
                      <a:pt x="4234" y="130125"/>
                    </a:moveTo>
                    <a:lnTo>
                      <a:pt x="0" y="124388"/>
                    </a:lnTo>
                    <a:lnTo>
                      <a:pt x="169871" y="0"/>
                    </a:lnTo>
                    <a:lnTo>
                      <a:pt x="177723" y="9346"/>
                    </a:lnTo>
                    <a:lnTo>
                      <a:pt x="200169" y="39982"/>
                    </a:lnTo>
                    <a:lnTo>
                      <a:pt x="179383" y="56951"/>
                    </a:lnTo>
                    <a:lnTo>
                      <a:pt x="185142" y="65135"/>
                    </a:lnTo>
                    <a:lnTo>
                      <a:pt x="39782" y="178153"/>
                    </a:lnTo>
                    <a:lnTo>
                      <a:pt x="4234" y="1301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4" name="Контур"/>
              <p:cNvSpPr/>
              <p:nvPr/>
            </p:nvSpPr>
            <p:spPr>
              <a:xfrm>
                <a:off x="4843280" y="3096433"/>
                <a:ext cx="69657" cy="94983"/>
              </a:xfrm>
              <a:custGeom>
                <a:avLst/>
                <a:gdLst/>
                <a:ahLst/>
                <a:cxnLst/>
                <a:rect l="l" t="t" r="r" b="b"/>
                <a:pathLst>
                  <a:path w="69657" h="94983">
                    <a:moveTo>
                      <a:pt x="0" y="13157"/>
                    </a:moveTo>
                    <a:lnTo>
                      <a:pt x="17606" y="0"/>
                    </a:lnTo>
                    <a:lnTo>
                      <a:pt x="69657" y="75015"/>
                    </a:lnTo>
                    <a:lnTo>
                      <a:pt x="42777" y="94983"/>
                    </a:lnTo>
                    <a:lnTo>
                      <a:pt x="29678" y="77352"/>
                    </a:lnTo>
                    <a:lnTo>
                      <a:pt x="39494" y="70061"/>
                    </a:lnTo>
                    <a:lnTo>
                      <a:pt x="0" y="131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5" name="Контур"/>
              <p:cNvSpPr/>
              <p:nvPr/>
            </p:nvSpPr>
            <p:spPr>
              <a:xfrm>
                <a:off x="4475947" y="3009486"/>
                <a:ext cx="55141" cy="58354"/>
              </a:xfrm>
              <a:custGeom>
                <a:avLst/>
                <a:gdLst/>
                <a:ahLst/>
                <a:cxnLst/>
                <a:rect l="l" t="t" r="r" b="b"/>
                <a:pathLst>
                  <a:path w="55141" h="58354">
                    <a:moveTo>
                      <a:pt x="30214" y="0"/>
                    </a:moveTo>
                    <a:lnTo>
                      <a:pt x="55141" y="30575"/>
                    </a:lnTo>
                    <a:lnTo>
                      <a:pt x="22446" y="58354"/>
                    </a:lnTo>
                    <a:lnTo>
                      <a:pt x="0" y="27718"/>
                    </a:lnTo>
                    <a:lnTo>
                      <a:pt x="302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6" name="Контур"/>
              <p:cNvSpPr/>
              <p:nvPr/>
            </p:nvSpPr>
            <p:spPr>
              <a:xfrm>
                <a:off x="4349672" y="2976851"/>
                <a:ext cx="83611" cy="88953"/>
              </a:xfrm>
              <a:custGeom>
                <a:avLst/>
                <a:gdLst/>
                <a:ahLst/>
                <a:cxnLst/>
                <a:rect l="l" t="t" r="r" b="b"/>
                <a:pathLst>
                  <a:path w="83611" h="88953">
                    <a:moveTo>
                      <a:pt x="0" y="73728"/>
                    </a:moveTo>
                    <a:lnTo>
                      <a:pt x="66816" y="0"/>
                    </a:lnTo>
                    <a:lnTo>
                      <a:pt x="83611" y="14597"/>
                    </a:lnTo>
                    <a:lnTo>
                      <a:pt x="70603" y="29227"/>
                    </a:lnTo>
                    <a:lnTo>
                      <a:pt x="78619" y="36355"/>
                    </a:lnTo>
                    <a:lnTo>
                      <a:pt x="41323" y="78297"/>
                    </a:lnTo>
                    <a:lnTo>
                      <a:pt x="33412" y="71265"/>
                    </a:lnTo>
                    <a:lnTo>
                      <a:pt x="17683" y="88953"/>
                    </a:lnTo>
                    <a:lnTo>
                      <a:pt x="0" y="737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7" name="Контур"/>
              <p:cNvSpPr/>
              <p:nvPr/>
            </p:nvSpPr>
            <p:spPr>
              <a:xfrm>
                <a:off x="3906990" y="2979969"/>
                <a:ext cx="124803" cy="105637"/>
              </a:xfrm>
              <a:custGeom>
                <a:avLst/>
                <a:gdLst/>
                <a:ahLst/>
                <a:cxnLst/>
                <a:rect l="l" t="t" r="r" b="b"/>
                <a:pathLst>
                  <a:path w="124803" h="105637">
                    <a:moveTo>
                      <a:pt x="97662" y="105637"/>
                    </a:moveTo>
                    <a:lnTo>
                      <a:pt x="0" y="26304"/>
                    </a:lnTo>
                    <a:lnTo>
                      <a:pt x="21371" y="4920"/>
                    </a:lnTo>
                    <a:lnTo>
                      <a:pt x="38465" y="19459"/>
                    </a:lnTo>
                    <a:lnTo>
                      <a:pt x="61333" y="0"/>
                    </a:lnTo>
                    <a:lnTo>
                      <a:pt x="79929" y="19461"/>
                    </a:lnTo>
                    <a:lnTo>
                      <a:pt x="59196" y="34641"/>
                    </a:lnTo>
                    <a:lnTo>
                      <a:pt x="90188" y="55811"/>
                    </a:lnTo>
                    <a:lnTo>
                      <a:pt x="124803" y="83514"/>
                    </a:lnTo>
                    <a:lnTo>
                      <a:pt x="118605" y="90892"/>
                    </a:lnTo>
                    <a:lnTo>
                      <a:pt x="114008" y="87149"/>
                    </a:lnTo>
                    <a:lnTo>
                      <a:pt x="97662" y="1056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8" name="Контур"/>
              <p:cNvSpPr/>
              <p:nvPr/>
            </p:nvSpPr>
            <p:spPr>
              <a:xfrm>
                <a:off x="3997178" y="2883855"/>
                <a:ext cx="170113" cy="180700"/>
              </a:xfrm>
              <a:custGeom>
                <a:avLst/>
                <a:gdLst/>
                <a:ahLst/>
                <a:cxnLst/>
                <a:rect l="l" t="t" r="r" b="b"/>
                <a:pathLst>
                  <a:path w="170113" h="180700">
                    <a:moveTo>
                      <a:pt x="157183" y="36889"/>
                    </a:moveTo>
                    <a:lnTo>
                      <a:pt x="137639" y="59945"/>
                    </a:lnTo>
                    <a:lnTo>
                      <a:pt x="98522" y="102214"/>
                    </a:lnTo>
                    <a:lnTo>
                      <a:pt x="76502" y="125743"/>
                    </a:lnTo>
                    <a:lnTo>
                      <a:pt x="88684" y="138146"/>
                    </a:lnTo>
                    <a:lnTo>
                      <a:pt x="50215" y="180700"/>
                    </a:lnTo>
                    <a:lnTo>
                      <a:pt x="40920" y="173427"/>
                    </a:lnTo>
                    <a:lnTo>
                      <a:pt x="34615" y="179628"/>
                    </a:lnTo>
                    <a:lnTo>
                      <a:pt x="0" y="151925"/>
                    </a:lnTo>
                    <a:lnTo>
                      <a:pt x="142758" y="0"/>
                    </a:lnTo>
                    <a:lnTo>
                      <a:pt x="165625" y="19031"/>
                    </a:lnTo>
                    <a:lnTo>
                      <a:pt x="170113" y="22667"/>
                    </a:lnTo>
                    <a:lnTo>
                      <a:pt x="157183" y="368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9" name="Контур"/>
              <p:cNvSpPr/>
              <p:nvPr/>
            </p:nvSpPr>
            <p:spPr>
              <a:xfrm>
                <a:off x="4214409" y="2763898"/>
                <a:ext cx="65824" cy="106163"/>
              </a:xfrm>
              <a:custGeom>
                <a:avLst/>
                <a:gdLst/>
                <a:ahLst/>
                <a:cxnLst/>
                <a:rect l="l" t="t" r="r" b="b"/>
                <a:pathLst>
                  <a:path w="65824" h="106163">
                    <a:moveTo>
                      <a:pt x="5771" y="36457"/>
                    </a:moveTo>
                    <a:lnTo>
                      <a:pt x="43599" y="0"/>
                    </a:lnTo>
                    <a:lnTo>
                      <a:pt x="65824" y="20634"/>
                    </a:lnTo>
                    <a:lnTo>
                      <a:pt x="59947" y="26514"/>
                    </a:lnTo>
                    <a:lnTo>
                      <a:pt x="39109" y="49073"/>
                    </a:lnTo>
                    <a:lnTo>
                      <a:pt x="53855" y="61047"/>
                    </a:lnTo>
                    <a:lnTo>
                      <a:pt x="16884" y="106163"/>
                    </a:lnTo>
                    <a:lnTo>
                      <a:pt x="0" y="92161"/>
                    </a:lnTo>
                    <a:lnTo>
                      <a:pt x="7907" y="82219"/>
                    </a:lnTo>
                    <a:lnTo>
                      <a:pt x="20089" y="68958"/>
                    </a:lnTo>
                    <a:lnTo>
                      <a:pt x="5771" y="364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0" name="Контур"/>
              <p:cNvSpPr/>
              <p:nvPr/>
            </p:nvSpPr>
            <p:spPr>
              <a:xfrm>
                <a:off x="4095700" y="2943800"/>
                <a:ext cx="48515" cy="50966"/>
              </a:xfrm>
              <a:custGeom>
                <a:avLst/>
                <a:gdLst/>
                <a:ahLst/>
                <a:cxnLst/>
                <a:rect l="l" t="t" r="r" b="b"/>
                <a:pathLst>
                  <a:path w="48515" h="50966">
                    <a:moveTo>
                      <a:pt x="0" y="42269"/>
                    </a:moveTo>
                    <a:lnTo>
                      <a:pt x="39117" y="0"/>
                    </a:lnTo>
                    <a:lnTo>
                      <a:pt x="48515" y="8697"/>
                    </a:lnTo>
                    <a:lnTo>
                      <a:pt x="9398" y="50966"/>
                    </a:lnTo>
                    <a:lnTo>
                      <a:pt x="0" y="422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1" name="Контур"/>
              <p:cNvSpPr/>
              <p:nvPr/>
            </p:nvSpPr>
            <p:spPr>
              <a:xfrm>
                <a:off x="4154361" y="2877552"/>
                <a:ext cx="55989" cy="57305"/>
              </a:xfrm>
              <a:custGeom>
                <a:avLst/>
                <a:gdLst/>
                <a:ahLst/>
                <a:cxnLst/>
                <a:rect l="l" t="t" r="r" b="b"/>
                <a:pathLst>
                  <a:path w="55989" h="57305">
                    <a:moveTo>
                      <a:pt x="12930" y="28970"/>
                    </a:moveTo>
                    <a:lnTo>
                      <a:pt x="40068" y="0"/>
                    </a:lnTo>
                    <a:lnTo>
                      <a:pt x="55989" y="14861"/>
                    </a:lnTo>
                    <a:lnTo>
                      <a:pt x="15600" y="57305"/>
                    </a:lnTo>
                    <a:lnTo>
                      <a:pt x="0" y="43192"/>
                    </a:lnTo>
                    <a:lnTo>
                      <a:pt x="12930" y="289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2" name="Контур"/>
              <p:cNvSpPr/>
              <p:nvPr/>
            </p:nvSpPr>
            <p:spPr>
              <a:xfrm>
                <a:off x="4156388" y="2824200"/>
                <a:ext cx="65928" cy="82322"/>
              </a:xfrm>
              <a:custGeom>
                <a:avLst/>
                <a:gdLst/>
                <a:ahLst/>
                <a:cxnLst/>
                <a:rect l="l" t="t" r="r" b="b"/>
                <a:pathLst>
                  <a:path w="65928" h="82322">
                    <a:moveTo>
                      <a:pt x="65928" y="21917"/>
                    </a:moveTo>
                    <a:lnTo>
                      <a:pt x="58021" y="31859"/>
                    </a:lnTo>
                    <a:lnTo>
                      <a:pt x="38041" y="53352"/>
                    </a:lnTo>
                    <a:lnTo>
                      <a:pt x="10903" y="82322"/>
                    </a:lnTo>
                    <a:lnTo>
                      <a:pt x="6415" y="78686"/>
                    </a:lnTo>
                    <a:lnTo>
                      <a:pt x="21482" y="61793"/>
                    </a:lnTo>
                    <a:lnTo>
                      <a:pt x="0" y="43085"/>
                    </a:lnTo>
                    <a:lnTo>
                      <a:pt x="40070" y="0"/>
                    </a:lnTo>
                    <a:lnTo>
                      <a:pt x="65928" y="219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3" name="Контур"/>
              <p:cNvSpPr/>
              <p:nvPr/>
            </p:nvSpPr>
            <p:spPr>
              <a:xfrm>
                <a:off x="4259554" y="3157983"/>
                <a:ext cx="78452" cy="77681"/>
              </a:xfrm>
              <a:custGeom>
                <a:avLst/>
                <a:gdLst/>
                <a:ahLst/>
                <a:cxnLst/>
                <a:rect l="l" t="t" r="r" b="b"/>
                <a:pathLst>
                  <a:path w="78452" h="77681">
                    <a:moveTo>
                      <a:pt x="32634" y="77681"/>
                    </a:moveTo>
                    <a:lnTo>
                      <a:pt x="3970" y="38076"/>
                    </a:lnTo>
                    <a:lnTo>
                      <a:pt x="0" y="32865"/>
                    </a:lnTo>
                    <a:lnTo>
                      <a:pt x="42904" y="0"/>
                    </a:lnTo>
                    <a:lnTo>
                      <a:pt x="78452" y="48028"/>
                    </a:lnTo>
                    <a:lnTo>
                      <a:pt x="32634" y="776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4" name="Контур"/>
              <p:cNvSpPr/>
              <p:nvPr/>
            </p:nvSpPr>
            <p:spPr>
              <a:xfrm>
                <a:off x="4201769" y="2903492"/>
                <a:ext cx="261067" cy="283248"/>
              </a:xfrm>
              <a:custGeom>
                <a:avLst/>
                <a:gdLst/>
                <a:ahLst/>
                <a:cxnLst/>
                <a:rect l="l" t="t" r="r" b="b"/>
                <a:pathLst>
                  <a:path w="261067" h="283248">
                    <a:moveTo>
                      <a:pt x="0" y="261044"/>
                    </a:moveTo>
                    <a:lnTo>
                      <a:pt x="236549" y="0"/>
                    </a:lnTo>
                    <a:lnTo>
                      <a:pt x="261067" y="22220"/>
                    </a:lnTo>
                    <a:lnTo>
                      <a:pt x="214719" y="73359"/>
                    </a:lnTo>
                    <a:lnTo>
                      <a:pt x="147903" y="147087"/>
                    </a:lnTo>
                    <a:lnTo>
                      <a:pt x="24495" y="283248"/>
                    </a:lnTo>
                    <a:lnTo>
                      <a:pt x="0" y="2610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5" name="Контур"/>
              <p:cNvSpPr/>
              <p:nvPr/>
            </p:nvSpPr>
            <p:spPr>
              <a:xfrm>
                <a:off x="3895187" y="3128442"/>
                <a:ext cx="52647" cy="49400"/>
              </a:xfrm>
              <a:custGeom>
                <a:avLst/>
                <a:gdLst/>
                <a:ahLst/>
                <a:cxnLst/>
                <a:rect l="l" t="t" r="r" b="b"/>
                <a:pathLst>
                  <a:path w="52647" h="49400">
                    <a:moveTo>
                      <a:pt x="0" y="35852"/>
                    </a:moveTo>
                    <a:lnTo>
                      <a:pt x="40718" y="0"/>
                    </a:lnTo>
                    <a:lnTo>
                      <a:pt x="52647" y="13549"/>
                    </a:lnTo>
                    <a:lnTo>
                      <a:pt x="11929" y="49400"/>
                    </a:lnTo>
                    <a:lnTo>
                      <a:pt x="0" y="358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6" name="Контур"/>
              <p:cNvSpPr/>
              <p:nvPr/>
            </p:nvSpPr>
            <p:spPr>
              <a:xfrm>
                <a:off x="4148662" y="2832627"/>
                <a:ext cx="291040" cy="311941"/>
              </a:xfrm>
              <a:custGeom>
                <a:avLst/>
                <a:gdLst/>
                <a:ahLst/>
                <a:cxnLst/>
                <a:rect l="l" t="t" r="r" b="b"/>
                <a:pathLst>
                  <a:path w="291040" h="311941">
                    <a:moveTo>
                      <a:pt x="26227" y="311941"/>
                    </a:moveTo>
                    <a:lnTo>
                      <a:pt x="0" y="288440"/>
                    </a:lnTo>
                    <a:lnTo>
                      <a:pt x="218145" y="46666"/>
                    </a:lnTo>
                    <a:lnTo>
                      <a:pt x="261581" y="0"/>
                    </a:lnTo>
                    <a:lnTo>
                      <a:pt x="291040" y="28986"/>
                    </a:lnTo>
                    <a:lnTo>
                      <a:pt x="267403" y="55126"/>
                    </a:lnTo>
                    <a:lnTo>
                      <a:pt x="261077" y="49462"/>
                    </a:lnTo>
                    <a:lnTo>
                      <a:pt x="26227" y="3119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7" name="Контур"/>
              <p:cNvSpPr/>
              <p:nvPr/>
            </p:nvSpPr>
            <p:spPr>
              <a:xfrm>
                <a:off x="4122954" y="2862337"/>
                <a:ext cx="243853" cy="265755"/>
              </a:xfrm>
              <a:custGeom>
                <a:avLst/>
                <a:gdLst/>
                <a:ahLst/>
                <a:cxnLst/>
                <a:rect l="l" t="t" r="r" b="b"/>
                <a:pathLst>
                  <a:path w="243853" h="265755">
                    <a:moveTo>
                      <a:pt x="19105" y="265755"/>
                    </a:moveTo>
                    <a:lnTo>
                      <a:pt x="0" y="248395"/>
                    </a:lnTo>
                    <a:lnTo>
                      <a:pt x="225690" y="0"/>
                    </a:lnTo>
                    <a:lnTo>
                      <a:pt x="243853" y="16956"/>
                    </a:lnTo>
                    <a:lnTo>
                      <a:pt x="25708" y="258730"/>
                    </a:lnTo>
                    <a:lnTo>
                      <a:pt x="19105" y="2657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8" name="Контур"/>
              <p:cNvSpPr/>
              <p:nvPr/>
            </p:nvSpPr>
            <p:spPr>
              <a:xfrm>
                <a:off x="3834665" y="3021625"/>
                <a:ext cx="88003" cy="88066"/>
              </a:xfrm>
              <a:custGeom>
                <a:avLst/>
                <a:gdLst/>
                <a:ahLst/>
                <a:cxnLst/>
                <a:rect l="l" t="t" r="r" b="b"/>
                <a:pathLst>
                  <a:path w="88003" h="88066">
                    <a:moveTo>
                      <a:pt x="0" y="42303"/>
                    </a:moveTo>
                    <a:lnTo>
                      <a:pt x="44698" y="0"/>
                    </a:lnTo>
                    <a:lnTo>
                      <a:pt x="88003" y="45763"/>
                    </a:lnTo>
                    <a:lnTo>
                      <a:pt x="43301" y="88066"/>
                    </a:lnTo>
                    <a:lnTo>
                      <a:pt x="0" y="42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9" name="Контур"/>
              <p:cNvSpPr/>
              <p:nvPr/>
            </p:nvSpPr>
            <p:spPr>
              <a:xfrm>
                <a:off x="4204874" y="3245497"/>
                <a:ext cx="41649" cy="40065"/>
              </a:xfrm>
              <a:custGeom>
                <a:avLst/>
                <a:gdLst/>
                <a:ahLst/>
                <a:cxnLst/>
                <a:rect l="l" t="t" r="r" b="b"/>
                <a:pathLst>
                  <a:path w="41649" h="40065">
                    <a:moveTo>
                      <a:pt x="0" y="18589"/>
                    </a:moveTo>
                    <a:lnTo>
                      <a:pt x="25807" y="0"/>
                    </a:lnTo>
                    <a:lnTo>
                      <a:pt x="41649" y="21021"/>
                    </a:lnTo>
                    <a:lnTo>
                      <a:pt x="16484" y="40065"/>
                    </a:lnTo>
                    <a:lnTo>
                      <a:pt x="0" y="185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0" name="Контур"/>
              <p:cNvSpPr/>
              <p:nvPr/>
            </p:nvSpPr>
            <p:spPr>
              <a:xfrm>
                <a:off x="3795209" y="3303596"/>
                <a:ext cx="37337" cy="34044"/>
              </a:xfrm>
              <a:custGeom>
                <a:avLst/>
                <a:gdLst/>
                <a:ahLst/>
                <a:cxnLst/>
                <a:rect l="l" t="t" r="r" b="b"/>
                <a:pathLst>
                  <a:path w="37337" h="34044">
                    <a:moveTo>
                      <a:pt x="0" y="17900"/>
                    </a:moveTo>
                    <a:lnTo>
                      <a:pt x="2618" y="16157"/>
                    </a:lnTo>
                    <a:lnTo>
                      <a:pt x="24137" y="1474"/>
                    </a:lnTo>
                    <a:lnTo>
                      <a:pt x="26383" y="0"/>
                    </a:lnTo>
                    <a:lnTo>
                      <a:pt x="37337" y="16145"/>
                    </a:lnTo>
                    <a:lnTo>
                      <a:pt x="10953" y="34044"/>
                    </a:lnTo>
                    <a:lnTo>
                      <a:pt x="0" y="179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1" name="Контур"/>
              <p:cNvSpPr/>
              <p:nvPr/>
            </p:nvSpPr>
            <p:spPr>
              <a:xfrm>
                <a:off x="4162009" y="3277888"/>
                <a:ext cx="34510" cy="32177"/>
              </a:xfrm>
              <a:custGeom>
                <a:avLst/>
                <a:gdLst/>
                <a:ahLst/>
                <a:cxnLst/>
                <a:rect l="l" t="t" r="r" b="b"/>
                <a:pathLst>
                  <a:path w="34510" h="32177">
                    <a:moveTo>
                      <a:pt x="0" y="16628"/>
                    </a:moveTo>
                    <a:lnTo>
                      <a:pt x="23515" y="0"/>
                    </a:lnTo>
                    <a:lnTo>
                      <a:pt x="34510" y="15549"/>
                    </a:lnTo>
                    <a:lnTo>
                      <a:pt x="10995" y="32177"/>
                    </a:lnTo>
                    <a:lnTo>
                      <a:pt x="0" y="166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2" name="Контур"/>
              <p:cNvSpPr/>
              <p:nvPr/>
            </p:nvSpPr>
            <p:spPr>
              <a:xfrm>
                <a:off x="3806888" y="3132827"/>
                <a:ext cx="221640" cy="147638"/>
              </a:xfrm>
              <a:custGeom>
                <a:avLst/>
                <a:gdLst/>
                <a:ahLst/>
                <a:cxnLst/>
                <a:rect l="l" t="t" r="r" b="b"/>
                <a:pathLst>
                  <a:path w="221640" h="147638">
                    <a:moveTo>
                      <a:pt x="208147" y="0"/>
                    </a:moveTo>
                    <a:lnTo>
                      <a:pt x="221640" y="16349"/>
                    </a:lnTo>
                    <a:lnTo>
                      <a:pt x="106838" y="101313"/>
                    </a:lnTo>
                    <a:lnTo>
                      <a:pt x="22862" y="143486"/>
                    </a:lnTo>
                    <a:lnTo>
                      <a:pt x="9043" y="147638"/>
                    </a:lnTo>
                    <a:lnTo>
                      <a:pt x="0" y="129696"/>
                    </a:lnTo>
                    <a:lnTo>
                      <a:pt x="89510" y="84485"/>
                    </a:lnTo>
                    <a:lnTo>
                      <a:pt x="2081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3" name="Контур"/>
              <p:cNvSpPr/>
              <p:nvPr/>
            </p:nvSpPr>
            <p:spPr>
              <a:xfrm>
                <a:off x="3760827" y="3266196"/>
                <a:ext cx="58519" cy="53557"/>
              </a:xfrm>
              <a:custGeom>
                <a:avLst/>
                <a:gdLst/>
                <a:ahLst/>
                <a:cxnLst/>
                <a:rect l="l" t="t" r="r" b="b"/>
                <a:pathLst>
                  <a:path w="58519" h="53557">
                    <a:moveTo>
                      <a:pt x="0" y="20005"/>
                    </a:moveTo>
                    <a:lnTo>
                      <a:pt x="38915" y="0"/>
                    </a:lnTo>
                    <a:lnTo>
                      <a:pt x="58519" y="38874"/>
                    </a:lnTo>
                    <a:lnTo>
                      <a:pt x="37000" y="53557"/>
                    </a:lnTo>
                    <a:lnTo>
                      <a:pt x="0" y="200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4" name="Контур"/>
              <p:cNvSpPr/>
              <p:nvPr/>
            </p:nvSpPr>
            <p:spPr>
              <a:xfrm>
                <a:off x="4218632" y="3196059"/>
                <a:ext cx="73556" cy="70459"/>
              </a:xfrm>
              <a:custGeom>
                <a:avLst/>
                <a:gdLst/>
                <a:ahLst/>
                <a:cxnLst/>
                <a:rect l="l" t="t" r="r" b="b"/>
                <a:pathLst>
                  <a:path w="73556" h="70459">
                    <a:moveTo>
                      <a:pt x="0" y="33839"/>
                    </a:moveTo>
                    <a:lnTo>
                      <a:pt x="44892" y="0"/>
                    </a:lnTo>
                    <a:lnTo>
                      <a:pt x="73556" y="39605"/>
                    </a:lnTo>
                    <a:lnTo>
                      <a:pt x="27891" y="70459"/>
                    </a:lnTo>
                    <a:lnTo>
                      <a:pt x="12049" y="49438"/>
                    </a:lnTo>
                    <a:lnTo>
                      <a:pt x="0" y="338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5" name="Контур"/>
              <p:cNvSpPr/>
              <p:nvPr/>
            </p:nvSpPr>
            <p:spPr>
              <a:xfrm>
                <a:off x="3394024" y="2899806"/>
                <a:ext cx="31510" cy="30911"/>
              </a:xfrm>
              <a:custGeom>
                <a:avLst/>
                <a:gdLst/>
                <a:ahLst/>
                <a:cxnLst/>
                <a:rect l="l" t="t" r="r" b="b"/>
                <a:pathLst>
                  <a:path w="31510" h="30911">
                    <a:moveTo>
                      <a:pt x="0" y="12048"/>
                    </a:moveTo>
                    <a:lnTo>
                      <a:pt x="11178" y="0"/>
                    </a:lnTo>
                    <a:lnTo>
                      <a:pt x="31510" y="18863"/>
                    </a:lnTo>
                    <a:lnTo>
                      <a:pt x="20333" y="30911"/>
                    </a:lnTo>
                    <a:lnTo>
                      <a:pt x="0" y="120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6" name="Контур"/>
              <p:cNvSpPr/>
              <p:nvPr/>
            </p:nvSpPr>
            <p:spPr>
              <a:xfrm>
                <a:off x="3414179" y="2886621"/>
                <a:ext cx="33780" cy="36272"/>
              </a:xfrm>
              <a:custGeom>
                <a:avLst/>
                <a:gdLst/>
                <a:ahLst/>
                <a:cxnLst/>
                <a:rect l="l" t="t" r="r" b="b"/>
                <a:pathLst>
                  <a:path w="33780" h="36272">
                    <a:moveTo>
                      <a:pt x="0" y="10186"/>
                    </a:moveTo>
                    <a:lnTo>
                      <a:pt x="12467" y="0"/>
                    </a:lnTo>
                    <a:lnTo>
                      <a:pt x="33780" y="26085"/>
                    </a:lnTo>
                    <a:lnTo>
                      <a:pt x="21313" y="36272"/>
                    </a:lnTo>
                    <a:lnTo>
                      <a:pt x="0" y="101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7" name="Контур"/>
              <p:cNvSpPr/>
              <p:nvPr/>
            </p:nvSpPr>
            <p:spPr>
              <a:xfrm>
                <a:off x="3528214" y="2468622"/>
                <a:ext cx="121762" cy="128568"/>
              </a:xfrm>
              <a:custGeom>
                <a:avLst/>
                <a:gdLst/>
                <a:ahLst/>
                <a:cxnLst/>
                <a:rect l="l" t="t" r="r" b="b"/>
                <a:pathLst>
                  <a:path w="121762" h="128568">
                    <a:moveTo>
                      <a:pt x="97349" y="128568"/>
                    </a:moveTo>
                    <a:lnTo>
                      <a:pt x="0" y="22378"/>
                    </a:lnTo>
                    <a:lnTo>
                      <a:pt x="24413" y="0"/>
                    </a:lnTo>
                    <a:lnTo>
                      <a:pt x="121762" y="106190"/>
                    </a:lnTo>
                    <a:lnTo>
                      <a:pt x="97349" y="1285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8" name="Контур"/>
              <p:cNvSpPr/>
              <p:nvPr/>
            </p:nvSpPr>
            <p:spPr>
              <a:xfrm>
                <a:off x="3258368" y="2519689"/>
                <a:ext cx="188419" cy="181037"/>
              </a:xfrm>
              <a:custGeom>
                <a:avLst/>
                <a:gdLst/>
                <a:ahLst/>
                <a:cxnLst/>
                <a:rect l="l" t="t" r="r" b="b"/>
                <a:pathLst>
                  <a:path w="188419" h="181037">
                    <a:moveTo>
                      <a:pt x="52593" y="181037"/>
                    </a:moveTo>
                    <a:lnTo>
                      <a:pt x="0" y="125040"/>
                    </a:lnTo>
                    <a:lnTo>
                      <a:pt x="5318" y="120043"/>
                    </a:lnTo>
                    <a:lnTo>
                      <a:pt x="48475" y="79512"/>
                    </a:lnTo>
                    <a:lnTo>
                      <a:pt x="133128" y="0"/>
                    </a:lnTo>
                    <a:lnTo>
                      <a:pt x="188419" y="58867"/>
                    </a:lnTo>
                    <a:lnTo>
                      <a:pt x="52593" y="1810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9" name="Контур"/>
              <p:cNvSpPr/>
              <p:nvPr/>
            </p:nvSpPr>
            <p:spPr>
              <a:xfrm>
                <a:off x="3187914" y="2487995"/>
                <a:ext cx="123259" cy="122037"/>
              </a:xfrm>
              <a:custGeom>
                <a:avLst/>
                <a:gdLst/>
                <a:ahLst/>
                <a:cxnLst/>
                <a:rect l="l" t="t" r="r" b="b"/>
                <a:pathLst>
                  <a:path w="123259" h="122037">
                    <a:moveTo>
                      <a:pt x="72833" y="0"/>
                    </a:moveTo>
                    <a:lnTo>
                      <a:pt x="123259" y="53907"/>
                    </a:lnTo>
                    <a:lnTo>
                      <a:pt x="50427" y="122037"/>
                    </a:lnTo>
                    <a:lnTo>
                      <a:pt x="0" y="68130"/>
                    </a:lnTo>
                    <a:lnTo>
                      <a:pt x="36305" y="34170"/>
                    </a:lnTo>
                    <a:lnTo>
                      <a:pt x="7283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0" name="Контур"/>
              <p:cNvSpPr/>
              <p:nvPr/>
            </p:nvSpPr>
            <p:spPr>
              <a:xfrm>
                <a:off x="3348010" y="2756106"/>
                <a:ext cx="68794" cy="71722"/>
              </a:xfrm>
              <a:custGeom>
                <a:avLst/>
                <a:gdLst/>
                <a:ahLst/>
                <a:cxnLst/>
                <a:rect l="l" t="t" r="r" b="b"/>
                <a:pathLst>
                  <a:path w="68794" h="71722">
                    <a:moveTo>
                      <a:pt x="49152" y="71722"/>
                    </a:moveTo>
                    <a:lnTo>
                      <a:pt x="0" y="17957"/>
                    </a:lnTo>
                    <a:lnTo>
                      <a:pt x="19642" y="0"/>
                    </a:lnTo>
                    <a:lnTo>
                      <a:pt x="68794" y="53760"/>
                    </a:lnTo>
                    <a:lnTo>
                      <a:pt x="49152" y="71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1" name="Контур"/>
              <p:cNvSpPr/>
              <p:nvPr/>
            </p:nvSpPr>
            <p:spPr>
              <a:xfrm>
                <a:off x="3432838" y="2944120"/>
                <a:ext cx="261173" cy="279542"/>
              </a:xfrm>
              <a:custGeom>
                <a:avLst/>
                <a:gdLst/>
                <a:ahLst/>
                <a:cxnLst/>
                <a:rect l="l" t="t" r="r" b="b"/>
                <a:pathLst>
                  <a:path w="261173" h="279542">
                    <a:moveTo>
                      <a:pt x="9638" y="37233"/>
                    </a:moveTo>
                    <a:lnTo>
                      <a:pt x="12888" y="34142"/>
                    </a:lnTo>
                    <a:lnTo>
                      <a:pt x="0" y="20563"/>
                    </a:lnTo>
                    <a:lnTo>
                      <a:pt x="21667" y="0"/>
                    </a:lnTo>
                    <a:lnTo>
                      <a:pt x="37354" y="16512"/>
                    </a:lnTo>
                    <a:lnTo>
                      <a:pt x="59741" y="43473"/>
                    </a:lnTo>
                    <a:lnTo>
                      <a:pt x="261173" y="255590"/>
                    </a:lnTo>
                    <a:lnTo>
                      <a:pt x="235949" y="279542"/>
                    </a:lnTo>
                    <a:lnTo>
                      <a:pt x="9638" y="372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2" name="Контур"/>
              <p:cNvSpPr/>
              <p:nvPr/>
            </p:nvSpPr>
            <p:spPr>
              <a:xfrm>
                <a:off x="2903969" y="3012035"/>
                <a:ext cx="206424" cy="200155"/>
              </a:xfrm>
              <a:custGeom>
                <a:avLst/>
                <a:gdLst/>
                <a:ahLst/>
                <a:cxnLst/>
                <a:rect l="l" t="t" r="r" b="b"/>
                <a:pathLst>
                  <a:path w="206424" h="200155">
                    <a:moveTo>
                      <a:pt x="151613" y="26477"/>
                    </a:moveTo>
                    <a:lnTo>
                      <a:pt x="179179" y="0"/>
                    </a:lnTo>
                    <a:lnTo>
                      <a:pt x="206424" y="28637"/>
                    </a:lnTo>
                    <a:lnTo>
                      <a:pt x="26155" y="200155"/>
                    </a:lnTo>
                    <a:lnTo>
                      <a:pt x="0" y="172109"/>
                    </a:lnTo>
                    <a:lnTo>
                      <a:pt x="23146" y="149880"/>
                    </a:lnTo>
                    <a:lnTo>
                      <a:pt x="118589" y="58200"/>
                    </a:lnTo>
                    <a:lnTo>
                      <a:pt x="148891" y="29093"/>
                    </a:lnTo>
                    <a:lnTo>
                      <a:pt x="151613" y="264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3" name="Контур"/>
              <p:cNvSpPr/>
              <p:nvPr/>
            </p:nvSpPr>
            <p:spPr>
              <a:xfrm>
                <a:off x="2914054" y="3027496"/>
                <a:ext cx="138806" cy="134419"/>
              </a:xfrm>
              <a:custGeom>
                <a:avLst/>
                <a:gdLst/>
                <a:ahLst/>
                <a:cxnLst/>
                <a:rect l="l" t="t" r="r" b="b"/>
                <a:pathLst>
                  <a:path w="138806" h="134419">
                    <a:moveTo>
                      <a:pt x="138806" y="13632"/>
                    </a:moveTo>
                    <a:lnTo>
                      <a:pt x="108504" y="42739"/>
                    </a:lnTo>
                    <a:lnTo>
                      <a:pt x="13061" y="134419"/>
                    </a:lnTo>
                    <a:lnTo>
                      <a:pt x="0" y="120820"/>
                    </a:lnTo>
                    <a:lnTo>
                      <a:pt x="126014" y="0"/>
                    </a:lnTo>
                    <a:lnTo>
                      <a:pt x="138806" y="136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4" name="Контур"/>
              <p:cNvSpPr/>
              <p:nvPr/>
            </p:nvSpPr>
            <p:spPr>
              <a:xfrm>
                <a:off x="3142313" y="2914201"/>
                <a:ext cx="40579" cy="40282"/>
              </a:xfrm>
              <a:custGeom>
                <a:avLst/>
                <a:gdLst/>
                <a:ahLst/>
                <a:cxnLst/>
                <a:rect l="l" t="t" r="r" b="b"/>
                <a:pathLst>
                  <a:path w="40579" h="40282">
                    <a:moveTo>
                      <a:pt x="27173" y="40282"/>
                    </a:moveTo>
                    <a:lnTo>
                      <a:pt x="0" y="11434"/>
                    </a:lnTo>
                    <a:lnTo>
                      <a:pt x="13483" y="0"/>
                    </a:lnTo>
                    <a:lnTo>
                      <a:pt x="40579" y="27653"/>
                    </a:lnTo>
                    <a:lnTo>
                      <a:pt x="27173" y="402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5" name="Контур"/>
              <p:cNvSpPr/>
              <p:nvPr/>
            </p:nvSpPr>
            <p:spPr>
              <a:xfrm>
                <a:off x="3665974" y="2277496"/>
                <a:ext cx="712258" cy="721934"/>
              </a:xfrm>
              <a:custGeom>
                <a:avLst/>
                <a:gdLst/>
                <a:ahLst/>
                <a:cxnLst/>
                <a:rect l="l" t="t" r="r" b="b"/>
                <a:pathLst>
                  <a:path w="712258" h="721934">
                    <a:moveTo>
                      <a:pt x="430584" y="33590"/>
                    </a:moveTo>
                    <a:lnTo>
                      <a:pt x="712258" y="339096"/>
                    </a:lnTo>
                    <a:lnTo>
                      <a:pt x="320945" y="721934"/>
                    </a:lnTo>
                    <a:lnTo>
                      <a:pt x="302349" y="702473"/>
                    </a:lnTo>
                    <a:lnTo>
                      <a:pt x="0" y="378105"/>
                    </a:lnTo>
                    <a:lnTo>
                      <a:pt x="315365" y="79010"/>
                    </a:lnTo>
                    <a:lnTo>
                      <a:pt x="328991" y="65382"/>
                    </a:lnTo>
                    <a:lnTo>
                      <a:pt x="337939" y="56630"/>
                    </a:lnTo>
                    <a:lnTo>
                      <a:pt x="399859" y="0"/>
                    </a:lnTo>
                    <a:lnTo>
                      <a:pt x="430584" y="335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6" name="Контур"/>
              <p:cNvSpPr/>
              <p:nvPr/>
            </p:nvSpPr>
            <p:spPr>
              <a:xfrm>
                <a:off x="2855362" y="3006836"/>
                <a:ext cx="93783" cy="92762"/>
              </a:xfrm>
              <a:custGeom>
                <a:avLst/>
                <a:gdLst/>
                <a:ahLst/>
                <a:cxnLst/>
                <a:rect l="l" t="t" r="r" b="b"/>
                <a:pathLst>
                  <a:path w="93783" h="92762">
                    <a:moveTo>
                      <a:pt x="57012" y="0"/>
                    </a:moveTo>
                    <a:lnTo>
                      <a:pt x="93783" y="38979"/>
                    </a:lnTo>
                    <a:lnTo>
                      <a:pt x="36770" y="92762"/>
                    </a:lnTo>
                    <a:lnTo>
                      <a:pt x="0" y="53783"/>
                    </a:lnTo>
                    <a:lnTo>
                      <a:pt x="570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7" name="Контур"/>
              <p:cNvSpPr/>
              <p:nvPr/>
            </p:nvSpPr>
            <p:spPr>
              <a:xfrm>
                <a:off x="2980030" y="3091571"/>
                <a:ext cx="203818" cy="199800"/>
              </a:xfrm>
              <a:custGeom>
                <a:avLst/>
                <a:gdLst/>
                <a:ahLst/>
                <a:cxnLst/>
                <a:rect l="l" t="t" r="r" b="b"/>
                <a:pathLst>
                  <a:path w="203818" h="199800">
                    <a:moveTo>
                      <a:pt x="24398" y="199800"/>
                    </a:moveTo>
                    <a:lnTo>
                      <a:pt x="0" y="173136"/>
                    </a:lnTo>
                    <a:lnTo>
                      <a:pt x="180797" y="0"/>
                    </a:lnTo>
                    <a:lnTo>
                      <a:pt x="199042" y="20208"/>
                    </a:lnTo>
                    <a:lnTo>
                      <a:pt x="203818" y="25497"/>
                    </a:lnTo>
                    <a:lnTo>
                      <a:pt x="198562" y="30609"/>
                    </a:lnTo>
                    <a:lnTo>
                      <a:pt x="171979" y="56486"/>
                    </a:lnTo>
                    <a:lnTo>
                      <a:pt x="165480" y="62798"/>
                    </a:lnTo>
                    <a:lnTo>
                      <a:pt x="46910" y="177941"/>
                    </a:lnTo>
                    <a:lnTo>
                      <a:pt x="43824" y="180936"/>
                    </a:lnTo>
                    <a:lnTo>
                      <a:pt x="24398" y="1998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8" name="Контур"/>
              <p:cNvSpPr/>
              <p:nvPr/>
            </p:nvSpPr>
            <p:spPr>
              <a:xfrm>
                <a:off x="3146259" y="3261203"/>
                <a:ext cx="88920" cy="82089"/>
              </a:xfrm>
              <a:custGeom>
                <a:avLst/>
                <a:gdLst/>
                <a:ahLst/>
                <a:cxnLst/>
                <a:rect l="l" t="t" r="r" b="b"/>
                <a:pathLst>
                  <a:path w="88920" h="82089">
                    <a:moveTo>
                      <a:pt x="88920" y="25421"/>
                    </a:moveTo>
                    <a:lnTo>
                      <a:pt x="28209" y="82089"/>
                    </a:lnTo>
                    <a:lnTo>
                      <a:pt x="0" y="51869"/>
                    </a:lnTo>
                    <a:lnTo>
                      <a:pt x="33782" y="21278"/>
                    </a:lnTo>
                    <a:lnTo>
                      <a:pt x="39878" y="23625"/>
                    </a:lnTo>
                    <a:lnTo>
                      <a:pt x="65193" y="0"/>
                    </a:lnTo>
                    <a:lnTo>
                      <a:pt x="88920" y="254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9" name="Контур"/>
              <p:cNvSpPr/>
              <p:nvPr/>
            </p:nvSpPr>
            <p:spPr>
              <a:xfrm>
                <a:off x="3023854" y="3117068"/>
                <a:ext cx="343781" cy="203410"/>
              </a:xfrm>
              <a:custGeom>
                <a:avLst/>
                <a:gdLst/>
                <a:ahLst/>
                <a:cxnLst/>
                <a:rect l="l" t="t" r="r" b="b"/>
                <a:pathLst>
                  <a:path w="343781" h="203410">
                    <a:moveTo>
                      <a:pt x="159994" y="0"/>
                    </a:moveTo>
                    <a:lnTo>
                      <a:pt x="202618" y="40253"/>
                    </a:lnTo>
                    <a:lnTo>
                      <a:pt x="343781" y="188861"/>
                    </a:lnTo>
                    <a:lnTo>
                      <a:pt x="335827" y="196416"/>
                    </a:lnTo>
                    <a:lnTo>
                      <a:pt x="328464" y="203410"/>
                    </a:lnTo>
                    <a:lnTo>
                      <a:pt x="205363" y="73791"/>
                    </a:lnTo>
                    <a:lnTo>
                      <a:pt x="182078" y="95900"/>
                    </a:lnTo>
                    <a:lnTo>
                      <a:pt x="146404" y="58329"/>
                    </a:lnTo>
                    <a:lnTo>
                      <a:pt x="85923" y="114837"/>
                    </a:lnTo>
                    <a:lnTo>
                      <a:pt x="75412" y="105021"/>
                    </a:lnTo>
                    <a:lnTo>
                      <a:pt x="10241" y="166372"/>
                    </a:lnTo>
                    <a:lnTo>
                      <a:pt x="0" y="155439"/>
                    </a:lnTo>
                    <a:lnTo>
                      <a:pt x="3086" y="152444"/>
                    </a:lnTo>
                    <a:lnTo>
                      <a:pt x="121656" y="37301"/>
                    </a:lnTo>
                    <a:lnTo>
                      <a:pt x="128155" y="30989"/>
                    </a:lnTo>
                    <a:lnTo>
                      <a:pt x="154738" y="5112"/>
                    </a:lnTo>
                    <a:lnTo>
                      <a:pt x="1599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0" name="Контур"/>
              <p:cNvSpPr/>
              <p:nvPr/>
            </p:nvSpPr>
            <p:spPr>
              <a:xfrm>
                <a:off x="3705641" y="3242872"/>
                <a:ext cx="29621" cy="28075"/>
              </a:xfrm>
              <a:custGeom>
                <a:avLst/>
                <a:gdLst/>
                <a:ahLst/>
                <a:cxnLst/>
                <a:rect l="l" t="t" r="r" b="b"/>
                <a:pathLst>
                  <a:path w="29621" h="28075">
                    <a:moveTo>
                      <a:pt x="29621" y="11947"/>
                    </a:moveTo>
                    <a:lnTo>
                      <a:pt x="9653" y="28075"/>
                    </a:lnTo>
                    <a:lnTo>
                      <a:pt x="0" y="16128"/>
                    </a:lnTo>
                    <a:lnTo>
                      <a:pt x="19968" y="0"/>
                    </a:lnTo>
                    <a:lnTo>
                      <a:pt x="29621" y="11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1" name="Контур"/>
              <p:cNvSpPr/>
              <p:nvPr/>
            </p:nvSpPr>
            <p:spPr>
              <a:xfrm>
                <a:off x="2930124" y="2898592"/>
                <a:ext cx="366788" cy="366115"/>
              </a:xfrm>
              <a:custGeom>
                <a:avLst/>
                <a:gdLst/>
                <a:ahLst/>
                <a:cxnLst/>
                <a:rect l="l" t="t" r="r" b="b"/>
                <a:pathLst>
                  <a:path w="366788" h="366115">
                    <a:moveTo>
                      <a:pt x="296348" y="258729"/>
                    </a:moveTo>
                    <a:lnTo>
                      <a:pt x="230703" y="192979"/>
                    </a:lnTo>
                    <a:lnTo>
                      <a:pt x="49906" y="366115"/>
                    </a:lnTo>
                    <a:lnTo>
                      <a:pt x="0" y="313598"/>
                    </a:lnTo>
                    <a:lnTo>
                      <a:pt x="180269" y="142080"/>
                    </a:lnTo>
                    <a:lnTo>
                      <a:pt x="112157" y="70492"/>
                    </a:lnTo>
                    <a:lnTo>
                      <a:pt x="186720" y="0"/>
                    </a:lnTo>
                    <a:lnTo>
                      <a:pt x="239362" y="55891"/>
                    </a:lnTo>
                    <a:lnTo>
                      <a:pt x="252768" y="43262"/>
                    </a:lnTo>
                    <a:lnTo>
                      <a:pt x="269429" y="60950"/>
                    </a:lnTo>
                    <a:lnTo>
                      <a:pt x="256757" y="72552"/>
                    </a:lnTo>
                    <a:lnTo>
                      <a:pt x="297682" y="115008"/>
                    </a:lnTo>
                    <a:lnTo>
                      <a:pt x="310983" y="103459"/>
                    </a:lnTo>
                    <a:lnTo>
                      <a:pt x="327533" y="121838"/>
                    </a:lnTo>
                    <a:lnTo>
                      <a:pt x="313690" y="133896"/>
                    </a:lnTo>
                    <a:lnTo>
                      <a:pt x="366788" y="192715"/>
                    </a:lnTo>
                    <a:lnTo>
                      <a:pt x="296348" y="2587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2" name="Контур"/>
              <p:cNvSpPr/>
              <p:nvPr/>
            </p:nvSpPr>
            <p:spPr>
              <a:xfrm>
                <a:off x="3673916" y="3100537"/>
                <a:ext cx="153196" cy="148831"/>
              </a:xfrm>
              <a:custGeom>
                <a:avLst/>
                <a:gdLst/>
                <a:ahLst/>
                <a:cxnLst/>
                <a:rect l="l" t="t" r="r" b="b"/>
                <a:pathLst>
                  <a:path w="153196" h="148831">
                    <a:moveTo>
                      <a:pt x="131045" y="0"/>
                    </a:moveTo>
                    <a:lnTo>
                      <a:pt x="153196" y="23084"/>
                    </a:lnTo>
                    <a:lnTo>
                      <a:pt x="22151" y="148831"/>
                    </a:lnTo>
                    <a:lnTo>
                      <a:pt x="0" y="125747"/>
                    </a:lnTo>
                    <a:lnTo>
                      <a:pt x="24038" y="102936"/>
                    </a:lnTo>
                    <a:lnTo>
                      <a:pt x="1310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3" name="Контур"/>
              <p:cNvSpPr/>
              <p:nvPr/>
            </p:nvSpPr>
            <p:spPr>
              <a:xfrm>
                <a:off x="4904336" y="3175576"/>
                <a:ext cx="230572" cy="283872"/>
              </a:xfrm>
              <a:custGeom>
                <a:avLst/>
                <a:gdLst/>
                <a:ahLst/>
                <a:cxnLst/>
                <a:rect l="l" t="t" r="r" b="b"/>
                <a:pathLst>
                  <a:path w="230572" h="283872">
                    <a:moveTo>
                      <a:pt x="181401" y="283872"/>
                    </a:moveTo>
                    <a:lnTo>
                      <a:pt x="0" y="36480"/>
                    </a:lnTo>
                    <a:lnTo>
                      <a:pt x="47918" y="0"/>
                    </a:lnTo>
                    <a:lnTo>
                      <a:pt x="199795" y="207024"/>
                    </a:lnTo>
                    <a:lnTo>
                      <a:pt x="230572" y="248174"/>
                    </a:lnTo>
                    <a:lnTo>
                      <a:pt x="181401" y="2838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4" name="Контур"/>
              <p:cNvSpPr/>
              <p:nvPr/>
            </p:nvSpPr>
            <p:spPr>
              <a:xfrm>
                <a:off x="4519721" y="3184504"/>
                <a:ext cx="259651" cy="214348"/>
              </a:xfrm>
              <a:custGeom>
                <a:avLst/>
                <a:gdLst/>
                <a:ahLst/>
                <a:cxnLst/>
                <a:rect l="l" t="t" r="r" b="b"/>
                <a:pathLst>
                  <a:path w="259651" h="214348">
                    <a:moveTo>
                      <a:pt x="259651" y="39115"/>
                    </a:moveTo>
                    <a:lnTo>
                      <a:pt x="30907" y="214348"/>
                    </a:lnTo>
                    <a:lnTo>
                      <a:pt x="0" y="172800"/>
                    </a:lnTo>
                    <a:lnTo>
                      <a:pt x="230400" y="0"/>
                    </a:lnTo>
                    <a:lnTo>
                      <a:pt x="259651" y="391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5" name="Контур"/>
              <p:cNvSpPr/>
              <p:nvPr/>
            </p:nvSpPr>
            <p:spPr>
              <a:xfrm>
                <a:off x="4391685" y="3005726"/>
                <a:ext cx="432433" cy="361989"/>
              </a:xfrm>
              <a:custGeom>
                <a:avLst/>
                <a:gdLst/>
                <a:ahLst/>
                <a:cxnLst/>
                <a:rect l="l" t="t" r="r" b="b"/>
                <a:pathLst>
                  <a:path w="432433" h="361989">
                    <a:moveTo>
                      <a:pt x="46835" y="361989"/>
                    </a:moveTo>
                    <a:lnTo>
                      <a:pt x="0" y="299496"/>
                    </a:lnTo>
                    <a:lnTo>
                      <a:pt x="399625" y="0"/>
                    </a:lnTo>
                    <a:lnTo>
                      <a:pt x="416633" y="22695"/>
                    </a:lnTo>
                    <a:lnTo>
                      <a:pt x="402606" y="33207"/>
                    </a:lnTo>
                    <a:lnTo>
                      <a:pt x="432433" y="73005"/>
                    </a:lnTo>
                    <a:lnTo>
                      <a:pt x="46835" y="3619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6" name="Контур"/>
              <p:cNvSpPr/>
              <p:nvPr/>
            </p:nvSpPr>
            <p:spPr>
              <a:xfrm>
                <a:off x="4454426" y="3233193"/>
                <a:ext cx="456490" cy="562365"/>
              </a:xfrm>
              <a:custGeom>
                <a:avLst/>
                <a:gdLst/>
                <a:ahLst/>
                <a:cxnLst/>
                <a:rect l="l" t="t" r="r" b="b"/>
                <a:pathLst>
                  <a:path w="456490" h="562365">
                    <a:moveTo>
                      <a:pt x="456490" y="16336"/>
                    </a:moveTo>
                    <a:lnTo>
                      <a:pt x="435217" y="31874"/>
                    </a:lnTo>
                    <a:lnTo>
                      <a:pt x="35516" y="323733"/>
                    </a:lnTo>
                    <a:lnTo>
                      <a:pt x="87054" y="394312"/>
                    </a:lnTo>
                    <a:lnTo>
                      <a:pt x="103599" y="416877"/>
                    </a:lnTo>
                    <a:lnTo>
                      <a:pt x="174476" y="513938"/>
                    </a:lnTo>
                    <a:lnTo>
                      <a:pt x="196352" y="497631"/>
                    </a:lnTo>
                    <a:lnTo>
                      <a:pt x="222815" y="532416"/>
                    </a:lnTo>
                    <a:lnTo>
                      <a:pt x="177536" y="562365"/>
                    </a:lnTo>
                    <a:lnTo>
                      <a:pt x="80036" y="432807"/>
                    </a:lnTo>
                    <a:lnTo>
                      <a:pt x="0" y="322991"/>
                    </a:lnTo>
                    <a:lnTo>
                      <a:pt x="443870" y="0"/>
                    </a:lnTo>
                    <a:lnTo>
                      <a:pt x="456490" y="163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7" name="Контур"/>
              <p:cNvSpPr/>
              <p:nvPr/>
            </p:nvSpPr>
            <p:spPr>
              <a:xfrm>
                <a:off x="4558025" y="3342707"/>
                <a:ext cx="487171" cy="404424"/>
              </a:xfrm>
              <a:custGeom>
                <a:avLst/>
                <a:gdLst/>
                <a:ahLst/>
                <a:cxnLst/>
                <a:rect l="l" t="t" r="r" b="b"/>
                <a:pathLst>
                  <a:path w="487171" h="404424">
                    <a:moveTo>
                      <a:pt x="420931" y="0"/>
                    </a:moveTo>
                    <a:lnTo>
                      <a:pt x="487171" y="95611"/>
                    </a:lnTo>
                    <a:lnTo>
                      <a:pt x="322851" y="217613"/>
                    </a:lnTo>
                    <a:lnTo>
                      <a:pt x="202798" y="306732"/>
                    </a:lnTo>
                    <a:lnTo>
                      <a:pt x="92753" y="388117"/>
                    </a:lnTo>
                    <a:lnTo>
                      <a:pt x="70877" y="404424"/>
                    </a:lnTo>
                    <a:lnTo>
                      <a:pt x="0" y="307363"/>
                    </a:lnTo>
                    <a:lnTo>
                      <a:pt x="7575" y="301829"/>
                    </a:lnTo>
                    <a:lnTo>
                      <a:pt x="23722" y="290045"/>
                    </a:lnTo>
                    <a:lnTo>
                      <a:pt x="42093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8" name="Контур"/>
              <p:cNvSpPr/>
              <p:nvPr/>
            </p:nvSpPr>
            <p:spPr>
              <a:xfrm>
                <a:off x="4760823" y="3560320"/>
                <a:ext cx="133729" cy="107542"/>
              </a:xfrm>
              <a:custGeom>
                <a:avLst/>
                <a:gdLst/>
                <a:ahLst/>
                <a:cxnLst/>
                <a:rect l="l" t="t" r="r" b="b"/>
                <a:pathLst>
                  <a:path w="133729" h="107542">
                    <a:moveTo>
                      <a:pt x="0" y="89119"/>
                    </a:moveTo>
                    <a:lnTo>
                      <a:pt x="120053" y="0"/>
                    </a:lnTo>
                    <a:lnTo>
                      <a:pt x="133729" y="18423"/>
                    </a:lnTo>
                    <a:lnTo>
                      <a:pt x="13676" y="107542"/>
                    </a:lnTo>
                    <a:lnTo>
                      <a:pt x="0" y="891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9" name="Контур"/>
              <p:cNvSpPr/>
              <p:nvPr/>
            </p:nvSpPr>
            <p:spPr>
              <a:xfrm>
                <a:off x="4541480" y="3610153"/>
                <a:ext cx="40267" cy="39917"/>
              </a:xfrm>
              <a:custGeom>
                <a:avLst/>
                <a:gdLst/>
                <a:ahLst/>
                <a:cxnLst/>
                <a:rect l="l" t="t" r="r" b="b"/>
                <a:pathLst>
                  <a:path w="40267" h="39917">
                    <a:moveTo>
                      <a:pt x="24120" y="34383"/>
                    </a:moveTo>
                    <a:lnTo>
                      <a:pt x="16545" y="39917"/>
                    </a:lnTo>
                    <a:lnTo>
                      <a:pt x="0" y="17352"/>
                    </a:lnTo>
                    <a:lnTo>
                      <a:pt x="23769" y="0"/>
                    </a:lnTo>
                    <a:lnTo>
                      <a:pt x="40267" y="22599"/>
                    </a:lnTo>
                    <a:lnTo>
                      <a:pt x="24120" y="343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0" name="Контур"/>
              <p:cNvSpPr/>
              <p:nvPr/>
            </p:nvSpPr>
            <p:spPr>
              <a:xfrm>
                <a:off x="4489942" y="3265067"/>
                <a:ext cx="489014" cy="367685"/>
              </a:xfrm>
              <a:custGeom>
                <a:avLst/>
                <a:gdLst/>
                <a:ahLst/>
                <a:cxnLst/>
                <a:rect l="l" t="t" r="r" b="b"/>
                <a:pathLst>
                  <a:path w="489014" h="367685">
                    <a:moveTo>
                      <a:pt x="489014" y="77640"/>
                    </a:moveTo>
                    <a:lnTo>
                      <a:pt x="91805" y="367685"/>
                    </a:lnTo>
                    <a:lnTo>
                      <a:pt x="75307" y="345086"/>
                    </a:lnTo>
                    <a:lnTo>
                      <a:pt x="51538" y="362438"/>
                    </a:lnTo>
                    <a:lnTo>
                      <a:pt x="0" y="291859"/>
                    </a:lnTo>
                    <a:lnTo>
                      <a:pt x="399701" y="0"/>
                    </a:lnTo>
                    <a:lnTo>
                      <a:pt x="415997" y="22315"/>
                    </a:lnTo>
                    <a:lnTo>
                      <a:pt x="437270" y="6777"/>
                    </a:lnTo>
                    <a:lnTo>
                      <a:pt x="489014" y="776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1" name="Контур"/>
              <p:cNvSpPr/>
              <p:nvPr/>
            </p:nvSpPr>
            <p:spPr>
              <a:xfrm>
                <a:off x="4333865" y="3357304"/>
                <a:ext cx="216763" cy="179784"/>
              </a:xfrm>
              <a:custGeom>
                <a:avLst/>
                <a:gdLst/>
                <a:ahLst/>
                <a:cxnLst/>
                <a:rect l="l" t="t" r="r" b="b"/>
                <a:pathLst>
                  <a:path w="216763" h="179784">
                    <a:moveTo>
                      <a:pt x="216763" y="41548"/>
                    </a:moveTo>
                    <a:lnTo>
                      <a:pt x="30912" y="179784"/>
                    </a:lnTo>
                    <a:lnTo>
                      <a:pt x="0" y="138240"/>
                    </a:lnTo>
                    <a:lnTo>
                      <a:pt x="185856" y="0"/>
                    </a:lnTo>
                    <a:lnTo>
                      <a:pt x="216763" y="415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2" name="Контур"/>
              <p:cNvSpPr/>
              <p:nvPr/>
            </p:nvSpPr>
            <p:spPr>
              <a:xfrm>
                <a:off x="4129966" y="4201336"/>
                <a:ext cx="153211" cy="147120"/>
              </a:xfrm>
              <a:custGeom>
                <a:avLst/>
                <a:gdLst/>
                <a:ahLst/>
                <a:cxnLst/>
                <a:rect l="l" t="t" r="r" b="b"/>
                <a:pathLst>
                  <a:path w="153211" h="147120">
                    <a:moveTo>
                      <a:pt x="120" y="83995"/>
                    </a:moveTo>
                    <a:lnTo>
                      <a:pt x="8323" y="78700"/>
                    </a:lnTo>
                    <a:lnTo>
                      <a:pt x="0" y="66580"/>
                    </a:lnTo>
                    <a:lnTo>
                      <a:pt x="106363" y="0"/>
                    </a:lnTo>
                    <a:lnTo>
                      <a:pt x="153211" y="75264"/>
                    </a:lnTo>
                    <a:lnTo>
                      <a:pt x="39926" y="147120"/>
                    </a:lnTo>
                    <a:lnTo>
                      <a:pt x="120" y="839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3" name="Контур"/>
              <p:cNvSpPr/>
              <p:nvPr/>
            </p:nvSpPr>
            <p:spPr>
              <a:xfrm>
                <a:off x="4929440" y="4140581"/>
                <a:ext cx="122636" cy="112590"/>
              </a:xfrm>
              <a:custGeom>
                <a:avLst/>
                <a:gdLst/>
                <a:ahLst/>
                <a:cxnLst/>
                <a:rect l="l" t="t" r="r" b="b"/>
                <a:pathLst>
                  <a:path w="122636" h="112590">
                    <a:moveTo>
                      <a:pt x="89066" y="0"/>
                    </a:moveTo>
                    <a:lnTo>
                      <a:pt x="122636" y="42908"/>
                    </a:lnTo>
                    <a:lnTo>
                      <a:pt x="33570" y="112590"/>
                    </a:lnTo>
                    <a:lnTo>
                      <a:pt x="0" y="69682"/>
                    </a:lnTo>
                    <a:lnTo>
                      <a:pt x="8906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4" name="Контур"/>
              <p:cNvSpPr/>
              <p:nvPr/>
            </p:nvSpPr>
            <p:spPr>
              <a:xfrm>
                <a:off x="4251756" y="3904478"/>
                <a:ext cx="23090" cy="31934"/>
              </a:xfrm>
              <a:custGeom>
                <a:avLst/>
                <a:gdLst/>
                <a:ahLst/>
                <a:cxnLst/>
                <a:rect l="l" t="t" r="r" b="b"/>
                <a:pathLst>
                  <a:path w="23090" h="31934">
                    <a:moveTo>
                      <a:pt x="0" y="4928"/>
                    </a:moveTo>
                    <a:lnTo>
                      <a:pt x="11091" y="0"/>
                    </a:lnTo>
                    <a:lnTo>
                      <a:pt x="23090" y="27005"/>
                    </a:lnTo>
                    <a:lnTo>
                      <a:pt x="11999" y="31934"/>
                    </a:lnTo>
                    <a:lnTo>
                      <a:pt x="0" y="49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5" name="Контур"/>
              <p:cNvSpPr/>
              <p:nvPr/>
            </p:nvSpPr>
            <p:spPr>
              <a:xfrm>
                <a:off x="4792361" y="3699832"/>
                <a:ext cx="289531" cy="232920"/>
              </a:xfrm>
              <a:custGeom>
                <a:avLst/>
                <a:gdLst/>
                <a:ahLst/>
                <a:cxnLst/>
                <a:rect l="l" t="t" r="r" b="b"/>
                <a:pathLst>
                  <a:path w="289531" h="232920">
                    <a:moveTo>
                      <a:pt x="289531" y="46300"/>
                    </a:moveTo>
                    <a:lnTo>
                      <a:pt x="33792" y="232920"/>
                    </a:lnTo>
                    <a:lnTo>
                      <a:pt x="0" y="186624"/>
                    </a:lnTo>
                    <a:lnTo>
                      <a:pt x="255744" y="0"/>
                    </a:lnTo>
                    <a:lnTo>
                      <a:pt x="289531" y="463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6" name="Контур"/>
              <p:cNvSpPr/>
              <p:nvPr/>
            </p:nvSpPr>
            <p:spPr>
              <a:xfrm>
                <a:off x="4224687" y="3845466"/>
                <a:ext cx="36828" cy="34993"/>
              </a:xfrm>
              <a:custGeom>
                <a:avLst/>
                <a:gdLst/>
                <a:ahLst/>
                <a:cxnLst/>
                <a:rect l="l" t="t" r="r" b="b"/>
                <a:pathLst>
                  <a:path w="36828" h="34993">
                    <a:moveTo>
                      <a:pt x="12292" y="34993"/>
                    </a:moveTo>
                    <a:lnTo>
                      <a:pt x="0" y="6418"/>
                    </a:lnTo>
                    <a:lnTo>
                      <a:pt x="33678" y="0"/>
                    </a:lnTo>
                    <a:lnTo>
                      <a:pt x="36828" y="14097"/>
                    </a:lnTo>
                    <a:lnTo>
                      <a:pt x="29202" y="15590"/>
                    </a:lnTo>
                    <a:lnTo>
                      <a:pt x="32020" y="31843"/>
                    </a:lnTo>
                    <a:lnTo>
                      <a:pt x="12292" y="349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7" name="Контур"/>
              <p:cNvSpPr/>
              <p:nvPr/>
            </p:nvSpPr>
            <p:spPr>
              <a:xfrm>
                <a:off x="4213540" y="3833376"/>
                <a:ext cx="44825" cy="18508"/>
              </a:xfrm>
              <a:custGeom>
                <a:avLst/>
                <a:gdLst/>
                <a:ahLst/>
                <a:cxnLst/>
                <a:rect l="l" t="t" r="r" b="b"/>
                <a:pathLst>
                  <a:path w="44825" h="18508">
                    <a:moveTo>
                      <a:pt x="11147" y="18508"/>
                    </a:moveTo>
                    <a:lnTo>
                      <a:pt x="0" y="8365"/>
                    </a:lnTo>
                    <a:lnTo>
                      <a:pt x="39971" y="0"/>
                    </a:lnTo>
                    <a:lnTo>
                      <a:pt x="44825" y="12090"/>
                    </a:lnTo>
                    <a:lnTo>
                      <a:pt x="11147" y="185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8" name="Контур"/>
              <p:cNvSpPr/>
              <p:nvPr/>
            </p:nvSpPr>
            <p:spPr>
              <a:xfrm>
                <a:off x="3952809" y="3411651"/>
                <a:ext cx="56107" cy="47459"/>
              </a:xfrm>
              <a:custGeom>
                <a:avLst/>
                <a:gdLst/>
                <a:ahLst/>
                <a:cxnLst/>
                <a:rect l="l" t="t" r="r" b="b"/>
                <a:pathLst>
                  <a:path w="56107" h="47459">
                    <a:moveTo>
                      <a:pt x="45664" y="0"/>
                    </a:moveTo>
                    <a:lnTo>
                      <a:pt x="56107" y="14443"/>
                    </a:lnTo>
                    <a:lnTo>
                      <a:pt x="10442" y="47459"/>
                    </a:lnTo>
                    <a:lnTo>
                      <a:pt x="0" y="33015"/>
                    </a:lnTo>
                    <a:lnTo>
                      <a:pt x="4566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9" name="Контур"/>
              <p:cNvSpPr/>
              <p:nvPr/>
            </p:nvSpPr>
            <p:spPr>
              <a:xfrm>
                <a:off x="3700650" y="3428311"/>
                <a:ext cx="27440" cy="30691"/>
              </a:xfrm>
              <a:custGeom>
                <a:avLst/>
                <a:gdLst/>
                <a:ahLst/>
                <a:cxnLst/>
                <a:rect l="l" t="t" r="r" b="b"/>
                <a:pathLst>
                  <a:path w="27440" h="30691">
                    <a:moveTo>
                      <a:pt x="0" y="7240"/>
                    </a:moveTo>
                    <a:lnTo>
                      <a:pt x="9423" y="0"/>
                    </a:lnTo>
                    <a:lnTo>
                      <a:pt x="27440" y="23451"/>
                    </a:lnTo>
                    <a:lnTo>
                      <a:pt x="18017" y="30691"/>
                    </a:lnTo>
                    <a:lnTo>
                      <a:pt x="0" y="72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0" name="Контур"/>
              <p:cNvSpPr/>
              <p:nvPr/>
            </p:nvSpPr>
            <p:spPr>
              <a:xfrm>
                <a:off x="3857398" y="3156697"/>
                <a:ext cx="320203" cy="254722"/>
              </a:xfrm>
              <a:custGeom>
                <a:avLst/>
                <a:gdLst/>
                <a:ahLst/>
                <a:cxnLst/>
                <a:rect l="l" t="t" r="r" b="b"/>
                <a:pathLst>
                  <a:path w="320203" h="254722">
                    <a:moveTo>
                      <a:pt x="320203" y="43973"/>
                    </a:moveTo>
                    <a:lnTo>
                      <a:pt x="32174" y="254722"/>
                    </a:lnTo>
                    <a:lnTo>
                      <a:pt x="0" y="210749"/>
                    </a:lnTo>
                    <a:lnTo>
                      <a:pt x="288029" y="0"/>
                    </a:lnTo>
                    <a:lnTo>
                      <a:pt x="320203" y="439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1" name="Контур"/>
              <p:cNvSpPr/>
              <p:nvPr/>
            </p:nvSpPr>
            <p:spPr>
              <a:xfrm>
                <a:off x="4085455" y="3313259"/>
                <a:ext cx="61157" cy="51300"/>
              </a:xfrm>
              <a:custGeom>
                <a:avLst/>
                <a:gdLst/>
                <a:ahLst/>
                <a:cxnLst/>
                <a:rect l="l" t="t" r="r" b="b"/>
                <a:pathLst>
                  <a:path w="61157" h="51300">
                    <a:moveTo>
                      <a:pt x="50419" y="0"/>
                    </a:moveTo>
                    <a:lnTo>
                      <a:pt x="61157" y="14855"/>
                    </a:lnTo>
                    <a:lnTo>
                      <a:pt x="10738" y="51300"/>
                    </a:lnTo>
                    <a:lnTo>
                      <a:pt x="0" y="36445"/>
                    </a:lnTo>
                    <a:lnTo>
                      <a:pt x="5041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2" name="Контур"/>
              <p:cNvSpPr/>
              <p:nvPr/>
            </p:nvSpPr>
            <p:spPr>
              <a:xfrm>
                <a:off x="4022266" y="3361883"/>
                <a:ext cx="56677" cy="48178"/>
              </a:xfrm>
              <a:custGeom>
                <a:avLst/>
                <a:gdLst/>
                <a:ahLst/>
                <a:cxnLst/>
                <a:rect l="l" t="t" r="r" b="b"/>
                <a:pathLst>
                  <a:path w="56677" h="48178">
                    <a:moveTo>
                      <a:pt x="45615" y="0"/>
                    </a:moveTo>
                    <a:lnTo>
                      <a:pt x="56677" y="15388"/>
                    </a:lnTo>
                    <a:lnTo>
                      <a:pt x="11062" y="48178"/>
                    </a:lnTo>
                    <a:lnTo>
                      <a:pt x="0" y="32790"/>
                    </a:lnTo>
                    <a:lnTo>
                      <a:pt x="456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3" name="Контур"/>
              <p:cNvSpPr/>
              <p:nvPr/>
            </p:nvSpPr>
            <p:spPr>
              <a:xfrm>
                <a:off x="3765258" y="3324169"/>
                <a:ext cx="30318" cy="33946"/>
              </a:xfrm>
              <a:custGeom>
                <a:avLst/>
                <a:gdLst/>
                <a:ahLst/>
                <a:cxnLst/>
                <a:rect l="l" t="t" r="r" b="b"/>
                <a:pathLst>
                  <a:path w="30318" h="33946">
                    <a:moveTo>
                      <a:pt x="10972" y="33946"/>
                    </a:moveTo>
                    <a:lnTo>
                      <a:pt x="0" y="24990"/>
                    </a:lnTo>
                    <a:lnTo>
                      <a:pt x="16170" y="0"/>
                    </a:lnTo>
                    <a:lnTo>
                      <a:pt x="30318" y="11556"/>
                    </a:lnTo>
                    <a:lnTo>
                      <a:pt x="10972" y="339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4" name="Контур"/>
              <p:cNvSpPr/>
              <p:nvPr/>
            </p:nvSpPr>
            <p:spPr>
              <a:xfrm>
                <a:off x="3730512" y="3379638"/>
                <a:ext cx="123848" cy="143862"/>
              </a:xfrm>
              <a:custGeom>
                <a:avLst/>
                <a:gdLst/>
                <a:ahLst/>
                <a:cxnLst/>
                <a:rect l="l" t="t" r="r" b="b"/>
                <a:pathLst>
                  <a:path w="123848" h="143862">
                    <a:moveTo>
                      <a:pt x="123848" y="127498"/>
                    </a:moveTo>
                    <a:lnTo>
                      <a:pt x="104792" y="143862"/>
                    </a:lnTo>
                    <a:lnTo>
                      <a:pt x="0" y="21839"/>
                    </a:lnTo>
                    <a:lnTo>
                      <a:pt x="16126" y="0"/>
                    </a:lnTo>
                    <a:lnTo>
                      <a:pt x="123848" y="1274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5" name="Контур"/>
              <p:cNvSpPr/>
              <p:nvPr/>
            </p:nvSpPr>
            <p:spPr>
              <a:xfrm>
                <a:off x="3881838" y="3461697"/>
                <a:ext cx="57777" cy="49968"/>
              </a:xfrm>
              <a:custGeom>
                <a:avLst/>
                <a:gdLst/>
                <a:ahLst/>
                <a:cxnLst/>
                <a:rect l="l" t="t" r="r" b="b"/>
                <a:pathLst>
                  <a:path w="57777" h="49968">
                    <a:moveTo>
                      <a:pt x="47505" y="0"/>
                    </a:moveTo>
                    <a:lnTo>
                      <a:pt x="57777" y="14012"/>
                    </a:lnTo>
                    <a:lnTo>
                      <a:pt x="11153" y="49968"/>
                    </a:lnTo>
                    <a:lnTo>
                      <a:pt x="0" y="35090"/>
                    </a:lnTo>
                    <a:lnTo>
                      <a:pt x="22180" y="19039"/>
                    </a:lnTo>
                    <a:lnTo>
                      <a:pt x="4750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6" name="Контур"/>
              <p:cNvSpPr/>
              <p:nvPr/>
            </p:nvSpPr>
            <p:spPr>
              <a:xfrm>
                <a:off x="3417184" y="3433053"/>
                <a:ext cx="87051" cy="87397"/>
              </a:xfrm>
              <a:custGeom>
                <a:avLst/>
                <a:gdLst/>
                <a:ahLst/>
                <a:cxnLst/>
                <a:rect l="l" t="t" r="r" b="b"/>
                <a:pathLst>
                  <a:path w="87051" h="87397">
                    <a:moveTo>
                      <a:pt x="0" y="40014"/>
                    </a:moveTo>
                    <a:lnTo>
                      <a:pt x="49803" y="0"/>
                    </a:lnTo>
                    <a:lnTo>
                      <a:pt x="87051" y="38280"/>
                    </a:lnTo>
                    <a:lnTo>
                      <a:pt x="34355" y="87397"/>
                    </a:lnTo>
                    <a:lnTo>
                      <a:pt x="0" y="400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7" name="Контур"/>
              <p:cNvSpPr/>
              <p:nvPr/>
            </p:nvSpPr>
            <p:spPr>
              <a:xfrm>
                <a:off x="3780017" y="3361144"/>
                <a:ext cx="124001" cy="135643"/>
              </a:xfrm>
              <a:custGeom>
                <a:avLst/>
                <a:gdLst/>
                <a:ahLst/>
                <a:cxnLst/>
                <a:rect l="l" t="t" r="r" b="b"/>
                <a:pathLst>
                  <a:path w="124001" h="135643">
                    <a:moveTo>
                      <a:pt x="101821" y="135643"/>
                    </a:moveTo>
                    <a:lnTo>
                      <a:pt x="0" y="14452"/>
                    </a:lnTo>
                    <a:lnTo>
                      <a:pt x="17016" y="0"/>
                    </a:lnTo>
                    <a:lnTo>
                      <a:pt x="105222" y="96807"/>
                    </a:lnTo>
                    <a:lnTo>
                      <a:pt x="124001" y="119592"/>
                    </a:lnTo>
                    <a:lnTo>
                      <a:pt x="101821" y="1356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8" name="Контур"/>
              <p:cNvSpPr/>
              <p:nvPr/>
            </p:nvSpPr>
            <p:spPr>
              <a:xfrm>
                <a:off x="3885239" y="3438529"/>
                <a:ext cx="44104" cy="42207"/>
              </a:xfrm>
              <a:custGeom>
                <a:avLst/>
                <a:gdLst/>
                <a:ahLst/>
                <a:cxnLst/>
                <a:rect l="l" t="t" r="r" b="b"/>
                <a:pathLst>
                  <a:path w="44104" h="42207">
                    <a:moveTo>
                      <a:pt x="27512" y="0"/>
                    </a:moveTo>
                    <a:lnTo>
                      <a:pt x="37300" y="14091"/>
                    </a:lnTo>
                    <a:lnTo>
                      <a:pt x="44104" y="23168"/>
                    </a:lnTo>
                    <a:lnTo>
                      <a:pt x="18779" y="42207"/>
                    </a:lnTo>
                    <a:lnTo>
                      <a:pt x="0" y="19422"/>
                    </a:lnTo>
                    <a:lnTo>
                      <a:pt x="275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9" name="Контур"/>
              <p:cNvSpPr/>
              <p:nvPr/>
            </p:nvSpPr>
            <p:spPr>
              <a:xfrm>
                <a:off x="3912751" y="3219845"/>
                <a:ext cx="317930" cy="241852"/>
              </a:xfrm>
              <a:custGeom>
                <a:avLst/>
                <a:gdLst/>
                <a:ahLst/>
                <a:cxnLst/>
                <a:rect l="l" t="t" r="r" b="b"/>
                <a:pathLst>
                  <a:path w="317930" h="241852">
                    <a:moveTo>
                      <a:pt x="317930" y="25652"/>
                    </a:moveTo>
                    <a:lnTo>
                      <a:pt x="292123" y="44241"/>
                    </a:lnTo>
                    <a:lnTo>
                      <a:pt x="272773" y="58043"/>
                    </a:lnTo>
                    <a:lnTo>
                      <a:pt x="249258" y="74671"/>
                    </a:lnTo>
                    <a:lnTo>
                      <a:pt x="223123" y="93414"/>
                    </a:lnTo>
                    <a:lnTo>
                      <a:pt x="172704" y="129859"/>
                    </a:lnTo>
                    <a:lnTo>
                      <a:pt x="155130" y="142038"/>
                    </a:lnTo>
                    <a:lnTo>
                      <a:pt x="109515" y="174828"/>
                    </a:lnTo>
                    <a:lnTo>
                      <a:pt x="85722" y="191806"/>
                    </a:lnTo>
                    <a:lnTo>
                      <a:pt x="40058" y="224821"/>
                    </a:lnTo>
                    <a:lnTo>
                      <a:pt x="16592" y="241852"/>
                    </a:lnTo>
                    <a:lnTo>
                      <a:pt x="9788" y="232775"/>
                    </a:lnTo>
                    <a:lnTo>
                      <a:pt x="0" y="218684"/>
                    </a:lnTo>
                    <a:lnTo>
                      <a:pt x="298113" y="0"/>
                    </a:lnTo>
                    <a:lnTo>
                      <a:pt x="305881" y="10053"/>
                    </a:lnTo>
                    <a:lnTo>
                      <a:pt x="317930" y="256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0" name="Контур"/>
              <p:cNvSpPr/>
              <p:nvPr/>
            </p:nvSpPr>
            <p:spPr>
              <a:xfrm>
                <a:off x="3905398" y="4257798"/>
                <a:ext cx="84802" cy="73875"/>
              </a:xfrm>
              <a:custGeom>
                <a:avLst/>
                <a:gdLst/>
                <a:ahLst/>
                <a:cxnLst/>
                <a:rect l="l" t="t" r="r" b="b"/>
                <a:pathLst>
                  <a:path w="84802" h="73875">
                    <a:moveTo>
                      <a:pt x="4656" y="53038"/>
                    </a:moveTo>
                    <a:lnTo>
                      <a:pt x="53931" y="23281"/>
                    </a:lnTo>
                    <a:lnTo>
                      <a:pt x="47160" y="12070"/>
                    </a:lnTo>
                    <a:lnTo>
                      <a:pt x="67145" y="0"/>
                    </a:lnTo>
                    <a:lnTo>
                      <a:pt x="84802" y="29238"/>
                    </a:lnTo>
                    <a:lnTo>
                      <a:pt x="10885" y="73875"/>
                    </a:lnTo>
                    <a:lnTo>
                      <a:pt x="0" y="55850"/>
                    </a:lnTo>
                    <a:lnTo>
                      <a:pt x="4656" y="5303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1" name="Контур"/>
              <p:cNvSpPr/>
              <p:nvPr/>
            </p:nvSpPr>
            <p:spPr>
              <a:xfrm>
                <a:off x="3532985" y="3955888"/>
                <a:ext cx="446151" cy="357955"/>
              </a:xfrm>
              <a:custGeom>
                <a:avLst/>
                <a:gdLst/>
                <a:ahLst/>
                <a:cxnLst/>
                <a:rect l="l" t="t" r="r" b="b"/>
                <a:pathLst>
                  <a:path w="446151" h="357955">
                    <a:moveTo>
                      <a:pt x="390327" y="0"/>
                    </a:moveTo>
                    <a:lnTo>
                      <a:pt x="446151" y="77760"/>
                    </a:lnTo>
                    <a:lnTo>
                      <a:pt x="168440" y="278668"/>
                    </a:lnTo>
                    <a:lnTo>
                      <a:pt x="55824" y="357955"/>
                    </a:lnTo>
                    <a:lnTo>
                      <a:pt x="0" y="280195"/>
                    </a:lnTo>
                    <a:lnTo>
                      <a:pt x="14844" y="268723"/>
                    </a:lnTo>
                    <a:lnTo>
                      <a:pt x="309589" y="55550"/>
                    </a:lnTo>
                    <a:lnTo>
                      <a:pt x="39032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2" name="Контур"/>
              <p:cNvSpPr/>
              <p:nvPr/>
            </p:nvSpPr>
            <p:spPr>
              <a:xfrm>
                <a:off x="3533455" y="3967977"/>
                <a:ext cx="309119" cy="256634"/>
              </a:xfrm>
              <a:custGeom>
                <a:avLst/>
                <a:gdLst/>
                <a:ahLst/>
                <a:cxnLst/>
                <a:rect l="l" t="t" r="r" b="b"/>
                <a:pathLst>
                  <a:path w="309119" h="256634">
                    <a:moveTo>
                      <a:pt x="14374" y="256634"/>
                    </a:moveTo>
                    <a:lnTo>
                      <a:pt x="0" y="238005"/>
                    </a:lnTo>
                    <a:lnTo>
                      <a:pt x="66403" y="190969"/>
                    </a:lnTo>
                    <a:lnTo>
                      <a:pt x="48309" y="167609"/>
                    </a:lnTo>
                    <a:lnTo>
                      <a:pt x="278275" y="0"/>
                    </a:lnTo>
                    <a:lnTo>
                      <a:pt x="309119" y="43461"/>
                    </a:lnTo>
                    <a:lnTo>
                      <a:pt x="14374" y="2566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3" name="Контур"/>
              <p:cNvSpPr/>
              <p:nvPr/>
            </p:nvSpPr>
            <p:spPr>
              <a:xfrm>
                <a:off x="4107525" y="4057435"/>
                <a:ext cx="50000" cy="49991"/>
              </a:xfrm>
              <a:custGeom>
                <a:avLst/>
                <a:gdLst/>
                <a:ahLst/>
                <a:cxnLst/>
                <a:rect l="l" t="t" r="r" b="b"/>
                <a:pathLst>
                  <a:path w="50000" h="49991">
                    <a:moveTo>
                      <a:pt x="19639" y="49991"/>
                    </a:moveTo>
                    <a:lnTo>
                      <a:pt x="0" y="19654"/>
                    </a:lnTo>
                    <a:lnTo>
                      <a:pt x="30361" y="0"/>
                    </a:lnTo>
                    <a:lnTo>
                      <a:pt x="50000" y="30337"/>
                    </a:lnTo>
                    <a:lnTo>
                      <a:pt x="19639" y="499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4" name="Контур"/>
              <p:cNvSpPr/>
              <p:nvPr/>
            </p:nvSpPr>
            <p:spPr>
              <a:xfrm>
                <a:off x="3826217" y="3507136"/>
                <a:ext cx="51418" cy="47568"/>
              </a:xfrm>
              <a:custGeom>
                <a:avLst/>
                <a:gdLst/>
                <a:ahLst/>
                <a:cxnLst/>
                <a:rect l="l" t="t" r="r" b="b"/>
                <a:pathLst>
                  <a:path w="51418" h="47568">
                    <a:moveTo>
                      <a:pt x="0" y="23736"/>
                    </a:moveTo>
                    <a:lnTo>
                      <a:pt x="9087" y="16364"/>
                    </a:lnTo>
                    <a:lnTo>
                      <a:pt x="28143" y="0"/>
                    </a:lnTo>
                    <a:lnTo>
                      <a:pt x="51418" y="27484"/>
                    </a:lnTo>
                    <a:lnTo>
                      <a:pt x="38093" y="38731"/>
                    </a:lnTo>
                    <a:lnTo>
                      <a:pt x="34968" y="35030"/>
                    </a:lnTo>
                    <a:lnTo>
                      <a:pt x="20107" y="47568"/>
                    </a:lnTo>
                    <a:lnTo>
                      <a:pt x="0" y="237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5" name="Контур"/>
              <p:cNvSpPr/>
              <p:nvPr/>
            </p:nvSpPr>
            <p:spPr>
              <a:xfrm>
                <a:off x="3923312" y="3935523"/>
                <a:ext cx="89861" cy="98125"/>
              </a:xfrm>
              <a:custGeom>
                <a:avLst/>
                <a:gdLst/>
                <a:ahLst/>
                <a:cxnLst/>
                <a:rect l="l" t="t" r="r" b="b"/>
                <a:pathLst>
                  <a:path w="89861" h="98125">
                    <a:moveTo>
                      <a:pt x="0" y="20365"/>
                    </a:moveTo>
                    <a:lnTo>
                      <a:pt x="32693" y="0"/>
                    </a:lnTo>
                    <a:lnTo>
                      <a:pt x="89861" y="79419"/>
                    </a:lnTo>
                    <a:lnTo>
                      <a:pt x="55824" y="98125"/>
                    </a:lnTo>
                    <a:lnTo>
                      <a:pt x="0" y="203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6" name="Контур"/>
              <p:cNvSpPr/>
              <p:nvPr/>
            </p:nvSpPr>
            <p:spPr>
              <a:xfrm>
                <a:off x="3063267" y="3379028"/>
                <a:ext cx="86429" cy="90190"/>
              </a:xfrm>
              <a:custGeom>
                <a:avLst/>
                <a:gdLst/>
                <a:ahLst/>
                <a:cxnLst/>
                <a:rect l="l" t="t" r="r" b="b"/>
                <a:pathLst>
                  <a:path w="86429" h="90190">
                    <a:moveTo>
                      <a:pt x="14933" y="0"/>
                    </a:moveTo>
                    <a:lnTo>
                      <a:pt x="41933" y="28925"/>
                    </a:lnTo>
                    <a:lnTo>
                      <a:pt x="86429" y="76594"/>
                    </a:lnTo>
                    <a:lnTo>
                      <a:pt x="77702" y="84515"/>
                    </a:lnTo>
                    <a:lnTo>
                      <a:pt x="71176" y="90190"/>
                    </a:lnTo>
                    <a:lnTo>
                      <a:pt x="0" y="13940"/>
                    </a:lnTo>
                    <a:lnTo>
                      <a:pt x="1493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7" name="Контур"/>
              <p:cNvSpPr/>
              <p:nvPr/>
            </p:nvSpPr>
            <p:spPr>
              <a:xfrm>
                <a:off x="3078200" y="3343292"/>
                <a:ext cx="65284" cy="64661"/>
              </a:xfrm>
              <a:custGeom>
                <a:avLst/>
                <a:gdLst/>
                <a:ahLst/>
                <a:cxnLst/>
                <a:rect l="l" t="t" r="r" b="b"/>
                <a:pathLst>
                  <a:path w="65284" h="64661">
                    <a:moveTo>
                      <a:pt x="65284" y="28925"/>
                    </a:moveTo>
                    <a:lnTo>
                      <a:pt x="27000" y="64661"/>
                    </a:lnTo>
                    <a:lnTo>
                      <a:pt x="0" y="35736"/>
                    </a:lnTo>
                    <a:lnTo>
                      <a:pt x="38280" y="0"/>
                    </a:lnTo>
                    <a:lnTo>
                      <a:pt x="65284" y="28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8" name="Контур"/>
              <p:cNvSpPr/>
              <p:nvPr/>
            </p:nvSpPr>
            <p:spPr>
              <a:xfrm>
                <a:off x="3174468" y="3286624"/>
                <a:ext cx="105207" cy="104337"/>
              </a:xfrm>
              <a:custGeom>
                <a:avLst/>
                <a:gdLst/>
                <a:ahLst/>
                <a:cxnLst/>
                <a:rect l="l" t="t" r="r" b="b"/>
                <a:pathLst>
                  <a:path w="105207" h="104337">
                    <a:moveTo>
                      <a:pt x="0" y="56668"/>
                    </a:moveTo>
                    <a:lnTo>
                      <a:pt x="60711" y="0"/>
                    </a:lnTo>
                    <a:lnTo>
                      <a:pt x="105207" y="47668"/>
                    </a:lnTo>
                    <a:lnTo>
                      <a:pt x="44496" y="104337"/>
                    </a:lnTo>
                    <a:lnTo>
                      <a:pt x="0" y="566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9" name="Контур"/>
              <p:cNvSpPr/>
              <p:nvPr/>
            </p:nvSpPr>
            <p:spPr>
              <a:xfrm>
                <a:off x="3105200" y="3343292"/>
                <a:ext cx="113764" cy="112330"/>
              </a:xfrm>
              <a:custGeom>
                <a:avLst/>
                <a:gdLst/>
                <a:ahLst/>
                <a:cxnLst/>
                <a:rect l="l" t="t" r="r" b="b"/>
                <a:pathLst>
                  <a:path w="113764" h="112330">
                    <a:moveTo>
                      <a:pt x="38284" y="28925"/>
                    </a:moveTo>
                    <a:lnTo>
                      <a:pt x="69268" y="0"/>
                    </a:lnTo>
                    <a:lnTo>
                      <a:pt x="113764" y="47669"/>
                    </a:lnTo>
                    <a:lnTo>
                      <a:pt x="99356" y="61195"/>
                    </a:lnTo>
                    <a:lnTo>
                      <a:pt x="44496" y="112330"/>
                    </a:lnTo>
                    <a:lnTo>
                      <a:pt x="0" y="64661"/>
                    </a:lnTo>
                    <a:lnTo>
                      <a:pt x="38284" y="28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0" name="Контур"/>
              <p:cNvSpPr/>
              <p:nvPr/>
            </p:nvSpPr>
            <p:spPr>
              <a:xfrm>
                <a:off x="2827863" y="3302875"/>
                <a:ext cx="103881" cy="98417"/>
              </a:xfrm>
              <a:custGeom>
                <a:avLst/>
                <a:gdLst/>
                <a:ahLst/>
                <a:cxnLst/>
                <a:rect l="l" t="t" r="r" b="b"/>
                <a:pathLst>
                  <a:path w="103881" h="98417">
                    <a:moveTo>
                      <a:pt x="0" y="76505"/>
                    </a:moveTo>
                    <a:lnTo>
                      <a:pt x="82010" y="0"/>
                    </a:lnTo>
                    <a:lnTo>
                      <a:pt x="103881" y="23043"/>
                    </a:lnTo>
                    <a:lnTo>
                      <a:pt x="23131" y="98417"/>
                    </a:lnTo>
                    <a:lnTo>
                      <a:pt x="8826" y="83081"/>
                    </a:lnTo>
                    <a:lnTo>
                      <a:pt x="7342" y="84375"/>
                    </a:lnTo>
                    <a:lnTo>
                      <a:pt x="0" y="765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1" name="Контур"/>
              <p:cNvSpPr/>
              <p:nvPr/>
            </p:nvSpPr>
            <p:spPr>
              <a:xfrm>
                <a:off x="3116480" y="3313072"/>
                <a:ext cx="57988" cy="59145"/>
              </a:xfrm>
              <a:custGeom>
                <a:avLst/>
                <a:gdLst/>
                <a:ahLst/>
                <a:cxnLst/>
                <a:rect l="l" t="t" r="r" b="b"/>
                <a:pathLst>
                  <a:path w="57988" h="59145">
                    <a:moveTo>
                      <a:pt x="57988" y="30220"/>
                    </a:moveTo>
                    <a:lnTo>
                      <a:pt x="27004" y="59145"/>
                    </a:lnTo>
                    <a:lnTo>
                      <a:pt x="0" y="30220"/>
                    </a:lnTo>
                    <a:lnTo>
                      <a:pt x="29779" y="0"/>
                    </a:lnTo>
                    <a:lnTo>
                      <a:pt x="57988" y="302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2" name="Контур"/>
              <p:cNvSpPr/>
              <p:nvPr/>
            </p:nvSpPr>
            <p:spPr>
              <a:xfrm>
                <a:off x="3155950" y="3476699"/>
                <a:ext cx="576912" cy="447610"/>
              </a:xfrm>
              <a:custGeom>
                <a:avLst/>
                <a:gdLst/>
                <a:ahLst/>
                <a:cxnLst/>
                <a:rect l="l" t="t" r="r" b="b"/>
                <a:pathLst>
                  <a:path w="576912" h="447610">
                    <a:moveTo>
                      <a:pt x="0" y="398481"/>
                    </a:moveTo>
                    <a:lnTo>
                      <a:pt x="540706" y="0"/>
                    </a:lnTo>
                    <a:lnTo>
                      <a:pt x="576912" y="49128"/>
                    </a:lnTo>
                    <a:lnTo>
                      <a:pt x="36206" y="447610"/>
                    </a:lnTo>
                    <a:lnTo>
                      <a:pt x="0" y="3984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3" name="Контур"/>
              <p:cNvSpPr/>
              <p:nvPr/>
            </p:nvSpPr>
            <p:spPr>
              <a:xfrm>
                <a:off x="3113148" y="3437689"/>
                <a:ext cx="554096" cy="406085"/>
              </a:xfrm>
              <a:custGeom>
                <a:avLst/>
                <a:gdLst/>
                <a:ahLst/>
                <a:cxnLst/>
                <a:rect l="l" t="t" r="r" b="b"/>
                <a:pathLst>
                  <a:path w="554096" h="406085">
                    <a:moveTo>
                      <a:pt x="0" y="382287"/>
                    </a:moveTo>
                    <a:lnTo>
                      <a:pt x="537159" y="0"/>
                    </a:lnTo>
                    <a:lnTo>
                      <a:pt x="551239" y="19785"/>
                    </a:lnTo>
                    <a:lnTo>
                      <a:pt x="554096" y="23799"/>
                    </a:lnTo>
                    <a:lnTo>
                      <a:pt x="16938" y="406085"/>
                    </a:lnTo>
                    <a:lnTo>
                      <a:pt x="0" y="3822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4" name="Контур"/>
              <p:cNvSpPr/>
              <p:nvPr/>
            </p:nvSpPr>
            <p:spPr>
              <a:xfrm>
                <a:off x="3107058" y="3665688"/>
                <a:ext cx="59479" cy="66892"/>
              </a:xfrm>
              <a:custGeom>
                <a:avLst/>
                <a:gdLst/>
                <a:ahLst/>
                <a:cxnLst/>
                <a:rect l="l" t="t" r="r" b="b"/>
                <a:pathLst>
                  <a:path w="59479" h="66892">
                    <a:moveTo>
                      <a:pt x="0" y="17701"/>
                    </a:moveTo>
                    <a:lnTo>
                      <a:pt x="26036" y="0"/>
                    </a:lnTo>
                    <a:lnTo>
                      <a:pt x="59479" y="49191"/>
                    </a:lnTo>
                    <a:lnTo>
                      <a:pt x="33443" y="66892"/>
                    </a:lnTo>
                    <a:lnTo>
                      <a:pt x="11720" y="34940"/>
                    </a:lnTo>
                    <a:lnTo>
                      <a:pt x="0" y="177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5" name="Контур"/>
              <p:cNvSpPr/>
              <p:nvPr/>
            </p:nvSpPr>
            <p:spPr>
              <a:xfrm>
                <a:off x="3138534" y="3464018"/>
                <a:ext cx="313005" cy="255346"/>
              </a:xfrm>
              <a:custGeom>
                <a:avLst/>
                <a:gdLst/>
                <a:ahLst/>
                <a:cxnLst/>
                <a:rect l="l" t="t" r="r" b="b"/>
                <a:pathLst>
                  <a:path w="313005" h="255346">
                    <a:moveTo>
                      <a:pt x="0" y="198866"/>
                    </a:moveTo>
                    <a:lnTo>
                      <a:pt x="271699" y="0"/>
                    </a:lnTo>
                    <a:lnTo>
                      <a:pt x="278650" y="9049"/>
                    </a:lnTo>
                    <a:lnTo>
                      <a:pt x="313005" y="56432"/>
                    </a:lnTo>
                    <a:lnTo>
                      <a:pt x="40721" y="255346"/>
                    </a:lnTo>
                    <a:lnTo>
                      <a:pt x="0" y="1988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6" name="Контур"/>
              <p:cNvSpPr/>
              <p:nvPr/>
            </p:nvSpPr>
            <p:spPr>
              <a:xfrm>
                <a:off x="3140969" y="3404487"/>
                <a:ext cx="124188" cy="124744"/>
              </a:xfrm>
              <a:custGeom>
                <a:avLst/>
                <a:gdLst/>
                <a:ahLst/>
                <a:cxnLst/>
                <a:rect l="l" t="t" r="r" b="b"/>
                <a:pathLst>
                  <a:path w="124188" h="124744">
                    <a:moveTo>
                      <a:pt x="0" y="59056"/>
                    </a:moveTo>
                    <a:lnTo>
                      <a:pt x="8727" y="51135"/>
                    </a:lnTo>
                    <a:lnTo>
                      <a:pt x="63587" y="0"/>
                    </a:lnTo>
                    <a:lnTo>
                      <a:pt x="124188" y="66650"/>
                    </a:lnTo>
                    <a:lnTo>
                      <a:pt x="60184" y="124744"/>
                    </a:lnTo>
                    <a:lnTo>
                      <a:pt x="0" y="590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7" name="Контур"/>
              <p:cNvSpPr/>
              <p:nvPr/>
            </p:nvSpPr>
            <p:spPr>
              <a:xfrm>
                <a:off x="3226472" y="3091307"/>
                <a:ext cx="357462" cy="380026"/>
              </a:xfrm>
              <a:custGeom>
                <a:avLst/>
                <a:gdLst/>
                <a:ahLst/>
                <a:cxnLst/>
                <a:rect l="l" t="t" r="r" b="b"/>
                <a:pathLst>
                  <a:path w="357462" h="380026">
                    <a:moveTo>
                      <a:pt x="0" y="66014"/>
                    </a:moveTo>
                    <a:lnTo>
                      <a:pt x="70440" y="0"/>
                    </a:lnTo>
                    <a:lnTo>
                      <a:pt x="357462" y="306501"/>
                    </a:lnTo>
                    <a:lnTo>
                      <a:pt x="277763" y="380026"/>
                    </a:lnTo>
                    <a:lnTo>
                      <a:pt x="240515" y="341746"/>
                    </a:lnTo>
                    <a:lnTo>
                      <a:pt x="194827" y="291168"/>
                    </a:lnTo>
                    <a:lnTo>
                      <a:pt x="184286" y="279365"/>
                    </a:lnTo>
                    <a:lnTo>
                      <a:pt x="179510" y="274022"/>
                    </a:lnTo>
                    <a:lnTo>
                      <a:pt x="133209" y="222177"/>
                    </a:lnTo>
                    <a:lnTo>
                      <a:pt x="141163" y="214622"/>
                    </a:lnTo>
                    <a:lnTo>
                      <a:pt x="0" y="660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8" name="Контур"/>
              <p:cNvSpPr/>
              <p:nvPr/>
            </p:nvSpPr>
            <p:spPr>
              <a:xfrm>
                <a:off x="3139762" y="4403956"/>
                <a:ext cx="51458" cy="48511"/>
              </a:xfrm>
              <a:custGeom>
                <a:avLst/>
                <a:gdLst/>
                <a:ahLst/>
                <a:cxnLst/>
                <a:rect l="l" t="t" r="r" b="b"/>
                <a:pathLst>
                  <a:path w="51458" h="48511">
                    <a:moveTo>
                      <a:pt x="16822" y="48511"/>
                    </a:moveTo>
                    <a:lnTo>
                      <a:pt x="0" y="26635"/>
                    </a:lnTo>
                    <a:lnTo>
                      <a:pt x="34636" y="0"/>
                    </a:lnTo>
                    <a:lnTo>
                      <a:pt x="51458" y="21876"/>
                    </a:lnTo>
                    <a:lnTo>
                      <a:pt x="16822" y="485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9" name="Контур"/>
              <p:cNvSpPr/>
              <p:nvPr/>
            </p:nvSpPr>
            <p:spPr>
              <a:xfrm>
                <a:off x="3190265" y="4370889"/>
                <a:ext cx="88171" cy="94775"/>
              </a:xfrm>
              <a:custGeom>
                <a:avLst/>
                <a:gdLst/>
                <a:ahLst/>
                <a:cxnLst/>
                <a:rect l="l" t="t" r="r" b="b"/>
                <a:pathLst>
                  <a:path w="88171" h="94775">
                    <a:moveTo>
                      <a:pt x="43192" y="94775"/>
                    </a:moveTo>
                    <a:lnTo>
                      <a:pt x="0" y="32784"/>
                    </a:lnTo>
                    <a:lnTo>
                      <a:pt x="44383" y="0"/>
                    </a:lnTo>
                    <a:lnTo>
                      <a:pt x="88171" y="62289"/>
                    </a:lnTo>
                    <a:lnTo>
                      <a:pt x="43192" y="947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0" name="Контур"/>
              <p:cNvSpPr/>
              <p:nvPr/>
            </p:nvSpPr>
            <p:spPr>
              <a:xfrm>
                <a:off x="2808714" y="4248757"/>
                <a:ext cx="42084" cy="41177"/>
              </a:xfrm>
              <a:custGeom>
                <a:avLst/>
                <a:gdLst/>
                <a:ahLst/>
                <a:cxnLst/>
                <a:rect l="l" t="t" r="r" b="b"/>
                <a:pathLst>
                  <a:path w="42084" h="41177">
                    <a:moveTo>
                      <a:pt x="15188" y="41177"/>
                    </a:moveTo>
                    <a:lnTo>
                      <a:pt x="0" y="20932"/>
                    </a:lnTo>
                    <a:lnTo>
                      <a:pt x="27359" y="0"/>
                    </a:lnTo>
                    <a:lnTo>
                      <a:pt x="42084" y="19644"/>
                    </a:lnTo>
                    <a:lnTo>
                      <a:pt x="15188" y="411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1" name="Контур"/>
              <p:cNvSpPr/>
              <p:nvPr/>
            </p:nvSpPr>
            <p:spPr>
              <a:xfrm>
                <a:off x="3388159" y="4218316"/>
                <a:ext cx="65988" cy="57153"/>
              </a:xfrm>
              <a:custGeom>
                <a:avLst/>
                <a:gdLst/>
                <a:ahLst/>
                <a:cxnLst/>
                <a:rect l="l" t="t" r="r" b="b"/>
                <a:pathLst>
                  <a:path w="65988" h="57153">
                    <a:moveTo>
                      <a:pt x="15765" y="57153"/>
                    </a:moveTo>
                    <a:lnTo>
                      <a:pt x="0" y="36605"/>
                    </a:lnTo>
                    <a:lnTo>
                      <a:pt x="51288" y="0"/>
                    </a:lnTo>
                    <a:lnTo>
                      <a:pt x="65988" y="20263"/>
                    </a:lnTo>
                    <a:lnTo>
                      <a:pt x="15765" y="571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2" name="Контур"/>
              <p:cNvSpPr/>
              <p:nvPr/>
            </p:nvSpPr>
            <p:spPr>
              <a:xfrm>
                <a:off x="2836506" y="4197867"/>
                <a:ext cx="47640" cy="41969"/>
              </a:xfrm>
              <a:custGeom>
                <a:avLst/>
                <a:gdLst/>
                <a:ahLst/>
                <a:cxnLst/>
                <a:rect l="l" t="t" r="r" b="b"/>
                <a:pathLst>
                  <a:path w="47640" h="41969">
                    <a:moveTo>
                      <a:pt x="0" y="22285"/>
                    </a:moveTo>
                    <a:lnTo>
                      <a:pt x="35166" y="0"/>
                    </a:lnTo>
                    <a:lnTo>
                      <a:pt x="47640" y="19684"/>
                    </a:lnTo>
                    <a:lnTo>
                      <a:pt x="12473" y="41969"/>
                    </a:lnTo>
                    <a:lnTo>
                      <a:pt x="0" y="222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3" name="Контур"/>
              <p:cNvSpPr/>
              <p:nvPr/>
            </p:nvSpPr>
            <p:spPr>
              <a:xfrm>
                <a:off x="3175525" y="3535627"/>
                <a:ext cx="628520" cy="463836"/>
              </a:xfrm>
              <a:custGeom>
                <a:avLst/>
                <a:gdLst/>
                <a:ahLst/>
                <a:cxnLst/>
                <a:rect l="l" t="t" r="r" b="b"/>
                <a:pathLst>
                  <a:path w="628520" h="463836">
                    <a:moveTo>
                      <a:pt x="628520" y="22025"/>
                    </a:moveTo>
                    <a:lnTo>
                      <a:pt x="17071" y="463836"/>
                    </a:lnTo>
                    <a:lnTo>
                      <a:pt x="0" y="440014"/>
                    </a:lnTo>
                    <a:lnTo>
                      <a:pt x="610551" y="0"/>
                    </a:lnTo>
                    <a:lnTo>
                      <a:pt x="628520" y="220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4" name="Контур"/>
              <p:cNvSpPr/>
              <p:nvPr/>
            </p:nvSpPr>
            <p:spPr>
              <a:xfrm>
                <a:off x="2670451" y="1587879"/>
                <a:ext cx="25676" cy="18975"/>
              </a:xfrm>
              <a:custGeom>
                <a:avLst/>
                <a:gdLst/>
                <a:ahLst/>
                <a:cxnLst/>
                <a:rect l="l" t="t" r="r" b="b"/>
                <a:pathLst>
                  <a:path w="25676" h="18975">
                    <a:moveTo>
                      <a:pt x="0" y="56"/>
                    </a:moveTo>
                    <a:lnTo>
                      <a:pt x="15239" y="0"/>
                    </a:lnTo>
                    <a:lnTo>
                      <a:pt x="25676" y="11357"/>
                    </a:lnTo>
                    <a:lnTo>
                      <a:pt x="17387" y="18975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5" name="Контур"/>
              <p:cNvSpPr/>
              <p:nvPr/>
            </p:nvSpPr>
            <p:spPr>
              <a:xfrm>
                <a:off x="1441571" y="1592344"/>
                <a:ext cx="17039" cy="8545"/>
              </a:xfrm>
              <a:custGeom>
                <a:avLst/>
                <a:gdLst/>
                <a:ahLst/>
                <a:cxnLst/>
                <a:rect l="l" t="t" r="r" b="b"/>
                <a:pathLst>
                  <a:path w="17039" h="8545">
                    <a:moveTo>
                      <a:pt x="17039" y="0"/>
                    </a:moveTo>
                    <a:lnTo>
                      <a:pt x="7907" y="8545"/>
                    </a:lnTo>
                    <a:lnTo>
                      <a:pt x="0" y="62"/>
                    </a:lnTo>
                    <a:lnTo>
                      <a:pt x="170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6" name="Контур"/>
              <p:cNvSpPr/>
              <p:nvPr/>
            </p:nvSpPr>
            <p:spPr>
              <a:xfrm>
                <a:off x="1441571" y="1592344"/>
                <a:ext cx="17039" cy="8545"/>
              </a:xfrm>
              <a:custGeom>
                <a:avLst/>
                <a:gdLst/>
                <a:ahLst/>
                <a:cxnLst/>
                <a:rect l="l" t="t" r="r" b="b"/>
                <a:pathLst>
                  <a:path w="17039" h="8545">
                    <a:moveTo>
                      <a:pt x="17039" y="0"/>
                    </a:moveTo>
                    <a:lnTo>
                      <a:pt x="7907" y="8545"/>
                    </a:lnTo>
                    <a:lnTo>
                      <a:pt x="0" y="62"/>
                    </a:lnTo>
                    <a:lnTo>
                      <a:pt x="170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7" name="Контур"/>
              <p:cNvSpPr/>
              <p:nvPr/>
            </p:nvSpPr>
            <p:spPr>
              <a:xfrm>
                <a:off x="1384532" y="1592184"/>
                <a:ext cx="144591" cy="117130"/>
              </a:xfrm>
              <a:custGeom>
                <a:avLst/>
                <a:gdLst/>
                <a:ahLst/>
                <a:cxnLst/>
                <a:rect l="l" t="t" r="r" b="b"/>
                <a:pathLst>
                  <a:path w="144591" h="117130">
                    <a:moveTo>
                      <a:pt x="64946" y="8705"/>
                    </a:moveTo>
                    <a:lnTo>
                      <a:pt x="74078" y="160"/>
                    </a:lnTo>
                    <a:lnTo>
                      <a:pt x="118520" y="0"/>
                    </a:lnTo>
                    <a:lnTo>
                      <a:pt x="144591" y="27975"/>
                    </a:lnTo>
                    <a:lnTo>
                      <a:pt x="48925" y="117130"/>
                    </a:lnTo>
                    <a:lnTo>
                      <a:pt x="0" y="69230"/>
                    </a:lnTo>
                    <a:lnTo>
                      <a:pt x="64946" y="87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8" name="Контур"/>
              <p:cNvSpPr/>
              <p:nvPr/>
            </p:nvSpPr>
            <p:spPr>
              <a:xfrm>
                <a:off x="1795147" y="1590614"/>
                <a:ext cx="141315" cy="70800"/>
              </a:xfrm>
              <a:custGeom>
                <a:avLst/>
                <a:gdLst/>
                <a:ahLst/>
                <a:cxnLst/>
                <a:rect l="l" t="t" r="r" b="b"/>
                <a:pathLst>
                  <a:path w="141315" h="70800">
                    <a:moveTo>
                      <a:pt x="0" y="513"/>
                    </a:moveTo>
                    <a:lnTo>
                      <a:pt x="141315" y="0"/>
                    </a:lnTo>
                    <a:lnTo>
                      <a:pt x="66642" y="70800"/>
                    </a:lnTo>
                    <a:lnTo>
                      <a:pt x="0" y="5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9" name="Контур"/>
              <p:cNvSpPr/>
              <p:nvPr/>
            </p:nvSpPr>
            <p:spPr>
              <a:xfrm>
                <a:off x="2708562" y="1587593"/>
                <a:ext cx="71318" cy="45167"/>
              </a:xfrm>
              <a:custGeom>
                <a:avLst/>
                <a:gdLst/>
                <a:ahLst/>
                <a:cxnLst/>
                <a:rect l="l" t="t" r="r" b="b"/>
                <a:pathLst>
                  <a:path w="71318" h="45167">
                    <a:moveTo>
                      <a:pt x="258" y="483"/>
                    </a:moveTo>
                    <a:lnTo>
                      <a:pt x="0" y="202"/>
                    </a:lnTo>
                    <a:lnTo>
                      <a:pt x="55091" y="0"/>
                    </a:lnTo>
                    <a:lnTo>
                      <a:pt x="71318" y="17619"/>
                    </a:lnTo>
                    <a:lnTo>
                      <a:pt x="41404" y="45167"/>
                    </a:lnTo>
                    <a:lnTo>
                      <a:pt x="258" y="4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0" name="Контур"/>
              <p:cNvSpPr/>
              <p:nvPr/>
            </p:nvSpPr>
            <p:spPr>
              <a:xfrm>
                <a:off x="2156099" y="1589600"/>
                <a:ext cx="59092" cy="37269"/>
              </a:xfrm>
              <a:custGeom>
                <a:avLst/>
                <a:gdLst/>
                <a:ahLst/>
                <a:cxnLst/>
                <a:rect l="l" t="t" r="r" b="b"/>
                <a:pathLst>
                  <a:path w="59092" h="37269">
                    <a:moveTo>
                      <a:pt x="59092" y="0"/>
                    </a:moveTo>
                    <a:lnTo>
                      <a:pt x="21702" y="37269"/>
                    </a:lnTo>
                    <a:lnTo>
                      <a:pt x="0" y="15496"/>
                    </a:lnTo>
                    <a:lnTo>
                      <a:pt x="15387" y="159"/>
                    </a:lnTo>
                    <a:lnTo>
                      <a:pt x="5909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1" name="Контур"/>
              <p:cNvSpPr/>
              <p:nvPr/>
            </p:nvSpPr>
            <p:spPr>
              <a:xfrm>
                <a:off x="1384532" y="1592184"/>
                <a:ext cx="144591" cy="117130"/>
              </a:xfrm>
              <a:custGeom>
                <a:avLst/>
                <a:gdLst/>
                <a:ahLst/>
                <a:cxnLst/>
                <a:rect l="l" t="t" r="r" b="b"/>
                <a:pathLst>
                  <a:path w="144591" h="117130">
                    <a:moveTo>
                      <a:pt x="64946" y="8705"/>
                    </a:moveTo>
                    <a:lnTo>
                      <a:pt x="74078" y="160"/>
                    </a:lnTo>
                    <a:lnTo>
                      <a:pt x="118520" y="0"/>
                    </a:lnTo>
                    <a:lnTo>
                      <a:pt x="144591" y="27975"/>
                    </a:lnTo>
                    <a:lnTo>
                      <a:pt x="48925" y="117130"/>
                    </a:lnTo>
                    <a:lnTo>
                      <a:pt x="0" y="69230"/>
                    </a:lnTo>
                    <a:lnTo>
                      <a:pt x="64946" y="87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2" name="Контур"/>
              <p:cNvSpPr/>
              <p:nvPr/>
            </p:nvSpPr>
            <p:spPr>
              <a:xfrm>
                <a:off x="2663731" y="1594953"/>
                <a:ext cx="21327" cy="22027"/>
              </a:xfrm>
              <a:custGeom>
                <a:avLst/>
                <a:gdLst/>
                <a:ahLst/>
                <a:cxnLst/>
                <a:rect l="l" t="t" r="r" b="b"/>
                <a:pathLst>
                  <a:path w="21327" h="22027">
                    <a:moveTo>
                      <a:pt x="7976" y="0"/>
                    </a:moveTo>
                    <a:lnTo>
                      <a:pt x="21327" y="14861"/>
                    </a:lnTo>
                    <a:lnTo>
                      <a:pt x="13351" y="22027"/>
                    </a:lnTo>
                    <a:lnTo>
                      <a:pt x="0" y="7166"/>
                    </a:lnTo>
                    <a:lnTo>
                      <a:pt x="79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3" name="Контур"/>
              <p:cNvSpPr/>
              <p:nvPr/>
            </p:nvSpPr>
            <p:spPr>
              <a:xfrm>
                <a:off x="1998341" y="1737895"/>
                <a:ext cx="193807" cy="195961"/>
              </a:xfrm>
              <a:custGeom>
                <a:avLst/>
                <a:gdLst/>
                <a:ahLst/>
                <a:cxnLst/>
                <a:rect l="l" t="t" r="r" b="b"/>
                <a:pathLst>
                  <a:path w="193807" h="195961">
                    <a:moveTo>
                      <a:pt x="0" y="75159"/>
                    </a:moveTo>
                    <a:lnTo>
                      <a:pt x="79270" y="0"/>
                    </a:lnTo>
                    <a:lnTo>
                      <a:pt x="193807" y="120802"/>
                    </a:lnTo>
                    <a:lnTo>
                      <a:pt x="114538" y="195961"/>
                    </a:lnTo>
                    <a:lnTo>
                      <a:pt x="0" y="751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4" name="Контур"/>
              <p:cNvSpPr/>
              <p:nvPr/>
            </p:nvSpPr>
            <p:spPr>
              <a:xfrm>
                <a:off x="1309257" y="1661414"/>
                <a:ext cx="124200" cy="121471"/>
              </a:xfrm>
              <a:custGeom>
                <a:avLst/>
                <a:gdLst/>
                <a:ahLst/>
                <a:cxnLst/>
                <a:rect l="l" t="t" r="r" b="b"/>
                <a:pathLst>
                  <a:path w="124200" h="121471">
                    <a:moveTo>
                      <a:pt x="0" y="70152"/>
                    </a:moveTo>
                    <a:lnTo>
                      <a:pt x="75275" y="0"/>
                    </a:lnTo>
                    <a:lnTo>
                      <a:pt x="124200" y="47900"/>
                    </a:lnTo>
                    <a:lnTo>
                      <a:pt x="45256" y="121471"/>
                    </a:lnTo>
                    <a:lnTo>
                      <a:pt x="0" y="701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5" name="Контур"/>
              <p:cNvSpPr/>
              <p:nvPr/>
            </p:nvSpPr>
            <p:spPr>
              <a:xfrm>
                <a:off x="1309257" y="1661414"/>
                <a:ext cx="124200" cy="121471"/>
              </a:xfrm>
              <a:custGeom>
                <a:avLst/>
                <a:gdLst/>
                <a:ahLst/>
                <a:cxnLst/>
                <a:rect l="l" t="t" r="r" b="b"/>
                <a:pathLst>
                  <a:path w="124200" h="121471">
                    <a:moveTo>
                      <a:pt x="0" y="70152"/>
                    </a:moveTo>
                    <a:lnTo>
                      <a:pt x="75275" y="0"/>
                    </a:lnTo>
                    <a:lnTo>
                      <a:pt x="124200" y="47900"/>
                    </a:lnTo>
                    <a:lnTo>
                      <a:pt x="45256" y="121471"/>
                    </a:lnTo>
                    <a:lnTo>
                      <a:pt x="0" y="701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6" name="Контур"/>
              <p:cNvSpPr/>
              <p:nvPr/>
            </p:nvSpPr>
            <p:spPr>
              <a:xfrm>
                <a:off x="2389232" y="1588260"/>
                <a:ext cx="208795" cy="169967"/>
              </a:xfrm>
              <a:custGeom>
                <a:avLst/>
                <a:gdLst/>
                <a:ahLst/>
                <a:cxnLst/>
                <a:rect l="l" t="t" r="r" b="b"/>
                <a:pathLst>
                  <a:path w="208795" h="169967">
                    <a:moveTo>
                      <a:pt x="1593" y="120916"/>
                    </a:moveTo>
                    <a:lnTo>
                      <a:pt x="132042" y="222"/>
                    </a:lnTo>
                    <a:lnTo>
                      <a:pt x="192586" y="0"/>
                    </a:lnTo>
                    <a:lnTo>
                      <a:pt x="208795" y="17524"/>
                    </a:lnTo>
                    <a:lnTo>
                      <a:pt x="56611" y="158308"/>
                    </a:lnTo>
                    <a:lnTo>
                      <a:pt x="44006" y="169967"/>
                    </a:lnTo>
                    <a:lnTo>
                      <a:pt x="0" y="122389"/>
                    </a:lnTo>
                    <a:lnTo>
                      <a:pt x="1593" y="1209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7" name="Контур"/>
              <p:cNvSpPr/>
              <p:nvPr/>
            </p:nvSpPr>
            <p:spPr>
              <a:xfrm>
                <a:off x="1192504" y="1692357"/>
                <a:ext cx="162009" cy="163642"/>
              </a:xfrm>
              <a:custGeom>
                <a:avLst/>
                <a:gdLst/>
                <a:ahLst/>
                <a:cxnLst/>
                <a:rect l="l" t="t" r="r" b="b"/>
                <a:pathLst>
                  <a:path w="162009" h="163642">
                    <a:moveTo>
                      <a:pt x="83554" y="163642"/>
                    </a:moveTo>
                    <a:lnTo>
                      <a:pt x="0" y="73986"/>
                    </a:lnTo>
                    <a:lnTo>
                      <a:pt x="52530" y="25799"/>
                    </a:lnTo>
                    <a:lnTo>
                      <a:pt x="80213" y="0"/>
                    </a:lnTo>
                    <a:lnTo>
                      <a:pt x="116753" y="39209"/>
                    </a:lnTo>
                    <a:lnTo>
                      <a:pt x="162009" y="90528"/>
                    </a:lnTo>
                    <a:lnTo>
                      <a:pt x="83554" y="1636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8" name="Контур"/>
              <p:cNvSpPr/>
              <p:nvPr/>
            </p:nvSpPr>
            <p:spPr>
              <a:xfrm>
                <a:off x="2445843" y="1588114"/>
                <a:ext cx="231710" cy="201702"/>
              </a:xfrm>
              <a:custGeom>
                <a:avLst/>
                <a:gdLst/>
                <a:ahLst/>
                <a:cxnLst/>
                <a:rect l="l" t="t" r="r" b="b"/>
                <a:pathLst>
                  <a:path w="231710" h="201702">
                    <a:moveTo>
                      <a:pt x="78614" y="201702"/>
                    </a:moveTo>
                    <a:lnTo>
                      <a:pt x="40392" y="160129"/>
                    </a:lnTo>
                    <a:lnTo>
                      <a:pt x="19027" y="179775"/>
                    </a:lnTo>
                    <a:lnTo>
                      <a:pt x="0" y="158454"/>
                    </a:lnTo>
                    <a:lnTo>
                      <a:pt x="152184" y="17670"/>
                    </a:lnTo>
                    <a:lnTo>
                      <a:pt x="135975" y="146"/>
                    </a:lnTo>
                    <a:lnTo>
                      <a:pt x="175733" y="0"/>
                    </a:lnTo>
                    <a:lnTo>
                      <a:pt x="215508" y="43237"/>
                    </a:lnTo>
                    <a:lnTo>
                      <a:pt x="231710" y="60850"/>
                    </a:lnTo>
                    <a:lnTo>
                      <a:pt x="78614" y="2017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9" name="Контур"/>
              <p:cNvSpPr/>
              <p:nvPr/>
            </p:nvSpPr>
            <p:spPr>
              <a:xfrm>
                <a:off x="1123185" y="1643248"/>
                <a:ext cx="79775" cy="78358"/>
              </a:xfrm>
              <a:custGeom>
                <a:avLst/>
                <a:gdLst/>
                <a:ahLst/>
                <a:cxnLst/>
                <a:rect l="l" t="t" r="r" b="b"/>
                <a:pathLst>
                  <a:path w="79775" h="78358">
                    <a:moveTo>
                      <a:pt x="0" y="46671"/>
                    </a:moveTo>
                    <a:lnTo>
                      <a:pt x="50506" y="0"/>
                    </a:lnTo>
                    <a:lnTo>
                      <a:pt x="79775" y="29761"/>
                    </a:lnTo>
                    <a:lnTo>
                      <a:pt x="27628" y="78358"/>
                    </a:lnTo>
                    <a:lnTo>
                      <a:pt x="0" y="466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0" name="Контур"/>
              <p:cNvSpPr/>
              <p:nvPr/>
            </p:nvSpPr>
            <p:spPr>
              <a:xfrm>
                <a:off x="1123185" y="1643248"/>
                <a:ext cx="79775" cy="78358"/>
              </a:xfrm>
              <a:custGeom>
                <a:avLst/>
                <a:gdLst/>
                <a:ahLst/>
                <a:cxnLst/>
                <a:rect l="l" t="t" r="r" b="b"/>
                <a:pathLst>
                  <a:path w="79775" h="78358">
                    <a:moveTo>
                      <a:pt x="0" y="46671"/>
                    </a:moveTo>
                    <a:lnTo>
                      <a:pt x="50506" y="0"/>
                    </a:lnTo>
                    <a:lnTo>
                      <a:pt x="79775" y="29761"/>
                    </a:lnTo>
                    <a:lnTo>
                      <a:pt x="27628" y="78358"/>
                    </a:lnTo>
                    <a:lnTo>
                      <a:pt x="0" y="466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1" name="Контур"/>
              <p:cNvSpPr/>
              <p:nvPr/>
            </p:nvSpPr>
            <p:spPr>
              <a:xfrm>
                <a:off x="1042815" y="1593533"/>
                <a:ext cx="130876" cy="96386"/>
              </a:xfrm>
              <a:custGeom>
                <a:avLst/>
                <a:gdLst/>
                <a:ahLst/>
                <a:cxnLst/>
                <a:rect l="l" t="t" r="r" b="b"/>
                <a:pathLst>
                  <a:path w="130876" h="96386">
                    <a:moveTo>
                      <a:pt x="0" y="9412"/>
                    </a:moveTo>
                    <a:lnTo>
                      <a:pt x="9891" y="272"/>
                    </a:lnTo>
                    <a:lnTo>
                      <a:pt x="85691" y="0"/>
                    </a:lnTo>
                    <a:lnTo>
                      <a:pt x="96829" y="12871"/>
                    </a:lnTo>
                    <a:lnTo>
                      <a:pt x="130876" y="49715"/>
                    </a:lnTo>
                    <a:lnTo>
                      <a:pt x="80370" y="96386"/>
                    </a:lnTo>
                    <a:lnTo>
                      <a:pt x="0" y="94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2" name="Контур"/>
              <p:cNvSpPr/>
              <p:nvPr/>
            </p:nvSpPr>
            <p:spPr>
              <a:xfrm>
                <a:off x="1042815" y="1593533"/>
                <a:ext cx="130876" cy="96386"/>
              </a:xfrm>
              <a:custGeom>
                <a:avLst/>
                <a:gdLst/>
                <a:ahLst/>
                <a:cxnLst/>
                <a:rect l="l" t="t" r="r" b="b"/>
                <a:pathLst>
                  <a:path w="130876" h="96386">
                    <a:moveTo>
                      <a:pt x="0" y="9412"/>
                    </a:moveTo>
                    <a:lnTo>
                      <a:pt x="9891" y="272"/>
                    </a:lnTo>
                    <a:lnTo>
                      <a:pt x="85691" y="0"/>
                    </a:lnTo>
                    <a:lnTo>
                      <a:pt x="96829" y="12871"/>
                    </a:lnTo>
                    <a:lnTo>
                      <a:pt x="130876" y="49715"/>
                    </a:lnTo>
                    <a:lnTo>
                      <a:pt x="80370" y="96386"/>
                    </a:lnTo>
                    <a:lnTo>
                      <a:pt x="0" y="94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3" name="Контур"/>
              <p:cNvSpPr/>
              <p:nvPr/>
            </p:nvSpPr>
            <p:spPr>
              <a:xfrm>
                <a:off x="1128506" y="1593442"/>
                <a:ext cx="25165" cy="12962"/>
              </a:xfrm>
              <a:custGeom>
                <a:avLst/>
                <a:gdLst/>
                <a:ahLst/>
                <a:cxnLst/>
                <a:rect l="l" t="t" r="r" b="b"/>
                <a:pathLst>
                  <a:path w="25165" h="12962">
                    <a:moveTo>
                      <a:pt x="25165" y="0"/>
                    </a:moveTo>
                    <a:lnTo>
                      <a:pt x="11138" y="12962"/>
                    </a:lnTo>
                    <a:lnTo>
                      <a:pt x="0" y="91"/>
                    </a:lnTo>
                    <a:lnTo>
                      <a:pt x="251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4" name="Контур"/>
              <p:cNvSpPr/>
              <p:nvPr/>
            </p:nvSpPr>
            <p:spPr>
              <a:xfrm>
                <a:off x="1128506" y="1593442"/>
                <a:ext cx="25165" cy="12962"/>
              </a:xfrm>
              <a:custGeom>
                <a:avLst/>
                <a:gdLst/>
                <a:ahLst/>
                <a:cxnLst/>
                <a:rect l="l" t="t" r="r" b="b"/>
                <a:pathLst>
                  <a:path w="25165" h="12962">
                    <a:moveTo>
                      <a:pt x="25165" y="0"/>
                    </a:moveTo>
                    <a:lnTo>
                      <a:pt x="11138" y="12962"/>
                    </a:lnTo>
                    <a:lnTo>
                      <a:pt x="0" y="91"/>
                    </a:lnTo>
                    <a:lnTo>
                      <a:pt x="251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5" name="Контур"/>
              <p:cNvSpPr/>
              <p:nvPr/>
            </p:nvSpPr>
            <p:spPr>
              <a:xfrm>
                <a:off x="1192504" y="1692357"/>
                <a:ext cx="162009" cy="163642"/>
              </a:xfrm>
              <a:custGeom>
                <a:avLst/>
                <a:gdLst/>
                <a:ahLst/>
                <a:cxnLst/>
                <a:rect l="l" t="t" r="r" b="b"/>
                <a:pathLst>
                  <a:path w="162009" h="163642">
                    <a:moveTo>
                      <a:pt x="83554" y="163642"/>
                    </a:moveTo>
                    <a:lnTo>
                      <a:pt x="0" y="73986"/>
                    </a:lnTo>
                    <a:lnTo>
                      <a:pt x="52530" y="25799"/>
                    </a:lnTo>
                    <a:lnTo>
                      <a:pt x="80213" y="0"/>
                    </a:lnTo>
                    <a:lnTo>
                      <a:pt x="116753" y="39209"/>
                    </a:lnTo>
                    <a:lnTo>
                      <a:pt x="162009" y="90528"/>
                    </a:lnTo>
                    <a:lnTo>
                      <a:pt x="83554" y="1636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6" name="Контур"/>
              <p:cNvSpPr/>
              <p:nvPr/>
            </p:nvSpPr>
            <p:spPr>
              <a:xfrm>
                <a:off x="979557" y="1729058"/>
                <a:ext cx="116738" cy="119033"/>
              </a:xfrm>
              <a:custGeom>
                <a:avLst/>
                <a:gdLst/>
                <a:ahLst/>
                <a:cxnLst/>
                <a:rect l="l" t="t" r="r" b="b"/>
                <a:pathLst>
                  <a:path w="116738" h="119033">
                    <a:moveTo>
                      <a:pt x="0" y="29185"/>
                    </a:moveTo>
                    <a:lnTo>
                      <a:pt x="30604" y="0"/>
                    </a:lnTo>
                    <a:lnTo>
                      <a:pt x="116738" y="91476"/>
                    </a:lnTo>
                    <a:lnTo>
                      <a:pt x="84601" y="119033"/>
                    </a:lnTo>
                    <a:lnTo>
                      <a:pt x="0" y="291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7" name="Контур"/>
              <p:cNvSpPr/>
              <p:nvPr/>
            </p:nvSpPr>
            <p:spPr>
              <a:xfrm>
                <a:off x="979557" y="1729058"/>
                <a:ext cx="116738" cy="119033"/>
              </a:xfrm>
              <a:custGeom>
                <a:avLst/>
                <a:gdLst/>
                <a:ahLst/>
                <a:cxnLst/>
                <a:rect l="l" t="t" r="r" b="b"/>
                <a:pathLst>
                  <a:path w="116738" h="119033">
                    <a:moveTo>
                      <a:pt x="0" y="29185"/>
                    </a:moveTo>
                    <a:lnTo>
                      <a:pt x="30604" y="0"/>
                    </a:lnTo>
                    <a:lnTo>
                      <a:pt x="116738" y="91476"/>
                    </a:lnTo>
                    <a:lnTo>
                      <a:pt x="84601" y="119033"/>
                    </a:lnTo>
                    <a:lnTo>
                      <a:pt x="0" y="291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8" name="Контур"/>
              <p:cNvSpPr/>
              <p:nvPr/>
            </p:nvSpPr>
            <p:spPr>
              <a:xfrm>
                <a:off x="872176" y="1682486"/>
                <a:ext cx="137985" cy="136104"/>
              </a:xfrm>
              <a:custGeom>
                <a:avLst/>
                <a:gdLst/>
                <a:ahLst/>
                <a:cxnLst/>
                <a:rect l="l" t="t" r="r" b="b"/>
                <a:pathLst>
                  <a:path w="137985" h="136104">
                    <a:moveTo>
                      <a:pt x="94134" y="0"/>
                    </a:moveTo>
                    <a:lnTo>
                      <a:pt x="137985" y="46572"/>
                    </a:lnTo>
                    <a:lnTo>
                      <a:pt x="107381" y="75757"/>
                    </a:lnTo>
                    <a:lnTo>
                      <a:pt x="43291" y="136104"/>
                    </a:lnTo>
                    <a:lnTo>
                      <a:pt x="0" y="88658"/>
                    </a:lnTo>
                    <a:lnTo>
                      <a:pt x="9413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9" name="Контур"/>
              <p:cNvSpPr/>
              <p:nvPr/>
            </p:nvSpPr>
            <p:spPr>
              <a:xfrm>
                <a:off x="1150813" y="1673009"/>
                <a:ext cx="94221" cy="93334"/>
              </a:xfrm>
              <a:custGeom>
                <a:avLst/>
                <a:gdLst/>
                <a:ahLst/>
                <a:cxnLst/>
                <a:rect l="l" t="t" r="r" b="b"/>
                <a:pathLst>
                  <a:path w="94221" h="93334">
                    <a:moveTo>
                      <a:pt x="94221" y="45147"/>
                    </a:moveTo>
                    <a:lnTo>
                      <a:pt x="41691" y="93334"/>
                    </a:lnTo>
                    <a:lnTo>
                      <a:pt x="0" y="48597"/>
                    </a:lnTo>
                    <a:lnTo>
                      <a:pt x="52147" y="0"/>
                    </a:lnTo>
                    <a:lnTo>
                      <a:pt x="94221" y="451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0" name="Контур"/>
              <p:cNvSpPr/>
              <p:nvPr/>
            </p:nvSpPr>
            <p:spPr>
              <a:xfrm>
                <a:off x="1150813" y="1673009"/>
                <a:ext cx="94221" cy="93334"/>
              </a:xfrm>
              <a:custGeom>
                <a:avLst/>
                <a:gdLst/>
                <a:ahLst/>
                <a:cxnLst/>
                <a:rect l="l" t="t" r="r" b="b"/>
                <a:pathLst>
                  <a:path w="94221" h="93334">
                    <a:moveTo>
                      <a:pt x="94221" y="45147"/>
                    </a:moveTo>
                    <a:lnTo>
                      <a:pt x="41691" y="93334"/>
                    </a:lnTo>
                    <a:lnTo>
                      <a:pt x="0" y="48597"/>
                    </a:lnTo>
                    <a:lnTo>
                      <a:pt x="52147" y="0"/>
                    </a:lnTo>
                    <a:lnTo>
                      <a:pt x="94221" y="451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1" name="Контур"/>
              <p:cNvSpPr/>
              <p:nvPr/>
            </p:nvSpPr>
            <p:spPr>
              <a:xfrm>
                <a:off x="1026207" y="1966126"/>
                <a:ext cx="80901" cy="82397"/>
              </a:xfrm>
              <a:custGeom>
                <a:avLst/>
                <a:gdLst/>
                <a:ahLst/>
                <a:cxnLst/>
                <a:rect l="l" t="t" r="r" b="b"/>
                <a:pathLst>
                  <a:path w="80901" h="82397">
                    <a:moveTo>
                      <a:pt x="80901" y="50774"/>
                    </a:moveTo>
                    <a:lnTo>
                      <a:pt x="45987" y="82397"/>
                    </a:lnTo>
                    <a:lnTo>
                      <a:pt x="0" y="31622"/>
                    </a:lnTo>
                    <a:lnTo>
                      <a:pt x="34914" y="0"/>
                    </a:lnTo>
                    <a:lnTo>
                      <a:pt x="80901" y="507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2" name="Контур"/>
              <p:cNvSpPr/>
              <p:nvPr/>
            </p:nvSpPr>
            <p:spPr>
              <a:xfrm>
                <a:off x="979104" y="1997748"/>
                <a:ext cx="93090" cy="95161"/>
              </a:xfrm>
              <a:custGeom>
                <a:avLst/>
                <a:gdLst/>
                <a:ahLst/>
                <a:cxnLst/>
                <a:rect l="l" t="t" r="r" b="b"/>
                <a:pathLst>
                  <a:path w="93090" h="95161">
                    <a:moveTo>
                      <a:pt x="93090" y="50775"/>
                    </a:moveTo>
                    <a:lnTo>
                      <a:pt x="45561" y="95161"/>
                    </a:lnTo>
                    <a:lnTo>
                      <a:pt x="0" y="43966"/>
                    </a:lnTo>
                    <a:lnTo>
                      <a:pt x="47103" y="0"/>
                    </a:lnTo>
                    <a:lnTo>
                      <a:pt x="93090" y="507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3" name="Контур"/>
              <p:cNvSpPr/>
              <p:nvPr/>
            </p:nvSpPr>
            <p:spPr>
              <a:xfrm>
                <a:off x="979104" y="1997748"/>
                <a:ext cx="93090" cy="95161"/>
              </a:xfrm>
              <a:custGeom>
                <a:avLst/>
                <a:gdLst/>
                <a:ahLst/>
                <a:cxnLst/>
                <a:rect l="l" t="t" r="r" b="b"/>
                <a:pathLst>
                  <a:path w="93090" h="95161">
                    <a:moveTo>
                      <a:pt x="93090" y="50775"/>
                    </a:moveTo>
                    <a:lnTo>
                      <a:pt x="45561" y="95161"/>
                    </a:lnTo>
                    <a:lnTo>
                      <a:pt x="0" y="43966"/>
                    </a:lnTo>
                    <a:lnTo>
                      <a:pt x="47103" y="0"/>
                    </a:lnTo>
                    <a:lnTo>
                      <a:pt x="93090" y="507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4" name="Контур"/>
              <p:cNvSpPr/>
              <p:nvPr/>
            </p:nvSpPr>
            <p:spPr>
              <a:xfrm>
                <a:off x="1026207" y="1966126"/>
                <a:ext cx="80901" cy="82397"/>
              </a:xfrm>
              <a:custGeom>
                <a:avLst/>
                <a:gdLst/>
                <a:ahLst/>
                <a:cxnLst/>
                <a:rect l="l" t="t" r="r" b="b"/>
                <a:pathLst>
                  <a:path w="80901" h="82397">
                    <a:moveTo>
                      <a:pt x="80901" y="50774"/>
                    </a:moveTo>
                    <a:lnTo>
                      <a:pt x="45987" y="82397"/>
                    </a:lnTo>
                    <a:lnTo>
                      <a:pt x="0" y="31622"/>
                    </a:lnTo>
                    <a:lnTo>
                      <a:pt x="34914" y="0"/>
                    </a:lnTo>
                    <a:lnTo>
                      <a:pt x="80901" y="507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5" name="Контур"/>
              <p:cNvSpPr/>
              <p:nvPr/>
            </p:nvSpPr>
            <p:spPr>
              <a:xfrm>
                <a:off x="1013382" y="1820534"/>
                <a:ext cx="186001" cy="196366"/>
              </a:xfrm>
              <a:custGeom>
                <a:avLst/>
                <a:gdLst/>
                <a:ahLst/>
                <a:cxnLst/>
                <a:rect l="l" t="t" r="r" b="b"/>
                <a:pathLst>
                  <a:path w="186001" h="196366">
                    <a:moveTo>
                      <a:pt x="50776" y="27557"/>
                    </a:moveTo>
                    <a:lnTo>
                      <a:pt x="82913" y="0"/>
                    </a:lnTo>
                    <a:lnTo>
                      <a:pt x="186001" y="109480"/>
                    </a:lnTo>
                    <a:lnTo>
                      <a:pt x="93726" y="196366"/>
                    </a:lnTo>
                    <a:lnTo>
                      <a:pt x="47739" y="145592"/>
                    </a:lnTo>
                    <a:lnTo>
                      <a:pt x="56505" y="137042"/>
                    </a:lnTo>
                    <a:lnTo>
                      <a:pt x="0" y="75368"/>
                    </a:lnTo>
                    <a:lnTo>
                      <a:pt x="50776" y="275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6" name="Контур"/>
              <p:cNvSpPr/>
              <p:nvPr/>
            </p:nvSpPr>
            <p:spPr>
              <a:xfrm>
                <a:off x="1013382" y="1820534"/>
                <a:ext cx="186001" cy="196366"/>
              </a:xfrm>
              <a:custGeom>
                <a:avLst/>
                <a:gdLst/>
                <a:ahLst/>
                <a:cxnLst/>
                <a:rect l="l" t="t" r="r" b="b"/>
                <a:pathLst>
                  <a:path w="186001" h="196366">
                    <a:moveTo>
                      <a:pt x="50776" y="27557"/>
                    </a:moveTo>
                    <a:lnTo>
                      <a:pt x="82913" y="0"/>
                    </a:lnTo>
                    <a:lnTo>
                      <a:pt x="186001" y="109480"/>
                    </a:lnTo>
                    <a:lnTo>
                      <a:pt x="93726" y="196366"/>
                    </a:lnTo>
                    <a:lnTo>
                      <a:pt x="47739" y="145592"/>
                    </a:lnTo>
                    <a:lnTo>
                      <a:pt x="56505" y="137042"/>
                    </a:lnTo>
                    <a:lnTo>
                      <a:pt x="0" y="75368"/>
                    </a:lnTo>
                    <a:lnTo>
                      <a:pt x="50776" y="275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7" name="Контур"/>
              <p:cNvSpPr/>
              <p:nvPr/>
            </p:nvSpPr>
            <p:spPr>
              <a:xfrm>
                <a:off x="302906" y="1637283"/>
                <a:ext cx="108372" cy="109003"/>
              </a:xfrm>
              <a:custGeom>
                <a:avLst/>
                <a:gdLst/>
                <a:ahLst/>
                <a:cxnLst/>
                <a:rect l="l" t="t" r="r" b="b"/>
                <a:pathLst>
                  <a:path w="108372" h="109003">
                    <a:moveTo>
                      <a:pt x="0" y="47986"/>
                    </a:moveTo>
                    <a:lnTo>
                      <a:pt x="51325" y="0"/>
                    </a:lnTo>
                    <a:lnTo>
                      <a:pt x="108372" y="61018"/>
                    </a:lnTo>
                    <a:lnTo>
                      <a:pt x="57047" y="109003"/>
                    </a:lnTo>
                    <a:lnTo>
                      <a:pt x="0" y="479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8" name="Контур"/>
              <p:cNvSpPr/>
              <p:nvPr/>
            </p:nvSpPr>
            <p:spPr>
              <a:xfrm>
                <a:off x="460919" y="1603870"/>
                <a:ext cx="79214" cy="76239"/>
              </a:xfrm>
              <a:custGeom>
                <a:avLst/>
                <a:gdLst/>
                <a:ahLst/>
                <a:cxnLst/>
                <a:rect l="l" t="t" r="r" b="b"/>
                <a:pathLst>
                  <a:path w="79214" h="76239">
                    <a:moveTo>
                      <a:pt x="16178" y="76239"/>
                    </a:moveTo>
                    <a:lnTo>
                      <a:pt x="0" y="58934"/>
                    </a:lnTo>
                    <a:lnTo>
                      <a:pt x="63036" y="0"/>
                    </a:lnTo>
                    <a:lnTo>
                      <a:pt x="79214" y="17304"/>
                    </a:lnTo>
                    <a:lnTo>
                      <a:pt x="16178" y="762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9" name="Контур"/>
              <p:cNvSpPr/>
              <p:nvPr/>
            </p:nvSpPr>
            <p:spPr>
              <a:xfrm>
                <a:off x="764710" y="1594514"/>
                <a:ext cx="90289" cy="55367"/>
              </a:xfrm>
              <a:custGeom>
                <a:avLst/>
                <a:gdLst/>
                <a:ahLst/>
                <a:cxnLst/>
                <a:rect l="l" t="t" r="r" b="b"/>
                <a:pathLst>
                  <a:path w="90289" h="55367">
                    <a:moveTo>
                      <a:pt x="18052" y="258"/>
                    </a:moveTo>
                    <a:lnTo>
                      <a:pt x="90289" y="0"/>
                    </a:lnTo>
                    <a:lnTo>
                      <a:pt x="38198" y="55367"/>
                    </a:lnTo>
                    <a:lnTo>
                      <a:pt x="0" y="19463"/>
                    </a:lnTo>
                    <a:lnTo>
                      <a:pt x="7075" y="11937"/>
                    </a:lnTo>
                    <a:lnTo>
                      <a:pt x="18052" y="2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0" name="Контур"/>
              <p:cNvSpPr/>
              <p:nvPr/>
            </p:nvSpPr>
            <p:spPr>
              <a:xfrm>
                <a:off x="617684" y="1595276"/>
                <a:ext cx="47398" cy="40780"/>
              </a:xfrm>
              <a:custGeom>
                <a:avLst/>
                <a:gdLst/>
                <a:ahLst/>
                <a:cxnLst/>
                <a:rect l="l" t="t" r="r" b="b"/>
                <a:pathLst>
                  <a:path w="47398" h="40780">
                    <a:moveTo>
                      <a:pt x="9275" y="53"/>
                    </a:moveTo>
                    <a:lnTo>
                      <a:pt x="24020" y="0"/>
                    </a:lnTo>
                    <a:lnTo>
                      <a:pt x="47398" y="24564"/>
                    </a:lnTo>
                    <a:lnTo>
                      <a:pt x="30361" y="40780"/>
                    </a:lnTo>
                    <a:lnTo>
                      <a:pt x="0" y="8881"/>
                    </a:lnTo>
                    <a:lnTo>
                      <a:pt x="9275" y="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1" name="Контур"/>
              <p:cNvSpPr/>
              <p:nvPr/>
            </p:nvSpPr>
            <p:spPr>
              <a:xfrm>
                <a:off x="252000" y="1596492"/>
                <a:ext cx="48511" cy="53346"/>
              </a:xfrm>
              <a:custGeom>
                <a:avLst/>
                <a:gdLst/>
                <a:ahLst/>
                <a:cxnLst/>
                <a:rect l="l" t="t" r="r" b="b"/>
                <a:pathLst>
                  <a:path w="48511" h="53346">
                    <a:moveTo>
                      <a:pt x="0" y="11789"/>
                    </a:moveTo>
                    <a:lnTo>
                      <a:pt x="10545" y="135"/>
                    </a:lnTo>
                    <a:lnTo>
                      <a:pt x="48511" y="0"/>
                    </a:lnTo>
                    <a:lnTo>
                      <a:pt x="0" y="5334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42" name="Контур"/>
              <p:cNvSpPr/>
              <p:nvPr/>
            </p:nvSpPr>
            <p:spPr>
              <a:xfrm>
                <a:off x="252000" y="1596492"/>
                <a:ext cx="48511" cy="53346"/>
              </a:xfrm>
              <a:custGeom>
                <a:avLst/>
                <a:gdLst/>
                <a:ahLst/>
                <a:cxnLst/>
                <a:rect l="l" t="t" r="r" b="b"/>
                <a:pathLst>
                  <a:path w="48511" h="53346" fill="none">
                    <a:moveTo>
                      <a:pt x="0" y="11789"/>
                    </a:moveTo>
                    <a:lnTo>
                      <a:pt x="10545" y="135"/>
                    </a:lnTo>
                    <a:lnTo>
                      <a:pt x="48511" y="0"/>
                    </a:lnTo>
                    <a:lnTo>
                      <a:pt x="0" y="5334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3" name="Контур"/>
              <p:cNvSpPr/>
              <p:nvPr/>
            </p:nvSpPr>
            <p:spPr>
              <a:xfrm>
                <a:off x="750569" y="1613977"/>
                <a:ext cx="52339" cy="50947"/>
              </a:xfrm>
              <a:custGeom>
                <a:avLst/>
                <a:gdLst/>
                <a:ahLst/>
                <a:cxnLst/>
                <a:rect l="l" t="t" r="r" b="b"/>
                <a:pathLst>
                  <a:path w="52339" h="50947">
                    <a:moveTo>
                      <a:pt x="52339" y="35904"/>
                    </a:moveTo>
                    <a:lnTo>
                      <a:pt x="38199" y="50947"/>
                    </a:lnTo>
                    <a:lnTo>
                      <a:pt x="0" y="15043"/>
                    </a:lnTo>
                    <a:lnTo>
                      <a:pt x="14141" y="0"/>
                    </a:lnTo>
                    <a:lnTo>
                      <a:pt x="52339" y="359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4" name="Контур"/>
              <p:cNvSpPr/>
              <p:nvPr/>
            </p:nvSpPr>
            <p:spPr>
              <a:xfrm>
                <a:off x="684779" y="1803296"/>
                <a:ext cx="161818" cy="162621"/>
              </a:xfrm>
              <a:custGeom>
                <a:avLst/>
                <a:gdLst/>
                <a:ahLst/>
                <a:cxnLst/>
                <a:rect l="l" t="t" r="r" b="b"/>
                <a:pathLst>
                  <a:path w="161818" h="162621">
                    <a:moveTo>
                      <a:pt x="121489" y="115796"/>
                    </a:moveTo>
                    <a:lnTo>
                      <a:pt x="72969" y="162621"/>
                    </a:lnTo>
                    <a:lnTo>
                      <a:pt x="0" y="84486"/>
                    </a:lnTo>
                    <a:lnTo>
                      <a:pt x="90467" y="0"/>
                    </a:lnTo>
                    <a:lnTo>
                      <a:pt x="118527" y="30689"/>
                    </a:lnTo>
                    <a:lnTo>
                      <a:pt x="161818" y="78134"/>
                    </a:lnTo>
                    <a:lnTo>
                      <a:pt x="121489" y="1157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5" name="Контур"/>
              <p:cNvSpPr/>
              <p:nvPr/>
            </p:nvSpPr>
            <p:spPr>
              <a:xfrm>
                <a:off x="252000" y="1621174"/>
                <a:ext cx="355675" cy="266392"/>
              </a:xfrm>
              <a:custGeom>
                <a:avLst/>
                <a:gdLst/>
                <a:ahLst/>
                <a:cxnLst/>
                <a:rect l="l" t="t" r="r" b="b"/>
                <a:pathLst>
                  <a:path w="355675" h="266392">
                    <a:moveTo>
                      <a:pt x="0" y="125934"/>
                    </a:moveTo>
                    <a:lnTo>
                      <a:pt x="0" y="111688"/>
                    </a:lnTo>
                    <a:lnTo>
                      <a:pt x="50906" y="64095"/>
                    </a:lnTo>
                    <a:lnTo>
                      <a:pt x="107953" y="125112"/>
                    </a:lnTo>
                    <a:lnTo>
                      <a:pt x="155092" y="175532"/>
                    </a:lnTo>
                    <a:lnTo>
                      <a:pt x="250613" y="86226"/>
                    </a:lnTo>
                    <a:lnTo>
                      <a:pt x="225097" y="58935"/>
                    </a:lnTo>
                    <a:lnTo>
                      <a:pt x="288133" y="0"/>
                    </a:lnTo>
                    <a:lnTo>
                      <a:pt x="298076" y="10634"/>
                    </a:lnTo>
                    <a:lnTo>
                      <a:pt x="305863" y="3354"/>
                    </a:lnTo>
                    <a:lnTo>
                      <a:pt x="355675" y="56634"/>
                    </a:lnTo>
                    <a:lnTo>
                      <a:pt x="131318" y="2663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46" name="Контур"/>
              <p:cNvSpPr/>
              <p:nvPr/>
            </p:nvSpPr>
            <p:spPr>
              <a:xfrm>
                <a:off x="252000" y="1621174"/>
                <a:ext cx="355675" cy="266392"/>
              </a:xfrm>
              <a:custGeom>
                <a:avLst/>
                <a:gdLst/>
                <a:ahLst/>
                <a:cxnLst/>
                <a:rect l="l" t="t" r="r" b="b"/>
                <a:pathLst>
                  <a:path w="355675" h="266392" fill="none">
                    <a:moveTo>
                      <a:pt x="0" y="111688"/>
                    </a:moveTo>
                    <a:lnTo>
                      <a:pt x="50906" y="64095"/>
                    </a:lnTo>
                    <a:lnTo>
                      <a:pt x="107953" y="125112"/>
                    </a:lnTo>
                    <a:lnTo>
                      <a:pt x="155092" y="175532"/>
                    </a:lnTo>
                    <a:lnTo>
                      <a:pt x="250613" y="86226"/>
                    </a:lnTo>
                    <a:lnTo>
                      <a:pt x="225097" y="58935"/>
                    </a:lnTo>
                    <a:lnTo>
                      <a:pt x="288133" y="0"/>
                    </a:lnTo>
                    <a:lnTo>
                      <a:pt x="298076" y="10634"/>
                    </a:lnTo>
                    <a:lnTo>
                      <a:pt x="305863" y="3354"/>
                    </a:lnTo>
                    <a:lnTo>
                      <a:pt x="355675" y="56634"/>
                    </a:lnTo>
                    <a:lnTo>
                      <a:pt x="131318" y="266392"/>
                    </a:lnTo>
                    <a:lnTo>
                      <a:pt x="0" y="12593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7" name="Контур"/>
              <p:cNvSpPr/>
              <p:nvPr/>
            </p:nvSpPr>
            <p:spPr>
              <a:xfrm>
                <a:off x="803306" y="1771144"/>
                <a:ext cx="112161" cy="110286"/>
              </a:xfrm>
              <a:custGeom>
                <a:avLst/>
                <a:gdLst/>
                <a:ahLst/>
                <a:cxnLst/>
                <a:rect l="l" t="t" r="r" b="b"/>
                <a:pathLst>
                  <a:path w="112161" h="110286">
                    <a:moveTo>
                      <a:pt x="43291" y="110286"/>
                    </a:moveTo>
                    <a:lnTo>
                      <a:pt x="0" y="62841"/>
                    </a:lnTo>
                    <a:lnTo>
                      <a:pt x="68870" y="0"/>
                    </a:lnTo>
                    <a:lnTo>
                      <a:pt x="112161" y="47446"/>
                    </a:lnTo>
                    <a:lnTo>
                      <a:pt x="43291" y="1102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8" name="Контур"/>
              <p:cNvSpPr/>
              <p:nvPr/>
            </p:nvSpPr>
            <p:spPr>
              <a:xfrm>
                <a:off x="803306" y="1771144"/>
                <a:ext cx="112161" cy="110286"/>
              </a:xfrm>
              <a:custGeom>
                <a:avLst/>
                <a:gdLst/>
                <a:ahLst/>
                <a:cxnLst/>
                <a:rect l="l" t="t" r="r" b="b"/>
                <a:pathLst>
                  <a:path w="112161" h="110286">
                    <a:moveTo>
                      <a:pt x="43291" y="110286"/>
                    </a:moveTo>
                    <a:lnTo>
                      <a:pt x="0" y="62841"/>
                    </a:lnTo>
                    <a:lnTo>
                      <a:pt x="68870" y="0"/>
                    </a:lnTo>
                    <a:lnTo>
                      <a:pt x="112161" y="47446"/>
                    </a:lnTo>
                    <a:lnTo>
                      <a:pt x="43291" y="1102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9" name="Контур"/>
              <p:cNvSpPr/>
              <p:nvPr/>
            </p:nvSpPr>
            <p:spPr>
              <a:xfrm>
                <a:off x="872176" y="1682486"/>
                <a:ext cx="137985" cy="136104"/>
              </a:xfrm>
              <a:custGeom>
                <a:avLst/>
                <a:gdLst/>
                <a:ahLst/>
                <a:cxnLst/>
                <a:rect l="l" t="t" r="r" b="b"/>
                <a:pathLst>
                  <a:path w="137985" h="136104">
                    <a:moveTo>
                      <a:pt x="94134" y="0"/>
                    </a:moveTo>
                    <a:lnTo>
                      <a:pt x="137985" y="46572"/>
                    </a:lnTo>
                    <a:lnTo>
                      <a:pt x="107381" y="75757"/>
                    </a:lnTo>
                    <a:lnTo>
                      <a:pt x="43291" y="136104"/>
                    </a:lnTo>
                    <a:lnTo>
                      <a:pt x="0" y="88658"/>
                    </a:lnTo>
                    <a:lnTo>
                      <a:pt x="9413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0" name="Контур"/>
              <p:cNvSpPr/>
              <p:nvPr/>
            </p:nvSpPr>
            <p:spPr>
              <a:xfrm>
                <a:off x="354231" y="1595722"/>
                <a:ext cx="169724" cy="200984"/>
              </a:xfrm>
              <a:custGeom>
                <a:avLst/>
                <a:gdLst/>
                <a:ahLst/>
                <a:cxnLst/>
                <a:rect l="l" t="t" r="r" b="b"/>
                <a:pathLst>
                  <a:path w="169724" h="200984">
                    <a:moveTo>
                      <a:pt x="0" y="41561"/>
                    </a:moveTo>
                    <a:lnTo>
                      <a:pt x="43995" y="422"/>
                    </a:lnTo>
                    <a:lnTo>
                      <a:pt x="162423" y="0"/>
                    </a:lnTo>
                    <a:lnTo>
                      <a:pt x="169724" y="8148"/>
                    </a:lnTo>
                    <a:lnTo>
                      <a:pt x="106688" y="67082"/>
                    </a:lnTo>
                    <a:lnTo>
                      <a:pt x="122866" y="84387"/>
                    </a:lnTo>
                    <a:lnTo>
                      <a:pt x="148382" y="111678"/>
                    </a:lnTo>
                    <a:lnTo>
                      <a:pt x="52861" y="200984"/>
                    </a:lnTo>
                    <a:lnTo>
                      <a:pt x="5722" y="150564"/>
                    </a:lnTo>
                    <a:lnTo>
                      <a:pt x="57047" y="102579"/>
                    </a:lnTo>
                    <a:lnTo>
                      <a:pt x="0" y="415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1" name="Контур"/>
              <p:cNvSpPr/>
              <p:nvPr/>
            </p:nvSpPr>
            <p:spPr>
              <a:xfrm>
                <a:off x="252000" y="1916493"/>
                <a:ext cx="68005" cy="98125"/>
              </a:xfrm>
              <a:custGeom>
                <a:avLst/>
                <a:gdLst/>
                <a:ahLst/>
                <a:cxnLst/>
                <a:rect l="l" t="t" r="r" b="b"/>
                <a:pathLst>
                  <a:path w="68005" h="98125">
                    <a:moveTo>
                      <a:pt x="0" y="0"/>
                    </a:moveTo>
                    <a:lnTo>
                      <a:pt x="68005" y="65842"/>
                    </a:lnTo>
                    <a:lnTo>
                      <a:pt x="36749" y="98125"/>
                    </a:lnTo>
                    <a:lnTo>
                      <a:pt x="0" y="625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52" name="Контур"/>
              <p:cNvSpPr/>
              <p:nvPr/>
            </p:nvSpPr>
            <p:spPr>
              <a:xfrm>
                <a:off x="252000" y="1916493"/>
                <a:ext cx="68005" cy="98125"/>
              </a:xfrm>
              <a:custGeom>
                <a:avLst/>
                <a:gdLst/>
                <a:ahLst/>
                <a:cxnLst/>
                <a:rect l="l" t="t" r="r" b="b"/>
                <a:pathLst>
                  <a:path w="68005" h="98125" fill="none">
                    <a:moveTo>
                      <a:pt x="0" y="0"/>
                    </a:moveTo>
                    <a:lnTo>
                      <a:pt x="68005" y="65842"/>
                    </a:lnTo>
                    <a:lnTo>
                      <a:pt x="36749" y="98125"/>
                    </a:lnTo>
                    <a:lnTo>
                      <a:pt x="0" y="62545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3" name="Контур"/>
              <p:cNvSpPr/>
              <p:nvPr/>
            </p:nvSpPr>
            <p:spPr>
              <a:xfrm>
                <a:off x="819843" y="1985466"/>
                <a:ext cx="128108" cy="131003"/>
              </a:xfrm>
              <a:custGeom>
                <a:avLst/>
                <a:gdLst/>
                <a:ahLst/>
                <a:cxnLst/>
                <a:rect l="l" t="t" r="r" b="b"/>
                <a:pathLst>
                  <a:path w="128108" h="131003">
                    <a:moveTo>
                      <a:pt x="128108" y="85341"/>
                    </a:moveTo>
                    <a:lnTo>
                      <a:pt x="78503" y="131003"/>
                    </a:lnTo>
                    <a:lnTo>
                      <a:pt x="0" y="46943"/>
                    </a:lnTo>
                    <a:lnTo>
                      <a:pt x="48411" y="0"/>
                    </a:lnTo>
                    <a:lnTo>
                      <a:pt x="128108" y="853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4" name="Контур"/>
              <p:cNvSpPr/>
              <p:nvPr/>
            </p:nvSpPr>
            <p:spPr>
              <a:xfrm>
                <a:off x="757748" y="1919092"/>
                <a:ext cx="110506" cy="113317"/>
              </a:xfrm>
              <a:custGeom>
                <a:avLst/>
                <a:gdLst/>
                <a:ahLst/>
                <a:cxnLst/>
                <a:rect l="l" t="t" r="r" b="b"/>
                <a:pathLst>
                  <a:path w="110506" h="113317">
                    <a:moveTo>
                      <a:pt x="110506" y="66374"/>
                    </a:moveTo>
                    <a:lnTo>
                      <a:pt x="62095" y="113317"/>
                    </a:lnTo>
                    <a:lnTo>
                      <a:pt x="0" y="46825"/>
                    </a:lnTo>
                    <a:lnTo>
                      <a:pt x="48520" y="0"/>
                    </a:lnTo>
                    <a:lnTo>
                      <a:pt x="110506" y="663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5" name="Контур"/>
              <p:cNvSpPr/>
              <p:nvPr/>
            </p:nvSpPr>
            <p:spPr>
              <a:xfrm>
                <a:off x="252000" y="1916493"/>
                <a:ext cx="68005" cy="98125"/>
              </a:xfrm>
              <a:custGeom>
                <a:avLst/>
                <a:gdLst/>
                <a:ahLst/>
                <a:cxnLst/>
                <a:rect l="l" t="t" r="r" b="b"/>
                <a:pathLst>
                  <a:path w="68005" h="98125">
                    <a:moveTo>
                      <a:pt x="0" y="0"/>
                    </a:moveTo>
                    <a:lnTo>
                      <a:pt x="68005" y="65842"/>
                    </a:lnTo>
                    <a:lnTo>
                      <a:pt x="36749" y="98125"/>
                    </a:lnTo>
                    <a:lnTo>
                      <a:pt x="0" y="625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56" name="Контур"/>
              <p:cNvSpPr/>
              <p:nvPr/>
            </p:nvSpPr>
            <p:spPr>
              <a:xfrm>
                <a:off x="252000" y="1916493"/>
                <a:ext cx="68005" cy="98125"/>
              </a:xfrm>
              <a:custGeom>
                <a:avLst/>
                <a:gdLst/>
                <a:ahLst/>
                <a:cxnLst/>
                <a:rect l="l" t="t" r="r" b="b"/>
                <a:pathLst>
                  <a:path w="68005" h="98125" fill="none">
                    <a:moveTo>
                      <a:pt x="0" y="0"/>
                    </a:moveTo>
                    <a:lnTo>
                      <a:pt x="68005" y="65842"/>
                    </a:lnTo>
                    <a:lnTo>
                      <a:pt x="36749" y="98125"/>
                    </a:lnTo>
                    <a:lnTo>
                      <a:pt x="0" y="62545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7" name="Контур"/>
              <p:cNvSpPr/>
              <p:nvPr/>
            </p:nvSpPr>
            <p:spPr>
              <a:xfrm>
                <a:off x="757748" y="1919092"/>
                <a:ext cx="110506" cy="113317"/>
              </a:xfrm>
              <a:custGeom>
                <a:avLst/>
                <a:gdLst/>
                <a:ahLst/>
                <a:cxnLst/>
                <a:rect l="l" t="t" r="r" b="b"/>
                <a:pathLst>
                  <a:path w="110506" h="113317">
                    <a:moveTo>
                      <a:pt x="110506" y="66374"/>
                    </a:moveTo>
                    <a:lnTo>
                      <a:pt x="62095" y="113317"/>
                    </a:lnTo>
                    <a:lnTo>
                      <a:pt x="0" y="46825"/>
                    </a:lnTo>
                    <a:lnTo>
                      <a:pt x="48520" y="0"/>
                    </a:lnTo>
                    <a:lnTo>
                      <a:pt x="110506" y="663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8" name="Контур"/>
              <p:cNvSpPr/>
              <p:nvPr/>
            </p:nvSpPr>
            <p:spPr>
              <a:xfrm>
                <a:off x="684779" y="1803296"/>
                <a:ext cx="161818" cy="162621"/>
              </a:xfrm>
              <a:custGeom>
                <a:avLst/>
                <a:gdLst/>
                <a:ahLst/>
                <a:cxnLst/>
                <a:rect l="l" t="t" r="r" b="b"/>
                <a:pathLst>
                  <a:path w="161818" h="162621">
                    <a:moveTo>
                      <a:pt x="121489" y="115796"/>
                    </a:moveTo>
                    <a:lnTo>
                      <a:pt x="72969" y="162621"/>
                    </a:lnTo>
                    <a:lnTo>
                      <a:pt x="0" y="84486"/>
                    </a:lnTo>
                    <a:lnTo>
                      <a:pt x="90467" y="0"/>
                    </a:lnTo>
                    <a:lnTo>
                      <a:pt x="118527" y="30689"/>
                    </a:lnTo>
                    <a:lnTo>
                      <a:pt x="161818" y="78134"/>
                    </a:lnTo>
                    <a:lnTo>
                      <a:pt x="121489" y="1157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9" name="Контур"/>
              <p:cNvSpPr/>
              <p:nvPr/>
            </p:nvSpPr>
            <p:spPr>
              <a:xfrm>
                <a:off x="2478064" y="2305391"/>
                <a:ext cx="254459" cy="233672"/>
              </a:xfrm>
              <a:custGeom>
                <a:avLst/>
                <a:gdLst/>
                <a:ahLst/>
                <a:cxnLst/>
                <a:rect l="l" t="t" r="r" b="b"/>
                <a:pathLst>
                  <a:path w="254459" h="233672">
                    <a:moveTo>
                      <a:pt x="191950" y="109079"/>
                    </a:moveTo>
                    <a:lnTo>
                      <a:pt x="215794" y="86842"/>
                    </a:lnTo>
                    <a:lnTo>
                      <a:pt x="254459" y="128289"/>
                    </a:lnTo>
                    <a:lnTo>
                      <a:pt x="141384" y="233672"/>
                    </a:lnTo>
                    <a:lnTo>
                      <a:pt x="0" y="83302"/>
                    </a:lnTo>
                    <a:lnTo>
                      <a:pt x="90747" y="0"/>
                    </a:lnTo>
                    <a:lnTo>
                      <a:pt x="191950" y="1090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0" name="Контур"/>
              <p:cNvSpPr/>
              <p:nvPr/>
            </p:nvSpPr>
            <p:spPr>
              <a:xfrm>
                <a:off x="2530415" y="2219321"/>
                <a:ext cx="183013" cy="195149"/>
              </a:xfrm>
              <a:custGeom>
                <a:avLst/>
                <a:gdLst/>
                <a:ahLst/>
                <a:cxnLst/>
                <a:rect l="l" t="t" r="r" b="b"/>
                <a:pathLst>
                  <a:path w="183013" h="195149">
                    <a:moveTo>
                      <a:pt x="163443" y="172912"/>
                    </a:moveTo>
                    <a:lnTo>
                      <a:pt x="139599" y="195149"/>
                    </a:lnTo>
                    <a:lnTo>
                      <a:pt x="38396" y="86070"/>
                    </a:lnTo>
                    <a:lnTo>
                      <a:pt x="0" y="40491"/>
                    </a:lnTo>
                    <a:lnTo>
                      <a:pt x="40439" y="0"/>
                    </a:lnTo>
                    <a:lnTo>
                      <a:pt x="183013" y="152709"/>
                    </a:lnTo>
                    <a:lnTo>
                      <a:pt x="163443" y="1729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1" name="Контур"/>
              <p:cNvSpPr/>
              <p:nvPr/>
            </p:nvSpPr>
            <p:spPr>
              <a:xfrm>
                <a:off x="2728521" y="2133663"/>
                <a:ext cx="34218" cy="33408"/>
              </a:xfrm>
              <a:custGeom>
                <a:avLst/>
                <a:gdLst/>
                <a:ahLst/>
                <a:cxnLst/>
                <a:rect l="l" t="t" r="r" b="b"/>
                <a:pathLst>
                  <a:path w="34218" h="33408">
                    <a:moveTo>
                      <a:pt x="0" y="20609"/>
                    </a:moveTo>
                    <a:lnTo>
                      <a:pt x="22489" y="0"/>
                    </a:lnTo>
                    <a:lnTo>
                      <a:pt x="34218" y="12798"/>
                    </a:lnTo>
                    <a:lnTo>
                      <a:pt x="11729" y="33408"/>
                    </a:lnTo>
                    <a:lnTo>
                      <a:pt x="0" y="206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2" name="Контур"/>
              <p:cNvSpPr/>
              <p:nvPr/>
            </p:nvSpPr>
            <p:spPr>
              <a:xfrm>
                <a:off x="2682214" y="2915900"/>
                <a:ext cx="102408" cy="105984"/>
              </a:xfrm>
              <a:custGeom>
                <a:avLst/>
                <a:gdLst/>
                <a:ahLst/>
                <a:cxnLst/>
                <a:rect l="l" t="t" r="r" b="b"/>
                <a:pathLst>
                  <a:path w="102408" h="105984">
                    <a:moveTo>
                      <a:pt x="59554" y="105984"/>
                    </a:moveTo>
                    <a:lnTo>
                      <a:pt x="0" y="36989"/>
                    </a:lnTo>
                    <a:lnTo>
                      <a:pt x="42854" y="0"/>
                    </a:lnTo>
                    <a:lnTo>
                      <a:pt x="102408" y="68996"/>
                    </a:lnTo>
                    <a:lnTo>
                      <a:pt x="59554" y="1059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3" name="Контур"/>
              <p:cNvSpPr/>
              <p:nvPr/>
            </p:nvSpPr>
            <p:spPr>
              <a:xfrm>
                <a:off x="2638322" y="2826283"/>
                <a:ext cx="94125" cy="99280"/>
              </a:xfrm>
              <a:custGeom>
                <a:avLst/>
                <a:gdLst/>
                <a:ahLst/>
                <a:cxnLst/>
                <a:rect l="l" t="t" r="r" b="b"/>
                <a:pathLst>
                  <a:path w="94125" h="99280">
                    <a:moveTo>
                      <a:pt x="22828" y="561"/>
                    </a:moveTo>
                    <a:lnTo>
                      <a:pt x="22974" y="0"/>
                    </a:lnTo>
                    <a:lnTo>
                      <a:pt x="48700" y="6652"/>
                    </a:lnTo>
                    <a:lnTo>
                      <a:pt x="94125" y="18391"/>
                    </a:lnTo>
                    <a:lnTo>
                      <a:pt x="81638" y="66700"/>
                    </a:lnTo>
                    <a:lnTo>
                      <a:pt x="62197" y="61675"/>
                    </a:lnTo>
                    <a:lnTo>
                      <a:pt x="57068" y="81523"/>
                    </a:lnTo>
                    <a:lnTo>
                      <a:pt x="45591" y="78557"/>
                    </a:lnTo>
                    <a:lnTo>
                      <a:pt x="40234" y="99280"/>
                    </a:lnTo>
                    <a:lnTo>
                      <a:pt x="0" y="88880"/>
                    </a:lnTo>
                    <a:lnTo>
                      <a:pt x="22828" y="5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4" name="Контур"/>
              <p:cNvSpPr/>
              <p:nvPr/>
            </p:nvSpPr>
            <p:spPr>
              <a:xfrm>
                <a:off x="2744451" y="2577347"/>
                <a:ext cx="372393" cy="387000"/>
              </a:xfrm>
              <a:custGeom>
                <a:avLst/>
                <a:gdLst/>
                <a:ahLst/>
                <a:cxnLst/>
                <a:rect l="l" t="t" r="r" b="b"/>
                <a:pathLst>
                  <a:path w="372393" h="387000">
                    <a:moveTo>
                      <a:pt x="5419" y="71505"/>
                    </a:moveTo>
                    <a:lnTo>
                      <a:pt x="0" y="65755"/>
                    </a:lnTo>
                    <a:lnTo>
                      <a:pt x="69811" y="0"/>
                    </a:lnTo>
                    <a:lnTo>
                      <a:pt x="372393" y="321245"/>
                    </a:lnTo>
                    <a:lnTo>
                      <a:pt x="302582" y="387000"/>
                    </a:lnTo>
                    <a:lnTo>
                      <a:pt x="5419" y="715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5" name="Контур"/>
              <p:cNvSpPr/>
              <p:nvPr/>
            </p:nvSpPr>
            <p:spPr>
              <a:xfrm>
                <a:off x="2687022" y="2813944"/>
                <a:ext cx="50416" cy="30730"/>
              </a:xfrm>
              <a:custGeom>
                <a:avLst/>
                <a:gdLst/>
                <a:ahLst/>
                <a:cxnLst/>
                <a:rect l="l" t="t" r="r" b="b"/>
                <a:pathLst>
                  <a:path w="50416" h="30730">
                    <a:moveTo>
                      <a:pt x="0" y="18991"/>
                    </a:moveTo>
                    <a:lnTo>
                      <a:pt x="4912" y="0"/>
                    </a:lnTo>
                    <a:lnTo>
                      <a:pt x="50416" y="11878"/>
                    </a:lnTo>
                    <a:lnTo>
                      <a:pt x="45425" y="30730"/>
                    </a:lnTo>
                    <a:lnTo>
                      <a:pt x="0" y="189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6" name="Контур"/>
              <p:cNvSpPr/>
              <p:nvPr/>
            </p:nvSpPr>
            <p:spPr>
              <a:xfrm>
                <a:off x="2767782" y="2781765"/>
                <a:ext cx="29881" cy="29945"/>
              </a:xfrm>
              <a:custGeom>
                <a:avLst/>
                <a:gdLst/>
                <a:ahLst/>
                <a:cxnLst/>
                <a:rect l="l" t="t" r="r" b="b"/>
                <a:pathLst>
                  <a:path w="29881" h="29945">
                    <a:moveTo>
                      <a:pt x="14053" y="0"/>
                    </a:moveTo>
                    <a:lnTo>
                      <a:pt x="29881" y="16294"/>
                    </a:lnTo>
                    <a:lnTo>
                      <a:pt x="15828" y="29945"/>
                    </a:lnTo>
                    <a:lnTo>
                      <a:pt x="0" y="13652"/>
                    </a:lnTo>
                    <a:lnTo>
                      <a:pt x="1405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7" name="Контур"/>
              <p:cNvSpPr/>
              <p:nvPr/>
            </p:nvSpPr>
            <p:spPr>
              <a:xfrm>
                <a:off x="2448137" y="2711292"/>
                <a:ext cx="56912" cy="59612"/>
              </a:xfrm>
              <a:custGeom>
                <a:avLst/>
                <a:gdLst/>
                <a:ahLst/>
                <a:cxnLst/>
                <a:rect l="l" t="t" r="r" b="b"/>
                <a:pathLst>
                  <a:path w="56912" h="59612">
                    <a:moveTo>
                      <a:pt x="0" y="23740"/>
                    </a:moveTo>
                    <a:lnTo>
                      <a:pt x="25448" y="0"/>
                    </a:lnTo>
                    <a:lnTo>
                      <a:pt x="56912" y="37021"/>
                    </a:lnTo>
                    <a:lnTo>
                      <a:pt x="32598" y="59612"/>
                    </a:lnTo>
                    <a:lnTo>
                      <a:pt x="0" y="237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8" name="Контур"/>
              <p:cNvSpPr/>
              <p:nvPr/>
            </p:nvSpPr>
            <p:spPr>
              <a:xfrm>
                <a:off x="2677054" y="3178301"/>
                <a:ext cx="19461" cy="19495"/>
              </a:xfrm>
              <a:custGeom>
                <a:avLst/>
                <a:gdLst/>
                <a:ahLst/>
                <a:cxnLst/>
                <a:rect l="l" t="t" r="r" b="b"/>
                <a:pathLst>
                  <a:path w="19461" h="19495">
                    <a:moveTo>
                      <a:pt x="10332" y="19495"/>
                    </a:moveTo>
                    <a:lnTo>
                      <a:pt x="0" y="8919"/>
                    </a:lnTo>
                    <a:lnTo>
                      <a:pt x="9129" y="0"/>
                    </a:lnTo>
                    <a:lnTo>
                      <a:pt x="19461" y="10576"/>
                    </a:lnTo>
                    <a:lnTo>
                      <a:pt x="10332" y="194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9" name="Контур"/>
              <p:cNvSpPr/>
              <p:nvPr/>
            </p:nvSpPr>
            <p:spPr>
              <a:xfrm>
                <a:off x="2714237" y="2648852"/>
                <a:ext cx="368911" cy="392276"/>
              </a:xfrm>
              <a:custGeom>
                <a:avLst/>
                <a:gdLst/>
                <a:ahLst/>
                <a:cxnLst/>
                <a:rect l="l" t="t" r="r" b="b"/>
                <a:pathLst>
                  <a:path w="368911" h="392276">
                    <a:moveTo>
                      <a:pt x="332796" y="315495"/>
                    </a:moveTo>
                    <a:lnTo>
                      <a:pt x="328044" y="320232"/>
                    </a:lnTo>
                    <a:lnTo>
                      <a:pt x="368911" y="363183"/>
                    </a:lnTo>
                    <a:lnTo>
                      <a:pt x="341345" y="389660"/>
                    </a:lnTo>
                    <a:lnTo>
                      <a:pt x="338623" y="392276"/>
                    </a:lnTo>
                    <a:lnTo>
                      <a:pt x="325831" y="378644"/>
                    </a:lnTo>
                    <a:lnTo>
                      <a:pt x="314518" y="366203"/>
                    </a:lnTo>
                    <a:lnTo>
                      <a:pt x="300405" y="379645"/>
                    </a:lnTo>
                    <a:lnTo>
                      <a:pt x="83426" y="149207"/>
                    </a:lnTo>
                    <a:lnTo>
                      <a:pt x="67598" y="132913"/>
                    </a:lnTo>
                    <a:lnTo>
                      <a:pt x="0" y="64143"/>
                    </a:lnTo>
                    <a:lnTo>
                      <a:pt x="35633" y="0"/>
                    </a:lnTo>
                    <a:lnTo>
                      <a:pt x="332796" y="3154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0" name="Контур"/>
              <p:cNvSpPr/>
              <p:nvPr/>
            </p:nvSpPr>
            <p:spPr>
              <a:xfrm>
                <a:off x="2605097" y="3052038"/>
                <a:ext cx="205339" cy="188386"/>
              </a:xfrm>
              <a:custGeom>
                <a:avLst/>
                <a:gdLst/>
                <a:ahLst/>
                <a:cxnLst/>
                <a:rect l="l" t="t" r="r" b="b"/>
                <a:pathLst>
                  <a:path w="205339" h="188386">
                    <a:moveTo>
                      <a:pt x="0" y="68722"/>
                    </a:moveTo>
                    <a:lnTo>
                      <a:pt x="69471" y="0"/>
                    </a:lnTo>
                    <a:lnTo>
                      <a:pt x="205339" y="137362"/>
                    </a:lnTo>
                    <a:lnTo>
                      <a:pt x="153754" y="188386"/>
                    </a:lnTo>
                    <a:lnTo>
                      <a:pt x="111283" y="145445"/>
                    </a:lnTo>
                    <a:lnTo>
                      <a:pt x="125304" y="131582"/>
                    </a:lnTo>
                    <a:lnTo>
                      <a:pt x="77304" y="83038"/>
                    </a:lnTo>
                    <a:lnTo>
                      <a:pt x="43849" y="116118"/>
                    </a:lnTo>
                    <a:lnTo>
                      <a:pt x="36576" y="108541"/>
                    </a:lnTo>
                    <a:lnTo>
                      <a:pt x="31365" y="113399"/>
                    </a:lnTo>
                    <a:lnTo>
                      <a:pt x="11854" y="93656"/>
                    </a:lnTo>
                    <a:lnTo>
                      <a:pt x="18322" y="87264"/>
                    </a:lnTo>
                    <a:lnTo>
                      <a:pt x="0" y="68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1" name="Контур"/>
              <p:cNvSpPr/>
              <p:nvPr/>
            </p:nvSpPr>
            <p:spPr>
              <a:xfrm>
                <a:off x="2741768" y="2984896"/>
                <a:ext cx="62212" cy="59414"/>
              </a:xfrm>
              <a:custGeom>
                <a:avLst/>
                <a:gdLst/>
                <a:ahLst/>
                <a:cxnLst/>
                <a:rect l="l" t="t" r="r" b="b"/>
                <a:pathLst>
                  <a:path w="62212" h="59414">
                    <a:moveTo>
                      <a:pt x="0" y="36988"/>
                    </a:moveTo>
                    <a:lnTo>
                      <a:pt x="42854" y="0"/>
                    </a:lnTo>
                    <a:lnTo>
                      <a:pt x="62212" y="22425"/>
                    </a:lnTo>
                    <a:lnTo>
                      <a:pt x="37137" y="44068"/>
                    </a:lnTo>
                    <a:lnTo>
                      <a:pt x="19358" y="59414"/>
                    </a:lnTo>
                    <a:lnTo>
                      <a:pt x="0" y="369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2" name="Контур"/>
              <p:cNvSpPr/>
              <p:nvPr/>
            </p:nvSpPr>
            <p:spPr>
              <a:xfrm>
                <a:off x="2623747" y="3160579"/>
                <a:ext cx="34304" cy="34272"/>
              </a:xfrm>
              <a:custGeom>
                <a:avLst/>
                <a:gdLst/>
                <a:ahLst/>
                <a:cxnLst/>
                <a:rect l="l" t="t" r="r" b="b"/>
                <a:pathLst>
                  <a:path w="34304" h="34272">
                    <a:moveTo>
                      <a:pt x="17926" y="0"/>
                    </a:moveTo>
                    <a:lnTo>
                      <a:pt x="25199" y="7577"/>
                    </a:lnTo>
                    <a:lnTo>
                      <a:pt x="34304" y="17290"/>
                    </a:lnTo>
                    <a:lnTo>
                      <a:pt x="16378" y="34272"/>
                    </a:lnTo>
                    <a:lnTo>
                      <a:pt x="0" y="16982"/>
                    </a:lnTo>
                    <a:lnTo>
                      <a:pt x="12715" y="4858"/>
                    </a:lnTo>
                    <a:lnTo>
                      <a:pt x="1792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3" name="Контур"/>
              <p:cNvSpPr/>
              <p:nvPr/>
            </p:nvSpPr>
            <p:spPr>
              <a:xfrm>
                <a:off x="2778905" y="3007321"/>
                <a:ext cx="46541" cy="40387"/>
              </a:xfrm>
              <a:custGeom>
                <a:avLst/>
                <a:gdLst/>
                <a:ahLst/>
                <a:cxnLst/>
                <a:rect l="l" t="t" r="r" b="b"/>
                <a:pathLst>
                  <a:path w="46541" h="40387">
                    <a:moveTo>
                      <a:pt x="25075" y="0"/>
                    </a:moveTo>
                    <a:lnTo>
                      <a:pt x="46541" y="24869"/>
                    </a:lnTo>
                    <a:lnTo>
                      <a:pt x="28560" y="40387"/>
                    </a:lnTo>
                    <a:lnTo>
                      <a:pt x="19421" y="29799"/>
                    </a:lnTo>
                    <a:lnTo>
                      <a:pt x="12322" y="35923"/>
                    </a:lnTo>
                    <a:lnTo>
                      <a:pt x="0" y="21643"/>
                    </a:lnTo>
                    <a:lnTo>
                      <a:pt x="250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4" name="Контур"/>
              <p:cNvSpPr/>
              <p:nvPr/>
            </p:nvSpPr>
            <p:spPr>
              <a:xfrm>
                <a:off x="1685417" y="2394491"/>
                <a:ext cx="70992" cy="64109"/>
              </a:xfrm>
              <a:custGeom>
                <a:avLst/>
                <a:gdLst/>
                <a:ahLst/>
                <a:cxnLst/>
                <a:rect l="l" t="t" r="r" b="b"/>
                <a:pathLst>
                  <a:path w="70992" h="64109">
                    <a:moveTo>
                      <a:pt x="63912" y="28161"/>
                    </a:moveTo>
                    <a:lnTo>
                      <a:pt x="15159" y="64109"/>
                    </a:lnTo>
                    <a:lnTo>
                      <a:pt x="11146" y="60029"/>
                    </a:lnTo>
                    <a:lnTo>
                      <a:pt x="8679" y="57523"/>
                    </a:lnTo>
                    <a:lnTo>
                      <a:pt x="0" y="48701"/>
                    </a:lnTo>
                    <a:lnTo>
                      <a:pt x="47539" y="0"/>
                    </a:lnTo>
                    <a:lnTo>
                      <a:pt x="70992" y="22896"/>
                    </a:lnTo>
                    <a:lnTo>
                      <a:pt x="63912" y="28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5" name="Контур"/>
              <p:cNvSpPr/>
              <p:nvPr/>
            </p:nvSpPr>
            <p:spPr>
              <a:xfrm>
                <a:off x="1821008" y="2293770"/>
                <a:ext cx="91218" cy="91052"/>
              </a:xfrm>
              <a:custGeom>
                <a:avLst/>
                <a:gdLst/>
                <a:ahLst/>
                <a:cxnLst/>
                <a:rect l="l" t="t" r="r" b="b"/>
                <a:pathLst>
                  <a:path w="91218" h="91052">
                    <a:moveTo>
                      <a:pt x="0" y="49762"/>
                    </a:moveTo>
                    <a:lnTo>
                      <a:pt x="50661" y="0"/>
                    </a:lnTo>
                    <a:lnTo>
                      <a:pt x="91218" y="41290"/>
                    </a:lnTo>
                    <a:lnTo>
                      <a:pt x="40557" y="91052"/>
                    </a:lnTo>
                    <a:lnTo>
                      <a:pt x="0" y="497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6" name="Контур"/>
              <p:cNvSpPr/>
              <p:nvPr/>
            </p:nvSpPr>
            <p:spPr>
              <a:xfrm>
                <a:off x="2369638" y="2195799"/>
                <a:ext cx="91463" cy="88566"/>
              </a:xfrm>
              <a:custGeom>
                <a:avLst/>
                <a:gdLst/>
                <a:ahLst/>
                <a:cxnLst/>
                <a:rect l="l" t="t" r="r" b="b"/>
                <a:pathLst>
                  <a:path w="91463" h="88566">
                    <a:moveTo>
                      <a:pt x="0" y="62600"/>
                    </a:moveTo>
                    <a:lnTo>
                      <a:pt x="67315" y="0"/>
                    </a:lnTo>
                    <a:lnTo>
                      <a:pt x="91463" y="25967"/>
                    </a:lnTo>
                    <a:lnTo>
                      <a:pt x="24148" y="88566"/>
                    </a:lnTo>
                    <a:lnTo>
                      <a:pt x="0" y="62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7" name="Контур"/>
              <p:cNvSpPr/>
              <p:nvPr/>
            </p:nvSpPr>
            <p:spPr>
              <a:xfrm>
                <a:off x="1490326" y="1951096"/>
                <a:ext cx="279360" cy="282994"/>
              </a:xfrm>
              <a:custGeom>
                <a:avLst/>
                <a:gdLst/>
                <a:ahLst/>
                <a:cxnLst/>
                <a:rect l="l" t="t" r="r" b="b"/>
                <a:pathLst>
                  <a:path w="279360" h="282994">
                    <a:moveTo>
                      <a:pt x="83347" y="0"/>
                    </a:moveTo>
                    <a:lnTo>
                      <a:pt x="279360" y="203275"/>
                    </a:lnTo>
                    <a:lnTo>
                      <a:pt x="196585" y="282994"/>
                    </a:lnTo>
                    <a:lnTo>
                      <a:pt x="98592" y="183078"/>
                    </a:lnTo>
                    <a:lnTo>
                      <a:pt x="0" y="82550"/>
                    </a:lnTo>
                    <a:lnTo>
                      <a:pt x="833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8" name="Контур"/>
              <p:cNvSpPr/>
              <p:nvPr/>
            </p:nvSpPr>
            <p:spPr>
              <a:xfrm>
                <a:off x="2246005" y="2002964"/>
                <a:ext cx="193808" cy="195961"/>
              </a:xfrm>
              <a:custGeom>
                <a:avLst/>
                <a:gdLst/>
                <a:ahLst/>
                <a:cxnLst/>
                <a:rect l="l" t="t" r="r" b="b"/>
                <a:pathLst>
                  <a:path w="193808" h="195961">
                    <a:moveTo>
                      <a:pt x="0" y="75159"/>
                    </a:moveTo>
                    <a:lnTo>
                      <a:pt x="79269" y="0"/>
                    </a:lnTo>
                    <a:lnTo>
                      <a:pt x="193808" y="120802"/>
                    </a:lnTo>
                    <a:lnTo>
                      <a:pt x="114537" y="195961"/>
                    </a:lnTo>
                    <a:lnTo>
                      <a:pt x="0" y="751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9" name="Контур"/>
              <p:cNvSpPr/>
              <p:nvPr/>
            </p:nvSpPr>
            <p:spPr>
              <a:xfrm>
                <a:off x="1490326" y="1951096"/>
                <a:ext cx="279360" cy="282994"/>
              </a:xfrm>
              <a:custGeom>
                <a:avLst/>
                <a:gdLst/>
                <a:ahLst/>
                <a:cxnLst/>
                <a:rect l="l" t="t" r="r" b="b"/>
                <a:pathLst>
                  <a:path w="279360" h="282994">
                    <a:moveTo>
                      <a:pt x="83347" y="0"/>
                    </a:moveTo>
                    <a:lnTo>
                      <a:pt x="279360" y="203275"/>
                    </a:lnTo>
                    <a:lnTo>
                      <a:pt x="196585" y="282994"/>
                    </a:lnTo>
                    <a:lnTo>
                      <a:pt x="98592" y="183078"/>
                    </a:lnTo>
                    <a:lnTo>
                      <a:pt x="0" y="82550"/>
                    </a:lnTo>
                    <a:lnTo>
                      <a:pt x="833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0" name="Контур"/>
              <p:cNvSpPr/>
              <p:nvPr/>
            </p:nvSpPr>
            <p:spPr>
              <a:xfrm>
                <a:off x="1992233" y="2534104"/>
                <a:ext cx="323016" cy="306875"/>
              </a:xfrm>
              <a:custGeom>
                <a:avLst/>
                <a:gdLst/>
                <a:ahLst/>
                <a:cxnLst/>
                <a:rect l="l" t="t" r="r" b="b"/>
                <a:pathLst>
                  <a:path w="323016" h="306875">
                    <a:moveTo>
                      <a:pt x="0" y="254030"/>
                    </a:moveTo>
                    <a:lnTo>
                      <a:pt x="271253" y="0"/>
                    </a:lnTo>
                    <a:lnTo>
                      <a:pt x="323016" y="56346"/>
                    </a:lnTo>
                    <a:lnTo>
                      <a:pt x="50303" y="306875"/>
                    </a:lnTo>
                    <a:lnTo>
                      <a:pt x="0" y="2540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1" name="Контур"/>
              <p:cNvSpPr/>
              <p:nvPr/>
            </p:nvSpPr>
            <p:spPr>
              <a:xfrm>
                <a:off x="2380573" y="2548763"/>
                <a:ext cx="161277" cy="186269"/>
              </a:xfrm>
              <a:custGeom>
                <a:avLst/>
                <a:gdLst/>
                <a:ahLst/>
                <a:cxnLst/>
                <a:rect l="l" t="t" r="r" b="b"/>
                <a:pathLst>
                  <a:path w="161277" h="186269">
                    <a:moveTo>
                      <a:pt x="0" y="67401"/>
                    </a:moveTo>
                    <a:lnTo>
                      <a:pt x="69067" y="0"/>
                    </a:lnTo>
                    <a:lnTo>
                      <a:pt x="161277" y="98846"/>
                    </a:lnTo>
                    <a:lnTo>
                      <a:pt x="93012" y="162529"/>
                    </a:lnTo>
                    <a:lnTo>
                      <a:pt x="67564" y="186269"/>
                    </a:lnTo>
                    <a:lnTo>
                      <a:pt x="24017" y="139588"/>
                    </a:lnTo>
                    <a:lnTo>
                      <a:pt x="47181" y="117978"/>
                    </a:lnTo>
                    <a:lnTo>
                      <a:pt x="0" y="674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2" name="Контур"/>
              <p:cNvSpPr/>
              <p:nvPr/>
            </p:nvSpPr>
            <p:spPr>
              <a:xfrm>
                <a:off x="1850465" y="2560146"/>
                <a:ext cx="79057" cy="70687"/>
              </a:xfrm>
              <a:custGeom>
                <a:avLst/>
                <a:gdLst/>
                <a:ahLst/>
                <a:cxnLst/>
                <a:rect l="l" t="t" r="r" b="b"/>
                <a:pathLst>
                  <a:path w="79057" h="70687">
                    <a:moveTo>
                      <a:pt x="35415" y="54410"/>
                    </a:moveTo>
                    <a:lnTo>
                      <a:pt x="25714" y="64370"/>
                    </a:lnTo>
                    <a:lnTo>
                      <a:pt x="19560" y="70687"/>
                    </a:lnTo>
                    <a:lnTo>
                      <a:pt x="0" y="50806"/>
                    </a:lnTo>
                    <a:lnTo>
                      <a:pt x="39931" y="2033"/>
                    </a:lnTo>
                    <a:lnTo>
                      <a:pt x="42469" y="0"/>
                    </a:lnTo>
                    <a:lnTo>
                      <a:pt x="79057" y="38402"/>
                    </a:lnTo>
                    <a:lnTo>
                      <a:pt x="50310" y="67163"/>
                    </a:lnTo>
                    <a:lnTo>
                      <a:pt x="35415" y="544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3" name="Контур"/>
              <p:cNvSpPr/>
              <p:nvPr/>
            </p:nvSpPr>
            <p:spPr>
              <a:xfrm>
                <a:off x="1700576" y="2422652"/>
                <a:ext cx="189820" cy="188300"/>
              </a:xfrm>
              <a:custGeom>
                <a:avLst/>
                <a:gdLst/>
                <a:ahLst/>
                <a:cxnLst/>
                <a:rect l="l" t="t" r="r" b="b"/>
                <a:pathLst>
                  <a:path w="189820" h="188300">
                    <a:moveTo>
                      <a:pt x="189820" y="139527"/>
                    </a:moveTo>
                    <a:lnTo>
                      <a:pt x="149889" y="188300"/>
                    </a:lnTo>
                    <a:lnTo>
                      <a:pt x="140064" y="178316"/>
                    </a:lnTo>
                    <a:lnTo>
                      <a:pt x="0" y="35948"/>
                    </a:lnTo>
                    <a:lnTo>
                      <a:pt x="48753" y="0"/>
                    </a:lnTo>
                    <a:lnTo>
                      <a:pt x="189820" y="1395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4" name="Контур"/>
              <p:cNvSpPr/>
              <p:nvPr/>
            </p:nvSpPr>
            <p:spPr>
              <a:xfrm>
                <a:off x="2286634" y="2449652"/>
                <a:ext cx="163006" cy="166512"/>
              </a:xfrm>
              <a:custGeom>
                <a:avLst/>
                <a:gdLst/>
                <a:ahLst/>
                <a:cxnLst/>
                <a:rect l="l" t="t" r="r" b="b"/>
                <a:pathLst>
                  <a:path w="163006" h="166512">
                    <a:moveTo>
                      <a:pt x="163006" y="99111"/>
                    </a:moveTo>
                    <a:lnTo>
                      <a:pt x="93939" y="166512"/>
                    </a:lnTo>
                    <a:lnTo>
                      <a:pt x="0" y="65813"/>
                    </a:lnTo>
                    <a:lnTo>
                      <a:pt x="70548" y="0"/>
                    </a:lnTo>
                    <a:lnTo>
                      <a:pt x="163006" y="991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5" name="Контур"/>
              <p:cNvSpPr/>
              <p:nvPr/>
            </p:nvSpPr>
            <p:spPr>
              <a:xfrm>
                <a:off x="1482728" y="2322395"/>
                <a:ext cx="161444" cy="161537"/>
              </a:xfrm>
              <a:custGeom>
                <a:avLst/>
                <a:gdLst/>
                <a:ahLst/>
                <a:cxnLst/>
                <a:rect l="l" t="t" r="r" b="b"/>
                <a:pathLst>
                  <a:path w="161444" h="161537">
                    <a:moveTo>
                      <a:pt x="30701" y="44672"/>
                    </a:moveTo>
                    <a:lnTo>
                      <a:pt x="79242" y="0"/>
                    </a:lnTo>
                    <a:lnTo>
                      <a:pt x="161444" y="88674"/>
                    </a:lnTo>
                    <a:lnTo>
                      <a:pt x="82845" y="161537"/>
                    </a:lnTo>
                    <a:lnTo>
                      <a:pt x="36902" y="112940"/>
                    </a:lnTo>
                    <a:lnTo>
                      <a:pt x="0" y="73134"/>
                    </a:lnTo>
                    <a:lnTo>
                      <a:pt x="30701" y="44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6" name="Контур"/>
              <p:cNvSpPr/>
              <p:nvPr/>
            </p:nvSpPr>
            <p:spPr>
              <a:xfrm>
                <a:off x="2224671" y="3177964"/>
                <a:ext cx="59065" cy="62098"/>
              </a:xfrm>
              <a:custGeom>
                <a:avLst/>
                <a:gdLst/>
                <a:ahLst/>
                <a:cxnLst/>
                <a:rect l="l" t="t" r="r" b="b"/>
                <a:pathLst>
                  <a:path w="59065" h="62098">
                    <a:moveTo>
                      <a:pt x="9098" y="0"/>
                    </a:moveTo>
                    <a:lnTo>
                      <a:pt x="59065" y="53563"/>
                    </a:lnTo>
                    <a:lnTo>
                      <a:pt x="50009" y="62098"/>
                    </a:lnTo>
                    <a:lnTo>
                      <a:pt x="0" y="8490"/>
                    </a:lnTo>
                    <a:lnTo>
                      <a:pt x="909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7" name="Контур"/>
              <p:cNvSpPr/>
              <p:nvPr/>
            </p:nvSpPr>
            <p:spPr>
              <a:xfrm>
                <a:off x="2233769" y="3066561"/>
                <a:ext cx="168048" cy="164966"/>
              </a:xfrm>
              <a:custGeom>
                <a:avLst/>
                <a:gdLst/>
                <a:ahLst/>
                <a:cxnLst/>
                <a:rect l="l" t="t" r="r" b="b"/>
                <a:pathLst>
                  <a:path w="168048" h="164966">
                    <a:moveTo>
                      <a:pt x="168048" y="53684"/>
                    </a:moveTo>
                    <a:lnTo>
                      <a:pt x="49967" y="164966"/>
                    </a:lnTo>
                    <a:lnTo>
                      <a:pt x="0" y="111403"/>
                    </a:lnTo>
                    <a:lnTo>
                      <a:pt x="119368" y="0"/>
                    </a:lnTo>
                    <a:lnTo>
                      <a:pt x="153632" y="37019"/>
                    </a:lnTo>
                    <a:lnTo>
                      <a:pt x="168048" y="53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8" name="Контур"/>
              <p:cNvSpPr/>
              <p:nvPr/>
            </p:nvSpPr>
            <p:spPr>
              <a:xfrm>
                <a:off x="1736989" y="2976049"/>
                <a:ext cx="152564" cy="158934"/>
              </a:xfrm>
              <a:custGeom>
                <a:avLst/>
                <a:gdLst/>
                <a:ahLst/>
                <a:cxnLst/>
                <a:rect l="l" t="t" r="r" b="b"/>
                <a:pathLst>
                  <a:path w="152564" h="158934">
                    <a:moveTo>
                      <a:pt x="152564" y="106921"/>
                    </a:moveTo>
                    <a:lnTo>
                      <a:pt x="98779" y="158934"/>
                    </a:lnTo>
                    <a:lnTo>
                      <a:pt x="0" y="52167"/>
                    </a:lnTo>
                    <a:lnTo>
                      <a:pt x="52751" y="0"/>
                    </a:lnTo>
                    <a:lnTo>
                      <a:pt x="152564" y="1069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9" name="Контур"/>
              <p:cNvSpPr/>
              <p:nvPr/>
            </p:nvSpPr>
            <p:spPr>
              <a:xfrm>
                <a:off x="1888615" y="2788134"/>
                <a:ext cx="181331" cy="216291"/>
              </a:xfrm>
              <a:custGeom>
                <a:avLst/>
                <a:gdLst/>
                <a:ahLst/>
                <a:cxnLst/>
                <a:rect l="l" t="t" r="r" b="b"/>
                <a:pathLst>
                  <a:path w="181331" h="216291">
                    <a:moveTo>
                      <a:pt x="103618" y="0"/>
                    </a:moveTo>
                    <a:lnTo>
                      <a:pt x="153921" y="52845"/>
                    </a:lnTo>
                    <a:lnTo>
                      <a:pt x="119636" y="85480"/>
                    </a:lnTo>
                    <a:lnTo>
                      <a:pt x="181331" y="150293"/>
                    </a:lnTo>
                    <a:lnTo>
                      <a:pt x="111998" y="216291"/>
                    </a:lnTo>
                    <a:lnTo>
                      <a:pt x="0" y="98634"/>
                    </a:lnTo>
                    <a:lnTo>
                      <a:pt x="10361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0" name="Контур"/>
              <p:cNvSpPr/>
              <p:nvPr/>
            </p:nvSpPr>
            <p:spPr>
              <a:xfrm>
                <a:off x="2326162" y="3017680"/>
                <a:ext cx="82428" cy="85900"/>
              </a:xfrm>
              <a:custGeom>
                <a:avLst/>
                <a:gdLst/>
                <a:ahLst/>
                <a:cxnLst/>
                <a:rect l="l" t="t" r="r" b="b"/>
                <a:pathLst>
                  <a:path w="82428" h="85900">
                    <a:moveTo>
                      <a:pt x="21189" y="0"/>
                    </a:moveTo>
                    <a:lnTo>
                      <a:pt x="82428" y="66340"/>
                    </a:lnTo>
                    <a:lnTo>
                      <a:pt x="61239" y="85900"/>
                    </a:lnTo>
                    <a:lnTo>
                      <a:pt x="26975" y="48881"/>
                    </a:lnTo>
                    <a:lnTo>
                      <a:pt x="0" y="19560"/>
                    </a:lnTo>
                    <a:lnTo>
                      <a:pt x="211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1" name="Контур"/>
              <p:cNvSpPr/>
              <p:nvPr/>
            </p:nvSpPr>
            <p:spPr>
              <a:xfrm>
                <a:off x="2313358" y="2790040"/>
                <a:ext cx="166184" cy="167596"/>
              </a:xfrm>
              <a:custGeom>
                <a:avLst/>
                <a:gdLst/>
                <a:ahLst/>
                <a:cxnLst/>
                <a:rect l="l" t="t" r="r" b="b"/>
                <a:pathLst>
                  <a:path w="166184" h="167596">
                    <a:moveTo>
                      <a:pt x="90371" y="167596"/>
                    </a:moveTo>
                    <a:lnTo>
                      <a:pt x="0" y="70724"/>
                    </a:lnTo>
                    <a:lnTo>
                      <a:pt x="75814" y="0"/>
                    </a:lnTo>
                    <a:lnTo>
                      <a:pt x="166184" y="96872"/>
                    </a:lnTo>
                    <a:lnTo>
                      <a:pt x="90371" y="1675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2" name="Контур"/>
              <p:cNvSpPr/>
              <p:nvPr/>
            </p:nvSpPr>
            <p:spPr>
              <a:xfrm>
                <a:off x="252000" y="2032909"/>
                <a:ext cx="197044" cy="224151"/>
              </a:xfrm>
              <a:custGeom>
                <a:avLst/>
                <a:gdLst/>
                <a:ahLst/>
                <a:cxnLst/>
                <a:rect l="l" t="t" r="r" b="b"/>
                <a:pathLst>
                  <a:path w="197044" h="224151">
                    <a:moveTo>
                      <a:pt x="15432" y="190634"/>
                    </a:moveTo>
                    <a:lnTo>
                      <a:pt x="0" y="175884"/>
                    </a:lnTo>
                    <a:lnTo>
                      <a:pt x="0" y="129032"/>
                    </a:lnTo>
                    <a:lnTo>
                      <a:pt x="123331" y="0"/>
                    </a:lnTo>
                    <a:lnTo>
                      <a:pt x="197044" y="70455"/>
                    </a:lnTo>
                    <a:lnTo>
                      <a:pt x="50137" y="22415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93" name="Контур"/>
              <p:cNvSpPr/>
              <p:nvPr/>
            </p:nvSpPr>
            <p:spPr>
              <a:xfrm>
                <a:off x="252000" y="2032909"/>
                <a:ext cx="197044" cy="224151"/>
              </a:xfrm>
              <a:custGeom>
                <a:avLst/>
                <a:gdLst/>
                <a:ahLst/>
                <a:cxnLst/>
                <a:rect l="l" t="t" r="r" b="b"/>
                <a:pathLst>
                  <a:path w="197044" h="224151" fill="none">
                    <a:moveTo>
                      <a:pt x="15432" y="190634"/>
                    </a:moveTo>
                    <a:lnTo>
                      <a:pt x="0" y="175884"/>
                    </a:lnTo>
                    <a:moveTo>
                      <a:pt x="0" y="129032"/>
                    </a:moveTo>
                    <a:lnTo>
                      <a:pt x="123331" y="0"/>
                    </a:lnTo>
                    <a:lnTo>
                      <a:pt x="197044" y="70455"/>
                    </a:lnTo>
                    <a:lnTo>
                      <a:pt x="50137" y="224151"/>
                    </a:lnTo>
                    <a:lnTo>
                      <a:pt x="15432" y="190634"/>
                    </a:lnTo>
                    <a:lnTo>
                      <a:pt x="15432" y="19063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4" name="Контур"/>
              <p:cNvSpPr/>
              <p:nvPr/>
            </p:nvSpPr>
            <p:spPr>
              <a:xfrm>
                <a:off x="898346" y="2041714"/>
                <a:ext cx="126319" cy="125182"/>
              </a:xfrm>
              <a:custGeom>
                <a:avLst/>
                <a:gdLst/>
                <a:ahLst/>
                <a:cxnLst/>
                <a:rect l="l" t="t" r="r" b="b"/>
                <a:pathLst>
                  <a:path w="126319" h="125182">
                    <a:moveTo>
                      <a:pt x="80758" y="0"/>
                    </a:moveTo>
                    <a:lnTo>
                      <a:pt x="126319" y="51195"/>
                    </a:lnTo>
                    <a:lnTo>
                      <a:pt x="47093" y="125182"/>
                    </a:lnTo>
                    <a:lnTo>
                      <a:pt x="0" y="74755"/>
                    </a:lnTo>
                    <a:lnTo>
                      <a:pt x="49605" y="29093"/>
                    </a:lnTo>
                    <a:lnTo>
                      <a:pt x="807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5" name="Контур"/>
              <p:cNvSpPr/>
              <p:nvPr/>
            </p:nvSpPr>
            <p:spPr>
              <a:xfrm>
                <a:off x="898346" y="2041714"/>
                <a:ext cx="126319" cy="125182"/>
              </a:xfrm>
              <a:custGeom>
                <a:avLst/>
                <a:gdLst/>
                <a:ahLst/>
                <a:cxnLst/>
                <a:rect l="l" t="t" r="r" b="b"/>
                <a:pathLst>
                  <a:path w="126319" h="125182">
                    <a:moveTo>
                      <a:pt x="80758" y="0"/>
                    </a:moveTo>
                    <a:lnTo>
                      <a:pt x="126319" y="51195"/>
                    </a:lnTo>
                    <a:lnTo>
                      <a:pt x="47093" y="125182"/>
                    </a:lnTo>
                    <a:lnTo>
                      <a:pt x="0" y="74755"/>
                    </a:lnTo>
                    <a:lnTo>
                      <a:pt x="49605" y="29093"/>
                    </a:lnTo>
                    <a:lnTo>
                      <a:pt x="807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6" name="Контур"/>
              <p:cNvSpPr/>
              <p:nvPr/>
            </p:nvSpPr>
            <p:spPr>
              <a:xfrm>
                <a:off x="252000" y="2032909"/>
                <a:ext cx="197044" cy="224151"/>
              </a:xfrm>
              <a:custGeom>
                <a:avLst/>
                <a:gdLst/>
                <a:ahLst/>
                <a:cxnLst/>
                <a:rect l="l" t="t" r="r" b="b"/>
                <a:pathLst>
                  <a:path w="197044" h="224151">
                    <a:moveTo>
                      <a:pt x="15432" y="190634"/>
                    </a:moveTo>
                    <a:lnTo>
                      <a:pt x="0" y="175884"/>
                    </a:lnTo>
                    <a:lnTo>
                      <a:pt x="0" y="129032"/>
                    </a:lnTo>
                    <a:lnTo>
                      <a:pt x="123331" y="0"/>
                    </a:lnTo>
                    <a:lnTo>
                      <a:pt x="197044" y="70455"/>
                    </a:lnTo>
                    <a:lnTo>
                      <a:pt x="50137" y="22415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97" name="Контур"/>
              <p:cNvSpPr/>
              <p:nvPr/>
            </p:nvSpPr>
            <p:spPr>
              <a:xfrm>
                <a:off x="252000" y="2032909"/>
                <a:ext cx="197044" cy="224151"/>
              </a:xfrm>
              <a:custGeom>
                <a:avLst/>
                <a:gdLst/>
                <a:ahLst/>
                <a:cxnLst/>
                <a:rect l="l" t="t" r="r" b="b"/>
                <a:pathLst>
                  <a:path w="197044" h="224151" fill="none">
                    <a:moveTo>
                      <a:pt x="15432" y="190634"/>
                    </a:moveTo>
                    <a:lnTo>
                      <a:pt x="0" y="175884"/>
                    </a:lnTo>
                    <a:moveTo>
                      <a:pt x="0" y="129032"/>
                    </a:moveTo>
                    <a:lnTo>
                      <a:pt x="123331" y="0"/>
                    </a:lnTo>
                    <a:lnTo>
                      <a:pt x="197044" y="70455"/>
                    </a:lnTo>
                    <a:lnTo>
                      <a:pt x="50137" y="224151"/>
                    </a:lnTo>
                    <a:lnTo>
                      <a:pt x="15432" y="190634"/>
                    </a:lnTo>
                    <a:lnTo>
                      <a:pt x="15432" y="19063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8" name="Контур"/>
              <p:cNvSpPr/>
              <p:nvPr/>
            </p:nvSpPr>
            <p:spPr>
              <a:xfrm>
                <a:off x="1288134" y="2079044"/>
                <a:ext cx="125376" cy="129012"/>
              </a:xfrm>
              <a:custGeom>
                <a:avLst/>
                <a:gdLst/>
                <a:ahLst/>
                <a:cxnLst/>
                <a:rect l="l" t="t" r="r" b="b"/>
                <a:pathLst>
                  <a:path w="125376" h="129012">
                    <a:moveTo>
                      <a:pt x="50559" y="99531"/>
                    </a:moveTo>
                    <a:lnTo>
                      <a:pt x="0" y="44723"/>
                    </a:lnTo>
                    <a:lnTo>
                      <a:pt x="48244" y="0"/>
                    </a:lnTo>
                    <a:lnTo>
                      <a:pt x="125376" y="83204"/>
                    </a:lnTo>
                    <a:lnTo>
                      <a:pt x="77889" y="129012"/>
                    </a:lnTo>
                    <a:lnTo>
                      <a:pt x="50559" y="995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9" name="Контур"/>
              <p:cNvSpPr/>
              <p:nvPr/>
            </p:nvSpPr>
            <p:spPr>
              <a:xfrm>
                <a:off x="819843" y="1985466"/>
                <a:ext cx="128108" cy="131003"/>
              </a:xfrm>
              <a:custGeom>
                <a:avLst/>
                <a:gdLst/>
                <a:ahLst/>
                <a:cxnLst/>
                <a:rect l="l" t="t" r="r" b="b"/>
                <a:pathLst>
                  <a:path w="128108" h="131003">
                    <a:moveTo>
                      <a:pt x="128108" y="85341"/>
                    </a:moveTo>
                    <a:lnTo>
                      <a:pt x="78503" y="131003"/>
                    </a:lnTo>
                    <a:lnTo>
                      <a:pt x="0" y="46943"/>
                    </a:lnTo>
                    <a:lnTo>
                      <a:pt x="48411" y="0"/>
                    </a:lnTo>
                    <a:lnTo>
                      <a:pt x="128108" y="853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0" name="Контур"/>
              <p:cNvSpPr/>
              <p:nvPr/>
            </p:nvSpPr>
            <p:spPr>
              <a:xfrm>
                <a:off x="1208887" y="2401748"/>
                <a:ext cx="95761" cy="96330"/>
              </a:xfrm>
              <a:custGeom>
                <a:avLst/>
                <a:gdLst/>
                <a:ahLst/>
                <a:cxnLst/>
                <a:rect l="l" t="t" r="r" b="b"/>
                <a:pathLst>
                  <a:path w="95761" h="96330">
                    <a:moveTo>
                      <a:pt x="95761" y="50959"/>
                    </a:moveTo>
                    <a:lnTo>
                      <a:pt x="47602" y="96330"/>
                    </a:lnTo>
                    <a:lnTo>
                      <a:pt x="0" y="44980"/>
                    </a:lnTo>
                    <a:lnTo>
                      <a:pt x="48521" y="0"/>
                    </a:lnTo>
                    <a:lnTo>
                      <a:pt x="95761" y="509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1" name="Контур"/>
              <p:cNvSpPr/>
              <p:nvPr/>
            </p:nvSpPr>
            <p:spPr>
              <a:xfrm>
                <a:off x="1444123" y="2246811"/>
                <a:ext cx="117847" cy="120256"/>
              </a:xfrm>
              <a:custGeom>
                <a:avLst/>
                <a:gdLst/>
                <a:ahLst/>
                <a:cxnLst/>
                <a:rect l="l" t="t" r="r" b="b"/>
                <a:pathLst>
                  <a:path w="117847" h="120256">
                    <a:moveTo>
                      <a:pt x="0" y="45494"/>
                    </a:moveTo>
                    <a:lnTo>
                      <a:pt x="47779" y="0"/>
                    </a:lnTo>
                    <a:lnTo>
                      <a:pt x="117847" y="75584"/>
                    </a:lnTo>
                    <a:lnTo>
                      <a:pt x="69306" y="120256"/>
                    </a:lnTo>
                    <a:lnTo>
                      <a:pt x="0" y="454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2" name="Контур"/>
              <p:cNvSpPr/>
              <p:nvPr/>
            </p:nvSpPr>
            <p:spPr>
              <a:xfrm>
                <a:off x="1083604" y="2123767"/>
                <a:ext cx="255089" cy="214099"/>
              </a:xfrm>
              <a:custGeom>
                <a:avLst/>
                <a:gdLst/>
                <a:ahLst/>
                <a:cxnLst/>
                <a:rect l="l" t="t" r="r" b="b"/>
                <a:pathLst>
                  <a:path w="255089" h="214099">
                    <a:moveTo>
                      <a:pt x="0" y="189604"/>
                    </a:moveTo>
                    <a:lnTo>
                      <a:pt x="204530" y="0"/>
                    </a:lnTo>
                    <a:lnTo>
                      <a:pt x="255089" y="54808"/>
                    </a:lnTo>
                    <a:lnTo>
                      <a:pt x="140445" y="161086"/>
                    </a:lnTo>
                    <a:lnTo>
                      <a:pt x="112459" y="130896"/>
                    </a:lnTo>
                    <a:lnTo>
                      <a:pt x="22707" y="214099"/>
                    </a:lnTo>
                    <a:lnTo>
                      <a:pt x="0" y="189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3" name="Контур"/>
              <p:cNvSpPr/>
              <p:nvPr/>
            </p:nvSpPr>
            <p:spPr>
              <a:xfrm>
                <a:off x="1366023" y="2162248"/>
                <a:ext cx="125879" cy="130057"/>
              </a:xfrm>
              <a:custGeom>
                <a:avLst/>
                <a:gdLst/>
                <a:ahLst/>
                <a:cxnLst/>
                <a:rect l="l" t="t" r="r" b="b"/>
                <a:pathLst>
                  <a:path w="125879" h="130057">
                    <a:moveTo>
                      <a:pt x="125879" y="84563"/>
                    </a:moveTo>
                    <a:lnTo>
                      <a:pt x="78100" y="130057"/>
                    </a:lnTo>
                    <a:lnTo>
                      <a:pt x="0" y="45808"/>
                    </a:lnTo>
                    <a:lnTo>
                      <a:pt x="47487" y="0"/>
                    </a:lnTo>
                    <a:lnTo>
                      <a:pt x="125879" y="845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4" name="Контур"/>
              <p:cNvSpPr/>
              <p:nvPr/>
            </p:nvSpPr>
            <p:spPr>
              <a:xfrm>
                <a:off x="252000" y="2223543"/>
                <a:ext cx="50137" cy="85430"/>
              </a:xfrm>
              <a:custGeom>
                <a:avLst/>
                <a:gdLst/>
                <a:ahLst/>
                <a:cxnLst/>
                <a:rect l="l" t="t" r="r" b="b"/>
                <a:pathLst>
                  <a:path w="50137" h="85430">
                    <a:moveTo>
                      <a:pt x="0" y="85430"/>
                    </a:moveTo>
                    <a:lnTo>
                      <a:pt x="0" y="15978"/>
                    </a:lnTo>
                    <a:lnTo>
                      <a:pt x="15432" y="0"/>
                    </a:lnTo>
                    <a:lnTo>
                      <a:pt x="50137" y="3351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05" name="Контур"/>
              <p:cNvSpPr/>
              <p:nvPr/>
            </p:nvSpPr>
            <p:spPr>
              <a:xfrm>
                <a:off x="252000" y="2223543"/>
                <a:ext cx="50137" cy="85430"/>
              </a:xfrm>
              <a:custGeom>
                <a:avLst/>
                <a:gdLst/>
                <a:ahLst/>
                <a:cxnLst/>
                <a:rect l="l" t="t" r="r" b="b"/>
                <a:pathLst>
                  <a:path w="50137" h="85430" fill="none">
                    <a:moveTo>
                      <a:pt x="0" y="15978"/>
                    </a:moveTo>
                    <a:lnTo>
                      <a:pt x="15432" y="0"/>
                    </a:lnTo>
                    <a:lnTo>
                      <a:pt x="50137" y="33517"/>
                    </a:lnTo>
                    <a:lnTo>
                      <a:pt x="0" y="8543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6" name="Контур"/>
              <p:cNvSpPr/>
              <p:nvPr/>
            </p:nvSpPr>
            <p:spPr>
              <a:xfrm>
                <a:off x="252000" y="2223543"/>
                <a:ext cx="50137" cy="85430"/>
              </a:xfrm>
              <a:custGeom>
                <a:avLst/>
                <a:gdLst/>
                <a:ahLst/>
                <a:cxnLst/>
                <a:rect l="l" t="t" r="r" b="b"/>
                <a:pathLst>
                  <a:path w="50137" h="85430">
                    <a:moveTo>
                      <a:pt x="0" y="85430"/>
                    </a:moveTo>
                    <a:lnTo>
                      <a:pt x="0" y="15978"/>
                    </a:lnTo>
                    <a:lnTo>
                      <a:pt x="15432" y="0"/>
                    </a:lnTo>
                    <a:lnTo>
                      <a:pt x="50137" y="3351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07" name="Контур"/>
              <p:cNvSpPr/>
              <p:nvPr/>
            </p:nvSpPr>
            <p:spPr>
              <a:xfrm>
                <a:off x="252000" y="2223543"/>
                <a:ext cx="50137" cy="85430"/>
              </a:xfrm>
              <a:custGeom>
                <a:avLst/>
                <a:gdLst/>
                <a:ahLst/>
                <a:cxnLst/>
                <a:rect l="l" t="t" r="r" b="b"/>
                <a:pathLst>
                  <a:path w="50137" h="85430" fill="none">
                    <a:moveTo>
                      <a:pt x="0" y="15978"/>
                    </a:moveTo>
                    <a:lnTo>
                      <a:pt x="15432" y="0"/>
                    </a:lnTo>
                    <a:lnTo>
                      <a:pt x="50137" y="33517"/>
                    </a:lnTo>
                    <a:lnTo>
                      <a:pt x="0" y="8543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8" name="Контур"/>
              <p:cNvSpPr/>
              <p:nvPr/>
            </p:nvSpPr>
            <p:spPr>
              <a:xfrm>
                <a:off x="592090" y="3246873"/>
                <a:ext cx="67595" cy="65756"/>
              </a:xfrm>
              <a:custGeom>
                <a:avLst/>
                <a:gdLst/>
                <a:ahLst/>
                <a:cxnLst/>
                <a:rect l="l" t="t" r="r" b="b"/>
                <a:pathLst>
                  <a:path w="67595" h="65756">
                    <a:moveTo>
                      <a:pt x="43285" y="65756"/>
                    </a:moveTo>
                    <a:lnTo>
                      <a:pt x="0" y="27517"/>
                    </a:lnTo>
                    <a:lnTo>
                      <a:pt x="24310" y="0"/>
                    </a:lnTo>
                    <a:lnTo>
                      <a:pt x="67595" y="38239"/>
                    </a:lnTo>
                    <a:lnTo>
                      <a:pt x="43285" y="657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9" name="Контур"/>
              <p:cNvSpPr/>
              <p:nvPr/>
            </p:nvSpPr>
            <p:spPr>
              <a:xfrm>
                <a:off x="1457605" y="2435335"/>
                <a:ext cx="107968" cy="105949"/>
              </a:xfrm>
              <a:custGeom>
                <a:avLst/>
                <a:gdLst/>
                <a:ahLst/>
                <a:cxnLst/>
                <a:rect l="l" t="t" r="r" b="b"/>
                <a:pathLst>
                  <a:path w="107968" h="105949">
                    <a:moveTo>
                      <a:pt x="46101" y="105949"/>
                    </a:moveTo>
                    <a:lnTo>
                      <a:pt x="0" y="57497"/>
                    </a:lnTo>
                    <a:lnTo>
                      <a:pt x="62025" y="0"/>
                    </a:lnTo>
                    <a:lnTo>
                      <a:pt x="107968" y="48597"/>
                    </a:lnTo>
                    <a:lnTo>
                      <a:pt x="46101" y="1059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0" name="Контур"/>
              <p:cNvSpPr/>
              <p:nvPr/>
            </p:nvSpPr>
            <p:spPr>
              <a:xfrm>
                <a:off x="252000" y="2903876"/>
                <a:ext cx="43041" cy="61402"/>
              </a:xfrm>
              <a:custGeom>
                <a:avLst/>
                <a:gdLst/>
                <a:ahLst/>
                <a:cxnLst/>
                <a:rect l="l" t="t" r="r" b="b"/>
                <a:pathLst>
                  <a:path w="43041" h="61402">
                    <a:moveTo>
                      <a:pt x="0" y="0"/>
                    </a:moveTo>
                    <a:lnTo>
                      <a:pt x="43041" y="37269"/>
                    </a:lnTo>
                    <a:lnTo>
                      <a:pt x="26075" y="56863"/>
                    </a:lnTo>
                    <a:lnTo>
                      <a:pt x="21291" y="52719"/>
                    </a:lnTo>
                    <a:lnTo>
                      <a:pt x="13772" y="61402"/>
                    </a:lnTo>
                    <a:lnTo>
                      <a:pt x="2289" y="51459"/>
                    </a:lnTo>
                    <a:lnTo>
                      <a:pt x="9946" y="42616"/>
                    </a:lnTo>
                    <a:lnTo>
                      <a:pt x="0" y="340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11" name="Контур"/>
              <p:cNvSpPr/>
              <p:nvPr/>
            </p:nvSpPr>
            <p:spPr>
              <a:xfrm>
                <a:off x="252000" y="2903876"/>
                <a:ext cx="43041" cy="61402"/>
              </a:xfrm>
              <a:custGeom>
                <a:avLst/>
                <a:gdLst/>
                <a:ahLst/>
                <a:cxnLst/>
                <a:rect l="l" t="t" r="r" b="b"/>
                <a:pathLst>
                  <a:path w="43041" h="61402" fill="none">
                    <a:moveTo>
                      <a:pt x="0" y="0"/>
                    </a:moveTo>
                    <a:lnTo>
                      <a:pt x="43041" y="37269"/>
                    </a:lnTo>
                    <a:lnTo>
                      <a:pt x="26075" y="56863"/>
                    </a:lnTo>
                    <a:lnTo>
                      <a:pt x="21291" y="52719"/>
                    </a:lnTo>
                    <a:lnTo>
                      <a:pt x="13772" y="61402"/>
                    </a:lnTo>
                    <a:lnTo>
                      <a:pt x="2289" y="51459"/>
                    </a:lnTo>
                    <a:lnTo>
                      <a:pt x="9946" y="42616"/>
                    </a:lnTo>
                    <a:lnTo>
                      <a:pt x="0" y="3400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2" name="Контур"/>
              <p:cNvSpPr/>
              <p:nvPr/>
            </p:nvSpPr>
            <p:spPr>
              <a:xfrm>
                <a:off x="967917" y="3150250"/>
                <a:ext cx="37306" cy="37223"/>
              </a:xfrm>
              <a:custGeom>
                <a:avLst/>
                <a:gdLst/>
                <a:ahLst/>
                <a:cxnLst/>
                <a:rect l="l" t="t" r="r" b="b"/>
                <a:pathLst>
                  <a:path w="37306" h="37223">
                    <a:moveTo>
                      <a:pt x="17324" y="0"/>
                    </a:moveTo>
                    <a:lnTo>
                      <a:pt x="37306" y="19068"/>
                    </a:lnTo>
                    <a:lnTo>
                      <a:pt x="19982" y="37223"/>
                    </a:lnTo>
                    <a:lnTo>
                      <a:pt x="0" y="18155"/>
                    </a:lnTo>
                    <a:lnTo>
                      <a:pt x="1732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3" name="Контур"/>
              <p:cNvSpPr/>
              <p:nvPr/>
            </p:nvSpPr>
            <p:spPr>
              <a:xfrm>
                <a:off x="1256489" y="2452707"/>
                <a:ext cx="138858" cy="141752"/>
              </a:xfrm>
              <a:custGeom>
                <a:avLst/>
                <a:gdLst/>
                <a:ahLst/>
                <a:cxnLst/>
                <a:rect l="l" t="t" r="r" b="b"/>
                <a:pathLst>
                  <a:path w="138858" h="141752">
                    <a:moveTo>
                      <a:pt x="138858" y="97840"/>
                    </a:moveTo>
                    <a:lnTo>
                      <a:pt x="89347" y="141752"/>
                    </a:lnTo>
                    <a:lnTo>
                      <a:pt x="0" y="45371"/>
                    </a:lnTo>
                    <a:lnTo>
                      <a:pt x="48159" y="0"/>
                    </a:lnTo>
                    <a:lnTo>
                      <a:pt x="138858" y="978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4" name="Контур"/>
              <p:cNvSpPr/>
              <p:nvPr/>
            </p:nvSpPr>
            <p:spPr>
              <a:xfrm>
                <a:off x="1345836" y="2492832"/>
                <a:ext cx="157870" cy="151737"/>
              </a:xfrm>
              <a:custGeom>
                <a:avLst/>
                <a:gdLst/>
                <a:ahLst/>
                <a:cxnLst/>
                <a:rect l="l" t="t" r="r" b="b"/>
                <a:pathLst>
                  <a:path w="157870" h="151737">
                    <a:moveTo>
                      <a:pt x="111769" y="0"/>
                    </a:moveTo>
                    <a:lnTo>
                      <a:pt x="157870" y="48452"/>
                    </a:lnTo>
                    <a:lnTo>
                      <a:pt x="46453" y="151737"/>
                    </a:lnTo>
                    <a:lnTo>
                      <a:pt x="0" y="101627"/>
                    </a:lnTo>
                    <a:lnTo>
                      <a:pt x="49511" y="57715"/>
                    </a:lnTo>
                    <a:lnTo>
                      <a:pt x="1117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5" name="Контур"/>
              <p:cNvSpPr/>
              <p:nvPr/>
            </p:nvSpPr>
            <p:spPr>
              <a:xfrm>
                <a:off x="2713347" y="3268506"/>
                <a:ext cx="150337" cy="123561"/>
              </a:xfrm>
              <a:custGeom>
                <a:avLst/>
                <a:gdLst/>
                <a:ahLst/>
                <a:cxnLst/>
                <a:rect l="l" t="t" r="r" b="b"/>
                <a:pathLst>
                  <a:path w="150337" h="123561">
                    <a:moveTo>
                      <a:pt x="119766" y="0"/>
                    </a:moveTo>
                    <a:lnTo>
                      <a:pt x="150337" y="31337"/>
                    </a:lnTo>
                    <a:lnTo>
                      <a:pt x="87360" y="92776"/>
                    </a:lnTo>
                    <a:lnTo>
                      <a:pt x="77907" y="83086"/>
                    </a:lnTo>
                    <a:lnTo>
                      <a:pt x="36417" y="123561"/>
                    </a:lnTo>
                    <a:lnTo>
                      <a:pt x="0" y="86232"/>
                    </a:lnTo>
                    <a:lnTo>
                      <a:pt x="49051" y="38380"/>
                    </a:lnTo>
                    <a:lnTo>
                      <a:pt x="64350" y="54062"/>
                    </a:lnTo>
                    <a:lnTo>
                      <a:pt x="11976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6" name="Контур"/>
              <p:cNvSpPr/>
              <p:nvPr/>
            </p:nvSpPr>
            <p:spPr>
              <a:xfrm>
                <a:off x="2519796" y="3151480"/>
                <a:ext cx="97277" cy="208905"/>
              </a:xfrm>
              <a:custGeom>
                <a:avLst/>
                <a:gdLst/>
                <a:ahLst/>
                <a:cxnLst/>
                <a:rect l="l" t="t" r="r" b="b"/>
                <a:pathLst>
                  <a:path w="97277" h="208905">
                    <a:moveTo>
                      <a:pt x="53045" y="0"/>
                    </a:moveTo>
                    <a:lnTo>
                      <a:pt x="94767" y="11174"/>
                    </a:lnTo>
                    <a:lnTo>
                      <a:pt x="72125" y="95678"/>
                    </a:lnTo>
                    <a:lnTo>
                      <a:pt x="97277" y="102417"/>
                    </a:lnTo>
                    <a:lnTo>
                      <a:pt x="83900" y="152337"/>
                    </a:lnTo>
                    <a:lnTo>
                      <a:pt x="58512" y="145531"/>
                    </a:lnTo>
                    <a:lnTo>
                      <a:pt x="41520" y="208905"/>
                    </a:lnTo>
                    <a:lnTo>
                      <a:pt x="0" y="197774"/>
                    </a:lnTo>
                    <a:lnTo>
                      <a:pt x="530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7" name="Контур"/>
              <p:cNvSpPr/>
              <p:nvPr/>
            </p:nvSpPr>
            <p:spPr>
              <a:xfrm>
                <a:off x="2666455" y="3292181"/>
                <a:ext cx="20691" cy="19165"/>
              </a:xfrm>
              <a:custGeom>
                <a:avLst/>
                <a:gdLst/>
                <a:ahLst/>
                <a:cxnLst/>
                <a:rect l="l" t="t" r="r" b="b"/>
                <a:pathLst>
                  <a:path w="20691" h="19165">
                    <a:moveTo>
                      <a:pt x="0" y="12711"/>
                    </a:moveTo>
                    <a:lnTo>
                      <a:pt x="15344" y="0"/>
                    </a:lnTo>
                    <a:lnTo>
                      <a:pt x="20691" y="6454"/>
                    </a:lnTo>
                    <a:lnTo>
                      <a:pt x="5346" y="19165"/>
                    </a:lnTo>
                    <a:lnTo>
                      <a:pt x="0" y="127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8" name="Контур"/>
              <p:cNvSpPr/>
              <p:nvPr/>
            </p:nvSpPr>
            <p:spPr>
              <a:xfrm>
                <a:off x="2444504" y="4092812"/>
                <a:ext cx="33489" cy="32876"/>
              </a:xfrm>
              <a:custGeom>
                <a:avLst/>
                <a:gdLst/>
                <a:ahLst/>
                <a:cxnLst/>
                <a:rect l="l" t="t" r="r" b="b"/>
                <a:pathLst>
                  <a:path w="33489" h="32876">
                    <a:moveTo>
                      <a:pt x="0" y="21063"/>
                    </a:moveTo>
                    <a:lnTo>
                      <a:pt x="22363" y="0"/>
                    </a:lnTo>
                    <a:lnTo>
                      <a:pt x="33489" y="11813"/>
                    </a:lnTo>
                    <a:lnTo>
                      <a:pt x="11126" y="32876"/>
                    </a:lnTo>
                    <a:lnTo>
                      <a:pt x="0" y="210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9" name="Контур"/>
              <p:cNvSpPr/>
              <p:nvPr/>
            </p:nvSpPr>
            <p:spPr>
              <a:xfrm>
                <a:off x="2332673" y="3768901"/>
                <a:ext cx="130417" cy="158687"/>
              </a:xfrm>
              <a:custGeom>
                <a:avLst/>
                <a:gdLst/>
                <a:ahLst/>
                <a:cxnLst/>
                <a:rect l="l" t="t" r="r" b="b"/>
                <a:pathLst>
                  <a:path w="130417" h="158687">
                    <a:moveTo>
                      <a:pt x="0" y="43979"/>
                    </a:moveTo>
                    <a:lnTo>
                      <a:pt x="47482" y="0"/>
                    </a:lnTo>
                    <a:lnTo>
                      <a:pt x="79129" y="30896"/>
                    </a:lnTo>
                    <a:lnTo>
                      <a:pt x="92523" y="20111"/>
                    </a:lnTo>
                    <a:lnTo>
                      <a:pt x="130417" y="86458"/>
                    </a:lnTo>
                    <a:lnTo>
                      <a:pt x="106243" y="158687"/>
                    </a:lnTo>
                    <a:lnTo>
                      <a:pt x="0" y="439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0" name="Контур"/>
              <p:cNvSpPr/>
              <p:nvPr/>
            </p:nvSpPr>
            <p:spPr>
              <a:xfrm>
                <a:off x="2647892" y="4057467"/>
                <a:ext cx="28313" cy="12492"/>
              </a:xfrm>
              <a:custGeom>
                <a:avLst/>
                <a:gdLst/>
                <a:ahLst/>
                <a:cxnLst/>
                <a:rect l="l" t="t" r="r" b="b"/>
                <a:pathLst>
                  <a:path w="28313" h="12492">
                    <a:moveTo>
                      <a:pt x="248" y="12492"/>
                    </a:moveTo>
                    <a:lnTo>
                      <a:pt x="0" y="584"/>
                    </a:lnTo>
                    <a:lnTo>
                      <a:pt x="28065" y="0"/>
                    </a:lnTo>
                    <a:lnTo>
                      <a:pt x="28313" y="11906"/>
                    </a:lnTo>
                    <a:lnTo>
                      <a:pt x="248" y="124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1" name="Контур"/>
              <p:cNvSpPr/>
              <p:nvPr/>
            </p:nvSpPr>
            <p:spPr>
              <a:xfrm>
                <a:off x="2362235" y="3734431"/>
                <a:ext cx="34135" cy="34470"/>
              </a:xfrm>
              <a:custGeom>
                <a:avLst/>
                <a:gdLst/>
                <a:ahLst/>
                <a:cxnLst/>
                <a:rect l="l" t="t" r="r" b="b"/>
                <a:pathLst>
                  <a:path w="34135" h="34470">
                    <a:moveTo>
                      <a:pt x="17920" y="34470"/>
                    </a:moveTo>
                    <a:lnTo>
                      <a:pt x="0" y="14691"/>
                    </a:lnTo>
                    <a:lnTo>
                      <a:pt x="16214" y="0"/>
                    </a:lnTo>
                    <a:lnTo>
                      <a:pt x="34135" y="19779"/>
                    </a:lnTo>
                    <a:lnTo>
                      <a:pt x="17920" y="344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2" name="Контур"/>
              <p:cNvSpPr/>
              <p:nvPr/>
            </p:nvSpPr>
            <p:spPr>
              <a:xfrm>
                <a:off x="2726384" y="3413867"/>
                <a:ext cx="340200" cy="297499"/>
              </a:xfrm>
              <a:custGeom>
                <a:avLst/>
                <a:gdLst/>
                <a:ahLst/>
                <a:cxnLst/>
                <a:rect l="l" t="t" r="r" b="b"/>
                <a:pathLst>
                  <a:path w="340200" h="297499">
                    <a:moveTo>
                      <a:pt x="31348" y="248169"/>
                    </a:moveTo>
                    <a:lnTo>
                      <a:pt x="25137" y="241382"/>
                    </a:lnTo>
                    <a:lnTo>
                      <a:pt x="198048" y="83102"/>
                    </a:lnTo>
                    <a:lnTo>
                      <a:pt x="184281" y="68064"/>
                    </a:lnTo>
                    <a:lnTo>
                      <a:pt x="208416" y="45974"/>
                    </a:lnTo>
                    <a:lnTo>
                      <a:pt x="222182" y="61008"/>
                    </a:lnTo>
                    <a:lnTo>
                      <a:pt x="288830" y="0"/>
                    </a:lnTo>
                    <a:lnTo>
                      <a:pt x="340200" y="56117"/>
                    </a:lnTo>
                    <a:lnTo>
                      <a:pt x="76507" y="297499"/>
                    </a:lnTo>
                    <a:lnTo>
                      <a:pt x="48873" y="267312"/>
                    </a:lnTo>
                    <a:lnTo>
                      <a:pt x="22036" y="291873"/>
                    </a:lnTo>
                    <a:lnTo>
                      <a:pt x="0" y="267801"/>
                    </a:lnTo>
                    <a:lnTo>
                      <a:pt x="22036" y="247632"/>
                    </a:lnTo>
                    <a:lnTo>
                      <a:pt x="26548" y="252561"/>
                    </a:lnTo>
                    <a:lnTo>
                      <a:pt x="31348" y="2481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3" name="Контур"/>
              <p:cNvSpPr/>
              <p:nvPr/>
            </p:nvSpPr>
            <p:spPr>
              <a:xfrm>
                <a:off x="2669950" y="3349556"/>
                <a:ext cx="345264" cy="310728"/>
              </a:xfrm>
              <a:custGeom>
                <a:avLst/>
                <a:gdLst/>
                <a:ahLst/>
                <a:cxnLst/>
                <a:rect l="l" t="t" r="r" b="b"/>
                <a:pathLst>
                  <a:path w="345264" h="310728">
                    <a:moveTo>
                      <a:pt x="240715" y="132375"/>
                    </a:moveTo>
                    <a:lnTo>
                      <a:pt x="254482" y="147413"/>
                    </a:lnTo>
                    <a:lnTo>
                      <a:pt x="81571" y="305693"/>
                    </a:lnTo>
                    <a:lnTo>
                      <a:pt x="76070" y="310728"/>
                    </a:lnTo>
                    <a:lnTo>
                      <a:pt x="71558" y="305799"/>
                    </a:lnTo>
                    <a:lnTo>
                      <a:pt x="31618" y="262167"/>
                    </a:lnTo>
                    <a:lnTo>
                      <a:pt x="14414" y="277916"/>
                    </a:lnTo>
                    <a:lnTo>
                      <a:pt x="0" y="262167"/>
                    </a:lnTo>
                    <a:lnTo>
                      <a:pt x="286392" y="0"/>
                    </a:lnTo>
                    <a:lnTo>
                      <a:pt x="345264" y="64311"/>
                    </a:lnTo>
                    <a:lnTo>
                      <a:pt x="278616" y="125319"/>
                    </a:lnTo>
                    <a:lnTo>
                      <a:pt x="264850" y="110285"/>
                    </a:lnTo>
                    <a:lnTo>
                      <a:pt x="240715" y="1323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4" name="Контур"/>
              <p:cNvSpPr/>
              <p:nvPr/>
            </p:nvSpPr>
            <p:spPr>
              <a:xfrm>
                <a:off x="2643514" y="4266169"/>
                <a:ext cx="33990" cy="34006"/>
              </a:xfrm>
              <a:custGeom>
                <a:avLst/>
                <a:gdLst/>
                <a:ahLst/>
                <a:cxnLst/>
                <a:rect l="l" t="t" r="r" b="b"/>
                <a:pathLst>
                  <a:path w="33990" h="34006">
                    <a:moveTo>
                      <a:pt x="0" y="16484"/>
                    </a:moveTo>
                    <a:lnTo>
                      <a:pt x="17033" y="0"/>
                    </a:lnTo>
                    <a:lnTo>
                      <a:pt x="33990" y="17522"/>
                    </a:lnTo>
                    <a:lnTo>
                      <a:pt x="16956" y="34006"/>
                    </a:lnTo>
                    <a:lnTo>
                      <a:pt x="0" y="164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5" name="Контур"/>
              <p:cNvSpPr/>
              <p:nvPr/>
            </p:nvSpPr>
            <p:spPr>
              <a:xfrm>
                <a:off x="2285648" y="4104625"/>
                <a:ext cx="224217" cy="200991"/>
              </a:xfrm>
              <a:custGeom>
                <a:avLst/>
                <a:gdLst/>
                <a:ahLst/>
                <a:cxnLst/>
                <a:rect l="l" t="t" r="r" b="b"/>
                <a:pathLst>
                  <a:path w="224217" h="200991">
                    <a:moveTo>
                      <a:pt x="0" y="155299"/>
                    </a:moveTo>
                    <a:lnTo>
                      <a:pt x="158856" y="9250"/>
                    </a:lnTo>
                    <a:lnTo>
                      <a:pt x="169982" y="21063"/>
                    </a:lnTo>
                    <a:lnTo>
                      <a:pt x="192345" y="0"/>
                    </a:lnTo>
                    <a:lnTo>
                      <a:pt x="224217" y="39111"/>
                    </a:lnTo>
                    <a:lnTo>
                      <a:pt x="44376" y="200991"/>
                    </a:lnTo>
                    <a:lnTo>
                      <a:pt x="0" y="1552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6" name="Контур"/>
              <p:cNvSpPr/>
              <p:nvPr/>
            </p:nvSpPr>
            <p:spPr>
              <a:xfrm>
                <a:off x="2772566" y="4269689"/>
                <a:ext cx="51336" cy="53135"/>
              </a:xfrm>
              <a:custGeom>
                <a:avLst/>
                <a:gdLst/>
                <a:ahLst/>
                <a:cxnLst/>
                <a:rect l="l" t="t" r="r" b="b"/>
                <a:pathLst>
                  <a:path w="51336" h="53135">
                    <a:moveTo>
                      <a:pt x="0" y="25621"/>
                    </a:moveTo>
                    <a:lnTo>
                      <a:pt x="13644" y="21611"/>
                    </a:lnTo>
                    <a:lnTo>
                      <a:pt x="11169" y="17108"/>
                    </a:lnTo>
                    <a:lnTo>
                      <a:pt x="36148" y="0"/>
                    </a:lnTo>
                    <a:lnTo>
                      <a:pt x="51336" y="20245"/>
                    </a:lnTo>
                    <a:lnTo>
                      <a:pt x="11715" y="53135"/>
                    </a:lnTo>
                    <a:lnTo>
                      <a:pt x="0" y="256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7" name="Контур"/>
              <p:cNvSpPr/>
              <p:nvPr/>
            </p:nvSpPr>
            <p:spPr>
              <a:xfrm>
                <a:off x="2757603" y="4295310"/>
                <a:ext cx="26678" cy="33885"/>
              </a:xfrm>
              <a:custGeom>
                <a:avLst/>
                <a:gdLst/>
                <a:ahLst/>
                <a:cxnLst/>
                <a:rect l="l" t="t" r="r" b="b"/>
                <a:pathLst>
                  <a:path w="26678" h="33885">
                    <a:moveTo>
                      <a:pt x="11716" y="33885"/>
                    </a:moveTo>
                    <a:lnTo>
                      <a:pt x="3709" y="15082"/>
                    </a:lnTo>
                    <a:lnTo>
                      <a:pt x="0" y="6371"/>
                    </a:lnTo>
                    <a:lnTo>
                      <a:pt x="14963" y="0"/>
                    </a:lnTo>
                    <a:lnTo>
                      <a:pt x="26678" y="27514"/>
                    </a:lnTo>
                    <a:lnTo>
                      <a:pt x="11716" y="338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8" name="Контур"/>
              <p:cNvSpPr/>
              <p:nvPr/>
            </p:nvSpPr>
            <p:spPr>
              <a:xfrm>
                <a:off x="2476635" y="4201057"/>
                <a:ext cx="32972" cy="32970"/>
              </a:xfrm>
              <a:custGeom>
                <a:avLst/>
                <a:gdLst/>
                <a:ahLst/>
                <a:cxnLst/>
                <a:rect l="l" t="t" r="r" b="b"/>
                <a:pathLst>
                  <a:path w="32972" h="32970">
                    <a:moveTo>
                      <a:pt x="20856" y="0"/>
                    </a:moveTo>
                    <a:lnTo>
                      <a:pt x="32972" y="12119"/>
                    </a:lnTo>
                    <a:lnTo>
                      <a:pt x="12116" y="32970"/>
                    </a:lnTo>
                    <a:lnTo>
                      <a:pt x="0" y="20851"/>
                    </a:lnTo>
                    <a:lnTo>
                      <a:pt x="2085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9" name="Контур"/>
              <p:cNvSpPr/>
              <p:nvPr/>
            </p:nvSpPr>
            <p:spPr>
              <a:xfrm>
                <a:off x="2539199" y="4118876"/>
                <a:ext cx="36257" cy="50787"/>
              </a:xfrm>
              <a:custGeom>
                <a:avLst/>
                <a:gdLst/>
                <a:ahLst/>
                <a:cxnLst/>
                <a:rect l="l" t="t" r="r" b="b"/>
                <a:pathLst>
                  <a:path w="36257" h="50787">
                    <a:moveTo>
                      <a:pt x="36257" y="43268"/>
                    </a:moveTo>
                    <a:lnTo>
                      <a:pt x="19951" y="50787"/>
                    </a:lnTo>
                    <a:lnTo>
                      <a:pt x="0" y="7519"/>
                    </a:lnTo>
                    <a:lnTo>
                      <a:pt x="16307" y="0"/>
                    </a:lnTo>
                    <a:lnTo>
                      <a:pt x="36257" y="432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0" name="Контур"/>
              <p:cNvSpPr/>
              <p:nvPr/>
            </p:nvSpPr>
            <p:spPr>
              <a:xfrm>
                <a:off x="1489375" y="3689525"/>
                <a:ext cx="84364" cy="88162"/>
              </a:xfrm>
              <a:custGeom>
                <a:avLst/>
                <a:gdLst/>
                <a:ahLst/>
                <a:cxnLst/>
                <a:rect l="l" t="t" r="r" b="b"/>
                <a:pathLst>
                  <a:path w="84364" h="88162">
                    <a:moveTo>
                      <a:pt x="61496" y="0"/>
                    </a:moveTo>
                    <a:lnTo>
                      <a:pt x="84364" y="20754"/>
                    </a:lnTo>
                    <a:lnTo>
                      <a:pt x="22540" y="88162"/>
                    </a:lnTo>
                    <a:lnTo>
                      <a:pt x="0" y="67245"/>
                    </a:lnTo>
                    <a:lnTo>
                      <a:pt x="6149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1" name="Контур"/>
              <p:cNvSpPr/>
              <p:nvPr/>
            </p:nvSpPr>
            <p:spPr>
              <a:xfrm>
                <a:off x="2103944" y="3675087"/>
                <a:ext cx="78201" cy="80425"/>
              </a:xfrm>
              <a:custGeom>
                <a:avLst/>
                <a:gdLst/>
                <a:ahLst/>
                <a:cxnLst/>
                <a:rect l="l" t="t" r="r" b="b"/>
                <a:pathLst>
                  <a:path w="78201" h="80425">
                    <a:moveTo>
                      <a:pt x="2293" y="50189"/>
                    </a:moveTo>
                    <a:lnTo>
                      <a:pt x="57079" y="0"/>
                    </a:lnTo>
                    <a:lnTo>
                      <a:pt x="78201" y="22096"/>
                    </a:lnTo>
                    <a:lnTo>
                      <a:pt x="10865" y="80425"/>
                    </a:lnTo>
                    <a:lnTo>
                      <a:pt x="0" y="67565"/>
                    </a:lnTo>
                    <a:lnTo>
                      <a:pt x="9182" y="59145"/>
                    </a:lnTo>
                    <a:lnTo>
                      <a:pt x="2293" y="501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2" name="Контур"/>
              <p:cNvSpPr/>
              <p:nvPr/>
            </p:nvSpPr>
            <p:spPr>
              <a:xfrm>
                <a:off x="1888441" y="3617429"/>
                <a:ext cx="52336" cy="53573"/>
              </a:xfrm>
              <a:custGeom>
                <a:avLst/>
                <a:gdLst/>
                <a:ahLst/>
                <a:cxnLst/>
                <a:rect l="l" t="t" r="r" b="b"/>
                <a:pathLst>
                  <a:path w="52336" h="53573">
                    <a:moveTo>
                      <a:pt x="17411" y="0"/>
                    </a:moveTo>
                    <a:lnTo>
                      <a:pt x="52336" y="37247"/>
                    </a:lnTo>
                    <a:lnTo>
                      <a:pt x="34925" y="53573"/>
                    </a:lnTo>
                    <a:lnTo>
                      <a:pt x="0" y="16327"/>
                    </a:lnTo>
                    <a:lnTo>
                      <a:pt x="174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3" name="Контур"/>
              <p:cNvSpPr/>
              <p:nvPr/>
            </p:nvSpPr>
            <p:spPr>
              <a:xfrm>
                <a:off x="1835768" y="3082970"/>
                <a:ext cx="354930" cy="329119"/>
              </a:xfrm>
              <a:custGeom>
                <a:avLst/>
                <a:gdLst/>
                <a:ahLst/>
                <a:cxnLst/>
                <a:rect l="l" t="t" r="r" b="b"/>
                <a:pathLst>
                  <a:path w="354930" h="329119">
                    <a:moveTo>
                      <a:pt x="0" y="52013"/>
                    </a:moveTo>
                    <a:lnTo>
                      <a:pt x="53785" y="0"/>
                    </a:lnTo>
                    <a:lnTo>
                      <a:pt x="261440" y="222443"/>
                    </a:lnTo>
                    <a:lnTo>
                      <a:pt x="306084" y="180777"/>
                    </a:lnTo>
                    <a:lnTo>
                      <a:pt x="354930" y="236237"/>
                    </a:lnTo>
                    <a:lnTo>
                      <a:pt x="256373" y="329119"/>
                    </a:lnTo>
                    <a:lnTo>
                      <a:pt x="0" y="520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4" name="Контур"/>
              <p:cNvSpPr/>
              <p:nvPr/>
            </p:nvSpPr>
            <p:spPr>
              <a:xfrm>
                <a:off x="1486212" y="3040868"/>
                <a:ext cx="295618" cy="297725"/>
              </a:xfrm>
              <a:custGeom>
                <a:avLst/>
                <a:gdLst/>
                <a:ahLst/>
                <a:cxnLst/>
                <a:rect l="l" t="t" r="r" b="b"/>
                <a:pathLst>
                  <a:path w="295618" h="297725">
                    <a:moveTo>
                      <a:pt x="245213" y="297725"/>
                    </a:moveTo>
                    <a:lnTo>
                      <a:pt x="0" y="53823"/>
                    </a:lnTo>
                    <a:lnTo>
                      <a:pt x="55176" y="0"/>
                    </a:lnTo>
                    <a:lnTo>
                      <a:pt x="295618" y="243903"/>
                    </a:lnTo>
                    <a:lnTo>
                      <a:pt x="245213" y="2977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5" name="Контур"/>
              <p:cNvSpPr/>
              <p:nvPr/>
            </p:nvSpPr>
            <p:spPr>
              <a:xfrm>
                <a:off x="2141852" y="3186454"/>
                <a:ext cx="132828" cy="132753"/>
              </a:xfrm>
              <a:custGeom>
                <a:avLst/>
                <a:gdLst/>
                <a:ahLst/>
                <a:cxnLst/>
                <a:rect l="l" t="t" r="r" b="b"/>
                <a:pathLst>
                  <a:path w="132828" h="132753">
                    <a:moveTo>
                      <a:pt x="48846" y="132753"/>
                    </a:moveTo>
                    <a:lnTo>
                      <a:pt x="0" y="77293"/>
                    </a:lnTo>
                    <a:lnTo>
                      <a:pt x="82819" y="0"/>
                    </a:lnTo>
                    <a:lnTo>
                      <a:pt x="132828" y="53608"/>
                    </a:lnTo>
                    <a:lnTo>
                      <a:pt x="48846" y="1327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6" name="Контур"/>
              <p:cNvSpPr/>
              <p:nvPr/>
            </p:nvSpPr>
            <p:spPr>
              <a:xfrm>
                <a:off x="1539223" y="4298128"/>
                <a:ext cx="24699" cy="23887"/>
              </a:xfrm>
              <a:custGeom>
                <a:avLst/>
                <a:gdLst/>
                <a:ahLst/>
                <a:cxnLst/>
                <a:rect l="l" t="t" r="r" b="b"/>
                <a:pathLst>
                  <a:path w="24699" h="23887">
                    <a:moveTo>
                      <a:pt x="0" y="11112"/>
                    </a:moveTo>
                    <a:lnTo>
                      <a:pt x="15598" y="0"/>
                    </a:lnTo>
                    <a:lnTo>
                      <a:pt x="24699" y="12775"/>
                    </a:lnTo>
                    <a:lnTo>
                      <a:pt x="9101" y="23887"/>
                    </a:lnTo>
                    <a:lnTo>
                      <a:pt x="0" y="111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7" name="Контур"/>
              <p:cNvSpPr/>
              <p:nvPr/>
            </p:nvSpPr>
            <p:spPr>
              <a:xfrm>
                <a:off x="1864217" y="4051323"/>
                <a:ext cx="245511" cy="241467"/>
              </a:xfrm>
              <a:custGeom>
                <a:avLst/>
                <a:gdLst/>
                <a:ahLst/>
                <a:cxnLst/>
                <a:rect l="l" t="t" r="r" b="b"/>
                <a:pathLst>
                  <a:path w="245511" h="241467">
                    <a:moveTo>
                      <a:pt x="16085" y="89350"/>
                    </a:moveTo>
                    <a:lnTo>
                      <a:pt x="0" y="70275"/>
                    </a:lnTo>
                    <a:lnTo>
                      <a:pt x="74549" y="6733"/>
                    </a:lnTo>
                    <a:lnTo>
                      <a:pt x="111267" y="50010"/>
                    </a:lnTo>
                    <a:lnTo>
                      <a:pt x="168233" y="0"/>
                    </a:lnTo>
                    <a:lnTo>
                      <a:pt x="245511" y="88274"/>
                    </a:lnTo>
                    <a:lnTo>
                      <a:pt x="187235" y="138572"/>
                    </a:lnTo>
                    <a:lnTo>
                      <a:pt x="219451" y="175299"/>
                    </a:lnTo>
                    <a:lnTo>
                      <a:pt x="144375" y="241467"/>
                    </a:lnTo>
                    <a:lnTo>
                      <a:pt x="119451" y="211838"/>
                    </a:lnTo>
                    <a:lnTo>
                      <a:pt x="16085" y="893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8" name="Контур"/>
              <p:cNvSpPr/>
              <p:nvPr/>
            </p:nvSpPr>
            <p:spPr>
              <a:xfrm>
                <a:off x="2017577" y="3974262"/>
                <a:ext cx="205738" cy="216322"/>
              </a:xfrm>
              <a:custGeom>
                <a:avLst/>
                <a:gdLst/>
                <a:ahLst/>
                <a:cxnLst/>
                <a:rect l="l" t="t" r="r" b="b"/>
                <a:pathLst>
                  <a:path w="205738" h="216322">
                    <a:moveTo>
                      <a:pt x="197751" y="96173"/>
                    </a:moveTo>
                    <a:lnTo>
                      <a:pt x="172853" y="118296"/>
                    </a:lnTo>
                    <a:lnTo>
                      <a:pt x="205738" y="155822"/>
                    </a:lnTo>
                    <a:lnTo>
                      <a:pt x="136704" y="216322"/>
                    </a:lnTo>
                    <a:lnTo>
                      <a:pt x="92151" y="165335"/>
                    </a:lnTo>
                    <a:lnTo>
                      <a:pt x="14873" y="77061"/>
                    </a:lnTo>
                    <a:lnTo>
                      <a:pt x="0" y="60235"/>
                    </a:lnTo>
                    <a:lnTo>
                      <a:pt x="68765" y="0"/>
                    </a:lnTo>
                    <a:lnTo>
                      <a:pt x="113396" y="52259"/>
                    </a:lnTo>
                    <a:lnTo>
                      <a:pt x="138375" y="30966"/>
                    </a:lnTo>
                    <a:lnTo>
                      <a:pt x="154354" y="48019"/>
                    </a:lnTo>
                    <a:lnTo>
                      <a:pt x="197751" y="961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9" name="Контур"/>
              <p:cNvSpPr/>
              <p:nvPr/>
            </p:nvSpPr>
            <p:spPr>
              <a:xfrm>
                <a:off x="2109051" y="3846102"/>
                <a:ext cx="279245" cy="224333"/>
              </a:xfrm>
              <a:custGeom>
                <a:avLst/>
                <a:gdLst/>
                <a:ahLst/>
                <a:cxnLst/>
                <a:rect l="l" t="t" r="r" b="b"/>
                <a:pathLst>
                  <a:path w="279245" h="224333">
                    <a:moveTo>
                      <a:pt x="45019" y="65808"/>
                    </a:moveTo>
                    <a:lnTo>
                      <a:pt x="89645" y="115310"/>
                    </a:lnTo>
                    <a:lnTo>
                      <a:pt x="217560" y="0"/>
                    </a:lnTo>
                    <a:lnTo>
                      <a:pt x="279245" y="68438"/>
                    </a:lnTo>
                    <a:lnTo>
                      <a:pt x="106277" y="224333"/>
                    </a:lnTo>
                    <a:lnTo>
                      <a:pt x="62880" y="176179"/>
                    </a:lnTo>
                    <a:lnTo>
                      <a:pt x="46901" y="159126"/>
                    </a:lnTo>
                    <a:lnTo>
                      <a:pt x="0" y="106406"/>
                    </a:lnTo>
                    <a:lnTo>
                      <a:pt x="45019" y="658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0" name="Контур"/>
              <p:cNvSpPr/>
              <p:nvPr/>
            </p:nvSpPr>
            <p:spPr>
              <a:xfrm>
                <a:off x="1748906" y="3426978"/>
                <a:ext cx="125497" cy="380525"/>
              </a:xfrm>
              <a:custGeom>
                <a:avLst/>
                <a:gdLst/>
                <a:ahLst/>
                <a:cxnLst/>
                <a:rect l="l" t="t" r="r" b="b"/>
                <a:pathLst>
                  <a:path w="125497" h="380525">
                    <a:moveTo>
                      <a:pt x="0" y="369907"/>
                    </a:moveTo>
                    <a:lnTo>
                      <a:pt x="65878" y="0"/>
                    </a:lnTo>
                    <a:lnTo>
                      <a:pt x="125497" y="10618"/>
                    </a:lnTo>
                    <a:lnTo>
                      <a:pt x="59619" y="380525"/>
                    </a:lnTo>
                    <a:lnTo>
                      <a:pt x="0" y="3699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1" name="Контур"/>
              <p:cNvSpPr/>
              <p:nvPr/>
            </p:nvSpPr>
            <p:spPr>
              <a:xfrm>
                <a:off x="2031046" y="3752265"/>
                <a:ext cx="55282" cy="51661"/>
              </a:xfrm>
              <a:custGeom>
                <a:avLst/>
                <a:gdLst/>
                <a:ahLst/>
                <a:cxnLst/>
                <a:rect l="l" t="t" r="r" b="b"/>
                <a:pathLst>
                  <a:path w="55282" h="51661">
                    <a:moveTo>
                      <a:pt x="0" y="38925"/>
                    </a:moveTo>
                    <a:lnTo>
                      <a:pt x="44019" y="0"/>
                    </a:lnTo>
                    <a:lnTo>
                      <a:pt x="55282" y="12736"/>
                    </a:lnTo>
                    <a:lnTo>
                      <a:pt x="11262" y="51661"/>
                    </a:lnTo>
                    <a:lnTo>
                      <a:pt x="0" y="38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2" name="Контур"/>
              <p:cNvSpPr/>
              <p:nvPr/>
            </p:nvSpPr>
            <p:spPr>
              <a:xfrm>
                <a:off x="1797761" y="4375619"/>
                <a:ext cx="81696" cy="76358"/>
              </a:xfrm>
              <a:custGeom>
                <a:avLst/>
                <a:gdLst/>
                <a:ahLst/>
                <a:cxnLst/>
                <a:rect l="l" t="t" r="r" b="b"/>
                <a:pathLst>
                  <a:path w="81696" h="76358">
                    <a:moveTo>
                      <a:pt x="0" y="50371"/>
                    </a:moveTo>
                    <a:lnTo>
                      <a:pt x="59808" y="0"/>
                    </a:lnTo>
                    <a:lnTo>
                      <a:pt x="81696" y="25987"/>
                    </a:lnTo>
                    <a:lnTo>
                      <a:pt x="21888" y="76358"/>
                    </a:lnTo>
                    <a:lnTo>
                      <a:pt x="0" y="503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3" name="Контур"/>
              <p:cNvSpPr/>
              <p:nvPr/>
            </p:nvSpPr>
            <p:spPr>
              <a:xfrm>
                <a:off x="2041068" y="4019843"/>
                <a:ext cx="425799" cy="394147"/>
              </a:xfrm>
              <a:custGeom>
                <a:avLst/>
                <a:gdLst/>
                <a:ahLst/>
                <a:cxnLst/>
                <a:rect l="l" t="t" r="r" b="b"/>
                <a:pathLst>
                  <a:path w="425799" h="394147">
                    <a:moveTo>
                      <a:pt x="229949" y="253536"/>
                    </a:moveTo>
                    <a:lnTo>
                      <a:pt x="133959" y="337940"/>
                    </a:lnTo>
                    <a:lnTo>
                      <a:pt x="110355" y="358180"/>
                    </a:lnTo>
                    <a:lnTo>
                      <a:pt x="69840" y="394147"/>
                    </a:lnTo>
                    <a:lnTo>
                      <a:pt x="0" y="315547"/>
                    </a:lnTo>
                    <a:lnTo>
                      <a:pt x="229949" y="118713"/>
                    </a:lnTo>
                    <a:lnTo>
                      <a:pt x="357072" y="0"/>
                    </a:lnTo>
                    <a:lnTo>
                      <a:pt x="425799" y="72969"/>
                    </a:lnTo>
                    <a:lnTo>
                      <a:pt x="403436" y="94032"/>
                    </a:lnTo>
                    <a:lnTo>
                      <a:pt x="244580" y="240081"/>
                    </a:lnTo>
                    <a:lnTo>
                      <a:pt x="229949" y="2535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4" name="Контур"/>
              <p:cNvSpPr/>
              <p:nvPr/>
            </p:nvSpPr>
            <p:spPr>
              <a:xfrm>
                <a:off x="2007824" y="4335390"/>
                <a:ext cx="105278" cy="110606"/>
              </a:xfrm>
              <a:custGeom>
                <a:avLst/>
                <a:gdLst/>
                <a:ahLst/>
                <a:cxnLst/>
                <a:rect l="l" t="t" r="r" b="b"/>
                <a:pathLst>
                  <a:path w="105278" h="110606">
                    <a:moveTo>
                      <a:pt x="105278" y="81067"/>
                    </a:moveTo>
                    <a:lnTo>
                      <a:pt x="72033" y="110606"/>
                    </a:lnTo>
                    <a:lnTo>
                      <a:pt x="0" y="29539"/>
                    </a:lnTo>
                    <a:lnTo>
                      <a:pt x="33244" y="0"/>
                    </a:lnTo>
                    <a:lnTo>
                      <a:pt x="103084" y="78600"/>
                    </a:lnTo>
                    <a:lnTo>
                      <a:pt x="105278" y="810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5" name="Контур"/>
              <p:cNvSpPr/>
              <p:nvPr/>
            </p:nvSpPr>
            <p:spPr>
              <a:xfrm>
                <a:off x="1677828" y="4235660"/>
                <a:ext cx="195947" cy="190330"/>
              </a:xfrm>
              <a:custGeom>
                <a:avLst/>
                <a:gdLst/>
                <a:ahLst/>
                <a:cxnLst/>
                <a:rect l="l" t="t" r="r" b="b"/>
                <a:pathLst>
                  <a:path w="195947" h="190330">
                    <a:moveTo>
                      <a:pt x="195947" y="125572"/>
                    </a:moveTo>
                    <a:lnTo>
                      <a:pt x="179741" y="139959"/>
                    </a:lnTo>
                    <a:lnTo>
                      <a:pt x="119933" y="190330"/>
                    </a:lnTo>
                    <a:lnTo>
                      <a:pt x="0" y="51072"/>
                    </a:lnTo>
                    <a:lnTo>
                      <a:pt x="59386" y="0"/>
                    </a:lnTo>
                    <a:lnTo>
                      <a:pt x="73167" y="16028"/>
                    </a:lnTo>
                    <a:lnTo>
                      <a:pt x="87288" y="4010"/>
                    </a:lnTo>
                    <a:lnTo>
                      <a:pt x="107931" y="28197"/>
                    </a:lnTo>
                    <a:lnTo>
                      <a:pt x="150154" y="74326"/>
                    </a:lnTo>
                    <a:lnTo>
                      <a:pt x="195947" y="1255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6" name="Контур"/>
              <p:cNvSpPr/>
              <p:nvPr/>
            </p:nvSpPr>
            <p:spPr>
              <a:xfrm>
                <a:off x="1857569" y="4355102"/>
                <a:ext cx="48963" cy="46504"/>
              </a:xfrm>
              <a:custGeom>
                <a:avLst/>
                <a:gdLst/>
                <a:ahLst/>
                <a:cxnLst/>
                <a:rect l="l" t="t" r="r" b="b"/>
                <a:pathLst>
                  <a:path w="48963" h="46504">
                    <a:moveTo>
                      <a:pt x="0" y="20517"/>
                    </a:moveTo>
                    <a:lnTo>
                      <a:pt x="16206" y="6130"/>
                    </a:lnTo>
                    <a:lnTo>
                      <a:pt x="23561" y="0"/>
                    </a:lnTo>
                    <a:lnTo>
                      <a:pt x="48963" y="26398"/>
                    </a:lnTo>
                    <a:lnTo>
                      <a:pt x="21888" y="46504"/>
                    </a:lnTo>
                    <a:lnTo>
                      <a:pt x="0" y="205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7" name="Контур"/>
              <p:cNvSpPr/>
              <p:nvPr/>
            </p:nvSpPr>
            <p:spPr>
              <a:xfrm>
                <a:off x="1881130" y="4263161"/>
                <a:ext cx="127462" cy="118339"/>
              </a:xfrm>
              <a:custGeom>
                <a:avLst/>
                <a:gdLst/>
                <a:ahLst/>
                <a:cxnLst/>
                <a:rect l="l" t="t" r="r" b="b"/>
                <a:pathLst>
                  <a:path w="127462" h="118339">
                    <a:moveTo>
                      <a:pt x="0" y="91941"/>
                    </a:moveTo>
                    <a:lnTo>
                      <a:pt x="102538" y="0"/>
                    </a:lnTo>
                    <a:lnTo>
                      <a:pt x="127462" y="29629"/>
                    </a:lnTo>
                    <a:lnTo>
                      <a:pt x="25402" y="118339"/>
                    </a:lnTo>
                    <a:lnTo>
                      <a:pt x="0" y="919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8" name="Контур"/>
              <p:cNvSpPr/>
              <p:nvPr/>
            </p:nvSpPr>
            <p:spPr>
              <a:xfrm>
                <a:off x="1111336" y="3604448"/>
                <a:ext cx="55890" cy="68901"/>
              </a:xfrm>
              <a:custGeom>
                <a:avLst/>
                <a:gdLst/>
                <a:ahLst/>
                <a:cxnLst/>
                <a:rect l="l" t="t" r="r" b="b"/>
                <a:pathLst>
                  <a:path w="55890" h="68901">
                    <a:moveTo>
                      <a:pt x="0" y="10108"/>
                    </a:moveTo>
                    <a:lnTo>
                      <a:pt x="14282" y="0"/>
                    </a:lnTo>
                    <a:lnTo>
                      <a:pt x="55890" y="58794"/>
                    </a:lnTo>
                    <a:lnTo>
                      <a:pt x="41608" y="68901"/>
                    </a:lnTo>
                    <a:lnTo>
                      <a:pt x="0" y="101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9" name="Контур"/>
              <p:cNvSpPr/>
              <p:nvPr/>
            </p:nvSpPr>
            <p:spPr>
              <a:xfrm>
                <a:off x="1017222" y="3559019"/>
                <a:ext cx="46621" cy="45373"/>
              </a:xfrm>
              <a:custGeom>
                <a:avLst/>
                <a:gdLst/>
                <a:ahLst/>
                <a:cxnLst/>
                <a:rect l="l" t="t" r="r" b="b"/>
                <a:pathLst>
                  <a:path w="46621" h="45373">
                    <a:moveTo>
                      <a:pt x="17371" y="0"/>
                    </a:moveTo>
                    <a:lnTo>
                      <a:pt x="46621" y="25246"/>
                    </a:lnTo>
                    <a:lnTo>
                      <a:pt x="29250" y="45373"/>
                    </a:lnTo>
                    <a:lnTo>
                      <a:pt x="0" y="20128"/>
                    </a:lnTo>
                    <a:lnTo>
                      <a:pt x="1737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0" name="Контур"/>
              <p:cNvSpPr/>
              <p:nvPr/>
            </p:nvSpPr>
            <p:spPr>
              <a:xfrm>
                <a:off x="382102" y="3282337"/>
                <a:ext cx="311323" cy="305011"/>
              </a:xfrm>
              <a:custGeom>
                <a:avLst/>
                <a:gdLst/>
                <a:ahLst/>
                <a:cxnLst/>
                <a:rect l="l" t="t" r="r" b="b"/>
                <a:pathLst>
                  <a:path w="311323" h="305011">
                    <a:moveTo>
                      <a:pt x="211800" y="305011"/>
                    </a:moveTo>
                    <a:lnTo>
                      <a:pt x="0" y="105341"/>
                    </a:lnTo>
                    <a:lnTo>
                      <a:pt x="98914" y="0"/>
                    </a:lnTo>
                    <a:lnTo>
                      <a:pt x="311323" y="199445"/>
                    </a:lnTo>
                    <a:lnTo>
                      <a:pt x="211800" y="3050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1" name="Контур"/>
              <p:cNvSpPr/>
              <p:nvPr/>
            </p:nvSpPr>
            <p:spPr>
              <a:xfrm>
                <a:off x="252000" y="3085734"/>
                <a:ext cx="229016" cy="301944"/>
              </a:xfrm>
              <a:custGeom>
                <a:avLst/>
                <a:gdLst/>
                <a:ahLst/>
                <a:cxnLst/>
                <a:rect l="l" t="t" r="r" b="b"/>
                <a:pathLst>
                  <a:path w="229016" h="301944">
                    <a:moveTo>
                      <a:pt x="130102" y="301944"/>
                    </a:moveTo>
                    <a:lnTo>
                      <a:pt x="0" y="179782"/>
                    </a:lnTo>
                    <a:lnTo>
                      <a:pt x="0" y="20896"/>
                    </a:lnTo>
                    <a:lnTo>
                      <a:pt x="19620" y="0"/>
                    </a:lnTo>
                    <a:lnTo>
                      <a:pt x="229016" y="19660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52" name="Контур"/>
              <p:cNvSpPr/>
              <p:nvPr/>
            </p:nvSpPr>
            <p:spPr>
              <a:xfrm>
                <a:off x="252000" y="3085734"/>
                <a:ext cx="229016" cy="301944"/>
              </a:xfrm>
              <a:custGeom>
                <a:avLst/>
                <a:gdLst/>
                <a:ahLst/>
                <a:cxnLst/>
                <a:rect l="l" t="t" r="r" b="b"/>
                <a:pathLst>
                  <a:path w="229016" h="301944" fill="none">
                    <a:moveTo>
                      <a:pt x="130102" y="301944"/>
                    </a:moveTo>
                    <a:lnTo>
                      <a:pt x="0" y="179782"/>
                    </a:lnTo>
                    <a:moveTo>
                      <a:pt x="0" y="20896"/>
                    </a:moveTo>
                    <a:lnTo>
                      <a:pt x="19620" y="0"/>
                    </a:lnTo>
                    <a:lnTo>
                      <a:pt x="229016" y="196603"/>
                    </a:lnTo>
                    <a:lnTo>
                      <a:pt x="130102" y="301944"/>
                    </a:lnTo>
                    <a:lnTo>
                      <a:pt x="130102" y="30194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3" name="Контур"/>
              <p:cNvSpPr/>
              <p:nvPr/>
            </p:nvSpPr>
            <p:spPr>
              <a:xfrm>
                <a:off x="252000" y="3443242"/>
                <a:ext cx="43894" cy="87949"/>
              </a:xfrm>
              <a:custGeom>
                <a:avLst/>
                <a:gdLst/>
                <a:ahLst/>
                <a:cxnLst/>
                <a:rect l="l" t="t" r="r" b="b"/>
                <a:pathLst>
                  <a:path w="43894" h="87949">
                    <a:moveTo>
                      <a:pt x="0" y="0"/>
                    </a:moveTo>
                    <a:lnTo>
                      <a:pt x="43894" y="40719"/>
                    </a:lnTo>
                    <a:lnTo>
                      <a:pt x="0" y="8794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54" name="Контур"/>
              <p:cNvSpPr/>
              <p:nvPr/>
            </p:nvSpPr>
            <p:spPr>
              <a:xfrm>
                <a:off x="252000" y="3443242"/>
                <a:ext cx="43894" cy="87949"/>
              </a:xfrm>
              <a:custGeom>
                <a:avLst/>
                <a:gdLst/>
                <a:ahLst/>
                <a:cxnLst/>
                <a:rect l="l" t="t" r="r" b="b"/>
                <a:pathLst>
                  <a:path w="43894" h="87949" fill="none">
                    <a:moveTo>
                      <a:pt x="0" y="0"/>
                    </a:moveTo>
                    <a:lnTo>
                      <a:pt x="43894" y="40719"/>
                    </a:lnTo>
                    <a:lnTo>
                      <a:pt x="0" y="8794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5" name="Контур"/>
              <p:cNvSpPr/>
              <p:nvPr/>
            </p:nvSpPr>
            <p:spPr>
              <a:xfrm>
                <a:off x="1004204" y="3508622"/>
                <a:ext cx="45319" cy="45392"/>
              </a:xfrm>
              <a:custGeom>
                <a:avLst/>
                <a:gdLst/>
                <a:ahLst/>
                <a:cxnLst/>
                <a:rect l="l" t="t" r="r" b="b"/>
                <a:pathLst>
                  <a:path w="45319" h="45392">
                    <a:moveTo>
                      <a:pt x="22659" y="45392"/>
                    </a:moveTo>
                    <a:lnTo>
                      <a:pt x="0" y="23983"/>
                    </a:lnTo>
                    <a:lnTo>
                      <a:pt x="22659" y="0"/>
                    </a:lnTo>
                    <a:lnTo>
                      <a:pt x="45319" y="21409"/>
                    </a:lnTo>
                    <a:lnTo>
                      <a:pt x="22659" y="453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6" name="Контур"/>
              <p:cNvSpPr/>
              <p:nvPr/>
            </p:nvSpPr>
            <p:spPr>
              <a:xfrm>
                <a:off x="729079" y="4114120"/>
                <a:ext cx="63457" cy="65644"/>
              </a:xfrm>
              <a:custGeom>
                <a:avLst/>
                <a:gdLst/>
                <a:ahLst/>
                <a:cxnLst/>
                <a:rect l="l" t="t" r="r" b="b"/>
                <a:pathLst>
                  <a:path w="63457" h="65644">
                    <a:moveTo>
                      <a:pt x="51485" y="26640"/>
                    </a:moveTo>
                    <a:lnTo>
                      <a:pt x="15680" y="65644"/>
                    </a:lnTo>
                    <a:lnTo>
                      <a:pt x="0" y="52408"/>
                    </a:lnTo>
                    <a:lnTo>
                      <a:pt x="36514" y="13252"/>
                    </a:lnTo>
                    <a:lnTo>
                      <a:pt x="48634" y="0"/>
                    </a:lnTo>
                    <a:lnTo>
                      <a:pt x="63457" y="13252"/>
                    </a:lnTo>
                    <a:lnTo>
                      <a:pt x="51485" y="266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7" name="Контур"/>
              <p:cNvSpPr/>
              <p:nvPr/>
            </p:nvSpPr>
            <p:spPr>
              <a:xfrm>
                <a:off x="252000" y="4021108"/>
                <a:ext cx="11177" cy="22399"/>
              </a:xfrm>
              <a:custGeom>
                <a:avLst/>
                <a:gdLst/>
                <a:ahLst/>
                <a:cxnLst/>
                <a:rect l="l" t="t" r="r" b="b"/>
                <a:pathLst>
                  <a:path w="11177" h="22399">
                    <a:moveTo>
                      <a:pt x="0" y="0"/>
                    </a:moveTo>
                    <a:lnTo>
                      <a:pt x="11177" y="10509"/>
                    </a:lnTo>
                    <a:lnTo>
                      <a:pt x="0" y="223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58" name="Контур"/>
              <p:cNvSpPr/>
              <p:nvPr/>
            </p:nvSpPr>
            <p:spPr>
              <a:xfrm>
                <a:off x="252000" y="4021108"/>
                <a:ext cx="11177" cy="22399"/>
              </a:xfrm>
              <a:custGeom>
                <a:avLst/>
                <a:gdLst/>
                <a:ahLst/>
                <a:cxnLst/>
                <a:rect l="l" t="t" r="r" b="b"/>
                <a:pathLst>
                  <a:path w="11177" h="22399" fill="none">
                    <a:moveTo>
                      <a:pt x="0" y="0"/>
                    </a:moveTo>
                    <a:lnTo>
                      <a:pt x="11177" y="10509"/>
                    </a:lnTo>
                    <a:lnTo>
                      <a:pt x="0" y="2239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9" name="Контур"/>
              <p:cNvSpPr/>
              <p:nvPr/>
            </p:nvSpPr>
            <p:spPr>
              <a:xfrm>
                <a:off x="416249" y="3686195"/>
                <a:ext cx="307853" cy="304973"/>
              </a:xfrm>
              <a:custGeom>
                <a:avLst/>
                <a:gdLst/>
                <a:ahLst/>
                <a:cxnLst/>
                <a:rect l="l" t="t" r="r" b="b"/>
                <a:pathLst>
                  <a:path w="307853" h="304973">
                    <a:moveTo>
                      <a:pt x="95971" y="0"/>
                    </a:moveTo>
                    <a:lnTo>
                      <a:pt x="307853" y="199377"/>
                    </a:lnTo>
                    <a:lnTo>
                      <a:pt x="208925" y="304973"/>
                    </a:lnTo>
                    <a:lnTo>
                      <a:pt x="0" y="106334"/>
                    </a:lnTo>
                    <a:lnTo>
                      <a:pt x="9597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0" name="Контур"/>
              <p:cNvSpPr/>
              <p:nvPr/>
            </p:nvSpPr>
            <p:spPr>
              <a:xfrm>
                <a:off x="252000" y="3483961"/>
                <a:ext cx="260220" cy="308568"/>
              </a:xfrm>
              <a:custGeom>
                <a:avLst/>
                <a:gdLst/>
                <a:ahLst/>
                <a:cxnLst/>
                <a:rect l="l" t="t" r="r" b="b"/>
                <a:pathLst>
                  <a:path w="260220" h="308568">
                    <a:moveTo>
                      <a:pt x="164249" y="308568"/>
                    </a:moveTo>
                    <a:lnTo>
                      <a:pt x="0" y="155818"/>
                    </a:lnTo>
                    <a:lnTo>
                      <a:pt x="0" y="47230"/>
                    </a:lnTo>
                    <a:lnTo>
                      <a:pt x="43894" y="0"/>
                    </a:lnTo>
                    <a:lnTo>
                      <a:pt x="260220" y="2022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61" name="Контур"/>
              <p:cNvSpPr/>
              <p:nvPr/>
            </p:nvSpPr>
            <p:spPr>
              <a:xfrm>
                <a:off x="252000" y="3483961"/>
                <a:ext cx="260220" cy="308568"/>
              </a:xfrm>
              <a:custGeom>
                <a:avLst/>
                <a:gdLst/>
                <a:ahLst/>
                <a:cxnLst/>
                <a:rect l="l" t="t" r="r" b="b"/>
                <a:pathLst>
                  <a:path w="260220" h="308568" fill="none">
                    <a:moveTo>
                      <a:pt x="164249" y="308568"/>
                    </a:moveTo>
                    <a:lnTo>
                      <a:pt x="0" y="155818"/>
                    </a:lnTo>
                    <a:moveTo>
                      <a:pt x="0" y="47230"/>
                    </a:moveTo>
                    <a:lnTo>
                      <a:pt x="43894" y="0"/>
                    </a:lnTo>
                    <a:lnTo>
                      <a:pt x="260220" y="202234"/>
                    </a:lnTo>
                    <a:lnTo>
                      <a:pt x="164249" y="308568"/>
                    </a:lnTo>
                    <a:lnTo>
                      <a:pt x="164249" y="30856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2" name="Контур"/>
              <p:cNvSpPr/>
              <p:nvPr/>
            </p:nvSpPr>
            <p:spPr>
              <a:xfrm>
                <a:off x="593902" y="3481782"/>
                <a:ext cx="309974" cy="307786"/>
              </a:xfrm>
              <a:custGeom>
                <a:avLst/>
                <a:gdLst/>
                <a:ahLst/>
                <a:cxnLst/>
                <a:rect l="l" t="t" r="r" b="b"/>
                <a:pathLst>
                  <a:path w="309974" h="307786">
                    <a:moveTo>
                      <a:pt x="0" y="105566"/>
                    </a:moveTo>
                    <a:lnTo>
                      <a:pt x="99523" y="0"/>
                    </a:lnTo>
                    <a:lnTo>
                      <a:pt x="309974" y="202368"/>
                    </a:lnTo>
                    <a:lnTo>
                      <a:pt x="211258" y="307786"/>
                    </a:lnTo>
                    <a:lnTo>
                      <a:pt x="0" y="1055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3" name="Контур"/>
              <p:cNvSpPr/>
              <p:nvPr/>
            </p:nvSpPr>
            <p:spPr>
              <a:xfrm>
                <a:off x="1040617" y="3678834"/>
                <a:ext cx="58381" cy="59614"/>
              </a:xfrm>
              <a:custGeom>
                <a:avLst/>
                <a:gdLst/>
                <a:ahLst/>
                <a:cxnLst/>
                <a:rect l="l" t="t" r="r" b="b"/>
                <a:pathLst>
                  <a:path w="58381" h="59614">
                    <a:moveTo>
                      <a:pt x="0" y="40233"/>
                    </a:moveTo>
                    <a:lnTo>
                      <a:pt x="37159" y="0"/>
                    </a:lnTo>
                    <a:lnTo>
                      <a:pt x="58381" y="19381"/>
                    </a:lnTo>
                    <a:lnTo>
                      <a:pt x="21222" y="59614"/>
                    </a:lnTo>
                    <a:lnTo>
                      <a:pt x="0" y="402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4" name="Контур"/>
              <p:cNvSpPr/>
              <p:nvPr/>
            </p:nvSpPr>
            <p:spPr>
              <a:xfrm>
                <a:off x="252000" y="4223059"/>
                <a:ext cx="84507" cy="169589"/>
              </a:xfrm>
              <a:custGeom>
                <a:avLst/>
                <a:gdLst/>
                <a:ahLst/>
                <a:cxnLst/>
                <a:rect l="l" t="t" r="r" b="b"/>
                <a:pathLst>
                  <a:path w="84507" h="169589">
                    <a:moveTo>
                      <a:pt x="0" y="0"/>
                    </a:moveTo>
                    <a:lnTo>
                      <a:pt x="84507" y="80896"/>
                    </a:lnTo>
                    <a:lnTo>
                      <a:pt x="0" y="16958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65" name="Контур"/>
              <p:cNvSpPr/>
              <p:nvPr/>
            </p:nvSpPr>
            <p:spPr>
              <a:xfrm>
                <a:off x="252000" y="4223059"/>
                <a:ext cx="84507" cy="169589"/>
              </a:xfrm>
              <a:custGeom>
                <a:avLst/>
                <a:gdLst/>
                <a:ahLst/>
                <a:cxnLst/>
                <a:rect l="l" t="t" r="r" b="b"/>
                <a:pathLst>
                  <a:path w="84507" h="169589" fill="none">
                    <a:moveTo>
                      <a:pt x="0" y="0"/>
                    </a:moveTo>
                    <a:lnTo>
                      <a:pt x="84507" y="80896"/>
                    </a:lnTo>
                    <a:lnTo>
                      <a:pt x="0" y="16958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6" name="Контур"/>
              <p:cNvSpPr/>
              <p:nvPr/>
            </p:nvSpPr>
            <p:spPr>
              <a:xfrm>
                <a:off x="1452406" y="4401937"/>
                <a:ext cx="86386" cy="77367"/>
              </a:xfrm>
              <a:custGeom>
                <a:avLst/>
                <a:gdLst/>
                <a:ahLst/>
                <a:cxnLst/>
                <a:rect l="l" t="t" r="r" b="b"/>
                <a:pathLst>
                  <a:path w="86386" h="77367">
                    <a:moveTo>
                      <a:pt x="69149" y="77367"/>
                    </a:moveTo>
                    <a:lnTo>
                      <a:pt x="0" y="21231"/>
                    </a:lnTo>
                    <a:lnTo>
                      <a:pt x="17237" y="0"/>
                    </a:lnTo>
                    <a:lnTo>
                      <a:pt x="86386" y="56136"/>
                    </a:lnTo>
                    <a:lnTo>
                      <a:pt x="69149" y="773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7" name="Контур"/>
              <p:cNvSpPr/>
              <p:nvPr/>
            </p:nvSpPr>
            <p:spPr>
              <a:xfrm>
                <a:off x="722060" y="4287552"/>
                <a:ext cx="62231" cy="31049"/>
              </a:xfrm>
              <a:custGeom>
                <a:avLst/>
                <a:gdLst/>
                <a:ahLst/>
                <a:cxnLst/>
                <a:rect l="l" t="t" r="r" b="b"/>
                <a:pathLst>
                  <a:path w="62231" h="31049">
                    <a:moveTo>
                      <a:pt x="0" y="30723"/>
                    </a:moveTo>
                    <a:lnTo>
                      <a:pt x="326" y="0"/>
                    </a:lnTo>
                    <a:lnTo>
                      <a:pt x="61578" y="0"/>
                    </a:lnTo>
                    <a:lnTo>
                      <a:pt x="62231" y="31049"/>
                    </a:lnTo>
                    <a:lnTo>
                      <a:pt x="49077" y="30515"/>
                    </a:lnTo>
                    <a:lnTo>
                      <a:pt x="0" y="307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8" name="Контур"/>
              <p:cNvSpPr/>
              <p:nvPr/>
            </p:nvSpPr>
            <p:spPr>
              <a:xfrm>
                <a:off x="252000" y="3851471"/>
                <a:ext cx="268212" cy="357357"/>
              </a:xfrm>
              <a:custGeom>
                <a:avLst/>
                <a:gdLst/>
                <a:ahLst/>
                <a:cxnLst/>
                <a:rect l="l" t="t" r="r" b="b"/>
                <a:pathLst>
                  <a:path w="268212" h="357357">
                    <a:moveTo>
                      <a:pt x="0" y="192036"/>
                    </a:moveTo>
                    <a:lnTo>
                      <a:pt x="11177" y="180146"/>
                    </a:lnTo>
                    <a:lnTo>
                      <a:pt x="0" y="169637"/>
                    </a:lnTo>
                    <a:lnTo>
                      <a:pt x="0" y="0"/>
                    </a:lnTo>
                    <a:lnTo>
                      <a:pt x="268212" y="252650"/>
                    </a:lnTo>
                    <a:lnTo>
                      <a:pt x="168512" y="357357"/>
                    </a:lnTo>
                    <a:lnTo>
                      <a:pt x="0" y="19890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69" name="Контур"/>
              <p:cNvSpPr/>
              <p:nvPr/>
            </p:nvSpPr>
            <p:spPr>
              <a:xfrm>
                <a:off x="252000" y="3851471"/>
                <a:ext cx="268212" cy="357357"/>
              </a:xfrm>
              <a:custGeom>
                <a:avLst/>
                <a:gdLst/>
                <a:ahLst/>
                <a:cxnLst/>
                <a:rect l="l" t="t" r="r" b="b"/>
                <a:pathLst>
                  <a:path w="268212" h="357357" fill="none">
                    <a:moveTo>
                      <a:pt x="11177" y="180146"/>
                    </a:moveTo>
                    <a:lnTo>
                      <a:pt x="0" y="169637"/>
                    </a:lnTo>
                    <a:moveTo>
                      <a:pt x="0" y="0"/>
                    </a:moveTo>
                    <a:lnTo>
                      <a:pt x="268212" y="252650"/>
                    </a:lnTo>
                    <a:lnTo>
                      <a:pt x="168512" y="357357"/>
                    </a:lnTo>
                    <a:lnTo>
                      <a:pt x="0" y="198908"/>
                    </a:lnTo>
                    <a:moveTo>
                      <a:pt x="0" y="192036"/>
                    </a:moveTo>
                    <a:lnTo>
                      <a:pt x="11177" y="180146"/>
                    </a:lnTo>
                    <a:lnTo>
                      <a:pt x="11177" y="18014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0" name="Контур"/>
              <p:cNvSpPr/>
              <p:nvPr/>
            </p:nvSpPr>
            <p:spPr>
              <a:xfrm>
                <a:off x="282564" y="4336120"/>
                <a:ext cx="124954" cy="128654"/>
              </a:xfrm>
              <a:custGeom>
                <a:avLst/>
                <a:gdLst/>
                <a:ahLst/>
                <a:cxnLst/>
                <a:rect l="l" t="t" r="r" b="b"/>
                <a:pathLst>
                  <a:path w="124954" h="128654">
                    <a:moveTo>
                      <a:pt x="90725" y="0"/>
                    </a:moveTo>
                    <a:lnTo>
                      <a:pt x="124954" y="32198"/>
                    </a:lnTo>
                    <a:lnTo>
                      <a:pt x="34224" y="128654"/>
                    </a:lnTo>
                    <a:lnTo>
                      <a:pt x="0" y="96465"/>
                    </a:lnTo>
                    <a:lnTo>
                      <a:pt x="907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1" name="Контур"/>
              <p:cNvSpPr/>
              <p:nvPr/>
            </p:nvSpPr>
            <p:spPr>
              <a:xfrm>
                <a:off x="700741" y="4127372"/>
                <a:ext cx="114806" cy="102153"/>
              </a:xfrm>
              <a:custGeom>
                <a:avLst/>
                <a:gdLst/>
                <a:ahLst/>
                <a:cxnLst/>
                <a:rect l="l" t="t" r="r" b="b"/>
                <a:pathLst>
                  <a:path w="114806" h="102153">
                    <a:moveTo>
                      <a:pt x="91795" y="0"/>
                    </a:moveTo>
                    <a:lnTo>
                      <a:pt x="114806" y="20573"/>
                    </a:lnTo>
                    <a:lnTo>
                      <a:pt x="102835" y="33960"/>
                    </a:lnTo>
                    <a:lnTo>
                      <a:pt x="38059" y="102153"/>
                    </a:lnTo>
                    <a:lnTo>
                      <a:pt x="0" y="68814"/>
                    </a:lnTo>
                    <a:lnTo>
                      <a:pt x="28338" y="39156"/>
                    </a:lnTo>
                    <a:lnTo>
                      <a:pt x="44018" y="52392"/>
                    </a:lnTo>
                    <a:lnTo>
                      <a:pt x="79823" y="13388"/>
                    </a:lnTo>
                    <a:lnTo>
                      <a:pt x="9179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</p:grpSp>
        <p:sp>
          <p:nvSpPr>
            <p:cNvPr id="973" name="Граница территории"/>
            <p:cNvSpPr/>
            <p:nvPr/>
          </p:nvSpPr>
          <p:spPr>
            <a:xfrm>
              <a:off x="252000" y="1584000"/>
              <a:ext cx="7128000" cy="5472000"/>
            </a:xfrm>
            <a:custGeom>
              <a:avLst/>
              <a:gdLst/>
              <a:ahLst/>
              <a:cxnLst/>
              <a:rect l="l" t="t" r="r" b="b"/>
              <a:pathLst>
                <a:path w="7128000" h="5472000">
                  <a:moveTo>
                    <a:pt x="0" y="0"/>
                  </a:moveTo>
                  <a:lnTo>
                    <a:pt x="7128000" y="0"/>
                  </a:lnTo>
                  <a:lnTo>
                    <a:pt x="7128000" y="5472000"/>
                  </a:lnTo>
                  <a:lnTo>
                    <a:pt x="0" y="5472000"/>
                  </a:lnTo>
                  <a:close/>
                  <a:moveTo>
                    <a:pt x="3661001" y="2765080"/>
                  </a:moveTo>
                  <a:lnTo>
                    <a:pt x="3960713" y="2574760"/>
                  </a:lnTo>
                  <a:lnTo>
                    <a:pt x="3928169" y="2507320"/>
                  </a:lnTo>
                  <a:lnTo>
                    <a:pt x="3906137" y="2505112"/>
                  </a:lnTo>
                  <a:lnTo>
                    <a:pt x="3869417" y="2447080"/>
                  </a:lnTo>
                  <a:lnTo>
                    <a:pt x="3886073" y="2420920"/>
                  </a:lnTo>
                  <a:lnTo>
                    <a:pt x="3818297" y="2280616"/>
                  </a:lnTo>
                  <a:lnTo>
                    <a:pt x="3607001" y="2321224"/>
                  </a:lnTo>
                  <a:lnTo>
                    <a:pt x="3150521" y="2648248"/>
                  </a:lnTo>
                  <a:lnTo>
                    <a:pt x="2980649" y="2777128"/>
                  </a:lnTo>
                  <a:lnTo>
                    <a:pt x="3029273" y="2848792"/>
                  </a:lnTo>
                  <a:lnTo>
                    <a:pt x="2983673" y="2881912"/>
                  </a:lnTo>
                  <a:lnTo>
                    <a:pt x="3037769" y="2956648"/>
                  </a:lnTo>
                  <a:lnTo>
                    <a:pt x="3012137" y="2975320"/>
                  </a:lnTo>
                  <a:lnTo>
                    <a:pt x="3024281" y="2993848"/>
                  </a:lnTo>
                  <a:lnTo>
                    <a:pt x="3006905" y="3005368"/>
                  </a:lnTo>
                  <a:lnTo>
                    <a:pt x="3102233" y="3135688"/>
                  </a:lnTo>
                  <a:lnTo>
                    <a:pt x="3110921" y="3115384"/>
                  </a:lnTo>
                  <a:lnTo>
                    <a:pt x="3661001" y="2765080"/>
                  </a:lnTo>
                  <a:close/>
                </a:path>
              </a:pathLst>
            </a:custGeom>
            <a:solidFill>
              <a:srgbClr val="FFFFFF">
                <a:alpha val="55000"/>
              </a:srgbClr>
            </a:solidFill>
            <a:ln>
              <a:noFill/>
            </a:ln>
          </p:spPr>
        </p:sp>
        <p:sp>
          <p:nvSpPr>
            <p:cNvPr id="974" name="Железная дорога, главные пути (Яндекс)"/>
            <p:cNvSpPr/>
            <p:nvPr/>
          </p:nvSpPr>
          <p:spPr>
            <a:xfrm>
              <a:off x="252000" y="1584000"/>
              <a:ext cx="6363680" cy="4453665"/>
            </a:xfrm>
            <a:custGeom>
              <a:avLst/>
              <a:gdLst/>
              <a:ahLst/>
              <a:cxnLst/>
              <a:rect l="l" t="t" r="r" b="b"/>
              <a:pathLst>
                <a:path w="6363680" h="4453665" fill="none">
                  <a:moveTo>
                    <a:pt x="0" y="4157345"/>
                  </a:moveTo>
                  <a:lnTo>
                    <a:pt x="45305" y="4094807"/>
                  </a:lnTo>
                  <a:lnTo>
                    <a:pt x="528013" y="3572851"/>
                  </a:lnTo>
                  <a:moveTo>
                    <a:pt x="0" y="4453665"/>
                  </a:moveTo>
                  <a:lnTo>
                    <a:pt x="7640" y="4441789"/>
                  </a:lnTo>
                  <a:moveTo>
                    <a:pt x="7640" y="4441789"/>
                  </a:moveTo>
                  <a:lnTo>
                    <a:pt x="7635" y="4440174"/>
                  </a:lnTo>
                  <a:lnTo>
                    <a:pt x="23731" y="4412571"/>
                  </a:lnTo>
                  <a:moveTo>
                    <a:pt x="23731" y="4412571"/>
                  </a:moveTo>
                  <a:lnTo>
                    <a:pt x="38243" y="4393096"/>
                  </a:lnTo>
                  <a:lnTo>
                    <a:pt x="86675" y="4336167"/>
                  </a:lnTo>
                  <a:lnTo>
                    <a:pt x="125416" y="4292288"/>
                  </a:lnTo>
                  <a:moveTo>
                    <a:pt x="125416" y="4292288"/>
                  </a:moveTo>
                  <a:lnTo>
                    <a:pt x="160896" y="4253264"/>
                  </a:lnTo>
                  <a:moveTo>
                    <a:pt x="160896" y="4253264"/>
                  </a:moveTo>
                  <a:lnTo>
                    <a:pt x="167375" y="4245169"/>
                  </a:lnTo>
                  <a:lnTo>
                    <a:pt x="199666" y="4217508"/>
                  </a:lnTo>
                  <a:moveTo>
                    <a:pt x="199666" y="4217508"/>
                  </a:moveTo>
                  <a:lnTo>
                    <a:pt x="240055" y="4183310"/>
                  </a:lnTo>
                  <a:lnTo>
                    <a:pt x="440572" y="4049659"/>
                  </a:lnTo>
                  <a:lnTo>
                    <a:pt x="1276690" y="3549124"/>
                  </a:lnTo>
                  <a:lnTo>
                    <a:pt x="1391522" y="3482268"/>
                  </a:lnTo>
                  <a:lnTo>
                    <a:pt x="1824997" y="3252164"/>
                  </a:lnTo>
                  <a:lnTo>
                    <a:pt x="2295676" y="2989530"/>
                  </a:lnTo>
                  <a:lnTo>
                    <a:pt x="2523628" y="2833064"/>
                  </a:lnTo>
                  <a:lnTo>
                    <a:pt x="2830711" y="2603460"/>
                  </a:lnTo>
                  <a:lnTo>
                    <a:pt x="3251005" y="2310176"/>
                  </a:lnTo>
                  <a:lnTo>
                    <a:pt x="3671164" y="1997466"/>
                  </a:lnTo>
                  <a:moveTo>
                    <a:pt x="3705123" y="1973026"/>
                  </a:moveTo>
                  <a:lnTo>
                    <a:pt x="4477642" y="1411055"/>
                  </a:lnTo>
                  <a:lnTo>
                    <a:pt x="4601996" y="1306874"/>
                  </a:lnTo>
                  <a:lnTo>
                    <a:pt x="4952486" y="989574"/>
                  </a:lnTo>
                  <a:lnTo>
                    <a:pt x="5419153" y="558385"/>
                  </a:lnTo>
                  <a:lnTo>
                    <a:pt x="5519290" y="481837"/>
                  </a:lnTo>
                  <a:lnTo>
                    <a:pt x="5997781" y="180183"/>
                  </a:lnTo>
                  <a:moveTo>
                    <a:pt x="3671164" y="1997466"/>
                  </a:moveTo>
                  <a:lnTo>
                    <a:pt x="3705123" y="1973026"/>
                  </a:lnTo>
                  <a:moveTo>
                    <a:pt x="5997781" y="180183"/>
                  </a:moveTo>
                  <a:lnTo>
                    <a:pt x="6059231" y="144336"/>
                  </a:lnTo>
                  <a:lnTo>
                    <a:pt x="6064067" y="142703"/>
                  </a:lnTo>
                  <a:moveTo>
                    <a:pt x="6064067" y="142703"/>
                  </a:moveTo>
                  <a:lnTo>
                    <a:pt x="6073833" y="137571"/>
                  </a:lnTo>
                  <a:lnTo>
                    <a:pt x="6132024" y="106781"/>
                  </a:lnTo>
                  <a:moveTo>
                    <a:pt x="6340678" y="10392"/>
                  </a:moveTo>
                  <a:lnTo>
                    <a:pt x="6363680" y="0"/>
                  </a:lnTo>
                  <a:moveTo>
                    <a:pt x="6340678" y="10392"/>
                  </a:moveTo>
                  <a:lnTo>
                    <a:pt x="6132024" y="106781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round/>
            </a:ln>
          </p:spPr>
        </p:sp>
        <p:sp>
          <p:nvSpPr>
            <p:cNvPr id="975" name="Железная дорога: штрихи"/>
            <p:cNvSpPr/>
            <p:nvPr/>
          </p:nvSpPr>
          <p:spPr>
            <a:xfrm>
              <a:off x="252000" y="1584000"/>
              <a:ext cx="6363680" cy="4453665"/>
            </a:xfrm>
            <a:custGeom>
              <a:avLst/>
              <a:gdLst/>
              <a:ahLst/>
              <a:cxnLst/>
              <a:rect l="l" t="t" r="r" b="b"/>
              <a:pathLst>
                <a:path w="6363680" h="4453665" fill="none">
                  <a:moveTo>
                    <a:pt x="0" y="4157345"/>
                  </a:moveTo>
                  <a:lnTo>
                    <a:pt x="45305" y="4094807"/>
                  </a:lnTo>
                  <a:lnTo>
                    <a:pt x="528013" y="3572851"/>
                  </a:lnTo>
                  <a:moveTo>
                    <a:pt x="0" y="4453665"/>
                  </a:moveTo>
                  <a:lnTo>
                    <a:pt x="7640" y="4441789"/>
                  </a:lnTo>
                  <a:moveTo>
                    <a:pt x="7640" y="4441789"/>
                  </a:moveTo>
                  <a:lnTo>
                    <a:pt x="7635" y="4440174"/>
                  </a:lnTo>
                  <a:lnTo>
                    <a:pt x="23731" y="4412571"/>
                  </a:lnTo>
                  <a:moveTo>
                    <a:pt x="23731" y="4412571"/>
                  </a:moveTo>
                  <a:lnTo>
                    <a:pt x="38243" y="4393096"/>
                  </a:lnTo>
                  <a:lnTo>
                    <a:pt x="86675" y="4336167"/>
                  </a:lnTo>
                  <a:lnTo>
                    <a:pt x="125416" y="4292288"/>
                  </a:lnTo>
                  <a:moveTo>
                    <a:pt x="125416" y="4292288"/>
                  </a:moveTo>
                  <a:lnTo>
                    <a:pt x="160896" y="4253264"/>
                  </a:lnTo>
                  <a:moveTo>
                    <a:pt x="160896" y="4253264"/>
                  </a:moveTo>
                  <a:lnTo>
                    <a:pt x="167375" y="4245169"/>
                  </a:lnTo>
                  <a:lnTo>
                    <a:pt x="199666" y="4217508"/>
                  </a:lnTo>
                  <a:moveTo>
                    <a:pt x="199666" y="4217508"/>
                  </a:moveTo>
                  <a:lnTo>
                    <a:pt x="240055" y="4183310"/>
                  </a:lnTo>
                  <a:lnTo>
                    <a:pt x="440572" y="4049659"/>
                  </a:lnTo>
                  <a:lnTo>
                    <a:pt x="1276690" y="3549124"/>
                  </a:lnTo>
                  <a:lnTo>
                    <a:pt x="1391522" y="3482268"/>
                  </a:lnTo>
                  <a:lnTo>
                    <a:pt x="1824997" y="3252164"/>
                  </a:lnTo>
                  <a:lnTo>
                    <a:pt x="2295676" y="2989530"/>
                  </a:lnTo>
                  <a:lnTo>
                    <a:pt x="2523628" y="2833064"/>
                  </a:lnTo>
                  <a:lnTo>
                    <a:pt x="2830711" y="2603460"/>
                  </a:lnTo>
                  <a:lnTo>
                    <a:pt x="3251005" y="2310176"/>
                  </a:lnTo>
                  <a:lnTo>
                    <a:pt x="3671164" y="1997466"/>
                  </a:lnTo>
                  <a:moveTo>
                    <a:pt x="3705123" y="1973026"/>
                  </a:moveTo>
                  <a:lnTo>
                    <a:pt x="4477642" y="1411055"/>
                  </a:lnTo>
                  <a:lnTo>
                    <a:pt x="4601996" y="1306874"/>
                  </a:lnTo>
                  <a:lnTo>
                    <a:pt x="4952486" y="989574"/>
                  </a:lnTo>
                  <a:lnTo>
                    <a:pt x="5419153" y="558385"/>
                  </a:lnTo>
                  <a:lnTo>
                    <a:pt x="5519290" y="481837"/>
                  </a:lnTo>
                  <a:lnTo>
                    <a:pt x="5997781" y="180183"/>
                  </a:lnTo>
                  <a:moveTo>
                    <a:pt x="3671164" y="1997466"/>
                  </a:moveTo>
                  <a:lnTo>
                    <a:pt x="3705123" y="1973026"/>
                  </a:lnTo>
                  <a:moveTo>
                    <a:pt x="5997781" y="180183"/>
                  </a:moveTo>
                  <a:lnTo>
                    <a:pt x="6059231" y="144336"/>
                  </a:lnTo>
                  <a:lnTo>
                    <a:pt x="6064067" y="142703"/>
                  </a:lnTo>
                  <a:moveTo>
                    <a:pt x="6064067" y="142703"/>
                  </a:moveTo>
                  <a:lnTo>
                    <a:pt x="6073833" y="137571"/>
                  </a:lnTo>
                  <a:lnTo>
                    <a:pt x="6132024" y="106781"/>
                  </a:lnTo>
                  <a:moveTo>
                    <a:pt x="6340678" y="10392"/>
                  </a:moveTo>
                  <a:lnTo>
                    <a:pt x="6363680" y="0"/>
                  </a:lnTo>
                  <a:moveTo>
                    <a:pt x="6340678" y="10392"/>
                  </a:moveTo>
                  <a:lnTo>
                    <a:pt x="6132024" y="106781"/>
                  </a:lnTo>
                </a:path>
              </a:pathLst>
            </a:custGeom>
            <a:noFill/>
            <a:ln w="14976" cap="flat">
              <a:solidFill>
                <a:srgbClr val="FFFFFF"/>
              </a:solidFill>
              <a:custDash>
                <a:ds d="481250" sp="481250"/>
              </a:custDash>
              <a:round/>
            </a:ln>
          </p:spPr>
        </p:sp>
        <p:grpSp>
          <p:nvGrpSpPr>
            <p:cNvPr id="978" name="Граница района"/>
            <p:cNvGrpSpPr/>
            <p:nvPr/>
          </p:nvGrpSpPr>
          <p:grpSpPr>
            <a:xfrm>
              <a:off x="252000" y="1584000"/>
              <a:ext cx="6719264" cy="4211774"/>
              <a:chOff x="252000" y="1584000"/>
              <a:chExt cx="6719264" cy="4211774"/>
            </a:xfrm>
          </p:grpSpPr>
          <p:sp>
            <p:nvSpPr>
              <p:cNvPr id="976" name="Контур"/>
              <p:cNvSpPr/>
              <p:nvPr/>
            </p:nvSpPr>
            <p:spPr>
              <a:xfrm>
                <a:off x="252000" y="1584000"/>
                <a:ext cx="6719264" cy="4211774"/>
              </a:xfrm>
              <a:custGeom>
                <a:avLst/>
                <a:gdLst/>
                <a:ahLst/>
                <a:cxnLst/>
                <a:rect l="l" t="t" r="r" b="b"/>
                <a:pathLst>
                  <a:path w="6719264" h="4211774" fill="none">
                    <a:moveTo>
                      <a:pt x="6719264" y="0"/>
                    </a:moveTo>
                    <a:lnTo>
                      <a:pt x="6583756" y="54709"/>
                    </a:lnTo>
                    <a:lnTo>
                      <a:pt x="6534349" y="38868"/>
                    </a:lnTo>
                    <a:lnTo>
                      <a:pt x="6426251" y="18442"/>
                    </a:lnTo>
                    <a:lnTo>
                      <a:pt x="6327559" y="18289"/>
                    </a:lnTo>
                    <a:lnTo>
                      <a:pt x="6252748" y="46902"/>
                    </a:lnTo>
                    <a:lnTo>
                      <a:pt x="5840731" y="256377"/>
                    </a:lnTo>
                    <a:lnTo>
                      <a:pt x="5728761" y="325212"/>
                    </a:lnTo>
                    <a:lnTo>
                      <a:pt x="5296710" y="649655"/>
                    </a:lnTo>
                    <a:lnTo>
                      <a:pt x="4565844" y="1371762"/>
                    </a:lnTo>
                    <a:lnTo>
                      <a:pt x="3684749" y="2007826"/>
                    </a:lnTo>
                    <a:lnTo>
                      <a:pt x="2366655" y="2972528"/>
                    </a:lnTo>
                    <a:lnTo>
                      <a:pt x="1977985" y="3173824"/>
                    </a:lnTo>
                    <a:lnTo>
                      <a:pt x="876292" y="3767283"/>
                    </a:lnTo>
                    <a:lnTo>
                      <a:pt x="0" y="4211774"/>
                    </a:lnTo>
                  </a:path>
                </a:pathLst>
              </a:custGeom>
              <a:noFill/>
              <a:ln w="43056" cap="flat">
                <a:solidFill>
                  <a:srgbClr val="E30613"/>
                </a:solidFill>
                <a:round/>
              </a:ln>
            </p:spPr>
          </p:sp>
          <p:sp>
            <p:nvSpPr>
              <p:cNvPr id="977" name="Контур"/>
              <p:cNvSpPr/>
              <p:nvPr/>
            </p:nvSpPr>
            <p:spPr>
              <a:xfrm>
                <a:off x="3232649" y="3864616"/>
                <a:ext cx="980064" cy="855072"/>
              </a:xfrm>
              <a:custGeom>
                <a:avLst/>
                <a:gdLst/>
                <a:ahLst/>
                <a:cxnLst/>
                <a:rect l="l" t="t" r="r" b="b"/>
                <a:pathLst>
                  <a:path w="980064" h="855072" fill="none">
                    <a:moveTo>
                      <a:pt x="680352" y="484464"/>
                    </a:moveTo>
                    <a:lnTo>
                      <a:pt x="130272" y="834768"/>
                    </a:lnTo>
                    <a:lnTo>
                      <a:pt x="121584" y="855072"/>
                    </a:lnTo>
                    <a:lnTo>
                      <a:pt x="26256" y="724752"/>
                    </a:lnTo>
                    <a:lnTo>
                      <a:pt x="43632" y="713232"/>
                    </a:lnTo>
                    <a:lnTo>
                      <a:pt x="31488" y="694704"/>
                    </a:lnTo>
                    <a:lnTo>
                      <a:pt x="57120" y="676032"/>
                    </a:lnTo>
                    <a:lnTo>
                      <a:pt x="3024" y="601296"/>
                    </a:lnTo>
                    <a:lnTo>
                      <a:pt x="48624" y="568176"/>
                    </a:lnTo>
                    <a:lnTo>
                      <a:pt x="0" y="496512"/>
                    </a:lnTo>
                    <a:lnTo>
                      <a:pt x="169872" y="367632"/>
                    </a:lnTo>
                    <a:lnTo>
                      <a:pt x="626352" y="40608"/>
                    </a:lnTo>
                    <a:lnTo>
                      <a:pt x="837648" y="0"/>
                    </a:lnTo>
                    <a:lnTo>
                      <a:pt x="905424" y="140304"/>
                    </a:lnTo>
                    <a:lnTo>
                      <a:pt x="888768" y="166464"/>
                    </a:lnTo>
                    <a:lnTo>
                      <a:pt x="925488" y="224496"/>
                    </a:lnTo>
                    <a:lnTo>
                      <a:pt x="947520" y="226704"/>
                    </a:lnTo>
                    <a:lnTo>
                      <a:pt x="980064" y="294144"/>
                    </a:lnTo>
                    <a:lnTo>
                      <a:pt x="680352" y="484464"/>
                    </a:lnTo>
                    <a:close/>
                  </a:path>
                </a:pathLst>
              </a:custGeom>
              <a:noFill/>
              <a:ln w="86400" cap="flat">
                <a:solidFill>
                  <a:srgbClr val="FF00FF"/>
                </a:solidFill>
                <a:custDash>
                  <a:ds d="100000" sp="100000"/>
                </a:custDash>
                <a:round/>
              </a:ln>
            </p:spPr>
          </p:sp>
        </p:grpSp>
        <p:grpSp>
          <p:nvGrpSpPr>
            <p:cNvPr id="1012" name="Подписи"/>
            <p:cNvGrpSpPr/>
            <p:nvPr/>
          </p:nvGrpSpPr>
          <p:grpSpPr>
            <a:xfrm>
              <a:off x="291469" y="1804200"/>
              <a:ext cx="7038583" cy="4738039"/>
              <a:chOff x="291469" y="1804200"/>
              <a:chExt cx="7038583" cy="4738039"/>
            </a:xfrm>
          </p:grpSpPr>
          <p:sp>
            <p:nvSpPr>
              <p:cNvPr id="979" name="Надпись"/>
              <p:cNvSpPr txBox="1"/>
              <p:nvPr/>
            </p:nvSpPr>
            <p:spPr>
              <a:xfrm>
                <a:off x="2929740" y="3091199"/>
                <a:ext cx="1400143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ст. ж/д Калошино</a:t>
                </a:r>
              </a:p>
            </p:txBody>
          </p:sp>
          <p:sp>
            <p:nvSpPr>
              <p:cNvPr id="980" name="Надпись"/>
              <p:cNvSpPr txBox="1"/>
              <p:nvPr/>
            </p:nvSpPr>
            <p:spPr>
              <a:xfrm rot="20072525">
                <a:off x="5967671" y="6235121"/>
                <a:ext cx="105356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 Амурская</a:t>
                </a:r>
              </a:p>
            </p:txBody>
          </p:sp>
          <p:sp>
            <p:nvSpPr>
              <p:cNvPr id="981" name="Надпись"/>
              <p:cNvSpPr txBox="1"/>
              <p:nvPr/>
            </p:nvSpPr>
            <p:spPr>
              <a:xfrm rot="19344025">
                <a:off x="4496120" y="3762145"/>
                <a:ext cx="162820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2-й Иртышский пр-д</a:t>
                </a:r>
              </a:p>
            </p:txBody>
          </p:sp>
          <p:sp>
            <p:nvSpPr>
              <p:cNvPr id="982" name="Надпись"/>
              <p:cNvSpPr txBox="1"/>
              <p:nvPr/>
            </p:nvSpPr>
            <p:spPr>
              <a:xfrm rot="3859291">
                <a:off x="4137981" y="4914711"/>
                <a:ext cx="116937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 Тагильская</a:t>
                </a:r>
              </a:p>
            </p:txBody>
          </p:sp>
          <p:sp>
            <p:nvSpPr>
              <p:cNvPr id="983" name="Надпись"/>
              <p:cNvSpPr txBox="1"/>
              <p:nvPr/>
            </p:nvSpPr>
            <p:spPr>
              <a:xfrm rot="19466446">
                <a:off x="2432343" y="3767295"/>
                <a:ext cx="16000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1-й Иртышский пр-д</a:t>
                </a:r>
              </a:p>
            </p:txBody>
          </p:sp>
          <p:sp>
            <p:nvSpPr>
              <p:cNvPr id="984" name="Надпись"/>
              <p:cNvSpPr txBox="1"/>
              <p:nvPr/>
            </p:nvSpPr>
            <p:spPr>
              <a:xfrm rot="3849605">
                <a:off x="2093199" y="6312179"/>
                <a:ext cx="118588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Амурский пер.</a:t>
                </a:r>
              </a:p>
            </p:txBody>
          </p:sp>
          <p:sp>
            <p:nvSpPr>
              <p:cNvPr id="985" name="Надпись"/>
              <p:cNvSpPr txBox="1"/>
              <p:nvPr/>
            </p:nvSpPr>
            <p:spPr>
              <a:xfrm rot="4322327">
                <a:off x="298117" y="5872787"/>
                <a:ext cx="38588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МСД</a:t>
                </a:r>
              </a:p>
            </p:txBody>
          </p:sp>
          <p:sp>
            <p:nvSpPr>
              <p:cNvPr id="986" name="Надпись"/>
              <p:cNvSpPr txBox="1"/>
              <p:nvPr/>
            </p:nvSpPr>
            <p:spPr>
              <a:xfrm>
                <a:off x="6487972" y="3480441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987" name="Надпись"/>
              <p:cNvSpPr txBox="1"/>
              <p:nvPr/>
            </p:nvSpPr>
            <p:spPr>
              <a:xfrm>
                <a:off x="5931332" y="3644601"/>
                <a:ext cx="139872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«2-й Иртышский»</a:t>
                </a:r>
              </a:p>
            </p:txBody>
          </p:sp>
          <p:sp>
            <p:nvSpPr>
              <p:cNvPr id="988" name="Надпись"/>
              <p:cNvSpPr txBox="1"/>
              <p:nvPr/>
            </p:nvSpPr>
            <p:spPr>
              <a:xfrm>
                <a:off x="3948794" y="6211320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989" name="Надпись"/>
              <p:cNvSpPr txBox="1"/>
              <p:nvPr/>
            </p:nvSpPr>
            <p:spPr>
              <a:xfrm>
                <a:off x="3396921" y="6375480"/>
                <a:ext cx="138918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«Level Амурская»</a:t>
                </a:r>
              </a:p>
            </p:txBody>
          </p:sp>
          <p:sp>
            <p:nvSpPr>
              <p:cNvPr id="990" name="Надпись"/>
              <p:cNvSpPr txBox="1"/>
              <p:nvPr/>
            </p:nvSpPr>
            <p:spPr>
              <a:xfrm>
                <a:off x="2004684" y="2680173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991" name="Надпись"/>
              <p:cNvSpPr txBox="1"/>
              <p:nvPr/>
            </p:nvSpPr>
            <p:spPr>
              <a:xfrm>
                <a:off x="1397823" y="2844333"/>
                <a:ext cx="149916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«Сиреневый парк»</a:t>
                </a:r>
              </a:p>
            </p:txBody>
          </p:sp>
          <p:sp>
            <p:nvSpPr>
              <p:cNvPr id="992" name="Надпись"/>
              <p:cNvSpPr txBox="1"/>
              <p:nvPr/>
            </p:nvSpPr>
            <p:spPr>
              <a:xfrm>
                <a:off x="298900" y="3522256"/>
                <a:ext cx="155721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Комбинат «Сигнал»</a:t>
                </a:r>
              </a:p>
            </p:txBody>
          </p:sp>
          <p:sp>
            <p:nvSpPr>
              <p:cNvPr id="993" name="Надпись"/>
              <p:cNvSpPr txBox="1"/>
              <p:nvPr/>
            </p:nvSpPr>
            <p:spPr>
              <a:xfrm>
                <a:off x="606278" y="3686416"/>
                <a:ext cx="94245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Росрезерва</a:t>
                </a:r>
              </a:p>
            </p:txBody>
          </p:sp>
          <p:sp>
            <p:nvSpPr>
              <p:cNvPr id="994" name="Надпись"/>
              <p:cNvSpPr txBox="1"/>
              <p:nvPr/>
            </p:nvSpPr>
            <p:spPr>
              <a:xfrm>
                <a:off x="4714131" y="2048649"/>
                <a:ext cx="108856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«Эврика»</a:t>
                </a:r>
              </a:p>
            </p:txBody>
          </p:sp>
          <p:sp>
            <p:nvSpPr>
              <p:cNvPr id="995" name="Надпись"/>
              <p:cNvSpPr txBox="1"/>
              <p:nvPr/>
            </p:nvSpPr>
            <p:spPr>
              <a:xfrm>
                <a:off x="506371" y="4537958"/>
                <a:ext cx="151381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Черкизовская база</a:t>
                </a:r>
              </a:p>
            </p:txBody>
          </p:sp>
          <p:sp>
            <p:nvSpPr>
              <p:cNvPr id="996" name="Надпись"/>
              <p:cNvSpPr txBox="1"/>
              <p:nvPr/>
            </p:nvSpPr>
            <p:spPr>
              <a:xfrm>
                <a:off x="291469" y="4702118"/>
                <a:ext cx="1943622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хранения ресурсов МВД</a:t>
                </a:r>
              </a:p>
            </p:txBody>
          </p:sp>
          <p:sp>
            <p:nvSpPr>
              <p:cNvPr id="997" name="Надпись"/>
              <p:cNvSpPr txBox="1"/>
              <p:nvPr/>
            </p:nvSpPr>
            <p:spPr>
              <a:xfrm>
                <a:off x="3680569" y="2545241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998" name="Надпись"/>
              <p:cNvSpPr txBox="1"/>
              <p:nvPr/>
            </p:nvSpPr>
            <p:spPr>
              <a:xfrm>
                <a:off x="3118168" y="2709401"/>
                <a:ext cx="141024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«Открытый парк»</a:t>
                </a:r>
              </a:p>
            </p:txBody>
          </p:sp>
          <p:sp>
            <p:nvSpPr>
              <p:cNvPr id="999" name="Надпись"/>
              <p:cNvSpPr txBox="1"/>
              <p:nvPr/>
            </p:nvSpPr>
            <p:spPr>
              <a:xfrm>
                <a:off x="4835421" y="2338084"/>
                <a:ext cx="124307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Объединённый</a:t>
                </a:r>
              </a:p>
            </p:txBody>
          </p:sp>
          <p:sp>
            <p:nvSpPr>
              <p:cNvPr id="1000" name="Надпись"/>
              <p:cNvSpPr txBox="1"/>
              <p:nvPr/>
            </p:nvSpPr>
            <p:spPr>
              <a:xfrm>
                <a:off x="5214078" y="2502244"/>
                <a:ext cx="48576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архив</a:t>
                </a:r>
              </a:p>
            </p:txBody>
          </p:sp>
          <p:sp>
            <p:nvSpPr>
              <p:cNvPr id="1001" name="Надпись"/>
              <p:cNvSpPr txBox="1"/>
              <p:nvPr/>
            </p:nvSpPr>
            <p:spPr>
              <a:xfrm>
                <a:off x="3573581" y="4693717"/>
                <a:ext cx="673986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НИКИЭТ</a:t>
                </a:r>
              </a:p>
            </p:txBody>
          </p:sp>
          <p:sp>
            <p:nvSpPr>
              <p:cNvPr id="1002" name="Надпись"/>
              <p:cNvSpPr txBox="1"/>
              <p:nvPr/>
            </p:nvSpPr>
            <p:spPr>
              <a:xfrm>
                <a:off x="4214328" y="5769038"/>
                <a:ext cx="6482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Димари</a:t>
                </a:r>
              </a:p>
            </p:txBody>
          </p:sp>
          <p:sp>
            <p:nvSpPr>
              <p:cNvPr id="1003" name="Надпись"/>
              <p:cNvSpPr txBox="1"/>
              <p:nvPr/>
            </p:nvSpPr>
            <p:spPr>
              <a:xfrm>
                <a:off x="5234555" y="1804200"/>
                <a:ext cx="119768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«Иртыш 2»</a:t>
                </a:r>
              </a:p>
            </p:txBody>
          </p:sp>
          <p:sp>
            <p:nvSpPr>
              <p:cNvPr id="1004" name="Надпись"/>
              <p:cNvSpPr txBox="1"/>
              <p:nvPr/>
            </p:nvSpPr>
            <p:spPr>
              <a:xfrm>
                <a:off x="2977485" y="4531342"/>
                <a:ext cx="118133" cy="23697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531" b="1" dirty="0">
                    <a:solidFill>
                      <a:srgbClr val="1F3FBF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</a:t>
                </a:r>
              </a:p>
            </p:txBody>
          </p:sp>
          <p:sp>
            <p:nvSpPr>
              <p:cNvPr id="1005" name="Надпись"/>
              <p:cNvSpPr txBox="1"/>
              <p:nvPr/>
            </p:nvSpPr>
            <p:spPr>
              <a:xfrm>
                <a:off x="2907532" y="4216304"/>
                <a:ext cx="158164" cy="23697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531" b="1" dirty="0">
                    <a:solidFill>
                      <a:srgbClr val="1F3FBF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</a:t>
                </a:r>
              </a:p>
            </p:txBody>
          </p:sp>
          <p:sp>
            <p:nvSpPr>
              <p:cNvPr id="1006" name="Надпись"/>
              <p:cNvSpPr txBox="1"/>
              <p:nvPr/>
            </p:nvSpPr>
            <p:spPr>
              <a:xfrm>
                <a:off x="3292711" y="3968699"/>
                <a:ext cx="158568" cy="23697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531" b="1" dirty="0">
                    <a:solidFill>
                      <a:srgbClr val="1F3FBF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</a:t>
                </a:r>
              </a:p>
            </p:txBody>
          </p:sp>
          <p:sp>
            <p:nvSpPr>
              <p:cNvPr id="1007" name="Надпись"/>
              <p:cNvSpPr txBox="1"/>
              <p:nvPr/>
            </p:nvSpPr>
            <p:spPr>
              <a:xfrm>
                <a:off x="3423944" y="3819723"/>
                <a:ext cx="178179" cy="23697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531" b="1" dirty="0">
                    <a:solidFill>
                      <a:srgbClr val="1F3FBF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4</a:t>
                </a:r>
              </a:p>
            </p:txBody>
          </p:sp>
          <p:sp>
            <p:nvSpPr>
              <p:cNvPr id="1008" name="Надпись"/>
              <p:cNvSpPr txBox="1"/>
              <p:nvPr/>
            </p:nvSpPr>
            <p:spPr>
              <a:xfrm>
                <a:off x="3874612" y="3551459"/>
                <a:ext cx="159175" cy="23697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531" b="1" dirty="0">
                    <a:solidFill>
                      <a:srgbClr val="1F3FBF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5</a:t>
                </a:r>
              </a:p>
            </p:txBody>
          </p:sp>
          <p:sp>
            <p:nvSpPr>
              <p:cNvPr id="1009" name="Надпись"/>
              <p:cNvSpPr txBox="1"/>
              <p:nvPr/>
            </p:nvSpPr>
            <p:spPr>
              <a:xfrm>
                <a:off x="4388968" y="3780117"/>
                <a:ext cx="167666" cy="23697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531" b="1" dirty="0">
                    <a:solidFill>
                      <a:srgbClr val="1F3FBF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6</a:t>
                </a:r>
              </a:p>
            </p:txBody>
          </p:sp>
          <p:sp>
            <p:nvSpPr>
              <p:cNvPr id="1010" name="Надпись"/>
              <p:cNvSpPr txBox="1"/>
              <p:nvPr/>
            </p:nvSpPr>
            <p:spPr>
              <a:xfrm>
                <a:off x="4463041" y="4215969"/>
                <a:ext cx="164229" cy="23697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531" b="1" dirty="0">
                    <a:solidFill>
                      <a:srgbClr val="1F3FBF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7</a:t>
                </a:r>
              </a:p>
            </p:txBody>
          </p:sp>
          <p:sp>
            <p:nvSpPr>
              <p:cNvPr id="1011" name="Надпись"/>
              <p:cNvSpPr txBox="1"/>
              <p:nvPr/>
            </p:nvSpPr>
            <p:spPr>
              <a:xfrm>
                <a:off x="4219612" y="3654141"/>
                <a:ext cx="172316" cy="23697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531" b="1" dirty="0">
                    <a:solidFill>
                      <a:srgbClr val="1F3FBF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8</a:t>
                </a:r>
              </a:p>
            </p:txBody>
          </p:sp>
        </p:grpSp>
        <p:grpSp>
          <p:nvGrpSpPr>
            <p:cNvPr id="1021" name="Точки съёмки"/>
            <p:cNvGrpSpPr/>
            <p:nvPr/>
          </p:nvGrpSpPr>
          <p:grpSpPr>
            <a:xfrm>
              <a:off x="3014699" y="3695505"/>
              <a:ext cx="1485736" cy="979926"/>
              <a:chOff x="3014699" y="3695505"/>
              <a:chExt cx="1485736" cy="979926"/>
            </a:xfrm>
          </p:grpSpPr>
          <p:sp>
            <p:nvSpPr>
              <p:cNvPr id="1013" name="Контур"/>
              <p:cNvSpPr/>
              <p:nvPr/>
            </p:nvSpPr>
            <p:spPr>
              <a:xfrm>
                <a:off x="3099370" y="4432787"/>
                <a:ext cx="228728" cy="242644"/>
              </a:xfrm>
              <a:custGeom>
                <a:avLst/>
                <a:gdLst/>
                <a:ahLst/>
                <a:cxnLst/>
                <a:rect l="l" t="t" r="r" b="b"/>
                <a:pathLst>
                  <a:path w="228728" h="242644">
                    <a:moveTo>
                      <a:pt x="228728" y="0"/>
                    </a:moveTo>
                    <a:lnTo>
                      <a:pt x="177547" y="242644"/>
                    </a:lnTo>
                    <a:lnTo>
                      <a:pt x="120894" y="130386"/>
                    </a:lnTo>
                    <a:lnTo>
                      <a:pt x="0" y="95806"/>
                    </a:lnTo>
                    <a:close/>
                  </a:path>
                </a:pathLst>
              </a:custGeom>
              <a:solidFill>
                <a:srgbClr val="1F3FBF"/>
              </a:solidFill>
              <a:ln w="9000" cap="flat">
                <a:solidFill>
                  <a:srgbClr val="FFFFFF"/>
                </a:solidFill>
                <a:miter lim="1000000"/>
              </a:ln>
            </p:spPr>
          </p:sp>
          <p:sp>
            <p:nvSpPr>
              <p:cNvPr id="1014" name="Контур"/>
              <p:cNvSpPr/>
              <p:nvPr/>
            </p:nvSpPr>
            <p:spPr>
              <a:xfrm>
                <a:off x="3014699" y="4252315"/>
                <a:ext cx="244873" cy="218367"/>
              </a:xfrm>
              <a:custGeom>
                <a:avLst/>
                <a:gdLst/>
                <a:ahLst/>
                <a:cxnLst/>
                <a:rect l="l" t="t" r="r" b="b"/>
                <a:pathLst>
                  <a:path w="244873" h="218367">
                    <a:moveTo>
                      <a:pt x="244873" y="179224"/>
                    </a:moveTo>
                    <a:lnTo>
                      <a:pt x="0" y="218367"/>
                    </a:lnTo>
                    <a:lnTo>
                      <a:pt x="84510" y="125259"/>
                    </a:lnTo>
                    <a:lnTo>
                      <a:pt x="73485" y="0"/>
                    </a:lnTo>
                    <a:close/>
                  </a:path>
                </a:pathLst>
              </a:custGeom>
              <a:solidFill>
                <a:srgbClr val="1F3FBF"/>
              </a:solidFill>
              <a:ln w="9000" cap="flat">
                <a:solidFill>
                  <a:srgbClr val="FFFFFF"/>
                </a:solidFill>
                <a:miter lim="1000000"/>
              </a:ln>
            </p:spPr>
          </p:sp>
          <p:sp>
            <p:nvSpPr>
              <p:cNvPr id="1015" name="Контур"/>
              <p:cNvSpPr/>
              <p:nvPr/>
            </p:nvSpPr>
            <p:spPr>
              <a:xfrm>
                <a:off x="3243456" y="4129861"/>
                <a:ext cx="223242" cy="241269"/>
              </a:xfrm>
              <a:custGeom>
                <a:avLst/>
                <a:gdLst/>
                <a:ahLst/>
                <a:cxnLst/>
                <a:rect l="l" t="t" r="r" b="b"/>
                <a:pathLst>
                  <a:path w="223242" h="241269">
                    <a:moveTo>
                      <a:pt x="57307" y="241269"/>
                    </a:moveTo>
                    <a:lnTo>
                      <a:pt x="0" y="0"/>
                    </a:lnTo>
                    <a:lnTo>
                      <a:pt x="99156" y="77326"/>
                    </a:lnTo>
                    <a:lnTo>
                      <a:pt x="223242" y="56985"/>
                    </a:lnTo>
                    <a:close/>
                  </a:path>
                </a:pathLst>
              </a:custGeom>
              <a:solidFill>
                <a:srgbClr val="1F3FBF"/>
              </a:solidFill>
              <a:ln w="9000" cap="flat">
                <a:solidFill>
                  <a:srgbClr val="FFFFFF"/>
                </a:solidFill>
                <a:miter lim="1000000"/>
              </a:ln>
            </p:spPr>
          </p:sp>
          <p:sp>
            <p:nvSpPr>
              <p:cNvPr id="1016" name="Контур"/>
              <p:cNvSpPr/>
              <p:nvPr/>
            </p:nvSpPr>
            <p:spPr>
              <a:xfrm>
                <a:off x="3522594" y="3870738"/>
                <a:ext cx="247938" cy="205999"/>
              </a:xfrm>
              <a:custGeom>
                <a:avLst/>
                <a:gdLst/>
                <a:ahLst/>
                <a:cxnLst/>
                <a:rect l="l" t="t" r="r" b="b"/>
                <a:pathLst>
                  <a:path w="247938" h="205999">
                    <a:moveTo>
                      <a:pt x="247938" y="201353"/>
                    </a:moveTo>
                    <a:lnTo>
                      <a:pt x="0" y="205999"/>
                    </a:lnTo>
                    <a:lnTo>
                      <a:pt x="96658" y="125572"/>
                    </a:lnTo>
                    <a:lnTo>
                      <a:pt x="103191" y="0"/>
                    </a:lnTo>
                    <a:close/>
                  </a:path>
                </a:pathLst>
              </a:custGeom>
              <a:solidFill>
                <a:srgbClr val="1F3FBF"/>
              </a:solidFill>
              <a:ln w="9000" cap="flat">
                <a:solidFill>
                  <a:srgbClr val="FFFFFF"/>
                </a:solidFill>
                <a:miter lim="1000000"/>
              </a:ln>
            </p:spPr>
          </p:sp>
          <p:sp>
            <p:nvSpPr>
              <p:cNvPr id="1017" name="Контур"/>
              <p:cNvSpPr/>
              <p:nvPr/>
            </p:nvSpPr>
            <p:spPr>
              <a:xfrm>
                <a:off x="3824150" y="3707038"/>
                <a:ext cx="220574" cy="243518"/>
              </a:xfrm>
              <a:custGeom>
                <a:avLst/>
                <a:gdLst/>
                <a:ahLst/>
                <a:cxnLst/>
                <a:rect l="l" t="t" r="r" b="b"/>
                <a:pathLst>
                  <a:path w="220574" h="243518">
                    <a:moveTo>
                      <a:pt x="46841" y="243518"/>
                    </a:moveTo>
                    <a:lnTo>
                      <a:pt x="0" y="0"/>
                    </a:lnTo>
                    <a:lnTo>
                      <a:pt x="95726" y="81534"/>
                    </a:lnTo>
                    <a:lnTo>
                      <a:pt x="220574" y="66566"/>
                    </a:lnTo>
                    <a:close/>
                  </a:path>
                </a:pathLst>
              </a:custGeom>
              <a:solidFill>
                <a:srgbClr val="1F3FBF"/>
              </a:solidFill>
              <a:ln w="9000" cap="flat">
                <a:solidFill>
                  <a:srgbClr val="FFFFFF"/>
                </a:solidFill>
                <a:miter lim="1000000"/>
              </a:ln>
            </p:spPr>
          </p:sp>
          <p:sp>
            <p:nvSpPr>
              <p:cNvPr id="1018" name="Контур"/>
              <p:cNvSpPr/>
              <p:nvPr/>
            </p:nvSpPr>
            <p:spPr>
              <a:xfrm>
                <a:off x="4127765" y="3847532"/>
                <a:ext cx="246171" cy="219542"/>
              </a:xfrm>
              <a:custGeom>
                <a:avLst/>
                <a:gdLst/>
                <a:ahLst/>
                <a:cxnLst/>
                <a:rect l="l" t="t" r="r" b="b"/>
                <a:pathLst>
                  <a:path w="246171" h="219542">
                    <a:moveTo>
                      <a:pt x="0" y="219542"/>
                    </a:moveTo>
                    <a:lnTo>
                      <a:pt x="115309" y="0"/>
                    </a:lnTo>
                    <a:lnTo>
                      <a:pt x="139259" y="123440"/>
                    </a:lnTo>
                    <a:lnTo>
                      <a:pt x="246171" y="189629"/>
                    </a:lnTo>
                    <a:close/>
                  </a:path>
                </a:pathLst>
              </a:custGeom>
              <a:solidFill>
                <a:srgbClr val="1F3FBF"/>
              </a:solidFill>
              <a:ln w="9000" cap="flat">
                <a:solidFill>
                  <a:srgbClr val="FFFFFF"/>
                </a:solidFill>
                <a:miter lim="1000000"/>
              </a:ln>
            </p:spPr>
          </p:sp>
          <p:sp>
            <p:nvSpPr>
              <p:cNvPr id="1019" name="Контур"/>
              <p:cNvSpPr/>
              <p:nvPr/>
            </p:nvSpPr>
            <p:spPr>
              <a:xfrm>
                <a:off x="4262641" y="4213056"/>
                <a:ext cx="237794" cy="226012"/>
              </a:xfrm>
              <a:custGeom>
                <a:avLst/>
                <a:gdLst/>
                <a:ahLst/>
                <a:cxnLst/>
                <a:rect l="l" t="t" r="r" b="b"/>
                <a:pathLst>
                  <a:path w="237794" h="226012">
                    <a:moveTo>
                      <a:pt x="0" y="70351"/>
                    </a:moveTo>
                    <a:lnTo>
                      <a:pt x="237794" y="0"/>
                    </a:lnTo>
                    <a:lnTo>
                      <a:pt x="165977" y="103217"/>
                    </a:lnTo>
                    <a:lnTo>
                      <a:pt x="193041" y="226012"/>
                    </a:lnTo>
                    <a:close/>
                  </a:path>
                </a:pathLst>
              </a:custGeom>
              <a:solidFill>
                <a:srgbClr val="1F3FBF"/>
              </a:solidFill>
              <a:ln w="9000" cap="flat">
                <a:solidFill>
                  <a:srgbClr val="FFFFFF"/>
                </a:solidFill>
                <a:miter lim="1000000"/>
              </a:ln>
            </p:spPr>
          </p:sp>
          <p:sp>
            <p:nvSpPr>
              <p:cNvPr id="1020" name="Контур"/>
              <p:cNvSpPr/>
              <p:nvPr/>
            </p:nvSpPr>
            <p:spPr>
              <a:xfrm>
                <a:off x="4037911" y="3695505"/>
                <a:ext cx="246566" cy="214288"/>
              </a:xfrm>
              <a:custGeom>
                <a:avLst/>
                <a:gdLst/>
                <a:ahLst/>
                <a:cxnLst/>
                <a:rect l="l" t="t" r="r" b="b"/>
                <a:pathLst>
                  <a:path w="246566" h="214288">
                    <a:moveTo>
                      <a:pt x="0" y="187823"/>
                    </a:moveTo>
                    <a:lnTo>
                      <a:pt x="161919" y="0"/>
                    </a:lnTo>
                    <a:lnTo>
                      <a:pt x="157367" y="125661"/>
                    </a:lnTo>
                    <a:lnTo>
                      <a:pt x="246566" y="214288"/>
                    </a:lnTo>
                    <a:close/>
                  </a:path>
                </a:pathLst>
              </a:custGeom>
              <a:solidFill>
                <a:srgbClr val="1F3FBF"/>
              </a:solidFill>
              <a:ln w="9000" cap="flat">
                <a:solidFill>
                  <a:srgbClr val="FFFFFF"/>
                </a:solidFill>
                <a:miter lim="1000000"/>
              </a:ln>
            </p:spPr>
          </p:sp>
        </p:grpSp>
      </p:grpSp>
      <p:grpSp>
        <p:nvGrpSpPr>
          <p:cNvPr id="1047" name="Фотографии"/>
          <p:cNvGrpSpPr/>
          <p:nvPr/>
        </p:nvGrpSpPr>
        <p:grpSpPr>
          <a:xfrm>
            <a:off x="237600" y="1569600"/>
            <a:ext cx="14630400" cy="8402400"/>
            <a:chOff x="237600" y="1569600"/>
            <a:chExt cx="14630400" cy="8402400"/>
          </a:xfrm>
        </p:grpSpPr>
        <p:pic>
          <p:nvPicPr>
            <p:cNvPr id="1023" name="Рисунок"/>
            <p:cNvPicPr>
              <a:picLocks noChangeAspect="1"/>
            </p:cNvPicPr>
            <p:nvPr/>
          </p:nvPicPr>
          <p:blipFill>
            <a:blip r:embed="rId2"/>
            <a:srcRect l="5869" t="0" r="5869" b="0"/>
            <a:stretch>
              <a:fillRect/>
            </a:stretch>
          </p:blipFill>
          <p:spPr>
            <a:xfrm>
              <a:off x="7740000" y="1584000"/>
              <a:ext cx="3384000" cy="2556000"/>
            </a:xfrm>
            <a:prstGeom prst="rect">
              <a:avLst/>
            </a:prstGeom>
          </p:spPr>
        </p:pic>
        <p:sp>
          <p:nvSpPr>
            <p:cNvPr id="1024" name="Контур"/>
            <p:cNvSpPr/>
            <p:nvPr/>
          </p:nvSpPr>
          <p:spPr>
            <a:xfrm>
              <a:off x="7725600" y="1569600"/>
              <a:ext cx="324000" cy="288000"/>
            </a:xfrm>
            <a:custGeom>
              <a:avLst/>
              <a:gdLst/>
              <a:ahLst/>
              <a:cxnLst/>
              <a:rect l="l" t="t" r="r" b="b"/>
              <a:pathLst>
                <a:path w="324000" h="288000">
                  <a:moveTo>
                    <a:pt x="0" y="0"/>
                  </a:moveTo>
                  <a:lnTo>
                    <a:pt x="324000" y="0"/>
                  </a:lnTo>
                  <a:lnTo>
                    <a:pt x="324000" y="288000"/>
                  </a:lnTo>
                  <a:lnTo>
                    <a:pt x="0" y="28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25" name="Надпись"/>
            <p:cNvSpPr txBox="1"/>
            <p:nvPr/>
          </p:nvSpPr>
          <p:spPr>
            <a:xfrm>
              <a:off x="7821479" y="1573607"/>
              <a:ext cx="146642" cy="29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900" b="1" dirty="0">
                  <a:solidFill>
                    <a:srgbClr val="231F20"/>
                  </a:solidFill>
                  <a:latin typeface="Montserrat"/>
                  <a:cs typeface="Montserrat"/>
                </a:rPr>
                <a:t>1</a:t>
              </a:r>
            </a:p>
          </p:txBody>
        </p:sp>
        <p:pic>
          <p:nvPicPr>
            <p:cNvPr id="1026" name="Рисунок"/>
            <p:cNvPicPr>
              <a:picLocks noChangeAspect="1"/>
            </p:cNvPicPr>
            <p:nvPr/>
          </p:nvPicPr>
          <p:blipFill>
            <a:blip r:embed="rId3"/>
            <a:srcRect l="5869" t="0" r="5869" b="0"/>
            <a:stretch>
              <a:fillRect/>
            </a:stretch>
          </p:blipFill>
          <p:spPr>
            <a:xfrm>
              <a:off x="11484000" y="1584000"/>
              <a:ext cx="3384000" cy="2556000"/>
            </a:xfrm>
            <a:prstGeom prst="rect">
              <a:avLst/>
            </a:prstGeom>
          </p:spPr>
        </p:pic>
        <p:sp>
          <p:nvSpPr>
            <p:cNvPr id="1027" name="Контур"/>
            <p:cNvSpPr/>
            <p:nvPr/>
          </p:nvSpPr>
          <p:spPr>
            <a:xfrm>
              <a:off x="11469600" y="1569600"/>
              <a:ext cx="324000" cy="288000"/>
            </a:xfrm>
            <a:custGeom>
              <a:avLst/>
              <a:gdLst/>
              <a:ahLst/>
              <a:cxnLst/>
              <a:rect l="l" t="t" r="r" b="b"/>
              <a:pathLst>
                <a:path w="324000" h="288000">
                  <a:moveTo>
                    <a:pt x="0" y="0"/>
                  </a:moveTo>
                  <a:lnTo>
                    <a:pt x="324000" y="0"/>
                  </a:lnTo>
                  <a:lnTo>
                    <a:pt x="324000" y="288000"/>
                  </a:lnTo>
                  <a:lnTo>
                    <a:pt x="0" y="28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28" name="Надпись"/>
            <p:cNvSpPr txBox="1"/>
            <p:nvPr/>
          </p:nvSpPr>
          <p:spPr>
            <a:xfrm>
              <a:off x="11540633" y="1573607"/>
              <a:ext cx="196334" cy="29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900" b="1" dirty="0">
                  <a:solidFill>
                    <a:srgbClr val="231F20"/>
                  </a:solidFill>
                  <a:latin typeface="Montserrat"/>
                  <a:cs typeface="Montserrat"/>
                </a:rPr>
                <a:t>2</a:t>
              </a:r>
            </a:p>
          </p:txBody>
        </p:sp>
        <p:pic>
          <p:nvPicPr>
            <p:cNvPr id="1029" name="Рисунок"/>
            <p:cNvPicPr>
              <a:picLocks noChangeAspect="1"/>
            </p:cNvPicPr>
            <p:nvPr/>
          </p:nvPicPr>
          <p:blipFill>
            <a:blip r:embed="rId4"/>
            <a:srcRect l="5869" t="0" r="5869" b="0"/>
            <a:stretch>
              <a:fillRect/>
            </a:stretch>
          </p:blipFill>
          <p:spPr>
            <a:xfrm>
              <a:off x="7740000" y="4500000"/>
              <a:ext cx="3384000" cy="2556000"/>
            </a:xfrm>
            <a:prstGeom prst="rect">
              <a:avLst/>
            </a:prstGeom>
          </p:spPr>
        </p:pic>
        <p:sp>
          <p:nvSpPr>
            <p:cNvPr id="1030" name="Контур"/>
            <p:cNvSpPr/>
            <p:nvPr/>
          </p:nvSpPr>
          <p:spPr>
            <a:xfrm>
              <a:off x="7725600" y="4485600"/>
              <a:ext cx="324000" cy="288000"/>
            </a:xfrm>
            <a:custGeom>
              <a:avLst/>
              <a:gdLst/>
              <a:ahLst/>
              <a:cxnLst/>
              <a:rect l="l" t="t" r="r" b="b"/>
              <a:pathLst>
                <a:path w="324000" h="288000">
                  <a:moveTo>
                    <a:pt x="0" y="0"/>
                  </a:moveTo>
                  <a:lnTo>
                    <a:pt x="324000" y="0"/>
                  </a:lnTo>
                  <a:lnTo>
                    <a:pt x="324000" y="288000"/>
                  </a:lnTo>
                  <a:lnTo>
                    <a:pt x="0" y="28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31" name="Надпись"/>
            <p:cNvSpPr txBox="1"/>
            <p:nvPr/>
          </p:nvSpPr>
          <p:spPr>
            <a:xfrm>
              <a:off x="7796382" y="4489607"/>
              <a:ext cx="196836" cy="29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900" b="1" dirty="0">
                  <a:solidFill>
                    <a:srgbClr val="231F20"/>
                  </a:solidFill>
                  <a:latin typeface="Montserrat"/>
                  <a:cs typeface="Montserrat"/>
                </a:rPr>
                <a:t>3</a:t>
              </a:r>
            </a:p>
          </p:txBody>
        </p:sp>
        <p:pic>
          <p:nvPicPr>
            <p:cNvPr id="1032" name="Рисунок"/>
            <p:cNvPicPr>
              <a:picLocks noChangeAspect="1"/>
            </p:cNvPicPr>
            <p:nvPr/>
          </p:nvPicPr>
          <p:blipFill>
            <a:blip r:embed="rId5"/>
            <a:srcRect l="5869" t="0" r="5869" b="0"/>
            <a:stretch>
              <a:fillRect/>
            </a:stretch>
          </p:blipFill>
          <p:spPr>
            <a:xfrm>
              <a:off x="11484000" y="4500000"/>
              <a:ext cx="3384000" cy="2556000"/>
            </a:xfrm>
            <a:prstGeom prst="rect">
              <a:avLst/>
            </a:prstGeom>
          </p:spPr>
        </p:pic>
        <p:sp>
          <p:nvSpPr>
            <p:cNvPr id="1033" name="Контур"/>
            <p:cNvSpPr/>
            <p:nvPr/>
          </p:nvSpPr>
          <p:spPr>
            <a:xfrm>
              <a:off x="11469600" y="4485600"/>
              <a:ext cx="324000" cy="288000"/>
            </a:xfrm>
            <a:custGeom>
              <a:avLst/>
              <a:gdLst/>
              <a:ahLst/>
              <a:cxnLst/>
              <a:rect l="l" t="t" r="r" b="b"/>
              <a:pathLst>
                <a:path w="324000" h="288000">
                  <a:moveTo>
                    <a:pt x="0" y="0"/>
                  </a:moveTo>
                  <a:lnTo>
                    <a:pt x="324000" y="0"/>
                  </a:lnTo>
                  <a:lnTo>
                    <a:pt x="324000" y="288000"/>
                  </a:lnTo>
                  <a:lnTo>
                    <a:pt x="0" y="28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34" name="Надпись"/>
            <p:cNvSpPr txBox="1"/>
            <p:nvPr/>
          </p:nvSpPr>
          <p:spPr>
            <a:xfrm>
              <a:off x="11528210" y="4489607"/>
              <a:ext cx="221180" cy="29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900" b="1" dirty="0">
                  <a:solidFill>
                    <a:srgbClr val="231F20"/>
                  </a:solidFill>
                  <a:latin typeface="Montserrat"/>
                  <a:cs typeface="Montserrat"/>
                </a:rPr>
                <a:t>4</a:t>
              </a:r>
            </a:p>
          </p:txBody>
        </p:sp>
        <p:pic>
          <p:nvPicPr>
            <p:cNvPr id="1035" name="Рисунок"/>
            <p:cNvPicPr>
              <a:picLocks noChangeAspect="1"/>
            </p:cNvPicPr>
            <p:nvPr/>
          </p:nvPicPr>
          <p:blipFill>
            <a:blip r:embed="rId6"/>
            <a:srcRect l="5869" t="0" r="5869" b="0"/>
            <a:stretch>
              <a:fillRect/>
            </a:stretch>
          </p:blipFill>
          <p:spPr>
            <a:xfrm>
              <a:off x="252000" y="7416000"/>
              <a:ext cx="3384000" cy="2556000"/>
            </a:xfrm>
            <a:prstGeom prst="rect">
              <a:avLst/>
            </a:prstGeom>
          </p:spPr>
        </p:pic>
        <p:sp>
          <p:nvSpPr>
            <p:cNvPr id="1036" name="Контур"/>
            <p:cNvSpPr/>
            <p:nvPr/>
          </p:nvSpPr>
          <p:spPr>
            <a:xfrm>
              <a:off x="237600" y="7401600"/>
              <a:ext cx="324000" cy="288000"/>
            </a:xfrm>
            <a:custGeom>
              <a:avLst/>
              <a:gdLst/>
              <a:ahLst/>
              <a:cxnLst/>
              <a:rect l="l" t="t" r="r" b="b"/>
              <a:pathLst>
                <a:path w="324000" h="288000">
                  <a:moveTo>
                    <a:pt x="0" y="0"/>
                  </a:moveTo>
                  <a:lnTo>
                    <a:pt x="324000" y="0"/>
                  </a:lnTo>
                  <a:lnTo>
                    <a:pt x="324000" y="288000"/>
                  </a:lnTo>
                  <a:lnTo>
                    <a:pt x="0" y="28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37" name="Надпись"/>
            <p:cNvSpPr txBox="1"/>
            <p:nvPr/>
          </p:nvSpPr>
          <p:spPr>
            <a:xfrm>
              <a:off x="308006" y="7405607"/>
              <a:ext cx="197589" cy="29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900" b="1" dirty="0">
                  <a:solidFill>
                    <a:srgbClr val="231F20"/>
                  </a:solidFill>
                  <a:latin typeface="Montserrat"/>
                  <a:cs typeface="Montserrat"/>
                </a:rPr>
                <a:t>5</a:t>
              </a:r>
            </a:p>
          </p:txBody>
        </p:sp>
        <p:pic>
          <p:nvPicPr>
            <p:cNvPr id="1038" name="Рисунок"/>
            <p:cNvPicPr>
              <a:picLocks noChangeAspect="1"/>
            </p:cNvPicPr>
            <p:nvPr/>
          </p:nvPicPr>
          <p:blipFill>
            <a:blip r:embed="rId7"/>
            <a:srcRect l="5869" t="0" r="5869" b="0"/>
            <a:stretch>
              <a:fillRect/>
            </a:stretch>
          </p:blipFill>
          <p:spPr>
            <a:xfrm>
              <a:off x="3996000" y="7416000"/>
              <a:ext cx="3384000" cy="2556000"/>
            </a:xfrm>
            <a:prstGeom prst="rect">
              <a:avLst/>
            </a:prstGeom>
          </p:spPr>
        </p:pic>
        <p:sp>
          <p:nvSpPr>
            <p:cNvPr id="1039" name="Контур"/>
            <p:cNvSpPr/>
            <p:nvPr/>
          </p:nvSpPr>
          <p:spPr>
            <a:xfrm>
              <a:off x="3981600" y="7401600"/>
              <a:ext cx="324000" cy="288000"/>
            </a:xfrm>
            <a:custGeom>
              <a:avLst/>
              <a:gdLst/>
              <a:ahLst/>
              <a:cxnLst/>
              <a:rect l="l" t="t" r="r" b="b"/>
              <a:pathLst>
                <a:path w="324000" h="288000">
                  <a:moveTo>
                    <a:pt x="0" y="0"/>
                  </a:moveTo>
                  <a:lnTo>
                    <a:pt x="324000" y="0"/>
                  </a:lnTo>
                  <a:lnTo>
                    <a:pt x="324000" y="288000"/>
                  </a:lnTo>
                  <a:lnTo>
                    <a:pt x="0" y="28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40" name="Надпись"/>
            <p:cNvSpPr txBox="1"/>
            <p:nvPr/>
          </p:nvSpPr>
          <p:spPr>
            <a:xfrm>
              <a:off x="4046735" y="7405607"/>
              <a:ext cx="208130" cy="29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900" b="1" dirty="0">
                  <a:solidFill>
                    <a:srgbClr val="231F20"/>
                  </a:solidFill>
                  <a:latin typeface="Montserrat"/>
                  <a:cs typeface="Montserrat"/>
                </a:rPr>
                <a:t>6</a:t>
              </a:r>
            </a:p>
          </p:txBody>
        </p:sp>
        <p:pic>
          <p:nvPicPr>
            <p:cNvPr id="1041" name="Рисунок"/>
            <p:cNvPicPr>
              <a:picLocks noChangeAspect="1"/>
            </p:cNvPicPr>
            <p:nvPr/>
          </p:nvPicPr>
          <p:blipFill>
            <a:blip r:embed="rId8"/>
            <a:srcRect l="5869" t="0" r="5869" b="0"/>
            <a:stretch>
              <a:fillRect/>
            </a:stretch>
          </p:blipFill>
          <p:spPr>
            <a:xfrm>
              <a:off x="7740000" y="7416000"/>
              <a:ext cx="3384000" cy="2556000"/>
            </a:xfrm>
            <a:prstGeom prst="rect">
              <a:avLst/>
            </a:prstGeom>
          </p:spPr>
        </p:pic>
        <p:sp>
          <p:nvSpPr>
            <p:cNvPr id="1042" name="Контур"/>
            <p:cNvSpPr/>
            <p:nvPr/>
          </p:nvSpPr>
          <p:spPr>
            <a:xfrm>
              <a:off x="7725600" y="7401600"/>
              <a:ext cx="324000" cy="288000"/>
            </a:xfrm>
            <a:custGeom>
              <a:avLst/>
              <a:gdLst/>
              <a:ahLst/>
              <a:cxnLst/>
              <a:rect l="l" t="t" r="r" b="b"/>
              <a:pathLst>
                <a:path w="324000" h="288000">
                  <a:moveTo>
                    <a:pt x="0" y="0"/>
                  </a:moveTo>
                  <a:lnTo>
                    <a:pt x="324000" y="0"/>
                  </a:lnTo>
                  <a:lnTo>
                    <a:pt x="324000" y="288000"/>
                  </a:lnTo>
                  <a:lnTo>
                    <a:pt x="0" y="28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43" name="Надпись"/>
            <p:cNvSpPr txBox="1"/>
            <p:nvPr/>
          </p:nvSpPr>
          <p:spPr>
            <a:xfrm>
              <a:off x="7792868" y="7405607"/>
              <a:ext cx="203863" cy="29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900" b="1" dirty="0">
                  <a:solidFill>
                    <a:srgbClr val="231F20"/>
                  </a:solidFill>
                  <a:latin typeface="Montserrat"/>
                  <a:cs typeface="Montserrat"/>
                </a:rPr>
                <a:t>7</a:t>
              </a:r>
            </a:p>
          </p:txBody>
        </p:sp>
        <p:pic>
          <p:nvPicPr>
            <p:cNvPr id="1044" name="Рисунок"/>
            <p:cNvPicPr>
              <a:picLocks noChangeAspect="1"/>
            </p:cNvPicPr>
            <p:nvPr/>
          </p:nvPicPr>
          <p:blipFill>
            <a:blip r:embed="rId9"/>
            <a:srcRect l="5869" t="0" r="5869" b="0"/>
            <a:stretch>
              <a:fillRect/>
            </a:stretch>
          </p:blipFill>
          <p:spPr>
            <a:xfrm>
              <a:off x="11484000" y="7416000"/>
              <a:ext cx="3384000" cy="2556000"/>
            </a:xfrm>
            <a:prstGeom prst="rect">
              <a:avLst/>
            </a:prstGeom>
          </p:spPr>
        </p:pic>
        <p:sp>
          <p:nvSpPr>
            <p:cNvPr id="1045" name="Контур"/>
            <p:cNvSpPr/>
            <p:nvPr/>
          </p:nvSpPr>
          <p:spPr>
            <a:xfrm>
              <a:off x="11469600" y="7401600"/>
              <a:ext cx="324000" cy="288000"/>
            </a:xfrm>
            <a:custGeom>
              <a:avLst/>
              <a:gdLst/>
              <a:ahLst/>
              <a:cxnLst/>
              <a:rect l="l" t="t" r="r" b="b"/>
              <a:pathLst>
                <a:path w="324000" h="288000">
                  <a:moveTo>
                    <a:pt x="0" y="0"/>
                  </a:moveTo>
                  <a:lnTo>
                    <a:pt x="324000" y="0"/>
                  </a:lnTo>
                  <a:lnTo>
                    <a:pt x="324000" y="288000"/>
                  </a:lnTo>
                  <a:lnTo>
                    <a:pt x="0" y="28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46" name="Надпись"/>
            <p:cNvSpPr txBox="1"/>
            <p:nvPr/>
          </p:nvSpPr>
          <p:spPr>
            <a:xfrm>
              <a:off x="11531849" y="7405607"/>
              <a:ext cx="213902" cy="29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900" b="1" dirty="0">
                  <a:solidFill>
                    <a:srgbClr val="231F20"/>
                  </a:solidFill>
                  <a:latin typeface="Montserrat"/>
                  <a:cs typeface="Montserrat"/>
                </a:rPr>
                <a:t>8</a:t>
              </a:r>
            </a:p>
          </p:txBody>
        </p:sp>
      </p:grpSp>
      <p:grpSp>
        <p:nvGrpSpPr>
          <p:cNvPr id="1051" name="Округ и район"/>
          <p:cNvGrpSpPr/>
          <p:nvPr/>
        </p:nvGrpSpPr>
        <p:grpSpPr>
          <a:xfrm>
            <a:off x="693690" y="1685390"/>
            <a:ext cx="2716621" cy="610197"/>
            <a:chOff x="693690" y="1685390"/>
            <a:chExt cx="2716621" cy="610197"/>
          </a:xfrm>
        </p:grpSpPr>
        <p:sp>
          <p:nvSpPr>
            <p:cNvPr id="1048" name="Надпись"/>
            <p:cNvSpPr txBox="1"/>
            <p:nvPr/>
          </p:nvSpPr>
          <p:spPr>
            <a:xfrm>
              <a:off x="1459907" y="1685390"/>
              <a:ext cx="1184186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Восточный</a:t>
              </a:r>
            </a:p>
          </p:txBody>
        </p:sp>
        <p:sp>
          <p:nvSpPr>
            <p:cNvPr id="1049" name="Надпись"/>
            <p:cNvSpPr txBox="1"/>
            <p:nvPr/>
          </p:nvSpPr>
          <p:spPr>
            <a:xfrm>
              <a:off x="693690" y="1879790"/>
              <a:ext cx="2716621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административный округ</a:t>
              </a:r>
            </a:p>
          </p:txBody>
        </p:sp>
        <p:sp>
          <p:nvSpPr>
            <p:cNvPr id="1050" name="Надпись"/>
            <p:cNvSpPr txBox="1"/>
            <p:nvPr/>
          </p:nvSpPr>
          <p:spPr>
            <a:xfrm>
              <a:off x="934425" y="2074190"/>
              <a:ext cx="2235150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район Метрогородок</a:t>
              </a:r>
            </a:p>
          </p:txBody>
        </p:sp>
      </p:grpSp>
      <p:sp>
        <p:nvSpPr>
          <p:cNvPr id="1052" name="Округ и район"/>
          <p:cNvSpPr txBox="1"/>
          <p:nvPr/>
        </p:nvSpPr>
        <p:spPr>
          <a:xfrm>
            <a:off x="4673222" y="6772190"/>
            <a:ext cx="1813555" cy="22139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/>
            <a:r>
              <a:rPr lang="ru-RU" sz="1430" b="1" dirty="0">
                <a:solidFill>
                  <a:srgbClr val="9E1717"/>
                </a:solidFill>
                <a:effectLst>
                  <a:glow rad="34560">
                    <a:srgbClr val="FFFFFF"/>
                  </a:glow>
                </a:effectLst>
                <a:latin typeface="Montserrat"/>
                <a:cs typeface="Montserrat"/>
              </a:rPr>
              <a:t>район Гольяново</a:t>
            </a:r>
          </a:p>
        </p:txBody>
      </p:sp>
      <p:grpSp>
        <p:nvGrpSpPr>
          <p:cNvPr id="1062" name="Оформление"/>
          <p:cNvGrpSpPr/>
          <p:nvPr/>
        </p:nvGrpSpPr>
        <p:grpSpPr>
          <a:xfrm>
            <a:off x="0" y="0"/>
            <a:ext cx="15120000" cy="10490400"/>
            <a:chOff x="0" y="0"/>
            <a:chExt cx="15120000" cy="10490400"/>
          </a:xfrm>
        </p:grpSpPr>
        <p:sp>
          <p:nvSpPr>
            <p:cNvPr id="1053" name="Контур"/>
            <p:cNvSpPr/>
            <p:nvPr/>
          </p:nvSpPr>
          <p:spPr>
            <a:xfrm>
              <a:off x="9522000" y="0"/>
              <a:ext cx="5598000" cy="1002600"/>
            </a:xfrm>
            <a:custGeom>
              <a:avLst/>
              <a:gdLst/>
              <a:ahLst/>
              <a:cxnLst/>
              <a:rect l="l" t="t" r="r" b="b"/>
              <a:pathLst>
                <a:path w="5598000" h="1002600">
                  <a:moveTo>
                    <a:pt x="0" y="0"/>
                  </a:moveTo>
                  <a:lnTo>
                    <a:pt x="5598000" y="0"/>
                  </a:lnTo>
                  <a:lnTo>
                    <a:pt x="5598000" y="1002600"/>
                  </a:lnTo>
                  <a:lnTo>
                    <a:pt x="0" y="100260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pic>
          <p:nvPicPr>
            <p:cNvPr id="1054" name="Рисунок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9543600" cy="1000800"/>
            </a:xfrm>
            <a:prstGeom prst="rect">
              <a:avLst/>
            </a:prstGeom>
          </p:spPr>
        </p:pic>
        <p:sp>
          <p:nvSpPr>
            <p:cNvPr id="1055" name="Надпись"/>
            <p:cNvSpPr txBox="1"/>
            <p:nvPr/>
          </p:nvSpPr>
          <p:spPr>
            <a:xfrm>
              <a:off x="12722390" y="354701"/>
              <a:ext cx="2145610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ППТ КРТ № 3229</a:t>
              </a:r>
            </a:p>
          </p:txBody>
        </p:sp>
        <p:sp>
          <p:nvSpPr>
            <p:cNvPr id="1056" name="Надпись"/>
            <p:cNvSpPr txBox="1"/>
            <p:nvPr/>
          </p:nvSpPr>
          <p:spPr>
            <a:xfrm>
              <a:off x="11718334" y="642701"/>
              <a:ext cx="314966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1057" name="Контур"/>
            <p:cNvSpPr/>
            <p:nvPr/>
          </p:nvSpPr>
          <p:spPr>
            <a:xfrm>
              <a:off x="0" y="1260000"/>
              <a:ext cx="1638000" cy="1"/>
            </a:xfrm>
            <a:custGeom>
              <a:avLst/>
              <a:gdLst/>
              <a:ahLst/>
              <a:cxnLst/>
              <a:rect l="l" t="t" r="r" b="b"/>
              <a:pathLst>
                <a:path w="1638000" h="1" fill="none">
                  <a:moveTo>
                    <a:pt x="0" y="0"/>
                  </a:moveTo>
                  <a:lnTo>
                    <a:pt x="1638000" y="0"/>
                  </a:lnTo>
                </a:path>
              </a:pathLst>
            </a:custGeom>
            <a:noFill/>
            <a:ln w="38160" cap="flat">
              <a:solidFill>
                <a:srgbClr val="E93939"/>
              </a:solidFill>
              <a:miter lim="1000000"/>
            </a:ln>
          </p:spPr>
        </p:sp>
        <p:sp>
          <p:nvSpPr>
            <p:cNvPr id="1058" name="Контур"/>
            <p:cNvSpPr/>
            <p:nvPr/>
          </p:nvSpPr>
          <p:spPr>
            <a:xfrm>
              <a:off x="1584000" y="1188000"/>
              <a:ext cx="180000" cy="144000"/>
            </a:xfrm>
            <a:custGeom>
              <a:avLst/>
              <a:gdLst/>
              <a:ahLst/>
              <a:cxnLst/>
              <a:rect l="l" t="t" r="r" b="b"/>
              <a:pathLst>
                <a:path w="180000" h="144000">
                  <a:moveTo>
                    <a:pt x="0" y="0"/>
                  </a:moveTo>
                  <a:lnTo>
                    <a:pt x="180000" y="72000"/>
                  </a:lnTo>
                  <a:lnTo>
                    <a:pt x="0" y="144000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059" name="Надпись"/>
            <p:cNvSpPr txBox="1"/>
            <p:nvPr/>
          </p:nvSpPr>
          <p:spPr>
            <a:xfrm>
              <a:off x="1813139" y="1125101"/>
              <a:ext cx="3558374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Материалы фотофиксации</a:t>
              </a:r>
            </a:p>
          </p:txBody>
        </p:sp>
        <p:sp>
          <p:nvSpPr>
            <p:cNvPr id="1060" name="Контур"/>
            <p:cNvSpPr/>
            <p:nvPr/>
          </p:nvSpPr>
          <p:spPr>
            <a:xfrm>
              <a:off x="14364000" y="10033200"/>
              <a:ext cx="640800" cy="457200"/>
            </a:xfrm>
            <a:custGeom>
              <a:avLst/>
              <a:gdLst/>
              <a:ahLst/>
              <a:cxnLst/>
              <a:rect l="l" t="t" r="r" b="b"/>
              <a:pathLst>
                <a:path w="640800" h="457200">
                  <a:moveTo>
                    <a:pt x="86868" y="457200"/>
                  </a:moveTo>
                  <a:lnTo>
                    <a:pt x="467064" y="457200"/>
                  </a:lnTo>
                  <a:lnTo>
                    <a:pt x="640800" y="283464"/>
                  </a:lnTo>
                  <a:lnTo>
                    <a:pt x="640800" y="41148"/>
                  </a:lnTo>
                  <a:lnTo>
                    <a:pt x="599652" y="0"/>
                  </a:lnTo>
                  <a:lnTo>
                    <a:pt x="137160" y="0"/>
                  </a:lnTo>
                  <a:lnTo>
                    <a:pt x="0" y="137160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061" name="Надпись"/>
            <p:cNvSpPr txBox="1"/>
            <p:nvPr/>
          </p:nvSpPr>
          <p:spPr>
            <a:xfrm>
              <a:off x="14580406" y="10122113"/>
              <a:ext cx="207988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2000" b="1" dirty="0">
                  <a:solidFill>
                    <a:srgbClr val="FFFFFF"/>
                  </a:solidFill>
                  <a:latin typeface="Montserrat"/>
                  <a:cs typeface="Montserrat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5" name="Карта"/>
          <p:cNvGrpSpPr/>
          <p:nvPr/>
        </p:nvGrpSpPr>
        <p:grpSpPr>
          <a:xfrm>
            <a:off x="252000" y="1584000"/>
            <a:ext cx="10044000" cy="8604000"/>
            <a:chOff x="252000" y="1584000"/>
            <a:chExt cx="10044000" cy="8604000"/>
          </a:xfrm>
        </p:grpSpPr>
        <p:grpSp>
          <p:nvGrpSpPr>
            <p:cNvPr id="259" name="Вид функционального использования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2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>
                    <a:moveTo>
                      <a:pt x="0" y="7519418"/>
                    </a:moveTo>
                    <a:lnTo>
                      <a:pt x="3897" y="8604000"/>
                    </a:lnTo>
                    <a:lnTo>
                      <a:pt x="5209169" y="8604000"/>
                    </a:lnTo>
                    <a:lnTo>
                      <a:pt x="10044000" y="8586007"/>
                    </a:lnTo>
                    <a:lnTo>
                      <a:pt x="10044000" y="1298497"/>
                    </a:lnTo>
                    <a:lnTo>
                      <a:pt x="10039000" y="0"/>
                    </a:lnTo>
                    <a:lnTo>
                      <a:pt x="4806531" y="0"/>
                    </a:lnTo>
                    <a:lnTo>
                      <a:pt x="0" y="17889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3" name="Контур"/>
              <p:cNvSpPr/>
              <p:nvPr/>
            </p:nvSpPr>
            <p:spPr>
              <a:xfrm>
                <a:off x="7278545" y="4708994"/>
                <a:ext cx="3017455" cy="5479006"/>
              </a:xfrm>
              <a:custGeom>
                <a:avLst/>
                <a:gdLst/>
                <a:ahLst/>
                <a:cxnLst/>
                <a:rect l="l" t="t" r="r" b="b"/>
                <a:pathLst>
                  <a:path w="3017455" h="5479006">
                    <a:moveTo>
                      <a:pt x="279549" y="821638"/>
                    </a:moveTo>
                    <a:lnTo>
                      <a:pt x="351662" y="912151"/>
                    </a:lnTo>
                    <a:lnTo>
                      <a:pt x="452636" y="1025001"/>
                    </a:lnTo>
                    <a:lnTo>
                      <a:pt x="587307" y="962063"/>
                    </a:lnTo>
                    <a:lnTo>
                      <a:pt x="742711" y="1292953"/>
                    </a:lnTo>
                    <a:lnTo>
                      <a:pt x="691625" y="1316895"/>
                    </a:lnTo>
                    <a:lnTo>
                      <a:pt x="973827" y="1917555"/>
                    </a:lnTo>
                    <a:lnTo>
                      <a:pt x="1002529" y="2016649"/>
                    </a:lnTo>
                    <a:lnTo>
                      <a:pt x="251366" y="2665517"/>
                    </a:lnTo>
                    <a:lnTo>
                      <a:pt x="111016" y="2765451"/>
                    </a:lnTo>
                    <a:lnTo>
                      <a:pt x="0" y="2818477"/>
                    </a:lnTo>
                    <a:lnTo>
                      <a:pt x="158417" y="3169499"/>
                    </a:lnTo>
                    <a:lnTo>
                      <a:pt x="1278984" y="5479006"/>
                    </a:lnTo>
                    <a:lnTo>
                      <a:pt x="1555813" y="5479006"/>
                    </a:lnTo>
                    <a:lnTo>
                      <a:pt x="3017455" y="4779691"/>
                    </a:lnTo>
                    <a:lnTo>
                      <a:pt x="3017455" y="1552123"/>
                    </a:lnTo>
                    <a:lnTo>
                      <a:pt x="2705277" y="1650709"/>
                    </a:lnTo>
                    <a:lnTo>
                      <a:pt x="2350210" y="1801577"/>
                    </a:lnTo>
                    <a:lnTo>
                      <a:pt x="1535168" y="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4" name="Контур"/>
              <p:cNvSpPr/>
              <p:nvPr/>
            </p:nvSpPr>
            <p:spPr>
              <a:xfrm>
                <a:off x="9294787" y="9714237"/>
                <a:ext cx="1001213" cy="473763"/>
              </a:xfrm>
              <a:custGeom>
                <a:avLst/>
                <a:gdLst/>
                <a:ahLst/>
                <a:cxnLst/>
                <a:rect l="l" t="t" r="r" b="b"/>
                <a:pathLst>
                  <a:path w="1001213" h="473763">
                    <a:moveTo>
                      <a:pt x="1001213" y="473763"/>
                    </a:moveTo>
                    <a:lnTo>
                      <a:pt x="1001213" y="0"/>
                    </a:lnTo>
                    <a:lnTo>
                      <a:pt x="0" y="473763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5" name="Контур"/>
              <p:cNvSpPr/>
              <p:nvPr/>
            </p:nvSpPr>
            <p:spPr>
              <a:xfrm>
                <a:off x="252000" y="4688382"/>
                <a:ext cx="42539" cy="88952"/>
              </a:xfrm>
              <a:custGeom>
                <a:avLst/>
                <a:gdLst/>
                <a:ahLst/>
                <a:cxnLst/>
                <a:rect l="l" t="t" r="r" b="b"/>
                <a:pathLst>
                  <a:path w="42539" h="88952">
                    <a:moveTo>
                      <a:pt x="0" y="0"/>
                    </a:moveTo>
                    <a:lnTo>
                      <a:pt x="42539" y="41440"/>
                    </a:lnTo>
                    <a:lnTo>
                      <a:pt x="0" y="88952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6" name="Контур"/>
              <p:cNvSpPr/>
              <p:nvPr/>
            </p:nvSpPr>
            <p:spPr>
              <a:xfrm>
                <a:off x="1546379" y="9122853"/>
                <a:ext cx="1691509" cy="1065147"/>
              </a:xfrm>
              <a:custGeom>
                <a:avLst/>
                <a:gdLst/>
                <a:ahLst/>
                <a:cxnLst/>
                <a:rect l="l" t="t" r="r" b="b"/>
                <a:pathLst>
                  <a:path w="1691509" h="1065147">
                    <a:moveTo>
                      <a:pt x="1691509" y="1065147"/>
                    </a:moveTo>
                    <a:lnTo>
                      <a:pt x="1112732" y="0"/>
                    </a:lnTo>
                    <a:lnTo>
                      <a:pt x="155966" y="523147"/>
                    </a:lnTo>
                    <a:lnTo>
                      <a:pt x="349024" y="899517"/>
                    </a:lnTo>
                    <a:lnTo>
                      <a:pt x="0" y="1065147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7" name="Контур"/>
              <p:cNvSpPr/>
              <p:nvPr/>
            </p:nvSpPr>
            <p:spPr>
              <a:xfrm>
                <a:off x="3332433" y="1584000"/>
                <a:ext cx="2509933" cy="711686"/>
              </a:xfrm>
              <a:custGeom>
                <a:avLst/>
                <a:gdLst/>
                <a:ahLst/>
                <a:cxnLst/>
                <a:rect l="l" t="t" r="r" b="b"/>
                <a:pathLst>
                  <a:path w="2509933" h="711686">
                    <a:moveTo>
                      <a:pt x="420061" y="711686"/>
                    </a:moveTo>
                    <a:lnTo>
                      <a:pt x="637244" y="520195"/>
                    </a:lnTo>
                    <a:lnTo>
                      <a:pt x="1071358" y="269381"/>
                    </a:lnTo>
                    <a:lnTo>
                      <a:pt x="1218190" y="277856"/>
                    </a:lnTo>
                    <a:lnTo>
                      <a:pt x="1500727" y="595861"/>
                    </a:lnTo>
                    <a:lnTo>
                      <a:pt x="1921478" y="181653"/>
                    </a:lnTo>
                    <a:lnTo>
                      <a:pt x="1942887" y="203719"/>
                    </a:lnTo>
                    <a:lnTo>
                      <a:pt x="1965428" y="226983"/>
                    </a:lnTo>
                    <a:lnTo>
                      <a:pt x="2192707" y="461317"/>
                    </a:lnTo>
                    <a:lnTo>
                      <a:pt x="2509933" y="155510"/>
                    </a:lnTo>
                    <a:lnTo>
                      <a:pt x="2358065" y="0"/>
                    </a:lnTo>
                    <a:lnTo>
                      <a:pt x="263671" y="0"/>
                    </a:lnTo>
                    <a:lnTo>
                      <a:pt x="0" y="244572"/>
                    </a:lnTo>
                    <a:lnTo>
                      <a:pt x="24814" y="272538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8" name="Контур"/>
              <p:cNvSpPr/>
              <p:nvPr/>
            </p:nvSpPr>
            <p:spPr>
              <a:xfrm>
                <a:off x="8813713" y="3547249"/>
                <a:ext cx="1482287" cy="2963322"/>
              </a:xfrm>
              <a:custGeom>
                <a:avLst/>
                <a:gdLst/>
                <a:ahLst/>
                <a:cxnLst/>
                <a:rect l="l" t="t" r="r" b="b"/>
                <a:pathLst>
                  <a:path w="1482287" h="2963322">
                    <a:moveTo>
                      <a:pt x="698505" y="2707745"/>
                    </a:moveTo>
                    <a:lnTo>
                      <a:pt x="815042" y="2963322"/>
                    </a:lnTo>
                    <a:lnTo>
                      <a:pt x="1170109" y="2812454"/>
                    </a:lnTo>
                    <a:lnTo>
                      <a:pt x="1482287" y="2713873"/>
                    </a:lnTo>
                    <a:lnTo>
                      <a:pt x="1482287" y="0"/>
                    </a:lnTo>
                    <a:lnTo>
                      <a:pt x="259162" y="958643"/>
                    </a:lnTo>
                    <a:lnTo>
                      <a:pt x="0" y="1161745"/>
                    </a:lnTo>
                    <a:lnTo>
                      <a:pt x="20708" y="1221288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9" name="Контур"/>
              <p:cNvSpPr/>
              <p:nvPr/>
            </p:nvSpPr>
            <p:spPr>
              <a:xfrm>
                <a:off x="252000" y="7185458"/>
                <a:ext cx="2135561" cy="2817816"/>
              </a:xfrm>
              <a:custGeom>
                <a:avLst/>
                <a:gdLst/>
                <a:ahLst/>
                <a:cxnLst/>
                <a:rect l="l" t="t" r="r" b="b"/>
                <a:pathLst>
                  <a:path w="2135561" h="2817816">
                    <a:moveTo>
                      <a:pt x="0" y="2817816"/>
                    </a:moveTo>
                    <a:lnTo>
                      <a:pt x="873076" y="2336576"/>
                    </a:lnTo>
                    <a:lnTo>
                      <a:pt x="945197" y="2197331"/>
                    </a:lnTo>
                    <a:lnTo>
                      <a:pt x="1067548" y="2122937"/>
                    </a:lnTo>
                    <a:lnTo>
                      <a:pt x="1200855" y="2160131"/>
                    </a:lnTo>
                    <a:lnTo>
                      <a:pt x="2135561" y="1561717"/>
                    </a:lnTo>
                    <a:lnTo>
                      <a:pt x="2050530" y="1331255"/>
                    </a:lnTo>
                    <a:lnTo>
                      <a:pt x="1868733" y="838809"/>
                    </a:lnTo>
                    <a:lnTo>
                      <a:pt x="1643592" y="466865"/>
                    </a:lnTo>
                    <a:lnTo>
                      <a:pt x="1552854" y="326006"/>
                    </a:lnTo>
                    <a:lnTo>
                      <a:pt x="1532766" y="294815"/>
                    </a:lnTo>
                    <a:lnTo>
                      <a:pt x="1342894" y="0"/>
                    </a:lnTo>
                    <a:lnTo>
                      <a:pt x="140820" y="742852"/>
                    </a:lnTo>
                    <a:lnTo>
                      <a:pt x="0" y="83026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0" name="Контур"/>
              <p:cNvSpPr/>
              <p:nvPr/>
            </p:nvSpPr>
            <p:spPr>
              <a:xfrm>
                <a:off x="4524871" y="8898795"/>
                <a:ext cx="3195585" cy="1289205"/>
              </a:xfrm>
              <a:custGeom>
                <a:avLst/>
                <a:gdLst/>
                <a:ahLst/>
                <a:cxnLst/>
                <a:rect l="l" t="t" r="r" b="b"/>
                <a:pathLst>
                  <a:path w="3195585" h="1289205">
                    <a:moveTo>
                      <a:pt x="3183852" y="488358"/>
                    </a:moveTo>
                    <a:lnTo>
                      <a:pt x="3153144" y="426047"/>
                    </a:lnTo>
                    <a:lnTo>
                      <a:pt x="3155933" y="387457"/>
                    </a:lnTo>
                    <a:lnTo>
                      <a:pt x="3195585" y="367968"/>
                    </a:lnTo>
                    <a:lnTo>
                      <a:pt x="3014073" y="0"/>
                    </a:lnTo>
                    <a:lnTo>
                      <a:pt x="2661513" y="165667"/>
                    </a:lnTo>
                    <a:lnTo>
                      <a:pt x="2633815" y="108053"/>
                    </a:lnTo>
                    <a:lnTo>
                      <a:pt x="2516035" y="164311"/>
                    </a:lnTo>
                    <a:lnTo>
                      <a:pt x="2543677" y="222026"/>
                    </a:lnTo>
                    <a:lnTo>
                      <a:pt x="1823678" y="561420"/>
                    </a:lnTo>
                    <a:lnTo>
                      <a:pt x="1783865" y="477898"/>
                    </a:lnTo>
                    <a:lnTo>
                      <a:pt x="1662247" y="534569"/>
                    </a:lnTo>
                    <a:lnTo>
                      <a:pt x="1599788" y="401029"/>
                    </a:lnTo>
                    <a:lnTo>
                      <a:pt x="1462116" y="465174"/>
                    </a:lnTo>
                    <a:lnTo>
                      <a:pt x="1411604" y="357342"/>
                    </a:lnTo>
                    <a:lnTo>
                      <a:pt x="1174394" y="467852"/>
                    </a:lnTo>
                    <a:lnTo>
                      <a:pt x="1012450" y="121647"/>
                    </a:lnTo>
                    <a:lnTo>
                      <a:pt x="591103" y="456798"/>
                    </a:lnTo>
                    <a:lnTo>
                      <a:pt x="174754" y="909165"/>
                    </a:lnTo>
                    <a:lnTo>
                      <a:pt x="120580" y="1000051"/>
                    </a:lnTo>
                    <a:lnTo>
                      <a:pt x="37493" y="1161589"/>
                    </a:lnTo>
                    <a:lnTo>
                      <a:pt x="2025" y="1275352"/>
                    </a:lnTo>
                    <a:lnTo>
                      <a:pt x="0" y="1289205"/>
                    </a:lnTo>
                    <a:lnTo>
                      <a:pt x="1985017" y="1289205"/>
                    </a:lnTo>
                    <a:lnTo>
                      <a:pt x="1867324" y="1049956"/>
                    </a:lnTo>
                    <a:lnTo>
                      <a:pt x="3009600" y="488817"/>
                    </a:lnTo>
                    <a:lnTo>
                      <a:pt x="3035702" y="541827"/>
                    </a:lnTo>
                    <a:lnTo>
                      <a:pt x="3107572" y="506483"/>
                    </a:lnTo>
                    <a:lnTo>
                      <a:pt x="3115249" y="522086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1" name="Контур"/>
              <p:cNvSpPr/>
              <p:nvPr/>
            </p:nvSpPr>
            <p:spPr>
              <a:xfrm>
                <a:off x="7245260" y="1584000"/>
                <a:ext cx="3050740" cy="3264805"/>
              </a:xfrm>
              <a:custGeom>
                <a:avLst/>
                <a:gdLst/>
                <a:ahLst/>
                <a:cxnLst/>
                <a:rect l="l" t="t" r="r" b="b"/>
                <a:pathLst>
                  <a:path w="3050740" h="3264805">
                    <a:moveTo>
                      <a:pt x="3050740" y="0"/>
                    </a:moveTo>
                    <a:lnTo>
                      <a:pt x="2441892" y="0"/>
                    </a:lnTo>
                    <a:lnTo>
                      <a:pt x="2367137" y="261486"/>
                    </a:lnTo>
                    <a:lnTo>
                      <a:pt x="2284802" y="491673"/>
                    </a:lnTo>
                    <a:lnTo>
                      <a:pt x="0" y="2026182"/>
                    </a:lnTo>
                    <a:lnTo>
                      <a:pt x="386162" y="2582965"/>
                    </a:lnTo>
                    <a:lnTo>
                      <a:pt x="667828" y="3002560"/>
                    </a:lnTo>
                    <a:lnTo>
                      <a:pt x="771341" y="3264805"/>
                    </a:lnTo>
                    <a:lnTo>
                      <a:pt x="2063080" y="2203423"/>
                    </a:lnTo>
                    <a:lnTo>
                      <a:pt x="2773138" y="1630834"/>
                    </a:lnTo>
                    <a:lnTo>
                      <a:pt x="3050740" y="141596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2" name="Контур"/>
              <p:cNvSpPr/>
              <p:nvPr/>
            </p:nvSpPr>
            <p:spPr>
              <a:xfrm>
                <a:off x="1289781" y="2825007"/>
                <a:ext cx="3623850" cy="3546226"/>
              </a:xfrm>
              <a:custGeom>
                <a:avLst/>
                <a:gdLst/>
                <a:ahLst/>
                <a:cxnLst/>
                <a:rect l="l" t="t" r="r" b="b"/>
                <a:pathLst>
                  <a:path w="3623850" h="3546226">
                    <a:moveTo>
                      <a:pt x="1091511" y="1697650"/>
                    </a:moveTo>
                    <a:lnTo>
                      <a:pt x="1235034" y="1570067"/>
                    </a:lnTo>
                    <a:lnTo>
                      <a:pt x="1364278" y="1426101"/>
                    </a:lnTo>
                    <a:lnTo>
                      <a:pt x="1523253" y="1204367"/>
                    </a:lnTo>
                    <a:lnTo>
                      <a:pt x="1624405" y="1016614"/>
                    </a:lnTo>
                    <a:lnTo>
                      <a:pt x="1723315" y="771250"/>
                    </a:lnTo>
                    <a:lnTo>
                      <a:pt x="1836272" y="402883"/>
                    </a:lnTo>
                    <a:lnTo>
                      <a:pt x="1871034" y="251045"/>
                    </a:lnTo>
                    <a:lnTo>
                      <a:pt x="1962069" y="59119"/>
                    </a:lnTo>
                    <a:lnTo>
                      <a:pt x="2118444" y="207249"/>
                    </a:lnTo>
                    <a:lnTo>
                      <a:pt x="2343248" y="0"/>
                    </a:lnTo>
                    <a:lnTo>
                      <a:pt x="2846663" y="530434"/>
                    </a:lnTo>
                    <a:lnTo>
                      <a:pt x="2902113" y="481629"/>
                    </a:lnTo>
                    <a:lnTo>
                      <a:pt x="2945512" y="530770"/>
                    </a:lnTo>
                    <a:lnTo>
                      <a:pt x="2922174" y="551298"/>
                    </a:lnTo>
                    <a:lnTo>
                      <a:pt x="2980814" y="617617"/>
                    </a:lnTo>
                    <a:lnTo>
                      <a:pt x="3001678" y="599203"/>
                    </a:lnTo>
                    <a:lnTo>
                      <a:pt x="3043038" y="646046"/>
                    </a:lnTo>
                    <a:lnTo>
                      <a:pt x="3016044" y="669894"/>
                    </a:lnTo>
                    <a:lnTo>
                      <a:pt x="3104713" y="770172"/>
                    </a:lnTo>
                    <a:lnTo>
                      <a:pt x="3623850" y="1319977"/>
                    </a:lnTo>
                    <a:lnTo>
                      <a:pt x="3570425" y="1397634"/>
                    </a:lnTo>
                    <a:lnTo>
                      <a:pt x="3376737" y="1551766"/>
                    </a:lnTo>
                    <a:lnTo>
                      <a:pt x="2765647" y="1983605"/>
                    </a:lnTo>
                    <a:lnTo>
                      <a:pt x="2694255" y="1887071"/>
                    </a:lnTo>
                    <a:lnTo>
                      <a:pt x="2499325" y="2027475"/>
                    </a:lnTo>
                    <a:lnTo>
                      <a:pt x="2569133" y="2122913"/>
                    </a:lnTo>
                    <a:lnTo>
                      <a:pt x="1892129" y="2602579"/>
                    </a:lnTo>
                    <a:lnTo>
                      <a:pt x="1785546" y="2587338"/>
                    </a:lnTo>
                    <a:lnTo>
                      <a:pt x="1770064" y="2689102"/>
                    </a:lnTo>
                    <a:lnTo>
                      <a:pt x="1670397" y="2759711"/>
                    </a:lnTo>
                    <a:lnTo>
                      <a:pt x="1609160" y="2862846"/>
                    </a:lnTo>
                    <a:lnTo>
                      <a:pt x="873064" y="3546226"/>
                    </a:lnTo>
                    <a:lnTo>
                      <a:pt x="0" y="2718396"/>
                    </a:lnTo>
                    <a:lnTo>
                      <a:pt x="1010516" y="1766787"/>
                    </a:lnTo>
                    <a:lnTo>
                      <a:pt x="1091511" y="169765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3" name="Контур"/>
              <p:cNvSpPr/>
              <p:nvPr/>
            </p:nvSpPr>
            <p:spPr>
              <a:xfrm>
                <a:off x="252000" y="1584000"/>
                <a:ext cx="1847375" cy="1327197"/>
              </a:xfrm>
              <a:custGeom>
                <a:avLst/>
                <a:gdLst/>
                <a:ahLst/>
                <a:cxnLst/>
                <a:rect l="l" t="t" r="r" b="b"/>
                <a:pathLst>
                  <a:path w="1847375" h="1327197">
                    <a:moveTo>
                      <a:pt x="516979" y="1327197"/>
                    </a:moveTo>
                    <a:lnTo>
                      <a:pt x="0" y="783196"/>
                    </a:lnTo>
                    <a:lnTo>
                      <a:pt x="0" y="0"/>
                    </a:lnTo>
                    <a:lnTo>
                      <a:pt x="1744829" y="0"/>
                    </a:lnTo>
                    <a:lnTo>
                      <a:pt x="1847375" y="108994"/>
                    </a:lnTo>
                    <a:lnTo>
                      <a:pt x="561397" y="1284751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4" name="Контур"/>
              <p:cNvSpPr/>
              <p:nvPr/>
            </p:nvSpPr>
            <p:spPr>
              <a:xfrm>
                <a:off x="252000" y="3143181"/>
                <a:ext cx="555320" cy="870023"/>
              </a:xfrm>
              <a:custGeom>
                <a:avLst/>
                <a:gdLst/>
                <a:ahLst/>
                <a:cxnLst/>
                <a:rect l="l" t="t" r="r" b="b"/>
                <a:pathLst>
                  <a:path w="555320" h="870023">
                    <a:moveTo>
                      <a:pt x="0" y="269275"/>
                    </a:moveTo>
                    <a:lnTo>
                      <a:pt x="236280" y="0"/>
                    </a:lnTo>
                    <a:lnTo>
                      <a:pt x="555320" y="277521"/>
                    </a:lnTo>
                    <a:lnTo>
                      <a:pt x="0" y="870023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5" name="Контур"/>
              <p:cNvSpPr/>
              <p:nvPr/>
            </p:nvSpPr>
            <p:spPr>
              <a:xfrm>
                <a:off x="1108393" y="1584000"/>
                <a:ext cx="1991457" cy="3571128"/>
              </a:xfrm>
              <a:custGeom>
                <a:avLst/>
                <a:gdLst/>
                <a:ahLst/>
                <a:cxnLst/>
                <a:rect l="l" t="t" r="r" b="b"/>
                <a:pathLst>
                  <a:path w="1991457" h="3571128">
                    <a:moveTo>
                      <a:pt x="1553728" y="581412"/>
                    </a:moveTo>
                    <a:lnTo>
                      <a:pt x="1991457" y="1052476"/>
                    </a:lnTo>
                    <a:lnTo>
                      <a:pt x="1832564" y="1402173"/>
                    </a:lnTo>
                    <a:lnTo>
                      <a:pt x="1646400" y="2117516"/>
                    </a:lnTo>
                    <a:lnTo>
                      <a:pt x="1492593" y="2378912"/>
                    </a:lnTo>
                    <a:lnTo>
                      <a:pt x="1178202" y="2685284"/>
                    </a:lnTo>
                    <a:lnTo>
                      <a:pt x="1093537" y="2753732"/>
                    </a:lnTo>
                    <a:lnTo>
                      <a:pt x="1199768" y="2874492"/>
                    </a:lnTo>
                    <a:lnTo>
                      <a:pt x="614495" y="3384661"/>
                    </a:lnTo>
                    <a:lnTo>
                      <a:pt x="590854" y="3571128"/>
                    </a:lnTo>
                    <a:lnTo>
                      <a:pt x="460645" y="3372994"/>
                    </a:lnTo>
                    <a:lnTo>
                      <a:pt x="622570" y="2438496"/>
                    </a:lnTo>
                    <a:lnTo>
                      <a:pt x="0" y="1684405"/>
                    </a:lnTo>
                    <a:lnTo>
                      <a:pt x="1331543" y="470895"/>
                    </a:lnTo>
                    <a:lnTo>
                      <a:pt x="888445" y="0"/>
                    </a:lnTo>
                    <a:lnTo>
                      <a:pt x="1585926" y="0"/>
                    </a:lnTo>
                    <a:lnTo>
                      <a:pt x="1866931" y="295483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6" name="Контур"/>
              <p:cNvSpPr/>
              <p:nvPr/>
            </p:nvSpPr>
            <p:spPr>
              <a:xfrm>
                <a:off x="2058443" y="6079680"/>
                <a:ext cx="2887254" cy="2586592"/>
              </a:xfrm>
              <a:custGeom>
                <a:avLst/>
                <a:gdLst/>
                <a:ahLst/>
                <a:cxnLst/>
                <a:rect l="l" t="t" r="r" b="b"/>
                <a:pathLst>
                  <a:path w="2887254" h="2586592">
                    <a:moveTo>
                      <a:pt x="63127" y="1616613"/>
                    </a:moveTo>
                    <a:lnTo>
                      <a:pt x="558879" y="2586592"/>
                    </a:lnTo>
                    <a:lnTo>
                      <a:pt x="1488374" y="2037970"/>
                    </a:lnTo>
                    <a:lnTo>
                      <a:pt x="2887254" y="1261424"/>
                    </a:lnTo>
                    <a:lnTo>
                      <a:pt x="2404743" y="511174"/>
                    </a:lnTo>
                    <a:lnTo>
                      <a:pt x="2059962" y="0"/>
                    </a:lnTo>
                    <a:lnTo>
                      <a:pt x="2011500" y="32345"/>
                    </a:lnTo>
                    <a:lnTo>
                      <a:pt x="1970468" y="59752"/>
                    </a:lnTo>
                    <a:lnTo>
                      <a:pt x="1307372" y="506001"/>
                    </a:lnTo>
                    <a:lnTo>
                      <a:pt x="858332" y="842031"/>
                    </a:lnTo>
                    <a:lnTo>
                      <a:pt x="626943" y="1015130"/>
                    </a:lnTo>
                    <a:lnTo>
                      <a:pt x="15947" y="1382004"/>
                    </a:lnTo>
                    <a:lnTo>
                      <a:pt x="69253" y="1470392"/>
                    </a:lnTo>
                    <a:lnTo>
                      <a:pt x="0" y="1511928"/>
                    </a:lnTo>
                    <a:lnTo>
                      <a:pt x="63127" y="1616613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7" name="Контур"/>
              <p:cNvSpPr/>
              <p:nvPr/>
            </p:nvSpPr>
            <p:spPr>
              <a:xfrm>
                <a:off x="2797749" y="8853433"/>
                <a:ext cx="2417641" cy="1334567"/>
              </a:xfrm>
              <a:custGeom>
                <a:avLst/>
                <a:gdLst/>
                <a:ahLst/>
                <a:cxnLst/>
                <a:rect l="l" t="t" r="r" b="b"/>
                <a:pathLst>
                  <a:path w="2417641" h="1334567">
                    <a:moveTo>
                      <a:pt x="2339827" y="286839"/>
                    </a:moveTo>
                    <a:lnTo>
                      <a:pt x="2417641" y="423029"/>
                    </a:lnTo>
                    <a:lnTo>
                      <a:pt x="2318225" y="502160"/>
                    </a:lnTo>
                    <a:lnTo>
                      <a:pt x="1901876" y="954527"/>
                    </a:lnTo>
                    <a:lnTo>
                      <a:pt x="1847702" y="1045413"/>
                    </a:lnTo>
                    <a:lnTo>
                      <a:pt x="1764615" y="1206951"/>
                    </a:lnTo>
                    <a:lnTo>
                      <a:pt x="1729147" y="1320714"/>
                    </a:lnTo>
                    <a:lnTo>
                      <a:pt x="1727122" y="1334567"/>
                    </a:lnTo>
                    <a:lnTo>
                      <a:pt x="608256" y="1334567"/>
                    </a:lnTo>
                    <a:lnTo>
                      <a:pt x="0" y="66900"/>
                    </a:lnTo>
                    <a:lnTo>
                      <a:pt x="126944" y="0"/>
                    </a:lnTo>
                    <a:lnTo>
                      <a:pt x="288614" y="277977"/>
                    </a:lnTo>
                    <a:lnTo>
                      <a:pt x="619699" y="83267"/>
                    </a:lnTo>
                    <a:lnTo>
                      <a:pt x="791506" y="93958"/>
                    </a:lnTo>
                    <a:lnTo>
                      <a:pt x="1021365" y="453349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8" name="Контур"/>
              <p:cNvSpPr/>
              <p:nvPr/>
            </p:nvSpPr>
            <p:spPr>
              <a:xfrm>
                <a:off x="252000" y="5214123"/>
                <a:ext cx="1910845" cy="2460053"/>
              </a:xfrm>
              <a:custGeom>
                <a:avLst/>
                <a:gdLst/>
                <a:ahLst/>
                <a:cxnLst/>
                <a:rect l="l" t="t" r="r" b="b"/>
                <a:pathLst>
                  <a:path w="1910845" h="2460053">
                    <a:moveTo>
                      <a:pt x="1037781" y="329280"/>
                    </a:moveTo>
                    <a:lnTo>
                      <a:pt x="651672" y="0"/>
                    </a:lnTo>
                    <a:lnTo>
                      <a:pt x="0" y="695217"/>
                    </a:lnTo>
                    <a:lnTo>
                      <a:pt x="0" y="2460053"/>
                    </a:lnTo>
                    <a:lnTo>
                      <a:pt x="1514107" y="1525403"/>
                    </a:lnTo>
                    <a:lnTo>
                      <a:pt x="1910845" y="115711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9" name="Контур"/>
              <p:cNvSpPr/>
              <p:nvPr/>
            </p:nvSpPr>
            <p:spPr>
              <a:xfrm>
                <a:off x="5850914" y="3610182"/>
                <a:ext cx="2165687" cy="2373103"/>
              </a:xfrm>
              <a:custGeom>
                <a:avLst/>
                <a:gdLst/>
                <a:ahLst/>
                <a:cxnLst/>
                <a:rect l="l" t="t" r="r" b="b"/>
                <a:pathLst>
                  <a:path w="2165687" h="2373103">
                    <a:moveTo>
                      <a:pt x="1394346" y="0"/>
                    </a:moveTo>
                    <a:lnTo>
                      <a:pt x="1780508" y="556783"/>
                    </a:lnTo>
                    <a:lnTo>
                      <a:pt x="2062174" y="976378"/>
                    </a:lnTo>
                    <a:lnTo>
                      <a:pt x="2165687" y="1238623"/>
                    </a:lnTo>
                    <a:lnTo>
                      <a:pt x="1447256" y="1790765"/>
                    </a:lnTo>
                    <a:lnTo>
                      <a:pt x="689421" y="2373103"/>
                    </a:lnTo>
                    <a:lnTo>
                      <a:pt x="201883" y="1353841"/>
                    </a:lnTo>
                    <a:lnTo>
                      <a:pt x="154512" y="1254715"/>
                    </a:lnTo>
                    <a:lnTo>
                      <a:pt x="106630" y="1154589"/>
                    </a:lnTo>
                    <a:lnTo>
                      <a:pt x="29561" y="1200771"/>
                    </a:lnTo>
                    <a:lnTo>
                      <a:pt x="0" y="1111298"/>
                    </a:lnTo>
                    <a:lnTo>
                      <a:pt x="39415" y="1044514"/>
                    </a:lnTo>
                    <a:lnTo>
                      <a:pt x="155938" y="941970"/>
                    </a:lnTo>
                    <a:lnTo>
                      <a:pt x="393587" y="761212"/>
                    </a:lnTo>
                    <a:lnTo>
                      <a:pt x="1394346" y="0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20" name="Контур"/>
              <p:cNvSpPr/>
              <p:nvPr/>
            </p:nvSpPr>
            <p:spPr>
              <a:xfrm>
                <a:off x="6069116" y="1584000"/>
                <a:ext cx="1210749" cy="604819"/>
              </a:xfrm>
              <a:custGeom>
                <a:avLst/>
                <a:gdLst/>
                <a:ahLst/>
                <a:cxnLst/>
                <a:rect l="l" t="t" r="r" b="b"/>
                <a:pathLst>
                  <a:path w="1210749" h="604819">
                    <a:moveTo>
                      <a:pt x="1210749" y="0"/>
                    </a:moveTo>
                    <a:lnTo>
                      <a:pt x="778973" y="414777"/>
                    </a:lnTo>
                    <a:lnTo>
                      <a:pt x="578330" y="6048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21" name="Контур"/>
              <p:cNvSpPr/>
              <p:nvPr/>
            </p:nvSpPr>
            <p:spPr>
              <a:xfrm>
                <a:off x="252000" y="8747175"/>
                <a:ext cx="2389408" cy="1440825"/>
              </a:xfrm>
              <a:custGeom>
                <a:avLst/>
                <a:gdLst/>
                <a:ahLst/>
                <a:cxnLst/>
                <a:rect l="l" t="t" r="r" b="b"/>
                <a:pathLst>
                  <a:path w="2389408" h="1440825">
                    <a:moveTo>
                      <a:pt x="0" y="1440825"/>
                    </a:moveTo>
                    <a:lnTo>
                      <a:pt x="0" y="1256099"/>
                    </a:lnTo>
                    <a:lnTo>
                      <a:pt x="873076" y="774859"/>
                    </a:lnTo>
                    <a:lnTo>
                      <a:pt x="945197" y="635614"/>
                    </a:lnTo>
                    <a:lnTo>
                      <a:pt x="1067548" y="561220"/>
                    </a:lnTo>
                    <a:lnTo>
                      <a:pt x="1200855" y="598414"/>
                    </a:lnTo>
                    <a:lnTo>
                      <a:pt x="2135561" y="0"/>
                    </a:lnTo>
                    <a:lnTo>
                      <a:pt x="2259975" y="151957"/>
                    </a:lnTo>
                    <a:lnTo>
                      <a:pt x="2389408" y="364520"/>
                    </a:lnTo>
                    <a:lnTo>
                      <a:pt x="1412372" y="899765"/>
                    </a:lnTo>
                    <a:lnTo>
                      <a:pt x="1615091" y="1263775"/>
                    </a:lnTo>
                    <a:lnTo>
                      <a:pt x="1250058" y="1440825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22" name="Контур"/>
              <p:cNvSpPr/>
              <p:nvPr/>
            </p:nvSpPr>
            <p:spPr>
              <a:xfrm>
                <a:off x="4198476" y="1732088"/>
                <a:ext cx="2228831" cy="1920208"/>
              </a:xfrm>
              <a:custGeom>
                <a:avLst/>
                <a:gdLst/>
                <a:ahLst/>
                <a:cxnLst/>
                <a:rect l="l" t="t" r="r" b="b"/>
                <a:pathLst>
                  <a:path w="2228831" h="1920208">
                    <a:moveTo>
                      <a:pt x="1699265" y="0"/>
                    </a:moveTo>
                    <a:lnTo>
                      <a:pt x="1325315" y="344799"/>
                    </a:lnTo>
                    <a:lnTo>
                      <a:pt x="1050079" y="64849"/>
                    </a:lnTo>
                    <a:lnTo>
                      <a:pt x="0" y="1065483"/>
                    </a:lnTo>
                    <a:lnTo>
                      <a:pt x="74871" y="1142264"/>
                    </a:lnTo>
                    <a:lnTo>
                      <a:pt x="790791" y="1920208"/>
                    </a:lnTo>
                    <a:lnTo>
                      <a:pt x="2228831" y="578806"/>
                    </a:lnTo>
                    <a:lnTo>
                      <a:pt x="2100007" y="438000"/>
                    </a:lnTo>
                    <a:lnTo>
                      <a:pt x="1699265" y="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23" name="Контур"/>
              <p:cNvSpPr/>
              <p:nvPr/>
            </p:nvSpPr>
            <p:spPr>
              <a:xfrm>
                <a:off x="5878617" y="1584000"/>
                <a:ext cx="3808535" cy="2841549"/>
              </a:xfrm>
              <a:custGeom>
                <a:avLst/>
                <a:gdLst/>
                <a:ahLst/>
                <a:cxnLst/>
                <a:rect l="l" t="t" r="r" b="b"/>
                <a:pathLst>
                  <a:path w="3808535" h="2841549">
                    <a:moveTo>
                      <a:pt x="59604" y="2841549"/>
                    </a:moveTo>
                    <a:lnTo>
                      <a:pt x="282470" y="2675777"/>
                    </a:lnTo>
                    <a:lnTo>
                      <a:pt x="346831" y="2761913"/>
                    </a:lnTo>
                    <a:lnTo>
                      <a:pt x="365884" y="2787394"/>
                    </a:lnTo>
                    <a:lnTo>
                      <a:pt x="1366643" y="2026182"/>
                    </a:lnTo>
                    <a:lnTo>
                      <a:pt x="3651445" y="491673"/>
                    </a:lnTo>
                    <a:lnTo>
                      <a:pt x="3733780" y="261486"/>
                    </a:lnTo>
                    <a:lnTo>
                      <a:pt x="3808535" y="0"/>
                    </a:lnTo>
                    <a:lnTo>
                      <a:pt x="3278400" y="0"/>
                    </a:lnTo>
                    <a:lnTo>
                      <a:pt x="3014714" y="198201"/>
                    </a:lnTo>
                    <a:lnTo>
                      <a:pt x="2244067" y="888139"/>
                    </a:lnTo>
                    <a:lnTo>
                      <a:pt x="1253382" y="1825096"/>
                    </a:lnTo>
                    <a:lnTo>
                      <a:pt x="491054" y="2403240"/>
                    </a:lnTo>
                    <a:lnTo>
                      <a:pt x="0" y="2760104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24" name="Контур"/>
              <p:cNvSpPr/>
              <p:nvPr/>
            </p:nvSpPr>
            <p:spPr>
              <a:xfrm>
                <a:off x="6635647" y="5530632"/>
                <a:ext cx="1645427" cy="1996839"/>
              </a:xfrm>
              <a:custGeom>
                <a:avLst/>
                <a:gdLst/>
                <a:ahLst/>
                <a:cxnLst/>
                <a:rect l="l" t="t" r="r" b="b"/>
                <a:pathLst>
                  <a:path w="1645427" h="1996839">
                    <a:moveTo>
                      <a:pt x="1212308" y="1567713"/>
                    </a:moveTo>
                    <a:lnTo>
                      <a:pt x="1645427" y="1195011"/>
                    </a:lnTo>
                    <a:lnTo>
                      <a:pt x="1616725" y="1095917"/>
                    </a:lnTo>
                    <a:lnTo>
                      <a:pt x="1334523" y="495257"/>
                    </a:lnTo>
                    <a:lnTo>
                      <a:pt x="1385609" y="471315"/>
                    </a:lnTo>
                    <a:lnTo>
                      <a:pt x="1230205" y="140425"/>
                    </a:lnTo>
                    <a:lnTo>
                      <a:pt x="1095534" y="203363"/>
                    </a:lnTo>
                    <a:lnTo>
                      <a:pt x="994560" y="90513"/>
                    </a:lnTo>
                    <a:lnTo>
                      <a:pt x="922447" y="0"/>
                    </a:lnTo>
                    <a:lnTo>
                      <a:pt x="755820" y="132199"/>
                    </a:lnTo>
                    <a:lnTo>
                      <a:pt x="0" y="696093"/>
                    </a:lnTo>
                    <a:lnTo>
                      <a:pt x="305536" y="1295072"/>
                    </a:lnTo>
                    <a:lnTo>
                      <a:pt x="416493" y="1526429"/>
                    </a:lnTo>
                    <a:lnTo>
                      <a:pt x="450897" y="1597244"/>
                    </a:lnTo>
                    <a:lnTo>
                      <a:pt x="479444" y="1655957"/>
                    </a:lnTo>
                    <a:lnTo>
                      <a:pt x="642898" y="1996839"/>
                    </a:lnTo>
                    <a:lnTo>
                      <a:pt x="753914" y="1943813"/>
                    </a:lnTo>
                    <a:lnTo>
                      <a:pt x="894264" y="1843879"/>
                    </a:lnTo>
                    <a:lnTo>
                      <a:pt x="1212308" y="1567713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25" name="Контур"/>
              <p:cNvSpPr/>
              <p:nvPr/>
            </p:nvSpPr>
            <p:spPr>
              <a:xfrm>
                <a:off x="4945697" y="6454977"/>
                <a:ext cx="2045305" cy="1759020"/>
              </a:xfrm>
              <a:custGeom>
                <a:avLst/>
                <a:gdLst/>
                <a:ahLst/>
                <a:cxnLst/>
                <a:rect l="l" t="t" r="r" b="b"/>
                <a:pathLst>
                  <a:path w="2045305" h="1759020">
                    <a:moveTo>
                      <a:pt x="2045305" y="1103940"/>
                    </a:moveTo>
                    <a:lnTo>
                      <a:pt x="2011698" y="1035025"/>
                    </a:lnTo>
                    <a:lnTo>
                      <a:pt x="1519881" y="26006"/>
                    </a:lnTo>
                    <a:lnTo>
                      <a:pt x="1507088" y="0"/>
                    </a:lnTo>
                    <a:lnTo>
                      <a:pt x="0" y="886127"/>
                    </a:lnTo>
                    <a:lnTo>
                      <a:pt x="241081" y="1257893"/>
                    </a:lnTo>
                    <a:lnTo>
                      <a:pt x="426774" y="1134852"/>
                    </a:lnTo>
                    <a:lnTo>
                      <a:pt x="755681" y="1618016"/>
                    </a:lnTo>
                    <a:lnTo>
                      <a:pt x="832215" y="1759020"/>
                    </a:lnTo>
                    <a:lnTo>
                      <a:pt x="2045305" y="110394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26" name="Контур"/>
              <p:cNvSpPr/>
              <p:nvPr/>
            </p:nvSpPr>
            <p:spPr>
              <a:xfrm>
                <a:off x="3023014" y="1584000"/>
                <a:ext cx="227358" cy="101755"/>
              </a:xfrm>
              <a:custGeom>
                <a:avLst/>
                <a:gdLst/>
                <a:ahLst/>
                <a:cxnLst/>
                <a:rect l="l" t="t" r="r" b="b"/>
                <a:pathLst>
                  <a:path w="227358" h="101755">
                    <a:moveTo>
                      <a:pt x="227358" y="0"/>
                    </a:moveTo>
                    <a:lnTo>
                      <a:pt x="127088" y="94031"/>
                    </a:lnTo>
                    <a:lnTo>
                      <a:pt x="97554" y="1017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27" name="Контур"/>
              <p:cNvSpPr/>
              <p:nvPr/>
            </p:nvSpPr>
            <p:spPr>
              <a:xfrm>
                <a:off x="10179425" y="7295123"/>
                <a:ext cx="116575" cy="293354"/>
              </a:xfrm>
              <a:custGeom>
                <a:avLst/>
                <a:gdLst/>
                <a:ahLst/>
                <a:cxnLst/>
                <a:rect l="l" t="t" r="r" b="b"/>
                <a:pathLst>
                  <a:path w="116575" h="293354">
                    <a:moveTo>
                      <a:pt x="116575" y="0"/>
                    </a:moveTo>
                    <a:lnTo>
                      <a:pt x="0" y="56459"/>
                    </a:lnTo>
                    <a:lnTo>
                      <a:pt x="116575" y="293354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28" name="Контур"/>
              <p:cNvSpPr/>
              <p:nvPr/>
            </p:nvSpPr>
            <p:spPr>
              <a:xfrm>
                <a:off x="4463186" y="5573170"/>
                <a:ext cx="1989599" cy="1767934"/>
              </a:xfrm>
              <a:custGeom>
                <a:avLst/>
                <a:gdLst/>
                <a:ahLst/>
                <a:cxnLst/>
                <a:rect l="l" t="t" r="r" b="b"/>
                <a:pathLst>
                  <a:path w="1989599" h="1767934">
                    <a:moveTo>
                      <a:pt x="1989599" y="881807"/>
                    </a:moveTo>
                    <a:lnTo>
                      <a:pt x="1871090" y="636549"/>
                    </a:lnTo>
                    <a:lnTo>
                      <a:pt x="1849993" y="592839"/>
                    </a:lnTo>
                    <a:lnTo>
                      <a:pt x="1686819" y="684737"/>
                    </a:lnTo>
                    <a:lnTo>
                      <a:pt x="1500772" y="378806"/>
                    </a:lnTo>
                    <a:lnTo>
                      <a:pt x="1708972" y="241948"/>
                    </a:lnTo>
                    <a:lnTo>
                      <a:pt x="1617442" y="103407"/>
                    </a:lnTo>
                    <a:lnTo>
                      <a:pt x="1562550" y="0"/>
                    </a:lnTo>
                    <a:lnTo>
                      <a:pt x="0" y="1017684"/>
                    </a:lnTo>
                    <a:lnTo>
                      <a:pt x="482511" y="1767934"/>
                    </a:lnTo>
                    <a:lnTo>
                      <a:pt x="1989599" y="881807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29" name="Контур"/>
              <p:cNvSpPr/>
              <p:nvPr/>
            </p:nvSpPr>
            <p:spPr>
              <a:xfrm>
                <a:off x="813397" y="1692994"/>
                <a:ext cx="1626539" cy="1533258"/>
              </a:xfrm>
              <a:custGeom>
                <a:avLst/>
                <a:gdLst/>
                <a:ahLst/>
                <a:cxnLst/>
                <a:rect l="l" t="t" r="r" b="b"/>
                <a:pathLst>
                  <a:path w="1626539" h="1533258">
                    <a:moveTo>
                      <a:pt x="1626539" y="361901"/>
                    </a:moveTo>
                    <a:lnTo>
                      <a:pt x="1285978" y="0"/>
                    </a:lnTo>
                    <a:lnTo>
                      <a:pt x="0" y="1175757"/>
                    </a:lnTo>
                    <a:lnTo>
                      <a:pt x="341334" y="1533258"/>
                    </a:lnTo>
                    <a:lnTo>
                      <a:pt x="1626539" y="361901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30" name="Контур"/>
              <p:cNvSpPr/>
              <p:nvPr/>
            </p:nvSpPr>
            <p:spPr>
              <a:xfrm>
                <a:off x="5537321" y="8088797"/>
                <a:ext cx="2042012" cy="1371418"/>
              </a:xfrm>
              <a:custGeom>
                <a:avLst/>
                <a:gdLst/>
                <a:ahLst/>
                <a:cxnLst/>
                <a:rect l="l" t="t" r="r" b="b"/>
                <a:pathLst>
                  <a:path w="2042012" h="1371418">
                    <a:moveTo>
                      <a:pt x="811228" y="1371418"/>
                    </a:moveTo>
                    <a:lnTo>
                      <a:pt x="771415" y="1287896"/>
                    </a:lnTo>
                    <a:lnTo>
                      <a:pt x="649797" y="1344567"/>
                    </a:lnTo>
                    <a:lnTo>
                      <a:pt x="587338" y="1211027"/>
                    </a:lnTo>
                    <a:lnTo>
                      <a:pt x="449666" y="1275172"/>
                    </a:lnTo>
                    <a:lnTo>
                      <a:pt x="399154" y="1167340"/>
                    </a:lnTo>
                    <a:lnTo>
                      <a:pt x="161944" y="1277850"/>
                    </a:lnTo>
                    <a:lnTo>
                      <a:pt x="0" y="931645"/>
                    </a:lnTo>
                    <a:lnTo>
                      <a:pt x="1694025" y="0"/>
                    </a:lnTo>
                    <a:lnTo>
                      <a:pt x="2042012" y="791408"/>
                    </a:lnTo>
                    <a:lnTo>
                      <a:pt x="1649063" y="975665"/>
                    </a:lnTo>
                    <a:lnTo>
                      <a:pt x="1621365" y="918051"/>
                    </a:lnTo>
                    <a:lnTo>
                      <a:pt x="1503585" y="974309"/>
                    </a:lnTo>
                    <a:lnTo>
                      <a:pt x="1531227" y="1032024"/>
                    </a:lnTo>
                    <a:lnTo>
                      <a:pt x="811228" y="1371418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31" name="Контур"/>
              <p:cNvSpPr/>
              <p:nvPr/>
            </p:nvSpPr>
            <p:spPr>
              <a:xfrm>
                <a:off x="4085953" y="5013451"/>
                <a:ext cx="1939783" cy="1577403"/>
              </a:xfrm>
              <a:custGeom>
                <a:avLst/>
                <a:gdLst/>
                <a:ahLst/>
                <a:cxnLst/>
                <a:rect l="l" t="t" r="r" b="b"/>
                <a:pathLst>
                  <a:path w="1939783" h="1577403">
                    <a:moveTo>
                      <a:pt x="32452" y="1066229"/>
                    </a:moveTo>
                    <a:lnTo>
                      <a:pt x="0" y="1018150"/>
                    </a:lnTo>
                    <a:lnTo>
                      <a:pt x="1283264" y="81586"/>
                    </a:lnTo>
                    <a:lnTo>
                      <a:pt x="1691574" y="0"/>
                    </a:lnTo>
                    <a:lnTo>
                      <a:pt x="1939783" y="559719"/>
                    </a:lnTo>
                    <a:lnTo>
                      <a:pt x="377233" y="1577403"/>
                    </a:lnTo>
                    <a:lnTo>
                      <a:pt x="32452" y="1066229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32" name="Контур"/>
              <p:cNvSpPr/>
              <p:nvPr/>
            </p:nvSpPr>
            <p:spPr>
              <a:xfrm>
                <a:off x="3335264" y="8110916"/>
                <a:ext cx="1802312" cy="1195866"/>
              </a:xfrm>
              <a:custGeom>
                <a:avLst/>
                <a:gdLst/>
                <a:ahLst/>
                <a:cxnLst/>
                <a:rect l="l" t="t" r="r" b="b"/>
                <a:pathLst>
                  <a:path w="1802312" h="1195866">
                    <a:moveTo>
                      <a:pt x="299014" y="512347"/>
                    </a:moveTo>
                    <a:lnTo>
                      <a:pt x="0" y="696220"/>
                    </a:lnTo>
                    <a:lnTo>
                      <a:pt x="82184" y="825784"/>
                    </a:lnTo>
                    <a:lnTo>
                      <a:pt x="253991" y="836475"/>
                    </a:lnTo>
                    <a:lnTo>
                      <a:pt x="483850" y="1195866"/>
                    </a:lnTo>
                    <a:lnTo>
                      <a:pt x="1802312" y="1029356"/>
                    </a:lnTo>
                    <a:lnTo>
                      <a:pt x="1571296" y="619675"/>
                    </a:lnTo>
                    <a:lnTo>
                      <a:pt x="1221856" y="0"/>
                    </a:lnTo>
                    <a:lnTo>
                      <a:pt x="464967" y="420249"/>
                    </a:lnTo>
                    <a:lnTo>
                      <a:pt x="299014" y="512347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33" name="Контур"/>
              <p:cNvSpPr/>
              <p:nvPr/>
            </p:nvSpPr>
            <p:spPr>
              <a:xfrm>
                <a:off x="4906560" y="7558917"/>
                <a:ext cx="2285092" cy="1581355"/>
              </a:xfrm>
              <a:custGeom>
                <a:avLst/>
                <a:gdLst/>
                <a:ahLst/>
                <a:cxnLst/>
                <a:rect l="l" t="t" r="r" b="b"/>
                <a:pathLst>
                  <a:path w="2285092" h="1581355">
                    <a:moveTo>
                      <a:pt x="2113732" y="540496"/>
                    </a:moveTo>
                    <a:lnTo>
                      <a:pt x="2285092" y="433432"/>
                    </a:lnTo>
                    <a:lnTo>
                      <a:pt x="2108046" y="49513"/>
                    </a:lnTo>
                    <a:lnTo>
                      <a:pt x="2084442" y="0"/>
                    </a:lnTo>
                    <a:lnTo>
                      <a:pt x="871352" y="655080"/>
                    </a:lnTo>
                    <a:lnTo>
                      <a:pt x="856875" y="722271"/>
                    </a:lnTo>
                    <a:lnTo>
                      <a:pt x="665746" y="825594"/>
                    </a:lnTo>
                    <a:lnTo>
                      <a:pt x="319975" y="1012261"/>
                    </a:lnTo>
                    <a:lnTo>
                      <a:pt x="60990" y="1138981"/>
                    </a:lnTo>
                    <a:lnTo>
                      <a:pt x="0" y="1171674"/>
                    </a:lnTo>
                    <a:lnTo>
                      <a:pt x="231016" y="1581355"/>
                    </a:lnTo>
                    <a:lnTo>
                      <a:pt x="1013348" y="1159983"/>
                    </a:lnTo>
                    <a:lnTo>
                      <a:pt x="1479882" y="900609"/>
                    </a:lnTo>
                    <a:lnTo>
                      <a:pt x="1610495" y="821058"/>
                    </a:lnTo>
                    <a:lnTo>
                      <a:pt x="2113732" y="540496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34" name="Контур"/>
              <p:cNvSpPr/>
              <p:nvPr/>
            </p:nvSpPr>
            <p:spPr>
              <a:xfrm>
                <a:off x="6392195" y="9335450"/>
                <a:ext cx="1672183" cy="852550"/>
              </a:xfrm>
              <a:custGeom>
                <a:avLst/>
                <a:gdLst/>
                <a:ahLst/>
                <a:cxnLst/>
                <a:rect l="l" t="t" r="r" b="b"/>
                <a:pathLst>
                  <a:path w="1672183" h="852550">
                    <a:moveTo>
                      <a:pt x="1421798" y="0"/>
                    </a:moveTo>
                    <a:lnTo>
                      <a:pt x="1509400" y="185248"/>
                    </a:lnTo>
                    <a:lnTo>
                      <a:pt x="1599254" y="398645"/>
                    </a:lnTo>
                    <a:lnTo>
                      <a:pt x="1672183" y="553085"/>
                    </a:lnTo>
                    <a:lnTo>
                      <a:pt x="1366595" y="696834"/>
                    </a:lnTo>
                    <a:lnTo>
                      <a:pt x="1168026" y="728849"/>
                    </a:lnTo>
                    <a:lnTo>
                      <a:pt x="915523" y="852550"/>
                    </a:lnTo>
                    <a:lnTo>
                      <a:pt x="117693" y="852550"/>
                    </a:lnTo>
                    <a:lnTo>
                      <a:pt x="0" y="613301"/>
                    </a:lnTo>
                    <a:lnTo>
                      <a:pt x="1142276" y="52162"/>
                    </a:lnTo>
                    <a:lnTo>
                      <a:pt x="1168378" y="105172"/>
                    </a:lnTo>
                    <a:lnTo>
                      <a:pt x="1240248" y="69828"/>
                    </a:lnTo>
                    <a:lnTo>
                      <a:pt x="1247925" y="85431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35" name="Контур"/>
              <p:cNvSpPr/>
              <p:nvPr/>
            </p:nvSpPr>
            <p:spPr>
              <a:xfrm>
                <a:off x="7307718" y="9888535"/>
                <a:ext cx="898115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898115" h="299465">
                    <a:moveTo>
                      <a:pt x="0" y="299465"/>
                    </a:moveTo>
                    <a:lnTo>
                      <a:pt x="252503" y="175764"/>
                    </a:lnTo>
                    <a:lnTo>
                      <a:pt x="451072" y="143749"/>
                    </a:lnTo>
                    <a:lnTo>
                      <a:pt x="756660" y="0"/>
                    </a:lnTo>
                    <a:lnTo>
                      <a:pt x="783112" y="56014"/>
                    </a:lnTo>
                    <a:lnTo>
                      <a:pt x="898115" y="299465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36" name="Контур"/>
              <p:cNvSpPr/>
              <p:nvPr/>
            </p:nvSpPr>
            <p:spPr>
              <a:xfrm>
                <a:off x="8595737" y="8560310"/>
                <a:ext cx="1339681" cy="1084569"/>
              </a:xfrm>
              <a:custGeom>
                <a:avLst/>
                <a:gdLst/>
                <a:ahLst/>
                <a:cxnLst/>
                <a:rect l="l" t="t" r="r" b="b"/>
                <a:pathLst>
                  <a:path w="1339681" h="1084569">
                    <a:moveTo>
                      <a:pt x="0" y="428269"/>
                    </a:moveTo>
                    <a:lnTo>
                      <a:pt x="261797" y="997238"/>
                    </a:lnTo>
                    <a:lnTo>
                      <a:pt x="720324" y="786158"/>
                    </a:lnTo>
                    <a:lnTo>
                      <a:pt x="851253" y="1084569"/>
                    </a:lnTo>
                    <a:lnTo>
                      <a:pt x="1339681" y="857536"/>
                    </a:lnTo>
                    <a:lnTo>
                      <a:pt x="968929" y="0"/>
                    </a:lnTo>
                    <a:lnTo>
                      <a:pt x="0" y="428269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37" name="Контур"/>
              <p:cNvSpPr/>
              <p:nvPr/>
            </p:nvSpPr>
            <p:spPr>
              <a:xfrm>
                <a:off x="252000" y="5647369"/>
                <a:ext cx="3119528" cy="2140370"/>
              </a:xfrm>
              <a:custGeom>
                <a:avLst/>
                <a:gdLst/>
                <a:ahLst/>
                <a:cxnLst/>
                <a:rect l="l" t="t" r="r" b="b"/>
                <a:pathLst>
                  <a:path w="3119528" h="2140370">
                    <a:moveTo>
                      <a:pt x="1910845" y="723864"/>
                    </a:moveTo>
                    <a:lnTo>
                      <a:pt x="1514107" y="1092157"/>
                    </a:lnTo>
                    <a:lnTo>
                      <a:pt x="0" y="2026807"/>
                    </a:lnTo>
                    <a:lnTo>
                      <a:pt x="0" y="2061851"/>
                    </a:lnTo>
                    <a:lnTo>
                      <a:pt x="16945" y="2087690"/>
                    </a:lnTo>
                    <a:lnTo>
                      <a:pt x="52627" y="2140370"/>
                    </a:lnTo>
                    <a:lnTo>
                      <a:pt x="2722558" y="551353"/>
                    </a:lnTo>
                    <a:lnTo>
                      <a:pt x="3119528" y="266016"/>
                    </a:lnTo>
                    <a:lnTo>
                      <a:pt x="2893420" y="0"/>
                    </a:lnTo>
                    <a:lnTo>
                      <a:pt x="2723565" y="117762"/>
                    </a:lnTo>
                    <a:lnTo>
                      <a:pt x="2680188" y="74833"/>
                    </a:lnTo>
                    <a:lnTo>
                      <a:pt x="2646941" y="40484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38" name="Контур"/>
              <p:cNvSpPr/>
              <p:nvPr/>
            </p:nvSpPr>
            <p:spPr>
              <a:xfrm>
                <a:off x="3856155" y="7506991"/>
                <a:ext cx="3627781" cy="1829207"/>
              </a:xfrm>
              <a:custGeom>
                <a:avLst/>
                <a:gdLst/>
                <a:ahLst/>
                <a:cxnLst/>
                <a:rect l="l" t="t" r="r" b="b"/>
                <a:pathLst>
                  <a:path w="3627781" h="1829207">
                    <a:moveTo>
                      <a:pt x="0" y="1775505"/>
                    </a:moveTo>
                    <a:lnTo>
                      <a:pt x="300933" y="1713971"/>
                    </a:lnTo>
                    <a:lnTo>
                      <a:pt x="417357" y="1671255"/>
                    </a:lnTo>
                    <a:lnTo>
                      <a:pt x="641252" y="1652290"/>
                    </a:lnTo>
                    <a:lnTo>
                      <a:pt x="724423" y="1620317"/>
                    </a:lnTo>
                    <a:lnTo>
                      <a:pt x="893949" y="1624198"/>
                    </a:lnTo>
                    <a:lnTo>
                      <a:pt x="1040538" y="1575255"/>
                    </a:lnTo>
                    <a:lnTo>
                      <a:pt x="1138920" y="1567375"/>
                    </a:lnTo>
                    <a:lnTo>
                      <a:pt x="1147893" y="1537180"/>
                    </a:lnTo>
                    <a:lnTo>
                      <a:pt x="1092985" y="1430164"/>
                    </a:lnTo>
                    <a:lnTo>
                      <a:pt x="1069853" y="1309403"/>
                    </a:lnTo>
                    <a:lnTo>
                      <a:pt x="1016425" y="1190257"/>
                    </a:lnTo>
                    <a:lnTo>
                      <a:pt x="932629" y="1038056"/>
                    </a:lnTo>
                    <a:lnTo>
                      <a:pt x="829219" y="906971"/>
                    </a:lnTo>
                    <a:lnTo>
                      <a:pt x="757522" y="760737"/>
                    </a:lnTo>
                    <a:lnTo>
                      <a:pt x="673941" y="665952"/>
                    </a:lnTo>
                    <a:lnTo>
                      <a:pt x="657194" y="638858"/>
                    </a:lnTo>
                    <a:lnTo>
                      <a:pt x="664643" y="608569"/>
                    </a:lnTo>
                    <a:lnTo>
                      <a:pt x="988906" y="297734"/>
                    </a:lnTo>
                    <a:lnTo>
                      <a:pt x="1043267" y="273383"/>
                    </a:lnTo>
                    <a:lnTo>
                      <a:pt x="1197211" y="155070"/>
                    </a:lnTo>
                    <a:lnTo>
                      <a:pt x="1360395" y="78909"/>
                    </a:lnTo>
                    <a:lnTo>
                      <a:pt x="1399521" y="24452"/>
                    </a:lnTo>
                    <a:lnTo>
                      <a:pt x="1453938" y="0"/>
                    </a:lnTo>
                    <a:lnTo>
                      <a:pt x="1514573" y="24024"/>
                    </a:lnTo>
                    <a:lnTo>
                      <a:pt x="1557095" y="63046"/>
                    </a:lnTo>
                    <a:lnTo>
                      <a:pt x="1645456" y="213825"/>
                    </a:lnTo>
                    <a:lnTo>
                      <a:pt x="1740126" y="436930"/>
                    </a:lnTo>
                    <a:lnTo>
                      <a:pt x="1776599" y="488199"/>
                    </a:lnTo>
                    <a:lnTo>
                      <a:pt x="1831186" y="509138"/>
                    </a:lnTo>
                    <a:lnTo>
                      <a:pt x="1770685" y="521389"/>
                    </a:lnTo>
                    <a:lnTo>
                      <a:pt x="1716043" y="485418"/>
                    </a:lnTo>
                    <a:lnTo>
                      <a:pt x="1679536" y="425131"/>
                    </a:lnTo>
                    <a:lnTo>
                      <a:pt x="1667179" y="364753"/>
                    </a:lnTo>
                    <a:lnTo>
                      <a:pt x="1612311" y="253129"/>
                    </a:lnTo>
                    <a:lnTo>
                      <a:pt x="1557669" y="217159"/>
                    </a:lnTo>
                    <a:lnTo>
                      <a:pt x="1433510" y="196478"/>
                    </a:lnTo>
                    <a:lnTo>
                      <a:pt x="1242903" y="227348"/>
                    </a:lnTo>
                    <a:lnTo>
                      <a:pt x="1040635" y="370090"/>
                    </a:lnTo>
                    <a:lnTo>
                      <a:pt x="956242" y="467101"/>
                    </a:lnTo>
                    <a:lnTo>
                      <a:pt x="901835" y="494458"/>
                    </a:lnTo>
                    <a:lnTo>
                      <a:pt x="853578" y="536924"/>
                    </a:lnTo>
                    <a:lnTo>
                      <a:pt x="735691" y="579647"/>
                    </a:lnTo>
                    <a:lnTo>
                      <a:pt x="754084" y="640003"/>
                    </a:lnTo>
                    <a:lnTo>
                      <a:pt x="799608" y="682120"/>
                    </a:lnTo>
                    <a:lnTo>
                      <a:pt x="842420" y="799703"/>
                    </a:lnTo>
                    <a:lnTo>
                      <a:pt x="951929" y="947299"/>
                    </a:lnTo>
                    <a:lnTo>
                      <a:pt x="1183564" y="1372410"/>
                    </a:lnTo>
                    <a:lnTo>
                      <a:pt x="1362752" y="1531772"/>
                    </a:lnTo>
                    <a:lnTo>
                      <a:pt x="1423277" y="1525534"/>
                    </a:lnTo>
                    <a:lnTo>
                      <a:pt x="1522929" y="1449709"/>
                    </a:lnTo>
                    <a:lnTo>
                      <a:pt x="1640942" y="1440151"/>
                    </a:lnTo>
                    <a:lnTo>
                      <a:pt x="1695282" y="1409786"/>
                    </a:lnTo>
                    <a:lnTo>
                      <a:pt x="1782745" y="1318775"/>
                    </a:lnTo>
                    <a:lnTo>
                      <a:pt x="1888502" y="1261063"/>
                    </a:lnTo>
                    <a:lnTo>
                      <a:pt x="2006502" y="1248497"/>
                    </a:lnTo>
                    <a:lnTo>
                      <a:pt x="2212078" y="1190311"/>
                    </a:lnTo>
                    <a:lnTo>
                      <a:pt x="2245223" y="1135876"/>
                    </a:lnTo>
                    <a:lnTo>
                      <a:pt x="2402214" y="1032578"/>
                    </a:lnTo>
                    <a:lnTo>
                      <a:pt x="2580714" y="1007760"/>
                    </a:lnTo>
                    <a:lnTo>
                      <a:pt x="2632040" y="971293"/>
                    </a:lnTo>
                    <a:lnTo>
                      <a:pt x="2646924" y="907807"/>
                    </a:lnTo>
                    <a:lnTo>
                      <a:pt x="2819239" y="843730"/>
                    </a:lnTo>
                    <a:lnTo>
                      <a:pt x="2915851" y="770819"/>
                    </a:lnTo>
                    <a:lnTo>
                      <a:pt x="3085095" y="700740"/>
                    </a:lnTo>
                    <a:lnTo>
                      <a:pt x="3181638" y="624822"/>
                    </a:lnTo>
                    <a:lnTo>
                      <a:pt x="3236067" y="603474"/>
                    </a:lnTo>
                    <a:lnTo>
                      <a:pt x="3293167" y="497542"/>
                    </a:lnTo>
                    <a:lnTo>
                      <a:pt x="3289892" y="437231"/>
                    </a:lnTo>
                    <a:lnTo>
                      <a:pt x="3247038" y="310433"/>
                    </a:lnTo>
                    <a:lnTo>
                      <a:pt x="3158682" y="147732"/>
                    </a:lnTo>
                    <a:lnTo>
                      <a:pt x="3200887" y="102281"/>
                    </a:lnTo>
                    <a:lnTo>
                      <a:pt x="3261431" y="102053"/>
                    </a:lnTo>
                    <a:lnTo>
                      <a:pt x="3300942" y="150203"/>
                    </a:lnTo>
                    <a:lnTo>
                      <a:pt x="3365422" y="385541"/>
                    </a:lnTo>
                    <a:lnTo>
                      <a:pt x="3508653" y="644732"/>
                    </a:lnTo>
                    <a:lnTo>
                      <a:pt x="3627781" y="931270"/>
                    </a:lnTo>
                    <a:lnTo>
                      <a:pt x="3567190" y="919474"/>
                    </a:lnTo>
                    <a:lnTo>
                      <a:pt x="3427142" y="711576"/>
                    </a:lnTo>
                    <a:lnTo>
                      <a:pt x="3306187" y="733175"/>
                    </a:lnTo>
                    <a:lnTo>
                      <a:pt x="3242582" y="730309"/>
                    </a:lnTo>
                    <a:lnTo>
                      <a:pt x="2940422" y="867424"/>
                    </a:lnTo>
                    <a:lnTo>
                      <a:pt x="2563009" y="1131579"/>
                    </a:lnTo>
                    <a:lnTo>
                      <a:pt x="2152062" y="1317395"/>
                    </a:lnTo>
                    <a:lnTo>
                      <a:pt x="2047906" y="1410675"/>
                    </a:lnTo>
                    <a:lnTo>
                      <a:pt x="1713961" y="1531265"/>
                    </a:lnTo>
                    <a:lnTo>
                      <a:pt x="1641243" y="1536046"/>
                    </a:lnTo>
                    <a:lnTo>
                      <a:pt x="1290983" y="1761608"/>
                    </a:lnTo>
                    <a:lnTo>
                      <a:pt x="1239364" y="1719513"/>
                    </a:lnTo>
                    <a:lnTo>
                      <a:pt x="1051696" y="1723317"/>
                    </a:lnTo>
                    <a:lnTo>
                      <a:pt x="743600" y="1694197"/>
                    </a:lnTo>
                    <a:lnTo>
                      <a:pt x="664205" y="1709622"/>
                    </a:lnTo>
                    <a:lnTo>
                      <a:pt x="612855" y="1739974"/>
                    </a:lnTo>
                    <a:lnTo>
                      <a:pt x="549316" y="1755340"/>
                    </a:lnTo>
                    <a:lnTo>
                      <a:pt x="416168" y="1761845"/>
                    </a:lnTo>
                    <a:lnTo>
                      <a:pt x="165139" y="1829207"/>
                    </a:lnTo>
                    <a:lnTo>
                      <a:pt x="37973" y="1820658"/>
                    </a:lnTo>
                    <a:lnTo>
                      <a:pt x="0" y="1775505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39" name="Контур"/>
              <p:cNvSpPr/>
              <p:nvPr/>
            </p:nvSpPr>
            <p:spPr>
              <a:xfrm>
                <a:off x="3825504" y="9231670"/>
                <a:ext cx="1000930" cy="885136"/>
              </a:xfrm>
              <a:custGeom>
                <a:avLst/>
                <a:gdLst/>
                <a:ahLst/>
                <a:cxnLst/>
                <a:rect l="l" t="t" r="r" b="b"/>
                <a:pathLst>
                  <a:path w="1000930" h="885136">
                    <a:moveTo>
                      <a:pt x="0" y="262572"/>
                    </a:moveTo>
                    <a:lnTo>
                      <a:pt x="76647" y="420012"/>
                    </a:lnTo>
                    <a:lnTo>
                      <a:pt x="274061" y="885136"/>
                    </a:lnTo>
                    <a:lnTo>
                      <a:pt x="575713" y="741731"/>
                    </a:lnTo>
                    <a:lnTo>
                      <a:pt x="655308" y="703859"/>
                    </a:lnTo>
                    <a:lnTo>
                      <a:pt x="1000930" y="336029"/>
                    </a:lnTo>
                    <a:lnTo>
                      <a:pt x="877177" y="0"/>
                    </a:lnTo>
                    <a:lnTo>
                      <a:pt x="390623" y="100101"/>
                    </a:lnTo>
                    <a:lnTo>
                      <a:pt x="0" y="262572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40" name="Контур"/>
              <p:cNvSpPr/>
              <p:nvPr/>
            </p:nvSpPr>
            <p:spPr>
              <a:xfrm>
                <a:off x="2886590" y="5087584"/>
                <a:ext cx="2152935" cy="1545905"/>
              </a:xfrm>
              <a:custGeom>
                <a:avLst/>
                <a:gdLst/>
                <a:ahLst/>
                <a:cxnLst/>
                <a:rect l="l" t="t" r="r" b="b"/>
                <a:pathLst>
                  <a:path w="2152935" h="1545905">
                    <a:moveTo>
                      <a:pt x="63450" y="1442004"/>
                    </a:moveTo>
                    <a:lnTo>
                      <a:pt x="0" y="1464883"/>
                    </a:lnTo>
                    <a:lnTo>
                      <a:pt x="121328" y="1545905"/>
                    </a:lnTo>
                    <a:lnTo>
                      <a:pt x="165171" y="1530713"/>
                    </a:lnTo>
                    <a:lnTo>
                      <a:pt x="484453" y="1308290"/>
                    </a:lnTo>
                    <a:lnTo>
                      <a:pt x="504045" y="1281062"/>
                    </a:lnTo>
                    <a:lnTo>
                      <a:pt x="726096" y="1148576"/>
                    </a:lnTo>
                    <a:lnTo>
                      <a:pt x="1058864" y="912771"/>
                    </a:lnTo>
                    <a:lnTo>
                      <a:pt x="1209774" y="798982"/>
                    </a:lnTo>
                    <a:lnTo>
                      <a:pt x="1273072" y="720188"/>
                    </a:lnTo>
                    <a:lnTo>
                      <a:pt x="1371273" y="680545"/>
                    </a:lnTo>
                    <a:lnTo>
                      <a:pt x="1434593" y="607863"/>
                    </a:lnTo>
                    <a:lnTo>
                      <a:pt x="1490459" y="578897"/>
                    </a:lnTo>
                    <a:lnTo>
                      <a:pt x="1534188" y="533443"/>
                    </a:lnTo>
                    <a:lnTo>
                      <a:pt x="1588535" y="506086"/>
                    </a:lnTo>
                    <a:lnTo>
                      <a:pt x="1636852" y="465124"/>
                    </a:lnTo>
                    <a:lnTo>
                      <a:pt x="1791006" y="405632"/>
                    </a:lnTo>
                    <a:lnTo>
                      <a:pt x="1911634" y="297966"/>
                    </a:lnTo>
                    <a:lnTo>
                      <a:pt x="2061061" y="181173"/>
                    </a:lnTo>
                    <a:lnTo>
                      <a:pt x="2152935" y="64494"/>
                    </a:lnTo>
                    <a:lnTo>
                      <a:pt x="2122620" y="60097"/>
                    </a:lnTo>
                    <a:lnTo>
                      <a:pt x="2066756" y="88963"/>
                    </a:lnTo>
                    <a:lnTo>
                      <a:pt x="2040809" y="30239"/>
                    </a:lnTo>
                    <a:lnTo>
                      <a:pt x="2034659" y="0"/>
                    </a:lnTo>
                    <a:lnTo>
                      <a:pt x="1937828" y="12485"/>
                    </a:lnTo>
                    <a:lnTo>
                      <a:pt x="1844138" y="50609"/>
                    </a:lnTo>
                    <a:lnTo>
                      <a:pt x="1699309" y="174899"/>
                    </a:lnTo>
                    <a:lnTo>
                      <a:pt x="1521174" y="294903"/>
                    </a:lnTo>
                    <a:lnTo>
                      <a:pt x="1433616" y="343525"/>
                    </a:lnTo>
                    <a:lnTo>
                      <a:pt x="1324915" y="426997"/>
                    </a:lnTo>
                    <a:lnTo>
                      <a:pt x="1297780" y="443731"/>
                    </a:lnTo>
                    <a:lnTo>
                      <a:pt x="1264474" y="454376"/>
                    </a:lnTo>
                    <a:lnTo>
                      <a:pt x="1184514" y="513592"/>
                    </a:lnTo>
                    <a:lnTo>
                      <a:pt x="1130188" y="562091"/>
                    </a:lnTo>
                    <a:lnTo>
                      <a:pt x="1100152" y="618116"/>
                    </a:lnTo>
                    <a:lnTo>
                      <a:pt x="1035318" y="693910"/>
                    </a:lnTo>
                    <a:lnTo>
                      <a:pt x="941710" y="739547"/>
                    </a:lnTo>
                    <a:lnTo>
                      <a:pt x="876626" y="747303"/>
                    </a:lnTo>
                    <a:lnTo>
                      <a:pt x="787537" y="794426"/>
                    </a:lnTo>
                    <a:lnTo>
                      <a:pt x="709015" y="846120"/>
                    </a:lnTo>
                    <a:lnTo>
                      <a:pt x="583850" y="964322"/>
                    </a:lnTo>
                    <a:lnTo>
                      <a:pt x="447938" y="1044885"/>
                    </a:lnTo>
                    <a:lnTo>
                      <a:pt x="315088" y="1145076"/>
                    </a:lnTo>
                    <a:lnTo>
                      <a:pt x="254656" y="1175459"/>
                    </a:lnTo>
                    <a:lnTo>
                      <a:pt x="106778" y="1286227"/>
                    </a:lnTo>
                    <a:lnTo>
                      <a:pt x="96281" y="1316527"/>
                    </a:lnTo>
                    <a:lnTo>
                      <a:pt x="159877" y="1317797"/>
                    </a:lnTo>
                    <a:lnTo>
                      <a:pt x="224867" y="1299422"/>
                    </a:lnTo>
                    <a:lnTo>
                      <a:pt x="436367" y="1197439"/>
                    </a:lnTo>
                    <a:lnTo>
                      <a:pt x="516391" y="1139828"/>
                    </a:lnTo>
                    <a:lnTo>
                      <a:pt x="717282" y="1037882"/>
                    </a:lnTo>
                    <a:lnTo>
                      <a:pt x="741404" y="1015147"/>
                    </a:lnTo>
                    <a:lnTo>
                      <a:pt x="735472" y="1043828"/>
                    </a:lnTo>
                    <a:lnTo>
                      <a:pt x="635953" y="1139388"/>
                    </a:lnTo>
                    <a:lnTo>
                      <a:pt x="490994" y="1230506"/>
                    </a:lnTo>
                    <a:lnTo>
                      <a:pt x="277971" y="1332495"/>
                    </a:lnTo>
                    <a:lnTo>
                      <a:pt x="182736" y="1366012"/>
                    </a:lnTo>
                    <a:lnTo>
                      <a:pt x="157084" y="1387250"/>
                    </a:lnTo>
                    <a:lnTo>
                      <a:pt x="139010" y="1412968"/>
                    </a:lnTo>
                    <a:lnTo>
                      <a:pt x="63450" y="1442004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41" name="Контур"/>
              <p:cNvSpPr/>
              <p:nvPr/>
            </p:nvSpPr>
            <p:spPr>
              <a:xfrm>
                <a:off x="4562364" y="9020442"/>
                <a:ext cx="1618610" cy="1039942"/>
              </a:xfrm>
              <a:custGeom>
                <a:avLst/>
                <a:gdLst/>
                <a:ahLst/>
                <a:cxnLst/>
                <a:rect l="l" t="t" r="r" b="b"/>
                <a:pathLst>
                  <a:path w="1618610" h="1039942">
                    <a:moveTo>
                      <a:pt x="974957" y="0"/>
                    </a:moveTo>
                    <a:lnTo>
                      <a:pt x="653026" y="256020"/>
                    </a:lnTo>
                    <a:lnTo>
                      <a:pt x="553610" y="335151"/>
                    </a:lnTo>
                    <a:lnTo>
                      <a:pt x="137261" y="787518"/>
                    </a:lnTo>
                    <a:lnTo>
                      <a:pt x="83087" y="878404"/>
                    </a:lnTo>
                    <a:lnTo>
                      <a:pt x="0" y="1039942"/>
                    </a:lnTo>
                    <a:lnTo>
                      <a:pt x="1360979" y="406092"/>
                    </a:lnTo>
                    <a:lnTo>
                      <a:pt x="1383540" y="403403"/>
                    </a:lnTo>
                    <a:lnTo>
                      <a:pt x="1406233" y="405522"/>
                    </a:lnTo>
                    <a:lnTo>
                      <a:pt x="1426684" y="411759"/>
                    </a:lnTo>
                    <a:lnTo>
                      <a:pt x="1450718" y="425597"/>
                    </a:lnTo>
                    <a:lnTo>
                      <a:pt x="1465893" y="439569"/>
                    </a:lnTo>
                    <a:lnTo>
                      <a:pt x="1482121" y="463458"/>
                    </a:lnTo>
                    <a:lnTo>
                      <a:pt x="1618610" y="399818"/>
                    </a:lnTo>
                    <a:lnTo>
                      <a:pt x="1562295" y="279382"/>
                    </a:lnTo>
                    <a:lnTo>
                      <a:pt x="1424623" y="343527"/>
                    </a:lnTo>
                    <a:lnTo>
                      <a:pt x="1374111" y="235695"/>
                    </a:lnTo>
                    <a:lnTo>
                      <a:pt x="1136901" y="346205"/>
                    </a:lnTo>
                    <a:lnTo>
                      <a:pt x="974957" y="0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42" name="Контур"/>
              <p:cNvSpPr/>
              <p:nvPr/>
            </p:nvSpPr>
            <p:spPr>
              <a:xfrm>
                <a:off x="252000" y="2857051"/>
                <a:ext cx="249219" cy="508721"/>
              </a:xfrm>
              <a:custGeom>
                <a:avLst/>
                <a:gdLst/>
                <a:ahLst/>
                <a:cxnLst/>
                <a:rect l="l" t="t" r="r" b="b"/>
                <a:pathLst>
                  <a:path w="249219" h="508721">
                    <a:moveTo>
                      <a:pt x="0" y="0"/>
                    </a:moveTo>
                    <a:lnTo>
                      <a:pt x="249219" y="244398"/>
                    </a:lnTo>
                    <a:lnTo>
                      <a:pt x="0" y="508721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43" name="Контур"/>
              <p:cNvSpPr/>
              <p:nvPr/>
            </p:nvSpPr>
            <p:spPr>
              <a:xfrm>
                <a:off x="3145420" y="4997295"/>
                <a:ext cx="1026000" cy="916090"/>
              </a:xfrm>
              <a:custGeom>
                <a:avLst/>
                <a:gdLst/>
                <a:ahLst/>
                <a:cxnLst/>
                <a:rect l="l" t="t" r="r" b="b"/>
                <a:pathLst>
                  <a:path w="1026000" h="916090">
                    <a:moveTo>
                      <a:pt x="1026000" y="296783"/>
                    </a:moveTo>
                    <a:lnTo>
                      <a:pt x="802316" y="0"/>
                    </a:lnTo>
                    <a:lnTo>
                      <a:pt x="634472" y="126175"/>
                    </a:lnTo>
                    <a:lnTo>
                      <a:pt x="374686" y="321529"/>
                    </a:lnTo>
                    <a:lnTo>
                      <a:pt x="19149" y="578758"/>
                    </a:lnTo>
                    <a:lnTo>
                      <a:pt x="0" y="650074"/>
                    </a:lnTo>
                    <a:lnTo>
                      <a:pt x="226108" y="916090"/>
                    </a:lnTo>
                    <a:lnTo>
                      <a:pt x="1026000" y="296783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44" name="Контур"/>
              <p:cNvSpPr/>
              <p:nvPr/>
            </p:nvSpPr>
            <p:spPr>
              <a:xfrm>
                <a:off x="7921183" y="1584000"/>
                <a:ext cx="944996" cy="597708"/>
              </a:xfrm>
              <a:custGeom>
                <a:avLst/>
                <a:gdLst/>
                <a:ahLst/>
                <a:cxnLst/>
                <a:rect l="l" t="t" r="r" b="b"/>
                <a:pathLst>
                  <a:path w="944996" h="597708">
                    <a:moveTo>
                      <a:pt x="944996" y="0"/>
                    </a:moveTo>
                    <a:lnTo>
                      <a:pt x="145253" y="591145"/>
                    </a:lnTo>
                    <a:lnTo>
                      <a:pt x="0" y="597708"/>
                    </a:lnTo>
                    <a:lnTo>
                      <a:pt x="373937" y="239959"/>
                    </a:lnTo>
                    <a:lnTo>
                      <a:pt x="682127" y="0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45" name="Контур"/>
              <p:cNvSpPr/>
              <p:nvPr/>
            </p:nvSpPr>
            <p:spPr>
              <a:xfrm>
                <a:off x="1819118" y="2726238"/>
                <a:ext cx="836398" cy="1129948"/>
              </a:xfrm>
              <a:custGeom>
                <a:avLst/>
                <a:gdLst/>
                <a:ahLst/>
                <a:cxnLst/>
                <a:rect l="l" t="t" r="r" b="b"/>
                <a:pathLst>
                  <a:path w="836398" h="1129948">
                    <a:moveTo>
                      <a:pt x="271808" y="411843"/>
                    </a:moveTo>
                    <a:lnTo>
                      <a:pt x="269843" y="569372"/>
                    </a:lnTo>
                    <a:lnTo>
                      <a:pt x="0" y="821969"/>
                    </a:lnTo>
                    <a:lnTo>
                      <a:pt x="289543" y="1129948"/>
                    </a:lnTo>
                    <a:lnTo>
                      <a:pt x="495791" y="936803"/>
                    </a:lnTo>
                    <a:lnTo>
                      <a:pt x="510856" y="813195"/>
                    </a:lnTo>
                    <a:lnTo>
                      <a:pt x="685090" y="660849"/>
                    </a:lnTo>
                    <a:lnTo>
                      <a:pt x="591611" y="554973"/>
                    </a:lnTo>
                    <a:lnTo>
                      <a:pt x="590068" y="410382"/>
                    </a:lnTo>
                    <a:lnTo>
                      <a:pt x="589559" y="363789"/>
                    </a:lnTo>
                    <a:lnTo>
                      <a:pt x="836398" y="132717"/>
                    </a:lnTo>
                    <a:lnTo>
                      <a:pt x="711677" y="0"/>
                    </a:lnTo>
                    <a:lnTo>
                      <a:pt x="335627" y="352089"/>
                    </a:lnTo>
                    <a:lnTo>
                      <a:pt x="271808" y="411843"/>
                    </a:lnTo>
                    <a:close/>
                  </a:path>
                </a:pathLst>
              </a:custGeom>
              <a:solidFill>
                <a:srgbClr val="B9E592"/>
              </a:solidFill>
              <a:ln>
                <a:noFill/>
              </a:ln>
            </p:spPr>
          </p:sp>
          <p:sp>
            <p:nvSpPr>
              <p:cNvPr id="46" name="Контур"/>
              <p:cNvSpPr/>
              <p:nvPr/>
            </p:nvSpPr>
            <p:spPr>
              <a:xfrm>
                <a:off x="252000" y="7070565"/>
                <a:ext cx="1409191" cy="947239"/>
              </a:xfrm>
              <a:custGeom>
                <a:avLst/>
                <a:gdLst/>
                <a:ahLst/>
                <a:cxnLst/>
                <a:rect l="l" t="t" r="r" b="b"/>
                <a:pathLst>
                  <a:path w="1409191" h="947239">
                    <a:moveTo>
                      <a:pt x="0" y="947239"/>
                    </a:moveTo>
                    <a:lnTo>
                      <a:pt x="69837" y="889665"/>
                    </a:lnTo>
                    <a:lnTo>
                      <a:pt x="101588" y="885042"/>
                    </a:lnTo>
                    <a:lnTo>
                      <a:pt x="219398" y="819685"/>
                    </a:lnTo>
                    <a:lnTo>
                      <a:pt x="448815" y="643601"/>
                    </a:lnTo>
                    <a:lnTo>
                      <a:pt x="515327" y="623821"/>
                    </a:lnTo>
                    <a:lnTo>
                      <a:pt x="584831" y="588799"/>
                    </a:lnTo>
                    <a:lnTo>
                      <a:pt x="652784" y="546267"/>
                    </a:lnTo>
                    <a:lnTo>
                      <a:pt x="803714" y="433994"/>
                    </a:lnTo>
                    <a:lnTo>
                      <a:pt x="861130" y="411040"/>
                    </a:lnTo>
                    <a:lnTo>
                      <a:pt x="991041" y="338122"/>
                    </a:lnTo>
                    <a:lnTo>
                      <a:pt x="1019813" y="336515"/>
                    </a:lnTo>
                    <a:lnTo>
                      <a:pt x="1047022" y="324291"/>
                    </a:lnTo>
                    <a:lnTo>
                      <a:pt x="1133049" y="271172"/>
                    </a:lnTo>
                    <a:lnTo>
                      <a:pt x="1195045" y="251307"/>
                    </a:lnTo>
                    <a:lnTo>
                      <a:pt x="1247859" y="204320"/>
                    </a:lnTo>
                    <a:lnTo>
                      <a:pt x="1330960" y="169248"/>
                    </a:lnTo>
                    <a:lnTo>
                      <a:pt x="1395750" y="95061"/>
                    </a:lnTo>
                    <a:lnTo>
                      <a:pt x="1409191" y="36092"/>
                    </a:lnTo>
                    <a:lnTo>
                      <a:pt x="1393965" y="7388"/>
                    </a:lnTo>
                    <a:lnTo>
                      <a:pt x="1359123" y="0"/>
                    </a:lnTo>
                    <a:lnTo>
                      <a:pt x="1294080" y="19876"/>
                    </a:lnTo>
                    <a:lnTo>
                      <a:pt x="1055722" y="233675"/>
                    </a:lnTo>
                    <a:lnTo>
                      <a:pt x="996838" y="271665"/>
                    </a:lnTo>
                    <a:lnTo>
                      <a:pt x="750518" y="375266"/>
                    </a:lnTo>
                    <a:lnTo>
                      <a:pt x="703776" y="416218"/>
                    </a:lnTo>
                    <a:lnTo>
                      <a:pt x="637466" y="491911"/>
                    </a:lnTo>
                    <a:lnTo>
                      <a:pt x="620924" y="520730"/>
                    </a:lnTo>
                    <a:lnTo>
                      <a:pt x="595260" y="538960"/>
                    </a:lnTo>
                    <a:lnTo>
                      <a:pt x="407773" y="590941"/>
                    </a:lnTo>
                    <a:lnTo>
                      <a:pt x="317074" y="632051"/>
                    </a:lnTo>
                    <a:lnTo>
                      <a:pt x="143464" y="745907"/>
                    </a:lnTo>
                    <a:lnTo>
                      <a:pt x="74112" y="823214"/>
                    </a:lnTo>
                    <a:lnTo>
                      <a:pt x="46923" y="841449"/>
                    </a:lnTo>
                    <a:lnTo>
                      <a:pt x="0" y="852973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47" name="Контур"/>
              <p:cNvSpPr/>
              <p:nvPr/>
            </p:nvSpPr>
            <p:spPr>
              <a:xfrm>
                <a:off x="2805476" y="4489548"/>
                <a:ext cx="2547973" cy="1866864"/>
              </a:xfrm>
              <a:custGeom>
                <a:avLst/>
                <a:gdLst/>
                <a:ahLst/>
                <a:cxnLst/>
                <a:rect l="l" t="t" r="r" b="b"/>
                <a:pathLst>
                  <a:path w="2547973" h="1866864">
                    <a:moveTo>
                      <a:pt x="13759" y="1866864"/>
                    </a:moveTo>
                    <a:lnTo>
                      <a:pt x="107243" y="1771327"/>
                    </a:lnTo>
                    <a:lnTo>
                      <a:pt x="214503" y="1709007"/>
                    </a:lnTo>
                    <a:lnTo>
                      <a:pt x="342772" y="1605827"/>
                    </a:lnTo>
                    <a:lnTo>
                      <a:pt x="425859" y="1567845"/>
                    </a:lnTo>
                    <a:lnTo>
                      <a:pt x="552636" y="1473688"/>
                    </a:lnTo>
                    <a:lnTo>
                      <a:pt x="613084" y="1447813"/>
                    </a:lnTo>
                    <a:lnTo>
                      <a:pt x="797195" y="1309655"/>
                    </a:lnTo>
                    <a:lnTo>
                      <a:pt x="869673" y="1271712"/>
                    </a:lnTo>
                    <a:lnTo>
                      <a:pt x="943597" y="1197388"/>
                    </a:lnTo>
                    <a:lnTo>
                      <a:pt x="1029656" y="1139754"/>
                    </a:lnTo>
                    <a:lnTo>
                      <a:pt x="1098969" y="1069956"/>
                    </a:lnTo>
                    <a:lnTo>
                      <a:pt x="1148809" y="1028989"/>
                    </a:lnTo>
                    <a:lnTo>
                      <a:pt x="1286168" y="943909"/>
                    </a:lnTo>
                    <a:lnTo>
                      <a:pt x="1346620" y="919536"/>
                    </a:lnTo>
                    <a:lnTo>
                      <a:pt x="1470387" y="820978"/>
                    </a:lnTo>
                    <a:lnTo>
                      <a:pt x="1518624" y="773904"/>
                    </a:lnTo>
                    <a:lnTo>
                      <a:pt x="1598683" y="726812"/>
                    </a:lnTo>
                    <a:lnTo>
                      <a:pt x="1723933" y="632757"/>
                    </a:lnTo>
                    <a:lnTo>
                      <a:pt x="1744996" y="607027"/>
                    </a:lnTo>
                    <a:lnTo>
                      <a:pt x="1776784" y="597790"/>
                    </a:lnTo>
                    <a:lnTo>
                      <a:pt x="1828129" y="567439"/>
                    </a:lnTo>
                    <a:lnTo>
                      <a:pt x="1849198" y="543211"/>
                    </a:lnTo>
                    <a:lnTo>
                      <a:pt x="1956295" y="453632"/>
                    </a:lnTo>
                    <a:lnTo>
                      <a:pt x="2077124" y="385244"/>
                    </a:lnTo>
                    <a:lnTo>
                      <a:pt x="2129947" y="342762"/>
                    </a:lnTo>
                    <a:lnTo>
                      <a:pt x="2160127" y="326116"/>
                    </a:lnTo>
                    <a:lnTo>
                      <a:pt x="2240089" y="253270"/>
                    </a:lnTo>
                    <a:lnTo>
                      <a:pt x="2344245" y="177429"/>
                    </a:lnTo>
                    <a:lnTo>
                      <a:pt x="2363790" y="153207"/>
                    </a:lnTo>
                    <a:lnTo>
                      <a:pt x="2504369" y="101278"/>
                    </a:lnTo>
                    <a:lnTo>
                      <a:pt x="2526972" y="80051"/>
                    </a:lnTo>
                    <a:lnTo>
                      <a:pt x="2547973" y="22555"/>
                    </a:lnTo>
                    <a:lnTo>
                      <a:pt x="2523627" y="0"/>
                    </a:lnTo>
                    <a:lnTo>
                      <a:pt x="2428399" y="18491"/>
                    </a:lnTo>
                    <a:lnTo>
                      <a:pt x="2217189" y="194435"/>
                    </a:lnTo>
                    <a:lnTo>
                      <a:pt x="1981659" y="355437"/>
                    </a:lnTo>
                    <a:lnTo>
                      <a:pt x="1844432" y="475190"/>
                    </a:lnTo>
                    <a:lnTo>
                      <a:pt x="1758354" y="526914"/>
                    </a:lnTo>
                    <a:lnTo>
                      <a:pt x="1699398" y="543766"/>
                    </a:lnTo>
                    <a:lnTo>
                      <a:pt x="1652622" y="589232"/>
                    </a:lnTo>
                    <a:lnTo>
                      <a:pt x="1568061" y="639346"/>
                    </a:lnTo>
                    <a:lnTo>
                      <a:pt x="1471553" y="724276"/>
                    </a:lnTo>
                    <a:lnTo>
                      <a:pt x="1303879" y="820090"/>
                    </a:lnTo>
                    <a:lnTo>
                      <a:pt x="1166592" y="939841"/>
                    </a:lnTo>
                    <a:lnTo>
                      <a:pt x="1083575" y="996061"/>
                    </a:lnTo>
                    <a:lnTo>
                      <a:pt x="1011187" y="1058255"/>
                    </a:lnTo>
                    <a:lnTo>
                      <a:pt x="900951" y="1123594"/>
                    </a:lnTo>
                    <a:lnTo>
                      <a:pt x="879825" y="1147821"/>
                    </a:lnTo>
                    <a:lnTo>
                      <a:pt x="824020" y="1193319"/>
                    </a:lnTo>
                    <a:lnTo>
                      <a:pt x="642828" y="1311826"/>
                    </a:lnTo>
                    <a:lnTo>
                      <a:pt x="567398" y="1375533"/>
                    </a:lnTo>
                    <a:lnTo>
                      <a:pt x="467894" y="1475502"/>
                    </a:lnTo>
                    <a:lnTo>
                      <a:pt x="165897" y="1671408"/>
                    </a:lnTo>
                    <a:lnTo>
                      <a:pt x="123700" y="1719961"/>
                    </a:lnTo>
                    <a:lnTo>
                      <a:pt x="19598" y="1797300"/>
                    </a:lnTo>
                    <a:lnTo>
                      <a:pt x="0" y="1823024"/>
                    </a:lnTo>
                    <a:lnTo>
                      <a:pt x="13759" y="1866864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48" name="Контур"/>
              <p:cNvSpPr/>
              <p:nvPr/>
            </p:nvSpPr>
            <p:spPr>
              <a:xfrm>
                <a:off x="4821056" y="4376091"/>
                <a:ext cx="1146418" cy="829431"/>
              </a:xfrm>
              <a:custGeom>
                <a:avLst/>
                <a:gdLst/>
                <a:ahLst/>
                <a:cxnLst/>
                <a:rect l="l" t="t" r="r" b="b"/>
                <a:pathLst>
                  <a:path w="1146418" h="829431">
                    <a:moveTo>
                      <a:pt x="47255" y="829431"/>
                    </a:moveTo>
                    <a:lnTo>
                      <a:pt x="421178" y="604183"/>
                    </a:lnTo>
                    <a:lnTo>
                      <a:pt x="633350" y="549884"/>
                    </a:lnTo>
                    <a:lnTo>
                      <a:pt x="959991" y="310979"/>
                    </a:lnTo>
                    <a:lnTo>
                      <a:pt x="1146418" y="162079"/>
                    </a:lnTo>
                    <a:lnTo>
                      <a:pt x="1025125" y="0"/>
                    </a:lnTo>
                    <a:lnTo>
                      <a:pt x="0" y="745735"/>
                    </a:lnTo>
                    <a:lnTo>
                      <a:pt x="47255" y="829431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49" name="Контур"/>
              <p:cNvSpPr/>
              <p:nvPr/>
            </p:nvSpPr>
            <p:spPr>
              <a:xfrm>
                <a:off x="4685500" y="10168739"/>
                <a:ext cx="39046" cy="19261"/>
              </a:xfrm>
              <a:custGeom>
                <a:avLst/>
                <a:gdLst/>
                <a:ahLst/>
                <a:cxnLst/>
                <a:rect l="l" t="t" r="r" b="b"/>
                <a:pathLst>
                  <a:path w="39046" h="19261">
                    <a:moveTo>
                      <a:pt x="29965" y="0"/>
                    </a:moveTo>
                    <a:lnTo>
                      <a:pt x="39046" y="19261"/>
                    </a:lnTo>
                    <a:lnTo>
                      <a:pt x="0" y="19261"/>
                    </a:lnTo>
                    <a:lnTo>
                      <a:pt x="9522" y="10998"/>
                    </a:lnTo>
                    <a:close/>
                  </a:path>
                </a:pathLst>
              </a:custGeom>
              <a:solidFill>
                <a:srgbClr val="B9E592"/>
              </a:solidFill>
              <a:ln>
                <a:noFill/>
              </a:ln>
            </p:spPr>
          </p:sp>
          <p:sp>
            <p:nvSpPr>
              <p:cNvPr id="50" name="Контур"/>
              <p:cNvSpPr/>
              <p:nvPr/>
            </p:nvSpPr>
            <p:spPr>
              <a:xfrm>
                <a:off x="3048667" y="8330914"/>
                <a:ext cx="585611" cy="538509"/>
              </a:xfrm>
              <a:custGeom>
                <a:avLst/>
                <a:gdLst/>
                <a:ahLst/>
                <a:cxnLst/>
                <a:rect l="l" t="t" r="r" b="b"/>
                <a:pathLst>
                  <a:path w="585611" h="538509">
                    <a:moveTo>
                      <a:pt x="286597" y="476222"/>
                    </a:moveTo>
                    <a:lnTo>
                      <a:pt x="188415" y="538509"/>
                    </a:lnTo>
                    <a:lnTo>
                      <a:pt x="0" y="245700"/>
                    </a:lnTo>
                    <a:lnTo>
                      <a:pt x="408933" y="0"/>
                    </a:lnTo>
                    <a:lnTo>
                      <a:pt x="585611" y="292349"/>
                    </a:lnTo>
                    <a:lnTo>
                      <a:pt x="286597" y="476222"/>
                    </a:lnTo>
                    <a:close/>
                  </a:path>
                </a:pathLst>
              </a:custGeom>
              <a:solidFill>
                <a:srgbClr val="F4B598"/>
              </a:solidFill>
              <a:ln>
                <a:noFill/>
              </a:ln>
            </p:spPr>
          </p:sp>
          <p:sp>
            <p:nvSpPr>
              <p:cNvPr id="51" name="Контур"/>
              <p:cNvSpPr/>
              <p:nvPr/>
            </p:nvSpPr>
            <p:spPr>
              <a:xfrm>
                <a:off x="10174898" y="2241171"/>
                <a:ext cx="121102" cy="303182"/>
              </a:xfrm>
              <a:custGeom>
                <a:avLst/>
                <a:gdLst/>
                <a:ahLst/>
                <a:cxnLst/>
                <a:rect l="l" t="t" r="r" b="b"/>
                <a:pathLst>
                  <a:path w="121102" h="303182">
                    <a:moveTo>
                      <a:pt x="121102" y="0"/>
                    </a:moveTo>
                    <a:lnTo>
                      <a:pt x="121102" y="303182"/>
                    </a:lnTo>
                    <a:lnTo>
                      <a:pt x="36264" y="205150"/>
                    </a:lnTo>
                    <a:lnTo>
                      <a:pt x="5151" y="154466"/>
                    </a:lnTo>
                    <a:lnTo>
                      <a:pt x="65" y="137551"/>
                    </a:lnTo>
                    <a:lnTo>
                      <a:pt x="0" y="120617"/>
                    </a:lnTo>
                    <a:lnTo>
                      <a:pt x="5915" y="103659"/>
                    </a:lnTo>
                    <a:lnTo>
                      <a:pt x="13876" y="90702"/>
                    </a:lnTo>
                    <a:lnTo>
                      <a:pt x="27799" y="72712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52" name="Контур"/>
              <p:cNvSpPr/>
              <p:nvPr/>
            </p:nvSpPr>
            <p:spPr>
              <a:xfrm>
                <a:off x="5616307" y="2190733"/>
                <a:ext cx="189891" cy="186560"/>
              </a:xfrm>
              <a:custGeom>
                <a:avLst/>
                <a:gdLst/>
                <a:ahLst/>
                <a:cxnLst/>
                <a:rect l="l" t="t" r="r" b="b"/>
                <a:pathLst>
                  <a:path w="189891" h="186560">
                    <a:moveTo>
                      <a:pt x="118857" y="0"/>
                    </a:moveTo>
                    <a:lnTo>
                      <a:pt x="0" y="110268"/>
                    </a:lnTo>
                    <a:lnTo>
                      <a:pt x="71090" y="186560"/>
                    </a:lnTo>
                    <a:lnTo>
                      <a:pt x="189891" y="76291"/>
                    </a:lnTo>
                    <a:lnTo>
                      <a:pt x="118857" y="0"/>
                    </a:lnTo>
                    <a:close/>
                  </a:path>
                </a:pathLst>
              </a:custGeom>
              <a:solidFill>
                <a:srgbClr val="B9E592"/>
              </a:solidFill>
              <a:ln>
                <a:noFill/>
              </a:ln>
            </p:spPr>
          </p:sp>
          <p:sp>
            <p:nvSpPr>
              <p:cNvPr id="53" name="Контур"/>
              <p:cNvSpPr/>
              <p:nvPr/>
            </p:nvSpPr>
            <p:spPr>
              <a:xfrm>
                <a:off x="4510972" y="9841865"/>
                <a:ext cx="131968" cy="147677"/>
              </a:xfrm>
              <a:custGeom>
                <a:avLst/>
                <a:gdLst/>
                <a:ahLst/>
                <a:cxnLst/>
                <a:rect l="l" t="t" r="r" b="b"/>
                <a:pathLst>
                  <a:path w="131968" h="147677">
                    <a:moveTo>
                      <a:pt x="0" y="85436"/>
                    </a:moveTo>
                    <a:lnTo>
                      <a:pt x="24495" y="117211"/>
                    </a:lnTo>
                    <a:lnTo>
                      <a:pt x="50622" y="147677"/>
                    </a:lnTo>
                    <a:lnTo>
                      <a:pt x="131968" y="49375"/>
                    </a:lnTo>
                    <a:lnTo>
                      <a:pt x="97871" y="0"/>
                    </a:lnTo>
                    <a:lnTo>
                      <a:pt x="0" y="85436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54" name="Контур"/>
              <p:cNvSpPr/>
              <p:nvPr/>
            </p:nvSpPr>
            <p:spPr>
              <a:xfrm>
                <a:off x="8379932" y="5987418"/>
                <a:ext cx="1916068" cy="1258727"/>
              </a:xfrm>
              <a:custGeom>
                <a:avLst/>
                <a:gdLst/>
                <a:ahLst/>
                <a:cxnLst/>
                <a:rect l="l" t="t" r="r" b="b"/>
                <a:pathLst>
                  <a:path w="1916068" h="1258727">
                    <a:moveTo>
                      <a:pt x="1916068" y="258325"/>
                    </a:moveTo>
                    <a:lnTo>
                      <a:pt x="1733118" y="364412"/>
                    </a:lnTo>
                    <a:lnTo>
                      <a:pt x="1382930" y="454319"/>
                    </a:lnTo>
                    <a:lnTo>
                      <a:pt x="1359440" y="464489"/>
                    </a:lnTo>
                    <a:lnTo>
                      <a:pt x="1203651" y="503368"/>
                    </a:lnTo>
                    <a:lnTo>
                      <a:pt x="956606" y="0"/>
                    </a:lnTo>
                    <a:lnTo>
                      <a:pt x="0" y="451160"/>
                    </a:lnTo>
                    <a:lnTo>
                      <a:pt x="375922" y="1246577"/>
                    </a:lnTo>
                    <a:lnTo>
                      <a:pt x="381592" y="1258727"/>
                    </a:lnTo>
                    <a:lnTo>
                      <a:pt x="1916068" y="526497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55" name="Контур"/>
              <p:cNvSpPr/>
              <p:nvPr/>
            </p:nvSpPr>
            <p:spPr>
              <a:xfrm>
                <a:off x="7506577" y="5751169"/>
                <a:ext cx="1829961" cy="974412"/>
              </a:xfrm>
              <a:custGeom>
                <a:avLst/>
                <a:gdLst/>
                <a:ahLst/>
                <a:cxnLst/>
                <a:rect l="l" t="t" r="r" b="b"/>
                <a:pathLst>
                  <a:path w="1829961" h="974412">
                    <a:moveTo>
                      <a:pt x="1829961" y="236249"/>
                    </a:moveTo>
                    <a:lnTo>
                      <a:pt x="1803502" y="182519"/>
                    </a:lnTo>
                    <a:lnTo>
                      <a:pt x="1713954" y="0"/>
                    </a:lnTo>
                    <a:lnTo>
                      <a:pt x="551608" y="559608"/>
                    </a:lnTo>
                    <a:lnTo>
                      <a:pt x="183240" y="736994"/>
                    </a:lnTo>
                    <a:lnTo>
                      <a:pt x="0" y="825282"/>
                    </a:lnTo>
                    <a:lnTo>
                      <a:pt x="71099" y="974412"/>
                    </a:lnTo>
                    <a:lnTo>
                      <a:pt x="623517" y="712607"/>
                    </a:lnTo>
                    <a:lnTo>
                      <a:pt x="837446" y="611269"/>
                    </a:lnTo>
                    <a:lnTo>
                      <a:pt x="873355" y="687409"/>
                    </a:lnTo>
                    <a:lnTo>
                      <a:pt x="1829961" y="236249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56" name="Контур"/>
              <p:cNvSpPr/>
              <p:nvPr/>
            </p:nvSpPr>
            <p:spPr>
              <a:xfrm>
                <a:off x="7383374" y="4724633"/>
                <a:ext cx="1837157" cy="1763530"/>
              </a:xfrm>
              <a:custGeom>
                <a:avLst/>
                <a:gdLst/>
                <a:ahLst/>
                <a:cxnLst/>
                <a:rect l="l" t="t" r="r" b="b"/>
                <a:pathLst>
                  <a:path w="1837157" h="1763530">
                    <a:moveTo>
                      <a:pt x="306443" y="1763530"/>
                    </a:moveTo>
                    <a:lnTo>
                      <a:pt x="1837157" y="1026536"/>
                    </a:lnTo>
                    <a:lnTo>
                      <a:pt x="1675250" y="696597"/>
                    </a:lnTo>
                    <a:lnTo>
                      <a:pt x="1447285" y="179099"/>
                    </a:lnTo>
                    <a:lnTo>
                      <a:pt x="1449806" y="156239"/>
                    </a:lnTo>
                    <a:lnTo>
                      <a:pt x="1471585" y="150119"/>
                    </a:lnTo>
                    <a:lnTo>
                      <a:pt x="1399947" y="6750"/>
                    </a:lnTo>
                    <a:lnTo>
                      <a:pt x="1392117" y="0"/>
                    </a:lnTo>
                    <a:lnTo>
                      <a:pt x="356399" y="801077"/>
                    </a:lnTo>
                    <a:lnTo>
                      <a:pt x="415618" y="872087"/>
                    </a:lnTo>
                    <a:lnTo>
                      <a:pt x="367108" y="909616"/>
                    </a:lnTo>
                    <a:lnTo>
                      <a:pt x="334349" y="869297"/>
                    </a:lnTo>
                    <a:lnTo>
                      <a:pt x="282779" y="910246"/>
                    </a:lnTo>
                    <a:lnTo>
                      <a:pt x="256229" y="878566"/>
                    </a:lnTo>
                    <a:lnTo>
                      <a:pt x="0" y="1076743"/>
                    </a:lnTo>
                    <a:lnTo>
                      <a:pt x="34019" y="1119403"/>
                    </a:lnTo>
                    <a:lnTo>
                      <a:pt x="7829" y="1143342"/>
                    </a:lnTo>
                    <a:lnTo>
                      <a:pt x="306443" y="176353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57" name="Контур"/>
              <p:cNvSpPr/>
              <p:nvPr/>
            </p:nvSpPr>
            <p:spPr>
              <a:xfrm>
                <a:off x="7290598" y="3713751"/>
                <a:ext cx="518753" cy="607317"/>
              </a:xfrm>
              <a:custGeom>
                <a:avLst/>
                <a:gdLst/>
                <a:ahLst/>
                <a:cxnLst/>
                <a:rect l="l" t="t" r="r" b="b"/>
                <a:pathLst>
                  <a:path w="518753" h="607317">
                    <a:moveTo>
                      <a:pt x="404093" y="607317"/>
                    </a:moveTo>
                    <a:lnTo>
                      <a:pt x="518753" y="522539"/>
                    </a:lnTo>
                    <a:lnTo>
                      <a:pt x="419575" y="388259"/>
                    </a:lnTo>
                    <a:lnTo>
                      <a:pt x="398425" y="403649"/>
                    </a:lnTo>
                    <a:lnTo>
                      <a:pt x="90810" y="0"/>
                    </a:lnTo>
                    <a:lnTo>
                      <a:pt x="46080" y="30059"/>
                    </a:lnTo>
                    <a:lnTo>
                      <a:pt x="0" y="63899"/>
                    </a:lnTo>
                    <a:lnTo>
                      <a:pt x="404093" y="607317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58" name="Контур"/>
              <p:cNvSpPr/>
              <p:nvPr/>
            </p:nvSpPr>
            <p:spPr>
              <a:xfrm>
                <a:off x="7302658" y="2673277"/>
                <a:ext cx="2126146" cy="2202729"/>
              </a:xfrm>
              <a:custGeom>
                <a:avLst/>
                <a:gdLst/>
                <a:ahLst/>
                <a:cxnLst/>
                <a:rect l="l" t="t" r="r" b="b"/>
                <a:pathLst>
                  <a:path w="2126146" h="2202729">
                    <a:moveTo>
                      <a:pt x="1424337" y="0"/>
                    </a:moveTo>
                    <a:lnTo>
                      <a:pt x="1301758" y="84149"/>
                    </a:lnTo>
                    <a:lnTo>
                      <a:pt x="1297798" y="78749"/>
                    </a:lnTo>
                    <a:lnTo>
                      <a:pt x="1054798" y="258296"/>
                    </a:lnTo>
                    <a:lnTo>
                      <a:pt x="1068478" y="313015"/>
                    </a:lnTo>
                    <a:lnTo>
                      <a:pt x="1089357" y="341725"/>
                    </a:lnTo>
                    <a:lnTo>
                      <a:pt x="1263417" y="214737"/>
                    </a:lnTo>
                    <a:lnTo>
                      <a:pt x="1427124" y="439377"/>
                    </a:lnTo>
                    <a:lnTo>
                      <a:pt x="1118605" y="664733"/>
                    </a:lnTo>
                    <a:lnTo>
                      <a:pt x="1150824" y="707933"/>
                    </a:lnTo>
                    <a:lnTo>
                      <a:pt x="579866" y="1125256"/>
                    </a:lnTo>
                    <a:lnTo>
                      <a:pt x="611275" y="1168276"/>
                    </a:lnTo>
                    <a:lnTo>
                      <a:pt x="524695" y="1231815"/>
                    </a:lnTo>
                    <a:lnTo>
                      <a:pt x="423807" y="1096366"/>
                    </a:lnTo>
                    <a:lnTo>
                      <a:pt x="385647" y="1124805"/>
                    </a:lnTo>
                    <a:lnTo>
                      <a:pt x="324538" y="1045965"/>
                    </a:lnTo>
                    <a:lnTo>
                      <a:pt x="364678" y="1014466"/>
                    </a:lnTo>
                    <a:lnTo>
                      <a:pt x="296639" y="919966"/>
                    </a:lnTo>
                    <a:lnTo>
                      <a:pt x="878578" y="495533"/>
                    </a:lnTo>
                    <a:lnTo>
                      <a:pt x="857518" y="466643"/>
                    </a:lnTo>
                    <a:lnTo>
                      <a:pt x="882808" y="448193"/>
                    </a:lnTo>
                    <a:lnTo>
                      <a:pt x="847799" y="407603"/>
                    </a:lnTo>
                    <a:lnTo>
                      <a:pt x="91170" y="955514"/>
                    </a:lnTo>
                    <a:lnTo>
                      <a:pt x="0" y="1016893"/>
                    </a:lnTo>
                    <a:lnTo>
                      <a:pt x="34020" y="1070533"/>
                    </a:lnTo>
                    <a:lnTo>
                      <a:pt x="78750" y="1040474"/>
                    </a:lnTo>
                    <a:lnTo>
                      <a:pt x="386365" y="1444123"/>
                    </a:lnTo>
                    <a:lnTo>
                      <a:pt x="407515" y="1428733"/>
                    </a:lnTo>
                    <a:lnTo>
                      <a:pt x="506693" y="1563013"/>
                    </a:lnTo>
                    <a:lnTo>
                      <a:pt x="392033" y="1647791"/>
                    </a:lnTo>
                    <a:lnTo>
                      <a:pt x="464932" y="1748501"/>
                    </a:lnTo>
                    <a:lnTo>
                      <a:pt x="475912" y="1754891"/>
                    </a:lnTo>
                    <a:lnTo>
                      <a:pt x="596780" y="1906271"/>
                    </a:lnTo>
                    <a:lnTo>
                      <a:pt x="609470" y="1964411"/>
                    </a:lnTo>
                    <a:lnTo>
                      <a:pt x="687048" y="2202729"/>
                    </a:lnTo>
                    <a:lnTo>
                      <a:pt x="807377" y="2107871"/>
                    </a:lnTo>
                    <a:lnTo>
                      <a:pt x="801707" y="2101391"/>
                    </a:lnTo>
                    <a:lnTo>
                      <a:pt x="2080605" y="1117077"/>
                    </a:lnTo>
                    <a:lnTo>
                      <a:pt x="2020036" y="1040577"/>
                    </a:lnTo>
                    <a:lnTo>
                      <a:pt x="2103376" y="971458"/>
                    </a:lnTo>
                    <a:lnTo>
                      <a:pt x="2078176" y="937708"/>
                    </a:lnTo>
                    <a:lnTo>
                      <a:pt x="2126146" y="901888"/>
                    </a:lnTo>
                    <a:lnTo>
                      <a:pt x="1493546" y="80190"/>
                    </a:lnTo>
                    <a:lnTo>
                      <a:pt x="1424337" y="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59" name="Контур"/>
              <p:cNvSpPr/>
              <p:nvPr/>
            </p:nvSpPr>
            <p:spPr>
              <a:xfrm>
                <a:off x="7599297" y="2888014"/>
                <a:ext cx="1130485" cy="1017078"/>
              </a:xfrm>
              <a:custGeom>
                <a:avLst/>
                <a:gdLst/>
                <a:ahLst/>
                <a:cxnLst/>
                <a:rect l="l" t="t" r="r" b="b"/>
                <a:pathLst>
                  <a:path w="1130485" h="1017078">
                    <a:moveTo>
                      <a:pt x="0" y="705229"/>
                    </a:moveTo>
                    <a:lnTo>
                      <a:pt x="68039" y="799729"/>
                    </a:lnTo>
                    <a:lnTo>
                      <a:pt x="27899" y="831228"/>
                    </a:lnTo>
                    <a:lnTo>
                      <a:pt x="89008" y="910068"/>
                    </a:lnTo>
                    <a:lnTo>
                      <a:pt x="127168" y="881629"/>
                    </a:lnTo>
                    <a:lnTo>
                      <a:pt x="228056" y="1017078"/>
                    </a:lnTo>
                    <a:lnTo>
                      <a:pt x="314636" y="953539"/>
                    </a:lnTo>
                    <a:lnTo>
                      <a:pt x="283227" y="910519"/>
                    </a:lnTo>
                    <a:lnTo>
                      <a:pt x="854185" y="493196"/>
                    </a:lnTo>
                    <a:lnTo>
                      <a:pt x="821966" y="449996"/>
                    </a:lnTo>
                    <a:lnTo>
                      <a:pt x="1130485" y="224640"/>
                    </a:lnTo>
                    <a:lnTo>
                      <a:pt x="966778" y="0"/>
                    </a:lnTo>
                    <a:lnTo>
                      <a:pt x="0" y="705229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60" name="Контур"/>
              <p:cNvSpPr/>
              <p:nvPr/>
            </p:nvSpPr>
            <p:spPr>
              <a:xfrm>
                <a:off x="9791049" y="3815287"/>
                <a:ext cx="504951" cy="1181999"/>
              </a:xfrm>
              <a:custGeom>
                <a:avLst/>
                <a:gdLst/>
                <a:ahLst/>
                <a:cxnLst/>
                <a:rect l="l" t="t" r="r" b="b"/>
                <a:pathLst>
                  <a:path w="504951" h="1181999">
                    <a:moveTo>
                      <a:pt x="504951" y="722365"/>
                    </a:moveTo>
                    <a:lnTo>
                      <a:pt x="160200" y="0"/>
                    </a:lnTo>
                    <a:lnTo>
                      <a:pt x="0" y="123928"/>
                    </a:lnTo>
                    <a:lnTo>
                      <a:pt x="504951" y="11819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1" name="Контур"/>
              <p:cNvSpPr/>
              <p:nvPr/>
            </p:nvSpPr>
            <p:spPr>
              <a:xfrm>
                <a:off x="8775581" y="3939215"/>
                <a:ext cx="1520419" cy="1994473"/>
              </a:xfrm>
              <a:custGeom>
                <a:avLst/>
                <a:gdLst/>
                <a:ahLst/>
                <a:cxnLst/>
                <a:rect l="l" t="t" r="r" b="b"/>
                <a:pathLst>
                  <a:path w="1520419" h="1994473">
                    <a:moveTo>
                      <a:pt x="283043" y="1482015"/>
                    </a:moveTo>
                    <a:lnTo>
                      <a:pt x="62548" y="981707"/>
                    </a:lnTo>
                    <a:lnTo>
                      <a:pt x="79378" y="935537"/>
                    </a:lnTo>
                    <a:lnTo>
                      <a:pt x="7740" y="792168"/>
                    </a:lnTo>
                    <a:lnTo>
                      <a:pt x="0" y="785418"/>
                    </a:lnTo>
                    <a:lnTo>
                      <a:pt x="1015468" y="0"/>
                    </a:lnTo>
                    <a:lnTo>
                      <a:pt x="1520419" y="1058071"/>
                    </a:lnTo>
                    <a:lnTo>
                      <a:pt x="1520419" y="1524183"/>
                    </a:lnTo>
                    <a:lnTo>
                      <a:pt x="534588" y="1994473"/>
                    </a:lnTo>
                    <a:close/>
                    <a:moveTo>
                      <a:pt x="166770" y="678410"/>
                    </a:moveTo>
                    <a:lnTo>
                      <a:pt x="101250" y="729709"/>
                    </a:lnTo>
                    <a:lnTo>
                      <a:pt x="139229" y="779029"/>
                    </a:lnTo>
                    <a:lnTo>
                      <a:pt x="204569" y="727550"/>
                    </a:lnTo>
                    <a:close/>
                    <a:moveTo>
                      <a:pt x="1185740" y="991254"/>
                    </a:moveTo>
                    <a:lnTo>
                      <a:pt x="1150191" y="917815"/>
                    </a:lnTo>
                    <a:lnTo>
                      <a:pt x="1100241" y="940314"/>
                    </a:lnTo>
                    <a:lnTo>
                      <a:pt x="1135430" y="1013394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62" name="Контур"/>
              <p:cNvSpPr/>
              <p:nvPr/>
            </p:nvSpPr>
            <p:spPr>
              <a:xfrm>
                <a:off x="9424857" y="1584000"/>
                <a:ext cx="229459" cy="326358"/>
              </a:xfrm>
              <a:custGeom>
                <a:avLst/>
                <a:gdLst/>
                <a:ahLst/>
                <a:cxnLst/>
                <a:rect l="l" t="t" r="r" b="b"/>
                <a:pathLst>
                  <a:path w="229459" h="326358">
                    <a:moveTo>
                      <a:pt x="0" y="81649"/>
                    </a:moveTo>
                    <a:lnTo>
                      <a:pt x="77308" y="289278"/>
                    </a:lnTo>
                    <a:lnTo>
                      <a:pt x="91078" y="326358"/>
                    </a:lnTo>
                    <a:lnTo>
                      <a:pt x="168567" y="310339"/>
                    </a:lnTo>
                    <a:lnTo>
                      <a:pt x="187018" y="209359"/>
                    </a:lnTo>
                    <a:lnTo>
                      <a:pt x="229459" y="0"/>
                    </a:lnTo>
                    <a:lnTo>
                      <a:pt x="104587" y="0"/>
                    </a:lnTo>
                    <a:lnTo>
                      <a:pt x="43290" y="4142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63" name="Контур"/>
              <p:cNvSpPr/>
              <p:nvPr/>
            </p:nvSpPr>
            <p:spPr>
              <a:xfrm>
                <a:off x="8830659" y="4874752"/>
                <a:ext cx="24300" cy="46170"/>
              </a:xfrm>
              <a:custGeom>
                <a:avLst/>
                <a:gdLst/>
                <a:ahLst/>
                <a:cxnLst/>
                <a:rect l="l" t="t" r="r" b="b"/>
                <a:pathLst>
                  <a:path w="24300" h="46170">
                    <a:moveTo>
                      <a:pt x="7470" y="46170"/>
                    </a:moveTo>
                    <a:lnTo>
                      <a:pt x="24300" y="0"/>
                    </a:lnTo>
                    <a:lnTo>
                      <a:pt x="2521" y="6120"/>
                    </a:lnTo>
                    <a:lnTo>
                      <a:pt x="0" y="28980"/>
                    </a:lnTo>
                    <a:lnTo>
                      <a:pt x="7470" y="4617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4" name="Контур"/>
              <p:cNvSpPr/>
              <p:nvPr/>
            </p:nvSpPr>
            <p:spPr>
              <a:xfrm>
                <a:off x="9237929" y="1584000"/>
                <a:ext cx="291515" cy="116568"/>
              </a:xfrm>
              <a:custGeom>
                <a:avLst/>
                <a:gdLst/>
                <a:ahLst/>
                <a:cxnLst/>
                <a:rect l="l" t="t" r="r" b="b"/>
                <a:pathLst>
                  <a:path w="291515" h="116568">
                    <a:moveTo>
                      <a:pt x="0" y="0"/>
                    </a:moveTo>
                    <a:lnTo>
                      <a:pt x="82439" y="116568"/>
                    </a:lnTo>
                    <a:lnTo>
                      <a:pt x="186928" y="81649"/>
                    </a:lnTo>
                    <a:lnTo>
                      <a:pt x="230218" y="41420"/>
                    </a:lnTo>
                    <a:lnTo>
                      <a:pt x="291515" y="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65" name="Контур"/>
              <p:cNvSpPr/>
              <p:nvPr/>
            </p:nvSpPr>
            <p:spPr>
              <a:xfrm>
                <a:off x="8836170" y="1584000"/>
                <a:ext cx="679765" cy="426255"/>
              </a:xfrm>
              <a:custGeom>
                <a:avLst/>
                <a:gdLst/>
                <a:ahLst/>
                <a:cxnLst/>
                <a:rect l="l" t="t" r="r" b="b"/>
                <a:pathLst>
                  <a:path w="679765" h="426255">
                    <a:moveTo>
                      <a:pt x="0" y="207014"/>
                    </a:moveTo>
                    <a:lnTo>
                      <a:pt x="97379" y="327614"/>
                    </a:lnTo>
                    <a:lnTo>
                      <a:pt x="126628" y="363614"/>
                    </a:lnTo>
                    <a:lnTo>
                      <a:pt x="226348" y="293325"/>
                    </a:lnTo>
                    <a:lnTo>
                      <a:pt x="319947" y="426255"/>
                    </a:lnTo>
                    <a:lnTo>
                      <a:pt x="584905" y="328337"/>
                    </a:lnTo>
                    <a:lnTo>
                      <a:pt x="597325" y="357047"/>
                    </a:lnTo>
                    <a:lnTo>
                      <a:pt x="679765" y="326358"/>
                    </a:lnTo>
                    <a:lnTo>
                      <a:pt x="588687" y="81649"/>
                    </a:lnTo>
                    <a:lnTo>
                      <a:pt x="484198" y="116568"/>
                    </a:lnTo>
                    <a:lnTo>
                      <a:pt x="401759" y="0"/>
                    </a:lnTo>
                    <a:lnTo>
                      <a:pt x="290207" y="0"/>
                    </a:lnTo>
                    <a:lnTo>
                      <a:pt x="258570" y="22517"/>
                    </a:lnTo>
                    <a:lnTo>
                      <a:pt x="71550" y="154185"/>
                    </a:lnTo>
                    <a:lnTo>
                      <a:pt x="73350" y="155625"/>
                    </a:lnTo>
                    <a:lnTo>
                      <a:pt x="27900" y="185504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66" name="Контур"/>
              <p:cNvSpPr/>
              <p:nvPr/>
            </p:nvSpPr>
            <p:spPr>
              <a:xfrm>
                <a:off x="9951249" y="3548635"/>
                <a:ext cx="344751" cy="989017"/>
              </a:xfrm>
              <a:custGeom>
                <a:avLst/>
                <a:gdLst/>
                <a:ahLst/>
                <a:cxnLst/>
                <a:rect l="l" t="t" r="r" b="b"/>
                <a:pathLst>
                  <a:path w="344751" h="989017">
                    <a:moveTo>
                      <a:pt x="344751" y="0"/>
                    </a:moveTo>
                    <a:lnTo>
                      <a:pt x="0" y="266652"/>
                    </a:lnTo>
                    <a:lnTo>
                      <a:pt x="344751" y="989017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67" name="Контур"/>
              <p:cNvSpPr/>
              <p:nvPr/>
            </p:nvSpPr>
            <p:spPr>
              <a:xfrm>
                <a:off x="9785792" y="9115352"/>
                <a:ext cx="510208" cy="545304"/>
              </a:xfrm>
              <a:custGeom>
                <a:avLst/>
                <a:gdLst/>
                <a:ahLst/>
                <a:cxnLst/>
                <a:rect l="l" t="t" r="r" b="b"/>
                <a:pathLst>
                  <a:path w="510208" h="545304">
                    <a:moveTo>
                      <a:pt x="0" y="241285"/>
                    </a:moveTo>
                    <a:lnTo>
                      <a:pt x="121408" y="494724"/>
                    </a:lnTo>
                    <a:lnTo>
                      <a:pt x="145527" y="545304"/>
                    </a:lnTo>
                    <a:lnTo>
                      <a:pt x="510208" y="370713"/>
                    </a:lnTo>
                    <a:lnTo>
                      <a:pt x="510208" y="12528"/>
                    </a:lnTo>
                    <a:lnTo>
                      <a:pt x="504178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68" name="Контур"/>
              <p:cNvSpPr/>
              <p:nvPr/>
            </p:nvSpPr>
            <p:spPr>
              <a:xfrm>
                <a:off x="9687433" y="7798388"/>
                <a:ext cx="608567" cy="1329492"/>
              </a:xfrm>
              <a:custGeom>
                <a:avLst/>
                <a:gdLst/>
                <a:ahLst/>
                <a:cxnLst/>
                <a:rect l="l" t="t" r="r" b="b"/>
                <a:pathLst>
                  <a:path w="608567" h="1329492">
                    <a:moveTo>
                      <a:pt x="0" y="58769"/>
                    </a:moveTo>
                    <a:lnTo>
                      <a:pt x="58679" y="180448"/>
                    </a:lnTo>
                    <a:lnTo>
                      <a:pt x="602537" y="1316964"/>
                    </a:lnTo>
                    <a:lnTo>
                      <a:pt x="608567" y="1329492"/>
                    </a:lnTo>
                    <a:lnTo>
                      <a:pt x="608567" y="1019421"/>
                    </a:lnTo>
                    <a:lnTo>
                      <a:pt x="421463" y="628198"/>
                    </a:lnTo>
                    <a:lnTo>
                      <a:pt x="377904" y="536668"/>
                    </a:lnTo>
                    <a:lnTo>
                      <a:pt x="161009" y="81090"/>
                    </a:lnTo>
                    <a:lnTo>
                      <a:pt x="121950" y="0"/>
                    </a:lnTo>
                    <a:lnTo>
                      <a:pt x="41400" y="388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9" name="Контур"/>
              <p:cNvSpPr/>
              <p:nvPr/>
            </p:nvSpPr>
            <p:spPr>
              <a:xfrm>
                <a:off x="9809383" y="7563892"/>
                <a:ext cx="486617" cy="315586"/>
              </a:xfrm>
              <a:custGeom>
                <a:avLst/>
                <a:gdLst/>
                <a:ahLst/>
                <a:cxnLst/>
                <a:rect l="l" t="t" r="r" b="b"/>
                <a:pathLst>
                  <a:path w="486617" h="315586">
                    <a:moveTo>
                      <a:pt x="486617" y="0"/>
                    </a:moveTo>
                    <a:lnTo>
                      <a:pt x="0" y="234496"/>
                    </a:lnTo>
                    <a:lnTo>
                      <a:pt x="39059" y="315586"/>
                    </a:lnTo>
                    <a:lnTo>
                      <a:pt x="486617" y="9989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0" name="Контур"/>
              <p:cNvSpPr/>
              <p:nvPr/>
            </p:nvSpPr>
            <p:spPr>
              <a:xfrm>
                <a:off x="9242564" y="7978836"/>
                <a:ext cx="1047406" cy="1377801"/>
              </a:xfrm>
              <a:custGeom>
                <a:avLst/>
                <a:gdLst/>
                <a:ahLst/>
                <a:cxnLst/>
                <a:rect l="l" t="t" r="r" b="b"/>
                <a:pathLst>
                  <a:path w="1047406" h="1377801">
                    <a:moveTo>
                      <a:pt x="0" y="242635"/>
                    </a:moveTo>
                    <a:lnTo>
                      <a:pt x="543228" y="1377801"/>
                    </a:lnTo>
                    <a:lnTo>
                      <a:pt x="1047406" y="1136516"/>
                    </a:lnTo>
                    <a:lnTo>
                      <a:pt x="503548" y="0"/>
                    </a:lnTo>
                    <a:lnTo>
                      <a:pt x="0" y="242635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71" name="Контур"/>
              <p:cNvSpPr/>
              <p:nvPr/>
            </p:nvSpPr>
            <p:spPr>
              <a:xfrm>
                <a:off x="9310169" y="5463398"/>
                <a:ext cx="985831" cy="529240"/>
              </a:xfrm>
              <a:custGeom>
                <a:avLst/>
                <a:gdLst/>
                <a:ahLst/>
                <a:cxnLst/>
                <a:rect l="l" t="t" r="r" b="b"/>
                <a:pathLst>
                  <a:path w="985831" h="529240">
                    <a:moveTo>
                      <a:pt x="28889" y="529240"/>
                    </a:moveTo>
                    <a:lnTo>
                      <a:pt x="985831" y="72598"/>
                    </a:lnTo>
                    <a:lnTo>
                      <a:pt x="985831" y="0"/>
                    </a:lnTo>
                    <a:lnTo>
                      <a:pt x="0" y="47029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72" name="Контур"/>
              <p:cNvSpPr/>
              <p:nvPr/>
            </p:nvSpPr>
            <p:spPr>
              <a:xfrm>
                <a:off x="9848442" y="7663782"/>
                <a:ext cx="447558" cy="1154027"/>
              </a:xfrm>
              <a:custGeom>
                <a:avLst/>
                <a:gdLst/>
                <a:ahLst/>
                <a:cxnLst/>
                <a:rect l="l" t="t" r="r" b="b"/>
                <a:pathLst>
                  <a:path w="447558" h="1154027">
                    <a:moveTo>
                      <a:pt x="447558" y="0"/>
                    </a:moveTo>
                    <a:lnTo>
                      <a:pt x="0" y="215696"/>
                    </a:lnTo>
                    <a:lnTo>
                      <a:pt x="216895" y="671274"/>
                    </a:lnTo>
                    <a:lnTo>
                      <a:pt x="260454" y="762804"/>
                    </a:lnTo>
                    <a:lnTo>
                      <a:pt x="447558" y="1154027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73" name="Контур"/>
              <p:cNvSpPr/>
              <p:nvPr/>
            </p:nvSpPr>
            <p:spPr>
              <a:xfrm>
                <a:off x="9339058" y="5535996"/>
                <a:ext cx="956942" cy="954790"/>
              </a:xfrm>
              <a:custGeom>
                <a:avLst/>
                <a:gdLst/>
                <a:ahLst/>
                <a:cxnLst/>
                <a:rect l="l" t="t" r="r" b="b"/>
                <a:pathLst>
                  <a:path w="956942" h="954790">
                    <a:moveTo>
                      <a:pt x="400314" y="915911"/>
                    </a:moveTo>
                    <a:lnTo>
                      <a:pt x="423804" y="905741"/>
                    </a:lnTo>
                    <a:lnTo>
                      <a:pt x="773992" y="815834"/>
                    </a:lnTo>
                    <a:lnTo>
                      <a:pt x="956942" y="709747"/>
                    </a:lnTo>
                    <a:lnTo>
                      <a:pt x="956942" y="0"/>
                    </a:lnTo>
                    <a:lnTo>
                      <a:pt x="0" y="456642"/>
                    </a:lnTo>
                    <a:lnTo>
                      <a:pt x="244525" y="954790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74" name="Контур"/>
              <p:cNvSpPr/>
              <p:nvPr/>
            </p:nvSpPr>
            <p:spPr>
              <a:xfrm>
                <a:off x="8726995" y="1584000"/>
                <a:ext cx="1569005" cy="2206354"/>
              </a:xfrm>
              <a:custGeom>
                <a:avLst/>
                <a:gdLst/>
                <a:ahLst/>
                <a:cxnLst/>
                <a:rect l="l" t="t" r="r" b="b"/>
                <a:pathLst>
                  <a:path w="1569005" h="2206354">
                    <a:moveTo>
                      <a:pt x="832589" y="427967"/>
                    </a:moveTo>
                    <a:lnTo>
                      <a:pt x="848069" y="411408"/>
                    </a:lnTo>
                    <a:lnTo>
                      <a:pt x="927920" y="0"/>
                    </a:lnTo>
                    <a:lnTo>
                      <a:pt x="1569005" y="0"/>
                    </a:lnTo>
                    <a:lnTo>
                      <a:pt x="1569005" y="1392296"/>
                    </a:lnTo>
                    <a:lnTo>
                      <a:pt x="1483187" y="1458645"/>
                    </a:lnTo>
                    <a:lnTo>
                      <a:pt x="1504787" y="1486634"/>
                    </a:lnTo>
                    <a:lnTo>
                      <a:pt x="1355747" y="1601563"/>
                    </a:lnTo>
                    <a:lnTo>
                      <a:pt x="1334327" y="1573843"/>
                    </a:lnTo>
                    <a:lnTo>
                      <a:pt x="1212918" y="1667711"/>
                    </a:lnTo>
                    <a:lnTo>
                      <a:pt x="1216788" y="1672571"/>
                    </a:lnTo>
                    <a:lnTo>
                      <a:pt x="1175927" y="1801090"/>
                    </a:lnTo>
                    <a:lnTo>
                      <a:pt x="656268" y="2206354"/>
                    </a:lnTo>
                    <a:lnTo>
                      <a:pt x="595699" y="2129854"/>
                    </a:lnTo>
                    <a:lnTo>
                      <a:pt x="679039" y="2060735"/>
                    </a:lnTo>
                    <a:lnTo>
                      <a:pt x="653839" y="2026985"/>
                    </a:lnTo>
                    <a:lnTo>
                      <a:pt x="701809" y="1991165"/>
                    </a:lnTo>
                    <a:lnTo>
                      <a:pt x="69209" y="1169467"/>
                    </a:lnTo>
                    <a:lnTo>
                      <a:pt x="0" y="1089277"/>
                    </a:lnTo>
                    <a:close/>
                    <a:moveTo>
                      <a:pt x="1560320" y="998478"/>
                    </a:moveTo>
                    <a:lnTo>
                      <a:pt x="1569005" y="1002007"/>
                    </a:lnTo>
                    <a:lnTo>
                      <a:pt x="1569005" y="666841"/>
                    </a:lnTo>
                    <a:lnTo>
                      <a:pt x="1564552" y="664131"/>
                    </a:lnTo>
                    <a:lnTo>
                      <a:pt x="1558882" y="657291"/>
                    </a:lnTo>
                    <a:lnTo>
                      <a:pt x="1467082" y="728030"/>
                    </a:lnTo>
                    <a:lnTo>
                      <a:pt x="1436662" y="756109"/>
                    </a:lnTo>
                    <a:lnTo>
                      <a:pt x="1420642" y="785989"/>
                    </a:lnTo>
                    <a:lnTo>
                      <a:pt x="1424422" y="826129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75" name="Контур"/>
              <p:cNvSpPr/>
              <p:nvPr/>
            </p:nvSpPr>
            <p:spPr>
              <a:xfrm>
                <a:off x="6729455" y="2222195"/>
                <a:ext cx="1208159" cy="1166114"/>
              </a:xfrm>
              <a:custGeom>
                <a:avLst/>
                <a:gdLst/>
                <a:ahLst/>
                <a:cxnLst/>
                <a:rect l="l" t="t" r="r" b="b"/>
                <a:pathLst>
                  <a:path w="1208159" h="1166114">
                    <a:moveTo>
                      <a:pt x="0" y="1123814"/>
                    </a:moveTo>
                    <a:lnTo>
                      <a:pt x="38879" y="1166114"/>
                    </a:lnTo>
                    <a:lnTo>
                      <a:pt x="53729" y="1161794"/>
                    </a:lnTo>
                    <a:lnTo>
                      <a:pt x="1116089" y="119338"/>
                    </a:lnTo>
                    <a:lnTo>
                      <a:pt x="1126979" y="129688"/>
                    </a:lnTo>
                    <a:lnTo>
                      <a:pt x="1208159" y="55800"/>
                    </a:lnTo>
                    <a:lnTo>
                      <a:pt x="1166399" y="0"/>
                    </a:lnTo>
                    <a:lnTo>
                      <a:pt x="1073699" y="78658"/>
                    </a:lnTo>
                    <a:lnTo>
                      <a:pt x="837359" y="306715"/>
                    </a:lnTo>
                    <a:lnTo>
                      <a:pt x="741869" y="404184"/>
                    </a:lnTo>
                    <a:lnTo>
                      <a:pt x="656190" y="484553"/>
                    </a:lnTo>
                    <a:lnTo>
                      <a:pt x="654210" y="482483"/>
                    </a:lnTo>
                    <a:lnTo>
                      <a:pt x="524970" y="599481"/>
                    </a:lnTo>
                    <a:lnTo>
                      <a:pt x="295920" y="834018"/>
                    </a:lnTo>
                    <a:lnTo>
                      <a:pt x="293490" y="831678"/>
                    </a:lnTo>
                    <a:lnTo>
                      <a:pt x="219870" y="904757"/>
                    </a:lnTo>
                    <a:lnTo>
                      <a:pt x="0" y="1123814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76" name="Контур"/>
              <p:cNvSpPr/>
              <p:nvPr/>
            </p:nvSpPr>
            <p:spPr>
              <a:xfrm>
                <a:off x="7264866" y="2176653"/>
                <a:ext cx="477359" cy="468895"/>
              </a:xfrm>
              <a:custGeom>
                <a:avLst/>
                <a:gdLst/>
                <a:ahLst/>
                <a:cxnLst/>
                <a:rect l="l" t="t" r="r" b="b"/>
                <a:pathLst>
                  <a:path w="477359" h="468895">
                    <a:moveTo>
                      <a:pt x="384840" y="0"/>
                    </a:moveTo>
                    <a:lnTo>
                      <a:pt x="270720" y="125279"/>
                    </a:lnTo>
                    <a:lnTo>
                      <a:pt x="112230" y="301316"/>
                    </a:lnTo>
                    <a:lnTo>
                      <a:pt x="0" y="425695"/>
                    </a:lnTo>
                    <a:lnTo>
                      <a:pt x="46529" y="468895"/>
                    </a:lnTo>
                    <a:lnTo>
                      <a:pt x="104580" y="405176"/>
                    </a:lnTo>
                    <a:lnTo>
                      <a:pt x="132389" y="430646"/>
                    </a:lnTo>
                    <a:lnTo>
                      <a:pt x="172709" y="390236"/>
                    </a:lnTo>
                    <a:lnTo>
                      <a:pt x="185039" y="401666"/>
                    </a:lnTo>
                    <a:lnTo>
                      <a:pt x="477359" y="80820"/>
                    </a:lnTo>
                    <a:lnTo>
                      <a:pt x="472319" y="76410"/>
                    </a:lnTo>
                    <a:lnTo>
                      <a:pt x="384840" y="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77" name="Контур"/>
              <p:cNvSpPr/>
              <p:nvPr/>
            </p:nvSpPr>
            <p:spPr>
              <a:xfrm>
                <a:off x="7905750" y="2196730"/>
                <a:ext cx="827908" cy="804591"/>
              </a:xfrm>
              <a:custGeom>
                <a:avLst/>
                <a:gdLst/>
                <a:ahLst/>
                <a:cxnLst/>
                <a:rect l="l" t="t" r="r" b="b"/>
                <a:pathLst>
                  <a:path w="827908" h="804591">
                    <a:moveTo>
                      <a:pt x="802619" y="0"/>
                    </a:moveTo>
                    <a:lnTo>
                      <a:pt x="587789" y="137068"/>
                    </a:lnTo>
                    <a:lnTo>
                      <a:pt x="261900" y="384024"/>
                    </a:lnTo>
                    <a:lnTo>
                      <a:pt x="0" y="564831"/>
                    </a:lnTo>
                    <a:lnTo>
                      <a:pt x="42030" y="605961"/>
                    </a:lnTo>
                    <a:lnTo>
                      <a:pt x="191517" y="804591"/>
                    </a:lnTo>
                    <a:lnTo>
                      <a:pt x="392667" y="656633"/>
                    </a:lnTo>
                    <a:lnTo>
                      <a:pt x="365937" y="621533"/>
                    </a:lnTo>
                    <a:lnTo>
                      <a:pt x="588957" y="465566"/>
                    </a:lnTo>
                    <a:lnTo>
                      <a:pt x="676707" y="409677"/>
                    </a:lnTo>
                    <a:lnTo>
                      <a:pt x="765177" y="338218"/>
                    </a:lnTo>
                    <a:lnTo>
                      <a:pt x="635849" y="152818"/>
                    </a:lnTo>
                    <a:lnTo>
                      <a:pt x="653399" y="140488"/>
                    </a:lnTo>
                    <a:lnTo>
                      <a:pt x="659339" y="149038"/>
                    </a:lnTo>
                    <a:lnTo>
                      <a:pt x="827908" y="36630"/>
                    </a:lnTo>
                    <a:lnTo>
                      <a:pt x="802619" y="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78" name="Контур"/>
              <p:cNvSpPr/>
              <p:nvPr/>
            </p:nvSpPr>
            <p:spPr>
              <a:xfrm>
                <a:off x="7154347" y="1584000"/>
                <a:ext cx="937272" cy="992517"/>
              </a:xfrm>
              <a:custGeom>
                <a:avLst/>
                <a:gdLst/>
                <a:ahLst/>
                <a:cxnLst/>
                <a:rect l="l" t="t" r="r" b="b"/>
                <a:pathLst>
                  <a:path w="937272" h="992517">
                    <a:moveTo>
                      <a:pt x="0" y="942927"/>
                    </a:moveTo>
                    <a:lnTo>
                      <a:pt x="51210" y="992517"/>
                    </a:lnTo>
                    <a:lnTo>
                      <a:pt x="155340" y="879569"/>
                    </a:lnTo>
                    <a:lnTo>
                      <a:pt x="317340" y="700201"/>
                    </a:lnTo>
                    <a:lnTo>
                      <a:pt x="445050" y="548733"/>
                    </a:lnTo>
                    <a:lnTo>
                      <a:pt x="937272" y="0"/>
                    </a:lnTo>
                    <a:lnTo>
                      <a:pt x="852320" y="0"/>
                    </a:lnTo>
                    <a:lnTo>
                      <a:pt x="756631" y="106029"/>
                    </a:lnTo>
                    <a:lnTo>
                      <a:pt x="608311" y="269826"/>
                    </a:lnTo>
                    <a:lnTo>
                      <a:pt x="484291" y="407525"/>
                    </a:lnTo>
                    <a:lnTo>
                      <a:pt x="399691" y="500853"/>
                    </a:lnTo>
                    <a:lnTo>
                      <a:pt x="331741" y="575912"/>
                    </a:lnTo>
                    <a:lnTo>
                      <a:pt x="204300" y="71685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79" name="Контур"/>
              <p:cNvSpPr/>
              <p:nvPr/>
            </p:nvSpPr>
            <p:spPr>
              <a:xfrm>
                <a:off x="7849595" y="1584000"/>
                <a:ext cx="1034899" cy="685445"/>
              </a:xfrm>
              <a:custGeom>
                <a:avLst/>
                <a:gdLst/>
                <a:ahLst/>
                <a:cxnLst/>
                <a:rect l="l" t="t" r="r" b="b"/>
                <a:pathLst>
                  <a:path w="1034899" h="685445">
                    <a:moveTo>
                      <a:pt x="720364" y="0"/>
                    </a:moveTo>
                    <a:lnTo>
                      <a:pt x="0" y="564395"/>
                    </a:lnTo>
                    <a:lnTo>
                      <a:pt x="22050" y="591575"/>
                    </a:lnTo>
                    <a:lnTo>
                      <a:pt x="97469" y="685445"/>
                    </a:lnTo>
                    <a:lnTo>
                      <a:pt x="1034899" y="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80" name="Контур"/>
              <p:cNvSpPr/>
              <p:nvPr/>
            </p:nvSpPr>
            <p:spPr>
              <a:xfrm>
                <a:off x="7609207" y="1584000"/>
                <a:ext cx="960751" cy="586893"/>
              </a:xfrm>
              <a:custGeom>
                <a:avLst/>
                <a:gdLst/>
                <a:ahLst/>
                <a:cxnLst/>
                <a:rect l="l" t="t" r="r" b="b"/>
                <a:pathLst>
                  <a:path w="960751" h="586893">
                    <a:moveTo>
                      <a:pt x="497700" y="0"/>
                    </a:moveTo>
                    <a:lnTo>
                      <a:pt x="458010" y="44470"/>
                    </a:lnTo>
                    <a:lnTo>
                      <a:pt x="104310" y="434345"/>
                    </a:lnTo>
                    <a:lnTo>
                      <a:pt x="0" y="551703"/>
                    </a:lnTo>
                    <a:lnTo>
                      <a:pt x="27359" y="576093"/>
                    </a:lnTo>
                    <a:lnTo>
                      <a:pt x="38159" y="586893"/>
                    </a:lnTo>
                    <a:lnTo>
                      <a:pt x="102239" y="521464"/>
                    </a:lnTo>
                    <a:lnTo>
                      <a:pt x="137249" y="552694"/>
                    </a:lnTo>
                    <a:lnTo>
                      <a:pt x="176129" y="509855"/>
                    </a:lnTo>
                    <a:lnTo>
                      <a:pt x="190979" y="520655"/>
                    </a:lnTo>
                    <a:lnTo>
                      <a:pt x="230939" y="474395"/>
                    </a:lnTo>
                    <a:lnTo>
                      <a:pt x="278099" y="441186"/>
                    </a:lnTo>
                    <a:lnTo>
                      <a:pt x="285569" y="447846"/>
                    </a:lnTo>
                    <a:lnTo>
                      <a:pt x="312659" y="417606"/>
                    </a:lnTo>
                    <a:lnTo>
                      <a:pt x="771657" y="148151"/>
                    </a:lnTo>
                    <a:lnTo>
                      <a:pt x="960751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81" name="Контур"/>
              <p:cNvSpPr/>
              <p:nvPr/>
            </p:nvSpPr>
            <p:spPr>
              <a:xfrm>
                <a:off x="7795461" y="8603059"/>
                <a:ext cx="162809" cy="145439"/>
              </a:xfrm>
              <a:custGeom>
                <a:avLst/>
                <a:gdLst/>
                <a:ahLst/>
                <a:cxnLst/>
                <a:rect l="l" t="t" r="r" b="b"/>
                <a:pathLst>
                  <a:path w="162809" h="145439">
                    <a:moveTo>
                      <a:pt x="120330" y="0"/>
                    </a:moveTo>
                    <a:lnTo>
                      <a:pt x="51660" y="33570"/>
                    </a:lnTo>
                    <a:lnTo>
                      <a:pt x="0" y="57419"/>
                    </a:lnTo>
                    <a:lnTo>
                      <a:pt x="42389" y="145439"/>
                    </a:lnTo>
                    <a:lnTo>
                      <a:pt x="162809" y="87390"/>
                    </a:lnTo>
                    <a:lnTo>
                      <a:pt x="120330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82" name="Контур"/>
              <p:cNvSpPr/>
              <p:nvPr/>
            </p:nvSpPr>
            <p:spPr>
              <a:xfrm>
                <a:off x="7627616" y="6912808"/>
                <a:ext cx="2668384" cy="1777641"/>
              </a:xfrm>
              <a:custGeom>
                <a:avLst/>
                <a:gdLst/>
                <a:ahLst/>
                <a:cxnLst/>
                <a:rect l="l" t="t" r="r" b="b"/>
                <a:pathLst>
                  <a:path w="2668384" h="1777641">
                    <a:moveTo>
                      <a:pt x="2668384" y="0"/>
                    </a:moveTo>
                    <a:lnTo>
                      <a:pt x="2064862" y="287983"/>
                    </a:lnTo>
                    <a:lnTo>
                      <a:pt x="1839773" y="395441"/>
                    </a:lnTo>
                    <a:lnTo>
                      <a:pt x="1074596" y="760563"/>
                    </a:lnTo>
                    <a:lnTo>
                      <a:pt x="0" y="1273372"/>
                    </a:lnTo>
                    <a:lnTo>
                      <a:pt x="219505" y="1723821"/>
                    </a:lnTo>
                    <a:lnTo>
                      <a:pt x="288175" y="1690251"/>
                    </a:lnTo>
                    <a:lnTo>
                      <a:pt x="330654" y="1777641"/>
                    </a:lnTo>
                    <a:lnTo>
                      <a:pt x="482753" y="1704383"/>
                    </a:lnTo>
                    <a:lnTo>
                      <a:pt x="2059817" y="944349"/>
                    </a:lnTo>
                    <a:lnTo>
                      <a:pt x="2101217" y="924459"/>
                    </a:lnTo>
                    <a:lnTo>
                      <a:pt x="2181767" y="885580"/>
                    </a:lnTo>
                    <a:lnTo>
                      <a:pt x="2668384" y="651084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83" name="Контур"/>
              <p:cNvSpPr/>
              <p:nvPr/>
            </p:nvSpPr>
            <p:spPr>
              <a:xfrm>
                <a:off x="8829397" y="9486086"/>
                <a:ext cx="1466603" cy="701914"/>
              </a:xfrm>
              <a:custGeom>
                <a:avLst/>
                <a:gdLst/>
                <a:ahLst/>
                <a:cxnLst/>
                <a:rect l="l" t="t" r="r" b="b"/>
                <a:pathLst>
                  <a:path w="1466603" h="701914">
                    <a:moveTo>
                      <a:pt x="1466603" y="0"/>
                    </a:moveTo>
                    <a:lnTo>
                      <a:pt x="267896" y="573711"/>
                    </a:lnTo>
                    <a:lnTo>
                      <a:pt x="0" y="701914"/>
                    </a:lnTo>
                    <a:lnTo>
                      <a:pt x="289660" y="701914"/>
                    </a:lnTo>
                    <a:lnTo>
                      <a:pt x="601433" y="553104"/>
                    </a:lnTo>
                    <a:lnTo>
                      <a:pt x="972682" y="379407"/>
                    </a:lnTo>
                    <a:lnTo>
                      <a:pt x="1170861" y="280409"/>
                    </a:lnTo>
                    <a:lnTo>
                      <a:pt x="1217931" y="257550"/>
                    </a:lnTo>
                    <a:lnTo>
                      <a:pt x="1362560" y="191131"/>
                    </a:lnTo>
                    <a:lnTo>
                      <a:pt x="1466603" y="1450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4" name="Контур"/>
              <p:cNvSpPr/>
              <p:nvPr/>
            </p:nvSpPr>
            <p:spPr>
              <a:xfrm>
                <a:off x="7896529" y="8221471"/>
                <a:ext cx="2034790" cy="1966529"/>
              </a:xfrm>
              <a:custGeom>
                <a:avLst/>
                <a:gdLst/>
                <a:ahLst/>
                <a:cxnLst/>
                <a:rect l="l" t="t" r="r" b="b"/>
                <a:pathLst>
                  <a:path w="2034790" h="1966529">
                    <a:moveTo>
                      <a:pt x="1346035" y="0"/>
                    </a:moveTo>
                    <a:lnTo>
                      <a:pt x="0" y="648616"/>
                    </a:lnTo>
                    <a:lnTo>
                      <a:pt x="275844" y="1220924"/>
                    </a:lnTo>
                    <a:lnTo>
                      <a:pt x="322644" y="1198335"/>
                    </a:lnTo>
                    <a:lnTo>
                      <a:pt x="602538" y="1775503"/>
                    </a:lnTo>
                    <a:lnTo>
                      <a:pt x="554388" y="1798812"/>
                    </a:lnTo>
                    <a:lnTo>
                      <a:pt x="632597" y="1961081"/>
                    </a:lnTo>
                    <a:lnTo>
                      <a:pt x="636708" y="1966529"/>
                    </a:lnTo>
                    <a:lnTo>
                      <a:pt x="932865" y="1966529"/>
                    </a:lnTo>
                    <a:lnTo>
                      <a:pt x="2034790" y="1439185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85" name="Контур"/>
              <p:cNvSpPr/>
              <p:nvPr/>
            </p:nvSpPr>
            <p:spPr>
              <a:xfrm>
                <a:off x="7837850" y="7857157"/>
                <a:ext cx="1908262" cy="1012930"/>
              </a:xfrm>
              <a:custGeom>
                <a:avLst/>
                <a:gdLst/>
                <a:ahLst/>
                <a:cxnLst/>
                <a:rect l="l" t="t" r="r" b="b"/>
                <a:pathLst>
                  <a:path w="1908262" h="1012930">
                    <a:moveTo>
                      <a:pt x="0" y="891341"/>
                    </a:moveTo>
                    <a:lnTo>
                      <a:pt x="58679" y="1012930"/>
                    </a:lnTo>
                    <a:lnTo>
                      <a:pt x="143999" y="971801"/>
                    </a:lnTo>
                    <a:lnTo>
                      <a:pt x="1404714" y="364314"/>
                    </a:lnTo>
                    <a:lnTo>
                      <a:pt x="1908262" y="121679"/>
                    </a:lnTo>
                    <a:lnTo>
                      <a:pt x="1849583" y="0"/>
                    </a:lnTo>
                    <a:lnTo>
                      <a:pt x="272519" y="760034"/>
                    </a:lnTo>
                    <a:lnTo>
                      <a:pt x="120420" y="833292"/>
                    </a:lnTo>
                    <a:lnTo>
                      <a:pt x="0" y="891341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86" name="Контур"/>
              <p:cNvSpPr/>
              <p:nvPr/>
            </p:nvSpPr>
            <p:spPr>
              <a:xfrm>
                <a:off x="7578206" y="8186180"/>
                <a:ext cx="268915" cy="474298"/>
              </a:xfrm>
              <a:custGeom>
                <a:avLst/>
                <a:gdLst/>
                <a:ahLst/>
                <a:cxnLst/>
                <a:rect l="l" t="t" r="r" b="b"/>
                <a:pathLst>
                  <a:path w="268915" h="474298">
                    <a:moveTo>
                      <a:pt x="0" y="23580"/>
                    </a:moveTo>
                    <a:lnTo>
                      <a:pt x="217255" y="474298"/>
                    </a:lnTo>
                    <a:lnTo>
                      <a:pt x="268915" y="450449"/>
                    </a:lnTo>
                    <a:lnTo>
                      <a:pt x="49410" y="0"/>
                    </a:lnTo>
                    <a:lnTo>
                      <a:pt x="0" y="2358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87" name="Контур"/>
              <p:cNvSpPr/>
              <p:nvPr/>
            </p:nvSpPr>
            <p:spPr>
              <a:xfrm>
                <a:off x="7398480" y="6513915"/>
                <a:ext cx="2897520" cy="1574075"/>
              </a:xfrm>
              <a:custGeom>
                <a:avLst/>
                <a:gdLst/>
                <a:ahLst/>
                <a:cxnLst/>
                <a:rect l="l" t="t" r="r" b="b"/>
                <a:pathLst>
                  <a:path w="2897520" h="1574075">
                    <a:moveTo>
                      <a:pt x="121047" y="1574075"/>
                    </a:moveTo>
                    <a:lnTo>
                      <a:pt x="132027" y="1543026"/>
                    </a:lnTo>
                    <a:lnTo>
                      <a:pt x="146337" y="1502346"/>
                    </a:lnTo>
                    <a:lnTo>
                      <a:pt x="506876" y="1330270"/>
                    </a:lnTo>
                    <a:lnTo>
                      <a:pt x="1262333" y="969737"/>
                    </a:lnTo>
                    <a:lnTo>
                      <a:pt x="1941380" y="645744"/>
                    </a:lnTo>
                    <a:lnTo>
                      <a:pt x="2897520" y="189452"/>
                    </a:lnTo>
                    <a:lnTo>
                      <a:pt x="2897520" y="0"/>
                    </a:lnTo>
                    <a:lnTo>
                      <a:pt x="1363044" y="732230"/>
                    </a:lnTo>
                    <a:lnTo>
                      <a:pt x="72179" y="1348267"/>
                    </a:lnTo>
                    <a:lnTo>
                      <a:pt x="0" y="1322886"/>
                    </a:lnTo>
                    <a:lnTo>
                      <a:pt x="101608" y="1533666"/>
                    </a:lnTo>
                    <a:lnTo>
                      <a:pt x="111147" y="15535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8" name="Контур"/>
              <p:cNvSpPr/>
              <p:nvPr/>
            </p:nvSpPr>
            <p:spPr>
              <a:xfrm>
                <a:off x="5830172" y="3607190"/>
                <a:ext cx="2168713" cy="2411528"/>
              </a:xfrm>
              <a:custGeom>
                <a:avLst/>
                <a:gdLst/>
                <a:ahLst/>
                <a:cxnLst/>
                <a:rect l="l" t="t" r="r" b="b"/>
                <a:pathLst>
                  <a:path w="2168713" h="2411528">
                    <a:moveTo>
                      <a:pt x="386010" y="772458"/>
                    </a:moveTo>
                    <a:lnTo>
                      <a:pt x="388080" y="775068"/>
                    </a:lnTo>
                    <a:lnTo>
                      <a:pt x="713069" y="522982"/>
                    </a:lnTo>
                    <a:lnTo>
                      <a:pt x="743759" y="490582"/>
                    </a:lnTo>
                    <a:lnTo>
                      <a:pt x="1409127" y="0"/>
                    </a:lnTo>
                    <a:lnTo>
                      <a:pt x="1472486" y="82980"/>
                    </a:lnTo>
                    <a:lnTo>
                      <a:pt x="1506506" y="136620"/>
                    </a:lnTo>
                    <a:lnTo>
                      <a:pt x="1460426" y="170460"/>
                    </a:lnTo>
                    <a:lnTo>
                      <a:pt x="1937418" y="814588"/>
                    </a:lnTo>
                    <a:lnTo>
                      <a:pt x="1948398" y="820978"/>
                    </a:lnTo>
                    <a:lnTo>
                      <a:pt x="2069266" y="972358"/>
                    </a:lnTo>
                    <a:lnTo>
                      <a:pt x="2081956" y="1030498"/>
                    </a:lnTo>
                    <a:lnTo>
                      <a:pt x="2168713" y="1297256"/>
                    </a:lnTo>
                    <a:lnTo>
                      <a:pt x="915376" y="2266901"/>
                    </a:lnTo>
                    <a:lnTo>
                      <a:pt x="684256" y="2411528"/>
                    </a:lnTo>
                    <a:lnTo>
                      <a:pt x="591828" y="2226489"/>
                    </a:lnTo>
                    <a:lnTo>
                      <a:pt x="197367" y="1383282"/>
                    </a:lnTo>
                    <a:lnTo>
                      <a:pt x="191877" y="1336573"/>
                    </a:lnTo>
                    <a:lnTo>
                      <a:pt x="159568" y="1298503"/>
                    </a:lnTo>
                    <a:lnTo>
                      <a:pt x="96659" y="1156303"/>
                    </a:lnTo>
                    <a:lnTo>
                      <a:pt x="17099" y="1192842"/>
                    </a:lnTo>
                    <a:lnTo>
                      <a:pt x="630" y="1152613"/>
                    </a:lnTo>
                    <a:lnTo>
                      <a:pt x="0" y="1124083"/>
                    </a:lnTo>
                    <a:lnTo>
                      <a:pt x="18360" y="1083493"/>
                    </a:lnTo>
                    <a:lnTo>
                      <a:pt x="386010" y="772458"/>
                    </a:lnTo>
                    <a:close/>
                    <a:moveTo>
                      <a:pt x="1614770" y="819716"/>
                    </a:moveTo>
                    <a:lnTo>
                      <a:pt x="1646180" y="866336"/>
                    </a:lnTo>
                    <a:lnTo>
                      <a:pt x="1689380" y="837176"/>
                    </a:lnTo>
                    <a:lnTo>
                      <a:pt x="1658600" y="790466"/>
                    </a:lnTo>
                    <a:lnTo>
                      <a:pt x="1614770" y="819716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89" name="Контур"/>
              <p:cNvSpPr/>
              <p:nvPr/>
            </p:nvSpPr>
            <p:spPr>
              <a:xfrm>
                <a:off x="5847364" y="1787684"/>
                <a:ext cx="3086185" cy="2665582"/>
              </a:xfrm>
              <a:custGeom>
                <a:avLst/>
                <a:gdLst/>
                <a:ahLst/>
                <a:cxnLst/>
                <a:rect l="l" t="t" r="r" b="b"/>
                <a:pathLst>
                  <a:path w="3086185" h="2665582">
                    <a:moveTo>
                      <a:pt x="2986106" y="0"/>
                    </a:moveTo>
                    <a:lnTo>
                      <a:pt x="2797287" y="156868"/>
                    </a:lnTo>
                    <a:lnTo>
                      <a:pt x="2762907" y="174057"/>
                    </a:lnTo>
                    <a:lnTo>
                      <a:pt x="2735187" y="198087"/>
                    </a:lnTo>
                    <a:lnTo>
                      <a:pt x="2697387" y="240746"/>
                    </a:lnTo>
                    <a:lnTo>
                      <a:pt x="2219847" y="688760"/>
                    </a:lnTo>
                    <a:lnTo>
                      <a:pt x="2005647" y="922307"/>
                    </a:lnTo>
                    <a:lnTo>
                      <a:pt x="1831137" y="1093755"/>
                    </a:lnTo>
                    <a:lnTo>
                      <a:pt x="1245688" y="1623937"/>
                    </a:lnTo>
                    <a:lnTo>
                      <a:pt x="1102678" y="1743005"/>
                    </a:lnTo>
                    <a:lnTo>
                      <a:pt x="858599" y="1926872"/>
                    </a:lnTo>
                    <a:lnTo>
                      <a:pt x="0" y="2548942"/>
                    </a:lnTo>
                    <a:lnTo>
                      <a:pt x="84419" y="2665582"/>
                    </a:lnTo>
                    <a:lnTo>
                      <a:pt x="303119" y="2507184"/>
                    </a:lnTo>
                    <a:lnTo>
                      <a:pt x="370888" y="2594574"/>
                    </a:lnTo>
                    <a:lnTo>
                      <a:pt x="695877" y="2342488"/>
                    </a:lnTo>
                    <a:lnTo>
                      <a:pt x="726567" y="2310088"/>
                    </a:lnTo>
                    <a:lnTo>
                      <a:pt x="1391935" y="1819506"/>
                    </a:lnTo>
                    <a:lnTo>
                      <a:pt x="1455294" y="1902486"/>
                    </a:lnTo>
                    <a:lnTo>
                      <a:pt x="1546464" y="1841107"/>
                    </a:lnTo>
                    <a:lnTo>
                      <a:pt x="2307233" y="1290136"/>
                    </a:lnTo>
                    <a:lnTo>
                      <a:pt x="2100416" y="1015007"/>
                    </a:lnTo>
                    <a:lnTo>
                      <a:pt x="2058386" y="973877"/>
                    </a:lnTo>
                    <a:lnTo>
                      <a:pt x="2320286" y="793070"/>
                    </a:lnTo>
                    <a:lnTo>
                      <a:pt x="2646175" y="546114"/>
                    </a:lnTo>
                    <a:lnTo>
                      <a:pt x="2861005" y="409046"/>
                    </a:lnTo>
                    <a:lnTo>
                      <a:pt x="2817445" y="348746"/>
                    </a:lnTo>
                    <a:lnTo>
                      <a:pt x="3086185" y="123930"/>
                    </a:lnTo>
                    <a:lnTo>
                      <a:pt x="2986106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90" name="Контур"/>
              <p:cNvSpPr/>
              <p:nvPr/>
            </p:nvSpPr>
            <p:spPr>
              <a:xfrm>
                <a:off x="5731713" y="4327628"/>
                <a:ext cx="484469" cy="433434"/>
              </a:xfrm>
              <a:custGeom>
                <a:avLst/>
                <a:gdLst/>
                <a:ahLst/>
                <a:cxnLst/>
                <a:rect l="l" t="t" r="r" b="b"/>
                <a:pathLst>
                  <a:path w="484469" h="433434">
                    <a:moveTo>
                      <a:pt x="444149" y="0"/>
                    </a:moveTo>
                    <a:lnTo>
                      <a:pt x="0" y="351445"/>
                    </a:lnTo>
                    <a:lnTo>
                      <a:pt x="16920" y="388254"/>
                    </a:lnTo>
                    <a:lnTo>
                      <a:pt x="37709" y="433434"/>
                    </a:lnTo>
                    <a:lnTo>
                      <a:pt x="116819" y="363055"/>
                    </a:lnTo>
                    <a:lnTo>
                      <a:pt x="484469" y="52020"/>
                    </a:lnTo>
                    <a:lnTo>
                      <a:pt x="44414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1" name="Контур"/>
              <p:cNvSpPr/>
              <p:nvPr/>
            </p:nvSpPr>
            <p:spPr>
              <a:xfrm>
                <a:off x="5909649" y="1584000"/>
                <a:ext cx="2196646" cy="2193191"/>
              </a:xfrm>
              <a:custGeom>
                <a:avLst/>
                <a:gdLst/>
                <a:ahLst/>
                <a:cxnLst/>
                <a:rect l="l" t="t" r="r" b="b"/>
                <a:pathLst>
                  <a:path w="2196646" h="2193191">
                    <a:moveTo>
                      <a:pt x="1894490" y="0"/>
                    </a:moveTo>
                    <a:lnTo>
                      <a:pt x="1089360" y="886227"/>
                    </a:lnTo>
                    <a:lnTo>
                      <a:pt x="1037880" y="937256"/>
                    </a:lnTo>
                    <a:lnTo>
                      <a:pt x="1018980" y="921416"/>
                    </a:lnTo>
                    <a:lnTo>
                      <a:pt x="996750" y="942926"/>
                    </a:lnTo>
                    <a:lnTo>
                      <a:pt x="977310" y="927176"/>
                    </a:lnTo>
                    <a:lnTo>
                      <a:pt x="520741" y="1391659"/>
                    </a:lnTo>
                    <a:lnTo>
                      <a:pt x="572940" y="1440169"/>
                    </a:lnTo>
                    <a:lnTo>
                      <a:pt x="534780" y="1475809"/>
                    </a:lnTo>
                    <a:lnTo>
                      <a:pt x="484021" y="1424779"/>
                    </a:lnTo>
                    <a:lnTo>
                      <a:pt x="434251" y="1474278"/>
                    </a:lnTo>
                    <a:lnTo>
                      <a:pt x="479700" y="1519998"/>
                    </a:lnTo>
                    <a:lnTo>
                      <a:pt x="437670" y="1562118"/>
                    </a:lnTo>
                    <a:lnTo>
                      <a:pt x="446580" y="1571028"/>
                    </a:lnTo>
                    <a:lnTo>
                      <a:pt x="0" y="2067821"/>
                    </a:lnTo>
                    <a:lnTo>
                      <a:pt x="137068" y="2193191"/>
                    </a:lnTo>
                    <a:lnTo>
                      <a:pt x="499678" y="1789636"/>
                    </a:lnTo>
                    <a:lnTo>
                      <a:pt x="560157" y="1846516"/>
                    </a:lnTo>
                    <a:lnTo>
                      <a:pt x="602367" y="1897546"/>
                    </a:lnTo>
                    <a:lnTo>
                      <a:pt x="612897" y="1888006"/>
                    </a:lnTo>
                    <a:lnTo>
                      <a:pt x="661046" y="1946236"/>
                    </a:lnTo>
                    <a:lnTo>
                      <a:pt x="706406" y="1907897"/>
                    </a:lnTo>
                    <a:lnTo>
                      <a:pt x="855265" y="1800529"/>
                    </a:lnTo>
                    <a:lnTo>
                      <a:pt x="819806" y="1762009"/>
                    </a:lnTo>
                    <a:lnTo>
                      <a:pt x="1113296" y="1469873"/>
                    </a:lnTo>
                    <a:lnTo>
                      <a:pt x="1115726" y="1472213"/>
                    </a:lnTo>
                    <a:lnTo>
                      <a:pt x="1344776" y="1237676"/>
                    </a:lnTo>
                    <a:lnTo>
                      <a:pt x="1561675" y="1042379"/>
                    </a:lnTo>
                    <a:lnTo>
                      <a:pt x="1893505" y="716853"/>
                    </a:lnTo>
                    <a:lnTo>
                      <a:pt x="1984045" y="639995"/>
                    </a:lnTo>
                    <a:lnTo>
                      <a:pt x="1928606" y="576995"/>
                    </a:lnTo>
                    <a:lnTo>
                      <a:pt x="1823846" y="665823"/>
                    </a:lnTo>
                    <a:lnTo>
                      <a:pt x="1832576" y="673473"/>
                    </a:lnTo>
                    <a:lnTo>
                      <a:pt x="1540256" y="994319"/>
                    </a:lnTo>
                    <a:lnTo>
                      <a:pt x="1527926" y="982889"/>
                    </a:lnTo>
                    <a:lnTo>
                      <a:pt x="1487606" y="1023299"/>
                    </a:lnTo>
                    <a:lnTo>
                      <a:pt x="1459797" y="997829"/>
                    </a:lnTo>
                    <a:lnTo>
                      <a:pt x="1401746" y="1061548"/>
                    </a:lnTo>
                    <a:lnTo>
                      <a:pt x="1355217" y="1018348"/>
                    </a:lnTo>
                    <a:lnTo>
                      <a:pt x="1740057" y="592653"/>
                    </a:lnTo>
                    <a:lnTo>
                      <a:pt x="1756437" y="606963"/>
                    </a:lnTo>
                    <a:lnTo>
                      <a:pt x="1699558" y="551703"/>
                    </a:lnTo>
                    <a:lnTo>
                      <a:pt x="2196646" y="0"/>
                    </a:lnTo>
                    <a:lnTo>
                      <a:pt x="2181968" y="0"/>
                    </a:lnTo>
                    <a:lnTo>
                      <a:pt x="1689748" y="548733"/>
                    </a:lnTo>
                    <a:lnTo>
                      <a:pt x="1562038" y="700201"/>
                    </a:lnTo>
                    <a:lnTo>
                      <a:pt x="1295908" y="992517"/>
                    </a:lnTo>
                    <a:lnTo>
                      <a:pt x="1244698" y="942927"/>
                    </a:lnTo>
                    <a:lnTo>
                      <a:pt x="2096823" y="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92" name="Контур"/>
              <p:cNvSpPr/>
              <p:nvPr/>
            </p:nvSpPr>
            <p:spPr>
              <a:xfrm>
                <a:off x="5251945" y="1627464"/>
                <a:ext cx="942111" cy="952914"/>
              </a:xfrm>
              <a:custGeom>
                <a:avLst/>
                <a:gdLst/>
                <a:ahLst/>
                <a:cxnLst/>
                <a:rect l="l" t="t" r="r" b="b"/>
                <a:pathLst>
                  <a:path w="942111" h="952914">
                    <a:moveTo>
                      <a:pt x="392489" y="0"/>
                    </a:moveTo>
                    <a:lnTo>
                      <a:pt x="0" y="370164"/>
                    </a:lnTo>
                    <a:lnTo>
                      <a:pt x="549622" y="952914"/>
                    </a:lnTo>
                    <a:lnTo>
                      <a:pt x="942111" y="582659"/>
                    </a:lnTo>
                    <a:lnTo>
                      <a:pt x="392489" y="0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93" name="Контур"/>
              <p:cNvSpPr/>
              <p:nvPr/>
            </p:nvSpPr>
            <p:spPr>
              <a:xfrm>
                <a:off x="5644434" y="1584000"/>
                <a:ext cx="786770" cy="773453"/>
              </a:xfrm>
              <a:custGeom>
                <a:avLst/>
                <a:gdLst/>
                <a:ahLst/>
                <a:cxnLst/>
                <a:rect l="l" t="t" r="r" b="b"/>
                <a:pathLst>
                  <a:path w="786770" h="773453">
                    <a:moveTo>
                      <a:pt x="144547" y="0"/>
                    </a:moveTo>
                    <a:lnTo>
                      <a:pt x="46083" y="0"/>
                    </a:lnTo>
                    <a:lnTo>
                      <a:pt x="0" y="43464"/>
                    </a:lnTo>
                    <a:lnTo>
                      <a:pt x="549622" y="626123"/>
                    </a:lnTo>
                    <a:lnTo>
                      <a:pt x="688490" y="773453"/>
                    </a:lnTo>
                    <a:lnTo>
                      <a:pt x="786770" y="68084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4" name="Контур"/>
              <p:cNvSpPr/>
              <p:nvPr/>
            </p:nvSpPr>
            <p:spPr>
              <a:xfrm>
                <a:off x="5788981" y="1584000"/>
                <a:ext cx="1308308" cy="680844"/>
              </a:xfrm>
              <a:custGeom>
                <a:avLst/>
                <a:gdLst/>
                <a:ahLst/>
                <a:cxnLst/>
                <a:rect l="l" t="t" r="r" b="b"/>
                <a:pathLst>
                  <a:path w="1308308" h="680844">
                    <a:moveTo>
                      <a:pt x="0" y="0"/>
                    </a:moveTo>
                    <a:lnTo>
                      <a:pt x="642223" y="680844"/>
                    </a:lnTo>
                    <a:lnTo>
                      <a:pt x="1140553" y="210871"/>
                    </a:lnTo>
                    <a:lnTo>
                      <a:pt x="1245043" y="59673"/>
                    </a:lnTo>
                    <a:lnTo>
                      <a:pt x="1308308" y="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95" name="Контур"/>
              <p:cNvSpPr/>
              <p:nvPr/>
            </p:nvSpPr>
            <p:spPr>
              <a:xfrm>
                <a:off x="5423536" y="7348093"/>
                <a:ext cx="598223" cy="753745"/>
              </a:xfrm>
              <a:custGeom>
                <a:avLst/>
                <a:gdLst/>
                <a:ahLst/>
                <a:cxnLst/>
                <a:rect l="l" t="t" r="r" b="b"/>
                <a:pathLst>
                  <a:path w="598223" h="753745">
                    <a:moveTo>
                      <a:pt x="243359" y="0"/>
                    </a:moveTo>
                    <a:lnTo>
                      <a:pt x="0" y="152187"/>
                    </a:lnTo>
                    <a:lnTo>
                      <a:pt x="2070" y="157317"/>
                    </a:lnTo>
                    <a:lnTo>
                      <a:pt x="36359" y="242007"/>
                    </a:lnTo>
                    <a:lnTo>
                      <a:pt x="42208" y="342176"/>
                    </a:lnTo>
                    <a:lnTo>
                      <a:pt x="252985" y="678415"/>
                    </a:lnTo>
                    <a:lnTo>
                      <a:pt x="295554" y="753745"/>
                    </a:lnTo>
                    <a:lnTo>
                      <a:pt x="598223" y="563849"/>
                    </a:lnTo>
                    <a:lnTo>
                      <a:pt x="474655" y="367109"/>
                    </a:lnTo>
                    <a:lnTo>
                      <a:pt x="416246" y="274139"/>
                    </a:lnTo>
                    <a:lnTo>
                      <a:pt x="294298" y="80730"/>
                    </a:lnTo>
                    <a:lnTo>
                      <a:pt x="246239" y="4590"/>
                    </a:lnTo>
                    <a:lnTo>
                      <a:pt x="243359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96" name="Контур"/>
              <p:cNvSpPr/>
              <p:nvPr/>
            </p:nvSpPr>
            <p:spPr>
              <a:xfrm>
                <a:off x="6737534" y="5867975"/>
                <a:ext cx="2023990" cy="1994207"/>
              </a:xfrm>
              <a:custGeom>
                <a:avLst/>
                <a:gdLst/>
                <a:ahLst/>
                <a:cxnLst/>
                <a:rect l="l" t="t" r="r" b="b"/>
                <a:pathLst>
                  <a:path w="2023990" h="1994207">
                    <a:moveTo>
                      <a:pt x="653669" y="0"/>
                    </a:moveTo>
                    <a:lnTo>
                      <a:pt x="0" y="597592"/>
                    </a:lnTo>
                    <a:lnTo>
                      <a:pt x="69928" y="742581"/>
                    </a:lnTo>
                    <a:lnTo>
                      <a:pt x="370252" y="1365649"/>
                    </a:lnTo>
                    <a:lnTo>
                      <a:pt x="377542" y="1362229"/>
                    </a:lnTo>
                    <a:lnTo>
                      <a:pt x="540348" y="1698738"/>
                    </a:lnTo>
                    <a:lnTo>
                      <a:pt x="532608" y="1702427"/>
                    </a:lnTo>
                    <a:lnTo>
                      <a:pt x="660946" y="1968826"/>
                    </a:lnTo>
                    <a:lnTo>
                      <a:pt x="733125" y="1994207"/>
                    </a:lnTo>
                    <a:lnTo>
                      <a:pt x="2023990" y="1378170"/>
                    </a:lnTo>
                    <a:lnTo>
                      <a:pt x="2018320" y="1366020"/>
                    </a:lnTo>
                    <a:lnTo>
                      <a:pt x="1642398" y="570603"/>
                    </a:lnTo>
                    <a:lnTo>
                      <a:pt x="1606489" y="494463"/>
                    </a:lnTo>
                    <a:lnTo>
                      <a:pt x="1392560" y="595801"/>
                    </a:lnTo>
                    <a:lnTo>
                      <a:pt x="840142" y="857606"/>
                    </a:lnTo>
                    <a:lnTo>
                      <a:pt x="769043" y="708476"/>
                    </a:lnTo>
                    <a:lnTo>
                      <a:pt x="952283" y="620188"/>
                    </a:lnTo>
                    <a:lnTo>
                      <a:pt x="747267" y="194400"/>
                    </a:lnTo>
                    <a:lnTo>
                      <a:pt x="653669" y="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97" name="Контур"/>
              <p:cNvSpPr/>
              <p:nvPr/>
            </p:nvSpPr>
            <p:spPr>
              <a:xfrm>
                <a:off x="6397969" y="3127583"/>
                <a:ext cx="3898031" cy="3070054"/>
              </a:xfrm>
              <a:custGeom>
                <a:avLst/>
                <a:gdLst/>
                <a:ahLst/>
                <a:cxnLst/>
                <a:rect l="l" t="t" r="r" b="b"/>
                <a:pathLst>
                  <a:path w="3898031" h="3070054">
                    <a:moveTo>
                      <a:pt x="3898031" y="0"/>
                    </a:moveTo>
                    <a:lnTo>
                      <a:pt x="347579" y="2746508"/>
                    </a:lnTo>
                    <a:lnTo>
                      <a:pt x="122399" y="2887445"/>
                    </a:lnTo>
                    <a:lnTo>
                      <a:pt x="49049" y="2933435"/>
                    </a:lnTo>
                    <a:lnTo>
                      <a:pt x="0" y="2964124"/>
                    </a:lnTo>
                    <a:lnTo>
                      <a:pt x="45629" y="3070054"/>
                    </a:lnTo>
                    <a:lnTo>
                      <a:pt x="343528" y="2888167"/>
                    </a:lnTo>
                    <a:lnTo>
                      <a:pt x="775077" y="2535912"/>
                    </a:lnTo>
                    <a:lnTo>
                      <a:pt x="1059566" y="2318746"/>
                    </a:lnTo>
                    <a:lnTo>
                      <a:pt x="1564375" y="1936522"/>
                    </a:lnTo>
                    <a:lnTo>
                      <a:pt x="2080254" y="1543228"/>
                    </a:lnTo>
                    <a:lnTo>
                      <a:pt x="2670923" y="1098365"/>
                    </a:lnTo>
                    <a:lnTo>
                      <a:pt x="3044603" y="803980"/>
                    </a:lnTo>
                    <a:lnTo>
                      <a:pt x="3477592" y="473865"/>
                    </a:lnTo>
                    <a:lnTo>
                      <a:pt x="3898031" y="1520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8" name="Контур"/>
              <p:cNvSpPr/>
              <p:nvPr/>
            </p:nvSpPr>
            <p:spPr>
              <a:xfrm>
                <a:off x="6443598" y="3279578"/>
                <a:ext cx="3852402" cy="3135408"/>
              </a:xfrm>
              <a:custGeom>
                <a:avLst/>
                <a:gdLst/>
                <a:ahLst/>
                <a:cxnLst/>
                <a:rect l="l" t="t" r="r" b="b"/>
                <a:pathLst>
                  <a:path w="3852402" h="3135408">
                    <a:moveTo>
                      <a:pt x="3852402" y="0"/>
                    </a:moveTo>
                    <a:lnTo>
                      <a:pt x="2998974" y="651985"/>
                    </a:lnTo>
                    <a:lnTo>
                      <a:pt x="2625294" y="946370"/>
                    </a:lnTo>
                    <a:lnTo>
                      <a:pt x="729448" y="2383917"/>
                    </a:lnTo>
                    <a:lnTo>
                      <a:pt x="297899" y="2736172"/>
                    </a:lnTo>
                    <a:lnTo>
                      <a:pt x="0" y="2918059"/>
                    </a:lnTo>
                    <a:lnTo>
                      <a:pt x="106557" y="3135408"/>
                    </a:lnTo>
                    <a:lnTo>
                      <a:pt x="309687" y="3010760"/>
                    </a:lnTo>
                    <a:lnTo>
                      <a:pt x="1199245" y="2321101"/>
                    </a:lnTo>
                    <a:lnTo>
                      <a:pt x="1154516" y="2264041"/>
                    </a:lnTo>
                    <a:lnTo>
                      <a:pt x="1246316" y="2191412"/>
                    </a:lnTo>
                    <a:lnTo>
                      <a:pt x="1292845" y="2248652"/>
                    </a:lnTo>
                    <a:lnTo>
                      <a:pt x="3852402" y="26901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9" name="Контур"/>
              <p:cNvSpPr/>
              <p:nvPr/>
            </p:nvSpPr>
            <p:spPr>
              <a:xfrm>
                <a:off x="5769422" y="4690683"/>
                <a:ext cx="677596" cy="1401024"/>
              </a:xfrm>
              <a:custGeom>
                <a:avLst/>
                <a:gdLst/>
                <a:ahLst/>
                <a:cxnLst/>
                <a:rect l="l" t="t" r="r" b="b"/>
                <a:pathLst>
                  <a:path w="677596" h="1401024">
                    <a:moveTo>
                      <a:pt x="79110" y="0"/>
                    </a:moveTo>
                    <a:lnTo>
                      <a:pt x="0" y="70379"/>
                    </a:lnTo>
                    <a:lnTo>
                      <a:pt x="231745" y="574107"/>
                    </a:lnTo>
                    <a:lnTo>
                      <a:pt x="460520" y="1050295"/>
                    </a:lnTo>
                    <a:lnTo>
                      <a:pt x="622247" y="1386354"/>
                    </a:lnTo>
                    <a:lnTo>
                      <a:pt x="628547" y="1401024"/>
                    </a:lnTo>
                    <a:lnTo>
                      <a:pt x="677596" y="1370335"/>
                    </a:lnTo>
                    <a:lnTo>
                      <a:pt x="666527" y="1361335"/>
                    </a:lnTo>
                    <a:lnTo>
                      <a:pt x="631697" y="1312735"/>
                    </a:lnTo>
                    <a:lnTo>
                      <a:pt x="559159" y="1170445"/>
                    </a:lnTo>
                    <a:lnTo>
                      <a:pt x="193407" y="392038"/>
                    </a:lnTo>
                    <a:lnTo>
                      <a:pt x="61380" y="69120"/>
                    </a:lnTo>
                    <a:lnTo>
                      <a:pt x="60750" y="40590"/>
                    </a:lnTo>
                    <a:lnTo>
                      <a:pt x="791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0" name="Контур"/>
              <p:cNvSpPr/>
              <p:nvPr/>
            </p:nvSpPr>
            <p:spPr>
              <a:xfrm>
                <a:off x="5671862" y="4761062"/>
                <a:ext cx="726107" cy="1355035"/>
              </a:xfrm>
              <a:custGeom>
                <a:avLst/>
                <a:gdLst/>
                <a:ahLst/>
                <a:cxnLst/>
                <a:rect l="l" t="t" r="r" b="b"/>
                <a:pathLst>
                  <a:path w="726107" h="1355035">
                    <a:moveTo>
                      <a:pt x="97560" y="0"/>
                    </a:moveTo>
                    <a:lnTo>
                      <a:pt x="0" y="86759"/>
                    </a:lnTo>
                    <a:lnTo>
                      <a:pt x="56610" y="90179"/>
                    </a:lnTo>
                    <a:lnTo>
                      <a:pt x="99449" y="117629"/>
                    </a:lnTo>
                    <a:lnTo>
                      <a:pt x="423532" y="790287"/>
                    </a:lnTo>
                    <a:lnTo>
                      <a:pt x="551510" y="1040576"/>
                    </a:lnTo>
                    <a:lnTo>
                      <a:pt x="589219" y="1143445"/>
                    </a:lnTo>
                    <a:lnTo>
                      <a:pt x="681827" y="1338925"/>
                    </a:lnTo>
                    <a:lnTo>
                      <a:pt x="687227" y="1355035"/>
                    </a:lnTo>
                    <a:lnTo>
                      <a:pt x="726107" y="1330645"/>
                    </a:lnTo>
                    <a:lnTo>
                      <a:pt x="719807" y="1315975"/>
                    </a:lnTo>
                    <a:lnTo>
                      <a:pt x="558080" y="979916"/>
                    </a:lnTo>
                    <a:lnTo>
                      <a:pt x="329305" y="503728"/>
                    </a:lnTo>
                    <a:lnTo>
                      <a:pt x="975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1" name="Контур"/>
              <p:cNvSpPr/>
              <p:nvPr/>
            </p:nvSpPr>
            <p:spPr>
              <a:xfrm>
                <a:off x="7293926" y="9918311"/>
                <a:ext cx="823724" cy="269689"/>
              </a:xfrm>
              <a:custGeom>
                <a:avLst/>
                <a:gdLst/>
                <a:ahLst/>
                <a:cxnLst/>
                <a:rect l="l" t="t" r="r" b="b"/>
                <a:pathLst>
                  <a:path w="823724" h="269689">
                    <a:moveTo>
                      <a:pt x="823067" y="269689"/>
                    </a:moveTo>
                    <a:lnTo>
                      <a:pt x="742364" y="99539"/>
                    </a:lnTo>
                    <a:lnTo>
                      <a:pt x="823724" y="60840"/>
                    </a:lnTo>
                    <a:lnTo>
                      <a:pt x="794745" y="0"/>
                    </a:lnTo>
                    <a:lnTo>
                      <a:pt x="497296" y="122217"/>
                    </a:lnTo>
                    <a:lnTo>
                      <a:pt x="302357" y="169556"/>
                    </a:lnTo>
                    <a:lnTo>
                      <a:pt x="231978" y="159115"/>
                    </a:lnTo>
                    <a:lnTo>
                      <a:pt x="0" y="269689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02" name="Контур"/>
              <p:cNvSpPr/>
              <p:nvPr/>
            </p:nvSpPr>
            <p:spPr>
              <a:xfrm>
                <a:off x="6345113" y="9355453"/>
                <a:ext cx="1743558" cy="832547"/>
              </a:xfrm>
              <a:custGeom>
                <a:avLst/>
                <a:gdLst/>
                <a:ahLst/>
                <a:cxnLst/>
                <a:rect l="l" t="t" r="r" b="b"/>
                <a:pathLst>
                  <a:path w="1743558" h="832547">
                    <a:moveTo>
                      <a:pt x="1473833" y="0"/>
                    </a:moveTo>
                    <a:lnTo>
                      <a:pt x="1257204" y="75508"/>
                    </a:lnTo>
                    <a:lnTo>
                      <a:pt x="1252165" y="63988"/>
                    </a:lnTo>
                    <a:lnTo>
                      <a:pt x="1173145" y="95308"/>
                    </a:lnTo>
                    <a:lnTo>
                      <a:pt x="1155145" y="51478"/>
                    </a:lnTo>
                    <a:lnTo>
                      <a:pt x="960746" y="159206"/>
                    </a:lnTo>
                    <a:lnTo>
                      <a:pt x="844916" y="212755"/>
                    </a:lnTo>
                    <a:lnTo>
                      <a:pt x="773907" y="234984"/>
                    </a:lnTo>
                    <a:lnTo>
                      <a:pt x="770667" y="228054"/>
                    </a:lnTo>
                    <a:lnTo>
                      <a:pt x="0" y="595426"/>
                    </a:lnTo>
                    <a:lnTo>
                      <a:pt x="101428" y="809355"/>
                    </a:lnTo>
                    <a:lnTo>
                      <a:pt x="109861" y="832547"/>
                    </a:lnTo>
                    <a:lnTo>
                      <a:pt x="948813" y="832547"/>
                    </a:lnTo>
                    <a:lnTo>
                      <a:pt x="1180791" y="721973"/>
                    </a:lnTo>
                    <a:lnTo>
                      <a:pt x="1251170" y="732414"/>
                    </a:lnTo>
                    <a:lnTo>
                      <a:pt x="1446109" y="685075"/>
                    </a:lnTo>
                    <a:lnTo>
                      <a:pt x="1743558" y="562858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103" name="Контур"/>
              <p:cNvSpPr/>
              <p:nvPr/>
            </p:nvSpPr>
            <p:spPr>
              <a:xfrm>
                <a:off x="6330646" y="6414986"/>
                <a:ext cx="2058875" cy="3773014"/>
              </a:xfrm>
              <a:custGeom>
                <a:avLst/>
                <a:gdLst/>
                <a:ahLst/>
                <a:cxnLst/>
                <a:rect l="l" t="t" r="r" b="b"/>
                <a:pathLst>
                  <a:path w="2058875" h="3773014">
                    <a:moveTo>
                      <a:pt x="2058875" y="3773014"/>
                    </a:moveTo>
                    <a:lnTo>
                      <a:pt x="1701598" y="3029658"/>
                    </a:lnTo>
                    <a:lnTo>
                      <a:pt x="1483443" y="2602070"/>
                    </a:lnTo>
                    <a:lnTo>
                      <a:pt x="1351865" y="2356911"/>
                    </a:lnTo>
                    <a:lnTo>
                      <a:pt x="1166199" y="1957582"/>
                    </a:lnTo>
                    <a:lnTo>
                      <a:pt x="753018" y="1112935"/>
                    </a:lnTo>
                    <a:lnTo>
                      <a:pt x="668600" y="925916"/>
                    </a:lnTo>
                    <a:lnTo>
                      <a:pt x="219509" y="0"/>
                    </a:lnTo>
                    <a:lnTo>
                      <a:pt x="0" y="134727"/>
                    </a:lnTo>
                    <a:lnTo>
                      <a:pt x="45180" y="122578"/>
                    </a:lnTo>
                    <a:lnTo>
                      <a:pt x="101069" y="129508"/>
                    </a:lnTo>
                    <a:lnTo>
                      <a:pt x="149309" y="158668"/>
                    </a:lnTo>
                    <a:lnTo>
                      <a:pt x="178558" y="198448"/>
                    </a:lnTo>
                    <a:lnTo>
                      <a:pt x="1901388" y="37730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4" name="Контур"/>
              <p:cNvSpPr/>
              <p:nvPr/>
            </p:nvSpPr>
            <p:spPr>
              <a:xfrm>
                <a:off x="6550155" y="6290338"/>
                <a:ext cx="1982469" cy="3897662"/>
              </a:xfrm>
              <a:custGeom>
                <a:avLst/>
                <a:gdLst/>
                <a:ahLst/>
                <a:cxnLst/>
                <a:rect l="l" t="t" r="r" b="b"/>
                <a:pathLst>
                  <a:path w="1982469" h="3897662">
                    <a:moveTo>
                      <a:pt x="203130" y="0"/>
                    </a:moveTo>
                    <a:lnTo>
                      <a:pt x="0" y="124648"/>
                    </a:lnTo>
                    <a:lnTo>
                      <a:pt x="449091" y="1050564"/>
                    </a:lnTo>
                    <a:lnTo>
                      <a:pt x="533509" y="1237583"/>
                    </a:lnTo>
                    <a:lnTo>
                      <a:pt x="946690" y="2082230"/>
                    </a:lnTo>
                    <a:lnTo>
                      <a:pt x="1132356" y="2481559"/>
                    </a:lnTo>
                    <a:lnTo>
                      <a:pt x="1263934" y="2726718"/>
                    </a:lnTo>
                    <a:lnTo>
                      <a:pt x="1482089" y="3154306"/>
                    </a:lnTo>
                    <a:lnTo>
                      <a:pt x="1839366" y="3897662"/>
                    </a:lnTo>
                    <a:lnTo>
                      <a:pt x="1982469" y="3897662"/>
                    </a:lnTo>
                    <a:lnTo>
                      <a:pt x="1978971" y="3892214"/>
                    </a:lnTo>
                    <a:lnTo>
                      <a:pt x="177029" y="153989"/>
                    </a:lnTo>
                    <a:lnTo>
                      <a:pt x="165239" y="115649"/>
                    </a:lnTo>
                    <a:lnTo>
                      <a:pt x="165150" y="75689"/>
                    </a:lnTo>
                    <a:lnTo>
                      <a:pt x="176760" y="373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5" name="Контур"/>
              <p:cNvSpPr/>
              <p:nvPr/>
            </p:nvSpPr>
            <p:spPr>
              <a:xfrm>
                <a:off x="6209486" y="9016694"/>
                <a:ext cx="1471672" cy="930585"/>
              </a:xfrm>
              <a:custGeom>
                <a:avLst/>
                <a:gdLst/>
                <a:ahLst/>
                <a:cxnLst/>
                <a:rect l="l" t="t" r="r" b="b"/>
                <a:pathLst>
                  <a:path w="1471672" h="930585">
                    <a:moveTo>
                      <a:pt x="1348914" y="20880"/>
                    </a:moveTo>
                    <a:lnTo>
                      <a:pt x="1319125" y="0"/>
                    </a:lnTo>
                    <a:lnTo>
                      <a:pt x="765627" y="264864"/>
                    </a:lnTo>
                    <a:lnTo>
                      <a:pt x="715677" y="288894"/>
                    </a:lnTo>
                    <a:lnTo>
                      <a:pt x="0" y="630886"/>
                    </a:lnTo>
                    <a:lnTo>
                      <a:pt x="143097" y="930585"/>
                    </a:lnTo>
                    <a:lnTo>
                      <a:pt x="906294" y="566813"/>
                    </a:lnTo>
                    <a:lnTo>
                      <a:pt x="909534" y="573743"/>
                    </a:lnTo>
                    <a:lnTo>
                      <a:pt x="980543" y="551514"/>
                    </a:lnTo>
                    <a:lnTo>
                      <a:pt x="1096373" y="497965"/>
                    </a:lnTo>
                    <a:lnTo>
                      <a:pt x="1290772" y="390237"/>
                    </a:lnTo>
                    <a:lnTo>
                      <a:pt x="1308772" y="434067"/>
                    </a:lnTo>
                    <a:lnTo>
                      <a:pt x="1387792" y="402747"/>
                    </a:lnTo>
                    <a:lnTo>
                      <a:pt x="1392831" y="414267"/>
                    </a:lnTo>
                    <a:lnTo>
                      <a:pt x="1451331" y="390778"/>
                    </a:lnTo>
                    <a:lnTo>
                      <a:pt x="1422892" y="323638"/>
                    </a:lnTo>
                    <a:lnTo>
                      <a:pt x="1436842" y="289349"/>
                    </a:lnTo>
                    <a:lnTo>
                      <a:pt x="1471672" y="275039"/>
                    </a:lnTo>
                    <a:lnTo>
                      <a:pt x="1348914" y="20880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106" name="Контур"/>
              <p:cNvSpPr/>
              <p:nvPr/>
            </p:nvSpPr>
            <p:spPr>
              <a:xfrm>
                <a:off x="5717834" y="6906562"/>
                <a:ext cx="1249820" cy="1313716"/>
              </a:xfrm>
              <a:custGeom>
                <a:avLst/>
                <a:gdLst/>
                <a:ahLst/>
                <a:cxnLst/>
                <a:rect l="l" t="t" r="r" b="b"/>
                <a:pathLst>
                  <a:path w="1249820" h="1313716">
                    <a:moveTo>
                      <a:pt x="842398" y="0"/>
                    </a:moveTo>
                    <a:lnTo>
                      <a:pt x="0" y="522261"/>
                    </a:lnTo>
                    <a:lnTo>
                      <a:pt x="121948" y="715670"/>
                    </a:lnTo>
                    <a:lnTo>
                      <a:pt x="180357" y="808640"/>
                    </a:lnTo>
                    <a:lnTo>
                      <a:pt x="303925" y="1005380"/>
                    </a:lnTo>
                    <a:lnTo>
                      <a:pt x="1256" y="1195276"/>
                    </a:lnTo>
                    <a:lnTo>
                      <a:pt x="62815" y="1304896"/>
                    </a:lnTo>
                    <a:lnTo>
                      <a:pt x="68125" y="1313716"/>
                    </a:lnTo>
                    <a:lnTo>
                      <a:pt x="386634" y="1137049"/>
                    </a:lnTo>
                    <a:lnTo>
                      <a:pt x="1114641" y="741777"/>
                    </a:lnTo>
                    <a:lnTo>
                      <a:pt x="1127511" y="759237"/>
                    </a:lnTo>
                    <a:lnTo>
                      <a:pt x="1249820" y="691288"/>
                    </a:lnTo>
                    <a:lnTo>
                      <a:pt x="1192492" y="562499"/>
                    </a:lnTo>
                    <a:lnTo>
                      <a:pt x="989185" y="235710"/>
                    </a:lnTo>
                    <a:lnTo>
                      <a:pt x="1007455" y="224370"/>
                    </a:lnTo>
                    <a:lnTo>
                      <a:pt x="979736" y="179730"/>
                    </a:lnTo>
                    <a:lnTo>
                      <a:pt x="961376" y="191160"/>
                    </a:lnTo>
                    <a:lnTo>
                      <a:pt x="842398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07" name="Контур"/>
              <p:cNvSpPr/>
              <p:nvPr/>
            </p:nvSpPr>
            <p:spPr>
              <a:xfrm>
                <a:off x="5509745" y="8172948"/>
                <a:ext cx="2080786" cy="1295444"/>
              </a:xfrm>
              <a:custGeom>
                <a:avLst/>
                <a:gdLst/>
                <a:ahLst/>
                <a:cxnLst/>
                <a:rect l="l" t="t" r="r" b="b"/>
                <a:pathLst>
                  <a:path w="2080786" h="1295444">
                    <a:moveTo>
                      <a:pt x="1742213" y="0"/>
                    </a:moveTo>
                    <a:lnTo>
                      <a:pt x="1155235" y="344064"/>
                    </a:lnTo>
                    <a:lnTo>
                      <a:pt x="573837" y="644568"/>
                    </a:lnTo>
                    <a:lnTo>
                      <a:pt x="232649" y="818444"/>
                    </a:lnTo>
                    <a:lnTo>
                      <a:pt x="0" y="938862"/>
                    </a:lnTo>
                    <a:lnTo>
                      <a:pt x="148766" y="1268620"/>
                    </a:lnTo>
                    <a:lnTo>
                      <a:pt x="339385" y="1193022"/>
                    </a:lnTo>
                    <a:lnTo>
                      <a:pt x="363955" y="1242342"/>
                    </a:lnTo>
                    <a:lnTo>
                      <a:pt x="437575" y="1211023"/>
                    </a:lnTo>
                    <a:lnTo>
                      <a:pt x="458364" y="1256742"/>
                    </a:lnTo>
                    <a:lnTo>
                      <a:pt x="603353" y="1192214"/>
                    </a:lnTo>
                    <a:lnTo>
                      <a:pt x="641333" y="1285543"/>
                    </a:lnTo>
                    <a:lnTo>
                      <a:pt x="726922" y="1247564"/>
                    </a:lnTo>
                    <a:lnTo>
                      <a:pt x="735562" y="1267004"/>
                    </a:lnTo>
                    <a:lnTo>
                      <a:pt x="776512" y="1248735"/>
                    </a:lnTo>
                    <a:lnTo>
                      <a:pt x="798291" y="1295444"/>
                    </a:lnTo>
                    <a:lnTo>
                      <a:pt x="2080786" y="699117"/>
                    </a:lnTo>
                    <a:lnTo>
                      <a:pt x="1742213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08" name="Контур"/>
              <p:cNvSpPr/>
              <p:nvPr/>
            </p:nvSpPr>
            <p:spPr>
              <a:xfrm>
                <a:off x="2200667" y="5732945"/>
                <a:ext cx="642149" cy="645832"/>
              </a:xfrm>
              <a:custGeom>
                <a:avLst/>
                <a:gdLst/>
                <a:ahLst/>
                <a:cxnLst/>
                <a:rect l="l" t="t" r="r" b="b"/>
                <a:pathLst>
                  <a:path w="642149" h="645832">
                    <a:moveTo>
                      <a:pt x="642149" y="67950"/>
                    </a:moveTo>
                    <a:lnTo>
                      <a:pt x="572850" y="0"/>
                    </a:lnTo>
                    <a:lnTo>
                      <a:pt x="568710" y="4050"/>
                    </a:lnTo>
                    <a:lnTo>
                      <a:pt x="0" y="553492"/>
                    </a:lnTo>
                    <a:lnTo>
                      <a:pt x="16740" y="571222"/>
                    </a:lnTo>
                    <a:lnTo>
                      <a:pt x="8370" y="578782"/>
                    </a:lnTo>
                    <a:lnTo>
                      <a:pt x="71639" y="645832"/>
                    </a:lnTo>
                    <a:lnTo>
                      <a:pt x="618209" y="115200"/>
                    </a:lnTo>
                    <a:lnTo>
                      <a:pt x="624599" y="90900"/>
                    </a:lnTo>
                    <a:lnTo>
                      <a:pt x="642149" y="679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9" name="Контур"/>
              <p:cNvSpPr/>
              <p:nvPr/>
            </p:nvSpPr>
            <p:spPr>
              <a:xfrm>
                <a:off x="1319039" y="4224644"/>
                <a:ext cx="2104458" cy="2049823"/>
              </a:xfrm>
              <a:custGeom>
                <a:avLst/>
                <a:gdLst/>
                <a:ahLst/>
                <a:cxnLst/>
                <a:rect l="l" t="t" r="r" b="b"/>
                <a:pathLst>
                  <a:path w="2104458" h="2049823">
                    <a:moveTo>
                      <a:pt x="990988" y="560155"/>
                    </a:moveTo>
                    <a:lnTo>
                      <a:pt x="1459077" y="118621"/>
                    </a:lnTo>
                    <a:lnTo>
                      <a:pt x="1347929" y="721"/>
                    </a:lnTo>
                    <a:lnTo>
                      <a:pt x="1230210" y="0"/>
                    </a:lnTo>
                    <a:lnTo>
                      <a:pt x="1132650" y="108089"/>
                    </a:lnTo>
                    <a:lnTo>
                      <a:pt x="1053450" y="180448"/>
                    </a:lnTo>
                    <a:lnTo>
                      <a:pt x="965160" y="242817"/>
                    </a:lnTo>
                    <a:lnTo>
                      <a:pt x="104671" y="1033185"/>
                    </a:lnTo>
                    <a:lnTo>
                      <a:pt x="1801" y="1138664"/>
                    </a:lnTo>
                    <a:lnTo>
                      <a:pt x="0" y="1254943"/>
                    </a:lnTo>
                    <a:lnTo>
                      <a:pt x="746539" y="2046402"/>
                    </a:lnTo>
                    <a:lnTo>
                      <a:pt x="861018" y="2049823"/>
                    </a:lnTo>
                    <a:lnTo>
                      <a:pt x="2102208" y="879120"/>
                    </a:lnTo>
                    <a:lnTo>
                      <a:pt x="2104458" y="802800"/>
                    </a:lnTo>
                    <a:lnTo>
                      <a:pt x="1990160" y="681661"/>
                    </a:lnTo>
                    <a:lnTo>
                      <a:pt x="1522070" y="1123194"/>
                    </a:lnTo>
                    <a:lnTo>
                      <a:pt x="990988" y="560155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10" name="Контур"/>
              <p:cNvSpPr/>
              <p:nvPr/>
            </p:nvSpPr>
            <p:spPr>
              <a:xfrm>
                <a:off x="1020778" y="5848673"/>
                <a:ext cx="44100" cy="42929"/>
              </a:xfrm>
              <a:custGeom>
                <a:avLst/>
                <a:gdLst/>
                <a:ahLst/>
                <a:cxnLst/>
                <a:rect l="l" t="t" r="r" b="b"/>
                <a:pathLst>
                  <a:path w="44100" h="42929">
                    <a:moveTo>
                      <a:pt x="27090" y="0"/>
                    </a:moveTo>
                    <a:lnTo>
                      <a:pt x="0" y="20789"/>
                    </a:lnTo>
                    <a:lnTo>
                      <a:pt x="17010" y="42929"/>
                    </a:lnTo>
                    <a:lnTo>
                      <a:pt x="44100" y="22049"/>
                    </a:lnTo>
                    <a:lnTo>
                      <a:pt x="27090" y="0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111" name="Контур"/>
              <p:cNvSpPr/>
              <p:nvPr/>
            </p:nvSpPr>
            <p:spPr>
              <a:xfrm>
                <a:off x="1021229" y="5669664"/>
                <a:ext cx="124649" cy="142919"/>
              </a:xfrm>
              <a:custGeom>
                <a:avLst/>
                <a:gdLst/>
                <a:ahLst/>
                <a:cxnLst/>
                <a:rect l="l" t="t" r="r" b="b"/>
                <a:pathLst>
                  <a:path w="124649" h="142919">
                    <a:moveTo>
                      <a:pt x="124649" y="104490"/>
                    </a:moveTo>
                    <a:lnTo>
                      <a:pt x="124469" y="104040"/>
                    </a:lnTo>
                    <a:lnTo>
                      <a:pt x="90090" y="22230"/>
                    </a:lnTo>
                    <a:lnTo>
                      <a:pt x="43020" y="0"/>
                    </a:lnTo>
                    <a:lnTo>
                      <a:pt x="33480" y="13590"/>
                    </a:lnTo>
                    <a:lnTo>
                      <a:pt x="0" y="59129"/>
                    </a:lnTo>
                    <a:lnTo>
                      <a:pt x="87749" y="142919"/>
                    </a:lnTo>
                    <a:lnTo>
                      <a:pt x="124649" y="104490"/>
                    </a:lnTo>
                    <a:close/>
                  </a:path>
                </a:pathLst>
              </a:custGeom>
              <a:solidFill>
                <a:srgbClr val="ADA4A0"/>
              </a:solidFill>
              <a:ln>
                <a:noFill/>
              </a:ln>
            </p:spPr>
          </p:sp>
          <p:sp>
            <p:nvSpPr>
              <p:cNvPr id="112" name="Контур"/>
              <p:cNvSpPr/>
              <p:nvPr/>
            </p:nvSpPr>
            <p:spPr>
              <a:xfrm>
                <a:off x="1091340" y="5600365"/>
                <a:ext cx="45449" cy="30240"/>
              </a:xfrm>
              <a:custGeom>
                <a:avLst/>
                <a:gdLst/>
                <a:ahLst/>
                <a:cxnLst/>
                <a:rect l="l" t="t" r="r" b="b"/>
                <a:pathLst>
                  <a:path w="45449" h="30240">
                    <a:moveTo>
                      <a:pt x="20520" y="0"/>
                    </a:moveTo>
                    <a:lnTo>
                      <a:pt x="12510" y="12060"/>
                    </a:lnTo>
                    <a:lnTo>
                      <a:pt x="0" y="30149"/>
                    </a:lnTo>
                    <a:lnTo>
                      <a:pt x="45449" y="30240"/>
                    </a:lnTo>
                    <a:lnTo>
                      <a:pt x="2052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3" name="Контур"/>
              <p:cNvSpPr/>
              <p:nvPr/>
            </p:nvSpPr>
            <p:spPr>
              <a:xfrm>
                <a:off x="974070" y="5630244"/>
                <a:ext cx="117270" cy="98549"/>
              </a:xfrm>
              <a:custGeom>
                <a:avLst/>
                <a:gdLst/>
                <a:ahLst/>
                <a:cxnLst/>
                <a:rect l="l" t="t" r="r" b="b"/>
                <a:pathLst>
                  <a:path w="117270" h="98549">
                    <a:moveTo>
                      <a:pt x="0" y="53369"/>
                    </a:moveTo>
                    <a:lnTo>
                      <a:pt x="47159" y="98549"/>
                    </a:lnTo>
                    <a:lnTo>
                      <a:pt x="80639" y="53010"/>
                    </a:lnTo>
                    <a:lnTo>
                      <a:pt x="117270" y="270"/>
                    </a:lnTo>
                    <a:lnTo>
                      <a:pt x="51120" y="0"/>
                    </a:lnTo>
                    <a:lnTo>
                      <a:pt x="0" y="53369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14" name="Контур"/>
              <p:cNvSpPr/>
              <p:nvPr/>
            </p:nvSpPr>
            <p:spPr>
              <a:xfrm>
                <a:off x="1111860" y="5378247"/>
                <a:ext cx="197909" cy="267298"/>
              </a:xfrm>
              <a:custGeom>
                <a:avLst/>
                <a:gdLst/>
                <a:ahLst/>
                <a:cxnLst/>
                <a:rect l="l" t="t" r="r" b="b"/>
                <a:pathLst>
                  <a:path w="197909" h="267298">
                    <a:moveTo>
                      <a:pt x="197909" y="92070"/>
                    </a:moveTo>
                    <a:lnTo>
                      <a:pt x="106650" y="0"/>
                    </a:lnTo>
                    <a:lnTo>
                      <a:pt x="87210" y="69029"/>
                    </a:lnTo>
                    <a:lnTo>
                      <a:pt x="30330" y="176128"/>
                    </a:lnTo>
                    <a:lnTo>
                      <a:pt x="0" y="222118"/>
                    </a:lnTo>
                    <a:lnTo>
                      <a:pt x="24929" y="252358"/>
                    </a:lnTo>
                    <a:lnTo>
                      <a:pt x="38969" y="267298"/>
                    </a:lnTo>
                    <a:lnTo>
                      <a:pt x="115559" y="177389"/>
                    </a:lnTo>
                    <a:lnTo>
                      <a:pt x="197909" y="9207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5" name="Контур"/>
              <p:cNvSpPr/>
              <p:nvPr/>
            </p:nvSpPr>
            <p:spPr>
              <a:xfrm>
                <a:off x="1218510" y="5228579"/>
                <a:ext cx="205200" cy="251008"/>
              </a:xfrm>
              <a:custGeom>
                <a:avLst/>
                <a:gdLst/>
                <a:ahLst/>
                <a:cxnLst/>
                <a:rect l="l" t="t" r="r" b="b"/>
                <a:pathLst>
                  <a:path w="205200" h="251008">
                    <a:moveTo>
                      <a:pt x="205200" y="29250"/>
                    </a:moveTo>
                    <a:lnTo>
                      <a:pt x="159390" y="0"/>
                    </a:lnTo>
                    <a:lnTo>
                      <a:pt x="61020" y="141118"/>
                    </a:lnTo>
                    <a:lnTo>
                      <a:pt x="8100" y="120958"/>
                    </a:lnTo>
                    <a:lnTo>
                      <a:pt x="0" y="149668"/>
                    </a:lnTo>
                    <a:lnTo>
                      <a:pt x="91259" y="241738"/>
                    </a:lnTo>
                    <a:lnTo>
                      <a:pt x="100529" y="251008"/>
                    </a:lnTo>
                    <a:lnTo>
                      <a:pt x="102330" y="134729"/>
                    </a:lnTo>
                    <a:lnTo>
                      <a:pt x="131670" y="105299"/>
                    </a:lnTo>
                    <a:lnTo>
                      <a:pt x="205200" y="292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6" name="Контур"/>
              <p:cNvSpPr/>
              <p:nvPr/>
            </p:nvSpPr>
            <p:spPr>
              <a:xfrm>
                <a:off x="1076852" y="5149379"/>
                <a:ext cx="194130" cy="228868"/>
              </a:xfrm>
              <a:custGeom>
                <a:avLst/>
                <a:gdLst/>
                <a:ahLst/>
                <a:cxnLst/>
                <a:rect l="l" t="t" r="r" b="b"/>
                <a:pathLst>
                  <a:path w="194130" h="228868">
                    <a:moveTo>
                      <a:pt x="0" y="86128"/>
                    </a:moveTo>
                    <a:lnTo>
                      <a:pt x="141658" y="228868"/>
                    </a:lnTo>
                    <a:lnTo>
                      <a:pt x="149758" y="200158"/>
                    </a:lnTo>
                    <a:lnTo>
                      <a:pt x="194130" y="0"/>
                    </a:lnTo>
                    <a:lnTo>
                      <a:pt x="162360" y="30330"/>
                    </a:lnTo>
                    <a:lnTo>
                      <a:pt x="104130" y="86039"/>
                    </a:lnTo>
                    <a:lnTo>
                      <a:pt x="0" y="86128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17" name="Контур"/>
              <p:cNvSpPr/>
              <p:nvPr/>
            </p:nvSpPr>
            <p:spPr>
              <a:xfrm>
                <a:off x="1226610" y="3715601"/>
                <a:ext cx="411575" cy="1654096"/>
              </a:xfrm>
              <a:custGeom>
                <a:avLst/>
                <a:gdLst/>
                <a:ahLst/>
                <a:cxnLst/>
                <a:rect l="l" t="t" r="r" b="b"/>
                <a:pathLst>
                  <a:path w="411575" h="1654096">
                    <a:moveTo>
                      <a:pt x="219700" y="43019"/>
                    </a:moveTo>
                    <a:lnTo>
                      <a:pt x="320138" y="218068"/>
                    </a:lnTo>
                    <a:lnTo>
                      <a:pt x="177666" y="696504"/>
                    </a:lnTo>
                    <a:lnTo>
                      <a:pt x="109533" y="1139481"/>
                    </a:lnTo>
                    <a:lnTo>
                      <a:pt x="0" y="1633936"/>
                    </a:lnTo>
                    <a:lnTo>
                      <a:pt x="52920" y="1654096"/>
                    </a:lnTo>
                    <a:lnTo>
                      <a:pt x="192600" y="1452049"/>
                    </a:lnTo>
                    <a:lnTo>
                      <a:pt x="251281" y="1332800"/>
                    </a:lnTo>
                    <a:lnTo>
                      <a:pt x="273241" y="1274751"/>
                    </a:lnTo>
                    <a:lnTo>
                      <a:pt x="367743" y="877944"/>
                    </a:lnTo>
                    <a:lnTo>
                      <a:pt x="376833" y="879474"/>
                    </a:lnTo>
                    <a:lnTo>
                      <a:pt x="382143" y="848064"/>
                    </a:lnTo>
                    <a:lnTo>
                      <a:pt x="374223" y="846714"/>
                    </a:lnTo>
                    <a:lnTo>
                      <a:pt x="411575" y="491757"/>
                    </a:lnTo>
                    <a:lnTo>
                      <a:pt x="407526" y="317608"/>
                    </a:lnTo>
                    <a:lnTo>
                      <a:pt x="362438" y="106380"/>
                    </a:lnTo>
                    <a:lnTo>
                      <a:pt x="313569" y="0"/>
                    </a:lnTo>
                    <a:lnTo>
                      <a:pt x="219700" y="43019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118" name="Контур"/>
              <p:cNvSpPr/>
              <p:nvPr/>
            </p:nvSpPr>
            <p:spPr>
              <a:xfrm>
                <a:off x="2310027" y="4343265"/>
                <a:ext cx="999172" cy="1004573"/>
              </a:xfrm>
              <a:custGeom>
                <a:avLst/>
                <a:gdLst/>
                <a:ahLst/>
                <a:cxnLst/>
                <a:rect l="l" t="t" r="r" b="b"/>
                <a:pathLst>
                  <a:path w="999172" h="1004573">
                    <a:moveTo>
                      <a:pt x="101160" y="346135"/>
                    </a:moveTo>
                    <a:lnTo>
                      <a:pt x="0" y="441534"/>
                    </a:lnTo>
                    <a:lnTo>
                      <a:pt x="531082" y="1004573"/>
                    </a:lnTo>
                    <a:lnTo>
                      <a:pt x="999172" y="563040"/>
                    </a:lnTo>
                    <a:lnTo>
                      <a:pt x="468089" y="0"/>
                    </a:lnTo>
                    <a:lnTo>
                      <a:pt x="413189" y="51749"/>
                    </a:lnTo>
                    <a:lnTo>
                      <a:pt x="101160" y="346135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119" name="Контур"/>
              <p:cNvSpPr/>
              <p:nvPr/>
            </p:nvSpPr>
            <p:spPr>
              <a:xfrm>
                <a:off x="1377900" y="2228733"/>
                <a:ext cx="1997285" cy="3029096"/>
              </a:xfrm>
              <a:custGeom>
                <a:avLst/>
                <a:gdLst/>
                <a:ahLst/>
                <a:cxnLst/>
                <a:rect l="l" t="t" r="r" b="b"/>
                <a:pathLst>
                  <a:path w="1997285" h="3029096">
                    <a:moveTo>
                      <a:pt x="1997285" y="172890"/>
                    </a:moveTo>
                    <a:lnTo>
                      <a:pt x="1836007" y="0"/>
                    </a:lnTo>
                    <a:lnTo>
                      <a:pt x="1863277" y="43110"/>
                    </a:lnTo>
                    <a:lnTo>
                      <a:pt x="1871467" y="76230"/>
                    </a:lnTo>
                    <a:lnTo>
                      <a:pt x="1871016" y="109889"/>
                    </a:lnTo>
                    <a:lnTo>
                      <a:pt x="1860486" y="144719"/>
                    </a:lnTo>
                    <a:lnTo>
                      <a:pt x="1840416" y="178379"/>
                    </a:lnTo>
                    <a:lnTo>
                      <a:pt x="1739886" y="292137"/>
                    </a:lnTo>
                    <a:lnTo>
                      <a:pt x="1684266" y="366476"/>
                    </a:lnTo>
                    <a:lnTo>
                      <a:pt x="1645476" y="424346"/>
                    </a:lnTo>
                    <a:lnTo>
                      <a:pt x="1564116" y="570864"/>
                    </a:lnTo>
                    <a:lnTo>
                      <a:pt x="1493825" y="731692"/>
                    </a:lnTo>
                    <a:lnTo>
                      <a:pt x="1443334" y="899721"/>
                    </a:lnTo>
                    <a:lnTo>
                      <a:pt x="1333442" y="1334147"/>
                    </a:lnTo>
                    <a:lnTo>
                      <a:pt x="1297712" y="1438366"/>
                    </a:lnTo>
                    <a:lnTo>
                      <a:pt x="1253611" y="1539345"/>
                    </a:lnTo>
                    <a:lnTo>
                      <a:pt x="1179271" y="1669394"/>
                    </a:lnTo>
                    <a:lnTo>
                      <a:pt x="1091161" y="1789092"/>
                    </a:lnTo>
                    <a:lnTo>
                      <a:pt x="989641" y="1897721"/>
                    </a:lnTo>
                    <a:lnTo>
                      <a:pt x="371791" y="2470022"/>
                    </a:lnTo>
                    <a:lnTo>
                      <a:pt x="346861" y="2485502"/>
                    </a:lnTo>
                    <a:lnTo>
                      <a:pt x="318781" y="2494052"/>
                    </a:lnTo>
                    <a:lnTo>
                      <a:pt x="275042" y="2492612"/>
                    </a:lnTo>
                    <a:lnTo>
                      <a:pt x="247592" y="2482352"/>
                    </a:lnTo>
                    <a:lnTo>
                      <a:pt x="223742" y="2465251"/>
                    </a:lnTo>
                    <a:lnTo>
                      <a:pt x="201963" y="2425832"/>
                    </a:lnTo>
                    <a:lnTo>
                      <a:pt x="121951" y="2761619"/>
                    </a:lnTo>
                    <a:lnTo>
                      <a:pt x="72811" y="2879697"/>
                    </a:lnTo>
                    <a:lnTo>
                      <a:pt x="41310" y="2938917"/>
                    </a:lnTo>
                    <a:lnTo>
                      <a:pt x="0" y="2999846"/>
                    </a:lnTo>
                    <a:lnTo>
                      <a:pt x="45810" y="3029096"/>
                    </a:lnTo>
                    <a:lnTo>
                      <a:pt x="906299" y="2238728"/>
                    </a:lnTo>
                    <a:lnTo>
                      <a:pt x="994589" y="2176359"/>
                    </a:lnTo>
                    <a:lnTo>
                      <a:pt x="1073789" y="2104000"/>
                    </a:lnTo>
                    <a:lnTo>
                      <a:pt x="1148039" y="2024531"/>
                    </a:lnTo>
                    <a:lnTo>
                      <a:pt x="1299329" y="1842913"/>
                    </a:lnTo>
                    <a:lnTo>
                      <a:pt x="1424429" y="1621246"/>
                    </a:lnTo>
                    <a:lnTo>
                      <a:pt x="1519290" y="1367178"/>
                    </a:lnTo>
                    <a:lnTo>
                      <a:pt x="1680124" y="742314"/>
                    </a:lnTo>
                    <a:lnTo>
                      <a:pt x="1691014" y="683184"/>
                    </a:lnTo>
                    <a:lnTo>
                      <a:pt x="1730074" y="581845"/>
                    </a:lnTo>
                    <a:lnTo>
                      <a:pt x="1755004" y="533696"/>
                    </a:lnTo>
                    <a:lnTo>
                      <a:pt x="1922135" y="320218"/>
                    </a:lnTo>
                    <a:lnTo>
                      <a:pt x="1911785" y="257129"/>
                    </a:lnTo>
                    <a:lnTo>
                      <a:pt x="1997285" y="17289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0" name="Контур"/>
              <p:cNvSpPr/>
              <p:nvPr/>
            </p:nvSpPr>
            <p:spPr>
              <a:xfrm>
                <a:off x="930516" y="4411115"/>
                <a:ext cx="473760" cy="768594"/>
              </a:xfrm>
              <a:custGeom>
                <a:avLst/>
                <a:gdLst/>
                <a:ahLst/>
                <a:cxnLst/>
                <a:rect l="l" t="t" r="r" b="b"/>
                <a:pathLst>
                  <a:path w="473760" h="768594">
                    <a:moveTo>
                      <a:pt x="0" y="473214"/>
                    </a:moveTo>
                    <a:lnTo>
                      <a:pt x="308696" y="768594"/>
                    </a:lnTo>
                    <a:lnTo>
                      <a:pt x="340466" y="738264"/>
                    </a:lnTo>
                    <a:lnTo>
                      <a:pt x="405627" y="443967"/>
                    </a:lnTo>
                    <a:lnTo>
                      <a:pt x="473760" y="990"/>
                    </a:lnTo>
                    <a:lnTo>
                      <a:pt x="452790" y="0"/>
                    </a:lnTo>
                    <a:lnTo>
                      <a:pt x="0" y="473214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21" name="Контур"/>
              <p:cNvSpPr/>
              <p:nvPr/>
            </p:nvSpPr>
            <p:spPr>
              <a:xfrm>
                <a:off x="2549249" y="4003427"/>
                <a:ext cx="1048757" cy="1100337"/>
              </a:xfrm>
              <a:custGeom>
                <a:avLst/>
                <a:gdLst/>
                <a:ahLst/>
                <a:cxnLst/>
                <a:rect l="l" t="t" r="r" b="b"/>
                <a:pathLst>
                  <a:path w="1048757" h="1100337">
                    <a:moveTo>
                      <a:pt x="181799" y="93149"/>
                    </a:moveTo>
                    <a:lnTo>
                      <a:pt x="166500" y="0"/>
                    </a:lnTo>
                    <a:lnTo>
                      <a:pt x="127980" y="68219"/>
                    </a:lnTo>
                    <a:lnTo>
                      <a:pt x="114840" y="80459"/>
                    </a:lnTo>
                    <a:lnTo>
                      <a:pt x="0" y="221217"/>
                    </a:lnTo>
                    <a:lnTo>
                      <a:pt x="117719" y="221938"/>
                    </a:lnTo>
                    <a:lnTo>
                      <a:pt x="874248" y="1024017"/>
                    </a:lnTo>
                    <a:lnTo>
                      <a:pt x="871998" y="1100337"/>
                    </a:lnTo>
                    <a:lnTo>
                      <a:pt x="1048757" y="933569"/>
                    </a:lnTo>
                    <a:lnTo>
                      <a:pt x="972438" y="931409"/>
                    </a:lnTo>
                    <a:lnTo>
                      <a:pt x="181799" y="9314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2" name="Контур"/>
              <p:cNvSpPr/>
              <p:nvPr/>
            </p:nvSpPr>
            <p:spPr>
              <a:xfrm>
                <a:off x="4349337" y="1584000"/>
                <a:ext cx="1341180" cy="1155308"/>
              </a:xfrm>
              <a:custGeom>
                <a:avLst/>
                <a:gdLst/>
                <a:ahLst/>
                <a:cxnLst/>
                <a:rect l="l" t="t" r="r" b="b"/>
                <a:pathLst>
                  <a:path w="1341180" h="1155308">
                    <a:moveTo>
                      <a:pt x="116278" y="1155308"/>
                    </a:moveTo>
                    <a:lnTo>
                      <a:pt x="902608" y="413628"/>
                    </a:lnTo>
                    <a:lnTo>
                      <a:pt x="1295097" y="43464"/>
                    </a:lnTo>
                    <a:lnTo>
                      <a:pt x="1341180" y="0"/>
                    </a:lnTo>
                    <a:lnTo>
                      <a:pt x="1092047" y="0"/>
                    </a:lnTo>
                    <a:lnTo>
                      <a:pt x="801719" y="273859"/>
                    </a:lnTo>
                    <a:lnTo>
                      <a:pt x="710009" y="360347"/>
                    </a:lnTo>
                    <a:lnTo>
                      <a:pt x="0" y="10301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3" name="Контур"/>
              <p:cNvSpPr/>
              <p:nvPr/>
            </p:nvSpPr>
            <p:spPr>
              <a:xfrm>
                <a:off x="4900709" y="1584000"/>
                <a:ext cx="120791" cy="60289"/>
              </a:xfrm>
              <a:custGeom>
                <a:avLst/>
                <a:gdLst/>
                <a:ahLst/>
                <a:cxnLst/>
                <a:rect l="l" t="t" r="r" b="b"/>
                <a:pathLst>
                  <a:path w="120791" h="60289">
                    <a:moveTo>
                      <a:pt x="0" y="0"/>
                    </a:moveTo>
                    <a:lnTo>
                      <a:pt x="56850" y="60289"/>
                    </a:lnTo>
                    <a:lnTo>
                      <a:pt x="120791" y="0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124" name="Контур"/>
              <p:cNvSpPr/>
              <p:nvPr/>
            </p:nvSpPr>
            <p:spPr>
              <a:xfrm>
                <a:off x="3568599" y="1584000"/>
                <a:ext cx="732553" cy="390669"/>
              </a:xfrm>
              <a:custGeom>
                <a:avLst/>
                <a:gdLst/>
                <a:ahLst/>
                <a:cxnLst/>
                <a:rect l="l" t="t" r="r" b="b"/>
                <a:pathLst>
                  <a:path w="732553" h="390669">
                    <a:moveTo>
                      <a:pt x="54534" y="0"/>
                    </a:moveTo>
                    <a:lnTo>
                      <a:pt x="0" y="51100"/>
                    </a:lnTo>
                    <a:lnTo>
                      <a:pt x="318415" y="390669"/>
                    </a:lnTo>
                    <a:lnTo>
                      <a:pt x="732553" y="0"/>
                    </a:lnTo>
                    <a:close/>
                  </a:path>
                </a:pathLst>
              </a:custGeom>
              <a:solidFill>
                <a:srgbClr val="B0D9D5"/>
              </a:solidFill>
              <a:ln>
                <a:noFill/>
              </a:ln>
            </p:spPr>
          </p:sp>
          <p:sp>
            <p:nvSpPr>
              <p:cNvPr id="125" name="Контур"/>
              <p:cNvSpPr/>
              <p:nvPr/>
            </p:nvSpPr>
            <p:spPr>
              <a:xfrm>
                <a:off x="3140651" y="1584000"/>
                <a:ext cx="338359" cy="249366"/>
              </a:xfrm>
              <a:custGeom>
                <a:avLst/>
                <a:gdLst/>
                <a:ahLst/>
                <a:cxnLst/>
                <a:rect l="l" t="t" r="r" b="b"/>
                <a:pathLst>
                  <a:path w="338359" h="249366">
                    <a:moveTo>
                      <a:pt x="73979" y="249366"/>
                    </a:moveTo>
                    <a:lnTo>
                      <a:pt x="338359" y="0"/>
                    </a:lnTo>
                    <a:lnTo>
                      <a:pt x="184194" y="0"/>
                    </a:lnTo>
                    <a:lnTo>
                      <a:pt x="0" y="1666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6" name="Контур"/>
              <p:cNvSpPr/>
              <p:nvPr/>
            </p:nvSpPr>
            <p:spPr>
              <a:xfrm>
                <a:off x="4098755" y="5977663"/>
                <a:ext cx="174959" cy="185129"/>
              </a:xfrm>
              <a:custGeom>
                <a:avLst/>
                <a:gdLst/>
                <a:ahLst/>
                <a:cxnLst/>
                <a:rect l="l" t="t" r="r" b="b"/>
                <a:pathLst>
                  <a:path w="174959" h="185129">
                    <a:moveTo>
                      <a:pt x="88740" y="0"/>
                    </a:moveTo>
                    <a:lnTo>
                      <a:pt x="2160" y="62909"/>
                    </a:lnTo>
                    <a:lnTo>
                      <a:pt x="0" y="64529"/>
                    </a:lnTo>
                    <a:lnTo>
                      <a:pt x="87209" y="185129"/>
                    </a:lnTo>
                    <a:lnTo>
                      <a:pt x="89459" y="183509"/>
                    </a:lnTo>
                    <a:lnTo>
                      <a:pt x="174959" y="121410"/>
                    </a:lnTo>
                    <a:lnTo>
                      <a:pt x="91620" y="7470"/>
                    </a:lnTo>
                    <a:lnTo>
                      <a:pt x="88740" y="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27" name="Контур"/>
              <p:cNvSpPr/>
              <p:nvPr/>
            </p:nvSpPr>
            <p:spPr>
              <a:xfrm>
                <a:off x="5026743" y="5033760"/>
                <a:ext cx="993412" cy="908362"/>
              </a:xfrm>
              <a:custGeom>
                <a:avLst/>
                <a:gdLst/>
                <a:ahLst/>
                <a:cxnLst/>
                <a:rect l="l" t="t" r="r" b="b"/>
                <a:pathLst>
                  <a:path w="993412" h="908362">
                    <a:moveTo>
                      <a:pt x="343080" y="71547"/>
                    </a:moveTo>
                    <a:lnTo>
                      <a:pt x="291960" y="99717"/>
                    </a:lnTo>
                    <a:lnTo>
                      <a:pt x="0" y="310223"/>
                    </a:lnTo>
                    <a:lnTo>
                      <a:pt x="431543" y="908362"/>
                    </a:lnTo>
                    <a:lnTo>
                      <a:pt x="993412" y="551518"/>
                    </a:lnTo>
                    <a:lnTo>
                      <a:pt x="932393" y="425069"/>
                    </a:lnTo>
                    <a:lnTo>
                      <a:pt x="891083" y="420928"/>
                    </a:lnTo>
                    <a:lnTo>
                      <a:pt x="822235" y="312119"/>
                    </a:lnTo>
                    <a:lnTo>
                      <a:pt x="853465" y="263069"/>
                    </a:lnTo>
                    <a:lnTo>
                      <a:pt x="726387" y="0"/>
                    </a:lnTo>
                    <a:lnTo>
                      <a:pt x="343080" y="71547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28" name="Контур"/>
              <p:cNvSpPr/>
              <p:nvPr/>
            </p:nvSpPr>
            <p:spPr>
              <a:xfrm>
                <a:off x="4928656" y="1584000"/>
                <a:ext cx="2292355" cy="2202094"/>
              </a:xfrm>
              <a:custGeom>
                <a:avLst/>
                <a:gdLst/>
                <a:ahLst/>
                <a:cxnLst/>
                <a:rect l="l" t="t" r="r" b="b"/>
                <a:pathLst>
                  <a:path w="2292355" h="2202094">
                    <a:moveTo>
                      <a:pt x="131128" y="2202094"/>
                    </a:moveTo>
                    <a:lnTo>
                      <a:pt x="521097" y="1838320"/>
                    </a:lnTo>
                    <a:lnTo>
                      <a:pt x="556467" y="1799800"/>
                    </a:lnTo>
                    <a:lnTo>
                      <a:pt x="604707" y="1836970"/>
                    </a:lnTo>
                    <a:lnTo>
                      <a:pt x="674547" y="1740221"/>
                    </a:lnTo>
                    <a:lnTo>
                      <a:pt x="1965776" y="522269"/>
                    </a:lnTo>
                    <a:lnTo>
                      <a:pt x="1859578" y="408689"/>
                    </a:lnTo>
                    <a:lnTo>
                      <a:pt x="2292355" y="0"/>
                    </a:lnTo>
                    <a:lnTo>
                      <a:pt x="2168629" y="0"/>
                    </a:lnTo>
                    <a:lnTo>
                      <a:pt x="2105368" y="59673"/>
                    </a:lnTo>
                    <a:lnTo>
                      <a:pt x="2000878" y="210871"/>
                    </a:lnTo>
                    <a:lnTo>
                      <a:pt x="220139" y="1890337"/>
                    </a:lnTo>
                    <a:lnTo>
                      <a:pt x="0" y="2076454"/>
                    </a:lnTo>
                    <a:lnTo>
                      <a:pt x="110428" y="2194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9" name="Контур"/>
              <p:cNvSpPr/>
              <p:nvPr/>
            </p:nvSpPr>
            <p:spPr>
              <a:xfrm>
                <a:off x="3944863" y="4250671"/>
                <a:ext cx="1306164" cy="1069456"/>
              </a:xfrm>
              <a:custGeom>
                <a:avLst/>
                <a:gdLst/>
                <a:ahLst/>
                <a:cxnLst/>
                <a:rect l="l" t="t" r="r" b="b"/>
                <a:pathLst>
                  <a:path w="1306164" h="1069456">
                    <a:moveTo>
                      <a:pt x="1093498" y="0"/>
                    </a:moveTo>
                    <a:lnTo>
                      <a:pt x="0" y="782987"/>
                    </a:lnTo>
                    <a:lnTo>
                      <a:pt x="223377" y="1069456"/>
                    </a:lnTo>
                    <a:lnTo>
                      <a:pt x="1306164" y="294659"/>
                    </a:lnTo>
                    <a:lnTo>
                      <a:pt x="1093498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30" name="Контур"/>
              <p:cNvSpPr/>
              <p:nvPr/>
            </p:nvSpPr>
            <p:spPr>
              <a:xfrm>
                <a:off x="3052361" y="1750656"/>
                <a:ext cx="2187151" cy="2270247"/>
              </a:xfrm>
              <a:custGeom>
                <a:avLst/>
                <a:gdLst/>
                <a:ahLst/>
                <a:cxnLst/>
                <a:rect l="l" t="t" r="r" b="b"/>
                <a:pathLst>
                  <a:path w="2187151" h="2270247">
                    <a:moveTo>
                      <a:pt x="88290" y="0"/>
                    </a:moveTo>
                    <a:lnTo>
                      <a:pt x="0" y="93149"/>
                    </a:lnTo>
                    <a:lnTo>
                      <a:pt x="175318" y="290518"/>
                    </a:lnTo>
                    <a:lnTo>
                      <a:pt x="987286" y="1158568"/>
                    </a:lnTo>
                    <a:lnTo>
                      <a:pt x="1653546" y="1882887"/>
                    </a:lnTo>
                    <a:lnTo>
                      <a:pt x="1978982" y="2210487"/>
                    </a:lnTo>
                    <a:lnTo>
                      <a:pt x="1996621" y="2270247"/>
                    </a:lnTo>
                    <a:lnTo>
                      <a:pt x="2187151" y="2116619"/>
                    </a:lnTo>
                    <a:lnTo>
                      <a:pt x="2149081" y="2125619"/>
                    </a:lnTo>
                    <a:lnTo>
                      <a:pt x="2112721" y="2123818"/>
                    </a:lnTo>
                    <a:lnTo>
                      <a:pt x="2072672" y="2109508"/>
                    </a:lnTo>
                    <a:lnTo>
                      <a:pt x="2043422" y="2087818"/>
                    </a:lnTo>
                    <a:lnTo>
                      <a:pt x="882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1" name="Контур"/>
              <p:cNvSpPr/>
              <p:nvPr/>
            </p:nvSpPr>
            <p:spPr>
              <a:xfrm>
                <a:off x="3214630" y="1636989"/>
                <a:ext cx="1934165" cy="2023465"/>
              </a:xfrm>
              <a:custGeom>
                <a:avLst/>
                <a:gdLst/>
                <a:ahLst/>
                <a:cxnLst/>
                <a:rect l="l" t="t" r="r" b="b"/>
                <a:pathLst>
                  <a:path w="1934165" h="2023465">
                    <a:moveTo>
                      <a:pt x="1012039" y="845189"/>
                    </a:moveTo>
                    <a:lnTo>
                      <a:pt x="923210" y="749519"/>
                    </a:lnTo>
                    <a:lnTo>
                      <a:pt x="598404" y="422459"/>
                    </a:lnTo>
                    <a:lnTo>
                      <a:pt x="281429" y="81809"/>
                    </a:lnTo>
                    <a:lnTo>
                      <a:pt x="274499" y="74069"/>
                    </a:lnTo>
                    <a:lnTo>
                      <a:pt x="208170" y="0"/>
                    </a:lnTo>
                    <a:lnTo>
                      <a:pt x="0" y="196377"/>
                    </a:lnTo>
                    <a:lnTo>
                      <a:pt x="1392820" y="1681106"/>
                    </a:lnTo>
                    <a:lnTo>
                      <a:pt x="1714026" y="2023465"/>
                    </a:lnTo>
                    <a:lnTo>
                      <a:pt x="1934165" y="1837348"/>
                    </a:lnTo>
                    <a:lnTo>
                      <a:pt x="1250985" y="1102319"/>
                    </a:lnTo>
                    <a:lnTo>
                      <a:pt x="1134707" y="977129"/>
                    </a:lnTo>
                    <a:lnTo>
                      <a:pt x="1012039" y="84518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2" name="Контур"/>
              <p:cNvSpPr/>
              <p:nvPr/>
            </p:nvSpPr>
            <p:spPr>
              <a:xfrm>
                <a:off x="4465615" y="1997628"/>
                <a:ext cx="1867309" cy="1476709"/>
              </a:xfrm>
              <a:custGeom>
                <a:avLst/>
                <a:gdLst/>
                <a:ahLst/>
                <a:cxnLst/>
                <a:rect l="l" t="t" r="r" b="b"/>
                <a:pathLst>
                  <a:path w="1867309" h="1476709">
                    <a:moveTo>
                      <a:pt x="786330" y="0"/>
                    </a:moveTo>
                    <a:lnTo>
                      <a:pt x="0" y="741680"/>
                    </a:lnTo>
                    <a:lnTo>
                      <a:pt x="683180" y="1476709"/>
                    </a:lnTo>
                    <a:lnTo>
                      <a:pt x="1867309" y="359825"/>
                    </a:lnTo>
                    <a:lnTo>
                      <a:pt x="1728441" y="212495"/>
                    </a:lnTo>
                    <a:lnTo>
                      <a:pt x="1335952" y="582750"/>
                    </a:lnTo>
                    <a:lnTo>
                      <a:pt x="786330" y="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33" name="Контур"/>
              <p:cNvSpPr/>
              <p:nvPr/>
            </p:nvSpPr>
            <p:spPr>
              <a:xfrm>
                <a:off x="2762188" y="3110731"/>
                <a:ext cx="1849488" cy="1826265"/>
              </a:xfrm>
              <a:custGeom>
                <a:avLst/>
                <a:gdLst/>
                <a:ahLst/>
                <a:cxnLst/>
                <a:rect l="l" t="t" r="r" b="b"/>
                <a:pathLst>
                  <a:path w="1849488" h="1826265">
                    <a:moveTo>
                      <a:pt x="1079549" y="0"/>
                    </a:moveTo>
                    <a:lnTo>
                      <a:pt x="0" y="1018785"/>
                    </a:lnTo>
                    <a:lnTo>
                      <a:pt x="759499" y="1824105"/>
                    </a:lnTo>
                    <a:lnTo>
                      <a:pt x="835818" y="1826265"/>
                    </a:lnTo>
                    <a:lnTo>
                      <a:pt x="1392198" y="1301573"/>
                    </a:lnTo>
                    <a:lnTo>
                      <a:pt x="1496688" y="1150375"/>
                    </a:lnTo>
                    <a:lnTo>
                      <a:pt x="1849488" y="817649"/>
                    </a:lnTo>
                    <a:lnTo>
                      <a:pt x="1079549" y="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34" name="Контур"/>
              <p:cNvSpPr/>
              <p:nvPr/>
            </p:nvSpPr>
            <p:spPr>
              <a:xfrm>
                <a:off x="1264513" y="2280927"/>
                <a:ext cx="1677503" cy="1988444"/>
              </a:xfrm>
              <a:custGeom>
                <a:avLst/>
                <a:gdLst/>
                <a:ahLst/>
                <a:cxnLst/>
                <a:rect l="l" t="t" r="r" b="b"/>
                <a:pathLst>
                  <a:path w="1677503" h="1988444">
                    <a:moveTo>
                      <a:pt x="1677503" y="518670"/>
                    </a:moveTo>
                    <a:lnTo>
                      <a:pt x="1239569" y="49410"/>
                    </a:lnTo>
                    <a:lnTo>
                      <a:pt x="1193579" y="0"/>
                    </a:lnTo>
                    <a:lnTo>
                      <a:pt x="0" y="1112744"/>
                    </a:lnTo>
                    <a:lnTo>
                      <a:pt x="46080" y="1162154"/>
                    </a:lnTo>
                    <a:lnTo>
                      <a:pt x="789649" y="1959374"/>
                    </a:lnTo>
                    <a:lnTo>
                      <a:pt x="801799" y="1970624"/>
                    </a:lnTo>
                    <a:lnTo>
                      <a:pt x="815209" y="1980344"/>
                    </a:lnTo>
                    <a:lnTo>
                      <a:pt x="829699" y="1988444"/>
                    </a:lnTo>
                    <a:lnTo>
                      <a:pt x="1366998" y="1487151"/>
                    </a:lnTo>
                    <a:lnTo>
                      <a:pt x="1411099" y="1386172"/>
                    </a:lnTo>
                    <a:lnTo>
                      <a:pt x="1446829" y="1281953"/>
                    </a:lnTo>
                    <a:lnTo>
                      <a:pt x="1493270" y="1098535"/>
                    </a:lnTo>
                    <a:lnTo>
                      <a:pt x="1556721" y="847527"/>
                    </a:lnTo>
                    <a:lnTo>
                      <a:pt x="1607212" y="679498"/>
                    </a:lnTo>
                    <a:lnTo>
                      <a:pt x="1677503" y="51867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35" name="Контур"/>
              <p:cNvSpPr/>
              <p:nvPr/>
            </p:nvSpPr>
            <p:spPr>
              <a:xfrm>
                <a:off x="1828192" y="1584000"/>
                <a:ext cx="1195184" cy="1215597"/>
              </a:xfrm>
              <a:custGeom>
                <a:avLst/>
                <a:gdLst/>
                <a:ahLst/>
                <a:cxnLst/>
                <a:rect l="l" t="t" r="r" b="b"/>
                <a:pathLst>
                  <a:path w="1195184" h="1215597">
                    <a:moveTo>
                      <a:pt x="1180604" y="1044959"/>
                    </a:moveTo>
                    <a:lnTo>
                      <a:pt x="796940" y="633479"/>
                    </a:lnTo>
                    <a:lnTo>
                      <a:pt x="760130" y="593969"/>
                    </a:lnTo>
                    <a:lnTo>
                      <a:pt x="205867" y="0"/>
                    </a:lnTo>
                    <a:lnTo>
                      <a:pt x="126941" y="0"/>
                    </a:lnTo>
                    <a:lnTo>
                      <a:pt x="92879" y="37678"/>
                    </a:lnTo>
                    <a:lnTo>
                      <a:pt x="57689" y="6448"/>
                    </a:lnTo>
                    <a:lnTo>
                      <a:pt x="50431" y="0"/>
                    </a:lnTo>
                    <a:lnTo>
                      <a:pt x="19814" y="0"/>
                    </a:lnTo>
                    <a:lnTo>
                      <a:pt x="0" y="21838"/>
                    </a:lnTo>
                    <a:lnTo>
                      <a:pt x="76948" y="104278"/>
                    </a:lnTo>
                    <a:lnTo>
                      <a:pt x="123028" y="153688"/>
                    </a:lnTo>
                    <a:lnTo>
                      <a:pt x="629900" y="696927"/>
                    </a:lnTo>
                    <a:lnTo>
                      <a:pt x="675890" y="746337"/>
                    </a:lnTo>
                    <a:lnTo>
                      <a:pt x="1113824" y="1215597"/>
                    </a:lnTo>
                    <a:lnTo>
                      <a:pt x="1195184" y="1069079"/>
                    </a:lnTo>
                    <a:lnTo>
                      <a:pt x="1192394" y="1062509"/>
                    </a:lnTo>
                    <a:lnTo>
                      <a:pt x="1189064" y="1056299"/>
                    </a:lnTo>
                    <a:lnTo>
                      <a:pt x="1185104" y="1050359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36" name="Контур"/>
              <p:cNvSpPr/>
              <p:nvPr/>
            </p:nvSpPr>
            <p:spPr>
              <a:xfrm>
                <a:off x="2683542" y="1929033"/>
                <a:ext cx="565825" cy="666176"/>
              </a:xfrm>
              <a:custGeom>
                <a:avLst/>
                <a:gdLst/>
                <a:ahLst/>
                <a:cxnLst/>
                <a:rect l="l" t="t" r="r" b="b"/>
                <a:pathLst>
                  <a:path w="565825" h="666176">
                    <a:moveTo>
                      <a:pt x="530365" y="299700"/>
                    </a:moveTo>
                    <a:lnTo>
                      <a:pt x="250739" y="0"/>
                    </a:lnTo>
                    <a:lnTo>
                      <a:pt x="12150" y="222657"/>
                    </a:lnTo>
                    <a:lnTo>
                      <a:pt x="0" y="247767"/>
                    </a:lnTo>
                    <a:lnTo>
                      <a:pt x="899" y="264777"/>
                    </a:lnTo>
                    <a:lnTo>
                      <a:pt x="11609" y="284486"/>
                    </a:lnTo>
                    <a:lnTo>
                      <a:pt x="355494" y="653126"/>
                    </a:lnTo>
                    <a:lnTo>
                      <a:pt x="378624" y="666176"/>
                    </a:lnTo>
                    <a:lnTo>
                      <a:pt x="434244" y="591837"/>
                    </a:lnTo>
                    <a:lnTo>
                      <a:pt x="534774" y="478079"/>
                    </a:lnTo>
                    <a:lnTo>
                      <a:pt x="554844" y="444419"/>
                    </a:lnTo>
                    <a:lnTo>
                      <a:pt x="565374" y="409589"/>
                    </a:lnTo>
                    <a:lnTo>
                      <a:pt x="565825" y="375930"/>
                    </a:lnTo>
                    <a:lnTo>
                      <a:pt x="557635" y="342810"/>
                    </a:lnTo>
                    <a:lnTo>
                      <a:pt x="530365" y="29970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37" name="Контур"/>
              <p:cNvSpPr/>
              <p:nvPr/>
            </p:nvSpPr>
            <p:spPr>
              <a:xfrm>
                <a:off x="3014203" y="1584000"/>
                <a:ext cx="309370" cy="166656"/>
              </a:xfrm>
              <a:custGeom>
                <a:avLst/>
                <a:gdLst/>
                <a:ahLst/>
                <a:cxnLst/>
                <a:rect l="l" t="t" r="r" b="b"/>
                <a:pathLst>
                  <a:path w="309370" h="166656">
                    <a:moveTo>
                      <a:pt x="163109" y="0"/>
                    </a:moveTo>
                    <a:lnTo>
                      <a:pt x="152999" y="9517"/>
                    </a:lnTo>
                    <a:lnTo>
                      <a:pt x="113129" y="33097"/>
                    </a:lnTo>
                    <a:lnTo>
                      <a:pt x="87479" y="40026"/>
                    </a:lnTo>
                    <a:lnTo>
                      <a:pt x="54360" y="41376"/>
                    </a:lnTo>
                    <a:lnTo>
                      <a:pt x="0" y="24996"/>
                    </a:lnTo>
                    <a:lnTo>
                      <a:pt x="126448" y="166656"/>
                    </a:lnTo>
                    <a:lnTo>
                      <a:pt x="30937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8" name="Контур"/>
              <p:cNvSpPr/>
              <p:nvPr/>
            </p:nvSpPr>
            <p:spPr>
              <a:xfrm>
                <a:off x="2715749" y="2565511"/>
                <a:ext cx="1125988" cy="1564005"/>
              </a:xfrm>
              <a:custGeom>
                <a:avLst/>
                <a:gdLst/>
                <a:ahLst/>
                <a:cxnLst/>
                <a:rect l="l" t="t" r="r" b="b"/>
                <a:pathLst>
                  <a:path w="1125988" h="1564005">
                    <a:moveTo>
                      <a:pt x="612545" y="0"/>
                    </a:moveTo>
                    <a:lnTo>
                      <a:pt x="533885" y="93689"/>
                    </a:lnTo>
                    <a:lnTo>
                      <a:pt x="448745" y="218428"/>
                    </a:lnTo>
                    <a:lnTo>
                      <a:pt x="394205" y="317697"/>
                    </a:lnTo>
                    <a:lnTo>
                      <a:pt x="334624" y="456475"/>
                    </a:lnTo>
                    <a:lnTo>
                      <a:pt x="310684" y="528114"/>
                    </a:lnTo>
                    <a:lnTo>
                      <a:pt x="181441" y="1030400"/>
                    </a:lnTo>
                    <a:lnTo>
                      <a:pt x="86580" y="1284468"/>
                    </a:lnTo>
                    <a:lnTo>
                      <a:pt x="0" y="1437916"/>
                    </a:lnTo>
                    <a:lnTo>
                      <a:pt x="15299" y="1531065"/>
                    </a:lnTo>
                    <a:lnTo>
                      <a:pt x="46439" y="1564005"/>
                    </a:lnTo>
                    <a:lnTo>
                      <a:pt x="1125988" y="545220"/>
                    </a:lnTo>
                    <a:lnTo>
                      <a:pt x="612545" y="0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139" name="Контур"/>
              <p:cNvSpPr/>
              <p:nvPr/>
            </p:nvSpPr>
            <p:spPr>
              <a:xfrm>
                <a:off x="2034045" y="1584000"/>
                <a:ext cx="1028121" cy="1069079"/>
              </a:xfrm>
              <a:custGeom>
                <a:avLst/>
                <a:gdLst/>
                <a:ahLst/>
                <a:cxnLst/>
                <a:rect l="l" t="t" r="r" b="b"/>
                <a:pathLst>
                  <a:path w="1028121" h="1069079">
                    <a:moveTo>
                      <a:pt x="900236" y="345033"/>
                    </a:moveTo>
                    <a:lnTo>
                      <a:pt x="578336" y="0"/>
                    </a:lnTo>
                    <a:lnTo>
                      <a:pt x="0" y="0"/>
                    </a:lnTo>
                    <a:lnTo>
                      <a:pt x="974751" y="1044959"/>
                    </a:lnTo>
                    <a:lnTo>
                      <a:pt x="989331" y="1069079"/>
                    </a:lnTo>
                    <a:lnTo>
                      <a:pt x="1028121" y="1011209"/>
                    </a:lnTo>
                    <a:lnTo>
                      <a:pt x="1004991" y="998159"/>
                    </a:lnTo>
                    <a:lnTo>
                      <a:pt x="661106" y="629519"/>
                    </a:lnTo>
                    <a:lnTo>
                      <a:pt x="649317" y="604140"/>
                    </a:lnTo>
                    <a:lnTo>
                      <a:pt x="652377" y="581910"/>
                    </a:lnTo>
                    <a:lnTo>
                      <a:pt x="661647" y="56769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40" name="Контур"/>
              <p:cNvSpPr/>
              <p:nvPr/>
            </p:nvSpPr>
            <p:spPr>
              <a:xfrm>
                <a:off x="758001" y="1737688"/>
                <a:ext cx="1700091" cy="1655983"/>
              </a:xfrm>
              <a:custGeom>
                <a:avLst/>
                <a:gdLst/>
                <a:ahLst/>
                <a:cxnLst/>
                <a:rect l="l" t="t" r="r" b="b"/>
                <a:pathLst>
                  <a:path w="1700091" h="1655983">
                    <a:moveTo>
                      <a:pt x="1700091" y="543239"/>
                    </a:moveTo>
                    <a:lnTo>
                      <a:pt x="1193219" y="0"/>
                    </a:lnTo>
                    <a:lnTo>
                      <a:pt x="0" y="1113104"/>
                    </a:lnTo>
                    <a:lnTo>
                      <a:pt x="506512" y="1655983"/>
                    </a:lnTo>
                    <a:lnTo>
                      <a:pt x="1700091" y="543239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141" name="Контур"/>
              <p:cNvSpPr/>
              <p:nvPr/>
            </p:nvSpPr>
            <p:spPr>
              <a:xfrm>
                <a:off x="252000" y="2814170"/>
                <a:ext cx="217822" cy="312647"/>
              </a:xfrm>
              <a:custGeom>
                <a:avLst/>
                <a:gdLst/>
                <a:ahLst/>
                <a:cxnLst/>
                <a:rect l="l" t="t" r="r" b="b"/>
                <a:pathLst>
                  <a:path w="217822" h="312647">
                    <a:moveTo>
                      <a:pt x="0" y="187956"/>
                    </a:moveTo>
                    <a:lnTo>
                      <a:pt x="51593" y="241007"/>
                    </a:lnTo>
                    <a:lnTo>
                      <a:pt x="118102" y="312647"/>
                    </a:lnTo>
                    <a:lnTo>
                      <a:pt x="217822" y="208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42" name="Контур"/>
              <p:cNvSpPr/>
              <p:nvPr/>
            </p:nvSpPr>
            <p:spPr>
              <a:xfrm>
                <a:off x="252000" y="1584000"/>
                <a:ext cx="43678" cy="40740"/>
              </a:xfrm>
              <a:custGeom>
                <a:avLst/>
                <a:gdLst/>
                <a:ahLst/>
                <a:cxnLst/>
                <a:rect l="l" t="t" r="r" b="b"/>
                <a:pathLst>
                  <a:path w="43678" h="40740">
                    <a:moveTo>
                      <a:pt x="0" y="0"/>
                    </a:moveTo>
                    <a:lnTo>
                      <a:pt x="0" y="40740"/>
                    </a:lnTo>
                    <a:lnTo>
                      <a:pt x="43678" y="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43" name="Контур"/>
              <p:cNvSpPr/>
              <p:nvPr/>
            </p:nvSpPr>
            <p:spPr>
              <a:xfrm>
                <a:off x="252000" y="1584000"/>
                <a:ext cx="360561" cy="336292"/>
              </a:xfrm>
              <a:custGeom>
                <a:avLst/>
                <a:gdLst/>
                <a:ahLst/>
                <a:cxnLst/>
                <a:rect l="l" t="t" r="r" b="b"/>
                <a:pathLst>
                  <a:path w="360561" h="336292">
                    <a:moveTo>
                      <a:pt x="43678" y="0"/>
                    </a:moveTo>
                    <a:lnTo>
                      <a:pt x="0" y="40740"/>
                    </a:lnTo>
                    <a:lnTo>
                      <a:pt x="0" y="336292"/>
                    </a:lnTo>
                    <a:lnTo>
                      <a:pt x="360561" y="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44" name="Контур"/>
              <p:cNvSpPr/>
              <p:nvPr/>
            </p:nvSpPr>
            <p:spPr>
              <a:xfrm>
                <a:off x="252000" y="1584000"/>
                <a:ext cx="1699220" cy="1266792"/>
              </a:xfrm>
              <a:custGeom>
                <a:avLst/>
                <a:gdLst/>
                <a:ahLst/>
                <a:cxnLst/>
                <a:rect l="l" t="t" r="r" b="b"/>
                <a:pathLst>
                  <a:path w="1699220" h="1266792">
                    <a:moveTo>
                      <a:pt x="1699220" y="153688"/>
                    </a:moveTo>
                    <a:lnTo>
                      <a:pt x="1653140" y="104278"/>
                    </a:lnTo>
                    <a:lnTo>
                      <a:pt x="1576192" y="21838"/>
                    </a:lnTo>
                    <a:lnTo>
                      <a:pt x="1555822" y="0"/>
                    </a:lnTo>
                    <a:lnTo>
                      <a:pt x="360561" y="0"/>
                    </a:lnTo>
                    <a:lnTo>
                      <a:pt x="0" y="336292"/>
                    </a:lnTo>
                    <a:lnTo>
                      <a:pt x="0" y="724353"/>
                    </a:lnTo>
                    <a:lnTo>
                      <a:pt x="459921" y="1217472"/>
                    </a:lnTo>
                    <a:lnTo>
                      <a:pt x="506001" y="1266792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45" name="Контур"/>
              <p:cNvSpPr/>
              <p:nvPr/>
            </p:nvSpPr>
            <p:spPr>
              <a:xfrm>
                <a:off x="2794032" y="1584000"/>
                <a:ext cx="346619" cy="259805"/>
              </a:xfrm>
              <a:custGeom>
                <a:avLst/>
                <a:gdLst/>
                <a:ahLst/>
                <a:cxnLst/>
                <a:rect l="l" t="t" r="r" b="b"/>
                <a:pathLst>
                  <a:path w="346619" h="259805">
                    <a:moveTo>
                      <a:pt x="0" y="0"/>
                    </a:moveTo>
                    <a:lnTo>
                      <a:pt x="78512" y="82505"/>
                    </a:lnTo>
                    <a:lnTo>
                      <a:pt x="258329" y="259805"/>
                    </a:lnTo>
                    <a:lnTo>
                      <a:pt x="329159" y="182406"/>
                    </a:lnTo>
                    <a:lnTo>
                      <a:pt x="346619" y="166656"/>
                    </a:lnTo>
                    <a:lnTo>
                      <a:pt x="220171" y="24996"/>
                    </a:lnTo>
                    <a:lnTo>
                      <a:pt x="217831" y="23736"/>
                    </a:lnTo>
                    <a:lnTo>
                      <a:pt x="212161" y="20226"/>
                    </a:lnTo>
                    <a:lnTo>
                      <a:pt x="206671" y="16446"/>
                    </a:lnTo>
                    <a:lnTo>
                      <a:pt x="201361" y="12486"/>
                    </a:lnTo>
                    <a:lnTo>
                      <a:pt x="196231" y="8166"/>
                    </a:lnTo>
                    <a:lnTo>
                      <a:pt x="191371" y="3666"/>
                    </a:lnTo>
                    <a:lnTo>
                      <a:pt x="18770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6" name="Контур"/>
              <p:cNvSpPr/>
              <p:nvPr/>
            </p:nvSpPr>
            <p:spPr>
              <a:xfrm>
                <a:off x="1807822" y="1584000"/>
                <a:ext cx="147289" cy="37678"/>
              </a:xfrm>
              <a:custGeom>
                <a:avLst/>
                <a:gdLst/>
                <a:ahLst/>
                <a:cxnLst/>
                <a:rect l="l" t="t" r="r" b="b"/>
                <a:pathLst>
                  <a:path w="147289" h="37678">
                    <a:moveTo>
                      <a:pt x="0" y="0"/>
                    </a:moveTo>
                    <a:lnTo>
                      <a:pt x="20370" y="21838"/>
                    </a:lnTo>
                    <a:lnTo>
                      <a:pt x="40184" y="0"/>
                    </a:lnTo>
                    <a:lnTo>
                      <a:pt x="70801" y="0"/>
                    </a:lnTo>
                    <a:lnTo>
                      <a:pt x="78059" y="6448"/>
                    </a:lnTo>
                    <a:lnTo>
                      <a:pt x="113249" y="37678"/>
                    </a:lnTo>
                    <a:lnTo>
                      <a:pt x="147289" y="0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147" name="Контур"/>
              <p:cNvSpPr/>
              <p:nvPr/>
            </p:nvSpPr>
            <p:spPr>
              <a:xfrm>
                <a:off x="252000" y="2308342"/>
                <a:ext cx="2379511" cy="2415883"/>
              </a:xfrm>
              <a:custGeom>
                <a:avLst/>
                <a:gdLst/>
                <a:ahLst/>
                <a:cxnLst/>
                <a:rect l="l" t="t" r="r" b="b"/>
                <a:pathLst>
                  <a:path w="2379511" h="2415883">
                    <a:moveTo>
                      <a:pt x="2379511" y="1459736"/>
                    </a:moveTo>
                    <a:lnTo>
                      <a:pt x="1842212" y="1961029"/>
                    </a:lnTo>
                    <a:lnTo>
                      <a:pt x="1827722" y="1952929"/>
                    </a:lnTo>
                    <a:lnTo>
                      <a:pt x="1802162" y="1931959"/>
                    </a:lnTo>
                    <a:lnTo>
                      <a:pt x="0" y="0"/>
                    </a:lnTo>
                    <a:lnTo>
                      <a:pt x="0" y="237858"/>
                    </a:lnTo>
                    <a:lnTo>
                      <a:pt x="401871" y="639198"/>
                    </a:lnTo>
                    <a:lnTo>
                      <a:pt x="888044" y="1099458"/>
                    </a:lnTo>
                    <a:lnTo>
                      <a:pt x="1150121" y="1373238"/>
                    </a:lnTo>
                    <a:lnTo>
                      <a:pt x="1194310" y="1450278"/>
                    </a:lnTo>
                    <a:lnTo>
                      <a:pt x="1288179" y="1407259"/>
                    </a:lnTo>
                    <a:lnTo>
                      <a:pt x="1337048" y="1513639"/>
                    </a:lnTo>
                    <a:lnTo>
                      <a:pt x="1382136" y="1724867"/>
                    </a:lnTo>
                    <a:lnTo>
                      <a:pt x="1386185" y="1899016"/>
                    </a:lnTo>
                    <a:lnTo>
                      <a:pt x="1348833" y="2253973"/>
                    </a:lnTo>
                    <a:lnTo>
                      <a:pt x="1356753" y="2255323"/>
                    </a:lnTo>
                    <a:lnTo>
                      <a:pt x="1351443" y="2286733"/>
                    </a:lnTo>
                    <a:lnTo>
                      <a:pt x="1342353" y="2285203"/>
                    </a:lnTo>
                    <a:lnTo>
                      <a:pt x="1327863" y="2346223"/>
                    </a:lnTo>
                    <a:lnTo>
                      <a:pt x="1349642" y="2385642"/>
                    </a:lnTo>
                    <a:lnTo>
                      <a:pt x="1360982" y="2395002"/>
                    </a:lnTo>
                    <a:lnTo>
                      <a:pt x="1386812" y="2408773"/>
                    </a:lnTo>
                    <a:lnTo>
                      <a:pt x="1430101" y="2415883"/>
                    </a:lnTo>
                    <a:lnTo>
                      <a:pt x="1472761" y="2405893"/>
                    </a:lnTo>
                    <a:lnTo>
                      <a:pt x="1497691" y="2390413"/>
                    </a:lnTo>
                    <a:lnTo>
                      <a:pt x="2115541" y="1818112"/>
                    </a:lnTo>
                    <a:lnTo>
                      <a:pt x="2217061" y="1709483"/>
                    </a:lnTo>
                    <a:lnTo>
                      <a:pt x="2305171" y="1589785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48" name="Контур"/>
              <p:cNvSpPr/>
              <p:nvPr/>
            </p:nvSpPr>
            <p:spPr>
              <a:xfrm>
                <a:off x="252000" y="2546530"/>
                <a:ext cx="1294748" cy="1479929"/>
              </a:xfrm>
              <a:custGeom>
                <a:avLst/>
                <a:gdLst/>
                <a:ahLst/>
                <a:cxnLst/>
                <a:rect l="l" t="t" r="r" b="b"/>
                <a:pathLst>
                  <a:path w="1294748" h="1479929">
                    <a:moveTo>
                      <a:pt x="888044" y="861270"/>
                    </a:moveTo>
                    <a:lnTo>
                      <a:pt x="401871" y="401010"/>
                    </a:lnTo>
                    <a:lnTo>
                      <a:pt x="0" y="0"/>
                    </a:lnTo>
                    <a:lnTo>
                      <a:pt x="0" y="267640"/>
                    </a:lnTo>
                    <a:lnTo>
                      <a:pt x="217822" y="476069"/>
                    </a:lnTo>
                    <a:lnTo>
                      <a:pt x="118102" y="580287"/>
                    </a:lnTo>
                    <a:lnTo>
                      <a:pt x="216290" y="685947"/>
                    </a:lnTo>
                    <a:lnTo>
                      <a:pt x="321860" y="575609"/>
                    </a:lnTo>
                    <a:lnTo>
                      <a:pt x="1267117" y="1479929"/>
                    </a:lnTo>
                    <a:lnTo>
                      <a:pt x="1294748" y="1387139"/>
                    </a:lnTo>
                    <a:lnTo>
                      <a:pt x="1150121" y="113505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49" name="Контур"/>
              <p:cNvSpPr/>
              <p:nvPr/>
            </p:nvSpPr>
            <p:spPr>
              <a:xfrm>
                <a:off x="1383306" y="4378895"/>
                <a:ext cx="30870" cy="33210"/>
              </a:xfrm>
              <a:custGeom>
                <a:avLst/>
                <a:gdLst/>
                <a:ahLst/>
                <a:cxnLst/>
                <a:rect l="l" t="t" r="r" b="b"/>
                <a:pathLst>
                  <a:path w="30870" h="33210">
                    <a:moveTo>
                      <a:pt x="20970" y="33210"/>
                    </a:moveTo>
                    <a:lnTo>
                      <a:pt x="30870" y="0"/>
                    </a:lnTo>
                    <a:lnTo>
                      <a:pt x="0" y="32220"/>
                    </a:lnTo>
                    <a:lnTo>
                      <a:pt x="20970" y="3321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50" name="Контур"/>
              <p:cNvSpPr/>
              <p:nvPr/>
            </p:nvSpPr>
            <p:spPr>
              <a:xfrm>
                <a:off x="468290" y="3122139"/>
                <a:ext cx="1050827" cy="1288976"/>
              </a:xfrm>
              <a:custGeom>
                <a:avLst/>
                <a:gdLst/>
                <a:ahLst/>
                <a:cxnLst/>
                <a:rect l="l" t="t" r="r" b="b"/>
                <a:pathLst>
                  <a:path w="1050827" h="1288976">
                    <a:moveTo>
                      <a:pt x="105570" y="0"/>
                    </a:moveTo>
                    <a:lnTo>
                      <a:pt x="0" y="110338"/>
                    </a:lnTo>
                    <a:lnTo>
                      <a:pt x="61019" y="176128"/>
                    </a:lnTo>
                    <a:lnTo>
                      <a:pt x="186118" y="312118"/>
                    </a:lnTo>
                    <a:lnTo>
                      <a:pt x="340555" y="478258"/>
                    </a:lnTo>
                    <a:lnTo>
                      <a:pt x="415074" y="577798"/>
                    </a:lnTo>
                    <a:lnTo>
                      <a:pt x="516592" y="720267"/>
                    </a:lnTo>
                    <a:lnTo>
                      <a:pt x="583371" y="826377"/>
                    </a:lnTo>
                    <a:lnTo>
                      <a:pt x="651410" y="960747"/>
                    </a:lnTo>
                    <a:lnTo>
                      <a:pt x="718458" y="1098626"/>
                    </a:lnTo>
                    <a:lnTo>
                      <a:pt x="772277" y="1208876"/>
                    </a:lnTo>
                    <a:lnTo>
                      <a:pt x="809267" y="1280245"/>
                    </a:lnTo>
                    <a:lnTo>
                      <a:pt x="861376" y="1286456"/>
                    </a:lnTo>
                    <a:lnTo>
                      <a:pt x="915016" y="1288976"/>
                    </a:lnTo>
                    <a:lnTo>
                      <a:pt x="945886" y="1256756"/>
                    </a:lnTo>
                    <a:lnTo>
                      <a:pt x="1050827" y="904320"/>
                    </a:lnTo>
                    <a:lnTo>
                      <a:pt x="105570" y="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51" name="Контур"/>
              <p:cNvSpPr/>
              <p:nvPr/>
            </p:nvSpPr>
            <p:spPr>
              <a:xfrm>
                <a:off x="2612410" y="1584000"/>
                <a:ext cx="2436572" cy="2617260"/>
              </a:xfrm>
              <a:custGeom>
                <a:avLst/>
                <a:gdLst/>
                <a:ahLst/>
                <a:cxnLst/>
                <a:rect l="l" t="t" r="r" b="b"/>
                <a:pathLst>
                  <a:path w="2436572" h="2617260">
                    <a:moveTo>
                      <a:pt x="0" y="0"/>
                    </a:moveTo>
                    <a:lnTo>
                      <a:pt x="1017112" y="1090323"/>
                    </a:lnTo>
                    <a:lnTo>
                      <a:pt x="2194025" y="2341142"/>
                    </a:lnTo>
                    <a:lnTo>
                      <a:pt x="2232274" y="2404591"/>
                    </a:lnTo>
                    <a:lnTo>
                      <a:pt x="2248653" y="2476861"/>
                    </a:lnTo>
                    <a:lnTo>
                      <a:pt x="2241813" y="2550570"/>
                    </a:lnTo>
                    <a:lnTo>
                      <a:pt x="2212833" y="2617260"/>
                    </a:lnTo>
                    <a:lnTo>
                      <a:pt x="2436572" y="2436903"/>
                    </a:lnTo>
                    <a:lnTo>
                      <a:pt x="2418933" y="2377143"/>
                    </a:lnTo>
                    <a:lnTo>
                      <a:pt x="2093497" y="2049543"/>
                    </a:lnTo>
                    <a:lnTo>
                      <a:pt x="1427237" y="1325224"/>
                    </a:lnTo>
                    <a:lnTo>
                      <a:pt x="615269" y="457174"/>
                    </a:lnTo>
                    <a:lnTo>
                      <a:pt x="439951" y="259805"/>
                    </a:lnTo>
                    <a:lnTo>
                      <a:pt x="260134" y="82505"/>
                    </a:lnTo>
                    <a:lnTo>
                      <a:pt x="1816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52" name="Контур"/>
              <p:cNvSpPr/>
              <p:nvPr/>
            </p:nvSpPr>
            <p:spPr>
              <a:xfrm>
                <a:off x="252000" y="3291156"/>
                <a:ext cx="383147" cy="613932"/>
              </a:xfrm>
              <a:custGeom>
                <a:avLst/>
                <a:gdLst/>
                <a:ahLst/>
                <a:cxnLst/>
                <a:rect l="l" t="t" r="r" b="b"/>
                <a:pathLst>
                  <a:path w="383147" h="613932">
                    <a:moveTo>
                      <a:pt x="0" y="613932"/>
                    </a:moveTo>
                    <a:lnTo>
                      <a:pt x="383147" y="213390"/>
                    </a:lnTo>
                    <a:lnTo>
                      <a:pt x="160130" y="0"/>
                    </a:lnTo>
                    <a:lnTo>
                      <a:pt x="0" y="16737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53" name="Контур"/>
              <p:cNvSpPr/>
              <p:nvPr/>
            </p:nvSpPr>
            <p:spPr>
              <a:xfrm>
                <a:off x="252000" y="3126817"/>
                <a:ext cx="216290" cy="331709"/>
              </a:xfrm>
              <a:custGeom>
                <a:avLst/>
                <a:gdLst/>
                <a:ahLst/>
                <a:cxnLst/>
                <a:rect l="l" t="t" r="r" b="b"/>
                <a:pathLst>
                  <a:path w="216290" h="331709">
                    <a:moveTo>
                      <a:pt x="0" y="331709"/>
                    </a:moveTo>
                    <a:lnTo>
                      <a:pt x="160130" y="164339"/>
                    </a:lnTo>
                    <a:lnTo>
                      <a:pt x="216290" y="105660"/>
                    </a:lnTo>
                    <a:lnTo>
                      <a:pt x="118102" y="0"/>
                    </a:lnTo>
                    <a:lnTo>
                      <a:pt x="0" y="123442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54" name="Контур"/>
              <p:cNvSpPr/>
              <p:nvPr/>
            </p:nvSpPr>
            <p:spPr>
              <a:xfrm>
                <a:off x="252000" y="3002126"/>
                <a:ext cx="118102" cy="248133"/>
              </a:xfrm>
              <a:custGeom>
                <a:avLst/>
                <a:gdLst/>
                <a:ahLst/>
                <a:cxnLst/>
                <a:rect l="l" t="t" r="r" b="b"/>
                <a:pathLst>
                  <a:path w="118102" h="248133">
                    <a:moveTo>
                      <a:pt x="0" y="248133"/>
                    </a:moveTo>
                    <a:lnTo>
                      <a:pt x="118102" y="124691"/>
                    </a:lnTo>
                    <a:lnTo>
                      <a:pt x="51593" y="530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55" name="Контур"/>
              <p:cNvSpPr/>
              <p:nvPr/>
            </p:nvSpPr>
            <p:spPr>
              <a:xfrm>
                <a:off x="252000" y="5792324"/>
                <a:ext cx="225181" cy="293402"/>
              </a:xfrm>
              <a:custGeom>
                <a:avLst/>
                <a:gdLst/>
                <a:ahLst/>
                <a:cxnLst/>
                <a:rect l="l" t="t" r="r" b="b"/>
                <a:pathLst>
                  <a:path w="225181" h="293402">
                    <a:moveTo>
                      <a:pt x="0" y="136920"/>
                    </a:moveTo>
                    <a:lnTo>
                      <a:pt x="48063" y="182883"/>
                    </a:lnTo>
                    <a:lnTo>
                      <a:pt x="41853" y="189452"/>
                    </a:lnTo>
                    <a:lnTo>
                      <a:pt x="150571" y="293402"/>
                    </a:lnTo>
                    <a:lnTo>
                      <a:pt x="225181" y="215374"/>
                    </a:lnTo>
                    <a:lnTo>
                      <a:pt x="116463" y="1114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56" name="Контур"/>
              <p:cNvSpPr/>
              <p:nvPr/>
            </p:nvSpPr>
            <p:spPr>
              <a:xfrm>
                <a:off x="252000" y="5929244"/>
                <a:ext cx="48063" cy="96287"/>
              </a:xfrm>
              <a:custGeom>
                <a:avLst/>
                <a:gdLst/>
                <a:ahLst/>
                <a:cxnLst/>
                <a:rect l="l" t="t" r="r" b="b"/>
                <a:pathLst>
                  <a:path w="48063" h="96287">
                    <a:moveTo>
                      <a:pt x="0" y="96287"/>
                    </a:moveTo>
                    <a:lnTo>
                      <a:pt x="41853" y="52532"/>
                    </a:lnTo>
                    <a:lnTo>
                      <a:pt x="48063" y="459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57" name="Контур"/>
              <p:cNvSpPr/>
              <p:nvPr/>
            </p:nvSpPr>
            <p:spPr>
              <a:xfrm>
                <a:off x="368463" y="5350975"/>
                <a:ext cx="575368" cy="656723"/>
              </a:xfrm>
              <a:custGeom>
                <a:avLst/>
                <a:gdLst/>
                <a:ahLst/>
                <a:cxnLst/>
                <a:rect l="l" t="t" r="r" b="b"/>
                <a:pathLst>
                  <a:path w="575368" h="656723">
                    <a:moveTo>
                      <a:pt x="0" y="552773"/>
                    </a:moveTo>
                    <a:lnTo>
                      <a:pt x="108718" y="656723"/>
                    </a:lnTo>
                    <a:lnTo>
                      <a:pt x="156688" y="606683"/>
                    </a:lnTo>
                    <a:lnTo>
                      <a:pt x="230489" y="490405"/>
                    </a:lnTo>
                    <a:lnTo>
                      <a:pt x="389789" y="323997"/>
                    </a:lnTo>
                    <a:lnTo>
                      <a:pt x="500668" y="247138"/>
                    </a:lnTo>
                    <a:lnTo>
                      <a:pt x="575368" y="169019"/>
                    </a:lnTo>
                    <a:lnTo>
                      <a:pt x="572579" y="41760"/>
                    </a:lnTo>
                    <a:lnTo>
                      <a:pt x="528840" y="0"/>
                    </a:lnTo>
                    <a:lnTo>
                      <a:pt x="0" y="552773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58" name="Контур"/>
              <p:cNvSpPr/>
              <p:nvPr/>
            </p:nvSpPr>
            <p:spPr>
              <a:xfrm>
                <a:off x="252000" y="5058655"/>
                <a:ext cx="645303" cy="845093"/>
              </a:xfrm>
              <a:custGeom>
                <a:avLst/>
                <a:gdLst/>
                <a:ahLst/>
                <a:cxnLst/>
                <a:rect l="l" t="t" r="r" b="b"/>
                <a:pathLst>
                  <a:path w="645303" h="845093">
                    <a:moveTo>
                      <a:pt x="339577" y="0"/>
                    </a:moveTo>
                    <a:lnTo>
                      <a:pt x="0" y="354947"/>
                    </a:lnTo>
                    <a:lnTo>
                      <a:pt x="0" y="733669"/>
                    </a:lnTo>
                    <a:lnTo>
                      <a:pt x="116463" y="845093"/>
                    </a:lnTo>
                    <a:lnTo>
                      <a:pt x="645303" y="29232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59" name="Контур"/>
              <p:cNvSpPr/>
              <p:nvPr/>
            </p:nvSpPr>
            <p:spPr>
              <a:xfrm>
                <a:off x="252000" y="4733960"/>
                <a:ext cx="339577" cy="679600"/>
              </a:xfrm>
              <a:custGeom>
                <a:avLst/>
                <a:gdLst/>
                <a:ahLst/>
                <a:cxnLst/>
                <a:rect l="l" t="t" r="r" b="b"/>
                <a:pathLst>
                  <a:path w="339577" h="679600">
                    <a:moveTo>
                      <a:pt x="0" y="0"/>
                    </a:moveTo>
                    <a:lnTo>
                      <a:pt x="0" y="679600"/>
                    </a:lnTo>
                    <a:lnTo>
                      <a:pt x="339577" y="324695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60" name="Контур"/>
              <p:cNvSpPr/>
              <p:nvPr/>
            </p:nvSpPr>
            <p:spPr>
              <a:xfrm>
                <a:off x="252000" y="4449628"/>
                <a:ext cx="966510" cy="1150737"/>
              </a:xfrm>
              <a:custGeom>
                <a:avLst/>
                <a:gdLst/>
                <a:ahLst/>
                <a:cxnLst/>
                <a:rect l="l" t="t" r="r" b="b"/>
                <a:pathLst>
                  <a:path w="966510" h="1150737">
                    <a:moveTo>
                      <a:pt x="0" y="284332"/>
                    </a:moveTo>
                    <a:lnTo>
                      <a:pt x="339577" y="609027"/>
                    </a:lnTo>
                    <a:lnTo>
                      <a:pt x="645303" y="901347"/>
                    </a:lnTo>
                    <a:lnTo>
                      <a:pt x="689042" y="943107"/>
                    </a:lnTo>
                    <a:lnTo>
                      <a:pt x="859860" y="1150737"/>
                    </a:lnTo>
                    <a:lnTo>
                      <a:pt x="890190" y="1104747"/>
                    </a:lnTo>
                    <a:lnTo>
                      <a:pt x="947070" y="997648"/>
                    </a:lnTo>
                    <a:lnTo>
                      <a:pt x="966510" y="928619"/>
                    </a:lnTo>
                    <a:lnTo>
                      <a:pt x="824852" y="785879"/>
                    </a:lnTo>
                    <a:lnTo>
                      <a:pt x="784803" y="747809"/>
                    </a:lnTo>
                    <a:lnTo>
                      <a:pt x="773193" y="730709"/>
                    </a:lnTo>
                    <a:lnTo>
                      <a:pt x="680135" y="594899"/>
                    </a:lnTo>
                    <a:lnTo>
                      <a:pt x="419408" y="346679"/>
                    </a:lnTo>
                    <a:lnTo>
                      <a:pt x="263440" y="25100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61" name="Контур"/>
              <p:cNvSpPr/>
              <p:nvPr/>
            </p:nvSpPr>
            <p:spPr>
              <a:xfrm>
                <a:off x="252000" y="3232477"/>
                <a:ext cx="1131306" cy="2003030"/>
              </a:xfrm>
              <a:custGeom>
                <a:avLst/>
                <a:gdLst/>
                <a:ahLst/>
                <a:cxnLst/>
                <a:rect l="l" t="t" r="r" b="b"/>
                <a:pathLst>
                  <a:path w="1131306" h="2003030">
                    <a:moveTo>
                      <a:pt x="0" y="1217151"/>
                    </a:moveTo>
                    <a:lnTo>
                      <a:pt x="263440" y="1468160"/>
                    </a:lnTo>
                    <a:lnTo>
                      <a:pt x="419408" y="1563830"/>
                    </a:lnTo>
                    <a:lnTo>
                      <a:pt x="680135" y="1812050"/>
                    </a:lnTo>
                    <a:lnTo>
                      <a:pt x="784803" y="1964960"/>
                    </a:lnTo>
                    <a:lnTo>
                      <a:pt x="824852" y="2003030"/>
                    </a:lnTo>
                    <a:lnTo>
                      <a:pt x="928982" y="2002941"/>
                    </a:lnTo>
                    <a:lnTo>
                      <a:pt x="987212" y="1947232"/>
                    </a:lnTo>
                    <a:lnTo>
                      <a:pt x="678516" y="1651852"/>
                    </a:lnTo>
                    <a:lnTo>
                      <a:pt x="1131306" y="1178638"/>
                    </a:lnTo>
                    <a:lnTo>
                      <a:pt x="1025557" y="1169907"/>
                    </a:lnTo>
                    <a:lnTo>
                      <a:pt x="799661" y="716039"/>
                    </a:lnTo>
                    <a:lnTo>
                      <a:pt x="732882" y="609929"/>
                    </a:lnTo>
                    <a:lnTo>
                      <a:pt x="556845" y="367920"/>
                    </a:lnTo>
                    <a:lnTo>
                      <a:pt x="216290" y="0"/>
                    </a:lnTo>
                    <a:lnTo>
                      <a:pt x="160130" y="58679"/>
                    </a:lnTo>
                    <a:lnTo>
                      <a:pt x="383147" y="272069"/>
                    </a:lnTo>
                    <a:lnTo>
                      <a:pt x="0" y="672611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62" name="Контур"/>
              <p:cNvSpPr/>
              <p:nvPr/>
            </p:nvSpPr>
            <p:spPr>
              <a:xfrm>
                <a:off x="252000" y="6712661"/>
                <a:ext cx="436581" cy="938699"/>
              </a:xfrm>
              <a:custGeom>
                <a:avLst/>
                <a:gdLst/>
                <a:ahLst/>
                <a:cxnLst/>
                <a:rect l="l" t="t" r="r" b="b"/>
                <a:pathLst>
                  <a:path w="436581" h="938699">
                    <a:moveTo>
                      <a:pt x="58138" y="0"/>
                    </a:moveTo>
                    <a:lnTo>
                      <a:pt x="0" y="69424"/>
                    </a:lnTo>
                    <a:lnTo>
                      <a:pt x="0" y="938699"/>
                    </a:lnTo>
                    <a:lnTo>
                      <a:pt x="35452" y="919344"/>
                    </a:lnTo>
                    <a:lnTo>
                      <a:pt x="421551" y="684538"/>
                    </a:lnTo>
                    <a:lnTo>
                      <a:pt x="436581" y="622709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63" name="Контур"/>
              <p:cNvSpPr/>
              <p:nvPr/>
            </p:nvSpPr>
            <p:spPr>
              <a:xfrm>
                <a:off x="310138" y="6626803"/>
                <a:ext cx="555652" cy="770396"/>
              </a:xfrm>
              <a:custGeom>
                <a:avLst/>
                <a:gdLst/>
                <a:ahLst/>
                <a:cxnLst/>
                <a:rect l="l" t="t" r="r" b="b"/>
                <a:pathLst>
                  <a:path w="555652" h="770396">
                    <a:moveTo>
                      <a:pt x="105750" y="0"/>
                    </a:moveTo>
                    <a:lnTo>
                      <a:pt x="74520" y="46349"/>
                    </a:lnTo>
                    <a:lnTo>
                      <a:pt x="48870" y="27449"/>
                    </a:lnTo>
                    <a:lnTo>
                      <a:pt x="0" y="85858"/>
                    </a:lnTo>
                    <a:lnTo>
                      <a:pt x="378443" y="708567"/>
                    </a:lnTo>
                    <a:lnTo>
                      <a:pt x="363413" y="770396"/>
                    </a:lnTo>
                    <a:lnTo>
                      <a:pt x="555652" y="653488"/>
                    </a:lnTo>
                    <a:lnTo>
                      <a:pt x="493823" y="638458"/>
                    </a:lnTo>
                    <a:lnTo>
                      <a:pt x="10575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4" name="Контур"/>
              <p:cNvSpPr/>
              <p:nvPr/>
            </p:nvSpPr>
            <p:spPr>
              <a:xfrm>
                <a:off x="415888" y="6473895"/>
                <a:ext cx="563032" cy="806396"/>
              </a:xfrm>
              <a:custGeom>
                <a:avLst/>
                <a:gdLst/>
                <a:ahLst/>
                <a:cxnLst/>
                <a:rect l="l" t="t" r="r" b="b"/>
                <a:pathLst>
                  <a:path w="563032" h="806396">
                    <a:moveTo>
                      <a:pt x="388073" y="791366"/>
                    </a:moveTo>
                    <a:lnTo>
                      <a:pt x="449902" y="806396"/>
                    </a:lnTo>
                    <a:lnTo>
                      <a:pt x="511192" y="769767"/>
                    </a:lnTo>
                    <a:lnTo>
                      <a:pt x="516772" y="765807"/>
                    </a:lnTo>
                    <a:lnTo>
                      <a:pt x="563032" y="732687"/>
                    </a:lnTo>
                    <a:lnTo>
                      <a:pt x="518842" y="659428"/>
                    </a:lnTo>
                    <a:lnTo>
                      <a:pt x="117810" y="0"/>
                    </a:lnTo>
                    <a:lnTo>
                      <a:pt x="20520" y="122488"/>
                    </a:lnTo>
                    <a:lnTo>
                      <a:pt x="0" y="152908"/>
                    </a:lnTo>
                    <a:lnTo>
                      <a:pt x="388073" y="791366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165" name="Контур"/>
              <p:cNvSpPr/>
              <p:nvPr/>
            </p:nvSpPr>
            <p:spPr>
              <a:xfrm>
                <a:off x="252000" y="5981776"/>
                <a:ext cx="150571" cy="283064"/>
              </a:xfrm>
              <a:custGeom>
                <a:avLst/>
                <a:gdLst/>
                <a:ahLst/>
                <a:cxnLst/>
                <a:rect l="l" t="t" r="r" b="b"/>
                <a:pathLst>
                  <a:path w="150571" h="283064">
                    <a:moveTo>
                      <a:pt x="0" y="283064"/>
                    </a:moveTo>
                    <a:lnTo>
                      <a:pt x="52021" y="206909"/>
                    </a:lnTo>
                    <a:lnTo>
                      <a:pt x="150571" y="103950"/>
                    </a:lnTo>
                    <a:lnTo>
                      <a:pt x="41853" y="0"/>
                    </a:lnTo>
                    <a:lnTo>
                      <a:pt x="0" y="43755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66" name="Контур"/>
              <p:cNvSpPr/>
              <p:nvPr/>
            </p:nvSpPr>
            <p:spPr>
              <a:xfrm>
                <a:off x="533698" y="5754174"/>
                <a:ext cx="1321281" cy="1379149"/>
              </a:xfrm>
              <a:custGeom>
                <a:avLst/>
                <a:gdLst/>
                <a:ahLst/>
                <a:cxnLst/>
                <a:rect l="l" t="t" r="r" b="b"/>
                <a:pathLst>
                  <a:path w="1321281" h="1379149">
                    <a:moveTo>
                      <a:pt x="612000" y="19530"/>
                    </a:moveTo>
                    <a:lnTo>
                      <a:pt x="638460" y="71190"/>
                    </a:lnTo>
                    <a:lnTo>
                      <a:pt x="643320" y="80819"/>
                    </a:lnTo>
                    <a:lnTo>
                      <a:pt x="539100" y="134998"/>
                    </a:lnTo>
                    <a:lnTo>
                      <a:pt x="502470" y="138688"/>
                    </a:lnTo>
                    <a:lnTo>
                      <a:pt x="490320" y="144898"/>
                    </a:lnTo>
                    <a:lnTo>
                      <a:pt x="345150" y="285206"/>
                    </a:lnTo>
                    <a:lnTo>
                      <a:pt x="0" y="719721"/>
                    </a:lnTo>
                    <a:lnTo>
                      <a:pt x="401032" y="1379149"/>
                    </a:lnTo>
                    <a:lnTo>
                      <a:pt x="724042" y="1182862"/>
                    </a:lnTo>
                    <a:lnTo>
                      <a:pt x="1321281" y="660150"/>
                    </a:lnTo>
                    <a:lnTo>
                      <a:pt x="631350" y="0"/>
                    </a:lnTo>
                    <a:lnTo>
                      <a:pt x="612000" y="19530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167" name="Контур"/>
              <p:cNvSpPr/>
              <p:nvPr/>
            </p:nvSpPr>
            <p:spPr>
              <a:xfrm>
                <a:off x="252000" y="6636797"/>
                <a:ext cx="58138" cy="145301"/>
              </a:xfrm>
              <a:custGeom>
                <a:avLst/>
                <a:gdLst/>
                <a:ahLst/>
                <a:cxnLst/>
                <a:rect l="l" t="t" r="r" b="b"/>
                <a:pathLst>
                  <a:path w="58138" h="145301">
                    <a:moveTo>
                      <a:pt x="17009" y="8185"/>
                    </a:moveTo>
                    <a:lnTo>
                      <a:pt x="8999" y="6115"/>
                    </a:lnTo>
                    <a:lnTo>
                      <a:pt x="0" y="0"/>
                    </a:lnTo>
                    <a:lnTo>
                      <a:pt x="0" y="145301"/>
                    </a:lnTo>
                    <a:lnTo>
                      <a:pt x="58138" y="75864"/>
                    </a:lnTo>
                    <a:close/>
                  </a:path>
                </a:pathLst>
              </a:custGeom>
              <a:solidFill>
                <a:srgbClr val="ADA4A0"/>
              </a:solidFill>
              <a:ln>
                <a:noFill/>
              </a:ln>
            </p:spPr>
          </p:sp>
          <p:sp>
            <p:nvSpPr>
              <p:cNvPr id="168" name="Контур"/>
              <p:cNvSpPr/>
              <p:nvPr/>
            </p:nvSpPr>
            <p:spPr>
              <a:xfrm>
                <a:off x="252000" y="6613150"/>
                <a:ext cx="17009" cy="31832"/>
              </a:xfrm>
              <a:custGeom>
                <a:avLst/>
                <a:gdLst/>
                <a:ahLst/>
                <a:cxnLst/>
                <a:rect l="l" t="t" r="r" b="b"/>
                <a:pathLst>
                  <a:path w="17009" h="31832">
                    <a:moveTo>
                      <a:pt x="0" y="23647"/>
                    </a:moveTo>
                    <a:lnTo>
                      <a:pt x="8999" y="29762"/>
                    </a:lnTo>
                    <a:lnTo>
                      <a:pt x="17009" y="31832"/>
                    </a:lnTo>
                    <a:lnTo>
                      <a:pt x="4589" y="114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69" name="Контур"/>
              <p:cNvSpPr/>
              <p:nvPr/>
            </p:nvSpPr>
            <p:spPr>
              <a:xfrm>
                <a:off x="596054" y="8079402"/>
                <a:ext cx="1601358" cy="1287886"/>
              </a:xfrm>
              <a:custGeom>
                <a:avLst/>
                <a:gdLst/>
                <a:ahLst/>
                <a:cxnLst/>
                <a:rect l="l" t="t" r="r" b="b"/>
                <a:pathLst>
                  <a:path w="1601358" h="1287886">
                    <a:moveTo>
                      <a:pt x="0" y="370069"/>
                    </a:moveTo>
                    <a:lnTo>
                      <a:pt x="17820" y="376549"/>
                    </a:lnTo>
                    <a:lnTo>
                      <a:pt x="118258" y="502819"/>
                    </a:lnTo>
                    <a:lnTo>
                      <a:pt x="69118" y="538548"/>
                    </a:lnTo>
                    <a:lnTo>
                      <a:pt x="99268" y="587238"/>
                    </a:lnTo>
                    <a:lnTo>
                      <a:pt x="143908" y="555019"/>
                    </a:lnTo>
                    <a:lnTo>
                      <a:pt x="208527" y="646548"/>
                    </a:lnTo>
                    <a:lnTo>
                      <a:pt x="163617" y="680928"/>
                    </a:lnTo>
                    <a:lnTo>
                      <a:pt x="338484" y="924287"/>
                    </a:lnTo>
                    <a:lnTo>
                      <a:pt x="544130" y="1252786"/>
                    </a:lnTo>
                    <a:lnTo>
                      <a:pt x="548900" y="1250266"/>
                    </a:lnTo>
                    <a:lnTo>
                      <a:pt x="568070" y="1284016"/>
                    </a:lnTo>
                    <a:lnTo>
                      <a:pt x="574910" y="1287886"/>
                    </a:lnTo>
                    <a:lnTo>
                      <a:pt x="1514147" y="699387"/>
                    </a:lnTo>
                    <a:lnTo>
                      <a:pt x="1497767" y="671757"/>
                    </a:lnTo>
                    <a:lnTo>
                      <a:pt x="1596497" y="613168"/>
                    </a:lnTo>
                    <a:lnTo>
                      <a:pt x="1496509" y="436409"/>
                    </a:lnTo>
                    <a:lnTo>
                      <a:pt x="1601358" y="384480"/>
                    </a:lnTo>
                    <a:lnTo>
                      <a:pt x="1433512" y="29161"/>
                    </a:lnTo>
                    <a:lnTo>
                      <a:pt x="1405252" y="18631"/>
                    </a:lnTo>
                    <a:lnTo>
                      <a:pt x="1233894" y="0"/>
                    </a:lnTo>
                    <a:lnTo>
                      <a:pt x="811075" y="198086"/>
                    </a:lnTo>
                    <a:lnTo>
                      <a:pt x="808825" y="193226"/>
                    </a:lnTo>
                    <a:lnTo>
                      <a:pt x="704606" y="241195"/>
                    </a:lnTo>
                    <a:lnTo>
                      <a:pt x="706316" y="245335"/>
                    </a:lnTo>
                    <a:lnTo>
                      <a:pt x="590847" y="235704"/>
                    </a:lnTo>
                    <a:lnTo>
                      <a:pt x="489957" y="260453"/>
                    </a:lnTo>
                    <a:lnTo>
                      <a:pt x="392399" y="120863"/>
                    </a:lnTo>
                    <a:lnTo>
                      <a:pt x="79110" y="334520"/>
                    </a:lnTo>
                    <a:lnTo>
                      <a:pt x="74790" y="331100"/>
                    </a:lnTo>
                    <a:lnTo>
                      <a:pt x="0" y="370069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70" name="Контур"/>
              <p:cNvSpPr/>
              <p:nvPr/>
            </p:nvSpPr>
            <p:spPr>
              <a:xfrm>
                <a:off x="2647679" y="7266906"/>
                <a:ext cx="2071252" cy="1510358"/>
              </a:xfrm>
              <a:custGeom>
                <a:avLst/>
                <a:gdLst/>
                <a:ahLst/>
                <a:cxnLst/>
                <a:rect l="l" t="t" r="r" b="b"/>
                <a:pathLst>
                  <a:path w="2071252" h="1510358">
                    <a:moveTo>
                      <a:pt x="1875235" y="0"/>
                    </a:moveTo>
                    <a:lnTo>
                      <a:pt x="0" y="1175109"/>
                    </a:lnTo>
                    <a:lnTo>
                      <a:pt x="170817" y="1510358"/>
                    </a:lnTo>
                    <a:lnTo>
                      <a:pt x="330477" y="1382200"/>
                    </a:lnTo>
                    <a:lnTo>
                      <a:pt x="896485" y="1027516"/>
                    </a:lnTo>
                    <a:lnTo>
                      <a:pt x="921055" y="1011676"/>
                    </a:lnTo>
                    <a:lnTo>
                      <a:pt x="917905" y="1007086"/>
                    </a:lnTo>
                    <a:lnTo>
                      <a:pt x="1468253" y="658073"/>
                    </a:lnTo>
                    <a:lnTo>
                      <a:pt x="1499483" y="707572"/>
                    </a:lnTo>
                    <a:lnTo>
                      <a:pt x="1573013" y="681923"/>
                    </a:lnTo>
                    <a:lnTo>
                      <a:pt x="1687942" y="610824"/>
                    </a:lnTo>
                    <a:lnTo>
                      <a:pt x="1652303" y="553945"/>
                    </a:lnTo>
                    <a:lnTo>
                      <a:pt x="2071252" y="291419"/>
                    </a:lnTo>
                    <a:lnTo>
                      <a:pt x="18752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1" name="Контур"/>
              <p:cNvSpPr/>
              <p:nvPr/>
            </p:nvSpPr>
            <p:spPr>
              <a:xfrm>
                <a:off x="1942090" y="7511687"/>
                <a:ext cx="56430" cy="94499"/>
              </a:xfrm>
              <a:custGeom>
                <a:avLst/>
                <a:gdLst/>
                <a:ahLst/>
                <a:cxnLst/>
                <a:rect l="l" t="t" r="r" b="b"/>
                <a:pathLst>
                  <a:path w="56430" h="94499">
                    <a:moveTo>
                      <a:pt x="17730" y="25020"/>
                    </a:moveTo>
                    <a:lnTo>
                      <a:pt x="21060" y="31770"/>
                    </a:lnTo>
                    <a:lnTo>
                      <a:pt x="0" y="44459"/>
                    </a:lnTo>
                    <a:lnTo>
                      <a:pt x="26010" y="94499"/>
                    </a:lnTo>
                    <a:lnTo>
                      <a:pt x="22860" y="82619"/>
                    </a:lnTo>
                    <a:lnTo>
                      <a:pt x="30330" y="39600"/>
                    </a:lnTo>
                    <a:lnTo>
                      <a:pt x="49860" y="5490"/>
                    </a:lnTo>
                    <a:lnTo>
                      <a:pt x="56430" y="0"/>
                    </a:lnTo>
                    <a:lnTo>
                      <a:pt x="17730" y="250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2" name="Контур"/>
              <p:cNvSpPr/>
              <p:nvPr/>
            </p:nvSpPr>
            <p:spPr>
              <a:xfrm>
                <a:off x="1942090" y="7017417"/>
                <a:ext cx="1146321" cy="1253597"/>
              </a:xfrm>
              <a:custGeom>
                <a:avLst/>
                <a:gdLst/>
                <a:ahLst/>
                <a:cxnLst/>
                <a:rect l="l" t="t" r="r" b="b"/>
                <a:pathLst>
                  <a:path w="1146321" h="1253597">
                    <a:moveTo>
                      <a:pt x="809548" y="8459"/>
                    </a:moveTo>
                    <a:lnTo>
                      <a:pt x="17730" y="519290"/>
                    </a:lnTo>
                    <a:lnTo>
                      <a:pt x="21060" y="526040"/>
                    </a:lnTo>
                    <a:lnTo>
                      <a:pt x="0" y="538729"/>
                    </a:lnTo>
                    <a:lnTo>
                      <a:pt x="369083" y="1253597"/>
                    </a:lnTo>
                    <a:lnTo>
                      <a:pt x="715582" y="1037691"/>
                    </a:lnTo>
                    <a:lnTo>
                      <a:pt x="772552" y="983691"/>
                    </a:lnTo>
                    <a:lnTo>
                      <a:pt x="946341" y="876593"/>
                    </a:lnTo>
                    <a:lnTo>
                      <a:pt x="912502" y="814854"/>
                    </a:lnTo>
                    <a:lnTo>
                      <a:pt x="1015102" y="750055"/>
                    </a:lnTo>
                    <a:lnTo>
                      <a:pt x="1021672" y="760585"/>
                    </a:lnTo>
                    <a:lnTo>
                      <a:pt x="1045612" y="745555"/>
                    </a:lnTo>
                    <a:lnTo>
                      <a:pt x="1039042" y="735025"/>
                    </a:lnTo>
                    <a:lnTo>
                      <a:pt x="1146321" y="667976"/>
                    </a:lnTo>
                    <a:lnTo>
                      <a:pt x="1030944" y="473397"/>
                    </a:lnTo>
                    <a:lnTo>
                      <a:pt x="1065774" y="319588"/>
                    </a:lnTo>
                    <a:lnTo>
                      <a:pt x="1122204" y="286109"/>
                    </a:lnTo>
                    <a:lnTo>
                      <a:pt x="1128864" y="273959"/>
                    </a:lnTo>
                    <a:lnTo>
                      <a:pt x="1124994" y="260729"/>
                    </a:lnTo>
                    <a:lnTo>
                      <a:pt x="1041836" y="120329"/>
                    </a:lnTo>
                    <a:lnTo>
                      <a:pt x="1018886" y="125909"/>
                    </a:lnTo>
                    <a:lnTo>
                      <a:pt x="929967" y="0"/>
                    </a:lnTo>
                    <a:lnTo>
                      <a:pt x="839698" y="57509"/>
                    </a:lnTo>
                    <a:lnTo>
                      <a:pt x="809548" y="8459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73" name="Контур"/>
              <p:cNvSpPr/>
              <p:nvPr/>
            </p:nvSpPr>
            <p:spPr>
              <a:xfrm>
                <a:off x="3071035" y="8371101"/>
                <a:ext cx="476457" cy="487075"/>
              </a:xfrm>
              <a:custGeom>
                <a:avLst/>
                <a:gdLst/>
                <a:ahLst/>
                <a:cxnLst/>
                <a:rect l="l" t="t" r="r" b="b"/>
                <a:pathLst>
                  <a:path w="476457" h="487075">
                    <a:moveTo>
                      <a:pt x="350819" y="0"/>
                    </a:moveTo>
                    <a:lnTo>
                      <a:pt x="0" y="219866"/>
                    </a:lnTo>
                    <a:lnTo>
                      <a:pt x="162087" y="487075"/>
                    </a:lnTo>
                    <a:lnTo>
                      <a:pt x="476457" y="272249"/>
                    </a:lnTo>
                    <a:lnTo>
                      <a:pt x="475917" y="250109"/>
                    </a:lnTo>
                    <a:lnTo>
                      <a:pt x="475287" y="223019"/>
                    </a:lnTo>
                    <a:lnTo>
                      <a:pt x="474927" y="208529"/>
                    </a:lnTo>
                    <a:lnTo>
                      <a:pt x="453327" y="171539"/>
                    </a:lnTo>
                    <a:lnTo>
                      <a:pt x="404098" y="76679"/>
                    </a:lnTo>
                    <a:lnTo>
                      <a:pt x="384479" y="37710"/>
                    </a:lnTo>
                    <a:lnTo>
                      <a:pt x="368639" y="19710"/>
                    </a:lnTo>
                    <a:lnTo>
                      <a:pt x="363959" y="22590"/>
                    </a:lnTo>
                    <a:lnTo>
                      <a:pt x="350819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74" name="Контур"/>
              <p:cNvSpPr/>
              <p:nvPr/>
            </p:nvSpPr>
            <p:spPr>
              <a:xfrm>
                <a:off x="2311173" y="6665432"/>
                <a:ext cx="1666523" cy="1863431"/>
              </a:xfrm>
              <a:custGeom>
                <a:avLst/>
                <a:gdLst/>
                <a:ahLst/>
                <a:cxnLst/>
                <a:rect l="l" t="t" r="r" b="b"/>
                <a:pathLst>
                  <a:path w="1666523" h="1863431">
                    <a:moveTo>
                      <a:pt x="440465" y="360444"/>
                    </a:moveTo>
                    <a:lnTo>
                      <a:pt x="470615" y="409494"/>
                    </a:lnTo>
                    <a:lnTo>
                      <a:pt x="560884" y="351985"/>
                    </a:lnTo>
                    <a:lnTo>
                      <a:pt x="649803" y="477894"/>
                    </a:lnTo>
                    <a:lnTo>
                      <a:pt x="672753" y="472314"/>
                    </a:lnTo>
                    <a:lnTo>
                      <a:pt x="755911" y="612714"/>
                    </a:lnTo>
                    <a:lnTo>
                      <a:pt x="759781" y="625944"/>
                    </a:lnTo>
                    <a:lnTo>
                      <a:pt x="753121" y="638094"/>
                    </a:lnTo>
                    <a:lnTo>
                      <a:pt x="696691" y="671573"/>
                    </a:lnTo>
                    <a:lnTo>
                      <a:pt x="661861" y="825382"/>
                    </a:lnTo>
                    <a:lnTo>
                      <a:pt x="777238" y="1019961"/>
                    </a:lnTo>
                    <a:lnTo>
                      <a:pt x="669959" y="1087010"/>
                    </a:lnTo>
                    <a:lnTo>
                      <a:pt x="676529" y="1097540"/>
                    </a:lnTo>
                    <a:lnTo>
                      <a:pt x="652589" y="1112570"/>
                    </a:lnTo>
                    <a:lnTo>
                      <a:pt x="646019" y="1102040"/>
                    </a:lnTo>
                    <a:lnTo>
                      <a:pt x="543419" y="1166839"/>
                    </a:lnTo>
                    <a:lnTo>
                      <a:pt x="577258" y="1228578"/>
                    </a:lnTo>
                    <a:lnTo>
                      <a:pt x="403469" y="1335676"/>
                    </a:lnTo>
                    <a:lnTo>
                      <a:pt x="346499" y="1389676"/>
                    </a:lnTo>
                    <a:lnTo>
                      <a:pt x="0" y="1605582"/>
                    </a:lnTo>
                    <a:lnTo>
                      <a:pt x="119518" y="1843991"/>
                    </a:lnTo>
                    <a:lnTo>
                      <a:pt x="174867" y="1816722"/>
                    </a:lnTo>
                    <a:lnTo>
                      <a:pt x="197727" y="1863431"/>
                    </a:lnTo>
                    <a:lnTo>
                      <a:pt x="1666523" y="943108"/>
                    </a:lnTo>
                    <a:lnTo>
                      <a:pt x="1349728" y="464219"/>
                    </a:lnTo>
                    <a:lnTo>
                      <a:pt x="1373668" y="448469"/>
                    </a:lnTo>
                    <a:lnTo>
                      <a:pt x="1063263" y="0"/>
                    </a:lnTo>
                    <a:lnTo>
                      <a:pt x="854914" y="117808"/>
                    </a:lnTo>
                    <a:lnTo>
                      <a:pt x="644315" y="250466"/>
                    </a:lnTo>
                    <a:lnTo>
                      <a:pt x="671224" y="287726"/>
                    </a:lnTo>
                    <a:lnTo>
                      <a:pt x="629734" y="314455"/>
                    </a:lnTo>
                    <a:lnTo>
                      <a:pt x="609755" y="286825"/>
                    </a:lnTo>
                    <a:lnTo>
                      <a:pt x="607955" y="273415"/>
                    </a:lnTo>
                    <a:lnTo>
                      <a:pt x="562685" y="302575"/>
                    </a:lnTo>
                    <a:lnTo>
                      <a:pt x="553595" y="288445"/>
                    </a:lnTo>
                    <a:lnTo>
                      <a:pt x="440465" y="360444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75" name="Контур"/>
              <p:cNvSpPr/>
              <p:nvPr/>
            </p:nvSpPr>
            <p:spPr>
              <a:xfrm>
                <a:off x="2299833" y="8271014"/>
                <a:ext cx="209067" cy="299519"/>
              </a:xfrm>
              <a:custGeom>
                <a:avLst/>
                <a:gdLst/>
                <a:ahLst/>
                <a:cxnLst/>
                <a:rect l="l" t="t" r="r" b="b"/>
                <a:pathLst>
                  <a:path w="209067" h="299519">
                    <a:moveTo>
                      <a:pt x="0" y="7020"/>
                    </a:moveTo>
                    <a:lnTo>
                      <a:pt x="96478" y="220409"/>
                    </a:lnTo>
                    <a:lnTo>
                      <a:pt x="116098" y="246419"/>
                    </a:lnTo>
                    <a:lnTo>
                      <a:pt x="142647" y="299519"/>
                    </a:lnTo>
                    <a:lnTo>
                      <a:pt x="209067" y="257849"/>
                    </a:lnTo>
                    <a:lnTo>
                      <a:pt x="186207" y="211140"/>
                    </a:lnTo>
                    <a:lnTo>
                      <a:pt x="130858" y="238409"/>
                    </a:lnTo>
                    <a:lnTo>
                      <a:pt x="11340" y="0"/>
                    </a:lnTo>
                    <a:lnTo>
                      <a:pt x="0" y="70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6" name="Контур"/>
              <p:cNvSpPr/>
              <p:nvPr/>
            </p:nvSpPr>
            <p:spPr>
              <a:xfrm>
                <a:off x="1914911" y="4715882"/>
                <a:ext cx="3854511" cy="2817045"/>
              </a:xfrm>
              <a:custGeom>
                <a:avLst/>
                <a:gdLst/>
                <a:ahLst/>
                <a:cxnLst/>
                <a:rect l="l" t="t" r="r" b="b"/>
                <a:pathLst>
                  <a:path w="3854511" h="2817045">
                    <a:moveTo>
                      <a:pt x="3833722" y="0"/>
                    </a:moveTo>
                    <a:lnTo>
                      <a:pt x="3176453" y="496882"/>
                    </a:lnTo>
                    <a:lnTo>
                      <a:pt x="1120227" y="1989778"/>
                    </a:lnTo>
                    <a:lnTo>
                      <a:pt x="937258" y="2098676"/>
                    </a:lnTo>
                    <a:lnTo>
                      <a:pt x="876418" y="2162035"/>
                    </a:lnTo>
                    <a:lnTo>
                      <a:pt x="0" y="2783025"/>
                    </a:lnTo>
                    <a:lnTo>
                      <a:pt x="20430" y="2817045"/>
                    </a:lnTo>
                    <a:lnTo>
                      <a:pt x="916108" y="2172205"/>
                    </a:lnTo>
                    <a:lnTo>
                      <a:pt x="945808" y="2130446"/>
                    </a:lnTo>
                    <a:lnTo>
                      <a:pt x="984058" y="2097326"/>
                    </a:lnTo>
                    <a:lnTo>
                      <a:pt x="1088637" y="2039547"/>
                    </a:lnTo>
                    <a:lnTo>
                      <a:pt x="1308687" y="1889880"/>
                    </a:lnTo>
                    <a:lnTo>
                      <a:pt x="1356117" y="1869810"/>
                    </a:lnTo>
                    <a:lnTo>
                      <a:pt x="2777303" y="831947"/>
                    </a:lnTo>
                    <a:lnTo>
                      <a:pt x="3379222" y="413724"/>
                    </a:lnTo>
                    <a:lnTo>
                      <a:pt x="3547252" y="265137"/>
                    </a:lnTo>
                    <a:lnTo>
                      <a:pt x="3704391" y="154798"/>
                    </a:lnTo>
                    <a:lnTo>
                      <a:pt x="3756951" y="131939"/>
                    </a:lnTo>
                    <a:lnTo>
                      <a:pt x="3854511" y="45180"/>
                    </a:lnTo>
                    <a:lnTo>
                      <a:pt x="38337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7" name="Контур"/>
              <p:cNvSpPr/>
              <p:nvPr/>
            </p:nvSpPr>
            <p:spPr>
              <a:xfrm>
                <a:off x="2919128" y="6915898"/>
                <a:ext cx="63269" cy="63989"/>
              </a:xfrm>
              <a:custGeom>
                <a:avLst/>
                <a:gdLst/>
                <a:ahLst/>
                <a:cxnLst/>
                <a:rect l="l" t="t" r="r" b="b"/>
                <a:pathLst>
                  <a:path w="63269" h="63989">
                    <a:moveTo>
                      <a:pt x="36360" y="0"/>
                    </a:moveTo>
                    <a:lnTo>
                      <a:pt x="0" y="22949"/>
                    </a:lnTo>
                    <a:lnTo>
                      <a:pt x="1800" y="36359"/>
                    </a:lnTo>
                    <a:lnTo>
                      <a:pt x="21779" y="63989"/>
                    </a:lnTo>
                    <a:lnTo>
                      <a:pt x="63269" y="37260"/>
                    </a:lnTo>
                    <a:lnTo>
                      <a:pt x="43289" y="9630"/>
                    </a:lnTo>
                    <a:lnTo>
                      <a:pt x="36360" y="0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178" name="Контур"/>
              <p:cNvSpPr/>
              <p:nvPr/>
            </p:nvSpPr>
            <p:spPr>
              <a:xfrm>
                <a:off x="1897721" y="4679073"/>
                <a:ext cx="3850912" cy="2819834"/>
              </a:xfrm>
              <a:custGeom>
                <a:avLst/>
                <a:gdLst/>
                <a:ahLst/>
                <a:cxnLst/>
                <a:rect l="l" t="t" r="r" b="b"/>
                <a:pathLst>
                  <a:path w="3850912" h="2819834">
                    <a:moveTo>
                      <a:pt x="3833992" y="0"/>
                    </a:moveTo>
                    <a:lnTo>
                      <a:pt x="3453023" y="301315"/>
                    </a:lnTo>
                    <a:lnTo>
                      <a:pt x="1324167" y="1830120"/>
                    </a:lnTo>
                    <a:lnTo>
                      <a:pt x="1123018" y="2003817"/>
                    </a:lnTo>
                    <a:lnTo>
                      <a:pt x="946438" y="2111545"/>
                    </a:lnTo>
                    <a:lnTo>
                      <a:pt x="866248" y="2181024"/>
                    </a:lnTo>
                    <a:lnTo>
                      <a:pt x="0" y="2791304"/>
                    </a:lnTo>
                    <a:lnTo>
                      <a:pt x="17190" y="2819834"/>
                    </a:lnTo>
                    <a:lnTo>
                      <a:pt x="893608" y="2198844"/>
                    </a:lnTo>
                    <a:lnTo>
                      <a:pt x="954448" y="2135485"/>
                    </a:lnTo>
                    <a:lnTo>
                      <a:pt x="1137417" y="2026587"/>
                    </a:lnTo>
                    <a:lnTo>
                      <a:pt x="3193643" y="533691"/>
                    </a:lnTo>
                    <a:lnTo>
                      <a:pt x="3850912" y="36809"/>
                    </a:lnTo>
                    <a:lnTo>
                      <a:pt x="383399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9" name="Контур"/>
              <p:cNvSpPr/>
              <p:nvPr/>
            </p:nvSpPr>
            <p:spPr>
              <a:xfrm>
                <a:off x="1934356" y="5035728"/>
                <a:ext cx="2137315" cy="1742644"/>
              </a:xfrm>
              <a:custGeom>
                <a:avLst/>
                <a:gdLst/>
                <a:ahLst/>
                <a:cxnLst/>
                <a:rect l="l" t="t" r="r" b="b"/>
                <a:pathLst>
                  <a:path w="2137315" h="1742644">
                    <a:moveTo>
                      <a:pt x="9180" y="1681444"/>
                    </a:moveTo>
                    <a:lnTo>
                      <a:pt x="72809" y="1742644"/>
                    </a:lnTo>
                    <a:lnTo>
                      <a:pt x="184679" y="1686666"/>
                    </a:lnTo>
                    <a:lnTo>
                      <a:pt x="334258" y="1593517"/>
                    </a:lnTo>
                    <a:lnTo>
                      <a:pt x="457108" y="1537898"/>
                    </a:lnTo>
                    <a:lnTo>
                      <a:pt x="1163517" y="978107"/>
                    </a:lnTo>
                    <a:lnTo>
                      <a:pt x="1122837" y="934187"/>
                    </a:lnTo>
                    <a:lnTo>
                      <a:pt x="2137315" y="195479"/>
                    </a:lnTo>
                    <a:lnTo>
                      <a:pt x="2127235" y="158310"/>
                    </a:lnTo>
                    <a:lnTo>
                      <a:pt x="2062526" y="65070"/>
                    </a:lnTo>
                    <a:lnTo>
                      <a:pt x="2006907" y="0"/>
                    </a:lnTo>
                    <a:lnTo>
                      <a:pt x="1375739" y="457462"/>
                    </a:lnTo>
                    <a:lnTo>
                      <a:pt x="1017269" y="795588"/>
                    </a:lnTo>
                    <a:lnTo>
                      <a:pt x="997739" y="774618"/>
                    </a:lnTo>
                    <a:lnTo>
                      <a:pt x="752759" y="1001864"/>
                    </a:lnTo>
                    <a:lnTo>
                      <a:pt x="773999" y="1024904"/>
                    </a:lnTo>
                    <a:lnTo>
                      <a:pt x="392669" y="1384719"/>
                    </a:lnTo>
                    <a:lnTo>
                      <a:pt x="378720" y="1369959"/>
                    </a:lnTo>
                    <a:lnTo>
                      <a:pt x="370800" y="1377879"/>
                    </a:lnTo>
                    <a:lnTo>
                      <a:pt x="341370" y="1346739"/>
                    </a:lnTo>
                    <a:lnTo>
                      <a:pt x="0" y="1672624"/>
                    </a:lnTo>
                    <a:lnTo>
                      <a:pt x="9180" y="1681444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180" name="Контур"/>
              <p:cNvSpPr/>
              <p:nvPr/>
            </p:nvSpPr>
            <p:spPr>
              <a:xfrm>
                <a:off x="1150829" y="5470317"/>
                <a:ext cx="914749" cy="979827"/>
              </a:xfrm>
              <a:custGeom>
                <a:avLst/>
                <a:gdLst/>
                <a:ahLst/>
                <a:cxnLst/>
                <a:rect l="l" t="t" r="r" b="b"/>
                <a:pathLst>
                  <a:path w="914749" h="979827">
                    <a:moveTo>
                      <a:pt x="158940" y="0"/>
                    </a:moveTo>
                    <a:lnTo>
                      <a:pt x="76590" y="85319"/>
                    </a:lnTo>
                    <a:lnTo>
                      <a:pt x="0" y="175228"/>
                    </a:lnTo>
                    <a:lnTo>
                      <a:pt x="758779" y="979827"/>
                    </a:lnTo>
                    <a:lnTo>
                      <a:pt x="914749" y="800729"/>
                    </a:lnTo>
                    <a:lnTo>
                      <a:pt x="168210" y="9270"/>
                    </a:lnTo>
                    <a:lnTo>
                      <a:pt x="1589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1" name="Контур"/>
              <p:cNvSpPr/>
              <p:nvPr/>
            </p:nvSpPr>
            <p:spPr>
              <a:xfrm>
                <a:off x="2185097" y="3834962"/>
                <a:ext cx="2683076" cy="2547505"/>
              </a:xfrm>
              <a:custGeom>
                <a:avLst/>
                <a:gdLst/>
                <a:ahLst/>
                <a:cxnLst/>
                <a:rect l="l" t="t" r="r" b="b"/>
                <a:pathLst>
                  <a:path w="2683076" h="2547505">
                    <a:moveTo>
                      <a:pt x="2537189" y="0"/>
                    </a:moveTo>
                    <a:lnTo>
                      <a:pt x="2426579" y="93418"/>
                    </a:lnTo>
                    <a:lnTo>
                      <a:pt x="2073779" y="426144"/>
                    </a:lnTo>
                    <a:lnTo>
                      <a:pt x="1969289" y="577342"/>
                    </a:lnTo>
                    <a:lnTo>
                      <a:pt x="0" y="2434825"/>
                    </a:lnTo>
                    <a:lnTo>
                      <a:pt x="15570" y="2451475"/>
                    </a:lnTo>
                    <a:lnTo>
                      <a:pt x="588420" y="1897983"/>
                    </a:lnTo>
                    <a:lnTo>
                      <a:pt x="657719" y="1965933"/>
                    </a:lnTo>
                    <a:lnTo>
                      <a:pt x="640169" y="1988883"/>
                    </a:lnTo>
                    <a:lnTo>
                      <a:pt x="633779" y="2013183"/>
                    </a:lnTo>
                    <a:lnTo>
                      <a:pt x="87209" y="2543815"/>
                    </a:lnTo>
                    <a:lnTo>
                      <a:pt x="90629" y="2547505"/>
                    </a:lnTo>
                    <a:lnTo>
                      <a:pt x="636209" y="2013903"/>
                    </a:lnTo>
                    <a:lnTo>
                      <a:pt x="641699" y="1988793"/>
                    </a:lnTo>
                    <a:lnTo>
                      <a:pt x="691559" y="1940913"/>
                    </a:lnTo>
                    <a:lnTo>
                      <a:pt x="923398" y="1804296"/>
                    </a:lnTo>
                    <a:lnTo>
                      <a:pt x="1096378" y="1678928"/>
                    </a:lnTo>
                    <a:lnTo>
                      <a:pt x="1702977" y="1105816"/>
                    </a:lnTo>
                    <a:lnTo>
                      <a:pt x="1933647" y="895489"/>
                    </a:lnTo>
                    <a:lnTo>
                      <a:pt x="2287436" y="635934"/>
                    </a:lnTo>
                    <a:lnTo>
                      <a:pt x="2561126" y="377997"/>
                    </a:lnTo>
                    <a:lnTo>
                      <a:pt x="2559146" y="433527"/>
                    </a:lnTo>
                    <a:lnTo>
                      <a:pt x="2683076" y="337228"/>
                    </a:lnTo>
                    <a:lnTo>
                      <a:pt x="2640146" y="366298"/>
                    </a:lnTo>
                    <a:lnTo>
                      <a:pt x="2648606" y="351718"/>
                    </a:lnTo>
                    <a:lnTo>
                      <a:pt x="2606666" y="334438"/>
                    </a:lnTo>
                    <a:lnTo>
                      <a:pt x="2674526" y="270719"/>
                    </a:lnTo>
                    <a:lnTo>
                      <a:pt x="2675966" y="225899"/>
                    </a:lnTo>
                    <a:lnTo>
                      <a:pt x="2670657" y="189089"/>
                    </a:lnTo>
                    <a:lnTo>
                      <a:pt x="2659587" y="153629"/>
                    </a:lnTo>
                    <a:lnTo>
                      <a:pt x="2636277" y="109980"/>
                    </a:lnTo>
                    <a:lnTo>
                      <a:pt x="253718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2" name="Контур"/>
              <p:cNvSpPr/>
              <p:nvPr/>
            </p:nvSpPr>
            <p:spPr>
              <a:xfrm>
                <a:off x="2275726" y="5493190"/>
                <a:ext cx="1034369" cy="927257"/>
              </a:xfrm>
              <a:custGeom>
                <a:avLst/>
                <a:gdLst/>
                <a:ahLst/>
                <a:cxnLst/>
                <a:rect l="l" t="t" r="r" b="b"/>
                <a:pathLst>
                  <a:path w="1034369" h="927257">
                    <a:moveTo>
                      <a:pt x="1034369" y="0"/>
                    </a:moveTo>
                    <a:lnTo>
                      <a:pt x="832769" y="146068"/>
                    </a:lnTo>
                    <a:lnTo>
                      <a:pt x="600930" y="282685"/>
                    </a:lnTo>
                    <a:lnTo>
                      <a:pt x="551070" y="330565"/>
                    </a:lnTo>
                    <a:lnTo>
                      <a:pt x="545580" y="355675"/>
                    </a:lnTo>
                    <a:lnTo>
                      <a:pt x="76680" y="815028"/>
                    </a:lnTo>
                    <a:lnTo>
                      <a:pt x="0" y="889277"/>
                    </a:lnTo>
                    <a:lnTo>
                      <a:pt x="29430" y="920417"/>
                    </a:lnTo>
                    <a:lnTo>
                      <a:pt x="37350" y="912497"/>
                    </a:lnTo>
                    <a:lnTo>
                      <a:pt x="51299" y="927257"/>
                    </a:lnTo>
                    <a:lnTo>
                      <a:pt x="432629" y="567442"/>
                    </a:lnTo>
                    <a:lnTo>
                      <a:pt x="411389" y="544402"/>
                    </a:lnTo>
                    <a:lnTo>
                      <a:pt x="656369" y="317156"/>
                    </a:lnTo>
                    <a:lnTo>
                      <a:pt x="675899" y="338126"/>
                    </a:lnTo>
                    <a:lnTo>
                      <a:pt x="1034369" y="0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183" name="Контур"/>
              <p:cNvSpPr/>
              <p:nvPr/>
            </p:nvSpPr>
            <p:spPr>
              <a:xfrm>
                <a:off x="4568807" y="7616920"/>
                <a:ext cx="1211842" cy="1128948"/>
              </a:xfrm>
              <a:custGeom>
                <a:avLst/>
                <a:gdLst/>
                <a:ahLst/>
                <a:cxnLst/>
                <a:rect l="l" t="t" r="r" b="b"/>
                <a:pathLst>
                  <a:path w="1211842" h="1128948">
                    <a:moveTo>
                      <a:pt x="851038" y="0"/>
                    </a:moveTo>
                    <a:lnTo>
                      <a:pt x="505439" y="232016"/>
                    </a:lnTo>
                    <a:lnTo>
                      <a:pt x="0" y="580670"/>
                    </a:lnTo>
                    <a:lnTo>
                      <a:pt x="9000" y="596240"/>
                    </a:lnTo>
                    <a:lnTo>
                      <a:pt x="319224" y="1128948"/>
                    </a:lnTo>
                    <a:lnTo>
                      <a:pt x="390144" y="1089799"/>
                    </a:lnTo>
                    <a:lnTo>
                      <a:pt x="471774" y="1044710"/>
                    </a:lnTo>
                    <a:lnTo>
                      <a:pt x="575363" y="1000611"/>
                    </a:lnTo>
                    <a:lnTo>
                      <a:pt x="605603" y="987561"/>
                    </a:lnTo>
                    <a:lnTo>
                      <a:pt x="627563" y="975861"/>
                    </a:lnTo>
                    <a:lnTo>
                      <a:pt x="998542" y="769765"/>
                    </a:lnTo>
                    <a:lnTo>
                      <a:pt x="1162611" y="693087"/>
                    </a:lnTo>
                    <a:lnTo>
                      <a:pt x="1174131" y="684267"/>
                    </a:lnTo>
                    <a:lnTo>
                      <a:pt x="1211842" y="594538"/>
                    </a:lnTo>
                    <a:lnTo>
                      <a:pt x="1150283" y="484918"/>
                    </a:lnTo>
                    <a:lnTo>
                      <a:pt x="870298" y="36179"/>
                    </a:lnTo>
                    <a:lnTo>
                      <a:pt x="851038" y="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84" name="Контур"/>
              <p:cNvSpPr/>
              <p:nvPr/>
            </p:nvSpPr>
            <p:spPr>
              <a:xfrm>
                <a:off x="3312157" y="6033282"/>
                <a:ext cx="1464376" cy="1575258"/>
              </a:xfrm>
              <a:custGeom>
                <a:avLst/>
                <a:gdLst/>
                <a:ahLst/>
                <a:cxnLst/>
                <a:rect l="l" t="t" r="r" b="b"/>
                <a:pathLst>
                  <a:path w="1464376" h="1575258">
                    <a:moveTo>
                      <a:pt x="0" y="571040"/>
                    </a:moveTo>
                    <a:lnTo>
                      <a:pt x="54629" y="637820"/>
                    </a:lnTo>
                    <a:lnTo>
                      <a:pt x="62279" y="632150"/>
                    </a:lnTo>
                    <a:lnTo>
                      <a:pt x="372684" y="1080619"/>
                    </a:lnTo>
                    <a:lnTo>
                      <a:pt x="348744" y="1096369"/>
                    </a:lnTo>
                    <a:lnTo>
                      <a:pt x="665539" y="1575258"/>
                    </a:lnTo>
                    <a:lnTo>
                      <a:pt x="1464376" y="1074597"/>
                    </a:lnTo>
                    <a:lnTo>
                      <a:pt x="1114642" y="565648"/>
                    </a:lnTo>
                    <a:lnTo>
                      <a:pt x="1098352" y="603718"/>
                    </a:lnTo>
                    <a:lnTo>
                      <a:pt x="919615" y="359368"/>
                    </a:lnTo>
                    <a:lnTo>
                      <a:pt x="952195" y="337769"/>
                    </a:lnTo>
                    <a:lnTo>
                      <a:pt x="929425" y="303029"/>
                    </a:lnTo>
                    <a:lnTo>
                      <a:pt x="977485" y="268019"/>
                    </a:lnTo>
                    <a:lnTo>
                      <a:pt x="783358" y="0"/>
                    </a:lnTo>
                    <a:lnTo>
                      <a:pt x="548369" y="158667"/>
                    </a:lnTo>
                    <a:lnTo>
                      <a:pt x="0" y="57104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85" name="Контур"/>
              <p:cNvSpPr/>
              <p:nvPr/>
            </p:nvSpPr>
            <p:spPr>
              <a:xfrm>
                <a:off x="4220692" y="7481827"/>
                <a:ext cx="750686" cy="467002"/>
              </a:xfrm>
              <a:custGeom>
                <a:avLst/>
                <a:gdLst/>
                <a:ahLst/>
                <a:cxnLst/>
                <a:rect l="l" t="t" r="r" b="b"/>
                <a:pathLst>
                  <a:path w="750686" h="467002">
                    <a:moveTo>
                      <a:pt x="620368" y="0"/>
                    </a:moveTo>
                    <a:lnTo>
                      <a:pt x="79290" y="339024"/>
                    </a:lnTo>
                    <a:lnTo>
                      <a:pt x="114929" y="395903"/>
                    </a:lnTo>
                    <a:lnTo>
                      <a:pt x="20339" y="454492"/>
                    </a:lnTo>
                    <a:lnTo>
                      <a:pt x="0" y="467002"/>
                    </a:lnTo>
                    <a:lnTo>
                      <a:pt x="750686" y="205289"/>
                    </a:lnTo>
                    <a:lnTo>
                      <a:pt x="620368" y="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86" name="Контур"/>
              <p:cNvSpPr/>
              <p:nvPr/>
            </p:nvSpPr>
            <p:spPr>
              <a:xfrm>
                <a:off x="4841060" y="6537114"/>
                <a:ext cx="1779202" cy="1311822"/>
              </a:xfrm>
              <a:custGeom>
                <a:avLst/>
                <a:gdLst/>
                <a:ahLst/>
                <a:cxnLst/>
                <a:rect l="l" t="t" r="r" b="b"/>
                <a:pathLst>
                  <a:path w="1779202" h="1311822">
                    <a:moveTo>
                      <a:pt x="1719172" y="369448"/>
                    </a:moveTo>
                    <a:lnTo>
                      <a:pt x="1718362" y="341189"/>
                    </a:lnTo>
                    <a:lnTo>
                      <a:pt x="1779202" y="306899"/>
                    </a:lnTo>
                    <a:lnTo>
                      <a:pt x="1661304" y="63900"/>
                    </a:lnTo>
                    <a:lnTo>
                      <a:pt x="1628095" y="27360"/>
                    </a:lnTo>
                    <a:lnTo>
                      <a:pt x="1590655" y="7380"/>
                    </a:lnTo>
                    <a:lnTo>
                      <a:pt x="1548986" y="0"/>
                    </a:lnTo>
                    <a:lnTo>
                      <a:pt x="1506956" y="5939"/>
                    </a:lnTo>
                    <a:lnTo>
                      <a:pt x="1474826" y="20519"/>
                    </a:lnTo>
                    <a:lnTo>
                      <a:pt x="0" y="944713"/>
                    </a:lnTo>
                    <a:lnTo>
                      <a:pt x="233186" y="1311822"/>
                    </a:lnTo>
                    <a:lnTo>
                      <a:pt x="618835" y="1052986"/>
                    </a:lnTo>
                    <a:lnTo>
                      <a:pt x="582476" y="963166"/>
                    </a:lnTo>
                    <a:lnTo>
                      <a:pt x="825835" y="810979"/>
                    </a:lnTo>
                    <a:lnTo>
                      <a:pt x="876774" y="891709"/>
                    </a:lnTo>
                    <a:lnTo>
                      <a:pt x="1719172" y="369448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87" name="Контур"/>
              <p:cNvSpPr/>
              <p:nvPr/>
            </p:nvSpPr>
            <p:spPr>
              <a:xfrm>
                <a:off x="4182545" y="5343983"/>
                <a:ext cx="1275651" cy="1293017"/>
              </a:xfrm>
              <a:custGeom>
                <a:avLst/>
                <a:gdLst/>
                <a:ahLst/>
                <a:cxnLst/>
                <a:rect l="l" t="t" r="r" b="b"/>
                <a:pathLst>
                  <a:path w="1275651" h="1293017">
                    <a:moveTo>
                      <a:pt x="844198" y="0"/>
                    </a:moveTo>
                    <a:lnTo>
                      <a:pt x="93870" y="544041"/>
                    </a:lnTo>
                    <a:lnTo>
                      <a:pt x="0" y="620720"/>
                    </a:lnTo>
                    <a:lnTo>
                      <a:pt x="7830" y="641150"/>
                    </a:lnTo>
                    <a:lnTo>
                      <a:pt x="91169" y="755090"/>
                    </a:lnTo>
                    <a:lnTo>
                      <a:pt x="5669" y="817189"/>
                    </a:lnTo>
                    <a:lnTo>
                      <a:pt x="107097" y="957318"/>
                    </a:lnTo>
                    <a:lnTo>
                      <a:pt x="59037" y="992328"/>
                    </a:lnTo>
                    <a:lnTo>
                      <a:pt x="81807" y="1027068"/>
                    </a:lnTo>
                    <a:lnTo>
                      <a:pt x="49227" y="1048667"/>
                    </a:lnTo>
                    <a:lnTo>
                      <a:pt x="227964" y="1293017"/>
                    </a:lnTo>
                    <a:lnTo>
                      <a:pt x="244254" y="1254947"/>
                    </a:lnTo>
                    <a:lnTo>
                      <a:pt x="1275651" y="598139"/>
                    </a:lnTo>
                    <a:lnTo>
                      <a:pt x="844198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88" name="Контур"/>
              <p:cNvSpPr/>
              <p:nvPr/>
            </p:nvSpPr>
            <p:spPr>
              <a:xfrm>
                <a:off x="4426799" y="5587708"/>
                <a:ext cx="1860470" cy="1520171"/>
              </a:xfrm>
              <a:custGeom>
                <a:avLst/>
                <a:gdLst/>
                <a:ahLst/>
                <a:cxnLst/>
                <a:rect l="l" t="t" r="r" b="b"/>
                <a:pathLst>
                  <a:path w="1860470" h="1520171">
                    <a:moveTo>
                      <a:pt x="1587956" y="0"/>
                    </a:moveTo>
                    <a:lnTo>
                      <a:pt x="1031487" y="354414"/>
                    </a:lnTo>
                    <a:lnTo>
                      <a:pt x="0" y="1011222"/>
                    </a:lnTo>
                    <a:lnTo>
                      <a:pt x="349734" y="1520171"/>
                    </a:lnTo>
                    <a:lnTo>
                      <a:pt x="628373" y="1351154"/>
                    </a:lnTo>
                    <a:lnTo>
                      <a:pt x="1714940" y="662486"/>
                    </a:lnTo>
                    <a:lnTo>
                      <a:pt x="1860470" y="578338"/>
                    </a:lnTo>
                    <a:lnTo>
                      <a:pt x="1735373" y="236879"/>
                    </a:lnTo>
                    <a:lnTo>
                      <a:pt x="1587956" y="0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189" name="Контур"/>
              <p:cNvSpPr/>
              <p:nvPr/>
            </p:nvSpPr>
            <p:spPr>
              <a:xfrm>
                <a:off x="4500065" y="8872065"/>
                <a:ext cx="3270462" cy="1315935"/>
              </a:xfrm>
              <a:custGeom>
                <a:avLst/>
                <a:gdLst/>
                <a:ahLst/>
                <a:cxnLst/>
                <a:rect l="l" t="t" r="r" b="b"/>
                <a:pathLst>
                  <a:path w="3270462" h="1315935">
                    <a:moveTo>
                      <a:pt x="3270462" y="383219"/>
                    </a:moveTo>
                    <a:lnTo>
                      <a:pt x="3090466" y="0"/>
                    </a:lnTo>
                    <a:lnTo>
                      <a:pt x="1807971" y="596327"/>
                    </a:lnTo>
                    <a:lnTo>
                      <a:pt x="1786192" y="549618"/>
                    </a:lnTo>
                    <a:lnTo>
                      <a:pt x="1745242" y="567887"/>
                    </a:lnTo>
                    <a:lnTo>
                      <a:pt x="1736602" y="548447"/>
                    </a:lnTo>
                    <a:lnTo>
                      <a:pt x="1651013" y="586426"/>
                    </a:lnTo>
                    <a:lnTo>
                      <a:pt x="1613033" y="493097"/>
                    </a:lnTo>
                    <a:lnTo>
                      <a:pt x="1468044" y="557625"/>
                    </a:lnTo>
                    <a:lnTo>
                      <a:pt x="1447255" y="511906"/>
                    </a:lnTo>
                    <a:lnTo>
                      <a:pt x="1373635" y="543225"/>
                    </a:lnTo>
                    <a:lnTo>
                      <a:pt x="1349065" y="493905"/>
                    </a:lnTo>
                    <a:lnTo>
                      <a:pt x="1158446" y="569503"/>
                    </a:lnTo>
                    <a:lnTo>
                      <a:pt x="1009680" y="239745"/>
                    </a:lnTo>
                    <a:lnTo>
                      <a:pt x="921300" y="285464"/>
                    </a:lnTo>
                    <a:lnTo>
                      <a:pt x="908430" y="286454"/>
                    </a:lnTo>
                    <a:lnTo>
                      <a:pt x="577501" y="534400"/>
                    </a:lnTo>
                    <a:lnTo>
                      <a:pt x="175201" y="953254"/>
                    </a:lnTo>
                    <a:lnTo>
                      <a:pt x="117690" y="1041093"/>
                    </a:lnTo>
                    <a:lnTo>
                      <a:pt x="69720" y="1135862"/>
                    </a:lnTo>
                    <a:lnTo>
                      <a:pt x="0" y="1315935"/>
                    </a:lnTo>
                    <a:lnTo>
                      <a:pt x="1954909" y="1315935"/>
                    </a:lnTo>
                    <a:lnTo>
                      <a:pt x="1946476" y="1292743"/>
                    </a:lnTo>
                    <a:lnTo>
                      <a:pt x="1845048" y="1078814"/>
                    </a:lnTo>
                    <a:lnTo>
                      <a:pt x="1852518" y="1075214"/>
                    </a:lnTo>
                    <a:lnTo>
                      <a:pt x="1709421" y="775515"/>
                    </a:lnTo>
                    <a:lnTo>
                      <a:pt x="3028546" y="144629"/>
                    </a:lnTo>
                    <a:lnTo>
                      <a:pt x="3058335" y="165509"/>
                    </a:lnTo>
                    <a:lnTo>
                      <a:pt x="3181093" y="419668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90" name="Контур"/>
              <p:cNvSpPr/>
              <p:nvPr/>
            </p:nvSpPr>
            <p:spPr>
              <a:xfrm>
                <a:off x="9119057" y="9631106"/>
                <a:ext cx="1176943" cy="556894"/>
              </a:xfrm>
              <a:custGeom>
                <a:avLst/>
                <a:gdLst/>
                <a:ahLst/>
                <a:cxnLst/>
                <a:rect l="l" t="t" r="r" b="b"/>
                <a:pathLst>
                  <a:path w="1176943" h="556894">
                    <a:moveTo>
                      <a:pt x="335424" y="556894"/>
                    </a:moveTo>
                    <a:lnTo>
                      <a:pt x="727121" y="369387"/>
                    </a:lnTo>
                    <a:lnTo>
                      <a:pt x="1176943" y="154104"/>
                    </a:lnTo>
                    <a:lnTo>
                      <a:pt x="1176943" y="0"/>
                    </a:lnTo>
                    <a:lnTo>
                      <a:pt x="1072900" y="46111"/>
                    </a:lnTo>
                    <a:lnTo>
                      <a:pt x="928271" y="112530"/>
                    </a:lnTo>
                    <a:lnTo>
                      <a:pt x="881201" y="135389"/>
                    </a:lnTo>
                    <a:lnTo>
                      <a:pt x="683022" y="234387"/>
                    </a:lnTo>
                    <a:lnTo>
                      <a:pt x="311773" y="408084"/>
                    </a:lnTo>
                    <a:lnTo>
                      <a:pt x="0" y="5568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1" name="Контур"/>
              <p:cNvSpPr/>
              <p:nvPr/>
            </p:nvSpPr>
            <p:spPr>
              <a:xfrm>
                <a:off x="3811190" y="10131492"/>
                <a:ext cx="145100" cy="56508"/>
              </a:xfrm>
              <a:custGeom>
                <a:avLst/>
                <a:gdLst/>
                <a:ahLst/>
                <a:cxnLst/>
                <a:rect l="l" t="t" r="r" b="b"/>
                <a:pathLst>
                  <a:path w="145100" h="56508">
                    <a:moveTo>
                      <a:pt x="145100" y="56508"/>
                    </a:moveTo>
                    <a:lnTo>
                      <a:pt x="118069" y="0"/>
                    </a:lnTo>
                    <a:lnTo>
                      <a:pt x="0" y="56508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92" name="Контур"/>
              <p:cNvSpPr/>
              <p:nvPr/>
            </p:nvSpPr>
            <p:spPr>
              <a:xfrm>
                <a:off x="4299516" y="10074705"/>
                <a:ext cx="156797" cy="113295"/>
              </a:xfrm>
              <a:custGeom>
                <a:avLst/>
                <a:gdLst/>
                <a:ahLst/>
                <a:cxnLst/>
                <a:rect l="l" t="t" r="r" b="b"/>
                <a:pathLst>
                  <a:path w="156797" h="113295">
                    <a:moveTo>
                      <a:pt x="156797" y="113295"/>
                    </a:moveTo>
                    <a:lnTo>
                      <a:pt x="102420" y="0"/>
                    </a:lnTo>
                    <a:lnTo>
                      <a:pt x="0" y="50129"/>
                    </a:lnTo>
                    <a:lnTo>
                      <a:pt x="31516" y="113295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93" name="Контур"/>
              <p:cNvSpPr/>
              <p:nvPr/>
            </p:nvSpPr>
            <p:spPr>
              <a:xfrm>
                <a:off x="3734776" y="9166255"/>
                <a:ext cx="1252611" cy="938598"/>
              </a:xfrm>
              <a:custGeom>
                <a:avLst/>
                <a:gdLst/>
                <a:ahLst/>
                <a:cxnLst/>
                <a:rect l="l" t="t" r="r" b="b"/>
                <a:pathLst>
                  <a:path w="1252611" h="938598">
                    <a:moveTo>
                      <a:pt x="1165582" y="0"/>
                    </a:moveTo>
                    <a:lnTo>
                      <a:pt x="1156223" y="1350"/>
                    </a:lnTo>
                    <a:lnTo>
                      <a:pt x="998004" y="22859"/>
                    </a:lnTo>
                    <a:lnTo>
                      <a:pt x="834745" y="42477"/>
                    </a:lnTo>
                    <a:lnTo>
                      <a:pt x="663746" y="58856"/>
                    </a:lnTo>
                    <a:lnTo>
                      <a:pt x="330658" y="92694"/>
                    </a:lnTo>
                    <a:lnTo>
                      <a:pt x="0" y="177201"/>
                    </a:lnTo>
                    <a:lnTo>
                      <a:pt x="364402" y="938598"/>
                    </a:lnTo>
                    <a:lnTo>
                      <a:pt x="697671" y="779121"/>
                    </a:lnTo>
                    <a:lnTo>
                      <a:pt x="1252611" y="181979"/>
                    </a:lnTo>
                    <a:lnTo>
                      <a:pt x="1165582" y="0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194" name="Контур"/>
              <p:cNvSpPr/>
              <p:nvPr/>
            </p:nvSpPr>
            <p:spPr>
              <a:xfrm>
                <a:off x="3233122" y="8201730"/>
                <a:ext cx="1877925" cy="1141726"/>
              </a:xfrm>
              <a:custGeom>
                <a:avLst/>
                <a:gdLst/>
                <a:ahLst/>
                <a:cxnLst/>
                <a:rect l="l" t="t" r="r" b="b"/>
                <a:pathLst>
                  <a:path w="1877925" h="1141726">
                    <a:moveTo>
                      <a:pt x="1317685" y="0"/>
                    </a:moveTo>
                    <a:lnTo>
                      <a:pt x="436408" y="555470"/>
                    </a:lnTo>
                    <a:lnTo>
                      <a:pt x="314370" y="441620"/>
                    </a:lnTo>
                    <a:lnTo>
                      <a:pt x="0" y="656446"/>
                    </a:lnTo>
                    <a:lnTo>
                      <a:pt x="48510" y="730516"/>
                    </a:lnTo>
                    <a:lnTo>
                      <a:pt x="99629" y="808456"/>
                    </a:lnTo>
                    <a:lnTo>
                      <a:pt x="206458" y="744827"/>
                    </a:lnTo>
                    <a:lnTo>
                      <a:pt x="306448" y="751937"/>
                    </a:lnTo>
                    <a:lnTo>
                      <a:pt x="501654" y="1141726"/>
                    </a:lnTo>
                    <a:lnTo>
                      <a:pt x="832312" y="1057219"/>
                    </a:lnTo>
                    <a:lnTo>
                      <a:pt x="1165400" y="1023381"/>
                    </a:lnTo>
                    <a:lnTo>
                      <a:pt x="1336399" y="1007002"/>
                    </a:lnTo>
                    <a:lnTo>
                      <a:pt x="1499658" y="987384"/>
                    </a:lnTo>
                    <a:lnTo>
                      <a:pt x="1657877" y="965875"/>
                    </a:lnTo>
                    <a:lnTo>
                      <a:pt x="1821136" y="942386"/>
                    </a:lnTo>
                    <a:lnTo>
                      <a:pt x="1877925" y="932937"/>
                    </a:lnTo>
                    <a:lnTo>
                      <a:pt x="1641860" y="539818"/>
                    </a:lnTo>
                    <a:lnTo>
                      <a:pt x="1317685" y="0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195" name="Контур"/>
              <p:cNvSpPr/>
              <p:nvPr/>
            </p:nvSpPr>
            <p:spPr>
              <a:xfrm>
                <a:off x="4958951" y="7644380"/>
                <a:ext cx="2224789" cy="1472197"/>
              </a:xfrm>
              <a:custGeom>
                <a:avLst/>
                <a:gdLst/>
                <a:ahLst/>
                <a:cxnLst/>
                <a:rect l="l" t="t" r="r" b="b"/>
                <a:pathLst>
                  <a:path w="2224789" h="1472197">
                    <a:moveTo>
                      <a:pt x="2047043" y="0"/>
                    </a:moveTo>
                    <a:lnTo>
                      <a:pt x="1877573" y="92518"/>
                    </a:lnTo>
                    <a:lnTo>
                      <a:pt x="1859754" y="77938"/>
                    </a:lnTo>
                    <a:lnTo>
                      <a:pt x="777777" y="677057"/>
                    </a:lnTo>
                    <a:lnTo>
                      <a:pt x="772467" y="665627"/>
                    </a:lnTo>
                    <a:lnTo>
                      <a:pt x="608398" y="742305"/>
                    </a:lnTo>
                    <a:lnTo>
                      <a:pt x="237419" y="948401"/>
                    </a:lnTo>
                    <a:lnTo>
                      <a:pt x="215459" y="960101"/>
                    </a:lnTo>
                    <a:lnTo>
                      <a:pt x="185219" y="973151"/>
                    </a:lnTo>
                    <a:lnTo>
                      <a:pt x="81630" y="1017250"/>
                    </a:lnTo>
                    <a:lnTo>
                      <a:pt x="0" y="1062339"/>
                    </a:lnTo>
                    <a:lnTo>
                      <a:pt x="226346" y="1472197"/>
                    </a:lnTo>
                    <a:lnTo>
                      <a:pt x="260096" y="1455008"/>
                    </a:lnTo>
                    <a:lnTo>
                      <a:pt x="464485" y="1378420"/>
                    </a:lnTo>
                    <a:lnTo>
                      <a:pt x="666894" y="1285272"/>
                    </a:lnTo>
                    <a:lnTo>
                      <a:pt x="686424" y="1258092"/>
                    </a:lnTo>
                    <a:lnTo>
                      <a:pt x="718644" y="1241982"/>
                    </a:lnTo>
                    <a:lnTo>
                      <a:pt x="2224789" y="368819"/>
                    </a:lnTo>
                    <a:lnTo>
                      <a:pt x="2047043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96" name="Контур"/>
              <p:cNvSpPr/>
              <p:nvPr/>
            </p:nvSpPr>
            <p:spPr>
              <a:xfrm>
                <a:off x="1740026" y="9320230"/>
                <a:ext cx="1454073" cy="867770"/>
              </a:xfrm>
              <a:custGeom>
                <a:avLst/>
                <a:gdLst/>
                <a:ahLst/>
                <a:cxnLst/>
                <a:rect l="l" t="t" r="r" b="b"/>
                <a:pathLst>
                  <a:path w="1454073" h="867770">
                    <a:moveTo>
                      <a:pt x="1046246" y="15569"/>
                    </a:moveTo>
                    <a:lnTo>
                      <a:pt x="1454073" y="867770"/>
                    </a:lnTo>
                    <a:lnTo>
                      <a:pt x="152657" y="867770"/>
                    </a:lnTo>
                    <a:lnTo>
                      <a:pt x="128697" y="817638"/>
                    </a:lnTo>
                    <a:lnTo>
                      <a:pt x="124918" y="809718"/>
                    </a:lnTo>
                    <a:lnTo>
                      <a:pt x="0" y="548359"/>
                    </a:lnTo>
                    <a:lnTo>
                      <a:pt x="144360" y="457280"/>
                    </a:lnTo>
                    <a:lnTo>
                      <a:pt x="132840" y="433160"/>
                    </a:lnTo>
                    <a:lnTo>
                      <a:pt x="979287" y="28439"/>
                    </a:lnTo>
                    <a:lnTo>
                      <a:pt x="1038777" y="0"/>
                    </a:lnTo>
                    <a:close/>
                    <a:moveTo>
                      <a:pt x="509037" y="427583"/>
                    </a:moveTo>
                    <a:lnTo>
                      <a:pt x="488517" y="437393"/>
                    </a:lnTo>
                    <a:lnTo>
                      <a:pt x="188369" y="581030"/>
                    </a:lnTo>
                    <a:lnTo>
                      <a:pt x="251817" y="713599"/>
                    </a:lnTo>
                    <a:lnTo>
                      <a:pt x="252987" y="715939"/>
                    </a:lnTo>
                    <a:lnTo>
                      <a:pt x="325654" y="867770"/>
                    </a:lnTo>
                    <a:lnTo>
                      <a:pt x="1253509" y="867770"/>
                    </a:lnTo>
                    <a:lnTo>
                      <a:pt x="943376" y="219777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97" name="Контур"/>
              <p:cNvSpPr/>
              <p:nvPr/>
            </p:nvSpPr>
            <p:spPr>
              <a:xfrm>
                <a:off x="1229824" y="9868589"/>
                <a:ext cx="662859" cy="319411"/>
              </a:xfrm>
              <a:custGeom>
                <a:avLst/>
                <a:gdLst/>
                <a:ahLst/>
                <a:cxnLst/>
                <a:rect l="l" t="t" r="r" b="b"/>
                <a:pathLst>
                  <a:path w="662859" h="319411">
                    <a:moveTo>
                      <a:pt x="510202" y="0"/>
                    </a:moveTo>
                    <a:lnTo>
                      <a:pt x="0" y="319411"/>
                    </a:lnTo>
                    <a:lnTo>
                      <a:pt x="662859" y="319411"/>
                    </a:lnTo>
                    <a:lnTo>
                      <a:pt x="638899" y="269279"/>
                    </a:lnTo>
                    <a:lnTo>
                      <a:pt x="635120" y="261359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198" name="Контур"/>
              <p:cNvSpPr/>
              <p:nvPr/>
            </p:nvSpPr>
            <p:spPr>
              <a:xfrm>
                <a:off x="2481806" y="8649106"/>
                <a:ext cx="1011589" cy="1538894"/>
              </a:xfrm>
              <a:custGeom>
                <a:avLst/>
                <a:gdLst/>
                <a:ahLst/>
                <a:cxnLst/>
                <a:rect l="l" t="t" r="r" b="b"/>
                <a:pathLst>
                  <a:path w="1011589" h="1538894">
                    <a:moveTo>
                      <a:pt x="496350" y="0"/>
                    </a:moveTo>
                    <a:lnTo>
                      <a:pt x="114120" y="306895"/>
                    </a:lnTo>
                    <a:lnTo>
                      <a:pt x="0" y="398603"/>
                    </a:lnTo>
                    <a:lnTo>
                      <a:pt x="193499" y="454764"/>
                    </a:lnTo>
                    <a:lnTo>
                      <a:pt x="292317" y="661314"/>
                    </a:lnTo>
                    <a:lnTo>
                      <a:pt x="296997" y="671124"/>
                    </a:lnTo>
                    <a:lnTo>
                      <a:pt x="304466" y="686693"/>
                    </a:lnTo>
                    <a:lnTo>
                      <a:pt x="712293" y="1538894"/>
                    </a:lnTo>
                    <a:lnTo>
                      <a:pt x="1011589" y="1538894"/>
                    </a:lnTo>
                    <a:lnTo>
                      <a:pt x="946697" y="1403273"/>
                    </a:lnTo>
                    <a:lnTo>
                      <a:pt x="608304" y="696235"/>
                    </a:lnTo>
                    <a:lnTo>
                      <a:pt x="537836" y="547646"/>
                    </a:lnTo>
                    <a:lnTo>
                      <a:pt x="461967" y="389967"/>
                    </a:lnTo>
                    <a:lnTo>
                      <a:pt x="437038" y="33821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9" name="Контур"/>
              <p:cNvSpPr/>
              <p:nvPr/>
            </p:nvSpPr>
            <p:spPr>
              <a:xfrm>
                <a:off x="3019642" y="8886452"/>
                <a:ext cx="2722752" cy="1301548"/>
              </a:xfrm>
              <a:custGeom>
                <a:avLst/>
                <a:gdLst/>
                <a:ahLst/>
                <a:cxnLst/>
                <a:rect l="l" t="t" r="r" b="b"/>
                <a:pathLst>
                  <a:path w="2722752" h="1301548">
                    <a:moveTo>
                      <a:pt x="2674693" y="21060"/>
                    </a:moveTo>
                    <a:lnTo>
                      <a:pt x="2722752" y="104940"/>
                    </a:lnTo>
                    <a:lnTo>
                      <a:pt x="2401723" y="271077"/>
                    </a:lnTo>
                    <a:lnTo>
                      <a:pt x="2388853" y="272067"/>
                    </a:lnTo>
                    <a:lnTo>
                      <a:pt x="2057924" y="520013"/>
                    </a:lnTo>
                    <a:lnTo>
                      <a:pt x="1655624" y="938867"/>
                    </a:lnTo>
                    <a:lnTo>
                      <a:pt x="1598113" y="1026706"/>
                    </a:lnTo>
                    <a:lnTo>
                      <a:pt x="1550143" y="1121475"/>
                    </a:lnTo>
                    <a:lnTo>
                      <a:pt x="1480423" y="1301548"/>
                    </a:lnTo>
                    <a:lnTo>
                      <a:pt x="936648" y="1301548"/>
                    </a:lnTo>
                    <a:lnTo>
                      <a:pt x="909617" y="1245040"/>
                    </a:lnTo>
                    <a:lnTo>
                      <a:pt x="791548" y="1301548"/>
                    </a:lnTo>
                    <a:lnTo>
                      <a:pt x="473753" y="1301548"/>
                    </a:lnTo>
                    <a:lnTo>
                      <a:pt x="408861" y="1165927"/>
                    </a:lnTo>
                    <a:lnTo>
                      <a:pt x="798559" y="979451"/>
                    </a:lnTo>
                    <a:lnTo>
                      <a:pt x="460167" y="272413"/>
                    </a:lnTo>
                    <a:lnTo>
                      <a:pt x="70468" y="458889"/>
                    </a:lnTo>
                    <a:lnTo>
                      <a:pt x="0" y="310300"/>
                    </a:lnTo>
                    <a:lnTo>
                      <a:pt x="419938" y="60105"/>
                    </a:lnTo>
                    <a:lnTo>
                      <a:pt x="519928" y="67215"/>
                    </a:lnTo>
                    <a:lnTo>
                      <a:pt x="715134" y="457004"/>
                    </a:lnTo>
                    <a:lnTo>
                      <a:pt x="1079536" y="1218401"/>
                    </a:lnTo>
                    <a:lnTo>
                      <a:pt x="1412805" y="1058924"/>
                    </a:lnTo>
                    <a:lnTo>
                      <a:pt x="1967745" y="461782"/>
                    </a:lnTo>
                    <a:lnTo>
                      <a:pt x="1880716" y="279803"/>
                    </a:lnTo>
                    <a:lnTo>
                      <a:pt x="2148555" y="238765"/>
                    </a:lnTo>
                    <a:lnTo>
                      <a:pt x="2199405" y="212936"/>
                    </a:lnTo>
                    <a:lnTo>
                      <a:pt x="2403794" y="136348"/>
                    </a:lnTo>
                    <a:lnTo>
                      <a:pt x="2606203" y="43200"/>
                    </a:lnTo>
                    <a:lnTo>
                      <a:pt x="2625733" y="16020"/>
                    </a:lnTo>
                    <a:lnTo>
                      <a:pt x="2657953" y="0"/>
                    </a:lnTo>
                    <a:close/>
                    <a:moveTo>
                      <a:pt x="1279874" y="1238382"/>
                    </a:moveTo>
                    <a:lnTo>
                      <a:pt x="1311390" y="1301548"/>
                    </a:lnTo>
                    <a:lnTo>
                      <a:pt x="1436671" y="1301548"/>
                    </a:lnTo>
                    <a:lnTo>
                      <a:pt x="1382294" y="11882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0" name="Контур"/>
              <p:cNvSpPr/>
              <p:nvPr/>
            </p:nvSpPr>
            <p:spPr>
              <a:xfrm>
                <a:off x="3090110" y="9158865"/>
                <a:ext cx="728091" cy="893514"/>
              </a:xfrm>
              <a:custGeom>
                <a:avLst/>
                <a:gdLst/>
                <a:ahLst/>
                <a:cxnLst/>
                <a:rect l="l" t="t" r="r" b="b"/>
                <a:pathLst>
                  <a:path w="728091" h="893514">
                    <a:moveTo>
                      <a:pt x="389699" y="0"/>
                    </a:moveTo>
                    <a:lnTo>
                      <a:pt x="0" y="186476"/>
                    </a:lnTo>
                    <a:lnTo>
                      <a:pt x="338393" y="893514"/>
                    </a:lnTo>
                    <a:lnTo>
                      <a:pt x="728091" y="707038"/>
                    </a:lnTo>
                    <a:lnTo>
                      <a:pt x="389699" y="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201" name="Контур"/>
              <p:cNvSpPr/>
              <p:nvPr/>
            </p:nvSpPr>
            <p:spPr>
              <a:xfrm>
                <a:off x="1928395" y="9540007"/>
                <a:ext cx="1065140" cy="647993"/>
              </a:xfrm>
              <a:custGeom>
                <a:avLst/>
                <a:gdLst/>
                <a:ahLst/>
                <a:cxnLst/>
                <a:rect l="l" t="t" r="r" b="b"/>
                <a:pathLst>
                  <a:path w="1065140" h="647993">
                    <a:moveTo>
                      <a:pt x="1065140" y="647993"/>
                    </a:moveTo>
                    <a:lnTo>
                      <a:pt x="755007" y="0"/>
                    </a:lnTo>
                    <a:lnTo>
                      <a:pt x="320668" y="207806"/>
                    </a:lnTo>
                    <a:lnTo>
                      <a:pt x="300148" y="217616"/>
                    </a:lnTo>
                    <a:lnTo>
                      <a:pt x="0" y="361253"/>
                    </a:lnTo>
                    <a:lnTo>
                      <a:pt x="63448" y="493822"/>
                    </a:lnTo>
                    <a:lnTo>
                      <a:pt x="64618" y="496162"/>
                    </a:lnTo>
                    <a:lnTo>
                      <a:pt x="137285" y="647993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202" name="Контур"/>
              <p:cNvSpPr/>
              <p:nvPr/>
            </p:nvSpPr>
            <p:spPr>
              <a:xfrm>
                <a:off x="1170964" y="8778789"/>
                <a:ext cx="1016816" cy="597769"/>
              </a:xfrm>
              <a:custGeom>
                <a:avLst/>
                <a:gdLst/>
                <a:ahLst/>
                <a:cxnLst/>
                <a:rect l="l" t="t" r="r" b="b"/>
                <a:pathLst>
                  <a:path w="1016816" h="597769">
                    <a:moveTo>
                      <a:pt x="783807" y="97468"/>
                    </a:moveTo>
                    <a:lnTo>
                      <a:pt x="0" y="588499"/>
                    </a:lnTo>
                    <a:lnTo>
                      <a:pt x="16469" y="597769"/>
                    </a:lnTo>
                    <a:lnTo>
                      <a:pt x="189539" y="539001"/>
                    </a:lnTo>
                    <a:lnTo>
                      <a:pt x="216268" y="544041"/>
                    </a:lnTo>
                    <a:lnTo>
                      <a:pt x="264778" y="572481"/>
                    </a:lnTo>
                    <a:lnTo>
                      <a:pt x="289618" y="578061"/>
                    </a:lnTo>
                    <a:lnTo>
                      <a:pt x="474477" y="465563"/>
                    </a:lnTo>
                    <a:lnTo>
                      <a:pt x="727466" y="312386"/>
                    </a:lnTo>
                    <a:lnTo>
                      <a:pt x="1016816" y="130229"/>
                    </a:lnTo>
                    <a:lnTo>
                      <a:pt x="939237" y="0"/>
                    </a:lnTo>
                    <a:lnTo>
                      <a:pt x="783807" y="97468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203" name="Контур"/>
              <p:cNvSpPr/>
              <p:nvPr/>
            </p:nvSpPr>
            <p:spPr>
              <a:xfrm>
                <a:off x="269009" y="6551743"/>
                <a:ext cx="146879" cy="160918"/>
              </a:xfrm>
              <a:custGeom>
                <a:avLst/>
                <a:gdLst/>
                <a:ahLst/>
                <a:cxnLst/>
                <a:rect l="l" t="t" r="r" b="b"/>
                <a:pathLst>
                  <a:path w="146879" h="160918">
                    <a:moveTo>
                      <a:pt x="101789" y="0"/>
                    </a:moveTo>
                    <a:lnTo>
                      <a:pt x="26549" y="100079"/>
                    </a:lnTo>
                    <a:lnTo>
                      <a:pt x="0" y="93239"/>
                    </a:lnTo>
                    <a:lnTo>
                      <a:pt x="41129" y="160918"/>
                    </a:lnTo>
                    <a:lnTo>
                      <a:pt x="89999" y="102509"/>
                    </a:lnTo>
                    <a:lnTo>
                      <a:pt x="115649" y="121409"/>
                    </a:lnTo>
                    <a:lnTo>
                      <a:pt x="146879" y="75060"/>
                    </a:lnTo>
                    <a:lnTo>
                      <a:pt x="102869" y="2700"/>
                    </a:lnTo>
                    <a:lnTo>
                      <a:pt x="10178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4" name="Контур"/>
              <p:cNvSpPr/>
              <p:nvPr/>
            </p:nvSpPr>
            <p:spPr>
              <a:xfrm>
                <a:off x="252000" y="5392735"/>
                <a:ext cx="859860" cy="1259087"/>
              </a:xfrm>
              <a:custGeom>
                <a:avLst/>
                <a:gdLst/>
                <a:ahLst/>
                <a:cxnLst/>
                <a:rect l="l" t="t" r="r" b="b"/>
                <a:pathLst>
                  <a:path w="859860" h="1259087">
                    <a:moveTo>
                      <a:pt x="273151" y="564923"/>
                    </a:moveTo>
                    <a:lnTo>
                      <a:pt x="52021" y="795950"/>
                    </a:lnTo>
                    <a:lnTo>
                      <a:pt x="0" y="872105"/>
                    </a:lnTo>
                    <a:lnTo>
                      <a:pt x="0" y="1220415"/>
                    </a:lnTo>
                    <a:lnTo>
                      <a:pt x="4589" y="1231817"/>
                    </a:lnTo>
                    <a:lnTo>
                      <a:pt x="17009" y="1252247"/>
                    </a:lnTo>
                    <a:lnTo>
                      <a:pt x="43558" y="1259087"/>
                    </a:lnTo>
                    <a:lnTo>
                      <a:pt x="118798" y="1159008"/>
                    </a:lnTo>
                    <a:lnTo>
                      <a:pt x="92519" y="1093668"/>
                    </a:lnTo>
                    <a:lnTo>
                      <a:pt x="88470" y="1020409"/>
                    </a:lnTo>
                    <a:lnTo>
                      <a:pt x="108270" y="949849"/>
                    </a:lnTo>
                    <a:lnTo>
                      <a:pt x="149580" y="889280"/>
                    </a:lnTo>
                    <a:lnTo>
                      <a:pt x="773190" y="237509"/>
                    </a:lnTo>
                    <a:lnTo>
                      <a:pt x="839340" y="237779"/>
                    </a:lnTo>
                    <a:lnTo>
                      <a:pt x="859860" y="207630"/>
                    </a:lnTo>
                    <a:lnTo>
                      <a:pt x="689042" y="0"/>
                    </a:lnTo>
                    <a:lnTo>
                      <a:pt x="691831" y="127259"/>
                    </a:lnTo>
                    <a:lnTo>
                      <a:pt x="617131" y="205378"/>
                    </a:lnTo>
                    <a:lnTo>
                      <a:pt x="506252" y="282237"/>
                    </a:lnTo>
                    <a:lnTo>
                      <a:pt x="346952" y="448645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205" name="Контур"/>
              <p:cNvSpPr/>
              <p:nvPr/>
            </p:nvSpPr>
            <p:spPr>
              <a:xfrm>
                <a:off x="370798" y="6394335"/>
                <a:ext cx="162900" cy="232468"/>
              </a:xfrm>
              <a:custGeom>
                <a:avLst/>
                <a:gdLst/>
                <a:ahLst/>
                <a:cxnLst/>
                <a:rect l="l" t="t" r="r" b="b"/>
                <a:pathLst>
                  <a:path w="162900" h="232468">
                    <a:moveTo>
                      <a:pt x="114481" y="0"/>
                    </a:moveTo>
                    <a:lnTo>
                      <a:pt x="59671" y="78119"/>
                    </a:lnTo>
                    <a:lnTo>
                      <a:pt x="0" y="157408"/>
                    </a:lnTo>
                    <a:lnTo>
                      <a:pt x="1080" y="160108"/>
                    </a:lnTo>
                    <a:lnTo>
                      <a:pt x="45090" y="232468"/>
                    </a:lnTo>
                    <a:lnTo>
                      <a:pt x="65610" y="202048"/>
                    </a:lnTo>
                    <a:lnTo>
                      <a:pt x="162900" y="79560"/>
                    </a:lnTo>
                    <a:lnTo>
                      <a:pt x="114481" y="0"/>
                    </a:lnTo>
                    <a:close/>
                  </a:path>
                </a:pathLst>
              </a:custGeom>
              <a:solidFill>
                <a:srgbClr val="ADA4A0"/>
              </a:solidFill>
              <a:ln>
                <a:noFill/>
              </a:ln>
            </p:spPr>
          </p:sp>
          <p:sp>
            <p:nvSpPr>
              <p:cNvPr id="206" name="Контур"/>
              <p:cNvSpPr/>
              <p:nvPr/>
            </p:nvSpPr>
            <p:spPr>
              <a:xfrm>
                <a:off x="340470" y="6272205"/>
                <a:ext cx="144809" cy="279538"/>
              </a:xfrm>
              <a:custGeom>
                <a:avLst/>
                <a:gdLst/>
                <a:ahLst/>
                <a:cxnLst/>
                <a:rect l="l" t="t" r="r" b="b"/>
                <a:pathLst>
                  <a:path w="144809" h="279538">
                    <a:moveTo>
                      <a:pt x="61110" y="9810"/>
                    </a:moveTo>
                    <a:lnTo>
                      <a:pt x="19800" y="70379"/>
                    </a:lnTo>
                    <a:lnTo>
                      <a:pt x="0" y="140939"/>
                    </a:lnTo>
                    <a:lnTo>
                      <a:pt x="4049" y="214198"/>
                    </a:lnTo>
                    <a:lnTo>
                      <a:pt x="30328" y="279538"/>
                    </a:lnTo>
                    <a:lnTo>
                      <a:pt x="89999" y="200249"/>
                    </a:lnTo>
                    <a:lnTo>
                      <a:pt x="144809" y="122130"/>
                    </a:lnTo>
                    <a:lnTo>
                      <a:pt x="70560" y="0"/>
                    </a:lnTo>
                    <a:lnTo>
                      <a:pt x="61110" y="98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7" name="Контур"/>
              <p:cNvSpPr/>
              <p:nvPr/>
            </p:nvSpPr>
            <p:spPr>
              <a:xfrm>
                <a:off x="485279" y="5728793"/>
                <a:ext cx="691739" cy="745102"/>
              </a:xfrm>
              <a:custGeom>
                <a:avLst/>
                <a:gdLst/>
                <a:ahLst/>
                <a:cxnLst/>
                <a:rect l="l" t="t" r="r" b="b"/>
                <a:pathLst>
                  <a:path w="691739" h="745102">
                    <a:moveTo>
                      <a:pt x="660599" y="45361"/>
                    </a:moveTo>
                    <a:lnTo>
                      <a:pt x="686879" y="96571"/>
                    </a:lnTo>
                    <a:lnTo>
                      <a:pt x="691739" y="106200"/>
                    </a:lnTo>
                    <a:lnTo>
                      <a:pt x="669419" y="117810"/>
                    </a:lnTo>
                    <a:lnTo>
                      <a:pt x="587519" y="160379"/>
                    </a:lnTo>
                    <a:lnTo>
                      <a:pt x="550889" y="164069"/>
                    </a:lnTo>
                    <a:lnTo>
                      <a:pt x="538739" y="170279"/>
                    </a:lnTo>
                    <a:lnTo>
                      <a:pt x="393569" y="310587"/>
                    </a:lnTo>
                    <a:lnTo>
                      <a:pt x="48419" y="745102"/>
                    </a:lnTo>
                    <a:lnTo>
                      <a:pt x="0" y="665542"/>
                    </a:lnTo>
                    <a:lnTo>
                      <a:pt x="19620" y="637642"/>
                    </a:lnTo>
                    <a:lnTo>
                      <a:pt x="92160" y="530543"/>
                    </a:lnTo>
                    <a:lnTo>
                      <a:pt x="227880" y="361076"/>
                    </a:lnTo>
                    <a:lnTo>
                      <a:pt x="366300" y="185398"/>
                    </a:lnTo>
                    <a:lnTo>
                      <a:pt x="416970" y="120149"/>
                    </a:lnTo>
                    <a:lnTo>
                      <a:pt x="436410" y="135449"/>
                    </a:lnTo>
                    <a:lnTo>
                      <a:pt x="535950" y="0"/>
                    </a:lnTo>
                    <a:lnTo>
                      <a:pt x="623699" y="83790"/>
                    </a:lnTo>
                    <a:lnTo>
                      <a:pt x="660599" y="45361"/>
                    </a:lnTo>
                    <a:close/>
                    <a:moveTo>
                      <a:pt x="562589" y="119880"/>
                    </a:moveTo>
                    <a:lnTo>
                      <a:pt x="535499" y="140669"/>
                    </a:lnTo>
                    <a:lnTo>
                      <a:pt x="552509" y="162809"/>
                    </a:lnTo>
                    <a:lnTo>
                      <a:pt x="579599" y="141929"/>
                    </a:lnTo>
                    <a:lnTo>
                      <a:pt x="562589" y="119880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208" name="Контур"/>
              <p:cNvSpPr/>
              <p:nvPr/>
            </p:nvSpPr>
            <p:spPr>
              <a:xfrm>
                <a:off x="411030" y="5683613"/>
                <a:ext cx="610199" cy="710722"/>
              </a:xfrm>
              <a:custGeom>
                <a:avLst/>
                <a:gdLst/>
                <a:ahLst/>
                <a:cxnLst/>
                <a:rect l="l" t="t" r="r" b="b"/>
                <a:pathLst>
                  <a:path w="610199" h="710722">
                    <a:moveTo>
                      <a:pt x="0" y="588592"/>
                    </a:moveTo>
                    <a:lnTo>
                      <a:pt x="74249" y="710722"/>
                    </a:lnTo>
                    <a:lnTo>
                      <a:pt x="93869" y="682822"/>
                    </a:lnTo>
                    <a:lnTo>
                      <a:pt x="166409" y="575723"/>
                    </a:lnTo>
                    <a:lnTo>
                      <a:pt x="302129" y="406256"/>
                    </a:lnTo>
                    <a:lnTo>
                      <a:pt x="440549" y="230578"/>
                    </a:lnTo>
                    <a:lnTo>
                      <a:pt x="491219" y="165329"/>
                    </a:lnTo>
                    <a:lnTo>
                      <a:pt x="510659" y="180629"/>
                    </a:lnTo>
                    <a:lnTo>
                      <a:pt x="610199" y="45180"/>
                    </a:lnTo>
                    <a:lnTo>
                      <a:pt x="563040" y="0"/>
                    </a:lnTo>
                    <a:lnTo>
                      <a:pt x="0" y="588592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209" name="Контур"/>
              <p:cNvSpPr/>
              <p:nvPr/>
            </p:nvSpPr>
            <p:spPr>
              <a:xfrm>
                <a:off x="252000" y="8442015"/>
                <a:ext cx="2566496" cy="1745985"/>
              </a:xfrm>
              <a:custGeom>
                <a:avLst/>
                <a:gdLst/>
                <a:ahLst/>
                <a:cxnLst/>
                <a:rect l="l" t="t" r="r" b="b"/>
                <a:pathLst>
                  <a:path w="2566496" h="1745985">
                    <a:moveTo>
                      <a:pt x="2395679" y="0"/>
                    </a:moveTo>
                    <a:lnTo>
                      <a:pt x="1858201" y="336774"/>
                    </a:lnTo>
                    <a:lnTo>
                      <a:pt x="1935780" y="467003"/>
                    </a:lnTo>
                    <a:lnTo>
                      <a:pt x="1646430" y="649160"/>
                    </a:lnTo>
                    <a:lnTo>
                      <a:pt x="1208582" y="914835"/>
                    </a:lnTo>
                    <a:lnTo>
                      <a:pt x="1183742" y="909255"/>
                    </a:lnTo>
                    <a:lnTo>
                      <a:pt x="1135232" y="880815"/>
                    </a:lnTo>
                    <a:lnTo>
                      <a:pt x="1108503" y="875775"/>
                    </a:lnTo>
                    <a:lnTo>
                      <a:pt x="935433" y="934543"/>
                    </a:lnTo>
                    <a:lnTo>
                      <a:pt x="918964" y="925273"/>
                    </a:lnTo>
                    <a:lnTo>
                      <a:pt x="0" y="1501177"/>
                    </a:lnTo>
                    <a:lnTo>
                      <a:pt x="0" y="1745985"/>
                    </a:lnTo>
                    <a:lnTo>
                      <a:pt x="517457" y="1745985"/>
                    </a:lnTo>
                    <a:lnTo>
                      <a:pt x="789631" y="1508108"/>
                    </a:lnTo>
                    <a:lnTo>
                      <a:pt x="2229806" y="605694"/>
                    </a:lnTo>
                    <a:lnTo>
                      <a:pt x="2566496" y="33524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0" name="Контур"/>
              <p:cNvSpPr/>
              <p:nvPr/>
            </p:nvSpPr>
            <p:spPr>
              <a:xfrm>
                <a:off x="252000" y="8413380"/>
                <a:ext cx="892234" cy="1515349"/>
              </a:xfrm>
              <a:custGeom>
                <a:avLst/>
                <a:gdLst/>
                <a:ahLst/>
                <a:cxnLst/>
                <a:rect l="l" t="t" r="r" b="b"/>
                <a:pathLst>
                  <a:path w="892234" h="1515349">
                    <a:moveTo>
                      <a:pt x="0" y="153715"/>
                    </a:moveTo>
                    <a:lnTo>
                      <a:pt x="235785" y="0"/>
                    </a:lnTo>
                    <a:lnTo>
                      <a:pt x="270794" y="57150"/>
                    </a:lnTo>
                    <a:lnTo>
                      <a:pt x="486071" y="320580"/>
                    </a:lnTo>
                    <a:lnTo>
                      <a:pt x="892234" y="951568"/>
                    </a:lnTo>
                    <a:lnTo>
                      <a:pt x="0" y="1515349"/>
                    </a:lnTo>
                    <a:close/>
                    <a:moveTo>
                      <a:pt x="290233" y="197099"/>
                    </a:moveTo>
                    <a:lnTo>
                      <a:pt x="262694" y="147330"/>
                    </a:lnTo>
                    <a:lnTo>
                      <a:pt x="175124" y="196649"/>
                    </a:lnTo>
                    <a:lnTo>
                      <a:pt x="202664" y="246419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211" name="Контур"/>
              <p:cNvSpPr/>
              <p:nvPr/>
            </p:nvSpPr>
            <p:spPr>
              <a:xfrm>
                <a:off x="252000" y="6589470"/>
                <a:ext cx="2718069" cy="1977625"/>
              </a:xfrm>
              <a:custGeom>
                <a:avLst/>
                <a:gdLst/>
                <a:ahLst/>
                <a:cxnLst/>
                <a:rect l="l" t="t" r="r" b="b"/>
                <a:pathLst>
                  <a:path w="2718069" h="1977625">
                    <a:moveTo>
                      <a:pt x="0" y="1977625"/>
                    </a:moveTo>
                    <a:lnTo>
                      <a:pt x="235785" y="1823910"/>
                    </a:lnTo>
                    <a:lnTo>
                      <a:pt x="270794" y="1881060"/>
                    </a:lnTo>
                    <a:lnTo>
                      <a:pt x="305354" y="1860811"/>
                    </a:lnTo>
                    <a:lnTo>
                      <a:pt x="318584" y="1879081"/>
                    </a:lnTo>
                    <a:lnTo>
                      <a:pt x="349004" y="1856311"/>
                    </a:lnTo>
                    <a:lnTo>
                      <a:pt x="418844" y="1821032"/>
                    </a:lnTo>
                    <a:lnTo>
                      <a:pt x="423164" y="1824452"/>
                    </a:lnTo>
                    <a:lnTo>
                      <a:pt x="736453" y="1610795"/>
                    </a:lnTo>
                    <a:lnTo>
                      <a:pt x="834011" y="1750385"/>
                    </a:lnTo>
                    <a:lnTo>
                      <a:pt x="934901" y="1725636"/>
                    </a:lnTo>
                    <a:lnTo>
                      <a:pt x="1050370" y="1735267"/>
                    </a:lnTo>
                    <a:lnTo>
                      <a:pt x="1026880" y="1677397"/>
                    </a:lnTo>
                    <a:lnTo>
                      <a:pt x="1128130" y="1630238"/>
                    </a:lnTo>
                    <a:lnTo>
                      <a:pt x="1155129" y="1688018"/>
                    </a:lnTo>
                    <a:lnTo>
                      <a:pt x="1577948" y="1489932"/>
                    </a:lnTo>
                    <a:lnTo>
                      <a:pt x="1749306" y="1508563"/>
                    </a:lnTo>
                    <a:lnTo>
                      <a:pt x="1777566" y="1519093"/>
                    </a:lnTo>
                    <a:lnTo>
                      <a:pt x="1871704" y="1721502"/>
                    </a:lnTo>
                    <a:lnTo>
                      <a:pt x="1960354" y="1678483"/>
                    </a:lnTo>
                    <a:lnTo>
                      <a:pt x="1795657" y="1345304"/>
                    </a:lnTo>
                    <a:lnTo>
                      <a:pt x="1773158" y="1284105"/>
                    </a:lnTo>
                    <a:lnTo>
                      <a:pt x="1761908" y="1287705"/>
                    </a:lnTo>
                    <a:lnTo>
                      <a:pt x="1551312" y="890626"/>
                    </a:lnTo>
                    <a:lnTo>
                      <a:pt x="2635450" y="101069"/>
                    </a:lnTo>
                    <a:lnTo>
                      <a:pt x="2662089" y="88199"/>
                    </a:lnTo>
                    <a:lnTo>
                      <a:pt x="2677119" y="115109"/>
                    </a:lnTo>
                    <a:lnTo>
                      <a:pt x="2718069" y="93060"/>
                    </a:lnTo>
                    <a:lnTo>
                      <a:pt x="2699529" y="54450"/>
                    </a:lnTo>
                    <a:lnTo>
                      <a:pt x="2654980" y="0"/>
                    </a:lnTo>
                    <a:lnTo>
                      <a:pt x="2416751" y="106557"/>
                    </a:lnTo>
                    <a:lnTo>
                      <a:pt x="1445205" y="578238"/>
                    </a:lnTo>
                    <a:lnTo>
                      <a:pt x="1411726" y="509748"/>
                    </a:lnTo>
                    <a:lnTo>
                      <a:pt x="0" y="137676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212" name="Контур"/>
              <p:cNvSpPr/>
              <p:nvPr/>
            </p:nvSpPr>
            <p:spPr>
              <a:xfrm>
                <a:off x="252000" y="1584000"/>
                <a:ext cx="8874876" cy="6382230"/>
              </a:xfrm>
              <a:custGeom>
                <a:avLst/>
                <a:gdLst/>
                <a:ahLst/>
                <a:cxnLst/>
                <a:rect l="l" t="t" r="r" b="b"/>
                <a:pathLst>
                  <a:path w="8874876" h="6382230">
                    <a:moveTo>
                      <a:pt x="4999027" y="2961330"/>
                    </a:moveTo>
                    <a:lnTo>
                      <a:pt x="3916240" y="3736127"/>
                    </a:lnTo>
                    <a:lnTo>
                      <a:pt x="2139464" y="4989626"/>
                    </a:lnTo>
                    <a:lnTo>
                      <a:pt x="2016614" y="5045245"/>
                    </a:lnTo>
                    <a:lnTo>
                      <a:pt x="1867035" y="5138394"/>
                    </a:lnTo>
                    <a:lnTo>
                      <a:pt x="1505686" y="5311910"/>
                    </a:lnTo>
                    <a:lnTo>
                      <a:pt x="0" y="6226646"/>
                    </a:lnTo>
                    <a:lnTo>
                      <a:pt x="0" y="6382230"/>
                    </a:lnTo>
                    <a:lnTo>
                      <a:pt x="1411726" y="5515218"/>
                    </a:lnTo>
                    <a:lnTo>
                      <a:pt x="1648065" y="5346561"/>
                    </a:lnTo>
                    <a:lnTo>
                      <a:pt x="1863074" y="5238203"/>
                    </a:lnTo>
                    <a:lnTo>
                      <a:pt x="2063503" y="5151175"/>
                    </a:lnTo>
                    <a:lnTo>
                      <a:pt x="2047124" y="5114905"/>
                    </a:lnTo>
                    <a:lnTo>
                      <a:pt x="2486772" y="4944809"/>
                    </a:lnTo>
                    <a:lnTo>
                      <a:pt x="2916070" y="4748973"/>
                    </a:lnTo>
                    <a:lnTo>
                      <a:pt x="3243849" y="4546117"/>
                    </a:lnTo>
                    <a:lnTo>
                      <a:pt x="5595364" y="2752626"/>
                    </a:lnTo>
                    <a:lnTo>
                      <a:pt x="6453963" y="2130556"/>
                    </a:lnTo>
                    <a:lnTo>
                      <a:pt x="6698042" y="1946689"/>
                    </a:lnTo>
                    <a:lnTo>
                      <a:pt x="6876602" y="1796211"/>
                    </a:lnTo>
                    <a:lnTo>
                      <a:pt x="7426501" y="1297439"/>
                    </a:lnTo>
                    <a:lnTo>
                      <a:pt x="7601011" y="1125991"/>
                    </a:lnTo>
                    <a:lnTo>
                      <a:pt x="7815211" y="892444"/>
                    </a:lnTo>
                    <a:lnTo>
                      <a:pt x="8292751" y="444430"/>
                    </a:lnTo>
                    <a:lnTo>
                      <a:pt x="8330551" y="401771"/>
                    </a:lnTo>
                    <a:lnTo>
                      <a:pt x="8358271" y="377741"/>
                    </a:lnTo>
                    <a:lnTo>
                      <a:pt x="8392651" y="360552"/>
                    </a:lnTo>
                    <a:lnTo>
                      <a:pt x="8609280" y="182894"/>
                    </a:lnTo>
                    <a:lnTo>
                      <a:pt x="8612070" y="185504"/>
                    </a:lnTo>
                    <a:lnTo>
                      <a:pt x="8657520" y="155625"/>
                    </a:lnTo>
                    <a:lnTo>
                      <a:pt x="8874876" y="0"/>
                    </a:lnTo>
                    <a:lnTo>
                      <a:pt x="8758770" y="0"/>
                    </a:lnTo>
                    <a:lnTo>
                      <a:pt x="7727373" y="745924"/>
                    </a:lnTo>
                    <a:lnTo>
                      <a:pt x="6544774" y="1808359"/>
                    </a:lnTo>
                    <a:close/>
                  </a:path>
                </a:pathLst>
              </a:custGeom>
              <a:solidFill>
                <a:srgbClr val="ADA4A0"/>
              </a:solidFill>
              <a:ln>
                <a:noFill/>
              </a:ln>
            </p:spPr>
          </p:sp>
          <p:sp>
            <p:nvSpPr>
              <p:cNvPr id="213" name="Контур"/>
              <p:cNvSpPr/>
              <p:nvPr/>
            </p:nvSpPr>
            <p:spPr>
              <a:xfrm>
                <a:off x="427124" y="8560710"/>
                <a:ext cx="115109" cy="99089"/>
              </a:xfrm>
              <a:custGeom>
                <a:avLst/>
                <a:gdLst/>
                <a:ahLst/>
                <a:cxnLst/>
                <a:rect l="l" t="t" r="r" b="b"/>
                <a:pathLst>
                  <a:path w="115109" h="99089">
                    <a:moveTo>
                      <a:pt x="0" y="49319"/>
                    </a:moveTo>
                    <a:lnTo>
                      <a:pt x="27540" y="99089"/>
                    </a:lnTo>
                    <a:lnTo>
                      <a:pt x="115109" y="49769"/>
                    </a:lnTo>
                    <a:lnTo>
                      <a:pt x="87570" y="0"/>
                    </a:lnTo>
                    <a:lnTo>
                      <a:pt x="0" y="49319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214" name="Контур"/>
              <p:cNvSpPr/>
              <p:nvPr/>
            </p:nvSpPr>
            <p:spPr>
              <a:xfrm>
                <a:off x="560054" y="8449471"/>
                <a:ext cx="154258" cy="165329"/>
              </a:xfrm>
              <a:custGeom>
                <a:avLst/>
                <a:gdLst/>
                <a:ahLst/>
                <a:cxnLst/>
                <a:rect l="l" t="t" r="r" b="b"/>
                <a:pathLst>
                  <a:path w="154258" h="165329">
                    <a:moveTo>
                      <a:pt x="0" y="26910"/>
                    </a:moveTo>
                    <a:lnTo>
                      <a:pt x="66329" y="110519"/>
                    </a:lnTo>
                    <a:lnTo>
                      <a:pt x="109798" y="165329"/>
                    </a:lnTo>
                    <a:lnTo>
                      <a:pt x="154258" y="132750"/>
                    </a:lnTo>
                    <a:lnTo>
                      <a:pt x="53820" y="6480"/>
                    </a:lnTo>
                    <a:lnTo>
                      <a:pt x="36000" y="0"/>
                    </a:lnTo>
                    <a:lnTo>
                      <a:pt x="10530" y="19080"/>
                    </a:lnTo>
                    <a:lnTo>
                      <a:pt x="0" y="2691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215" name="Контур"/>
              <p:cNvSpPr/>
              <p:nvPr/>
            </p:nvSpPr>
            <p:spPr>
              <a:xfrm>
                <a:off x="252000" y="6286437"/>
                <a:ext cx="2020306" cy="1524864"/>
              </a:xfrm>
              <a:custGeom>
                <a:avLst/>
                <a:gdLst/>
                <a:ahLst/>
                <a:cxnLst/>
                <a:rect l="l" t="t" r="r" b="b"/>
                <a:pathLst>
                  <a:path w="2020306" h="1524864">
                    <a:moveTo>
                      <a:pt x="0" y="1524864"/>
                    </a:moveTo>
                    <a:lnTo>
                      <a:pt x="1472476" y="628103"/>
                    </a:lnTo>
                    <a:lnTo>
                      <a:pt x="1681996" y="420835"/>
                    </a:lnTo>
                    <a:lnTo>
                      <a:pt x="2020306" y="92340"/>
                    </a:lnTo>
                    <a:lnTo>
                      <a:pt x="1957037" y="25290"/>
                    </a:lnTo>
                    <a:lnTo>
                      <a:pt x="1965407" y="17730"/>
                    </a:lnTo>
                    <a:lnTo>
                      <a:pt x="1948667" y="0"/>
                    </a:lnTo>
                    <a:lnTo>
                      <a:pt x="1736357" y="205017"/>
                    </a:lnTo>
                    <a:lnTo>
                      <a:pt x="1692077" y="264687"/>
                    </a:lnTo>
                    <a:lnTo>
                      <a:pt x="1538087" y="413904"/>
                    </a:lnTo>
                    <a:lnTo>
                      <a:pt x="1402458" y="516323"/>
                    </a:lnTo>
                    <a:lnTo>
                      <a:pt x="725930" y="926805"/>
                    </a:lnTo>
                    <a:lnTo>
                      <a:pt x="642680" y="988094"/>
                    </a:lnTo>
                    <a:lnTo>
                      <a:pt x="214731" y="1243870"/>
                    </a:lnTo>
                    <a:lnTo>
                      <a:pt x="0" y="137091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6" name="Контур"/>
              <p:cNvSpPr/>
              <p:nvPr/>
            </p:nvSpPr>
            <p:spPr>
              <a:xfrm>
                <a:off x="9791049" y="3815287"/>
                <a:ext cx="504951" cy="1181999"/>
              </a:xfrm>
              <a:custGeom>
                <a:avLst/>
                <a:gdLst/>
                <a:ahLst/>
                <a:cxnLst/>
                <a:rect l="l" t="t" r="r" b="b"/>
                <a:pathLst>
                  <a:path w="504951" h="1181999">
                    <a:moveTo>
                      <a:pt x="504951" y="722365"/>
                    </a:moveTo>
                    <a:lnTo>
                      <a:pt x="160200" y="0"/>
                    </a:lnTo>
                    <a:lnTo>
                      <a:pt x="0" y="123928"/>
                    </a:lnTo>
                    <a:lnTo>
                      <a:pt x="504951" y="11819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7" name="Контур"/>
              <p:cNvSpPr/>
              <p:nvPr/>
            </p:nvSpPr>
            <p:spPr>
              <a:xfrm>
                <a:off x="8830659" y="4874752"/>
                <a:ext cx="24300" cy="46170"/>
              </a:xfrm>
              <a:custGeom>
                <a:avLst/>
                <a:gdLst/>
                <a:ahLst/>
                <a:cxnLst/>
                <a:rect l="l" t="t" r="r" b="b"/>
                <a:pathLst>
                  <a:path w="24300" h="46170">
                    <a:moveTo>
                      <a:pt x="7470" y="46170"/>
                    </a:moveTo>
                    <a:lnTo>
                      <a:pt x="24300" y="0"/>
                    </a:lnTo>
                    <a:lnTo>
                      <a:pt x="2521" y="6120"/>
                    </a:lnTo>
                    <a:lnTo>
                      <a:pt x="0" y="28980"/>
                    </a:lnTo>
                    <a:lnTo>
                      <a:pt x="7470" y="4617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8" name="Контур"/>
              <p:cNvSpPr/>
              <p:nvPr/>
            </p:nvSpPr>
            <p:spPr>
              <a:xfrm>
                <a:off x="9687433" y="7798388"/>
                <a:ext cx="608567" cy="1329492"/>
              </a:xfrm>
              <a:custGeom>
                <a:avLst/>
                <a:gdLst/>
                <a:ahLst/>
                <a:cxnLst/>
                <a:rect l="l" t="t" r="r" b="b"/>
                <a:pathLst>
                  <a:path w="608567" h="1329492">
                    <a:moveTo>
                      <a:pt x="0" y="58769"/>
                    </a:moveTo>
                    <a:lnTo>
                      <a:pt x="58679" y="180448"/>
                    </a:lnTo>
                    <a:lnTo>
                      <a:pt x="602537" y="1316964"/>
                    </a:lnTo>
                    <a:lnTo>
                      <a:pt x="608567" y="1329492"/>
                    </a:lnTo>
                    <a:lnTo>
                      <a:pt x="608567" y="1019421"/>
                    </a:lnTo>
                    <a:lnTo>
                      <a:pt x="421463" y="628198"/>
                    </a:lnTo>
                    <a:lnTo>
                      <a:pt x="377904" y="536668"/>
                    </a:lnTo>
                    <a:lnTo>
                      <a:pt x="161009" y="81090"/>
                    </a:lnTo>
                    <a:lnTo>
                      <a:pt x="121950" y="0"/>
                    </a:lnTo>
                    <a:lnTo>
                      <a:pt x="41400" y="388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9" name="Контур"/>
              <p:cNvSpPr/>
              <p:nvPr/>
            </p:nvSpPr>
            <p:spPr>
              <a:xfrm>
                <a:off x="9809383" y="7563892"/>
                <a:ext cx="486617" cy="315586"/>
              </a:xfrm>
              <a:custGeom>
                <a:avLst/>
                <a:gdLst/>
                <a:ahLst/>
                <a:cxnLst/>
                <a:rect l="l" t="t" r="r" b="b"/>
                <a:pathLst>
                  <a:path w="486617" h="315586">
                    <a:moveTo>
                      <a:pt x="486617" y="0"/>
                    </a:moveTo>
                    <a:lnTo>
                      <a:pt x="0" y="234496"/>
                    </a:lnTo>
                    <a:lnTo>
                      <a:pt x="39059" y="315586"/>
                    </a:lnTo>
                    <a:lnTo>
                      <a:pt x="486617" y="9989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0" name="Контур"/>
              <p:cNvSpPr/>
              <p:nvPr/>
            </p:nvSpPr>
            <p:spPr>
              <a:xfrm>
                <a:off x="8829397" y="9486086"/>
                <a:ext cx="1466603" cy="701914"/>
              </a:xfrm>
              <a:custGeom>
                <a:avLst/>
                <a:gdLst/>
                <a:ahLst/>
                <a:cxnLst/>
                <a:rect l="l" t="t" r="r" b="b"/>
                <a:pathLst>
                  <a:path w="1466603" h="701914">
                    <a:moveTo>
                      <a:pt x="1466603" y="0"/>
                    </a:moveTo>
                    <a:lnTo>
                      <a:pt x="267896" y="573711"/>
                    </a:lnTo>
                    <a:lnTo>
                      <a:pt x="0" y="701914"/>
                    </a:lnTo>
                    <a:lnTo>
                      <a:pt x="289660" y="701914"/>
                    </a:lnTo>
                    <a:lnTo>
                      <a:pt x="601433" y="553104"/>
                    </a:lnTo>
                    <a:lnTo>
                      <a:pt x="972682" y="379407"/>
                    </a:lnTo>
                    <a:lnTo>
                      <a:pt x="1170861" y="280409"/>
                    </a:lnTo>
                    <a:lnTo>
                      <a:pt x="1217931" y="257550"/>
                    </a:lnTo>
                    <a:lnTo>
                      <a:pt x="1362560" y="191131"/>
                    </a:lnTo>
                    <a:lnTo>
                      <a:pt x="1466603" y="1450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1" name="Контур"/>
              <p:cNvSpPr/>
              <p:nvPr/>
            </p:nvSpPr>
            <p:spPr>
              <a:xfrm>
                <a:off x="7398480" y="6513915"/>
                <a:ext cx="2897520" cy="1574075"/>
              </a:xfrm>
              <a:custGeom>
                <a:avLst/>
                <a:gdLst/>
                <a:ahLst/>
                <a:cxnLst/>
                <a:rect l="l" t="t" r="r" b="b"/>
                <a:pathLst>
                  <a:path w="2897520" h="1574075">
                    <a:moveTo>
                      <a:pt x="121047" y="1574075"/>
                    </a:moveTo>
                    <a:lnTo>
                      <a:pt x="132027" y="1543026"/>
                    </a:lnTo>
                    <a:lnTo>
                      <a:pt x="146337" y="1502346"/>
                    </a:lnTo>
                    <a:lnTo>
                      <a:pt x="506876" y="1330270"/>
                    </a:lnTo>
                    <a:lnTo>
                      <a:pt x="1262333" y="969737"/>
                    </a:lnTo>
                    <a:lnTo>
                      <a:pt x="1941380" y="645744"/>
                    </a:lnTo>
                    <a:lnTo>
                      <a:pt x="2897520" y="189452"/>
                    </a:lnTo>
                    <a:lnTo>
                      <a:pt x="2897520" y="0"/>
                    </a:lnTo>
                    <a:lnTo>
                      <a:pt x="1363044" y="732230"/>
                    </a:lnTo>
                    <a:lnTo>
                      <a:pt x="72179" y="1348267"/>
                    </a:lnTo>
                    <a:lnTo>
                      <a:pt x="0" y="1322886"/>
                    </a:lnTo>
                    <a:lnTo>
                      <a:pt x="101608" y="1533666"/>
                    </a:lnTo>
                    <a:lnTo>
                      <a:pt x="111147" y="15535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2" name="Контур"/>
              <p:cNvSpPr/>
              <p:nvPr/>
            </p:nvSpPr>
            <p:spPr>
              <a:xfrm>
                <a:off x="5731713" y="4327628"/>
                <a:ext cx="484469" cy="433434"/>
              </a:xfrm>
              <a:custGeom>
                <a:avLst/>
                <a:gdLst/>
                <a:ahLst/>
                <a:cxnLst/>
                <a:rect l="l" t="t" r="r" b="b"/>
                <a:pathLst>
                  <a:path w="484469" h="433434">
                    <a:moveTo>
                      <a:pt x="444149" y="0"/>
                    </a:moveTo>
                    <a:lnTo>
                      <a:pt x="0" y="351445"/>
                    </a:lnTo>
                    <a:lnTo>
                      <a:pt x="16920" y="388254"/>
                    </a:lnTo>
                    <a:lnTo>
                      <a:pt x="37709" y="433434"/>
                    </a:lnTo>
                    <a:lnTo>
                      <a:pt x="116819" y="363055"/>
                    </a:lnTo>
                    <a:lnTo>
                      <a:pt x="484469" y="52020"/>
                    </a:lnTo>
                    <a:lnTo>
                      <a:pt x="44414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3" name="Контур"/>
              <p:cNvSpPr/>
              <p:nvPr/>
            </p:nvSpPr>
            <p:spPr>
              <a:xfrm>
                <a:off x="5644434" y="1584000"/>
                <a:ext cx="786770" cy="773453"/>
              </a:xfrm>
              <a:custGeom>
                <a:avLst/>
                <a:gdLst/>
                <a:ahLst/>
                <a:cxnLst/>
                <a:rect l="l" t="t" r="r" b="b"/>
                <a:pathLst>
                  <a:path w="786770" h="773453">
                    <a:moveTo>
                      <a:pt x="144547" y="0"/>
                    </a:moveTo>
                    <a:lnTo>
                      <a:pt x="46083" y="0"/>
                    </a:lnTo>
                    <a:lnTo>
                      <a:pt x="0" y="43464"/>
                    </a:lnTo>
                    <a:lnTo>
                      <a:pt x="549622" y="626123"/>
                    </a:lnTo>
                    <a:lnTo>
                      <a:pt x="688490" y="773453"/>
                    </a:lnTo>
                    <a:lnTo>
                      <a:pt x="786770" y="68084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4" name="Контур"/>
              <p:cNvSpPr/>
              <p:nvPr/>
            </p:nvSpPr>
            <p:spPr>
              <a:xfrm>
                <a:off x="6397969" y="3127583"/>
                <a:ext cx="3898031" cy="3070054"/>
              </a:xfrm>
              <a:custGeom>
                <a:avLst/>
                <a:gdLst/>
                <a:ahLst/>
                <a:cxnLst/>
                <a:rect l="l" t="t" r="r" b="b"/>
                <a:pathLst>
                  <a:path w="3898031" h="3070054">
                    <a:moveTo>
                      <a:pt x="3898031" y="0"/>
                    </a:moveTo>
                    <a:lnTo>
                      <a:pt x="347579" y="2746508"/>
                    </a:lnTo>
                    <a:lnTo>
                      <a:pt x="122399" y="2887445"/>
                    </a:lnTo>
                    <a:lnTo>
                      <a:pt x="49049" y="2933435"/>
                    </a:lnTo>
                    <a:lnTo>
                      <a:pt x="0" y="2964124"/>
                    </a:lnTo>
                    <a:lnTo>
                      <a:pt x="45629" y="3070054"/>
                    </a:lnTo>
                    <a:lnTo>
                      <a:pt x="343528" y="2888167"/>
                    </a:lnTo>
                    <a:lnTo>
                      <a:pt x="775077" y="2535912"/>
                    </a:lnTo>
                    <a:lnTo>
                      <a:pt x="1059566" y="2318746"/>
                    </a:lnTo>
                    <a:lnTo>
                      <a:pt x="1564375" y="1936522"/>
                    </a:lnTo>
                    <a:lnTo>
                      <a:pt x="2080254" y="1543228"/>
                    </a:lnTo>
                    <a:lnTo>
                      <a:pt x="2670923" y="1098365"/>
                    </a:lnTo>
                    <a:lnTo>
                      <a:pt x="3044603" y="803980"/>
                    </a:lnTo>
                    <a:lnTo>
                      <a:pt x="3477592" y="473865"/>
                    </a:lnTo>
                    <a:lnTo>
                      <a:pt x="3898031" y="1520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5" name="Контур"/>
              <p:cNvSpPr/>
              <p:nvPr/>
            </p:nvSpPr>
            <p:spPr>
              <a:xfrm>
                <a:off x="6443598" y="3279578"/>
                <a:ext cx="3852402" cy="3135408"/>
              </a:xfrm>
              <a:custGeom>
                <a:avLst/>
                <a:gdLst/>
                <a:ahLst/>
                <a:cxnLst/>
                <a:rect l="l" t="t" r="r" b="b"/>
                <a:pathLst>
                  <a:path w="3852402" h="3135408">
                    <a:moveTo>
                      <a:pt x="3852402" y="0"/>
                    </a:moveTo>
                    <a:lnTo>
                      <a:pt x="2998974" y="651985"/>
                    </a:lnTo>
                    <a:lnTo>
                      <a:pt x="2625294" y="946370"/>
                    </a:lnTo>
                    <a:lnTo>
                      <a:pt x="729448" y="2383917"/>
                    </a:lnTo>
                    <a:lnTo>
                      <a:pt x="297899" y="2736172"/>
                    </a:lnTo>
                    <a:lnTo>
                      <a:pt x="0" y="2918059"/>
                    </a:lnTo>
                    <a:lnTo>
                      <a:pt x="106557" y="3135408"/>
                    </a:lnTo>
                    <a:lnTo>
                      <a:pt x="309687" y="3010760"/>
                    </a:lnTo>
                    <a:lnTo>
                      <a:pt x="1199245" y="2321101"/>
                    </a:lnTo>
                    <a:lnTo>
                      <a:pt x="1154516" y="2264041"/>
                    </a:lnTo>
                    <a:lnTo>
                      <a:pt x="1246316" y="2191412"/>
                    </a:lnTo>
                    <a:lnTo>
                      <a:pt x="1292845" y="2248652"/>
                    </a:lnTo>
                    <a:lnTo>
                      <a:pt x="3852402" y="26901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6" name="Контур"/>
              <p:cNvSpPr/>
              <p:nvPr/>
            </p:nvSpPr>
            <p:spPr>
              <a:xfrm>
                <a:off x="5769422" y="4690683"/>
                <a:ext cx="677596" cy="1401024"/>
              </a:xfrm>
              <a:custGeom>
                <a:avLst/>
                <a:gdLst/>
                <a:ahLst/>
                <a:cxnLst/>
                <a:rect l="l" t="t" r="r" b="b"/>
                <a:pathLst>
                  <a:path w="677596" h="1401024">
                    <a:moveTo>
                      <a:pt x="79110" y="0"/>
                    </a:moveTo>
                    <a:lnTo>
                      <a:pt x="0" y="70379"/>
                    </a:lnTo>
                    <a:lnTo>
                      <a:pt x="231745" y="574107"/>
                    </a:lnTo>
                    <a:lnTo>
                      <a:pt x="460520" y="1050295"/>
                    </a:lnTo>
                    <a:lnTo>
                      <a:pt x="622247" y="1386354"/>
                    </a:lnTo>
                    <a:lnTo>
                      <a:pt x="628547" y="1401024"/>
                    </a:lnTo>
                    <a:lnTo>
                      <a:pt x="677596" y="1370335"/>
                    </a:lnTo>
                    <a:lnTo>
                      <a:pt x="666527" y="1361335"/>
                    </a:lnTo>
                    <a:lnTo>
                      <a:pt x="631697" y="1312735"/>
                    </a:lnTo>
                    <a:lnTo>
                      <a:pt x="559159" y="1170445"/>
                    </a:lnTo>
                    <a:lnTo>
                      <a:pt x="193407" y="392038"/>
                    </a:lnTo>
                    <a:lnTo>
                      <a:pt x="61380" y="69120"/>
                    </a:lnTo>
                    <a:lnTo>
                      <a:pt x="60750" y="40590"/>
                    </a:lnTo>
                    <a:lnTo>
                      <a:pt x="791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7" name="Контур"/>
              <p:cNvSpPr/>
              <p:nvPr/>
            </p:nvSpPr>
            <p:spPr>
              <a:xfrm>
                <a:off x="5671862" y="4761062"/>
                <a:ext cx="726107" cy="1355035"/>
              </a:xfrm>
              <a:custGeom>
                <a:avLst/>
                <a:gdLst/>
                <a:ahLst/>
                <a:cxnLst/>
                <a:rect l="l" t="t" r="r" b="b"/>
                <a:pathLst>
                  <a:path w="726107" h="1355035">
                    <a:moveTo>
                      <a:pt x="97560" y="0"/>
                    </a:moveTo>
                    <a:lnTo>
                      <a:pt x="0" y="86759"/>
                    </a:lnTo>
                    <a:lnTo>
                      <a:pt x="56610" y="90179"/>
                    </a:lnTo>
                    <a:lnTo>
                      <a:pt x="99449" y="117629"/>
                    </a:lnTo>
                    <a:lnTo>
                      <a:pt x="423532" y="790287"/>
                    </a:lnTo>
                    <a:lnTo>
                      <a:pt x="551510" y="1040576"/>
                    </a:lnTo>
                    <a:lnTo>
                      <a:pt x="589219" y="1143445"/>
                    </a:lnTo>
                    <a:lnTo>
                      <a:pt x="681827" y="1338925"/>
                    </a:lnTo>
                    <a:lnTo>
                      <a:pt x="687227" y="1355035"/>
                    </a:lnTo>
                    <a:lnTo>
                      <a:pt x="726107" y="1330645"/>
                    </a:lnTo>
                    <a:lnTo>
                      <a:pt x="719807" y="1315975"/>
                    </a:lnTo>
                    <a:lnTo>
                      <a:pt x="558080" y="979916"/>
                    </a:lnTo>
                    <a:lnTo>
                      <a:pt x="329305" y="503728"/>
                    </a:lnTo>
                    <a:lnTo>
                      <a:pt x="975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8" name="Контур"/>
              <p:cNvSpPr/>
              <p:nvPr/>
            </p:nvSpPr>
            <p:spPr>
              <a:xfrm>
                <a:off x="6330646" y="6414986"/>
                <a:ext cx="2058875" cy="3773014"/>
              </a:xfrm>
              <a:custGeom>
                <a:avLst/>
                <a:gdLst/>
                <a:ahLst/>
                <a:cxnLst/>
                <a:rect l="l" t="t" r="r" b="b"/>
                <a:pathLst>
                  <a:path w="2058875" h="3773014">
                    <a:moveTo>
                      <a:pt x="2058875" y="3773014"/>
                    </a:moveTo>
                    <a:lnTo>
                      <a:pt x="1701598" y="3029658"/>
                    </a:lnTo>
                    <a:lnTo>
                      <a:pt x="1483443" y="2602070"/>
                    </a:lnTo>
                    <a:lnTo>
                      <a:pt x="1351865" y="2356911"/>
                    </a:lnTo>
                    <a:lnTo>
                      <a:pt x="1166199" y="1957582"/>
                    </a:lnTo>
                    <a:lnTo>
                      <a:pt x="753018" y="1112935"/>
                    </a:lnTo>
                    <a:lnTo>
                      <a:pt x="668600" y="925916"/>
                    </a:lnTo>
                    <a:lnTo>
                      <a:pt x="219509" y="0"/>
                    </a:lnTo>
                    <a:lnTo>
                      <a:pt x="0" y="134727"/>
                    </a:lnTo>
                    <a:lnTo>
                      <a:pt x="45180" y="122578"/>
                    </a:lnTo>
                    <a:lnTo>
                      <a:pt x="101069" y="129508"/>
                    </a:lnTo>
                    <a:lnTo>
                      <a:pt x="149309" y="158668"/>
                    </a:lnTo>
                    <a:lnTo>
                      <a:pt x="178558" y="198448"/>
                    </a:lnTo>
                    <a:lnTo>
                      <a:pt x="1901388" y="37730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9" name="Контур"/>
              <p:cNvSpPr/>
              <p:nvPr/>
            </p:nvSpPr>
            <p:spPr>
              <a:xfrm>
                <a:off x="6550155" y="6290338"/>
                <a:ext cx="1982469" cy="3897662"/>
              </a:xfrm>
              <a:custGeom>
                <a:avLst/>
                <a:gdLst/>
                <a:ahLst/>
                <a:cxnLst/>
                <a:rect l="l" t="t" r="r" b="b"/>
                <a:pathLst>
                  <a:path w="1982469" h="3897662">
                    <a:moveTo>
                      <a:pt x="203130" y="0"/>
                    </a:moveTo>
                    <a:lnTo>
                      <a:pt x="0" y="124648"/>
                    </a:lnTo>
                    <a:lnTo>
                      <a:pt x="449091" y="1050564"/>
                    </a:lnTo>
                    <a:lnTo>
                      <a:pt x="533509" y="1237583"/>
                    </a:lnTo>
                    <a:lnTo>
                      <a:pt x="946690" y="2082230"/>
                    </a:lnTo>
                    <a:lnTo>
                      <a:pt x="1132356" y="2481559"/>
                    </a:lnTo>
                    <a:lnTo>
                      <a:pt x="1263934" y="2726718"/>
                    </a:lnTo>
                    <a:lnTo>
                      <a:pt x="1482089" y="3154306"/>
                    </a:lnTo>
                    <a:lnTo>
                      <a:pt x="1839366" y="3897662"/>
                    </a:lnTo>
                    <a:lnTo>
                      <a:pt x="1982469" y="3897662"/>
                    </a:lnTo>
                    <a:lnTo>
                      <a:pt x="1978971" y="3892214"/>
                    </a:lnTo>
                    <a:lnTo>
                      <a:pt x="177029" y="153989"/>
                    </a:lnTo>
                    <a:lnTo>
                      <a:pt x="165239" y="115649"/>
                    </a:lnTo>
                    <a:lnTo>
                      <a:pt x="165150" y="75689"/>
                    </a:lnTo>
                    <a:lnTo>
                      <a:pt x="176760" y="373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0" name="Контур"/>
              <p:cNvSpPr/>
              <p:nvPr/>
            </p:nvSpPr>
            <p:spPr>
              <a:xfrm>
                <a:off x="2200667" y="5732945"/>
                <a:ext cx="642149" cy="645832"/>
              </a:xfrm>
              <a:custGeom>
                <a:avLst/>
                <a:gdLst/>
                <a:ahLst/>
                <a:cxnLst/>
                <a:rect l="l" t="t" r="r" b="b"/>
                <a:pathLst>
                  <a:path w="642149" h="645832">
                    <a:moveTo>
                      <a:pt x="642149" y="67950"/>
                    </a:moveTo>
                    <a:lnTo>
                      <a:pt x="572850" y="0"/>
                    </a:lnTo>
                    <a:lnTo>
                      <a:pt x="568710" y="4050"/>
                    </a:lnTo>
                    <a:lnTo>
                      <a:pt x="0" y="553492"/>
                    </a:lnTo>
                    <a:lnTo>
                      <a:pt x="16740" y="571222"/>
                    </a:lnTo>
                    <a:lnTo>
                      <a:pt x="8370" y="578782"/>
                    </a:lnTo>
                    <a:lnTo>
                      <a:pt x="71639" y="645832"/>
                    </a:lnTo>
                    <a:lnTo>
                      <a:pt x="618209" y="115200"/>
                    </a:lnTo>
                    <a:lnTo>
                      <a:pt x="624599" y="90900"/>
                    </a:lnTo>
                    <a:lnTo>
                      <a:pt x="642149" y="679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1" name="Контур"/>
              <p:cNvSpPr/>
              <p:nvPr/>
            </p:nvSpPr>
            <p:spPr>
              <a:xfrm>
                <a:off x="1091340" y="5600365"/>
                <a:ext cx="45449" cy="30240"/>
              </a:xfrm>
              <a:custGeom>
                <a:avLst/>
                <a:gdLst/>
                <a:ahLst/>
                <a:cxnLst/>
                <a:rect l="l" t="t" r="r" b="b"/>
                <a:pathLst>
                  <a:path w="45449" h="30240">
                    <a:moveTo>
                      <a:pt x="20520" y="0"/>
                    </a:moveTo>
                    <a:lnTo>
                      <a:pt x="12510" y="12060"/>
                    </a:lnTo>
                    <a:lnTo>
                      <a:pt x="0" y="30149"/>
                    </a:lnTo>
                    <a:lnTo>
                      <a:pt x="45449" y="30240"/>
                    </a:lnTo>
                    <a:lnTo>
                      <a:pt x="2052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2" name="Контур"/>
              <p:cNvSpPr/>
              <p:nvPr/>
            </p:nvSpPr>
            <p:spPr>
              <a:xfrm>
                <a:off x="1111860" y="5378247"/>
                <a:ext cx="197909" cy="267298"/>
              </a:xfrm>
              <a:custGeom>
                <a:avLst/>
                <a:gdLst/>
                <a:ahLst/>
                <a:cxnLst/>
                <a:rect l="l" t="t" r="r" b="b"/>
                <a:pathLst>
                  <a:path w="197909" h="267298">
                    <a:moveTo>
                      <a:pt x="197909" y="92070"/>
                    </a:moveTo>
                    <a:lnTo>
                      <a:pt x="106650" y="0"/>
                    </a:lnTo>
                    <a:lnTo>
                      <a:pt x="87210" y="69029"/>
                    </a:lnTo>
                    <a:lnTo>
                      <a:pt x="30330" y="176128"/>
                    </a:lnTo>
                    <a:lnTo>
                      <a:pt x="0" y="222118"/>
                    </a:lnTo>
                    <a:lnTo>
                      <a:pt x="24929" y="252358"/>
                    </a:lnTo>
                    <a:lnTo>
                      <a:pt x="38969" y="267298"/>
                    </a:lnTo>
                    <a:lnTo>
                      <a:pt x="115559" y="177389"/>
                    </a:lnTo>
                    <a:lnTo>
                      <a:pt x="197909" y="9207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3" name="Контур"/>
              <p:cNvSpPr/>
              <p:nvPr/>
            </p:nvSpPr>
            <p:spPr>
              <a:xfrm>
                <a:off x="1218510" y="5228579"/>
                <a:ext cx="205200" cy="251008"/>
              </a:xfrm>
              <a:custGeom>
                <a:avLst/>
                <a:gdLst/>
                <a:ahLst/>
                <a:cxnLst/>
                <a:rect l="l" t="t" r="r" b="b"/>
                <a:pathLst>
                  <a:path w="205200" h="251008">
                    <a:moveTo>
                      <a:pt x="205200" y="29250"/>
                    </a:moveTo>
                    <a:lnTo>
                      <a:pt x="159390" y="0"/>
                    </a:lnTo>
                    <a:lnTo>
                      <a:pt x="61020" y="141118"/>
                    </a:lnTo>
                    <a:lnTo>
                      <a:pt x="8100" y="120958"/>
                    </a:lnTo>
                    <a:lnTo>
                      <a:pt x="0" y="149668"/>
                    </a:lnTo>
                    <a:lnTo>
                      <a:pt x="91259" y="241738"/>
                    </a:lnTo>
                    <a:lnTo>
                      <a:pt x="100529" y="251008"/>
                    </a:lnTo>
                    <a:lnTo>
                      <a:pt x="102330" y="134729"/>
                    </a:lnTo>
                    <a:lnTo>
                      <a:pt x="131670" y="105299"/>
                    </a:lnTo>
                    <a:lnTo>
                      <a:pt x="205200" y="292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4" name="Контур"/>
              <p:cNvSpPr/>
              <p:nvPr/>
            </p:nvSpPr>
            <p:spPr>
              <a:xfrm>
                <a:off x="1377900" y="2228733"/>
                <a:ext cx="1997285" cy="3029096"/>
              </a:xfrm>
              <a:custGeom>
                <a:avLst/>
                <a:gdLst/>
                <a:ahLst/>
                <a:cxnLst/>
                <a:rect l="l" t="t" r="r" b="b"/>
                <a:pathLst>
                  <a:path w="1997285" h="3029096">
                    <a:moveTo>
                      <a:pt x="1997285" y="172890"/>
                    </a:moveTo>
                    <a:lnTo>
                      <a:pt x="1836007" y="0"/>
                    </a:lnTo>
                    <a:lnTo>
                      <a:pt x="1863277" y="43110"/>
                    </a:lnTo>
                    <a:lnTo>
                      <a:pt x="1871467" y="76230"/>
                    </a:lnTo>
                    <a:lnTo>
                      <a:pt x="1871016" y="109889"/>
                    </a:lnTo>
                    <a:lnTo>
                      <a:pt x="1860486" y="144719"/>
                    </a:lnTo>
                    <a:lnTo>
                      <a:pt x="1840416" y="178379"/>
                    </a:lnTo>
                    <a:lnTo>
                      <a:pt x="1739886" y="292137"/>
                    </a:lnTo>
                    <a:lnTo>
                      <a:pt x="1684266" y="366476"/>
                    </a:lnTo>
                    <a:lnTo>
                      <a:pt x="1645476" y="424346"/>
                    </a:lnTo>
                    <a:lnTo>
                      <a:pt x="1564116" y="570864"/>
                    </a:lnTo>
                    <a:lnTo>
                      <a:pt x="1493825" y="731692"/>
                    </a:lnTo>
                    <a:lnTo>
                      <a:pt x="1443334" y="899721"/>
                    </a:lnTo>
                    <a:lnTo>
                      <a:pt x="1333442" y="1334147"/>
                    </a:lnTo>
                    <a:lnTo>
                      <a:pt x="1297712" y="1438366"/>
                    </a:lnTo>
                    <a:lnTo>
                      <a:pt x="1253611" y="1539345"/>
                    </a:lnTo>
                    <a:lnTo>
                      <a:pt x="1179271" y="1669394"/>
                    </a:lnTo>
                    <a:lnTo>
                      <a:pt x="1091161" y="1789092"/>
                    </a:lnTo>
                    <a:lnTo>
                      <a:pt x="989641" y="1897721"/>
                    </a:lnTo>
                    <a:lnTo>
                      <a:pt x="371791" y="2470022"/>
                    </a:lnTo>
                    <a:lnTo>
                      <a:pt x="346861" y="2485502"/>
                    </a:lnTo>
                    <a:lnTo>
                      <a:pt x="318781" y="2494052"/>
                    </a:lnTo>
                    <a:lnTo>
                      <a:pt x="275042" y="2492612"/>
                    </a:lnTo>
                    <a:lnTo>
                      <a:pt x="247592" y="2482352"/>
                    </a:lnTo>
                    <a:lnTo>
                      <a:pt x="223742" y="2465251"/>
                    </a:lnTo>
                    <a:lnTo>
                      <a:pt x="201963" y="2425832"/>
                    </a:lnTo>
                    <a:lnTo>
                      <a:pt x="121951" y="2761619"/>
                    </a:lnTo>
                    <a:lnTo>
                      <a:pt x="72811" y="2879697"/>
                    </a:lnTo>
                    <a:lnTo>
                      <a:pt x="41310" y="2938917"/>
                    </a:lnTo>
                    <a:lnTo>
                      <a:pt x="0" y="2999846"/>
                    </a:lnTo>
                    <a:lnTo>
                      <a:pt x="45810" y="3029096"/>
                    </a:lnTo>
                    <a:lnTo>
                      <a:pt x="906299" y="2238728"/>
                    </a:lnTo>
                    <a:lnTo>
                      <a:pt x="994589" y="2176359"/>
                    </a:lnTo>
                    <a:lnTo>
                      <a:pt x="1073789" y="2104000"/>
                    </a:lnTo>
                    <a:lnTo>
                      <a:pt x="1148039" y="2024531"/>
                    </a:lnTo>
                    <a:lnTo>
                      <a:pt x="1299329" y="1842913"/>
                    </a:lnTo>
                    <a:lnTo>
                      <a:pt x="1424429" y="1621246"/>
                    </a:lnTo>
                    <a:lnTo>
                      <a:pt x="1519290" y="1367178"/>
                    </a:lnTo>
                    <a:lnTo>
                      <a:pt x="1680124" y="742314"/>
                    </a:lnTo>
                    <a:lnTo>
                      <a:pt x="1691014" y="683184"/>
                    </a:lnTo>
                    <a:lnTo>
                      <a:pt x="1730074" y="581845"/>
                    </a:lnTo>
                    <a:lnTo>
                      <a:pt x="1755004" y="533696"/>
                    </a:lnTo>
                    <a:lnTo>
                      <a:pt x="1922135" y="320218"/>
                    </a:lnTo>
                    <a:lnTo>
                      <a:pt x="1911785" y="257129"/>
                    </a:lnTo>
                    <a:lnTo>
                      <a:pt x="1997285" y="17289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5" name="Контур"/>
              <p:cNvSpPr/>
              <p:nvPr/>
            </p:nvSpPr>
            <p:spPr>
              <a:xfrm>
                <a:off x="2549249" y="4003427"/>
                <a:ext cx="1048757" cy="1100337"/>
              </a:xfrm>
              <a:custGeom>
                <a:avLst/>
                <a:gdLst/>
                <a:ahLst/>
                <a:cxnLst/>
                <a:rect l="l" t="t" r="r" b="b"/>
                <a:pathLst>
                  <a:path w="1048757" h="1100337">
                    <a:moveTo>
                      <a:pt x="181799" y="93149"/>
                    </a:moveTo>
                    <a:lnTo>
                      <a:pt x="166500" y="0"/>
                    </a:lnTo>
                    <a:lnTo>
                      <a:pt x="127980" y="68219"/>
                    </a:lnTo>
                    <a:lnTo>
                      <a:pt x="114840" y="80459"/>
                    </a:lnTo>
                    <a:lnTo>
                      <a:pt x="0" y="221217"/>
                    </a:lnTo>
                    <a:lnTo>
                      <a:pt x="117719" y="221938"/>
                    </a:lnTo>
                    <a:lnTo>
                      <a:pt x="874248" y="1024017"/>
                    </a:lnTo>
                    <a:lnTo>
                      <a:pt x="871998" y="1100337"/>
                    </a:lnTo>
                    <a:lnTo>
                      <a:pt x="1048757" y="933569"/>
                    </a:lnTo>
                    <a:lnTo>
                      <a:pt x="972438" y="931409"/>
                    </a:lnTo>
                    <a:lnTo>
                      <a:pt x="181799" y="9314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6" name="Контур"/>
              <p:cNvSpPr/>
              <p:nvPr/>
            </p:nvSpPr>
            <p:spPr>
              <a:xfrm>
                <a:off x="4349337" y="1584000"/>
                <a:ext cx="1341180" cy="1155308"/>
              </a:xfrm>
              <a:custGeom>
                <a:avLst/>
                <a:gdLst/>
                <a:ahLst/>
                <a:cxnLst/>
                <a:rect l="l" t="t" r="r" b="b"/>
                <a:pathLst>
                  <a:path w="1341180" h="1155308">
                    <a:moveTo>
                      <a:pt x="116278" y="1155308"/>
                    </a:moveTo>
                    <a:lnTo>
                      <a:pt x="902608" y="413628"/>
                    </a:lnTo>
                    <a:lnTo>
                      <a:pt x="1295097" y="43464"/>
                    </a:lnTo>
                    <a:lnTo>
                      <a:pt x="1341180" y="0"/>
                    </a:lnTo>
                    <a:lnTo>
                      <a:pt x="1092047" y="0"/>
                    </a:lnTo>
                    <a:lnTo>
                      <a:pt x="801719" y="273859"/>
                    </a:lnTo>
                    <a:lnTo>
                      <a:pt x="710009" y="360347"/>
                    </a:lnTo>
                    <a:lnTo>
                      <a:pt x="0" y="10301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7" name="Контур"/>
              <p:cNvSpPr/>
              <p:nvPr/>
            </p:nvSpPr>
            <p:spPr>
              <a:xfrm>
                <a:off x="3140651" y="1584000"/>
                <a:ext cx="338359" cy="249366"/>
              </a:xfrm>
              <a:custGeom>
                <a:avLst/>
                <a:gdLst/>
                <a:ahLst/>
                <a:cxnLst/>
                <a:rect l="l" t="t" r="r" b="b"/>
                <a:pathLst>
                  <a:path w="338359" h="249366">
                    <a:moveTo>
                      <a:pt x="73979" y="249366"/>
                    </a:moveTo>
                    <a:lnTo>
                      <a:pt x="338359" y="0"/>
                    </a:lnTo>
                    <a:lnTo>
                      <a:pt x="184194" y="0"/>
                    </a:lnTo>
                    <a:lnTo>
                      <a:pt x="0" y="1666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8" name="Контур"/>
              <p:cNvSpPr/>
              <p:nvPr/>
            </p:nvSpPr>
            <p:spPr>
              <a:xfrm>
                <a:off x="4928656" y="1584000"/>
                <a:ext cx="2292355" cy="2202094"/>
              </a:xfrm>
              <a:custGeom>
                <a:avLst/>
                <a:gdLst/>
                <a:ahLst/>
                <a:cxnLst/>
                <a:rect l="l" t="t" r="r" b="b"/>
                <a:pathLst>
                  <a:path w="2292355" h="2202094">
                    <a:moveTo>
                      <a:pt x="131128" y="2202094"/>
                    </a:moveTo>
                    <a:lnTo>
                      <a:pt x="521097" y="1838320"/>
                    </a:lnTo>
                    <a:lnTo>
                      <a:pt x="556467" y="1799800"/>
                    </a:lnTo>
                    <a:lnTo>
                      <a:pt x="604707" y="1836970"/>
                    </a:lnTo>
                    <a:lnTo>
                      <a:pt x="674547" y="1740221"/>
                    </a:lnTo>
                    <a:lnTo>
                      <a:pt x="1965776" y="522269"/>
                    </a:lnTo>
                    <a:lnTo>
                      <a:pt x="1859578" y="408689"/>
                    </a:lnTo>
                    <a:lnTo>
                      <a:pt x="2292355" y="0"/>
                    </a:lnTo>
                    <a:lnTo>
                      <a:pt x="2168629" y="0"/>
                    </a:lnTo>
                    <a:lnTo>
                      <a:pt x="2105368" y="59673"/>
                    </a:lnTo>
                    <a:lnTo>
                      <a:pt x="2000878" y="210871"/>
                    </a:lnTo>
                    <a:lnTo>
                      <a:pt x="220139" y="1890337"/>
                    </a:lnTo>
                    <a:lnTo>
                      <a:pt x="0" y="2076454"/>
                    </a:lnTo>
                    <a:lnTo>
                      <a:pt x="110428" y="2194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9" name="Контур"/>
              <p:cNvSpPr/>
              <p:nvPr/>
            </p:nvSpPr>
            <p:spPr>
              <a:xfrm>
                <a:off x="3052361" y="1750656"/>
                <a:ext cx="2187151" cy="2270247"/>
              </a:xfrm>
              <a:custGeom>
                <a:avLst/>
                <a:gdLst/>
                <a:ahLst/>
                <a:cxnLst/>
                <a:rect l="l" t="t" r="r" b="b"/>
                <a:pathLst>
                  <a:path w="2187151" h="2270247">
                    <a:moveTo>
                      <a:pt x="88290" y="0"/>
                    </a:moveTo>
                    <a:lnTo>
                      <a:pt x="0" y="93149"/>
                    </a:lnTo>
                    <a:lnTo>
                      <a:pt x="175318" y="290518"/>
                    </a:lnTo>
                    <a:lnTo>
                      <a:pt x="987286" y="1158568"/>
                    </a:lnTo>
                    <a:lnTo>
                      <a:pt x="1653546" y="1882887"/>
                    </a:lnTo>
                    <a:lnTo>
                      <a:pt x="1978982" y="2210487"/>
                    </a:lnTo>
                    <a:lnTo>
                      <a:pt x="1996621" y="2270247"/>
                    </a:lnTo>
                    <a:lnTo>
                      <a:pt x="2187151" y="2116619"/>
                    </a:lnTo>
                    <a:lnTo>
                      <a:pt x="2149081" y="2125619"/>
                    </a:lnTo>
                    <a:lnTo>
                      <a:pt x="2112721" y="2123818"/>
                    </a:lnTo>
                    <a:lnTo>
                      <a:pt x="2072672" y="2109508"/>
                    </a:lnTo>
                    <a:lnTo>
                      <a:pt x="2043422" y="2087818"/>
                    </a:lnTo>
                    <a:lnTo>
                      <a:pt x="882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0" name="Контур"/>
              <p:cNvSpPr/>
              <p:nvPr/>
            </p:nvSpPr>
            <p:spPr>
              <a:xfrm>
                <a:off x="3214630" y="1636989"/>
                <a:ext cx="1934165" cy="2023465"/>
              </a:xfrm>
              <a:custGeom>
                <a:avLst/>
                <a:gdLst/>
                <a:ahLst/>
                <a:cxnLst/>
                <a:rect l="l" t="t" r="r" b="b"/>
                <a:pathLst>
                  <a:path w="1934165" h="2023465">
                    <a:moveTo>
                      <a:pt x="1012039" y="845189"/>
                    </a:moveTo>
                    <a:lnTo>
                      <a:pt x="923210" y="749519"/>
                    </a:lnTo>
                    <a:lnTo>
                      <a:pt x="598404" y="422459"/>
                    </a:lnTo>
                    <a:lnTo>
                      <a:pt x="281429" y="81809"/>
                    </a:lnTo>
                    <a:lnTo>
                      <a:pt x="274499" y="74069"/>
                    </a:lnTo>
                    <a:lnTo>
                      <a:pt x="208170" y="0"/>
                    </a:lnTo>
                    <a:lnTo>
                      <a:pt x="0" y="196377"/>
                    </a:lnTo>
                    <a:lnTo>
                      <a:pt x="1392820" y="1681106"/>
                    </a:lnTo>
                    <a:lnTo>
                      <a:pt x="1714026" y="2023465"/>
                    </a:lnTo>
                    <a:lnTo>
                      <a:pt x="1934165" y="1837348"/>
                    </a:lnTo>
                    <a:lnTo>
                      <a:pt x="1250985" y="1102319"/>
                    </a:lnTo>
                    <a:lnTo>
                      <a:pt x="1134707" y="977129"/>
                    </a:lnTo>
                    <a:lnTo>
                      <a:pt x="1012039" y="84518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1" name="Контур"/>
              <p:cNvSpPr/>
              <p:nvPr/>
            </p:nvSpPr>
            <p:spPr>
              <a:xfrm>
                <a:off x="3014203" y="1584000"/>
                <a:ext cx="309370" cy="166656"/>
              </a:xfrm>
              <a:custGeom>
                <a:avLst/>
                <a:gdLst/>
                <a:ahLst/>
                <a:cxnLst/>
                <a:rect l="l" t="t" r="r" b="b"/>
                <a:pathLst>
                  <a:path w="309370" h="166656">
                    <a:moveTo>
                      <a:pt x="163109" y="0"/>
                    </a:moveTo>
                    <a:lnTo>
                      <a:pt x="152999" y="9517"/>
                    </a:lnTo>
                    <a:lnTo>
                      <a:pt x="113129" y="33097"/>
                    </a:lnTo>
                    <a:lnTo>
                      <a:pt x="87479" y="40026"/>
                    </a:lnTo>
                    <a:lnTo>
                      <a:pt x="54360" y="41376"/>
                    </a:lnTo>
                    <a:lnTo>
                      <a:pt x="0" y="24996"/>
                    </a:lnTo>
                    <a:lnTo>
                      <a:pt x="126448" y="166656"/>
                    </a:lnTo>
                    <a:lnTo>
                      <a:pt x="30937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2" name="Контур"/>
              <p:cNvSpPr/>
              <p:nvPr/>
            </p:nvSpPr>
            <p:spPr>
              <a:xfrm>
                <a:off x="2794032" y="1584000"/>
                <a:ext cx="346619" cy="259805"/>
              </a:xfrm>
              <a:custGeom>
                <a:avLst/>
                <a:gdLst/>
                <a:ahLst/>
                <a:cxnLst/>
                <a:rect l="l" t="t" r="r" b="b"/>
                <a:pathLst>
                  <a:path w="346619" h="259805">
                    <a:moveTo>
                      <a:pt x="0" y="0"/>
                    </a:moveTo>
                    <a:lnTo>
                      <a:pt x="78512" y="82505"/>
                    </a:lnTo>
                    <a:lnTo>
                      <a:pt x="258329" y="259805"/>
                    </a:lnTo>
                    <a:lnTo>
                      <a:pt x="329159" y="182406"/>
                    </a:lnTo>
                    <a:lnTo>
                      <a:pt x="346619" y="166656"/>
                    </a:lnTo>
                    <a:lnTo>
                      <a:pt x="220171" y="24996"/>
                    </a:lnTo>
                    <a:lnTo>
                      <a:pt x="217831" y="23736"/>
                    </a:lnTo>
                    <a:lnTo>
                      <a:pt x="212161" y="20226"/>
                    </a:lnTo>
                    <a:lnTo>
                      <a:pt x="206671" y="16446"/>
                    </a:lnTo>
                    <a:lnTo>
                      <a:pt x="201361" y="12486"/>
                    </a:lnTo>
                    <a:lnTo>
                      <a:pt x="196231" y="8166"/>
                    </a:lnTo>
                    <a:lnTo>
                      <a:pt x="191371" y="3666"/>
                    </a:lnTo>
                    <a:lnTo>
                      <a:pt x="18770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3" name="Контур"/>
              <p:cNvSpPr/>
              <p:nvPr/>
            </p:nvSpPr>
            <p:spPr>
              <a:xfrm>
                <a:off x="2612410" y="1584000"/>
                <a:ext cx="2436572" cy="2617260"/>
              </a:xfrm>
              <a:custGeom>
                <a:avLst/>
                <a:gdLst/>
                <a:ahLst/>
                <a:cxnLst/>
                <a:rect l="l" t="t" r="r" b="b"/>
                <a:pathLst>
                  <a:path w="2436572" h="2617260">
                    <a:moveTo>
                      <a:pt x="0" y="0"/>
                    </a:moveTo>
                    <a:lnTo>
                      <a:pt x="1017112" y="1090323"/>
                    </a:lnTo>
                    <a:lnTo>
                      <a:pt x="2194025" y="2341142"/>
                    </a:lnTo>
                    <a:lnTo>
                      <a:pt x="2232274" y="2404591"/>
                    </a:lnTo>
                    <a:lnTo>
                      <a:pt x="2248653" y="2476861"/>
                    </a:lnTo>
                    <a:lnTo>
                      <a:pt x="2241813" y="2550570"/>
                    </a:lnTo>
                    <a:lnTo>
                      <a:pt x="2212833" y="2617260"/>
                    </a:lnTo>
                    <a:lnTo>
                      <a:pt x="2436572" y="2436903"/>
                    </a:lnTo>
                    <a:lnTo>
                      <a:pt x="2418933" y="2377143"/>
                    </a:lnTo>
                    <a:lnTo>
                      <a:pt x="2093497" y="2049543"/>
                    </a:lnTo>
                    <a:lnTo>
                      <a:pt x="1427237" y="1325224"/>
                    </a:lnTo>
                    <a:lnTo>
                      <a:pt x="615269" y="457174"/>
                    </a:lnTo>
                    <a:lnTo>
                      <a:pt x="439951" y="259805"/>
                    </a:lnTo>
                    <a:lnTo>
                      <a:pt x="260134" y="82505"/>
                    </a:lnTo>
                    <a:lnTo>
                      <a:pt x="1816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4" name="Контур"/>
              <p:cNvSpPr/>
              <p:nvPr/>
            </p:nvSpPr>
            <p:spPr>
              <a:xfrm>
                <a:off x="310138" y="6626803"/>
                <a:ext cx="555652" cy="770396"/>
              </a:xfrm>
              <a:custGeom>
                <a:avLst/>
                <a:gdLst/>
                <a:ahLst/>
                <a:cxnLst/>
                <a:rect l="l" t="t" r="r" b="b"/>
                <a:pathLst>
                  <a:path w="555652" h="770396">
                    <a:moveTo>
                      <a:pt x="105750" y="0"/>
                    </a:moveTo>
                    <a:lnTo>
                      <a:pt x="74520" y="46349"/>
                    </a:lnTo>
                    <a:lnTo>
                      <a:pt x="48870" y="27449"/>
                    </a:lnTo>
                    <a:lnTo>
                      <a:pt x="0" y="85858"/>
                    </a:lnTo>
                    <a:lnTo>
                      <a:pt x="378443" y="708567"/>
                    </a:lnTo>
                    <a:lnTo>
                      <a:pt x="363413" y="770396"/>
                    </a:lnTo>
                    <a:lnTo>
                      <a:pt x="555652" y="653488"/>
                    </a:lnTo>
                    <a:lnTo>
                      <a:pt x="493823" y="638458"/>
                    </a:lnTo>
                    <a:lnTo>
                      <a:pt x="10575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5" name="Контур"/>
              <p:cNvSpPr/>
              <p:nvPr/>
            </p:nvSpPr>
            <p:spPr>
              <a:xfrm>
                <a:off x="2647679" y="7266906"/>
                <a:ext cx="2071252" cy="1510358"/>
              </a:xfrm>
              <a:custGeom>
                <a:avLst/>
                <a:gdLst/>
                <a:ahLst/>
                <a:cxnLst/>
                <a:rect l="l" t="t" r="r" b="b"/>
                <a:pathLst>
                  <a:path w="2071252" h="1510358">
                    <a:moveTo>
                      <a:pt x="1875235" y="0"/>
                    </a:moveTo>
                    <a:lnTo>
                      <a:pt x="0" y="1175109"/>
                    </a:lnTo>
                    <a:lnTo>
                      <a:pt x="170817" y="1510358"/>
                    </a:lnTo>
                    <a:lnTo>
                      <a:pt x="330477" y="1382200"/>
                    </a:lnTo>
                    <a:lnTo>
                      <a:pt x="896485" y="1027516"/>
                    </a:lnTo>
                    <a:lnTo>
                      <a:pt x="921055" y="1011676"/>
                    </a:lnTo>
                    <a:lnTo>
                      <a:pt x="917905" y="1007086"/>
                    </a:lnTo>
                    <a:lnTo>
                      <a:pt x="1468253" y="658073"/>
                    </a:lnTo>
                    <a:lnTo>
                      <a:pt x="1499483" y="707572"/>
                    </a:lnTo>
                    <a:lnTo>
                      <a:pt x="1573013" y="681923"/>
                    </a:lnTo>
                    <a:lnTo>
                      <a:pt x="1687942" y="610824"/>
                    </a:lnTo>
                    <a:lnTo>
                      <a:pt x="1652303" y="553945"/>
                    </a:lnTo>
                    <a:lnTo>
                      <a:pt x="2071252" y="291419"/>
                    </a:lnTo>
                    <a:lnTo>
                      <a:pt x="18752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6" name="Контур"/>
              <p:cNvSpPr/>
              <p:nvPr/>
            </p:nvSpPr>
            <p:spPr>
              <a:xfrm>
                <a:off x="1942090" y="7511687"/>
                <a:ext cx="56430" cy="94499"/>
              </a:xfrm>
              <a:custGeom>
                <a:avLst/>
                <a:gdLst/>
                <a:ahLst/>
                <a:cxnLst/>
                <a:rect l="l" t="t" r="r" b="b"/>
                <a:pathLst>
                  <a:path w="56430" h="94499">
                    <a:moveTo>
                      <a:pt x="17730" y="25020"/>
                    </a:moveTo>
                    <a:lnTo>
                      <a:pt x="21060" y="31770"/>
                    </a:lnTo>
                    <a:lnTo>
                      <a:pt x="0" y="44459"/>
                    </a:lnTo>
                    <a:lnTo>
                      <a:pt x="26010" y="94499"/>
                    </a:lnTo>
                    <a:lnTo>
                      <a:pt x="22860" y="82619"/>
                    </a:lnTo>
                    <a:lnTo>
                      <a:pt x="30330" y="39600"/>
                    </a:lnTo>
                    <a:lnTo>
                      <a:pt x="49860" y="5490"/>
                    </a:lnTo>
                    <a:lnTo>
                      <a:pt x="56430" y="0"/>
                    </a:lnTo>
                    <a:lnTo>
                      <a:pt x="17730" y="250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7" name="Контур"/>
              <p:cNvSpPr/>
              <p:nvPr/>
            </p:nvSpPr>
            <p:spPr>
              <a:xfrm>
                <a:off x="2299833" y="8271014"/>
                <a:ext cx="209067" cy="299519"/>
              </a:xfrm>
              <a:custGeom>
                <a:avLst/>
                <a:gdLst/>
                <a:ahLst/>
                <a:cxnLst/>
                <a:rect l="l" t="t" r="r" b="b"/>
                <a:pathLst>
                  <a:path w="209067" h="299519">
                    <a:moveTo>
                      <a:pt x="0" y="7020"/>
                    </a:moveTo>
                    <a:lnTo>
                      <a:pt x="96478" y="220409"/>
                    </a:lnTo>
                    <a:lnTo>
                      <a:pt x="116098" y="246419"/>
                    </a:lnTo>
                    <a:lnTo>
                      <a:pt x="142647" y="299519"/>
                    </a:lnTo>
                    <a:lnTo>
                      <a:pt x="209067" y="257849"/>
                    </a:lnTo>
                    <a:lnTo>
                      <a:pt x="186207" y="211140"/>
                    </a:lnTo>
                    <a:lnTo>
                      <a:pt x="130858" y="238409"/>
                    </a:lnTo>
                    <a:lnTo>
                      <a:pt x="11340" y="0"/>
                    </a:lnTo>
                    <a:lnTo>
                      <a:pt x="0" y="70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8" name="Контур"/>
              <p:cNvSpPr/>
              <p:nvPr/>
            </p:nvSpPr>
            <p:spPr>
              <a:xfrm>
                <a:off x="1914911" y="4715882"/>
                <a:ext cx="3854511" cy="2817045"/>
              </a:xfrm>
              <a:custGeom>
                <a:avLst/>
                <a:gdLst/>
                <a:ahLst/>
                <a:cxnLst/>
                <a:rect l="l" t="t" r="r" b="b"/>
                <a:pathLst>
                  <a:path w="3854511" h="2817045">
                    <a:moveTo>
                      <a:pt x="3833722" y="0"/>
                    </a:moveTo>
                    <a:lnTo>
                      <a:pt x="3176453" y="496882"/>
                    </a:lnTo>
                    <a:lnTo>
                      <a:pt x="1120227" y="1989778"/>
                    </a:lnTo>
                    <a:lnTo>
                      <a:pt x="937258" y="2098676"/>
                    </a:lnTo>
                    <a:lnTo>
                      <a:pt x="876418" y="2162035"/>
                    </a:lnTo>
                    <a:lnTo>
                      <a:pt x="0" y="2783025"/>
                    </a:lnTo>
                    <a:lnTo>
                      <a:pt x="20430" y="2817045"/>
                    </a:lnTo>
                    <a:lnTo>
                      <a:pt x="916108" y="2172205"/>
                    </a:lnTo>
                    <a:lnTo>
                      <a:pt x="945808" y="2130446"/>
                    </a:lnTo>
                    <a:lnTo>
                      <a:pt x="984058" y="2097326"/>
                    </a:lnTo>
                    <a:lnTo>
                      <a:pt x="1088637" y="2039547"/>
                    </a:lnTo>
                    <a:lnTo>
                      <a:pt x="1308687" y="1889880"/>
                    </a:lnTo>
                    <a:lnTo>
                      <a:pt x="1356117" y="1869810"/>
                    </a:lnTo>
                    <a:lnTo>
                      <a:pt x="2777303" y="831947"/>
                    </a:lnTo>
                    <a:lnTo>
                      <a:pt x="3379222" y="413724"/>
                    </a:lnTo>
                    <a:lnTo>
                      <a:pt x="3547252" y="265137"/>
                    </a:lnTo>
                    <a:lnTo>
                      <a:pt x="3704391" y="154798"/>
                    </a:lnTo>
                    <a:lnTo>
                      <a:pt x="3756951" y="131939"/>
                    </a:lnTo>
                    <a:lnTo>
                      <a:pt x="3854511" y="45180"/>
                    </a:lnTo>
                    <a:lnTo>
                      <a:pt x="38337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9" name="Контур"/>
              <p:cNvSpPr/>
              <p:nvPr/>
            </p:nvSpPr>
            <p:spPr>
              <a:xfrm>
                <a:off x="1897721" y="4679073"/>
                <a:ext cx="3850912" cy="2819834"/>
              </a:xfrm>
              <a:custGeom>
                <a:avLst/>
                <a:gdLst/>
                <a:ahLst/>
                <a:cxnLst/>
                <a:rect l="l" t="t" r="r" b="b"/>
                <a:pathLst>
                  <a:path w="3850912" h="2819834">
                    <a:moveTo>
                      <a:pt x="3833992" y="0"/>
                    </a:moveTo>
                    <a:lnTo>
                      <a:pt x="3453023" y="301315"/>
                    </a:lnTo>
                    <a:lnTo>
                      <a:pt x="1324167" y="1830120"/>
                    </a:lnTo>
                    <a:lnTo>
                      <a:pt x="1123018" y="2003817"/>
                    </a:lnTo>
                    <a:lnTo>
                      <a:pt x="946438" y="2111545"/>
                    </a:lnTo>
                    <a:lnTo>
                      <a:pt x="866248" y="2181024"/>
                    </a:lnTo>
                    <a:lnTo>
                      <a:pt x="0" y="2791304"/>
                    </a:lnTo>
                    <a:lnTo>
                      <a:pt x="17190" y="2819834"/>
                    </a:lnTo>
                    <a:lnTo>
                      <a:pt x="893608" y="2198844"/>
                    </a:lnTo>
                    <a:lnTo>
                      <a:pt x="954448" y="2135485"/>
                    </a:lnTo>
                    <a:lnTo>
                      <a:pt x="1137417" y="2026587"/>
                    </a:lnTo>
                    <a:lnTo>
                      <a:pt x="3193643" y="533691"/>
                    </a:lnTo>
                    <a:lnTo>
                      <a:pt x="3850912" y="36809"/>
                    </a:lnTo>
                    <a:lnTo>
                      <a:pt x="383399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0" name="Контур"/>
              <p:cNvSpPr/>
              <p:nvPr/>
            </p:nvSpPr>
            <p:spPr>
              <a:xfrm>
                <a:off x="1150829" y="5470317"/>
                <a:ext cx="914749" cy="979827"/>
              </a:xfrm>
              <a:custGeom>
                <a:avLst/>
                <a:gdLst/>
                <a:ahLst/>
                <a:cxnLst/>
                <a:rect l="l" t="t" r="r" b="b"/>
                <a:pathLst>
                  <a:path w="914749" h="979827">
                    <a:moveTo>
                      <a:pt x="158940" y="0"/>
                    </a:moveTo>
                    <a:lnTo>
                      <a:pt x="76590" y="85319"/>
                    </a:lnTo>
                    <a:lnTo>
                      <a:pt x="0" y="175228"/>
                    </a:lnTo>
                    <a:lnTo>
                      <a:pt x="758779" y="979827"/>
                    </a:lnTo>
                    <a:lnTo>
                      <a:pt x="914749" y="800729"/>
                    </a:lnTo>
                    <a:lnTo>
                      <a:pt x="168210" y="9270"/>
                    </a:lnTo>
                    <a:lnTo>
                      <a:pt x="1589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1" name="Контур"/>
              <p:cNvSpPr/>
              <p:nvPr/>
            </p:nvSpPr>
            <p:spPr>
              <a:xfrm>
                <a:off x="2185097" y="3834962"/>
                <a:ext cx="2683076" cy="2547505"/>
              </a:xfrm>
              <a:custGeom>
                <a:avLst/>
                <a:gdLst/>
                <a:ahLst/>
                <a:cxnLst/>
                <a:rect l="l" t="t" r="r" b="b"/>
                <a:pathLst>
                  <a:path w="2683076" h="2547505">
                    <a:moveTo>
                      <a:pt x="2537189" y="0"/>
                    </a:moveTo>
                    <a:lnTo>
                      <a:pt x="2426579" y="93418"/>
                    </a:lnTo>
                    <a:lnTo>
                      <a:pt x="2073779" y="426144"/>
                    </a:lnTo>
                    <a:lnTo>
                      <a:pt x="1969289" y="577342"/>
                    </a:lnTo>
                    <a:lnTo>
                      <a:pt x="0" y="2434825"/>
                    </a:lnTo>
                    <a:lnTo>
                      <a:pt x="15570" y="2451475"/>
                    </a:lnTo>
                    <a:lnTo>
                      <a:pt x="588420" y="1897983"/>
                    </a:lnTo>
                    <a:lnTo>
                      <a:pt x="657719" y="1965933"/>
                    </a:lnTo>
                    <a:lnTo>
                      <a:pt x="640169" y="1988883"/>
                    </a:lnTo>
                    <a:lnTo>
                      <a:pt x="633779" y="2013183"/>
                    </a:lnTo>
                    <a:lnTo>
                      <a:pt x="87209" y="2543815"/>
                    </a:lnTo>
                    <a:lnTo>
                      <a:pt x="90629" y="2547505"/>
                    </a:lnTo>
                    <a:lnTo>
                      <a:pt x="636209" y="2013903"/>
                    </a:lnTo>
                    <a:lnTo>
                      <a:pt x="641699" y="1988793"/>
                    </a:lnTo>
                    <a:lnTo>
                      <a:pt x="691559" y="1940913"/>
                    </a:lnTo>
                    <a:lnTo>
                      <a:pt x="923398" y="1804296"/>
                    </a:lnTo>
                    <a:lnTo>
                      <a:pt x="1096378" y="1678928"/>
                    </a:lnTo>
                    <a:lnTo>
                      <a:pt x="1702977" y="1105816"/>
                    </a:lnTo>
                    <a:lnTo>
                      <a:pt x="1933647" y="895489"/>
                    </a:lnTo>
                    <a:lnTo>
                      <a:pt x="2287436" y="635934"/>
                    </a:lnTo>
                    <a:lnTo>
                      <a:pt x="2561126" y="377997"/>
                    </a:lnTo>
                    <a:lnTo>
                      <a:pt x="2559146" y="433527"/>
                    </a:lnTo>
                    <a:lnTo>
                      <a:pt x="2683076" y="337228"/>
                    </a:lnTo>
                    <a:lnTo>
                      <a:pt x="2640146" y="366298"/>
                    </a:lnTo>
                    <a:lnTo>
                      <a:pt x="2648606" y="351718"/>
                    </a:lnTo>
                    <a:lnTo>
                      <a:pt x="2606666" y="334438"/>
                    </a:lnTo>
                    <a:lnTo>
                      <a:pt x="2674526" y="270719"/>
                    </a:lnTo>
                    <a:lnTo>
                      <a:pt x="2675966" y="225899"/>
                    </a:lnTo>
                    <a:lnTo>
                      <a:pt x="2670657" y="189089"/>
                    </a:lnTo>
                    <a:lnTo>
                      <a:pt x="2659587" y="153629"/>
                    </a:lnTo>
                    <a:lnTo>
                      <a:pt x="2636277" y="109980"/>
                    </a:lnTo>
                    <a:lnTo>
                      <a:pt x="253718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2" name="Контур"/>
              <p:cNvSpPr/>
              <p:nvPr/>
            </p:nvSpPr>
            <p:spPr>
              <a:xfrm>
                <a:off x="9119057" y="9631106"/>
                <a:ext cx="1176943" cy="556894"/>
              </a:xfrm>
              <a:custGeom>
                <a:avLst/>
                <a:gdLst/>
                <a:ahLst/>
                <a:cxnLst/>
                <a:rect l="l" t="t" r="r" b="b"/>
                <a:pathLst>
                  <a:path w="1176943" h="556894">
                    <a:moveTo>
                      <a:pt x="335424" y="556894"/>
                    </a:moveTo>
                    <a:lnTo>
                      <a:pt x="727121" y="369387"/>
                    </a:lnTo>
                    <a:lnTo>
                      <a:pt x="1176943" y="154104"/>
                    </a:lnTo>
                    <a:lnTo>
                      <a:pt x="1176943" y="0"/>
                    </a:lnTo>
                    <a:lnTo>
                      <a:pt x="1072900" y="46111"/>
                    </a:lnTo>
                    <a:lnTo>
                      <a:pt x="928271" y="112530"/>
                    </a:lnTo>
                    <a:lnTo>
                      <a:pt x="881201" y="135389"/>
                    </a:lnTo>
                    <a:lnTo>
                      <a:pt x="683022" y="234387"/>
                    </a:lnTo>
                    <a:lnTo>
                      <a:pt x="311773" y="408084"/>
                    </a:lnTo>
                    <a:lnTo>
                      <a:pt x="0" y="5568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3" name="Контур"/>
              <p:cNvSpPr/>
              <p:nvPr/>
            </p:nvSpPr>
            <p:spPr>
              <a:xfrm>
                <a:off x="2481806" y="8649106"/>
                <a:ext cx="1011589" cy="1538894"/>
              </a:xfrm>
              <a:custGeom>
                <a:avLst/>
                <a:gdLst/>
                <a:ahLst/>
                <a:cxnLst/>
                <a:rect l="l" t="t" r="r" b="b"/>
                <a:pathLst>
                  <a:path w="1011589" h="1538894">
                    <a:moveTo>
                      <a:pt x="496350" y="0"/>
                    </a:moveTo>
                    <a:lnTo>
                      <a:pt x="114120" y="306895"/>
                    </a:lnTo>
                    <a:lnTo>
                      <a:pt x="0" y="398603"/>
                    </a:lnTo>
                    <a:lnTo>
                      <a:pt x="193499" y="454764"/>
                    </a:lnTo>
                    <a:lnTo>
                      <a:pt x="292317" y="661314"/>
                    </a:lnTo>
                    <a:lnTo>
                      <a:pt x="296997" y="671124"/>
                    </a:lnTo>
                    <a:lnTo>
                      <a:pt x="304466" y="686693"/>
                    </a:lnTo>
                    <a:lnTo>
                      <a:pt x="712293" y="1538894"/>
                    </a:lnTo>
                    <a:lnTo>
                      <a:pt x="1011589" y="1538894"/>
                    </a:lnTo>
                    <a:lnTo>
                      <a:pt x="946697" y="1403273"/>
                    </a:lnTo>
                    <a:lnTo>
                      <a:pt x="608304" y="696235"/>
                    </a:lnTo>
                    <a:lnTo>
                      <a:pt x="537836" y="547646"/>
                    </a:lnTo>
                    <a:lnTo>
                      <a:pt x="461967" y="389967"/>
                    </a:lnTo>
                    <a:lnTo>
                      <a:pt x="437038" y="33821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4" name="Контур"/>
              <p:cNvSpPr/>
              <p:nvPr/>
            </p:nvSpPr>
            <p:spPr>
              <a:xfrm>
                <a:off x="3019642" y="8886452"/>
                <a:ext cx="2722752" cy="1301548"/>
              </a:xfrm>
              <a:custGeom>
                <a:avLst/>
                <a:gdLst/>
                <a:ahLst/>
                <a:cxnLst/>
                <a:rect l="l" t="t" r="r" b="b"/>
                <a:pathLst>
                  <a:path w="2722752" h="1301548">
                    <a:moveTo>
                      <a:pt x="2674693" y="21060"/>
                    </a:moveTo>
                    <a:lnTo>
                      <a:pt x="2722752" y="104940"/>
                    </a:lnTo>
                    <a:lnTo>
                      <a:pt x="2401723" y="271077"/>
                    </a:lnTo>
                    <a:lnTo>
                      <a:pt x="2388853" y="272067"/>
                    </a:lnTo>
                    <a:lnTo>
                      <a:pt x="2057924" y="520013"/>
                    </a:lnTo>
                    <a:lnTo>
                      <a:pt x="1655624" y="938867"/>
                    </a:lnTo>
                    <a:lnTo>
                      <a:pt x="1598113" y="1026706"/>
                    </a:lnTo>
                    <a:lnTo>
                      <a:pt x="1550143" y="1121475"/>
                    </a:lnTo>
                    <a:lnTo>
                      <a:pt x="1480423" y="1301548"/>
                    </a:lnTo>
                    <a:lnTo>
                      <a:pt x="936648" y="1301548"/>
                    </a:lnTo>
                    <a:lnTo>
                      <a:pt x="909617" y="1245040"/>
                    </a:lnTo>
                    <a:lnTo>
                      <a:pt x="791548" y="1301548"/>
                    </a:lnTo>
                    <a:lnTo>
                      <a:pt x="473753" y="1301548"/>
                    </a:lnTo>
                    <a:lnTo>
                      <a:pt x="408861" y="1165927"/>
                    </a:lnTo>
                    <a:lnTo>
                      <a:pt x="798559" y="979451"/>
                    </a:lnTo>
                    <a:lnTo>
                      <a:pt x="460167" y="272413"/>
                    </a:lnTo>
                    <a:lnTo>
                      <a:pt x="70468" y="458889"/>
                    </a:lnTo>
                    <a:lnTo>
                      <a:pt x="0" y="310300"/>
                    </a:lnTo>
                    <a:lnTo>
                      <a:pt x="419938" y="60105"/>
                    </a:lnTo>
                    <a:lnTo>
                      <a:pt x="519928" y="67215"/>
                    </a:lnTo>
                    <a:lnTo>
                      <a:pt x="715134" y="457004"/>
                    </a:lnTo>
                    <a:lnTo>
                      <a:pt x="1079536" y="1218401"/>
                    </a:lnTo>
                    <a:lnTo>
                      <a:pt x="1412805" y="1058924"/>
                    </a:lnTo>
                    <a:lnTo>
                      <a:pt x="1967745" y="461782"/>
                    </a:lnTo>
                    <a:lnTo>
                      <a:pt x="1880716" y="279803"/>
                    </a:lnTo>
                    <a:lnTo>
                      <a:pt x="2148555" y="238765"/>
                    </a:lnTo>
                    <a:lnTo>
                      <a:pt x="2199405" y="212936"/>
                    </a:lnTo>
                    <a:lnTo>
                      <a:pt x="2403794" y="136348"/>
                    </a:lnTo>
                    <a:lnTo>
                      <a:pt x="2606203" y="43200"/>
                    </a:lnTo>
                    <a:lnTo>
                      <a:pt x="2625733" y="16020"/>
                    </a:lnTo>
                    <a:lnTo>
                      <a:pt x="2657953" y="0"/>
                    </a:lnTo>
                    <a:close/>
                    <a:moveTo>
                      <a:pt x="1279874" y="1238382"/>
                    </a:moveTo>
                    <a:lnTo>
                      <a:pt x="1311390" y="1301548"/>
                    </a:lnTo>
                    <a:lnTo>
                      <a:pt x="1436671" y="1301548"/>
                    </a:lnTo>
                    <a:lnTo>
                      <a:pt x="1382294" y="11882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5" name="Контур"/>
              <p:cNvSpPr/>
              <p:nvPr/>
            </p:nvSpPr>
            <p:spPr>
              <a:xfrm>
                <a:off x="269009" y="6551743"/>
                <a:ext cx="146879" cy="160918"/>
              </a:xfrm>
              <a:custGeom>
                <a:avLst/>
                <a:gdLst/>
                <a:ahLst/>
                <a:cxnLst/>
                <a:rect l="l" t="t" r="r" b="b"/>
                <a:pathLst>
                  <a:path w="146879" h="160918">
                    <a:moveTo>
                      <a:pt x="101789" y="0"/>
                    </a:moveTo>
                    <a:lnTo>
                      <a:pt x="26549" y="100079"/>
                    </a:lnTo>
                    <a:lnTo>
                      <a:pt x="0" y="93239"/>
                    </a:lnTo>
                    <a:lnTo>
                      <a:pt x="41129" y="160918"/>
                    </a:lnTo>
                    <a:lnTo>
                      <a:pt x="89999" y="102509"/>
                    </a:lnTo>
                    <a:lnTo>
                      <a:pt x="115649" y="121409"/>
                    </a:lnTo>
                    <a:lnTo>
                      <a:pt x="146879" y="75060"/>
                    </a:lnTo>
                    <a:lnTo>
                      <a:pt x="102869" y="2700"/>
                    </a:lnTo>
                    <a:lnTo>
                      <a:pt x="10178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6" name="Контур"/>
              <p:cNvSpPr/>
              <p:nvPr/>
            </p:nvSpPr>
            <p:spPr>
              <a:xfrm>
                <a:off x="340470" y="6272205"/>
                <a:ext cx="144809" cy="279538"/>
              </a:xfrm>
              <a:custGeom>
                <a:avLst/>
                <a:gdLst/>
                <a:ahLst/>
                <a:cxnLst/>
                <a:rect l="l" t="t" r="r" b="b"/>
                <a:pathLst>
                  <a:path w="144809" h="279538">
                    <a:moveTo>
                      <a:pt x="61110" y="9810"/>
                    </a:moveTo>
                    <a:lnTo>
                      <a:pt x="19800" y="70379"/>
                    </a:lnTo>
                    <a:lnTo>
                      <a:pt x="0" y="140939"/>
                    </a:lnTo>
                    <a:lnTo>
                      <a:pt x="4049" y="214198"/>
                    </a:lnTo>
                    <a:lnTo>
                      <a:pt x="30328" y="279538"/>
                    </a:lnTo>
                    <a:lnTo>
                      <a:pt x="89999" y="200249"/>
                    </a:lnTo>
                    <a:lnTo>
                      <a:pt x="144809" y="122130"/>
                    </a:lnTo>
                    <a:lnTo>
                      <a:pt x="70560" y="0"/>
                    </a:lnTo>
                    <a:lnTo>
                      <a:pt x="61110" y="98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7" name="Контур"/>
              <p:cNvSpPr/>
              <p:nvPr/>
            </p:nvSpPr>
            <p:spPr>
              <a:xfrm>
                <a:off x="252000" y="8442015"/>
                <a:ext cx="2566496" cy="1745985"/>
              </a:xfrm>
              <a:custGeom>
                <a:avLst/>
                <a:gdLst/>
                <a:ahLst/>
                <a:cxnLst/>
                <a:rect l="l" t="t" r="r" b="b"/>
                <a:pathLst>
                  <a:path w="2566496" h="1745985">
                    <a:moveTo>
                      <a:pt x="2395679" y="0"/>
                    </a:moveTo>
                    <a:lnTo>
                      <a:pt x="1858201" y="336774"/>
                    </a:lnTo>
                    <a:lnTo>
                      <a:pt x="1935780" y="467003"/>
                    </a:lnTo>
                    <a:lnTo>
                      <a:pt x="1646430" y="649160"/>
                    </a:lnTo>
                    <a:lnTo>
                      <a:pt x="1208582" y="914835"/>
                    </a:lnTo>
                    <a:lnTo>
                      <a:pt x="1183742" y="909255"/>
                    </a:lnTo>
                    <a:lnTo>
                      <a:pt x="1135232" y="880815"/>
                    </a:lnTo>
                    <a:lnTo>
                      <a:pt x="1108503" y="875775"/>
                    </a:lnTo>
                    <a:lnTo>
                      <a:pt x="935433" y="934543"/>
                    </a:lnTo>
                    <a:lnTo>
                      <a:pt x="918964" y="925273"/>
                    </a:lnTo>
                    <a:lnTo>
                      <a:pt x="0" y="1501177"/>
                    </a:lnTo>
                    <a:lnTo>
                      <a:pt x="0" y="1745985"/>
                    </a:lnTo>
                    <a:lnTo>
                      <a:pt x="517457" y="1745985"/>
                    </a:lnTo>
                    <a:lnTo>
                      <a:pt x="789631" y="1508108"/>
                    </a:lnTo>
                    <a:lnTo>
                      <a:pt x="2229806" y="605694"/>
                    </a:lnTo>
                    <a:lnTo>
                      <a:pt x="2566496" y="33524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8" name="Контур"/>
              <p:cNvSpPr/>
              <p:nvPr/>
            </p:nvSpPr>
            <p:spPr>
              <a:xfrm>
                <a:off x="252000" y="6286437"/>
                <a:ext cx="2020306" cy="1524864"/>
              </a:xfrm>
              <a:custGeom>
                <a:avLst/>
                <a:gdLst/>
                <a:ahLst/>
                <a:cxnLst/>
                <a:rect l="l" t="t" r="r" b="b"/>
                <a:pathLst>
                  <a:path w="2020306" h="1524864">
                    <a:moveTo>
                      <a:pt x="0" y="1524864"/>
                    </a:moveTo>
                    <a:lnTo>
                      <a:pt x="1472476" y="628103"/>
                    </a:lnTo>
                    <a:lnTo>
                      <a:pt x="1681996" y="420835"/>
                    </a:lnTo>
                    <a:lnTo>
                      <a:pt x="2020306" y="92340"/>
                    </a:lnTo>
                    <a:lnTo>
                      <a:pt x="1957037" y="25290"/>
                    </a:lnTo>
                    <a:lnTo>
                      <a:pt x="1965407" y="17730"/>
                    </a:lnTo>
                    <a:lnTo>
                      <a:pt x="1948667" y="0"/>
                    </a:lnTo>
                    <a:lnTo>
                      <a:pt x="1736357" y="205017"/>
                    </a:lnTo>
                    <a:lnTo>
                      <a:pt x="1692077" y="264687"/>
                    </a:lnTo>
                    <a:lnTo>
                      <a:pt x="1538087" y="413904"/>
                    </a:lnTo>
                    <a:lnTo>
                      <a:pt x="1402458" y="516323"/>
                    </a:lnTo>
                    <a:lnTo>
                      <a:pt x="725930" y="926805"/>
                    </a:lnTo>
                    <a:lnTo>
                      <a:pt x="642680" y="988094"/>
                    </a:lnTo>
                    <a:lnTo>
                      <a:pt x="214731" y="1243870"/>
                    </a:lnTo>
                    <a:lnTo>
                      <a:pt x="0" y="137091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grpSp>
          <p:nvGrpSpPr>
            <p:cNvPr id="262" name="Проезжая часть (Яндекс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260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>
                    <a:moveTo>
                      <a:pt x="0" y="8433578"/>
                    </a:moveTo>
                    <a:lnTo>
                      <a:pt x="1517612" y="7564904"/>
                    </a:lnTo>
                    <a:lnTo>
                      <a:pt x="2145541" y="7173363"/>
                    </a:lnTo>
                    <a:lnTo>
                      <a:pt x="2157587" y="7160987"/>
                    </a:lnTo>
                    <a:lnTo>
                      <a:pt x="2166341" y="7139636"/>
                    </a:lnTo>
                    <a:lnTo>
                      <a:pt x="2162584" y="7111964"/>
                    </a:lnTo>
                    <a:lnTo>
                      <a:pt x="1942143" y="6545321"/>
                    </a:lnTo>
                    <a:lnTo>
                      <a:pt x="1725050" y="6132906"/>
                    </a:lnTo>
                    <a:lnTo>
                      <a:pt x="1633905" y="5972031"/>
                    </a:lnTo>
                    <a:lnTo>
                      <a:pt x="1628658" y="5970874"/>
                    </a:lnTo>
                    <a:lnTo>
                      <a:pt x="1613887" y="5981208"/>
                    </a:lnTo>
                    <a:lnTo>
                      <a:pt x="1569043" y="5917583"/>
                    </a:lnTo>
                    <a:lnTo>
                      <a:pt x="4476094" y="3830462"/>
                    </a:lnTo>
                    <a:lnTo>
                      <a:pt x="5414457" y="3174205"/>
                    </a:lnTo>
                    <a:lnTo>
                      <a:pt x="5404315" y="3168406"/>
                    </a:lnTo>
                    <a:lnTo>
                      <a:pt x="5409023" y="3149954"/>
                    </a:lnTo>
                    <a:lnTo>
                      <a:pt x="5396239" y="3116591"/>
                    </a:lnTo>
                    <a:lnTo>
                      <a:pt x="4895716" y="2538271"/>
                    </a:lnTo>
                    <a:lnTo>
                      <a:pt x="4872780" y="2523926"/>
                    </a:lnTo>
                    <a:lnTo>
                      <a:pt x="4856257" y="2523779"/>
                    </a:lnTo>
                    <a:lnTo>
                      <a:pt x="4818597" y="2547850"/>
                    </a:lnTo>
                    <a:lnTo>
                      <a:pt x="4807051" y="2532699"/>
                    </a:lnTo>
                    <a:lnTo>
                      <a:pt x="4801069" y="2513948"/>
                    </a:lnTo>
                    <a:lnTo>
                      <a:pt x="4795862" y="2512006"/>
                    </a:lnTo>
                    <a:lnTo>
                      <a:pt x="4741614" y="2573205"/>
                    </a:lnTo>
                    <a:lnTo>
                      <a:pt x="3655297" y="3389501"/>
                    </a:lnTo>
                    <a:lnTo>
                      <a:pt x="3104646" y="3792878"/>
                    </a:lnTo>
                    <a:lnTo>
                      <a:pt x="2660358" y="4141320"/>
                    </a:lnTo>
                    <a:lnTo>
                      <a:pt x="2672482" y="4162398"/>
                    </a:lnTo>
                    <a:lnTo>
                      <a:pt x="2375283" y="4459209"/>
                    </a:lnTo>
                    <a:lnTo>
                      <a:pt x="2012020" y="4843551"/>
                    </a:lnTo>
                    <a:lnTo>
                      <a:pt x="1693949" y="5105996"/>
                    </a:lnTo>
                    <a:lnTo>
                      <a:pt x="1233306" y="5454080"/>
                    </a:lnTo>
                    <a:lnTo>
                      <a:pt x="1011970" y="5603790"/>
                    </a:lnTo>
                    <a:lnTo>
                      <a:pt x="702763" y="5784155"/>
                    </a:lnTo>
                    <a:lnTo>
                      <a:pt x="0" y="6170713"/>
                    </a:lnTo>
                    <a:lnTo>
                      <a:pt x="0" y="6096197"/>
                    </a:lnTo>
                    <a:lnTo>
                      <a:pt x="672187" y="5711291"/>
                    </a:lnTo>
                    <a:lnTo>
                      <a:pt x="945082" y="5549348"/>
                    </a:lnTo>
                    <a:lnTo>
                      <a:pt x="1151187" y="5414809"/>
                    </a:lnTo>
                    <a:lnTo>
                      <a:pt x="1693761" y="5014688"/>
                    </a:lnTo>
                    <a:lnTo>
                      <a:pt x="1763606" y="4953399"/>
                    </a:lnTo>
                    <a:lnTo>
                      <a:pt x="1787384" y="4910290"/>
                    </a:lnTo>
                    <a:lnTo>
                      <a:pt x="1777896" y="4871292"/>
                    </a:lnTo>
                    <a:lnTo>
                      <a:pt x="1759618" y="4847274"/>
                    </a:lnTo>
                    <a:lnTo>
                      <a:pt x="1335797" y="4383964"/>
                    </a:lnTo>
                    <a:lnTo>
                      <a:pt x="893504" y="3920713"/>
                    </a:lnTo>
                    <a:lnTo>
                      <a:pt x="883597" y="3911392"/>
                    </a:lnTo>
                    <a:lnTo>
                      <a:pt x="865043" y="3906087"/>
                    </a:lnTo>
                    <a:lnTo>
                      <a:pt x="850557" y="3912177"/>
                    </a:lnTo>
                    <a:lnTo>
                      <a:pt x="490701" y="4265534"/>
                    </a:lnTo>
                    <a:lnTo>
                      <a:pt x="229696" y="4531942"/>
                    </a:lnTo>
                    <a:lnTo>
                      <a:pt x="197096" y="4616190"/>
                    </a:lnTo>
                    <a:lnTo>
                      <a:pt x="128291" y="4920302"/>
                    </a:lnTo>
                    <a:lnTo>
                      <a:pt x="95141" y="4996355"/>
                    </a:lnTo>
                    <a:lnTo>
                      <a:pt x="58790" y="5047818"/>
                    </a:lnTo>
                    <a:lnTo>
                      <a:pt x="10198" y="4993396"/>
                    </a:lnTo>
                    <a:lnTo>
                      <a:pt x="34334" y="4953712"/>
                    </a:lnTo>
                    <a:lnTo>
                      <a:pt x="52356" y="4905099"/>
                    </a:lnTo>
                    <a:lnTo>
                      <a:pt x="130177" y="4591950"/>
                    </a:lnTo>
                    <a:lnTo>
                      <a:pt x="139326" y="4561436"/>
                    </a:lnTo>
                    <a:lnTo>
                      <a:pt x="169521" y="4506648"/>
                    </a:lnTo>
                    <a:lnTo>
                      <a:pt x="808420" y="3872153"/>
                    </a:lnTo>
                    <a:lnTo>
                      <a:pt x="817144" y="3847622"/>
                    </a:lnTo>
                    <a:lnTo>
                      <a:pt x="810816" y="3832547"/>
                    </a:lnTo>
                    <a:lnTo>
                      <a:pt x="798929" y="3820764"/>
                    </a:lnTo>
                    <a:lnTo>
                      <a:pt x="0" y="3050868"/>
                    </a:lnTo>
                    <a:lnTo>
                      <a:pt x="0" y="2854181"/>
                    </a:lnTo>
                    <a:lnTo>
                      <a:pt x="222080" y="3087604"/>
                    </a:lnTo>
                    <a:lnTo>
                      <a:pt x="880962" y="3732501"/>
                    </a:lnTo>
                    <a:lnTo>
                      <a:pt x="928729" y="3759079"/>
                    </a:lnTo>
                    <a:lnTo>
                      <a:pt x="951004" y="3753088"/>
                    </a:lnTo>
                    <a:lnTo>
                      <a:pt x="1391185" y="3366955"/>
                    </a:lnTo>
                    <a:lnTo>
                      <a:pt x="1391608" y="3361980"/>
                    </a:lnTo>
                    <a:lnTo>
                      <a:pt x="1365425" y="3347666"/>
                    </a:lnTo>
                    <a:lnTo>
                      <a:pt x="1331895" y="3311254"/>
                    </a:lnTo>
                    <a:lnTo>
                      <a:pt x="1319699" y="3262717"/>
                    </a:lnTo>
                    <a:lnTo>
                      <a:pt x="1325602" y="3229355"/>
                    </a:lnTo>
                    <a:lnTo>
                      <a:pt x="1349806" y="3174600"/>
                    </a:lnTo>
                    <a:lnTo>
                      <a:pt x="1374052" y="3159310"/>
                    </a:lnTo>
                    <a:lnTo>
                      <a:pt x="1416586" y="3143965"/>
                    </a:lnTo>
                    <a:lnTo>
                      <a:pt x="1443927" y="3140886"/>
                    </a:lnTo>
                    <a:lnTo>
                      <a:pt x="1518856" y="3146700"/>
                    </a:lnTo>
                    <a:lnTo>
                      <a:pt x="1568715" y="3124844"/>
                    </a:lnTo>
                    <a:lnTo>
                      <a:pt x="1862258" y="2847056"/>
                    </a:lnTo>
                    <a:lnTo>
                      <a:pt x="1867540" y="2833972"/>
                    </a:lnTo>
                    <a:lnTo>
                      <a:pt x="1858215" y="2810463"/>
                    </a:lnTo>
                    <a:lnTo>
                      <a:pt x="1080996" y="1981391"/>
                    </a:lnTo>
                    <a:lnTo>
                      <a:pt x="0" y="815043"/>
                    </a:lnTo>
                    <a:lnTo>
                      <a:pt x="0" y="697019"/>
                    </a:lnTo>
                    <a:lnTo>
                      <a:pt x="226524" y="945376"/>
                    </a:lnTo>
                    <a:lnTo>
                      <a:pt x="1397816" y="2199112"/>
                    </a:lnTo>
                    <a:lnTo>
                      <a:pt x="1800463" y="2641209"/>
                    </a:lnTo>
                    <a:lnTo>
                      <a:pt x="1892197" y="2732192"/>
                    </a:lnTo>
                    <a:lnTo>
                      <a:pt x="1919917" y="2744121"/>
                    </a:lnTo>
                    <a:lnTo>
                      <a:pt x="1962441" y="2737242"/>
                    </a:lnTo>
                    <a:lnTo>
                      <a:pt x="2034738" y="2676745"/>
                    </a:lnTo>
                    <a:lnTo>
                      <a:pt x="2216307" y="2490749"/>
                    </a:lnTo>
                    <a:lnTo>
                      <a:pt x="2289013" y="2411368"/>
                    </a:lnTo>
                    <a:lnTo>
                      <a:pt x="2376675" y="2292270"/>
                    </a:lnTo>
                    <a:lnTo>
                      <a:pt x="2458068" y="2137275"/>
                    </a:lnTo>
                    <a:lnTo>
                      <a:pt x="2485161" y="2067337"/>
                    </a:lnTo>
                    <a:lnTo>
                      <a:pt x="2536193" y="1906093"/>
                    </a:lnTo>
                    <a:lnTo>
                      <a:pt x="2664968" y="1410430"/>
                    </a:lnTo>
                    <a:lnTo>
                      <a:pt x="2731220" y="1240122"/>
                    </a:lnTo>
                    <a:lnTo>
                      <a:pt x="2812782" y="1078611"/>
                    </a:lnTo>
                    <a:lnTo>
                      <a:pt x="2873176" y="987275"/>
                    </a:lnTo>
                    <a:lnTo>
                      <a:pt x="3094193" y="724780"/>
                    </a:lnTo>
                    <a:lnTo>
                      <a:pt x="3109192" y="685694"/>
                    </a:lnTo>
                    <a:lnTo>
                      <a:pt x="3116851" y="682852"/>
                    </a:lnTo>
                    <a:lnTo>
                      <a:pt x="2473087" y="0"/>
                    </a:lnTo>
                    <a:lnTo>
                      <a:pt x="2608262" y="0"/>
                    </a:lnTo>
                    <a:lnTo>
                      <a:pt x="2616057" y="28393"/>
                    </a:lnTo>
                    <a:lnTo>
                      <a:pt x="2733592" y="150966"/>
                    </a:lnTo>
                    <a:lnTo>
                      <a:pt x="2824228" y="136952"/>
                    </a:lnTo>
                    <a:lnTo>
                      <a:pt x="2875045" y="112180"/>
                    </a:lnTo>
                    <a:lnTo>
                      <a:pt x="2994558" y="0"/>
                    </a:lnTo>
                    <a:lnTo>
                      <a:pt x="3125950" y="0"/>
                    </a:lnTo>
                    <a:lnTo>
                      <a:pt x="2914166" y="200333"/>
                    </a:lnTo>
                    <a:lnTo>
                      <a:pt x="2879520" y="241022"/>
                    </a:lnTo>
                    <a:lnTo>
                      <a:pt x="2861007" y="285958"/>
                    </a:lnTo>
                    <a:lnTo>
                      <a:pt x="4769862" y="2328944"/>
                    </a:lnTo>
                    <a:lnTo>
                      <a:pt x="4805529" y="2370330"/>
                    </a:lnTo>
                    <a:lnTo>
                      <a:pt x="4814936" y="2398747"/>
                    </a:lnTo>
                    <a:lnTo>
                      <a:pt x="4820392" y="2399757"/>
                    </a:lnTo>
                    <a:lnTo>
                      <a:pt x="4833679" y="2378498"/>
                    </a:lnTo>
                    <a:lnTo>
                      <a:pt x="4853644" y="2364909"/>
                    </a:lnTo>
                    <a:lnTo>
                      <a:pt x="5442317" y="3056406"/>
                    </a:lnTo>
                    <a:lnTo>
                      <a:pt x="5485475" y="3098877"/>
                    </a:lnTo>
                    <a:lnTo>
                      <a:pt x="5506772" y="3101725"/>
                    </a:lnTo>
                    <a:lnTo>
                      <a:pt x="5504786" y="3116090"/>
                    </a:lnTo>
                    <a:lnTo>
                      <a:pt x="5518551" y="3110490"/>
                    </a:lnTo>
                    <a:lnTo>
                      <a:pt x="5646373" y="3361294"/>
                    </a:lnTo>
                    <a:lnTo>
                      <a:pt x="5835245" y="3713428"/>
                    </a:lnTo>
                    <a:lnTo>
                      <a:pt x="6211264" y="4530352"/>
                    </a:lnTo>
                    <a:lnTo>
                      <a:pt x="6287067" y="4497030"/>
                    </a:lnTo>
                    <a:lnTo>
                      <a:pt x="10044000" y="1606601"/>
                    </a:lnTo>
                    <a:lnTo>
                      <a:pt x="10044000" y="1791013"/>
                    </a:lnTo>
                    <a:lnTo>
                      <a:pt x="9725426" y="2037256"/>
                    </a:lnTo>
                    <a:lnTo>
                      <a:pt x="9602791" y="2120572"/>
                    </a:lnTo>
                    <a:lnTo>
                      <a:pt x="9614711" y="2127780"/>
                    </a:lnTo>
                    <a:lnTo>
                      <a:pt x="9613941" y="2153739"/>
                    </a:lnTo>
                    <a:lnTo>
                      <a:pt x="9620232" y="2174934"/>
                    </a:lnTo>
                    <a:lnTo>
                      <a:pt x="9678022" y="2250408"/>
                    </a:lnTo>
                    <a:lnTo>
                      <a:pt x="10044000" y="3000452"/>
                    </a:lnTo>
                    <a:lnTo>
                      <a:pt x="10044000" y="3182168"/>
                    </a:lnTo>
                    <a:lnTo>
                      <a:pt x="9801016" y="2683968"/>
                    </a:lnTo>
                    <a:lnTo>
                      <a:pt x="9661618" y="2471218"/>
                    </a:lnTo>
                    <a:lnTo>
                      <a:pt x="9178791" y="2823357"/>
                    </a:lnTo>
                    <a:lnTo>
                      <a:pt x="8708623" y="3187349"/>
                    </a:lnTo>
                    <a:lnTo>
                      <a:pt x="8687766" y="3211906"/>
                    </a:lnTo>
                    <a:lnTo>
                      <a:pt x="8678829" y="3232737"/>
                    </a:lnTo>
                    <a:lnTo>
                      <a:pt x="8673393" y="3266998"/>
                    </a:lnTo>
                    <a:lnTo>
                      <a:pt x="8679419" y="3312000"/>
                    </a:lnTo>
                    <a:lnTo>
                      <a:pt x="8700735" y="3363049"/>
                    </a:lnTo>
                    <a:lnTo>
                      <a:pt x="9144623" y="4245644"/>
                    </a:lnTo>
                    <a:lnTo>
                      <a:pt x="9071886" y="4282059"/>
                    </a:lnTo>
                    <a:lnTo>
                      <a:pt x="8539300" y="3217762"/>
                    </a:lnTo>
                    <a:lnTo>
                      <a:pt x="9587753" y="2410967"/>
                    </a:lnTo>
                    <a:lnTo>
                      <a:pt x="9620911" y="2374209"/>
                    </a:lnTo>
                    <a:lnTo>
                      <a:pt x="9626733" y="2358901"/>
                    </a:lnTo>
                    <a:lnTo>
                      <a:pt x="9623475" y="2318775"/>
                    </a:lnTo>
                    <a:lnTo>
                      <a:pt x="9564866" y="2232063"/>
                    </a:lnTo>
                    <a:lnTo>
                      <a:pt x="9537768" y="2211010"/>
                    </a:lnTo>
                    <a:lnTo>
                      <a:pt x="9507053" y="2206306"/>
                    </a:lnTo>
                    <a:lnTo>
                      <a:pt x="9509486" y="2193139"/>
                    </a:lnTo>
                    <a:lnTo>
                      <a:pt x="9505742" y="2188531"/>
                    </a:lnTo>
                    <a:lnTo>
                      <a:pt x="6279293" y="4671782"/>
                    </a:lnTo>
                    <a:lnTo>
                      <a:pt x="6323744" y="4765015"/>
                    </a:lnTo>
                    <a:lnTo>
                      <a:pt x="6329160" y="4762472"/>
                    </a:lnTo>
                    <a:lnTo>
                      <a:pt x="6339650" y="4736308"/>
                    </a:lnTo>
                    <a:lnTo>
                      <a:pt x="6356969" y="4720762"/>
                    </a:lnTo>
                    <a:lnTo>
                      <a:pt x="6373473" y="4756392"/>
                    </a:lnTo>
                    <a:lnTo>
                      <a:pt x="6414893" y="4739259"/>
                    </a:lnTo>
                    <a:lnTo>
                      <a:pt x="6515699" y="4942327"/>
                    </a:lnTo>
                    <a:lnTo>
                      <a:pt x="6474948" y="4969774"/>
                    </a:lnTo>
                    <a:lnTo>
                      <a:pt x="6492920" y="5001887"/>
                    </a:lnTo>
                    <a:lnTo>
                      <a:pt x="6534242" y="4981917"/>
                    </a:lnTo>
                    <a:lnTo>
                      <a:pt x="6760717" y="5455100"/>
                    </a:lnTo>
                    <a:lnTo>
                      <a:pt x="6725630" y="5487930"/>
                    </a:lnTo>
                    <a:lnTo>
                      <a:pt x="6739431" y="5522256"/>
                    </a:lnTo>
                    <a:lnTo>
                      <a:pt x="6714594" y="5524471"/>
                    </a:lnTo>
                    <a:lnTo>
                      <a:pt x="6691079" y="5516796"/>
                    </a:lnTo>
                    <a:lnTo>
                      <a:pt x="6687924" y="5521962"/>
                    </a:lnTo>
                    <a:lnTo>
                      <a:pt x="8175312" y="8604000"/>
                    </a:lnTo>
                    <a:lnTo>
                      <a:pt x="8724158" y="8604000"/>
                    </a:lnTo>
                    <a:lnTo>
                      <a:pt x="8745522" y="8593764"/>
                    </a:lnTo>
                    <a:lnTo>
                      <a:pt x="9066540" y="8461447"/>
                    </a:lnTo>
                    <a:lnTo>
                      <a:pt x="10044000" y="7994017"/>
                    </a:lnTo>
                    <a:lnTo>
                      <a:pt x="10044000" y="8090415"/>
                    </a:lnTo>
                    <a:lnTo>
                      <a:pt x="8966194" y="8604000"/>
                    </a:lnTo>
                    <a:lnTo>
                      <a:pt x="8079934" y="8604000"/>
                    </a:lnTo>
                    <a:lnTo>
                      <a:pt x="6678659" y="5684941"/>
                    </a:lnTo>
                    <a:lnTo>
                      <a:pt x="6153978" y="4612957"/>
                    </a:lnTo>
                    <a:lnTo>
                      <a:pt x="5543534" y="5003852"/>
                    </a:lnTo>
                    <a:lnTo>
                      <a:pt x="5452773" y="5095246"/>
                    </a:lnTo>
                    <a:lnTo>
                      <a:pt x="5307629" y="5278006"/>
                    </a:lnTo>
                    <a:lnTo>
                      <a:pt x="5222907" y="5369622"/>
                    </a:lnTo>
                    <a:lnTo>
                      <a:pt x="5162267" y="5421441"/>
                    </a:lnTo>
                    <a:lnTo>
                      <a:pt x="3858831" y="6286284"/>
                    </a:lnTo>
                    <a:lnTo>
                      <a:pt x="1630400" y="7673961"/>
                    </a:lnTo>
                    <a:lnTo>
                      <a:pt x="80572" y="8604000"/>
                    </a:lnTo>
                    <a:lnTo>
                      <a:pt x="0" y="8604000"/>
                    </a:lnTo>
                    <a:close/>
                    <a:moveTo>
                      <a:pt x="1727288" y="5920236"/>
                    </a:moveTo>
                    <a:lnTo>
                      <a:pt x="1724540" y="5935899"/>
                    </a:lnTo>
                    <a:lnTo>
                      <a:pt x="1730844" y="5966204"/>
                    </a:lnTo>
                    <a:lnTo>
                      <a:pt x="1846802" y="6175157"/>
                    </a:lnTo>
                    <a:lnTo>
                      <a:pt x="1914059" y="6317773"/>
                    </a:lnTo>
                    <a:lnTo>
                      <a:pt x="2245141" y="7055100"/>
                    </a:lnTo>
                    <a:lnTo>
                      <a:pt x="2269679" y="7088493"/>
                    </a:lnTo>
                    <a:lnTo>
                      <a:pt x="2290974" y="7103498"/>
                    </a:lnTo>
                    <a:lnTo>
                      <a:pt x="2312680" y="7109319"/>
                    </a:lnTo>
                    <a:lnTo>
                      <a:pt x="2337105" y="7105851"/>
                    </a:lnTo>
                    <a:lnTo>
                      <a:pt x="3543282" y="6384495"/>
                    </a:lnTo>
                    <a:lnTo>
                      <a:pt x="4407255" y="5819171"/>
                    </a:lnTo>
                    <a:lnTo>
                      <a:pt x="5149952" y="5308866"/>
                    </a:lnTo>
                    <a:lnTo>
                      <a:pt x="5495105" y="4982467"/>
                    </a:lnTo>
                    <a:lnTo>
                      <a:pt x="6133540" y="4566358"/>
                    </a:lnTo>
                    <a:lnTo>
                      <a:pt x="5522751" y="3313014"/>
                    </a:lnTo>
                    <a:lnTo>
                      <a:pt x="5475329" y="3247679"/>
                    </a:lnTo>
                    <a:lnTo>
                      <a:pt x="5373479" y="3290173"/>
                    </a:lnTo>
                    <a:lnTo>
                      <a:pt x="5059763" y="3532823"/>
                    </a:lnTo>
                    <a:lnTo>
                      <a:pt x="4631221" y="3828605"/>
                    </a:lnTo>
                    <a:lnTo>
                      <a:pt x="3821150" y="4404363"/>
                    </a:lnTo>
                    <a:lnTo>
                      <a:pt x="1712127" y="5912000"/>
                    </a:lnTo>
                    <a:lnTo>
                      <a:pt x="1715569" y="5916846"/>
                    </a:lnTo>
                    <a:close/>
                    <a:moveTo>
                      <a:pt x="2384195" y="2563646"/>
                    </a:moveTo>
                    <a:lnTo>
                      <a:pt x="2420685" y="2599766"/>
                    </a:lnTo>
                    <a:lnTo>
                      <a:pt x="2430833" y="2605477"/>
                    </a:lnTo>
                    <a:lnTo>
                      <a:pt x="2445080" y="2601814"/>
                    </a:lnTo>
                    <a:lnTo>
                      <a:pt x="2465824" y="2580893"/>
                    </a:lnTo>
                    <a:lnTo>
                      <a:pt x="2514088" y="2507910"/>
                    </a:lnTo>
                    <a:lnTo>
                      <a:pt x="2580694" y="2422556"/>
                    </a:lnTo>
                    <a:lnTo>
                      <a:pt x="3007635" y="2029058"/>
                    </a:lnTo>
                    <a:lnTo>
                      <a:pt x="3482934" y="1568564"/>
                    </a:lnTo>
                    <a:lnTo>
                      <a:pt x="3634510" y="1434294"/>
                    </a:lnTo>
                    <a:lnTo>
                      <a:pt x="3902774" y="1694676"/>
                    </a:lnTo>
                    <a:lnTo>
                      <a:pt x="4494750" y="2376149"/>
                    </a:lnTo>
                    <a:lnTo>
                      <a:pt x="4647637" y="2545964"/>
                    </a:lnTo>
                    <a:lnTo>
                      <a:pt x="4657828" y="2549559"/>
                    </a:lnTo>
                    <a:lnTo>
                      <a:pt x="4707116" y="2501850"/>
                    </a:lnTo>
                    <a:lnTo>
                      <a:pt x="4720225" y="2482957"/>
                    </a:lnTo>
                    <a:lnTo>
                      <a:pt x="4740093" y="2432748"/>
                    </a:lnTo>
                    <a:lnTo>
                      <a:pt x="4729463" y="2396532"/>
                    </a:lnTo>
                    <a:lnTo>
                      <a:pt x="4687748" y="2344234"/>
                    </a:lnTo>
                    <a:lnTo>
                      <a:pt x="3227255" y="801181"/>
                    </a:lnTo>
                    <a:lnTo>
                      <a:pt x="3109679" y="926040"/>
                    </a:lnTo>
                    <a:lnTo>
                      <a:pt x="3003951" y="1053917"/>
                    </a:lnTo>
                    <a:lnTo>
                      <a:pt x="2943409" y="1139296"/>
                    </a:lnTo>
                    <a:lnTo>
                      <a:pt x="2886230" y="1248698"/>
                    </a:lnTo>
                    <a:lnTo>
                      <a:pt x="2826003" y="1382630"/>
                    </a:lnTo>
                    <a:lnTo>
                      <a:pt x="2771796" y="1537878"/>
                    </a:lnTo>
                    <a:lnTo>
                      <a:pt x="2654999" y="2012218"/>
                    </a:lnTo>
                    <a:lnTo>
                      <a:pt x="2624913" y="2103525"/>
                    </a:lnTo>
                    <a:lnTo>
                      <a:pt x="2552561" y="2267906"/>
                    </a:lnTo>
                    <a:lnTo>
                      <a:pt x="2465025" y="2410988"/>
                    </a:lnTo>
                    <a:lnTo>
                      <a:pt x="2380232" y="2524493"/>
                    </a:lnTo>
                    <a:lnTo>
                      <a:pt x="2377723" y="2536842"/>
                    </a:lnTo>
                    <a:close/>
                    <a:moveTo>
                      <a:pt x="981880" y="3826836"/>
                    </a:moveTo>
                    <a:lnTo>
                      <a:pt x="1469409" y="4340938"/>
                    </a:lnTo>
                    <a:lnTo>
                      <a:pt x="1832478" y="4744036"/>
                    </a:lnTo>
                    <a:lnTo>
                      <a:pt x="1891187" y="4792583"/>
                    </a:lnTo>
                    <a:lnTo>
                      <a:pt x="1912434" y="4801356"/>
                    </a:lnTo>
                    <a:lnTo>
                      <a:pt x="1942791" y="4797760"/>
                    </a:lnTo>
                    <a:lnTo>
                      <a:pt x="2075296" y="4660840"/>
                    </a:lnTo>
                    <a:lnTo>
                      <a:pt x="2642440" y="4135113"/>
                    </a:lnTo>
                    <a:lnTo>
                      <a:pt x="2607273" y="4093265"/>
                    </a:lnTo>
                    <a:lnTo>
                      <a:pt x="3828140" y="3175814"/>
                    </a:lnTo>
                    <a:lnTo>
                      <a:pt x="4338663" y="2802834"/>
                    </a:lnTo>
                    <a:lnTo>
                      <a:pt x="4608226" y="2588993"/>
                    </a:lnTo>
                    <a:lnTo>
                      <a:pt x="4521291" y="2491074"/>
                    </a:lnTo>
                    <a:lnTo>
                      <a:pt x="4491507" y="2482648"/>
                    </a:lnTo>
                    <a:lnTo>
                      <a:pt x="4467584" y="2494872"/>
                    </a:lnTo>
                    <a:lnTo>
                      <a:pt x="3616897" y="3293965"/>
                    </a:lnTo>
                    <a:lnTo>
                      <a:pt x="3286547" y="3553257"/>
                    </a:lnTo>
                    <a:lnTo>
                      <a:pt x="3095069" y="3369394"/>
                    </a:lnTo>
                    <a:lnTo>
                      <a:pt x="3087915" y="3369017"/>
                    </a:lnTo>
                    <a:lnTo>
                      <a:pt x="3042673" y="3387419"/>
                    </a:lnTo>
                    <a:lnTo>
                      <a:pt x="2606639" y="3777605"/>
                    </a:lnTo>
                    <a:lnTo>
                      <a:pt x="2085191" y="3220546"/>
                    </a:lnTo>
                    <a:lnTo>
                      <a:pt x="2051478" y="3196395"/>
                    </a:lnTo>
                    <a:lnTo>
                      <a:pt x="2020758" y="3193668"/>
                    </a:lnTo>
                    <a:lnTo>
                      <a:pt x="2005697" y="3200055"/>
                    </a:lnTo>
                    <a:lnTo>
                      <a:pt x="1194369" y="3965119"/>
                    </a:lnTo>
                    <a:lnTo>
                      <a:pt x="1154913" y="3922785"/>
                    </a:lnTo>
                    <a:lnTo>
                      <a:pt x="2426976" y="2726256"/>
                    </a:lnTo>
                    <a:lnTo>
                      <a:pt x="2432800" y="2710953"/>
                    </a:lnTo>
                    <a:lnTo>
                      <a:pt x="2425553" y="2686885"/>
                    </a:lnTo>
                    <a:lnTo>
                      <a:pt x="2347888" y="2606398"/>
                    </a:lnTo>
                    <a:lnTo>
                      <a:pt x="2313310" y="2603083"/>
                    </a:lnTo>
                    <a:lnTo>
                      <a:pt x="2304187" y="2606547"/>
                    </a:lnTo>
                    <a:lnTo>
                      <a:pt x="2111011" y="2795067"/>
                    </a:lnTo>
                    <a:lnTo>
                      <a:pt x="1674818" y="3200886"/>
                    </a:lnTo>
                    <a:lnTo>
                      <a:pt x="1520281" y="3338185"/>
                    </a:lnTo>
                    <a:lnTo>
                      <a:pt x="1483767" y="3359762"/>
                    </a:lnTo>
                    <a:lnTo>
                      <a:pt x="983948" y="3796480"/>
                    </a:lnTo>
                    <a:lnTo>
                      <a:pt x="978379" y="3817682"/>
                    </a:lnTo>
                    <a:close/>
                    <a:moveTo>
                      <a:pt x="2557583" y="2620837"/>
                    </a:moveTo>
                    <a:lnTo>
                      <a:pt x="2877357" y="2956360"/>
                    </a:lnTo>
                    <a:lnTo>
                      <a:pt x="2932404" y="3032214"/>
                    </a:lnTo>
                    <a:lnTo>
                      <a:pt x="3015290" y="3199312"/>
                    </a:lnTo>
                    <a:lnTo>
                      <a:pt x="3262325" y="3453488"/>
                    </a:lnTo>
                    <a:lnTo>
                      <a:pt x="3297572" y="3468371"/>
                    </a:lnTo>
                    <a:lnTo>
                      <a:pt x="3341211" y="3446617"/>
                    </a:lnTo>
                    <a:lnTo>
                      <a:pt x="3547194" y="3291073"/>
                    </a:lnTo>
                    <a:lnTo>
                      <a:pt x="3577352" y="3263692"/>
                    </a:lnTo>
                    <a:lnTo>
                      <a:pt x="4110238" y="2754186"/>
                    </a:lnTo>
                    <a:lnTo>
                      <a:pt x="4447988" y="2412717"/>
                    </a:lnTo>
                    <a:lnTo>
                      <a:pt x="4104343" y="2006756"/>
                    </a:lnTo>
                    <a:lnTo>
                      <a:pt x="3790139" y="1673730"/>
                    </a:lnTo>
                    <a:lnTo>
                      <a:pt x="3646210" y="1539004"/>
                    </a:lnTo>
                    <a:lnTo>
                      <a:pt x="2571684" y="2507836"/>
                    </a:lnTo>
                    <a:lnTo>
                      <a:pt x="2556368" y="2523834"/>
                    </a:lnTo>
                    <a:lnTo>
                      <a:pt x="2541583" y="2557318"/>
                    </a:lnTo>
                    <a:lnTo>
                      <a:pt x="2542061" y="2590579"/>
                    </a:lnTo>
                    <a:close/>
                    <a:moveTo>
                      <a:pt x="2118708" y="3166161"/>
                    </a:moveTo>
                    <a:lnTo>
                      <a:pt x="2130791" y="3184176"/>
                    </a:lnTo>
                    <a:lnTo>
                      <a:pt x="2591286" y="3671509"/>
                    </a:lnTo>
                    <a:lnTo>
                      <a:pt x="2603928" y="3677438"/>
                    </a:lnTo>
                    <a:lnTo>
                      <a:pt x="2637231" y="3664773"/>
                    </a:lnTo>
                    <a:lnTo>
                      <a:pt x="2991477" y="3347024"/>
                    </a:lnTo>
                    <a:lnTo>
                      <a:pt x="3009305" y="3307438"/>
                    </a:lnTo>
                    <a:lnTo>
                      <a:pt x="3011014" y="3282971"/>
                    </a:lnTo>
                    <a:lnTo>
                      <a:pt x="2981673" y="3256699"/>
                    </a:lnTo>
                    <a:lnTo>
                      <a:pt x="2798424" y="3032456"/>
                    </a:lnTo>
                    <a:lnTo>
                      <a:pt x="2517067" y="2735829"/>
                    </a:lnTo>
                    <a:lnTo>
                      <a:pt x="2481420" y="2757321"/>
                    </a:lnTo>
                    <a:lnTo>
                      <a:pt x="2114889" y="3099907"/>
                    </a:lnTo>
                    <a:lnTo>
                      <a:pt x="2106766" y="3133575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</p:sp>
          <p:sp>
            <p:nvSpPr>
              <p:cNvPr id="261" name="Контур"/>
              <p:cNvSpPr/>
              <p:nvPr/>
            </p:nvSpPr>
            <p:spPr>
              <a:xfrm>
                <a:off x="2652866" y="8774634"/>
                <a:ext cx="750471" cy="1413366"/>
              </a:xfrm>
              <a:custGeom>
                <a:avLst/>
                <a:gdLst/>
                <a:ahLst/>
                <a:cxnLst/>
                <a:rect l="l" t="t" r="r" b="b"/>
                <a:pathLst>
                  <a:path w="750471" h="1413366">
                    <a:moveTo>
                      <a:pt x="0" y="85511"/>
                    </a:moveTo>
                    <a:lnTo>
                      <a:pt x="254028" y="598111"/>
                    </a:lnTo>
                    <a:lnTo>
                      <a:pt x="648027" y="1413366"/>
                    </a:lnTo>
                    <a:lnTo>
                      <a:pt x="750471" y="1413366"/>
                    </a:lnTo>
                    <a:lnTo>
                      <a:pt x="700882" y="1309160"/>
                    </a:lnTo>
                    <a:lnTo>
                      <a:pt x="703001" y="1302473"/>
                    </a:lnTo>
                    <a:lnTo>
                      <a:pt x="742632" y="1280311"/>
                    </a:lnTo>
                    <a:lnTo>
                      <a:pt x="700049" y="1192265"/>
                    </a:lnTo>
                    <a:lnTo>
                      <a:pt x="655926" y="1207502"/>
                    </a:lnTo>
                    <a:lnTo>
                      <a:pt x="633132" y="1174379"/>
                    </a:lnTo>
                    <a:lnTo>
                      <a:pt x="605917" y="1111812"/>
                    </a:lnTo>
                    <a:lnTo>
                      <a:pt x="614008" y="1098800"/>
                    </a:lnTo>
                    <a:lnTo>
                      <a:pt x="641638" y="1086078"/>
                    </a:lnTo>
                    <a:lnTo>
                      <a:pt x="617353" y="1031550"/>
                    </a:lnTo>
                    <a:lnTo>
                      <a:pt x="593356" y="1043419"/>
                    </a:lnTo>
                    <a:lnTo>
                      <a:pt x="574760" y="1046073"/>
                    </a:lnTo>
                    <a:lnTo>
                      <a:pt x="532376" y="965617"/>
                    </a:lnTo>
                    <a:lnTo>
                      <a:pt x="532971" y="949100"/>
                    </a:lnTo>
                    <a:lnTo>
                      <a:pt x="571149" y="931314"/>
                    </a:lnTo>
                    <a:lnTo>
                      <a:pt x="562171" y="910079"/>
                    </a:lnTo>
                    <a:lnTo>
                      <a:pt x="488780" y="761562"/>
                    </a:lnTo>
                    <a:lnTo>
                      <a:pt x="457541" y="776747"/>
                    </a:lnTo>
                    <a:lnTo>
                      <a:pt x="443085" y="776192"/>
                    </a:lnTo>
                    <a:lnTo>
                      <a:pt x="437189" y="767932"/>
                    </a:lnTo>
                    <a:lnTo>
                      <a:pt x="244185" y="373529"/>
                    </a:lnTo>
                    <a:lnTo>
                      <a:pt x="243728" y="349559"/>
                    </a:lnTo>
                    <a:lnTo>
                      <a:pt x="280252" y="324656"/>
                    </a:lnTo>
                    <a:lnTo>
                      <a:pt x="240647" y="248911"/>
                    </a:lnTo>
                    <a:lnTo>
                      <a:pt x="206374" y="264017"/>
                    </a:lnTo>
                    <a:lnTo>
                      <a:pt x="197622" y="263457"/>
                    </a:lnTo>
                    <a:lnTo>
                      <a:pt x="189316" y="252703"/>
                    </a:lnTo>
                    <a:lnTo>
                      <a:pt x="194481" y="231554"/>
                    </a:lnTo>
                    <a:lnTo>
                      <a:pt x="258492" y="193963"/>
                    </a:lnTo>
                    <a:lnTo>
                      <a:pt x="160736" y="0"/>
                    </a:lnTo>
                    <a:lnTo>
                      <a:pt x="84897" y="36567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</p:sp>
        </p:grpSp>
        <p:grpSp>
          <p:nvGrpSpPr>
            <p:cNvPr id="941" name="Здания (ЕГКО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263" name="Контур"/>
              <p:cNvSpPr/>
              <p:nvPr/>
            </p:nvSpPr>
            <p:spPr>
              <a:xfrm>
                <a:off x="7314629" y="3740204"/>
                <a:ext cx="432324" cy="532260"/>
              </a:xfrm>
              <a:custGeom>
                <a:avLst/>
                <a:gdLst/>
                <a:ahLst/>
                <a:cxnLst/>
                <a:rect l="l" t="t" r="r" b="b"/>
                <a:pathLst>
                  <a:path w="432324" h="532260">
                    <a:moveTo>
                      <a:pt x="340128" y="532260"/>
                    </a:moveTo>
                    <a:lnTo>
                      <a:pt x="0" y="68400"/>
                    </a:lnTo>
                    <a:lnTo>
                      <a:pt x="89847" y="0"/>
                    </a:lnTo>
                    <a:lnTo>
                      <a:pt x="374616" y="388170"/>
                    </a:lnTo>
                    <a:lnTo>
                      <a:pt x="432324" y="465327"/>
                    </a:lnTo>
                    <a:lnTo>
                      <a:pt x="340128" y="5322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4" name="Контур"/>
              <p:cNvSpPr/>
              <p:nvPr/>
            </p:nvSpPr>
            <p:spPr>
              <a:xfrm>
                <a:off x="6593477" y="3756944"/>
                <a:ext cx="486846" cy="401904"/>
              </a:xfrm>
              <a:custGeom>
                <a:avLst/>
                <a:gdLst/>
                <a:ahLst/>
                <a:cxnLst/>
                <a:rect l="l" t="t" r="r" b="b"/>
                <a:pathLst>
                  <a:path w="486846" h="401904">
                    <a:moveTo>
                      <a:pt x="486846" y="73341"/>
                    </a:moveTo>
                    <a:lnTo>
                      <a:pt x="57951" y="401904"/>
                    </a:lnTo>
                    <a:lnTo>
                      <a:pt x="0" y="324000"/>
                    </a:lnTo>
                    <a:lnTo>
                      <a:pt x="432000" y="0"/>
                    </a:lnTo>
                    <a:lnTo>
                      <a:pt x="486846" y="733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5" name="Контур"/>
              <p:cNvSpPr/>
              <p:nvPr/>
            </p:nvSpPr>
            <p:spPr>
              <a:xfrm>
                <a:off x="6353409" y="3421736"/>
                <a:ext cx="810812" cy="678729"/>
              </a:xfrm>
              <a:custGeom>
                <a:avLst/>
                <a:gdLst/>
                <a:ahLst/>
                <a:cxnLst/>
                <a:rect l="l" t="t" r="r" b="b"/>
                <a:pathLst>
                  <a:path w="810812" h="678729">
                    <a:moveTo>
                      <a:pt x="87815" y="678729"/>
                    </a:moveTo>
                    <a:lnTo>
                      <a:pt x="0" y="561555"/>
                    </a:lnTo>
                    <a:lnTo>
                      <a:pt x="749296" y="0"/>
                    </a:lnTo>
                    <a:lnTo>
                      <a:pt x="781187" y="42552"/>
                    </a:lnTo>
                    <a:lnTo>
                      <a:pt x="754887" y="62262"/>
                    </a:lnTo>
                    <a:lnTo>
                      <a:pt x="810812" y="136884"/>
                    </a:lnTo>
                    <a:lnTo>
                      <a:pt x="87815" y="6787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6" name="Контур"/>
              <p:cNvSpPr/>
              <p:nvPr/>
            </p:nvSpPr>
            <p:spPr>
              <a:xfrm>
                <a:off x="6471049" y="3848237"/>
                <a:ext cx="855919" cy="1054434"/>
              </a:xfrm>
              <a:custGeom>
                <a:avLst/>
                <a:gdLst/>
                <a:ahLst/>
                <a:cxnLst/>
                <a:rect l="l" t="t" r="r" b="b"/>
                <a:pathLst>
                  <a:path w="855919" h="1054434">
                    <a:moveTo>
                      <a:pt x="855919" y="30630"/>
                    </a:moveTo>
                    <a:lnTo>
                      <a:pt x="816031" y="59763"/>
                    </a:lnTo>
                    <a:lnTo>
                      <a:pt x="66592" y="606999"/>
                    </a:lnTo>
                    <a:lnTo>
                      <a:pt x="163225" y="739335"/>
                    </a:lnTo>
                    <a:lnTo>
                      <a:pt x="194248" y="781644"/>
                    </a:lnTo>
                    <a:lnTo>
                      <a:pt x="327142" y="963633"/>
                    </a:lnTo>
                    <a:lnTo>
                      <a:pt x="368159" y="933058"/>
                    </a:lnTo>
                    <a:lnTo>
                      <a:pt x="417778" y="998280"/>
                    </a:lnTo>
                    <a:lnTo>
                      <a:pt x="332879" y="1054434"/>
                    </a:lnTo>
                    <a:lnTo>
                      <a:pt x="150066" y="811512"/>
                    </a:lnTo>
                    <a:lnTo>
                      <a:pt x="0" y="605609"/>
                    </a:lnTo>
                    <a:lnTo>
                      <a:pt x="832256" y="0"/>
                    </a:lnTo>
                    <a:lnTo>
                      <a:pt x="855919" y="306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7" name="Контур"/>
              <p:cNvSpPr/>
              <p:nvPr/>
            </p:nvSpPr>
            <p:spPr>
              <a:xfrm>
                <a:off x="6665297" y="4053575"/>
                <a:ext cx="913446" cy="758295"/>
              </a:xfrm>
              <a:custGeom>
                <a:avLst/>
                <a:gdLst/>
                <a:ahLst/>
                <a:cxnLst/>
                <a:rect l="l" t="t" r="r" b="b"/>
                <a:pathLst>
                  <a:path w="913446" h="758295">
                    <a:moveTo>
                      <a:pt x="789246" y="0"/>
                    </a:moveTo>
                    <a:lnTo>
                      <a:pt x="913446" y="179271"/>
                    </a:lnTo>
                    <a:lnTo>
                      <a:pt x="605345" y="408025"/>
                    </a:lnTo>
                    <a:lnTo>
                      <a:pt x="380246" y="575123"/>
                    </a:lnTo>
                    <a:lnTo>
                      <a:pt x="173911" y="727720"/>
                    </a:lnTo>
                    <a:lnTo>
                      <a:pt x="132894" y="758295"/>
                    </a:lnTo>
                    <a:lnTo>
                      <a:pt x="0" y="576306"/>
                    </a:lnTo>
                    <a:lnTo>
                      <a:pt x="14202" y="565929"/>
                    </a:lnTo>
                    <a:lnTo>
                      <a:pt x="44478" y="543834"/>
                    </a:lnTo>
                    <a:lnTo>
                      <a:pt x="78924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8" name="Контур"/>
              <p:cNvSpPr/>
              <p:nvPr/>
            </p:nvSpPr>
            <p:spPr>
              <a:xfrm>
                <a:off x="7045543" y="4461600"/>
                <a:ext cx="250742" cy="201641"/>
              </a:xfrm>
              <a:custGeom>
                <a:avLst/>
                <a:gdLst/>
                <a:ahLst/>
                <a:cxnLst/>
                <a:rect l="l" t="t" r="r" b="b"/>
                <a:pathLst>
                  <a:path w="250742" h="201641">
                    <a:moveTo>
                      <a:pt x="0" y="167098"/>
                    </a:moveTo>
                    <a:lnTo>
                      <a:pt x="225099" y="0"/>
                    </a:lnTo>
                    <a:lnTo>
                      <a:pt x="250742" y="34543"/>
                    </a:lnTo>
                    <a:lnTo>
                      <a:pt x="25643" y="201641"/>
                    </a:lnTo>
                    <a:lnTo>
                      <a:pt x="0" y="1670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9" name="Контур"/>
              <p:cNvSpPr/>
              <p:nvPr/>
            </p:nvSpPr>
            <p:spPr>
              <a:xfrm>
                <a:off x="6634274" y="4555037"/>
                <a:ext cx="75501" cy="74844"/>
              </a:xfrm>
              <a:custGeom>
                <a:avLst/>
                <a:gdLst/>
                <a:ahLst/>
                <a:cxnLst/>
                <a:rect l="l" t="t" r="r" b="b"/>
                <a:pathLst>
                  <a:path w="75501" h="74844">
                    <a:moveTo>
                      <a:pt x="45225" y="64467"/>
                    </a:moveTo>
                    <a:lnTo>
                      <a:pt x="31023" y="74844"/>
                    </a:lnTo>
                    <a:lnTo>
                      <a:pt x="0" y="32535"/>
                    </a:lnTo>
                    <a:lnTo>
                      <a:pt x="44568" y="0"/>
                    </a:lnTo>
                    <a:lnTo>
                      <a:pt x="75501" y="42372"/>
                    </a:lnTo>
                    <a:lnTo>
                      <a:pt x="45225" y="644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0" name="Контур"/>
              <p:cNvSpPr/>
              <p:nvPr/>
            </p:nvSpPr>
            <p:spPr>
              <a:xfrm>
                <a:off x="6537641" y="3908000"/>
                <a:ext cx="916902" cy="689409"/>
              </a:xfrm>
              <a:custGeom>
                <a:avLst/>
                <a:gdLst/>
                <a:ahLst/>
                <a:cxnLst/>
                <a:rect l="l" t="t" r="r" b="b"/>
                <a:pathLst>
                  <a:path w="916902" h="689409">
                    <a:moveTo>
                      <a:pt x="916902" y="145575"/>
                    </a:moveTo>
                    <a:lnTo>
                      <a:pt x="172134" y="689409"/>
                    </a:lnTo>
                    <a:lnTo>
                      <a:pt x="141201" y="647037"/>
                    </a:lnTo>
                    <a:lnTo>
                      <a:pt x="96633" y="679572"/>
                    </a:lnTo>
                    <a:lnTo>
                      <a:pt x="0" y="547236"/>
                    </a:lnTo>
                    <a:lnTo>
                      <a:pt x="749439" y="0"/>
                    </a:lnTo>
                    <a:lnTo>
                      <a:pt x="779994" y="41841"/>
                    </a:lnTo>
                    <a:lnTo>
                      <a:pt x="819882" y="12708"/>
                    </a:lnTo>
                    <a:lnTo>
                      <a:pt x="916902" y="1455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1" name="Контур"/>
              <p:cNvSpPr/>
              <p:nvPr/>
            </p:nvSpPr>
            <p:spPr>
              <a:xfrm>
                <a:off x="6244997" y="4080944"/>
                <a:ext cx="406431" cy="337095"/>
              </a:xfrm>
              <a:custGeom>
                <a:avLst/>
                <a:gdLst/>
                <a:ahLst/>
                <a:cxnLst/>
                <a:rect l="l" t="t" r="r" b="b"/>
                <a:pathLst>
                  <a:path w="406431" h="337095">
                    <a:moveTo>
                      <a:pt x="406431" y="77904"/>
                    </a:moveTo>
                    <a:lnTo>
                      <a:pt x="57960" y="337095"/>
                    </a:lnTo>
                    <a:lnTo>
                      <a:pt x="0" y="259200"/>
                    </a:lnTo>
                    <a:lnTo>
                      <a:pt x="348480" y="0"/>
                    </a:lnTo>
                    <a:lnTo>
                      <a:pt x="406431" y="779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2" name="Контур"/>
              <p:cNvSpPr/>
              <p:nvPr/>
            </p:nvSpPr>
            <p:spPr>
              <a:xfrm>
                <a:off x="5862686" y="5663504"/>
                <a:ext cx="287271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287271" h="275850">
                    <a:moveTo>
                      <a:pt x="225" y="157491"/>
                    </a:moveTo>
                    <a:lnTo>
                      <a:pt x="15606" y="147564"/>
                    </a:lnTo>
                    <a:lnTo>
                      <a:pt x="0" y="124839"/>
                    </a:lnTo>
                    <a:lnTo>
                      <a:pt x="199431" y="0"/>
                    </a:lnTo>
                    <a:lnTo>
                      <a:pt x="287271" y="141120"/>
                    </a:lnTo>
                    <a:lnTo>
                      <a:pt x="74862" y="275850"/>
                    </a:lnTo>
                    <a:lnTo>
                      <a:pt x="225" y="1574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3" name="Контур"/>
              <p:cNvSpPr/>
              <p:nvPr/>
            </p:nvSpPr>
            <p:spPr>
              <a:xfrm>
                <a:off x="7361700" y="5549589"/>
                <a:ext cx="229942" cy="211107"/>
              </a:xfrm>
              <a:custGeom>
                <a:avLst/>
                <a:gdLst/>
                <a:ahLst/>
                <a:cxnLst/>
                <a:rect l="l" t="t" r="r" b="b"/>
                <a:pathLst>
                  <a:path w="229942" h="211107">
                    <a:moveTo>
                      <a:pt x="166999" y="0"/>
                    </a:moveTo>
                    <a:lnTo>
                      <a:pt x="229942" y="80453"/>
                    </a:lnTo>
                    <a:lnTo>
                      <a:pt x="62943" y="211107"/>
                    </a:lnTo>
                    <a:lnTo>
                      <a:pt x="0" y="130654"/>
                    </a:lnTo>
                    <a:lnTo>
                      <a:pt x="16699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4" name="Контур"/>
              <p:cNvSpPr/>
              <p:nvPr/>
            </p:nvSpPr>
            <p:spPr>
              <a:xfrm>
                <a:off x="6091042" y="5106896"/>
                <a:ext cx="43295" cy="59876"/>
              </a:xfrm>
              <a:custGeom>
                <a:avLst/>
                <a:gdLst/>
                <a:ahLst/>
                <a:cxnLst/>
                <a:rect l="l" t="t" r="r" b="b"/>
                <a:pathLst>
                  <a:path w="43295" h="59876">
                    <a:moveTo>
                      <a:pt x="0" y="9241"/>
                    </a:moveTo>
                    <a:lnTo>
                      <a:pt x="20797" y="0"/>
                    </a:lnTo>
                    <a:lnTo>
                      <a:pt x="43295" y="50635"/>
                    </a:lnTo>
                    <a:lnTo>
                      <a:pt x="22499" y="59876"/>
                    </a:lnTo>
                    <a:lnTo>
                      <a:pt x="0" y="92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5" name="Контур"/>
              <p:cNvSpPr/>
              <p:nvPr/>
            </p:nvSpPr>
            <p:spPr>
              <a:xfrm>
                <a:off x="7104677" y="4723184"/>
                <a:ext cx="542871" cy="436725"/>
              </a:xfrm>
              <a:custGeom>
                <a:avLst/>
                <a:gdLst/>
                <a:ahLst/>
                <a:cxnLst/>
                <a:rect l="l" t="t" r="r" b="b"/>
                <a:pathLst>
                  <a:path w="542871" h="436725">
                    <a:moveTo>
                      <a:pt x="542871" y="86814"/>
                    </a:moveTo>
                    <a:lnTo>
                      <a:pt x="63360" y="436725"/>
                    </a:lnTo>
                    <a:lnTo>
                      <a:pt x="0" y="349920"/>
                    </a:lnTo>
                    <a:lnTo>
                      <a:pt x="479520" y="0"/>
                    </a:lnTo>
                    <a:lnTo>
                      <a:pt x="542871" y="868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6" name="Контур"/>
              <p:cNvSpPr/>
              <p:nvPr/>
            </p:nvSpPr>
            <p:spPr>
              <a:xfrm>
                <a:off x="6040288" y="4996250"/>
                <a:ext cx="69052" cy="65611"/>
              </a:xfrm>
              <a:custGeom>
                <a:avLst/>
                <a:gdLst/>
                <a:ahLst/>
                <a:cxnLst/>
                <a:rect l="l" t="t" r="r" b="b"/>
                <a:pathLst>
                  <a:path w="69052" h="65611">
                    <a:moveTo>
                      <a:pt x="23047" y="65611"/>
                    </a:moveTo>
                    <a:lnTo>
                      <a:pt x="0" y="12032"/>
                    </a:lnTo>
                    <a:lnTo>
                      <a:pt x="63146" y="0"/>
                    </a:lnTo>
                    <a:lnTo>
                      <a:pt x="69052" y="26431"/>
                    </a:lnTo>
                    <a:lnTo>
                      <a:pt x="54753" y="29230"/>
                    </a:lnTo>
                    <a:lnTo>
                      <a:pt x="60038" y="59704"/>
                    </a:lnTo>
                    <a:lnTo>
                      <a:pt x="23047" y="656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7" name="Контур"/>
              <p:cNvSpPr/>
              <p:nvPr/>
            </p:nvSpPr>
            <p:spPr>
              <a:xfrm>
                <a:off x="6019387" y="4973580"/>
                <a:ext cx="84047" cy="34702"/>
              </a:xfrm>
              <a:custGeom>
                <a:avLst/>
                <a:gdLst/>
                <a:ahLst/>
                <a:cxnLst/>
                <a:rect l="l" t="t" r="r" b="b"/>
                <a:pathLst>
                  <a:path w="84047" h="34702">
                    <a:moveTo>
                      <a:pt x="20901" y="34702"/>
                    </a:moveTo>
                    <a:lnTo>
                      <a:pt x="0" y="15684"/>
                    </a:lnTo>
                    <a:lnTo>
                      <a:pt x="74947" y="0"/>
                    </a:lnTo>
                    <a:lnTo>
                      <a:pt x="84047" y="22670"/>
                    </a:lnTo>
                    <a:lnTo>
                      <a:pt x="20901" y="347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8" name="Контур"/>
              <p:cNvSpPr/>
              <p:nvPr/>
            </p:nvSpPr>
            <p:spPr>
              <a:xfrm>
                <a:off x="5530516" y="4182845"/>
                <a:ext cx="105201" cy="88986"/>
              </a:xfrm>
              <a:custGeom>
                <a:avLst/>
                <a:gdLst/>
                <a:ahLst/>
                <a:cxnLst/>
                <a:rect l="l" t="t" r="r" b="b"/>
                <a:pathLst>
                  <a:path w="105201" h="88986">
                    <a:moveTo>
                      <a:pt x="85622" y="0"/>
                    </a:moveTo>
                    <a:lnTo>
                      <a:pt x="105201" y="27081"/>
                    </a:lnTo>
                    <a:lnTo>
                      <a:pt x="19580" y="88986"/>
                    </a:lnTo>
                    <a:lnTo>
                      <a:pt x="0" y="61905"/>
                    </a:lnTo>
                    <a:lnTo>
                      <a:pt x="8562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9" name="Контур"/>
              <p:cNvSpPr/>
              <p:nvPr/>
            </p:nvSpPr>
            <p:spPr>
              <a:xfrm>
                <a:off x="5057718" y="4214083"/>
                <a:ext cx="51451" cy="57545"/>
              </a:xfrm>
              <a:custGeom>
                <a:avLst/>
                <a:gdLst/>
                <a:ahLst/>
                <a:cxnLst/>
                <a:rect l="l" t="t" r="r" b="b"/>
                <a:pathLst>
                  <a:path w="51451" h="57545">
                    <a:moveTo>
                      <a:pt x="0" y="13575"/>
                    </a:moveTo>
                    <a:lnTo>
                      <a:pt x="17669" y="0"/>
                    </a:lnTo>
                    <a:lnTo>
                      <a:pt x="51451" y="43970"/>
                    </a:lnTo>
                    <a:lnTo>
                      <a:pt x="33783" y="57545"/>
                    </a:lnTo>
                    <a:lnTo>
                      <a:pt x="0" y="135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0" name="Контур"/>
              <p:cNvSpPr/>
              <p:nvPr/>
            </p:nvSpPr>
            <p:spPr>
              <a:xfrm>
                <a:off x="5351621" y="3704807"/>
                <a:ext cx="600381" cy="477603"/>
              </a:xfrm>
              <a:custGeom>
                <a:avLst/>
                <a:gdLst/>
                <a:ahLst/>
                <a:cxnLst/>
                <a:rect l="l" t="t" r="r" b="b"/>
                <a:pathLst>
                  <a:path w="600381" h="477603">
                    <a:moveTo>
                      <a:pt x="600381" y="82449"/>
                    </a:moveTo>
                    <a:lnTo>
                      <a:pt x="60327" y="477603"/>
                    </a:lnTo>
                    <a:lnTo>
                      <a:pt x="0" y="395154"/>
                    </a:lnTo>
                    <a:lnTo>
                      <a:pt x="540054" y="0"/>
                    </a:lnTo>
                    <a:lnTo>
                      <a:pt x="600381" y="824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1" name="Контур"/>
              <p:cNvSpPr/>
              <p:nvPr/>
            </p:nvSpPr>
            <p:spPr>
              <a:xfrm>
                <a:off x="5779228" y="3998360"/>
                <a:ext cx="114670" cy="96189"/>
              </a:xfrm>
              <a:custGeom>
                <a:avLst/>
                <a:gdLst/>
                <a:ahLst/>
                <a:cxnLst/>
                <a:rect l="l" t="t" r="r" b="b"/>
                <a:pathLst>
                  <a:path w="114670" h="96189">
                    <a:moveTo>
                      <a:pt x="94536" y="0"/>
                    </a:moveTo>
                    <a:lnTo>
                      <a:pt x="114670" y="27853"/>
                    </a:lnTo>
                    <a:lnTo>
                      <a:pt x="20134" y="96189"/>
                    </a:lnTo>
                    <a:lnTo>
                      <a:pt x="0" y="68335"/>
                    </a:lnTo>
                    <a:lnTo>
                      <a:pt x="9453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2" name="Контур"/>
              <p:cNvSpPr/>
              <p:nvPr/>
            </p:nvSpPr>
            <p:spPr>
              <a:xfrm>
                <a:off x="5660749" y="4089530"/>
                <a:ext cx="106269" cy="90334"/>
              </a:xfrm>
              <a:custGeom>
                <a:avLst/>
                <a:gdLst/>
                <a:ahLst/>
                <a:cxnLst/>
                <a:rect l="l" t="t" r="r" b="b"/>
                <a:pathLst>
                  <a:path w="106269" h="90334">
                    <a:moveTo>
                      <a:pt x="85529" y="0"/>
                    </a:moveTo>
                    <a:lnTo>
                      <a:pt x="106269" y="28853"/>
                    </a:lnTo>
                    <a:lnTo>
                      <a:pt x="20740" y="90334"/>
                    </a:lnTo>
                    <a:lnTo>
                      <a:pt x="0" y="61481"/>
                    </a:lnTo>
                    <a:lnTo>
                      <a:pt x="8552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3" name="Контур"/>
              <p:cNvSpPr/>
              <p:nvPr/>
            </p:nvSpPr>
            <p:spPr>
              <a:xfrm>
                <a:off x="5178859" y="4018817"/>
                <a:ext cx="56847" cy="63649"/>
              </a:xfrm>
              <a:custGeom>
                <a:avLst/>
                <a:gdLst/>
                <a:ahLst/>
                <a:cxnLst/>
                <a:rect l="l" t="t" r="r" b="b"/>
                <a:pathLst>
                  <a:path w="56847" h="63649">
                    <a:moveTo>
                      <a:pt x="20573" y="63649"/>
                    </a:moveTo>
                    <a:lnTo>
                      <a:pt x="0" y="46857"/>
                    </a:lnTo>
                    <a:lnTo>
                      <a:pt x="30318" y="0"/>
                    </a:lnTo>
                    <a:lnTo>
                      <a:pt x="56847" y="21668"/>
                    </a:lnTo>
                    <a:lnTo>
                      <a:pt x="20573" y="636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4" name="Контур"/>
              <p:cNvSpPr/>
              <p:nvPr/>
            </p:nvSpPr>
            <p:spPr>
              <a:xfrm>
                <a:off x="5113710" y="4122821"/>
                <a:ext cx="232214" cy="269742"/>
              </a:xfrm>
              <a:custGeom>
                <a:avLst/>
                <a:gdLst/>
                <a:ahLst/>
                <a:cxnLst/>
                <a:rect l="l" t="t" r="r" b="b"/>
                <a:pathLst>
                  <a:path w="232214" h="269742">
                    <a:moveTo>
                      <a:pt x="232214" y="239058"/>
                    </a:moveTo>
                    <a:lnTo>
                      <a:pt x="196484" y="269742"/>
                    </a:lnTo>
                    <a:lnTo>
                      <a:pt x="0" y="40948"/>
                    </a:lnTo>
                    <a:lnTo>
                      <a:pt x="30236" y="0"/>
                    </a:lnTo>
                    <a:lnTo>
                      <a:pt x="232214" y="2390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5" name="Контур"/>
              <p:cNvSpPr/>
              <p:nvPr/>
            </p:nvSpPr>
            <p:spPr>
              <a:xfrm>
                <a:off x="5397447" y="4276682"/>
                <a:ext cx="108331" cy="93690"/>
              </a:xfrm>
              <a:custGeom>
                <a:avLst/>
                <a:gdLst/>
                <a:ahLst/>
                <a:cxnLst/>
                <a:rect l="l" t="t" r="r" b="b"/>
                <a:pathLst>
                  <a:path w="108331" h="93690">
                    <a:moveTo>
                      <a:pt x="89072" y="0"/>
                    </a:moveTo>
                    <a:lnTo>
                      <a:pt x="108331" y="26273"/>
                    </a:lnTo>
                    <a:lnTo>
                      <a:pt x="20911" y="93690"/>
                    </a:lnTo>
                    <a:lnTo>
                      <a:pt x="0" y="65793"/>
                    </a:lnTo>
                    <a:lnTo>
                      <a:pt x="41588" y="35697"/>
                    </a:lnTo>
                    <a:lnTo>
                      <a:pt x="8907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6" name="Контур"/>
              <p:cNvSpPr/>
              <p:nvPr/>
            </p:nvSpPr>
            <p:spPr>
              <a:xfrm>
                <a:off x="4526220" y="4222974"/>
                <a:ext cx="163221" cy="163870"/>
              </a:xfrm>
              <a:custGeom>
                <a:avLst/>
                <a:gdLst/>
                <a:ahLst/>
                <a:cxnLst/>
                <a:rect l="l" t="t" r="r" b="b"/>
                <a:pathLst>
                  <a:path w="163221" h="163870">
                    <a:moveTo>
                      <a:pt x="0" y="75026"/>
                    </a:moveTo>
                    <a:lnTo>
                      <a:pt x="93381" y="0"/>
                    </a:lnTo>
                    <a:lnTo>
                      <a:pt x="163221" y="71775"/>
                    </a:lnTo>
                    <a:lnTo>
                      <a:pt x="64415" y="163870"/>
                    </a:lnTo>
                    <a:lnTo>
                      <a:pt x="0" y="750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7" name="Контур"/>
              <p:cNvSpPr/>
              <p:nvPr/>
            </p:nvSpPr>
            <p:spPr>
              <a:xfrm>
                <a:off x="5206532" y="4088144"/>
                <a:ext cx="232503" cy="254331"/>
              </a:xfrm>
              <a:custGeom>
                <a:avLst/>
                <a:gdLst/>
                <a:ahLst/>
                <a:cxnLst/>
                <a:rect l="l" t="t" r="r" b="b"/>
                <a:pathLst>
                  <a:path w="232503" h="254331">
                    <a:moveTo>
                      <a:pt x="190915" y="254331"/>
                    </a:moveTo>
                    <a:lnTo>
                      <a:pt x="0" y="27099"/>
                    </a:lnTo>
                    <a:lnTo>
                      <a:pt x="31905" y="0"/>
                    </a:lnTo>
                    <a:lnTo>
                      <a:pt x="197291" y="181514"/>
                    </a:lnTo>
                    <a:lnTo>
                      <a:pt x="232503" y="224235"/>
                    </a:lnTo>
                    <a:lnTo>
                      <a:pt x="190915" y="2543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8" name="Контур"/>
              <p:cNvSpPr/>
              <p:nvPr/>
            </p:nvSpPr>
            <p:spPr>
              <a:xfrm>
                <a:off x="5403823" y="4233241"/>
                <a:ext cx="82696" cy="79138"/>
              </a:xfrm>
              <a:custGeom>
                <a:avLst/>
                <a:gdLst/>
                <a:ahLst/>
                <a:cxnLst/>
                <a:rect l="l" t="t" r="r" b="b"/>
                <a:pathLst>
                  <a:path w="82696" h="79138">
                    <a:moveTo>
                      <a:pt x="51585" y="0"/>
                    </a:moveTo>
                    <a:lnTo>
                      <a:pt x="69937" y="26421"/>
                    </a:lnTo>
                    <a:lnTo>
                      <a:pt x="82696" y="43441"/>
                    </a:lnTo>
                    <a:lnTo>
                      <a:pt x="35212" y="79138"/>
                    </a:lnTo>
                    <a:lnTo>
                      <a:pt x="0" y="36417"/>
                    </a:lnTo>
                    <a:lnTo>
                      <a:pt x="5158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9" name="Контур"/>
              <p:cNvSpPr/>
              <p:nvPr/>
            </p:nvSpPr>
            <p:spPr>
              <a:xfrm>
                <a:off x="5455408" y="3823208"/>
                <a:ext cx="596119" cy="453474"/>
              </a:xfrm>
              <a:custGeom>
                <a:avLst/>
                <a:gdLst/>
                <a:ahLst/>
                <a:cxnLst/>
                <a:rect l="l" t="t" r="r" b="b"/>
                <a:pathLst>
                  <a:path w="596119" h="453474">
                    <a:moveTo>
                      <a:pt x="596119" y="48099"/>
                    </a:moveTo>
                    <a:lnTo>
                      <a:pt x="547730" y="82953"/>
                    </a:lnTo>
                    <a:lnTo>
                      <a:pt x="511449" y="108831"/>
                    </a:lnTo>
                    <a:lnTo>
                      <a:pt x="467359" y="140009"/>
                    </a:lnTo>
                    <a:lnTo>
                      <a:pt x="418356" y="175152"/>
                    </a:lnTo>
                    <a:lnTo>
                      <a:pt x="323820" y="243487"/>
                    </a:lnTo>
                    <a:lnTo>
                      <a:pt x="290870" y="266322"/>
                    </a:lnTo>
                    <a:lnTo>
                      <a:pt x="205341" y="327803"/>
                    </a:lnTo>
                    <a:lnTo>
                      <a:pt x="160730" y="359637"/>
                    </a:lnTo>
                    <a:lnTo>
                      <a:pt x="75108" y="421542"/>
                    </a:lnTo>
                    <a:lnTo>
                      <a:pt x="31111" y="453474"/>
                    </a:lnTo>
                    <a:lnTo>
                      <a:pt x="18352" y="436454"/>
                    </a:lnTo>
                    <a:lnTo>
                      <a:pt x="0" y="410033"/>
                    </a:lnTo>
                    <a:lnTo>
                      <a:pt x="558962" y="0"/>
                    </a:lnTo>
                    <a:lnTo>
                      <a:pt x="573527" y="18851"/>
                    </a:lnTo>
                    <a:lnTo>
                      <a:pt x="596119" y="480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0" name="Контур"/>
              <p:cNvSpPr/>
              <p:nvPr/>
            </p:nvSpPr>
            <p:spPr>
              <a:xfrm>
                <a:off x="5441621" y="5769372"/>
                <a:ext cx="159003" cy="138515"/>
              </a:xfrm>
              <a:custGeom>
                <a:avLst/>
                <a:gdLst/>
                <a:ahLst/>
                <a:cxnLst/>
                <a:rect l="l" t="t" r="r" b="b"/>
                <a:pathLst>
                  <a:path w="159003" h="138515">
                    <a:moveTo>
                      <a:pt x="8729" y="99446"/>
                    </a:moveTo>
                    <a:lnTo>
                      <a:pt x="101121" y="43652"/>
                    </a:lnTo>
                    <a:lnTo>
                      <a:pt x="88425" y="22630"/>
                    </a:lnTo>
                    <a:lnTo>
                      <a:pt x="125898" y="0"/>
                    </a:lnTo>
                    <a:lnTo>
                      <a:pt x="159003" y="54820"/>
                    </a:lnTo>
                    <a:lnTo>
                      <a:pt x="20410" y="138515"/>
                    </a:lnTo>
                    <a:lnTo>
                      <a:pt x="0" y="104718"/>
                    </a:lnTo>
                    <a:lnTo>
                      <a:pt x="8729" y="994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1" name="Контур"/>
              <p:cNvSpPr/>
              <p:nvPr/>
            </p:nvSpPr>
            <p:spPr>
              <a:xfrm>
                <a:off x="4743347" y="5203289"/>
                <a:ext cx="836532" cy="671166"/>
              </a:xfrm>
              <a:custGeom>
                <a:avLst/>
                <a:gdLst/>
                <a:ahLst/>
                <a:cxnLst/>
                <a:rect l="l" t="t" r="r" b="b"/>
                <a:pathLst>
                  <a:path w="836532" h="671166">
                    <a:moveTo>
                      <a:pt x="731862" y="0"/>
                    </a:moveTo>
                    <a:lnTo>
                      <a:pt x="836532" y="145800"/>
                    </a:lnTo>
                    <a:lnTo>
                      <a:pt x="315826" y="522504"/>
                    </a:lnTo>
                    <a:lnTo>
                      <a:pt x="104670" y="671166"/>
                    </a:lnTo>
                    <a:lnTo>
                      <a:pt x="0" y="525366"/>
                    </a:lnTo>
                    <a:lnTo>
                      <a:pt x="27832" y="503857"/>
                    </a:lnTo>
                    <a:lnTo>
                      <a:pt x="580479" y="104157"/>
                    </a:lnTo>
                    <a:lnTo>
                      <a:pt x="73186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2" name="Контур"/>
              <p:cNvSpPr/>
              <p:nvPr/>
            </p:nvSpPr>
            <p:spPr>
              <a:xfrm>
                <a:off x="4744228" y="5225957"/>
                <a:ext cx="579598" cy="481189"/>
              </a:xfrm>
              <a:custGeom>
                <a:avLst/>
                <a:gdLst/>
                <a:ahLst/>
                <a:cxnLst/>
                <a:rect l="l" t="t" r="r" b="b"/>
                <a:pathLst>
                  <a:path w="579598" h="481189">
                    <a:moveTo>
                      <a:pt x="26951" y="481189"/>
                    </a:moveTo>
                    <a:lnTo>
                      <a:pt x="0" y="446259"/>
                    </a:lnTo>
                    <a:lnTo>
                      <a:pt x="124505" y="358067"/>
                    </a:lnTo>
                    <a:lnTo>
                      <a:pt x="90580" y="314267"/>
                    </a:lnTo>
                    <a:lnTo>
                      <a:pt x="521766" y="0"/>
                    </a:lnTo>
                    <a:lnTo>
                      <a:pt x="579598" y="81489"/>
                    </a:lnTo>
                    <a:lnTo>
                      <a:pt x="26951" y="4811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3" name="Контур"/>
              <p:cNvSpPr/>
              <p:nvPr/>
            </p:nvSpPr>
            <p:spPr>
              <a:xfrm>
                <a:off x="5820609" y="5393690"/>
                <a:ext cx="93750" cy="93735"/>
              </a:xfrm>
              <a:custGeom>
                <a:avLst/>
                <a:gdLst/>
                <a:ahLst/>
                <a:cxnLst/>
                <a:rect l="l" t="t" r="r" b="b"/>
                <a:pathLst>
                  <a:path w="93750" h="93735">
                    <a:moveTo>
                      <a:pt x="36823" y="93735"/>
                    </a:moveTo>
                    <a:lnTo>
                      <a:pt x="0" y="36851"/>
                    </a:lnTo>
                    <a:lnTo>
                      <a:pt x="56927" y="0"/>
                    </a:lnTo>
                    <a:lnTo>
                      <a:pt x="93750" y="56883"/>
                    </a:lnTo>
                    <a:lnTo>
                      <a:pt x="36823" y="937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4" name="Контур"/>
              <p:cNvSpPr/>
              <p:nvPr/>
            </p:nvSpPr>
            <p:spPr>
              <a:xfrm>
                <a:off x="5293157" y="4361879"/>
                <a:ext cx="96408" cy="89190"/>
              </a:xfrm>
              <a:custGeom>
                <a:avLst/>
                <a:gdLst/>
                <a:ahLst/>
                <a:cxnLst/>
                <a:rect l="l" t="t" r="r" b="b"/>
                <a:pathLst>
                  <a:path w="96408" h="89190">
                    <a:moveTo>
                      <a:pt x="0" y="44505"/>
                    </a:moveTo>
                    <a:lnTo>
                      <a:pt x="17037" y="30684"/>
                    </a:lnTo>
                    <a:lnTo>
                      <a:pt x="52767" y="0"/>
                    </a:lnTo>
                    <a:lnTo>
                      <a:pt x="96408" y="51534"/>
                    </a:lnTo>
                    <a:lnTo>
                      <a:pt x="71424" y="72621"/>
                    </a:lnTo>
                    <a:lnTo>
                      <a:pt x="65565" y="65682"/>
                    </a:lnTo>
                    <a:lnTo>
                      <a:pt x="37701" y="89190"/>
                    </a:lnTo>
                    <a:lnTo>
                      <a:pt x="0" y="445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5" name="Контур"/>
              <p:cNvSpPr/>
              <p:nvPr/>
            </p:nvSpPr>
            <p:spPr>
              <a:xfrm>
                <a:off x="5475209" y="5165105"/>
                <a:ext cx="168491" cy="183984"/>
              </a:xfrm>
              <a:custGeom>
                <a:avLst/>
                <a:gdLst/>
                <a:ahLst/>
                <a:cxnLst/>
                <a:rect l="l" t="t" r="r" b="b"/>
                <a:pathLst>
                  <a:path w="168491" h="183984">
                    <a:moveTo>
                      <a:pt x="0" y="38184"/>
                    </a:moveTo>
                    <a:lnTo>
                      <a:pt x="61300" y="0"/>
                    </a:lnTo>
                    <a:lnTo>
                      <a:pt x="168491" y="148912"/>
                    </a:lnTo>
                    <a:lnTo>
                      <a:pt x="104670" y="183984"/>
                    </a:lnTo>
                    <a:lnTo>
                      <a:pt x="0" y="381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6" name="Контур"/>
              <p:cNvSpPr/>
              <p:nvPr/>
            </p:nvSpPr>
            <p:spPr>
              <a:xfrm>
                <a:off x="3862625" y="4121678"/>
                <a:ext cx="162054" cy="169106"/>
              </a:xfrm>
              <a:custGeom>
                <a:avLst/>
                <a:gdLst/>
                <a:ahLst/>
                <a:cxnLst/>
                <a:rect l="l" t="t" r="r" b="b"/>
                <a:pathLst>
                  <a:path w="162054" h="169106">
                    <a:moveTo>
                      <a:pt x="27999" y="0"/>
                    </a:moveTo>
                    <a:lnTo>
                      <a:pt x="78624" y="54234"/>
                    </a:lnTo>
                    <a:lnTo>
                      <a:pt x="162054" y="143613"/>
                    </a:lnTo>
                    <a:lnTo>
                      <a:pt x="145691" y="158466"/>
                    </a:lnTo>
                    <a:lnTo>
                      <a:pt x="133455" y="169106"/>
                    </a:lnTo>
                    <a:lnTo>
                      <a:pt x="0" y="26136"/>
                    </a:lnTo>
                    <a:lnTo>
                      <a:pt x="2799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7" name="Контур"/>
              <p:cNvSpPr/>
              <p:nvPr/>
            </p:nvSpPr>
            <p:spPr>
              <a:xfrm>
                <a:off x="3890624" y="4054673"/>
                <a:ext cx="122409" cy="121239"/>
              </a:xfrm>
              <a:custGeom>
                <a:avLst/>
                <a:gdLst/>
                <a:ahLst/>
                <a:cxnLst/>
                <a:rect l="l" t="t" r="r" b="b"/>
                <a:pathLst>
                  <a:path w="122409" h="121239">
                    <a:moveTo>
                      <a:pt x="122409" y="54234"/>
                    </a:moveTo>
                    <a:lnTo>
                      <a:pt x="50625" y="121239"/>
                    </a:lnTo>
                    <a:lnTo>
                      <a:pt x="0" y="67005"/>
                    </a:lnTo>
                    <a:lnTo>
                      <a:pt x="71775" y="0"/>
                    </a:lnTo>
                    <a:lnTo>
                      <a:pt x="122409" y="542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8" name="Контур"/>
              <p:cNvSpPr/>
              <p:nvPr/>
            </p:nvSpPr>
            <p:spPr>
              <a:xfrm>
                <a:off x="4071128" y="3948419"/>
                <a:ext cx="197262" cy="195633"/>
              </a:xfrm>
              <a:custGeom>
                <a:avLst/>
                <a:gdLst/>
                <a:ahLst/>
                <a:cxnLst/>
                <a:rect l="l" t="t" r="r" b="b"/>
                <a:pathLst>
                  <a:path w="197262" h="195633">
                    <a:moveTo>
                      <a:pt x="0" y="106254"/>
                    </a:moveTo>
                    <a:lnTo>
                      <a:pt x="113832" y="0"/>
                    </a:lnTo>
                    <a:lnTo>
                      <a:pt x="197262" y="89379"/>
                    </a:lnTo>
                    <a:lnTo>
                      <a:pt x="83430" y="195633"/>
                    </a:lnTo>
                    <a:lnTo>
                      <a:pt x="0" y="1062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9" name="Контур"/>
              <p:cNvSpPr/>
              <p:nvPr/>
            </p:nvSpPr>
            <p:spPr>
              <a:xfrm>
                <a:off x="3941249" y="4054673"/>
                <a:ext cx="213309" cy="210618"/>
              </a:xfrm>
              <a:custGeom>
                <a:avLst/>
                <a:gdLst/>
                <a:ahLst/>
                <a:cxnLst/>
                <a:rect l="l" t="t" r="r" b="b"/>
                <a:pathLst>
                  <a:path w="213309" h="210618">
                    <a:moveTo>
                      <a:pt x="71784" y="54234"/>
                    </a:moveTo>
                    <a:lnTo>
                      <a:pt x="129879" y="0"/>
                    </a:lnTo>
                    <a:lnTo>
                      <a:pt x="213309" y="89379"/>
                    </a:lnTo>
                    <a:lnTo>
                      <a:pt x="186293" y="114739"/>
                    </a:lnTo>
                    <a:lnTo>
                      <a:pt x="83430" y="210618"/>
                    </a:lnTo>
                    <a:lnTo>
                      <a:pt x="0" y="121239"/>
                    </a:lnTo>
                    <a:lnTo>
                      <a:pt x="71784" y="542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0" name="Контур"/>
              <p:cNvSpPr/>
              <p:nvPr/>
            </p:nvSpPr>
            <p:spPr>
              <a:xfrm>
                <a:off x="3421243" y="3978891"/>
                <a:ext cx="194777" cy="184531"/>
              </a:xfrm>
              <a:custGeom>
                <a:avLst/>
                <a:gdLst/>
                <a:ahLst/>
                <a:cxnLst/>
                <a:rect l="l" t="t" r="r" b="b"/>
                <a:pathLst>
                  <a:path w="194777" h="184531">
                    <a:moveTo>
                      <a:pt x="0" y="143446"/>
                    </a:moveTo>
                    <a:lnTo>
                      <a:pt x="153768" y="0"/>
                    </a:lnTo>
                    <a:lnTo>
                      <a:pt x="194777" y="43205"/>
                    </a:lnTo>
                    <a:lnTo>
                      <a:pt x="43372" y="184531"/>
                    </a:lnTo>
                    <a:lnTo>
                      <a:pt x="16549" y="155777"/>
                    </a:lnTo>
                    <a:lnTo>
                      <a:pt x="13766" y="158203"/>
                    </a:lnTo>
                    <a:lnTo>
                      <a:pt x="0" y="1434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1" name="Контур"/>
              <p:cNvSpPr/>
              <p:nvPr/>
            </p:nvSpPr>
            <p:spPr>
              <a:xfrm>
                <a:off x="3962399" y="3998009"/>
                <a:ext cx="108729" cy="110898"/>
              </a:xfrm>
              <a:custGeom>
                <a:avLst/>
                <a:gdLst/>
                <a:ahLst/>
                <a:cxnLst/>
                <a:rect l="l" t="t" r="r" b="b"/>
                <a:pathLst>
                  <a:path w="108729" h="110898">
                    <a:moveTo>
                      <a:pt x="108729" y="56664"/>
                    </a:moveTo>
                    <a:lnTo>
                      <a:pt x="50634" y="110898"/>
                    </a:lnTo>
                    <a:lnTo>
                      <a:pt x="0" y="56664"/>
                    </a:lnTo>
                    <a:lnTo>
                      <a:pt x="55836" y="0"/>
                    </a:lnTo>
                    <a:lnTo>
                      <a:pt x="108729" y="566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2" name="Контур"/>
              <p:cNvSpPr/>
              <p:nvPr/>
            </p:nvSpPr>
            <p:spPr>
              <a:xfrm>
                <a:off x="4036406" y="4304810"/>
                <a:ext cx="1081709" cy="839269"/>
              </a:xfrm>
              <a:custGeom>
                <a:avLst/>
                <a:gdLst/>
                <a:ahLst/>
                <a:cxnLst/>
                <a:rect l="l" t="t" r="r" b="b"/>
                <a:pathLst>
                  <a:path w="1081709" h="839269">
                    <a:moveTo>
                      <a:pt x="0" y="747153"/>
                    </a:moveTo>
                    <a:lnTo>
                      <a:pt x="1013823" y="0"/>
                    </a:lnTo>
                    <a:lnTo>
                      <a:pt x="1081709" y="92116"/>
                    </a:lnTo>
                    <a:lnTo>
                      <a:pt x="67886" y="839269"/>
                    </a:lnTo>
                    <a:lnTo>
                      <a:pt x="0" y="7471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3" name="Контур"/>
              <p:cNvSpPr/>
              <p:nvPr/>
            </p:nvSpPr>
            <p:spPr>
              <a:xfrm>
                <a:off x="3956153" y="4231667"/>
                <a:ext cx="1038930" cy="761409"/>
              </a:xfrm>
              <a:custGeom>
                <a:avLst/>
                <a:gdLst/>
                <a:ahLst/>
                <a:cxnLst/>
                <a:rect l="l" t="t" r="r" b="b"/>
                <a:pathLst>
                  <a:path w="1038930" h="761409">
                    <a:moveTo>
                      <a:pt x="0" y="716787"/>
                    </a:moveTo>
                    <a:lnTo>
                      <a:pt x="1007172" y="0"/>
                    </a:lnTo>
                    <a:lnTo>
                      <a:pt x="1033573" y="37096"/>
                    </a:lnTo>
                    <a:lnTo>
                      <a:pt x="1038930" y="44622"/>
                    </a:lnTo>
                    <a:lnTo>
                      <a:pt x="31758" y="761409"/>
                    </a:lnTo>
                    <a:lnTo>
                      <a:pt x="0" y="7167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4" name="Контур"/>
              <p:cNvSpPr/>
              <p:nvPr/>
            </p:nvSpPr>
            <p:spPr>
              <a:xfrm>
                <a:off x="3944733" y="4659164"/>
                <a:ext cx="111525" cy="125423"/>
              </a:xfrm>
              <a:custGeom>
                <a:avLst/>
                <a:gdLst/>
                <a:ahLst/>
                <a:cxnLst/>
                <a:rect l="l" t="t" r="r" b="b"/>
                <a:pathLst>
                  <a:path w="111525" h="125423">
                    <a:moveTo>
                      <a:pt x="0" y="33191"/>
                    </a:moveTo>
                    <a:lnTo>
                      <a:pt x="48819" y="0"/>
                    </a:lnTo>
                    <a:lnTo>
                      <a:pt x="111525" y="92233"/>
                    </a:lnTo>
                    <a:lnTo>
                      <a:pt x="62706" y="125423"/>
                    </a:lnTo>
                    <a:lnTo>
                      <a:pt x="21976" y="65514"/>
                    </a:lnTo>
                    <a:lnTo>
                      <a:pt x="0" y="331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5" name="Контур"/>
              <p:cNvSpPr/>
              <p:nvPr/>
            </p:nvSpPr>
            <p:spPr>
              <a:xfrm>
                <a:off x="4003752" y="4281033"/>
                <a:ext cx="586883" cy="478774"/>
              </a:xfrm>
              <a:custGeom>
                <a:avLst/>
                <a:gdLst/>
                <a:ahLst/>
                <a:cxnLst/>
                <a:rect l="l" t="t" r="r" b="b"/>
                <a:pathLst>
                  <a:path w="586883" h="478774">
                    <a:moveTo>
                      <a:pt x="0" y="372874"/>
                    </a:moveTo>
                    <a:lnTo>
                      <a:pt x="509436" y="0"/>
                    </a:lnTo>
                    <a:lnTo>
                      <a:pt x="522468" y="16967"/>
                    </a:lnTo>
                    <a:lnTo>
                      <a:pt x="586883" y="105811"/>
                    </a:lnTo>
                    <a:lnTo>
                      <a:pt x="76351" y="478774"/>
                    </a:lnTo>
                    <a:lnTo>
                      <a:pt x="0" y="3728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6" name="Контур"/>
              <p:cNvSpPr/>
              <p:nvPr/>
            </p:nvSpPr>
            <p:spPr>
              <a:xfrm>
                <a:off x="4008316" y="4169412"/>
                <a:ext cx="232853" cy="233897"/>
              </a:xfrm>
              <a:custGeom>
                <a:avLst/>
                <a:gdLst/>
                <a:ahLst/>
                <a:cxnLst/>
                <a:rect l="l" t="t" r="r" b="b"/>
                <a:pathLst>
                  <a:path w="232853" h="233897">
                    <a:moveTo>
                      <a:pt x="0" y="110732"/>
                    </a:moveTo>
                    <a:lnTo>
                      <a:pt x="16363" y="95879"/>
                    </a:lnTo>
                    <a:lnTo>
                      <a:pt x="119226" y="0"/>
                    </a:lnTo>
                    <a:lnTo>
                      <a:pt x="232853" y="124971"/>
                    </a:lnTo>
                    <a:lnTo>
                      <a:pt x="112846" y="233897"/>
                    </a:lnTo>
                    <a:lnTo>
                      <a:pt x="0" y="1107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7" name="Контур"/>
              <p:cNvSpPr/>
              <p:nvPr/>
            </p:nvSpPr>
            <p:spPr>
              <a:xfrm>
                <a:off x="4168634" y="3582200"/>
                <a:ext cx="670242" cy="712549"/>
              </a:xfrm>
              <a:custGeom>
                <a:avLst/>
                <a:gdLst/>
                <a:ahLst/>
                <a:cxnLst/>
                <a:rect l="l" t="t" r="r" b="b"/>
                <a:pathLst>
                  <a:path w="670242" h="712549">
                    <a:moveTo>
                      <a:pt x="0" y="123777"/>
                    </a:moveTo>
                    <a:lnTo>
                      <a:pt x="132075" y="0"/>
                    </a:lnTo>
                    <a:lnTo>
                      <a:pt x="670242" y="574691"/>
                    </a:lnTo>
                    <a:lnTo>
                      <a:pt x="520807" y="712549"/>
                    </a:lnTo>
                    <a:lnTo>
                      <a:pt x="450967" y="640774"/>
                    </a:lnTo>
                    <a:lnTo>
                      <a:pt x="365301" y="545940"/>
                    </a:lnTo>
                    <a:lnTo>
                      <a:pt x="345537" y="523809"/>
                    </a:lnTo>
                    <a:lnTo>
                      <a:pt x="336582" y="513792"/>
                    </a:lnTo>
                    <a:lnTo>
                      <a:pt x="249768" y="416583"/>
                    </a:lnTo>
                    <a:lnTo>
                      <a:pt x="264681" y="402417"/>
                    </a:lnTo>
                    <a:lnTo>
                      <a:pt x="0" y="1237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8" name="Контур"/>
              <p:cNvSpPr/>
              <p:nvPr/>
            </p:nvSpPr>
            <p:spPr>
              <a:xfrm>
                <a:off x="4006053" y="6043417"/>
                <a:ext cx="96485" cy="90958"/>
              </a:xfrm>
              <a:custGeom>
                <a:avLst/>
                <a:gdLst/>
                <a:ahLst/>
                <a:cxnLst/>
                <a:rect l="l" t="t" r="r" b="b"/>
                <a:pathLst>
                  <a:path w="96485" h="90958">
                    <a:moveTo>
                      <a:pt x="31541" y="90958"/>
                    </a:moveTo>
                    <a:lnTo>
                      <a:pt x="0" y="49941"/>
                    </a:lnTo>
                    <a:lnTo>
                      <a:pt x="64944" y="0"/>
                    </a:lnTo>
                    <a:lnTo>
                      <a:pt x="96485" y="41017"/>
                    </a:lnTo>
                    <a:lnTo>
                      <a:pt x="31541" y="909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9" name="Контур"/>
              <p:cNvSpPr/>
              <p:nvPr/>
            </p:nvSpPr>
            <p:spPr>
              <a:xfrm>
                <a:off x="4100746" y="5981417"/>
                <a:ext cx="165322" cy="177703"/>
              </a:xfrm>
              <a:custGeom>
                <a:avLst/>
                <a:gdLst/>
                <a:ahLst/>
                <a:cxnLst/>
                <a:rect l="l" t="t" r="r" b="b"/>
                <a:pathLst>
                  <a:path w="165322" h="177703">
                    <a:moveTo>
                      <a:pt x="80985" y="177703"/>
                    </a:moveTo>
                    <a:lnTo>
                      <a:pt x="0" y="61470"/>
                    </a:lnTo>
                    <a:lnTo>
                      <a:pt x="83220" y="0"/>
                    </a:lnTo>
                    <a:lnTo>
                      <a:pt x="165322" y="116793"/>
                    </a:lnTo>
                    <a:lnTo>
                      <a:pt x="80985" y="1777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0" name="Контур"/>
              <p:cNvSpPr/>
              <p:nvPr/>
            </p:nvSpPr>
            <p:spPr>
              <a:xfrm>
                <a:off x="3385339" y="5752419"/>
                <a:ext cx="78908" cy="77207"/>
              </a:xfrm>
              <a:custGeom>
                <a:avLst/>
                <a:gdLst/>
                <a:ahLst/>
                <a:cxnLst/>
                <a:rect l="l" t="t" r="r" b="b"/>
                <a:pathLst>
                  <a:path w="78908" h="77207">
                    <a:moveTo>
                      <a:pt x="28477" y="77207"/>
                    </a:moveTo>
                    <a:lnTo>
                      <a:pt x="0" y="39247"/>
                    </a:lnTo>
                    <a:lnTo>
                      <a:pt x="51298" y="0"/>
                    </a:lnTo>
                    <a:lnTo>
                      <a:pt x="78908" y="36833"/>
                    </a:lnTo>
                    <a:lnTo>
                      <a:pt x="28477" y="772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1" name="Контур"/>
              <p:cNvSpPr/>
              <p:nvPr/>
            </p:nvSpPr>
            <p:spPr>
              <a:xfrm>
                <a:off x="4471797" y="5695342"/>
                <a:ext cx="123729" cy="107163"/>
              </a:xfrm>
              <a:custGeom>
                <a:avLst/>
                <a:gdLst/>
                <a:ahLst/>
                <a:cxnLst/>
                <a:rect l="l" t="t" r="r" b="b"/>
                <a:pathLst>
                  <a:path w="123729" h="107163">
                    <a:moveTo>
                      <a:pt x="29560" y="107163"/>
                    </a:moveTo>
                    <a:lnTo>
                      <a:pt x="0" y="68635"/>
                    </a:lnTo>
                    <a:lnTo>
                      <a:pt x="96165" y="0"/>
                    </a:lnTo>
                    <a:lnTo>
                      <a:pt x="123729" y="37994"/>
                    </a:lnTo>
                    <a:lnTo>
                      <a:pt x="29560" y="1071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2" name="Контур"/>
              <p:cNvSpPr/>
              <p:nvPr/>
            </p:nvSpPr>
            <p:spPr>
              <a:xfrm>
                <a:off x="3437448" y="5657000"/>
                <a:ext cx="89326" cy="78693"/>
              </a:xfrm>
              <a:custGeom>
                <a:avLst/>
                <a:gdLst/>
                <a:ahLst/>
                <a:cxnLst/>
                <a:rect l="l" t="t" r="r" b="b"/>
                <a:pathLst>
                  <a:path w="89326" h="78693">
                    <a:moveTo>
                      <a:pt x="0" y="41784"/>
                    </a:moveTo>
                    <a:lnTo>
                      <a:pt x="65938" y="0"/>
                    </a:lnTo>
                    <a:lnTo>
                      <a:pt x="89326" y="36909"/>
                    </a:lnTo>
                    <a:lnTo>
                      <a:pt x="23388" y="78693"/>
                    </a:lnTo>
                    <a:lnTo>
                      <a:pt x="0" y="417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3" name="Контур"/>
              <p:cNvSpPr/>
              <p:nvPr/>
            </p:nvSpPr>
            <p:spPr>
              <a:xfrm>
                <a:off x="4073109" y="4415301"/>
                <a:ext cx="1178475" cy="869692"/>
              </a:xfrm>
              <a:custGeom>
                <a:avLst/>
                <a:gdLst/>
                <a:ahLst/>
                <a:cxnLst/>
                <a:rect l="l" t="t" r="r" b="b"/>
                <a:pathLst>
                  <a:path w="1178475" h="869692">
                    <a:moveTo>
                      <a:pt x="1178475" y="41296"/>
                    </a:moveTo>
                    <a:lnTo>
                      <a:pt x="32008" y="869692"/>
                    </a:lnTo>
                    <a:lnTo>
                      <a:pt x="0" y="825025"/>
                    </a:lnTo>
                    <a:lnTo>
                      <a:pt x="1144783" y="0"/>
                    </a:lnTo>
                    <a:lnTo>
                      <a:pt x="1178475" y="412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4" name="Контур"/>
              <p:cNvSpPr/>
              <p:nvPr/>
            </p:nvSpPr>
            <p:spPr>
              <a:xfrm>
                <a:off x="6419093" y="2498699"/>
                <a:ext cx="564888" cy="574245"/>
              </a:xfrm>
              <a:custGeom>
                <a:avLst/>
                <a:gdLst/>
                <a:ahLst/>
                <a:cxnLst/>
                <a:rect l="l" t="t" r="r" b="b"/>
                <a:pathLst>
                  <a:path w="564888" h="574245">
                    <a:moveTo>
                      <a:pt x="564888" y="82131"/>
                    </a:moveTo>
                    <a:lnTo>
                      <a:pt x="105264" y="574245"/>
                    </a:lnTo>
                    <a:lnTo>
                      <a:pt x="0" y="471825"/>
                    </a:lnTo>
                    <a:lnTo>
                      <a:pt x="456993" y="2187"/>
                    </a:lnTo>
                    <a:lnTo>
                      <a:pt x="477765" y="22392"/>
                    </a:lnTo>
                    <a:lnTo>
                      <a:pt x="499554" y="0"/>
                    </a:lnTo>
                    <a:lnTo>
                      <a:pt x="525943" y="24474"/>
                    </a:lnTo>
                    <a:lnTo>
                      <a:pt x="515681" y="36059"/>
                    </a:lnTo>
                    <a:lnTo>
                      <a:pt x="564888" y="821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5" name="Контур"/>
              <p:cNvSpPr/>
              <p:nvPr/>
            </p:nvSpPr>
            <p:spPr>
              <a:xfrm>
                <a:off x="6133418" y="2871287"/>
                <a:ext cx="155073" cy="168783"/>
              </a:xfrm>
              <a:custGeom>
                <a:avLst/>
                <a:gdLst/>
                <a:ahLst/>
                <a:cxnLst/>
                <a:rect l="l" t="t" r="r" b="b"/>
                <a:pathLst>
                  <a:path w="155073" h="168783">
                    <a:moveTo>
                      <a:pt x="6214" y="72761"/>
                    </a:moveTo>
                    <a:lnTo>
                      <a:pt x="48694" y="31078"/>
                    </a:lnTo>
                    <a:lnTo>
                      <a:pt x="95776" y="0"/>
                    </a:lnTo>
                    <a:lnTo>
                      <a:pt x="120412" y="22854"/>
                    </a:lnTo>
                    <a:lnTo>
                      <a:pt x="130430" y="13032"/>
                    </a:lnTo>
                    <a:lnTo>
                      <a:pt x="155073" y="38490"/>
                    </a:lnTo>
                    <a:lnTo>
                      <a:pt x="108191" y="87201"/>
                    </a:lnTo>
                    <a:lnTo>
                      <a:pt x="23843" y="168783"/>
                    </a:lnTo>
                    <a:lnTo>
                      <a:pt x="0" y="146735"/>
                    </a:lnTo>
                    <a:lnTo>
                      <a:pt x="11020" y="135710"/>
                    </a:lnTo>
                    <a:lnTo>
                      <a:pt x="39270" y="106440"/>
                    </a:lnTo>
                    <a:lnTo>
                      <a:pt x="6214" y="727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6" name="Контур"/>
              <p:cNvSpPr/>
              <p:nvPr/>
            </p:nvSpPr>
            <p:spPr>
              <a:xfrm>
                <a:off x="6211877" y="1948304"/>
                <a:ext cx="784800" cy="912960"/>
              </a:xfrm>
              <a:custGeom>
                <a:avLst/>
                <a:gdLst/>
                <a:ahLst/>
                <a:cxnLst/>
                <a:rect l="l" t="t" r="r" b="b"/>
                <a:pathLst>
                  <a:path w="784800" h="912960">
                    <a:moveTo>
                      <a:pt x="0" y="869760"/>
                    </a:moveTo>
                    <a:lnTo>
                      <a:pt x="341136" y="521280"/>
                    </a:lnTo>
                    <a:lnTo>
                      <a:pt x="692937" y="174609"/>
                    </a:lnTo>
                    <a:lnTo>
                      <a:pt x="567945" y="45396"/>
                    </a:lnTo>
                    <a:lnTo>
                      <a:pt x="614880" y="0"/>
                    </a:lnTo>
                    <a:lnTo>
                      <a:pt x="784800" y="175680"/>
                    </a:lnTo>
                    <a:lnTo>
                      <a:pt x="384480" y="570240"/>
                    </a:lnTo>
                    <a:lnTo>
                      <a:pt x="44640" y="912960"/>
                    </a:lnTo>
                    <a:lnTo>
                      <a:pt x="0" y="8697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7" name="Контур"/>
              <p:cNvSpPr/>
              <p:nvPr/>
            </p:nvSpPr>
            <p:spPr>
              <a:xfrm>
                <a:off x="6467459" y="3361412"/>
                <a:ext cx="125118" cy="119346"/>
              </a:xfrm>
              <a:custGeom>
                <a:avLst/>
                <a:gdLst/>
                <a:ahLst/>
                <a:cxnLst/>
                <a:rect l="l" t="t" r="r" b="b"/>
                <a:pathLst>
                  <a:path w="125118" h="119346">
                    <a:moveTo>
                      <a:pt x="0" y="72135"/>
                    </a:moveTo>
                    <a:lnTo>
                      <a:pt x="80739" y="0"/>
                    </a:lnTo>
                    <a:lnTo>
                      <a:pt x="125118" y="45135"/>
                    </a:lnTo>
                    <a:lnTo>
                      <a:pt x="100593" y="67374"/>
                    </a:lnTo>
                    <a:lnTo>
                      <a:pt x="43942" y="119346"/>
                    </a:lnTo>
                    <a:lnTo>
                      <a:pt x="29219" y="101823"/>
                    </a:lnTo>
                    <a:lnTo>
                      <a:pt x="0" y="721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8" name="Контур"/>
              <p:cNvSpPr/>
              <p:nvPr/>
            </p:nvSpPr>
            <p:spPr>
              <a:xfrm>
                <a:off x="6548198" y="2635184"/>
                <a:ext cx="720639" cy="771363"/>
              </a:xfrm>
              <a:custGeom>
                <a:avLst/>
                <a:gdLst/>
                <a:ahLst/>
                <a:cxnLst/>
                <a:rect l="l" t="t" r="r" b="b"/>
                <a:pathLst>
                  <a:path w="720639" h="771363">
                    <a:moveTo>
                      <a:pt x="0" y="726228"/>
                    </a:moveTo>
                    <a:lnTo>
                      <a:pt x="274635" y="440145"/>
                    </a:lnTo>
                    <a:lnTo>
                      <a:pt x="674559" y="0"/>
                    </a:lnTo>
                    <a:lnTo>
                      <a:pt x="720639" y="46080"/>
                    </a:lnTo>
                    <a:lnTo>
                      <a:pt x="316242" y="484767"/>
                    </a:lnTo>
                    <a:lnTo>
                      <a:pt x="44379" y="771363"/>
                    </a:lnTo>
                    <a:lnTo>
                      <a:pt x="0" y="7262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9" name="Контур"/>
              <p:cNvSpPr/>
              <p:nvPr/>
            </p:nvSpPr>
            <p:spPr>
              <a:xfrm>
                <a:off x="6702917" y="2221904"/>
                <a:ext cx="1226655" cy="1177002"/>
              </a:xfrm>
              <a:custGeom>
                <a:avLst/>
                <a:gdLst/>
                <a:ahLst/>
                <a:cxnLst/>
                <a:rect l="l" t="t" r="r" b="b"/>
                <a:pathLst>
                  <a:path w="1226655" h="1177002">
                    <a:moveTo>
                      <a:pt x="1226655" y="46647"/>
                    </a:moveTo>
                    <a:lnTo>
                      <a:pt x="899622" y="347859"/>
                    </a:lnTo>
                    <a:lnTo>
                      <a:pt x="800991" y="449397"/>
                    </a:lnTo>
                    <a:lnTo>
                      <a:pt x="653589" y="576567"/>
                    </a:lnTo>
                    <a:lnTo>
                      <a:pt x="44532" y="1177002"/>
                    </a:lnTo>
                    <a:lnTo>
                      <a:pt x="0" y="1131840"/>
                    </a:lnTo>
                    <a:lnTo>
                      <a:pt x="610560" y="529920"/>
                    </a:lnTo>
                    <a:lnTo>
                      <a:pt x="757440" y="403200"/>
                    </a:lnTo>
                    <a:lnTo>
                      <a:pt x="855360" y="302400"/>
                    </a:lnTo>
                    <a:lnTo>
                      <a:pt x="1183680" y="0"/>
                    </a:lnTo>
                    <a:lnTo>
                      <a:pt x="1226655" y="466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0" name="Контур"/>
              <p:cNvSpPr/>
              <p:nvPr/>
            </p:nvSpPr>
            <p:spPr>
              <a:xfrm>
                <a:off x="6326799" y="2990686"/>
                <a:ext cx="277164" cy="272770"/>
              </a:xfrm>
              <a:custGeom>
                <a:avLst/>
                <a:gdLst/>
                <a:ahLst/>
                <a:cxnLst/>
                <a:rect l="l" t="t" r="r" b="b"/>
                <a:pathLst>
                  <a:path w="277164" h="272770">
                    <a:moveTo>
                      <a:pt x="0" y="46354"/>
                    </a:moveTo>
                    <a:lnTo>
                      <a:pt x="45258" y="0"/>
                    </a:lnTo>
                    <a:lnTo>
                      <a:pt x="277164" y="226416"/>
                    </a:lnTo>
                    <a:lnTo>
                      <a:pt x="231907" y="272770"/>
                    </a:lnTo>
                    <a:lnTo>
                      <a:pt x="116643" y="160838"/>
                    </a:lnTo>
                    <a:lnTo>
                      <a:pt x="61406" y="106490"/>
                    </a:lnTo>
                    <a:lnTo>
                      <a:pt x="15118" y="61159"/>
                    </a:lnTo>
                    <a:lnTo>
                      <a:pt x="0" y="463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1" name="Контур"/>
              <p:cNvSpPr/>
              <p:nvPr/>
            </p:nvSpPr>
            <p:spPr>
              <a:xfrm>
                <a:off x="7332135" y="3099363"/>
                <a:ext cx="147399" cy="141155"/>
              </a:xfrm>
              <a:custGeom>
                <a:avLst/>
                <a:gdLst/>
                <a:ahLst/>
                <a:cxnLst/>
                <a:rect l="l" t="t" r="r" b="b"/>
                <a:pathLst>
                  <a:path w="147399" h="141155">
                    <a:moveTo>
                      <a:pt x="114544" y="0"/>
                    </a:moveTo>
                    <a:lnTo>
                      <a:pt x="147399" y="35680"/>
                    </a:lnTo>
                    <a:lnTo>
                      <a:pt x="32856" y="141155"/>
                    </a:lnTo>
                    <a:lnTo>
                      <a:pt x="0" y="105474"/>
                    </a:lnTo>
                    <a:lnTo>
                      <a:pt x="11454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2" name="Контур"/>
              <p:cNvSpPr/>
              <p:nvPr/>
            </p:nvSpPr>
            <p:spPr>
              <a:xfrm>
                <a:off x="6580517" y="2577584"/>
                <a:ext cx="565254" cy="593280"/>
              </a:xfrm>
              <a:custGeom>
                <a:avLst/>
                <a:gdLst/>
                <a:ahLst/>
                <a:cxnLst/>
                <a:rect l="l" t="t" r="r" b="b"/>
                <a:pathLst>
                  <a:path w="565254" h="593280">
                    <a:moveTo>
                      <a:pt x="514080" y="0"/>
                    </a:moveTo>
                    <a:lnTo>
                      <a:pt x="565254" y="47133"/>
                    </a:lnTo>
                    <a:lnTo>
                      <a:pt x="48960" y="593280"/>
                    </a:lnTo>
                    <a:lnTo>
                      <a:pt x="0" y="544320"/>
                    </a:lnTo>
                    <a:lnTo>
                      <a:pt x="51408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3" name="Контур"/>
              <p:cNvSpPr/>
              <p:nvPr/>
            </p:nvSpPr>
            <p:spPr>
              <a:xfrm>
                <a:off x="7287080" y="3878867"/>
                <a:ext cx="70443" cy="70974"/>
              </a:xfrm>
              <a:custGeom>
                <a:avLst/>
                <a:gdLst/>
                <a:ahLst/>
                <a:cxnLst/>
                <a:rect l="l" t="t" r="r" b="b"/>
                <a:pathLst>
                  <a:path w="70443" h="70974">
                    <a:moveTo>
                      <a:pt x="30555" y="70974"/>
                    </a:moveTo>
                    <a:lnTo>
                      <a:pt x="0" y="29133"/>
                    </a:lnTo>
                    <a:lnTo>
                      <a:pt x="39888" y="0"/>
                    </a:lnTo>
                    <a:lnTo>
                      <a:pt x="70443" y="41841"/>
                    </a:lnTo>
                    <a:lnTo>
                      <a:pt x="30555" y="709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4" name="Контур"/>
              <p:cNvSpPr/>
              <p:nvPr/>
            </p:nvSpPr>
            <p:spPr>
              <a:xfrm>
                <a:off x="7290509" y="3708524"/>
                <a:ext cx="113967" cy="100080"/>
              </a:xfrm>
              <a:custGeom>
                <a:avLst/>
                <a:gdLst/>
                <a:ahLst/>
                <a:cxnLst/>
                <a:rect l="l" t="t" r="r" b="b"/>
                <a:pathLst>
                  <a:path w="113967" h="100080">
                    <a:moveTo>
                      <a:pt x="113967" y="31680"/>
                    </a:moveTo>
                    <a:lnTo>
                      <a:pt x="24120" y="100080"/>
                    </a:lnTo>
                    <a:lnTo>
                      <a:pt x="0" y="68400"/>
                    </a:lnTo>
                    <a:lnTo>
                      <a:pt x="89847" y="0"/>
                    </a:lnTo>
                    <a:lnTo>
                      <a:pt x="113967" y="316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5" name="Контур"/>
              <p:cNvSpPr/>
              <p:nvPr/>
            </p:nvSpPr>
            <p:spPr>
              <a:xfrm>
                <a:off x="6178170" y="3463235"/>
                <a:ext cx="375318" cy="334036"/>
              </a:xfrm>
              <a:custGeom>
                <a:avLst/>
                <a:gdLst/>
                <a:ahLst/>
                <a:cxnLst/>
                <a:rect l="l" t="t" r="r" b="b"/>
                <a:pathLst>
                  <a:path w="375318" h="334036">
                    <a:moveTo>
                      <a:pt x="7938" y="243982"/>
                    </a:moveTo>
                    <a:lnTo>
                      <a:pt x="0" y="233226"/>
                    </a:lnTo>
                    <a:lnTo>
                      <a:pt x="318508" y="0"/>
                    </a:lnTo>
                    <a:lnTo>
                      <a:pt x="333231" y="17523"/>
                    </a:lnTo>
                    <a:lnTo>
                      <a:pt x="375318" y="74965"/>
                    </a:lnTo>
                    <a:lnTo>
                      <a:pt x="336344" y="106782"/>
                    </a:lnTo>
                    <a:lnTo>
                      <a:pt x="347142" y="122128"/>
                    </a:lnTo>
                    <a:lnTo>
                      <a:pt x="74591" y="334036"/>
                    </a:lnTo>
                    <a:lnTo>
                      <a:pt x="7938" y="2439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6" name="Контур"/>
              <p:cNvSpPr/>
              <p:nvPr/>
            </p:nvSpPr>
            <p:spPr>
              <a:xfrm>
                <a:off x="7200149" y="3591812"/>
                <a:ext cx="130608" cy="178092"/>
              </a:xfrm>
              <a:custGeom>
                <a:avLst/>
                <a:gdLst/>
                <a:ahLst/>
                <a:cxnLst/>
                <a:rect l="l" t="t" r="r" b="b"/>
                <a:pathLst>
                  <a:path w="130608" h="178092">
                    <a:moveTo>
                      <a:pt x="0" y="24669"/>
                    </a:moveTo>
                    <a:lnTo>
                      <a:pt x="33012" y="0"/>
                    </a:lnTo>
                    <a:lnTo>
                      <a:pt x="130608" y="140652"/>
                    </a:lnTo>
                    <a:lnTo>
                      <a:pt x="80208" y="178092"/>
                    </a:lnTo>
                    <a:lnTo>
                      <a:pt x="55647" y="145035"/>
                    </a:lnTo>
                    <a:lnTo>
                      <a:pt x="74052" y="131364"/>
                    </a:lnTo>
                    <a:lnTo>
                      <a:pt x="0" y="246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7" name="Контур"/>
              <p:cNvSpPr/>
              <p:nvPr/>
            </p:nvSpPr>
            <p:spPr>
              <a:xfrm>
                <a:off x="6511401" y="3428786"/>
                <a:ext cx="103389" cy="109414"/>
              </a:xfrm>
              <a:custGeom>
                <a:avLst/>
                <a:gdLst/>
                <a:ahLst/>
                <a:cxnLst/>
                <a:rect l="l" t="t" r="r" b="b"/>
                <a:pathLst>
                  <a:path w="103389" h="109414">
                    <a:moveTo>
                      <a:pt x="56651" y="0"/>
                    </a:moveTo>
                    <a:lnTo>
                      <a:pt x="103389" y="57328"/>
                    </a:lnTo>
                    <a:lnTo>
                      <a:pt x="42087" y="109414"/>
                    </a:lnTo>
                    <a:lnTo>
                      <a:pt x="0" y="51972"/>
                    </a:lnTo>
                    <a:lnTo>
                      <a:pt x="5665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8" name="Контур"/>
              <p:cNvSpPr/>
              <p:nvPr/>
            </p:nvSpPr>
            <p:spPr>
              <a:xfrm>
                <a:off x="6274634" y="3367595"/>
                <a:ext cx="156771" cy="166788"/>
              </a:xfrm>
              <a:custGeom>
                <a:avLst/>
                <a:gdLst/>
                <a:ahLst/>
                <a:cxnLst/>
                <a:rect l="l" t="t" r="r" b="b"/>
                <a:pathLst>
                  <a:path w="156771" h="166788">
                    <a:moveTo>
                      <a:pt x="0" y="138240"/>
                    </a:moveTo>
                    <a:lnTo>
                      <a:pt x="125280" y="0"/>
                    </a:lnTo>
                    <a:lnTo>
                      <a:pt x="156771" y="27369"/>
                    </a:lnTo>
                    <a:lnTo>
                      <a:pt x="132381" y="54801"/>
                    </a:lnTo>
                    <a:lnTo>
                      <a:pt x="147411" y="68166"/>
                    </a:lnTo>
                    <a:lnTo>
                      <a:pt x="77481" y="146808"/>
                    </a:lnTo>
                    <a:lnTo>
                      <a:pt x="62649" y="133623"/>
                    </a:lnTo>
                    <a:lnTo>
                      <a:pt x="33156" y="166788"/>
                    </a:lnTo>
                    <a:lnTo>
                      <a:pt x="0" y="1382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9" name="Контур"/>
              <p:cNvSpPr/>
              <p:nvPr/>
            </p:nvSpPr>
            <p:spPr>
              <a:xfrm>
                <a:off x="5444606" y="3373442"/>
                <a:ext cx="234006" cy="198070"/>
              </a:xfrm>
              <a:custGeom>
                <a:avLst/>
                <a:gdLst/>
                <a:ahLst/>
                <a:cxnLst/>
                <a:rect l="l" t="t" r="r" b="b"/>
                <a:pathLst>
                  <a:path w="234006" h="198070">
                    <a:moveTo>
                      <a:pt x="183117" y="198070"/>
                    </a:moveTo>
                    <a:lnTo>
                      <a:pt x="0" y="49320"/>
                    </a:lnTo>
                    <a:lnTo>
                      <a:pt x="40071" y="9225"/>
                    </a:lnTo>
                    <a:lnTo>
                      <a:pt x="72122" y="36486"/>
                    </a:lnTo>
                    <a:lnTo>
                      <a:pt x="114999" y="0"/>
                    </a:lnTo>
                    <a:lnTo>
                      <a:pt x="149868" y="36489"/>
                    </a:lnTo>
                    <a:lnTo>
                      <a:pt x="110992" y="64953"/>
                    </a:lnTo>
                    <a:lnTo>
                      <a:pt x="169103" y="104646"/>
                    </a:lnTo>
                    <a:lnTo>
                      <a:pt x="234006" y="156589"/>
                    </a:lnTo>
                    <a:lnTo>
                      <a:pt x="222385" y="170422"/>
                    </a:lnTo>
                    <a:lnTo>
                      <a:pt x="213766" y="163404"/>
                    </a:lnTo>
                    <a:lnTo>
                      <a:pt x="183117" y="1980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0" name="Контур"/>
              <p:cNvSpPr/>
              <p:nvPr/>
            </p:nvSpPr>
            <p:spPr>
              <a:xfrm>
                <a:off x="5613709" y="3193228"/>
                <a:ext cx="318961" cy="338812"/>
              </a:xfrm>
              <a:custGeom>
                <a:avLst/>
                <a:gdLst/>
                <a:ahLst/>
                <a:cxnLst/>
                <a:rect l="l" t="t" r="r" b="b"/>
                <a:pathLst>
                  <a:path w="318961" h="338812">
                    <a:moveTo>
                      <a:pt x="294717" y="69167"/>
                    </a:moveTo>
                    <a:lnTo>
                      <a:pt x="258074" y="112397"/>
                    </a:lnTo>
                    <a:lnTo>
                      <a:pt x="184729" y="191652"/>
                    </a:lnTo>
                    <a:lnTo>
                      <a:pt x="143441" y="235769"/>
                    </a:lnTo>
                    <a:lnTo>
                      <a:pt x="166283" y="259024"/>
                    </a:lnTo>
                    <a:lnTo>
                      <a:pt x="94152" y="338812"/>
                    </a:lnTo>
                    <a:lnTo>
                      <a:pt x="76725" y="325176"/>
                    </a:lnTo>
                    <a:lnTo>
                      <a:pt x="64903" y="336803"/>
                    </a:lnTo>
                    <a:lnTo>
                      <a:pt x="0" y="284860"/>
                    </a:lnTo>
                    <a:lnTo>
                      <a:pt x="267670" y="0"/>
                    </a:lnTo>
                    <a:lnTo>
                      <a:pt x="310546" y="35683"/>
                    </a:lnTo>
                    <a:lnTo>
                      <a:pt x="318961" y="42500"/>
                    </a:lnTo>
                    <a:lnTo>
                      <a:pt x="294717" y="691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1" name="Контур"/>
              <p:cNvSpPr/>
              <p:nvPr/>
            </p:nvSpPr>
            <p:spPr>
              <a:xfrm>
                <a:off x="6021017" y="2968308"/>
                <a:ext cx="123421" cy="199057"/>
              </a:xfrm>
              <a:custGeom>
                <a:avLst/>
                <a:gdLst/>
                <a:ahLst/>
                <a:cxnLst/>
                <a:rect l="l" t="t" r="r" b="b"/>
                <a:pathLst>
                  <a:path w="123421" h="199057">
                    <a:moveTo>
                      <a:pt x="10820" y="68358"/>
                    </a:moveTo>
                    <a:lnTo>
                      <a:pt x="81748" y="0"/>
                    </a:lnTo>
                    <a:lnTo>
                      <a:pt x="123421" y="38689"/>
                    </a:lnTo>
                    <a:lnTo>
                      <a:pt x="112401" y="49714"/>
                    </a:lnTo>
                    <a:lnTo>
                      <a:pt x="73329" y="92013"/>
                    </a:lnTo>
                    <a:lnTo>
                      <a:pt x="100977" y="114463"/>
                    </a:lnTo>
                    <a:lnTo>
                      <a:pt x="31657" y="199057"/>
                    </a:lnTo>
                    <a:lnTo>
                      <a:pt x="0" y="172803"/>
                    </a:lnTo>
                    <a:lnTo>
                      <a:pt x="14826" y="154160"/>
                    </a:lnTo>
                    <a:lnTo>
                      <a:pt x="37667" y="129297"/>
                    </a:lnTo>
                    <a:lnTo>
                      <a:pt x="10820" y="683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2" name="Контур"/>
              <p:cNvSpPr/>
              <p:nvPr/>
            </p:nvSpPr>
            <p:spPr>
              <a:xfrm>
                <a:off x="5798438" y="3305625"/>
                <a:ext cx="90966" cy="95562"/>
              </a:xfrm>
              <a:custGeom>
                <a:avLst/>
                <a:gdLst/>
                <a:ahLst/>
                <a:cxnLst/>
                <a:rect l="l" t="t" r="r" b="b"/>
                <a:pathLst>
                  <a:path w="90966" h="95562">
                    <a:moveTo>
                      <a:pt x="0" y="79255"/>
                    </a:moveTo>
                    <a:lnTo>
                      <a:pt x="73345" y="0"/>
                    </a:lnTo>
                    <a:lnTo>
                      <a:pt x="90966" y="16306"/>
                    </a:lnTo>
                    <a:lnTo>
                      <a:pt x="17621" y="95562"/>
                    </a:lnTo>
                    <a:lnTo>
                      <a:pt x="0" y="792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3" name="Контур"/>
              <p:cNvSpPr/>
              <p:nvPr/>
            </p:nvSpPr>
            <p:spPr>
              <a:xfrm>
                <a:off x="5908426" y="3181410"/>
                <a:ext cx="104981" cy="107446"/>
              </a:xfrm>
              <a:custGeom>
                <a:avLst/>
                <a:gdLst/>
                <a:ahLst/>
                <a:cxnLst/>
                <a:rect l="l" t="t" r="r" b="b"/>
                <a:pathLst>
                  <a:path w="104981" h="107446">
                    <a:moveTo>
                      <a:pt x="24244" y="54318"/>
                    </a:moveTo>
                    <a:lnTo>
                      <a:pt x="75128" y="0"/>
                    </a:lnTo>
                    <a:lnTo>
                      <a:pt x="104981" y="27863"/>
                    </a:lnTo>
                    <a:lnTo>
                      <a:pt x="29251" y="107446"/>
                    </a:lnTo>
                    <a:lnTo>
                      <a:pt x="0" y="80985"/>
                    </a:lnTo>
                    <a:lnTo>
                      <a:pt x="24244" y="543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4" name="Контур"/>
              <p:cNvSpPr/>
              <p:nvPr/>
            </p:nvSpPr>
            <p:spPr>
              <a:xfrm>
                <a:off x="5912228" y="3081374"/>
                <a:ext cx="123615" cy="154354"/>
              </a:xfrm>
              <a:custGeom>
                <a:avLst/>
                <a:gdLst/>
                <a:ahLst/>
                <a:cxnLst/>
                <a:rect l="l" t="t" r="r" b="b"/>
                <a:pathLst>
                  <a:path w="123615" h="154354">
                    <a:moveTo>
                      <a:pt x="123615" y="41094"/>
                    </a:moveTo>
                    <a:lnTo>
                      <a:pt x="108789" y="59737"/>
                    </a:lnTo>
                    <a:lnTo>
                      <a:pt x="71326" y="100036"/>
                    </a:lnTo>
                    <a:lnTo>
                      <a:pt x="20442" y="154354"/>
                    </a:lnTo>
                    <a:lnTo>
                      <a:pt x="12027" y="147537"/>
                    </a:lnTo>
                    <a:lnTo>
                      <a:pt x="40277" y="115864"/>
                    </a:lnTo>
                    <a:lnTo>
                      <a:pt x="0" y="80785"/>
                    </a:lnTo>
                    <a:lnTo>
                      <a:pt x="75130" y="0"/>
                    </a:lnTo>
                    <a:lnTo>
                      <a:pt x="123615" y="410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5" name="Контур"/>
              <p:cNvSpPr/>
              <p:nvPr/>
            </p:nvSpPr>
            <p:spPr>
              <a:xfrm>
                <a:off x="6105665" y="3707217"/>
                <a:ext cx="147096" cy="145654"/>
              </a:xfrm>
              <a:custGeom>
                <a:avLst/>
                <a:gdLst/>
                <a:ahLst/>
                <a:cxnLst/>
                <a:rect l="l" t="t" r="r" b="b"/>
                <a:pathLst>
                  <a:path w="147096" h="145654">
                    <a:moveTo>
                      <a:pt x="61187" y="145654"/>
                    </a:moveTo>
                    <a:lnTo>
                      <a:pt x="7442" y="71394"/>
                    </a:lnTo>
                    <a:lnTo>
                      <a:pt x="0" y="61623"/>
                    </a:lnTo>
                    <a:lnTo>
                      <a:pt x="80443" y="0"/>
                    </a:lnTo>
                    <a:lnTo>
                      <a:pt x="147096" y="90054"/>
                    </a:lnTo>
                    <a:lnTo>
                      <a:pt x="61187" y="1456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6" name="Контур"/>
              <p:cNvSpPr/>
              <p:nvPr/>
            </p:nvSpPr>
            <p:spPr>
              <a:xfrm>
                <a:off x="5997317" y="3230048"/>
                <a:ext cx="489501" cy="531090"/>
              </a:xfrm>
              <a:custGeom>
                <a:avLst/>
                <a:gdLst/>
                <a:ahLst/>
                <a:cxnLst/>
                <a:rect l="l" t="t" r="r" b="b"/>
                <a:pathLst>
                  <a:path w="489501" h="531090">
                    <a:moveTo>
                      <a:pt x="0" y="489456"/>
                    </a:moveTo>
                    <a:lnTo>
                      <a:pt x="443529" y="0"/>
                    </a:lnTo>
                    <a:lnTo>
                      <a:pt x="489501" y="41661"/>
                    </a:lnTo>
                    <a:lnTo>
                      <a:pt x="402597" y="137547"/>
                    </a:lnTo>
                    <a:lnTo>
                      <a:pt x="277317" y="275787"/>
                    </a:lnTo>
                    <a:lnTo>
                      <a:pt x="45927" y="531090"/>
                    </a:lnTo>
                    <a:lnTo>
                      <a:pt x="0" y="4894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7" name="Контур"/>
              <p:cNvSpPr/>
              <p:nvPr/>
            </p:nvSpPr>
            <p:spPr>
              <a:xfrm>
                <a:off x="5422476" y="3651830"/>
                <a:ext cx="98713" cy="92624"/>
              </a:xfrm>
              <a:custGeom>
                <a:avLst/>
                <a:gdLst/>
                <a:ahLst/>
                <a:cxnLst/>
                <a:rect l="l" t="t" r="r" b="b"/>
                <a:pathLst>
                  <a:path w="98713" h="92624">
                    <a:moveTo>
                      <a:pt x="0" y="67221"/>
                    </a:moveTo>
                    <a:lnTo>
                      <a:pt x="76347" y="0"/>
                    </a:lnTo>
                    <a:lnTo>
                      <a:pt x="98713" y="25403"/>
                    </a:lnTo>
                    <a:lnTo>
                      <a:pt x="22367" y="92624"/>
                    </a:lnTo>
                    <a:lnTo>
                      <a:pt x="0" y="672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8" name="Контур"/>
              <p:cNvSpPr/>
              <p:nvPr/>
            </p:nvSpPr>
            <p:spPr>
              <a:xfrm>
                <a:off x="5897741" y="3097176"/>
                <a:ext cx="545701" cy="584888"/>
              </a:xfrm>
              <a:custGeom>
                <a:avLst/>
                <a:gdLst/>
                <a:ahLst/>
                <a:cxnLst/>
                <a:rect l="l" t="t" r="r" b="b"/>
                <a:pathLst>
                  <a:path w="545701" h="584888">
                    <a:moveTo>
                      <a:pt x="49176" y="584888"/>
                    </a:moveTo>
                    <a:lnTo>
                      <a:pt x="0" y="540824"/>
                    </a:lnTo>
                    <a:lnTo>
                      <a:pt x="409022" y="87499"/>
                    </a:lnTo>
                    <a:lnTo>
                      <a:pt x="490464" y="0"/>
                    </a:lnTo>
                    <a:lnTo>
                      <a:pt x="545701" y="54348"/>
                    </a:lnTo>
                    <a:lnTo>
                      <a:pt x="501381" y="103361"/>
                    </a:lnTo>
                    <a:lnTo>
                      <a:pt x="489519" y="92741"/>
                    </a:lnTo>
                    <a:lnTo>
                      <a:pt x="49176" y="5848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9" name="Контур"/>
              <p:cNvSpPr/>
              <p:nvPr/>
            </p:nvSpPr>
            <p:spPr>
              <a:xfrm>
                <a:off x="5849538" y="3152882"/>
                <a:ext cx="457225" cy="498290"/>
              </a:xfrm>
              <a:custGeom>
                <a:avLst/>
                <a:gdLst/>
                <a:ahLst/>
                <a:cxnLst/>
                <a:rect l="l" t="t" r="r" b="b"/>
                <a:pathLst>
                  <a:path w="457225" h="498290">
                    <a:moveTo>
                      <a:pt x="35823" y="498290"/>
                    </a:moveTo>
                    <a:lnTo>
                      <a:pt x="0" y="465741"/>
                    </a:lnTo>
                    <a:lnTo>
                      <a:pt x="423169" y="0"/>
                    </a:lnTo>
                    <a:lnTo>
                      <a:pt x="457225" y="31793"/>
                    </a:lnTo>
                    <a:lnTo>
                      <a:pt x="48203" y="485118"/>
                    </a:lnTo>
                    <a:lnTo>
                      <a:pt x="35823" y="4982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0" name="Контур"/>
              <p:cNvSpPr/>
              <p:nvPr/>
            </p:nvSpPr>
            <p:spPr>
              <a:xfrm>
                <a:off x="5308997" y="3451547"/>
                <a:ext cx="165006" cy="165123"/>
              </a:xfrm>
              <a:custGeom>
                <a:avLst/>
                <a:gdLst/>
                <a:ahLst/>
                <a:cxnLst/>
                <a:rect l="l" t="t" r="r" b="b"/>
                <a:pathLst>
                  <a:path w="165006" h="165123">
                    <a:moveTo>
                      <a:pt x="0" y="79317"/>
                    </a:moveTo>
                    <a:lnTo>
                      <a:pt x="83808" y="0"/>
                    </a:lnTo>
                    <a:lnTo>
                      <a:pt x="165006" y="85806"/>
                    </a:lnTo>
                    <a:lnTo>
                      <a:pt x="81189" y="165123"/>
                    </a:lnTo>
                    <a:lnTo>
                      <a:pt x="0" y="793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1" name="Контур"/>
              <p:cNvSpPr/>
              <p:nvPr/>
            </p:nvSpPr>
            <p:spPr>
              <a:xfrm>
                <a:off x="6003138" y="3871307"/>
                <a:ext cx="78093" cy="75121"/>
              </a:xfrm>
              <a:custGeom>
                <a:avLst/>
                <a:gdLst/>
                <a:ahLst/>
                <a:cxnLst/>
                <a:rect l="l" t="t" r="r" b="b"/>
                <a:pathLst>
                  <a:path w="78093" h="75121">
                    <a:moveTo>
                      <a:pt x="0" y="34854"/>
                    </a:moveTo>
                    <a:lnTo>
                      <a:pt x="48389" y="0"/>
                    </a:lnTo>
                    <a:lnTo>
                      <a:pt x="78093" y="39414"/>
                    </a:lnTo>
                    <a:lnTo>
                      <a:pt x="30908" y="75121"/>
                    </a:lnTo>
                    <a:lnTo>
                      <a:pt x="0" y="348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2" name="Контур"/>
              <p:cNvSpPr/>
              <p:nvPr/>
            </p:nvSpPr>
            <p:spPr>
              <a:xfrm>
                <a:off x="5235017" y="3980242"/>
                <a:ext cx="70007" cy="63834"/>
              </a:xfrm>
              <a:custGeom>
                <a:avLst/>
                <a:gdLst/>
                <a:ahLst/>
                <a:cxnLst/>
                <a:rect l="l" t="t" r="r" b="b"/>
                <a:pathLst>
                  <a:path w="70007" h="63834">
                    <a:moveTo>
                      <a:pt x="0" y="33562"/>
                    </a:moveTo>
                    <a:lnTo>
                      <a:pt x="4908" y="30294"/>
                    </a:lnTo>
                    <a:lnTo>
                      <a:pt x="45257" y="2765"/>
                    </a:lnTo>
                    <a:lnTo>
                      <a:pt x="49469" y="0"/>
                    </a:lnTo>
                    <a:lnTo>
                      <a:pt x="70007" y="30272"/>
                    </a:lnTo>
                    <a:lnTo>
                      <a:pt x="20537" y="63834"/>
                    </a:lnTo>
                    <a:lnTo>
                      <a:pt x="0" y="335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3" name="Контур"/>
              <p:cNvSpPr/>
              <p:nvPr/>
            </p:nvSpPr>
            <p:spPr>
              <a:xfrm>
                <a:off x="5922767" y="3932039"/>
                <a:ext cx="64706" cy="60333"/>
              </a:xfrm>
              <a:custGeom>
                <a:avLst/>
                <a:gdLst/>
                <a:ahLst/>
                <a:cxnLst/>
                <a:rect l="l" t="t" r="r" b="b"/>
                <a:pathLst>
                  <a:path w="64706" h="60333">
                    <a:moveTo>
                      <a:pt x="0" y="31178"/>
                    </a:moveTo>
                    <a:lnTo>
                      <a:pt x="44090" y="0"/>
                    </a:lnTo>
                    <a:lnTo>
                      <a:pt x="64706" y="29155"/>
                    </a:lnTo>
                    <a:lnTo>
                      <a:pt x="20616" y="60333"/>
                    </a:lnTo>
                    <a:lnTo>
                      <a:pt x="0" y="311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4" name="Контур"/>
              <p:cNvSpPr/>
              <p:nvPr/>
            </p:nvSpPr>
            <p:spPr>
              <a:xfrm>
                <a:off x="5256915" y="3660050"/>
                <a:ext cx="415575" cy="276822"/>
              </a:xfrm>
              <a:custGeom>
                <a:avLst/>
                <a:gdLst/>
                <a:ahLst/>
                <a:cxnLst/>
                <a:rect l="l" t="t" r="r" b="b"/>
                <a:pathLst>
                  <a:path w="415575" h="276822">
                    <a:moveTo>
                      <a:pt x="390276" y="0"/>
                    </a:moveTo>
                    <a:lnTo>
                      <a:pt x="415575" y="30654"/>
                    </a:lnTo>
                    <a:lnTo>
                      <a:pt x="200322" y="189963"/>
                    </a:lnTo>
                    <a:lnTo>
                      <a:pt x="42867" y="269037"/>
                    </a:lnTo>
                    <a:lnTo>
                      <a:pt x="16956" y="276822"/>
                    </a:lnTo>
                    <a:lnTo>
                      <a:pt x="0" y="243180"/>
                    </a:lnTo>
                    <a:lnTo>
                      <a:pt x="167832" y="158409"/>
                    </a:lnTo>
                    <a:lnTo>
                      <a:pt x="3902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5" name="Контур"/>
              <p:cNvSpPr/>
              <p:nvPr/>
            </p:nvSpPr>
            <p:spPr>
              <a:xfrm>
                <a:off x="5170551" y="3910118"/>
                <a:ext cx="109723" cy="100418"/>
              </a:xfrm>
              <a:custGeom>
                <a:avLst/>
                <a:gdLst/>
                <a:ahLst/>
                <a:cxnLst/>
                <a:rect l="l" t="t" r="r" b="b"/>
                <a:pathLst>
                  <a:path w="109723" h="100418">
                    <a:moveTo>
                      <a:pt x="0" y="37509"/>
                    </a:moveTo>
                    <a:lnTo>
                      <a:pt x="72966" y="0"/>
                    </a:lnTo>
                    <a:lnTo>
                      <a:pt x="109723" y="72889"/>
                    </a:lnTo>
                    <a:lnTo>
                      <a:pt x="69374" y="100418"/>
                    </a:lnTo>
                    <a:lnTo>
                      <a:pt x="0" y="375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6" name="Контур"/>
              <p:cNvSpPr/>
              <p:nvPr/>
            </p:nvSpPr>
            <p:spPr>
              <a:xfrm>
                <a:off x="6028935" y="3778611"/>
                <a:ext cx="137917" cy="132110"/>
              </a:xfrm>
              <a:custGeom>
                <a:avLst/>
                <a:gdLst/>
                <a:ahLst/>
                <a:cxnLst/>
                <a:rect l="l" t="t" r="r" b="b"/>
                <a:pathLst>
                  <a:path w="137917" h="132110">
                    <a:moveTo>
                      <a:pt x="0" y="63448"/>
                    </a:moveTo>
                    <a:lnTo>
                      <a:pt x="84172" y="0"/>
                    </a:lnTo>
                    <a:lnTo>
                      <a:pt x="137917" y="74260"/>
                    </a:lnTo>
                    <a:lnTo>
                      <a:pt x="52296" y="132110"/>
                    </a:lnTo>
                    <a:lnTo>
                      <a:pt x="22592" y="92696"/>
                    </a:lnTo>
                    <a:lnTo>
                      <a:pt x="0" y="634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7" name="Контур"/>
              <p:cNvSpPr/>
              <p:nvPr/>
            </p:nvSpPr>
            <p:spPr>
              <a:xfrm>
                <a:off x="4482795" y="3223137"/>
                <a:ext cx="59081" cy="57956"/>
              </a:xfrm>
              <a:custGeom>
                <a:avLst/>
                <a:gdLst/>
                <a:ahLst/>
                <a:cxnLst/>
                <a:rect l="l" t="t" r="r" b="b"/>
                <a:pathLst>
                  <a:path w="59081" h="57956">
                    <a:moveTo>
                      <a:pt x="0" y="22590"/>
                    </a:moveTo>
                    <a:lnTo>
                      <a:pt x="20958" y="0"/>
                    </a:lnTo>
                    <a:lnTo>
                      <a:pt x="59081" y="35366"/>
                    </a:lnTo>
                    <a:lnTo>
                      <a:pt x="38124" y="57956"/>
                    </a:lnTo>
                    <a:lnTo>
                      <a:pt x="0" y="225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8" name="Контур"/>
              <p:cNvSpPr/>
              <p:nvPr/>
            </p:nvSpPr>
            <p:spPr>
              <a:xfrm>
                <a:off x="4520586" y="3198414"/>
                <a:ext cx="63338" cy="68009"/>
              </a:xfrm>
              <a:custGeom>
                <a:avLst/>
                <a:gdLst/>
                <a:ahLst/>
                <a:cxnLst/>
                <a:rect l="l" t="t" r="r" b="b"/>
                <a:pathLst>
                  <a:path w="63338" h="68009">
                    <a:moveTo>
                      <a:pt x="0" y="19099"/>
                    </a:moveTo>
                    <a:lnTo>
                      <a:pt x="23375" y="0"/>
                    </a:lnTo>
                    <a:lnTo>
                      <a:pt x="63338" y="48911"/>
                    </a:lnTo>
                    <a:lnTo>
                      <a:pt x="39962" y="68009"/>
                    </a:lnTo>
                    <a:lnTo>
                      <a:pt x="0" y="190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9" name="Контур"/>
              <p:cNvSpPr/>
              <p:nvPr/>
            </p:nvSpPr>
            <p:spPr>
              <a:xfrm>
                <a:off x="4734401" y="2414666"/>
                <a:ext cx="228303" cy="241065"/>
              </a:xfrm>
              <a:custGeom>
                <a:avLst/>
                <a:gdLst/>
                <a:ahLst/>
                <a:cxnLst/>
                <a:rect l="l" t="t" r="r" b="b"/>
                <a:pathLst>
                  <a:path w="228303" h="241065">
                    <a:moveTo>
                      <a:pt x="182529" y="241065"/>
                    </a:moveTo>
                    <a:lnTo>
                      <a:pt x="0" y="41958"/>
                    </a:lnTo>
                    <a:lnTo>
                      <a:pt x="45774" y="0"/>
                    </a:lnTo>
                    <a:lnTo>
                      <a:pt x="228303" y="199107"/>
                    </a:lnTo>
                    <a:lnTo>
                      <a:pt x="182529" y="2410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0" name="Контур"/>
              <p:cNvSpPr/>
              <p:nvPr/>
            </p:nvSpPr>
            <p:spPr>
              <a:xfrm>
                <a:off x="4228439" y="2510417"/>
                <a:ext cx="353286" cy="339444"/>
              </a:xfrm>
              <a:custGeom>
                <a:avLst/>
                <a:gdLst/>
                <a:ahLst/>
                <a:cxnLst/>
                <a:rect l="l" t="t" r="r" b="b"/>
                <a:pathLst>
                  <a:path w="353286" h="339444">
                    <a:moveTo>
                      <a:pt x="98613" y="339444"/>
                    </a:moveTo>
                    <a:lnTo>
                      <a:pt x="0" y="234450"/>
                    </a:lnTo>
                    <a:lnTo>
                      <a:pt x="9972" y="225081"/>
                    </a:lnTo>
                    <a:lnTo>
                      <a:pt x="90891" y="149085"/>
                    </a:lnTo>
                    <a:lnTo>
                      <a:pt x="249615" y="0"/>
                    </a:lnTo>
                    <a:lnTo>
                      <a:pt x="353286" y="110376"/>
                    </a:lnTo>
                    <a:lnTo>
                      <a:pt x="98613" y="339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1" name="Контур"/>
              <p:cNvSpPr/>
              <p:nvPr/>
            </p:nvSpPr>
            <p:spPr>
              <a:xfrm>
                <a:off x="4096339" y="2450990"/>
                <a:ext cx="231111" cy="228821"/>
              </a:xfrm>
              <a:custGeom>
                <a:avLst/>
                <a:gdLst/>
                <a:ahLst/>
                <a:cxnLst/>
                <a:rect l="l" t="t" r="r" b="b"/>
                <a:pathLst>
                  <a:path w="231111" h="228821">
                    <a:moveTo>
                      <a:pt x="136562" y="0"/>
                    </a:moveTo>
                    <a:lnTo>
                      <a:pt x="231111" y="101076"/>
                    </a:lnTo>
                    <a:lnTo>
                      <a:pt x="94550" y="228821"/>
                    </a:lnTo>
                    <a:lnTo>
                      <a:pt x="0" y="127745"/>
                    </a:lnTo>
                    <a:lnTo>
                      <a:pt x="68072" y="64068"/>
                    </a:lnTo>
                    <a:lnTo>
                      <a:pt x="13656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2" name="Контур"/>
              <p:cNvSpPr/>
              <p:nvPr/>
            </p:nvSpPr>
            <p:spPr>
              <a:xfrm>
                <a:off x="4396520" y="2953700"/>
                <a:ext cx="128988" cy="134478"/>
              </a:xfrm>
              <a:custGeom>
                <a:avLst/>
                <a:gdLst/>
                <a:ahLst/>
                <a:cxnLst/>
                <a:rect l="l" t="t" r="r" b="b"/>
                <a:pathLst>
                  <a:path w="128988" h="134478">
                    <a:moveTo>
                      <a:pt x="92160" y="134478"/>
                    </a:moveTo>
                    <a:lnTo>
                      <a:pt x="0" y="33669"/>
                    </a:lnTo>
                    <a:lnTo>
                      <a:pt x="36828" y="0"/>
                    </a:lnTo>
                    <a:lnTo>
                      <a:pt x="128988" y="100800"/>
                    </a:lnTo>
                    <a:lnTo>
                      <a:pt x="92160" y="1344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3" name="Контур"/>
              <p:cNvSpPr/>
              <p:nvPr/>
            </p:nvSpPr>
            <p:spPr>
              <a:xfrm>
                <a:off x="4555571" y="3306224"/>
                <a:ext cx="489699" cy="524142"/>
              </a:xfrm>
              <a:custGeom>
                <a:avLst/>
                <a:gdLst/>
                <a:ahLst/>
                <a:cxnLst/>
                <a:rect l="l" t="t" r="r" b="b"/>
                <a:pathLst>
                  <a:path w="489699" h="524142">
                    <a:moveTo>
                      <a:pt x="18072" y="69813"/>
                    </a:moveTo>
                    <a:lnTo>
                      <a:pt x="24165" y="64017"/>
                    </a:lnTo>
                    <a:lnTo>
                      <a:pt x="0" y="38556"/>
                    </a:lnTo>
                    <a:lnTo>
                      <a:pt x="40626" y="0"/>
                    </a:lnTo>
                    <a:lnTo>
                      <a:pt x="70038" y="30960"/>
                    </a:lnTo>
                    <a:lnTo>
                      <a:pt x="112014" y="81513"/>
                    </a:lnTo>
                    <a:lnTo>
                      <a:pt x="489699" y="479232"/>
                    </a:lnTo>
                    <a:lnTo>
                      <a:pt x="442404" y="524142"/>
                    </a:lnTo>
                    <a:lnTo>
                      <a:pt x="18072" y="698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4" name="Контур"/>
              <p:cNvSpPr/>
              <p:nvPr/>
            </p:nvSpPr>
            <p:spPr>
              <a:xfrm>
                <a:off x="3563942" y="3433565"/>
                <a:ext cx="387045" cy="375291"/>
              </a:xfrm>
              <a:custGeom>
                <a:avLst/>
                <a:gdLst/>
                <a:ahLst/>
                <a:cxnLst/>
                <a:rect l="l" t="t" r="r" b="b"/>
                <a:pathLst>
                  <a:path w="387045" h="375291">
                    <a:moveTo>
                      <a:pt x="284274" y="49644"/>
                    </a:moveTo>
                    <a:lnTo>
                      <a:pt x="335961" y="0"/>
                    </a:lnTo>
                    <a:lnTo>
                      <a:pt x="387045" y="53694"/>
                    </a:lnTo>
                    <a:lnTo>
                      <a:pt x="49041" y="375291"/>
                    </a:lnTo>
                    <a:lnTo>
                      <a:pt x="0" y="322704"/>
                    </a:lnTo>
                    <a:lnTo>
                      <a:pt x="43398" y="281025"/>
                    </a:lnTo>
                    <a:lnTo>
                      <a:pt x="222354" y="109125"/>
                    </a:lnTo>
                    <a:lnTo>
                      <a:pt x="279171" y="54549"/>
                    </a:lnTo>
                    <a:lnTo>
                      <a:pt x="284274" y="496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5" name="Контур"/>
              <p:cNvSpPr/>
              <p:nvPr/>
            </p:nvSpPr>
            <p:spPr>
              <a:xfrm>
                <a:off x="3582851" y="3462554"/>
                <a:ext cx="260262" cy="252036"/>
              </a:xfrm>
              <a:custGeom>
                <a:avLst/>
                <a:gdLst/>
                <a:ahLst/>
                <a:cxnLst/>
                <a:rect l="l" t="t" r="r" b="b"/>
                <a:pathLst>
                  <a:path w="260262" h="252036">
                    <a:moveTo>
                      <a:pt x="260262" y="25560"/>
                    </a:moveTo>
                    <a:lnTo>
                      <a:pt x="203445" y="80136"/>
                    </a:lnTo>
                    <a:lnTo>
                      <a:pt x="24489" y="252036"/>
                    </a:lnTo>
                    <a:lnTo>
                      <a:pt x="0" y="226539"/>
                    </a:lnTo>
                    <a:lnTo>
                      <a:pt x="236277" y="0"/>
                    </a:lnTo>
                    <a:lnTo>
                      <a:pt x="260262" y="255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6" name="Контур"/>
              <p:cNvSpPr/>
              <p:nvPr/>
            </p:nvSpPr>
            <p:spPr>
              <a:xfrm>
                <a:off x="4010837" y="3250127"/>
                <a:ext cx="76086" cy="75528"/>
              </a:xfrm>
              <a:custGeom>
                <a:avLst/>
                <a:gdLst/>
                <a:ahLst/>
                <a:cxnLst/>
                <a:rect l="l" t="t" r="r" b="b"/>
                <a:pathLst>
                  <a:path w="76086" h="75528">
                    <a:moveTo>
                      <a:pt x="50949" y="75528"/>
                    </a:moveTo>
                    <a:lnTo>
                      <a:pt x="0" y="21438"/>
                    </a:lnTo>
                    <a:lnTo>
                      <a:pt x="25281" y="0"/>
                    </a:lnTo>
                    <a:lnTo>
                      <a:pt x="76086" y="51849"/>
                    </a:lnTo>
                    <a:lnTo>
                      <a:pt x="50949" y="755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7" name="Контур"/>
              <p:cNvSpPr/>
              <p:nvPr/>
            </p:nvSpPr>
            <p:spPr>
              <a:xfrm>
                <a:off x="4992701" y="2056304"/>
                <a:ext cx="1335483" cy="1353627"/>
              </a:xfrm>
              <a:custGeom>
                <a:avLst/>
                <a:gdLst/>
                <a:ahLst/>
                <a:cxnLst/>
                <a:rect l="l" t="t" r="r" b="b"/>
                <a:pathLst>
                  <a:path w="1335483" h="1353627">
                    <a:moveTo>
                      <a:pt x="807345" y="62982"/>
                    </a:moveTo>
                    <a:lnTo>
                      <a:pt x="1335483" y="635805"/>
                    </a:lnTo>
                    <a:lnTo>
                      <a:pt x="601773" y="1353627"/>
                    </a:lnTo>
                    <a:lnTo>
                      <a:pt x="566904" y="1317138"/>
                    </a:lnTo>
                    <a:lnTo>
                      <a:pt x="0" y="708948"/>
                    </a:lnTo>
                    <a:lnTo>
                      <a:pt x="591310" y="148145"/>
                    </a:lnTo>
                    <a:lnTo>
                      <a:pt x="616858" y="122593"/>
                    </a:lnTo>
                    <a:lnTo>
                      <a:pt x="633636" y="106182"/>
                    </a:lnTo>
                    <a:lnTo>
                      <a:pt x="749736" y="0"/>
                    </a:lnTo>
                    <a:lnTo>
                      <a:pt x="807345" y="629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8" name="Контур"/>
              <p:cNvSpPr/>
              <p:nvPr/>
            </p:nvSpPr>
            <p:spPr>
              <a:xfrm>
                <a:off x="3472804" y="3423818"/>
                <a:ext cx="175843" cy="173928"/>
              </a:xfrm>
              <a:custGeom>
                <a:avLst/>
                <a:gdLst/>
                <a:ahLst/>
                <a:cxnLst/>
                <a:rect l="l" t="t" r="r" b="b"/>
                <a:pathLst>
                  <a:path w="175843" h="173928">
                    <a:moveTo>
                      <a:pt x="106898" y="0"/>
                    </a:moveTo>
                    <a:lnTo>
                      <a:pt x="175843" y="73086"/>
                    </a:lnTo>
                    <a:lnTo>
                      <a:pt x="68944" y="173928"/>
                    </a:lnTo>
                    <a:lnTo>
                      <a:pt x="0" y="100842"/>
                    </a:lnTo>
                    <a:lnTo>
                      <a:pt x="10689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9" name="Контур"/>
              <p:cNvSpPr/>
              <p:nvPr/>
            </p:nvSpPr>
            <p:spPr>
              <a:xfrm>
                <a:off x="3706556" y="3582695"/>
                <a:ext cx="382158" cy="374625"/>
              </a:xfrm>
              <a:custGeom>
                <a:avLst/>
                <a:gdLst/>
                <a:ahLst/>
                <a:cxnLst/>
                <a:rect l="l" t="t" r="r" b="b"/>
                <a:pathLst>
                  <a:path w="382158" h="374625">
                    <a:moveTo>
                      <a:pt x="45747" y="374625"/>
                    </a:moveTo>
                    <a:lnTo>
                      <a:pt x="0" y="324630"/>
                    </a:lnTo>
                    <a:lnTo>
                      <a:pt x="338994" y="0"/>
                    </a:lnTo>
                    <a:lnTo>
                      <a:pt x="373203" y="37890"/>
                    </a:lnTo>
                    <a:lnTo>
                      <a:pt x="382158" y="47808"/>
                    </a:lnTo>
                    <a:lnTo>
                      <a:pt x="372303" y="57393"/>
                    </a:lnTo>
                    <a:lnTo>
                      <a:pt x="322461" y="105912"/>
                    </a:lnTo>
                    <a:lnTo>
                      <a:pt x="310275" y="117747"/>
                    </a:lnTo>
                    <a:lnTo>
                      <a:pt x="87957" y="333639"/>
                    </a:lnTo>
                    <a:lnTo>
                      <a:pt x="82170" y="339255"/>
                    </a:lnTo>
                    <a:lnTo>
                      <a:pt x="45747" y="3746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0" name="Контур"/>
              <p:cNvSpPr/>
              <p:nvPr/>
            </p:nvSpPr>
            <p:spPr>
              <a:xfrm>
                <a:off x="4018235" y="3900755"/>
                <a:ext cx="166725" cy="153918"/>
              </a:xfrm>
              <a:custGeom>
                <a:avLst/>
                <a:gdLst/>
                <a:ahLst/>
                <a:cxnLst/>
                <a:rect l="l" t="t" r="r" b="b"/>
                <a:pathLst>
                  <a:path w="166725" h="153918">
                    <a:moveTo>
                      <a:pt x="166725" y="47664"/>
                    </a:moveTo>
                    <a:lnTo>
                      <a:pt x="52893" y="153918"/>
                    </a:lnTo>
                    <a:lnTo>
                      <a:pt x="0" y="97254"/>
                    </a:lnTo>
                    <a:lnTo>
                      <a:pt x="63342" y="39897"/>
                    </a:lnTo>
                    <a:lnTo>
                      <a:pt x="74772" y="44298"/>
                    </a:lnTo>
                    <a:lnTo>
                      <a:pt x="122238" y="0"/>
                    </a:lnTo>
                    <a:lnTo>
                      <a:pt x="166725" y="476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1" name="Контур"/>
              <p:cNvSpPr/>
              <p:nvPr/>
            </p:nvSpPr>
            <p:spPr>
              <a:xfrm>
                <a:off x="3788726" y="3630503"/>
                <a:ext cx="644589" cy="381393"/>
              </a:xfrm>
              <a:custGeom>
                <a:avLst/>
                <a:gdLst/>
                <a:ahLst/>
                <a:cxnLst/>
                <a:rect l="l" t="t" r="r" b="b"/>
                <a:pathLst>
                  <a:path w="644589" h="381393">
                    <a:moveTo>
                      <a:pt x="299988" y="0"/>
                    </a:moveTo>
                    <a:lnTo>
                      <a:pt x="379908" y="75474"/>
                    </a:lnTo>
                    <a:lnTo>
                      <a:pt x="644589" y="354114"/>
                    </a:lnTo>
                    <a:lnTo>
                      <a:pt x="629676" y="368280"/>
                    </a:lnTo>
                    <a:lnTo>
                      <a:pt x="615870" y="381393"/>
                    </a:lnTo>
                    <a:lnTo>
                      <a:pt x="385056" y="138357"/>
                    </a:lnTo>
                    <a:lnTo>
                      <a:pt x="341396" y="179812"/>
                    </a:lnTo>
                    <a:lnTo>
                      <a:pt x="274507" y="109365"/>
                    </a:lnTo>
                    <a:lnTo>
                      <a:pt x="161107" y="215319"/>
                    </a:lnTo>
                    <a:lnTo>
                      <a:pt x="141397" y="196914"/>
                    </a:lnTo>
                    <a:lnTo>
                      <a:pt x="19202" y="311947"/>
                    </a:lnTo>
                    <a:lnTo>
                      <a:pt x="0" y="291447"/>
                    </a:lnTo>
                    <a:lnTo>
                      <a:pt x="5787" y="285831"/>
                    </a:lnTo>
                    <a:lnTo>
                      <a:pt x="228105" y="69939"/>
                    </a:lnTo>
                    <a:lnTo>
                      <a:pt x="240291" y="58104"/>
                    </a:lnTo>
                    <a:lnTo>
                      <a:pt x="290133" y="9585"/>
                    </a:lnTo>
                    <a:lnTo>
                      <a:pt x="29998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2" name="Контур"/>
              <p:cNvSpPr/>
              <p:nvPr/>
            </p:nvSpPr>
            <p:spPr>
              <a:xfrm>
                <a:off x="5067077" y="3866384"/>
                <a:ext cx="55539" cy="52641"/>
              </a:xfrm>
              <a:custGeom>
                <a:avLst/>
                <a:gdLst/>
                <a:ahLst/>
                <a:cxnLst/>
                <a:rect l="l" t="t" r="r" b="b"/>
                <a:pathLst>
                  <a:path w="55539" h="52641">
                    <a:moveTo>
                      <a:pt x="55539" y="22401"/>
                    </a:moveTo>
                    <a:lnTo>
                      <a:pt x="18099" y="52641"/>
                    </a:lnTo>
                    <a:lnTo>
                      <a:pt x="0" y="30240"/>
                    </a:lnTo>
                    <a:lnTo>
                      <a:pt x="37440" y="0"/>
                    </a:lnTo>
                    <a:lnTo>
                      <a:pt x="55539" y="224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3" name="Контур"/>
              <p:cNvSpPr/>
              <p:nvPr/>
            </p:nvSpPr>
            <p:spPr>
              <a:xfrm>
                <a:off x="3612983" y="3220859"/>
                <a:ext cx="687726" cy="686466"/>
              </a:xfrm>
              <a:custGeom>
                <a:avLst/>
                <a:gdLst/>
                <a:ahLst/>
                <a:cxnLst/>
                <a:rect l="l" t="t" r="r" b="b"/>
                <a:pathLst>
                  <a:path w="687726" h="686466">
                    <a:moveTo>
                      <a:pt x="555651" y="485118"/>
                    </a:moveTo>
                    <a:lnTo>
                      <a:pt x="475731" y="409644"/>
                    </a:lnTo>
                    <a:lnTo>
                      <a:pt x="432567" y="361836"/>
                    </a:lnTo>
                    <a:lnTo>
                      <a:pt x="93573" y="686466"/>
                    </a:lnTo>
                    <a:lnTo>
                      <a:pt x="0" y="587997"/>
                    </a:lnTo>
                    <a:lnTo>
                      <a:pt x="338004" y="266400"/>
                    </a:lnTo>
                    <a:lnTo>
                      <a:pt x="210294" y="132174"/>
                    </a:lnTo>
                    <a:lnTo>
                      <a:pt x="350100" y="0"/>
                    </a:lnTo>
                    <a:lnTo>
                      <a:pt x="448803" y="104796"/>
                    </a:lnTo>
                    <a:lnTo>
                      <a:pt x="473940" y="81117"/>
                    </a:lnTo>
                    <a:lnTo>
                      <a:pt x="505179" y="114282"/>
                    </a:lnTo>
                    <a:lnTo>
                      <a:pt x="481419" y="136035"/>
                    </a:lnTo>
                    <a:lnTo>
                      <a:pt x="558153" y="215640"/>
                    </a:lnTo>
                    <a:lnTo>
                      <a:pt x="583092" y="193986"/>
                    </a:lnTo>
                    <a:lnTo>
                      <a:pt x="614124" y="228447"/>
                    </a:lnTo>
                    <a:lnTo>
                      <a:pt x="588168" y="251055"/>
                    </a:lnTo>
                    <a:lnTo>
                      <a:pt x="687726" y="361341"/>
                    </a:lnTo>
                    <a:lnTo>
                      <a:pt x="555651" y="4851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4" name="Контур"/>
              <p:cNvSpPr/>
              <p:nvPr/>
            </p:nvSpPr>
            <p:spPr>
              <a:xfrm>
                <a:off x="5007593" y="3599506"/>
                <a:ext cx="287242" cy="279060"/>
              </a:xfrm>
              <a:custGeom>
                <a:avLst/>
                <a:gdLst/>
                <a:ahLst/>
                <a:cxnLst/>
                <a:rect l="l" t="t" r="r" b="b"/>
                <a:pathLst>
                  <a:path w="287242" h="279060">
                    <a:moveTo>
                      <a:pt x="245709" y="0"/>
                    </a:moveTo>
                    <a:lnTo>
                      <a:pt x="287242" y="43283"/>
                    </a:lnTo>
                    <a:lnTo>
                      <a:pt x="41532" y="279060"/>
                    </a:lnTo>
                    <a:lnTo>
                      <a:pt x="0" y="235777"/>
                    </a:lnTo>
                    <a:lnTo>
                      <a:pt x="45070" y="193006"/>
                    </a:lnTo>
                    <a:lnTo>
                      <a:pt x="24570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5" name="Контур"/>
              <p:cNvSpPr/>
              <p:nvPr/>
            </p:nvSpPr>
            <p:spPr>
              <a:xfrm>
                <a:off x="7419767" y="1906148"/>
                <a:ext cx="138717" cy="142281"/>
              </a:xfrm>
              <a:custGeom>
                <a:avLst/>
                <a:gdLst/>
                <a:ahLst/>
                <a:cxnLst/>
                <a:rect l="l" t="t" r="r" b="b"/>
                <a:pathLst>
                  <a:path w="138717" h="142281">
                    <a:moveTo>
                      <a:pt x="88236" y="0"/>
                    </a:moveTo>
                    <a:lnTo>
                      <a:pt x="138717" y="47430"/>
                    </a:lnTo>
                    <a:lnTo>
                      <a:pt x="49599" y="142281"/>
                    </a:lnTo>
                    <a:lnTo>
                      <a:pt x="47475" y="140400"/>
                    </a:lnTo>
                    <a:lnTo>
                      <a:pt x="0" y="97380"/>
                    </a:lnTo>
                    <a:lnTo>
                      <a:pt x="8823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6" name="Контур"/>
              <p:cNvSpPr/>
              <p:nvPr/>
            </p:nvSpPr>
            <p:spPr>
              <a:xfrm>
                <a:off x="7820870" y="1868843"/>
                <a:ext cx="157131" cy="156888"/>
              </a:xfrm>
              <a:custGeom>
                <a:avLst/>
                <a:gdLst/>
                <a:ahLst/>
                <a:cxnLst/>
                <a:rect l="l" t="t" r="r" b="b"/>
                <a:pathLst>
                  <a:path w="157131" h="156888">
                    <a:moveTo>
                      <a:pt x="0" y="79713"/>
                    </a:moveTo>
                    <a:lnTo>
                      <a:pt x="74070" y="0"/>
                    </a:lnTo>
                    <a:lnTo>
                      <a:pt x="157131" y="77175"/>
                    </a:lnTo>
                    <a:lnTo>
                      <a:pt x="83061" y="156888"/>
                    </a:lnTo>
                    <a:lnTo>
                      <a:pt x="0" y="797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7" name="Контур"/>
              <p:cNvSpPr/>
              <p:nvPr/>
            </p:nvSpPr>
            <p:spPr>
              <a:xfrm>
                <a:off x="7508003" y="1803179"/>
                <a:ext cx="141957" cy="150399"/>
              </a:xfrm>
              <a:custGeom>
                <a:avLst/>
                <a:gdLst/>
                <a:ahLst/>
                <a:cxnLst/>
                <a:rect l="l" t="t" r="r" b="b"/>
                <a:pathLst>
                  <a:path w="141957" h="150399">
                    <a:moveTo>
                      <a:pt x="93555" y="0"/>
                    </a:moveTo>
                    <a:lnTo>
                      <a:pt x="141957" y="46206"/>
                    </a:lnTo>
                    <a:lnTo>
                      <a:pt x="50481" y="150399"/>
                    </a:lnTo>
                    <a:lnTo>
                      <a:pt x="0" y="102969"/>
                    </a:lnTo>
                    <a:lnTo>
                      <a:pt x="935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8" name="Контур"/>
              <p:cNvSpPr/>
              <p:nvPr/>
            </p:nvSpPr>
            <p:spPr>
              <a:xfrm>
                <a:off x="7935611" y="1737308"/>
                <a:ext cx="202806" cy="179811"/>
              </a:xfrm>
              <a:custGeom>
                <a:avLst/>
                <a:gdLst/>
                <a:ahLst/>
                <a:cxnLst/>
                <a:rect l="l" t="t" r="r" b="b"/>
                <a:pathLst>
                  <a:path w="202806" h="179811">
                    <a:moveTo>
                      <a:pt x="202806" y="123723"/>
                    </a:moveTo>
                    <a:lnTo>
                      <a:pt x="167112" y="160857"/>
                    </a:lnTo>
                    <a:lnTo>
                      <a:pt x="142326" y="137034"/>
                    </a:lnTo>
                    <a:lnTo>
                      <a:pt x="101214" y="179811"/>
                    </a:lnTo>
                    <a:lnTo>
                      <a:pt x="0" y="83691"/>
                    </a:lnTo>
                    <a:lnTo>
                      <a:pt x="74079" y="0"/>
                    </a:lnTo>
                    <a:lnTo>
                      <a:pt x="202806" y="1237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9" name="Контур"/>
              <p:cNvSpPr/>
              <p:nvPr/>
            </p:nvSpPr>
            <p:spPr>
              <a:xfrm>
                <a:off x="7601558" y="1584000"/>
                <a:ext cx="289935" cy="265385"/>
              </a:xfrm>
              <a:custGeom>
                <a:avLst/>
                <a:gdLst/>
                <a:ahLst/>
                <a:cxnLst/>
                <a:rect l="l" t="t" r="r" b="b"/>
                <a:pathLst>
                  <a:path w="289935" h="265385">
                    <a:moveTo>
                      <a:pt x="289935" y="0"/>
                    </a:moveTo>
                    <a:lnTo>
                      <a:pt x="48402" y="265385"/>
                    </a:lnTo>
                    <a:lnTo>
                      <a:pt x="0" y="219179"/>
                    </a:lnTo>
                    <a:lnTo>
                      <a:pt x="19995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70" name="Контур"/>
              <p:cNvSpPr/>
              <p:nvPr/>
            </p:nvSpPr>
            <p:spPr>
              <a:xfrm>
                <a:off x="7601558" y="1584000"/>
                <a:ext cx="289935" cy="265385"/>
              </a:xfrm>
              <a:custGeom>
                <a:avLst/>
                <a:gdLst/>
                <a:ahLst/>
                <a:cxnLst/>
                <a:rect l="l" t="t" r="r" b="b"/>
                <a:pathLst>
                  <a:path w="289935" h="265385" fill="none">
                    <a:moveTo>
                      <a:pt x="48402" y="265385"/>
                    </a:moveTo>
                    <a:lnTo>
                      <a:pt x="0" y="219179"/>
                    </a:lnTo>
                    <a:lnTo>
                      <a:pt x="199959" y="0"/>
                    </a:lnTo>
                    <a:moveTo>
                      <a:pt x="289935" y="0"/>
                    </a:moveTo>
                    <a:lnTo>
                      <a:pt x="48402" y="265385"/>
                    </a:lnTo>
                    <a:lnTo>
                      <a:pt x="48402" y="265385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1" name="Контур"/>
              <p:cNvSpPr/>
              <p:nvPr/>
            </p:nvSpPr>
            <p:spPr>
              <a:xfrm>
                <a:off x="8055374" y="1614935"/>
                <a:ext cx="221184" cy="197316"/>
              </a:xfrm>
              <a:custGeom>
                <a:avLst/>
                <a:gdLst/>
                <a:ahLst/>
                <a:cxnLst/>
                <a:rect l="l" t="t" r="r" b="b"/>
                <a:pathLst>
                  <a:path w="221184" h="197316">
                    <a:moveTo>
                      <a:pt x="221184" y="141876"/>
                    </a:moveTo>
                    <a:lnTo>
                      <a:pt x="184887" y="177858"/>
                    </a:lnTo>
                    <a:lnTo>
                      <a:pt x="162306" y="157239"/>
                    </a:lnTo>
                    <a:lnTo>
                      <a:pt x="123183" y="197316"/>
                    </a:lnTo>
                    <a:lnTo>
                      <a:pt x="0" y="77067"/>
                    </a:lnTo>
                    <a:lnTo>
                      <a:pt x="74592" y="0"/>
                    </a:lnTo>
                    <a:lnTo>
                      <a:pt x="221184" y="1418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2" name="Контур"/>
              <p:cNvSpPr/>
              <p:nvPr/>
            </p:nvSpPr>
            <p:spPr>
              <a:xfrm>
                <a:off x="8199317" y="1584000"/>
                <a:ext cx="203412" cy="129134"/>
              </a:xfrm>
              <a:custGeom>
                <a:avLst/>
                <a:gdLst/>
                <a:ahLst/>
                <a:cxnLst/>
                <a:rect l="l" t="t" r="r" b="b"/>
                <a:pathLst>
                  <a:path w="203412" h="129134">
                    <a:moveTo>
                      <a:pt x="0" y="0"/>
                    </a:moveTo>
                    <a:lnTo>
                      <a:pt x="139980" y="0"/>
                    </a:lnTo>
                    <a:lnTo>
                      <a:pt x="203412" y="59303"/>
                    </a:lnTo>
                    <a:lnTo>
                      <a:pt x="138126" y="1291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73" name="Контур"/>
              <p:cNvSpPr/>
              <p:nvPr/>
            </p:nvSpPr>
            <p:spPr>
              <a:xfrm>
                <a:off x="8199317" y="1584000"/>
                <a:ext cx="203412" cy="129134"/>
              </a:xfrm>
              <a:custGeom>
                <a:avLst/>
                <a:gdLst/>
                <a:ahLst/>
                <a:cxnLst/>
                <a:rect l="l" t="t" r="r" b="b"/>
                <a:pathLst>
                  <a:path w="203412" h="129134" fill="none">
                    <a:moveTo>
                      <a:pt x="139980" y="0"/>
                    </a:moveTo>
                    <a:lnTo>
                      <a:pt x="203412" y="59303"/>
                    </a:lnTo>
                    <a:lnTo>
                      <a:pt x="138126" y="129134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4" name="Контур"/>
              <p:cNvSpPr/>
              <p:nvPr/>
            </p:nvSpPr>
            <p:spPr>
              <a:xfrm>
                <a:off x="8434115" y="1584000"/>
                <a:ext cx="53706" cy="26696"/>
              </a:xfrm>
              <a:custGeom>
                <a:avLst/>
                <a:gdLst/>
                <a:ahLst/>
                <a:cxnLst/>
                <a:rect l="l" t="t" r="r" b="b"/>
                <a:pathLst>
                  <a:path w="53706" h="26696">
                    <a:moveTo>
                      <a:pt x="53706" y="0"/>
                    </a:moveTo>
                    <a:lnTo>
                      <a:pt x="29751" y="26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75" name="Контур"/>
              <p:cNvSpPr/>
              <p:nvPr/>
            </p:nvSpPr>
            <p:spPr>
              <a:xfrm>
                <a:off x="8434115" y="1584000"/>
                <a:ext cx="53706" cy="26696"/>
              </a:xfrm>
              <a:custGeom>
                <a:avLst/>
                <a:gdLst/>
                <a:ahLst/>
                <a:cxnLst/>
                <a:rect l="l" t="t" r="r" b="b"/>
                <a:pathLst>
                  <a:path w="53706" h="26696" fill="none">
                    <a:moveTo>
                      <a:pt x="53706" y="0"/>
                    </a:moveTo>
                    <a:lnTo>
                      <a:pt x="29751" y="26696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6" name="Контур"/>
              <p:cNvSpPr/>
              <p:nvPr/>
            </p:nvSpPr>
            <p:spPr>
              <a:xfrm>
                <a:off x="9463389" y="1932794"/>
                <a:ext cx="64872" cy="80382"/>
              </a:xfrm>
              <a:custGeom>
                <a:avLst/>
                <a:gdLst/>
                <a:ahLst/>
                <a:cxnLst/>
                <a:rect l="l" t="t" r="r" b="b"/>
                <a:pathLst>
                  <a:path w="64872" h="80382">
                    <a:moveTo>
                      <a:pt x="25517" y="80382"/>
                    </a:moveTo>
                    <a:lnTo>
                      <a:pt x="0" y="15470"/>
                    </a:lnTo>
                    <a:lnTo>
                      <a:pt x="39355" y="0"/>
                    </a:lnTo>
                    <a:lnTo>
                      <a:pt x="64872" y="64912"/>
                    </a:lnTo>
                    <a:lnTo>
                      <a:pt x="25517" y="803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7" name="Контур"/>
              <p:cNvSpPr/>
              <p:nvPr/>
            </p:nvSpPr>
            <p:spPr>
              <a:xfrm>
                <a:off x="9208517" y="1788464"/>
                <a:ext cx="199620" cy="175356"/>
              </a:xfrm>
              <a:custGeom>
                <a:avLst/>
                <a:gdLst/>
                <a:ahLst/>
                <a:cxnLst/>
                <a:rect l="l" t="t" r="r" b="b"/>
                <a:pathLst>
                  <a:path w="199620" h="175356">
                    <a:moveTo>
                      <a:pt x="199620" y="119205"/>
                    </a:moveTo>
                    <a:lnTo>
                      <a:pt x="42669" y="175356"/>
                    </a:lnTo>
                    <a:lnTo>
                      <a:pt x="0" y="56160"/>
                    </a:lnTo>
                    <a:lnTo>
                      <a:pt x="156960" y="0"/>
                    </a:lnTo>
                    <a:lnTo>
                      <a:pt x="199620" y="1192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8" name="Контур"/>
              <p:cNvSpPr/>
              <p:nvPr/>
            </p:nvSpPr>
            <p:spPr>
              <a:xfrm>
                <a:off x="9366506" y="1733700"/>
                <a:ext cx="141545" cy="203352"/>
              </a:xfrm>
              <a:custGeom>
                <a:avLst/>
                <a:gdLst/>
                <a:ahLst/>
                <a:cxnLst/>
                <a:rect l="l" t="t" r="r" b="b"/>
                <a:pathLst>
                  <a:path w="141545" h="203352">
                    <a:moveTo>
                      <a:pt x="68111" y="203352"/>
                    </a:moveTo>
                    <a:lnTo>
                      <a:pt x="0" y="28625"/>
                    </a:lnTo>
                    <a:lnTo>
                      <a:pt x="73434" y="0"/>
                    </a:lnTo>
                    <a:lnTo>
                      <a:pt x="141545" y="174727"/>
                    </a:lnTo>
                    <a:lnTo>
                      <a:pt x="68111" y="2033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9" name="Контур"/>
              <p:cNvSpPr/>
              <p:nvPr/>
            </p:nvSpPr>
            <p:spPr>
              <a:xfrm>
                <a:off x="9440531" y="1584000"/>
                <a:ext cx="190193" cy="304274"/>
              </a:xfrm>
              <a:custGeom>
                <a:avLst/>
                <a:gdLst/>
                <a:ahLst/>
                <a:cxnLst/>
                <a:rect l="l" t="t" r="r" b="b"/>
                <a:pathLst>
                  <a:path w="190193" h="304274">
                    <a:moveTo>
                      <a:pt x="78322" y="304274"/>
                    </a:moveTo>
                    <a:lnTo>
                      <a:pt x="0" y="97386"/>
                    </a:lnTo>
                    <a:lnTo>
                      <a:pt x="49280" y="81539"/>
                    </a:lnTo>
                    <a:lnTo>
                      <a:pt x="36080" y="45444"/>
                    </a:lnTo>
                    <a:lnTo>
                      <a:pt x="74801" y="33119"/>
                    </a:lnTo>
                    <a:lnTo>
                      <a:pt x="71281" y="21673"/>
                    </a:lnTo>
                    <a:lnTo>
                      <a:pt x="103459" y="0"/>
                    </a:lnTo>
                    <a:lnTo>
                      <a:pt x="190193" y="0"/>
                    </a:lnTo>
                    <a:lnTo>
                      <a:pt x="124962" y="28490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80" name="Контур"/>
              <p:cNvSpPr/>
              <p:nvPr/>
            </p:nvSpPr>
            <p:spPr>
              <a:xfrm>
                <a:off x="9440531" y="1584000"/>
                <a:ext cx="190193" cy="304274"/>
              </a:xfrm>
              <a:custGeom>
                <a:avLst/>
                <a:gdLst/>
                <a:ahLst/>
                <a:cxnLst/>
                <a:rect l="l" t="t" r="r" b="b"/>
                <a:pathLst>
                  <a:path w="190193" h="304274" fill="none">
                    <a:moveTo>
                      <a:pt x="78322" y="304274"/>
                    </a:moveTo>
                    <a:lnTo>
                      <a:pt x="0" y="97386"/>
                    </a:lnTo>
                    <a:lnTo>
                      <a:pt x="49280" y="81539"/>
                    </a:lnTo>
                    <a:lnTo>
                      <a:pt x="36080" y="45444"/>
                    </a:lnTo>
                    <a:lnTo>
                      <a:pt x="74801" y="33119"/>
                    </a:lnTo>
                    <a:lnTo>
                      <a:pt x="71281" y="21673"/>
                    </a:lnTo>
                    <a:lnTo>
                      <a:pt x="103459" y="0"/>
                    </a:lnTo>
                    <a:moveTo>
                      <a:pt x="190193" y="0"/>
                    </a:moveTo>
                    <a:lnTo>
                      <a:pt x="124962" y="284905"/>
                    </a:lnTo>
                    <a:lnTo>
                      <a:pt x="78322" y="304274"/>
                    </a:lnTo>
                    <a:lnTo>
                      <a:pt x="78322" y="30427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1" name="Контур"/>
              <p:cNvSpPr/>
              <p:nvPr/>
            </p:nvSpPr>
            <p:spPr>
              <a:xfrm>
                <a:off x="8865011" y="1791263"/>
                <a:ext cx="72460" cy="74387"/>
              </a:xfrm>
              <a:custGeom>
                <a:avLst/>
                <a:gdLst/>
                <a:ahLst/>
                <a:cxnLst/>
                <a:rect l="l" t="t" r="r" b="b"/>
                <a:pathLst>
                  <a:path w="72460" h="74387">
                    <a:moveTo>
                      <a:pt x="42692" y="0"/>
                    </a:moveTo>
                    <a:lnTo>
                      <a:pt x="72460" y="41567"/>
                    </a:lnTo>
                    <a:lnTo>
                      <a:pt x="33693" y="74387"/>
                    </a:lnTo>
                    <a:lnTo>
                      <a:pt x="0" y="33473"/>
                    </a:lnTo>
                    <a:lnTo>
                      <a:pt x="4269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2" name="Контур"/>
              <p:cNvSpPr/>
              <p:nvPr/>
            </p:nvSpPr>
            <p:spPr>
              <a:xfrm>
                <a:off x="8881530" y="1584000"/>
                <a:ext cx="319916" cy="261252"/>
              </a:xfrm>
              <a:custGeom>
                <a:avLst/>
                <a:gdLst/>
                <a:ahLst/>
                <a:cxnLst/>
                <a:rect l="l" t="t" r="r" b="b"/>
                <a:pathLst>
                  <a:path w="319916" h="261252">
                    <a:moveTo>
                      <a:pt x="0" y="169456"/>
                    </a:moveTo>
                    <a:lnTo>
                      <a:pt x="237591" y="0"/>
                    </a:lnTo>
                    <a:lnTo>
                      <a:pt x="263089" y="0"/>
                    </a:lnTo>
                    <a:lnTo>
                      <a:pt x="310103" y="65375"/>
                    </a:lnTo>
                    <a:lnTo>
                      <a:pt x="319916" y="79776"/>
                    </a:lnTo>
                    <a:lnTo>
                      <a:pt x="65472" y="261252"/>
                    </a:lnTo>
                    <a:lnTo>
                      <a:pt x="55941" y="248830"/>
                    </a:lnTo>
                    <a:lnTo>
                      <a:pt x="26173" y="20726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83" name="Контур"/>
              <p:cNvSpPr/>
              <p:nvPr/>
            </p:nvSpPr>
            <p:spPr>
              <a:xfrm>
                <a:off x="8881530" y="1584000"/>
                <a:ext cx="319916" cy="261252"/>
              </a:xfrm>
              <a:custGeom>
                <a:avLst/>
                <a:gdLst/>
                <a:ahLst/>
                <a:cxnLst/>
                <a:rect l="l" t="t" r="r" b="b"/>
                <a:pathLst>
                  <a:path w="319916" h="261252" fill="none">
                    <a:moveTo>
                      <a:pt x="0" y="169456"/>
                    </a:moveTo>
                    <a:lnTo>
                      <a:pt x="237591" y="0"/>
                    </a:lnTo>
                    <a:moveTo>
                      <a:pt x="263089" y="0"/>
                    </a:moveTo>
                    <a:lnTo>
                      <a:pt x="310103" y="65375"/>
                    </a:lnTo>
                    <a:lnTo>
                      <a:pt x="319916" y="79776"/>
                    </a:lnTo>
                    <a:lnTo>
                      <a:pt x="65472" y="261252"/>
                    </a:lnTo>
                    <a:lnTo>
                      <a:pt x="55941" y="248830"/>
                    </a:lnTo>
                    <a:lnTo>
                      <a:pt x="26173" y="207263"/>
                    </a:lnTo>
                    <a:lnTo>
                      <a:pt x="0" y="169456"/>
                    </a:lnTo>
                    <a:lnTo>
                      <a:pt x="0" y="16945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4" name="Контур"/>
              <p:cNvSpPr/>
              <p:nvPr/>
            </p:nvSpPr>
            <p:spPr>
              <a:xfrm>
                <a:off x="9144619" y="1584000"/>
                <a:ext cx="74507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74507" h="65375">
                    <a:moveTo>
                      <a:pt x="0" y="0"/>
                    </a:moveTo>
                    <a:lnTo>
                      <a:pt x="42899" y="0"/>
                    </a:lnTo>
                    <a:lnTo>
                      <a:pt x="74507" y="45425"/>
                    </a:lnTo>
                    <a:lnTo>
                      <a:pt x="47014" y="6537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85" name="Контур"/>
              <p:cNvSpPr/>
              <p:nvPr/>
            </p:nvSpPr>
            <p:spPr>
              <a:xfrm>
                <a:off x="9144619" y="1584000"/>
                <a:ext cx="74507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74507" h="65375" fill="none">
                    <a:moveTo>
                      <a:pt x="42899" y="0"/>
                    </a:moveTo>
                    <a:lnTo>
                      <a:pt x="74507" y="45425"/>
                    </a:lnTo>
                    <a:lnTo>
                      <a:pt x="47014" y="65375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6" name="Контур"/>
              <p:cNvSpPr/>
              <p:nvPr/>
            </p:nvSpPr>
            <p:spPr>
              <a:xfrm>
                <a:off x="9315436" y="1584000"/>
                <a:ext cx="93436" cy="43389"/>
              </a:xfrm>
              <a:custGeom>
                <a:avLst/>
                <a:gdLst/>
                <a:ahLst/>
                <a:cxnLst/>
                <a:rect l="l" t="t" r="r" b="b"/>
                <a:pathLst>
                  <a:path w="93436" h="43389">
                    <a:moveTo>
                      <a:pt x="93436" y="0"/>
                    </a:moveTo>
                    <a:lnTo>
                      <a:pt x="29401" y="433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87" name="Контур"/>
              <p:cNvSpPr/>
              <p:nvPr/>
            </p:nvSpPr>
            <p:spPr>
              <a:xfrm>
                <a:off x="9315436" y="1584000"/>
                <a:ext cx="93436" cy="43389"/>
              </a:xfrm>
              <a:custGeom>
                <a:avLst/>
                <a:gdLst/>
                <a:ahLst/>
                <a:cxnLst/>
                <a:rect l="l" t="t" r="r" b="b"/>
                <a:pathLst>
                  <a:path w="93436" h="43389" fill="none">
                    <a:moveTo>
                      <a:pt x="93436" y="0"/>
                    </a:moveTo>
                    <a:lnTo>
                      <a:pt x="29401" y="43389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8" name="Контур"/>
              <p:cNvSpPr/>
              <p:nvPr/>
            </p:nvSpPr>
            <p:spPr>
              <a:xfrm>
                <a:off x="7487488" y="3014615"/>
                <a:ext cx="621295" cy="475148"/>
              </a:xfrm>
              <a:custGeom>
                <a:avLst/>
                <a:gdLst/>
                <a:ahLst/>
                <a:cxnLst/>
                <a:rect l="l" t="t" r="r" b="b"/>
                <a:pathLst>
                  <a:path w="621295" h="475148">
                    <a:moveTo>
                      <a:pt x="0" y="416730"/>
                    </a:moveTo>
                    <a:lnTo>
                      <a:pt x="579269" y="0"/>
                    </a:lnTo>
                    <a:lnTo>
                      <a:pt x="621295" y="58418"/>
                    </a:lnTo>
                    <a:lnTo>
                      <a:pt x="42026" y="475148"/>
                    </a:lnTo>
                    <a:lnTo>
                      <a:pt x="0" y="4167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9" name="Контур"/>
              <p:cNvSpPr/>
              <p:nvPr/>
            </p:nvSpPr>
            <p:spPr>
              <a:xfrm>
                <a:off x="8405985" y="3110054"/>
                <a:ext cx="387104" cy="344083"/>
              </a:xfrm>
              <a:custGeom>
                <a:avLst/>
                <a:gdLst/>
                <a:ahLst/>
                <a:cxnLst/>
                <a:rect l="l" t="t" r="r" b="b"/>
                <a:pathLst>
                  <a:path w="387104" h="344083">
                    <a:moveTo>
                      <a:pt x="0" y="298801"/>
                    </a:moveTo>
                    <a:lnTo>
                      <a:pt x="40763" y="270775"/>
                    </a:lnTo>
                    <a:lnTo>
                      <a:pt x="10238" y="228053"/>
                    </a:lnTo>
                    <a:lnTo>
                      <a:pt x="322852" y="0"/>
                    </a:lnTo>
                    <a:lnTo>
                      <a:pt x="387104" y="85226"/>
                    </a:lnTo>
                    <a:lnTo>
                      <a:pt x="35546" y="344083"/>
                    </a:lnTo>
                    <a:lnTo>
                      <a:pt x="0" y="2988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0" name="Контур"/>
              <p:cNvSpPr/>
              <p:nvPr/>
            </p:nvSpPr>
            <p:spPr>
              <a:xfrm>
                <a:off x="8205926" y="2885924"/>
                <a:ext cx="522911" cy="522931"/>
              </a:xfrm>
              <a:custGeom>
                <a:avLst/>
                <a:gdLst/>
                <a:ahLst/>
                <a:cxnLst/>
                <a:rect l="l" t="t" r="r" b="b"/>
                <a:pathLst>
                  <a:path w="522911" h="522931">
                    <a:moveTo>
                      <a:pt x="200059" y="522931"/>
                    </a:moveTo>
                    <a:lnTo>
                      <a:pt x="164511" y="474066"/>
                    </a:lnTo>
                    <a:lnTo>
                      <a:pt x="0" y="261495"/>
                    </a:lnTo>
                    <a:lnTo>
                      <a:pt x="127917" y="167982"/>
                    </a:lnTo>
                    <a:lnTo>
                      <a:pt x="180441" y="129651"/>
                    </a:lnTo>
                    <a:lnTo>
                      <a:pt x="270180" y="64176"/>
                    </a:lnTo>
                    <a:lnTo>
                      <a:pt x="356913" y="0"/>
                    </a:lnTo>
                    <a:lnTo>
                      <a:pt x="522911" y="224130"/>
                    </a:lnTo>
                    <a:lnTo>
                      <a:pt x="210297" y="452183"/>
                    </a:lnTo>
                    <a:lnTo>
                      <a:pt x="240822" y="494905"/>
                    </a:lnTo>
                    <a:lnTo>
                      <a:pt x="200059" y="522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1" name="Контур"/>
              <p:cNvSpPr/>
              <p:nvPr/>
            </p:nvSpPr>
            <p:spPr>
              <a:xfrm>
                <a:off x="7878617" y="3754632"/>
                <a:ext cx="94037" cy="92499"/>
              </a:xfrm>
              <a:custGeom>
                <a:avLst/>
                <a:gdLst/>
                <a:ahLst/>
                <a:cxnLst/>
                <a:rect l="l" t="t" r="r" b="b"/>
                <a:pathLst>
                  <a:path w="94037" h="92499">
                    <a:moveTo>
                      <a:pt x="57267" y="0"/>
                    </a:moveTo>
                    <a:lnTo>
                      <a:pt x="94037" y="50682"/>
                    </a:lnTo>
                    <a:lnTo>
                      <a:pt x="36901" y="92499"/>
                    </a:lnTo>
                    <a:lnTo>
                      <a:pt x="31704" y="85402"/>
                    </a:lnTo>
                    <a:lnTo>
                      <a:pt x="0" y="41556"/>
                    </a:lnTo>
                    <a:lnTo>
                      <a:pt x="5726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2" name="Контур"/>
              <p:cNvSpPr/>
              <p:nvPr/>
            </p:nvSpPr>
            <p:spPr>
              <a:xfrm>
                <a:off x="7598822" y="3147419"/>
                <a:ext cx="807163" cy="756577"/>
              </a:xfrm>
              <a:custGeom>
                <a:avLst/>
                <a:gdLst/>
                <a:ahLst/>
                <a:cxnLst/>
                <a:rect l="l" t="t" r="r" b="b"/>
                <a:pathLst>
                  <a:path w="807163" h="756577">
                    <a:moveTo>
                      <a:pt x="607104" y="0"/>
                    </a:moveTo>
                    <a:lnTo>
                      <a:pt x="771615" y="212571"/>
                    </a:lnTo>
                    <a:lnTo>
                      <a:pt x="807163" y="261436"/>
                    </a:lnTo>
                    <a:lnTo>
                      <a:pt x="337062" y="607213"/>
                    </a:lnTo>
                    <a:lnTo>
                      <a:pt x="279795" y="648769"/>
                    </a:lnTo>
                    <a:lnTo>
                      <a:pt x="311499" y="692615"/>
                    </a:lnTo>
                    <a:lnTo>
                      <a:pt x="221408" y="756577"/>
                    </a:lnTo>
                    <a:lnTo>
                      <a:pt x="184557" y="701428"/>
                    </a:lnTo>
                    <a:lnTo>
                      <a:pt x="126073" y="623447"/>
                    </a:lnTo>
                    <a:lnTo>
                      <a:pt x="90540" y="650220"/>
                    </a:lnTo>
                    <a:lnTo>
                      <a:pt x="32511" y="572072"/>
                    </a:lnTo>
                    <a:lnTo>
                      <a:pt x="70957" y="543831"/>
                    </a:lnTo>
                    <a:lnTo>
                      <a:pt x="0" y="442347"/>
                    </a:lnTo>
                    <a:lnTo>
                      <a:pt x="588110" y="13852"/>
                    </a:lnTo>
                    <a:lnTo>
                      <a:pt x="6071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3" name="Контур"/>
              <p:cNvSpPr/>
              <p:nvPr/>
            </p:nvSpPr>
            <p:spPr>
              <a:xfrm>
                <a:off x="7577078" y="2813325"/>
                <a:ext cx="458313" cy="383690"/>
              </a:xfrm>
              <a:custGeom>
                <a:avLst/>
                <a:gdLst/>
                <a:ahLst/>
                <a:cxnLst/>
                <a:rect l="l" t="t" r="r" b="b"/>
                <a:pathLst>
                  <a:path w="458313" h="383690">
                    <a:moveTo>
                      <a:pt x="375984" y="0"/>
                    </a:moveTo>
                    <a:lnTo>
                      <a:pt x="416265" y="54532"/>
                    </a:lnTo>
                    <a:lnTo>
                      <a:pt x="458313" y="107907"/>
                    </a:lnTo>
                    <a:lnTo>
                      <a:pt x="80910" y="383690"/>
                    </a:lnTo>
                    <a:lnTo>
                      <a:pt x="0" y="266563"/>
                    </a:lnTo>
                    <a:lnTo>
                      <a:pt x="37598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4" name="Контур"/>
              <p:cNvSpPr/>
              <p:nvPr/>
            </p:nvSpPr>
            <p:spPr>
              <a:xfrm>
                <a:off x="8165765" y="3025034"/>
                <a:ext cx="168078" cy="136237"/>
              </a:xfrm>
              <a:custGeom>
                <a:avLst/>
                <a:gdLst/>
                <a:ahLst/>
                <a:cxnLst/>
                <a:rect l="l" t="t" r="r" b="b"/>
                <a:pathLst>
                  <a:path w="168078" h="136237">
                    <a:moveTo>
                      <a:pt x="168078" y="28872"/>
                    </a:moveTo>
                    <a:lnTo>
                      <a:pt x="40161" y="122385"/>
                    </a:lnTo>
                    <a:lnTo>
                      <a:pt x="21167" y="136237"/>
                    </a:lnTo>
                    <a:lnTo>
                      <a:pt x="0" y="107898"/>
                    </a:lnTo>
                    <a:lnTo>
                      <a:pt x="147005" y="0"/>
                    </a:lnTo>
                    <a:lnTo>
                      <a:pt x="168078" y="288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5" name="Контур"/>
              <p:cNvSpPr/>
              <p:nvPr/>
            </p:nvSpPr>
            <p:spPr>
              <a:xfrm>
                <a:off x="8312770" y="2986235"/>
                <a:ext cx="73597" cy="67671"/>
              </a:xfrm>
              <a:custGeom>
                <a:avLst/>
                <a:gdLst/>
                <a:ahLst/>
                <a:cxnLst/>
                <a:rect l="l" t="t" r="r" b="b"/>
                <a:pathLst>
                  <a:path w="73597" h="67671">
                    <a:moveTo>
                      <a:pt x="0" y="38799"/>
                    </a:moveTo>
                    <a:lnTo>
                      <a:pt x="52186" y="0"/>
                    </a:lnTo>
                    <a:lnTo>
                      <a:pt x="73597" y="29340"/>
                    </a:lnTo>
                    <a:lnTo>
                      <a:pt x="21073" y="67671"/>
                    </a:lnTo>
                    <a:lnTo>
                      <a:pt x="0" y="387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6" name="Контур"/>
              <p:cNvSpPr/>
              <p:nvPr/>
            </p:nvSpPr>
            <p:spPr>
              <a:xfrm>
                <a:off x="8364956" y="2875092"/>
                <a:ext cx="111150" cy="140483"/>
              </a:xfrm>
              <a:custGeom>
                <a:avLst/>
                <a:gdLst/>
                <a:ahLst/>
                <a:cxnLst/>
                <a:rect l="l" t="t" r="r" b="b"/>
                <a:pathLst>
                  <a:path w="111150" h="140483">
                    <a:moveTo>
                      <a:pt x="0" y="111143"/>
                    </a:moveTo>
                    <a:lnTo>
                      <a:pt x="37642" y="84834"/>
                    </a:lnTo>
                    <a:lnTo>
                      <a:pt x="8075" y="38664"/>
                    </a:lnTo>
                    <a:lnTo>
                      <a:pt x="60077" y="0"/>
                    </a:lnTo>
                    <a:lnTo>
                      <a:pt x="111150" y="75008"/>
                    </a:lnTo>
                    <a:lnTo>
                      <a:pt x="21411" y="140483"/>
                    </a:lnTo>
                    <a:lnTo>
                      <a:pt x="0" y="1111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7" name="Контур"/>
              <p:cNvSpPr/>
              <p:nvPr/>
            </p:nvSpPr>
            <p:spPr>
              <a:xfrm>
                <a:off x="7738840" y="2554892"/>
                <a:ext cx="331830" cy="312107"/>
              </a:xfrm>
              <a:custGeom>
                <a:avLst/>
                <a:gdLst/>
                <a:ahLst/>
                <a:cxnLst/>
                <a:rect l="l" t="t" r="r" b="b"/>
                <a:pathLst>
                  <a:path w="331830" h="312107">
                    <a:moveTo>
                      <a:pt x="0" y="266103"/>
                    </a:moveTo>
                    <a:lnTo>
                      <a:pt x="165303" y="140423"/>
                    </a:lnTo>
                    <a:lnTo>
                      <a:pt x="244987" y="0"/>
                    </a:lnTo>
                    <a:lnTo>
                      <a:pt x="331830" y="98863"/>
                    </a:lnTo>
                    <a:lnTo>
                      <a:pt x="39159" y="312107"/>
                    </a:lnTo>
                    <a:lnTo>
                      <a:pt x="0" y="2661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8" name="Контур"/>
              <p:cNvSpPr/>
              <p:nvPr/>
            </p:nvSpPr>
            <p:spPr>
              <a:xfrm>
                <a:off x="8020272" y="2513186"/>
                <a:ext cx="60950" cy="60173"/>
              </a:xfrm>
              <a:custGeom>
                <a:avLst/>
                <a:gdLst/>
                <a:ahLst/>
                <a:cxnLst/>
                <a:rect l="l" t="t" r="r" b="b"/>
                <a:pathLst>
                  <a:path w="60950" h="60173">
                    <a:moveTo>
                      <a:pt x="0" y="32344"/>
                    </a:moveTo>
                    <a:lnTo>
                      <a:pt x="35827" y="0"/>
                    </a:lnTo>
                    <a:lnTo>
                      <a:pt x="60950" y="27830"/>
                    </a:lnTo>
                    <a:lnTo>
                      <a:pt x="25125" y="60173"/>
                    </a:lnTo>
                    <a:lnTo>
                      <a:pt x="0" y="323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9" name="Контур"/>
              <p:cNvSpPr/>
              <p:nvPr/>
            </p:nvSpPr>
            <p:spPr>
              <a:xfrm>
                <a:off x="8086613" y="2221816"/>
                <a:ext cx="394119" cy="341970"/>
              </a:xfrm>
              <a:custGeom>
                <a:avLst/>
                <a:gdLst/>
                <a:ahLst/>
                <a:cxnLst/>
                <a:rect l="l" t="t" r="r" b="b"/>
                <a:pathLst>
                  <a:path w="394119" h="341970">
                    <a:moveTo>
                      <a:pt x="394119" y="93787"/>
                    </a:moveTo>
                    <a:lnTo>
                      <a:pt x="72357" y="341970"/>
                    </a:lnTo>
                    <a:lnTo>
                      <a:pt x="0" y="248182"/>
                    </a:lnTo>
                    <a:lnTo>
                      <a:pt x="321772" y="0"/>
                    </a:lnTo>
                    <a:lnTo>
                      <a:pt x="394119" y="937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0" name="Контур"/>
              <p:cNvSpPr/>
              <p:nvPr/>
            </p:nvSpPr>
            <p:spPr>
              <a:xfrm>
                <a:off x="9335489" y="3669663"/>
                <a:ext cx="100307" cy="106598"/>
              </a:xfrm>
              <a:custGeom>
                <a:avLst/>
                <a:gdLst/>
                <a:ahLst/>
                <a:cxnLst/>
                <a:rect l="l" t="t" r="r" b="b"/>
                <a:pathLst>
                  <a:path w="100307" h="106598">
                    <a:moveTo>
                      <a:pt x="58080" y="106598"/>
                    </a:moveTo>
                    <a:lnTo>
                      <a:pt x="0" y="33596"/>
                    </a:lnTo>
                    <a:lnTo>
                      <a:pt x="42226" y="0"/>
                    </a:lnTo>
                    <a:lnTo>
                      <a:pt x="100307" y="72993"/>
                    </a:lnTo>
                    <a:lnTo>
                      <a:pt x="58080" y="1065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1" name="Контур"/>
              <p:cNvSpPr/>
              <p:nvPr/>
            </p:nvSpPr>
            <p:spPr>
              <a:xfrm>
                <a:off x="9275963" y="3560384"/>
                <a:ext cx="129834" cy="132003"/>
              </a:xfrm>
              <a:custGeom>
                <a:avLst/>
                <a:gdLst/>
                <a:ahLst/>
                <a:cxnLst/>
                <a:rect l="l" t="t" r="r" b="b"/>
                <a:pathLst>
                  <a:path w="129834" h="132003">
                    <a:moveTo>
                      <a:pt x="61200" y="132003"/>
                    </a:moveTo>
                    <a:lnTo>
                      <a:pt x="0" y="53514"/>
                    </a:lnTo>
                    <a:lnTo>
                      <a:pt x="68634" y="0"/>
                    </a:lnTo>
                    <a:lnTo>
                      <a:pt x="129834" y="78480"/>
                    </a:lnTo>
                    <a:lnTo>
                      <a:pt x="61200" y="1320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2" name="Контур"/>
              <p:cNvSpPr/>
              <p:nvPr/>
            </p:nvSpPr>
            <p:spPr>
              <a:xfrm>
                <a:off x="9096170" y="3466784"/>
                <a:ext cx="177867" cy="211527"/>
              </a:xfrm>
              <a:custGeom>
                <a:avLst/>
                <a:gdLst/>
                <a:ahLst/>
                <a:cxnLst/>
                <a:rect l="l" t="t" r="r" b="b"/>
                <a:pathLst>
                  <a:path w="177867" h="211527">
                    <a:moveTo>
                      <a:pt x="130329" y="211527"/>
                    </a:moveTo>
                    <a:lnTo>
                      <a:pt x="0" y="35118"/>
                    </a:lnTo>
                    <a:lnTo>
                      <a:pt x="47547" y="0"/>
                    </a:lnTo>
                    <a:lnTo>
                      <a:pt x="177867" y="176400"/>
                    </a:lnTo>
                    <a:lnTo>
                      <a:pt x="130329" y="2115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3" name="Контур"/>
              <p:cNvSpPr/>
              <p:nvPr/>
            </p:nvSpPr>
            <p:spPr>
              <a:xfrm>
                <a:off x="9392808" y="3569444"/>
                <a:ext cx="75240" cy="78525"/>
              </a:xfrm>
              <a:custGeom>
                <a:avLst/>
                <a:gdLst/>
                <a:ahLst/>
                <a:cxnLst/>
                <a:rect l="l" t="t" r="r" b="b"/>
                <a:pathLst>
                  <a:path w="75240" h="78525">
                    <a:moveTo>
                      <a:pt x="37062" y="78525"/>
                    </a:moveTo>
                    <a:lnTo>
                      <a:pt x="0" y="28012"/>
                    </a:lnTo>
                    <a:lnTo>
                      <a:pt x="38177" y="0"/>
                    </a:lnTo>
                    <a:lnTo>
                      <a:pt x="75240" y="50512"/>
                    </a:lnTo>
                    <a:lnTo>
                      <a:pt x="37062" y="785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4" name="Контур"/>
              <p:cNvSpPr/>
              <p:nvPr/>
            </p:nvSpPr>
            <p:spPr>
              <a:xfrm>
                <a:off x="9430985" y="3288143"/>
                <a:ext cx="402339" cy="331813"/>
              </a:xfrm>
              <a:custGeom>
                <a:avLst/>
                <a:gdLst/>
                <a:ahLst/>
                <a:cxnLst/>
                <a:rect l="l" t="t" r="r" b="b"/>
                <a:pathLst>
                  <a:path w="402339" h="331813">
                    <a:moveTo>
                      <a:pt x="0" y="281301"/>
                    </a:moveTo>
                    <a:lnTo>
                      <a:pt x="366114" y="0"/>
                    </a:lnTo>
                    <a:lnTo>
                      <a:pt x="402339" y="46998"/>
                    </a:lnTo>
                    <a:lnTo>
                      <a:pt x="37063" y="331813"/>
                    </a:lnTo>
                    <a:lnTo>
                      <a:pt x="0" y="2813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5" name="Контур"/>
              <p:cNvSpPr/>
              <p:nvPr/>
            </p:nvSpPr>
            <p:spPr>
              <a:xfrm>
                <a:off x="8836367" y="2407475"/>
                <a:ext cx="1108359" cy="1161969"/>
              </a:xfrm>
              <a:custGeom>
                <a:avLst/>
                <a:gdLst/>
                <a:ahLst/>
                <a:cxnLst/>
                <a:rect l="l" t="t" r="r" b="b"/>
                <a:pathLst>
                  <a:path w="1108359" h="1161969">
                    <a:moveTo>
                      <a:pt x="272241" y="184005"/>
                    </a:moveTo>
                    <a:lnTo>
                      <a:pt x="315963" y="151029"/>
                    </a:lnTo>
                    <a:lnTo>
                      <a:pt x="516213" y="0"/>
                    </a:lnTo>
                    <a:lnTo>
                      <a:pt x="1069200" y="718236"/>
                    </a:lnTo>
                    <a:lnTo>
                      <a:pt x="1108359" y="769095"/>
                    </a:lnTo>
                    <a:lnTo>
                      <a:pt x="1068930" y="798894"/>
                    </a:lnTo>
                    <a:lnTo>
                      <a:pt x="960732" y="880668"/>
                    </a:lnTo>
                    <a:lnTo>
                      <a:pt x="594618" y="1161969"/>
                    </a:lnTo>
                    <a:lnTo>
                      <a:pt x="0" y="389340"/>
                    </a:lnTo>
                    <a:lnTo>
                      <a:pt x="96102" y="316854"/>
                    </a:lnTo>
                    <a:lnTo>
                      <a:pt x="194411" y="242461"/>
                    </a:lnTo>
                    <a:lnTo>
                      <a:pt x="209608" y="230919"/>
                    </a:lnTo>
                    <a:lnTo>
                      <a:pt x="225882" y="218979"/>
                    </a:lnTo>
                    <a:lnTo>
                      <a:pt x="272241" y="1840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6" name="Контур"/>
              <p:cNvSpPr/>
              <p:nvPr/>
            </p:nvSpPr>
            <p:spPr>
              <a:xfrm>
                <a:off x="9030560" y="3210050"/>
                <a:ext cx="133506" cy="123273"/>
              </a:xfrm>
              <a:custGeom>
                <a:avLst/>
                <a:gdLst/>
                <a:ahLst/>
                <a:cxnLst/>
                <a:rect l="l" t="t" r="r" b="b"/>
                <a:pathLst>
                  <a:path w="133506" h="123273">
                    <a:moveTo>
                      <a:pt x="0" y="70353"/>
                    </a:moveTo>
                    <a:lnTo>
                      <a:pt x="93816" y="0"/>
                    </a:lnTo>
                    <a:lnTo>
                      <a:pt x="133506" y="52920"/>
                    </a:lnTo>
                    <a:lnTo>
                      <a:pt x="39690" y="123273"/>
                    </a:lnTo>
                    <a:lnTo>
                      <a:pt x="0" y="703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7" name="Контур"/>
              <p:cNvSpPr/>
              <p:nvPr/>
            </p:nvSpPr>
            <p:spPr>
              <a:xfrm>
                <a:off x="8624714" y="2692784"/>
                <a:ext cx="296343" cy="363834"/>
              </a:xfrm>
              <a:custGeom>
                <a:avLst/>
                <a:gdLst/>
                <a:ahLst/>
                <a:cxnLst/>
                <a:rect l="l" t="t" r="r" b="b"/>
                <a:pathLst>
                  <a:path w="296343" h="363834">
                    <a:moveTo>
                      <a:pt x="0" y="36846"/>
                    </a:moveTo>
                    <a:lnTo>
                      <a:pt x="48843" y="0"/>
                    </a:lnTo>
                    <a:lnTo>
                      <a:pt x="116388" y="88434"/>
                    </a:lnTo>
                    <a:lnTo>
                      <a:pt x="296343" y="323172"/>
                    </a:lnTo>
                    <a:lnTo>
                      <a:pt x="243297" y="363834"/>
                    </a:lnTo>
                    <a:lnTo>
                      <a:pt x="0" y="368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8" name="Контур"/>
              <p:cNvSpPr/>
              <p:nvPr/>
            </p:nvSpPr>
            <p:spPr>
              <a:xfrm>
                <a:off x="8906837" y="3067022"/>
                <a:ext cx="187164" cy="176067"/>
              </a:xfrm>
              <a:custGeom>
                <a:avLst/>
                <a:gdLst/>
                <a:ahLst/>
                <a:cxnLst/>
                <a:rect l="l" t="t" r="r" b="b"/>
                <a:pathLst>
                  <a:path w="187164" h="176067">
                    <a:moveTo>
                      <a:pt x="0" y="85122"/>
                    </a:moveTo>
                    <a:lnTo>
                      <a:pt x="92367" y="14238"/>
                    </a:lnTo>
                    <a:lnTo>
                      <a:pt x="96165" y="19188"/>
                    </a:lnTo>
                    <a:lnTo>
                      <a:pt x="121176" y="0"/>
                    </a:lnTo>
                    <a:lnTo>
                      <a:pt x="187164" y="86004"/>
                    </a:lnTo>
                    <a:lnTo>
                      <a:pt x="69759" y="176067"/>
                    </a:lnTo>
                    <a:lnTo>
                      <a:pt x="0" y="851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9" name="Контур"/>
              <p:cNvSpPr/>
              <p:nvPr/>
            </p:nvSpPr>
            <p:spPr>
              <a:xfrm>
                <a:off x="8803445" y="2680688"/>
                <a:ext cx="129024" cy="116127"/>
              </a:xfrm>
              <a:custGeom>
                <a:avLst/>
                <a:gdLst/>
                <a:ahLst/>
                <a:cxnLst/>
                <a:rect l="l" t="t" r="r" b="b"/>
                <a:pathLst>
                  <a:path w="129024" h="116127">
                    <a:moveTo>
                      <a:pt x="129024" y="43641"/>
                    </a:moveTo>
                    <a:lnTo>
                      <a:pt x="32922" y="116127"/>
                    </a:lnTo>
                    <a:lnTo>
                      <a:pt x="0" y="72486"/>
                    </a:lnTo>
                    <a:lnTo>
                      <a:pt x="96102" y="0"/>
                    </a:lnTo>
                    <a:lnTo>
                      <a:pt x="129024" y="436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0" name="Контур"/>
              <p:cNvSpPr/>
              <p:nvPr/>
            </p:nvSpPr>
            <p:spPr>
              <a:xfrm>
                <a:off x="8673557" y="2656196"/>
                <a:ext cx="115110" cy="125022"/>
              </a:xfrm>
              <a:custGeom>
                <a:avLst/>
                <a:gdLst/>
                <a:ahLst/>
                <a:cxnLst/>
                <a:rect l="l" t="t" r="r" b="b"/>
                <a:pathLst>
                  <a:path w="115110" h="125022">
                    <a:moveTo>
                      <a:pt x="0" y="36588"/>
                    </a:moveTo>
                    <a:lnTo>
                      <a:pt x="22469" y="19674"/>
                    </a:lnTo>
                    <a:lnTo>
                      <a:pt x="48338" y="0"/>
                    </a:lnTo>
                    <a:lnTo>
                      <a:pt x="78291" y="40206"/>
                    </a:lnTo>
                    <a:lnTo>
                      <a:pt x="115110" y="89778"/>
                    </a:lnTo>
                    <a:lnTo>
                      <a:pt x="67545" y="125022"/>
                    </a:lnTo>
                    <a:lnTo>
                      <a:pt x="0" y="36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1" name="Контур"/>
              <p:cNvSpPr/>
              <p:nvPr/>
            </p:nvSpPr>
            <p:spPr>
              <a:xfrm>
                <a:off x="8614106" y="2662402"/>
                <a:ext cx="81920" cy="67228"/>
              </a:xfrm>
              <a:custGeom>
                <a:avLst/>
                <a:gdLst/>
                <a:ahLst/>
                <a:cxnLst/>
                <a:rect l="l" t="t" r="r" b="b"/>
                <a:pathLst>
                  <a:path w="81920" h="67228">
                    <a:moveTo>
                      <a:pt x="59451" y="30382"/>
                    </a:moveTo>
                    <a:lnTo>
                      <a:pt x="10608" y="67228"/>
                    </a:lnTo>
                    <a:lnTo>
                      <a:pt x="0" y="53518"/>
                    </a:lnTo>
                    <a:lnTo>
                      <a:pt x="71491" y="0"/>
                    </a:lnTo>
                    <a:lnTo>
                      <a:pt x="81920" y="13468"/>
                    </a:lnTo>
                    <a:lnTo>
                      <a:pt x="59451" y="303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2" name="Контур"/>
              <p:cNvSpPr/>
              <p:nvPr/>
            </p:nvSpPr>
            <p:spPr>
              <a:xfrm>
                <a:off x="9013443" y="2615570"/>
                <a:ext cx="32532" cy="34366"/>
              </a:xfrm>
              <a:custGeom>
                <a:avLst/>
                <a:gdLst/>
                <a:ahLst/>
                <a:cxnLst/>
                <a:rect l="l" t="t" r="r" b="b"/>
                <a:pathLst>
                  <a:path w="32532" h="34366">
                    <a:moveTo>
                      <a:pt x="0" y="11544"/>
                    </a:moveTo>
                    <a:lnTo>
                      <a:pt x="15198" y="0"/>
                    </a:lnTo>
                    <a:lnTo>
                      <a:pt x="32532" y="22824"/>
                    </a:lnTo>
                    <a:lnTo>
                      <a:pt x="17335" y="34366"/>
                    </a:lnTo>
                    <a:lnTo>
                      <a:pt x="0" y="115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3" name="Контур"/>
              <p:cNvSpPr/>
              <p:nvPr/>
            </p:nvSpPr>
            <p:spPr>
              <a:xfrm>
                <a:off x="9016304" y="2497592"/>
                <a:ext cx="136026" cy="128862"/>
              </a:xfrm>
              <a:custGeom>
                <a:avLst/>
                <a:gdLst/>
                <a:ahLst/>
                <a:cxnLst/>
                <a:rect l="l" t="t" r="r" b="b"/>
                <a:pathLst>
                  <a:path w="136026" h="128862">
                    <a:moveTo>
                      <a:pt x="92304" y="93888"/>
                    </a:moveTo>
                    <a:lnTo>
                      <a:pt x="45945" y="128862"/>
                    </a:lnTo>
                    <a:lnTo>
                      <a:pt x="0" y="67950"/>
                    </a:lnTo>
                    <a:lnTo>
                      <a:pt x="90081" y="0"/>
                    </a:lnTo>
                    <a:lnTo>
                      <a:pt x="136026" y="60912"/>
                    </a:lnTo>
                    <a:lnTo>
                      <a:pt x="92304" y="938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4" name="Контур"/>
              <p:cNvSpPr/>
              <p:nvPr/>
            </p:nvSpPr>
            <p:spPr>
              <a:xfrm>
                <a:off x="9369151" y="1976147"/>
                <a:ext cx="106449" cy="65541"/>
              </a:xfrm>
              <a:custGeom>
                <a:avLst/>
                <a:gdLst/>
                <a:ahLst/>
                <a:cxnLst/>
                <a:rect l="l" t="t" r="r" b="b"/>
                <a:pathLst>
                  <a:path w="106449" h="65541">
                    <a:moveTo>
                      <a:pt x="0" y="43950"/>
                    </a:moveTo>
                    <a:lnTo>
                      <a:pt x="9820" y="0"/>
                    </a:lnTo>
                    <a:lnTo>
                      <a:pt x="106449" y="21591"/>
                    </a:lnTo>
                    <a:lnTo>
                      <a:pt x="96629" y="65541"/>
                    </a:lnTo>
                    <a:lnTo>
                      <a:pt x="0" y="439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5" name="Контур"/>
              <p:cNvSpPr/>
              <p:nvPr/>
            </p:nvSpPr>
            <p:spPr>
              <a:xfrm>
                <a:off x="9499964" y="2201591"/>
                <a:ext cx="173826" cy="137421"/>
              </a:xfrm>
              <a:custGeom>
                <a:avLst/>
                <a:gdLst/>
                <a:ahLst/>
                <a:cxnLst/>
                <a:rect l="l" t="t" r="r" b="b"/>
                <a:pathLst>
                  <a:path w="173826" h="137421">
                    <a:moveTo>
                      <a:pt x="114498" y="122022"/>
                    </a:moveTo>
                    <a:lnTo>
                      <a:pt x="18387" y="137421"/>
                    </a:lnTo>
                    <a:lnTo>
                      <a:pt x="0" y="20286"/>
                    </a:lnTo>
                    <a:lnTo>
                      <a:pt x="155430" y="0"/>
                    </a:lnTo>
                    <a:lnTo>
                      <a:pt x="161910" y="39663"/>
                    </a:lnTo>
                    <a:lnTo>
                      <a:pt x="173826" y="112518"/>
                    </a:lnTo>
                    <a:lnTo>
                      <a:pt x="163323" y="114201"/>
                    </a:lnTo>
                    <a:lnTo>
                      <a:pt x="151731" y="116055"/>
                    </a:lnTo>
                    <a:lnTo>
                      <a:pt x="114498" y="1220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6" name="Контур"/>
              <p:cNvSpPr/>
              <p:nvPr/>
            </p:nvSpPr>
            <p:spPr>
              <a:xfrm>
                <a:off x="8699954" y="1924697"/>
                <a:ext cx="433620" cy="354447"/>
              </a:xfrm>
              <a:custGeom>
                <a:avLst/>
                <a:gdLst/>
                <a:ahLst/>
                <a:cxnLst/>
                <a:rect l="l" t="t" r="r" b="b"/>
                <a:pathLst>
                  <a:path w="433620" h="354447">
                    <a:moveTo>
                      <a:pt x="363096" y="0"/>
                    </a:moveTo>
                    <a:lnTo>
                      <a:pt x="433620" y="98604"/>
                    </a:lnTo>
                    <a:lnTo>
                      <a:pt x="77049" y="354447"/>
                    </a:lnTo>
                    <a:lnTo>
                      <a:pt x="0" y="259677"/>
                    </a:lnTo>
                    <a:lnTo>
                      <a:pt x="36309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7" name="Контур"/>
              <p:cNvSpPr/>
              <p:nvPr/>
            </p:nvSpPr>
            <p:spPr>
              <a:xfrm>
                <a:off x="9134320" y="2114155"/>
                <a:ext cx="310517" cy="265636"/>
              </a:xfrm>
              <a:custGeom>
                <a:avLst/>
                <a:gdLst/>
                <a:ahLst/>
                <a:cxnLst/>
                <a:rect l="l" t="t" r="r" b="b"/>
                <a:pathLst>
                  <a:path w="310517" h="265636">
                    <a:moveTo>
                      <a:pt x="36304" y="265636"/>
                    </a:moveTo>
                    <a:lnTo>
                      <a:pt x="0" y="220487"/>
                    </a:lnTo>
                    <a:lnTo>
                      <a:pt x="274214" y="0"/>
                    </a:lnTo>
                    <a:lnTo>
                      <a:pt x="310517" y="45150"/>
                    </a:lnTo>
                    <a:lnTo>
                      <a:pt x="36304" y="2656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8" name="Контур"/>
              <p:cNvSpPr/>
              <p:nvPr/>
            </p:nvSpPr>
            <p:spPr>
              <a:xfrm>
                <a:off x="9621743" y="1607024"/>
                <a:ext cx="517014" cy="603306"/>
              </a:xfrm>
              <a:custGeom>
                <a:avLst/>
                <a:gdLst/>
                <a:ahLst/>
                <a:cxnLst/>
                <a:rect l="l" t="t" r="r" b="b"/>
                <a:pathLst>
                  <a:path w="517014" h="603306">
                    <a:moveTo>
                      <a:pt x="385929" y="603306"/>
                    </a:moveTo>
                    <a:lnTo>
                      <a:pt x="0" y="102168"/>
                    </a:lnTo>
                    <a:lnTo>
                      <a:pt x="131094" y="0"/>
                    </a:lnTo>
                    <a:lnTo>
                      <a:pt x="517014" y="499680"/>
                    </a:lnTo>
                    <a:lnTo>
                      <a:pt x="385929" y="6033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9" name="Контур"/>
              <p:cNvSpPr/>
              <p:nvPr/>
            </p:nvSpPr>
            <p:spPr>
              <a:xfrm>
                <a:off x="9776732" y="2361224"/>
                <a:ext cx="481887" cy="549000"/>
              </a:xfrm>
              <a:custGeom>
                <a:avLst/>
                <a:gdLst/>
                <a:ahLst/>
                <a:cxnLst/>
                <a:rect l="l" t="t" r="r" b="b"/>
                <a:pathLst>
                  <a:path w="481887" h="549000">
                    <a:moveTo>
                      <a:pt x="171945" y="549000"/>
                    </a:moveTo>
                    <a:lnTo>
                      <a:pt x="0" y="327222"/>
                    </a:lnTo>
                    <a:lnTo>
                      <a:pt x="171927" y="193905"/>
                    </a:lnTo>
                    <a:lnTo>
                      <a:pt x="104553" y="107019"/>
                    </a:lnTo>
                    <a:lnTo>
                      <a:pt x="242550" y="0"/>
                    </a:lnTo>
                    <a:lnTo>
                      <a:pt x="481887" y="308574"/>
                    </a:lnTo>
                    <a:lnTo>
                      <a:pt x="171945" y="5490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0" name="Контур"/>
              <p:cNvSpPr/>
              <p:nvPr/>
            </p:nvSpPr>
            <p:spPr>
              <a:xfrm>
                <a:off x="10280924" y="2749781"/>
                <a:ext cx="15076" cy="31312"/>
              </a:xfrm>
              <a:custGeom>
                <a:avLst/>
                <a:gdLst/>
                <a:ahLst/>
                <a:cxnLst/>
                <a:rect l="l" t="t" r="r" b="b"/>
                <a:pathLst>
                  <a:path w="15076" h="31312">
                    <a:moveTo>
                      <a:pt x="15076" y="31312"/>
                    </a:moveTo>
                    <a:lnTo>
                      <a:pt x="0" y="11435"/>
                    </a:lnTo>
                    <a:lnTo>
                      <a:pt x="150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21" name="Контур"/>
              <p:cNvSpPr/>
              <p:nvPr/>
            </p:nvSpPr>
            <p:spPr>
              <a:xfrm>
                <a:off x="10280924" y="2749781"/>
                <a:ext cx="15076" cy="31312"/>
              </a:xfrm>
              <a:custGeom>
                <a:avLst/>
                <a:gdLst/>
                <a:ahLst/>
                <a:cxnLst/>
                <a:rect l="l" t="t" r="r" b="b"/>
                <a:pathLst>
                  <a:path w="15076" h="31312" fill="none">
                    <a:moveTo>
                      <a:pt x="15076" y="31312"/>
                    </a:moveTo>
                    <a:lnTo>
                      <a:pt x="0" y="11435"/>
                    </a:lnTo>
                    <a:lnTo>
                      <a:pt x="15076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2" name="Контур"/>
              <p:cNvSpPr/>
              <p:nvPr/>
            </p:nvSpPr>
            <p:spPr>
              <a:xfrm>
                <a:off x="9905297" y="2827623"/>
                <a:ext cx="390703" cy="421235"/>
              </a:xfrm>
              <a:custGeom>
                <a:avLst/>
                <a:gdLst/>
                <a:ahLst/>
                <a:cxnLst/>
                <a:rect l="l" t="t" r="r" b="b"/>
                <a:pathLst>
                  <a:path w="390703" h="421235">
                    <a:moveTo>
                      <a:pt x="39429" y="348947"/>
                    </a:moveTo>
                    <a:lnTo>
                      <a:pt x="270" y="298088"/>
                    </a:lnTo>
                    <a:lnTo>
                      <a:pt x="90972" y="227339"/>
                    </a:lnTo>
                    <a:lnTo>
                      <a:pt x="75204" y="206513"/>
                    </a:lnTo>
                    <a:lnTo>
                      <a:pt x="155025" y="145970"/>
                    </a:lnTo>
                    <a:lnTo>
                      <a:pt x="170802" y="166787"/>
                    </a:lnTo>
                    <a:lnTo>
                      <a:pt x="390703" y="0"/>
                    </a:lnTo>
                    <a:lnTo>
                      <a:pt x="390703" y="142242"/>
                    </a:lnTo>
                    <a:lnTo>
                      <a:pt x="307047" y="207491"/>
                    </a:lnTo>
                    <a:lnTo>
                      <a:pt x="151070" y="329147"/>
                    </a:lnTo>
                    <a:lnTo>
                      <a:pt x="33003" y="421235"/>
                    </a:lnTo>
                    <a:lnTo>
                      <a:pt x="0" y="37874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23" name="Контур"/>
              <p:cNvSpPr/>
              <p:nvPr/>
            </p:nvSpPr>
            <p:spPr>
              <a:xfrm>
                <a:off x="9905297" y="2827623"/>
                <a:ext cx="390703" cy="421235"/>
              </a:xfrm>
              <a:custGeom>
                <a:avLst/>
                <a:gdLst/>
                <a:ahLst/>
                <a:cxnLst/>
                <a:rect l="l" t="t" r="r" b="b"/>
                <a:pathLst>
                  <a:path w="390703" h="421235" fill="none">
                    <a:moveTo>
                      <a:pt x="39429" y="348947"/>
                    </a:moveTo>
                    <a:lnTo>
                      <a:pt x="270" y="298088"/>
                    </a:lnTo>
                    <a:lnTo>
                      <a:pt x="90972" y="227339"/>
                    </a:lnTo>
                    <a:lnTo>
                      <a:pt x="75204" y="206513"/>
                    </a:lnTo>
                    <a:lnTo>
                      <a:pt x="155025" y="145970"/>
                    </a:lnTo>
                    <a:lnTo>
                      <a:pt x="170802" y="166787"/>
                    </a:lnTo>
                    <a:lnTo>
                      <a:pt x="390703" y="0"/>
                    </a:lnTo>
                    <a:moveTo>
                      <a:pt x="390703" y="142242"/>
                    </a:moveTo>
                    <a:lnTo>
                      <a:pt x="307047" y="207491"/>
                    </a:lnTo>
                    <a:lnTo>
                      <a:pt x="151070" y="329147"/>
                    </a:lnTo>
                    <a:lnTo>
                      <a:pt x="33003" y="421235"/>
                    </a:lnTo>
                    <a:lnTo>
                      <a:pt x="0" y="378746"/>
                    </a:lnTo>
                    <a:lnTo>
                      <a:pt x="39429" y="348947"/>
                    </a:lnTo>
                    <a:lnTo>
                      <a:pt x="39429" y="348947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4" name="Контур"/>
              <p:cNvSpPr/>
              <p:nvPr/>
            </p:nvSpPr>
            <p:spPr>
              <a:xfrm>
                <a:off x="10056367" y="3035114"/>
                <a:ext cx="178478" cy="149347"/>
              </a:xfrm>
              <a:custGeom>
                <a:avLst/>
                <a:gdLst/>
                <a:ahLst/>
                <a:cxnLst/>
                <a:rect l="l" t="t" r="r" b="b"/>
                <a:pathLst>
                  <a:path w="178478" h="149347">
                    <a:moveTo>
                      <a:pt x="0" y="121656"/>
                    </a:moveTo>
                    <a:lnTo>
                      <a:pt x="155977" y="0"/>
                    </a:lnTo>
                    <a:lnTo>
                      <a:pt x="178478" y="28117"/>
                    </a:lnTo>
                    <a:lnTo>
                      <a:pt x="20965" y="149347"/>
                    </a:lnTo>
                    <a:lnTo>
                      <a:pt x="0" y="1216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5" name="Контур"/>
              <p:cNvSpPr/>
              <p:nvPr/>
            </p:nvSpPr>
            <p:spPr>
              <a:xfrm>
                <a:off x="8538737" y="2326034"/>
                <a:ext cx="94266" cy="87390"/>
              </a:xfrm>
              <a:custGeom>
                <a:avLst/>
                <a:gdLst/>
                <a:ahLst/>
                <a:cxnLst/>
                <a:rect l="l" t="t" r="r" b="b"/>
                <a:pathLst>
                  <a:path w="94266" h="87390">
                    <a:moveTo>
                      <a:pt x="49140" y="87390"/>
                    </a:moveTo>
                    <a:lnTo>
                      <a:pt x="0" y="18990"/>
                    </a:lnTo>
                    <a:lnTo>
                      <a:pt x="26424" y="0"/>
                    </a:lnTo>
                    <a:lnTo>
                      <a:pt x="42714" y="22662"/>
                    </a:lnTo>
                    <a:lnTo>
                      <a:pt x="61407" y="9234"/>
                    </a:lnTo>
                    <a:lnTo>
                      <a:pt x="94266" y="54954"/>
                    </a:lnTo>
                    <a:lnTo>
                      <a:pt x="49140" y="873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6" name="Контур"/>
              <p:cNvSpPr/>
              <p:nvPr/>
            </p:nvSpPr>
            <p:spPr>
              <a:xfrm>
                <a:off x="7932677" y="1584000"/>
                <a:ext cx="1030450" cy="743609"/>
              </a:xfrm>
              <a:custGeom>
                <a:avLst/>
                <a:gdLst/>
                <a:ahLst/>
                <a:cxnLst/>
                <a:rect l="l" t="t" r="r" b="b"/>
                <a:pathLst>
                  <a:path w="1030450" h="743609">
                    <a:moveTo>
                      <a:pt x="1030450" y="0"/>
                    </a:moveTo>
                    <a:lnTo>
                      <a:pt x="901692" y="90533"/>
                    </a:lnTo>
                    <a:lnTo>
                      <a:pt x="38592" y="743609"/>
                    </a:lnTo>
                    <a:lnTo>
                      <a:pt x="0" y="692624"/>
                    </a:lnTo>
                    <a:lnTo>
                      <a:pt x="864000" y="38864"/>
                    </a:lnTo>
                    <a:lnTo>
                      <a:pt x="9192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27" name="Контур"/>
              <p:cNvSpPr/>
              <p:nvPr/>
            </p:nvSpPr>
            <p:spPr>
              <a:xfrm>
                <a:off x="7932677" y="1584000"/>
                <a:ext cx="1030450" cy="743609"/>
              </a:xfrm>
              <a:custGeom>
                <a:avLst/>
                <a:gdLst/>
                <a:ahLst/>
                <a:cxnLst/>
                <a:rect l="l" t="t" r="r" b="b"/>
                <a:pathLst>
                  <a:path w="1030450" h="743609" fill="none">
                    <a:moveTo>
                      <a:pt x="1030450" y="0"/>
                    </a:moveTo>
                    <a:lnTo>
                      <a:pt x="901692" y="90533"/>
                    </a:lnTo>
                    <a:lnTo>
                      <a:pt x="38592" y="743609"/>
                    </a:lnTo>
                    <a:lnTo>
                      <a:pt x="0" y="692624"/>
                    </a:lnTo>
                    <a:lnTo>
                      <a:pt x="864000" y="38864"/>
                    </a:lnTo>
                    <a:lnTo>
                      <a:pt x="919274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8" name="Контур"/>
              <p:cNvSpPr/>
              <p:nvPr/>
            </p:nvSpPr>
            <p:spPr>
              <a:xfrm>
                <a:off x="8408385" y="2070624"/>
                <a:ext cx="241665" cy="244979"/>
              </a:xfrm>
              <a:custGeom>
                <a:avLst/>
                <a:gdLst/>
                <a:ahLst/>
                <a:cxnLst/>
                <a:rect l="l" t="t" r="r" b="b"/>
                <a:pathLst>
                  <a:path w="241665" h="244979">
                    <a:moveTo>
                      <a:pt x="0" y="151192"/>
                    </a:moveTo>
                    <a:lnTo>
                      <a:pt x="164367" y="0"/>
                    </a:lnTo>
                    <a:lnTo>
                      <a:pt x="225410" y="73925"/>
                    </a:lnTo>
                    <a:lnTo>
                      <a:pt x="241665" y="96376"/>
                    </a:lnTo>
                    <a:lnTo>
                      <a:pt x="72347" y="244979"/>
                    </a:lnTo>
                    <a:lnTo>
                      <a:pt x="0" y="1511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9" name="Контур"/>
              <p:cNvSpPr/>
              <p:nvPr/>
            </p:nvSpPr>
            <p:spPr>
              <a:xfrm>
                <a:off x="7932677" y="1584000"/>
                <a:ext cx="826724" cy="600338"/>
              </a:xfrm>
              <a:custGeom>
                <a:avLst/>
                <a:gdLst/>
                <a:ahLst/>
                <a:cxnLst/>
                <a:rect l="l" t="t" r="r" b="b"/>
                <a:pathLst>
                  <a:path w="826724" h="600338">
                    <a:moveTo>
                      <a:pt x="826724" y="0"/>
                    </a:moveTo>
                    <a:lnTo>
                      <a:pt x="724797" y="71282"/>
                    </a:lnTo>
                    <a:lnTo>
                      <a:pt x="37602" y="600338"/>
                    </a:lnTo>
                    <a:lnTo>
                      <a:pt x="0" y="551504"/>
                    </a:lnTo>
                    <a:lnTo>
                      <a:pt x="688320" y="21584"/>
                    </a:lnTo>
                    <a:lnTo>
                      <a:pt x="7191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30" name="Контур"/>
              <p:cNvSpPr/>
              <p:nvPr/>
            </p:nvSpPr>
            <p:spPr>
              <a:xfrm>
                <a:off x="7932677" y="1584000"/>
                <a:ext cx="826724" cy="600338"/>
              </a:xfrm>
              <a:custGeom>
                <a:avLst/>
                <a:gdLst/>
                <a:ahLst/>
                <a:cxnLst/>
                <a:rect l="l" t="t" r="r" b="b"/>
                <a:pathLst>
                  <a:path w="826724" h="600338" fill="none">
                    <a:moveTo>
                      <a:pt x="826724" y="0"/>
                    </a:moveTo>
                    <a:lnTo>
                      <a:pt x="724797" y="71282"/>
                    </a:lnTo>
                    <a:lnTo>
                      <a:pt x="37602" y="600338"/>
                    </a:lnTo>
                    <a:lnTo>
                      <a:pt x="0" y="551504"/>
                    </a:lnTo>
                    <a:lnTo>
                      <a:pt x="688320" y="21584"/>
                    </a:lnTo>
                    <a:lnTo>
                      <a:pt x="719175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1" name="Контур"/>
              <p:cNvSpPr/>
              <p:nvPr/>
            </p:nvSpPr>
            <p:spPr>
              <a:xfrm>
                <a:off x="7696409" y="2002691"/>
                <a:ext cx="143460" cy="143847"/>
              </a:xfrm>
              <a:custGeom>
                <a:avLst/>
                <a:gdLst/>
                <a:ahLst/>
                <a:cxnLst/>
                <a:rect l="l" t="t" r="r" b="b"/>
                <a:pathLst>
                  <a:path w="143460" h="143847">
                    <a:moveTo>
                      <a:pt x="69498" y="143847"/>
                    </a:moveTo>
                    <a:lnTo>
                      <a:pt x="0" y="77625"/>
                    </a:lnTo>
                    <a:lnTo>
                      <a:pt x="73962" y="0"/>
                    </a:lnTo>
                    <a:lnTo>
                      <a:pt x="143460" y="66222"/>
                    </a:lnTo>
                    <a:lnTo>
                      <a:pt x="69498" y="1438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2" name="Контур"/>
              <p:cNvSpPr/>
              <p:nvPr/>
            </p:nvSpPr>
            <p:spPr>
              <a:xfrm>
                <a:off x="8546117" y="1795664"/>
                <a:ext cx="382869" cy="348885"/>
              </a:xfrm>
              <a:custGeom>
                <a:avLst/>
                <a:gdLst/>
                <a:ahLst/>
                <a:cxnLst/>
                <a:rect l="l" t="t" r="r" b="b"/>
                <a:pathLst>
                  <a:path w="382869" h="348885">
                    <a:moveTo>
                      <a:pt x="382869" y="106974"/>
                    </a:moveTo>
                    <a:lnTo>
                      <a:pt x="87678" y="348885"/>
                    </a:lnTo>
                    <a:lnTo>
                      <a:pt x="26635" y="274960"/>
                    </a:lnTo>
                    <a:lnTo>
                      <a:pt x="0" y="241920"/>
                    </a:lnTo>
                    <a:lnTo>
                      <a:pt x="295200" y="0"/>
                    </a:lnTo>
                    <a:lnTo>
                      <a:pt x="318894" y="29072"/>
                    </a:lnTo>
                    <a:lnTo>
                      <a:pt x="352587" y="69986"/>
                    </a:lnTo>
                    <a:lnTo>
                      <a:pt x="382869" y="1069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3" name="Контур"/>
              <p:cNvSpPr/>
              <p:nvPr/>
            </p:nvSpPr>
            <p:spPr>
              <a:xfrm>
                <a:off x="8384474" y="6091012"/>
                <a:ext cx="58000" cy="66722"/>
              </a:xfrm>
              <a:custGeom>
                <a:avLst/>
                <a:gdLst/>
                <a:ahLst/>
                <a:cxnLst/>
                <a:rect l="l" t="t" r="r" b="b"/>
                <a:pathLst>
                  <a:path w="58000" h="66722">
                    <a:moveTo>
                      <a:pt x="58000" y="50710"/>
                    </a:moveTo>
                    <a:lnTo>
                      <a:pt x="23652" y="66722"/>
                    </a:lnTo>
                    <a:lnTo>
                      <a:pt x="0" y="15980"/>
                    </a:lnTo>
                    <a:lnTo>
                      <a:pt x="34237" y="0"/>
                    </a:lnTo>
                    <a:lnTo>
                      <a:pt x="58000" y="507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4" name="Контур"/>
              <p:cNvSpPr/>
              <p:nvPr/>
            </p:nvSpPr>
            <p:spPr>
              <a:xfrm>
                <a:off x="8466663" y="5870144"/>
                <a:ext cx="152586" cy="120315"/>
              </a:xfrm>
              <a:custGeom>
                <a:avLst/>
                <a:gdLst/>
                <a:ahLst/>
                <a:cxnLst/>
                <a:rect l="l" t="t" r="r" b="b"/>
                <a:pathLst>
                  <a:path w="152586" h="120315">
                    <a:moveTo>
                      <a:pt x="29325" y="120315"/>
                    </a:moveTo>
                    <a:lnTo>
                      <a:pt x="0" y="58112"/>
                    </a:lnTo>
                    <a:lnTo>
                      <a:pt x="123262" y="0"/>
                    </a:lnTo>
                    <a:lnTo>
                      <a:pt x="152586" y="62203"/>
                    </a:lnTo>
                    <a:lnTo>
                      <a:pt x="29325" y="1203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5" name="Контур"/>
              <p:cNvSpPr/>
              <p:nvPr/>
            </p:nvSpPr>
            <p:spPr>
              <a:xfrm>
                <a:off x="7734281" y="5725343"/>
                <a:ext cx="196054" cy="254385"/>
              </a:xfrm>
              <a:custGeom>
                <a:avLst/>
                <a:gdLst/>
                <a:ahLst/>
                <a:cxnLst/>
                <a:rect l="l" t="t" r="r" b="b"/>
                <a:pathLst>
                  <a:path w="196054" h="254385">
                    <a:moveTo>
                      <a:pt x="87039" y="254385"/>
                    </a:moveTo>
                    <a:lnTo>
                      <a:pt x="0" y="48573"/>
                    </a:lnTo>
                    <a:lnTo>
                      <a:pt x="104004" y="0"/>
                    </a:lnTo>
                    <a:lnTo>
                      <a:pt x="196054" y="204338"/>
                    </a:lnTo>
                    <a:lnTo>
                      <a:pt x="87039" y="2543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6" name="Контур"/>
              <p:cNvSpPr/>
              <p:nvPr/>
            </p:nvSpPr>
            <p:spPr>
              <a:xfrm>
                <a:off x="7893441" y="5317580"/>
                <a:ext cx="746627" cy="598022"/>
              </a:xfrm>
              <a:custGeom>
                <a:avLst/>
                <a:gdLst/>
                <a:ahLst/>
                <a:cxnLst/>
                <a:rect l="l" t="t" r="r" b="b"/>
                <a:pathLst>
                  <a:path w="746627" h="598022">
                    <a:moveTo>
                      <a:pt x="76710" y="598022"/>
                    </a:moveTo>
                    <a:lnTo>
                      <a:pt x="0" y="442050"/>
                    </a:lnTo>
                    <a:lnTo>
                      <a:pt x="247941" y="320109"/>
                    </a:lnTo>
                    <a:lnTo>
                      <a:pt x="192576" y="207535"/>
                    </a:lnTo>
                    <a:lnTo>
                      <a:pt x="614552" y="0"/>
                    </a:lnTo>
                    <a:lnTo>
                      <a:pt x="746627" y="268547"/>
                    </a:lnTo>
                    <a:lnTo>
                      <a:pt x="642801" y="322046"/>
                    </a:lnTo>
                    <a:lnTo>
                      <a:pt x="618052" y="334329"/>
                    </a:lnTo>
                    <a:lnTo>
                      <a:pt x="468654" y="405475"/>
                    </a:lnTo>
                    <a:lnTo>
                      <a:pt x="76710" y="5980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7" name="Контур"/>
              <p:cNvSpPr/>
              <p:nvPr/>
            </p:nvSpPr>
            <p:spPr>
              <a:xfrm>
                <a:off x="8362095" y="5651909"/>
                <a:ext cx="183407" cy="142560"/>
              </a:xfrm>
              <a:custGeom>
                <a:avLst/>
                <a:gdLst/>
                <a:ahLst/>
                <a:cxnLst/>
                <a:rect l="l" t="t" r="r" b="b"/>
                <a:pathLst>
                  <a:path w="183407" h="142560">
                    <a:moveTo>
                      <a:pt x="0" y="71146"/>
                    </a:moveTo>
                    <a:lnTo>
                      <a:pt x="149398" y="0"/>
                    </a:lnTo>
                    <a:lnTo>
                      <a:pt x="183407" y="71414"/>
                    </a:lnTo>
                    <a:lnTo>
                      <a:pt x="34009" y="142560"/>
                    </a:lnTo>
                    <a:lnTo>
                      <a:pt x="0" y="711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8" name="Контур"/>
              <p:cNvSpPr/>
              <p:nvPr/>
            </p:nvSpPr>
            <p:spPr>
              <a:xfrm>
                <a:off x="8536242" y="5586127"/>
                <a:ext cx="175988" cy="198337"/>
              </a:xfrm>
              <a:custGeom>
                <a:avLst/>
                <a:gdLst/>
                <a:ahLst/>
                <a:cxnLst/>
                <a:rect l="l" t="t" r="r" b="b"/>
                <a:pathLst>
                  <a:path w="175988" h="198337">
                    <a:moveTo>
                      <a:pt x="103826" y="0"/>
                    </a:moveTo>
                    <a:lnTo>
                      <a:pt x="175988" y="146848"/>
                    </a:lnTo>
                    <a:lnTo>
                      <a:pt x="70355" y="198337"/>
                    </a:lnTo>
                    <a:lnTo>
                      <a:pt x="0" y="53499"/>
                    </a:lnTo>
                    <a:lnTo>
                      <a:pt x="10382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9" name="Контур"/>
              <p:cNvSpPr/>
              <p:nvPr/>
            </p:nvSpPr>
            <p:spPr>
              <a:xfrm>
                <a:off x="8507993" y="5245338"/>
                <a:ext cx="374004" cy="527786"/>
              </a:xfrm>
              <a:custGeom>
                <a:avLst/>
                <a:gdLst/>
                <a:ahLst/>
                <a:cxnLst/>
                <a:rect l="l" t="t" r="r" b="b"/>
                <a:pathLst>
                  <a:path w="374004" h="527786">
                    <a:moveTo>
                      <a:pt x="365419" y="435660"/>
                    </a:moveTo>
                    <a:lnTo>
                      <a:pt x="374004" y="454022"/>
                    </a:lnTo>
                    <a:lnTo>
                      <a:pt x="223983" y="527786"/>
                    </a:lnTo>
                    <a:lnTo>
                      <a:pt x="204237" y="487637"/>
                    </a:lnTo>
                    <a:lnTo>
                      <a:pt x="132075" y="340789"/>
                    </a:lnTo>
                    <a:lnTo>
                      <a:pt x="0" y="72242"/>
                    </a:lnTo>
                    <a:lnTo>
                      <a:pt x="97903" y="24821"/>
                    </a:lnTo>
                    <a:lnTo>
                      <a:pt x="150531" y="0"/>
                    </a:lnTo>
                    <a:lnTo>
                      <a:pt x="302400" y="302029"/>
                    </a:lnTo>
                    <a:lnTo>
                      <a:pt x="365419" y="4356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0" name="Контур"/>
              <p:cNvSpPr/>
              <p:nvPr/>
            </p:nvSpPr>
            <p:spPr>
              <a:xfrm>
                <a:off x="7714434" y="5675565"/>
                <a:ext cx="123851" cy="98351"/>
              </a:xfrm>
              <a:custGeom>
                <a:avLst/>
                <a:gdLst/>
                <a:ahLst/>
                <a:cxnLst/>
                <a:rect l="l" t="t" r="r" b="b"/>
                <a:pathLst>
                  <a:path w="123851" h="98351">
                    <a:moveTo>
                      <a:pt x="19847" y="98351"/>
                    </a:moveTo>
                    <a:lnTo>
                      <a:pt x="0" y="56378"/>
                    </a:lnTo>
                    <a:lnTo>
                      <a:pt x="72277" y="0"/>
                    </a:lnTo>
                    <a:lnTo>
                      <a:pt x="123851" y="49778"/>
                    </a:lnTo>
                    <a:lnTo>
                      <a:pt x="19847" y="983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1" name="Контур"/>
              <p:cNvSpPr/>
              <p:nvPr/>
            </p:nvSpPr>
            <p:spPr>
              <a:xfrm>
                <a:off x="7670676" y="5643743"/>
                <a:ext cx="116035" cy="88200"/>
              </a:xfrm>
              <a:custGeom>
                <a:avLst/>
                <a:gdLst/>
                <a:ahLst/>
                <a:cxnLst/>
                <a:rect l="l" t="t" r="r" b="b"/>
                <a:pathLst>
                  <a:path w="116035" h="88200">
                    <a:moveTo>
                      <a:pt x="43758" y="88200"/>
                    </a:moveTo>
                    <a:lnTo>
                      <a:pt x="0" y="32103"/>
                    </a:lnTo>
                    <a:lnTo>
                      <a:pt x="41156" y="0"/>
                    </a:lnTo>
                    <a:lnTo>
                      <a:pt x="63507" y="28654"/>
                    </a:lnTo>
                    <a:lnTo>
                      <a:pt x="94628" y="4378"/>
                    </a:lnTo>
                    <a:lnTo>
                      <a:pt x="116035" y="31822"/>
                    </a:lnTo>
                    <a:lnTo>
                      <a:pt x="43758" y="882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2" name="Контур"/>
              <p:cNvSpPr/>
              <p:nvPr/>
            </p:nvSpPr>
            <p:spPr>
              <a:xfrm>
                <a:off x="7599514" y="5468782"/>
                <a:ext cx="184777" cy="155145"/>
              </a:xfrm>
              <a:custGeom>
                <a:avLst/>
                <a:gdLst/>
                <a:ahLst/>
                <a:cxnLst/>
                <a:rect l="l" t="t" r="r" b="b"/>
                <a:pathLst>
                  <a:path w="184777" h="155145">
                    <a:moveTo>
                      <a:pt x="63251" y="155145"/>
                    </a:moveTo>
                    <a:lnTo>
                      <a:pt x="36748" y="116665"/>
                    </a:lnTo>
                    <a:lnTo>
                      <a:pt x="0" y="69540"/>
                    </a:lnTo>
                    <a:lnTo>
                      <a:pt x="90485" y="0"/>
                    </a:lnTo>
                    <a:lnTo>
                      <a:pt x="184777" y="120382"/>
                    </a:lnTo>
                    <a:lnTo>
                      <a:pt x="142453" y="153532"/>
                    </a:lnTo>
                    <a:lnTo>
                      <a:pt x="113769" y="115887"/>
                    </a:lnTo>
                    <a:lnTo>
                      <a:pt x="63251" y="1551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3" name="Контур"/>
              <p:cNvSpPr/>
              <p:nvPr/>
            </p:nvSpPr>
            <p:spPr>
              <a:xfrm>
                <a:off x="7666336" y="5408333"/>
                <a:ext cx="61964" cy="60449"/>
              </a:xfrm>
              <a:custGeom>
                <a:avLst/>
                <a:gdLst/>
                <a:ahLst/>
                <a:cxnLst/>
                <a:rect l="l" t="t" r="r" b="b"/>
                <a:pathLst>
                  <a:path w="61964" h="60449">
                    <a:moveTo>
                      <a:pt x="0" y="27535"/>
                    </a:moveTo>
                    <a:lnTo>
                      <a:pt x="38300" y="0"/>
                    </a:lnTo>
                    <a:lnTo>
                      <a:pt x="61964" y="32913"/>
                    </a:lnTo>
                    <a:lnTo>
                      <a:pt x="23663" y="60449"/>
                    </a:lnTo>
                    <a:lnTo>
                      <a:pt x="0" y="275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4" name="Контур"/>
              <p:cNvSpPr/>
              <p:nvPr/>
            </p:nvSpPr>
            <p:spPr>
              <a:xfrm>
                <a:off x="8026277" y="4491344"/>
                <a:ext cx="182587" cy="144213"/>
              </a:xfrm>
              <a:custGeom>
                <a:avLst/>
                <a:gdLst/>
                <a:ahLst/>
                <a:cxnLst/>
                <a:rect l="l" t="t" r="r" b="b"/>
                <a:pathLst>
                  <a:path w="182587" h="144213">
                    <a:moveTo>
                      <a:pt x="0" y="83520"/>
                    </a:moveTo>
                    <a:lnTo>
                      <a:pt x="118080" y="0"/>
                    </a:lnTo>
                    <a:lnTo>
                      <a:pt x="182587" y="91199"/>
                    </a:lnTo>
                    <a:lnTo>
                      <a:pt x="107638" y="144213"/>
                    </a:lnTo>
                    <a:lnTo>
                      <a:pt x="73772" y="96333"/>
                    </a:lnTo>
                    <a:lnTo>
                      <a:pt x="30641" y="126840"/>
                    </a:lnTo>
                    <a:lnTo>
                      <a:pt x="0" y="835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5" name="Контур"/>
              <p:cNvSpPr/>
              <p:nvPr/>
            </p:nvSpPr>
            <p:spPr>
              <a:xfrm>
                <a:off x="7505532" y="4455581"/>
                <a:ext cx="60044" cy="58709"/>
              </a:xfrm>
              <a:custGeom>
                <a:avLst/>
                <a:gdLst/>
                <a:ahLst/>
                <a:cxnLst/>
                <a:rect l="l" t="t" r="r" b="b"/>
                <a:pathLst>
                  <a:path w="60044" h="58709">
                    <a:moveTo>
                      <a:pt x="0" y="26420"/>
                    </a:moveTo>
                    <a:lnTo>
                      <a:pt x="36968" y="0"/>
                    </a:lnTo>
                    <a:lnTo>
                      <a:pt x="60044" y="32288"/>
                    </a:lnTo>
                    <a:lnTo>
                      <a:pt x="23075" y="58709"/>
                    </a:lnTo>
                    <a:lnTo>
                      <a:pt x="0" y="264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6" name="Контур"/>
              <p:cNvSpPr/>
              <p:nvPr/>
            </p:nvSpPr>
            <p:spPr>
              <a:xfrm>
                <a:off x="8313773" y="4296422"/>
                <a:ext cx="120618" cy="106263"/>
              </a:xfrm>
              <a:custGeom>
                <a:avLst/>
                <a:gdLst/>
                <a:ahLst/>
                <a:cxnLst/>
                <a:rect l="l" t="t" r="r" b="b"/>
                <a:pathLst>
                  <a:path w="120618" h="106263">
                    <a:moveTo>
                      <a:pt x="0" y="65313"/>
                    </a:moveTo>
                    <a:lnTo>
                      <a:pt x="91386" y="0"/>
                    </a:lnTo>
                    <a:lnTo>
                      <a:pt x="120618" y="40032"/>
                    </a:lnTo>
                    <a:lnTo>
                      <a:pt x="29907" y="106263"/>
                    </a:lnTo>
                    <a:lnTo>
                      <a:pt x="0" y="653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7" name="Контур"/>
              <p:cNvSpPr/>
              <p:nvPr/>
            </p:nvSpPr>
            <p:spPr>
              <a:xfrm>
                <a:off x="8076984" y="3888776"/>
                <a:ext cx="344051" cy="494685"/>
              </a:xfrm>
              <a:custGeom>
                <a:avLst/>
                <a:gdLst/>
                <a:ahLst/>
                <a:cxnLst/>
                <a:rect l="l" t="t" r="r" b="b"/>
                <a:pathLst>
                  <a:path w="344051" h="494685">
                    <a:moveTo>
                      <a:pt x="85242" y="144987"/>
                    </a:moveTo>
                    <a:lnTo>
                      <a:pt x="8391" y="37463"/>
                    </a:lnTo>
                    <a:lnTo>
                      <a:pt x="60803" y="0"/>
                    </a:lnTo>
                    <a:lnTo>
                      <a:pt x="344051" y="396297"/>
                    </a:lnTo>
                    <a:lnTo>
                      <a:pt x="328175" y="407646"/>
                    </a:lnTo>
                    <a:lnTo>
                      <a:pt x="236789" y="472959"/>
                    </a:lnTo>
                    <a:lnTo>
                      <a:pt x="206396" y="494685"/>
                    </a:lnTo>
                    <a:lnTo>
                      <a:pt x="0" y="205912"/>
                    </a:lnTo>
                    <a:lnTo>
                      <a:pt x="85242" y="1449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8" name="Контур"/>
              <p:cNvSpPr/>
              <p:nvPr/>
            </p:nvSpPr>
            <p:spPr>
              <a:xfrm>
                <a:off x="8000132" y="3926239"/>
                <a:ext cx="162094" cy="168449"/>
              </a:xfrm>
              <a:custGeom>
                <a:avLst/>
                <a:gdLst/>
                <a:ahLst/>
                <a:cxnLst/>
                <a:rect l="l" t="t" r="r" b="b"/>
                <a:pathLst>
                  <a:path w="162094" h="168449">
                    <a:moveTo>
                      <a:pt x="0" y="60925"/>
                    </a:moveTo>
                    <a:lnTo>
                      <a:pt x="85243" y="0"/>
                    </a:lnTo>
                    <a:lnTo>
                      <a:pt x="162094" y="107524"/>
                    </a:lnTo>
                    <a:lnTo>
                      <a:pt x="76852" y="168449"/>
                    </a:lnTo>
                    <a:lnTo>
                      <a:pt x="0" y="60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9" name="Контур"/>
              <p:cNvSpPr/>
              <p:nvPr/>
            </p:nvSpPr>
            <p:spPr>
              <a:xfrm>
                <a:off x="7654757" y="4110239"/>
                <a:ext cx="154080" cy="214065"/>
              </a:xfrm>
              <a:custGeom>
                <a:avLst/>
                <a:gdLst/>
                <a:ahLst/>
                <a:cxnLst/>
                <a:rect l="l" t="t" r="r" b="b"/>
                <a:pathLst>
                  <a:path w="154080" h="214065">
                    <a:moveTo>
                      <a:pt x="58734" y="0"/>
                    </a:moveTo>
                    <a:lnTo>
                      <a:pt x="154080" y="129105"/>
                    </a:lnTo>
                    <a:lnTo>
                      <a:pt x="38880" y="214065"/>
                    </a:lnTo>
                    <a:lnTo>
                      <a:pt x="0" y="162225"/>
                    </a:lnTo>
                    <a:lnTo>
                      <a:pt x="92196" y="95292"/>
                    </a:lnTo>
                    <a:lnTo>
                      <a:pt x="34488" y="18135"/>
                    </a:lnTo>
                    <a:lnTo>
                      <a:pt x="5873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0" name="Контур"/>
              <p:cNvSpPr/>
              <p:nvPr/>
            </p:nvSpPr>
            <p:spPr>
              <a:xfrm>
                <a:off x="8137787" y="3327284"/>
                <a:ext cx="1049175" cy="971226"/>
              </a:xfrm>
              <a:custGeom>
                <a:avLst/>
                <a:gdLst/>
                <a:ahLst/>
                <a:cxnLst/>
                <a:rect l="l" t="t" r="r" b="b"/>
                <a:pathLst>
                  <a:path w="1049175" h="971226">
                    <a:moveTo>
                      <a:pt x="0" y="561492"/>
                    </a:moveTo>
                    <a:lnTo>
                      <a:pt x="753129" y="0"/>
                    </a:lnTo>
                    <a:lnTo>
                      <a:pt x="1049175" y="416682"/>
                    </a:lnTo>
                    <a:lnTo>
                      <a:pt x="292851" y="971226"/>
                    </a:lnTo>
                    <a:lnTo>
                      <a:pt x="283248" y="957789"/>
                    </a:lnTo>
                    <a:lnTo>
                      <a:pt x="0" y="5614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1" name="Контур"/>
              <p:cNvSpPr/>
              <p:nvPr/>
            </p:nvSpPr>
            <p:spPr>
              <a:xfrm>
                <a:off x="8810393" y="5535451"/>
                <a:ext cx="88288" cy="145547"/>
              </a:xfrm>
              <a:custGeom>
                <a:avLst/>
                <a:gdLst/>
                <a:ahLst/>
                <a:cxnLst/>
                <a:rect l="l" t="t" r="r" b="b"/>
                <a:pathLst>
                  <a:path w="88288" h="145547">
                    <a:moveTo>
                      <a:pt x="63019" y="145547"/>
                    </a:moveTo>
                    <a:lnTo>
                      <a:pt x="0" y="11916"/>
                    </a:lnTo>
                    <a:lnTo>
                      <a:pt x="25269" y="0"/>
                    </a:lnTo>
                    <a:lnTo>
                      <a:pt x="88288" y="133631"/>
                    </a:lnTo>
                    <a:lnTo>
                      <a:pt x="63019" y="1455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2" name="Контур"/>
              <p:cNvSpPr/>
              <p:nvPr/>
            </p:nvSpPr>
            <p:spPr>
              <a:xfrm>
                <a:off x="8887827" y="5542111"/>
                <a:ext cx="35363" cy="43937"/>
              </a:xfrm>
              <a:custGeom>
                <a:avLst/>
                <a:gdLst/>
                <a:ahLst/>
                <a:cxnLst/>
                <a:rect l="l" t="t" r="r" b="b"/>
                <a:pathLst>
                  <a:path w="35363" h="43937">
                    <a:moveTo>
                      <a:pt x="16573" y="43937"/>
                    </a:moveTo>
                    <a:lnTo>
                      <a:pt x="0" y="8884"/>
                    </a:lnTo>
                    <a:lnTo>
                      <a:pt x="18791" y="0"/>
                    </a:lnTo>
                    <a:lnTo>
                      <a:pt x="35363" y="35053"/>
                    </a:lnTo>
                    <a:lnTo>
                      <a:pt x="16573" y="439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3" name="Контур"/>
              <p:cNvSpPr/>
              <p:nvPr/>
            </p:nvSpPr>
            <p:spPr>
              <a:xfrm>
                <a:off x="9026276" y="5234975"/>
                <a:ext cx="140965" cy="115611"/>
              </a:xfrm>
              <a:custGeom>
                <a:avLst/>
                <a:gdLst/>
                <a:ahLst/>
                <a:cxnLst/>
                <a:rect l="l" t="t" r="r" b="b"/>
                <a:pathLst>
                  <a:path w="140965" h="115611">
                    <a:moveTo>
                      <a:pt x="29430" y="115611"/>
                    </a:moveTo>
                    <a:lnTo>
                      <a:pt x="0" y="50130"/>
                    </a:lnTo>
                    <a:lnTo>
                      <a:pt x="111535" y="0"/>
                    </a:lnTo>
                    <a:lnTo>
                      <a:pt x="140965" y="65482"/>
                    </a:lnTo>
                    <a:lnTo>
                      <a:pt x="29430" y="1156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4" name="Контур"/>
              <p:cNvSpPr/>
              <p:nvPr/>
            </p:nvSpPr>
            <p:spPr>
              <a:xfrm>
                <a:off x="9224357" y="5052944"/>
                <a:ext cx="929115" cy="512739"/>
              </a:xfrm>
              <a:custGeom>
                <a:avLst/>
                <a:gdLst/>
                <a:ahLst/>
                <a:cxnLst/>
                <a:rect l="l" t="t" r="r" b="b"/>
                <a:pathLst>
                  <a:path w="929115" h="512739">
                    <a:moveTo>
                      <a:pt x="929115" y="75807"/>
                    </a:moveTo>
                    <a:lnTo>
                      <a:pt x="42516" y="512739"/>
                    </a:lnTo>
                    <a:lnTo>
                      <a:pt x="0" y="427680"/>
                    </a:lnTo>
                    <a:lnTo>
                      <a:pt x="892800" y="0"/>
                    </a:lnTo>
                    <a:lnTo>
                      <a:pt x="929115" y="758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5" name="Контур"/>
              <p:cNvSpPr/>
              <p:nvPr/>
            </p:nvSpPr>
            <p:spPr>
              <a:xfrm>
                <a:off x="8589750" y="5211103"/>
                <a:ext cx="68774" cy="59056"/>
              </a:xfrm>
              <a:custGeom>
                <a:avLst/>
                <a:gdLst/>
                <a:ahLst/>
                <a:cxnLst/>
                <a:rect l="l" t="t" r="r" b="b"/>
                <a:pathLst>
                  <a:path w="68774" h="59056">
                    <a:moveTo>
                      <a:pt x="16146" y="59056"/>
                    </a:moveTo>
                    <a:lnTo>
                      <a:pt x="0" y="24821"/>
                    </a:lnTo>
                    <a:lnTo>
                      <a:pt x="52628" y="0"/>
                    </a:lnTo>
                    <a:lnTo>
                      <a:pt x="68774" y="34235"/>
                    </a:lnTo>
                    <a:lnTo>
                      <a:pt x="16146" y="590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6" name="Контур"/>
              <p:cNvSpPr/>
              <p:nvPr/>
            </p:nvSpPr>
            <p:spPr>
              <a:xfrm>
                <a:off x="9355397" y="4878371"/>
                <a:ext cx="472302" cy="343053"/>
              </a:xfrm>
              <a:custGeom>
                <a:avLst/>
                <a:gdLst/>
                <a:ahLst/>
                <a:cxnLst/>
                <a:rect l="l" t="t" r="r" b="b"/>
                <a:pathLst>
                  <a:path w="472302" h="343053">
                    <a:moveTo>
                      <a:pt x="0" y="188973"/>
                    </a:moveTo>
                    <a:lnTo>
                      <a:pt x="395676" y="0"/>
                    </a:lnTo>
                    <a:lnTo>
                      <a:pt x="472302" y="151731"/>
                    </a:lnTo>
                    <a:lnTo>
                      <a:pt x="72000" y="343053"/>
                    </a:lnTo>
                    <a:lnTo>
                      <a:pt x="0" y="1889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7" name="Контур"/>
              <p:cNvSpPr/>
              <p:nvPr/>
            </p:nvSpPr>
            <p:spPr>
              <a:xfrm>
                <a:off x="9871655" y="4849904"/>
                <a:ext cx="94302" cy="109584"/>
              </a:xfrm>
              <a:custGeom>
                <a:avLst/>
                <a:gdLst/>
                <a:ahLst/>
                <a:cxnLst/>
                <a:rect l="l" t="t" r="r" b="b"/>
                <a:pathLst>
                  <a:path w="94302" h="109584">
                    <a:moveTo>
                      <a:pt x="40320" y="109584"/>
                    </a:moveTo>
                    <a:lnTo>
                      <a:pt x="0" y="26055"/>
                    </a:lnTo>
                    <a:lnTo>
                      <a:pt x="53982" y="0"/>
                    </a:lnTo>
                    <a:lnTo>
                      <a:pt x="94302" y="83520"/>
                    </a:lnTo>
                    <a:lnTo>
                      <a:pt x="40320" y="1095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8" name="Контур"/>
              <p:cNvSpPr/>
              <p:nvPr/>
            </p:nvSpPr>
            <p:spPr>
              <a:xfrm>
                <a:off x="9972057" y="4794126"/>
                <a:ext cx="122673" cy="116429"/>
              </a:xfrm>
              <a:custGeom>
                <a:avLst/>
                <a:gdLst/>
                <a:ahLst/>
                <a:cxnLst/>
                <a:rect l="l" t="t" r="r" b="b"/>
                <a:pathLst>
                  <a:path w="122673" h="116429">
                    <a:moveTo>
                      <a:pt x="36527" y="116429"/>
                    </a:moveTo>
                    <a:lnTo>
                      <a:pt x="0" y="42645"/>
                    </a:lnTo>
                    <a:lnTo>
                      <a:pt x="86148" y="0"/>
                    </a:lnTo>
                    <a:lnTo>
                      <a:pt x="122673" y="73783"/>
                    </a:lnTo>
                    <a:lnTo>
                      <a:pt x="36527" y="1164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9" name="Контур"/>
              <p:cNvSpPr/>
              <p:nvPr/>
            </p:nvSpPr>
            <p:spPr>
              <a:xfrm>
                <a:off x="10159884" y="4434631"/>
                <a:ext cx="136116" cy="279244"/>
              </a:xfrm>
              <a:custGeom>
                <a:avLst/>
                <a:gdLst/>
                <a:ahLst/>
                <a:cxnLst/>
                <a:rect l="l" t="t" r="r" b="b"/>
                <a:pathLst>
                  <a:path w="136116" h="279244">
                    <a:moveTo>
                      <a:pt x="0" y="52443"/>
                    </a:moveTo>
                    <a:lnTo>
                      <a:pt x="114637" y="0"/>
                    </a:lnTo>
                    <a:lnTo>
                      <a:pt x="136116" y="46951"/>
                    </a:lnTo>
                    <a:lnTo>
                      <a:pt x="136116" y="264440"/>
                    </a:lnTo>
                    <a:lnTo>
                      <a:pt x="103755" y="27924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60" name="Контур"/>
              <p:cNvSpPr/>
              <p:nvPr/>
            </p:nvSpPr>
            <p:spPr>
              <a:xfrm>
                <a:off x="10159884" y="4434631"/>
                <a:ext cx="136116" cy="279244"/>
              </a:xfrm>
              <a:custGeom>
                <a:avLst/>
                <a:gdLst/>
                <a:ahLst/>
                <a:cxnLst/>
                <a:rect l="l" t="t" r="r" b="b"/>
                <a:pathLst>
                  <a:path w="136116" h="279244" fill="none">
                    <a:moveTo>
                      <a:pt x="0" y="52443"/>
                    </a:moveTo>
                    <a:lnTo>
                      <a:pt x="114637" y="0"/>
                    </a:lnTo>
                    <a:lnTo>
                      <a:pt x="136116" y="46951"/>
                    </a:lnTo>
                    <a:moveTo>
                      <a:pt x="136116" y="264440"/>
                    </a:moveTo>
                    <a:lnTo>
                      <a:pt x="103755" y="279244"/>
                    </a:lnTo>
                    <a:lnTo>
                      <a:pt x="0" y="52443"/>
                    </a:lnTo>
                    <a:lnTo>
                      <a:pt x="0" y="52443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1" name="Контур"/>
              <p:cNvSpPr/>
              <p:nvPr/>
            </p:nvSpPr>
            <p:spPr>
              <a:xfrm>
                <a:off x="8652938" y="5773124"/>
                <a:ext cx="176364" cy="242205"/>
              </a:xfrm>
              <a:custGeom>
                <a:avLst/>
                <a:gdLst/>
                <a:ahLst/>
                <a:cxnLst/>
                <a:rect l="l" t="t" r="r" b="b"/>
                <a:pathLst>
                  <a:path w="176364" h="242205">
                    <a:moveTo>
                      <a:pt x="79038" y="0"/>
                    </a:moveTo>
                    <a:lnTo>
                      <a:pt x="176364" y="203859"/>
                    </a:lnTo>
                    <a:lnTo>
                      <a:pt x="91167" y="242205"/>
                    </a:lnTo>
                    <a:lnTo>
                      <a:pt x="0" y="37728"/>
                    </a:lnTo>
                    <a:lnTo>
                      <a:pt x="7903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2" name="Контур"/>
              <p:cNvSpPr/>
              <p:nvPr/>
            </p:nvSpPr>
            <p:spPr>
              <a:xfrm>
                <a:off x="8783717" y="6056903"/>
                <a:ext cx="110061" cy="96903"/>
              </a:xfrm>
              <a:custGeom>
                <a:avLst/>
                <a:gdLst/>
                <a:ahLst/>
                <a:cxnLst/>
                <a:rect l="l" t="t" r="r" b="b"/>
                <a:pathLst>
                  <a:path w="110061" h="96903">
                    <a:moveTo>
                      <a:pt x="110061" y="55143"/>
                    </a:moveTo>
                    <a:lnTo>
                      <a:pt x="81099" y="70335"/>
                    </a:lnTo>
                    <a:lnTo>
                      <a:pt x="27468" y="96903"/>
                    </a:lnTo>
                    <a:lnTo>
                      <a:pt x="0" y="41481"/>
                    </a:lnTo>
                    <a:lnTo>
                      <a:pt x="83736" y="0"/>
                    </a:lnTo>
                    <a:lnTo>
                      <a:pt x="110061" y="551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3" name="Контур"/>
              <p:cNvSpPr/>
              <p:nvPr/>
            </p:nvSpPr>
            <p:spPr>
              <a:xfrm>
                <a:off x="8873412" y="5599235"/>
                <a:ext cx="332873" cy="434484"/>
              </a:xfrm>
              <a:custGeom>
                <a:avLst/>
                <a:gdLst/>
                <a:ahLst/>
                <a:cxnLst/>
                <a:rect l="l" t="t" r="r" b="b"/>
                <a:pathLst>
                  <a:path w="332873" h="434484">
                    <a:moveTo>
                      <a:pt x="166526" y="434484"/>
                    </a:moveTo>
                    <a:lnTo>
                      <a:pt x="8585" y="100125"/>
                    </a:lnTo>
                    <a:lnTo>
                      <a:pt x="0" y="81763"/>
                    </a:lnTo>
                    <a:lnTo>
                      <a:pt x="25269" y="69847"/>
                    </a:lnTo>
                    <a:lnTo>
                      <a:pt x="36485" y="63954"/>
                    </a:lnTo>
                    <a:lnTo>
                      <a:pt x="166526" y="0"/>
                    </a:lnTo>
                    <a:lnTo>
                      <a:pt x="332873" y="349677"/>
                    </a:lnTo>
                    <a:lnTo>
                      <a:pt x="258812" y="387432"/>
                    </a:lnTo>
                    <a:lnTo>
                      <a:pt x="166526" y="4344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4" name="Контур"/>
              <p:cNvSpPr/>
              <p:nvPr/>
            </p:nvSpPr>
            <p:spPr>
              <a:xfrm>
                <a:off x="8744105" y="5976983"/>
                <a:ext cx="123348" cy="121401"/>
              </a:xfrm>
              <a:custGeom>
                <a:avLst/>
                <a:gdLst/>
                <a:ahLst/>
                <a:cxnLst/>
                <a:rect l="l" t="t" r="r" b="b"/>
                <a:pathLst>
                  <a:path w="123348" h="121401">
                    <a:moveTo>
                      <a:pt x="123348" y="79920"/>
                    </a:moveTo>
                    <a:lnTo>
                      <a:pt x="39612" y="121401"/>
                    </a:lnTo>
                    <a:lnTo>
                      <a:pt x="0" y="38346"/>
                    </a:lnTo>
                    <a:lnTo>
                      <a:pt x="85197" y="0"/>
                    </a:lnTo>
                    <a:lnTo>
                      <a:pt x="123348" y="799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5" name="Контур"/>
              <p:cNvSpPr/>
              <p:nvPr/>
            </p:nvSpPr>
            <p:spPr>
              <a:xfrm>
                <a:off x="3780311" y="2209709"/>
                <a:ext cx="351873" cy="359802"/>
              </a:xfrm>
              <a:custGeom>
                <a:avLst/>
                <a:gdLst/>
                <a:ahLst/>
                <a:cxnLst/>
                <a:rect l="l" t="t" r="r" b="b"/>
                <a:pathLst>
                  <a:path w="351873" h="359802">
                    <a:moveTo>
                      <a:pt x="0" y="119250"/>
                    </a:moveTo>
                    <a:lnTo>
                      <a:pt x="128313" y="0"/>
                    </a:lnTo>
                    <a:lnTo>
                      <a:pt x="351873" y="240552"/>
                    </a:lnTo>
                    <a:lnTo>
                      <a:pt x="336123" y="255186"/>
                    </a:lnTo>
                    <a:lnTo>
                      <a:pt x="223560" y="359802"/>
                    </a:lnTo>
                    <a:lnTo>
                      <a:pt x="0" y="1192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6" name="Контур"/>
              <p:cNvSpPr/>
              <p:nvPr/>
            </p:nvSpPr>
            <p:spPr>
              <a:xfrm>
                <a:off x="4214627" y="2280259"/>
                <a:ext cx="204943" cy="204583"/>
              </a:xfrm>
              <a:custGeom>
                <a:avLst/>
                <a:gdLst/>
                <a:ahLst/>
                <a:cxnLst/>
                <a:rect l="l" t="t" r="r" b="b"/>
                <a:pathLst>
                  <a:path w="204943" h="204583">
                    <a:moveTo>
                      <a:pt x="0" y="104262"/>
                    </a:moveTo>
                    <a:lnTo>
                      <a:pt x="108862" y="0"/>
                    </a:lnTo>
                    <a:lnTo>
                      <a:pt x="204943" y="100321"/>
                    </a:lnTo>
                    <a:lnTo>
                      <a:pt x="96081" y="204583"/>
                    </a:lnTo>
                    <a:lnTo>
                      <a:pt x="33709" y="139628"/>
                    </a:lnTo>
                    <a:lnTo>
                      <a:pt x="0" y="1042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7" name="Контур"/>
              <p:cNvSpPr/>
              <p:nvPr/>
            </p:nvSpPr>
            <p:spPr>
              <a:xfrm>
                <a:off x="3998597" y="2087471"/>
                <a:ext cx="247559" cy="261477"/>
              </a:xfrm>
              <a:custGeom>
                <a:avLst/>
                <a:gdLst/>
                <a:ahLst/>
                <a:cxnLst/>
                <a:rect l="l" t="t" r="r" b="b"/>
                <a:pathLst>
                  <a:path w="247559" h="261477">
                    <a:moveTo>
                      <a:pt x="0" y="24993"/>
                    </a:moveTo>
                    <a:lnTo>
                      <a:pt x="26784" y="0"/>
                    </a:lnTo>
                    <a:lnTo>
                      <a:pt x="67626" y="43758"/>
                    </a:lnTo>
                    <a:lnTo>
                      <a:pt x="247559" y="236507"/>
                    </a:lnTo>
                    <a:lnTo>
                      <a:pt x="220815" y="261477"/>
                    </a:lnTo>
                    <a:lnTo>
                      <a:pt x="0" y="249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8" name="Контур"/>
              <p:cNvSpPr/>
              <p:nvPr/>
            </p:nvSpPr>
            <p:spPr>
              <a:xfrm>
                <a:off x="4116434" y="2377593"/>
                <a:ext cx="131902" cy="129596"/>
              </a:xfrm>
              <a:custGeom>
                <a:avLst/>
                <a:gdLst/>
                <a:ahLst/>
                <a:cxnLst/>
                <a:rect l="l" t="t" r="r" b="b"/>
                <a:pathLst>
                  <a:path w="131902" h="129596">
                    <a:moveTo>
                      <a:pt x="131902" y="42294"/>
                    </a:moveTo>
                    <a:lnTo>
                      <a:pt x="95502" y="76992"/>
                    </a:lnTo>
                    <a:lnTo>
                      <a:pt x="40316" y="129596"/>
                    </a:lnTo>
                    <a:lnTo>
                      <a:pt x="0" y="87302"/>
                    </a:lnTo>
                    <a:lnTo>
                      <a:pt x="15750" y="72668"/>
                    </a:lnTo>
                    <a:lnTo>
                      <a:pt x="91587" y="0"/>
                    </a:lnTo>
                    <a:lnTo>
                      <a:pt x="98193" y="6928"/>
                    </a:lnTo>
                    <a:lnTo>
                      <a:pt x="131902" y="422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9" name="Контур"/>
              <p:cNvSpPr/>
              <p:nvPr/>
            </p:nvSpPr>
            <p:spPr>
              <a:xfrm>
                <a:off x="4271846" y="1915064"/>
                <a:ext cx="388494" cy="425703"/>
              </a:xfrm>
              <a:custGeom>
                <a:avLst/>
                <a:gdLst/>
                <a:ahLst/>
                <a:cxnLst/>
                <a:rect l="l" t="t" r="r" b="b"/>
                <a:pathLst>
                  <a:path w="388494" h="425703">
                    <a:moveTo>
                      <a:pt x="0" y="98177"/>
                    </a:moveTo>
                    <a:lnTo>
                      <a:pt x="45691" y="58357"/>
                    </a:lnTo>
                    <a:lnTo>
                      <a:pt x="25267" y="35815"/>
                    </a:lnTo>
                    <a:lnTo>
                      <a:pt x="64431" y="0"/>
                    </a:lnTo>
                    <a:lnTo>
                      <a:pt x="86119" y="22542"/>
                    </a:lnTo>
                    <a:lnTo>
                      <a:pt x="91384" y="17907"/>
                    </a:lnTo>
                    <a:lnTo>
                      <a:pt x="126531" y="56154"/>
                    </a:lnTo>
                    <a:lnTo>
                      <a:pt x="131931" y="62013"/>
                    </a:lnTo>
                    <a:lnTo>
                      <a:pt x="383094" y="334722"/>
                    </a:lnTo>
                    <a:lnTo>
                      <a:pt x="388494" y="340590"/>
                    </a:lnTo>
                    <a:lnTo>
                      <a:pt x="296082" y="425703"/>
                    </a:lnTo>
                    <a:lnTo>
                      <a:pt x="0" y="981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0" name="Контур"/>
              <p:cNvSpPr/>
              <p:nvPr/>
            </p:nvSpPr>
            <p:spPr>
              <a:xfrm>
                <a:off x="4066223" y="2087503"/>
                <a:ext cx="226773" cy="236475"/>
              </a:xfrm>
              <a:custGeom>
                <a:avLst/>
                <a:gdLst/>
                <a:ahLst/>
                <a:cxnLst/>
                <a:rect l="l" t="t" r="r" b="b"/>
                <a:pathLst>
                  <a:path w="226773" h="236475">
                    <a:moveTo>
                      <a:pt x="226773" y="192748"/>
                    </a:moveTo>
                    <a:lnTo>
                      <a:pt x="179933" y="236475"/>
                    </a:lnTo>
                    <a:lnTo>
                      <a:pt x="0" y="43726"/>
                    </a:lnTo>
                    <a:lnTo>
                      <a:pt x="46841" y="0"/>
                    </a:lnTo>
                    <a:lnTo>
                      <a:pt x="226773" y="1927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1" name="Контур"/>
              <p:cNvSpPr/>
              <p:nvPr/>
            </p:nvSpPr>
            <p:spPr>
              <a:xfrm>
                <a:off x="4398377" y="1903187"/>
                <a:ext cx="330426" cy="346599"/>
              </a:xfrm>
              <a:custGeom>
                <a:avLst/>
                <a:gdLst/>
                <a:ahLst/>
                <a:cxnLst/>
                <a:rect l="l" t="t" r="r" b="b"/>
                <a:pathLst>
                  <a:path w="330426" h="346599">
                    <a:moveTo>
                      <a:pt x="256563" y="346599"/>
                    </a:moveTo>
                    <a:lnTo>
                      <a:pt x="5400" y="73890"/>
                    </a:lnTo>
                    <a:lnTo>
                      <a:pt x="0" y="68031"/>
                    </a:lnTo>
                    <a:lnTo>
                      <a:pt x="73863" y="0"/>
                    </a:lnTo>
                    <a:lnTo>
                      <a:pt x="330426" y="278577"/>
                    </a:lnTo>
                    <a:lnTo>
                      <a:pt x="256563" y="3465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2" name="Контур"/>
              <p:cNvSpPr/>
              <p:nvPr/>
            </p:nvSpPr>
            <p:spPr>
              <a:xfrm>
                <a:off x="3508116" y="2123538"/>
                <a:ext cx="98399" cy="100175"/>
              </a:xfrm>
              <a:custGeom>
                <a:avLst/>
                <a:gdLst/>
                <a:ahLst/>
                <a:cxnLst/>
                <a:rect l="l" t="t" r="r" b="b"/>
                <a:pathLst>
                  <a:path w="98399" h="100175">
                    <a:moveTo>
                      <a:pt x="73779" y="100175"/>
                    </a:moveTo>
                    <a:lnTo>
                      <a:pt x="0" y="23775"/>
                    </a:lnTo>
                    <a:lnTo>
                      <a:pt x="24621" y="0"/>
                    </a:lnTo>
                    <a:lnTo>
                      <a:pt x="98399" y="76400"/>
                    </a:lnTo>
                    <a:lnTo>
                      <a:pt x="73779" y="1001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3" name="Контур"/>
              <p:cNvSpPr/>
              <p:nvPr/>
            </p:nvSpPr>
            <p:spPr>
              <a:xfrm>
                <a:off x="3694217" y="2095076"/>
                <a:ext cx="59328" cy="58887"/>
              </a:xfrm>
              <a:custGeom>
                <a:avLst/>
                <a:gdLst/>
                <a:ahLst/>
                <a:cxnLst/>
                <a:rect l="l" t="t" r="r" b="b"/>
                <a:pathLst>
                  <a:path w="59328" h="58887">
                    <a:moveTo>
                      <a:pt x="34101" y="0"/>
                    </a:moveTo>
                    <a:lnTo>
                      <a:pt x="59328" y="26829"/>
                    </a:lnTo>
                    <a:lnTo>
                      <a:pt x="25227" y="58887"/>
                    </a:lnTo>
                    <a:lnTo>
                      <a:pt x="0" y="32058"/>
                    </a:lnTo>
                    <a:lnTo>
                      <a:pt x="3410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4" name="Контур"/>
              <p:cNvSpPr/>
              <p:nvPr/>
            </p:nvSpPr>
            <p:spPr>
              <a:xfrm>
                <a:off x="3582410" y="1584000"/>
                <a:ext cx="689527" cy="543134"/>
              </a:xfrm>
              <a:custGeom>
                <a:avLst/>
                <a:gdLst/>
                <a:ahLst/>
                <a:cxnLst/>
                <a:rect l="l" t="t" r="r" b="b"/>
                <a:pathLst>
                  <a:path w="689527" h="543134">
                    <a:moveTo>
                      <a:pt x="689527" y="0"/>
                    </a:moveTo>
                    <a:lnTo>
                      <a:pt x="179415" y="479576"/>
                    </a:lnTo>
                    <a:lnTo>
                      <a:pt x="170496" y="487955"/>
                    </a:lnTo>
                    <a:lnTo>
                      <a:pt x="145908" y="511076"/>
                    </a:lnTo>
                    <a:lnTo>
                      <a:pt x="111807" y="543134"/>
                    </a:lnTo>
                    <a:lnTo>
                      <a:pt x="0" y="423866"/>
                    </a:lnTo>
                    <a:lnTo>
                      <a:pt x="449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75" name="Контур"/>
              <p:cNvSpPr/>
              <p:nvPr/>
            </p:nvSpPr>
            <p:spPr>
              <a:xfrm>
                <a:off x="3582410" y="1584000"/>
                <a:ext cx="689527" cy="543134"/>
              </a:xfrm>
              <a:custGeom>
                <a:avLst/>
                <a:gdLst/>
                <a:ahLst/>
                <a:cxnLst/>
                <a:rect l="l" t="t" r="r" b="b"/>
                <a:pathLst>
                  <a:path w="689527" h="543134" fill="none">
                    <a:moveTo>
                      <a:pt x="689527" y="0"/>
                    </a:moveTo>
                    <a:lnTo>
                      <a:pt x="179415" y="479576"/>
                    </a:lnTo>
                    <a:lnTo>
                      <a:pt x="170496" y="487955"/>
                    </a:lnTo>
                    <a:lnTo>
                      <a:pt x="145908" y="511076"/>
                    </a:lnTo>
                    <a:lnTo>
                      <a:pt x="111807" y="543134"/>
                    </a:lnTo>
                    <a:lnTo>
                      <a:pt x="0" y="423866"/>
                    </a:lnTo>
                    <a:lnTo>
                      <a:pt x="449375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6" name="Контур"/>
              <p:cNvSpPr/>
              <p:nvPr/>
            </p:nvSpPr>
            <p:spPr>
              <a:xfrm>
                <a:off x="3728318" y="2063576"/>
                <a:ext cx="58734" cy="58329"/>
              </a:xfrm>
              <a:custGeom>
                <a:avLst/>
                <a:gdLst/>
                <a:ahLst/>
                <a:cxnLst/>
                <a:rect l="l" t="t" r="r" b="b"/>
                <a:pathLst>
                  <a:path w="58734" h="58329">
                    <a:moveTo>
                      <a:pt x="24588" y="8379"/>
                    </a:moveTo>
                    <a:lnTo>
                      <a:pt x="33507" y="0"/>
                    </a:lnTo>
                    <a:lnTo>
                      <a:pt x="58734" y="26838"/>
                    </a:lnTo>
                    <a:lnTo>
                      <a:pt x="25227" y="58329"/>
                    </a:lnTo>
                    <a:lnTo>
                      <a:pt x="0" y="31500"/>
                    </a:lnTo>
                    <a:lnTo>
                      <a:pt x="24588" y="83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7" name="Контур"/>
              <p:cNvSpPr/>
              <p:nvPr/>
            </p:nvSpPr>
            <p:spPr>
              <a:xfrm>
                <a:off x="3417890" y="1584000"/>
                <a:ext cx="613895" cy="423866"/>
              </a:xfrm>
              <a:custGeom>
                <a:avLst/>
                <a:gdLst/>
                <a:ahLst/>
                <a:cxnLst/>
                <a:rect l="l" t="t" r="r" b="b"/>
                <a:pathLst>
                  <a:path w="613895" h="423866">
                    <a:moveTo>
                      <a:pt x="613895" y="0"/>
                    </a:moveTo>
                    <a:lnTo>
                      <a:pt x="164520" y="423866"/>
                    </a:lnTo>
                    <a:lnTo>
                      <a:pt x="0" y="249446"/>
                    </a:lnTo>
                    <a:lnTo>
                      <a:pt x="2645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78" name="Контур"/>
              <p:cNvSpPr/>
              <p:nvPr/>
            </p:nvSpPr>
            <p:spPr>
              <a:xfrm>
                <a:off x="3417890" y="1584000"/>
                <a:ext cx="613895" cy="423866"/>
              </a:xfrm>
              <a:custGeom>
                <a:avLst/>
                <a:gdLst/>
                <a:ahLst/>
                <a:cxnLst/>
                <a:rect l="l" t="t" r="r" b="b"/>
                <a:pathLst>
                  <a:path w="613895" h="423866" fill="none">
                    <a:moveTo>
                      <a:pt x="613895" y="0"/>
                    </a:moveTo>
                    <a:lnTo>
                      <a:pt x="164520" y="423866"/>
                    </a:lnTo>
                    <a:lnTo>
                      <a:pt x="0" y="249446"/>
                    </a:lnTo>
                    <a:lnTo>
                      <a:pt x="264518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9" name="Контур"/>
              <p:cNvSpPr/>
              <p:nvPr/>
            </p:nvSpPr>
            <p:spPr>
              <a:xfrm>
                <a:off x="5461622" y="1675106"/>
                <a:ext cx="134225" cy="134700"/>
              </a:xfrm>
              <a:custGeom>
                <a:avLst/>
                <a:gdLst/>
                <a:ahLst/>
                <a:cxnLst/>
                <a:rect l="l" t="t" r="r" b="b"/>
                <a:pathLst>
                  <a:path w="134225" h="134700">
                    <a:moveTo>
                      <a:pt x="134225" y="77773"/>
                    </a:moveTo>
                    <a:lnTo>
                      <a:pt x="71320" y="134700"/>
                    </a:lnTo>
                    <a:lnTo>
                      <a:pt x="0" y="56526"/>
                    </a:lnTo>
                    <a:lnTo>
                      <a:pt x="64108" y="0"/>
                    </a:lnTo>
                    <a:lnTo>
                      <a:pt x="134225" y="777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0" name="Контур"/>
              <p:cNvSpPr/>
              <p:nvPr/>
            </p:nvSpPr>
            <p:spPr>
              <a:xfrm>
                <a:off x="5089784" y="1928531"/>
                <a:ext cx="290133" cy="278946"/>
              </a:xfrm>
              <a:custGeom>
                <a:avLst/>
                <a:gdLst/>
                <a:ahLst/>
                <a:cxnLst/>
                <a:rect l="l" t="t" r="r" b="b"/>
                <a:pathLst>
                  <a:path w="290133" h="278946">
                    <a:moveTo>
                      <a:pt x="207945" y="0"/>
                    </a:moveTo>
                    <a:lnTo>
                      <a:pt x="290133" y="90873"/>
                    </a:lnTo>
                    <a:lnTo>
                      <a:pt x="269620" y="109826"/>
                    </a:lnTo>
                    <a:lnTo>
                      <a:pt x="241411" y="135379"/>
                    </a:lnTo>
                    <a:lnTo>
                      <a:pt x="82188" y="278946"/>
                    </a:lnTo>
                    <a:lnTo>
                      <a:pt x="0" y="188073"/>
                    </a:lnTo>
                    <a:lnTo>
                      <a:pt x="2079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1" name="Контур"/>
              <p:cNvSpPr/>
              <p:nvPr/>
            </p:nvSpPr>
            <p:spPr>
              <a:xfrm>
                <a:off x="5479862" y="1920536"/>
                <a:ext cx="77724" cy="77715"/>
              </a:xfrm>
              <a:custGeom>
                <a:avLst/>
                <a:gdLst/>
                <a:ahLst/>
                <a:cxnLst/>
                <a:rect l="l" t="t" r="r" b="b"/>
                <a:pathLst>
                  <a:path w="77724" h="77715">
                    <a:moveTo>
                      <a:pt x="0" y="37719"/>
                    </a:moveTo>
                    <a:lnTo>
                      <a:pt x="37710" y="0"/>
                    </a:lnTo>
                    <a:lnTo>
                      <a:pt x="77724" y="40005"/>
                    </a:lnTo>
                    <a:lnTo>
                      <a:pt x="39996" y="77715"/>
                    </a:lnTo>
                    <a:lnTo>
                      <a:pt x="0" y="377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2" name="Контур"/>
              <p:cNvSpPr/>
              <p:nvPr/>
            </p:nvSpPr>
            <p:spPr>
              <a:xfrm>
                <a:off x="5331195" y="2038357"/>
                <a:ext cx="278364" cy="166092"/>
              </a:xfrm>
              <a:custGeom>
                <a:avLst/>
                <a:gdLst/>
                <a:ahLst/>
                <a:cxnLst/>
                <a:rect l="l" t="t" r="r" b="b"/>
                <a:pathLst>
                  <a:path w="278364" h="166092">
                    <a:moveTo>
                      <a:pt x="0" y="25553"/>
                    </a:moveTo>
                    <a:lnTo>
                      <a:pt x="28209" y="0"/>
                    </a:lnTo>
                    <a:lnTo>
                      <a:pt x="85159" y="60687"/>
                    </a:lnTo>
                    <a:lnTo>
                      <a:pt x="278364" y="140540"/>
                    </a:lnTo>
                    <a:lnTo>
                      <a:pt x="252816" y="166092"/>
                    </a:lnTo>
                    <a:lnTo>
                      <a:pt x="69192" y="89967"/>
                    </a:lnTo>
                    <a:lnTo>
                      <a:pt x="0" y="255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3" name="Контур"/>
              <p:cNvSpPr/>
              <p:nvPr/>
            </p:nvSpPr>
            <p:spPr>
              <a:xfrm>
                <a:off x="5329922" y="1768304"/>
                <a:ext cx="159075" cy="159156"/>
              </a:xfrm>
              <a:custGeom>
                <a:avLst/>
                <a:gdLst/>
                <a:ahLst/>
                <a:cxnLst/>
                <a:rect l="l" t="t" r="r" b="b"/>
                <a:pathLst>
                  <a:path w="159075" h="159156">
                    <a:moveTo>
                      <a:pt x="79209" y="159156"/>
                    </a:moveTo>
                    <a:lnTo>
                      <a:pt x="0" y="77067"/>
                    </a:lnTo>
                    <a:lnTo>
                      <a:pt x="79875" y="0"/>
                    </a:lnTo>
                    <a:lnTo>
                      <a:pt x="159075" y="82080"/>
                    </a:lnTo>
                    <a:lnTo>
                      <a:pt x="79209" y="1591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4" name="Контур"/>
              <p:cNvSpPr/>
              <p:nvPr/>
            </p:nvSpPr>
            <p:spPr>
              <a:xfrm>
                <a:off x="4552241" y="1704944"/>
                <a:ext cx="185472" cy="104148"/>
              </a:xfrm>
              <a:custGeom>
                <a:avLst/>
                <a:gdLst/>
                <a:ahLst/>
                <a:cxnLst/>
                <a:rect l="l" t="t" r="r" b="b"/>
                <a:pathLst>
                  <a:path w="185472" h="104148">
                    <a:moveTo>
                      <a:pt x="185472" y="62928"/>
                    </a:moveTo>
                    <a:lnTo>
                      <a:pt x="11340" y="104148"/>
                    </a:lnTo>
                    <a:lnTo>
                      <a:pt x="0" y="41355"/>
                    </a:lnTo>
                    <a:lnTo>
                      <a:pt x="9216" y="39105"/>
                    </a:lnTo>
                    <a:lnTo>
                      <a:pt x="41274" y="31284"/>
                    </a:lnTo>
                    <a:lnTo>
                      <a:pt x="169236" y="0"/>
                    </a:lnTo>
                    <a:lnTo>
                      <a:pt x="185472" y="629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5" name="Контур"/>
              <p:cNvSpPr/>
              <p:nvPr/>
            </p:nvSpPr>
            <p:spPr>
              <a:xfrm>
                <a:off x="5525730" y="1584000"/>
                <a:ext cx="256986" cy="168879"/>
              </a:xfrm>
              <a:custGeom>
                <a:avLst/>
                <a:gdLst/>
                <a:ahLst/>
                <a:cxnLst/>
                <a:rect l="l" t="t" r="r" b="b"/>
                <a:pathLst>
                  <a:path w="256986" h="168879">
                    <a:moveTo>
                      <a:pt x="256986" y="0"/>
                    </a:moveTo>
                    <a:lnTo>
                      <a:pt x="70117" y="168879"/>
                    </a:lnTo>
                    <a:lnTo>
                      <a:pt x="0" y="91106"/>
                    </a:lnTo>
                    <a:lnTo>
                      <a:pt x="999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86" name="Контур"/>
              <p:cNvSpPr/>
              <p:nvPr/>
            </p:nvSpPr>
            <p:spPr>
              <a:xfrm>
                <a:off x="5525730" y="1584000"/>
                <a:ext cx="256986" cy="168879"/>
              </a:xfrm>
              <a:custGeom>
                <a:avLst/>
                <a:gdLst/>
                <a:ahLst/>
                <a:cxnLst/>
                <a:rect l="l" t="t" r="r" b="b"/>
                <a:pathLst>
                  <a:path w="256986" h="168879" fill="none">
                    <a:moveTo>
                      <a:pt x="256986" y="0"/>
                    </a:moveTo>
                    <a:lnTo>
                      <a:pt x="70117" y="168879"/>
                    </a:lnTo>
                    <a:lnTo>
                      <a:pt x="0" y="91106"/>
                    </a:lnTo>
                    <a:lnTo>
                      <a:pt x="99928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7" name="Контур"/>
              <p:cNvSpPr/>
              <p:nvPr/>
            </p:nvSpPr>
            <p:spPr>
              <a:xfrm>
                <a:off x="5089694" y="1584000"/>
                <a:ext cx="171862" cy="158737"/>
              </a:xfrm>
              <a:custGeom>
                <a:avLst/>
                <a:gdLst/>
                <a:ahLst/>
                <a:cxnLst/>
                <a:rect l="l" t="t" r="r" b="b"/>
                <a:pathLst>
                  <a:path w="171862" h="158737">
                    <a:moveTo>
                      <a:pt x="111222" y="158737"/>
                    </a:moveTo>
                    <a:lnTo>
                      <a:pt x="0" y="33826"/>
                    </a:lnTo>
                    <a:lnTo>
                      <a:pt x="37989" y="0"/>
                    </a:lnTo>
                    <a:lnTo>
                      <a:pt x="123910" y="0"/>
                    </a:lnTo>
                    <a:lnTo>
                      <a:pt x="124921" y="1135"/>
                    </a:lnTo>
                    <a:lnTo>
                      <a:pt x="99646" y="23640"/>
                    </a:lnTo>
                    <a:lnTo>
                      <a:pt x="171862" y="1047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88" name="Контур"/>
              <p:cNvSpPr/>
              <p:nvPr/>
            </p:nvSpPr>
            <p:spPr>
              <a:xfrm>
                <a:off x="5089694" y="1584000"/>
                <a:ext cx="171862" cy="158737"/>
              </a:xfrm>
              <a:custGeom>
                <a:avLst/>
                <a:gdLst/>
                <a:ahLst/>
                <a:cxnLst/>
                <a:rect l="l" t="t" r="r" b="b"/>
                <a:pathLst>
                  <a:path w="171862" h="158737" fill="none">
                    <a:moveTo>
                      <a:pt x="111222" y="158737"/>
                    </a:moveTo>
                    <a:lnTo>
                      <a:pt x="0" y="33826"/>
                    </a:lnTo>
                    <a:lnTo>
                      <a:pt x="37989" y="0"/>
                    </a:lnTo>
                    <a:moveTo>
                      <a:pt x="123910" y="0"/>
                    </a:moveTo>
                    <a:lnTo>
                      <a:pt x="124921" y="1135"/>
                    </a:lnTo>
                    <a:lnTo>
                      <a:pt x="99646" y="23640"/>
                    </a:lnTo>
                    <a:lnTo>
                      <a:pt x="171862" y="104742"/>
                    </a:lnTo>
                    <a:lnTo>
                      <a:pt x="111222" y="158737"/>
                    </a:lnTo>
                    <a:lnTo>
                      <a:pt x="111222" y="158737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9" name="Контур"/>
              <p:cNvSpPr/>
              <p:nvPr/>
            </p:nvSpPr>
            <p:spPr>
              <a:xfrm>
                <a:off x="5066152" y="1584000"/>
                <a:ext cx="52433" cy="26143"/>
              </a:xfrm>
              <a:custGeom>
                <a:avLst/>
                <a:gdLst/>
                <a:ahLst/>
                <a:cxnLst/>
                <a:rect l="l" t="t" r="r" b="b"/>
                <a:pathLst>
                  <a:path w="52433" h="26143">
                    <a:moveTo>
                      <a:pt x="0" y="0"/>
                    </a:moveTo>
                    <a:lnTo>
                      <a:pt x="52433" y="0"/>
                    </a:lnTo>
                    <a:lnTo>
                      <a:pt x="24250" y="261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90" name="Контур"/>
              <p:cNvSpPr/>
              <p:nvPr/>
            </p:nvSpPr>
            <p:spPr>
              <a:xfrm>
                <a:off x="5066152" y="1584000"/>
                <a:ext cx="52433" cy="26143"/>
              </a:xfrm>
              <a:custGeom>
                <a:avLst/>
                <a:gdLst/>
                <a:ahLst/>
                <a:cxnLst/>
                <a:rect l="l" t="t" r="r" b="b"/>
                <a:pathLst>
                  <a:path w="52433" h="26143" fill="none">
                    <a:moveTo>
                      <a:pt x="52433" y="0"/>
                    </a:moveTo>
                    <a:lnTo>
                      <a:pt x="24250" y="26143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1" name="Контур"/>
              <p:cNvSpPr/>
              <p:nvPr/>
            </p:nvSpPr>
            <p:spPr>
              <a:xfrm>
                <a:off x="5230874" y="1607425"/>
                <a:ext cx="59259" cy="60318"/>
              </a:xfrm>
              <a:custGeom>
                <a:avLst/>
                <a:gdLst/>
                <a:ahLst/>
                <a:cxnLst/>
                <a:rect l="l" t="t" r="r" b="b"/>
                <a:pathLst>
                  <a:path w="59259" h="60318">
                    <a:moveTo>
                      <a:pt x="21511" y="0"/>
                    </a:moveTo>
                    <a:lnTo>
                      <a:pt x="59259" y="40034"/>
                    </a:lnTo>
                    <a:lnTo>
                      <a:pt x="37747" y="60318"/>
                    </a:lnTo>
                    <a:lnTo>
                      <a:pt x="0" y="20284"/>
                    </a:lnTo>
                    <a:lnTo>
                      <a:pt x="215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2" name="Контур"/>
              <p:cNvSpPr/>
              <p:nvPr/>
            </p:nvSpPr>
            <p:spPr>
              <a:xfrm>
                <a:off x="5399498" y="1584000"/>
                <a:ext cx="24997" cy="12296"/>
              </a:xfrm>
              <a:custGeom>
                <a:avLst/>
                <a:gdLst/>
                <a:ahLst/>
                <a:cxnLst/>
                <a:rect l="l" t="t" r="r" b="b"/>
                <a:pathLst>
                  <a:path w="24997" h="12296">
                    <a:moveTo>
                      <a:pt x="24997" y="0"/>
                    </a:moveTo>
                    <a:lnTo>
                      <a:pt x="10258" y="122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93" name="Контур"/>
              <p:cNvSpPr/>
              <p:nvPr/>
            </p:nvSpPr>
            <p:spPr>
              <a:xfrm>
                <a:off x="5399498" y="1584000"/>
                <a:ext cx="24997" cy="12296"/>
              </a:xfrm>
              <a:custGeom>
                <a:avLst/>
                <a:gdLst/>
                <a:ahLst/>
                <a:cxnLst/>
                <a:rect l="l" t="t" r="r" b="b"/>
                <a:pathLst>
                  <a:path w="24997" h="12296" fill="none">
                    <a:moveTo>
                      <a:pt x="24997" y="0"/>
                    </a:moveTo>
                    <a:lnTo>
                      <a:pt x="10258" y="12296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4" name="Контур"/>
              <p:cNvSpPr/>
              <p:nvPr/>
            </p:nvSpPr>
            <p:spPr>
              <a:xfrm>
                <a:off x="7258757" y="2142560"/>
                <a:ext cx="475983" cy="496161"/>
              </a:xfrm>
              <a:custGeom>
                <a:avLst/>
                <a:gdLst/>
                <a:ahLst/>
                <a:cxnLst/>
                <a:rect l="l" t="t" r="r" b="b"/>
                <a:pathLst>
                  <a:path w="475983" h="496161">
                    <a:moveTo>
                      <a:pt x="0" y="452304"/>
                    </a:moveTo>
                    <a:lnTo>
                      <a:pt x="385551" y="26622"/>
                    </a:lnTo>
                    <a:lnTo>
                      <a:pt x="380484" y="22041"/>
                    </a:lnTo>
                    <a:lnTo>
                      <a:pt x="400446" y="0"/>
                    </a:lnTo>
                    <a:lnTo>
                      <a:pt x="441837" y="37503"/>
                    </a:lnTo>
                    <a:lnTo>
                      <a:pt x="421731" y="59688"/>
                    </a:lnTo>
                    <a:lnTo>
                      <a:pt x="431487" y="68535"/>
                    </a:lnTo>
                    <a:lnTo>
                      <a:pt x="455607" y="90387"/>
                    </a:lnTo>
                    <a:lnTo>
                      <a:pt x="475983" y="108855"/>
                    </a:lnTo>
                    <a:lnTo>
                      <a:pt x="185643" y="429246"/>
                    </a:lnTo>
                    <a:lnTo>
                      <a:pt x="172305" y="417159"/>
                    </a:lnTo>
                    <a:lnTo>
                      <a:pt x="134478" y="458892"/>
                    </a:lnTo>
                    <a:lnTo>
                      <a:pt x="105759" y="432855"/>
                    </a:lnTo>
                    <a:lnTo>
                      <a:pt x="48366" y="496161"/>
                    </a:lnTo>
                    <a:lnTo>
                      <a:pt x="0" y="4523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5" name="Контур"/>
              <p:cNvSpPr/>
              <p:nvPr/>
            </p:nvSpPr>
            <p:spPr>
              <a:xfrm>
                <a:off x="6996263" y="2003528"/>
                <a:ext cx="470979" cy="507529"/>
              </a:xfrm>
              <a:custGeom>
                <a:avLst/>
                <a:gdLst/>
                <a:ahLst/>
                <a:cxnLst/>
                <a:rect l="l" t="t" r="r" b="b"/>
                <a:pathLst>
                  <a:path w="470979" h="507529">
                    <a:moveTo>
                      <a:pt x="470979" y="43020"/>
                    </a:moveTo>
                    <a:lnTo>
                      <a:pt x="50740" y="507529"/>
                    </a:lnTo>
                    <a:lnTo>
                      <a:pt x="0" y="465660"/>
                    </a:lnTo>
                    <a:lnTo>
                      <a:pt x="165609" y="283563"/>
                    </a:lnTo>
                    <a:lnTo>
                      <a:pt x="261612" y="178011"/>
                    </a:lnTo>
                    <a:lnTo>
                      <a:pt x="423504" y="0"/>
                    </a:lnTo>
                    <a:lnTo>
                      <a:pt x="470979" y="430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6" name="Контур"/>
              <p:cNvSpPr/>
              <p:nvPr/>
            </p:nvSpPr>
            <p:spPr>
              <a:xfrm>
                <a:off x="6934774" y="2469188"/>
                <a:ext cx="112229" cy="111642"/>
              </a:xfrm>
              <a:custGeom>
                <a:avLst/>
                <a:gdLst/>
                <a:ahLst/>
                <a:cxnLst/>
                <a:rect l="l" t="t" r="r" b="b"/>
                <a:pathLst>
                  <a:path w="112229" h="111642">
                    <a:moveTo>
                      <a:pt x="61489" y="0"/>
                    </a:moveTo>
                    <a:lnTo>
                      <a:pt x="112229" y="41869"/>
                    </a:lnTo>
                    <a:lnTo>
                      <a:pt x="49207" y="111642"/>
                    </a:lnTo>
                    <a:lnTo>
                      <a:pt x="0" y="65570"/>
                    </a:lnTo>
                    <a:lnTo>
                      <a:pt x="10262" y="53985"/>
                    </a:lnTo>
                    <a:lnTo>
                      <a:pt x="614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7" name="Контур"/>
              <p:cNvSpPr/>
              <p:nvPr/>
            </p:nvSpPr>
            <p:spPr>
              <a:xfrm>
                <a:off x="7160792" y="1584000"/>
                <a:ext cx="934752" cy="994025"/>
              </a:xfrm>
              <a:custGeom>
                <a:avLst/>
                <a:gdLst/>
                <a:ahLst/>
                <a:cxnLst/>
                <a:rect l="l" t="t" r="r" b="b"/>
                <a:pathLst>
                  <a:path w="934752" h="994025">
                    <a:moveTo>
                      <a:pt x="934752" y="0"/>
                    </a:moveTo>
                    <a:lnTo>
                      <a:pt x="43380" y="994025"/>
                    </a:lnTo>
                    <a:lnTo>
                      <a:pt x="0" y="952841"/>
                    </a:lnTo>
                    <a:lnTo>
                      <a:pt x="84772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98" name="Контур"/>
              <p:cNvSpPr/>
              <p:nvPr/>
            </p:nvSpPr>
            <p:spPr>
              <a:xfrm>
                <a:off x="7160792" y="1584000"/>
                <a:ext cx="934752" cy="994025"/>
              </a:xfrm>
              <a:custGeom>
                <a:avLst/>
                <a:gdLst/>
                <a:ahLst/>
                <a:cxnLst/>
                <a:rect l="l" t="t" r="r" b="b"/>
                <a:pathLst>
                  <a:path w="934752" h="994025" fill="none">
                    <a:moveTo>
                      <a:pt x="934752" y="0"/>
                    </a:moveTo>
                    <a:lnTo>
                      <a:pt x="43380" y="994025"/>
                    </a:lnTo>
                    <a:lnTo>
                      <a:pt x="0" y="952841"/>
                    </a:lnTo>
                    <a:lnTo>
                      <a:pt x="847723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9" name="Контур"/>
              <p:cNvSpPr/>
              <p:nvPr/>
            </p:nvSpPr>
            <p:spPr>
              <a:xfrm>
                <a:off x="6937951" y="2192528"/>
                <a:ext cx="112354" cy="107062"/>
              </a:xfrm>
              <a:custGeom>
                <a:avLst/>
                <a:gdLst/>
                <a:ahLst/>
                <a:cxnLst/>
                <a:rect l="l" t="t" r="r" b="b"/>
                <a:pathLst>
                  <a:path w="112354" h="107062">
                    <a:moveTo>
                      <a:pt x="0" y="75055"/>
                    </a:moveTo>
                    <a:lnTo>
                      <a:pt x="83627" y="0"/>
                    </a:lnTo>
                    <a:lnTo>
                      <a:pt x="112354" y="32009"/>
                    </a:lnTo>
                    <a:lnTo>
                      <a:pt x="28728" y="107062"/>
                    </a:lnTo>
                    <a:lnTo>
                      <a:pt x="0" y="750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0" name="Контур"/>
              <p:cNvSpPr/>
              <p:nvPr/>
            </p:nvSpPr>
            <p:spPr>
              <a:xfrm>
                <a:off x="7130633" y="2152847"/>
                <a:ext cx="127242" cy="134244"/>
              </a:xfrm>
              <a:custGeom>
                <a:avLst/>
                <a:gdLst/>
                <a:ahLst/>
                <a:cxnLst/>
                <a:rect l="l" t="t" r="r" b="b"/>
                <a:pathLst>
                  <a:path w="127242" h="134244">
                    <a:moveTo>
                      <a:pt x="127242" y="28692"/>
                    </a:moveTo>
                    <a:lnTo>
                      <a:pt x="31239" y="134244"/>
                    </a:lnTo>
                    <a:lnTo>
                      <a:pt x="0" y="106227"/>
                    </a:lnTo>
                    <a:lnTo>
                      <a:pt x="95247" y="0"/>
                    </a:lnTo>
                    <a:lnTo>
                      <a:pt x="127242" y="286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1" name="Контур"/>
              <p:cNvSpPr/>
              <p:nvPr/>
            </p:nvSpPr>
            <p:spPr>
              <a:xfrm>
                <a:off x="7118505" y="1584000"/>
                <a:ext cx="537043" cy="560188"/>
              </a:xfrm>
              <a:custGeom>
                <a:avLst/>
                <a:gdLst/>
                <a:ahLst/>
                <a:cxnLst/>
                <a:rect l="l" t="t" r="r" b="b"/>
                <a:pathLst>
                  <a:path w="537043" h="560188">
                    <a:moveTo>
                      <a:pt x="465991" y="0"/>
                    </a:moveTo>
                    <a:lnTo>
                      <a:pt x="537043" y="0"/>
                    </a:lnTo>
                    <a:lnTo>
                      <a:pt x="78555" y="537732"/>
                    </a:lnTo>
                    <a:lnTo>
                      <a:pt x="24048" y="560188"/>
                    </a:lnTo>
                    <a:lnTo>
                      <a:pt x="0" y="5481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02" name="Контур"/>
              <p:cNvSpPr/>
              <p:nvPr/>
            </p:nvSpPr>
            <p:spPr>
              <a:xfrm>
                <a:off x="7118505" y="1584000"/>
                <a:ext cx="537043" cy="560188"/>
              </a:xfrm>
              <a:custGeom>
                <a:avLst/>
                <a:gdLst/>
                <a:ahLst/>
                <a:cxnLst/>
                <a:rect l="l" t="t" r="r" b="b"/>
                <a:pathLst>
                  <a:path w="537043" h="560188" fill="none">
                    <a:moveTo>
                      <a:pt x="537043" y="0"/>
                    </a:moveTo>
                    <a:lnTo>
                      <a:pt x="78555" y="537732"/>
                    </a:lnTo>
                    <a:lnTo>
                      <a:pt x="24048" y="560188"/>
                    </a:lnTo>
                    <a:lnTo>
                      <a:pt x="0" y="548158"/>
                    </a:lnTo>
                    <a:lnTo>
                      <a:pt x="465991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3" name="Контур"/>
              <p:cNvSpPr/>
              <p:nvPr/>
            </p:nvSpPr>
            <p:spPr>
              <a:xfrm>
                <a:off x="6916905" y="1584000"/>
                <a:ext cx="544671" cy="512476"/>
              </a:xfrm>
              <a:custGeom>
                <a:avLst/>
                <a:gdLst/>
                <a:ahLst/>
                <a:cxnLst/>
                <a:rect l="l" t="t" r="r" b="b"/>
                <a:pathLst>
                  <a:path w="544671" h="512476">
                    <a:moveTo>
                      <a:pt x="145487" y="512476"/>
                    </a:moveTo>
                    <a:lnTo>
                      <a:pt x="95789" y="483603"/>
                    </a:lnTo>
                    <a:lnTo>
                      <a:pt x="100999" y="477588"/>
                    </a:lnTo>
                    <a:lnTo>
                      <a:pt x="0" y="380544"/>
                    </a:lnTo>
                    <a:lnTo>
                      <a:pt x="82562" y="296732"/>
                    </a:lnTo>
                    <a:lnTo>
                      <a:pt x="173943" y="384153"/>
                    </a:lnTo>
                    <a:lnTo>
                      <a:pt x="206807" y="347259"/>
                    </a:lnTo>
                    <a:lnTo>
                      <a:pt x="109018" y="248606"/>
                    </a:lnTo>
                    <a:lnTo>
                      <a:pt x="190378" y="161989"/>
                    </a:lnTo>
                    <a:lnTo>
                      <a:pt x="287369" y="258231"/>
                    </a:lnTo>
                    <a:lnTo>
                      <a:pt x="322238" y="219734"/>
                    </a:lnTo>
                    <a:lnTo>
                      <a:pt x="240878" y="143542"/>
                    </a:lnTo>
                    <a:lnTo>
                      <a:pt x="320638" y="58928"/>
                    </a:lnTo>
                    <a:lnTo>
                      <a:pt x="391980" y="128303"/>
                    </a:lnTo>
                    <a:lnTo>
                      <a:pt x="422439" y="91008"/>
                    </a:lnTo>
                    <a:lnTo>
                      <a:pt x="379956" y="55719"/>
                    </a:lnTo>
                    <a:lnTo>
                      <a:pt x="426295" y="0"/>
                    </a:lnTo>
                    <a:lnTo>
                      <a:pt x="503868" y="0"/>
                    </a:lnTo>
                    <a:lnTo>
                      <a:pt x="544671" y="3768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04" name="Контур"/>
              <p:cNvSpPr/>
              <p:nvPr/>
            </p:nvSpPr>
            <p:spPr>
              <a:xfrm>
                <a:off x="6916905" y="1584000"/>
                <a:ext cx="544671" cy="512476"/>
              </a:xfrm>
              <a:custGeom>
                <a:avLst/>
                <a:gdLst/>
                <a:ahLst/>
                <a:cxnLst/>
                <a:rect l="l" t="t" r="r" b="b"/>
                <a:pathLst>
                  <a:path w="544671" h="512476" fill="none">
                    <a:moveTo>
                      <a:pt x="145487" y="512476"/>
                    </a:moveTo>
                    <a:lnTo>
                      <a:pt x="95789" y="483603"/>
                    </a:lnTo>
                    <a:lnTo>
                      <a:pt x="100999" y="477588"/>
                    </a:lnTo>
                    <a:lnTo>
                      <a:pt x="0" y="380544"/>
                    </a:lnTo>
                    <a:lnTo>
                      <a:pt x="82562" y="296732"/>
                    </a:lnTo>
                    <a:lnTo>
                      <a:pt x="173943" y="384153"/>
                    </a:lnTo>
                    <a:lnTo>
                      <a:pt x="206807" y="347259"/>
                    </a:lnTo>
                    <a:lnTo>
                      <a:pt x="109018" y="248606"/>
                    </a:lnTo>
                    <a:lnTo>
                      <a:pt x="190378" y="161989"/>
                    </a:lnTo>
                    <a:lnTo>
                      <a:pt x="287369" y="258231"/>
                    </a:lnTo>
                    <a:lnTo>
                      <a:pt x="322238" y="219734"/>
                    </a:lnTo>
                    <a:lnTo>
                      <a:pt x="240878" y="143542"/>
                    </a:lnTo>
                    <a:lnTo>
                      <a:pt x="320638" y="58928"/>
                    </a:lnTo>
                    <a:lnTo>
                      <a:pt x="391980" y="128303"/>
                    </a:lnTo>
                    <a:lnTo>
                      <a:pt x="422439" y="91008"/>
                    </a:lnTo>
                    <a:lnTo>
                      <a:pt x="379956" y="55719"/>
                    </a:lnTo>
                    <a:lnTo>
                      <a:pt x="426295" y="0"/>
                    </a:lnTo>
                    <a:moveTo>
                      <a:pt x="503868" y="0"/>
                    </a:moveTo>
                    <a:lnTo>
                      <a:pt x="544671" y="37685"/>
                    </a:lnTo>
                    <a:lnTo>
                      <a:pt x="145487" y="512476"/>
                    </a:lnTo>
                    <a:lnTo>
                      <a:pt x="145487" y="51247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5" name="Контур"/>
              <p:cNvSpPr/>
              <p:nvPr/>
            </p:nvSpPr>
            <p:spPr>
              <a:xfrm>
                <a:off x="6410490" y="1584000"/>
                <a:ext cx="438560" cy="390674"/>
              </a:xfrm>
              <a:custGeom>
                <a:avLst/>
                <a:gdLst/>
                <a:ahLst/>
                <a:cxnLst/>
                <a:rect l="l" t="t" r="r" b="b"/>
                <a:pathLst>
                  <a:path w="438560" h="390674">
                    <a:moveTo>
                      <a:pt x="110755" y="0"/>
                    </a:moveTo>
                    <a:lnTo>
                      <a:pt x="438560" y="335549"/>
                    </a:lnTo>
                    <a:lnTo>
                      <a:pt x="379538" y="390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06" name="Контур"/>
              <p:cNvSpPr/>
              <p:nvPr/>
            </p:nvSpPr>
            <p:spPr>
              <a:xfrm>
                <a:off x="6410490" y="1584000"/>
                <a:ext cx="438560" cy="390674"/>
              </a:xfrm>
              <a:custGeom>
                <a:avLst/>
                <a:gdLst/>
                <a:ahLst/>
                <a:cxnLst/>
                <a:rect l="l" t="t" r="r" b="b"/>
                <a:pathLst>
                  <a:path w="438560" h="390674" fill="none">
                    <a:moveTo>
                      <a:pt x="438560" y="335549"/>
                    </a:moveTo>
                    <a:lnTo>
                      <a:pt x="379538" y="390674"/>
                    </a:lnTo>
                    <a:lnTo>
                      <a:pt x="0" y="0"/>
                    </a:lnTo>
                    <a:moveTo>
                      <a:pt x="110755" y="0"/>
                    </a:moveTo>
                    <a:lnTo>
                      <a:pt x="438560" y="335549"/>
                    </a:lnTo>
                    <a:lnTo>
                      <a:pt x="438560" y="33554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7" name="Контур"/>
              <p:cNvSpPr/>
              <p:nvPr/>
            </p:nvSpPr>
            <p:spPr>
              <a:xfrm>
                <a:off x="6521245" y="1584000"/>
                <a:ext cx="685421" cy="335549"/>
              </a:xfrm>
              <a:custGeom>
                <a:avLst/>
                <a:gdLst/>
                <a:ahLst/>
                <a:cxnLst/>
                <a:rect l="l" t="t" r="r" b="b"/>
                <a:pathLst>
                  <a:path w="685421" h="335549">
                    <a:moveTo>
                      <a:pt x="685421" y="0"/>
                    </a:moveTo>
                    <a:lnTo>
                      <a:pt x="327805" y="3355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08" name="Контур"/>
              <p:cNvSpPr/>
              <p:nvPr/>
            </p:nvSpPr>
            <p:spPr>
              <a:xfrm>
                <a:off x="6521245" y="1584000"/>
                <a:ext cx="685421" cy="335549"/>
              </a:xfrm>
              <a:custGeom>
                <a:avLst/>
                <a:gdLst/>
                <a:ahLst/>
                <a:cxnLst/>
                <a:rect l="l" t="t" r="r" b="b"/>
                <a:pathLst>
                  <a:path w="685421" h="335549" fill="none">
                    <a:moveTo>
                      <a:pt x="685421" y="0"/>
                    </a:moveTo>
                    <a:lnTo>
                      <a:pt x="327805" y="335549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9" name="Контур"/>
              <p:cNvSpPr/>
              <p:nvPr/>
            </p:nvSpPr>
            <p:spPr>
              <a:xfrm>
                <a:off x="4348528" y="1865259"/>
                <a:ext cx="82254" cy="81522"/>
              </a:xfrm>
              <a:custGeom>
                <a:avLst/>
                <a:gdLst/>
                <a:ahLst/>
                <a:cxnLst/>
                <a:rect l="l" t="t" r="r" b="b"/>
                <a:pathLst>
                  <a:path w="82254" h="81522">
                    <a:moveTo>
                      <a:pt x="0" y="41610"/>
                    </a:moveTo>
                    <a:lnTo>
                      <a:pt x="45797" y="0"/>
                    </a:lnTo>
                    <a:lnTo>
                      <a:pt x="82254" y="40126"/>
                    </a:lnTo>
                    <a:lnTo>
                      <a:pt x="36691" y="81522"/>
                    </a:lnTo>
                    <a:lnTo>
                      <a:pt x="0" y="416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0" name="Контур"/>
              <p:cNvSpPr/>
              <p:nvPr/>
            </p:nvSpPr>
            <p:spPr>
              <a:xfrm>
                <a:off x="4509500" y="1834550"/>
                <a:ext cx="53973" cy="54954"/>
              </a:xfrm>
              <a:custGeom>
                <a:avLst/>
                <a:gdLst/>
                <a:ahLst/>
                <a:cxnLst/>
                <a:rect l="l" t="t" r="r" b="b"/>
                <a:pathLst>
                  <a:path w="53973" h="54954">
                    <a:moveTo>
                      <a:pt x="0" y="16776"/>
                    </a:moveTo>
                    <a:lnTo>
                      <a:pt x="17631" y="0"/>
                    </a:lnTo>
                    <a:lnTo>
                      <a:pt x="53973" y="38160"/>
                    </a:lnTo>
                    <a:lnTo>
                      <a:pt x="36333" y="54954"/>
                    </a:lnTo>
                    <a:lnTo>
                      <a:pt x="0" y="167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1" name="Контур"/>
              <p:cNvSpPr/>
              <p:nvPr/>
            </p:nvSpPr>
            <p:spPr>
              <a:xfrm>
                <a:off x="2290259" y="3744683"/>
                <a:ext cx="110746" cy="116433"/>
              </a:xfrm>
              <a:custGeom>
                <a:avLst/>
                <a:gdLst/>
                <a:ahLst/>
                <a:cxnLst/>
                <a:rect l="l" t="t" r="r" b="b"/>
                <a:pathLst>
                  <a:path w="110746" h="116433">
                    <a:moveTo>
                      <a:pt x="17057" y="0"/>
                    </a:moveTo>
                    <a:lnTo>
                      <a:pt x="110746" y="100431"/>
                    </a:lnTo>
                    <a:lnTo>
                      <a:pt x="93765" y="116433"/>
                    </a:lnTo>
                    <a:lnTo>
                      <a:pt x="0" y="15919"/>
                    </a:lnTo>
                    <a:lnTo>
                      <a:pt x="1705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2" name="Контур"/>
              <p:cNvSpPr/>
              <p:nvPr/>
            </p:nvSpPr>
            <p:spPr>
              <a:xfrm>
                <a:off x="2307316" y="3535802"/>
                <a:ext cx="315091" cy="309312"/>
              </a:xfrm>
              <a:custGeom>
                <a:avLst/>
                <a:gdLst/>
                <a:ahLst/>
                <a:cxnLst/>
                <a:rect l="l" t="t" r="r" b="b"/>
                <a:pathLst>
                  <a:path w="315091" h="309312">
                    <a:moveTo>
                      <a:pt x="315091" y="100658"/>
                    </a:moveTo>
                    <a:lnTo>
                      <a:pt x="93689" y="309312"/>
                    </a:lnTo>
                    <a:lnTo>
                      <a:pt x="0" y="208881"/>
                    </a:lnTo>
                    <a:lnTo>
                      <a:pt x="223815" y="0"/>
                    </a:lnTo>
                    <a:lnTo>
                      <a:pt x="288061" y="69411"/>
                    </a:lnTo>
                    <a:lnTo>
                      <a:pt x="315091" y="1006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3" name="Контур"/>
              <p:cNvSpPr/>
              <p:nvPr/>
            </p:nvSpPr>
            <p:spPr>
              <a:xfrm>
                <a:off x="1375854" y="3366092"/>
                <a:ext cx="286058" cy="298002"/>
              </a:xfrm>
              <a:custGeom>
                <a:avLst/>
                <a:gdLst/>
                <a:ahLst/>
                <a:cxnLst/>
                <a:rect l="l" t="t" r="r" b="b"/>
                <a:pathLst>
                  <a:path w="286058" h="298002">
                    <a:moveTo>
                      <a:pt x="286058" y="200476"/>
                    </a:moveTo>
                    <a:lnTo>
                      <a:pt x="185211" y="298002"/>
                    </a:lnTo>
                    <a:lnTo>
                      <a:pt x="0" y="97813"/>
                    </a:lnTo>
                    <a:lnTo>
                      <a:pt x="98909" y="0"/>
                    </a:lnTo>
                    <a:lnTo>
                      <a:pt x="286058" y="2004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4" name="Контур"/>
              <p:cNvSpPr/>
              <p:nvPr/>
            </p:nvSpPr>
            <p:spPr>
              <a:xfrm>
                <a:off x="1660152" y="3013751"/>
                <a:ext cx="339996" cy="405546"/>
              </a:xfrm>
              <a:custGeom>
                <a:avLst/>
                <a:gdLst/>
                <a:ahLst/>
                <a:cxnLst/>
                <a:rect l="l" t="t" r="r" b="b"/>
                <a:pathLst>
                  <a:path w="339996" h="405546">
                    <a:moveTo>
                      <a:pt x="194285" y="0"/>
                    </a:moveTo>
                    <a:lnTo>
                      <a:pt x="288603" y="99084"/>
                    </a:lnTo>
                    <a:lnTo>
                      <a:pt x="224318" y="160276"/>
                    </a:lnTo>
                    <a:lnTo>
                      <a:pt x="339996" y="281800"/>
                    </a:lnTo>
                    <a:lnTo>
                      <a:pt x="209997" y="405546"/>
                    </a:lnTo>
                    <a:lnTo>
                      <a:pt x="0" y="184938"/>
                    </a:lnTo>
                    <a:lnTo>
                      <a:pt x="19428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5" name="Контур"/>
              <p:cNvSpPr/>
              <p:nvPr/>
            </p:nvSpPr>
            <p:spPr>
              <a:xfrm>
                <a:off x="2480553" y="3444150"/>
                <a:ext cx="154553" cy="161063"/>
              </a:xfrm>
              <a:custGeom>
                <a:avLst/>
                <a:gdLst/>
                <a:ahLst/>
                <a:cxnLst/>
                <a:rect l="l" t="t" r="r" b="b"/>
                <a:pathLst>
                  <a:path w="154553" h="161063">
                    <a:moveTo>
                      <a:pt x="39729" y="0"/>
                    </a:moveTo>
                    <a:lnTo>
                      <a:pt x="154553" y="124388"/>
                    </a:lnTo>
                    <a:lnTo>
                      <a:pt x="114824" y="161063"/>
                    </a:lnTo>
                    <a:lnTo>
                      <a:pt x="50578" y="91652"/>
                    </a:lnTo>
                    <a:lnTo>
                      <a:pt x="0" y="36675"/>
                    </a:lnTo>
                    <a:lnTo>
                      <a:pt x="3972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6" name="Контур"/>
              <p:cNvSpPr/>
              <p:nvPr/>
            </p:nvSpPr>
            <p:spPr>
              <a:xfrm>
                <a:off x="2456547" y="3017324"/>
                <a:ext cx="311594" cy="314243"/>
              </a:xfrm>
              <a:custGeom>
                <a:avLst/>
                <a:gdLst/>
                <a:ahLst/>
                <a:cxnLst/>
                <a:rect l="l" t="t" r="r" b="b"/>
                <a:pathLst>
                  <a:path w="311594" h="314243">
                    <a:moveTo>
                      <a:pt x="169444" y="314243"/>
                    </a:moveTo>
                    <a:lnTo>
                      <a:pt x="0" y="132608"/>
                    </a:lnTo>
                    <a:lnTo>
                      <a:pt x="142150" y="0"/>
                    </a:lnTo>
                    <a:lnTo>
                      <a:pt x="311594" y="181635"/>
                    </a:lnTo>
                    <a:lnTo>
                      <a:pt x="169444" y="3142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7" name="Контур"/>
              <p:cNvSpPr/>
              <p:nvPr/>
            </p:nvSpPr>
            <p:spPr>
              <a:xfrm>
                <a:off x="1854437" y="2537444"/>
                <a:ext cx="605655" cy="575391"/>
              </a:xfrm>
              <a:custGeom>
                <a:avLst/>
                <a:gdLst/>
                <a:ahLst/>
                <a:cxnLst/>
                <a:rect l="l" t="t" r="r" b="b"/>
                <a:pathLst>
                  <a:path w="605655" h="575391">
                    <a:moveTo>
                      <a:pt x="0" y="476307"/>
                    </a:moveTo>
                    <a:lnTo>
                      <a:pt x="508599" y="0"/>
                    </a:lnTo>
                    <a:lnTo>
                      <a:pt x="605655" y="105650"/>
                    </a:lnTo>
                    <a:lnTo>
                      <a:pt x="94318" y="575391"/>
                    </a:lnTo>
                    <a:lnTo>
                      <a:pt x="0" y="4763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8" name="Контур"/>
              <p:cNvSpPr/>
              <p:nvPr/>
            </p:nvSpPr>
            <p:spPr>
              <a:xfrm>
                <a:off x="2582574" y="2564930"/>
                <a:ext cx="302396" cy="349254"/>
              </a:xfrm>
              <a:custGeom>
                <a:avLst/>
                <a:gdLst/>
                <a:ahLst/>
                <a:cxnLst/>
                <a:rect l="l" t="t" r="r" b="b"/>
                <a:pathLst>
                  <a:path w="302396" h="349254">
                    <a:moveTo>
                      <a:pt x="0" y="126377"/>
                    </a:moveTo>
                    <a:lnTo>
                      <a:pt x="129500" y="0"/>
                    </a:lnTo>
                    <a:lnTo>
                      <a:pt x="302396" y="185336"/>
                    </a:lnTo>
                    <a:lnTo>
                      <a:pt x="174398" y="304743"/>
                    </a:lnTo>
                    <a:lnTo>
                      <a:pt x="126683" y="349254"/>
                    </a:lnTo>
                    <a:lnTo>
                      <a:pt x="45032" y="261727"/>
                    </a:lnTo>
                    <a:lnTo>
                      <a:pt x="88466" y="221208"/>
                    </a:lnTo>
                    <a:lnTo>
                      <a:pt x="0" y="1263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9" name="Контур"/>
              <p:cNvSpPr/>
              <p:nvPr/>
            </p:nvSpPr>
            <p:spPr>
              <a:xfrm>
                <a:off x="1588622" y="2586274"/>
                <a:ext cx="148231" cy="132538"/>
              </a:xfrm>
              <a:custGeom>
                <a:avLst/>
                <a:gdLst/>
                <a:ahLst/>
                <a:cxnLst/>
                <a:rect l="l" t="t" r="r" b="b"/>
                <a:pathLst>
                  <a:path w="148231" h="132538">
                    <a:moveTo>
                      <a:pt x="66402" y="102019"/>
                    </a:moveTo>
                    <a:lnTo>
                      <a:pt x="48213" y="120694"/>
                    </a:lnTo>
                    <a:lnTo>
                      <a:pt x="36675" y="132538"/>
                    </a:lnTo>
                    <a:lnTo>
                      <a:pt x="0" y="95260"/>
                    </a:lnTo>
                    <a:lnTo>
                      <a:pt x="74871" y="3811"/>
                    </a:lnTo>
                    <a:lnTo>
                      <a:pt x="79630" y="0"/>
                    </a:lnTo>
                    <a:lnTo>
                      <a:pt x="148231" y="72004"/>
                    </a:lnTo>
                    <a:lnTo>
                      <a:pt x="94330" y="125931"/>
                    </a:lnTo>
                    <a:lnTo>
                      <a:pt x="66402" y="1020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0" name="Контур"/>
              <p:cNvSpPr/>
              <p:nvPr/>
            </p:nvSpPr>
            <p:spPr>
              <a:xfrm>
                <a:off x="1307579" y="2328473"/>
                <a:ext cx="355914" cy="353061"/>
              </a:xfrm>
              <a:custGeom>
                <a:avLst/>
                <a:gdLst/>
                <a:ahLst/>
                <a:cxnLst/>
                <a:rect l="l" t="t" r="r" b="b"/>
                <a:pathLst>
                  <a:path w="355914" h="353061">
                    <a:moveTo>
                      <a:pt x="355914" y="261612"/>
                    </a:moveTo>
                    <a:lnTo>
                      <a:pt x="281043" y="353061"/>
                    </a:lnTo>
                    <a:lnTo>
                      <a:pt x="262620" y="334341"/>
                    </a:lnTo>
                    <a:lnTo>
                      <a:pt x="0" y="67401"/>
                    </a:lnTo>
                    <a:lnTo>
                      <a:pt x="91413" y="0"/>
                    </a:lnTo>
                    <a:lnTo>
                      <a:pt x="355914" y="2616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1" name="Контур"/>
              <p:cNvSpPr/>
              <p:nvPr/>
            </p:nvSpPr>
            <p:spPr>
              <a:xfrm>
                <a:off x="2406438" y="2379098"/>
                <a:ext cx="305636" cy="312209"/>
              </a:xfrm>
              <a:custGeom>
                <a:avLst/>
                <a:gdLst/>
                <a:ahLst/>
                <a:cxnLst/>
                <a:rect l="l" t="t" r="r" b="b"/>
                <a:pathLst>
                  <a:path w="305636" h="312209">
                    <a:moveTo>
                      <a:pt x="305636" y="185832"/>
                    </a:moveTo>
                    <a:lnTo>
                      <a:pt x="176136" y="312209"/>
                    </a:lnTo>
                    <a:lnTo>
                      <a:pt x="0" y="123399"/>
                    </a:lnTo>
                    <a:lnTo>
                      <a:pt x="132277" y="0"/>
                    </a:lnTo>
                    <a:lnTo>
                      <a:pt x="305636" y="1858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2" name="Контур"/>
              <p:cNvSpPr/>
              <p:nvPr/>
            </p:nvSpPr>
            <p:spPr>
              <a:xfrm>
                <a:off x="899114" y="2140490"/>
                <a:ext cx="302709" cy="302883"/>
              </a:xfrm>
              <a:custGeom>
                <a:avLst/>
                <a:gdLst/>
                <a:ahLst/>
                <a:cxnLst/>
                <a:rect l="l" t="t" r="r" b="b"/>
                <a:pathLst>
                  <a:path w="302709" h="302883">
                    <a:moveTo>
                      <a:pt x="57566" y="83761"/>
                    </a:moveTo>
                    <a:lnTo>
                      <a:pt x="148579" y="0"/>
                    </a:lnTo>
                    <a:lnTo>
                      <a:pt x="302709" y="166263"/>
                    </a:lnTo>
                    <a:lnTo>
                      <a:pt x="155335" y="302883"/>
                    </a:lnTo>
                    <a:lnTo>
                      <a:pt x="69191" y="211763"/>
                    </a:lnTo>
                    <a:lnTo>
                      <a:pt x="0" y="137126"/>
                    </a:lnTo>
                    <a:lnTo>
                      <a:pt x="57566" y="837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3" name="Контур"/>
              <p:cNvSpPr/>
              <p:nvPr/>
            </p:nvSpPr>
            <p:spPr>
              <a:xfrm>
                <a:off x="1279157" y="2275670"/>
                <a:ext cx="133110" cy="120204"/>
              </a:xfrm>
              <a:custGeom>
                <a:avLst/>
                <a:gdLst/>
                <a:ahLst/>
                <a:cxnLst/>
                <a:rect l="l" t="t" r="r" b="b"/>
                <a:pathLst>
                  <a:path w="133110" h="120204">
                    <a:moveTo>
                      <a:pt x="119835" y="52803"/>
                    </a:moveTo>
                    <a:lnTo>
                      <a:pt x="28422" y="120204"/>
                    </a:lnTo>
                    <a:lnTo>
                      <a:pt x="20898" y="112554"/>
                    </a:lnTo>
                    <a:lnTo>
                      <a:pt x="16272" y="107856"/>
                    </a:lnTo>
                    <a:lnTo>
                      <a:pt x="0" y="91314"/>
                    </a:lnTo>
                    <a:lnTo>
                      <a:pt x="89136" y="0"/>
                    </a:lnTo>
                    <a:lnTo>
                      <a:pt x="133110" y="42930"/>
                    </a:lnTo>
                    <a:lnTo>
                      <a:pt x="119835" y="528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4" name="Контур"/>
              <p:cNvSpPr/>
              <p:nvPr/>
            </p:nvSpPr>
            <p:spPr>
              <a:xfrm>
                <a:off x="1533390" y="2086819"/>
                <a:ext cx="171033" cy="170722"/>
              </a:xfrm>
              <a:custGeom>
                <a:avLst/>
                <a:gdLst/>
                <a:ahLst/>
                <a:cxnLst/>
                <a:rect l="l" t="t" r="r" b="b"/>
                <a:pathLst>
                  <a:path w="171033" h="170722">
                    <a:moveTo>
                      <a:pt x="0" y="93304"/>
                    </a:moveTo>
                    <a:lnTo>
                      <a:pt x="94990" y="0"/>
                    </a:lnTo>
                    <a:lnTo>
                      <a:pt x="171033" y="77419"/>
                    </a:lnTo>
                    <a:lnTo>
                      <a:pt x="76045" y="170722"/>
                    </a:lnTo>
                    <a:lnTo>
                      <a:pt x="0" y="933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5" name="Контур"/>
              <p:cNvSpPr/>
              <p:nvPr/>
            </p:nvSpPr>
            <p:spPr>
              <a:xfrm>
                <a:off x="2562072" y="1903123"/>
                <a:ext cx="171492" cy="166061"/>
              </a:xfrm>
              <a:custGeom>
                <a:avLst/>
                <a:gdLst/>
                <a:ahLst/>
                <a:cxnLst/>
                <a:rect l="l" t="t" r="r" b="b"/>
                <a:pathLst>
                  <a:path w="171492" h="166061">
                    <a:moveTo>
                      <a:pt x="0" y="117375"/>
                    </a:moveTo>
                    <a:lnTo>
                      <a:pt x="126215" y="0"/>
                    </a:lnTo>
                    <a:lnTo>
                      <a:pt x="171492" y="48688"/>
                    </a:lnTo>
                    <a:lnTo>
                      <a:pt x="45277" y="166061"/>
                    </a:lnTo>
                    <a:lnTo>
                      <a:pt x="0" y="1173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6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7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 fill="none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8" name="Контур"/>
              <p:cNvSpPr/>
              <p:nvPr/>
            </p:nvSpPr>
            <p:spPr>
              <a:xfrm>
                <a:off x="2330259" y="1584000"/>
                <a:ext cx="363390" cy="324984"/>
              </a:xfrm>
              <a:custGeom>
                <a:avLst/>
                <a:gdLst/>
                <a:ahLst/>
                <a:cxnLst/>
                <a:rect l="l" t="t" r="r" b="b"/>
                <a:pathLst>
                  <a:path w="363390" h="324984">
                    <a:moveTo>
                      <a:pt x="0" y="98481"/>
                    </a:moveTo>
                    <a:lnTo>
                      <a:pt x="103867" y="0"/>
                    </a:lnTo>
                    <a:lnTo>
                      <a:pt x="188873" y="0"/>
                    </a:lnTo>
                    <a:lnTo>
                      <a:pt x="363390" y="184061"/>
                    </a:lnTo>
                    <a:lnTo>
                      <a:pt x="214758" y="3249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9" name="Контур"/>
              <p:cNvSpPr/>
              <p:nvPr/>
            </p:nvSpPr>
            <p:spPr>
              <a:xfrm>
                <a:off x="2330259" y="1584000"/>
                <a:ext cx="363390" cy="324984"/>
              </a:xfrm>
              <a:custGeom>
                <a:avLst/>
                <a:gdLst/>
                <a:ahLst/>
                <a:cxnLst/>
                <a:rect l="l" t="t" r="r" b="b"/>
                <a:pathLst>
                  <a:path w="363390" h="324984" fill="none">
                    <a:moveTo>
                      <a:pt x="0" y="98481"/>
                    </a:moveTo>
                    <a:lnTo>
                      <a:pt x="103867" y="0"/>
                    </a:lnTo>
                    <a:moveTo>
                      <a:pt x="188873" y="0"/>
                    </a:moveTo>
                    <a:lnTo>
                      <a:pt x="363390" y="184061"/>
                    </a:lnTo>
                    <a:lnTo>
                      <a:pt x="214758" y="324984"/>
                    </a:lnTo>
                    <a:lnTo>
                      <a:pt x="0" y="98481"/>
                    </a:lnTo>
                    <a:lnTo>
                      <a:pt x="0" y="98481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0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31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 fill="none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2" name="Контур"/>
              <p:cNvSpPr/>
              <p:nvPr/>
            </p:nvSpPr>
            <p:spPr>
              <a:xfrm>
                <a:off x="3138476" y="3745315"/>
                <a:ext cx="36489" cy="36552"/>
              </a:xfrm>
              <a:custGeom>
                <a:avLst/>
                <a:gdLst/>
                <a:ahLst/>
                <a:cxnLst/>
                <a:rect l="l" t="t" r="r" b="b"/>
                <a:pathLst>
                  <a:path w="36489" h="36552">
                    <a:moveTo>
                      <a:pt x="19373" y="36552"/>
                    </a:moveTo>
                    <a:lnTo>
                      <a:pt x="0" y="16723"/>
                    </a:lnTo>
                    <a:lnTo>
                      <a:pt x="17117" y="0"/>
                    </a:lnTo>
                    <a:lnTo>
                      <a:pt x="36489" y="19830"/>
                    </a:lnTo>
                    <a:lnTo>
                      <a:pt x="19373" y="365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3" name="Контур"/>
              <p:cNvSpPr/>
              <p:nvPr/>
            </p:nvSpPr>
            <p:spPr>
              <a:xfrm>
                <a:off x="3208194" y="2752598"/>
                <a:ext cx="691709" cy="735516"/>
              </a:xfrm>
              <a:custGeom>
                <a:avLst/>
                <a:gdLst/>
                <a:ahLst/>
                <a:cxnLst/>
                <a:rect l="l" t="t" r="r" b="b"/>
                <a:pathLst>
                  <a:path w="691709" h="735516">
                    <a:moveTo>
                      <a:pt x="623993" y="591552"/>
                    </a:moveTo>
                    <a:lnTo>
                      <a:pt x="615083" y="600435"/>
                    </a:lnTo>
                    <a:lnTo>
                      <a:pt x="691709" y="680967"/>
                    </a:lnTo>
                    <a:lnTo>
                      <a:pt x="640022" y="730611"/>
                    </a:lnTo>
                    <a:lnTo>
                      <a:pt x="634919" y="735516"/>
                    </a:lnTo>
                    <a:lnTo>
                      <a:pt x="610934" y="709956"/>
                    </a:lnTo>
                    <a:lnTo>
                      <a:pt x="589721" y="686630"/>
                    </a:lnTo>
                    <a:lnTo>
                      <a:pt x="563260" y="711834"/>
                    </a:lnTo>
                    <a:lnTo>
                      <a:pt x="156424" y="279762"/>
                    </a:lnTo>
                    <a:lnTo>
                      <a:pt x="126747" y="249212"/>
                    </a:lnTo>
                    <a:lnTo>
                      <a:pt x="0" y="120268"/>
                    </a:lnTo>
                    <a:lnTo>
                      <a:pt x="66812" y="0"/>
                    </a:lnTo>
                    <a:lnTo>
                      <a:pt x="623993" y="5915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4" name="Контур"/>
              <p:cNvSpPr/>
              <p:nvPr/>
            </p:nvSpPr>
            <p:spPr>
              <a:xfrm>
                <a:off x="3003557" y="3508571"/>
                <a:ext cx="385011" cy="353223"/>
              </a:xfrm>
              <a:custGeom>
                <a:avLst/>
                <a:gdLst/>
                <a:ahLst/>
                <a:cxnLst/>
                <a:rect l="l" t="t" r="r" b="b"/>
                <a:pathLst>
                  <a:path w="385011" h="353223">
                    <a:moveTo>
                      <a:pt x="0" y="128853"/>
                    </a:moveTo>
                    <a:lnTo>
                      <a:pt x="130257" y="0"/>
                    </a:lnTo>
                    <a:lnTo>
                      <a:pt x="385011" y="257553"/>
                    </a:lnTo>
                    <a:lnTo>
                      <a:pt x="288288" y="353223"/>
                    </a:lnTo>
                    <a:lnTo>
                      <a:pt x="208656" y="272709"/>
                    </a:lnTo>
                    <a:lnTo>
                      <a:pt x="234945" y="246717"/>
                    </a:lnTo>
                    <a:lnTo>
                      <a:pt x="144944" y="155696"/>
                    </a:lnTo>
                    <a:lnTo>
                      <a:pt x="82216" y="217721"/>
                    </a:lnTo>
                    <a:lnTo>
                      <a:pt x="68580" y="203515"/>
                    </a:lnTo>
                    <a:lnTo>
                      <a:pt x="58809" y="212623"/>
                    </a:lnTo>
                    <a:lnTo>
                      <a:pt x="22226" y="175605"/>
                    </a:lnTo>
                    <a:lnTo>
                      <a:pt x="34353" y="163620"/>
                    </a:lnTo>
                    <a:lnTo>
                      <a:pt x="0" y="1288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5" name="Контур"/>
              <p:cNvSpPr/>
              <p:nvPr/>
            </p:nvSpPr>
            <p:spPr>
              <a:xfrm>
                <a:off x="3259814" y="3382679"/>
                <a:ext cx="116649" cy="111402"/>
              </a:xfrm>
              <a:custGeom>
                <a:avLst/>
                <a:gdLst/>
                <a:ahLst/>
                <a:cxnLst/>
                <a:rect l="l" t="t" r="r" b="b"/>
                <a:pathLst>
                  <a:path w="116649" h="111402">
                    <a:moveTo>
                      <a:pt x="0" y="69354"/>
                    </a:moveTo>
                    <a:lnTo>
                      <a:pt x="80352" y="0"/>
                    </a:lnTo>
                    <a:lnTo>
                      <a:pt x="116649" y="42048"/>
                    </a:lnTo>
                    <a:lnTo>
                      <a:pt x="69633" y="82629"/>
                    </a:lnTo>
                    <a:lnTo>
                      <a:pt x="36297" y="111402"/>
                    </a:lnTo>
                    <a:lnTo>
                      <a:pt x="0" y="693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6" name="Контур"/>
              <p:cNvSpPr/>
              <p:nvPr/>
            </p:nvSpPr>
            <p:spPr>
              <a:xfrm>
                <a:off x="3038525" y="3712086"/>
                <a:ext cx="64321" cy="64259"/>
              </a:xfrm>
              <a:custGeom>
                <a:avLst/>
                <a:gdLst/>
                <a:ahLst/>
                <a:cxnLst/>
                <a:rect l="l" t="t" r="r" b="b"/>
                <a:pathLst>
                  <a:path w="64321" h="64259">
                    <a:moveTo>
                      <a:pt x="33612" y="0"/>
                    </a:moveTo>
                    <a:lnTo>
                      <a:pt x="47248" y="14206"/>
                    </a:lnTo>
                    <a:lnTo>
                      <a:pt x="64321" y="32418"/>
                    </a:lnTo>
                    <a:lnTo>
                      <a:pt x="30709" y="64259"/>
                    </a:lnTo>
                    <a:lnTo>
                      <a:pt x="0" y="31841"/>
                    </a:lnTo>
                    <a:lnTo>
                      <a:pt x="23841" y="9108"/>
                    </a:lnTo>
                    <a:lnTo>
                      <a:pt x="336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7" name="Контур"/>
              <p:cNvSpPr/>
              <p:nvPr/>
            </p:nvSpPr>
            <p:spPr>
              <a:xfrm>
                <a:off x="3329447" y="3424727"/>
                <a:ext cx="87264" cy="75726"/>
              </a:xfrm>
              <a:custGeom>
                <a:avLst/>
                <a:gdLst/>
                <a:ahLst/>
                <a:cxnLst/>
                <a:rect l="l" t="t" r="r" b="b"/>
                <a:pathLst>
                  <a:path w="87264" h="75726">
                    <a:moveTo>
                      <a:pt x="47016" y="0"/>
                    </a:moveTo>
                    <a:lnTo>
                      <a:pt x="87264" y="46629"/>
                    </a:lnTo>
                    <a:lnTo>
                      <a:pt x="53550" y="75726"/>
                    </a:lnTo>
                    <a:lnTo>
                      <a:pt x="36414" y="55872"/>
                    </a:lnTo>
                    <a:lnTo>
                      <a:pt x="23103" y="67356"/>
                    </a:lnTo>
                    <a:lnTo>
                      <a:pt x="0" y="40581"/>
                    </a:lnTo>
                    <a:lnTo>
                      <a:pt x="4701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8" name="Контур"/>
              <p:cNvSpPr/>
              <p:nvPr/>
            </p:nvSpPr>
            <p:spPr>
              <a:xfrm>
                <a:off x="3148151" y="3253313"/>
                <a:ext cx="192015" cy="198720"/>
              </a:xfrm>
              <a:custGeom>
                <a:avLst/>
                <a:gdLst/>
                <a:ahLst/>
                <a:cxnLst/>
                <a:rect l="l" t="t" r="r" b="b"/>
                <a:pathLst>
                  <a:path w="192015" h="198720">
                    <a:moveTo>
                      <a:pt x="111663" y="198720"/>
                    </a:moveTo>
                    <a:lnTo>
                      <a:pt x="0" y="69354"/>
                    </a:lnTo>
                    <a:lnTo>
                      <a:pt x="80352" y="0"/>
                    </a:lnTo>
                    <a:lnTo>
                      <a:pt x="192015" y="129366"/>
                    </a:lnTo>
                    <a:lnTo>
                      <a:pt x="111663" y="1987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9" name="Контур"/>
              <p:cNvSpPr/>
              <p:nvPr/>
            </p:nvSpPr>
            <p:spPr>
              <a:xfrm>
                <a:off x="3065853" y="3085280"/>
                <a:ext cx="176485" cy="186150"/>
              </a:xfrm>
              <a:custGeom>
                <a:avLst/>
                <a:gdLst/>
                <a:ahLst/>
                <a:cxnLst/>
                <a:rect l="l" t="t" r="r" b="b"/>
                <a:pathLst>
                  <a:path w="176485" h="186150">
                    <a:moveTo>
                      <a:pt x="42804" y="1053"/>
                    </a:moveTo>
                    <a:lnTo>
                      <a:pt x="43076" y="0"/>
                    </a:lnTo>
                    <a:lnTo>
                      <a:pt x="91314" y="12473"/>
                    </a:lnTo>
                    <a:lnTo>
                      <a:pt x="176485" y="34483"/>
                    </a:lnTo>
                    <a:lnTo>
                      <a:pt x="153072" y="125064"/>
                    </a:lnTo>
                    <a:lnTo>
                      <a:pt x="116621" y="115641"/>
                    </a:lnTo>
                    <a:lnTo>
                      <a:pt x="107002" y="152856"/>
                    </a:lnTo>
                    <a:lnTo>
                      <a:pt x="85483" y="147294"/>
                    </a:lnTo>
                    <a:lnTo>
                      <a:pt x="75440" y="186150"/>
                    </a:lnTo>
                    <a:lnTo>
                      <a:pt x="0" y="166651"/>
                    </a:lnTo>
                    <a:lnTo>
                      <a:pt x="42804" y="10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0" name="Контур"/>
              <p:cNvSpPr/>
              <p:nvPr/>
            </p:nvSpPr>
            <p:spPr>
              <a:xfrm>
                <a:off x="3264845" y="2618525"/>
                <a:ext cx="698238" cy="725625"/>
              </a:xfrm>
              <a:custGeom>
                <a:avLst/>
                <a:gdLst/>
                <a:ahLst/>
                <a:cxnLst/>
                <a:rect l="l" t="t" r="r" b="b"/>
                <a:pathLst>
                  <a:path w="698238" h="725625">
                    <a:moveTo>
                      <a:pt x="10161" y="134073"/>
                    </a:moveTo>
                    <a:lnTo>
                      <a:pt x="0" y="123291"/>
                    </a:lnTo>
                    <a:lnTo>
                      <a:pt x="130896" y="0"/>
                    </a:lnTo>
                    <a:lnTo>
                      <a:pt x="698238" y="602334"/>
                    </a:lnTo>
                    <a:lnTo>
                      <a:pt x="567342" y="725625"/>
                    </a:lnTo>
                    <a:lnTo>
                      <a:pt x="10161" y="1340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1" name="Контур"/>
              <p:cNvSpPr/>
              <p:nvPr/>
            </p:nvSpPr>
            <p:spPr>
              <a:xfrm>
                <a:off x="3157167" y="3062145"/>
                <a:ext cx="94530" cy="57618"/>
              </a:xfrm>
              <a:custGeom>
                <a:avLst/>
                <a:gdLst/>
                <a:ahLst/>
                <a:cxnLst/>
                <a:rect l="l" t="t" r="r" b="b"/>
                <a:pathLst>
                  <a:path w="94530" h="57618">
                    <a:moveTo>
                      <a:pt x="0" y="35608"/>
                    </a:moveTo>
                    <a:lnTo>
                      <a:pt x="9208" y="0"/>
                    </a:lnTo>
                    <a:lnTo>
                      <a:pt x="94530" y="22271"/>
                    </a:lnTo>
                    <a:lnTo>
                      <a:pt x="85171" y="57618"/>
                    </a:lnTo>
                    <a:lnTo>
                      <a:pt x="0" y="356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2" name="Контур"/>
              <p:cNvSpPr/>
              <p:nvPr/>
            </p:nvSpPr>
            <p:spPr>
              <a:xfrm>
                <a:off x="3308592" y="3001810"/>
                <a:ext cx="56026" cy="56146"/>
              </a:xfrm>
              <a:custGeom>
                <a:avLst/>
                <a:gdLst/>
                <a:ahLst/>
                <a:cxnLst/>
                <a:rect l="l" t="t" r="r" b="b"/>
                <a:pathLst>
                  <a:path w="56026" h="56146">
                    <a:moveTo>
                      <a:pt x="26349" y="0"/>
                    </a:moveTo>
                    <a:lnTo>
                      <a:pt x="56026" y="30550"/>
                    </a:lnTo>
                    <a:lnTo>
                      <a:pt x="29676" y="56146"/>
                    </a:lnTo>
                    <a:lnTo>
                      <a:pt x="0" y="25597"/>
                    </a:lnTo>
                    <a:lnTo>
                      <a:pt x="2634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3" name="Контур"/>
              <p:cNvSpPr/>
              <p:nvPr/>
            </p:nvSpPr>
            <p:spPr>
              <a:xfrm>
                <a:off x="2709257" y="2869673"/>
                <a:ext cx="106711" cy="111772"/>
              </a:xfrm>
              <a:custGeom>
                <a:avLst/>
                <a:gdLst/>
                <a:ahLst/>
                <a:cxnLst/>
                <a:rect l="l" t="t" r="r" b="b"/>
                <a:pathLst>
                  <a:path w="106711" h="111772">
                    <a:moveTo>
                      <a:pt x="0" y="44511"/>
                    </a:moveTo>
                    <a:lnTo>
                      <a:pt x="47715" y="0"/>
                    </a:lnTo>
                    <a:lnTo>
                      <a:pt x="106711" y="69413"/>
                    </a:lnTo>
                    <a:lnTo>
                      <a:pt x="61121" y="111772"/>
                    </a:lnTo>
                    <a:lnTo>
                      <a:pt x="0" y="445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4" name="Контур"/>
              <p:cNvSpPr/>
              <p:nvPr/>
            </p:nvSpPr>
            <p:spPr>
              <a:xfrm>
                <a:off x="2765370" y="2108609"/>
                <a:ext cx="477110" cy="438135"/>
              </a:xfrm>
              <a:custGeom>
                <a:avLst/>
                <a:gdLst/>
                <a:ahLst/>
                <a:cxnLst/>
                <a:rect l="l" t="t" r="r" b="b"/>
                <a:pathLst>
                  <a:path w="477110" h="438135">
                    <a:moveTo>
                      <a:pt x="359906" y="204523"/>
                    </a:moveTo>
                    <a:lnTo>
                      <a:pt x="404613" y="162828"/>
                    </a:lnTo>
                    <a:lnTo>
                      <a:pt x="477110" y="240541"/>
                    </a:lnTo>
                    <a:lnTo>
                      <a:pt x="265095" y="438135"/>
                    </a:lnTo>
                    <a:lnTo>
                      <a:pt x="0" y="156191"/>
                    </a:lnTo>
                    <a:lnTo>
                      <a:pt x="170151" y="0"/>
                    </a:lnTo>
                    <a:lnTo>
                      <a:pt x="359906" y="2045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5" name="Контур"/>
              <p:cNvSpPr/>
              <p:nvPr/>
            </p:nvSpPr>
            <p:spPr>
              <a:xfrm>
                <a:off x="2863529" y="1947228"/>
                <a:ext cx="343148" cy="365904"/>
              </a:xfrm>
              <a:custGeom>
                <a:avLst/>
                <a:gdLst/>
                <a:ahLst/>
                <a:cxnLst/>
                <a:rect l="l" t="t" r="r" b="b"/>
                <a:pathLst>
                  <a:path w="343148" h="365904">
                    <a:moveTo>
                      <a:pt x="306454" y="324209"/>
                    </a:moveTo>
                    <a:lnTo>
                      <a:pt x="261747" y="365904"/>
                    </a:lnTo>
                    <a:lnTo>
                      <a:pt x="71992" y="161381"/>
                    </a:lnTo>
                    <a:lnTo>
                      <a:pt x="0" y="75920"/>
                    </a:lnTo>
                    <a:lnTo>
                      <a:pt x="75822" y="0"/>
                    </a:lnTo>
                    <a:lnTo>
                      <a:pt x="343148" y="286328"/>
                    </a:lnTo>
                    <a:lnTo>
                      <a:pt x="306454" y="3242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6" name="Контур"/>
              <p:cNvSpPr/>
              <p:nvPr/>
            </p:nvSpPr>
            <p:spPr>
              <a:xfrm>
                <a:off x="3234976" y="1786617"/>
                <a:ext cx="64159" cy="62641"/>
              </a:xfrm>
              <a:custGeom>
                <a:avLst/>
                <a:gdLst/>
                <a:ahLst/>
                <a:cxnLst/>
                <a:rect l="l" t="t" r="r" b="b"/>
                <a:pathLst>
                  <a:path w="64159" h="62641">
                    <a:moveTo>
                      <a:pt x="0" y="38643"/>
                    </a:moveTo>
                    <a:lnTo>
                      <a:pt x="42167" y="0"/>
                    </a:lnTo>
                    <a:lnTo>
                      <a:pt x="64159" y="23998"/>
                    </a:lnTo>
                    <a:lnTo>
                      <a:pt x="21992" y="62641"/>
                    </a:lnTo>
                    <a:lnTo>
                      <a:pt x="0" y="386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7" name="Контур"/>
              <p:cNvSpPr/>
              <p:nvPr/>
            </p:nvSpPr>
            <p:spPr>
              <a:xfrm>
                <a:off x="534252" y="1684207"/>
                <a:ext cx="235079" cy="241899"/>
              </a:xfrm>
              <a:custGeom>
                <a:avLst/>
                <a:gdLst/>
                <a:ahLst/>
                <a:cxnLst/>
                <a:rect l="l" t="t" r="r" b="b"/>
                <a:pathLst>
                  <a:path w="235079" h="241899">
                    <a:moveTo>
                      <a:pt x="94797" y="186622"/>
                    </a:moveTo>
                    <a:lnTo>
                      <a:pt x="0" y="83857"/>
                    </a:lnTo>
                    <a:lnTo>
                      <a:pt x="90458" y="0"/>
                    </a:lnTo>
                    <a:lnTo>
                      <a:pt x="235079" y="156007"/>
                    </a:lnTo>
                    <a:lnTo>
                      <a:pt x="146041" y="241899"/>
                    </a:lnTo>
                    <a:lnTo>
                      <a:pt x="94797" y="1866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8" name="Контур"/>
              <p:cNvSpPr/>
              <p:nvPr/>
            </p:nvSpPr>
            <p:spPr>
              <a:xfrm>
                <a:off x="385662" y="2289277"/>
                <a:ext cx="179552" cy="180619"/>
              </a:xfrm>
              <a:custGeom>
                <a:avLst/>
                <a:gdLst/>
                <a:ahLst/>
                <a:cxnLst/>
                <a:rect l="l" t="t" r="r" b="b"/>
                <a:pathLst>
                  <a:path w="179552" h="180619">
                    <a:moveTo>
                      <a:pt x="179552" y="95548"/>
                    </a:moveTo>
                    <a:lnTo>
                      <a:pt x="89254" y="180619"/>
                    </a:lnTo>
                    <a:lnTo>
                      <a:pt x="0" y="84338"/>
                    </a:lnTo>
                    <a:lnTo>
                      <a:pt x="90978" y="0"/>
                    </a:lnTo>
                    <a:lnTo>
                      <a:pt x="179552" y="955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9" name="Контур"/>
              <p:cNvSpPr/>
              <p:nvPr/>
            </p:nvSpPr>
            <p:spPr>
              <a:xfrm>
                <a:off x="826731" y="1998770"/>
                <a:ext cx="220962" cy="225481"/>
              </a:xfrm>
              <a:custGeom>
                <a:avLst/>
                <a:gdLst/>
                <a:ahLst/>
                <a:cxnLst/>
                <a:rect l="l" t="t" r="r" b="b"/>
                <a:pathLst>
                  <a:path w="220962" h="225481">
                    <a:moveTo>
                      <a:pt x="0" y="85303"/>
                    </a:moveTo>
                    <a:lnTo>
                      <a:pt x="89585" y="0"/>
                    </a:lnTo>
                    <a:lnTo>
                      <a:pt x="220962" y="141720"/>
                    </a:lnTo>
                    <a:lnTo>
                      <a:pt x="129949" y="225481"/>
                    </a:lnTo>
                    <a:lnTo>
                      <a:pt x="0" y="85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0" name="Контур"/>
              <p:cNvSpPr/>
              <p:nvPr/>
            </p:nvSpPr>
            <p:spPr>
              <a:xfrm>
                <a:off x="252000" y="1768064"/>
                <a:ext cx="377049" cy="347049"/>
              </a:xfrm>
              <a:custGeom>
                <a:avLst/>
                <a:gdLst/>
                <a:ahLst/>
                <a:cxnLst/>
                <a:rect l="l" t="t" r="r" b="b"/>
                <a:pathLst>
                  <a:path w="377049" h="347049">
                    <a:moveTo>
                      <a:pt x="0" y="261653"/>
                    </a:moveTo>
                    <a:lnTo>
                      <a:pt x="282252" y="0"/>
                    </a:lnTo>
                    <a:lnTo>
                      <a:pt x="377049" y="102765"/>
                    </a:lnTo>
                    <a:lnTo>
                      <a:pt x="162093" y="302034"/>
                    </a:lnTo>
                    <a:lnTo>
                      <a:pt x="109619" y="245430"/>
                    </a:lnTo>
                    <a:lnTo>
                      <a:pt x="0" y="34704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51" name="Контур"/>
              <p:cNvSpPr/>
              <p:nvPr/>
            </p:nvSpPr>
            <p:spPr>
              <a:xfrm>
                <a:off x="252000" y="1768064"/>
                <a:ext cx="377049" cy="347049"/>
              </a:xfrm>
              <a:custGeom>
                <a:avLst/>
                <a:gdLst/>
                <a:ahLst/>
                <a:cxnLst/>
                <a:rect l="l" t="t" r="r" b="b"/>
                <a:pathLst>
                  <a:path w="377049" h="347049" fill="none">
                    <a:moveTo>
                      <a:pt x="0" y="261653"/>
                    </a:moveTo>
                    <a:lnTo>
                      <a:pt x="282252" y="0"/>
                    </a:lnTo>
                    <a:lnTo>
                      <a:pt x="377049" y="102765"/>
                    </a:lnTo>
                    <a:lnTo>
                      <a:pt x="162093" y="302034"/>
                    </a:lnTo>
                    <a:lnTo>
                      <a:pt x="109619" y="245430"/>
                    </a:lnTo>
                    <a:lnTo>
                      <a:pt x="0" y="34704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2" name="Контур"/>
              <p:cNvSpPr/>
              <p:nvPr/>
            </p:nvSpPr>
            <p:spPr>
              <a:xfrm>
                <a:off x="680293" y="1840214"/>
                <a:ext cx="236023" cy="243859"/>
              </a:xfrm>
              <a:custGeom>
                <a:avLst/>
                <a:gdLst/>
                <a:ahLst/>
                <a:cxnLst/>
                <a:rect l="l" t="t" r="r" b="b"/>
                <a:pathLst>
                  <a:path w="236023" h="243859">
                    <a:moveTo>
                      <a:pt x="236023" y="158556"/>
                    </a:moveTo>
                    <a:lnTo>
                      <a:pt x="146438" y="243859"/>
                    </a:lnTo>
                    <a:lnTo>
                      <a:pt x="0" y="85892"/>
                    </a:lnTo>
                    <a:lnTo>
                      <a:pt x="89038" y="0"/>
                    </a:lnTo>
                    <a:lnTo>
                      <a:pt x="236023" y="1585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3" name="Контур"/>
              <p:cNvSpPr/>
              <p:nvPr/>
            </p:nvSpPr>
            <p:spPr>
              <a:xfrm>
                <a:off x="852010" y="2352253"/>
                <a:ext cx="202439" cy="198654"/>
              </a:xfrm>
              <a:custGeom>
                <a:avLst/>
                <a:gdLst/>
                <a:ahLst/>
                <a:cxnLst/>
                <a:rect l="l" t="t" r="r" b="b"/>
                <a:pathLst>
                  <a:path w="202439" h="198654">
                    <a:moveTo>
                      <a:pt x="86438" y="198654"/>
                    </a:moveTo>
                    <a:lnTo>
                      <a:pt x="0" y="107807"/>
                    </a:lnTo>
                    <a:lnTo>
                      <a:pt x="116295" y="0"/>
                    </a:lnTo>
                    <a:lnTo>
                      <a:pt x="202439" y="91120"/>
                    </a:lnTo>
                    <a:lnTo>
                      <a:pt x="86438" y="1986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4" name="Контур"/>
              <p:cNvSpPr/>
              <p:nvPr/>
            </p:nvSpPr>
            <p:spPr>
              <a:xfrm>
                <a:off x="474916" y="2384825"/>
                <a:ext cx="260360" cy="265785"/>
              </a:xfrm>
              <a:custGeom>
                <a:avLst/>
                <a:gdLst/>
                <a:ahLst/>
                <a:cxnLst/>
                <a:rect l="l" t="t" r="r" b="b"/>
                <a:pathLst>
                  <a:path w="260360" h="265785">
                    <a:moveTo>
                      <a:pt x="260360" y="183450"/>
                    </a:moveTo>
                    <a:lnTo>
                      <a:pt x="167526" y="265785"/>
                    </a:lnTo>
                    <a:lnTo>
                      <a:pt x="0" y="85071"/>
                    </a:lnTo>
                    <a:lnTo>
                      <a:pt x="90298" y="0"/>
                    </a:lnTo>
                    <a:lnTo>
                      <a:pt x="260360" y="1834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5" name="Контур"/>
              <p:cNvSpPr/>
              <p:nvPr/>
            </p:nvSpPr>
            <p:spPr>
              <a:xfrm>
                <a:off x="642442" y="2460060"/>
                <a:ext cx="296006" cy="284507"/>
              </a:xfrm>
              <a:custGeom>
                <a:avLst/>
                <a:gdLst/>
                <a:ahLst/>
                <a:cxnLst/>
                <a:rect l="l" t="t" r="r" b="b"/>
                <a:pathLst>
                  <a:path w="296006" h="284507">
                    <a:moveTo>
                      <a:pt x="209568" y="0"/>
                    </a:moveTo>
                    <a:lnTo>
                      <a:pt x="296006" y="90847"/>
                    </a:lnTo>
                    <a:lnTo>
                      <a:pt x="87101" y="284507"/>
                    </a:lnTo>
                    <a:lnTo>
                      <a:pt x="0" y="190550"/>
                    </a:lnTo>
                    <a:lnTo>
                      <a:pt x="92834" y="108215"/>
                    </a:lnTo>
                    <a:lnTo>
                      <a:pt x="20956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6" name="Контур"/>
              <p:cNvSpPr/>
              <p:nvPr/>
            </p:nvSpPr>
            <p:spPr>
              <a:xfrm>
                <a:off x="1489802" y="5990285"/>
                <a:ext cx="153180" cy="143172"/>
              </a:xfrm>
              <a:custGeom>
                <a:avLst/>
                <a:gdLst/>
                <a:ahLst/>
                <a:cxnLst/>
                <a:rect l="l" t="t" r="r" b="b"/>
                <a:pathLst>
                  <a:path w="153180" h="143172">
                    <a:moveTo>
                      <a:pt x="0" y="94446"/>
                    </a:moveTo>
                    <a:lnTo>
                      <a:pt x="112140" y="0"/>
                    </a:lnTo>
                    <a:lnTo>
                      <a:pt x="153180" y="48726"/>
                    </a:lnTo>
                    <a:lnTo>
                      <a:pt x="41040" y="143172"/>
                    </a:lnTo>
                    <a:lnTo>
                      <a:pt x="0" y="944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7" name="Контур"/>
              <p:cNvSpPr/>
              <p:nvPr/>
            </p:nvSpPr>
            <p:spPr>
              <a:xfrm>
                <a:off x="1946003" y="5323205"/>
                <a:ext cx="798372" cy="739026"/>
              </a:xfrm>
              <a:custGeom>
                <a:avLst/>
                <a:gdLst/>
                <a:ahLst/>
                <a:cxnLst/>
                <a:rect l="l" t="t" r="r" b="b"/>
                <a:pathLst>
                  <a:path w="798372" h="739026">
                    <a:moveTo>
                      <a:pt x="431154" y="475380"/>
                    </a:moveTo>
                    <a:lnTo>
                      <a:pt x="251173" y="633638"/>
                    </a:lnTo>
                    <a:lnTo>
                      <a:pt x="206915" y="671588"/>
                    </a:lnTo>
                    <a:lnTo>
                      <a:pt x="130950" y="739026"/>
                    </a:lnTo>
                    <a:lnTo>
                      <a:pt x="0" y="591651"/>
                    </a:lnTo>
                    <a:lnTo>
                      <a:pt x="431154" y="222588"/>
                    </a:lnTo>
                    <a:lnTo>
                      <a:pt x="669510" y="0"/>
                    </a:lnTo>
                    <a:lnTo>
                      <a:pt x="798372" y="136818"/>
                    </a:lnTo>
                    <a:lnTo>
                      <a:pt x="756441" y="176310"/>
                    </a:lnTo>
                    <a:lnTo>
                      <a:pt x="458586" y="450153"/>
                    </a:lnTo>
                    <a:lnTo>
                      <a:pt x="431154" y="4753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8" name="Контур"/>
              <p:cNvSpPr/>
              <p:nvPr/>
            </p:nvSpPr>
            <p:spPr>
              <a:xfrm>
                <a:off x="1883669" y="5914856"/>
                <a:ext cx="197397" cy="207387"/>
              </a:xfrm>
              <a:custGeom>
                <a:avLst/>
                <a:gdLst/>
                <a:ahLst/>
                <a:cxnLst/>
                <a:rect l="l" t="t" r="r" b="b"/>
                <a:pathLst>
                  <a:path w="197397" h="207387">
                    <a:moveTo>
                      <a:pt x="197397" y="152001"/>
                    </a:moveTo>
                    <a:lnTo>
                      <a:pt x="135063" y="207387"/>
                    </a:lnTo>
                    <a:lnTo>
                      <a:pt x="0" y="55386"/>
                    </a:lnTo>
                    <a:lnTo>
                      <a:pt x="62334" y="0"/>
                    </a:lnTo>
                    <a:lnTo>
                      <a:pt x="193284" y="147375"/>
                    </a:lnTo>
                    <a:lnTo>
                      <a:pt x="197397" y="1520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9" name="Контур"/>
              <p:cNvSpPr/>
              <p:nvPr/>
            </p:nvSpPr>
            <p:spPr>
              <a:xfrm>
                <a:off x="1264928" y="5727863"/>
                <a:ext cx="367401" cy="356868"/>
              </a:xfrm>
              <a:custGeom>
                <a:avLst/>
                <a:gdLst/>
                <a:ahLst/>
                <a:cxnLst/>
                <a:rect l="l" t="t" r="r" b="b"/>
                <a:pathLst>
                  <a:path w="367401" h="356868">
                    <a:moveTo>
                      <a:pt x="367401" y="235446"/>
                    </a:moveTo>
                    <a:lnTo>
                      <a:pt x="337014" y="262422"/>
                    </a:lnTo>
                    <a:lnTo>
                      <a:pt x="224874" y="356868"/>
                    </a:lnTo>
                    <a:lnTo>
                      <a:pt x="0" y="95760"/>
                    </a:lnTo>
                    <a:lnTo>
                      <a:pt x="111348" y="0"/>
                    </a:lnTo>
                    <a:lnTo>
                      <a:pt x="137187" y="30051"/>
                    </a:lnTo>
                    <a:lnTo>
                      <a:pt x="163665" y="7519"/>
                    </a:lnTo>
                    <a:lnTo>
                      <a:pt x="202371" y="52870"/>
                    </a:lnTo>
                    <a:lnTo>
                      <a:pt x="281537" y="139361"/>
                    </a:lnTo>
                    <a:lnTo>
                      <a:pt x="367401" y="2354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0" name="Контур"/>
              <p:cNvSpPr/>
              <p:nvPr/>
            </p:nvSpPr>
            <p:spPr>
              <a:xfrm>
                <a:off x="1601942" y="5951816"/>
                <a:ext cx="91805" cy="87195"/>
              </a:xfrm>
              <a:custGeom>
                <a:avLst/>
                <a:gdLst/>
                <a:ahLst/>
                <a:cxnLst/>
                <a:rect l="l" t="t" r="r" b="b"/>
                <a:pathLst>
                  <a:path w="91805" h="87195">
                    <a:moveTo>
                      <a:pt x="0" y="38469"/>
                    </a:moveTo>
                    <a:lnTo>
                      <a:pt x="30387" y="11493"/>
                    </a:lnTo>
                    <a:lnTo>
                      <a:pt x="44176" y="0"/>
                    </a:lnTo>
                    <a:lnTo>
                      <a:pt x="91805" y="49496"/>
                    </a:lnTo>
                    <a:lnTo>
                      <a:pt x="41040" y="87195"/>
                    </a:lnTo>
                    <a:lnTo>
                      <a:pt x="0" y="384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1" name="Контур"/>
              <p:cNvSpPr/>
              <p:nvPr/>
            </p:nvSpPr>
            <p:spPr>
              <a:xfrm>
                <a:off x="1646118" y="5779428"/>
                <a:ext cx="238991" cy="221884"/>
              </a:xfrm>
              <a:custGeom>
                <a:avLst/>
                <a:gdLst/>
                <a:ahLst/>
                <a:cxnLst/>
                <a:rect l="l" t="t" r="r" b="b"/>
                <a:pathLst>
                  <a:path w="238991" h="221884">
                    <a:moveTo>
                      <a:pt x="0" y="172388"/>
                    </a:moveTo>
                    <a:lnTo>
                      <a:pt x="192260" y="0"/>
                    </a:lnTo>
                    <a:lnTo>
                      <a:pt x="238991" y="55553"/>
                    </a:lnTo>
                    <a:lnTo>
                      <a:pt x="47629" y="221884"/>
                    </a:lnTo>
                    <a:lnTo>
                      <a:pt x="0" y="1723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2" name="Контур"/>
              <p:cNvSpPr/>
              <p:nvPr/>
            </p:nvSpPr>
            <p:spPr>
              <a:xfrm>
                <a:off x="1005043" y="5844989"/>
                <a:ext cx="46311" cy="44789"/>
              </a:xfrm>
              <a:custGeom>
                <a:avLst/>
                <a:gdLst/>
                <a:ahLst/>
                <a:cxnLst/>
                <a:rect l="l" t="t" r="r" b="b"/>
                <a:pathLst>
                  <a:path w="46311" h="44789">
                    <a:moveTo>
                      <a:pt x="0" y="20835"/>
                    </a:moveTo>
                    <a:lnTo>
                      <a:pt x="29246" y="0"/>
                    </a:lnTo>
                    <a:lnTo>
                      <a:pt x="46311" y="23954"/>
                    </a:lnTo>
                    <a:lnTo>
                      <a:pt x="17065" y="44789"/>
                    </a:lnTo>
                    <a:lnTo>
                      <a:pt x="0" y="208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3" name="Контур"/>
              <p:cNvSpPr/>
              <p:nvPr/>
            </p:nvSpPr>
            <p:spPr>
              <a:xfrm>
                <a:off x="1614407" y="5382230"/>
                <a:ext cx="460333" cy="452751"/>
              </a:xfrm>
              <a:custGeom>
                <a:avLst/>
                <a:gdLst/>
                <a:ahLst/>
                <a:cxnLst/>
                <a:rect l="l" t="t" r="r" b="b"/>
                <a:pathLst>
                  <a:path w="460333" h="452751">
                    <a:moveTo>
                      <a:pt x="30159" y="167532"/>
                    </a:moveTo>
                    <a:lnTo>
                      <a:pt x="0" y="131766"/>
                    </a:lnTo>
                    <a:lnTo>
                      <a:pt x="139779" y="12624"/>
                    </a:lnTo>
                    <a:lnTo>
                      <a:pt x="208625" y="93769"/>
                    </a:lnTo>
                    <a:lnTo>
                      <a:pt x="315437" y="0"/>
                    </a:lnTo>
                    <a:lnTo>
                      <a:pt x="460333" y="165514"/>
                    </a:lnTo>
                    <a:lnTo>
                      <a:pt x="351066" y="259824"/>
                    </a:lnTo>
                    <a:lnTo>
                      <a:pt x="411471" y="328686"/>
                    </a:lnTo>
                    <a:lnTo>
                      <a:pt x="270702" y="452751"/>
                    </a:lnTo>
                    <a:lnTo>
                      <a:pt x="223971" y="397198"/>
                    </a:lnTo>
                    <a:lnTo>
                      <a:pt x="30159" y="1675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4" name="Контур"/>
              <p:cNvSpPr/>
              <p:nvPr/>
            </p:nvSpPr>
            <p:spPr>
              <a:xfrm>
                <a:off x="1901957" y="5237741"/>
                <a:ext cx="385758" cy="405603"/>
              </a:xfrm>
              <a:custGeom>
                <a:avLst/>
                <a:gdLst/>
                <a:ahLst/>
                <a:cxnLst/>
                <a:rect l="l" t="t" r="r" b="b"/>
                <a:pathLst>
                  <a:path w="385758" h="405603">
                    <a:moveTo>
                      <a:pt x="370782" y="180324"/>
                    </a:moveTo>
                    <a:lnTo>
                      <a:pt x="324099" y="221805"/>
                    </a:lnTo>
                    <a:lnTo>
                      <a:pt x="385758" y="292167"/>
                    </a:lnTo>
                    <a:lnTo>
                      <a:pt x="256320" y="405603"/>
                    </a:lnTo>
                    <a:lnTo>
                      <a:pt x="172783" y="310003"/>
                    </a:lnTo>
                    <a:lnTo>
                      <a:pt x="27887" y="144489"/>
                    </a:lnTo>
                    <a:lnTo>
                      <a:pt x="0" y="112941"/>
                    </a:lnTo>
                    <a:lnTo>
                      <a:pt x="128934" y="0"/>
                    </a:lnTo>
                    <a:lnTo>
                      <a:pt x="212618" y="97985"/>
                    </a:lnTo>
                    <a:lnTo>
                      <a:pt x="259453" y="58062"/>
                    </a:lnTo>
                    <a:lnTo>
                      <a:pt x="289413" y="90036"/>
                    </a:lnTo>
                    <a:lnTo>
                      <a:pt x="370782" y="1803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5" name="Контур"/>
              <p:cNvSpPr/>
              <p:nvPr/>
            </p:nvSpPr>
            <p:spPr>
              <a:xfrm>
                <a:off x="2073470" y="4997441"/>
                <a:ext cx="523584" cy="420624"/>
              </a:xfrm>
              <a:custGeom>
                <a:avLst/>
                <a:gdLst/>
                <a:ahLst/>
                <a:cxnLst/>
                <a:rect l="l" t="t" r="r" b="b"/>
                <a:pathLst>
                  <a:path w="523584" h="420624">
                    <a:moveTo>
                      <a:pt x="84411" y="123390"/>
                    </a:moveTo>
                    <a:lnTo>
                      <a:pt x="168084" y="216207"/>
                    </a:lnTo>
                    <a:lnTo>
                      <a:pt x="407925" y="0"/>
                    </a:lnTo>
                    <a:lnTo>
                      <a:pt x="523584" y="128322"/>
                    </a:lnTo>
                    <a:lnTo>
                      <a:pt x="199269" y="420624"/>
                    </a:lnTo>
                    <a:lnTo>
                      <a:pt x="117900" y="330336"/>
                    </a:lnTo>
                    <a:lnTo>
                      <a:pt x="87940" y="298362"/>
                    </a:lnTo>
                    <a:lnTo>
                      <a:pt x="0" y="199512"/>
                    </a:lnTo>
                    <a:lnTo>
                      <a:pt x="84411" y="1233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6" name="Контур"/>
              <p:cNvSpPr/>
              <p:nvPr/>
            </p:nvSpPr>
            <p:spPr>
              <a:xfrm>
                <a:off x="1398198" y="4211585"/>
                <a:ext cx="235307" cy="713483"/>
              </a:xfrm>
              <a:custGeom>
                <a:avLst/>
                <a:gdLst/>
                <a:ahLst/>
                <a:cxnLst/>
                <a:rect l="l" t="t" r="r" b="b"/>
                <a:pathLst>
                  <a:path w="235307" h="713483">
                    <a:moveTo>
                      <a:pt x="0" y="693575"/>
                    </a:moveTo>
                    <a:lnTo>
                      <a:pt x="123522" y="0"/>
                    </a:lnTo>
                    <a:lnTo>
                      <a:pt x="235307" y="19908"/>
                    </a:lnTo>
                    <a:lnTo>
                      <a:pt x="111786" y="713483"/>
                    </a:lnTo>
                    <a:lnTo>
                      <a:pt x="0" y="6935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7" name="Контур"/>
              <p:cNvSpPr/>
              <p:nvPr/>
            </p:nvSpPr>
            <p:spPr>
              <a:xfrm>
                <a:off x="1927211" y="4821497"/>
                <a:ext cx="103653" cy="96864"/>
              </a:xfrm>
              <a:custGeom>
                <a:avLst/>
                <a:gdLst/>
                <a:ahLst/>
                <a:cxnLst/>
                <a:rect l="l" t="t" r="r" b="b"/>
                <a:pathLst>
                  <a:path w="103653" h="96864">
                    <a:moveTo>
                      <a:pt x="0" y="72984"/>
                    </a:moveTo>
                    <a:lnTo>
                      <a:pt x="82537" y="0"/>
                    </a:lnTo>
                    <a:lnTo>
                      <a:pt x="103653" y="23879"/>
                    </a:lnTo>
                    <a:lnTo>
                      <a:pt x="21117" y="96864"/>
                    </a:lnTo>
                    <a:lnTo>
                      <a:pt x="0" y="729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8" name="Контур"/>
              <p:cNvSpPr/>
              <p:nvPr/>
            </p:nvSpPr>
            <p:spPr>
              <a:xfrm>
                <a:off x="911577" y="4703859"/>
                <a:ext cx="158183" cy="165304"/>
              </a:xfrm>
              <a:custGeom>
                <a:avLst/>
                <a:gdLst/>
                <a:ahLst/>
                <a:cxnLst/>
                <a:rect l="l" t="t" r="r" b="b"/>
                <a:pathLst>
                  <a:path w="158183" h="165304">
                    <a:moveTo>
                      <a:pt x="115307" y="0"/>
                    </a:moveTo>
                    <a:lnTo>
                      <a:pt x="158183" y="38914"/>
                    </a:lnTo>
                    <a:lnTo>
                      <a:pt x="42264" y="165304"/>
                    </a:lnTo>
                    <a:lnTo>
                      <a:pt x="0" y="126085"/>
                    </a:lnTo>
                    <a:lnTo>
                      <a:pt x="1153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9" name="Контур"/>
              <p:cNvSpPr/>
              <p:nvPr/>
            </p:nvSpPr>
            <p:spPr>
              <a:xfrm>
                <a:off x="2063894" y="4676787"/>
                <a:ext cx="146628" cy="150798"/>
              </a:xfrm>
              <a:custGeom>
                <a:avLst/>
                <a:gdLst/>
                <a:ahLst/>
                <a:cxnLst/>
                <a:rect l="l" t="t" r="r" b="b"/>
                <a:pathLst>
                  <a:path w="146628" h="150798">
                    <a:moveTo>
                      <a:pt x="4300" y="94106"/>
                    </a:moveTo>
                    <a:lnTo>
                      <a:pt x="107024" y="0"/>
                    </a:lnTo>
                    <a:lnTo>
                      <a:pt x="146628" y="41431"/>
                    </a:lnTo>
                    <a:lnTo>
                      <a:pt x="20374" y="150798"/>
                    </a:lnTo>
                    <a:lnTo>
                      <a:pt x="0" y="126686"/>
                    </a:lnTo>
                    <a:lnTo>
                      <a:pt x="17217" y="110898"/>
                    </a:lnTo>
                    <a:lnTo>
                      <a:pt x="4300" y="941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0" name="Контур"/>
              <p:cNvSpPr/>
              <p:nvPr/>
            </p:nvSpPr>
            <p:spPr>
              <a:xfrm>
                <a:off x="1659828" y="4568680"/>
                <a:ext cx="98129" cy="100448"/>
              </a:xfrm>
              <a:custGeom>
                <a:avLst/>
                <a:gdLst/>
                <a:ahLst/>
                <a:cxnLst/>
                <a:rect l="l" t="t" r="r" b="b"/>
                <a:pathLst>
                  <a:path w="98129" h="100448">
                    <a:moveTo>
                      <a:pt x="32645" y="0"/>
                    </a:moveTo>
                    <a:lnTo>
                      <a:pt x="98129" y="69837"/>
                    </a:lnTo>
                    <a:lnTo>
                      <a:pt x="65484" y="100448"/>
                    </a:lnTo>
                    <a:lnTo>
                      <a:pt x="0" y="30612"/>
                    </a:lnTo>
                    <a:lnTo>
                      <a:pt x="326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1" name="Контур"/>
              <p:cNvSpPr/>
              <p:nvPr/>
            </p:nvSpPr>
            <p:spPr>
              <a:xfrm>
                <a:off x="1561065" y="3566568"/>
                <a:ext cx="665494" cy="617099"/>
              </a:xfrm>
              <a:custGeom>
                <a:avLst/>
                <a:gdLst/>
                <a:ahLst/>
                <a:cxnLst/>
                <a:rect l="l" t="t" r="r" b="b"/>
                <a:pathLst>
                  <a:path w="665494" h="617099">
                    <a:moveTo>
                      <a:pt x="0" y="97526"/>
                    </a:moveTo>
                    <a:lnTo>
                      <a:pt x="100847" y="0"/>
                    </a:lnTo>
                    <a:lnTo>
                      <a:pt x="490200" y="417081"/>
                    </a:lnTo>
                    <a:lnTo>
                      <a:pt x="573907" y="338958"/>
                    </a:lnTo>
                    <a:lnTo>
                      <a:pt x="665494" y="442946"/>
                    </a:lnTo>
                    <a:lnTo>
                      <a:pt x="480700" y="617099"/>
                    </a:lnTo>
                    <a:lnTo>
                      <a:pt x="0" y="975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2" name="Контур"/>
              <p:cNvSpPr/>
              <p:nvPr/>
            </p:nvSpPr>
            <p:spPr>
              <a:xfrm>
                <a:off x="905648" y="3487628"/>
                <a:ext cx="554283" cy="558234"/>
              </a:xfrm>
              <a:custGeom>
                <a:avLst/>
                <a:gdLst/>
                <a:ahLst/>
                <a:cxnLst/>
                <a:rect l="l" t="t" r="r" b="b"/>
                <a:pathLst>
                  <a:path w="554283" h="558234">
                    <a:moveTo>
                      <a:pt x="459774" y="558234"/>
                    </a:moveTo>
                    <a:lnTo>
                      <a:pt x="0" y="100917"/>
                    </a:lnTo>
                    <a:lnTo>
                      <a:pt x="103455" y="0"/>
                    </a:lnTo>
                    <a:lnTo>
                      <a:pt x="554283" y="457317"/>
                    </a:lnTo>
                    <a:lnTo>
                      <a:pt x="459774" y="5582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3" name="Контур"/>
              <p:cNvSpPr/>
              <p:nvPr/>
            </p:nvSpPr>
            <p:spPr>
              <a:xfrm>
                <a:off x="2134972" y="3760602"/>
                <a:ext cx="249052" cy="248912"/>
              </a:xfrm>
              <a:custGeom>
                <a:avLst/>
                <a:gdLst/>
                <a:ahLst/>
                <a:cxnLst/>
                <a:rect l="l" t="t" r="r" b="b"/>
                <a:pathLst>
                  <a:path w="249052" h="248912">
                    <a:moveTo>
                      <a:pt x="91587" y="248912"/>
                    </a:moveTo>
                    <a:lnTo>
                      <a:pt x="0" y="144924"/>
                    </a:lnTo>
                    <a:lnTo>
                      <a:pt x="155287" y="0"/>
                    </a:lnTo>
                    <a:lnTo>
                      <a:pt x="249052" y="100514"/>
                    </a:lnTo>
                    <a:lnTo>
                      <a:pt x="91587" y="2489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4" name="Контур"/>
              <p:cNvSpPr/>
              <p:nvPr/>
            </p:nvSpPr>
            <p:spPr>
              <a:xfrm>
                <a:off x="3075589" y="5785067"/>
                <a:ext cx="63731" cy="63761"/>
              </a:xfrm>
              <a:custGeom>
                <a:avLst/>
                <a:gdLst/>
                <a:ahLst/>
                <a:cxnLst/>
                <a:rect l="l" t="t" r="r" b="b"/>
                <a:pathLst>
                  <a:path w="63731" h="63761">
                    <a:moveTo>
                      <a:pt x="0" y="30907"/>
                    </a:moveTo>
                    <a:lnTo>
                      <a:pt x="31936" y="0"/>
                    </a:lnTo>
                    <a:lnTo>
                      <a:pt x="63731" y="32854"/>
                    </a:lnTo>
                    <a:lnTo>
                      <a:pt x="31793" y="63761"/>
                    </a:lnTo>
                    <a:lnTo>
                      <a:pt x="0" y="309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5" name="Контур"/>
              <p:cNvSpPr/>
              <p:nvPr/>
            </p:nvSpPr>
            <p:spPr>
              <a:xfrm>
                <a:off x="2404589" y="5482172"/>
                <a:ext cx="420408" cy="376857"/>
              </a:xfrm>
              <a:custGeom>
                <a:avLst/>
                <a:gdLst/>
                <a:ahLst/>
                <a:cxnLst/>
                <a:rect l="l" t="t" r="r" b="b"/>
                <a:pathLst>
                  <a:path w="420408" h="376857">
                    <a:moveTo>
                      <a:pt x="0" y="291186"/>
                    </a:moveTo>
                    <a:lnTo>
                      <a:pt x="297855" y="17343"/>
                    </a:lnTo>
                    <a:lnTo>
                      <a:pt x="318717" y="39492"/>
                    </a:lnTo>
                    <a:lnTo>
                      <a:pt x="360648" y="0"/>
                    </a:lnTo>
                    <a:lnTo>
                      <a:pt x="420408" y="73332"/>
                    </a:lnTo>
                    <a:lnTo>
                      <a:pt x="83205" y="376857"/>
                    </a:lnTo>
                    <a:lnTo>
                      <a:pt x="0" y="2911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6" name="Контур"/>
              <p:cNvSpPr/>
              <p:nvPr/>
            </p:nvSpPr>
            <p:spPr>
              <a:xfrm>
                <a:off x="3317561" y="5791666"/>
                <a:ext cx="96255" cy="99629"/>
              </a:xfrm>
              <a:custGeom>
                <a:avLst/>
                <a:gdLst/>
                <a:ahLst/>
                <a:cxnLst/>
                <a:rect l="l" t="t" r="r" b="b"/>
                <a:pathLst>
                  <a:path w="96255" h="99629">
                    <a:moveTo>
                      <a:pt x="0" y="48040"/>
                    </a:moveTo>
                    <a:lnTo>
                      <a:pt x="25583" y="40521"/>
                    </a:lnTo>
                    <a:lnTo>
                      <a:pt x="20942" y="32079"/>
                    </a:lnTo>
                    <a:lnTo>
                      <a:pt x="67778" y="0"/>
                    </a:lnTo>
                    <a:lnTo>
                      <a:pt x="96255" y="37960"/>
                    </a:lnTo>
                    <a:lnTo>
                      <a:pt x="21966" y="99629"/>
                    </a:lnTo>
                    <a:lnTo>
                      <a:pt x="0" y="480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7" name="Контур"/>
              <p:cNvSpPr/>
              <p:nvPr/>
            </p:nvSpPr>
            <p:spPr>
              <a:xfrm>
                <a:off x="3289506" y="5839706"/>
                <a:ext cx="50021" cy="63535"/>
              </a:xfrm>
              <a:custGeom>
                <a:avLst/>
                <a:gdLst/>
                <a:ahLst/>
                <a:cxnLst/>
                <a:rect l="l" t="t" r="r" b="b"/>
                <a:pathLst>
                  <a:path w="50021" h="63535">
                    <a:moveTo>
                      <a:pt x="21966" y="63535"/>
                    </a:moveTo>
                    <a:lnTo>
                      <a:pt x="6954" y="28278"/>
                    </a:lnTo>
                    <a:lnTo>
                      <a:pt x="0" y="11945"/>
                    </a:lnTo>
                    <a:lnTo>
                      <a:pt x="28055" y="0"/>
                    </a:lnTo>
                    <a:lnTo>
                      <a:pt x="50021" y="51589"/>
                    </a:lnTo>
                    <a:lnTo>
                      <a:pt x="21966" y="635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8" name="Контур"/>
              <p:cNvSpPr/>
              <p:nvPr/>
            </p:nvSpPr>
            <p:spPr>
              <a:xfrm>
                <a:off x="2762690" y="5662982"/>
                <a:ext cx="61823" cy="61819"/>
              </a:xfrm>
              <a:custGeom>
                <a:avLst/>
                <a:gdLst/>
                <a:ahLst/>
                <a:cxnLst/>
                <a:rect l="l" t="t" r="r" b="b"/>
                <a:pathLst>
                  <a:path w="61823" h="61819">
                    <a:moveTo>
                      <a:pt x="39105" y="0"/>
                    </a:moveTo>
                    <a:lnTo>
                      <a:pt x="61823" y="22723"/>
                    </a:lnTo>
                    <a:lnTo>
                      <a:pt x="22718" y="61819"/>
                    </a:lnTo>
                    <a:lnTo>
                      <a:pt x="0" y="39096"/>
                    </a:lnTo>
                    <a:lnTo>
                      <a:pt x="3910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9" name="Контур"/>
              <p:cNvSpPr/>
              <p:nvPr/>
            </p:nvSpPr>
            <p:spPr>
              <a:xfrm>
                <a:off x="2879999" y="5508893"/>
                <a:ext cx="67981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67981" h="95225">
                    <a:moveTo>
                      <a:pt x="67981" y="81127"/>
                    </a:moveTo>
                    <a:lnTo>
                      <a:pt x="37408" y="95225"/>
                    </a:lnTo>
                    <a:lnTo>
                      <a:pt x="0" y="14098"/>
                    </a:lnTo>
                    <a:lnTo>
                      <a:pt x="30574" y="0"/>
                    </a:lnTo>
                    <a:lnTo>
                      <a:pt x="67981" y="811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0" name="Контур"/>
              <p:cNvSpPr/>
              <p:nvPr/>
            </p:nvSpPr>
            <p:spPr>
              <a:xfrm>
                <a:off x="2702444" y="5460023"/>
                <a:ext cx="62793" cy="61641"/>
              </a:xfrm>
              <a:custGeom>
                <a:avLst/>
                <a:gdLst/>
                <a:ahLst/>
                <a:cxnLst/>
                <a:rect l="l" t="t" r="r" b="b"/>
                <a:pathLst>
                  <a:path w="62793" h="61641">
                    <a:moveTo>
                      <a:pt x="0" y="39492"/>
                    </a:moveTo>
                    <a:lnTo>
                      <a:pt x="41931" y="0"/>
                    </a:lnTo>
                    <a:lnTo>
                      <a:pt x="62793" y="22149"/>
                    </a:lnTo>
                    <a:lnTo>
                      <a:pt x="20862" y="61641"/>
                    </a:lnTo>
                    <a:lnTo>
                      <a:pt x="0" y="394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1" name="Контур"/>
              <p:cNvSpPr/>
              <p:nvPr/>
            </p:nvSpPr>
            <p:spPr>
              <a:xfrm>
                <a:off x="2492761" y="4852690"/>
                <a:ext cx="244533" cy="297538"/>
              </a:xfrm>
              <a:custGeom>
                <a:avLst/>
                <a:gdLst/>
                <a:ahLst/>
                <a:cxnLst/>
                <a:rect l="l" t="t" r="r" b="b"/>
                <a:pathLst>
                  <a:path w="244533" h="297538">
                    <a:moveTo>
                      <a:pt x="0" y="82460"/>
                    </a:moveTo>
                    <a:lnTo>
                      <a:pt x="89030" y="0"/>
                    </a:lnTo>
                    <a:lnTo>
                      <a:pt x="148368" y="57930"/>
                    </a:lnTo>
                    <a:lnTo>
                      <a:pt x="173481" y="37708"/>
                    </a:lnTo>
                    <a:lnTo>
                      <a:pt x="244533" y="162108"/>
                    </a:lnTo>
                    <a:lnTo>
                      <a:pt x="199206" y="297538"/>
                    </a:lnTo>
                    <a:lnTo>
                      <a:pt x="0" y="824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2" name="Контур"/>
              <p:cNvSpPr/>
              <p:nvPr/>
            </p:nvSpPr>
            <p:spPr>
              <a:xfrm>
                <a:off x="3083797" y="5393750"/>
                <a:ext cx="53088" cy="23422"/>
              </a:xfrm>
              <a:custGeom>
                <a:avLst/>
                <a:gdLst/>
                <a:ahLst/>
                <a:cxnLst/>
                <a:rect l="l" t="t" r="r" b="b"/>
                <a:pathLst>
                  <a:path w="53088" h="23422">
                    <a:moveTo>
                      <a:pt x="465" y="23422"/>
                    </a:moveTo>
                    <a:lnTo>
                      <a:pt x="0" y="1096"/>
                    </a:lnTo>
                    <a:lnTo>
                      <a:pt x="52623" y="0"/>
                    </a:lnTo>
                    <a:lnTo>
                      <a:pt x="53088" y="22325"/>
                    </a:lnTo>
                    <a:lnTo>
                      <a:pt x="465" y="234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3" name="Контур"/>
              <p:cNvSpPr/>
              <p:nvPr/>
            </p:nvSpPr>
            <p:spPr>
              <a:xfrm>
                <a:off x="2548191" y="4788058"/>
                <a:ext cx="64002" cy="64632"/>
              </a:xfrm>
              <a:custGeom>
                <a:avLst/>
                <a:gdLst/>
                <a:ahLst/>
                <a:cxnLst/>
                <a:rect l="l" t="t" r="r" b="b"/>
                <a:pathLst>
                  <a:path w="64002" h="64632">
                    <a:moveTo>
                      <a:pt x="33600" y="64632"/>
                    </a:moveTo>
                    <a:lnTo>
                      <a:pt x="0" y="27545"/>
                    </a:lnTo>
                    <a:lnTo>
                      <a:pt x="30402" y="0"/>
                    </a:lnTo>
                    <a:lnTo>
                      <a:pt x="64002" y="37085"/>
                    </a:lnTo>
                    <a:lnTo>
                      <a:pt x="33600" y="646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4" name="Контур"/>
              <p:cNvSpPr/>
              <p:nvPr/>
            </p:nvSpPr>
            <p:spPr>
              <a:xfrm>
                <a:off x="3230969" y="4187000"/>
                <a:ext cx="637875" cy="557811"/>
              </a:xfrm>
              <a:custGeom>
                <a:avLst/>
                <a:gdLst/>
                <a:ahLst/>
                <a:cxnLst/>
                <a:rect l="l" t="t" r="r" b="b"/>
                <a:pathLst>
                  <a:path w="637875" h="557811">
                    <a:moveTo>
                      <a:pt x="58779" y="465318"/>
                    </a:moveTo>
                    <a:lnTo>
                      <a:pt x="47133" y="452592"/>
                    </a:lnTo>
                    <a:lnTo>
                      <a:pt x="371340" y="155817"/>
                    </a:lnTo>
                    <a:lnTo>
                      <a:pt x="345528" y="127620"/>
                    </a:lnTo>
                    <a:lnTo>
                      <a:pt x="390780" y="86202"/>
                    </a:lnTo>
                    <a:lnTo>
                      <a:pt x="416592" y="114390"/>
                    </a:lnTo>
                    <a:lnTo>
                      <a:pt x="541557" y="0"/>
                    </a:lnTo>
                    <a:lnTo>
                      <a:pt x="637875" y="105219"/>
                    </a:lnTo>
                    <a:lnTo>
                      <a:pt x="143451" y="557811"/>
                    </a:lnTo>
                    <a:lnTo>
                      <a:pt x="91638" y="501210"/>
                    </a:lnTo>
                    <a:lnTo>
                      <a:pt x="41319" y="547263"/>
                    </a:lnTo>
                    <a:lnTo>
                      <a:pt x="0" y="502128"/>
                    </a:lnTo>
                    <a:lnTo>
                      <a:pt x="41319" y="464310"/>
                    </a:lnTo>
                    <a:lnTo>
                      <a:pt x="49779" y="473553"/>
                    </a:lnTo>
                    <a:lnTo>
                      <a:pt x="58779" y="4653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5" name="Контур"/>
              <p:cNvSpPr/>
              <p:nvPr/>
            </p:nvSpPr>
            <p:spPr>
              <a:xfrm>
                <a:off x="3125156" y="4066418"/>
                <a:ext cx="647370" cy="582615"/>
              </a:xfrm>
              <a:custGeom>
                <a:avLst/>
                <a:gdLst/>
                <a:ahLst/>
                <a:cxnLst/>
                <a:rect l="l" t="t" r="r" b="b"/>
                <a:pathLst>
                  <a:path w="647370" h="582615">
                    <a:moveTo>
                      <a:pt x="451341" y="248202"/>
                    </a:moveTo>
                    <a:lnTo>
                      <a:pt x="477153" y="276399"/>
                    </a:lnTo>
                    <a:lnTo>
                      <a:pt x="152946" y="573174"/>
                    </a:lnTo>
                    <a:lnTo>
                      <a:pt x="142632" y="582615"/>
                    </a:lnTo>
                    <a:lnTo>
                      <a:pt x="134172" y="573372"/>
                    </a:lnTo>
                    <a:lnTo>
                      <a:pt x="59283" y="491562"/>
                    </a:lnTo>
                    <a:lnTo>
                      <a:pt x="27027" y="521091"/>
                    </a:lnTo>
                    <a:lnTo>
                      <a:pt x="0" y="491562"/>
                    </a:lnTo>
                    <a:lnTo>
                      <a:pt x="536985" y="0"/>
                    </a:lnTo>
                    <a:lnTo>
                      <a:pt x="647370" y="120582"/>
                    </a:lnTo>
                    <a:lnTo>
                      <a:pt x="522405" y="234972"/>
                    </a:lnTo>
                    <a:lnTo>
                      <a:pt x="496593" y="206784"/>
                    </a:lnTo>
                    <a:lnTo>
                      <a:pt x="451341" y="2482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6" name="Контур"/>
              <p:cNvSpPr/>
              <p:nvPr/>
            </p:nvSpPr>
            <p:spPr>
              <a:xfrm>
                <a:off x="3206526" y="3914449"/>
                <a:ext cx="281882" cy="231677"/>
              </a:xfrm>
              <a:custGeom>
                <a:avLst/>
                <a:gdLst/>
                <a:ahLst/>
                <a:cxnLst/>
                <a:rect l="l" t="t" r="r" b="b"/>
                <a:pathLst>
                  <a:path w="281882" h="231677">
                    <a:moveTo>
                      <a:pt x="224561" y="0"/>
                    </a:moveTo>
                    <a:lnTo>
                      <a:pt x="281882" y="58756"/>
                    </a:lnTo>
                    <a:lnTo>
                      <a:pt x="163799" y="173954"/>
                    </a:lnTo>
                    <a:lnTo>
                      <a:pt x="146075" y="155785"/>
                    </a:lnTo>
                    <a:lnTo>
                      <a:pt x="68282" y="231677"/>
                    </a:lnTo>
                    <a:lnTo>
                      <a:pt x="0" y="161685"/>
                    </a:lnTo>
                    <a:lnTo>
                      <a:pt x="91970" y="71962"/>
                    </a:lnTo>
                    <a:lnTo>
                      <a:pt x="120656" y="101367"/>
                    </a:lnTo>
                    <a:lnTo>
                      <a:pt x="2245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7" name="Контур"/>
              <p:cNvSpPr/>
              <p:nvPr/>
            </p:nvSpPr>
            <p:spPr>
              <a:xfrm>
                <a:off x="2843618" y="3695024"/>
                <a:ext cx="182394" cy="391698"/>
              </a:xfrm>
              <a:custGeom>
                <a:avLst/>
                <a:gdLst/>
                <a:ahLst/>
                <a:cxnLst/>
                <a:rect l="l" t="t" r="r" b="b"/>
                <a:pathLst>
                  <a:path w="182394" h="391698">
                    <a:moveTo>
                      <a:pt x="99459" y="0"/>
                    </a:moveTo>
                    <a:lnTo>
                      <a:pt x="177687" y="20952"/>
                    </a:lnTo>
                    <a:lnTo>
                      <a:pt x="135234" y="179397"/>
                    </a:lnTo>
                    <a:lnTo>
                      <a:pt x="182394" y="192033"/>
                    </a:lnTo>
                    <a:lnTo>
                      <a:pt x="157311" y="285633"/>
                    </a:lnTo>
                    <a:lnTo>
                      <a:pt x="109710" y="272871"/>
                    </a:lnTo>
                    <a:lnTo>
                      <a:pt x="77850" y="391698"/>
                    </a:lnTo>
                    <a:lnTo>
                      <a:pt x="0" y="370827"/>
                    </a:lnTo>
                    <a:lnTo>
                      <a:pt x="9945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8" name="Контур"/>
              <p:cNvSpPr/>
              <p:nvPr/>
            </p:nvSpPr>
            <p:spPr>
              <a:xfrm>
                <a:off x="3118602" y="3958840"/>
                <a:ext cx="38796" cy="35935"/>
              </a:xfrm>
              <a:custGeom>
                <a:avLst/>
                <a:gdLst/>
                <a:ahLst/>
                <a:cxnLst/>
                <a:rect l="l" t="t" r="r" b="b"/>
                <a:pathLst>
                  <a:path w="38796" h="35935">
                    <a:moveTo>
                      <a:pt x="0" y="23833"/>
                    </a:moveTo>
                    <a:lnTo>
                      <a:pt x="28771" y="0"/>
                    </a:lnTo>
                    <a:lnTo>
                      <a:pt x="38796" y="12101"/>
                    </a:lnTo>
                    <a:lnTo>
                      <a:pt x="10025" y="35935"/>
                    </a:lnTo>
                    <a:lnTo>
                      <a:pt x="0" y="238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9" name="Контур"/>
              <p:cNvSpPr/>
              <p:nvPr/>
            </p:nvSpPr>
            <p:spPr>
              <a:xfrm>
                <a:off x="252000" y="4576086"/>
                <a:ext cx="55548" cy="97443"/>
              </a:xfrm>
              <a:custGeom>
                <a:avLst/>
                <a:gdLst/>
                <a:ahLst/>
                <a:cxnLst/>
                <a:rect l="l" t="t" r="r" b="b"/>
                <a:pathLst>
                  <a:path w="55548" h="97443">
                    <a:moveTo>
                      <a:pt x="0" y="56791"/>
                    </a:moveTo>
                    <a:lnTo>
                      <a:pt x="0" y="0"/>
                    </a:lnTo>
                    <a:lnTo>
                      <a:pt x="55548" y="78492"/>
                    </a:lnTo>
                    <a:lnTo>
                      <a:pt x="28769" y="974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90" name="Контур"/>
              <p:cNvSpPr/>
              <p:nvPr/>
            </p:nvSpPr>
            <p:spPr>
              <a:xfrm>
                <a:off x="252000" y="4576086"/>
                <a:ext cx="55548" cy="97443"/>
              </a:xfrm>
              <a:custGeom>
                <a:avLst/>
                <a:gdLst/>
                <a:ahLst/>
                <a:cxnLst/>
                <a:rect l="l" t="t" r="r" b="b"/>
                <a:pathLst>
                  <a:path w="55548" h="97443" fill="none">
                    <a:moveTo>
                      <a:pt x="0" y="0"/>
                    </a:moveTo>
                    <a:lnTo>
                      <a:pt x="55548" y="78492"/>
                    </a:lnTo>
                    <a:lnTo>
                      <a:pt x="28769" y="97443"/>
                    </a:lnTo>
                    <a:lnTo>
                      <a:pt x="0" y="56791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1" name="Контур"/>
              <p:cNvSpPr/>
              <p:nvPr/>
            </p:nvSpPr>
            <p:spPr>
              <a:xfrm>
                <a:off x="842261" y="6039632"/>
                <a:ext cx="161973" cy="145062"/>
              </a:xfrm>
              <a:custGeom>
                <a:avLst/>
                <a:gdLst/>
                <a:ahLst/>
                <a:cxnLst/>
                <a:rect l="l" t="t" r="r" b="b"/>
                <a:pathLst>
                  <a:path w="161973" h="145062">
                    <a:moveTo>
                      <a:pt x="129654" y="145062"/>
                    </a:moveTo>
                    <a:lnTo>
                      <a:pt x="0" y="39807"/>
                    </a:lnTo>
                    <a:lnTo>
                      <a:pt x="32319" y="0"/>
                    </a:lnTo>
                    <a:lnTo>
                      <a:pt x="161973" y="105255"/>
                    </a:lnTo>
                    <a:lnTo>
                      <a:pt x="129654" y="1450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2" name="Контур"/>
              <p:cNvSpPr/>
              <p:nvPr/>
            </p:nvSpPr>
            <p:spPr>
              <a:xfrm>
                <a:off x="7962436" y="7864265"/>
                <a:ext cx="542427" cy="841257"/>
              </a:xfrm>
              <a:custGeom>
                <a:avLst/>
                <a:gdLst/>
                <a:ahLst/>
                <a:cxnLst/>
                <a:rect l="l" t="t" r="r" b="b"/>
                <a:pathLst>
                  <a:path w="542427" h="841257">
                    <a:moveTo>
                      <a:pt x="0" y="734519"/>
                    </a:moveTo>
                    <a:lnTo>
                      <a:pt x="448701" y="0"/>
                    </a:lnTo>
                    <a:lnTo>
                      <a:pt x="517509" y="40853"/>
                    </a:lnTo>
                    <a:lnTo>
                      <a:pt x="542427" y="56016"/>
                    </a:lnTo>
                    <a:lnTo>
                      <a:pt x="122100" y="752670"/>
                    </a:lnTo>
                    <a:lnTo>
                      <a:pt x="41802" y="841257"/>
                    </a:lnTo>
                    <a:lnTo>
                      <a:pt x="0" y="7345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3" name="Контур"/>
              <p:cNvSpPr/>
              <p:nvPr/>
            </p:nvSpPr>
            <p:spPr>
              <a:xfrm>
                <a:off x="7305201" y="8530176"/>
                <a:ext cx="63730" cy="53413"/>
              </a:xfrm>
              <a:custGeom>
                <a:avLst/>
                <a:gdLst/>
                <a:ahLst/>
                <a:cxnLst/>
                <a:rect l="l" t="t" r="r" b="b"/>
                <a:pathLst>
                  <a:path w="63730" h="53413">
                    <a:moveTo>
                      <a:pt x="0" y="25998"/>
                    </a:moveTo>
                    <a:lnTo>
                      <a:pt x="49260" y="0"/>
                    </a:lnTo>
                    <a:lnTo>
                      <a:pt x="63730" y="27415"/>
                    </a:lnTo>
                    <a:lnTo>
                      <a:pt x="14469" y="53413"/>
                    </a:lnTo>
                    <a:lnTo>
                      <a:pt x="0" y="259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4" name="Контур"/>
              <p:cNvSpPr/>
              <p:nvPr/>
            </p:nvSpPr>
            <p:spPr>
              <a:xfrm>
                <a:off x="7265685" y="8426088"/>
                <a:ext cx="86912" cy="118983"/>
              </a:xfrm>
              <a:custGeom>
                <a:avLst/>
                <a:gdLst/>
                <a:ahLst/>
                <a:cxnLst/>
                <a:rect l="l" t="t" r="r" b="b"/>
                <a:pathLst>
                  <a:path w="86912" h="118983">
                    <a:moveTo>
                      <a:pt x="0" y="18782"/>
                    </a:moveTo>
                    <a:lnTo>
                      <a:pt x="40899" y="0"/>
                    </a:lnTo>
                    <a:lnTo>
                      <a:pt x="86912" y="100202"/>
                    </a:lnTo>
                    <a:lnTo>
                      <a:pt x="46012" y="118983"/>
                    </a:lnTo>
                    <a:lnTo>
                      <a:pt x="0" y="187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5" name="Контур"/>
              <p:cNvSpPr/>
              <p:nvPr/>
            </p:nvSpPr>
            <p:spPr>
              <a:xfrm>
                <a:off x="6788343" y="8981939"/>
                <a:ext cx="77006" cy="69138"/>
              </a:xfrm>
              <a:custGeom>
                <a:avLst/>
                <a:gdLst/>
                <a:ahLst/>
                <a:cxnLst/>
                <a:rect l="l" t="t" r="r" b="b"/>
                <a:pathLst>
                  <a:path w="77006" h="69138">
                    <a:moveTo>
                      <a:pt x="0" y="25835"/>
                    </a:moveTo>
                    <a:lnTo>
                      <a:pt x="57576" y="0"/>
                    </a:lnTo>
                    <a:lnTo>
                      <a:pt x="77006" y="43303"/>
                    </a:lnTo>
                    <a:lnTo>
                      <a:pt x="19430" y="69138"/>
                    </a:lnTo>
                    <a:lnTo>
                      <a:pt x="0" y="258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6" name="Контур"/>
              <p:cNvSpPr/>
              <p:nvPr/>
            </p:nvSpPr>
            <p:spPr>
              <a:xfrm>
                <a:off x="7254781" y="8892197"/>
                <a:ext cx="197917" cy="131364"/>
              </a:xfrm>
              <a:custGeom>
                <a:avLst/>
                <a:gdLst/>
                <a:ahLst/>
                <a:cxnLst/>
                <a:rect l="l" t="t" r="r" b="b"/>
                <a:pathLst>
                  <a:path w="197917" h="131364">
                    <a:moveTo>
                      <a:pt x="23568" y="131364"/>
                    </a:moveTo>
                    <a:lnTo>
                      <a:pt x="0" y="79999"/>
                    </a:lnTo>
                    <a:lnTo>
                      <a:pt x="174349" y="0"/>
                    </a:lnTo>
                    <a:lnTo>
                      <a:pt x="197917" y="51366"/>
                    </a:lnTo>
                    <a:lnTo>
                      <a:pt x="23568" y="1313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7" name="Контур"/>
              <p:cNvSpPr/>
              <p:nvPr/>
            </p:nvSpPr>
            <p:spPr>
              <a:xfrm>
                <a:off x="7859021" y="8755184"/>
                <a:ext cx="77976" cy="80190"/>
              </a:xfrm>
              <a:custGeom>
                <a:avLst/>
                <a:gdLst/>
                <a:ahLst/>
                <a:cxnLst/>
                <a:rect l="l" t="t" r="r" b="b"/>
                <a:pathLst>
                  <a:path w="77976" h="80190">
                    <a:moveTo>
                      <a:pt x="25920" y="80190"/>
                    </a:moveTo>
                    <a:lnTo>
                      <a:pt x="0" y="24021"/>
                    </a:lnTo>
                    <a:lnTo>
                      <a:pt x="52056" y="0"/>
                    </a:lnTo>
                    <a:lnTo>
                      <a:pt x="77976" y="56160"/>
                    </a:lnTo>
                    <a:lnTo>
                      <a:pt x="25920" y="801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8" name="Контур"/>
              <p:cNvSpPr/>
              <p:nvPr/>
            </p:nvSpPr>
            <p:spPr>
              <a:xfrm>
                <a:off x="7464091" y="8800724"/>
                <a:ext cx="57382" cy="65825"/>
              </a:xfrm>
              <a:custGeom>
                <a:avLst/>
                <a:gdLst/>
                <a:ahLst/>
                <a:cxnLst/>
                <a:rect l="l" t="t" r="r" b="b"/>
                <a:pathLst>
                  <a:path w="57382" h="65825">
                    <a:moveTo>
                      <a:pt x="0" y="15987"/>
                    </a:moveTo>
                    <a:lnTo>
                      <a:pt x="33830" y="0"/>
                    </a:lnTo>
                    <a:lnTo>
                      <a:pt x="57382" y="49839"/>
                    </a:lnTo>
                    <a:lnTo>
                      <a:pt x="23552" y="65825"/>
                    </a:lnTo>
                    <a:lnTo>
                      <a:pt x="0" y="159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9" name="Контур"/>
              <p:cNvSpPr/>
              <p:nvPr/>
            </p:nvSpPr>
            <p:spPr>
              <a:xfrm>
                <a:off x="7800793" y="8598784"/>
                <a:ext cx="203445" cy="170042"/>
              </a:xfrm>
              <a:custGeom>
                <a:avLst/>
                <a:gdLst/>
                <a:ahLst/>
                <a:cxnLst/>
                <a:rect l="l" t="t" r="r" b="b"/>
                <a:pathLst>
                  <a:path w="203445" h="170042">
                    <a:moveTo>
                      <a:pt x="0" y="63304"/>
                    </a:moveTo>
                    <a:lnTo>
                      <a:pt x="161643" y="0"/>
                    </a:lnTo>
                    <a:lnTo>
                      <a:pt x="203445" y="106738"/>
                    </a:lnTo>
                    <a:lnTo>
                      <a:pt x="41802" y="170042"/>
                    </a:lnTo>
                    <a:lnTo>
                      <a:pt x="0" y="633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0" name="Контур"/>
              <p:cNvSpPr/>
              <p:nvPr/>
            </p:nvSpPr>
            <p:spPr>
              <a:xfrm>
                <a:off x="8030597" y="8187824"/>
                <a:ext cx="679221" cy="812160"/>
              </a:xfrm>
              <a:custGeom>
                <a:avLst/>
                <a:gdLst/>
                <a:ahLst/>
                <a:cxnLst/>
                <a:rect l="l" t="t" r="r" b="b"/>
                <a:pathLst>
                  <a:path w="679221" h="812160">
                    <a:moveTo>
                      <a:pt x="387360" y="659520"/>
                    </a:moveTo>
                    <a:lnTo>
                      <a:pt x="375291" y="665298"/>
                    </a:lnTo>
                    <a:lnTo>
                      <a:pt x="223578" y="737973"/>
                    </a:lnTo>
                    <a:lnTo>
                      <a:pt x="78552" y="810324"/>
                    </a:lnTo>
                    <a:lnTo>
                      <a:pt x="74880" y="812160"/>
                    </a:lnTo>
                    <a:lnTo>
                      <a:pt x="54720" y="773280"/>
                    </a:lnTo>
                    <a:lnTo>
                      <a:pt x="92160" y="709920"/>
                    </a:lnTo>
                    <a:lnTo>
                      <a:pt x="0" y="650880"/>
                    </a:lnTo>
                    <a:lnTo>
                      <a:pt x="389232" y="13527"/>
                    </a:lnTo>
                    <a:lnTo>
                      <a:pt x="397440" y="0"/>
                    </a:lnTo>
                    <a:lnTo>
                      <a:pt x="440595" y="25974"/>
                    </a:lnTo>
                    <a:lnTo>
                      <a:pt x="453933" y="34182"/>
                    </a:lnTo>
                    <a:lnTo>
                      <a:pt x="679221" y="180660"/>
                    </a:lnTo>
                    <a:lnTo>
                      <a:pt x="387360" y="6595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1" name="Контур"/>
              <p:cNvSpPr/>
              <p:nvPr/>
            </p:nvSpPr>
            <p:spPr>
              <a:xfrm>
                <a:off x="6556940" y="9123775"/>
                <a:ext cx="113134" cy="78162"/>
              </a:xfrm>
              <a:custGeom>
                <a:avLst/>
                <a:gdLst/>
                <a:ahLst/>
                <a:cxnLst/>
                <a:rect l="l" t="t" r="r" b="b"/>
                <a:pathLst>
                  <a:path w="113134" h="78162">
                    <a:moveTo>
                      <a:pt x="14259" y="78162"/>
                    </a:moveTo>
                    <a:lnTo>
                      <a:pt x="0" y="49923"/>
                    </a:lnTo>
                    <a:lnTo>
                      <a:pt x="98876" y="0"/>
                    </a:lnTo>
                    <a:lnTo>
                      <a:pt x="113134" y="28239"/>
                    </a:lnTo>
                    <a:lnTo>
                      <a:pt x="14259" y="781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2" name="Контур"/>
              <p:cNvSpPr/>
              <p:nvPr/>
            </p:nvSpPr>
            <p:spPr>
              <a:xfrm>
                <a:off x="6571199" y="9130274"/>
                <a:ext cx="192840" cy="178173"/>
              </a:xfrm>
              <a:custGeom>
                <a:avLst/>
                <a:gdLst/>
                <a:ahLst/>
                <a:cxnLst/>
                <a:rect l="l" t="t" r="r" b="b"/>
                <a:pathLst>
                  <a:path w="192840" h="178173">
                    <a:moveTo>
                      <a:pt x="0" y="71663"/>
                    </a:moveTo>
                    <a:lnTo>
                      <a:pt x="98875" y="21740"/>
                    </a:lnTo>
                    <a:lnTo>
                      <a:pt x="141925" y="0"/>
                    </a:lnTo>
                    <a:lnTo>
                      <a:pt x="192840" y="100836"/>
                    </a:lnTo>
                    <a:lnTo>
                      <a:pt x="152919" y="120993"/>
                    </a:lnTo>
                    <a:lnTo>
                      <a:pt x="166106" y="147112"/>
                    </a:lnTo>
                    <a:lnTo>
                      <a:pt x="104590" y="178173"/>
                    </a:lnTo>
                    <a:lnTo>
                      <a:pt x="90757" y="150776"/>
                    </a:lnTo>
                    <a:lnTo>
                      <a:pt x="50268" y="171219"/>
                    </a:lnTo>
                    <a:lnTo>
                      <a:pt x="0" y="716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3" name="Контур"/>
              <p:cNvSpPr/>
              <p:nvPr/>
            </p:nvSpPr>
            <p:spPr>
              <a:xfrm>
                <a:off x="7684493" y="9185399"/>
                <a:ext cx="69642" cy="79918"/>
              </a:xfrm>
              <a:custGeom>
                <a:avLst/>
                <a:gdLst/>
                <a:ahLst/>
                <a:cxnLst/>
                <a:rect l="l" t="t" r="r" b="b"/>
                <a:pathLst>
                  <a:path w="69642" h="79918">
                    <a:moveTo>
                      <a:pt x="30130" y="79918"/>
                    </a:moveTo>
                    <a:lnTo>
                      <a:pt x="0" y="19803"/>
                    </a:lnTo>
                    <a:lnTo>
                      <a:pt x="39512" y="0"/>
                    </a:lnTo>
                    <a:lnTo>
                      <a:pt x="69642" y="60114"/>
                    </a:lnTo>
                    <a:lnTo>
                      <a:pt x="30130" y="799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4" name="Контур"/>
              <p:cNvSpPr/>
              <p:nvPr/>
            </p:nvSpPr>
            <p:spPr>
              <a:xfrm>
                <a:off x="6862219" y="8933873"/>
                <a:ext cx="190727" cy="241189"/>
              </a:xfrm>
              <a:custGeom>
                <a:avLst/>
                <a:gdLst/>
                <a:ahLst/>
                <a:cxnLst/>
                <a:rect l="l" t="t" r="r" b="b"/>
                <a:pathLst>
                  <a:path w="190727" h="241189">
                    <a:moveTo>
                      <a:pt x="190727" y="192369"/>
                    </a:moveTo>
                    <a:lnTo>
                      <a:pt x="90438" y="241189"/>
                    </a:lnTo>
                    <a:lnTo>
                      <a:pt x="0" y="43668"/>
                    </a:lnTo>
                    <a:lnTo>
                      <a:pt x="95807" y="0"/>
                    </a:lnTo>
                    <a:lnTo>
                      <a:pt x="144839" y="99022"/>
                    </a:lnTo>
                    <a:lnTo>
                      <a:pt x="167382" y="146456"/>
                    </a:lnTo>
                    <a:lnTo>
                      <a:pt x="190727" y="1923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5" name="Контур"/>
              <p:cNvSpPr/>
              <p:nvPr/>
            </p:nvSpPr>
            <p:spPr>
              <a:xfrm>
                <a:off x="7007058" y="8971497"/>
                <a:ext cx="150431" cy="108832"/>
              </a:xfrm>
              <a:custGeom>
                <a:avLst/>
                <a:gdLst/>
                <a:ahLst/>
                <a:cxnLst/>
                <a:rect l="l" t="t" r="r" b="b"/>
                <a:pathLst>
                  <a:path w="150431" h="108832">
                    <a:moveTo>
                      <a:pt x="128617" y="0"/>
                    </a:moveTo>
                    <a:lnTo>
                      <a:pt x="150431" y="48394"/>
                    </a:lnTo>
                    <a:lnTo>
                      <a:pt x="22543" y="108832"/>
                    </a:lnTo>
                    <a:lnTo>
                      <a:pt x="0" y="61398"/>
                    </a:lnTo>
                    <a:lnTo>
                      <a:pt x="12861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6" name="Контур"/>
              <p:cNvSpPr/>
              <p:nvPr/>
            </p:nvSpPr>
            <p:spPr>
              <a:xfrm>
                <a:off x="7084072" y="8810583"/>
                <a:ext cx="194277" cy="260663"/>
              </a:xfrm>
              <a:custGeom>
                <a:avLst/>
                <a:gdLst/>
                <a:ahLst/>
                <a:cxnLst/>
                <a:rect l="l" t="t" r="r" b="b"/>
                <a:pathLst>
                  <a:path w="194277" h="260663">
                    <a:moveTo>
                      <a:pt x="96180" y="260663"/>
                    </a:moveTo>
                    <a:lnTo>
                      <a:pt x="73417" y="209308"/>
                    </a:lnTo>
                    <a:lnTo>
                      <a:pt x="51603" y="160914"/>
                    </a:lnTo>
                    <a:lnTo>
                      <a:pt x="0" y="44305"/>
                    </a:lnTo>
                    <a:lnTo>
                      <a:pt x="97116" y="0"/>
                    </a:lnTo>
                    <a:lnTo>
                      <a:pt x="170709" y="161613"/>
                    </a:lnTo>
                    <a:lnTo>
                      <a:pt x="194277" y="212978"/>
                    </a:lnTo>
                    <a:lnTo>
                      <a:pt x="96180" y="2606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7" name="Контур"/>
              <p:cNvSpPr/>
              <p:nvPr/>
            </p:nvSpPr>
            <p:spPr>
              <a:xfrm>
                <a:off x="6264953" y="8771355"/>
                <a:ext cx="55948" cy="44960"/>
              </a:xfrm>
              <a:custGeom>
                <a:avLst/>
                <a:gdLst/>
                <a:ahLst/>
                <a:cxnLst/>
                <a:rect l="l" t="t" r="r" b="b"/>
                <a:pathLst>
                  <a:path w="55948" h="44960">
                    <a:moveTo>
                      <a:pt x="0" y="23633"/>
                    </a:moveTo>
                    <a:lnTo>
                      <a:pt x="44663" y="0"/>
                    </a:lnTo>
                    <a:lnTo>
                      <a:pt x="55948" y="21327"/>
                    </a:lnTo>
                    <a:lnTo>
                      <a:pt x="11285" y="44960"/>
                    </a:lnTo>
                    <a:lnTo>
                      <a:pt x="0" y="236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8" name="Контур"/>
              <p:cNvSpPr/>
              <p:nvPr/>
            </p:nvSpPr>
            <p:spPr>
              <a:xfrm>
                <a:off x="6309616" y="8747722"/>
                <a:ext cx="55948" cy="44960"/>
              </a:xfrm>
              <a:custGeom>
                <a:avLst/>
                <a:gdLst/>
                <a:ahLst/>
                <a:cxnLst/>
                <a:rect l="l" t="t" r="r" b="b"/>
                <a:pathLst>
                  <a:path w="55948" h="44960">
                    <a:moveTo>
                      <a:pt x="0" y="23633"/>
                    </a:moveTo>
                    <a:lnTo>
                      <a:pt x="44664" y="0"/>
                    </a:lnTo>
                    <a:lnTo>
                      <a:pt x="55948" y="21328"/>
                    </a:lnTo>
                    <a:lnTo>
                      <a:pt x="11285" y="44960"/>
                    </a:lnTo>
                    <a:lnTo>
                      <a:pt x="0" y="236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9" name="Контур"/>
              <p:cNvSpPr/>
              <p:nvPr/>
            </p:nvSpPr>
            <p:spPr>
              <a:xfrm>
                <a:off x="5828872" y="8314198"/>
                <a:ext cx="557062" cy="402236"/>
              </a:xfrm>
              <a:custGeom>
                <a:avLst/>
                <a:gdLst/>
                <a:ahLst/>
                <a:cxnLst/>
                <a:rect l="l" t="t" r="r" b="b"/>
                <a:pathLst>
                  <a:path w="557062" h="402236">
                    <a:moveTo>
                      <a:pt x="0" y="266121"/>
                    </a:moveTo>
                    <a:lnTo>
                      <a:pt x="481894" y="0"/>
                    </a:lnTo>
                    <a:lnTo>
                      <a:pt x="557062" y="136115"/>
                    </a:lnTo>
                    <a:lnTo>
                      <a:pt x="75169" y="402236"/>
                    </a:lnTo>
                    <a:lnTo>
                      <a:pt x="0" y="2661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0" name="Контур"/>
              <p:cNvSpPr/>
              <p:nvPr/>
            </p:nvSpPr>
            <p:spPr>
              <a:xfrm>
                <a:off x="5484073" y="8080020"/>
                <a:ext cx="294056" cy="319132"/>
              </a:xfrm>
              <a:custGeom>
                <a:avLst/>
                <a:gdLst/>
                <a:ahLst/>
                <a:cxnLst/>
                <a:rect l="l" t="t" r="r" b="b"/>
                <a:pathLst>
                  <a:path w="294056" h="319132">
                    <a:moveTo>
                      <a:pt x="294056" y="129640"/>
                    </a:moveTo>
                    <a:lnTo>
                      <a:pt x="253285" y="221282"/>
                    </a:lnTo>
                    <a:lnTo>
                      <a:pt x="62584" y="319132"/>
                    </a:lnTo>
                    <a:lnTo>
                      <a:pt x="48722" y="291423"/>
                    </a:lnTo>
                    <a:lnTo>
                      <a:pt x="0" y="196135"/>
                    </a:lnTo>
                    <a:lnTo>
                      <a:pt x="222568" y="82702"/>
                    </a:lnTo>
                    <a:lnTo>
                      <a:pt x="161692" y="26264"/>
                    </a:lnTo>
                    <a:lnTo>
                      <a:pt x="214190" y="0"/>
                    </a:lnTo>
                    <a:lnTo>
                      <a:pt x="294056" y="1296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1" name="Контур"/>
              <p:cNvSpPr/>
              <p:nvPr/>
            </p:nvSpPr>
            <p:spPr>
              <a:xfrm>
                <a:off x="6465029" y="8055895"/>
                <a:ext cx="514213" cy="328476"/>
              </a:xfrm>
              <a:custGeom>
                <a:avLst/>
                <a:gdLst/>
                <a:ahLst/>
                <a:cxnLst/>
                <a:rect l="l" t="t" r="r" b="b"/>
                <a:pathLst>
                  <a:path w="514213" h="328476">
                    <a:moveTo>
                      <a:pt x="34797" y="328476"/>
                    </a:moveTo>
                    <a:lnTo>
                      <a:pt x="0" y="263303"/>
                    </a:lnTo>
                    <a:lnTo>
                      <a:pt x="479291" y="0"/>
                    </a:lnTo>
                    <a:lnTo>
                      <a:pt x="514213" y="63084"/>
                    </a:lnTo>
                    <a:lnTo>
                      <a:pt x="34797" y="3284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2" name="Контур"/>
              <p:cNvSpPr/>
              <p:nvPr/>
            </p:nvSpPr>
            <p:spPr>
              <a:xfrm>
                <a:off x="6324302" y="7801904"/>
                <a:ext cx="620018" cy="517294"/>
              </a:xfrm>
              <a:custGeom>
                <a:avLst/>
                <a:gdLst/>
                <a:ahLst/>
                <a:cxnLst/>
                <a:rect l="l" t="t" r="r" b="b"/>
                <a:pathLst>
                  <a:path w="620018" h="517294">
                    <a:moveTo>
                      <a:pt x="620018" y="253991"/>
                    </a:moveTo>
                    <a:lnTo>
                      <a:pt x="140727" y="517294"/>
                    </a:lnTo>
                    <a:lnTo>
                      <a:pt x="0" y="265392"/>
                    </a:lnTo>
                    <a:lnTo>
                      <a:pt x="479415" y="0"/>
                    </a:lnTo>
                    <a:lnTo>
                      <a:pt x="489967" y="17675"/>
                    </a:lnTo>
                    <a:lnTo>
                      <a:pt x="620018" y="2539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3" name="Контур"/>
              <p:cNvSpPr/>
              <p:nvPr/>
            </p:nvSpPr>
            <p:spPr>
              <a:xfrm>
                <a:off x="6178577" y="8985032"/>
                <a:ext cx="152582" cy="168409"/>
              </a:xfrm>
              <a:custGeom>
                <a:avLst/>
                <a:gdLst/>
                <a:ahLst/>
                <a:cxnLst/>
                <a:rect l="l" t="t" r="r" b="b"/>
                <a:pathLst>
                  <a:path w="152582" h="168409">
                    <a:moveTo>
                      <a:pt x="96886" y="0"/>
                    </a:moveTo>
                    <a:lnTo>
                      <a:pt x="152582" y="125366"/>
                    </a:lnTo>
                    <a:lnTo>
                      <a:pt x="55696" y="168409"/>
                    </a:lnTo>
                    <a:lnTo>
                      <a:pt x="0" y="43044"/>
                    </a:lnTo>
                    <a:lnTo>
                      <a:pt x="968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4" name="Контур"/>
              <p:cNvSpPr/>
              <p:nvPr/>
            </p:nvSpPr>
            <p:spPr>
              <a:xfrm>
                <a:off x="5976043" y="8562458"/>
                <a:ext cx="820643" cy="572286"/>
              </a:xfrm>
              <a:custGeom>
                <a:avLst/>
                <a:gdLst/>
                <a:ahLst/>
                <a:cxnLst/>
                <a:rect l="l" t="t" r="r" b="b"/>
                <a:pathLst>
                  <a:path w="820643" h="572286">
                    <a:moveTo>
                      <a:pt x="0" y="413334"/>
                    </a:moveTo>
                    <a:lnTo>
                      <a:pt x="469782" y="177858"/>
                    </a:lnTo>
                    <a:lnTo>
                      <a:pt x="442298" y="123027"/>
                    </a:lnTo>
                    <a:lnTo>
                      <a:pt x="687741" y="0"/>
                    </a:lnTo>
                    <a:lnTo>
                      <a:pt x="706241" y="36907"/>
                    </a:lnTo>
                    <a:lnTo>
                      <a:pt x="728708" y="25646"/>
                    </a:lnTo>
                    <a:lnTo>
                      <a:pt x="741430" y="51025"/>
                    </a:lnTo>
                    <a:lnTo>
                      <a:pt x="720270" y="61631"/>
                    </a:lnTo>
                    <a:lnTo>
                      <a:pt x="820643" y="261878"/>
                    </a:lnTo>
                    <a:lnTo>
                      <a:pt x="710790" y="316941"/>
                    </a:lnTo>
                    <a:lnTo>
                      <a:pt x="659889" y="215391"/>
                    </a:lnTo>
                    <a:lnTo>
                      <a:pt x="88187" y="501953"/>
                    </a:lnTo>
                    <a:lnTo>
                      <a:pt x="114654" y="554753"/>
                    </a:lnTo>
                    <a:lnTo>
                      <a:pt x="79673" y="572286"/>
                    </a:lnTo>
                    <a:lnTo>
                      <a:pt x="0" y="4133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5" name="Контур"/>
              <p:cNvSpPr/>
              <p:nvPr/>
            </p:nvSpPr>
            <p:spPr>
              <a:xfrm>
                <a:off x="6117357" y="9037581"/>
                <a:ext cx="65428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65428" h="73800">
                    <a:moveTo>
                      <a:pt x="36923" y="0"/>
                    </a:moveTo>
                    <a:lnTo>
                      <a:pt x="65428" y="54480"/>
                    </a:lnTo>
                    <a:lnTo>
                      <a:pt x="28504" y="73800"/>
                    </a:lnTo>
                    <a:lnTo>
                      <a:pt x="0" y="19318"/>
                    </a:lnTo>
                    <a:lnTo>
                      <a:pt x="3692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6" name="Контур"/>
              <p:cNvSpPr/>
              <p:nvPr/>
            </p:nvSpPr>
            <p:spPr>
              <a:xfrm>
                <a:off x="5653058" y="8939990"/>
                <a:ext cx="189630" cy="132129"/>
              </a:xfrm>
              <a:custGeom>
                <a:avLst/>
                <a:gdLst/>
                <a:ahLst/>
                <a:cxnLst/>
                <a:rect l="l" t="t" r="r" b="b"/>
                <a:pathLst>
                  <a:path w="189630" h="132129">
                    <a:moveTo>
                      <a:pt x="189630" y="40941"/>
                    </a:moveTo>
                    <a:lnTo>
                      <a:pt x="22320" y="132129"/>
                    </a:lnTo>
                    <a:lnTo>
                      <a:pt x="0" y="91188"/>
                    </a:lnTo>
                    <a:lnTo>
                      <a:pt x="167310" y="0"/>
                    </a:lnTo>
                    <a:lnTo>
                      <a:pt x="189630" y="409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7" name="Контур"/>
              <p:cNvSpPr/>
              <p:nvPr/>
            </p:nvSpPr>
            <p:spPr>
              <a:xfrm>
                <a:off x="5147891" y="8484897"/>
                <a:ext cx="596160" cy="493002"/>
              </a:xfrm>
              <a:custGeom>
                <a:avLst/>
                <a:gdLst/>
                <a:ahLst/>
                <a:cxnLst/>
                <a:rect l="l" t="t" r="r" b="b"/>
                <a:pathLst>
                  <a:path w="596160" h="493002">
                    <a:moveTo>
                      <a:pt x="465964" y="0"/>
                    </a:moveTo>
                    <a:lnTo>
                      <a:pt x="596160" y="236703"/>
                    </a:lnTo>
                    <a:lnTo>
                      <a:pt x="130196" y="493002"/>
                    </a:lnTo>
                    <a:lnTo>
                      <a:pt x="0" y="256299"/>
                    </a:lnTo>
                    <a:lnTo>
                      <a:pt x="46596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8" name="Контур"/>
              <p:cNvSpPr/>
              <p:nvPr/>
            </p:nvSpPr>
            <p:spPr>
              <a:xfrm>
                <a:off x="5911671" y="8868591"/>
                <a:ext cx="97626" cy="76281"/>
              </a:xfrm>
              <a:custGeom>
                <a:avLst/>
                <a:gdLst/>
                <a:ahLst/>
                <a:cxnLst/>
                <a:rect l="l" t="t" r="r" b="b"/>
                <a:pathLst>
                  <a:path w="97626" h="76281">
                    <a:moveTo>
                      <a:pt x="0" y="40769"/>
                    </a:moveTo>
                    <a:lnTo>
                      <a:pt x="79390" y="0"/>
                    </a:lnTo>
                    <a:lnTo>
                      <a:pt x="97626" y="35513"/>
                    </a:lnTo>
                    <a:lnTo>
                      <a:pt x="18235" y="76281"/>
                    </a:lnTo>
                    <a:lnTo>
                      <a:pt x="0" y="407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9" name="Контур"/>
              <p:cNvSpPr/>
              <p:nvPr/>
            </p:nvSpPr>
            <p:spPr>
              <a:xfrm>
                <a:off x="5783779" y="9309061"/>
                <a:ext cx="53111" cy="67536"/>
              </a:xfrm>
              <a:custGeom>
                <a:avLst/>
                <a:gdLst/>
                <a:ahLst/>
                <a:cxnLst/>
                <a:rect l="l" t="t" r="r" b="b"/>
                <a:pathLst>
                  <a:path w="53111" h="67536">
                    <a:moveTo>
                      <a:pt x="0" y="12533"/>
                    </a:moveTo>
                    <a:lnTo>
                      <a:pt x="30538" y="0"/>
                    </a:lnTo>
                    <a:lnTo>
                      <a:pt x="53111" y="55004"/>
                    </a:lnTo>
                    <a:lnTo>
                      <a:pt x="22574" y="67536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0" name="Контур"/>
              <p:cNvSpPr/>
              <p:nvPr/>
            </p:nvSpPr>
            <p:spPr>
              <a:xfrm>
                <a:off x="6144494" y="9255269"/>
                <a:ext cx="90486" cy="82359"/>
              </a:xfrm>
              <a:custGeom>
                <a:avLst/>
                <a:gdLst/>
                <a:ahLst/>
                <a:cxnLst/>
                <a:rect l="l" t="t" r="r" b="b"/>
                <a:pathLst>
                  <a:path w="90486" h="82359">
                    <a:moveTo>
                      <a:pt x="23607" y="82359"/>
                    </a:moveTo>
                    <a:lnTo>
                      <a:pt x="0" y="30357"/>
                    </a:lnTo>
                    <a:lnTo>
                      <a:pt x="66879" y="0"/>
                    </a:lnTo>
                    <a:lnTo>
                      <a:pt x="90486" y="51993"/>
                    </a:lnTo>
                    <a:lnTo>
                      <a:pt x="23607" y="823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1" name="Контур"/>
              <p:cNvSpPr/>
              <p:nvPr/>
            </p:nvSpPr>
            <p:spPr>
              <a:xfrm>
                <a:off x="5567850" y="9350516"/>
                <a:ext cx="47794" cy="37532"/>
              </a:xfrm>
              <a:custGeom>
                <a:avLst/>
                <a:gdLst/>
                <a:ahLst/>
                <a:cxnLst/>
                <a:rect l="l" t="t" r="r" b="b"/>
                <a:pathLst>
                  <a:path w="47794" h="37532">
                    <a:moveTo>
                      <a:pt x="8985" y="37532"/>
                    </a:moveTo>
                    <a:lnTo>
                      <a:pt x="0" y="16895"/>
                    </a:lnTo>
                    <a:lnTo>
                      <a:pt x="38811" y="0"/>
                    </a:lnTo>
                    <a:lnTo>
                      <a:pt x="47794" y="20637"/>
                    </a:lnTo>
                    <a:lnTo>
                      <a:pt x="8985" y="375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2" name="Контур"/>
              <p:cNvSpPr/>
              <p:nvPr/>
            </p:nvSpPr>
            <p:spPr>
              <a:xfrm>
                <a:off x="6168101" y="9307262"/>
                <a:ext cx="81045" cy="61578"/>
              </a:xfrm>
              <a:custGeom>
                <a:avLst/>
                <a:gdLst/>
                <a:ahLst/>
                <a:cxnLst/>
                <a:rect l="l" t="t" r="r" b="b"/>
                <a:pathLst>
                  <a:path w="81045" h="61578">
                    <a:moveTo>
                      <a:pt x="66879" y="0"/>
                    </a:moveTo>
                    <a:lnTo>
                      <a:pt x="81045" y="31212"/>
                    </a:lnTo>
                    <a:lnTo>
                      <a:pt x="14166" y="61578"/>
                    </a:lnTo>
                    <a:lnTo>
                      <a:pt x="0" y="30366"/>
                    </a:lnTo>
                    <a:lnTo>
                      <a:pt x="6687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3" name="Контур"/>
              <p:cNvSpPr/>
              <p:nvPr/>
            </p:nvSpPr>
            <p:spPr>
              <a:xfrm>
                <a:off x="5753240" y="9321594"/>
                <a:ext cx="53113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3" h="67537">
                    <a:moveTo>
                      <a:pt x="0" y="12533"/>
                    </a:moveTo>
                    <a:lnTo>
                      <a:pt x="30539" y="0"/>
                    </a:lnTo>
                    <a:lnTo>
                      <a:pt x="53113" y="55003"/>
                    </a:lnTo>
                    <a:lnTo>
                      <a:pt x="22574" y="67537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4" name="Контур"/>
              <p:cNvSpPr/>
              <p:nvPr/>
            </p:nvSpPr>
            <p:spPr>
              <a:xfrm>
                <a:off x="6362790" y="9127688"/>
                <a:ext cx="195651" cy="186550"/>
              </a:xfrm>
              <a:custGeom>
                <a:avLst/>
                <a:gdLst/>
                <a:ahLst/>
                <a:cxnLst/>
                <a:rect l="l" t="t" r="r" b="b"/>
                <a:pathLst>
                  <a:path w="195651" h="186550">
                    <a:moveTo>
                      <a:pt x="0" y="63827"/>
                    </a:moveTo>
                    <a:lnTo>
                      <a:pt x="131629" y="0"/>
                    </a:lnTo>
                    <a:lnTo>
                      <a:pt x="195651" y="130115"/>
                    </a:lnTo>
                    <a:lnTo>
                      <a:pt x="73873" y="186550"/>
                    </a:lnTo>
                    <a:lnTo>
                      <a:pt x="30446" y="97308"/>
                    </a:lnTo>
                    <a:lnTo>
                      <a:pt x="17910" y="103578"/>
                    </a:lnTo>
                    <a:lnTo>
                      <a:pt x="0" y="638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5" name="Контур"/>
              <p:cNvSpPr/>
              <p:nvPr/>
            </p:nvSpPr>
            <p:spPr>
              <a:xfrm>
                <a:off x="4348409" y="8527350"/>
                <a:ext cx="124405" cy="146394"/>
              </a:xfrm>
              <a:custGeom>
                <a:avLst/>
                <a:gdLst/>
                <a:ahLst/>
                <a:cxnLst/>
                <a:rect l="l" t="t" r="r" b="b"/>
                <a:pathLst>
                  <a:path w="124405" h="146394">
                    <a:moveTo>
                      <a:pt x="71069" y="146394"/>
                    </a:moveTo>
                    <a:lnTo>
                      <a:pt x="0" y="32968"/>
                    </a:lnTo>
                    <a:lnTo>
                      <a:pt x="53613" y="0"/>
                    </a:lnTo>
                    <a:lnTo>
                      <a:pt x="124405" y="113440"/>
                    </a:lnTo>
                    <a:lnTo>
                      <a:pt x="71069" y="1463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6" name="Контур"/>
              <p:cNvSpPr/>
              <p:nvPr/>
            </p:nvSpPr>
            <p:spPr>
              <a:xfrm>
                <a:off x="4746051" y="8303405"/>
                <a:ext cx="207211" cy="242290"/>
              </a:xfrm>
              <a:custGeom>
                <a:avLst/>
                <a:gdLst/>
                <a:ahLst/>
                <a:cxnLst/>
                <a:rect l="l" t="t" r="r" b="b"/>
                <a:pathLst>
                  <a:path w="207211" h="242290">
                    <a:moveTo>
                      <a:pt x="0" y="29075"/>
                    </a:moveTo>
                    <a:lnTo>
                      <a:pt x="55171" y="0"/>
                    </a:lnTo>
                    <a:lnTo>
                      <a:pt x="130978" y="2529"/>
                    </a:lnTo>
                    <a:lnTo>
                      <a:pt x="207211" y="155911"/>
                    </a:lnTo>
                    <a:lnTo>
                      <a:pt x="165944" y="214900"/>
                    </a:lnTo>
                    <a:lnTo>
                      <a:pt x="114982" y="242290"/>
                    </a:lnTo>
                    <a:lnTo>
                      <a:pt x="0" y="290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7" name="Контур"/>
              <p:cNvSpPr/>
              <p:nvPr/>
            </p:nvSpPr>
            <p:spPr>
              <a:xfrm>
                <a:off x="4201271" y="8235675"/>
                <a:ext cx="403261" cy="301166"/>
              </a:xfrm>
              <a:custGeom>
                <a:avLst/>
                <a:gdLst/>
                <a:ahLst/>
                <a:cxnLst/>
                <a:rect l="l" t="t" r="r" b="b"/>
                <a:pathLst>
                  <a:path w="403261" h="301166">
                    <a:moveTo>
                      <a:pt x="0" y="220146"/>
                    </a:moveTo>
                    <a:lnTo>
                      <a:pt x="355792" y="0"/>
                    </a:lnTo>
                    <a:lnTo>
                      <a:pt x="403261" y="87165"/>
                    </a:lnTo>
                    <a:lnTo>
                      <a:pt x="110421" y="267085"/>
                    </a:lnTo>
                    <a:lnTo>
                      <a:pt x="56127" y="301166"/>
                    </a:lnTo>
                    <a:lnTo>
                      <a:pt x="17870" y="245290"/>
                    </a:lnTo>
                    <a:lnTo>
                      <a:pt x="0" y="2201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8" name="Контур"/>
              <p:cNvSpPr/>
              <p:nvPr/>
            </p:nvSpPr>
            <p:spPr>
              <a:xfrm>
                <a:off x="4550117" y="8501744"/>
                <a:ext cx="128250" cy="111564"/>
              </a:xfrm>
              <a:custGeom>
                <a:avLst/>
                <a:gdLst/>
                <a:ahLst/>
                <a:cxnLst/>
                <a:rect l="l" t="t" r="r" b="b"/>
                <a:pathLst>
                  <a:path w="128250" h="111564">
                    <a:moveTo>
                      <a:pt x="128250" y="62604"/>
                    </a:moveTo>
                    <a:lnTo>
                      <a:pt x="31779" y="111564"/>
                    </a:lnTo>
                    <a:lnTo>
                      <a:pt x="0" y="48960"/>
                    </a:lnTo>
                    <a:lnTo>
                      <a:pt x="96480" y="0"/>
                    </a:lnTo>
                    <a:lnTo>
                      <a:pt x="128250" y="62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9" name="Контур"/>
              <p:cNvSpPr/>
              <p:nvPr/>
            </p:nvSpPr>
            <p:spPr>
              <a:xfrm>
                <a:off x="3573242" y="8001863"/>
                <a:ext cx="484143" cy="354252"/>
              </a:xfrm>
              <a:custGeom>
                <a:avLst/>
                <a:gdLst/>
                <a:ahLst/>
                <a:cxnLst/>
                <a:rect l="l" t="t" r="r" b="b"/>
                <a:pathLst>
                  <a:path w="484143" h="354252">
                    <a:moveTo>
                      <a:pt x="47755" y="354252"/>
                    </a:moveTo>
                    <a:lnTo>
                      <a:pt x="0" y="279761"/>
                    </a:lnTo>
                    <a:lnTo>
                      <a:pt x="436388" y="0"/>
                    </a:lnTo>
                    <a:lnTo>
                      <a:pt x="484143" y="74493"/>
                    </a:lnTo>
                    <a:lnTo>
                      <a:pt x="47755" y="3542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0" name="Контур"/>
              <p:cNvSpPr/>
              <p:nvPr/>
            </p:nvSpPr>
            <p:spPr>
              <a:xfrm>
                <a:off x="4649962" y="7979781"/>
                <a:ext cx="325210" cy="352699"/>
              </a:xfrm>
              <a:custGeom>
                <a:avLst/>
                <a:gdLst/>
                <a:ahLst/>
                <a:cxnLst/>
                <a:rect l="l" t="t" r="r" b="b"/>
                <a:pathLst>
                  <a:path w="325210" h="352699">
                    <a:moveTo>
                      <a:pt x="0" y="168389"/>
                    </a:moveTo>
                    <a:lnTo>
                      <a:pt x="273830" y="0"/>
                    </a:lnTo>
                    <a:lnTo>
                      <a:pt x="325210" y="91860"/>
                    </a:lnTo>
                    <a:lnTo>
                      <a:pt x="102617" y="223895"/>
                    </a:lnTo>
                    <a:lnTo>
                      <a:pt x="151260" y="323624"/>
                    </a:lnTo>
                    <a:lnTo>
                      <a:pt x="96089" y="352699"/>
                    </a:lnTo>
                    <a:lnTo>
                      <a:pt x="0" y="1683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1" name="Контур"/>
              <p:cNvSpPr/>
              <p:nvPr/>
            </p:nvSpPr>
            <p:spPr>
              <a:xfrm>
                <a:off x="3579958" y="8929541"/>
                <a:ext cx="66132" cy="70602"/>
              </a:xfrm>
              <a:custGeom>
                <a:avLst/>
                <a:gdLst/>
                <a:ahLst/>
                <a:cxnLst/>
                <a:rect l="l" t="t" r="r" b="b"/>
                <a:pathLst>
                  <a:path w="66132" h="70602">
                    <a:moveTo>
                      <a:pt x="0" y="21444"/>
                    </a:moveTo>
                    <a:lnTo>
                      <a:pt x="39329" y="0"/>
                    </a:lnTo>
                    <a:lnTo>
                      <a:pt x="66132" y="49158"/>
                    </a:lnTo>
                    <a:lnTo>
                      <a:pt x="26803" y="70602"/>
                    </a:lnTo>
                    <a:lnTo>
                      <a:pt x="0" y="21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2" name="Контур"/>
              <p:cNvSpPr/>
              <p:nvPr/>
            </p:nvSpPr>
            <p:spPr>
              <a:xfrm>
                <a:off x="3579958" y="8929541"/>
                <a:ext cx="66132" cy="70602"/>
              </a:xfrm>
              <a:custGeom>
                <a:avLst/>
                <a:gdLst/>
                <a:ahLst/>
                <a:cxnLst/>
                <a:rect l="l" t="t" r="r" b="b"/>
                <a:pathLst>
                  <a:path w="66132" h="70602">
                    <a:moveTo>
                      <a:pt x="0" y="21444"/>
                    </a:moveTo>
                    <a:lnTo>
                      <a:pt x="39329" y="0"/>
                    </a:lnTo>
                    <a:lnTo>
                      <a:pt x="66132" y="49158"/>
                    </a:lnTo>
                    <a:lnTo>
                      <a:pt x="26803" y="70602"/>
                    </a:lnTo>
                    <a:lnTo>
                      <a:pt x="0" y="21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3" name="Контур"/>
              <p:cNvSpPr/>
              <p:nvPr/>
            </p:nvSpPr>
            <p:spPr>
              <a:xfrm>
                <a:off x="3756027" y="8435706"/>
                <a:ext cx="668688" cy="488807"/>
              </a:xfrm>
              <a:custGeom>
                <a:avLst/>
                <a:gdLst/>
                <a:ahLst/>
                <a:cxnLst/>
                <a:rect l="l" t="t" r="r" b="b"/>
                <a:pathLst>
                  <a:path w="668688" h="488807">
                    <a:moveTo>
                      <a:pt x="0" y="268752"/>
                    </a:moveTo>
                    <a:lnTo>
                      <a:pt x="431282" y="0"/>
                    </a:lnTo>
                    <a:lnTo>
                      <a:pt x="445244" y="20115"/>
                    </a:lnTo>
                    <a:lnTo>
                      <a:pt x="463114" y="45259"/>
                    </a:lnTo>
                    <a:lnTo>
                      <a:pt x="501371" y="101135"/>
                    </a:lnTo>
                    <a:lnTo>
                      <a:pt x="604963" y="272114"/>
                    </a:lnTo>
                    <a:lnTo>
                      <a:pt x="618507" y="263449"/>
                    </a:lnTo>
                    <a:lnTo>
                      <a:pt x="668688" y="342374"/>
                    </a:lnTo>
                    <a:lnTo>
                      <a:pt x="605857" y="383020"/>
                    </a:lnTo>
                    <a:lnTo>
                      <a:pt x="546251" y="290880"/>
                    </a:lnTo>
                    <a:lnTo>
                      <a:pt x="240293" y="488807"/>
                    </a:lnTo>
                    <a:lnTo>
                      <a:pt x="113929" y="305073"/>
                    </a:lnTo>
                    <a:lnTo>
                      <a:pt x="83771" y="324630"/>
                    </a:lnTo>
                    <a:lnTo>
                      <a:pt x="99967" y="351451"/>
                    </a:lnTo>
                    <a:lnTo>
                      <a:pt x="66458" y="372125"/>
                    </a:lnTo>
                    <a:lnTo>
                      <a:pt x="0" y="2687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4" name="Контур"/>
              <p:cNvSpPr/>
              <p:nvPr/>
            </p:nvSpPr>
            <p:spPr>
              <a:xfrm>
                <a:off x="4257398" y="8502760"/>
                <a:ext cx="162080" cy="205060"/>
              </a:xfrm>
              <a:custGeom>
                <a:avLst/>
                <a:gdLst/>
                <a:ahLst/>
                <a:cxnLst/>
                <a:rect l="l" t="t" r="r" b="b"/>
                <a:pathLst>
                  <a:path w="162080" h="205060">
                    <a:moveTo>
                      <a:pt x="54294" y="0"/>
                    </a:moveTo>
                    <a:lnTo>
                      <a:pt x="91011" y="57558"/>
                    </a:lnTo>
                    <a:lnTo>
                      <a:pt x="162080" y="170984"/>
                    </a:lnTo>
                    <a:lnTo>
                      <a:pt x="117136" y="196395"/>
                    </a:lnTo>
                    <a:lnTo>
                      <a:pt x="103592" y="205060"/>
                    </a:lnTo>
                    <a:lnTo>
                      <a:pt x="0" y="34081"/>
                    </a:lnTo>
                    <a:lnTo>
                      <a:pt x="542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5" name="Контур"/>
              <p:cNvSpPr/>
              <p:nvPr/>
            </p:nvSpPr>
            <p:spPr>
              <a:xfrm>
                <a:off x="4622259" y="8578075"/>
                <a:ext cx="261219" cy="303583"/>
              </a:xfrm>
              <a:custGeom>
                <a:avLst/>
                <a:gdLst/>
                <a:ahLst/>
                <a:cxnLst/>
                <a:rect l="l" t="t" r="r" b="b"/>
                <a:pathLst>
                  <a:path w="261219" h="303583">
                    <a:moveTo>
                      <a:pt x="261219" y="229963"/>
                    </a:moveTo>
                    <a:lnTo>
                      <a:pt x="141356" y="303583"/>
                    </a:lnTo>
                    <a:lnTo>
                      <a:pt x="0" y="74448"/>
                    </a:lnTo>
                    <a:lnTo>
                      <a:pt x="119036" y="0"/>
                    </a:lnTo>
                    <a:lnTo>
                      <a:pt x="261219" y="2299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6" name="Контур"/>
              <p:cNvSpPr/>
              <p:nvPr/>
            </p:nvSpPr>
            <p:spPr>
              <a:xfrm>
                <a:off x="4861033" y="8480993"/>
                <a:ext cx="338433" cy="219349"/>
              </a:xfrm>
              <a:custGeom>
                <a:avLst/>
                <a:gdLst/>
                <a:ahLst/>
                <a:cxnLst/>
                <a:rect l="l" t="t" r="r" b="b"/>
                <a:pathLst>
                  <a:path w="338433" h="219349">
                    <a:moveTo>
                      <a:pt x="0" y="64702"/>
                    </a:moveTo>
                    <a:lnTo>
                      <a:pt x="50962" y="37312"/>
                    </a:lnTo>
                    <a:lnTo>
                      <a:pt x="101079" y="135494"/>
                    </a:lnTo>
                    <a:lnTo>
                      <a:pt x="234481" y="71073"/>
                    </a:lnTo>
                    <a:lnTo>
                      <a:pt x="217448" y="33274"/>
                    </a:lnTo>
                    <a:lnTo>
                      <a:pt x="286911" y="0"/>
                    </a:lnTo>
                    <a:lnTo>
                      <a:pt x="338433" y="105022"/>
                    </a:lnTo>
                    <a:lnTo>
                      <a:pt x="277674" y="138523"/>
                    </a:lnTo>
                    <a:lnTo>
                      <a:pt x="268581" y="122393"/>
                    </a:lnTo>
                    <a:lnTo>
                      <a:pt x="84233" y="219349"/>
                    </a:lnTo>
                    <a:lnTo>
                      <a:pt x="0" y="647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7" name="Контур"/>
              <p:cNvSpPr/>
              <p:nvPr/>
            </p:nvSpPr>
            <p:spPr>
              <a:xfrm>
                <a:off x="3757081" y="9204368"/>
                <a:ext cx="118903" cy="97041"/>
              </a:xfrm>
              <a:custGeom>
                <a:avLst/>
                <a:gdLst/>
                <a:ahLst/>
                <a:cxnLst/>
                <a:rect l="l" t="t" r="r" b="b"/>
                <a:pathLst>
                  <a:path w="118903" h="97041">
                    <a:moveTo>
                      <a:pt x="96680" y="0"/>
                    </a:moveTo>
                    <a:lnTo>
                      <a:pt x="118903" y="34176"/>
                    </a:lnTo>
                    <a:lnTo>
                      <a:pt x="22222" y="97041"/>
                    </a:lnTo>
                    <a:lnTo>
                      <a:pt x="0" y="62865"/>
                    </a:lnTo>
                    <a:lnTo>
                      <a:pt x="9668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8" name="Контур"/>
              <p:cNvSpPr/>
              <p:nvPr/>
            </p:nvSpPr>
            <p:spPr>
              <a:xfrm>
                <a:off x="3728757" y="9141351"/>
                <a:ext cx="150860" cy="125882"/>
              </a:xfrm>
              <a:custGeom>
                <a:avLst/>
                <a:gdLst/>
                <a:ahLst/>
                <a:cxnLst/>
                <a:rect l="l" t="t" r="r" b="b"/>
                <a:pathLst>
                  <a:path w="150860" h="125882">
                    <a:moveTo>
                      <a:pt x="28324" y="125882"/>
                    </a:moveTo>
                    <a:lnTo>
                      <a:pt x="0" y="79985"/>
                    </a:lnTo>
                    <a:lnTo>
                      <a:pt x="123102" y="0"/>
                    </a:lnTo>
                    <a:lnTo>
                      <a:pt x="150860" y="45274"/>
                    </a:lnTo>
                    <a:lnTo>
                      <a:pt x="125004" y="63017"/>
                    </a:lnTo>
                    <a:lnTo>
                      <a:pt x="28324" y="1258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9" name="Контур"/>
              <p:cNvSpPr/>
              <p:nvPr/>
            </p:nvSpPr>
            <p:spPr>
              <a:xfrm>
                <a:off x="4109110" y="9055232"/>
                <a:ext cx="166196" cy="166740"/>
              </a:xfrm>
              <a:custGeom>
                <a:avLst/>
                <a:gdLst/>
                <a:ahLst/>
                <a:cxnLst/>
                <a:rect l="l" t="t" r="r" b="b"/>
                <a:pathLst>
                  <a:path w="166196" h="166740">
                    <a:moveTo>
                      <a:pt x="99631" y="0"/>
                    </a:moveTo>
                    <a:lnTo>
                      <a:pt x="166196" y="101220"/>
                    </a:lnTo>
                    <a:lnTo>
                      <a:pt x="66565" y="166740"/>
                    </a:lnTo>
                    <a:lnTo>
                      <a:pt x="0" y="65521"/>
                    </a:lnTo>
                    <a:lnTo>
                      <a:pt x="9963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0" name="Контур"/>
              <p:cNvSpPr/>
              <p:nvPr/>
            </p:nvSpPr>
            <p:spPr>
              <a:xfrm>
                <a:off x="3620246" y="8982352"/>
                <a:ext cx="153711" cy="152953"/>
              </a:xfrm>
              <a:custGeom>
                <a:avLst/>
                <a:gdLst/>
                <a:ahLst/>
                <a:cxnLst/>
                <a:rect l="l" t="t" r="r" b="b"/>
                <a:pathLst>
                  <a:path w="153711" h="152953">
                    <a:moveTo>
                      <a:pt x="0" y="58372"/>
                    </a:moveTo>
                    <a:lnTo>
                      <a:pt x="96501" y="0"/>
                    </a:lnTo>
                    <a:lnTo>
                      <a:pt x="153711" y="94580"/>
                    </a:lnTo>
                    <a:lnTo>
                      <a:pt x="57211" y="152953"/>
                    </a:lnTo>
                    <a:lnTo>
                      <a:pt x="0" y="583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1" name="Контур"/>
              <p:cNvSpPr/>
              <p:nvPr/>
            </p:nvSpPr>
            <p:spPr>
              <a:xfrm>
                <a:off x="5113429" y="9037059"/>
                <a:ext cx="95304" cy="72609"/>
              </a:xfrm>
              <a:custGeom>
                <a:avLst/>
                <a:gdLst/>
                <a:ahLst/>
                <a:cxnLst/>
                <a:rect l="l" t="t" r="r" b="b"/>
                <a:pathLst>
                  <a:path w="95304" h="72609">
                    <a:moveTo>
                      <a:pt x="11444" y="72609"/>
                    </a:moveTo>
                    <a:lnTo>
                      <a:pt x="0" y="17372"/>
                    </a:lnTo>
                    <a:lnTo>
                      <a:pt x="83861" y="0"/>
                    </a:lnTo>
                    <a:lnTo>
                      <a:pt x="95304" y="55236"/>
                    </a:lnTo>
                    <a:lnTo>
                      <a:pt x="11444" y="726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2" name="Контур"/>
              <p:cNvSpPr/>
              <p:nvPr/>
            </p:nvSpPr>
            <p:spPr>
              <a:xfrm>
                <a:off x="3996320" y="8726586"/>
                <a:ext cx="365564" cy="276009"/>
              </a:xfrm>
              <a:custGeom>
                <a:avLst/>
                <a:gdLst/>
                <a:ahLst/>
                <a:cxnLst/>
                <a:rect l="l" t="t" r="r" b="b"/>
                <a:pathLst>
                  <a:path w="365564" h="276009">
                    <a:moveTo>
                      <a:pt x="0" y="197927"/>
                    </a:moveTo>
                    <a:lnTo>
                      <a:pt x="305958" y="0"/>
                    </a:lnTo>
                    <a:lnTo>
                      <a:pt x="365564" y="92140"/>
                    </a:lnTo>
                    <a:lnTo>
                      <a:pt x="54207" y="276009"/>
                    </a:lnTo>
                    <a:lnTo>
                      <a:pt x="0" y="1979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3" name="Контур"/>
              <p:cNvSpPr/>
              <p:nvPr/>
            </p:nvSpPr>
            <p:spPr>
              <a:xfrm>
                <a:off x="6925137" y="6786918"/>
                <a:ext cx="252779" cy="315303"/>
              </a:xfrm>
              <a:custGeom>
                <a:avLst/>
                <a:gdLst/>
                <a:ahLst/>
                <a:cxnLst/>
                <a:rect l="l" t="t" r="r" b="b"/>
                <a:pathLst>
                  <a:path w="252779" h="315303">
                    <a:moveTo>
                      <a:pt x="124341" y="315303"/>
                    </a:moveTo>
                    <a:lnTo>
                      <a:pt x="0" y="63270"/>
                    </a:lnTo>
                    <a:lnTo>
                      <a:pt x="128853" y="0"/>
                    </a:lnTo>
                    <a:lnTo>
                      <a:pt x="252779" y="252188"/>
                    </a:lnTo>
                    <a:lnTo>
                      <a:pt x="124341" y="315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4" name="Контур"/>
              <p:cNvSpPr/>
              <p:nvPr/>
            </p:nvSpPr>
            <p:spPr>
              <a:xfrm>
                <a:off x="7970151" y="5723055"/>
                <a:ext cx="573731" cy="763481"/>
              </a:xfrm>
              <a:custGeom>
                <a:avLst/>
                <a:gdLst/>
                <a:ahLst/>
                <a:cxnLst/>
                <a:rect l="l" t="t" r="r" b="b"/>
                <a:pathLst>
                  <a:path w="573731" h="763481">
                    <a:moveTo>
                      <a:pt x="342416" y="763481"/>
                    </a:moveTo>
                    <a:lnTo>
                      <a:pt x="286526" y="645689"/>
                    </a:lnTo>
                    <a:lnTo>
                      <a:pt x="226046" y="674849"/>
                    </a:lnTo>
                    <a:lnTo>
                      <a:pt x="0" y="192547"/>
                    </a:lnTo>
                    <a:lnTo>
                      <a:pt x="391944" y="0"/>
                    </a:lnTo>
                    <a:lnTo>
                      <a:pt x="425953" y="71414"/>
                    </a:lnTo>
                    <a:lnTo>
                      <a:pt x="348239" y="109739"/>
                    </a:lnTo>
                    <a:lnTo>
                      <a:pt x="466348" y="359756"/>
                    </a:lnTo>
                    <a:lnTo>
                      <a:pt x="448560" y="367957"/>
                    </a:lnTo>
                    <a:lnTo>
                      <a:pt x="414323" y="383937"/>
                    </a:lnTo>
                    <a:lnTo>
                      <a:pt x="437975" y="434679"/>
                    </a:lnTo>
                    <a:lnTo>
                      <a:pt x="452061" y="464903"/>
                    </a:lnTo>
                    <a:lnTo>
                      <a:pt x="474782" y="513738"/>
                    </a:lnTo>
                    <a:lnTo>
                      <a:pt x="508682" y="497698"/>
                    </a:lnTo>
                    <a:lnTo>
                      <a:pt x="573731" y="642914"/>
                    </a:lnTo>
                    <a:lnTo>
                      <a:pt x="548171" y="655426"/>
                    </a:lnTo>
                    <a:lnTo>
                      <a:pt x="553137" y="665362"/>
                    </a:lnTo>
                    <a:lnTo>
                      <a:pt x="342416" y="7634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5" name="Контур"/>
              <p:cNvSpPr/>
              <p:nvPr/>
            </p:nvSpPr>
            <p:spPr>
              <a:xfrm>
                <a:off x="7370632" y="5929681"/>
                <a:ext cx="864571" cy="1002094"/>
              </a:xfrm>
              <a:custGeom>
                <a:avLst/>
                <a:gdLst/>
                <a:ahLst/>
                <a:cxnLst/>
                <a:rect l="l" t="t" r="r" b="b"/>
                <a:pathLst>
                  <a:path w="864571" h="1002094">
                    <a:moveTo>
                      <a:pt x="275629" y="1002094"/>
                    </a:moveTo>
                    <a:lnTo>
                      <a:pt x="0" y="415151"/>
                    </a:lnTo>
                    <a:lnTo>
                      <a:pt x="95917" y="370609"/>
                    </a:lnTo>
                    <a:lnTo>
                      <a:pt x="36742" y="243142"/>
                    </a:lnTo>
                    <a:lnTo>
                      <a:pt x="359077" y="87694"/>
                    </a:lnTo>
                    <a:lnTo>
                      <a:pt x="348511" y="65401"/>
                    </a:lnTo>
                    <a:lnTo>
                      <a:pt x="397066" y="42586"/>
                    </a:lnTo>
                    <a:lnTo>
                      <a:pt x="409423" y="69163"/>
                    </a:lnTo>
                    <a:lnTo>
                      <a:pt x="450688" y="50047"/>
                    </a:lnTo>
                    <a:lnTo>
                      <a:pt x="559703" y="0"/>
                    </a:lnTo>
                    <a:lnTo>
                      <a:pt x="596821" y="81412"/>
                    </a:lnTo>
                    <a:lnTo>
                      <a:pt x="561964" y="98548"/>
                    </a:lnTo>
                    <a:lnTo>
                      <a:pt x="864571" y="720916"/>
                    </a:lnTo>
                    <a:lnTo>
                      <a:pt x="275629" y="10020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6" name="Контур"/>
              <p:cNvSpPr/>
              <p:nvPr/>
            </p:nvSpPr>
            <p:spPr>
              <a:xfrm>
                <a:off x="7327819" y="7031504"/>
                <a:ext cx="498505" cy="469764"/>
              </a:xfrm>
              <a:custGeom>
                <a:avLst/>
                <a:gdLst/>
                <a:ahLst/>
                <a:cxnLst/>
                <a:rect l="l" t="t" r="r" b="b"/>
                <a:pathLst>
                  <a:path w="498505" h="469764">
                    <a:moveTo>
                      <a:pt x="498505" y="89100"/>
                    </a:moveTo>
                    <a:lnTo>
                      <a:pt x="175954" y="371331"/>
                    </a:lnTo>
                    <a:lnTo>
                      <a:pt x="57595" y="469764"/>
                    </a:lnTo>
                    <a:lnTo>
                      <a:pt x="0" y="354737"/>
                    </a:lnTo>
                    <a:lnTo>
                      <a:pt x="97978" y="282240"/>
                    </a:lnTo>
                    <a:lnTo>
                      <a:pt x="420538" y="0"/>
                    </a:lnTo>
                    <a:lnTo>
                      <a:pt x="498505" y="891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7" name="Контур"/>
              <p:cNvSpPr/>
              <p:nvPr/>
            </p:nvSpPr>
            <p:spPr>
              <a:xfrm>
                <a:off x="8025811" y="6985836"/>
                <a:ext cx="247973" cy="246948"/>
              </a:xfrm>
              <a:custGeom>
                <a:avLst/>
                <a:gdLst/>
                <a:ahLst/>
                <a:cxnLst/>
                <a:rect l="l" t="t" r="r" b="b"/>
                <a:pathLst>
                  <a:path w="247973" h="246948">
                    <a:moveTo>
                      <a:pt x="144183" y="81539"/>
                    </a:moveTo>
                    <a:lnTo>
                      <a:pt x="140013" y="72323"/>
                    </a:lnTo>
                    <a:lnTo>
                      <a:pt x="55191" y="113396"/>
                    </a:lnTo>
                    <a:lnTo>
                      <a:pt x="103116" y="160528"/>
                    </a:lnTo>
                    <a:lnTo>
                      <a:pt x="116067" y="154669"/>
                    </a:lnTo>
                    <a:lnTo>
                      <a:pt x="128515" y="182183"/>
                    </a:lnTo>
                    <a:lnTo>
                      <a:pt x="148446" y="173165"/>
                    </a:lnTo>
                    <a:lnTo>
                      <a:pt x="141296" y="157360"/>
                    </a:lnTo>
                    <a:lnTo>
                      <a:pt x="178465" y="138166"/>
                    </a:lnTo>
                    <a:lnTo>
                      <a:pt x="207892" y="195150"/>
                    </a:lnTo>
                    <a:lnTo>
                      <a:pt x="107589" y="246948"/>
                    </a:lnTo>
                    <a:lnTo>
                      <a:pt x="82373" y="198120"/>
                    </a:lnTo>
                    <a:lnTo>
                      <a:pt x="48780" y="151514"/>
                    </a:lnTo>
                    <a:lnTo>
                      <a:pt x="21101" y="164039"/>
                    </a:lnTo>
                    <a:lnTo>
                      <a:pt x="0" y="111293"/>
                    </a:lnTo>
                    <a:lnTo>
                      <a:pt x="236914" y="0"/>
                    </a:lnTo>
                    <a:lnTo>
                      <a:pt x="247973" y="29266"/>
                    </a:lnTo>
                    <a:lnTo>
                      <a:pt x="144183" y="815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8" name="Контур"/>
              <p:cNvSpPr/>
              <p:nvPr/>
            </p:nvSpPr>
            <p:spPr>
              <a:xfrm>
                <a:off x="7997507" y="7156403"/>
                <a:ext cx="73898" cy="71540"/>
              </a:xfrm>
              <a:custGeom>
                <a:avLst/>
                <a:gdLst/>
                <a:ahLst/>
                <a:cxnLst/>
                <a:rect l="l" t="t" r="r" b="b"/>
                <a:pathLst>
                  <a:path w="73898" h="71540">
                    <a:moveTo>
                      <a:pt x="52358" y="0"/>
                    </a:moveTo>
                    <a:lnTo>
                      <a:pt x="73898" y="47607"/>
                    </a:lnTo>
                    <a:lnTo>
                      <a:pt x="21003" y="71540"/>
                    </a:lnTo>
                    <a:lnTo>
                      <a:pt x="0" y="25120"/>
                    </a:lnTo>
                    <a:lnTo>
                      <a:pt x="523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9" name="Контур"/>
              <p:cNvSpPr/>
              <p:nvPr/>
            </p:nvSpPr>
            <p:spPr>
              <a:xfrm>
                <a:off x="7098980" y="7173317"/>
                <a:ext cx="49446" cy="41337"/>
              </a:xfrm>
              <a:custGeom>
                <a:avLst/>
                <a:gdLst/>
                <a:ahLst/>
                <a:cxnLst/>
                <a:rect l="l" t="t" r="r" b="b"/>
                <a:pathLst>
                  <a:path w="49446" h="41337">
                    <a:moveTo>
                      <a:pt x="49446" y="22356"/>
                    </a:moveTo>
                    <a:lnTo>
                      <a:pt x="11052" y="41337"/>
                    </a:lnTo>
                    <a:lnTo>
                      <a:pt x="0" y="18981"/>
                    </a:lnTo>
                    <a:lnTo>
                      <a:pt x="38394" y="0"/>
                    </a:lnTo>
                    <a:lnTo>
                      <a:pt x="49446" y="223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0" name="Контур"/>
              <p:cNvSpPr/>
              <p:nvPr/>
            </p:nvSpPr>
            <p:spPr>
              <a:xfrm>
                <a:off x="8046912" y="7137350"/>
                <a:ext cx="61272" cy="66660"/>
              </a:xfrm>
              <a:custGeom>
                <a:avLst/>
                <a:gdLst/>
                <a:ahLst/>
                <a:cxnLst/>
                <a:rect l="l" t="t" r="r" b="b"/>
                <a:pathLst>
                  <a:path w="61272" h="66660">
                    <a:moveTo>
                      <a:pt x="0" y="12525"/>
                    </a:moveTo>
                    <a:lnTo>
                      <a:pt x="27679" y="0"/>
                    </a:lnTo>
                    <a:lnTo>
                      <a:pt x="61272" y="46606"/>
                    </a:lnTo>
                    <a:lnTo>
                      <a:pt x="24493" y="66660"/>
                    </a:lnTo>
                    <a:lnTo>
                      <a:pt x="2953" y="19053"/>
                    </a:lnTo>
                    <a:lnTo>
                      <a:pt x="0" y="125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1" name="Контур"/>
              <p:cNvSpPr/>
              <p:nvPr/>
            </p:nvSpPr>
            <p:spPr>
              <a:xfrm>
                <a:off x="8081002" y="7058159"/>
                <a:ext cx="111678" cy="109860"/>
              </a:xfrm>
              <a:custGeom>
                <a:avLst/>
                <a:gdLst/>
                <a:ahLst/>
                <a:cxnLst/>
                <a:rect l="l" t="t" r="r" b="b"/>
                <a:pathLst>
                  <a:path w="111678" h="109860">
                    <a:moveTo>
                      <a:pt x="84822" y="0"/>
                    </a:moveTo>
                    <a:lnTo>
                      <a:pt x="88992" y="9216"/>
                    </a:lnTo>
                    <a:lnTo>
                      <a:pt x="111678" y="59362"/>
                    </a:lnTo>
                    <a:lnTo>
                      <a:pt x="80807" y="73328"/>
                    </a:lnTo>
                    <a:lnTo>
                      <a:pt x="86105" y="85037"/>
                    </a:lnTo>
                    <a:lnTo>
                      <a:pt x="93255" y="100842"/>
                    </a:lnTo>
                    <a:lnTo>
                      <a:pt x="73324" y="109860"/>
                    </a:lnTo>
                    <a:lnTo>
                      <a:pt x="60876" y="82346"/>
                    </a:lnTo>
                    <a:lnTo>
                      <a:pt x="47925" y="88205"/>
                    </a:lnTo>
                    <a:lnTo>
                      <a:pt x="0" y="41073"/>
                    </a:lnTo>
                    <a:lnTo>
                      <a:pt x="8482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2" name="Контур"/>
              <p:cNvSpPr/>
              <p:nvPr/>
            </p:nvSpPr>
            <p:spPr>
              <a:xfrm>
                <a:off x="7433839" y="7918923"/>
                <a:ext cx="59843" cy="62475"/>
              </a:xfrm>
              <a:custGeom>
                <a:avLst/>
                <a:gdLst/>
                <a:ahLst/>
                <a:cxnLst/>
                <a:rect l="l" t="t" r="r" b="b"/>
                <a:pathLst>
                  <a:path w="59843" h="62475">
                    <a:moveTo>
                      <a:pt x="0" y="20057"/>
                    </a:moveTo>
                    <a:lnTo>
                      <a:pt x="36593" y="0"/>
                    </a:lnTo>
                    <a:lnTo>
                      <a:pt x="59843" y="42419"/>
                    </a:lnTo>
                    <a:lnTo>
                      <a:pt x="23249" y="62475"/>
                    </a:lnTo>
                    <a:lnTo>
                      <a:pt x="0" y="200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3" name="Контур"/>
              <p:cNvSpPr/>
              <p:nvPr/>
            </p:nvSpPr>
            <p:spPr>
              <a:xfrm>
                <a:off x="7382317" y="7927184"/>
                <a:ext cx="42316" cy="40417"/>
              </a:xfrm>
              <a:custGeom>
                <a:avLst/>
                <a:gdLst/>
                <a:ahLst/>
                <a:cxnLst/>
                <a:rect l="l" t="t" r="r" b="b"/>
                <a:pathLst>
                  <a:path w="42316" h="40417">
                    <a:moveTo>
                      <a:pt x="0" y="13722"/>
                    </a:moveTo>
                    <a:lnTo>
                      <a:pt x="30176" y="0"/>
                    </a:lnTo>
                    <a:lnTo>
                      <a:pt x="42316" y="26695"/>
                    </a:lnTo>
                    <a:lnTo>
                      <a:pt x="12139" y="40417"/>
                    </a:lnTo>
                    <a:lnTo>
                      <a:pt x="0" y="13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4" name="Контур"/>
              <p:cNvSpPr/>
              <p:nvPr/>
            </p:nvSpPr>
            <p:spPr>
              <a:xfrm>
                <a:off x="7944683" y="7557002"/>
                <a:ext cx="195716" cy="181508"/>
              </a:xfrm>
              <a:custGeom>
                <a:avLst/>
                <a:gdLst/>
                <a:ahLst/>
                <a:cxnLst/>
                <a:rect l="l" t="t" r="r" b="b"/>
                <a:pathLst>
                  <a:path w="195716" h="181508">
                    <a:moveTo>
                      <a:pt x="0" y="87594"/>
                    </a:moveTo>
                    <a:lnTo>
                      <a:pt x="134597" y="0"/>
                    </a:lnTo>
                    <a:lnTo>
                      <a:pt x="184616" y="76576"/>
                    </a:lnTo>
                    <a:lnTo>
                      <a:pt x="195716" y="93914"/>
                    </a:lnTo>
                    <a:lnTo>
                      <a:pt x="61118" y="181508"/>
                    </a:lnTo>
                    <a:lnTo>
                      <a:pt x="0" y="875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5" name="Контур"/>
              <p:cNvSpPr/>
              <p:nvPr/>
            </p:nvSpPr>
            <p:spPr>
              <a:xfrm>
                <a:off x="7270982" y="7531806"/>
                <a:ext cx="84636" cy="58176"/>
              </a:xfrm>
              <a:custGeom>
                <a:avLst/>
                <a:gdLst/>
                <a:ahLst/>
                <a:cxnLst/>
                <a:rect l="l" t="t" r="r" b="b"/>
                <a:pathLst>
                  <a:path w="84636" h="58176">
                    <a:moveTo>
                      <a:pt x="10701" y="58176"/>
                    </a:moveTo>
                    <a:lnTo>
                      <a:pt x="0" y="36234"/>
                    </a:lnTo>
                    <a:lnTo>
                      <a:pt x="5517" y="33462"/>
                    </a:lnTo>
                    <a:lnTo>
                      <a:pt x="73944" y="0"/>
                    </a:lnTo>
                    <a:lnTo>
                      <a:pt x="84636" y="21870"/>
                    </a:lnTo>
                    <a:lnTo>
                      <a:pt x="10701" y="581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6" name="Контур"/>
              <p:cNvSpPr/>
              <p:nvPr/>
            </p:nvSpPr>
            <p:spPr>
              <a:xfrm>
                <a:off x="7841462" y="7266332"/>
                <a:ext cx="404955" cy="305811"/>
              </a:xfrm>
              <a:custGeom>
                <a:avLst/>
                <a:gdLst/>
                <a:ahLst/>
                <a:cxnLst/>
                <a:rect l="l" t="t" r="r" b="b"/>
                <a:pathLst>
                  <a:path w="404955" h="305811">
                    <a:moveTo>
                      <a:pt x="370422" y="0"/>
                    </a:moveTo>
                    <a:lnTo>
                      <a:pt x="404955" y="73872"/>
                    </a:lnTo>
                    <a:lnTo>
                      <a:pt x="44019" y="305811"/>
                    </a:lnTo>
                    <a:lnTo>
                      <a:pt x="0" y="237006"/>
                    </a:lnTo>
                    <a:lnTo>
                      <a:pt x="37042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7" name="Контур"/>
              <p:cNvSpPr/>
              <p:nvPr/>
            </p:nvSpPr>
            <p:spPr>
              <a:xfrm>
                <a:off x="7110032" y="7161545"/>
                <a:ext cx="279539" cy="403723"/>
              </a:xfrm>
              <a:custGeom>
                <a:avLst/>
                <a:gdLst/>
                <a:ahLst/>
                <a:cxnLst/>
                <a:rect l="l" t="t" r="r" b="b"/>
                <a:pathLst>
                  <a:path w="279539" h="403723">
                    <a:moveTo>
                      <a:pt x="38394" y="34128"/>
                    </a:moveTo>
                    <a:lnTo>
                      <a:pt x="107424" y="0"/>
                    </a:lnTo>
                    <a:lnTo>
                      <a:pt x="217787" y="224696"/>
                    </a:lnTo>
                    <a:lnTo>
                      <a:pt x="275382" y="339723"/>
                    </a:lnTo>
                    <a:lnTo>
                      <a:pt x="279539" y="348288"/>
                    </a:lnTo>
                    <a:lnTo>
                      <a:pt x="234894" y="370261"/>
                    </a:lnTo>
                    <a:lnTo>
                      <a:pt x="166467" y="403723"/>
                    </a:lnTo>
                    <a:lnTo>
                      <a:pt x="0" y="53109"/>
                    </a:lnTo>
                    <a:lnTo>
                      <a:pt x="38394" y="341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8" name="Контур"/>
              <p:cNvSpPr/>
              <p:nvPr/>
            </p:nvSpPr>
            <p:spPr>
              <a:xfrm>
                <a:off x="5483710" y="7225206"/>
                <a:ext cx="68587" cy="73462"/>
              </a:xfrm>
              <a:custGeom>
                <a:avLst/>
                <a:gdLst/>
                <a:ahLst/>
                <a:cxnLst/>
                <a:rect l="l" t="t" r="r" b="b"/>
                <a:pathLst>
                  <a:path w="68587" h="73462">
                    <a:moveTo>
                      <a:pt x="34293" y="73462"/>
                    </a:moveTo>
                    <a:lnTo>
                      <a:pt x="0" y="23573"/>
                    </a:lnTo>
                    <a:lnTo>
                      <a:pt x="34293" y="0"/>
                    </a:lnTo>
                    <a:lnTo>
                      <a:pt x="68587" y="49889"/>
                    </a:lnTo>
                    <a:lnTo>
                      <a:pt x="34293" y="734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9" name="Контур"/>
              <p:cNvSpPr/>
              <p:nvPr/>
            </p:nvSpPr>
            <p:spPr>
              <a:xfrm>
                <a:off x="6508797" y="6768642"/>
                <a:ext cx="77111" cy="79853"/>
              </a:xfrm>
              <a:custGeom>
                <a:avLst/>
                <a:gdLst/>
                <a:ahLst/>
                <a:cxnLst/>
                <a:rect l="l" t="t" r="r" b="b"/>
                <a:pathLst>
                  <a:path w="77111" h="79853">
                    <a:moveTo>
                      <a:pt x="31368" y="79853"/>
                    </a:moveTo>
                    <a:lnTo>
                      <a:pt x="0" y="27308"/>
                    </a:lnTo>
                    <a:lnTo>
                      <a:pt x="45744" y="0"/>
                    </a:lnTo>
                    <a:lnTo>
                      <a:pt x="77111" y="52545"/>
                    </a:lnTo>
                    <a:lnTo>
                      <a:pt x="31368" y="798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0" name="Контур"/>
              <p:cNvSpPr/>
              <p:nvPr/>
            </p:nvSpPr>
            <p:spPr>
              <a:xfrm>
                <a:off x="6896056" y="6631253"/>
                <a:ext cx="98713" cy="103844"/>
              </a:xfrm>
              <a:custGeom>
                <a:avLst/>
                <a:gdLst/>
                <a:ahLst/>
                <a:cxnLst/>
                <a:rect l="l" t="t" r="r" b="b"/>
                <a:pathLst>
                  <a:path w="98713" h="103844">
                    <a:moveTo>
                      <a:pt x="0" y="30851"/>
                    </a:moveTo>
                    <a:lnTo>
                      <a:pt x="62927" y="0"/>
                    </a:lnTo>
                    <a:lnTo>
                      <a:pt x="98713" y="72992"/>
                    </a:lnTo>
                    <a:lnTo>
                      <a:pt x="35788" y="103844"/>
                    </a:lnTo>
                    <a:lnTo>
                      <a:pt x="0" y="308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1" name="Контур"/>
              <p:cNvSpPr/>
              <p:nvPr/>
            </p:nvSpPr>
            <p:spPr>
              <a:xfrm>
                <a:off x="6057194" y="6218872"/>
                <a:ext cx="124514" cy="99832"/>
              </a:xfrm>
              <a:custGeom>
                <a:avLst/>
                <a:gdLst/>
                <a:ahLst/>
                <a:cxnLst/>
                <a:rect l="l" t="t" r="r" b="b"/>
                <a:pathLst>
                  <a:path w="124514" h="99832">
                    <a:moveTo>
                      <a:pt x="99269" y="0"/>
                    </a:moveTo>
                    <a:lnTo>
                      <a:pt x="111806" y="18723"/>
                    </a:lnTo>
                    <a:lnTo>
                      <a:pt x="124514" y="37702"/>
                    </a:lnTo>
                    <a:lnTo>
                      <a:pt x="22932" y="99832"/>
                    </a:lnTo>
                    <a:lnTo>
                      <a:pt x="0" y="61987"/>
                    </a:lnTo>
                    <a:lnTo>
                      <a:pt x="10296" y="55489"/>
                    </a:lnTo>
                    <a:lnTo>
                      <a:pt x="68481" y="18796"/>
                    </a:lnTo>
                    <a:lnTo>
                      <a:pt x="992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2" name="Контур"/>
              <p:cNvSpPr/>
              <p:nvPr/>
            </p:nvSpPr>
            <p:spPr>
              <a:xfrm>
                <a:off x="6742858" y="6436938"/>
                <a:ext cx="60609" cy="65799"/>
              </a:xfrm>
              <a:custGeom>
                <a:avLst/>
                <a:gdLst/>
                <a:ahLst/>
                <a:cxnLst/>
                <a:rect l="l" t="t" r="r" b="b"/>
                <a:pathLst>
                  <a:path w="60609" h="65799">
                    <a:moveTo>
                      <a:pt x="37320" y="0"/>
                    </a:moveTo>
                    <a:lnTo>
                      <a:pt x="60609" y="47502"/>
                    </a:lnTo>
                    <a:lnTo>
                      <a:pt x="23291" y="65799"/>
                    </a:lnTo>
                    <a:lnTo>
                      <a:pt x="0" y="18297"/>
                    </a:lnTo>
                    <a:lnTo>
                      <a:pt x="3732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3" name="Контур"/>
              <p:cNvSpPr/>
              <p:nvPr/>
            </p:nvSpPr>
            <p:spPr>
              <a:xfrm>
                <a:off x="5804708" y="5820995"/>
                <a:ext cx="320967" cy="453366"/>
              </a:xfrm>
              <a:custGeom>
                <a:avLst/>
                <a:gdLst/>
                <a:ahLst/>
                <a:cxnLst/>
                <a:rect l="l" t="t" r="r" b="b"/>
                <a:pathLst>
                  <a:path w="320967" h="453366">
                    <a:moveTo>
                      <a:pt x="51102" y="4482"/>
                    </a:moveTo>
                    <a:lnTo>
                      <a:pt x="58203" y="0"/>
                    </a:lnTo>
                    <a:lnTo>
                      <a:pt x="132840" y="118359"/>
                    </a:lnTo>
                    <a:lnTo>
                      <a:pt x="320967" y="416673"/>
                    </a:lnTo>
                    <a:lnTo>
                      <a:pt x="262782" y="453366"/>
                    </a:lnTo>
                    <a:lnTo>
                      <a:pt x="245862" y="426528"/>
                    </a:lnTo>
                    <a:lnTo>
                      <a:pt x="0" y="36702"/>
                    </a:lnTo>
                    <a:lnTo>
                      <a:pt x="51102" y="44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4" name="Контур"/>
              <p:cNvSpPr/>
              <p:nvPr/>
            </p:nvSpPr>
            <p:spPr>
              <a:xfrm>
                <a:off x="5832347" y="7160969"/>
                <a:ext cx="753507" cy="527580"/>
              </a:xfrm>
              <a:custGeom>
                <a:avLst/>
                <a:gdLst/>
                <a:ahLst/>
                <a:cxnLst/>
                <a:rect l="l" t="t" r="r" b="b"/>
                <a:pathLst>
                  <a:path w="753507" h="527580">
                    <a:moveTo>
                      <a:pt x="693972" y="0"/>
                    </a:moveTo>
                    <a:lnTo>
                      <a:pt x="741942" y="77076"/>
                    </a:lnTo>
                    <a:lnTo>
                      <a:pt x="753507" y="95661"/>
                    </a:lnTo>
                    <a:lnTo>
                      <a:pt x="421774" y="301838"/>
                    </a:lnTo>
                    <a:lnTo>
                      <a:pt x="147416" y="472830"/>
                    </a:lnTo>
                    <a:lnTo>
                      <a:pt x="59436" y="527580"/>
                    </a:lnTo>
                    <a:lnTo>
                      <a:pt x="0" y="432279"/>
                    </a:lnTo>
                    <a:lnTo>
                      <a:pt x="468603" y="140256"/>
                    </a:lnTo>
                    <a:lnTo>
                      <a:pt x="69397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5" name="Контур"/>
              <p:cNvSpPr/>
              <p:nvPr/>
            </p:nvSpPr>
            <p:spPr>
              <a:xfrm>
                <a:off x="5689310" y="6889934"/>
                <a:ext cx="974799" cy="719941"/>
              </a:xfrm>
              <a:custGeom>
                <a:avLst/>
                <a:gdLst/>
                <a:ahLst/>
                <a:cxnLst/>
                <a:rect l="l" t="t" r="r" b="b"/>
                <a:pathLst>
                  <a:path w="974799" h="719941">
                    <a:moveTo>
                      <a:pt x="117154" y="719941"/>
                    </a:moveTo>
                    <a:lnTo>
                      <a:pt x="0" y="534852"/>
                    </a:lnTo>
                    <a:lnTo>
                      <a:pt x="859491" y="0"/>
                    </a:lnTo>
                    <a:lnTo>
                      <a:pt x="974799" y="185274"/>
                    </a:lnTo>
                    <a:lnTo>
                      <a:pt x="837009" y="271035"/>
                    </a:lnTo>
                    <a:lnTo>
                      <a:pt x="611640" y="411291"/>
                    </a:lnTo>
                    <a:lnTo>
                      <a:pt x="143037" y="703314"/>
                    </a:lnTo>
                    <a:lnTo>
                      <a:pt x="117154" y="7199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6" name="Контур"/>
              <p:cNvSpPr/>
              <p:nvPr/>
            </p:nvSpPr>
            <p:spPr>
              <a:xfrm>
                <a:off x="4889957" y="7337087"/>
                <a:ext cx="231573" cy="211615"/>
              </a:xfrm>
              <a:custGeom>
                <a:avLst/>
                <a:gdLst/>
                <a:ahLst/>
                <a:cxnLst/>
                <a:rect l="l" t="t" r="r" b="b"/>
                <a:pathLst>
                  <a:path w="231573" h="211615">
                    <a:moveTo>
                      <a:pt x="161365" y="0"/>
                    </a:moveTo>
                    <a:lnTo>
                      <a:pt x="231573" y="110227"/>
                    </a:lnTo>
                    <a:lnTo>
                      <a:pt x="69463" y="211615"/>
                    </a:lnTo>
                    <a:lnTo>
                      <a:pt x="0" y="104817"/>
                    </a:lnTo>
                    <a:lnTo>
                      <a:pt x="84258" y="50457"/>
                    </a:lnTo>
                    <a:lnTo>
                      <a:pt x="1613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7" name="Контур"/>
              <p:cNvSpPr/>
              <p:nvPr/>
            </p:nvSpPr>
            <p:spPr>
              <a:xfrm>
                <a:off x="5209931" y="7125351"/>
                <a:ext cx="260932" cy="265345"/>
              </a:xfrm>
              <a:custGeom>
                <a:avLst/>
                <a:gdLst/>
                <a:ahLst/>
                <a:cxnLst/>
                <a:rect l="l" t="t" r="r" b="b"/>
                <a:pathLst>
                  <a:path w="260932" h="265345">
                    <a:moveTo>
                      <a:pt x="0" y="125012"/>
                    </a:moveTo>
                    <a:lnTo>
                      <a:pt x="197230" y="0"/>
                    </a:lnTo>
                    <a:lnTo>
                      <a:pt x="260932" y="94985"/>
                    </a:lnTo>
                    <a:lnTo>
                      <a:pt x="218056" y="124400"/>
                    </a:lnTo>
                    <a:lnTo>
                      <a:pt x="243782" y="169747"/>
                    </a:lnTo>
                    <a:lnTo>
                      <a:pt x="90652" y="265345"/>
                    </a:lnTo>
                    <a:lnTo>
                      <a:pt x="0" y="1250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8" name="Контур"/>
              <p:cNvSpPr/>
              <p:nvPr/>
            </p:nvSpPr>
            <p:spPr>
              <a:xfrm>
                <a:off x="6526319" y="7075208"/>
                <a:ext cx="373878" cy="466056"/>
              </a:xfrm>
              <a:custGeom>
                <a:avLst/>
                <a:gdLst/>
                <a:ahLst/>
                <a:cxnLst/>
                <a:rect l="l" t="t" r="r" b="b"/>
                <a:pathLst>
                  <a:path w="373878" h="466056">
                    <a:moveTo>
                      <a:pt x="373878" y="381096"/>
                    </a:moveTo>
                    <a:lnTo>
                      <a:pt x="242460" y="462717"/>
                    </a:lnTo>
                    <a:lnTo>
                      <a:pt x="237078" y="466056"/>
                    </a:lnTo>
                    <a:lnTo>
                      <a:pt x="59535" y="181422"/>
                    </a:lnTo>
                    <a:lnTo>
                      <a:pt x="47970" y="162837"/>
                    </a:lnTo>
                    <a:lnTo>
                      <a:pt x="0" y="85761"/>
                    </a:lnTo>
                    <a:lnTo>
                      <a:pt x="137790" y="0"/>
                    </a:lnTo>
                    <a:lnTo>
                      <a:pt x="373878" y="3810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9" name="Контур"/>
              <p:cNvSpPr/>
              <p:nvPr/>
            </p:nvSpPr>
            <p:spPr>
              <a:xfrm>
                <a:off x="5086407" y="7270065"/>
                <a:ext cx="113013" cy="107239"/>
              </a:xfrm>
              <a:custGeom>
                <a:avLst/>
                <a:gdLst/>
                <a:ahLst/>
                <a:cxnLst/>
                <a:rect l="l" t="t" r="r" b="b"/>
                <a:pathLst>
                  <a:path w="113013" h="107239">
                    <a:moveTo>
                      <a:pt x="0" y="45053"/>
                    </a:moveTo>
                    <a:lnTo>
                      <a:pt x="76287" y="0"/>
                    </a:lnTo>
                    <a:lnTo>
                      <a:pt x="113013" y="62186"/>
                    </a:lnTo>
                    <a:lnTo>
                      <a:pt x="36726" y="107239"/>
                    </a:lnTo>
                    <a:lnTo>
                      <a:pt x="0" y="450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0" name="Контур"/>
              <p:cNvSpPr/>
              <p:nvPr/>
            </p:nvSpPr>
            <p:spPr>
              <a:xfrm>
                <a:off x="4923792" y="7755608"/>
                <a:ext cx="411037" cy="316033"/>
              </a:xfrm>
              <a:custGeom>
                <a:avLst/>
                <a:gdLst/>
                <a:ahLst/>
                <a:cxnLst/>
                <a:rect l="l" t="t" r="r" b="b"/>
                <a:pathLst>
                  <a:path w="411037" h="316033">
                    <a:moveTo>
                      <a:pt x="51380" y="316033"/>
                    </a:moveTo>
                    <a:lnTo>
                      <a:pt x="0" y="224173"/>
                    </a:lnTo>
                    <a:lnTo>
                      <a:pt x="339444" y="0"/>
                    </a:lnTo>
                    <a:lnTo>
                      <a:pt x="411037" y="107028"/>
                    </a:lnTo>
                    <a:lnTo>
                      <a:pt x="392085" y="120512"/>
                    </a:lnTo>
                    <a:lnTo>
                      <a:pt x="408510" y="146217"/>
                    </a:lnTo>
                    <a:lnTo>
                      <a:pt x="359235" y="175713"/>
                    </a:lnTo>
                    <a:lnTo>
                      <a:pt x="341126" y="147480"/>
                    </a:lnTo>
                    <a:lnTo>
                      <a:pt x="51380" y="3160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1" name="Контур"/>
              <p:cNvSpPr/>
              <p:nvPr/>
            </p:nvSpPr>
            <p:spPr>
              <a:xfrm>
                <a:off x="6814269" y="7802813"/>
                <a:ext cx="160517" cy="253082"/>
              </a:xfrm>
              <a:custGeom>
                <a:avLst/>
                <a:gdLst/>
                <a:ahLst/>
                <a:cxnLst/>
                <a:rect l="l" t="t" r="r" b="b"/>
                <a:pathLst>
                  <a:path w="160517" h="253082">
                    <a:moveTo>
                      <a:pt x="0" y="16766"/>
                    </a:moveTo>
                    <a:lnTo>
                      <a:pt x="30466" y="0"/>
                    </a:lnTo>
                    <a:lnTo>
                      <a:pt x="160517" y="236316"/>
                    </a:lnTo>
                    <a:lnTo>
                      <a:pt x="130051" y="253082"/>
                    </a:lnTo>
                    <a:lnTo>
                      <a:pt x="0" y="167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2" name="Контур"/>
              <p:cNvSpPr/>
              <p:nvPr/>
            </p:nvSpPr>
            <p:spPr>
              <a:xfrm>
                <a:off x="5312257" y="7764530"/>
                <a:ext cx="112251" cy="121849"/>
              </a:xfrm>
              <a:custGeom>
                <a:avLst/>
                <a:gdLst/>
                <a:ahLst/>
                <a:cxnLst/>
                <a:rect l="l" t="t" r="r" b="b"/>
                <a:pathLst>
                  <a:path w="112251" h="121849">
                    <a:moveTo>
                      <a:pt x="54736" y="121849"/>
                    </a:moveTo>
                    <a:lnTo>
                      <a:pt x="0" y="37183"/>
                    </a:lnTo>
                    <a:lnTo>
                      <a:pt x="57515" y="0"/>
                    </a:lnTo>
                    <a:lnTo>
                      <a:pt x="112251" y="84666"/>
                    </a:lnTo>
                    <a:lnTo>
                      <a:pt x="54736" y="1218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3" name="Контур"/>
              <p:cNvSpPr/>
              <p:nvPr/>
            </p:nvSpPr>
            <p:spPr>
              <a:xfrm>
                <a:off x="5450837" y="7424786"/>
                <a:ext cx="413595" cy="576126"/>
              </a:xfrm>
              <a:custGeom>
                <a:avLst/>
                <a:gdLst/>
                <a:ahLst/>
                <a:cxnLst/>
                <a:rect l="l" t="t" r="r" b="b"/>
                <a:pathLst>
                  <a:path w="413595" h="576126">
                    <a:moveTo>
                      <a:pt x="0" y="153198"/>
                    </a:moveTo>
                    <a:lnTo>
                      <a:pt x="222597" y="10197"/>
                    </a:lnTo>
                    <a:lnTo>
                      <a:pt x="238473" y="0"/>
                    </a:lnTo>
                    <a:lnTo>
                      <a:pt x="355627" y="185089"/>
                    </a:lnTo>
                    <a:lnTo>
                      <a:pt x="369550" y="206763"/>
                    </a:lnTo>
                    <a:lnTo>
                      <a:pt x="316200" y="240904"/>
                    </a:lnTo>
                    <a:lnTo>
                      <a:pt x="274256" y="267979"/>
                    </a:lnTo>
                    <a:lnTo>
                      <a:pt x="291575" y="294242"/>
                    </a:lnTo>
                    <a:lnTo>
                      <a:pt x="413595" y="484887"/>
                    </a:lnTo>
                    <a:lnTo>
                      <a:pt x="271557" y="576126"/>
                    </a:lnTo>
                    <a:lnTo>
                      <a:pt x="0" y="1531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4" name="Контур"/>
              <p:cNvSpPr/>
              <p:nvPr/>
            </p:nvSpPr>
            <p:spPr>
              <a:xfrm>
                <a:off x="5979763" y="7462807"/>
                <a:ext cx="315581" cy="236443"/>
              </a:xfrm>
              <a:custGeom>
                <a:avLst/>
                <a:gdLst/>
                <a:ahLst/>
                <a:cxnLst/>
                <a:rect l="l" t="t" r="r" b="b"/>
                <a:pathLst>
                  <a:path w="315581" h="236443">
                    <a:moveTo>
                      <a:pt x="40729" y="236443"/>
                    </a:moveTo>
                    <a:lnTo>
                      <a:pt x="0" y="170992"/>
                    </a:lnTo>
                    <a:lnTo>
                      <a:pt x="274358" y="0"/>
                    </a:lnTo>
                    <a:lnTo>
                      <a:pt x="315581" y="65404"/>
                    </a:lnTo>
                    <a:lnTo>
                      <a:pt x="40729" y="2364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5" name="Контур"/>
              <p:cNvSpPr/>
              <p:nvPr/>
            </p:nvSpPr>
            <p:spPr>
              <a:xfrm>
                <a:off x="5725093" y="7665690"/>
                <a:ext cx="58740" cy="53338"/>
              </a:xfrm>
              <a:custGeom>
                <a:avLst/>
                <a:gdLst/>
                <a:ahLst/>
                <a:cxnLst/>
                <a:rect l="l" t="t" r="r" b="b"/>
                <a:pathLst>
                  <a:path w="58740" h="53338">
                    <a:moveTo>
                      <a:pt x="41944" y="0"/>
                    </a:moveTo>
                    <a:lnTo>
                      <a:pt x="58740" y="25528"/>
                    </a:lnTo>
                    <a:lnTo>
                      <a:pt x="17319" y="53338"/>
                    </a:lnTo>
                    <a:lnTo>
                      <a:pt x="0" y="27075"/>
                    </a:lnTo>
                    <a:lnTo>
                      <a:pt x="4194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6" name="Контур"/>
              <p:cNvSpPr/>
              <p:nvPr/>
            </p:nvSpPr>
            <p:spPr>
              <a:xfrm>
                <a:off x="4598929" y="6605000"/>
                <a:ext cx="122157" cy="140305"/>
              </a:xfrm>
              <a:custGeom>
                <a:avLst/>
                <a:gdLst/>
                <a:ahLst/>
                <a:cxnLst/>
                <a:rect l="l" t="t" r="r" b="b"/>
                <a:pathLst>
                  <a:path w="122157" h="140305">
                    <a:moveTo>
                      <a:pt x="64600" y="0"/>
                    </a:moveTo>
                    <a:lnTo>
                      <a:pt x="122157" y="86383"/>
                    </a:lnTo>
                    <a:lnTo>
                      <a:pt x="41228" y="140305"/>
                    </a:lnTo>
                    <a:lnTo>
                      <a:pt x="0" y="78429"/>
                    </a:lnTo>
                    <a:lnTo>
                      <a:pt x="17666" y="66659"/>
                    </a:lnTo>
                    <a:lnTo>
                      <a:pt x="1336" y="42152"/>
                    </a:lnTo>
                    <a:lnTo>
                      <a:pt x="646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7" name="Контур"/>
              <p:cNvSpPr/>
              <p:nvPr/>
            </p:nvSpPr>
            <p:spPr>
              <a:xfrm>
                <a:off x="4340707" y="6159350"/>
                <a:ext cx="582370" cy="433993"/>
              </a:xfrm>
              <a:custGeom>
                <a:avLst/>
                <a:gdLst/>
                <a:ahLst/>
                <a:cxnLst/>
                <a:rect l="l" t="t" r="r" b="b"/>
                <a:pathLst>
                  <a:path w="582370" h="433993">
                    <a:moveTo>
                      <a:pt x="582370" y="101754"/>
                    </a:moveTo>
                    <a:lnTo>
                      <a:pt x="59914" y="433993"/>
                    </a:lnTo>
                    <a:lnTo>
                      <a:pt x="0" y="342534"/>
                    </a:lnTo>
                    <a:lnTo>
                      <a:pt x="38495" y="317186"/>
                    </a:lnTo>
                    <a:lnTo>
                      <a:pt x="87968" y="284343"/>
                    </a:lnTo>
                    <a:lnTo>
                      <a:pt x="225181" y="194351"/>
                    </a:lnTo>
                    <a:lnTo>
                      <a:pt x="272227" y="161524"/>
                    </a:lnTo>
                    <a:lnTo>
                      <a:pt x="517804" y="0"/>
                    </a:lnTo>
                    <a:lnTo>
                      <a:pt x="582370" y="1017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8" name="Контур"/>
              <p:cNvSpPr/>
              <p:nvPr/>
            </p:nvSpPr>
            <p:spPr>
              <a:xfrm>
                <a:off x="4231164" y="6179489"/>
                <a:ext cx="67023" cy="72128"/>
              </a:xfrm>
              <a:custGeom>
                <a:avLst/>
                <a:gdLst/>
                <a:ahLst/>
                <a:cxnLst/>
                <a:rect l="l" t="t" r="r" b="b"/>
                <a:pathLst>
                  <a:path w="67023" h="72128">
                    <a:moveTo>
                      <a:pt x="0" y="22653"/>
                    </a:moveTo>
                    <a:lnTo>
                      <a:pt x="32019" y="0"/>
                    </a:lnTo>
                    <a:lnTo>
                      <a:pt x="67023" y="49475"/>
                    </a:lnTo>
                    <a:lnTo>
                      <a:pt x="35005" y="72128"/>
                    </a:lnTo>
                    <a:lnTo>
                      <a:pt x="0" y="226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9" name="Контур"/>
              <p:cNvSpPr/>
              <p:nvPr/>
            </p:nvSpPr>
            <p:spPr>
              <a:xfrm>
                <a:off x="4250883" y="6330188"/>
                <a:ext cx="128319" cy="171696"/>
              </a:xfrm>
              <a:custGeom>
                <a:avLst/>
                <a:gdLst/>
                <a:ahLst/>
                <a:cxnLst/>
                <a:rect l="l" t="t" r="r" b="b"/>
                <a:pathLst>
                  <a:path w="128319" h="171696">
                    <a:moveTo>
                      <a:pt x="89824" y="171696"/>
                    </a:moveTo>
                    <a:lnTo>
                      <a:pt x="0" y="26176"/>
                    </a:lnTo>
                    <a:lnTo>
                      <a:pt x="40015" y="0"/>
                    </a:lnTo>
                    <a:lnTo>
                      <a:pt x="128319" y="146348"/>
                    </a:lnTo>
                    <a:lnTo>
                      <a:pt x="89824" y="1716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0" name="Контур"/>
              <p:cNvSpPr/>
              <p:nvPr/>
            </p:nvSpPr>
            <p:spPr>
              <a:xfrm>
                <a:off x="4313595" y="5703269"/>
                <a:ext cx="830346" cy="587965"/>
              </a:xfrm>
              <a:custGeom>
                <a:avLst/>
                <a:gdLst/>
                <a:ahLst/>
                <a:cxnLst/>
                <a:rect l="l" t="t" r="r" b="b"/>
                <a:pathLst>
                  <a:path w="830346" h="587965">
                    <a:moveTo>
                      <a:pt x="429752" y="25386"/>
                    </a:moveTo>
                    <a:lnTo>
                      <a:pt x="534422" y="171186"/>
                    </a:lnTo>
                    <a:lnTo>
                      <a:pt x="745578" y="22524"/>
                    </a:lnTo>
                    <a:lnTo>
                      <a:pt x="830346" y="138416"/>
                    </a:lnTo>
                    <a:lnTo>
                      <a:pt x="255753" y="555139"/>
                    </a:lnTo>
                    <a:lnTo>
                      <a:pt x="208707" y="587965"/>
                    </a:lnTo>
                    <a:lnTo>
                      <a:pt x="0" y="302387"/>
                    </a:lnTo>
                    <a:lnTo>
                      <a:pt x="413044" y="0"/>
                    </a:lnTo>
                    <a:lnTo>
                      <a:pt x="429752" y="253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1" name="Контур"/>
              <p:cNvSpPr/>
              <p:nvPr/>
            </p:nvSpPr>
            <p:spPr>
              <a:xfrm>
                <a:off x="4858511" y="5806335"/>
                <a:ext cx="574069" cy="454769"/>
              </a:xfrm>
              <a:custGeom>
                <a:avLst/>
                <a:gdLst/>
                <a:ahLst/>
                <a:cxnLst/>
                <a:rect l="l" t="t" r="r" b="b"/>
                <a:pathLst>
                  <a:path w="574069" h="454769">
                    <a:moveTo>
                      <a:pt x="0" y="353015"/>
                    </a:moveTo>
                    <a:lnTo>
                      <a:pt x="487453" y="0"/>
                    </a:lnTo>
                    <a:lnTo>
                      <a:pt x="574069" y="118622"/>
                    </a:lnTo>
                    <a:lnTo>
                      <a:pt x="64566" y="454769"/>
                    </a:lnTo>
                    <a:lnTo>
                      <a:pt x="0" y="3530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2" name="Контур"/>
              <p:cNvSpPr/>
              <p:nvPr/>
            </p:nvSpPr>
            <p:spPr>
              <a:xfrm>
                <a:off x="4240517" y="6918302"/>
                <a:ext cx="455850" cy="406827"/>
              </a:xfrm>
              <a:custGeom>
                <a:avLst/>
                <a:gdLst/>
                <a:ahLst/>
                <a:cxnLst/>
                <a:rect l="l" t="t" r="r" b="b"/>
                <a:pathLst>
                  <a:path w="455850" h="406827">
                    <a:moveTo>
                      <a:pt x="0" y="209682"/>
                    </a:moveTo>
                    <a:lnTo>
                      <a:pt x="330930" y="0"/>
                    </a:lnTo>
                    <a:lnTo>
                      <a:pt x="455850" y="197163"/>
                    </a:lnTo>
                    <a:lnTo>
                      <a:pt x="124875" y="406827"/>
                    </a:lnTo>
                    <a:lnTo>
                      <a:pt x="0" y="2096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3" name="Контур"/>
              <p:cNvSpPr/>
              <p:nvPr/>
            </p:nvSpPr>
            <p:spPr>
              <a:xfrm>
                <a:off x="3548926" y="6519557"/>
                <a:ext cx="849397" cy="658701"/>
              </a:xfrm>
              <a:custGeom>
                <a:avLst/>
                <a:gdLst/>
                <a:ahLst/>
                <a:cxnLst/>
                <a:rect l="l" t="t" r="r" b="b"/>
                <a:pathLst>
                  <a:path w="849397" h="658701">
                    <a:moveTo>
                      <a:pt x="350527" y="658701"/>
                    </a:moveTo>
                    <a:lnTo>
                      <a:pt x="248584" y="500112"/>
                    </a:lnTo>
                    <a:lnTo>
                      <a:pt x="242977" y="503721"/>
                    </a:lnTo>
                    <a:lnTo>
                      <a:pt x="134257" y="573597"/>
                    </a:lnTo>
                    <a:lnTo>
                      <a:pt x="0" y="390778"/>
                    </a:lnTo>
                    <a:lnTo>
                      <a:pt x="10644" y="383857"/>
                    </a:lnTo>
                    <a:lnTo>
                      <a:pt x="43111" y="362031"/>
                    </a:lnTo>
                    <a:lnTo>
                      <a:pt x="89671" y="425547"/>
                    </a:lnTo>
                    <a:lnTo>
                      <a:pt x="673357" y="0"/>
                    </a:lnTo>
                    <a:lnTo>
                      <a:pt x="849397" y="241488"/>
                    </a:lnTo>
                    <a:lnTo>
                      <a:pt x="822919" y="260784"/>
                    </a:lnTo>
                    <a:lnTo>
                      <a:pt x="848200" y="295461"/>
                    </a:lnTo>
                    <a:lnTo>
                      <a:pt x="350527" y="6587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4" name="Контур"/>
              <p:cNvSpPr/>
              <p:nvPr/>
            </p:nvSpPr>
            <p:spPr>
              <a:xfrm>
                <a:off x="4675277" y="6775751"/>
                <a:ext cx="206274" cy="256013"/>
              </a:xfrm>
              <a:custGeom>
                <a:avLst/>
                <a:gdLst/>
                <a:ahLst/>
                <a:cxnLst/>
                <a:rect l="l" t="t" r="r" b="b"/>
                <a:pathLst>
                  <a:path w="206274" h="256013">
                    <a:moveTo>
                      <a:pt x="0" y="46464"/>
                    </a:moveTo>
                    <a:lnTo>
                      <a:pt x="73121" y="0"/>
                    </a:lnTo>
                    <a:lnTo>
                      <a:pt x="206274" y="209550"/>
                    </a:lnTo>
                    <a:lnTo>
                      <a:pt x="133153" y="256013"/>
                    </a:lnTo>
                    <a:lnTo>
                      <a:pt x="0" y="464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5" name="Контур"/>
              <p:cNvSpPr/>
              <p:nvPr/>
            </p:nvSpPr>
            <p:spPr>
              <a:xfrm>
                <a:off x="4858295" y="5857697"/>
                <a:ext cx="1209195" cy="1013562"/>
              </a:xfrm>
              <a:custGeom>
                <a:avLst/>
                <a:gdLst/>
                <a:ahLst/>
                <a:cxnLst/>
                <a:rect l="l" t="t" r="r" b="b"/>
                <a:pathLst>
                  <a:path w="1209195" h="1013562">
                    <a:moveTo>
                      <a:pt x="262782" y="1013562"/>
                    </a:moveTo>
                    <a:lnTo>
                      <a:pt x="242253" y="981009"/>
                    </a:lnTo>
                    <a:lnTo>
                      <a:pt x="0" y="596898"/>
                    </a:lnTo>
                    <a:lnTo>
                      <a:pt x="787185" y="100422"/>
                    </a:lnTo>
                    <a:lnTo>
                      <a:pt x="810828" y="85509"/>
                    </a:lnTo>
                    <a:lnTo>
                      <a:pt x="825012" y="76563"/>
                    </a:lnTo>
                    <a:lnTo>
                      <a:pt x="946413" y="0"/>
                    </a:lnTo>
                    <a:lnTo>
                      <a:pt x="1192275" y="389826"/>
                    </a:lnTo>
                    <a:lnTo>
                      <a:pt x="1209195" y="416664"/>
                    </a:lnTo>
                    <a:lnTo>
                      <a:pt x="1198899" y="423162"/>
                    </a:lnTo>
                    <a:lnTo>
                      <a:pt x="262782" y="10135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6" name="Контур"/>
              <p:cNvSpPr/>
              <p:nvPr/>
            </p:nvSpPr>
            <p:spPr>
              <a:xfrm>
                <a:off x="3650972" y="6709754"/>
                <a:ext cx="57024" cy="52272"/>
              </a:xfrm>
              <a:custGeom>
                <a:avLst/>
                <a:gdLst/>
                <a:ahLst/>
                <a:cxnLst/>
                <a:rect l="l" t="t" r="r" b="b"/>
                <a:pathLst>
                  <a:path w="57024" h="52272">
                    <a:moveTo>
                      <a:pt x="0" y="28890"/>
                    </a:moveTo>
                    <a:lnTo>
                      <a:pt x="40248" y="0"/>
                    </a:lnTo>
                    <a:lnTo>
                      <a:pt x="57024" y="23472"/>
                    </a:lnTo>
                    <a:lnTo>
                      <a:pt x="16704" y="52272"/>
                    </a:lnTo>
                    <a:lnTo>
                      <a:pt x="0" y="288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7" name="Контур"/>
              <p:cNvSpPr/>
              <p:nvPr/>
            </p:nvSpPr>
            <p:spPr>
              <a:xfrm>
                <a:off x="4782938" y="6454595"/>
                <a:ext cx="338139" cy="463410"/>
              </a:xfrm>
              <a:custGeom>
                <a:avLst/>
                <a:gdLst/>
                <a:ahLst/>
                <a:cxnLst/>
                <a:rect l="l" t="t" r="r" b="b"/>
                <a:pathLst>
                  <a:path w="338139" h="463410">
                    <a:moveTo>
                      <a:pt x="0" y="47520"/>
                    </a:moveTo>
                    <a:lnTo>
                      <a:pt x="75357" y="0"/>
                    </a:lnTo>
                    <a:lnTo>
                      <a:pt x="317610" y="384111"/>
                    </a:lnTo>
                    <a:lnTo>
                      <a:pt x="338139" y="416664"/>
                    </a:lnTo>
                    <a:lnTo>
                      <a:pt x="264024" y="463410"/>
                    </a:lnTo>
                    <a:lnTo>
                      <a:pt x="0" y="475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8" name="Контур"/>
              <p:cNvSpPr/>
              <p:nvPr/>
            </p:nvSpPr>
            <p:spPr>
              <a:xfrm>
                <a:off x="3658270" y="7775487"/>
                <a:ext cx="207728" cy="162891"/>
              </a:xfrm>
              <a:custGeom>
                <a:avLst/>
                <a:gdLst/>
                <a:ahLst/>
                <a:cxnLst/>
                <a:rect l="l" t="t" r="r" b="b"/>
                <a:pathLst>
                  <a:path w="207728" h="162891">
                    <a:moveTo>
                      <a:pt x="0" y="114985"/>
                    </a:moveTo>
                    <a:lnTo>
                      <a:pt x="176522" y="0"/>
                    </a:lnTo>
                    <a:lnTo>
                      <a:pt x="207728" y="47906"/>
                    </a:lnTo>
                    <a:lnTo>
                      <a:pt x="31206" y="162891"/>
                    </a:lnTo>
                    <a:lnTo>
                      <a:pt x="0" y="1149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9" name="Контур"/>
              <p:cNvSpPr/>
              <p:nvPr/>
            </p:nvSpPr>
            <p:spPr>
              <a:xfrm>
                <a:off x="4813318" y="7441904"/>
                <a:ext cx="146102" cy="125772"/>
              </a:xfrm>
              <a:custGeom>
                <a:avLst/>
                <a:gdLst/>
                <a:ahLst/>
                <a:cxnLst/>
                <a:rect l="l" t="t" r="r" b="b"/>
                <a:pathLst>
                  <a:path w="146102" h="125772">
                    <a:moveTo>
                      <a:pt x="76639" y="0"/>
                    </a:moveTo>
                    <a:lnTo>
                      <a:pt x="146102" y="106798"/>
                    </a:lnTo>
                    <a:lnTo>
                      <a:pt x="124506" y="120844"/>
                    </a:lnTo>
                    <a:lnTo>
                      <a:pt x="104425" y="89970"/>
                    </a:lnTo>
                    <a:lnTo>
                      <a:pt x="49381" y="125772"/>
                    </a:lnTo>
                    <a:lnTo>
                      <a:pt x="0" y="49848"/>
                    </a:lnTo>
                    <a:lnTo>
                      <a:pt x="766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0" name="Контур"/>
              <p:cNvSpPr/>
              <p:nvPr/>
            </p:nvSpPr>
            <p:spPr>
              <a:xfrm>
                <a:off x="3988940" y="7202672"/>
                <a:ext cx="342081" cy="349652"/>
              </a:xfrm>
              <a:custGeom>
                <a:avLst/>
                <a:gdLst/>
                <a:ahLst/>
                <a:cxnLst/>
                <a:rect l="l" t="t" r="r" b="b"/>
                <a:pathLst>
                  <a:path w="342081" h="349652">
                    <a:moveTo>
                      <a:pt x="228702" y="0"/>
                    </a:moveTo>
                    <a:lnTo>
                      <a:pt x="342081" y="173910"/>
                    </a:lnTo>
                    <a:lnTo>
                      <a:pt x="69958" y="349652"/>
                    </a:lnTo>
                    <a:lnTo>
                      <a:pt x="7118" y="256069"/>
                    </a:lnTo>
                    <a:lnTo>
                      <a:pt x="50735" y="226782"/>
                    </a:lnTo>
                    <a:lnTo>
                      <a:pt x="0" y="147324"/>
                    </a:lnTo>
                    <a:lnTo>
                      <a:pt x="34324" y="126123"/>
                    </a:lnTo>
                    <a:lnTo>
                      <a:pt x="22870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1" name="Контур"/>
              <p:cNvSpPr/>
              <p:nvPr/>
            </p:nvSpPr>
            <p:spPr>
              <a:xfrm>
                <a:off x="3655112" y="7019669"/>
                <a:ext cx="305901" cy="345915"/>
              </a:xfrm>
              <a:custGeom>
                <a:avLst/>
                <a:gdLst/>
                <a:ahLst/>
                <a:cxnLst/>
                <a:rect l="l" t="t" r="r" b="b"/>
                <a:pathLst>
                  <a:path w="305901" h="345915">
                    <a:moveTo>
                      <a:pt x="163485" y="345915"/>
                    </a:moveTo>
                    <a:lnTo>
                      <a:pt x="0" y="91530"/>
                    </a:lnTo>
                    <a:lnTo>
                      <a:pt x="28071" y="73485"/>
                    </a:lnTo>
                    <a:lnTo>
                      <a:pt x="136791" y="3609"/>
                    </a:lnTo>
                    <a:lnTo>
                      <a:pt x="142398" y="0"/>
                    </a:lnTo>
                    <a:lnTo>
                      <a:pt x="244341" y="158589"/>
                    </a:lnTo>
                    <a:lnTo>
                      <a:pt x="305901" y="254358"/>
                    </a:lnTo>
                    <a:lnTo>
                      <a:pt x="163485" y="3459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2" name="Контур"/>
              <p:cNvSpPr/>
              <p:nvPr/>
            </p:nvSpPr>
            <p:spPr>
              <a:xfrm>
                <a:off x="3859965" y="7387172"/>
                <a:ext cx="108890" cy="131515"/>
              </a:xfrm>
              <a:custGeom>
                <a:avLst/>
                <a:gdLst/>
                <a:ahLst/>
                <a:cxnLst/>
                <a:rect l="l" t="t" r="r" b="b"/>
                <a:pathLst>
                  <a:path w="108890" h="131515">
                    <a:moveTo>
                      <a:pt x="0" y="23874"/>
                    </a:moveTo>
                    <a:lnTo>
                      <a:pt x="34582" y="0"/>
                    </a:lnTo>
                    <a:lnTo>
                      <a:pt x="108890" y="107641"/>
                    </a:lnTo>
                    <a:lnTo>
                      <a:pt x="74307" y="131515"/>
                    </a:lnTo>
                    <a:lnTo>
                      <a:pt x="0" y="238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3" name="Контур"/>
              <p:cNvSpPr/>
              <p:nvPr/>
            </p:nvSpPr>
            <p:spPr>
              <a:xfrm>
                <a:off x="3537842" y="7251887"/>
                <a:ext cx="178515" cy="153486"/>
              </a:xfrm>
              <a:custGeom>
                <a:avLst/>
                <a:gdLst/>
                <a:ahLst/>
                <a:cxnLst/>
                <a:rect l="l" t="t" r="r" b="b"/>
                <a:pathLst>
                  <a:path w="178515" h="153486">
                    <a:moveTo>
                      <a:pt x="135369" y="0"/>
                    </a:moveTo>
                    <a:lnTo>
                      <a:pt x="178515" y="67617"/>
                    </a:lnTo>
                    <a:lnTo>
                      <a:pt x="42849" y="153486"/>
                    </a:lnTo>
                    <a:lnTo>
                      <a:pt x="0" y="86256"/>
                    </a:lnTo>
                    <a:lnTo>
                      <a:pt x="1353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4" name="Контур"/>
              <p:cNvSpPr/>
              <p:nvPr/>
            </p:nvSpPr>
            <p:spPr>
              <a:xfrm>
                <a:off x="8996011" y="6875984"/>
                <a:ext cx="57013" cy="69826"/>
              </a:xfrm>
              <a:custGeom>
                <a:avLst/>
                <a:gdLst/>
                <a:ahLst/>
                <a:cxnLst/>
                <a:rect l="l" t="t" r="r" b="b"/>
                <a:pathLst>
                  <a:path w="57013" h="69826">
                    <a:moveTo>
                      <a:pt x="31066" y="0"/>
                    </a:moveTo>
                    <a:lnTo>
                      <a:pt x="57013" y="54711"/>
                    </a:lnTo>
                    <a:lnTo>
                      <a:pt x="25144" y="69826"/>
                    </a:lnTo>
                    <a:lnTo>
                      <a:pt x="15033" y="48101"/>
                    </a:lnTo>
                    <a:lnTo>
                      <a:pt x="0" y="14317"/>
                    </a:lnTo>
                    <a:lnTo>
                      <a:pt x="3106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5" name="Контур"/>
              <p:cNvSpPr/>
              <p:nvPr/>
            </p:nvSpPr>
            <p:spPr>
              <a:xfrm>
                <a:off x="8312567" y="6388417"/>
                <a:ext cx="247251" cy="170746"/>
              </a:xfrm>
              <a:custGeom>
                <a:avLst/>
                <a:gdLst/>
                <a:ahLst/>
                <a:cxnLst/>
                <a:rect l="l" t="t" r="r" b="b"/>
                <a:pathLst>
                  <a:path w="247251" h="170746">
                    <a:moveTo>
                      <a:pt x="0" y="98119"/>
                    </a:moveTo>
                    <a:lnTo>
                      <a:pt x="210721" y="0"/>
                    </a:lnTo>
                    <a:lnTo>
                      <a:pt x="247251" y="72616"/>
                    </a:lnTo>
                    <a:lnTo>
                      <a:pt x="36618" y="170746"/>
                    </a:lnTo>
                    <a:lnTo>
                      <a:pt x="0" y="981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6" name="Контур"/>
              <p:cNvSpPr/>
              <p:nvPr/>
            </p:nvSpPr>
            <p:spPr>
              <a:xfrm>
                <a:off x="9112568" y="6461749"/>
                <a:ext cx="163776" cy="135803"/>
              </a:xfrm>
              <a:custGeom>
                <a:avLst/>
                <a:gdLst/>
                <a:ahLst/>
                <a:cxnLst/>
                <a:rect l="l" t="t" r="r" b="b"/>
                <a:pathLst>
                  <a:path w="163776" h="135803">
                    <a:moveTo>
                      <a:pt x="76620" y="135803"/>
                    </a:moveTo>
                    <a:lnTo>
                      <a:pt x="56918" y="91448"/>
                    </a:lnTo>
                    <a:lnTo>
                      <a:pt x="23533" y="106234"/>
                    </a:lnTo>
                    <a:lnTo>
                      <a:pt x="0" y="58045"/>
                    </a:lnTo>
                    <a:lnTo>
                      <a:pt x="118761" y="0"/>
                    </a:lnTo>
                    <a:lnTo>
                      <a:pt x="141562" y="47349"/>
                    </a:lnTo>
                    <a:lnTo>
                      <a:pt x="163776" y="93088"/>
                    </a:lnTo>
                    <a:lnTo>
                      <a:pt x="76620" y="1358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7" name="Контур"/>
              <p:cNvSpPr/>
              <p:nvPr/>
            </p:nvSpPr>
            <p:spPr>
              <a:xfrm>
                <a:off x="9027077" y="6665744"/>
                <a:ext cx="469458" cy="264951"/>
              </a:xfrm>
              <a:custGeom>
                <a:avLst/>
                <a:gdLst/>
                <a:ahLst/>
                <a:cxnLst/>
                <a:rect l="l" t="t" r="r" b="b"/>
                <a:pathLst>
                  <a:path w="469458" h="264951">
                    <a:moveTo>
                      <a:pt x="469458" y="54711"/>
                    </a:moveTo>
                    <a:lnTo>
                      <a:pt x="25947" y="264951"/>
                    </a:lnTo>
                    <a:lnTo>
                      <a:pt x="0" y="210240"/>
                    </a:lnTo>
                    <a:lnTo>
                      <a:pt x="443520" y="0"/>
                    </a:lnTo>
                    <a:lnTo>
                      <a:pt x="469458" y="547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8" name="Контур"/>
              <p:cNvSpPr/>
              <p:nvPr/>
            </p:nvSpPr>
            <p:spPr>
              <a:xfrm>
                <a:off x="8932909" y="6890301"/>
                <a:ext cx="78135" cy="63487"/>
              </a:xfrm>
              <a:custGeom>
                <a:avLst/>
                <a:gdLst/>
                <a:ahLst/>
                <a:cxnLst/>
                <a:rect l="l" t="t" r="r" b="b"/>
                <a:pathLst>
                  <a:path w="78135" h="63487">
                    <a:moveTo>
                      <a:pt x="63102" y="0"/>
                    </a:moveTo>
                    <a:lnTo>
                      <a:pt x="78135" y="33784"/>
                    </a:lnTo>
                    <a:lnTo>
                      <a:pt x="15938" y="63487"/>
                    </a:lnTo>
                    <a:lnTo>
                      <a:pt x="0" y="30348"/>
                    </a:lnTo>
                    <a:lnTo>
                      <a:pt x="6310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9" name="Контур"/>
              <p:cNvSpPr/>
              <p:nvPr/>
            </p:nvSpPr>
            <p:spPr>
              <a:xfrm>
                <a:off x="8123025" y="6700328"/>
                <a:ext cx="117243" cy="142560"/>
              </a:xfrm>
              <a:custGeom>
                <a:avLst/>
                <a:gdLst/>
                <a:ahLst/>
                <a:cxnLst/>
                <a:rect l="l" t="t" r="r" b="b"/>
                <a:pathLst>
                  <a:path w="117243" h="142560">
                    <a:moveTo>
                      <a:pt x="35820" y="26883"/>
                    </a:moveTo>
                    <a:lnTo>
                      <a:pt x="99333" y="0"/>
                    </a:lnTo>
                    <a:lnTo>
                      <a:pt x="117243" y="70065"/>
                    </a:lnTo>
                    <a:lnTo>
                      <a:pt x="26055" y="142560"/>
                    </a:lnTo>
                    <a:lnTo>
                      <a:pt x="0" y="105903"/>
                    </a:lnTo>
                    <a:lnTo>
                      <a:pt x="47223" y="57024"/>
                    </a:lnTo>
                    <a:lnTo>
                      <a:pt x="35820" y="268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0" name="Контур"/>
              <p:cNvSpPr/>
              <p:nvPr/>
            </p:nvSpPr>
            <p:spPr>
              <a:xfrm>
                <a:off x="9002291" y="6293990"/>
                <a:ext cx="197127" cy="156960"/>
              </a:xfrm>
              <a:custGeom>
                <a:avLst/>
                <a:gdLst/>
                <a:ahLst/>
                <a:cxnLst/>
                <a:rect l="l" t="t" r="r" b="b"/>
                <a:pathLst>
                  <a:path w="197127" h="156960">
                    <a:moveTo>
                      <a:pt x="160596" y="0"/>
                    </a:moveTo>
                    <a:lnTo>
                      <a:pt x="197127" y="77337"/>
                    </a:lnTo>
                    <a:lnTo>
                      <a:pt x="40734" y="156960"/>
                    </a:lnTo>
                    <a:lnTo>
                      <a:pt x="0" y="75924"/>
                    </a:lnTo>
                    <a:lnTo>
                      <a:pt x="11916" y="70290"/>
                    </a:lnTo>
                    <a:lnTo>
                      <a:pt x="16059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1" name="Контур"/>
              <p:cNvSpPr/>
              <p:nvPr/>
            </p:nvSpPr>
            <p:spPr>
              <a:xfrm>
                <a:off x="9039938" y="5986667"/>
                <a:ext cx="252612" cy="384660"/>
              </a:xfrm>
              <a:custGeom>
                <a:avLst/>
                <a:gdLst/>
                <a:ahLst/>
                <a:cxnLst/>
                <a:rect l="l" t="t" r="r" b="b"/>
                <a:pathLst>
                  <a:path w="252612" h="384660">
                    <a:moveTo>
                      <a:pt x="0" y="47052"/>
                    </a:moveTo>
                    <a:lnTo>
                      <a:pt x="92286" y="0"/>
                    </a:lnTo>
                    <a:lnTo>
                      <a:pt x="252612" y="340839"/>
                    </a:lnTo>
                    <a:lnTo>
                      <a:pt x="159480" y="384660"/>
                    </a:lnTo>
                    <a:lnTo>
                      <a:pt x="122949" y="307323"/>
                    </a:lnTo>
                    <a:lnTo>
                      <a:pt x="0" y="470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2" name="Контур"/>
              <p:cNvSpPr/>
              <p:nvPr/>
            </p:nvSpPr>
            <p:spPr>
              <a:xfrm>
                <a:off x="8731976" y="5699360"/>
                <a:ext cx="430911" cy="676224"/>
              </a:xfrm>
              <a:custGeom>
                <a:avLst/>
                <a:gdLst/>
                <a:ahLst/>
                <a:cxnLst/>
                <a:rect l="l" t="t" r="r" b="b"/>
                <a:pathLst>
                  <a:path w="430911" h="676224">
                    <a:moveTo>
                      <a:pt x="150021" y="0"/>
                    </a:moveTo>
                    <a:lnTo>
                      <a:pt x="307962" y="334359"/>
                    </a:lnTo>
                    <a:lnTo>
                      <a:pt x="430911" y="594630"/>
                    </a:lnTo>
                    <a:lnTo>
                      <a:pt x="282231" y="664920"/>
                    </a:lnTo>
                    <a:lnTo>
                      <a:pt x="270315" y="670554"/>
                    </a:lnTo>
                    <a:lnTo>
                      <a:pt x="260541" y="676224"/>
                    </a:lnTo>
                    <a:lnTo>
                      <a:pt x="210141" y="571824"/>
                    </a:lnTo>
                    <a:lnTo>
                      <a:pt x="232677" y="561141"/>
                    </a:lnTo>
                    <a:lnTo>
                      <a:pt x="211059" y="515853"/>
                    </a:lnTo>
                    <a:lnTo>
                      <a:pt x="207171" y="507708"/>
                    </a:lnTo>
                    <a:lnTo>
                      <a:pt x="161802" y="412686"/>
                    </a:lnTo>
                    <a:lnTo>
                      <a:pt x="135477" y="357543"/>
                    </a:lnTo>
                    <a:lnTo>
                      <a:pt x="97326" y="277623"/>
                    </a:lnTo>
                    <a:lnTo>
                      <a:pt x="0" y="73764"/>
                    </a:lnTo>
                    <a:lnTo>
                      <a:pt x="15002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3" name="Контур"/>
              <p:cNvSpPr/>
              <p:nvPr/>
            </p:nvSpPr>
            <p:spPr>
              <a:xfrm>
                <a:off x="9132224" y="5948912"/>
                <a:ext cx="233649" cy="378594"/>
              </a:xfrm>
              <a:custGeom>
                <a:avLst/>
                <a:gdLst/>
                <a:ahLst/>
                <a:cxnLst/>
                <a:rect l="l" t="t" r="r" b="b"/>
                <a:pathLst>
                  <a:path w="233649" h="378594">
                    <a:moveTo>
                      <a:pt x="74061" y="0"/>
                    </a:moveTo>
                    <a:lnTo>
                      <a:pt x="233649" y="344106"/>
                    </a:lnTo>
                    <a:lnTo>
                      <a:pt x="160326" y="378594"/>
                    </a:lnTo>
                    <a:lnTo>
                      <a:pt x="0" y="37755"/>
                    </a:lnTo>
                    <a:lnTo>
                      <a:pt x="740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4" name="Контур"/>
              <p:cNvSpPr/>
              <p:nvPr/>
            </p:nvSpPr>
            <p:spPr>
              <a:xfrm>
                <a:off x="8623643" y="6171446"/>
                <a:ext cx="151353" cy="153639"/>
              </a:xfrm>
              <a:custGeom>
                <a:avLst/>
                <a:gdLst/>
                <a:ahLst/>
                <a:cxnLst/>
                <a:rect l="l" t="t" r="r" b="b"/>
                <a:pathLst>
                  <a:path w="151353" h="153639">
                    <a:moveTo>
                      <a:pt x="99081" y="0"/>
                    </a:moveTo>
                    <a:lnTo>
                      <a:pt x="151353" y="103698"/>
                    </a:lnTo>
                    <a:lnTo>
                      <a:pt x="52272" y="153639"/>
                    </a:lnTo>
                    <a:lnTo>
                      <a:pt x="12582" y="74907"/>
                    </a:lnTo>
                    <a:lnTo>
                      <a:pt x="0" y="49941"/>
                    </a:lnTo>
                    <a:lnTo>
                      <a:pt x="9908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5" name="Контур"/>
              <p:cNvSpPr/>
              <p:nvPr/>
            </p:nvSpPr>
            <p:spPr>
              <a:xfrm>
                <a:off x="8806757" y="6127238"/>
                <a:ext cx="132120" cy="182826"/>
              </a:xfrm>
              <a:custGeom>
                <a:avLst/>
                <a:gdLst/>
                <a:ahLst/>
                <a:cxnLst/>
                <a:rect l="l" t="t" r="r" b="b"/>
                <a:pathLst>
                  <a:path w="132120" h="182826">
                    <a:moveTo>
                      <a:pt x="4428" y="26568"/>
                    </a:moveTo>
                    <a:lnTo>
                      <a:pt x="58059" y="0"/>
                    </a:lnTo>
                    <a:lnTo>
                      <a:pt x="132120" y="154737"/>
                    </a:lnTo>
                    <a:lnTo>
                      <a:pt x="73440" y="182826"/>
                    </a:lnTo>
                    <a:lnTo>
                      <a:pt x="0" y="30186"/>
                    </a:lnTo>
                    <a:lnTo>
                      <a:pt x="4428" y="265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6" name="Контур"/>
              <p:cNvSpPr/>
              <p:nvPr/>
            </p:nvSpPr>
            <p:spPr>
              <a:xfrm>
                <a:off x="9039938" y="5581937"/>
                <a:ext cx="360639" cy="711081"/>
              </a:xfrm>
              <a:custGeom>
                <a:avLst/>
                <a:gdLst/>
                <a:ahLst/>
                <a:cxnLst/>
                <a:rect l="l" t="t" r="r" b="b"/>
                <a:pathLst>
                  <a:path w="360639" h="711081">
                    <a:moveTo>
                      <a:pt x="166347" y="366975"/>
                    </a:moveTo>
                    <a:lnTo>
                      <a:pt x="0" y="17298"/>
                    </a:lnTo>
                    <a:lnTo>
                      <a:pt x="36504" y="0"/>
                    </a:lnTo>
                    <a:lnTo>
                      <a:pt x="360639" y="694980"/>
                    </a:lnTo>
                    <a:lnTo>
                      <a:pt x="325935" y="711081"/>
                    </a:lnTo>
                    <a:lnTo>
                      <a:pt x="166347" y="3669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7" name="Контур"/>
              <p:cNvSpPr/>
              <p:nvPr/>
            </p:nvSpPr>
            <p:spPr>
              <a:xfrm>
                <a:off x="8547953" y="6157397"/>
                <a:ext cx="88272" cy="112347"/>
              </a:xfrm>
              <a:custGeom>
                <a:avLst/>
                <a:gdLst/>
                <a:ahLst/>
                <a:cxnLst/>
                <a:rect l="l" t="t" r="r" b="b"/>
                <a:pathLst>
                  <a:path w="88272" h="112347">
                    <a:moveTo>
                      <a:pt x="43443" y="0"/>
                    </a:moveTo>
                    <a:lnTo>
                      <a:pt x="64305" y="41400"/>
                    </a:lnTo>
                    <a:lnTo>
                      <a:pt x="75690" y="63990"/>
                    </a:lnTo>
                    <a:lnTo>
                      <a:pt x="88272" y="88956"/>
                    </a:lnTo>
                    <a:lnTo>
                      <a:pt x="41868" y="112347"/>
                    </a:lnTo>
                    <a:lnTo>
                      <a:pt x="0" y="21897"/>
                    </a:lnTo>
                    <a:lnTo>
                      <a:pt x="434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8" name="Контур"/>
              <p:cNvSpPr/>
              <p:nvPr/>
            </p:nvSpPr>
            <p:spPr>
              <a:xfrm>
                <a:off x="8422212" y="6172043"/>
                <a:ext cx="56621" cy="64750"/>
              </a:xfrm>
              <a:custGeom>
                <a:avLst/>
                <a:gdLst/>
                <a:ahLst/>
                <a:cxnLst/>
                <a:rect l="l" t="t" r="r" b="b"/>
                <a:pathLst>
                  <a:path w="56621" h="64750">
                    <a:moveTo>
                      <a:pt x="0" y="15915"/>
                    </a:moveTo>
                    <a:lnTo>
                      <a:pt x="34147" y="0"/>
                    </a:lnTo>
                    <a:lnTo>
                      <a:pt x="56621" y="48710"/>
                    </a:lnTo>
                    <a:lnTo>
                      <a:pt x="22721" y="64750"/>
                    </a:lnTo>
                    <a:lnTo>
                      <a:pt x="0" y="159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9" name="Контур"/>
              <p:cNvSpPr/>
              <p:nvPr/>
            </p:nvSpPr>
            <p:spPr>
              <a:xfrm>
                <a:off x="8553596" y="6032468"/>
                <a:ext cx="169128" cy="188919"/>
              </a:xfrm>
              <a:custGeom>
                <a:avLst/>
                <a:gdLst/>
                <a:ahLst/>
                <a:cxnLst/>
                <a:rect l="l" t="t" r="r" b="b"/>
                <a:pathLst>
                  <a:path w="169128" h="188919">
                    <a:moveTo>
                      <a:pt x="70047" y="188919"/>
                    </a:moveTo>
                    <a:lnTo>
                      <a:pt x="58662" y="166329"/>
                    </a:lnTo>
                    <a:lnTo>
                      <a:pt x="37800" y="124929"/>
                    </a:lnTo>
                    <a:lnTo>
                      <a:pt x="32859" y="115137"/>
                    </a:lnTo>
                    <a:lnTo>
                      <a:pt x="0" y="49941"/>
                    </a:lnTo>
                    <a:lnTo>
                      <a:pt x="99081" y="0"/>
                    </a:lnTo>
                    <a:lnTo>
                      <a:pt x="169128" y="138978"/>
                    </a:lnTo>
                    <a:lnTo>
                      <a:pt x="70047" y="1889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0" name="Контур"/>
              <p:cNvSpPr/>
              <p:nvPr/>
            </p:nvSpPr>
            <p:spPr>
              <a:xfrm>
                <a:off x="8408126" y="6141722"/>
                <a:ext cx="48233" cy="46236"/>
              </a:xfrm>
              <a:custGeom>
                <a:avLst/>
                <a:gdLst/>
                <a:ahLst/>
                <a:cxnLst/>
                <a:rect l="l" t="t" r="r" b="b"/>
                <a:pathLst>
                  <a:path w="48233" h="46236">
                    <a:moveTo>
                      <a:pt x="0" y="16012"/>
                    </a:moveTo>
                    <a:lnTo>
                      <a:pt x="34348" y="0"/>
                    </a:lnTo>
                    <a:lnTo>
                      <a:pt x="48233" y="30321"/>
                    </a:lnTo>
                    <a:lnTo>
                      <a:pt x="14086" y="46236"/>
                    </a:lnTo>
                    <a:lnTo>
                      <a:pt x="0" y="160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1" name="Контур"/>
              <p:cNvSpPr/>
              <p:nvPr/>
            </p:nvSpPr>
            <p:spPr>
              <a:xfrm>
                <a:off x="8510153" y="6082409"/>
                <a:ext cx="81243" cy="96885"/>
              </a:xfrm>
              <a:custGeom>
                <a:avLst/>
                <a:gdLst/>
                <a:ahLst/>
                <a:cxnLst/>
                <a:rect l="l" t="t" r="r" b="b"/>
                <a:pathLst>
                  <a:path w="81243" h="96885">
                    <a:moveTo>
                      <a:pt x="0" y="21897"/>
                    </a:moveTo>
                    <a:lnTo>
                      <a:pt x="43443" y="0"/>
                    </a:lnTo>
                    <a:lnTo>
                      <a:pt x="76302" y="65196"/>
                    </a:lnTo>
                    <a:lnTo>
                      <a:pt x="81243" y="74988"/>
                    </a:lnTo>
                    <a:lnTo>
                      <a:pt x="37800" y="96885"/>
                    </a:lnTo>
                    <a:lnTo>
                      <a:pt x="0" y="218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2" name="Контур"/>
              <p:cNvSpPr/>
              <p:nvPr/>
            </p:nvSpPr>
            <p:spPr>
              <a:xfrm>
                <a:off x="9315538" y="6555994"/>
                <a:ext cx="123107" cy="97591"/>
              </a:xfrm>
              <a:custGeom>
                <a:avLst/>
                <a:gdLst/>
                <a:ahLst/>
                <a:cxnLst/>
                <a:rect l="l" t="t" r="r" b="b"/>
                <a:pathLst>
                  <a:path w="123107" h="97591">
                    <a:moveTo>
                      <a:pt x="0" y="47903"/>
                    </a:moveTo>
                    <a:lnTo>
                      <a:pt x="11307" y="42131"/>
                    </a:lnTo>
                    <a:lnTo>
                      <a:pt x="88829" y="4540"/>
                    </a:lnTo>
                    <a:lnTo>
                      <a:pt x="99331" y="0"/>
                    </a:lnTo>
                    <a:lnTo>
                      <a:pt x="123107" y="50584"/>
                    </a:lnTo>
                    <a:lnTo>
                      <a:pt x="24134" y="97591"/>
                    </a:lnTo>
                    <a:lnTo>
                      <a:pt x="0" y="479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3" name="Контур"/>
              <p:cNvSpPr/>
              <p:nvPr/>
            </p:nvSpPr>
            <p:spPr>
              <a:xfrm>
                <a:off x="9290372" y="6485318"/>
                <a:ext cx="113995" cy="112807"/>
              </a:xfrm>
              <a:custGeom>
                <a:avLst/>
                <a:gdLst/>
                <a:ahLst/>
                <a:cxnLst/>
                <a:rect l="l" t="t" r="r" b="b"/>
                <a:pathLst>
                  <a:path w="113995" h="112807">
                    <a:moveTo>
                      <a:pt x="36473" y="112807"/>
                    </a:moveTo>
                    <a:lnTo>
                      <a:pt x="0" y="37592"/>
                    </a:lnTo>
                    <a:lnTo>
                      <a:pt x="77523" y="0"/>
                    </a:lnTo>
                    <a:lnTo>
                      <a:pt x="113995" y="75216"/>
                    </a:lnTo>
                    <a:lnTo>
                      <a:pt x="36473" y="1128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4" name="Контур"/>
              <p:cNvSpPr/>
              <p:nvPr/>
            </p:nvSpPr>
            <p:spPr>
              <a:xfrm>
                <a:off x="9259926" y="6476519"/>
                <a:ext cx="45802" cy="40820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40820">
                    <a:moveTo>
                      <a:pt x="0" y="18545"/>
                    </a:moveTo>
                    <a:lnTo>
                      <a:pt x="37077" y="0"/>
                    </a:lnTo>
                    <a:lnTo>
                      <a:pt x="43328" y="7525"/>
                    </a:lnTo>
                    <a:lnTo>
                      <a:pt x="45802" y="16723"/>
                    </a:lnTo>
                    <a:lnTo>
                      <a:pt x="44320" y="26133"/>
                    </a:lnTo>
                    <a:lnTo>
                      <a:pt x="39139" y="34125"/>
                    </a:lnTo>
                    <a:lnTo>
                      <a:pt x="31155" y="39321"/>
                    </a:lnTo>
                    <a:lnTo>
                      <a:pt x="21749" y="40820"/>
                    </a:lnTo>
                    <a:lnTo>
                      <a:pt x="12545" y="38362"/>
                    </a:lnTo>
                    <a:lnTo>
                      <a:pt x="5137" y="32374"/>
                    </a:lnTo>
                    <a:lnTo>
                      <a:pt x="806" y="23891"/>
                    </a:lnTo>
                    <a:lnTo>
                      <a:pt x="0" y="185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5" name="Контур"/>
              <p:cNvSpPr/>
              <p:nvPr/>
            </p:nvSpPr>
            <p:spPr>
              <a:xfrm>
                <a:off x="9366764" y="6398705"/>
                <a:ext cx="80046" cy="109971"/>
              </a:xfrm>
              <a:custGeom>
                <a:avLst/>
                <a:gdLst/>
                <a:ahLst/>
                <a:cxnLst/>
                <a:rect l="l" t="t" r="r" b="b"/>
                <a:pathLst>
                  <a:path w="80046" h="109971">
                    <a:moveTo>
                      <a:pt x="0" y="17172"/>
                    </a:moveTo>
                    <a:lnTo>
                      <a:pt x="37098" y="0"/>
                    </a:lnTo>
                    <a:lnTo>
                      <a:pt x="80046" y="92799"/>
                    </a:lnTo>
                    <a:lnTo>
                      <a:pt x="42948" y="109971"/>
                    </a:lnTo>
                    <a:lnTo>
                      <a:pt x="0" y="171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6" name="Контур"/>
              <p:cNvSpPr/>
              <p:nvPr/>
            </p:nvSpPr>
            <p:spPr>
              <a:xfrm>
                <a:off x="10259545" y="6345941"/>
                <a:ext cx="36455" cy="108961"/>
              </a:xfrm>
              <a:custGeom>
                <a:avLst/>
                <a:gdLst/>
                <a:ahLst/>
                <a:cxnLst/>
                <a:rect l="l" t="t" r="r" b="b"/>
                <a:pathLst>
                  <a:path w="36455" h="108961">
                    <a:moveTo>
                      <a:pt x="36455" y="0"/>
                    </a:moveTo>
                    <a:lnTo>
                      <a:pt x="36455" y="108961"/>
                    </a:lnTo>
                    <a:lnTo>
                      <a:pt x="0" y="139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17" name="Контур"/>
              <p:cNvSpPr/>
              <p:nvPr/>
            </p:nvSpPr>
            <p:spPr>
              <a:xfrm>
                <a:off x="10259545" y="6345941"/>
                <a:ext cx="36455" cy="108961"/>
              </a:xfrm>
              <a:custGeom>
                <a:avLst/>
                <a:gdLst/>
                <a:ahLst/>
                <a:cxnLst/>
                <a:rect l="l" t="t" r="r" b="b"/>
                <a:pathLst>
                  <a:path w="36455" h="108961" fill="none">
                    <a:moveTo>
                      <a:pt x="36455" y="108961"/>
                    </a:moveTo>
                    <a:lnTo>
                      <a:pt x="0" y="13994"/>
                    </a:lnTo>
                    <a:lnTo>
                      <a:pt x="36455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8" name="Контур"/>
              <p:cNvSpPr/>
              <p:nvPr/>
            </p:nvSpPr>
            <p:spPr>
              <a:xfrm>
                <a:off x="9238164" y="6427921"/>
                <a:ext cx="69015" cy="67143"/>
              </a:xfrm>
              <a:custGeom>
                <a:avLst/>
                <a:gdLst/>
                <a:ahLst/>
                <a:cxnLst/>
                <a:rect l="l" t="t" r="r" b="b"/>
                <a:pathLst>
                  <a:path w="69015" h="67143">
                    <a:moveTo>
                      <a:pt x="21762" y="67143"/>
                    </a:moveTo>
                    <a:lnTo>
                      <a:pt x="0" y="23634"/>
                    </a:lnTo>
                    <a:lnTo>
                      <a:pt x="47253" y="0"/>
                    </a:lnTo>
                    <a:lnTo>
                      <a:pt x="69015" y="43509"/>
                    </a:lnTo>
                    <a:lnTo>
                      <a:pt x="58839" y="48598"/>
                    </a:lnTo>
                    <a:lnTo>
                      <a:pt x="21762" y="671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9" name="Контур"/>
              <p:cNvSpPr/>
              <p:nvPr/>
            </p:nvSpPr>
            <p:spPr>
              <a:xfrm>
                <a:off x="9307519" y="6439459"/>
                <a:ext cx="48443" cy="48232"/>
              </a:xfrm>
              <a:custGeom>
                <a:avLst/>
                <a:gdLst/>
                <a:ahLst/>
                <a:cxnLst/>
                <a:rect l="l" t="t" r="r" b="b"/>
                <a:pathLst>
                  <a:path w="48443" h="48232">
                    <a:moveTo>
                      <a:pt x="38721" y="43906"/>
                    </a:moveTo>
                    <a:lnTo>
                      <a:pt x="29513" y="48124"/>
                    </a:lnTo>
                    <a:lnTo>
                      <a:pt x="19385" y="48232"/>
                    </a:lnTo>
                    <a:lnTo>
                      <a:pt x="10089" y="44212"/>
                    </a:lnTo>
                    <a:lnTo>
                      <a:pt x="3232" y="36758"/>
                    </a:lnTo>
                    <a:lnTo>
                      <a:pt x="0" y="27159"/>
                    </a:lnTo>
                    <a:lnTo>
                      <a:pt x="950" y="17077"/>
                    </a:lnTo>
                    <a:lnTo>
                      <a:pt x="5921" y="8251"/>
                    </a:lnTo>
                    <a:lnTo>
                      <a:pt x="14051" y="2211"/>
                    </a:lnTo>
                    <a:lnTo>
                      <a:pt x="23935" y="0"/>
                    </a:lnTo>
                    <a:lnTo>
                      <a:pt x="33863" y="2000"/>
                    </a:lnTo>
                    <a:lnTo>
                      <a:pt x="42120" y="7865"/>
                    </a:lnTo>
                    <a:lnTo>
                      <a:pt x="47277" y="16582"/>
                    </a:lnTo>
                    <a:lnTo>
                      <a:pt x="48443" y="26642"/>
                    </a:lnTo>
                    <a:lnTo>
                      <a:pt x="45417" y="36308"/>
                    </a:lnTo>
                    <a:lnTo>
                      <a:pt x="38721" y="439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0" name="Контур"/>
              <p:cNvSpPr/>
              <p:nvPr/>
            </p:nvSpPr>
            <p:spPr>
              <a:xfrm>
                <a:off x="9266873" y="5084840"/>
                <a:ext cx="1029127" cy="1258866"/>
              </a:xfrm>
              <a:custGeom>
                <a:avLst/>
                <a:gdLst/>
                <a:ahLst/>
                <a:cxnLst/>
                <a:rect l="l" t="t" r="r" b="b"/>
                <a:pathLst>
                  <a:path w="1029127" h="1258866">
                    <a:moveTo>
                      <a:pt x="975699" y="0"/>
                    </a:moveTo>
                    <a:lnTo>
                      <a:pt x="1029127" y="109317"/>
                    </a:lnTo>
                    <a:lnTo>
                      <a:pt x="1029127" y="940555"/>
                    </a:lnTo>
                    <a:lnTo>
                      <a:pt x="385290" y="1258866"/>
                    </a:lnTo>
                    <a:lnTo>
                      <a:pt x="0" y="480843"/>
                    </a:lnTo>
                    <a:lnTo>
                      <a:pt x="886599" y="4391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21" name="Контур"/>
              <p:cNvSpPr/>
              <p:nvPr/>
            </p:nvSpPr>
            <p:spPr>
              <a:xfrm>
                <a:off x="9266873" y="5084840"/>
                <a:ext cx="1029127" cy="1258866"/>
              </a:xfrm>
              <a:custGeom>
                <a:avLst/>
                <a:gdLst/>
                <a:ahLst/>
                <a:cxnLst/>
                <a:rect l="l" t="t" r="r" b="b"/>
                <a:pathLst>
                  <a:path w="1029127" h="1258866" fill="none">
                    <a:moveTo>
                      <a:pt x="975699" y="0"/>
                    </a:moveTo>
                    <a:lnTo>
                      <a:pt x="1029127" y="109317"/>
                    </a:lnTo>
                    <a:moveTo>
                      <a:pt x="1029127" y="940555"/>
                    </a:moveTo>
                    <a:lnTo>
                      <a:pt x="385290" y="1258866"/>
                    </a:lnTo>
                    <a:lnTo>
                      <a:pt x="0" y="480843"/>
                    </a:lnTo>
                    <a:lnTo>
                      <a:pt x="886599" y="43911"/>
                    </a:lnTo>
                    <a:lnTo>
                      <a:pt x="975699" y="0"/>
                    </a:lnTo>
                    <a:lnTo>
                      <a:pt x="975699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2" name="Контур"/>
              <p:cNvSpPr/>
              <p:nvPr/>
            </p:nvSpPr>
            <p:spPr>
              <a:xfrm>
                <a:off x="9652163" y="6025395"/>
                <a:ext cx="643837" cy="392669"/>
              </a:xfrm>
              <a:custGeom>
                <a:avLst/>
                <a:gdLst/>
                <a:ahLst/>
                <a:cxnLst/>
                <a:rect l="l" t="t" r="r" b="b"/>
                <a:pathLst>
                  <a:path w="643837" h="392669">
                    <a:moveTo>
                      <a:pt x="643837" y="91574"/>
                    </a:moveTo>
                    <a:lnTo>
                      <a:pt x="34434" y="392669"/>
                    </a:lnTo>
                    <a:lnTo>
                      <a:pt x="0" y="318311"/>
                    </a:lnTo>
                    <a:lnTo>
                      <a:pt x="6438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23" name="Контур"/>
              <p:cNvSpPr/>
              <p:nvPr/>
            </p:nvSpPr>
            <p:spPr>
              <a:xfrm>
                <a:off x="9652163" y="6025395"/>
                <a:ext cx="643837" cy="392669"/>
              </a:xfrm>
              <a:custGeom>
                <a:avLst/>
                <a:gdLst/>
                <a:ahLst/>
                <a:cxnLst/>
                <a:rect l="l" t="t" r="r" b="b"/>
                <a:pathLst>
                  <a:path w="643837" h="392669" fill="none">
                    <a:moveTo>
                      <a:pt x="643837" y="91574"/>
                    </a:moveTo>
                    <a:lnTo>
                      <a:pt x="34434" y="392669"/>
                    </a:lnTo>
                    <a:lnTo>
                      <a:pt x="0" y="318311"/>
                    </a:lnTo>
                    <a:lnTo>
                      <a:pt x="643837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4" name="Контур"/>
              <p:cNvSpPr/>
              <p:nvPr/>
            </p:nvSpPr>
            <p:spPr>
              <a:xfrm>
                <a:off x="9729640" y="6776543"/>
                <a:ext cx="87743" cy="210721"/>
              </a:xfrm>
              <a:custGeom>
                <a:avLst/>
                <a:gdLst/>
                <a:ahLst/>
                <a:cxnLst/>
                <a:rect l="l" t="t" r="r" b="b"/>
                <a:pathLst>
                  <a:path w="87743" h="210721">
                    <a:moveTo>
                      <a:pt x="0" y="10487"/>
                    </a:moveTo>
                    <a:lnTo>
                      <a:pt x="26785" y="0"/>
                    </a:lnTo>
                    <a:lnTo>
                      <a:pt x="46245" y="49706"/>
                    </a:lnTo>
                    <a:lnTo>
                      <a:pt x="34907" y="53689"/>
                    </a:lnTo>
                    <a:lnTo>
                      <a:pt x="87743" y="178242"/>
                    </a:lnTo>
                    <a:lnTo>
                      <a:pt x="17304" y="210721"/>
                    </a:lnTo>
                    <a:lnTo>
                      <a:pt x="9035" y="191418"/>
                    </a:lnTo>
                    <a:lnTo>
                      <a:pt x="57117" y="168131"/>
                    </a:lnTo>
                    <a:lnTo>
                      <a:pt x="11945" y="63494"/>
                    </a:lnTo>
                    <a:lnTo>
                      <a:pt x="19461" y="60193"/>
                    </a:lnTo>
                    <a:lnTo>
                      <a:pt x="0" y="104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5" name="Контур"/>
              <p:cNvSpPr/>
              <p:nvPr/>
            </p:nvSpPr>
            <p:spPr>
              <a:xfrm>
                <a:off x="9450117" y="6777792"/>
                <a:ext cx="239459" cy="252979"/>
              </a:xfrm>
              <a:custGeom>
                <a:avLst/>
                <a:gdLst/>
                <a:ahLst/>
                <a:cxnLst/>
                <a:rect l="l" t="t" r="r" b="b"/>
                <a:pathLst>
                  <a:path w="239459" h="252979">
                    <a:moveTo>
                      <a:pt x="0" y="57510"/>
                    </a:moveTo>
                    <a:lnTo>
                      <a:pt x="109333" y="0"/>
                    </a:lnTo>
                    <a:lnTo>
                      <a:pt x="138901" y="56213"/>
                    </a:lnTo>
                    <a:lnTo>
                      <a:pt x="159614" y="45318"/>
                    </a:lnTo>
                    <a:lnTo>
                      <a:pt x="239459" y="197110"/>
                    </a:lnTo>
                    <a:lnTo>
                      <a:pt x="133249" y="252979"/>
                    </a:lnTo>
                    <a:lnTo>
                      <a:pt x="100541" y="190797"/>
                    </a:lnTo>
                    <a:lnTo>
                      <a:pt x="76706" y="203335"/>
                    </a:lnTo>
                    <a:lnTo>
                      <a:pt x="0" y="575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6" name="Контур"/>
              <p:cNvSpPr/>
              <p:nvPr/>
            </p:nvSpPr>
            <p:spPr>
              <a:xfrm>
                <a:off x="9916536" y="6668391"/>
                <a:ext cx="231920" cy="131629"/>
              </a:xfrm>
              <a:custGeom>
                <a:avLst/>
                <a:gdLst/>
                <a:ahLst/>
                <a:cxnLst/>
                <a:rect l="l" t="t" r="r" b="b"/>
                <a:pathLst>
                  <a:path w="231920" h="131629">
                    <a:moveTo>
                      <a:pt x="0" y="82085"/>
                    </a:moveTo>
                    <a:lnTo>
                      <a:pt x="212810" y="0"/>
                    </a:lnTo>
                    <a:lnTo>
                      <a:pt x="231920" y="49543"/>
                    </a:lnTo>
                    <a:lnTo>
                      <a:pt x="19110" y="131629"/>
                    </a:lnTo>
                    <a:lnTo>
                      <a:pt x="0" y="820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7" name="Контур"/>
              <p:cNvSpPr/>
              <p:nvPr/>
            </p:nvSpPr>
            <p:spPr>
              <a:xfrm>
                <a:off x="9677806" y="6553776"/>
                <a:ext cx="107191" cy="109079"/>
              </a:xfrm>
              <a:custGeom>
                <a:avLst/>
                <a:gdLst/>
                <a:ahLst/>
                <a:cxnLst/>
                <a:rect l="l" t="t" r="r" b="b"/>
                <a:pathLst>
                  <a:path w="107191" h="109079">
                    <a:moveTo>
                      <a:pt x="56046" y="104790"/>
                    </a:moveTo>
                    <a:lnTo>
                      <a:pt x="51451" y="95291"/>
                    </a:lnTo>
                    <a:lnTo>
                      <a:pt x="24501" y="109079"/>
                    </a:lnTo>
                    <a:lnTo>
                      <a:pt x="0" y="60361"/>
                    </a:lnTo>
                    <a:lnTo>
                      <a:pt x="42646" y="38834"/>
                    </a:lnTo>
                    <a:lnTo>
                      <a:pt x="32080" y="17539"/>
                    </a:lnTo>
                    <a:lnTo>
                      <a:pt x="68602" y="0"/>
                    </a:lnTo>
                    <a:lnTo>
                      <a:pt x="107191" y="79358"/>
                    </a:lnTo>
                    <a:lnTo>
                      <a:pt x="56046" y="1047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8" name="Контур"/>
              <p:cNvSpPr/>
              <p:nvPr/>
            </p:nvSpPr>
            <p:spPr>
              <a:xfrm>
                <a:off x="10139613" y="6612372"/>
                <a:ext cx="156387" cy="103508"/>
              </a:xfrm>
              <a:custGeom>
                <a:avLst/>
                <a:gdLst/>
                <a:ahLst/>
                <a:cxnLst/>
                <a:rect l="l" t="t" r="r" b="b"/>
                <a:pathLst>
                  <a:path w="156387" h="103508">
                    <a:moveTo>
                      <a:pt x="0" y="56033"/>
                    </a:moveTo>
                    <a:lnTo>
                      <a:pt x="156387" y="0"/>
                    </a:lnTo>
                    <a:lnTo>
                      <a:pt x="156387" y="53569"/>
                    </a:lnTo>
                    <a:lnTo>
                      <a:pt x="17011" y="10350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29" name="Контур"/>
              <p:cNvSpPr/>
              <p:nvPr/>
            </p:nvSpPr>
            <p:spPr>
              <a:xfrm>
                <a:off x="10139613" y="6612372"/>
                <a:ext cx="156387" cy="103508"/>
              </a:xfrm>
              <a:custGeom>
                <a:avLst/>
                <a:gdLst/>
                <a:ahLst/>
                <a:cxnLst/>
                <a:rect l="l" t="t" r="r" b="b"/>
                <a:pathLst>
                  <a:path w="156387" h="103508" fill="none">
                    <a:moveTo>
                      <a:pt x="0" y="56033"/>
                    </a:moveTo>
                    <a:lnTo>
                      <a:pt x="156387" y="0"/>
                    </a:lnTo>
                    <a:moveTo>
                      <a:pt x="156387" y="53569"/>
                    </a:moveTo>
                    <a:lnTo>
                      <a:pt x="17011" y="103508"/>
                    </a:lnTo>
                    <a:lnTo>
                      <a:pt x="0" y="56033"/>
                    </a:lnTo>
                    <a:lnTo>
                      <a:pt x="0" y="56033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0" name="Контур"/>
              <p:cNvSpPr/>
              <p:nvPr/>
            </p:nvSpPr>
            <p:spPr>
              <a:xfrm>
                <a:off x="8926711" y="8325995"/>
                <a:ext cx="570886" cy="425237"/>
              </a:xfrm>
              <a:custGeom>
                <a:avLst/>
                <a:gdLst/>
                <a:ahLst/>
                <a:cxnLst/>
                <a:rect l="l" t="t" r="r" b="b"/>
                <a:pathLst>
                  <a:path w="570886" h="425237">
                    <a:moveTo>
                      <a:pt x="0" y="238381"/>
                    </a:moveTo>
                    <a:lnTo>
                      <a:pt x="204739" y="137440"/>
                    </a:lnTo>
                    <a:lnTo>
                      <a:pt x="482312" y="0"/>
                    </a:lnTo>
                    <a:lnTo>
                      <a:pt x="570886" y="185127"/>
                    </a:lnTo>
                    <a:lnTo>
                      <a:pt x="95350" y="425237"/>
                    </a:lnTo>
                    <a:lnTo>
                      <a:pt x="0" y="2383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1" name="Контур"/>
              <p:cNvSpPr/>
              <p:nvPr/>
            </p:nvSpPr>
            <p:spPr>
              <a:xfrm>
                <a:off x="8129299" y="7560214"/>
                <a:ext cx="177705" cy="120060"/>
              </a:xfrm>
              <a:custGeom>
                <a:avLst/>
                <a:gdLst/>
                <a:ahLst/>
                <a:cxnLst/>
                <a:rect l="l" t="t" r="r" b="b"/>
                <a:pathLst>
                  <a:path w="177705" h="120060">
                    <a:moveTo>
                      <a:pt x="0" y="73364"/>
                    </a:moveTo>
                    <a:lnTo>
                      <a:pt x="151137" y="0"/>
                    </a:lnTo>
                    <a:lnTo>
                      <a:pt x="177705" y="47907"/>
                    </a:lnTo>
                    <a:lnTo>
                      <a:pt x="30006" y="120060"/>
                    </a:lnTo>
                    <a:lnTo>
                      <a:pt x="11100" y="90702"/>
                    </a:lnTo>
                    <a:lnTo>
                      <a:pt x="0" y="733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2" name="Контур"/>
              <p:cNvSpPr/>
              <p:nvPr/>
            </p:nvSpPr>
            <p:spPr>
              <a:xfrm>
                <a:off x="8232294" y="7402336"/>
                <a:ext cx="185755" cy="205785"/>
              </a:xfrm>
              <a:custGeom>
                <a:avLst/>
                <a:gdLst/>
                <a:ahLst/>
                <a:cxnLst/>
                <a:rect l="l" t="t" r="r" b="b"/>
                <a:pathLst>
                  <a:path w="185755" h="205785">
                    <a:moveTo>
                      <a:pt x="74710" y="205785"/>
                    </a:moveTo>
                    <a:lnTo>
                      <a:pt x="48142" y="157878"/>
                    </a:lnTo>
                    <a:lnTo>
                      <a:pt x="0" y="66308"/>
                    </a:lnTo>
                    <a:lnTo>
                      <a:pt x="130984" y="0"/>
                    </a:lnTo>
                    <a:lnTo>
                      <a:pt x="185755" y="98389"/>
                    </a:lnTo>
                    <a:lnTo>
                      <a:pt x="148753" y="118847"/>
                    </a:lnTo>
                    <a:lnTo>
                      <a:pt x="171636" y="167559"/>
                    </a:lnTo>
                    <a:lnTo>
                      <a:pt x="74710" y="2057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3" name="Контур"/>
              <p:cNvSpPr/>
              <p:nvPr/>
            </p:nvSpPr>
            <p:spPr>
              <a:xfrm>
                <a:off x="8644491" y="7405502"/>
                <a:ext cx="137313" cy="103545"/>
              </a:xfrm>
              <a:custGeom>
                <a:avLst/>
                <a:gdLst/>
                <a:ahLst/>
                <a:cxnLst/>
                <a:rect l="l" t="t" r="r" b="b"/>
                <a:pathLst>
                  <a:path w="137313" h="103545">
                    <a:moveTo>
                      <a:pt x="23384" y="103545"/>
                    </a:moveTo>
                    <a:lnTo>
                      <a:pt x="0" y="55803"/>
                    </a:lnTo>
                    <a:lnTo>
                      <a:pt x="113929" y="0"/>
                    </a:lnTo>
                    <a:lnTo>
                      <a:pt x="137313" y="47741"/>
                    </a:lnTo>
                    <a:lnTo>
                      <a:pt x="23384" y="1035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4" name="Контур"/>
              <p:cNvSpPr/>
              <p:nvPr/>
            </p:nvSpPr>
            <p:spPr>
              <a:xfrm>
                <a:off x="8428037" y="8006987"/>
                <a:ext cx="187974" cy="215019"/>
              </a:xfrm>
              <a:custGeom>
                <a:avLst/>
                <a:gdLst/>
                <a:ahLst/>
                <a:cxnLst/>
                <a:rect l="l" t="t" r="r" b="b"/>
                <a:pathLst>
                  <a:path w="187974" h="215019">
                    <a:moveTo>
                      <a:pt x="56493" y="215019"/>
                    </a:moveTo>
                    <a:lnTo>
                      <a:pt x="43155" y="206811"/>
                    </a:lnTo>
                    <a:lnTo>
                      <a:pt x="0" y="180837"/>
                    </a:lnTo>
                    <a:lnTo>
                      <a:pt x="111510" y="0"/>
                    </a:lnTo>
                    <a:lnTo>
                      <a:pt x="187974" y="47106"/>
                    </a:lnTo>
                    <a:lnTo>
                      <a:pt x="159336" y="93573"/>
                    </a:lnTo>
                    <a:lnTo>
                      <a:pt x="139041" y="81072"/>
                    </a:lnTo>
                    <a:lnTo>
                      <a:pt x="56493" y="2150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5" name="Контур"/>
              <p:cNvSpPr/>
              <p:nvPr/>
            </p:nvSpPr>
            <p:spPr>
              <a:xfrm>
                <a:off x="8654763" y="7722343"/>
                <a:ext cx="522513" cy="379225"/>
              </a:xfrm>
              <a:custGeom>
                <a:avLst/>
                <a:gdLst/>
                <a:ahLst/>
                <a:cxnLst/>
                <a:rect l="l" t="t" r="r" b="b"/>
                <a:pathLst>
                  <a:path w="522513" h="379225">
                    <a:moveTo>
                      <a:pt x="466385" y="254854"/>
                    </a:moveTo>
                    <a:lnTo>
                      <a:pt x="503449" y="277550"/>
                    </a:lnTo>
                    <a:lnTo>
                      <a:pt x="441188" y="379225"/>
                    </a:lnTo>
                    <a:lnTo>
                      <a:pt x="0" y="109065"/>
                    </a:lnTo>
                    <a:lnTo>
                      <a:pt x="61374" y="8837"/>
                    </a:lnTo>
                    <a:lnTo>
                      <a:pt x="198996" y="93110"/>
                    </a:lnTo>
                    <a:lnTo>
                      <a:pt x="256012" y="0"/>
                    </a:lnTo>
                    <a:lnTo>
                      <a:pt x="522513" y="163192"/>
                    </a:lnTo>
                    <a:lnTo>
                      <a:pt x="466385" y="2548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6" name="Контур"/>
              <p:cNvSpPr/>
              <p:nvPr/>
            </p:nvSpPr>
            <p:spPr>
              <a:xfrm>
                <a:off x="8470436" y="7424129"/>
                <a:ext cx="53672" cy="44515"/>
              </a:xfrm>
              <a:custGeom>
                <a:avLst/>
                <a:gdLst/>
                <a:ahLst/>
                <a:cxnLst/>
                <a:rect l="l" t="t" r="r" b="b"/>
                <a:pathLst>
                  <a:path w="53672" h="44515">
                    <a:moveTo>
                      <a:pt x="11788" y="44515"/>
                    </a:moveTo>
                    <a:lnTo>
                      <a:pt x="0" y="20954"/>
                    </a:lnTo>
                    <a:lnTo>
                      <a:pt x="41884" y="0"/>
                    </a:lnTo>
                    <a:lnTo>
                      <a:pt x="53672" y="23561"/>
                    </a:lnTo>
                    <a:lnTo>
                      <a:pt x="11788" y="445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7" name="Контур"/>
              <p:cNvSpPr/>
              <p:nvPr/>
            </p:nvSpPr>
            <p:spPr>
              <a:xfrm>
                <a:off x="8516272" y="7367312"/>
                <a:ext cx="108190" cy="81504"/>
              </a:xfrm>
              <a:custGeom>
                <a:avLst/>
                <a:gdLst/>
                <a:ahLst/>
                <a:cxnLst/>
                <a:rect l="l" t="t" r="r" b="b"/>
                <a:pathLst>
                  <a:path w="108190" h="81504">
                    <a:moveTo>
                      <a:pt x="0" y="43992"/>
                    </a:moveTo>
                    <a:lnTo>
                      <a:pt x="89749" y="0"/>
                    </a:lnTo>
                    <a:lnTo>
                      <a:pt x="108190" y="36873"/>
                    </a:lnTo>
                    <a:lnTo>
                      <a:pt x="18901" y="81504"/>
                    </a:lnTo>
                    <a:lnTo>
                      <a:pt x="0" y="439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8" name="Контур"/>
              <p:cNvSpPr/>
              <p:nvPr/>
            </p:nvSpPr>
            <p:spPr>
              <a:xfrm>
                <a:off x="8455647" y="7256684"/>
                <a:ext cx="208961" cy="124734"/>
              </a:xfrm>
              <a:custGeom>
                <a:avLst/>
                <a:gdLst/>
                <a:ahLst/>
                <a:cxnLst/>
                <a:rect l="l" t="t" r="r" b="b"/>
                <a:pathLst>
                  <a:path w="208961" h="124734">
                    <a:moveTo>
                      <a:pt x="0" y="75161"/>
                    </a:moveTo>
                    <a:lnTo>
                      <a:pt x="157021" y="0"/>
                    </a:lnTo>
                    <a:lnTo>
                      <a:pt x="208961" y="108510"/>
                    </a:lnTo>
                    <a:lnTo>
                      <a:pt x="175068" y="124734"/>
                    </a:lnTo>
                    <a:lnTo>
                      <a:pt x="142611" y="56925"/>
                    </a:lnTo>
                    <a:lnTo>
                      <a:pt x="19482" y="115862"/>
                    </a:lnTo>
                    <a:lnTo>
                      <a:pt x="0" y="75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9" name="Контур"/>
              <p:cNvSpPr/>
              <p:nvPr/>
            </p:nvSpPr>
            <p:spPr>
              <a:xfrm>
                <a:off x="8801095" y="7303792"/>
                <a:ext cx="143335" cy="115787"/>
              </a:xfrm>
              <a:custGeom>
                <a:avLst/>
                <a:gdLst/>
                <a:ahLst/>
                <a:cxnLst/>
                <a:rect l="l" t="t" r="r" b="b"/>
                <a:pathLst>
                  <a:path w="143335" h="115787">
                    <a:moveTo>
                      <a:pt x="112675" y="0"/>
                    </a:moveTo>
                    <a:lnTo>
                      <a:pt x="143335" y="59044"/>
                    </a:lnTo>
                    <a:lnTo>
                      <a:pt x="30661" y="115787"/>
                    </a:lnTo>
                    <a:lnTo>
                      <a:pt x="0" y="59044"/>
                    </a:lnTo>
                    <a:lnTo>
                      <a:pt x="1126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0" name="Контур"/>
              <p:cNvSpPr/>
              <p:nvPr/>
            </p:nvSpPr>
            <p:spPr>
              <a:xfrm>
                <a:off x="8211884" y="7178060"/>
                <a:ext cx="223389" cy="162144"/>
              </a:xfrm>
              <a:custGeom>
                <a:avLst/>
                <a:gdLst/>
                <a:ahLst/>
                <a:cxnLst/>
                <a:rect l="l" t="t" r="r" b="b"/>
                <a:pathLst>
                  <a:path w="223389" h="162144">
                    <a:moveTo>
                      <a:pt x="188865" y="0"/>
                    </a:moveTo>
                    <a:lnTo>
                      <a:pt x="223389" y="73854"/>
                    </a:lnTo>
                    <a:lnTo>
                      <a:pt x="34533" y="162144"/>
                    </a:lnTo>
                    <a:lnTo>
                      <a:pt x="0" y="88272"/>
                    </a:lnTo>
                    <a:lnTo>
                      <a:pt x="1888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1" name="Контур"/>
              <p:cNvSpPr/>
              <p:nvPr/>
            </p:nvSpPr>
            <p:spPr>
              <a:xfrm>
                <a:off x="8213974" y="7363367"/>
                <a:ext cx="149304" cy="105277"/>
              </a:xfrm>
              <a:custGeom>
                <a:avLst/>
                <a:gdLst/>
                <a:ahLst/>
                <a:cxnLst/>
                <a:rect l="l" t="t" r="r" b="b"/>
                <a:pathLst>
                  <a:path w="149304" h="105277">
                    <a:moveTo>
                      <a:pt x="18320" y="105277"/>
                    </a:moveTo>
                    <a:lnTo>
                      <a:pt x="0" y="68617"/>
                    </a:lnTo>
                    <a:lnTo>
                      <a:pt x="129099" y="0"/>
                    </a:lnTo>
                    <a:lnTo>
                      <a:pt x="149304" y="38969"/>
                    </a:lnTo>
                    <a:lnTo>
                      <a:pt x="18320" y="1052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2" name="Контур"/>
              <p:cNvSpPr/>
              <p:nvPr/>
            </p:nvSpPr>
            <p:spPr>
              <a:xfrm>
                <a:off x="8772506" y="7281418"/>
                <a:ext cx="47533" cy="52371"/>
              </a:xfrm>
              <a:custGeom>
                <a:avLst/>
                <a:gdLst/>
                <a:ahLst/>
                <a:cxnLst/>
                <a:rect l="l" t="t" r="r" b="b"/>
                <a:pathLst>
                  <a:path w="47533" h="52371">
                    <a:moveTo>
                      <a:pt x="19840" y="52371"/>
                    </a:moveTo>
                    <a:lnTo>
                      <a:pt x="0" y="14513"/>
                    </a:lnTo>
                    <a:lnTo>
                      <a:pt x="27692" y="0"/>
                    </a:lnTo>
                    <a:lnTo>
                      <a:pt x="47533" y="37857"/>
                    </a:lnTo>
                    <a:lnTo>
                      <a:pt x="19840" y="523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3" name="Контур"/>
              <p:cNvSpPr/>
              <p:nvPr/>
            </p:nvSpPr>
            <p:spPr>
              <a:xfrm>
                <a:off x="8666389" y="7206147"/>
                <a:ext cx="85515" cy="82348"/>
              </a:xfrm>
              <a:custGeom>
                <a:avLst/>
                <a:gdLst/>
                <a:ahLst/>
                <a:cxnLst/>
                <a:rect l="l" t="t" r="r" b="b"/>
                <a:pathLst>
                  <a:path w="85515" h="82348">
                    <a:moveTo>
                      <a:pt x="0" y="28457"/>
                    </a:moveTo>
                    <a:lnTo>
                      <a:pt x="58669" y="0"/>
                    </a:lnTo>
                    <a:lnTo>
                      <a:pt x="80416" y="43161"/>
                    </a:lnTo>
                    <a:lnTo>
                      <a:pt x="85515" y="53641"/>
                    </a:lnTo>
                    <a:lnTo>
                      <a:pt x="26037" y="82348"/>
                    </a:lnTo>
                    <a:lnTo>
                      <a:pt x="0" y="284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4" name="Контур"/>
              <p:cNvSpPr/>
              <p:nvPr/>
            </p:nvSpPr>
            <p:spPr>
              <a:xfrm>
                <a:off x="8746805" y="7238713"/>
                <a:ext cx="38764" cy="45571"/>
              </a:xfrm>
              <a:custGeom>
                <a:avLst/>
                <a:gdLst/>
                <a:ahLst/>
                <a:cxnLst/>
                <a:rect l="l" t="t" r="r" b="b"/>
                <a:pathLst>
                  <a:path w="38764" h="45571">
                    <a:moveTo>
                      <a:pt x="17127" y="45571"/>
                    </a:moveTo>
                    <a:lnTo>
                      <a:pt x="5099" y="21075"/>
                    </a:lnTo>
                    <a:lnTo>
                      <a:pt x="0" y="10595"/>
                    </a:lnTo>
                    <a:lnTo>
                      <a:pt x="21638" y="0"/>
                    </a:lnTo>
                    <a:lnTo>
                      <a:pt x="38764" y="34976"/>
                    </a:lnTo>
                    <a:lnTo>
                      <a:pt x="17127" y="455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5" name="Контур"/>
              <p:cNvSpPr/>
              <p:nvPr/>
            </p:nvSpPr>
            <p:spPr>
              <a:xfrm>
                <a:off x="8393396" y="6998104"/>
                <a:ext cx="394212" cy="253810"/>
              </a:xfrm>
              <a:custGeom>
                <a:avLst/>
                <a:gdLst/>
                <a:ahLst/>
                <a:cxnLst/>
                <a:rect l="l" t="t" r="r" b="b"/>
                <a:pathLst>
                  <a:path w="394212" h="253810">
                    <a:moveTo>
                      <a:pt x="0" y="164227"/>
                    </a:moveTo>
                    <a:lnTo>
                      <a:pt x="351326" y="0"/>
                    </a:lnTo>
                    <a:lnTo>
                      <a:pt x="356384" y="9453"/>
                    </a:lnTo>
                    <a:lnTo>
                      <a:pt x="391921" y="84908"/>
                    </a:lnTo>
                    <a:lnTo>
                      <a:pt x="394212" y="89485"/>
                    </a:lnTo>
                    <a:lnTo>
                      <a:pt x="55728" y="247330"/>
                    </a:lnTo>
                    <a:lnTo>
                      <a:pt x="41877" y="253810"/>
                    </a:lnTo>
                    <a:lnTo>
                      <a:pt x="7353" y="179956"/>
                    </a:lnTo>
                    <a:lnTo>
                      <a:pt x="0" y="1642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6" name="Контур"/>
              <p:cNvSpPr/>
              <p:nvPr/>
            </p:nvSpPr>
            <p:spPr>
              <a:xfrm>
                <a:off x="8750567" y="7174057"/>
                <a:ext cx="46921" cy="40587"/>
              </a:xfrm>
              <a:custGeom>
                <a:avLst/>
                <a:gdLst/>
                <a:ahLst/>
                <a:cxnLst/>
                <a:rect l="l" t="t" r="r" b="b"/>
                <a:pathLst>
                  <a:path w="46921" h="40587">
                    <a:moveTo>
                      <a:pt x="11683" y="40587"/>
                    </a:moveTo>
                    <a:lnTo>
                      <a:pt x="0" y="19928"/>
                    </a:lnTo>
                    <a:lnTo>
                      <a:pt x="35237" y="0"/>
                    </a:lnTo>
                    <a:lnTo>
                      <a:pt x="46921" y="20659"/>
                    </a:lnTo>
                    <a:lnTo>
                      <a:pt x="11683" y="405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7" name="Контур"/>
              <p:cNvSpPr/>
              <p:nvPr/>
            </p:nvSpPr>
            <p:spPr>
              <a:xfrm>
                <a:off x="8749780" y="6993570"/>
                <a:ext cx="65235" cy="89442"/>
              </a:xfrm>
              <a:custGeom>
                <a:avLst/>
                <a:gdLst/>
                <a:ahLst/>
                <a:cxnLst/>
                <a:rect l="l" t="t" r="r" b="b"/>
                <a:pathLst>
                  <a:path w="65235" h="89442">
                    <a:moveTo>
                      <a:pt x="0" y="13987"/>
                    </a:moveTo>
                    <a:lnTo>
                      <a:pt x="29698" y="0"/>
                    </a:lnTo>
                    <a:lnTo>
                      <a:pt x="65235" y="75455"/>
                    </a:lnTo>
                    <a:lnTo>
                      <a:pt x="35537" y="89442"/>
                    </a:lnTo>
                    <a:lnTo>
                      <a:pt x="0" y="139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8" name="Контур"/>
              <p:cNvSpPr/>
              <p:nvPr/>
            </p:nvSpPr>
            <p:spPr>
              <a:xfrm>
                <a:off x="9694332" y="8693368"/>
                <a:ext cx="201389" cy="201335"/>
              </a:xfrm>
              <a:custGeom>
                <a:avLst/>
                <a:gdLst/>
                <a:ahLst/>
                <a:cxnLst/>
                <a:rect l="l" t="t" r="r" b="b"/>
                <a:pathLst>
                  <a:path w="201389" h="201335">
                    <a:moveTo>
                      <a:pt x="136713" y="0"/>
                    </a:moveTo>
                    <a:lnTo>
                      <a:pt x="163958" y="56497"/>
                    </a:lnTo>
                    <a:lnTo>
                      <a:pt x="201389" y="136609"/>
                    </a:lnTo>
                    <a:lnTo>
                      <a:pt x="64677" y="201335"/>
                    </a:lnTo>
                    <a:lnTo>
                      <a:pt x="0" y="64726"/>
                    </a:lnTo>
                    <a:lnTo>
                      <a:pt x="1367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9" name="Контур"/>
              <p:cNvSpPr/>
              <p:nvPr/>
            </p:nvSpPr>
            <p:spPr>
              <a:xfrm>
                <a:off x="10188884" y="8261445"/>
                <a:ext cx="10711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107116" h="241604">
                    <a:moveTo>
                      <a:pt x="39848" y="0"/>
                    </a:moveTo>
                    <a:lnTo>
                      <a:pt x="107116" y="139674"/>
                    </a:lnTo>
                    <a:lnTo>
                      <a:pt x="107116" y="241604"/>
                    </a:lnTo>
                    <a:lnTo>
                      <a:pt x="0" y="191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50" name="Контур"/>
              <p:cNvSpPr/>
              <p:nvPr/>
            </p:nvSpPr>
            <p:spPr>
              <a:xfrm>
                <a:off x="10188884" y="8261445"/>
                <a:ext cx="10711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107116" h="241604" fill="none">
                    <a:moveTo>
                      <a:pt x="39848" y="0"/>
                    </a:moveTo>
                    <a:lnTo>
                      <a:pt x="107116" y="139674"/>
                    </a:lnTo>
                    <a:moveTo>
                      <a:pt x="107116" y="241604"/>
                    </a:moveTo>
                    <a:lnTo>
                      <a:pt x="0" y="19191"/>
                    </a:lnTo>
                    <a:lnTo>
                      <a:pt x="39848" y="0"/>
                    </a:lnTo>
                    <a:lnTo>
                      <a:pt x="39848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1" name="Контур"/>
              <p:cNvSpPr/>
              <p:nvPr/>
            </p:nvSpPr>
            <p:spPr>
              <a:xfrm>
                <a:off x="9823397" y="8603579"/>
                <a:ext cx="189558" cy="146286"/>
              </a:xfrm>
              <a:custGeom>
                <a:avLst/>
                <a:gdLst/>
                <a:ahLst/>
                <a:cxnLst/>
                <a:rect l="l" t="t" r="r" b="b"/>
                <a:pathLst>
                  <a:path w="189558" h="146286">
                    <a:moveTo>
                      <a:pt x="189558" y="75303"/>
                    </a:moveTo>
                    <a:lnTo>
                      <a:pt x="34893" y="146286"/>
                    </a:lnTo>
                    <a:lnTo>
                      <a:pt x="7648" y="89789"/>
                    </a:lnTo>
                    <a:lnTo>
                      <a:pt x="0" y="73845"/>
                    </a:lnTo>
                    <a:lnTo>
                      <a:pt x="153270" y="0"/>
                    </a:lnTo>
                    <a:lnTo>
                      <a:pt x="189558" y="75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2" name="Контур"/>
              <p:cNvSpPr/>
              <p:nvPr/>
            </p:nvSpPr>
            <p:spPr>
              <a:xfrm>
                <a:off x="9920442" y="8482592"/>
                <a:ext cx="75357" cy="73628"/>
              </a:xfrm>
              <a:custGeom>
                <a:avLst/>
                <a:gdLst/>
                <a:ahLst/>
                <a:cxnLst/>
                <a:rect l="l" t="t" r="r" b="b"/>
                <a:pathLst>
                  <a:path w="75357" h="73628">
                    <a:moveTo>
                      <a:pt x="0" y="25360"/>
                    </a:moveTo>
                    <a:lnTo>
                      <a:pt x="51664" y="0"/>
                    </a:lnTo>
                    <a:lnTo>
                      <a:pt x="75357" y="48268"/>
                    </a:lnTo>
                    <a:lnTo>
                      <a:pt x="23692" y="73628"/>
                    </a:lnTo>
                    <a:lnTo>
                      <a:pt x="0" y="253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3" name="Контур"/>
              <p:cNvSpPr/>
              <p:nvPr/>
            </p:nvSpPr>
            <p:spPr>
              <a:xfrm>
                <a:off x="9542084" y="8310224"/>
                <a:ext cx="340353" cy="384786"/>
              </a:xfrm>
              <a:custGeom>
                <a:avLst/>
                <a:gdLst/>
                <a:ahLst/>
                <a:cxnLst/>
                <a:rect l="l" t="t" r="r" b="b"/>
                <a:pathLst>
                  <a:path w="340353" h="384786">
                    <a:moveTo>
                      <a:pt x="129609" y="384786"/>
                    </a:moveTo>
                    <a:lnTo>
                      <a:pt x="0" y="93888"/>
                    </a:lnTo>
                    <a:lnTo>
                      <a:pt x="210753" y="0"/>
                    </a:lnTo>
                    <a:lnTo>
                      <a:pt x="340353" y="290880"/>
                    </a:lnTo>
                    <a:lnTo>
                      <a:pt x="129609" y="3847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4" name="Контур"/>
              <p:cNvSpPr/>
              <p:nvPr/>
            </p:nvSpPr>
            <p:spPr>
              <a:xfrm>
                <a:off x="9054419" y="8131536"/>
                <a:ext cx="354604" cy="331899"/>
              </a:xfrm>
              <a:custGeom>
                <a:avLst/>
                <a:gdLst/>
                <a:ahLst/>
                <a:cxnLst/>
                <a:rect l="l" t="t" r="r" b="b"/>
                <a:pathLst>
                  <a:path w="354604" h="331899">
                    <a:moveTo>
                      <a:pt x="77031" y="331899"/>
                    </a:moveTo>
                    <a:lnTo>
                      <a:pt x="0" y="196083"/>
                    </a:lnTo>
                    <a:lnTo>
                      <a:pt x="90481" y="150353"/>
                    </a:lnTo>
                    <a:lnTo>
                      <a:pt x="62966" y="95912"/>
                    </a:lnTo>
                    <a:lnTo>
                      <a:pt x="252709" y="0"/>
                    </a:lnTo>
                    <a:lnTo>
                      <a:pt x="354604" y="194459"/>
                    </a:lnTo>
                    <a:lnTo>
                      <a:pt x="77031" y="3318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5" name="Контур"/>
              <p:cNvSpPr/>
              <p:nvPr/>
            </p:nvSpPr>
            <p:spPr>
              <a:xfrm>
                <a:off x="9957317" y="8250140"/>
                <a:ext cx="94302" cy="102105"/>
              </a:xfrm>
              <a:custGeom>
                <a:avLst/>
                <a:gdLst/>
                <a:ahLst/>
                <a:cxnLst/>
                <a:rect l="l" t="t" r="r" b="b"/>
                <a:pathLst>
                  <a:path w="94302" h="102105">
                    <a:moveTo>
                      <a:pt x="0" y="22644"/>
                    </a:moveTo>
                    <a:lnTo>
                      <a:pt x="58869" y="0"/>
                    </a:lnTo>
                    <a:lnTo>
                      <a:pt x="94302" y="92160"/>
                    </a:lnTo>
                    <a:lnTo>
                      <a:pt x="68436" y="102105"/>
                    </a:lnTo>
                    <a:lnTo>
                      <a:pt x="57204" y="72873"/>
                    </a:lnTo>
                    <a:lnTo>
                      <a:pt x="24183" y="85563"/>
                    </a:lnTo>
                    <a:lnTo>
                      <a:pt x="0" y="226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6" name="Контур"/>
              <p:cNvSpPr/>
              <p:nvPr/>
            </p:nvSpPr>
            <p:spPr>
              <a:xfrm>
                <a:off x="9923044" y="8172791"/>
                <a:ext cx="54143" cy="63294"/>
              </a:xfrm>
              <a:custGeom>
                <a:avLst/>
                <a:gdLst/>
                <a:ahLst/>
                <a:cxnLst/>
                <a:rect l="l" t="t" r="r" b="b"/>
                <a:pathLst>
                  <a:path w="54143" h="63294">
                    <a:moveTo>
                      <a:pt x="0" y="14718"/>
                    </a:moveTo>
                    <a:lnTo>
                      <a:pt x="31296" y="0"/>
                    </a:lnTo>
                    <a:lnTo>
                      <a:pt x="54143" y="48575"/>
                    </a:lnTo>
                    <a:lnTo>
                      <a:pt x="22848" y="63294"/>
                    </a:lnTo>
                    <a:lnTo>
                      <a:pt x="0" y="147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7" name="Контур"/>
              <p:cNvSpPr/>
              <p:nvPr/>
            </p:nvSpPr>
            <p:spPr>
              <a:xfrm>
                <a:off x="9814019" y="7861394"/>
                <a:ext cx="199278" cy="278118"/>
              </a:xfrm>
              <a:custGeom>
                <a:avLst/>
                <a:gdLst/>
                <a:ahLst/>
                <a:cxnLst/>
                <a:rect l="l" t="t" r="r" b="b"/>
                <a:pathLst>
                  <a:path w="199278" h="278118">
                    <a:moveTo>
                      <a:pt x="121167" y="278118"/>
                    </a:moveTo>
                    <a:lnTo>
                      <a:pt x="0" y="39699"/>
                    </a:lnTo>
                    <a:lnTo>
                      <a:pt x="78111" y="0"/>
                    </a:lnTo>
                    <a:lnTo>
                      <a:pt x="199278" y="238419"/>
                    </a:lnTo>
                    <a:lnTo>
                      <a:pt x="121167" y="2781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8" name="Контур"/>
              <p:cNvSpPr/>
              <p:nvPr/>
            </p:nvSpPr>
            <p:spPr>
              <a:xfrm>
                <a:off x="10030046" y="7904828"/>
                <a:ext cx="42705" cy="47205"/>
              </a:xfrm>
              <a:custGeom>
                <a:avLst/>
                <a:gdLst/>
                <a:ahLst/>
                <a:cxnLst/>
                <a:rect l="l" t="t" r="r" b="b"/>
                <a:pathLst>
                  <a:path w="42705" h="47205">
                    <a:moveTo>
                      <a:pt x="42705" y="34749"/>
                    </a:moveTo>
                    <a:lnTo>
                      <a:pt x="16578" y="47205"/>
                    </a:lnTo>
                    <a:lnTo>
                      <a:pt x="0" y="12420"/>
                    </a:lnTo>
                    <a:lnTo>
                      <a:pt x="26046" y="0"/>
                    </a:lnTo>
                    <a:lnTo>
                      <a:pt x="42705" y="347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9" name="Контур"/>
              <p:cNvSpPr/>
              <p:nvPr/>
            </p:nvSpPr>
            <p:spPr>
              <a:xfrm>
                <a:off x="9171365" y="7739134"/>
                <a:ext cx="174177" cy="130047"/>
              </a:xfrm>
              <a:custGeom>
                <a:avLst/>
                <a:gdLst/>
                <a:ahLst/>
                <a:cxnLst/>
                <a:rect l="l" t="t" r="r" b="b"/>
                <a:pathLst>
                  <a:path w="174177" h="130047">
                    <a:moveTo>
                      <a:pt x="29275" y="130047"/>
                    </a:moveTo>
                    <a:lnTo>
                      <a:pt x="0" y="65653"/>
                    </a:lnTo>
                    <a:lnTo>
                      <a:pt x="143758" y="0"/>
                    </a:lnTo>
                    <a:lnTo>
                      <a:pt x="174177" y="59766"/>
                    </a:lnTo>
                    <a:lnTo>
                      <a:pt x="29275" y="1300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0" name="Контур"/>
              <p:cNvSpPr/>
              <p:nvPr/>
            </p:nvSpPr>
            <p:spPr>
              <a:xfrm>
                <a:off x="10227090" y="7593071"/>
                <a:ext cx="68910" cy="121484"/>
              </a:xfrm>
              <a:custGeom>
                <a:avLst/>
                <a:gdLst/>
                <a:ahLst/>
                <a:cxnLst/>
                <a:rect l="l" t="t" r="r" b="b"/>
                <a:pathLst>
                  <a:path w="68910" h="121484">
                    <a:moveTo>
                      <a:pt x="0" y="15628"/>
                    </a:moveTo>
                    <a:lnTo>
                      <a:pt x="32633" y="0"/>
                    </a:lnTo>
                    <a:lnTo>
                      <a:pt x="68910" y="75752"/>
                    </a:lnTo>
                    <a:lnTo>
                      <a:pt x="68910" y="112760"/>
                    </a:lnTo>
                    <a:lnTo>
                      <a:pt x="50693" y="1214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61" name="Контур"/>
              <p:cNvSpPr/>
              <p:nvPr/>
            </p:nvSpPr>
            <p:spPr>
              <a:xfrm>
                <a:off x="10227090" y="7593071"/>
                <a:ext cx="68910" cy="121484"/>
              </a:xfrm>
              <a:custGeom>
                <a:avLst/>
                <a:gdLst/>
                <a:ahLst/>
                <a:cxnLst/>
                <a:rect l="l" t="t" r="r" b="b"/>
                <a:pathLst>
                  <a:path w="68910" h="121484" fill="none">
                    <a:moveTo>
                      <a:pt x="0" y="15628"/>
                    </a:moveTo>
                    <a:lnTo>
                      <a:pt x="32633" y="0"/>
                    </a:lnTo>
                    <a:lnTo>
                      <a:pt x="68910" y="75752"/>
                    </a:lnTo>
                    <a:moveTo>
                      <a:pt x="68910" y="112760"/>
                    </a:moveTo>
                    <a:lnTo>
                      <a:pt x="50693" y="121484"/>
                    </a:lnTo>
                    <a:lnTo>
                      <a:pt x="0" y="15628"/>
                    </a:lnTo>
                    <a:lnTo>
                      <a:pt x="0" y="1562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2" name="Контур"/>
              <p:cNvSpPr/>
              <p:nvPr/>
            </p:nvSpPr>
            <p:spPr>
              <a:xfrm>
                <a:off x="10166020" y="7460706"/>
                <a:ext cx="101021" cy="117815"/>
              </a:xfrm>
              <a:custGeom>
                <a:avLst/>
                <a:gdLst/>
                <a:ahLst/>
                <a:cxnLst/>
                <a:rect l="l" t="t" r="r" b="b"/>
                <a:pathLst>
                  <a:path w="101021" h="117815">
                    <a:moveTo>
                      <a:pt x="0" y="28070"/>
                    </a:moveTo>
                    <a:lnTo>
                      <a:pt x="56174" y="0"/>
                    </a:lnTo>
                    <a:lnTo>
                      <a:pt x="101021" y="89745"/>
                    </a:lnTo>
                    <a:lnTo>
                      <a:pt x="44848" y="117815"/>
                    </a:lnTo>
                    <a:lnTo>
                      <a:pt x="0" y="280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3" name="Контур"/>
              <p:cNvSpPr/>
              <p:nvPr/>
            </p:nvSpPr>
            <p:spPr>
              <a:xfrm>
                <a:off x="9573517" y="7418269"/>
                <a:ext cx="148442" cy="97243"/>
              </a:xfrm>
              <a:custGeom>
                <a:avLst/>
                <a:gdLst/>
                <a:ahLst/>
                <a:cxnLst/>
                <a:rect l="l" t="t" r="r" b="b"/>
                <a:pathLst>
                  <a:path w="148442" h="97243">
                    <a:moveTo>
                      <a:pt x="15476" y="97243"/>
                    </a:moveTo>
                    <a:lnTo>
                      <a:pt x="0" y="66120"/>
                    </a:lnTo>
                    <a:lnTo>
                      <a:pt x="132966" y="0"/>
                    </a:lnTo>
                    <a:lnTo>
                      <a:pt x="148442" y="31123"/>
                    </a:lnTo>
                    <a:lnTo>
                      <a:pt x="15476" y="972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4" name="Контур"/>
              <p:cNvSpPr/>
              <p:nvPr/>
            </p:nvSpPr>
            <p:spPr>
              <a:xfrm>
                <a:off x="9301988" y="6907871"/>
                <a:ext cx="90008" cy="128371"/>
              </a:xfrm>
              <a:custGeom>
                <a:avLst/>
                <a:gdLst/>
                <a:ahLst/>
                <a:cxnLst/>
                <a:rect l="l" t="t" r="r" b="b"/>
                <a:pathLst>
                  <a:path w="90008" h="128371">
                    <a:moveTo>
                      <a:pt x="0" y="15552"/>
                    </a:moveTo>
                    <a:lnTo>
                      <a:pt x="28547" y="0"/>
                    </a:lnTo>
                    <a:lnTo>
                      <a:pt x="90008" y="112819"/>
                    </a:lnTo>
                    <a:lnTo>
                      <a:pt x="61462" y="128371"/>
                    </a:lnTo>
                    <a:lnTo>
                      <a:pt x="0" y="155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5" name="Контур"/>
              <p:cNvSpPr/>
              <p:nvPr/>
            </p:nvSpPr>
            <p:spPr>
              <a:xfrm>
                <a:off x="8623980" y="10136680"/>
                <a:ext cx="45977" cy="51320"/>
              </a:xfrm>
              <a:custGeom>
                <a:avLst/>
                <a:gdLst/>
                <a:ahLst/>
                <a:cxnLst/>
                <a:rect l="l" t="t" r="r" b="b"/>
                <a:pathLst>
                  <a:path w="45977" h="51320">
                    <a:moveTo>
                      <a:pt x="45977" y="41224"/>
                    </a:moveTo>
                    <a:lnTo>
                      <a:pt x="23146" y="51320"/>
                    </a:lnTo>
                    <a:lnTo>
                      <a:pt x="17269" y="51320"/>
                    </a:lnTo>
                    <a:lnTo>
                      <a:pt x="0" y="12269"/>
                    </a:lnTo>
                    <a:lnTo>
                      <a:pt x="2774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66" name="Контур"/>
              <p:cNvSpPr/>
              <p:nvPr/>
            </p:nvSpPr>
            <p:spPr>
              <a:xfrm>
                <a:off x="8623980" y="10136680"/>
                <a:ext cx="45977" cy="51320"/>
              </a:xfrm>
              <a:custGeom>
                <a:avLst/>
                <a:gdLst/>
                <a:ahLst/>
                <a:cxnLst/>
                <a:rect l="l" t="t" r="r" b="b"/>
                <a:pathLst>
                  <a:path w="45977" h="51320" fill="none">
                    <a:moveTo>
                      <a:pt x="45977" y="41224"/>
                    </a:moveTo>
                    <a:lnTo>
                      <a:pt x="23146" y="51320"/>
                    </a:lnTo>
                    <a:moveTo>
                      <a:pt x="17269" y="51320"/>
                    </a:moveTo>
                    <a:lnTo>
                      <a:pt x="0" y="12269"/>
                    </a:lnTo>
                    <a:lnTo>
                      <a:pt x="27748" y="0"/>
                    </a:lnTo>
                    <a:lnTo>
                      <a:pt x="45977" y="41224"/>
                    </a:lnTo>
                    <a:lnTo>
                      <a:pt x="45977" y="4122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7" name="Контур"/>
              <p:cNvSpPr/>
              <p:nvPr/>
            </p:nvSpPr>
            <p:spPr>
              <a:xfrm>
                <a:off x="8573477" y="9607817"/>
                <a:ext cx="879795" cy="570087"/>
              </a:xfrm>
              <a:custGeom>
                <a:avLst/>
                <a:gdLst/>
                <a:ahLst/>
                <a:cxnLst/>
                <a:rect l="l" t="t" r="r" b="b"/>
                <a:pathLst>
                  <a:path w="879795" h="570087">
                    <a:moveTo>
                      <a:pt x="78251" y="528863"/>
                    </a:moveTo>
                    <a:lnTo>
                      <a:pt x="0" y="359847"/>
                    </a:lnTo>
                    <a:lnTo>
                      <a:pt x="113904" y="307314"/>
                    </a:lnTo>
                    <a:lnTo>
                      <a:pt x="211484" y="262954"/>
                    </a:lnTo>
                    <a:lnTo>
                      <a:pt x="759852" y="9414"/>
                    </a:lnTo>
                    <a:lnTo>
                      <a:pt x="780264" y="0"/>
                    </a:lnTo>
                    <a:lnTo>
                      <a:pt x="879795" y="206631"/>
                    </a:lnTo>
                    <a:lnTo>
                      <a:pt x="96480" y="570087"/>
                    </a:lnTo>
                    <a:lnTo>
                      <a:pt x="78251" y="5288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8" name="Контур"/>
              <p:cNvSpPr/>
              <p:nvPr/>
            </p:nvSpPr>
            <p:spPr>
              <a:xfrm>
                <a:off x="8627237" y="9738471"/>
                <a:ext cx="157724" cy="176660"/>
              </a:xfrm>
              <a:custGeom>
                <a:avLst/>
                <a:gdLst/>
                <a:ahLst/>
                <a:cxnLst/>
                <a:rect l="l" t="t" r="r" b="b"/>
                <a:pathLst>
                  <a:path w="157724" h="176660">
                    <a:moveTo>
                      <a:pt x="60144" y="176660"/>
                    </a:moveTo>
                    <a:lnTo>
                      <a:pt x="0" y="44361"/>
                    </a:lnTo>
                    <a:lnTo>
                      <a:pt x="97580" y="0"/>
                    </a:lnTo>
                    <a:lnTo>
                      <a:pt x="157724" y="132300"/>
                    </a:lnTo>
                    <a:lnTo>
                      <a:pt x="60144" y="1766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9" name="Контур"/>
              <p:cNvSpPr/>
              <p:nvPr/>
            </p:nvSpPr>
            <p:spPr>
              <a:xfrm>
                <a:off x="9771251" y="9832826"/>
                <a:ext cx="524749" cy="297687"/>
              </a:xfrm>
              <a:custGeom>
                <a:avLst/>
                <a:gdLst/>
                <a:ahLst/>
                <a:cxnLst/>
                <a:rect l="l" t="t" r="r" b="b"/>
                <a:pathLst>
                  <a:path w="524749" h="297687">
                    <a:moveTo>
                      <a:pt x="0" y="240242"/>
                    </a:moveTo>
                    <a:lnTo>
                      <a:pt x="524749" y="0"/>
                    </a:lnTo>
                    <a:lnTo>
                      <a:pt x="524749" y="69487"/>
                    </a:lnTo>
                    <a:lnTo>
                      <a:pt x="26300" y="29768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70" name="Контур"/>
              <p:cNvSpPr/>
              <p:nvPr/>
            </p:nvSpPr>
            <p:spPr>
              <a:xfrm>
                <a:off x="9771251" y="9832826"/>
                <a:ext cx="524749" cy="297687"/>
              </a:xfrm>
              <a:custGeom>
                <a:avLst/>
                <a:gdLst/>
                <a:ahLst/>
                <a:cxnLst/>
                <a:rect l="l" t="t" r="r" b="b"/>
                <a:pathLst>
                  <a:path w="524749" h="297687" fill="none">
                    <a:moveTo>
                      <a:pt x="0" y="240242"/>
                    </a:moveTo>
                    <a:lnTo>
                      <a:pt x="524749" y="0"/>
                    </a:lnTo>
                    <a:moveTo>
                      <a:pt x="524749" y="69487"/>
                    </a:moveTo>
                    <a:lnTo>
                      <a:pt x="26300" y="297687"/>
                    </a:lnTo>
                    <a:lnTo>
                      <a:pt x="0" y="240242"/>
                    </a:lnTo>
                    <a:lnTo>
                      <a:pt x="0" y="240242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1" name="Контур"/>
              <p:cNvSpPr/>
              <p:nvPr/>
            </p:nvSpPr>
            <p:spPr>
              <a:xfrm>
                <a:off x="8447279" y="9546725"/>
                <a:ext cx="325116" cy="208421"/>
              </a:xfrm>
              <a:custGeom>
                <a:avLst/>
                <a:gdLst/>
                <a:ahLst/>
                <a:cxnLst/>
                <a:rect l="l" t="t" r="r" b="b"/>
                <a:pathLst>
                  <a:path w="325116" h="208421">
                    <a:moveTo>
                      <a:pt x="0" y="144630"/>
                    </a:moveTo>
                    <a:lnTo>
                      <a:pt x="296532" y="0"/>
                    </a:lnTo>
                    <a:lnTo>
                      <a:pt x="325116" y="65025"/>
                    </a:lnTo>
                    <a:lnTo>
                      <a:pt x="31113" y="208421"/>
                    </a:lnTo>
                    <a:lnTo>
                      <a:pt x="0" y="1446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2" name="Контур"/>
              <p:cNvSpPr/>
              <p:nvPr/>
            </p:nvSpPr>
            <p:spPr>
              <a:xfrm>
                <a:off x="9530434" y="9486248"/>
                <a:ext cx="399746" cy="247320"/>
              </a:xfrm>
              <a:custGeom>
                <a:avLst/>
                <a:gdLst/>
                <a:ahLst/>
                <a:cxnLst/>
                <a:rect l="l" t="t" r="r" b="b"/>
                <a:pathLst>
                  <a:path w="399746" h="247320">
                    <a:moveTo>
                      <a:pt x="67990" y="132576"/>
                    </a:moveTo>
                    <a:lnTo>
                      <a:pt x="353633" y="0"/>
                    </a:lnTo>
                    <a:lnTo>
                      <a:pt x="399746" y="99354"/>
                    </a:lnTo>
                    <a:lnTo>
                      <a:pt x="80949" y="247320"/>
                    </a:lnTo>
                    <a:lnTo>
                      <a:pt x="57035" y="195795"/>
                    </a:lnTo>
                    <a:lnTo>
                      <a:pt x="36145" y="205491"/>
                    </a:lnTo>
                    <a:lnTo>
                      <a:pt x="0" y="127617"/>
                    </a:lnTo>
                    <a:lnTo>
                      <a:pt x="54046" y="102532"/>
                    </a:lnTo>
                    <a:lnTo>
                      <a:pt x="67990" y="1325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3" name="Контур"/>
              <p:cNvSpPr/>
              <p:nvPr/>
            </p:nvSpPr>
            <p:spPr>
              <a:xfrm>
                <a:off x="8403890" y="9457769"/>
                <a:ext cx="339921" cy="233586"/>
              </a:xfrm>
              <a:custGeom>
                <a:avLst/>
                <a:gdLst/>
                <a:ahLst/>
                <a:cxnLst/>
                <a:rect l="l" t="t" r="r" b="b"/>
                <a:pathLst>
                  <a:path w="339921" h="233586">
                    <a:moveTo>
                      <a:pt x="296532" y="0"/>
                    </a:moveTo>
                    <a:lnTo>
                      <a:pt x="339921" y="88956"/>
                    </a:lnTo>
                    <a:lnTo>
                      <a:pt x="43389" y="233586"/>
                    </a:lnTo>
                    <a:lnTo>
                      <a:pt x="0" y="144630"/>
                    </a:lnTo>
                    <a:lnTo>
                      <a:pt x="29653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4" name="Контур"/>
              <p:cNvSpPr/>
              <p:nvPr/>
            </p:nvSpPr>
            <p:spPr>
              <a:xfrm>
                <a:off x="9277862" y="9477150"/>
                <a:ext cx="97700" cy="125237"/>
              </a:xfrm>
              <a:custGeom>
                <a:avLst/>
                <a:gdLst/>
                <a:ahLst/>
                <a:cxnLst/>
                <a:rect l="l" t="t" r="r" b="b"/>
                <a:pathLst>
                  <a:path w="97700" h="125237">
                    <a:moveTo>
                      <a:pt x="0" y="23432"/>
                    </a:moveTo>
                    <a:lnTo>
                      <a:pt x="49705" y="0"/>
                    </a:lnTo>
                    <a:lnTo>
                      <a:pt x="97700" y="101805"/>
                    </a:lnTo>
                    <a:lnTo>
                      <a:pt x="47994" y="125237"/>
                    </a:lnTo>
                    <a:lnTo>
                      <a:pt x="0" y="234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5" name="Контур"/>
              <p:cNvSpPr/>
              <p:nvPr/>
            </p:nvSpPr>
            <p:spPr>
              <a:xfrm>
                <a:off x="9800159" y="7242185"/>
                <a:ext cx="495841" cy="1158934"/>
              </a:xfrm>
              <a:custGeom>
                <a:avLst/>
                <a:gdLst/>
                <a:ahLst/>
                <a:cxnLst/>
                <a:rect l="l" t="t" r="r" b="b"/>
                <a:pathLst>
                  <a:path w="495841" h="1158934">
                    <a:moveTo>
                      <a:pt x="255933" y="662643"/>
                    </a:moveTo>
                    <a:lnTo>
                      <a:pt x="249012" y="648117"/>
                    </a:lnTo>
                    <a:lnTo>
                      <a:pt x="16710" y="161998"/>
                    </a:lnTo>
                    <a:lnTo>
                      <a:pt x="0" y="125532"/>
                    </a:lnTo>
                    <a:lnTo>
                      <a:pt x="244548" y="0"/>
                    </a:lnTo>
                    <a:lnTo>
                      <a:pt x="365861" y="246591"/>
                    </a:lnTo>
                    <a:lnTo>
                      <a:pt x="410709" y="336336"/>
                    </a:lnTo>
                    <a:lnTo>
                      <a:pt x="426931" y="366514"/>
                    </a:lnTo>
                    <a:lnTo>
                      <a:pt x="477624" y="472370"/>
                    </a:lnTo>
                    <a:lnTo>
                      <a:pt x="495841" y="509289"/>
                    </a:lnTo>
                    <a:lnTo>
                      <a:pt x="495841" y="1158934"/>
                    </a:lnTo>
                    <a:lnTo>
                      <a:pt x="428573" y="1019260"/>
                    </a:lnTo>
                    <a:lnTo>
                      <a:pt x="272592" y="6973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76" name="Контур"/>
              <p:cNvSpPr/>
              <p:nvPr/>
            </p:nvSpPr>
            <p:spPr>
              <a:xfrm>
                <a:off x="9800159" y="7242185"/>
                <a:ext cx="495841" cy="1158934"/>
              </a:xfrm>
              <a:custGeom>
                <a:avLst/>
                <a:gdLst/>
                <a:ahLst/>
                <a:cxnLst/>
                <a:rect l="l" t="t" r="r" b="b"/>
                <a:pathLst>
                  <a:path w="495841" h="1158934" fill="none">
                    <a:moveTo>
                      <a:pt x="255933" y="662643"/>
                    </a:moveTo>
                    <a:lnTo>
                      <a:pt x="249012" y="648117"/>
                    </a:lnTo>
                    <a:lnTo>
                      <a:pt x="16710" y="161998"/>
                    </a:lnTo>
                    <a:lnTo>
                      <a:pt x="0" y="125532"/>
                    </a:lnTo>
                    <a:lnTo>
                      <a:pt x="244548" y="0"/>
                    </a:lnTo>
                    <a:lnTo>
                      <a:pt x="365861" y="246591"/>
                    </a:lnTo>
                    <a:lnTo>
                      <a:pt x="410709" y="336336"/>
                    </a:lnTo>
                    <a:lnTo>
                      <a:pt x="426931" y="366514"/>
                    </a:lnTo>
                    <a:lnTo>
                      <a:pt x="477624" y="472370"/>
                    </a:lnTo>
                    <a:lnTo>
                      <a:pt x="495841" y="509289"/>
                    </a:lnTo>
                    <a:moveTo>
                      <a:pt x="495841" y="1158934"/>
                    </a:moveTo>
                    <a:lnTo>
                      <a:pt x="428573" y="1019260"/>
                    </a:lnTo>
                    <a:lnTo>
                      <a:pt x="272592" y="697392"/>
                    </a:lnTo>
                    <a:lnTo>
                      <a:pt x="255933" y="662643"/>
                    </a:lnTo>
                    <a:lnTo>
                      <a:pt x="255933" y="662643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7" name="Контур"/>
              <p:cNvSpPr/>
              <p:nvPr/>
            </p:nvSpPr>
            <p:spPr>
              <a:xfrm>
                <a:off x="9858290" y="8678882"/>
                <a:ext cx="348519" cy="473431"/>
              </a:xfrm>
              <a:custGeom>
                <a:avLst/>
                <a:gdLst/>
                <a:ahLst/>
                <a:cxnLst/>
                <a:rect l="l" t="t" r="r" b="b"/>
                <a:pathLst>
                  <a:path w="348519" h="473431">
                    <a:moveTo>
                      <a:pt x="154665" y="0"/>
                    </a:moveTo>
                    <a:lnTo>
                      <a:pt x="186030" y="63945"/>
                    </a:lnTo>
                    <a:lnTo>
                      <a:pt x="348519" y="402105"/>
                    </a:lnTo>
                    <a:lnTo>
                      <a:pt x="340009" y="406072"/>
                    </a:lnTo>
                    <a:lnTo>
                      <a:pt x="199203" y="473431"/>
                    </a:lnTo>
                    <a:lnTo>
                      <a:pt x="37431" y="151095"/>
                    </a:lnTo>
                    <a:lnTo>
                      <a:pt x="0" y="70983"/>
                    </a:lnTo>
                    <a:lnTo>
                      <a:pt x="1546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8" name="Контур"/>
              <p:cNvSpPr/>
              <p:nvPr/>
            </p:nvSpPr>
            <p:spPr>
              <a:xfrm>
                <a:off x="10010333" y="9446915"/>
                <a:ext cx="144885" cy="103372"/>
              </a:xfrm>
              <a:custGeom>
                <a:avLst/>
                <a:gdLst/>
                <a:ahLst/>
                <a:cxnLst/>
                <a:rect l="l" t="t" r="r" b="b"/>
                <a:pathLst>
                  <a:path w="144885" h="103372">
                    <a:moveTo>
                      <a:pt x="123969" y="0"/>
                    </a:moveTo>
                    <a:lnTo>
                      <a:pt x="144885" y="43515"/>
                    </a:lnTo>
                    <a:lnTo>
                      <a:pt x="19699" y="103372"/>
                    </a:lnTo>
                    <a:lnTo>
                      <a:pt x="0" y="63062"/>
                    </a:lnTo>
                    <a:lnTo>
                      <a:pt x="1239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9" name="Контур"/>
              <p:cNvSpPr/>
              <p:nvPr/>
            </p:nvSpPr>
            <p:spPr>
              <a:xfrm>
                <a:off x="10241267" y="8948743"/>
                <a:ext cx="54733" cy="141516"/>
              </a:xfrm>
              <a:custGeom>
                <a:avLst/>
                <a:gdLst/>
                <a:ahLst/>
                <a:cxnLst/>
                <a:rect l="l" t="t" r="r" b="b"/>
                <a:pathLst>
                  <a:path w="54733" h="141516">
                    <a:moveTo>
                      <a:pt x="54733" y="141516"/>
                    </a:moveTo>
                    <a:lnTo>
                      <a:pt x="0" y="26347"/>
                    </a:lnTo>
                    <a:lnTo>
                      <a:pt x="26708" y="13222"/>
                    </a:lnTo>
                    <a:lnTo>
                      <a:pt x="5473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80" name="Контур"/>
              <p:cNvSpPr/>
              <p:nvPr/>
            </p:nvSpPr>
            <p:spPr>
              <a:xfrm>
                <a:off x="10241267" y="8948743"/>
                <a:ext cx="54733" cy="141516"/>
              </a:xfrm>
              <a:custGeom>
                <a:avLst/>
                <a:gdLst/>
                <a:ahLst/>
                <a:cxnLst/>
                <a:rect l="l" t="t" r="r" b="b"/>
                <a:pathLst>
                  <a:path w="54733" h="141516" fill="none">
                    <a:moveTo>
                      <a:pt x="54733" y="141516"/>
                    </a:moveTo>
                    <a:lnTo>
                      <a:pt x="0" y="26347"/>
                    </a:lnTo>
                    <a:lnTo>
                      <a:pt x="26708" y="13222"/>
                    </a:lnTo>
                    <a:lnTo>
                      <a:pt x="54733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1" name="Контур"/>
              <p:cNvSpPr/>
              <p:nvPr/>
            </p:nvSpPr>
            <p:spPr>
              <a:xfrm>
                <a:off x="10198299" y="9063629"/>
                <a:ext cx="79822" cy="98537"/>
              </a:xfrm>
              <a:custGeom>
                <a:avLst/>
                <a:gdLst/>
                <a:ahLst/>
                <a:cxnLst/>
                <a:rect l="l" t="t" r="r" b="b"/>
                <a:pathLst>
                  <a:path w="79822" h="98537">
                    <a:moveTo>
                      <a:pt x="45891" y="0"/>
                    </a:moveTo>
                    <a:lnTo>
                      <a:pt x="79822" y="79206"/>
                    </a:lnTo>
                    <a:lnTo>
                      <a:pt x="34698" y="98537"/>
                    </a:lnTo>
                    <a:lnTo>
                      <a:pt x="0" y="21325"/>
                    </a:lnTo>
                    <a:lnTo>
                      <a:pt x="8510" y="17358"/>
                    </a:lnTo>
                    <a:lnTo>
                      <a:pt x="4589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2" name="Контур"/>
              <p:cNvSpPr/>
              <p:nvPr/>
            </p:nvSpPr>
            <p:spPr>
              <a:xfrm>
                <a:off x="10044320" y="8722064"/>
                <a:ext cx="199870" cy="358923"/>
              </a:xfrm>
              <a:custGeom>
                <a:avLst/>
                <a:gdLst/>
                <a:ahLst/>
                <a:cxnLst/>
                <a:rect l="l" t="t" r="r" b="b"/>
                <a:pathLst>
                  <a:path w="199870" h="358923">
                    <a:moveTo>
                      <a:pt x="162489" y="358923"/>
                    </a:moveTo>
                    <a:lnTo>
                      <a:pt x="0" y="20763"/>
                    </a:lnTo>
                    <a:lnTo>
                      <a:pt x="42597" y="0"/>
                    </a:lnTo>
                    <a:lnTo>
                      <a:pt x="199870" y="341565"/>
                    </a:lnTo>
                    <a:lnTo>
                      <a:pt x="162489" y="3589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3" name="Контур"/>
              <p:cNvSpPr/>
              <p:nvPr/>
            </p:nvSpPr>
            <p:spPr>
              <a:xfrm>
                <a:off x="10105178" y="9294597"/>
                <a:ext cx="190822" cy="195833"/>
              </a:xfrm>
              <a:custGeom>
                <a:avLst/>
                <a:gdLst/>
                <a:ahLst/>
                <a:cxnLst/>
                <a:rect l="l" t="t" r="r" b="b"/>
                <a:pathLst>
                  <a:path w="190822" h="195833">
                    <a:moveTo>
                      <a:pt x="190822" y="128160"/>
                    </a:moveTo>
                    <a:lnTo>
                      <a:pt x="50040" y="195833"/>
                    </a:lnTo>
                    <a:lnTo>
                      <a:pt x="29124" y="152318"/>
                    </a:lnTo>
                    <a:lnTo>
                      <a:pt x="0" y="91730"/>
                    </a:lnTo>
                    <a:lnTo>
                      <a:pt x="1908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84" name="Контур"/>
              <p:cNvSpPr/>
              <p:nvPr/>
            </p:nvSpPr>
            <p:spPr>
              <a:xfrm>
                <a:off x="10105178" y="9294597"/>
                <a:ext cx="190822" cy="195833"/>
              </a:xfrm>
              <a:custGeom>
                <a:avLst/>
                <a:gdLst/>
                <a:ahLst/>
                <a:cxnLst/>
                <a:rect l="l" t="t" r="r" b="b"/>
                <a:pathLst>
                  <a:path w="190822" h="195833" fill="none">
                    <a:moveTo>
                      <a:pt x="50040" y="195833"/>
                    </a:moveTo>
                    <a:lnTo>
                      <a:pt x="29124" y="152318"/>
                    </a:lnTo>
                    <a:lnTo>
                      <a:pt x="0" y="91730"/>
                    </a:lnTo>
                    <a:lnTo>
                      <a:pt x="190822" y="0"/>
                    </a:lnTo>
                    <a:moveTo>
                      <a:pt x="190822" y="128160"/>
                    </a:moveTo>
                    <a:lnTo>
                      <a:pt x="50040" y="195833"/>
                    </a:lnTo>
                    <a:lnTo>
                      <a:pt x="50040" y="195833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5" name="Контур"/>
              <p:cNvSpPr/>
              <p:nvPr/>
            </p:nvSpPr>
            <p:spPr>
              <a:xfrm>
                <a:off x="10243157" y="9144032"/>
                <a:ext cx="52843" cy="134861"/>
              </a:xfrm>
              <a:custGeom>
                <a:avLst/>
                <a:gdLst/>
                <a:ahLst/>
                <a:cxnLst/>
                <a:rect l="l" t="t" r="r" b="b"/>
                <a:pathLst>
                  <a:path w="52843" h="134861">
                    <a:moveTo>
                      <a:pt x="52843" y="134861"/>
                    </a:moveTo>
                    <a:lnTo>
                      <a:pt x="0" y="25152"/>
                    </a:lnTo>
                    <a:lnTo>
                      <a:pt x="528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86" name="Контур"/>
              <p:cNvSpPr/>
              <p:nvPr/>
            </p:nvSpPr>
            <p:spPr>
              <a:xfrm>
                <a:off x="10243157" y="9144032"/>
                <a:ext cx="52843" cy="134861"/>
              </a:xfrm>
              <a:custGeom>
                <a:avLst/>
                <a:gdLst/>
                <a:ahLst/>
                <a:cxnLst/>
                <a:rect l="l" t="t" r="r" b="b"/>
                <a:pathLst>
                  <a:path w="52843" h="134861" fill="none">
                    <a:moveTo>
                      <a:pt x="52843" y="134861"/>
                    </a:moveTo>
                    <a:lnTo>
                      <a:pt x="0" y="25152"/>
                    </a:lnTo>
                    <a:lnTo>
                      <a:pt x="52843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7" name="Контур"/>
              <p:cNvSpPr/>
              <p:nvPr/>
            </p:nvSpPr>
            <p:spPr>
              <a:xfrm>
                <a:off x="5881762" y="9788913"/>
                <a:ext cx="308220" cy="399087"/>
              </a:xfrm>
              <a:custGeom>
                <a:avLst/>
                <a:gdLst/>
                <a:ahLst/>
                <a:cxnLst/>
                <a:rect l="l" t="t" r="r" b="b"/>
                <a:pathLst>
                  <a:path w="308220" h="399087">
                    <a:moveTo>
                      <a:pt x="75337" y="399087"/>
                    </a:moveTo>
                    <a:lnTo>
                      <a:pt x="141901" y="368626"/>
                    </a:lnTo>
                    <a:lnTo>
                      <a:pt x="0" y="57555"/>
                    </a:lnTo>
                    <a:lnTo>
                      <a:pt x="126167" y="0"/>
                    </a:lnTo>
                    <a:lnTo>
                      <a:pt x="308220" y="39908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88" name="Контур"/>
              <p:cNvSpPr/>
              <p:nvPr/>
            </p:nvSpPr>
            <p:spPr>
              <a:xfrm>
                <a:off x="5881762" y="9788913"/>
                <a:ext cx="308220" cy="399087"/>
              </a:xfrm>
              <a:custGeom>
                <a:avLst/>
                <a:gdLst/>
                <a:ahLst/>
                <a:cxnLst/>
                <a:rect l="l" t="t" r="r" b="b"/>
                <a:pathLst>
                  <a:path w="308220" h="399087" fill="none">
                    <a:moveTo>
                      <a:pt x="75337" y="399087"/>
                    </a:moveTo>
                    <a:lnTo>
                      <a:pt x="141901" y="368626"/>
                    </a:lnTo>
                    <a:lnTo>
                      <a:pt x="0" y="57555"/>
                    </a:lnTo>
                    <a:lnTo>
                      <a:pt x="126167" y="0"/>
                    </a:lnTo>
                    <a:lnTo>
                      <a:pt x="308220" y="399087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9" name="Контур"/>
              <p:cNvSpPr/>
              <p:nvPr/>
            </p:nvSpPr>
            <p:spPr>
              <a:xfrm>
                <a:off x="4773041" y="9922742"/>
                <a:ext cx="571228" cy="265258"/>
              </a:xfrm>
              <a:custGeom>
                <a:avLst/>
                <a:gdLst/>
                <a:ahLst/>
                <a:cxnLst/>
                <a:rect l="l" t="t" r="r" b="b"/>
                <a:pathLst>
                  <a:path w="571228" h="265258">
                    <a:moveTo>
                      <a:pt x="24004" y="265258"/>
                    </a:moveTo>
                    <a:lnTo>
                      <a:pt x="0" y="216021"/>
                    </a:lnTo>
                    <a:lnTo>
                      <a:pt x="443110" y="0"/>
                    </a:lnTo>
                    <a:lnTo>
                      <a:pt x="571228" y="265258"/>
                    </a:lnTo>
                    <a:lnTo>
                      <a:pt x="419817" y="265258"/>
                    </a:lnTo>
                    <a:lnTo>
                      <a:pt x="384092" y="189708"/>
                    </a:lnTo>
                    <a:lnTo>
                      <a:pt x="225409" y="2652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90" name="Контур"/>
              <p:cNvSpPr/>
              <p:nvPr/>
            </p:nvSpPr>
            <p:spPr>
              <a:xfrm>
                <a:off x="4773041" y="9922742"/>
                <a:ext cx="571228" cy="265258"/>
              </a:xfrm>
              <a:custGeom>
                <a:avLst/>
                <a:gdLst/>
                <a:ahLst/>
                <a:cxnLst/>
                <a:rect l="l" t="t" r="r" b="b"/>
                <a:pathLst>
                  <a:path w="571228" h="265258" fill="none">
                    <a:moveTo>
                      <a:pt x="24004" y="265258"/>
                    </a:moveTo>
                    <a:lnTo>
                      <a:pt x="0" y="216021"/>
                    </a:lnTo>
                    <a:lnTo>
                      <a:pt x="443110" y="0"/>
                    </a:lnTo>
                    <a:lnTo>
                      <a:pt x="571228" y="265258"/>
                    </a:lnTo>
                    <a:moveTo>
                      <a:pt x="419817" y="265258"/>
                    </a:moveTo>
                    <a:lnTo>
                      <a:pt x="384092" y="189708"/>
                    </a:lnTo>
                    <a:lnTo>
                      <a:pt x="225409" y="26525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1" name="Контур"/>
              <p:cNvSpPr/>
              <p:nvPr/>
            </p:nvSpPr>
            <p:spPr>
              <a:xfrm>
                <a:off x="5778568" y="10176322"/>
                <a:ext cx="29990" cy="11678"/>
              </a:xfrm>
              <a:custGeom>
                <a:avLst/>
                <a:gdLst/>
                <a:ahLst/>
                <a:cxnLst/>
                <a:rect l="l" t="t" r="r" b="b"/>
                <a:pathLst>
                  <a:path w="29990" h="11678">
                    <a:moveTo>
                      <a:pt x="0" y="11678"/>
                    </a:moveTo>
                    <a:lnTo>
                      <a:pt x="24401" y="0"/>
                    </a:lnTo>
                    <a:lnTo>
                      <a:pt x="29990" y="1167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92" name="Контур"/>
              <p:cNvSpPr/>
              <p:nvPr/>
            </p:nvSpPr>
            <p:spPr>
              <a:xfrm>
                <a:off x="5778568" y="10176322"/>
                <a:ext cx="29990" cy="11678"/>
              </a:xfrm>
              <a:custGeom>
                <a:avLst/>
                <a:gdLst/>
                <a:ahLst/>
                <a:cxnLst/>
                <a:rect l="l" t="t" r="r" b="b"/>
                <a:pathLst>
                  <a:path w="29990" h="11678" fill="none">
                    <a:moveTo>
                      <a:pt x="0" y="11678"/>
                    </a:moveTo>
                    <a:lnTo>
                      <a:pt x="24401" y="0"/>
                    </a:lnTo>
                    <a:lnTo>
                      <a:pt x="29990" y="1167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3" name="Контур"/>
              <p:cNvSpPr/>
              <p:nvPr/>
            </p:nvSpPr>
            <p:spPr>
              <a:xfrm>
                <a:off x="3683946" y="10184701"/>
                <a:ext cx="6970" cy="3299"/>
              </a:xfrm>
              <a:custGeom>
                <a:avLst/>
                <a:gdLst/>
                <a:ahLst/>
                <a:cxnLst/>
                <a:rect l="l" t="t" r="r" b="b"/>
                <a:pathLst>
                  <a:path w="6970" h="3299">
                    <a:moveTo>
                      <a:pt x="0" y="3299"/>
                    </a:moveTo>
                    <a:lnTo>
                      <a:pt x="4609" y="0"/>
                    </a:lnTo>
                    <a:lnTo>
                      <a:pt x="6970" y="32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94" name="Контур"/>
              <p:cNvSpPr/>
              <p:nvPr/>
            </p:nvSpPr>
            <p:spPr>
              <a:xfrm>
                <a:off x="3683946" y="10184701"/>
                <a:ext cx="6970" cy="3299"/>
              </a:xfrm>
              <a:custGeom>
                <a:avLst/>
                <a:gdLst/>
                <a:ahLst/>
                <a:cxnLst/>
                <a:rect l="l" t="t" r="r" b="b"/>
                <a:pathLst>
                  <a:path w="6970" h="3299" fill="none">
                    <a:moveTo>
                      <a:pt x="0" y="3299"/>
                    </a:moveTo>
                    <a:lnTo>
                      <a:pt x="4609" y="0"/>
                    </a:lnTo>
                    <a:lnTo>
                      <a:pt x="6970" y="329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5" name="Контур"/>
              <p:cNvSpPr/>
              <p:nvPr/>
            </p:nvSpPr>
            <p:spPr>
              <a:xfrm>
                <a:off x="5462040" y="9585206"/>
                <a:ext cx="512568" cy="602794"/>
              </a:xfrm>
              <a:custGeom>
                <a:avLst/>
                <a:gdLst/>
                <a:ahLst/>
                <a:cxnLst/>
                <a:rect l="l" t="t" r="r" b="b"/>
                <a:pathLst>
                  <a:path w="512568" h="602794">
                    <a:moveTo>
                      <a:pt x="185775" y="602794"/>
                    </a:moveTo>
                    <a:lnTo>
                      <a:pt x="0" y="214626"/>
                    </a:lnTo>
                    <a:lnTo>
                      <a:pt x="448451" y="0"/>
                    </a:lnTo>
                    <a:lnTo>
                      <a:pt x="512568" y="133968"/>
                    </a:lnTo>
                    <a:lnTo>
                      <a:pt x="388710" y="193281"/>
                    </a:lnTo>
                    <a:lnTo>
                      <a:pt x="194903" y="286001"/>
                    </a:lnTo>
                    <a:lnTo>
                      <a:pt x="340929" y="591116"/>
                    </a:lnTo>
                    <a:lnTo>
                      <a:pt x="316528" y="6027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96" name="Контур"/>
              <p:cNvSpPr/>
              <p:nvPr/>
            </p:nvSpPr>
            <p:spPr>
              <a:xfrm>
                <a:off x="5462040" y="9585206"/>
                <a:ext cx="512568" cy="602794"/>
              </a:xfrm>
              <a:custGeom>
                <a:avLst/>
                <a:gdLst/>
                <a:ahLst/>
                <a:cxnLst/>
                <a:rect l="l" t="t" r="r" b="b"/>
                <a:pathLst>
                  <a:path w="512568" h="602794" fill="none">
                    <a:moveTo>
                      <a:pt x="0" y="214626"/>
                    </a:moveTo>
                    <a:lnTo>
                      <a:pt x="448451" y="0"/>
                    </a:lnTo>
                    <a:lnTo>
                      <a:pt x="512568" y="133968"/>
                    </a:lnTo>
                    <a:lnTo>
                      <a:pt x="388710" y="193281"/>
                    </a:lnTo>
                    <a:lnTo>
                      <a:pt x="194903" y="286001"/>
                    </a:lnTo>
                    <a:lnTo>
                      <a:pt x="340929" y="591116"/>
                    </a:lnTo>
                    <a:lnTo>
                      <a:pt x="316528" y="602794"/>
                    </a:lnTo>
                    <a:moveTo>
                      <a:pt x="185775" y="602794"/>
                    </a:moveTo>
                    <a:lnTo>
                      <a:pt x="0" y="214626"/>
                    </a:lnTo>
                    <a:lnTo>
                      <a:pt x="0" y="21462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7" name="Контур"/>
              <p:cNvSpPr/>
              <p:nvPr/>
            </p:nvSpPr>
            <p:spPr>
              <a:xfrm>
                <a:off x="5631087" y="9371726"/>
                <a:ext cx="53111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1" h="67537">
                    <a:moveTo>
                      <a:pt x="0" y="12534"/>
                    </a:moveTo>
                    <a:lnTo>
                      <a:pt x="30538" y="0"/>
                    </a:lnTo>
                    <a:lnTo>
                      <a:pt x="53111" y="55004"/>
                    </a:lnTo>
                    <a:lnTo>
                      <a:pt x="22573" y="67537"/>
                    </a:lnTo>
                    <a:lnTo>
                      <a:pt x="0" y="125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8" name="Контур"/>
              <p:cNvSpPr/>
              <p:nvPr/>
            </p:nvSpPr>
            <p:spPr>
              <a:xfrm>
                <a:off x="5661625" y="9359193"/>
                <a:ext cx="53112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2" h="67537">
                    <a:moveTo>
                      <a:pt x="0" y="12533"/>
                    </a:moveTo>
                    <a:lnTo>
                      <a:pt x="30538" y="0"/>
                    </a:lnTo>
                    <a:lnTo>
                      <a:pt x="53112" y="55004"/>
                    </a:lnTo>
                    <a:lnTo>
                      <a:pt x="22573" y="67537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9" name="Контур"/>
              <p:cNvSpPr/>
              <p:nvPr/>
            </p:nvSpPr>
            <p:spPr>
              <a:xfrm>
                <a:off x="5311265" y="9842471"/>
                <a:ext cx="166194" cy="233349"/>
              </a:xfrm>
              <a:custGeom>
                <a:avLst/>
                <a:gdLst/>
                <a:ahLst/>
                <a:cxnLst/>
                <a:rect l="l" t="t" r="r" b="b"/>
                <a:pathLst>
                  <a:path w="166194" h="233349">
                    <a:moveTo>
                      <a:pt x="95482" y="233349"/>
                    </a:moveTo>
                    <a:lnTo>
                      <a:pt x="0" y="33843"/>
                    </a:lnTo>
                    <a:lnTo>
                      <a:pt x="70712" y="0"/>
                    </a:lnTo>
                    <a:lnTo>
                      <a:pt x="166194" y="199506"/>
                    </a:lnTo>
                    <a:lnTo>
                      <a:pt x="95482" y="2333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0" name="Контур"/>
              <p:cNvSpPr/>
              <p:nvPr/>
            </p:nvSpPr>
            <p:spPr>
              <a:xfrm>
                <a:off x="5583292" y="9382112"/>
                <a:ext cx="46479" cy="37638"/>
              </a:xfrm>
              <a:custGeom>
                <a:avLst/>
                <a:gdLst/>
                <a:ahLst/>
                <a:cxnLst/>
                <a:rect l="l" t="t" r="r" b="b"/>
                <a:pathLst>
                  <a:path w="46479" h="37638">
                    <a:moveTo>
                      <a:pt x="9471" y="37638"/>
                    </a:moveTo>
                    <a:lnTo>
                      <a:pt x="0" y="16902"/>
                    </a:lnTo>
                    <a:lnTo>
                      <a:pt x="37008" y="0"/>
                    </a:lnTo>
                    <a:lnTo>
                      <a:pt x="46479" y="20735"/>
                    </a:lnTo>
                    <a:lnTo>
                      <a:pt x="9471" y="3763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1" name="Контур"/>
              <p:cNvSpPr/>
              <p:nvPr/>
            </p:nvSpPr>
            <p:spPr>
              <a:xfrm>
                <a:off x="5692163" y="9346661"/>
                <a:ext cx="53113" cy="67536"/>
              </a:xfrm>
              <a:custGeom>
                <a:avLst/>
                <a:gdLst/>
                <a:ahLst/>
                <a:cxnLst/>
                <a:rect l="l" t="t" r="r" b="b"/>
                <a:pathLst>
                  <a:path w="53113" h="67536">
                    <a:moveTo>
                      <a:pt x="0" y="12532"/>
                    </a:moveTo>
                    <a:lnTo>
                      <a:pt x="30539" y="0"/>
                    </a:lnTo>
                    <a:lnTo>
                      <a:pt x="53113" y="55003"/>
                    </a:lnTo>
                    <a:lnTo>
                      <a:pt x="22574" y="67536"/>
                    </a:lnTo>
                    <a:lnTo>
                      <a:pt x="0" y="125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2" name="Контур"/>
              <p:cNvSpPr/>
              <p:nvPr/>
            </p:nvSpPr>
            <p:spPr>
              <a:xfrm>
                <a:off x="6656884" y="9830065"/>
                <a:ext cx="874409" cy="357935"/>
              </a:xfrm>
              <a:custGeom>
                <a:avLst/>
                <a:gdLst/>
                <a:ahLst/>
                <a:cxnLst/>
                <a:rect l="l" t="t" r="r" b="b"/>
                <a:pathLst>
                  <a:path w="874409" h="357935">
                    <a:moveTo>
                      <a:pt x="0" y="357935"/>
                    </a:moveTo>
                    <a:lnTo>
                      <a:pt x="77711" y="321712"/>
                    </a:lnTo>
                    <a:lnTo>
                      <a:pt x="757356" y="0"/>
                    </a:lnTo>
                    <a:lnTo>
                      <a:pt x="874409" y="248148"/>
                    </a:lnTo>
                    <a:lnTo>
                      <a:pt x="641665" y="3579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03" name="Контур"/>
              <p:cNvSpPr/>
              <p:nvPr/>
            </p:nvSpPr>
            <p:spPr>
              <a:xfrm>
                <a:off x="6656884" y="9830065"/>
                <a:ext cx="874409" cy="357935"/>
              </a:xfrm>
              <a:custGeom>
                <a:avLst/>
                <a:gdLst/>
                <a:ahLst/>
                <a:cxnLst/>
                <a:rect l="l" t="t" r="r" b="b"/>
                <a:pathLst>
                  <a:path w="874409" h="357935" fill="none">
                    <a:moveTo>
                      <a:pt x="0" y="357935"/>
                    </a:moveTo>
                    <a:lnTo>
                      <a:pt x="77711" y="321712"/>
                    </a:lnTo>
                    <a:lnTo>
                      <a:pt x="757356" y="0"/>
                    </a:lnTo>
                    <a:lnTo>
                      <a:pt x="874409" y="248148"/>
                    </a:lnTo>
                    <a:lnTo>
                      <a:pt x="641665" y="357935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4" name="Контур"/>
              <p:cNvSpPr/>
              <p:nvPr/>
            </p:nvSpPr>
            <p:spPr>
              <a:xfrm>
                <a:off x="6449407" y="10046168"/>
                <a:ext cx="285188" cy="141832"/>
              </a:xfrm>
              <a:custGeom>
                <a:avLst/>
                <a:gdLst/>
                <a:ahLst/>
                <a:cxnLst/>
                <a:rect l="l" t="t" r="r" b="b"/>
                <a:pathLst>
                  <a:path w="285188" h="141832">
                    <a:moveTo>
                      <a:pt x="12280" y="141832"/>
                    </a:moveTo>
                    <a:lnTo>
                      <a:pt x="0" y="114672"/>
                    </a:lnTo>
                    <a:lnTo>
                      <a:pt x="233274" y="0"/>
                    </a:lnTo>
                    <a:lnTo>
                      <a:pt x="285188" y="105609"/>
                    </a:lnTo>
                    <a:lnTo>
                      <a:pt x="207477" y="14183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05" name="Контур"/>
              <p:cNvSpPr/>
              <p:nvPr/>
            </p:nvSpPr>
            <p:spPr>
              <a:xfrm>
                <a:off x="6449407" y="10046168"/>
                <a:ext cx="285188" cy="141832"/>
              </a:xfrm>
              <a:custGeom>
                <a:avLst/>
                <a:gdLst/>
                <a:ahLst/>
                <a:cxnLst/>
                <a:rect l="l" t="t" r="r" b="b"/>
                <a:pathLst>
                  <a:path w="285188" h="141832" fill="none">
                    <a:moveTo>
                      <a:pt x="0" y="114672"/>
                    </a:moveTo>
                    <a:lnTo>
                      <a:pt x="233274" y="0"/>
                    </a:lnTo>
                    <a:lnTo>
                      <a:pt x="285188" y="105609"/>
                    </a:lnTo>
                    <a:lnTo>
                      <a:pt x="207477" y="141832"/>
                    </a:lnTo>
                    <a:moveTo>
                      <a:pt x="12280" y="141832"/>
                    </a:moveTo>
                    <a:lnTo>
                      <a:pt x="0" y="114672"/>
                    </a:lnTo>
                    <a:lnTo>
                      <a:pt x="0" y="114672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6" name="Контур"/>
              <p:cNvSpPr/>
              <p:nvPr/>
            </p:nvSpPr>
            <p:spPr>
              <a:xfrm>
                <a:off x="5850750" y="9719174"/>
                <a:ext cx="157179" cy="127294"/>
              </a:xfrm>
              <a:custGeom>
                <a:avLst/>
                <a:gdLst/>
                <a:ahLst/>
                <a:cxnLst/>
                <a:rect l="l" t="t" r="r" b="b"/>
                <a:pathLst>
                  <a:path w="157179" h="127294">
                    <a:moveTo>
                      <a:pt x="123858" y="0"/>
                    </a:moveTo>
                    <a:lnTo>
                      <a:pt x="157179" y="69739"/>
                    </a:lnTo>
                    <a:lnTo>
                      <a:pt x="31012" y="127294"/>
                    </a:lnTo>
                    <a:lnTo>
                      <a:pt x="0" y="59313"/>
                    </a:lnTo>
                    <a:lnTo>
                      <a:pt x="1238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7" name="Контур"/>
              <p:cNvSpPr/>
              <p:nvPr/>
            </p:nvSpPr>
            <p:spPr>
              <a:xfrm>
                <a:off x="6354489" y="9597386"/>
                <a:ext cx="859608" cy="563454"/>
              </a:xfrm>
              <a:custGeom>
                <a:avLst/>
                <a:gdLst/>
                <a:ahLst/>
                <a:cxnLst/>
                <a:rect l="l" t="t" r="r" b="b"/>
                <a:pathLst>
                  <a:path w="859608" h="563454">
                    <a:moveTo>
                      <a:pt x="767381" y="0"/>
                    </a:moveTo>
                    <a:lnTo>
                      <a:pt x="818419" y="108842"/>
                    </a:lnTo>
                    <a:lnTo>
                      <a:pt x="859608" y="193942"/>
                    </a:lnTo>
                    <a:lnTo>
                      <a:pt x="328192" y="448782"/>
                    </a:lnTo>
                    <a:lnTo>
                      <a:pt x="94918" y="563454"/>
                    </a:lnTo>
                    <a:lnTo>
                      <a:pt x="0" y="360555"/>
                    </a:lnTo>
                    <a:lnTo>
                      <a:pt x="322472" y="209041"/>
                    </a:lnTo>
                    <a:lnTo>
                      <a:pt x="76738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8" name="Контур"/>
              <p:cNvSpPr/>
              <p:nvPr/>
            </p:nvSpPr>
            <p:spPr>
              <a:xfrm>
                <a:off x="6729856" y="9190710"/>
                <a:ext cx="689319" cy="458792"/>
              </a:xfrm>
              <a:custGeom>
                <a:avLst/>
                <a:gdLst/>
                <a:ahLst/>
                <a:cxnLst/>
                <a:rect l="l" t="t" r="r" b="b"/>
                <a:pathLst>
                  <a:path w="689319" h="458792">
                    <a:moveTo>
                      <a:pt x="0" y="292296"/>
                    </a:moveTo>
                    <a:lnTo>
                      <a:pt x="609469" y="0"/>
                    </a:lnTo>
                    <a:lnTo>
                      <a:pt x="689319" y="166496"/>
                    </a:lnTo>
                    <a:lnTo>
                      <a:pt x="79850" y="458792"/>
                    </a:lnTo>
                    <a:lnTo>
                      <a:pt x="0" y="2922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9" name="Контур"/>
              <p:cNvSpPr/>
              <p:nvPr/>
            </p:nvSpPr>
            <p:spPr>
              <a:xfrm>
                <a:off x="6049326" y="9474873"/>
                <a:ext cx="122828" cy="89558"/>
              </a:xfrm>
              <a:custGeom>
                <a:avLst/>
                <a:gdLst/>
                <a:ahLst/>
                <a:cxnLst/>
                <a:rect l="l" t="t" r="r" b="b"/>
                <a:pathLst>
                  <a:path w="122828" h="89558">
                    <a:moveTo>
                      <a:pt x="19188" y="89558"/>
                    </a:moveTo>
                    <a:lnTo>
                      <a:pt x="0" y="48850"/>
                    </a:lnTo>
                    <a:lnTo>
                      <a:pt x="103640" y="0"/>
                    </a:lnTo>
                    <a:lnTo>
                      <a:pt x="122828" y="40708"/>
                    </a:lnTo>
                    <a:lnTo>
                      <a:pt x="19188" y="895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0" name="Контур"/>
              <p:cNvSpPr/>
              <p:nvPr/>
            </p:nvSpPr>
            <p:spPr>
              <a:xfrm>
                <a:off x="6211373" y="9191515"/>
                <a:ext cx="245885" cy="274876"/>
              </a:xfrm>
              <a:custGeom>
                <a:avLst/>
                <a:gdLst/>
                <a:ahLst/>
                <a:cxnLst/>
                <a:rect l="l" t="t" r="r" b="b"/>
                <a:pathLst>
                  <a:path w="245885" h="274876">
                    <a:moveTo>
                      <a:pt x="245885" y="210510"/>
                    </a:moveTo>
                    <a:lnTo>
                      <a:pt x="95841" y="274876"/>
                    </a:lnTo>
                    <a:lnTo>
                      <a:pt x="72576" y="223630"/>
                    </a:lnTo>
                    <a:lnTo>
                      <a:pt x="37773" y="146959"/>
                    </a:lnTo>
                    <a:lnTo>
                      <a:pt x="23607" y="115747"/>
                    </a:lnTo>
                    <a:lnTo>
                      <a:pt x="0" y="63754"/>
                    </a:lnTo>
                    <a:lnTo>
                      <a:pt x="151417" y="0"/>
                    </a:lnTo>
                    <a:lnTo>
                      <a:pt x="169327" y="39751"/>
                    </a:lnTo>
                    <a:lnTo>
                      <a:pt x="245885" y="2105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1" name="Контур"/>
              <p:cNvSpPr/>
              <p:nvPr/>
            </p:nvSpPr>
            <p:spPr>
              <a:xfrm>
                <a:off x="5847244" y="9327368"/>
                <a:ext cx="99840" cy="88235"/>
              </a:xfrm>
              <a:custGeom>
                <a:avLst/>
                <a:gdLst/>
                <a:ahLst/>
                <a:cxnLst/>
                <a:rect l="l" t="t" r="r" b="b"/>
                <a:pathLst>
                  <a:path w="99840" h="88235">
                    <a:moveTo>
                      <a:pt x="0" y="36727"/>
                    </a:moveTo>
                    <a:lnTo>
                      <a:pt x="75216" y="0"/>
                    </a:lnTo>
                    <a:lnTo>
                      <a:pt x="90886" y="34935"/>
                    </a:lnTo>
                    <a:lnTo>
                      <a:pt x="99840" y="52852"/>
                    </a:lnTo>
                    <a:lnTo>
                      <a:pt x="23281" y="88235"/>
                    </a:lnTo>
                    <a:lnTo>
                      <a:pt x="0" y="367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2" name="Контур"/>
              <p:cNvSpPr/>
              <p:nvPr/>
            </p:nvSpPr>
            <p:spPr>
              <a:xfrm>
                <a:off x="5938130" y="9313703"/>
                <a:ext cx="173713" cy="115558"/>
              </a:xfrm>
              <a:custGeom>
                <a:avLst/>
                <a:gdLst/>
                <a:ahLst/>
                <a:cxnLst/>
                <a:rect l="l" t="t" r="r" b="b"/>
                <a:pathLst>
                  <a:path w="173713" h="115558">
                    <a:moveTo>
                      <a:pt x="0" y="48600"/>
                    </a:moveTo>
                    <a:lnTo>
                      <a:pt x="100736" y="4480"/>
                    </a:lnTo>
                    <a:lnTo>
                      <a:pt x="107900" y="17917"/>
                    </a:lnTo>
                    <a:lnTo>
                      <a:pt x="149985" y="0"/>
                    </a:lnTo>
                    <a:lnTo>
                      <a:pt x="173713" y="47925"/>
                    </a:lnTo>
                    <a:lnTo>
                      <a:pt x="33130" y="115558"/>
                    </a:lnTo>
                    <a:lnTo>
                      <a:pt x="8954" y="66517"/>
                    </a:lnTo>
                    <a:lnTo>
                      <a:pt x="0" y="48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3" name="Контур"/>
              <p:cNvSpPr/>
              <p:nvPr/>
            </p:nvSpPr>
            <p:spPr>
              <a:xfrm>
                <a:off x="5722702" y="9334127"/>
                <a:ext cx="53112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2" h="67537">
                    <a:moveTo>
                      <a:pt x="0" y="12534"/>
                    </a:moveTo>
                    <a:lnTo>
                      <a:pt x="30538" y="0"/>
                    </a:lnTo>
                    <a:lnTo>
                      <a:pt x="53112" y="55004"/>
                    </a:lnTo>
                    <a:lnTo>
                      <a:pt x="22574" y="67537"/>
                    </a:lnTo>
                    <a:lnTo>
                      <a:pt x="0" y="125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4" name="Контур"/>
              <p:cNvSpPr/>
              <p:nvPr/>
            </p:nvSpPr>
            <p:spPr>
              <a:xfrm>
                <a:off x="6445878" y="9305624"/>
                <a:ext cx="80520" cy="84204"/>
              </a:xfrm>
              <a:custGeom>
                <a:avLst/>
                <a:gdLst/>
                <a:ahLst/>
                <a:cxnLst/>
                <a:rect l="l" t="t" r="r" b="b"/>
                <a:pathLst>
                  <a:path w="80520" h="84204">
                    <a:moveTo>
                      <a:pt x="51900" y="0"/>
                    </a:moveTo>
                    <a:lnTo>
                      <a:pt x="80520" y="59051"/>
                    </a:lnTo>
                    <a:lnTo>
                      <a:pt x="28619" y="84204"/>
                    </a:lnTo>
                    <a:lnTo>
                      <a:pt x="0" y="25154"/>
                    </a:lnTo>
                    <a:lnTo>
                      <a:pt x="519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5" name="Контур"/>
              <p:cNvSpPr/>
              <p:nvPr/>
            </p:nvSpPr>
            <p:spPr>
              <a:xfrm>
                <a:off x="7597500" y="9801860"/>
                <a:ext cx="452021" cy="240477"/>
              </a:xfrm>
              <a:custGeom>
                <a:avLst/>
                <a:gdLst/>
                <a:ahLst/>
                <a:cxnLst/>
                <a:rect l="l" t="t" r="r" b="b"/>
                <a:pathLst>
                  <a:path w="452021" h="240477">
                    <a:moveTo>
                      <a:pt x="134763" y="240477"/>
                    </a:moveTo>
                    <a:lnTo>
                      <a:pt x="107899" y="181354"/>
                    </a:lnTo>
                    <a:lnTo>
                      <a:pt x="59546" y="201958"/>
                    </a:lnTo>
                    <a:lnTo>
                      <a:pt x="48354" y="178667"/>
                    </a:lnTo>
                    <a:lnTo>
                      <a:pt x="37160" y="184490"/>
                    </a:lnTo>
                    <a:lnTo>
                      <a:pt x="31340" y="173293"/>
                    </a:lnTo>
                    <a:lnTo>
                      <a:pt x="21490" y="177771"/>
                    </a:lnTo>
                    <a:lnTo>
                      <a:pt x="0" y="132534"/>
                    </a:lnTo>
                    <a:lnTo>
                      <a:pt x="74542" y="99726"/>
                    </a:lnTo>
                    <a:lnTo>
                      <a:pt x="94913" y="142052"/>
                    </a:lnTo>
                    <a:lnTo>
                      <a:pt x="272287" y="59844"/>
                    </a:lnTo>
                    <a:lnTo>
                      <a:pt x="393126" y="4874"/>
                    </a:lnTo>
                    <a:lnTo>
                      <a:pt x="404749" y="0"/>
                    </a:lnTo>
                    <a:lnTo>
                      <a:pt x="452021" y="110129"/>
                    </a:lnTo>
                    <a:lnTo>
                      <a:pt x="134763" y="2404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6" name="Контур"/>
              <p:cNvSpPr/>
              <p:nvPr/>
            </p:nvSpPr>
            <p:spPr>
              <a:xfrm>
                <a:off x="7668237" y="9813075"/>
                <a:ext cx="201550" cy="130837"/>
              </a:xfrm>
              <a:custGeom>
                <a:avLst/>
                <a:gdLst/>
                <a:ahLst/>
                <a:cxnLst/>
                <a:rect l="l" t="t" r="r" b="b"/>
                <a:pathLst>
                  <a:path w="201550" h="130837">
                    <a:moveTo>
                      <a:pt x="24176" y="130837"/>
                    </a:moveTo>
                    <a:lnTo>
                      <a:pt x="3805" y="88511"/>
                    </a:lnTo>
                    <a:lnTo>
                      <a:pt x="0" y="81121"/>
                    </a:lnTo>
                    <a:lnTo>
                      <a:pt x="179428" y="0"/>
                    </a:lnTo>
                    <a:lnTo>
                      <a:pt x="201550" y="48629"/>
                    </a:lnTo>
                    <a:lnTo>
                      <a:pt x="24176" y="1308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7" name="Контур"/>
              <p:cNvSpPr/>
              <p:nvPr/>
            </p:nvSpPr>
            <p:spPr>
              <a:xfrm>
                <a:off x="7847665" y="9758105"/>
                <a:ext cx="142961" cy="103599"/>
              </a:xfrm>
              <a:custGeom>
                <a:avLst/>
                <a:gdLst/>
                <a:ahLst/>
                <a:cxnLst/>
                <a:rect l="l" t="t" r="r" b="b"/>
                <a:pathLst>
                  <a:path w="142961" h="103599">
                    <a:moveTo>
                      <a:pt x="22122" y="103599"/>
                    </a:moveTo>
                    <a:lnTo>
                      <a:pt x="0" y="54970"/>
                    </a:lnTo>
                    <a:lnTo>
                      <a:pt x="120839" y="0"/>
                    </a:lnTo>
                    <a:lnTo>
                      <a:pt x="142961" y="48629"/>
                    </a:lnTo>
                    <a:lnTo>
                      <a:pt x="22122" y="1035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8" name="Контур"/>
              <p:cNvSpPr/>
              <p:nvPr/>
            </p:nvSpPr>
            <p:spPr>
              <a:xfrm>
                <a:off x="7883798" y="9610128"/>
                <a:ext cx="87573" cy="99604"/>
              </a:xfrm>
              <a:custGeom>
                <a:avLst/>
                <a:gdLst/>
                <a:ahLst/>
                <a:cxnLst/>
                <a:rect l="l" t="t" r="r" b="b"/>
                <a:pathLst>
                  <a:path w="87573" h="99604">
                    <a:moveTo>
                      <a:pt x="0" y="24201"/>
                    </a:moveTo>
                    <a:lnTo>
                      <a:pt x="53401" y="0"/>
                    </a:lnTo>
                    <a:lnTo>
                      <a:pt x="87573" y="75402"/>
                    </a:lnTo>
                    <a:lnTo>
                      <a:pt x="34173" y="99604"/>
                    </a:lnTo>
                    <a:lnTo>
                      <a:pt x="0" y="242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9" name="Контур"/>
              <p:cNvSpPr/>
              <p:nvPr/>
            </p:nvSpPr>
            <p:spPr>
              <a:xfrm>
                <a:off x="7121870" y="9444875"/>
                <a:ext cx="384181" cy="261353"/>
              </a:xfrm>
              <a:custGeom>
                <a:avLst/>
                <a:gdLst/>
                <a:ahLst/>
                <a:cxnLst/>
                <a:rect l="l" t="t" r="r" b="b"/>
                <a:pathLst>
                  <a:path w="384181" h="261353">
                    <a:moveTo>
                      <a:pt x="0" y="152511"/>
                    </a:moveTo>
                    <a:lnTo>
                      <a:pt x="334320" y="0"/>
                    </a:lnTo>
                    <a:lnTo>
                      <a:pt x="384181" y="106157"/>
                    </a:lnTo>
                    <a:lnTo>
                      <a:pt x="51038" y="261353"/>
                    </a:lnTo>
                    <a:lnTo>
                      <a:pt x="0" y="1525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0" name="Контур"/>
              <p:cNvSpPr/>
              <p:nvPr/>
            </p:nvSpPr>
            <p:spPr>
              <a:xfrm>
                <a:off x="8109149" y="8853122"/>
                <a:ext cx="591273" cy="749277"/>
              </a:xfrm>
              <a:custGeom>
                <a:avLst/>
                <a:gdLst/>
                <a:ahLst/>
                <a:cxnLst/>
                <a:rect l="l" t="t" r="r" b="b"/>
                <a:pathLst>
                  <a:path w="591273" h="749277">
                    <a:moveTo>
                      <a:pt x="296739" y="0"/>
                    </a:moveTo>
                    <a:lnTo>
                      <a:pt x="591273" y="604647"/>
                    </a:lnTo>
                    <a:lnTo>
                      <a:pt x="294741" y="749277"/>
                    </a:lnTo>
                    <a:lnTo>
                      <a:pt x="0" y="145026"/>
                    </a:lnTo>
                    <a:lnTo>
                      <a:pt x="145026" y="72675"/>
                    </a:lnTo>
                    <a:lnTo>
                      <a:pt x="2967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1" name="Контур"/>
              <p:cNvSpPr/>
              <p:nvPr/>
            </p:nvSpPr>
            <p:spPr>
              <a:xfrm>
                <a:off x="7500646" y="9338129"/>
                <a:ext cx="154786" cy="109009"/>
              </a:xfrm>
              <a:custGeom>
                <a:avLst/>
                <a:gdLst/>
                <a:ahLst/>
                <a:cxnLst/>
                <a:rect l="l" t="t" r="r" b="b"/>
                <a:pathLst>
                  <a:path w="154786" h="109009">
                    <a:moveTo>
                      <a:pt x="6590" y="83921"/>
                    </a:moveTo>
                    <a:lnTo>
                      <a:pt x="0" y="68004"/>
                    </a:lnTo>
                    <a:lnTo>
                      <a:pt x="77903" y="35755"/>
                    </a:lnTo>
                    <a:lnTo>
                      <a:pt x="72471" y="22635"/>
                    </a:lnTo>
                    <a:lnTo>
                      <a:pt x="127152" y="0"/>
                    </a:lnTo>
                    <a:lnTo>
                      <a:pt x="154786" y="66757"/>
                    </a:lnTo>
                    <a:lnTo>
                      <a:pt x="99435" y="89670"/>
                    </a:lnTo>
                    <a:lnTo>
                      <a:pt x="94206" y="77039"/>
                    </a:lnTo>
                    <a:lnTo>
                      <a:pt x="16975" y="109009"/>
                    </a:lnTo>
                    <a:lnTo>
                      <a:pt x="6590" y="839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2" name="Контур"/>
              <p:cNvSpPr/>
              <p:nvPr/>
            </p:nvSpPr>
            <p:spPr>
              <a:xfrm>
                <a:off x="7622329" y="10153554"/>
                <a:ext cx="88835" cy="34446"/>
              </a:xfrm>
              <a:custGeom>
                <a:avLst/>
                <a:gdLst/>
                <a:ahLst/>
                <a:cxnLst/>
                <a:rect l="l" t="t" r="r" b="b"/>
                <a:pathLst>
                  <a:path w="88835" h="34446">
                    <a:moveTo>
                      <a:pt x="0" y="34446"/>
                    </a:moveTo>
                    <a:lnTo>
                      <a:pt x="72459" y="0"/>
                    </a:lnTo>
                    <a:lnTo>
                      <a:pt x="88835" y="3444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23" name="Контур"/>
              <p:cNvSpPr/>
              <p:nvPr/>
            </p:nvSpPr>
            <p:spPr>
              <a:xfrm>
                <a:off x="7622329" y="10153554"/>
                <a:ext cx="88835" cy="34446"/>
              </a:xfrm>
              <a:custGeom>
                <a:avLst/>
                <a:gdLst/>
                <a:ahLst/>
                <a:cxnLst/>
                <a:rect l="l" t="t" r="r" b="b"/>
                <a:pathLst>
                  <a:path w="88835" h="34446" fill="none">
                    <a:moveTo>
                      <a:pt x="0" y="34446"/>
                    </a:moveTo>
                    <a:lnTo>
                      <a:pt x="72459" y="0"/>
                    </a:lnTo>
                    <a:lnTo>
                      <a:pt x="88835" y="3444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4" name="Контур"/>
              <p:cNvSpPr/>
              <p:nvPr/>
            </p:nvSpPr>
            <p:spPr>
              <a:xfrm>
                <a:off x="1783220" y="6986539"/>
                <a:ext cx="505024" cy="415289"/>
              </a:xfrm>
              <a:custGeom>
                <a:avLst/>
                <a:gdLst/>
                <a:ahLst/>
                <a:cxnLst/>
                <a:rect l="l" t="t" r="r" b="b"/>
                <a:pathLst>
                  <a:path w="505024" h="415289">
                    <a:moveTo>
                      <a:pt x="505024" y="90046"/>
                    </a:moveTo>
                    <a:lnTo>
                      <a:pt x="245577" y="282211"/>
                    </a:lnTo>
                    <a:lnTo>
                      <a:pt x="269150" y="316821"/>
                    </a:lnTo>
                    <a:lnTo>
                      <a:pt x="215881" y="353269"/>
                    </a:lnTo>
                    <a:lnTo>
                      <a:pt x="190473" y="322334"/>
                    </a:lnTo>
                    <a:lnTo>
                      <a:pt x="148838" y="351431"/>
                    </a:lnTo>
                    <a:lnTo>
                      <a:pt x="65720" y="415289"/>
                    </a:lnTo>
                    <a:lnTo>
                      <a:pt x="0" y="326944"/>
                    </a:lnTo>
                    <a:lnTo>
                      <a:pt x="125370" y="234064"/>
                    </a:lnTo>
                    <a:lnTo>
                      <a:pt x="178983" y="194347"/>
                    </a:lnTo>
                    <a:lnTo>
                      <a:pt x="446246" y="0"/>
                    </a:lnTo>
                    <a:lnTo>
                      <a:pt x="505024" y="900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5" name="Контур"/>
              <p:cNvSpPr/>
              <p:nvPr/>
            </p:nvSpPr>
            <p:spPr>
              <a:xfrm>
                <a:off x="1932058" y="7308873"/>
                <a:ext cx="67043" cy="62469"/>
              </a:xfrm>
              <a:custGeom>
                <a:avLst/>
                <a:gdLst/>
                <a:ahLst/>
                <a:cxnLst/>
                <a:rect l="l" t="t" r="r" b="b"/>
                <a:pathLst>
                  <a:path w="67043" h="62469">
                    <a:moveTo>
                      <a:pt x="0" y="29097"/>
                    </a:moveTo>
                    <a:lnTo>
                      <a:pt x="41635" y="0"/>
                    </a:lnTo>
                    <a:lnTo>
                      <a:pt x="67043" y="30935"/>
                    </a:lnTo>
                    <a:lnTo>
                      <a:pt x="26039" y="62469"/>
                    </a:lnTo>
                    <a:lnTo>
                      <a:pt x="0" y="290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6" name="Контур"/>
              <p:cNvSpPr/>
              <p:nvPr/>
            </p:nvSpPr>
            <p:spPr>
              <a:xfrm>
                <a:off x="1758947" y="6928292"/>
                <a:ext cx="506208" cy="385191"/>
              </a:xfrm>
              <a:custGeom>
                <a:avLst/>
                <a:gdLst/>
                <a:ahLst/>
                <a:cxnLst/>
                <a:rect l="l" t="t" r="r" b="b"/>
                <a:pathLst>
                  <a:path w="506208" h="385191">
                    <a:moveTo>
                      <a:pt x="24273" y="385191"/>
                    </a:moveTo>
                    <a:lnTo>
                      <a:pt x="0" y="349475"/>
                    </a:lnTo>
                    <a:lnTo>
                      <a:pt x="484013" y="0"/>
                    </a:lnTo>
                    <a:lnTo>
                      <a:pt x="506208" y="33231"/>
                    </a:lnTo>
                    <a:lnTo>
                      <a:pt x="470519" y="58247"/>
                    </a:lnTo>
                    <a:lnTo>
                      <a:pt x="203256" y="252594"/>
                    </a:lnTo>
                    <a:lnTo>
                      <a:pt x="149643" y="292311"/>
                    </a:lnTo>
                    <a:lnTo>
                      <a:pt x="24273" y="3851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7" name="Контур"/>
              <p:cNvSpPr/>
              <p:nvPr/>
            </p:nvSpPr>
            <p:spPr>
              <a:xfrm>
                <a:off x="1656598" y="7201661"/>
                <a:ext cx="82350" cy="82800"/>
              </a:xfrm>
              <a:custGeom>
                <a:avLst/>
                <a:gdLst/>
                <a:ahLst/>
                <a:cxnLst/>
                <a:rect l="l" t="t" r="r" b="b"/>
                <a:pathLst>
                  <a:path w="82350" h="82800">
                    <a:moveTo>
                      <a:pt x="46800" y="0"/>
                    </a:moveTo>
                    <a:lnTo>
                      <a:pt x="82350" y="48600"/>
                    </a:lnTo>
                    <a:lnTo>
                      <a:pt x="35550" y="82800"/>
                    </a:lnTo>
                    <a:lnTo>
                      <a:pt x="0" y="34200"/>
                    </a:lnTo>
                    <a:lnTo>
                      <a:pt x="468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8" name="Контур"/>
              <p:cNvSpPr/>
              <p:nvPr/>
            </p:nvSpPr>
            <p:spPr>
              <a:xfrm>
                <a:off x="730238" y="6031343"/>
                <a:ext cx="601254" cy="1254726"/>
              </a:xfrm>
              <a:custGeom>
                <a:avLst/>
                <a:gdLst/>
                <a:ahLst/>
                <a:cxnLst/>
                <a:rect l="l" t="t" r="r" b="b"/>
                <a:pathLst>
                  <a:path w="601254" h="1254726">
                    <a:moveTo>
                      <a:pt x="320166" y="420732"/>
                    </a:moveTo>
                    <a:lnTo>
                      <a:pt x="484245" y="0"/>
                    </a:lnTo>
                    <a:lnTo>
                      <a:pt x="601254" y="45198"/>
                    </a:lnTo>
                    <a:lnTo>
                      <a:pt x="391617" y="576531"/>
                    </a:lnTo>
                    <a:lnTo>
                      <a:pt x="429777" y="591588"/>
                    </a:lnTo>
                    <a:lnTo>
                      <a:pt x="409770" y="642294"/>
                    </a:lnTo>
                    <a:lnTo>
                      <a:pt x="371610" y="627246"/>
                    </a:lnTo>
                    <a:lnTo>
                      <a:pt x="116550" y="1254726"/>
                    </a:lnTo>
                    <a:lnTo>
                      <a:pt x="0" y="1211562"/>
                    </a:lnTo>
                    <a:lnTo>
                      <a:pt x="261918" y="559800"/>
                    </a:lnTo>
                    <a:lnTo>
                      <a:pt x="247275" y="553914"/>
                    </a:lnTo>
                    <a:lnTo>
                      <a:pt x="303489" y="414027"/>
                    </a:lnTo>
                    <a:lnTo>
                      <a:pt x="320166" y="4207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9" name="Контур"/>
              <p:cNvSpPr/>
              <p:nvPr/>
            </p:nvSpPr>
            <p:spPr>
              <a:xfrm>
                <a:off x="725198" y="7076954"/>
                <a:ext cx="67158" cy="108018"/>
              </a:xfrm>
              <a:custGeom>
                <a:avLst/>
                <a:gdLst/>
                <a:ahLst/>
                <a:cxnLst/>
                <a:rect l="l" t="t" r="r" b="b"/>
                <a:pathLst>
                  <a:path w="67158" h="108018">
                    <a:moveTo>
                      <a:pt x="28323" y="108018"/>
                    </a:moveTo>
                    <a:lnTo>
                      <a:pt x="0" y="96633"/>
                    </a:lnTo>
                    <a:lnTo>
                      <a:pt x="38835" y="0"/>
                    </a:lnTo>
                    <a:lnTo>
                      <a:pt x="67158" y="11385"/>
                    </a:lnTo>
                    <a:lnTo>
                      <a:pt x="28323" y="1080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0" name="Контур"/>
              <p:cNvSpPr/>
              <p:nvPr/>
            </p:nvSpPr>
            <p:spPr>
              <a:xfrm>
                <a:off x="476312" y="6834998"/>
                <a:ext cx="202266" cy="313047"/>
              </a:xfrm>
              <a:custGeom>
                <a:avLst/>
                <a:gdLst/>
                <a:ahLst/>
                <a:cxnLst/>
                <a:rect l="l" t="t" r="r" b="b"/>
                <a:pathLst>
                  <a:path w="202266" h="313047">
                    <a:moveTo>
                      <a:pt x="0" y="276381"/>
                    </a:moveTo>
                    <a:lnTo>
                      <a:pt x="110790" y="0"/>
                    </a:lnTo>
                    <a:lnTo>
                      <a:pt x="202266" y="36666"/>
                    </a:lnTo>
                    <a:lnTo>
                      <a:pt x="91485" y="313047"/>
                    </a:lnTo>
                    <a:lnTo>
                      <a:pt x="0" y="2763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1" name="Контур"/>
              <p:cNvSpPr/>
              <p:nvPr/>
            </p:nvSpPr>
            <p:spPr>
              <a:xfrm>
                <a:off x="1057350" y="6852968"/>
                <a:ext cx="34120" cy="38448"/>
              </a:xfrm>
              <a:custGeom>
                <a:avLst/>
                <a:gdLst/>
                <a:ahLst/>
                <a:cxnLst/>
                <a:rect l="l" t="t" r="r" b="b"/>
                <a:pathLst>
                  <a:path w="34120" h="38448">
                    <a:moveTo>
                      <a:pt x="0" y="31131"/>
                    </a:moveTo>
                    <a:lnTo>
                      <a:pt x="9108" y="0"/>
                    </a:lnTo>
                    <a:lnTo>
                      <a:pt x="34120" y="7318"/>
                    </a:lnTo>
                    <a:lnTo>
                      <a:pt x="25012" y="38448"/>
                    </a:lnTo>
                    <a:lnTo>
                      <a:pt x="0" y="311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2" name="Контур"/>
              <p:cNvSpPr/>
              <p:nvPr/>
            </p:nvSpPr>
            <p:spPr>
              <a:xfrm>
                <a:off x="1434038" y="6175604"/>
                <a:ext cx="470304" cy="579582"/>
              </a:xfrm>
              <a:custGeom>
                <a:avLst/>
                <a:gdLst/>
                <a:ahLst/>
                <a:cxnLst/>
                <a:rect l="l" t="t" r="r" b="b"/>
                <a:pathLst>
                  <a:path w="470304" h="579582">
                    <a:moveTo>
                      <a:pt x="196992" y="358740"/>
                    </a:moveTo>
                    <a:lnTo>
                      <a:pt x="246438" y="191025"/>
                    </a:lnTo>
                    <a:lnTo>
                      <a:pt x="251595" y="192546"/>
                    </a:lnTo>
                    <a:lnTo>
                      <a:pt x="304128" y="0"/>
                    </a:lnTo>
                    <a:lnTo>
                      <a:pt x="470304" y="45396"/>
                    </a:lnTo>
                    <a:lnTo>
                      <a:pt x="423909" y="215235"/>
                    </a:lnTo>
                    <a:lnTo>
                      <a:pt x="399654" y="208611"/>
                    </a:lnTo>
                    <a:lnTo>
                      <a:pt x="337761" y="444222"/>
                    </a:lnTo>
                    <a:lnTo>
                      <a:pt x="56943" y="579582"/>
                    </a:lnTo>
                    <a:lnTo>
                      <a:pt x="0" y="557226"/>
                    </a:lnTo>
                    <a:lnTo>
                      <a:pt x="56943" y="412182"/>
                    </a:lnTo>
                    <a:lnTo>
                      <a:pt x="76284" y="414729"/>
                    </a:lnTo>
                    <a:lnTo>
                      <a:pt x="196992" y="3587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3" name="Контур"/>
              <p:cNvSpPr/>
              <p:nvPr/>
            </p:nvSpPr>
            <p:spPr>
              <a:xfrm>
                <a:off x="1270006" y="6791117"/>
                <a:ext cx="38881" cy="26420"/>
              </a:xfrm>
              <a:custGeom>
                <a:avLst/>
                <a:gdLst/>
                <a:ahLst/>
                <a:cxnLst/>
                <a:rect l="l" t="t" r="r" b="b"/>
                <a:pathLst>
                  <a:path w="38881" h="26420">
                    <a:moveTo>
                      <a:pt x="0" y="18370"/>
                    </a:moveTo>
                    <a:lnTo>
                      <a:pt x="4273" y="0"/>
                    </a:lnTo>
                    <a:lnTo>
                      <a:pt x="38881" y="8051"/>
                    </a:lnTo>
                    <a:lnTo>
                      <a:pt x="34608" y="26420"/>
                    </a:lnTo>
                    <a:lnTo>
                      <a:pt x="0" y="183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4" name="Контур"/>
              <p:cNvSpPr/>
              <p:nvPr/>
            </p:nvSpPr>
            <p:spPr>
              <a:xfrm>
                <a:off x="432779" y="6079439"/>
                <a:ext cx="539136" cy="618417"/>
              </a:xfrm>
              <a:custGeom>
                <a:avLst/>
                <a:gdLst/>
                <a:ahLst/>
                <a:cxnLst/>
                <a:rect l="l" t="t" r="r" b="b"/>
                <a:pathLst>
                  <a:path w="539136" h="618417">
                    <a:moveTo>
                      <a:pt x="31815" y="537588"/>
                    </a:moveTo>
                    <a:lnTo>
                      <a:pt x="0" y="510633"/>
                    </a:lnTo>
                    <a:lnTo>
                      <a:pt x="409482" y="0"/>
                    </a:lnTo>
                    <a:lnTo>
                      <a:pt x="539136" y="105255"/>
                    </a:lnTo>
                    <a:lnTo>
                      <a:pt x="127233" y="618417"/>
                    </a:lnTo>
                    <a:lnTo>
                      <a:pt x="31815" y="537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5" name="Контур"/>
              <p:cNvSpPr/>
              <p:nvPr/>
            </p:nvSpPr>
            <p:spPr>
              <a:xfrm>
                <a:off x="1431095" y="6640526"/>
                <a:ext cx="35514" cy="39186"/>
              </a:xfrm>
              <a:custGeom>
                <a:avLst/>
                <a:gdLst/>
                <a:ahLst/>
                <a:cxnLst/>
                <a:rect l="l" t="t" r="r" b="b"/>
                <a:pathLst>
                  <a:path w="35514" h="39186">
                    <a:moveTo>
                      <a:pt x="28926" y="26118"/>
                    </a:moveTo>
                    <a:lnTo>
                      <a:pt x="23796" y="39186"/>
                    </a:lnTo>
                    <a:lnTo>
                      <a:pt x="0" y="29844"/>
                    </a:lnTo>
                    <a:lnTo>
                      <a:pt x="11718" y="0"/>
                    </a:lnTo>
                    <a:lnTo>
                      <a:pt x="35514" y="9342"/>
                    </a:lnTo>
                    <a:lnTo>
                      <a:pt x="28926" y="261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6" name="Контур"/>
              <p:cNvSpPr/>
              <p:nvPr/>
            </p:nvSpPr>
            <p:spPr>
              <a:xfrm>
                <a:off x="1121855" y="6466943"/>
                <a:ext cx="235863" cy="213210"/>
              </a:xfrm>
              <a:custGeom>
                <a:avLst/>
                <a:gdLst/>
                <a:ahLst/>
                <a:cxnLst/>
                <a:rect l="l" t="t" r="r" b="b"/>
                <a:pathLst>
                  <a:path w="235863" h="213210">
                    <a:moveTo>
                      <a:pt x="0" y="140931"/>
                    </a:moveTo>
                    <a:lnTo>
                      <a:pt x="55602" y="0"/>
                    </a:lnTo>
                    <a:lnTo>
                      <a:pt x="104631" y="19968"/>
                    </a:lnTo>
                    <a:lnTo>
                      <a:pt x="135913" y="32614"/>
                    </a:lnTo>
                    <a:lnTo>
                      <a:pt x="235863" y="71145"/>
                    </a:lnTo>
                    <a:lnTo>
                      <a:pt x="179631" y="213210"/>
                    </a:lnTo>
                    <a:lnTo>
                      <a:pt x="38160" y="155988"/>
                    </a:lnTo>
                    <a:lnTo>
                      <a:pt x="0" y="140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7" name="Контур"/>
              <p:cNvSpPr/>
              <p:nvPr/>
            </p:nvSpPr>
            <p:spPr>
              <a:xfrm>
                <a:off x="1226486" y="6440774"/>
                <a:ext cx="49933" cy="58783"/>
              </a:xfrm>
              <a:custGeom>
                <a:avLst/>
                <a:gdLst/>
                <a:ahLst/>
                <a:cxnLst/>
                <a:rect l="l" t="t" r="r" b="b"/>
                <a:pathLst>
                  <a:path w="49933" h="58783">
                    <a:moveTo>
                      <a:pt x="31282" y="58783"/>
                    </a:moveTo>
                    <a:lnTo>
                      <a:pt x="0" y="46137"/>
                    </a:lnTo>
                    <a:lnTo>
                      <a:pt x="18650" y="0"/>
                    </a:lnTo>
                    <a:lnTo>
                      <a:pt x="49933" y="12646"/>
                    </a:lnTo>
                    <a:lnTo>
                      <a:pt x="31282" y="587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8" name="Контур"/>
              <p:cNvSpPr/>
              <p:nvPr/>
            </p:nvSpPr>
            <p:spPr>
              <a:xfrm>
                <a:off x="1486157" y="6351356"/>
                <a:ext cx="86787" cy="94239"/>
              </a:xfrm>
              <a:custGeom>
                <a:avLst/>
                <a:gdLst/>
                <a:ahLst/>
                <a:cxnLst/>
                <a:rect l="l" t="t" r="r" b="b"/>
                <a:pathLst>
                  <a:path w="86787" h="94239">
                    <a:moveTo>
                      <a:pt x="0" y="70596"/>
                    </a:moveTo>
                    <a:lnTo>
                      <a:pt x="28773" y="0"/>
                    </a:lnTo>
                    <a:lnTo>
                      <a:pt x="86787" y="23643"/>
                    </a:lnTo>
                    <a:lnTo>
                      <a:pt x="58014" y="94239"/>
                    </a:lnTo>
                    <a:lnTo>
                      <a:pt x="0" y="705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9" name="Контур"/>
              <p:cNvSpPr/>
              <p:nvPr/>
            </p:nvSpPr>
            <p:spPr>
              <a:xfrm>
                <a:off x="1207631" y="6336167"/>
                <a:ext cx="69667" cy="73038"/>
              </a:xfrm>
              <a:custGeom>
                <a:avLst/>
                <a:gdLst/>
                <a:ahLst/>
                <a:cxnLst/>
                <a:rect l="l" t="t" r="r" b="b"/>
                <a:pathLst>
                  <a:path w="69667" h="73038">
                    <a:moveTo>
                      <a:pt x="21558" y="0"/>
                    </a:moveTo>
                    <a:lnTo>
                      <a:pt x="69667" y="19898"/>
                    </a:lnTo>
                    <a:lnTo>
                      <a:pt x="47553" y="73038"/>
                    </a:lnTo>
                    <a:lnTo>
                      <a:pt x="0" y="54586"/>
                    </a:lnTo>
                    <a:lnTo>
                      <a:pt x="215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0" name="Контур"/>
              <p:cNvSpPr/>
              <p:nvPr/>
            </p:nvSpPr>
            <p:spPr>
              <a:xfrm>
                <a:off x="1358894" y="6144330"/>
                <a:ext cx="57278" cy="100106"/>
              </a:xfrm>
              <a:custGeom>
                <a:avLst/>
                <a:gdLst/>
                <a:ahLst/>
                <a:cxnLst/>
                <a:rect l="l" t="t" r="r" b="b"/>
                <a:pathLst>
                  <a:path w="57278" h="100106">
                    <a:moveTo>
                      <a:pt x="18830" y="0"/>
                    </a:moveTo>
                    <a:lnTo>
                      <a:pt x="57278" y="7847"/>
                    </a:lnTo>
                    <a:lnTo>
                      <a:pt x="38448" y="100106"/>
                    </a:lnTo>
                    <a:lnTo>
                      <a:pt x="0" y="92258"/>
                    </a:lnTo>
                    <a:lnTo>
                      <a:pt x="188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1" name="Контур"/>
              <p:cNvSpPr/>
              <p:nvPr/>
            </p:nvSpPr>
            <p:spPr>
              <a:xfrm>
                <a:off x="1229189" y="6288005"/>
                <a:ext cx="67104" cy="68060"/>
              </a:xfrm>
              <a:custGeom>
                <a:avLst/>
                <a:gdLst/>
                <a:ahLst/>
                <a:cxnLst/>
                <a:rect l="l" t="t" r="r" b="b"/>
                <a:pathLst>
                  <a:path w="67104" h="68060">
                    <a:moveTo>
                      <a:pt x="0" y="48162"/>
                    </a:moveTo>
                    <a:lnTo>
                      <a:pt x="3429" y="39141"/>
                    </a:lnTo>
                    <a:lnTo>
                      <a:pt x="18873" y="0"/>
                    </a:lnTo>
                    <a:lnTo>
                      <a:pt x="67104" y="19035"/>
                    </a:lnTo>
                    <a:lnTo>
                      <a:pt x="48109" y="68060"/>
                    </a:lnTo>
                    <a:lnTo>
                      <a:pt x="0" y="481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2" name="Контур"/>
              <p:cNvSpPr/>
              <p:nvPr/>
            </p:nvSpPr>
            <p:spPr>
              <a:xfrm>
                <a:off x="3473609" y="7151078"/>
                <a:ext cx="199602" cy="187065"/>
              </a:xfrm>
              <a:custGeom>
                <a:avLst/>
                <a:gdLst/>
                <a:ahLst/>
                <a:cxnLst/>
                <a:rect l="l" t="t" r="r" b="b"/>
                <a:pathLst>
                  <a:path w="199602" h="187065">
                    <a:moveTo>
                      <a:pt x="199602" y="100809"/>
                    </a:moveTo>
                    <a:lnTo>
                      <a:pt x="64233" y="187065"/>
                    </a:lnTo>
                    <a:lnTo>
                      <a:pt x="0" y="86256"/>
                    </a:lnTo>
                    <a:lnTo>
                      <a:pt x="90873" y="28350"/>
                    </a:lnTo>
                    <a:lnTo>
                      <a:pt x="135369" y="0"/>
                    </a:lnTo>
                    <a:lnTo>
                      <a:pt x="199602" y="1008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3" name="Контур"/>
              <p:cNvSpPr/>
              <p:nvPr/>
            </p:nvSpPr>
            <p:spPr>
              <a:xfrm>
                <a:off x="2787915" y="7005499"/>
                <a:ext cx="283134" cy="361345"/>
              </a:xfrm>
              <a:custGeom>
                <a:avLst/>
                <a:gdLst/>
                <a:ahLst/>
                <a:cxnLst/>
                <a:rect l="l" t="t" r="r" b="b"/>
                <a:pathLst>
                  <a:path w="283134" h="361345">
                    <a:moveTo>
                      <a:pt x="0" y="58986"/>
                    </a:moveTo>
                    <a:lnTo>
                      <a:pt x="94597" y="0"/>
                    </a:lnTo>
                    <a:lnTo>
                      <a:pt x="283134" y="302359"/>
                    </a:lnTo>
                    <a:lnTo>
                      <a:pt x="188539" y="361345"/>
                    </a:lnTo>
                    <a:lnTo>
                      <a:pt x="0" y="589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4" name="Контур"/>
              <p:cNvSpPr/>
              <p:nvPr/>
            </p:nvSpPr>
            <p:spPr>
              <a:xfrm>
                <a:off x="2381403" y="7132190"/>
                <a:ext cx="325202" cy="222983"/>
              </a:xfrm>
              <a:custGeom>
                <a:avLst/>
                <a:gdLst/>
                <a:ahLst/>
                <a:cxnLst/>
                <a:rect l="l" t="t" r="r" b="b"/>
                <a:pathLst>
                  <a:path w="325202" h="222983">
                    <a:moveTo>
                      <a:pt x="60996" y="222983"/>
                    </a:moveTo>
                    <a:lnTo>
                      <a:pt x="0" y="126668"/>
                    </a:lnTo>
                    <a:lnTo>
                      <a:pt x="199050" y="610"/>
                    </a:lnTo>
                    <a:lnTo>
                      <a:pt x="224381" y="40610"/>
                    </a:lnTo>
                    <a:lnTo>
                      <a:pt x="288504" y="0"/>
                    </a:lnTo>
                    <a:lnTo>
                      <a:pt x="325202" y="57946"/>
                    </a:lnTo>
                    <a:lnTo>
                      <a:pt x="60996" y="2229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5" name="Контур"/>
              <p:cNvSpPr/>
              <p:nvPr/>
            </p:nvSpPr>
            <p:spPr>
              <a:xfrm>
                <a:off x="3181702" y="6776884"/>
                <a:ext cx="332002" cy="362152"/>
              </a:xfrm>
              <a:custGeom>
                <a:avLst/>
                <a:gdLst/>
                <a:ahLst/>
                <a:cxnLst/>
                <a:rect l="l" t="t" r="r" b="b"/>
                <a:pathLst>
                  <a:path w="332002" h="362152">
                    <a:moveTo>
                      <a:pt x="332002" y="254235"/>
                    </a:moveTo>
                    <a:lnTo>
                      <a:pt x="155044" y="362152"/>
                    </a:lnTo>
                    <a:lnTo>
                      <a:pt x="0" y="107917"/>
                    </a:lnTo>
                    <a:lnTo>
                      <a:pt x="176959" y="0"/>
                    </a:lnTo>
                    <a:lnTo>
                      <a:pt x="332002" y="2542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6" name="Контур"/>
              <p:cNvSpPr/>
              <p:nvPr/>
            </p:nvSpPr>
            <p:spPr>
              <a:xfrm>
                <a:off x="2977628" y="6977153"/>
                <a:ext cx="102843" cy="93357"/>
              </a:xfrm>
              <a:custGeom>
                <a:avLst/>
                <a:gdLst/>
                <a:ahLst/>
                <a:cxnLst/>
                <a:rect l="l" t="t" r="r" b="b"/>
                <a:pathLst>
                  <a:path w="102843" h="93357">
                    <a:moveTo>
                      <a:pt x="41247" y="85752"/>
                    </a:moveTo>
                    <a:lnTo>
                      <a:pt x="29781" y="93357"/>
                    </a:lnTo>
                    <a:lnTo>
                      <a:pt x="0" y="48465"/>
                    </a:lnTo>
                    <a:lnTo>
                      <a:pt x="73062" y="0"/>
                    </a:lnTo>
                    <a:lnTo>
                      <a:pt x="102843" y="44892"/>
                    </a:lnTo>
                    <a:lnTo>
                      <a:pt x="41247" y="857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7" name="Контур"/>
              <p:cNvSpPr/>
              <p:nvPr/>
            </p:nvSpPr>
            <p:spPr>
              <a:xfrm>
                <a:off x="3018875" y="7022045"/>
                <a:ext cx="82422" cy="72252"/>
              </a:xfrm>
              <a:custGeom>
                <a:avLst/>
                <a:gdLst/>
                <a:ahLst/>
                <a:cxnLst/>
                <a:rect l="l" t="t" r="r" b="b"/>
                <a:pathLst>
                  <a:path w="82422" h="72252">
                    <a:moveTo>
                      <a:pt x="0" y="40860"/>
                    </a:moveTo>
                    <a:lnTo>
                      <a:pt x="61596" y="0"/>
                    </a:lnTo>
                    <a:lnTo>
                      <a:pt x="82422" y="31392"/>
                    </a:lnTo>
                    <a:lnTo>
                      <a:pt x="20826" y="72252"/>
                    </a:lnTo>
                    <a:lnTo>
                      <a:pt x="0" y="408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8" name="Контур"/>
              <p:cNvSpPr/>
              <p:nvPr/>
            </p:nvSpPr>
            <p:spPr>
              <a:xfrm>
                <a:off x="2743763" y="6939101"/>
                <a:ext cx="147420" cy="124119"/>
              </a:xfrm>
              <a:custGeom>
                <a:avLst/>
                <a:gdLst/>
                <a:ahLst/>
                <a:cxnLst/>
                <a:rect l="l" t="t" r="r" b="b"/>
                <a:pathLst>
                  <a:path w="147420" h="124119">
                    <a:moveTo>
                      <a:pt x="132902" y="24879"/>
                    </a:moveTo>
                    <a:lnTo>
                      <a:pt x="147420" y="46683"/>
                    </a:lnTo>
                    <a:lnTo>
                      <a:pt x="31077" y="124119"/>
                    </a:lnTo>
                    <a:lnTo>
                      <a:pt x="0" y="77436"/>
                    </a:lnTo>
                    <a:lnTo>
                      <a:pt x="116343" y="0"/>
                    </a:lnTo>
                    <a:lnTo>
                      <a:pt x="132902" y="248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9" name="Контур"/>
              <p:cNvSpPr/>
              <p:nvPr/>
            </p:nvSpPr>
            <p:spPr>
              <a:xfrm>
                <a:off x="2921412" y="6926495"/>
                <a:ext cx="60903" cy="53335"/>
              </a:xfrm>
              <a:custGeom>
                <a:avLst/>
                <a:gdLst/>
                <a:ahLst/>
                <a:cxnLst/>
                <a:rect l="l" t="t" r="r" b="b"/>
                <a:pathLst>
                  <a:path w="60903" h="53335">
                    <a:moveTo>
                      <a:pt x="15735" y="53335"/>
                    </a:moveTo>
                    <a:lnTo>
                      <a:pt x="0" y="26011"/>
                    </a:lnTo>
                    <a:lnTo>
                      <a:pt x="45167" y="0"/>
                    </a:lnTo>
                    <a:lnTo>
                      <a:pt x="60903" y="27325"/>
                    </a:lnTo>
                    <a:lnTo>
                      <a:pt x="15735" y="533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0" name="Контур"/>
              <p:cNvSpPr/>
              <p:nvPr/>
            </p:nvSpPr>
            <p:spPr>
              <a:xfrm>
                <a:off x="3320896" y="6129705"/>
                <a:ext cx="819079" cy="773709"/>
              </a:xfrm>
              <a:custGeom>
                <a:avLst/>
                <a:gdLst/>
                <a:ahLst/>
                <a:cxnLst/>
                <a:rect l="l" t="t" r="r" b="b"/>
                <a:pathLst>
                  <a:path w="819079" h="773709">
                    <a:moveTo>
                      <a:pt x="238674" y="773709"/>
                    </a:moveTo>
                    <a:lnTo>
                      <a:pt x="83071" y="578339"/>
                    </a:lnTo>
                    <a:lnTo>
                      <a:pt x="40898" y="519210"/>
                    </a:lnTo>
                    <a:lnTo>
                      <a:pt x="0" y="462936"/>
                    </a:lnTo>
                    <a:lnTo>
                      <a:pt x="624980" y="0"/>
                    </a:lnTo>
                    <a:lnTo>
                      <a:pt x="628782" y="5186"/>
                    </a:lnTo>
                    <a:lnTo>
                      <a:pt x="819079" y="264452"/>
                    </a:lnTo>
                    <a:lnTo>
                      <a:pt x="527248" y="467396"/>
                    </a:lnTo>
                    <a:lnTo>
                      <a:pt x="370324" y="580049"/>
                    </a:lnTo>
                    <a:lnTo>
                      <a:pt x="330076" y="608939"/>
                    </a:lnTo>
                    <a:lnTo>
                      <a:pt x="292591" y="635849"/>
                    </a:lnTo>
                    <a:lnTo>
                      <a:pt x="339267" y="705038"/>
                    </a:lnTo>
                    <a:lnTo>
                      <a:pt x="271141" y="751883"/>
                    </a:lnTo>
                    <a:lnTo>
                      <a:pt x="238674" y="7737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1" name="Контур"/>
              <p:cNvSpPr/>
              <p:nvPr/>
            </p:nvSpPr>
            <p:spPr>
              <a:xfrm>
                <a:off x="2541195" y="6716623"/>
                <a:ext cx="123757" cy="98837"/>
              </a:xfrm>
              <a:custGeom>
                <a:avLst/>
                <a:gdLst/>
                <a:ahLst/>
                <a:cxnLst/>
                <a:rect l="l" t="t" r="r" b="b"/>
                <a:pathLst>
                  <a:path w="123757" h="98837">
                    <a:moveTo>
                      <a:pt x="0" y="50060"/>
                    </a:moveTo>
                    <a:lnTo>
                      <a:pt x="99123" y="0"/>
                    </a:lnTo>
                    <a:lnTo>
                      <a:pt x="123757" y="48777"/>
                    </a:lnTo>
                    <a:lnTo>
                      <a:pt x="24634" y="98837"/>
                    </a:lnTo>
                    <a:lnTo>
                      <a:pt x="0" y="500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2" name="Контур"/>
              <p:cNvSpPr/>
              <p:nvPr/>
            </p:nvSpPr>
            <p:spPr>
              <a:xfrm>
                <a:off x="2586450" y="6799679"/>
                <a:ext cx="99311" cy="94194"/>
              </a:xfrm>
              <a:custGeom>
                <a:avLst/>
                <a:gdLst/>
                <a:ahLst/>
                <a:cxnLst/>
                <a:rect l="l" t="t" r="r" b="b"/>
                <a:pathLst>
                  <a:path w="99311" h="94194">
                    <a:moveTo>
                      <a:pt x="0" y="44838"/>
                    </a:moveTo>
                    <a:lnTo>
                      <a:pt x="65550" y="0"/>
                    </a:lnTo>
                    <a:lnTo>
                      <a:pt x="99311" y="49355"/>
                    </a:lnTo>
                    <a:lnTo>
                      <a:pt x="33762" y="94194"/>
                    </a:lnTo>
                    <a:lnTo>
                      <a:pt x="0" y="4483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3" name="Контур"/>
              <p:cNvSpPr/>
              <p:nvPr/>
            </p:nvSpPr>
            <p:spPr>
              <a:xfrm>
                <a:off x="2834663" y="6609067"/>
                <a:ext cx="129893" cy="95840"/>
              </a:xfrm>
              <a:custGeom>
                <a:avLst/>
                <a:gdLst/>
                <a:ahLst/>
                <a:cxnLst/>
                <a:rect l="l" t="t" r="r" b="b"/>
                <a:pathLst>
                  <a:path w="129893" h="95840">
                    <a:moveTo>
                      <a:pt x="0" y="49879"/>
                    </a:moveTo>
                    <a:lnTo>
                      <a:pt x="95967" y="0"/>
                    </a:lnTo>
                    <a:lnTo>
                      <a:pt x="129893" y="65273"/>
                    </a:lnTo>
                    <a:lnTo>
                      <a:pt x="89520" y="86257"/>
                    </a:lnTo>
                    <a:lnTo>
                      <a:pt x="79482" y="66944"/>
                    </a:lnTo>
                    <a:lnTo>
                      <a:pt x="23889" y="95840"/>
                    </a:lnTo>
                    <a:lnTo>
                      <a:pt x="0" y="498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4" name="Контур"/>
              <p:cNvSpPr/>
              <p:nvPr/>
            </p:nvSpPr>
            <p:spPr>
              <a:xfrm>
                <a:off x="2847219" y="6432074"/>
                <a:ext cx="331678" cy="198990"/>
              </a:xfrm>
              <a:custGeom>
                <a:avLst/>
                <a:gdLst/>
                <a:ahLst/>
                <a:cxnLst/>
                <a:rect l="l" t="t" r="r" b="b"/>
                <a:pathLst>
                  <a:path w="331678" h="198990">
                    <a:moveTo>
                      <a:pt x="0" y="160997"/>
                    </a:moveTo>
                    <a:lnTo>
                      <a:pt x="312077" y="0"/>
                    </a:lnTo>
                    <a:lnTo>
                      <a:pt x="331678" y="37995"/>
                    </a:lnTo>
                    <a:lnTo>
                      <a:pt x="19600" y="198990"/>
                    </a:lnTo>
                    <a:lnTo>
                      <a:pt x="0" y="1609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5" name="Контур"/>
              <p:cNvSpPr/>
              <p:nvPr/>
            </p:nvSpPr>
            <p:spPr>
              <a:xfrm>
                <a:off x="1965486" y="6238145"/>
                <a:ext cx="154317" cy="161974"/>
              </a:xfrm>
              <a:custGeom>
                <a:avLst/>
                <a:gdLst/>
                <a:ahLst/>
                <a:cxnLst/>
                <a:rect l="l" t="t" r="r" b="b"/>
                <a:pathLst>
                  <a:path w="154317" h="161974">
                    <a:moveTo>
                      <a:pt x="107084" y="0"/>
                    </a:moveTo>
                    <a:lnTo>
                      <a:pt x="130435" y="23371"/>
                    </a:lnTo>
                    <a:lnTo>
                      <a:pt x="154317" y="46653"/>
                    </a:lnTo>
                    <a:lnTo>
                      <a:pt x="45623" y="161974"/>
                    </a:lnTo>
                    <a:lnTo>
                      <a:pt x="0" y="115716"/>
                    </a:lnTo>
                    <a:lnTo>
                      <a:pt x="10708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6" name="Контур"/>
              <p:cNvSpPr/>
              <p:nvPr/>
            </p:nvSpPr>
            <p:spPr>
              <a:xfrm>
                <a:off x="2704197" y="5831976"/>
                <a:ext cx="367510" cy="363703"/>
              </a:xfrm>
              <a:custGeom>
                <a:avLst/>
                <a:gdLst/>
                <a:ahLst/>
                <a:cxnLst/>
                <a:rect l="l" t="t" r="r" b="b"/>
                <a:pathLst>
                  <a:path w="367510" h="363703">
                    <a:moveTo>
                      <a:pt x="226325" y="0"/>
                    </a:moveTo>
                    <a:lnTo>
                      <a:pt x="367510" y="157800"/>
                    </a:lnTo>
                    <a:lnTo>
                      <a:pt x="145779" y="363703"/>
                    </a:lnTo>
                    <a:lnTo>
                      <a:pt x="0" y="205599"/>
                    </a:lnTo>
                    <a:lnTo>
                      <a:pt x="2263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7" name="Контур"/>
              <p:cNvSpPr/>
              <p:nvPr/>
            </p:nvSpPr>
            <p:spPr>
              <a:xfrm>
                <a:off x="252000" y="6564968"/>
                <a:ext cx="38921" cy="75569"/>
              </a:xfrm>
              <a:custGeom>
                <a:avLst/>
                <a:gdLst/>
                <a:ahLst/>
                <a:cxnLst/>
                <a:rect l="l" t="t" r="r" b="b"/>
                <a:pathLst>
                  <a:path w="38921" h="75569">
                    <a:moveTo>
                      <a:pt x="6177" y="75569"/>
                    </a:moveTo>
                    <a:lnTo>
                      <a:pt x="0" y="71537"/>
                    </a:lnTo>
                    <a:lnTo>
                      <a:pt x="0" y="0"/>
                    </a:lnTo>
                    <a:lnTo>
                      <a:pt x="38921" y="2540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58" name="Контур"/>
              <p:cNvSpPr/>
              <p:nvPr/>
            </p:nvSpPr>
            <p:spPr>
              <a:xfrm>
                <a:off x="252000" y="6564968"/>
                <a:ext cx="38921" cy="75569"/>
              </a:xfrm>
              <a:custGeom>
                <a:avLst/>
                <a:gdLst/>
                <a:ahLst/>
                <a:cxnLst/>
                <a:rect l="l" t="t" r="r" b="b"/>
                <a:pathLst>
                  <a:path w="38921" h="75569" fill="none">
                    <a:moveTo>
                      <a:pt x="6177" y="75569"/>
                    </a:moveTo>
                    <a:lnTo>
                      <a:pt x="0" y="71537"/>
                    </a:lnTo>
                    <a:moveTo>
                      <a:pt x="0" y="0"/>
                    </a:moveTo>
                    <a:lnTo>
                      <a:pt x="38921" y="25405"/>
                    </a:lnTo>
                    <a:lnTo>
                      <a:pt x="6177" y="75569"/>
                    </a:lnTo>
                    <a:lnTo>
                      <a:pt x="6177" y="7556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9" name="Контур"/>
              <p:cNvSpPr/>
              <p:nvPr/>
            </p:nvSpPr>
            <p:spPr>
              <a:xfrm>
                <a:off x="281075" y="7295262"/>
                <a:ext cx="108620" cy="120992"/>
              </a:xfrm>
              <a:custGeom>
                <a:avLst/>
                <a:gdLst/>
                <a:ahLst/>
                <a:cxnLst/>
                <a:rect l="l" t="t" r="r" b="b"/>
                <a:pathLst>
                  <a:path w="108620" h="120992">
                    <a:moveTo>
                      <a:pt x="23589" y="19463"/>
                    </a:moveTo>
                    <a:lnTo>
                      <a:pt x="54429" y="0"/>
                    </a:lnTo>
                    <a:lnTo>
                      <a:pt x="108620" y="85460"/>
                    </a:lnTo>
                    <a:lnTo>
                      <a:pt x="53204" y="120992"/>
                    </a:lnTo>
                    <a:lnTo>
                      <a:pt x="0" y="35276"/>
                    </a:lnTo>
                    <a:lnTo>
                      <a:pt x="23589" y="194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0" name="Контур"/>
              <p:cNvSpPr/>
              <p:nvPr/>
            </p:nvSpPr>
            <p:spPr>
              <a:xfrm>
                <a:off x="252000" y="7265990"/>
                <a:ext cx="52664" cy="76109"/>
              </a:xfrm>
              <a:custGeom>
                <a:avLst/>
                <a:gdLst/>
                <a:ahLst/>
                <a:cxnLst/>
                <a:rect l="l" t="t" r="r" b="b"/>
                <a:pathLst>
                  <a:path w="52664" h="76109">
                    <a:moveTo>
                      <a:pt x="0" y="13901"/>
                    </a:moveTo>
                    <a:lnTo>
                      <a:pt x="22325" y="0"/>
                    </a:lnTo>
                    <a:lnTo>
                      <a:pt x="52664" y="48735"/>
                    </a:lnTo>
                    <a:lnTo>
                      <a:pt x="29075" y="64548"/>
                    </a:lnTo>
                    <a:lnTo>
                      <a:pt x="26141" y="59832"/>
                    </a:lnTo>
                    <a:lnTo>
                      <a:pt x="0" y="7610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61" name="Контур"/>
              <p:cNvSpPr/>
              <p:nvPr/>
            </p:nvSpPr>
            <p:spPr>
              <a:xfrm>
                <a:off x="252000" y="7265990"/>
                <a:ext cx="52664" cy="76109"/>
              </a:xfrm>
              <a:custGeom>
                <a:avLst/>
                <a:gdLst/>
                <a:ahLst/>
                <a:cxnLst/>
                <a:rect l="l" t="t" r="r" b="b"/>
                <a:pathLst>
                  <a:path w="52664" h="76109" fill="none">
                    <a:moveTo>
                      <a:pt x="0" y="13901"/>
                    </a:moveTo>
                    <a:lnTo>
                      <a:pt x="22325" y="0"/>
                    </a:lnTo>
                    <a:lnTo>
                      <a:pt x="52664" y="48735"/>
                    </a:lnTo>
                    <a:lnTo>
                      <a:pt x="29075" y="64548"/>
                    </a:lnTo>
                    <a:lnTo>
                      <a:pt x="26141" y="59832"/>
                    </a:lnTo>
                    <a:lnTo>
                      <a:pt x="0" y="7610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2" name="Контур"/>
              <p:cNvSpPr/>
              <p:nvPr/>
            </p:nvSpPr>
            <p:spPr>
              <a:xfrm>
                <a:off x="1356050" y="8271472"/>
                <a:ext cx="77848" cy="84274"/>
              </a:xfrm>
              <a:custGeom>
                <a:avLst/>
                <a:gdLst/>
                <a:ahLst/>
                <a:cxnLst/>
                <a:rect l="l" t="t" r="r" b="b"/>
                <a:pathLst>
                  <a:path w="77848" h="84274">
                    <a:moveTo>
                      <a:pt x="0" y="22265"/>
                    </a:moveTo>
                    <a:lnTo>
                      <a:pt x="50520" y="0"/>
                    </a:lnTo>
                    <a:lnTo>
                      <a:pt x="77848" y="62009"/>
                    </a:lnTo>
                    <a:lnTo>
                      <a:pt x="27328" y="84274"/>
                    </a:lnTo>
                    <a:lnTo>
                      <a:pt x="0" y="222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3" name="Контур"/>
              <p:cNvSpPr/>
              <p:nvPr/>
            </p:nvSpPr>
            <p:spPr>
              <a:xfrm>
                <a:off x="1859504" y="8140421"/>
                <a:ext cx="272205" cy="400167"/>
              </a:xfrm>
              <a:custGeom>
                <a:avLst/>
                <a:gdLst/>
                <a:ahLst/>
                <a:cxnLst/>
                <a:rect l="l" t="t" r="r" b="b"/>
                <a:pathLst>
                  <a:path w="272205" h="400167">
                    <a:moveTo>
                      <a:pt x="227767" y="370680"/>
                    </a:moveTo>
                    <a:lnTo>
                      <a:pt x="165456" y="400167"/>
                    </a:lnTo>
                    <a:lnTo>
                      <a:pt x="0" y="50517"/>
                    </a:lnTo>
                    <a:lnTo>
                      <a:pt x="66573" y="19008"/>
                    </a:lnTo>
                    <a:lnTo>
                      <a:pt x="106740" y="0"/>
                    </a:lnTo>
                    <a:lnTo>
                      <a:pt x="272205" y="349650"/>
                    </a:lnTo>
                    <a:lnTo>
                      <a:pt x="227767" y="3706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4" name="Контур"/>
              <p:cNvSpPr/>
              <p:nvPr/>
            </p:nvSpPr>
            <p:spPr>
              <a:xfrm>
                <a:off x="680779" y="8371953"/>
                <a:ext cx="120850" cy="142226"/>
              </a:xfrm>
              <a:custGeom>
                <a:avLst/>
                <a:gdLst/>
                <a:ahLst/>
                <a:cxnLst/>
                <a:rect l="l" t="t" r="r" b="b"/>
                <a:pathLst>
                  <a:path w="120850" h="142226">
                    <a:moveTo>
                      <a:pt x="0" y="32481"/>
                    </a:moveTo>
                    <a:lnTo>
                      <a:pt x="51122" y="0"/>
                    </a:lnTo>
                    <a:lnTo>
                      <a:pt x="92110" y="64543"/>
                    </a:lnTo>
                    <a:lnTo>
                      <a:pt x="120850" y="109745"/>
                    </a:lnTo>
                    <a:lnTo>
                      <a:pt x="69728" y="142226"/>
                    </a:lnTo>
                    <a:lnTo>
                      <a:pt x="0" y="324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5" name="Контур"/>
              <p:cNvSpPr/>
              <p:nvPr/>
            </p:nvSpPr>
            <p:spPr>
              <a:xfrm>
                <a:off x="1187998" y="8224419"/>
                <a:ext cx="525992" cy="328374"/>
              </a:xfrm>
              <a:custGeom>
                <a:avLst/>
                <a:gdLst/>
                <a:ahLst/>
                <a:cxnLst/>
                <a:rect l="l" t="t" r="r" b="b"/>
                <a:pathLst>
                  <a:path w="525992" h="328374">
                    <a:moveTo>
                      <a:pt x="474300" y="0"/>
                    </a:moveTo>
                    <a:lnTo>
                      <a:pt x="484084" y="20075"/>
                    </a:lnTo>
                    <a:lnTo>
                      <a:pt x="518637" y="87506"/>
                    </a:lnTo>
                    <a:lnTo>
                      <a:pt x="525992" y="102905"/>
                    </a:lnTo>
                    <a:lnTo>
                      <a:pt x="50157" y="328374"/>
                    </a:lnTo>
                    <a:lnTo>
                      <a:pt x="0" y="225918"/>
                    </a:lnTo>
                    <a:lnTo>
                      <a:pt x="195380" y="131327"/>
                    </a:lnTo>
                    <a:lnTo>
                      <a:pt x="245900" y="109062"/>
                    </a:lnTo>
                    <a:lnTo>
                      <a:pt x="4743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6" name="Контур"/>
              <p:cNvSpPr/>
              <p:nvPr/>
            </p:nvSpPr>
            <p:spPr>
              <a:xfrm>
                <a:off x="1672082" y="8186710"/>
                <a:ext cx="113965" cy="140614"/>
              </a:xfrm>
              <a:custGeom>
                <a:avLst/>
                <a:gdLst/>
                <a:ahLst/>
                <a:cxnLst/>
                <a:rect l="l" t="t" r="r" b="b"/>
                <a:pathLst>
                  <a:path w="113965" h="140614">
                    <a:moveTo>
                      <a:pt x="0" y="57784"/>
                    </a:moveTo>
                    <a:lnTo>
                      <a:pt x="37671" y="38849"/>
                    </a:lnTo>
                    <a:lnTo>
                      <a:pt x="27211" y="17230"/>
                    </a:lnTo>
                    <a:lnTo>
                      <a:pt x="61688" y="0"/>
                    </a:lnTo>
                    <a:lnTo>
                      <a:pt x="113965" y="104601"/>
                    </a:lnTo>
                    <a:lnTo>
                      <a:pt x="41908" y="140614"/>
                    </a:lnTo>
                    <a:lnTo>
                      <a:pt x="34553" y="125215"/>
                    </a:lnTo>
                    <a:lnTo>
                      <a:pt x="0" y="577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7" name="Контур"/>
              <p:cNvSpPr/>
              <p:nvPr/>
            </p:nvSpPr>
            <p:spPr>
              <a:xfrm>
                <a:off x="1274918" y="8217166"/>
                <a:ext cx="131652" cy="101880"/>
              </a:xfrm>
              <a:custGeom>
                <a:avLst/>
                <a:gdLst/>
                <a:ahLst/>
                <a:cxnLst/>
                <a:rect l="l" t="t" r="r" b="b"/>
                <a:pathLst>
                  <a:path w="131652" h="101880">
                    <a:moveTo>
                      <a:pt x="107658" y="0"/>
                    </a:moveTo>
                    <a:lnTo>
                      <a:pt x="131652" y="54306"/>
                    </a:lnTo>
                    <a:lnTo>
                      <a:pt x="81132" y="76571"/>
                    </a:lnTo>
                    <a:lnTo>
                      <a:pt x="24003" y="101880"/>
                    </a:lnTo>
                    <a:lnTo>
                      <a:pt x="0" y="47574"/>
                    </a:lnTo>
                    <a:lnTo>
                      <a:pt x="1076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8" name="Контур"/>
              <p:cNvSpPr/>
              <p:nvPr/>
            </p:nvSpPr>
            <p:spPr>
              <a:xfrm>
                <a:off x="1416657" y="8183443"/>
                <a:ext cx="44467" cy="49703"/>
              </a:xfrm>
              <a:custGeom>
                <a:avLst/>
                <a:gdLst/>
                <a:ahLst/>
                <a:cxnLst/>
                <a:rect l="l" t="t" r="r" b="b"/>
                <a:pathLst>
                  <a:path w="44467" h="49703">
                    <a:moveTo>
                      <a:pt x="0" y="13402"/>
                    </a:moveTo>
                    <a:lnTo>
                      <a:pt x="25031" y="0"/>
                    </a:lnTo>
                    <a:lnTo>
                      <a:pt x="44467" y="36301"/>
                    </a:lnTo>
                    <a:lnTo>
                      <a:pt x="19437" y="49703"/>
                    </a:lnTo>
                    <a:lnTo>
                      <a:pt x="0" y="134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9" name="Контур"/>
              <p:cNvSpPr/>
              <p:nvPr/>
            </p:nvSpPr>
            <p:spPr>
              <a:xfrm>
                <a:off x="1913819" y="8114519"/>
                <a:ext cx="52425" cy="44910"/>
              </a:xfrm>
              <a:custGeom>
                <a:avLst/>
                <a:gdLst/>
                <a:ahLst/>
                <a:cxnLst/>
                <a:rect l="l" t="t" r="r" b="b"/>
                <a:pathLst>
                  <a:path w="52425" h="44910">
                    <a:moveTo>
                      <a:pt x="12258" y="44910"/>
                    </a:moveTo>
                    <a:lnTo>
                      <a:pt x="0" y="19008"/>
                    </a:lnTo>
                    <a:lnTo>
                      <a:pt x="40167" y="0"/>
                    </a:lnTo>
                    <a:lnTo>
                      <a:pt x="52425" y="25902"/>
                    </a:lnTo>
                    <a:lnTo>
                      <a:pt x="12258" y="449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0" name="Контур"/>
              <p:cNvSpPr/>
              <p:nvPr/>
            </p:nvSpPr>
            <p:spPr>
              <a:xfrm>
                <a:off x="1646477" y="8071137"/>
                <a:ext cx="73006" cy="70250"/>
              </a:xfrm>
              <a:custGeom>
                <a:avLst/>
                <a:gdLst/>
                <a:ahLst/>
                <a:cxnLst/>
                <a:rect l="l" t="t" r="r" b="b"/>
                <a:pathLst>
                  <a:path w="73006" h="70250">
                    <a:moveTo>
                      <a:pt x="22505" y="70250"/>
                    </a:moveTo>
                    <a:lnTo>
                      <a:pt x="0" y="25264"/>
                    </a:lnTo>
                    <a:lnTo>
                      <a:pt x="50501" y="0"/>
                    </a:lnTo>
                    <a:lnTo>
                      <a:pt x="73006" y="44986"/>
                    </a:lnTo>
                    <a:lnTo>
                      <a:pt x="22505" y="702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1" name="Контур"/>
              <p:cNvSpPr/>
              <p:nvPr/>
            </p:nvSpPr>
            <p:spPr>
              <a:xfrm>
                <a:off x="1709602" y="8017503"/>
                <a:ext cx="117706" cy="100197"/>
              </a:xfrm>
              <a:custGeom>
                <a:avLst/>
                <a:gdLst/>
                <a:ahLst/>
                <a:cxnLst/>
                <a:rect l="l" t="t" r="r" b="b"/>
                <a:pathLst>
                  <a:path w="117706" h="100197">
                    <a:moveTo>
                      <a:pt x="0" y="50753"/>
                    </a:moveTo>
                    <a:lnTo>
                      <a:pt x="89743" y="0"/>
                    </a:lnTo>
                    <a:lnTo>
                      <a:pt x="117706" y="49444"/>
                    </a:lnTo>
                    <a:lnTo>
                      <a:pt x="27963" y="100197"/>
                    </a:lnTo>
                    <a:lnTo>
                      <a:pt x="0" y="507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2" name="Контур"/>
              <p:cNvSpPr/>
              <p:nvPr/>
            </p:nvSpPr>
            <p:spPr>
              <a:xfrm>
                <a:off x="1227551" y="7611167"/>
                <a:ext cx="324657" cy="467082"/>
              </a:xfrm>
              <a:custGeom>
                <a:avLst/>
                <a:gdLst/>
                <a:ahLst/>
                <a:cxnLst/>
                <a:rect l="l" t="t" r="r" b="b"/>
                <a:pathLst>
                  <a:path w="324657" h="467082">
                    <a:moveTo>
                      <a:pt x="248706" y="467082"/>
                    </a:moveTo>
                    <a:lnTo>
                      <a:pt x="0" y="48870"/>
                    </a:lnTo>
                    <a:lnTo>
                      <a:pt x="77436" y="0"/>
                    </a:lnTo>
                    <a:lnTo>
                      <a:pt x="324657" y="421920"/>
                    </a:lnTo>
                    <a:lnTo>
                      <a:pt x="248706" y="4670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3" name="Контур"/>
              <p:cNvSpPr/>
              <p:nvPr/>
            </p:nvSpPr>
            <p:spPr>
              <a:xfrm>
                <a:off x="1710216" y="7661298"/>
                <a:ext cx="342633" cy="387985"/>
              </a:xfrm>
              <a:custGeom>
                <a:avLst/>
                <a:gdLst/>
                <a:ahLst/>
                <a:cxnLst/>
                <a:rect l="l" t="t" r="r" b="b"/>
                <a:pathLst>
                  <a:path w="342633" h="387985">
                    <a:moveTo>
                      <a:pt x="131340" y="30014"/>
                    </a:moveTo>
                    <a:lnTo>
                      <a:pt x="188583" y="0"/>
                    </a:lnTo>
                    <a:lnTo>
                      <a:pt x="342633" y="272667"/>
                    </a:lnTo>
                    <a:lnTo>
                      <a:pt x="309106" y="292262"/>
                    </a:lnTo>
                    <a:lnTo>
                      <a:pt x="282963" y="305501"/>
                    </a:lnTo>
                    <a:lnTo>
                      <a:pt x="288574" y="315698"/>
                    </a:lnTo>
                    <a:lnTo>
                      <a:pt x="157208" y="387985"/>
                    </a:lnTo>
                    <a:lnTo>
                      <a:pt x="0" y="102288"/>
                    </a:lnTo>
                    <a:lnTo>
                      <a:pt x="131340" y="300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4" name="Контур"/>
              <p:cNvSpPr/>
              <p:nvPr/>
            </p:nvSpPr>
            <p:spPr>
              <a:xfrm>
                <a:off x="695363" y="7791824"/>
                <a:ext cx="156420" cy="151164"/>
              </a:xfrm>
              <a:custGeom>
                <a:avLst/>
                <a:gdLst/>
                <a:ahLst/>
                <a:cxnLst/>
                <a:rect l="l" t="t" r="r" b="b"/>
                <a:pathLst>
                  <a:path w="156420" h="151164">
                    <a:moveTo>
                      <a:pt x="63918" y="151164"/>
                    </a:moveTo>
                    <a:lnTo>
                      <a:pt x="0" y="57528"/>
                    </a:lnTo>
                    <a:lnTo>
                      <a:pt x="97794" y="0"/>
                    </a:lnTo>
                    <a:lnTo>
                      <a:pt x="131760" y="55197"/>
                    </a:lnTo>
                    <a:lnTo>
                      <a:pt x="156420" y="95265"/>
                    </a:lnTo>
                    <a:lnTo>
                      <a:pt x="136494" y="107307"/>
                    </a:lnTo>
                    <a:lnTo>
                      <a:pt x="63918" y="1511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5" name="Контур"/>
              <p:cNvSpPr/>
              <p:nvPr/>
            </p:nvSpPr>
            <p:spPr>
              <a:xfrm>
                <a:off x="2063206" y="7135507"/>
                <a:ext cx="850678" cy="645452"/>
              </a:xfrm>
              <a:custGeom>
                <a:avLst/>
                <a:gdLst/>
                <a:ahLst/>
                <a:cxnLst/>
                <a:rect l="l" t="t" r="r" b="b"/>
                <a:pathLst>
                  <a:path w="850678" h="645452">
                    <a:moveTo>
                      <a:pt x="379193" y="219666"/>
                    </a:moveTo>
                    <a:lnTo>
                      <a:pt x="643399" y="54629"/>
                    </a:lnTo>
                    <a:lnTo>
                      <a:pt x="729660" y="0"/>
                    </a:lnTo>
                    <a:lnTo>
                      <a:pt x="850678" y="191092"/>
                    </a:lnTo>
                    <a:lnTo>
                      <a:pt x="763743" y="246148"/>
                    </a:lnTo>
                    <a:lnTo>
                      <a:pt x="784281" y="278579"/>
                    </a:lnTo>
                    <a:lnTo>
                      <a:pt x="320356" y="572383"/>
                    </a:lnTo>
                    <a:lnTo>
                      <a:pt x="295454" y="533064"/>
                    </a:lnTo>
                    <a:lnTo>
                      <a:pt x="211438" y="585339"/>
                    </a:lnTo>
                    <a:lnTo>
                      <a:pt x="171158" y="610690"/>
                    </a:lnTo>
                    <a:lnTo>
                      <a:pt x="116694" y="645452"/>
                    </a:lnTo>
                    <a:lnTo>
                      <a:pt x="45344" y="530800"/>
                    </a:lnTo>
                    <a:lnTo>
                      <a:pt x="6377" y="469857"/>
                    </a:lnTo>
                    <a:lnTo>
                      <a:pt x="0" y="458553"/>
                    </a:lnTo>
                    <a:lnTo>
                      <a:pt x="53015" y="426234"/>
                    </a:lnTo>
                    <a:lnTo>
                      <a:pt x="379193" y="2196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6" name="Контур"/>
              <p:cNvSpPr/>
              <p:nvPr/>
            </p:nvSpPr>
            <p:spPr>
              <a:xfrm>
                <a:off x="1686819" y="7647052"/>
                <a:ext cx="154737" cy="116534"/>
              </a:xfrm>
              <a:custGeom>
                <a:avLst/>
                <a:gdLst/>
                <a:ahLst/>
                <a:cxnLst/>
                <a:rect l="l" t="t" r="r" b="b"/>
                <a:pathLst>
                  <a:path w="154737" h="116534">
                    <a:moveTo>
                      <a:pt x="23397" y="116534"/>
                    </a:moveTo>
                    <a:lnTo>
                      <a:pt x="0" y="71971"/>
                    </a:lnTo>
                    <a:lnTo>
                      <a:pt x="131939" y="0"/>
                    </a:lnTo>
                    <a:lnTo>
                      <a:pt x="154737" y="44260"/>
                    </a:lnTo>
                    <a:lnTo>
                      <a:pt x="23397" y="1165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7" name="Контур"/>
              <p:cNvSpPr/>
              <p:nvPr/>
            </p:nvSpPr>
            <p:spPr>
              <a:xfrm>
                <a:off x="1998803" y="7487089"/>
                <a:ext cx="81730" cy="62812"/>
              </a:xfrm>
              <a:custGeom>
                <a:avLst/>
                <a:gdLst/>
                <a:ahLst/>
                <a:cxnLst/>
                <a:rect l="l" t="t" r="r" b="b"/>
                <a:pathLst>
                  <a:path w="81730" h="62812">
                    <a:moveTo>
                      <a:pt x="13236" y="62812"/>
                    </a:moveTo>
                    <a:lnTo>
                      <a:pt x="0" y="40332"/>
                    </a:lnTo>
                    <a:lnTo>
                      <a:pt x="68492" y="0"/>
                    </a:lnTo>
                    <a:lnTo>
                      <a:pt x="81730" y="22479"/>
                    </a:lnTo>
                    <a:lnTo>
                      <a:pt x="13236" y="628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8" name="Контур"/>
              <p:cNvSpPr/>
              <p:nvPr/>
            </p:nvSpPr>
            <p:spPr>
              <a:xfrm>
                <a:off x="2041077" y="7605364"/>
                <a:ext cx="67473" cy="79169"/>
              </a:xfrm>
              <a:custGeom>
                <a:avLst/>
                <a:gdLst/>
                <a:ahLst/>
                <a:cxnLst/>
                <a:rect l="l" t="t" r="r" b="b"/>
                <a:pathLst>
                  <a:path w="67473" h="79169">
                    <a:moveTo>
                      <a:pt x="28506" y="0"/>
                    </a:moveTo>
                    <a:lnTo>
                      <a:pt x="67473" y="60943"/>
                    </a:lnTo>
                    <a:lnTo>
                      <a:pt x="38969" y="79169"/>
                    </a:lnTo>
                    <a:lnTo>
                      <a:pt x="0" y="18227"/>
                    </a:lnTo>
                    <a:lnTo>
                      <a:pt x="285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9" name="Контур"/>
              <p:cNvSpPr/>
              <p:nvPr/>
            </p:nvSpPr>
            <p:spPr>
              <a:xfrm>
                <a:off x="1679769" y="7466449"/>
                <a:ext cx="56888" cy="65424"/>
              </a:xfrm>
              <a:custGeom>
                <a:avLst/>
                <a:gdLst/>
                <a:ahLst/>
                <a:cxnLst/>
                <a:rect l="l" t="t" r="r" b="b"/>
                <a:pathLst>
                  <a:path w="56888" h="65424">
                    <a:moveTo>
                      <a:pt x="0" y="15788"/>
                    </a:moveTo>
                    <a:lnTo>
                      <a:pt x="23396" y="0"/>
                    </a:lnTo>
                    <a:lnTo>
                      <a:pt x="56888" y="49637"/>
                    </a:lnTo>
                    <a:lnTo>
                      <a:pt x="33491" y="65424"/>
                    </a:lnTo>
                    <a:lnTo>
                      <a:pt x="0" y="157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0" name="Контур"/>
              <p:cNvSpPr/>
              <p:nvPr/>
            </p:nvSpPr>
            <p:spPr>
              <a:xfrm>
                <a:off x="3472422" y="8625672"/>
                <a:ext cx="56643" cy="45818"/>
              </a:xfrm>
              <a:custGeom>
                <a:avLst/>
                <a:gdLst/>
                <a:ahLst/>
                <a:cxnLst/>
                <a:rect l="l" t="t" r="r" b="b"/>
                <a:pathLst>
                  <a:path w="56643" h="45818">
                    <a:moveTo>
                      <a:pt x="11289" y="45818"/>
                    </a:moveTo>
                    <a:lnTo>
                      <a:pt x="0" y="26495"/>
                    </a:lnTo>
                    <a:lnTo>
                      <a:pt x="45354" y="0"/>
                    </a:lnTo>
                    <a:lnTo>
                      <a:pt x="56643" y="19324"/>
                    </a:lnTo>
                    <a:lnTo>
                      <a:pt x="11289" y="458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1" name="Контур"/>
              <p:cNvSpPr/>
              <p:nvPr/>
            </p:nvSpPr>
            <p:spPr>
              <a:xfrm>
                <a:off x="2412942" y="8486076"/>
                <a:ext cx="221747" cy="198878"/>
              </a:xfrm>
              <a:custGeom>
                <a:avLst/>
                <a:gdLst/>
                <a:ahLst/>
                <a:cxnLst/>
                <a:rect l="l" t="t" r="r" b="b"/>
                <a:pathLst>
                  <a:path w="221747" h="198878">
                    <a:moveTo>
                      <a:pt x="75726" y="176355"/>
                    </a:moveTo>
                    <a:lnTo>
                      <a:pt x="0" y="31896"/>
                    </a:lnTo>
                    <a:lnTo>
                      <a:pt x="63227" y="0"/>
                    </a:lnTo>
                    <a:lnTo>
                      <a:pt x="90459" y="45930"/>
                    </a:lnTo>
                    <a:lnTo>
                      <a:pt x="151146" y="21020"/>
                    </a:lnTo>
                    <a:lnTo>
                      <a:pt x="221747" y="148442"/>
                    </a:lnTo>
                    <a:lnTo>
                      <a:pt x="126477" y="198878"/>
                    </a:lnTo>
                    <a:lnTo>
                      <a:pt x="75726" y="1763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2" name="Контур"/>
              <p:cNvSpPr/>
              <p:nvPr/>
            </p:nvSpPr>
            <p:spPr>
              <a:xfrm>
                <a:off x="2647097" y="8300582"/>
                <a:ext cx="408808" cy="297997"/>
              </a:xfrm>
              <a:custGeom>
                <a:avLst/>
                <a:gdLst/>
                <a:ahLst/>
                <a:cxnLst/>
                <a:rect l="l" t="t" r="r" b="b"/>
                <a:pathLst>
                  <a:path w="408808" h="297997">
                    <a:moveTo>
                      <a:pt x="0" y="238564"/>
                    </a:moveTo>
                    <a:lnTo>
                      <a:pt x="370543" y="0"/>
                    </a:lnTo>
                    <a:lnTo>
                      <a:pt x="408808" y="59433"/>
                    </a:lnTo>
                    <a:lnTo>
                      <a:pt x="38264" y="297997"/>
                    </a:lnTo>
                    <a:lnTo>
                      <a:pt x="0" y="2385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3" name="Контур"/>
              <p:cNvSpPr/>
              <p:nvPr/>
            </p:nvSpPr>
            <p:spPr>
              <a:xfrm>
                <a:off x="2400829" y="8407276"/>
                <a:ext cx="60504" cy="59060"/>
              </a:xfrm>
              <a:custGeom>
                <a:avLst/>
                <a:gdLst/>
                <a:ahLst/>
                <a:cxnLst/>
                <a:rect l="l" t="t" r="r" b="b"/>
                <a:pathLst>
                  <a:path w="60504" h="59060">
                    <a:moveTo>
                      <a:pt x="18312" y="59060"/>
                    </a:moveTo>
                    <a:lnTo>
                      <a:pt x="0" y="44010"/>
                    </a:lnTo>
                    <a:lnTo>
                      <a:pt x="0" y="20451"/>
                    </a:lnTo>
                    <a:lnTo>
                      <a:pt x="14721" y="1308"/>
                    </a:lnTo>
                    <a:lnTo>
                      <a:pt x="42845" y="0"/>
                    </a:lnTo>
                    <a:lnTo>
                      <a:pt x="60504" y="22904"/>
                    </a:lnTo>
                    <a:lnTo>
                      <a:pt x="58862" y="41392"/>
                    </a:lnTo>
                    <a:lnTo>
                      <a:pt x="40550" y="58406"/>
                    </a:lnTo>
                    <a:lnTo>
                      <a:pt x="18312" y="590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4" name="Контур"/>
              <p:cNvSpPr/>
              <p:nvPr/>
            </p:nvSpPr>
            <p:spPr>
              <a:xfrm>
                <a:off x="2473547" y="7445216"/>
                <a:ext cx="1404711" cy="970749"/>
              </a:xfrm>
              <a:custGeom>
                <a:avLst/>
                <a:gdLst/>
                <a:ahLst/>
                <a:cxnLst/>
                <a:rect l="l" t="t" r="r" b="b"/>
                <a:pathLst>
                  <a:path w="1404711" h="970749">
                    <a:moveTo>
                      <a:pt x="1319013" y="0"/>
                    </a:moveTo>
                    <a:lnTo>
                      <a:pt x="1404711" y="135297"/>
                    </a:lnTo>
                    <a:lnTo>
                      <a:pt x="85698" y="970749"/>
                    </a:lnTo>
                    <a:lnTo>
                      <a:pt x="0" y="835452"/>
                    </a:lnTo>
                    <a:lnTo>
                      <a:pt x="13190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5" name="Контур"/>
              <p:cNvSpPr/>
              <p:nvPr/>
            </p:nvSpPr>
            <p:spPr>
              <a:xfrm>
                <a:off x="2394627" y="7941470"/>
                <a:ext cx="326345" cy="248013"/>
              </a:xfrm>
              <a:custGeom>
                <a:avLst/>
                <a:gdLst/>
                <a:ahLst/>
                <a:cxnLst/>
                <a:rect l="l" t="t" r="r" b="b"/>
                <a:pathLst>
                  <a:path w="326345" h="248013">
                    <a:moveTo>
                      <a:pt x="0" y="181241"/>
                    </a:moveTo>
                    <a:lnTo>
                      <a:pt x="283686" y="0"/>
                    </a:lnTo>
                    <a:lnTo>
                      <a:pt x="326345" y="66772"/>
                    </a:lnTo>
                    <a:lnTo>
                      <a:pt x="42659" y="248013"/>
                    </a:lnTo>
                    <a:lnTo>
                      <a:pt x="0" y="1812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6" name="Контур"/>
              <p:cNvSpPr/>
              <p:nvPr/>
            </p:nvSpPr>
            <p:spPr>
              <a:xfrm>
                <a:off x="2177470" y="7977523"/>
                <a:ext cx="149114" cy="189060"/>
              </a:xfrm>
              <a:custGeom>
                <a:avLst/>
                <a:gdLst/>
                <a:ahLst/>
                <a:cxnLst/>
                <a:rect l="l" t="t" r="r" b="b"/>
                <a:pathLst>
                  <a:path w="149114" h="189060">
                    <a:moveTo>
                      <a:pt x="61391" y="0"/>
                    </a:moveTo>
                    <a:lnTo>
                      <a:pt x="149114" y="141743"/>
                    </a:lnTo>
                    <a:lnTo>
                      <a:pt x="72585" y="189060"/>
                    </a:lnTo>
                    <a:lnTo>
                      <a:pt x="0" y="37592"/>
                    </a:lnTo>
                    <a:lnTo>
                      <a:pt x="6139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7" name="Контур"/>
              <p:cNvSpPr/>
              <p:nvPr/>
            </p:nvSpPr>
            <p:spPr>
              <a:xfrm>
                <a:off x="2238861" y="7609455"/>
                <a:ext cx="660840" cy="513256"/>
              </a:xfrm>
              <a:custGeom>
                <a:avLst/>
                <a:gdLst/>
                <a:ahLst/>
                <a:cxnLst/>
                <a:rect l="l" t="t" r="r" b="b"/>
                <a:pathLst>
                  <a:path w="660840" h="513256">
                    <a:moveTo>
                      <a:pt x="538941" y="0"/>
                    </a:moveTo>
                    <a:lnTo>
                      <a:pt x="660840" y="191967"/>
                    </a:lnTo>
                    <a:lnTo>
                      <a:pt x="617817" y="219991"/>
                    </a:lnTo>
                    <a:lnTo>
                      <a:pt x="474240" y="309703"/>
                    </a:lnTo>
                    <a:lnTo>
                      <a:pt x="439452" y="332015"/>
                    </a:lnTo>
                    <a:lnTo>
                      <a:pt x="155766" y="513256"/>
                    </a:lnTo>
                    <a:lnTo>
                      <a:pt x="134702" y="480379"/>
                    </a:lnTo>
                    <a:lnTo>
                      <a:pt x="87723" y="509811"/>
                    </a:lnTo>
                    <a:lnTo>
                      <a:pt x="0" y="368068"/>
                    </a:lnTo>
                    <a:lnTo>
                      <a:pt x="45123" y="340040"/>
                    </a:lnTo>
                    <a:lnTo>
                      <a:pt x="32342" y="320069"/>
                    </a:lnTo>
                    <a:lnTo>
                      <a:pt x="326854" y="132150"/>
                    </a:lnTo>
                    <a:lnTo>
                      <a:pt x="53894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8" name="Контур"/>
              <p:cNvSpPr/>
              <p:nvPr/>
            </p:nvSpPr>
            <p:spPr>
              <a:xfrm>
                <a:off x="2713101" y="7829446"/>
                <a:ext cx="177746" cy="149832"/>
              </a:xfrm>
              <a:custGeom>
                <a:avLst/>
                <a:gdLst/>
                <a:ahLst/>
                <a:cxnLst/>
                <a:rect l="l" t="t" r="r" b="b"/>
                <a:pathLst>
                  <a:path w="177746" h="149832">
                    <a:moveTo>
                      <a:pt x="41805" y="149832"/>
                    </a:moveTo>
                    <a:lnTo>
                      <a:pt x="0" y="89712"/>
                    </a:lnTo>
                    <a:lnTo>
                      <a:pt x="143577" y="0"/>
                    </a:lnTo>
                    <a:lnTo>
                      <a:pt x="177746" y="65187"/>
                    </a:lnTo>
                    <a:lnTo>
                      <a:pt x="41805" y="1498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9" name="Контур"/>
              <p:cNvSpPr/>
              <p:nvPr/>
            </p:nvSpPr>
            <p:spPr>
              <a:xfrm>
                <a:off x="2209671" y="7702901"/>
                <a:ext cx="356044" cy="274622"/>
              </a:xfrm>
              <a:custGeom>
                <a:avLst/>
                <a:gdLst/>
                <a:ahLst/>
                <a:cxnLst/>
                <a:rect l="l" t="t" r="r" b="b"/>
                <a:pathLst>
                  <a:path w="356044" h="274622">
                    <a:moveTo>
                      <a:pt x="356044" y="38704"/>
                    </a:moveTo>
                    <a:lnTo>
                      <a:pt x="61532" y="226623"/>
                    </a:lnTo>
                    <a:lnTo>
                      <a:pt x="74313" y="246594"/>
                    </a:lnTo>
                    <a:lnTo>
                      <a:pt x="29190" y="274622"/>
                    </a:lnTo>
                    <a:lnTo>
                      <a:pt x="0" y="216729"/>
                    </a:lnTo>
                    <a:lnTo>
                      <a:pt x="55245" y="182249"/>
                    </a:lnTo>
                    <a:lnTo>
                      <a:pt x="50322" y="173493"/>
                    </a:lnTo>
                    <a:lnTo>
                      <a:pt x="332292" y="0"/>
                    </a:lnTo>
                    <a:lnTo>
                      <a:pt x="356044" y="387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0" name="Контур"/>
              <p:cNvSpPr/>
              <p:nvPr/>
            </p:nvSpPr>
            <p:spPr>
              <a:xfrm>
                <a:off x="2777802" y="7520655"/>
                <a:ext cx="263646" cy="280767"/>
              </a:xfrm>
              <a:custGeom>
                <a:avLst/>
                <a:gdLst/>
                <a:ahLst/>
                <a:cxnLst/>
                <a:rect l="l" t="t" r="r" b="b"/>
                <a:pathLst>
                  <a:path w="263646" h="280767">
                    <a:moveTo>
                      <a:pt x="0" y="88800"/>
                    </a:moveTo>
                    <a:lnTo>
                      <a:pt x="144040" y="0"/>
                    </a:lnTo>
                    <a:lnTo>
                      <a:pt x="215486" y="114277"/>
                    </a:lnTo>
                    <a:lnTo>
                      <a:pt x="263646" y="192247"/>
                    </a:lnTo>
                    <a:lnTo>
                      <a:pt x="121899" y="280767"/>
                    </a:lnTo>
                    <a:lnTo>
                      <a:pt x="0" y="888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1" name="Контур"/>
              <p:cNvSpPr/>
              <p:nvPr/>
            </p:nvSpPr>
            <p:spPr>
              <a:xfrm>
                <a:off x="2234364" y="7720846"/>
                <a:ext cx="67354" cy="68368"/>
              </a:xfrm>
              <a:custGeom>
                <a:avLst/>
                <a:gdLst/>
                <a:ahLst/>
                <a:cxnLst/>
                <a:rect l="l" t="t" r="r" b="b"/>
                <a:pathLst>
                  <a:path w="67354" h="68368">
                    <a:moveTo>
                      <a:pt x="0" y="25351"/>
                    </a:moveTo>
                    <a:lnTo>
                      <a:pt x="40280" y="0"/>
                    </a:lnTo>
                    <a:lnTo>
                      <a:pt x="67354" y="43017"/>
                    </a:lnTo>
                    <a:lnTo>
                      <a:pt x="27075" y="68368"/>
                    </a:lnTo>
                    <a:lnTo>
                      <a:pt x="0" y="253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2" name="Контур"/>
              <p:cNvSpPr/>
              <p:nvPr/>
            </p:nvSpPr>
            <p:spPr>
              <a:xfrm>
                <a:off x="2921842" y="7495863"/>
                <a:ext cx="111101" cy="139069"/>
              </a:xfrm>
              <a:custGeom>
                <a:avLst/>
                <a:gdLst/>
                <a:ahLst/>
                <a:cxnLst/>
                <a:rect l="l" t="t" r="r" b="b"/>
                <a:pathLst>
                  <a:path w="111101" h="139069">
                    <a:moveTo>
                      <a:pt x="0" y="24792"/>
                    </a:moveTo>
                    <a:lnTo>
                      <a:pt x="39655" y="0"/>
                    </a:lnTo>
                    <a:lnTo>
                      <a:pt x="111101" y="114276"/>
                    </a:lnTo>
                    <a:lnTo>
                      <a:pt x="71446" y="139069"/>
                    </a:lnTo>
                    <a:lnTo>
                      <a:pt x="0" y="247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3" name="Контур"/>
              <p:cNvSpPr/>
              <p:nvPr/>
            </p:nvSpPr>
            <p:spPr>
              <a:xfrm>
                <a:off x="3184758" y="7185770"/>
                <a:ext cx="293834" cy="405372"/>
              </a:xfrm>
              <a:custGeom>
                <a:avLst/>
                <a:gdLst/>
                <a:ahLst/>
                <a:cxnLst/>
                <a:rect l="l" t="t" r="r" b="b"/>
                <a:pathLst>
                  <a:path w="293834" h="405372">
                    <a:moveTo>
                      <a:pt x="185114" y="405372"/>
                    </a:moveTo>
                    <a:lnTo>
                      <a:pt x="0" y="120391"/>
                    </a:lnTo>
                    <a:lnTo>
                      <a:pt x="198285" y="0"/>
                    </a:lnTo>
                    <a:lnTo>
                      <a:pt x="234115" y="61587"/>
                    </a:lnTo>
                    <a:lnTo>
                      <a:pt x="174089" y="100195"/>
                    </a:lnTo>
                    <a:lnTo>
                      <a:pt x="293834" y="292308"/>
                    </a:lnTo>
                    <a:lnTo>
                      <a:pt x="224928" y="337964"/>
                    </a:lnTo>
                    <a:lnTo>
                      <a:pt x="240852" y="366766"/>
                    </a:lnTo>
                    <a:lnTo>
                      <a:pt x="185114" y="4053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4" name="Контур"/>
              <p:cNvSpPr/>
              <p:nvPr/>
            </p:nvSpPr>
            <p:spPr>
              <a:xfrm>
                <a:off x="2063774" y="7258858"/>
                <a:ext cx="378625" cy="302883"/>
              </a:xfrm>
              <a:custGeom>
                <a:avLst/>
                <a:gdLst/>
                <a:ahLst/>
                <a:cxnLst/>
                <a:rect l="l" t="t" r="r" b="b"/>
                <a:pathLst>
                  <a:path w="378625" h="302883">
                    <a:moveTo>
                      <a:pt x="0" y="213013"/>
                    </a:moveTo>
                    <a:lnTo>
                      <a:pt x="317629" y="0"/>
                    </a:lnTo>
                    <a:lnTo>
                      <a:pt x="378625" y="96315"/>
                    </a:lnTo>
                    <a:lnTo>
                      <a:pt x="52447" y="302883"/>
                    </a:lnTo>
                    <a:lnTo>
                      <a:pt x="0" y="2130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5" name="Контур"/>
              <p:cNvSpPr/>
              <p:nvPr/>
            </p:nvSpPr>
            <p:spPr>
              <a:xfrm>
                <a:off x="252000" y="7451870"/>
                <a:ext cx="30425" cy="97863"/>
              </a:xfrm>
              <a:custGeom>
                <a:avLst/>
                <a:gdLst/>
                <a:ahLst/>
                <a:cxnLst/>
                <a:rect l="l" t="t" r="r" b="b"/>
                <a:pathLst>
                  <a:path w="30425" h="97863">
                    <a:moveTo>
                      <a:pt x="0" y="0"/>
                    </a:moveTo>
                    <a:lnTo>
                      <a:pt x="30425" y="48867"/>
                    </a:lnTo>
                    <a:lnTo>
                      <a:pt x="11417" y="60405"/>
                    </a:lnTo>
                    <a:lnTo>
                      <a:pt x="25628" y="82527"/>
                    </a:lnTo>
                    <a:lnTo>
                      <a:pt x="0" y="9786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96" name="Контур"/>
              <p:cNvSpPr/>
              <p:nvPr/>
            </p:nvSpPr>
            <p:spPr>
              <a:xfrm>
                <a:off x="252000" y="7451870"/>
                <a:ext cx="30425" cy="97863"/>
              </a:xfrm>
              <a:custGeom>
                <a:avLst/>
                <a:gdLst/>
                <a:ahLst/>
                <a:cxnLst/>
                <a:rect l="l" t="t" r="r" b="b"/>
                <a:pathLst>
                  <a:path w="30425" h="97863" fill="none">
                    <a:moveTo>
                      <a:pt x="0" y="0"/>
                    </a:moveTo>
                    <a:lnTo>
                      <a:pt x="30425" y="48867"/>
                    </a:lnTo>
                    <a:lnTo>
                      <a:pt x="11417" y="60405"/>
                    </a:lnTo>
                    <a:lnTo>
                      <a:pt x="25628" y="82527"/>
                    </a:lnTo>
                    <a:lnTo>
                      <a:pt x="0" y="97863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7" name="Контур"/>
              <p:cNvSpPr/>
              <p:nvPr/>
            </p:nvSpPr>
            <p:spPr>
              <a:xfrm>
                <a:off x="263417" y="7439087"/>
                <a:ext cx="148374" cy="121482"/>
              </a:xfrm>
              <a:custGeom>
                <a:avLst/>
                <a:gdLst/>
                <a:ahLst/>
                <a:cxnLst/>
                <a:rect l="l" t="t" r="r" b="b"/>
                <a:pathLst>
                  <a:path w="148374" h="121482">
                    <a:moveTo>
                      <a:pt x="0" y="73188"/>
                    </a:moveTo>
                    <a:lnTo>
                      <a:pt x="19008" y="61650"/>
                    </a:lnTo>
                    <a:lnTo>
                      <a:pt x="94401" y="14706"/>
                    </a:lnTo>
                    <a:lnTo>
                      <a:pt x="118026" y="0"/>
                    </a:lnTo>
                    <a:lnTo>
                      <a:pt x="148374" y="48744"/>
                    </a:lnTo>
                    <a:lnTo>
                      <a:pt x="31023" y="121482"/>
                    </a:lnTo>
                    <a:lnTo>
                      <a:pt x="14211" y="95310"/>
                    </a:lnTo>
                    <a:lnTo>
                      <a:pt x="0" y="731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8" name="Контур"/>
              <p:cNvSpPr/>
              <p:nvPr/>
            </p:nvSpPr>
            <p:spPr>
              <a:xfrm>
                <a:off x="252000" y="7325822"/>
                <a:ext cx="105818" cy="174915"/>
              </a:xfrm>
              <a:custGeom>
                <a:avLst/>
                <a:gdLst/>
                <a:ahLst/>
                <a:cxnLst/>
                <a:rect l="l" t="t" r="r" b="b"/>
                <a:pathLst>
                  <a:path w="105818" h="174915">
                    <a:moveTo>
                      <a:pt x="0" y="126048"/>
                    </a:moveTo>
                    <a:lnTo>
                      <a:pt x="0" y="16277"/>
                    </a:lnTo>
                    <a:lnTo>
                      <a:pt x="26141" y="0"/>
                    </a:lnTo>
                    <a:lnTo>
                      <a:pt x="29075" y="4716"/>
                    </a:lnTo>
                    <a:lnTo>
                      <a:pt x="82279" y="90432"/>
                    </a:lnTo>
                    <a:lnTo>
                      <a:pt x="105818" y="127971"/>
                    </a:lnTo>
                    <a:lnTo>
                      <a:pt x="30425" y="1749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99" name="Контур"/>
              <p:cNvSpPr/>
              <p:nvPr/>
            </p:nvSpPr>
            <p:spPr>
              <a:xfrm>
                <a:off x="252000" y="7325822"/>
                <a:ext cx="105818" cy="174915"/>
              </a:xfrm>
              <a:custGeom>
                <a:avLst/>
                <a:gdLst/>
                <a:ahLst/>
                <a:cxnLst/>
                <a:rect l="l" t="t" r="r" b="b"/>
                <a:pathLst>
                  <a:path w="105818" h="174915" fill="none">
                    <a:moveTo>
                      <a:pt x="0" y="16277"/>
                    </a:moveTo>
                    <a:lnTo>
                      <a:pt x="26141" y="0"/>
                    </a:lnTo>
                    <a:lnTo>
                      <a:pt x="29075" y="4716"/>
                    </a:lnTo>
                    <a:lnTo>
                      <a:pt x="82279" y="90432"/>
                    </a:lnTo>
                    <a:lnTo>
                      <a:pt x="105818" y="127971"/>
                    </a:lnTo>
                    <a:lnTo>
                      <a:pt x="30425" y="174915"/>
                    </a:lnTo>
                    <a:lnTo>
                      <a:pt x="0" y="12604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0" name="Контур"/>
              <p:cNvSpPr/>
              <p:nvPr/>
            </p:nvSpPr>
            <p:spPr>
              <a:xfrm>
                <a:off x="511076" y="7444844"/>
                <a:ext cx="38197" cy="39428"/>
              </a:xfrm>
              <a:custGeom>
                <a:avLst/>
                <a:gdLst/>
                <a:ahLst/>
                <a:cxnLst/>
                <a:rect l="l" t="t" r="r" b="b"/>
                <a:pathLst>
                  <a:path w="38197" h="39428">
                    <a:moveTo>
                      <a:pt x="22104" y="0"/>
                    </a:moveTo>
                    <a:lnTo>
                      <a:pt x="38197" y="25450"/>
                    </a:lnTo>
                    <a:lnTo>
                      <a:pt x="16093" y="39428"/>
                    </a:lnTo>
                    <a:lnTo>
                      <a:pt x="0" y="13978"/>
                    </a:lnTo>
                    <a:lnTo>
                      <a:pt x="221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1" name="Контур"/>
              <p:cNvSpPr/>
              <p:nvPr/>
            </p:nvSpPr>
            <p:spPr>
              <a:xfrm>
                <a:off x="356540" y="7660037"/>
                <a:ext cx="1119717" cy="802367"/>
              </a:xfrm>
              <a:custGeom>
                <a:avLst/>
                <a:gdLst/>
                <a:ahLst/>
                <a:cxnLst/>
                <a:rect l="l" t="t" r="r" b="b"/>
                <a:pathLst>
                  <a:path w="1119717" h="802367">
                    <a:moveTo>
                      <a:pt x="589977" y="169812"/>
                    </a:moveTo>
                    <a:lnTo>
                      <a:pt x="871011" y="0"/>
                    </a:lnTo>
                    <a:lnTo>
                      <a:pt x="1119717" y="418212"/>
                    </a:lnTo>
                    <a:lnTo>
                      <a:pt x="738765" y="648693"/>
                    </a:lnTo>
                    <a:lnTo>
                      <a:pt x="653517" y="507798"/>
                    </a:lnTo>
                    <a:lnTo>
                      <a:pt x="159430" y="802367"/>
                    </a:lnTo>
                    <a:lnTo>
                      <a:pt x="0" y="526302"/>
                    </a:lnTo>
                    <a:lnTo>
                      <a:pt x="402741" y="282951"/>
                    </a:lnTo>
                    <a:lnTo>
                      <a:pt x="475317" y="239094"/>
                    </a:lnTo>
                    <a:lnTo>
                      <a:pt x="495243" y="227052"/>
                    </a:lnTo>
                    <a:lnTo>
                      <a:pt x="524142" y="209592"/>
                    </a:lnTo>
                    <a:lnTo>
                      <a:pt x="530487" y="205758"/>
                    </a:lnTo>
                    <a:lnTo>
                      <a:pt x="589977" y="1698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2" name="Контур"/>
              <p:cNvSpPr/>
              <p:nvPr/>
            </p:nvSpPr>
            <p:spPr>
              <a:xfrm>
                <a:off x="658417" y="7915336"/>
                <a:ext cx="63476" cy="53408"/>
              </a:xfrm>
              <a:custGeom>
                <a:avLst/>
                <a:gdLst/>
                <a:ahLst/>
                <a:cxnLst/>
                <a:rect l="l" t="t" r="r" b="b"/>
                <a:pathLst>
                  <a:path w="63476" h="53408">
                    <a:moveTo>
                      <a:pt x="0" y="28712"/>
                    </a:moveTo>
                    <a:lnTo>
                      <a:pt x="49006" y="0"/>
                    </a:lnTo>
                    <a:lnTo>
                      <a:pt x="63476" y="24696"/>
                    </a:lnTo>
                    <a:lnTo>
                      <a:pt x="14470" y="53408"/>
                    </a:lnTo>
                    <a:lnTo>
                      <a:pt x="0" y="287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3" name="Контур"/>
              <p:cNvSpPr/>
              <p:nvPr/>
            </p:nvSpPr>
            <p:spPr>
              <a:xfrm>
                <a:off x="426302" y="8559191"/>
                <a:ext cx="116949" cy="96815"/>
              </a:xfrm>
              <a:custGeom>
                <a:avLst/>
                <a:gdLst/>
                <a:ahLst/>
                <a:cxnLst/>
                <a:rect l="l" t="t" r="r" b="b"/>
                <a:pathLst>
                  <a:path w="116949" h="96815">
                    <a:moveTo>
                      <a:pt x="0" y="48408"/>
                    </a:moveTo>
                    <a:lnTo>
                      <a:pt x="91276" y="0"/>
                    </a:lnTo>
                    <a:lnTo>
                      <a:pt x="116949" y="48408"/>
                    </a:lnTo>
                    <a:lnTo>
                      <a:pt x="25672" y="96815"/>
                    </a:lnTo>
                    <a:lnTo>
                      <a:pt x="0" y="484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4" name="Контур"/>
              <p:cNvSpPr/>
              <p:nvPr/>
            </p:nvSpPr>
            <p:spPr>
              <a:xfrm>
                <a:off x="610365" y="8404434"/>
                <a:ext cx="140142" cy="151321"/>
              </a:xfrm>
              <a:custGeom>
                <a:avLst/>
                <a:gdLst/>
                <a:ahLst/>
                <a:cxnLst/>
                <a:rect l="l" t="t" r="r" b="b"/>
                <a:pathLst>
                  <a:path w="140142" h="151321">
                    <a:moveTo>
                      <a:pt x="0" y="37672"/>
                    </a:moveTo>
                    <a:lnTo>
                      <a:pt x="70414" y="0"/>
                    </a:lnTo>
                    <a:lnTo>
                      <a:pt x="140142" y="109745"/>
                    </a:lnTo>
                    <a:lnTo>
                      <a:pt x="82303" y="151321"/>
                    </a:lnTo>
                    <a:lnTo>
                      <a:pt x="0" y="37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5" name="Контур"/>
              <p:cNvSpPr/>
              <p:nvPr/>
            </p:nvSpPr>
            <p:spPr>
              <a:xfrm>
                <a:off x="558594" y="8442106"/>
                <a:ext cx="152584" cy="174449"/>
              </a:xfrm>
              <a:custGeom>
                <a:avLst/>
                <a:gdLst/>
                <a:ahLst/>
                <a:cxnLst/>
                <a:rect l="l" t="t" r="r" b="b"/>
                <a:pathLst>
                  <a:path w="152584" h="174449">
                    <a:moveTo>
                      <a:pt x="51771" y="0"/>
                    </a:moveTo>
                    <a:lnTo>
                      <a:pt x="134074" y="113649"/>
                    </a:lnTo>
                    <a:lnTo>
                      <a:pt x="152584" y="136906"/>
                    </a:lnTo>
                    <a:lnTo>
                      <a:pt x="102379" y="174449"/>
                    </a:lnTo>
                    <a:lnTo>
                      <a:pt x="0" y="37542"/>
                    </a:lnTo>
                    <a:lnTo>
                      <a:pt x="5177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6" name="Контур"/>
              <p:cNvSpPr/>
              <p:nvPr/>
            </p:nvSpPr>
            <p:spPr>
              <a:xfrm>
                <a:off x="252000" y="8746658"/>
                <a:ext cx="384347" cy="394688"/>
              </a:xfrm>
              <a:custGeom>
                <a:avLst/>
                <a:gdLst/>
                <a:ahLst/>
                <a:cxnLst/>
                <a:rect l="l" t="t" r="r" b="b"/>
                <a:pathLst>
                  <a:path w="384347" h="394688">
                    <a:moveTo>
                      <a:pt x="351653" y="153651"/>
                    </a:moveTo>
                    <a:lnTo>
                      <a:pt x="259812" y="215184"/>
                    </a:lnTo>
                    <a:lnTo>
                      <a:pt x="175953" y="274192"/>
                    </a:lnTo>
                    <a:lnTo>
                      <a:pt x="85268" y="336778"/>
                    </a:lnTo>
                    <a:lnTo>
                      <a:pt x="0" y="394688"/>
                    </a:lnTo>
                    <a:lnTo>
                      <a:pt x="0" y="207681"/>
                    </a:lnTo>
                    <a:lnTo>
                      <a:pt x="116195" y="128046"/>
                    </a:lnTo>
                    <a:lnTo>
                      <a:pt x="180194" y="82155"/>
                    </a:lnTo>
                    <a:lnTo>
                      <a:pt x="197348" y="106437"/>
                    </a:lnTo>
                    <a:lnTo>
                      <a:pt x="281687" y="51447"/>
                    </a:lnTo>
                    <a:lnTo>
                      <a:pt x="263443" y="20825"/>
                    </a:lnTo>
                    <a:lnTo>
                      <a:pt x="294664" y="0"/>
                    </a:lnTo>
                    <a:lnTo>
                      <a:pt x="358635" y="94936"/>
                    </a:lnTo>
                    <a:lnTo>
                      <a:pt x="384347" y="1292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07" name="Контур"/>
              <p:cNvSpPr/>
              <p:nvPr/>
            </p:nvSpPr>
            <p:spPr>
              <a:xfrm>
                <a:off x="252000" y="8746658"/>
                <a:ext cx="384347" cy="394688"/>
              </a:xfrm>
              <a:custGeom>
                <a:avLst/>
                <a:gdLst/>
                <a:ahLst/>
                <a:cxnLst/>
                <a:rect l="l" t="t" r="r" b="b"/>
                <a:pathLst>
                  <a:path w="384347" h="394688" fill="none">
                    <a:moveTo>
                      <a:pt x="351653" y="153651"/>
                    </a:moveTo>
                    <a:lnTo>
                      <a:pt x="259812" y="215184"/>
                    </a:lnTo>
                    <a:lnTo>
                      <a:pt x="175953" y="274192"/>
                    </a:lnTo>
                    <a:lnTo>
                      <a:pt x="85268" y="336778"/>
                    </a:lnTo>
                    <a:lnTo>
                      <a:pt x="0" y="394688"/>
                    </a:lnTo>
                    <a:moveTo>
                      <a:pt x="0" y="207681"/>
                    </a:moveTo>
                    <a:lnTo>
                      <a:pt x="116195" y="128046"/>
                    </a:lnTo>
                    <a:lnTo>
                      <a:pt x="180194" y="82155"/>
                    </a:lnTo>
                    <a:lnTo>
                      <a:pt x="197348" y="106437"/>
                    </a:lnTo>
                    <a:lnTo>
                      <a:pt x="281687" y="51447"/>
                    </a:lnTo>
                    <a:lnTo>
                      <a:pt x="263443" y="20825"/>
                    </a:lnTo>
                    <a:lnTo>
                      <a:pt x="294664" y="0"/>
                    </a:lnTo>
                    <a:lnTo>
                      <a:pt x="358635" y="94936"/>
                    </a:lnTo>
                    <a:lnTo>
                      <a:pt x="384347" y="129235"/>
                    </a:lnTo>
                    <a:lnTo>
                      <a:pt x="351653" y="153651"/>
                    </a:lnTo>
                    <a:lnTo>
                      <a:pt x="351653" y="153651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8" name="Контур"/>
              <p:cNvSpPr/>
              <p:nvPr/>
            </p:nvSpPr>
            <p:spPr>
              <a:xfrm>
                <a:off x="382237" y="9108944"/>
                <a:ext cx="93475" cy="81749"/>
              </a:xfrm>
              <a:custGeom>
                <a:avLst/>
                <a:gdLst/>
                <a:ahLst/>
                <a:cxnLst/>
                <a:rect l="l" t="t" r="r" b="b"/>
                <a:pathLst>
                  <a:path w="93475" h="81749">
                    <a:moveTo>
                      <a:pt x="23639" y="81749"/>
                    </a:moveTo>
                    <a:lnTo>
                      <a:pt x="0" y="45338"/>
                    </a:lnTo>
                    <a:lnTo>
                      <a:pt x="69836" y="0"/>
                    </a:lnTo>
                    <a:lnTo>
                      <a:pt x="93475" y="36411"/>
                    </a:lnTo>
                    <a:lnTo>
                      <a:pt x="23639" y="817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9" name="Контур"/>
              <p:cNvSpPr/>
              <p:nvPr/>
            </p:nvSpPr>
            <p:spPr>
              <a:xfrm>
                <a:off x="670539" y="8760278"/>
                <a:ext cx="221710" cy="250789"/>
              </a:xfrm>
              <a:custGeom>
                <a:avLst/>
                <a:gdLst/>
                <a:ahLst/>
                <a:cxnLst/>
                <a:rect l="l" t="t" r="r" b="b"/>
                <a:pathLst>
                  <a:path w="221710" h="250789">
                    <a:moveTo>
                      <a:pt x="0" y="63051"/>
                    </a:moveTo>
                    <a:lnTo>
                      <a:pt x="89600" y="0"/>
                    </a:lnTo>
                    <a:lnTo>
                      <a:pt x="221710" y="187737"/>
                    </a:lnTo>
                    <a:lnTo>
                      <a:pt x="132110" y="250789"/>
                    </a:lnTo>
                    <a:lnTo>
                      <a:pt x="0" y="630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0" name="Контур"/>
              <p:cNvSpPr/>
              <p:nvPr/>
            </p:nvSpPr>
            <p:spPr>
              <a:xfrm>
                <a:off x="427953" y="8961842"/>
                <a:ext cx="99418" cy="79524"/>
              </a:xfrm>
              <a:custGeom>
                <a:avLst/>
                <a:gdLst/>
                <a:ahLst/>
                <a:cxnLst/>
                <a:rect l="l" t="t" r="r" b="b"/>
                <a:pathLst>
                  <a:path w="99418" h="79524">
                    <a:moveTo>
                      <a:pt x="0" y="59008"/>
                    </a:moveTo>
                    <a:lnTo>
                      <a:pt x="83859" y="0"/>
                    </a:lnTo>
                    <a:lnTo>
                      <a:pt x="99418" y="21895"/>
                    </a:lnTo>
                    <a:lnTo>
                      <a:pt x="14159" y="79524"/>
                    </a:lnTo>
                    <a:lnTo>
                      <a:pt x="0" y="590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1" name="Контур"/>
              <p:cNvSpPr/>
              <p:nvPr/>
            </p:nvSpPr>
            <p:spPr>
              <a:xfrm>
                <a:off x="1069420" y="8812013"/>
                <a:ext cx="137239" cy="141470"/>
              </a:xfrm>
              <a:custGeom>
                <a:avLst/>
                <a:gdLst/>
                <a:ahLst/>
                <a:cxnLst/>
                <a:rect l="l" t="t" r="r" b="b"/>
                <a:pathLst>
                  <a:path w="137239" h="141470">
                    <a:moveTo>
                      <a:pt x="54909" y="141470"/>
                    </a:moveTo>
                    <a:lnTo>
                      <a:pt x="0" y="51788"/>
                    </a:lnTo>
                    <a:lnTo>
                      <a:pt x="78899" y="0"/>
                    </a:lnTo>
                    <a:lnTo>
                      <a:pt x="137239" y="87941"/>
                    </a:lnTo>
                    <a:lnTo>
                      <a:pt x="54909" y="1414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2" name="Контур"/>
              <p:cNvSpPr/>
              <p:nvPr/>
            </p:nvSpPr>
            <p:spPr>
              <a:xfrm>
                <a:off x="1698799" y="9784324"/>
                <a:ext cx="339434" cy="329695"/>
              </a:xfrm>
              <a:custGeom>
                <a:avLst/>
                <a:gdLst/>
                <a:ahLst/>
                <a:cxnLst/>
                <a:rect l="l" t="t" r="r" b="b"/>
                <a:pathLst>
                  <a:path w="339434" h="329695">
                    <a:moveTo>
                      <a:pt x="204300" y="0"/>
                    </a:moveTo>
                    <a:lnTo>
                      <a:pt x="268037" y="76637"/>
                    </a:lnTo>
                    <a:lnTo>
                      <a:pt x="331467" y="156643"/>
                    </a:lnTo>
                    <a:lnTo>
                      <a:pt x="339434" y="168292"/>
                    </a:lnTo>
                    <a:lnTo>
                      <a:pt x="142823" y="329695"/>
                    </a:lnTo>
                    <a:lnTo>
                      <a:pt x="0" y="160120"/>
                    </a:lnTo>
                    <a:lnTo>
                      <a:pt x="2043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3" name="Контур"/>
              <p:cNvSpPr/>
              <p:nvPr/>
            </p:nvSpPr>
            <p:spPr>
              <a:xfrm>
                <a:off x="2173062" y="9795215"/>
                <a:ext cx="89419" cy="89184"/>
              </a:xfrm>
              <a:custGeom>
                <a:avLst/>
                <a:gdLst/>
                <a:ahLst/>
                <a:cxnLst/>
                <a:rect l="l" t="t" r="r" b="b"/>
                <a:pathLst>
                  <a:path w="89419" h="89184">
                    <a:moveTo>
                      <a:pt x="54531" y="0"/>
                    </a:moveTo>
                    <a:lnTo>
                      <a:pt x="89419" y="53867"/>
                    </a:lnTo>
                    <a:lnTo>
                      <a:pt x="34888" y="89184"/>
                    </a:lnTo>
                    <a:lnTo>
                      <a:pt x="0" y="35317"/>
                    </a:lnTo>
                    <a:lnTo>
                      <a:pt x="5453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4" name="Контур"/>
              <p:cNvSpPr/>
              <p:nvPr/>
            </p:nvSpPr>
            <p:spPr>
              <a:xfrm>
                <a:off x="2134140" y="9377834"/>
                <a:ext cx="376602" cy="409409"/>
              </a:xfrm>
              <a:custGeom>
                <a:avLst/>
                <a:gdLst/>
                <a:ahLst/>
                <a:cxnLst/>
                <a:rect l="l" t="t" r="r" b="b"/>
                <a:pathLst>
                  <a:path w="376602" h="409409">
                    <a:moveTo>
                      <a:pt x="376602" y="56716"/>
                    </a:moveTo>
                    <a:lnTo>
                      <a:pt x="159037" y="275592"/>
                    </a:lnTo>
                    <a:lnTo>
                      <a:pt x="149232" y="270687"/>
                    </a:lnTo>
                    <a:lnTo>
                      <a:pt x="84118" y="334610"/>
                    </a:lnTo>
                    <a:lnTo>
                      <a:pt x="125179" y="376302"/>
                    </a:lnTo>
                    <a:lnTo>
                      <a:pt x="92697" y="409409"/>
                    </a:lnTo>
                    <a:lnTo>
                      <a:pt x="51330" y="367718"/>
                    </a:lnTo>
                    <a:lnTo>
                      <a:pt x="47959" y="371090"/>
                    </a:lnTo>
                    <a:lnTo>
                      <a:pt x="0" y="324327"/>
                    </a:lnTo>
                    <a:lnTo>
                      <a:pt x="326652" y="0"/>
                    </a:lnTo>
                    <a:lnTo>
                      <a:pt x="376602" y="567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5" name="Контур"/>
              <p:cNvSpPr/>
              <p:nvPr/>
            </p:nvSpPr>
            <p:spPr>
              <a:xfrm>
                <a:off x="1720061" y="9596493"/>
                <a:ext cx="141577" cy="158699"/>
              </a:xfrm>
              <a:custGeom>
                <a:avLst/>
                <a:gdLst/>
                <a:ahLst/>
                <a:cxnLst/>
                <a:rect l="l" t="t" r="r" b="b"/>
                <a:pathLst>
                  <a:path w="141577" h="158699">
                    <a:moveTo>
                      <a:pt x="0" y="43498"/>
                    </a:moveTo>
                    <a:lnTo>
                      <a:pt x="70912" y="0"/>
                    </a:lnTo>
                    <a:lnTo>
                      <a:pt x="141577" y="115201"/>
                    </a:lnTo>
                    <a:lnTo>
                      <a:pt x="70665" y="158699"/>
                    </a:lnTo>
                    <a:lnTo>
                      <a:pt x="0" y="434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6" name="Контур"/>
              <p:cNvSpPr/>
              <p:nvPr/>
            </p:nvSpPr>
            <p:spPr>
              <a:xfrm>
                <a:off x="1739256" y="9277108"/>
                <a:ext cx="275201" cy="248125"/>
              </a:xfrm>
              <a:custGeom>
                <a:avLst/>
                <a:gdLst/>
                <a:ahLst/>
                <a:cxnLst/>
                <a:rect l="l" t="t" r="r" b="b"/>
                <a:pathLst>
                  <a:path w="275201" h="248125">
                    <a:moveTo>
                      <a:pt x="45806" y="228735"/>
                    </a:moveTo>
                    <a:lnTo>
                      <a:pt x="0" y="156114"/>
                    </a:lnTo>
                    <a:lnTo>
                      <a:pt x="244222" y="0"/>
                    </a:lnTo>
                    <a:lnTo>
                      <a:pt x="248724" y="6996"/>
                    </a:lnTo>
                    <a:lnTo>
                      <a:pt x="275201" y="48462"/>
                    </a:lnTo>
                    <a:lnTo>
                      <a:pt x="220119" y="82603"/>
                    </a:lnTo>
                    <a:lnTo>
                      <a:pt x="171658" y="114650"/>
                    </a:lnTo>
                    <a:lnTo>
                      <a:pt x="199496" y="158199"/>
                    </a:lnTo>
                    <a:lnTo>
                      <a:pt x="58816" y="248125"/>
                    </a:lnTo>
                    <a:lnTo>
                      <a:pt x="45806" y="2287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7" name="Контур"/>
              <p:cNvSpPr/>
              <p:nvPr/>
            </p:nvSpPr>
            <p:spPr>
              <a:xfrm>
                <a:off x="1641927" y="9452764"/>
                <a:ext cx="98428" cy="93339"/>
              </a:xfrm>
              <a:custGeom>
                <a:avLst/>
                <a:gdLst/>
                <a:ahLst/>
                <a:cxnLst/>
                <a:rect l="l" t="t" r="r" b="b"/>
                <a:pathLst>
                  <a:path w="98428" h="93339">
                    <a:moveTo>
                      <a:pt x="66347" y="0"/>
                    </a:moveTo>
                    <a:lnTo>
                      <a:pt x="98428" y="50863"/>
                    </a:lnTo>
                    <a:lnTo>
                      <a:pt x="32792" y="93339"/>
                    </a:lnTo>
                    <a:lnTo>
                      <a:pt x="0" y="45111"/>
                    </a:lnTo>
                    <a:lnTo>
                      <a:pt x="663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8" name="Контур"/>
              <p:cNvSpPr/>
              <p:nvPr/>
            </p:nvSpPr>
            <p:spPr>
              <a:xfrm>
                <a:off x="1708274" y="9433222"/>
                <a:ext cx="76788" cy="92162"/>
              </a:xfrm>
              <a:custGeom>
                <a:avLst/>
                <a:gdLst/>
                <a:ahLst/>
                <a:cxnLst/>
                <a:rect l="l" t="t" r="r" b="b"/>
                <a:pathLst>
                  <a:path w="76788" h="92162">
                    <a:moveTo>
                      <a:pt x="30982" y="0"/>
                    </a:moveTo>
                    <a:lnTo>
                      <a:pt x="76788" y="72621"/>
                    </a:lnTo>
                    <a:lnTo>
                      <a:pt x="45805" y="92162"/>
                    </a:lnTo>
                    <a:lnTo>
                      <a:pt x="32081" y="70405"/>
                    </a:lnTo>
                    <a:lnTo>
                      <a:pt x="0" y="19542"/>
                    </a:lnTo>
                    <a:lnTo>
                      <a:pt x="3098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9" name="Контур"/>
              <p:cNvSpPr/>
              <p:nvPr/>
            </p:nvSpPr>
            <p:spPr>
              <a:xfrm>
                <a:off x="1959375" y="9325570"/>
                <a:ext cx="86536" cy="82856"/>
              </a:xfrm>
              <a:custGeom>
                <a:avLst/>
                <a:gdLst/>
                <a:ahLst/>
                <a:cxnLst/>
                <a:rect l="l" t="t" r="r" b="b"/>
                <a:pathLst>
                  <a:path w="86536" h="82856">
                    <a:moveTo>
                      <a:pt x="86536" y="50748"/>
                    </a:moveTo>
                    <a:lnTo>
                      <a:pt x="32662" y="82856"/>
                    </a:lnTo>
                    <a:lnTo>
                      <a:pt x="0" y="34141"/>
                    </a:lnTo>
                    <a:lnTo>
                      <a:pt x="55082" y="0"/>
                    </a:lnTo>
                    <a:lnTo>
                      <a:pt x="86536" y="507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0" name="Контур"/>
              <p:cNvSpPr/>
              <p:nvPr/>
            </p:nvSpPr>
            <p:spPr>
              <a:xfrm>
                <a:off x="1987980" y="9087542"/>
                <a:ext cx="348090" cy="288776"/>
              </a:xfrm>
              <a:custGeom>
                <a:avLst/>
                <a:gdLst/>
                <a:ahLst/>
                <a:cxnLst/>
                <a:rect l="l" t="t" r="r" b="b"/>
                <a:pathLst>
                  <a:path w="348090" h="288776">
                    <a:moveTo>
                      <a:pt x="26477" y="238028"/>
                    </a:moveTo>
                    <a:lnTo>
                      <a:pt x="0" y="196562"/>
                    </a:lnTo>
                    <a:lnTo>
                      <a:pt x="312888" y="0"/>
                    </a:lnTo>
                    <a:lnTo>
                      <a:pt x="348090" y="56034"/>
                    </a:lnTo>
                    <a:lnTo>
                      <a:pt x="285351" y="95448"/>
                    </a:lnTo>
                    <a:lnTo>
                      <a:pt x="308079" y="131627"/>
                    </a:lnTo>
                    <a:lnTo>
                      <a:pt x="57931" y="288776"/>
                    </a:lnTo>
                    <a:lnTo>
                      <a:pt x="26477" y="2380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1" name="Контур"/>
              <p:cNvSpPr/>
              <p:nvPr/>
            </p:nvSpPr>
            <p:spPr>
              <a:xfrm>
                <a:off x="1174554" y="8642333"/>
                <a:ext cx="742204" cy="609367"/>
              </a:xfrm>
              <a:custGeom>
                <a:avLst/>
                <a:gdLst/>
                <a:ahLst/>
                <a:cxnLst/>
                <a:rect l="l" t="t" r="r" b="b"/>
                <a:pathLst>
                  <a:path w="742204" h="609367">
                    <a:moveTo>
                      <a:pt x="122170" y="592439"/>
                    </a:moveTo>
                    <a:lnTo>
                      <a:pt x="0" y="393178"/>
                    </a:lnTo>
                    <a:lnTo>
                      <a:pt x="599243" y="0"/>
                    </a:lnTo>
                    <a:lnTo>
                      <a:pt x="611465" y="19332"/>
                    </a:lnTo>
                    <a:lnTo>
                      <a:pt x="742204" y="227309"/>
                    </a:lnTo>
                    <a:lnTo>
                      <a:pt x="131933" y="609367"/>
                    </a:lnTo>
                    <a:lnTo>
                      <a:pt x="122170" y="5924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2" name="Контур"/>
              <p:cNvSpPr/>
              <p:nvPr/>
            </p:nvSpPr>
            <p:spPr>
              <a:xfrm>
                <a:off x="1786019" y="8606738"/>
                <a:ext cx="218231" cy="262904"/>
              </a:xfrm>
              <a:custGeom>
                <a:avLst/>
                <a:gdLst/>
                <a:ahLst/>
                <a:cxnLst/>
                <a:rect l="l" t="t" r="r" b="b"/>
                <a:pathLst>
                  <a:path w="218231" h="262904">
                    <a:moveTo>
                      <a:pt x="0" y="54927"/>
                    </a:moveTo>
                    <a:lnTo>
                      <a:pt x="83331" y="0"/>
                    </a:lnTo>
                    <a:lnTo>
                      <a:pt x="218231" y="200895"/>
                    </a:lnTo>
                    <a:lnTo>
                      <a:pt x="130739" y="262904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3" name="Контур"/>
              <p:cNvSpPr/>
              <p:nvPr/>
            </p:nvSpPr>
            <p:spPr>
              <a:xfrm>
                <a:off x="2050277" y="8606918"/>
                <a:ext cx="141849" cy="135486"/>
              </a:xfrm>
              <a:custGeom>
                <a:avLst/>
                <a:gdLst/>
                <a:ahLst/>
                <a:cxnLst/>
                <a:rect l="l" t="t" r="r" b="b"/>
                <a:pathLst>
                  <a:path w="141849" h="135486">
                    <a:moveTo>
                      <a:pt x="0" y="56106"/>
                    </a:moveTo>
                    <a:lnTo>
                      <a:pt x="94950" y="0"/>
                    </a:lnTo>
                    <a:lnTo>
                      <a:pt x="141849" y="79380"/>
                    </a:lnTo>
                    <a:lnTo>
                      <a:pt x="46890" y="135486"/>
                    </a:lnTo>
                    <a:lnTo>
                      <a:pt x="0" y="561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4" name="Контур"/>
              <p:cNvSpPr/>
              <p:nvPr/>
            </p:nvSpPr>
            <p:spPr>
              <a:xfrm>
                <a:off x="2610439" y="9071566"/>
                <a:ext cx="80365" cy="86273"/>
              </a:xfrm>
              <a:custGeom>
                <a:avLst/>
                <a:gdLst/>
                <a:ahLst/>
                <a:cxnLst/>
                <a:rect l="l" t="t" r="r" b="b"/>
                <a:pathLst>
                  <a:path w="80365" h="86273">
                    <a:moveTo>
                      <a:pt x="45545" y="0"/>
                    </a:moveTo>
                    <a:lnTo>
                      <a:pt x="80365" y="59716"/>
                    </a:lnTo>
                    <a:lnTo>
                      <a:pt x="34820" y="86273"/>
                    </a:lnTo>
                    <a:lnTo>
                      <a:pt x="0" y="26557"/>
                    </a:lnTo>
                    <a:lnTo>
                      <a:pt x="455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5" name="Контур"/>
              <p:cNvSpPr/>
              <p:nvPr/>
            </p:nvSpPr>
            <p:spPr>
              <a:xfrm>
                <a:off x="2300868" y="8981802"/>
                <a:ext cx="193096" cy="161774"/>
              </a:xfrm>
              <a:custGeom>
                <a:avLst/>
                <a:gdLst/>
                <a:ahLst/>
                <a:cxnLst/>
                <a:rect l="l" t="t" r="r" b="b"/>
                <a:pathLst>
                  <a:path w="193096" h="161774">
                    <a:moveTo>
                      <a:pt x="0" y="105740"/>
                    </a:moveTo>
                    <a:lnTo>
                      <a:pt x="155254" y="0"/>
                    </a:lnTo>
                    <a:lnTo>
                      <a:pt x="193096" y="55562"/>
                    </a:lnTo>
                    <a:lnTo>
                      <a:pt x="35202" y="161774"/>
                    </a:lnTo>
                    <a:lnTo>
                      <a:pt x="0" y="1057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6" name="Контур"/>
              <p:cNvSpPr/>
              <p:nvPr/>
            </p:nvSpPr>
            <p:spPr>
              <a:xfrm>
                <a:off x="2624259" y="8942380"/>
                <a:ext cx="122879" cy="152938"/>
              </a:xfrm>
              <a:custGeom>
                <a:avLst/>
                <a:gdLst/>
                <a:ahLst/>
                <a:cxnLst/>
                <a:rect l="l" t="t" r="r" b="b"/>
                <a:pathLst>
                  <a:path w="122879" h="152938">
                    <a:moveTo>
                      <a:pt x="0" y="29949"/>
                    </a:moveTo>
                    <a:lnTo>
                      <a:pt x="55854" y="0"/>
                    </a:lnTo>
                    <a:lnTo>
                      <a:pt x="122879" y="120245"/>
                    </a:lnTo>
                    <a:lnTo>
                      <a:pt x="66672" y="152938"/>
                    </a:lnTo>
                    <a:lnTo>
                      <a:pt x="0" y="299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7" name="Контур"/>
              <p:cNvSpPr/>
              <p:nvPr/>
            </p:nvSpPr>
            <p:spPr>
              <a:xfrm>
                <a:off x="2588956" y="8878410"/>
                <a:ext cx="75515" cy="74510"/>
              </a:xfrm>
              <a:custGeom>
                <a:avLst/>
                <a:gdLst/>
                <a:ahLst/>
                <a:cxnLst/>
                <a:rect l="l" t="t" r="r" b="b"/>
                <a:pathLst>
                  <a:path w="75515" h="74510">
                    <a:moveTo>
                      <a:pt x="0" y="28650"/>
                    </a:moveTo>
                    <a:lnTo>
                      <a:pt x="48328" y="0"/>
                    </a:lnTo>
                    <a:lnTo>
                      <a:pt x="75515" y="45860"/>
                    </a:lnTo>
                    <a:lnTo>
                      <a:pt x="27187" y="74510"/>
                    </a:lnTo>
                    <a:lnTo>
                      <a:pt x="0" y="286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8" name="Контур"/>
              <p:cNvSpPr/>
              <p:nvPr/>
            </p:nvSpPr>
            <p:spPr>
              <a:xfrm>
                <a:off x="3270263" y="8864106"/>
                <a:ext cx="71710" cy="70399"/>
              </a:xfrm>
              <a:custGeom>
                <a:avLst/>
                <a:gdLst/>
                <a:ahLst/>
                <a:cxnLst/>
                <a:rect l="l" t="t" r="r" b="b"/>
                <a:pathLst>
                  <a:path w="71710" h="70399">
                    <a:moveTo>
                      <a:pt x="25747" y="70399"/>
                    </a:moveTo>
                    <a:lnTo>
                      <a:pt x="0" y="27742"/>
                    </a:lnTo>
                    <a:lnTo>
                      <a:pt x="45963" y="0"/>
                    </a:lnTo>
                    <a:lnTo>
                      <a:pt x="71710" y="42657"/>
                    </a:lnTo>
                    <a:lnTo>
                      <a:pt x="25747" y="703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9" name="Контур"/>
              <p:cNvSpPr/>
              <p:nvPr/>
            </p:nvSpPr>
            <p:spPr>
              <a:xfrm>
                <a:off x="3102197" y="8831434"/>
                <a:ext cx="127076" cy="95752"/>
              </a:xfrm>
              <a:custGeom>
                <a:avLst/>
                <a:gdLst/>
                <a:ahLst/>
                <a:cxnLst/>
                <a:rect l="l" t="t" r="r" b="b"/>
                <a:pathLst>
                  <a:path w="127076" h="95752">
                    <a:moveTo>
                      <a:pt x="38602" y="95752"/>
                    </a:moveTo>
                    <a:lnTo>
                      <a:pt x="0" y="32084"/>
                    </a:lnTo>
                    <a:lnTo>
                      <a:pt x="52919" y="0"/>
                    </a:lnTo>
                    <a:lnTo>
                      <a:pt x="67440" y="23949"/>
                    </a:lnTo>
                    <a:lnTo>
                      <a:pt x="102994" y="2392"/>
                    </a:lnTo>
                    <a:lnTo>
                      <a:pt x="127076" y="42111"/>
                    </a:lnTo>
                    <a:lnTo>
                      <a:pt x="38602" y="957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0" name="Контур"/>
              <p:cNvSpPr/>
              <p:nvPr/>
            </p:nvSpPr>
            <p:spPr>
              <a:xfrm>
                <a:off x="3233884" y="8707682"/>
                <a:ext cx="132813" cy="116415"/>
              </a:xfrm>
              <a:custGeom>
                <a:avLst/>
                <a:gdLst/>
                <a:ahLst/>
                <a:cxnLst/>
                <a:rect l="l" t="t" r="r" b="b"/>
                <a:pathLst>
                  <a:path w="132813" h="116415">
                    <a:moveTo>
                      <a:pt x="132813" y="50175"/>
                    </a:moveTo>
                    <a:lnTo>
                      <a:pt x="33462" y="116415"/>
                    </a:lnTo>
                    <a:lnTo>
                      <a:pt x="0" y="66240"/>
                    </a:lnTo>
                    <a:lnTo>
                      <a:pt x="99360" y="0"/>
                    </a:lnTo>
                    <a:lnTo>
                      <a:pt x="132813" y="501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1" name="Контур"/>
              <p:cNvSpPr/>
              <p:nvPr/>
            </p:nvSpPr>
            <p:spPr>
              <a:xfrm>
                <a:off x="3333244" y="8634266"/>
                <a:ext cx="152138" cy="136446"/>
              </a:xfrm>
              <a:custGeom>
                <a:avLst/>
                <a:gdLst/>
                <a:ahLst/>
                <a:cxnLst/>
                <a:rect l="l" t="t" r="r" b="b"/>
                <a:pathLst>
                  <a:path w="152138" h="136446">
                    <a:moveTo>
                      <a:pt x="0" y="73416"/>
                    </a:moveTo>
                    <a:lnTo>
                      <a:pt x="110114" y="0"/>
                    </a:lnTo>
                    <a:lnTo>
                      <a:pt x="152138" y="63030"/>
                    </a:lnTo>
                    <a:lnTo>
                      <a:pt x="42024" y="136446"/>
                    </a:lnTo>
                    <a:lnTo>
                      <a:pt x="33453" y="123591"/>
                    </a:lnTo>
                    <a:lnTo>
                      <a:pt x="0" y="734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2" name="Контур"/>
              <p:cNvSpPr/>
              <p:nvPr/>
            </p:nvSpPr>
            <p:spPr>
              <a:xfrm>
                <a:off x="3077942" y="8390747"/>
                <a:ext cx="391541" cy="309153"/>
              </a:xfrm>
              <a:custGeom>
                <a:avLst/>
                <a:gdLst/>
                <a:ahLst/>
                <a:cxnLst/>
                <a:rect l="l" t="t" r="r" b="b"/>
                <a:pathLst>
                  <a:path w="391541" h="309153">
                    <a:moveTo>
                      <a:pt x="0" y="207405"/>
                    </a:moveTo>
                    <a:lnTo>
                      <a:pt x="327006" y="0"/>
                    </a:lnTo>
                    <a:lnTo>
                      <a:pt x="391541" y="101748"/>
                    </a:lnTo>
                    <a:lnTo>
                      <a:pt x="64535" y="309153"/>
                    </a:lnTo>
                    <a:lnTo>
                      <a:pt x="0" y="2074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3" name="Контур"/>
              <p:cNvSpPr/>
              <p:nvPr/>
            </p:nvSpPr>
            <p:spPr>
              <a:xfrm>
                <a:off x="2494667" y="9203210"/>
                <a:ext cx="268686" cy="212227"/>
              </a:xfrm>
              <a:custGeom>
                <a:avLst/>
                <a:gdLst/>
                <a:ahLst/>
                <a:cxnLst/>
                <a:rect l="l" t="t" r="r" b="b"/>
                <a:pathLst>
                  <a:path w="268686" h="212227">
                    <a:moveTo>
                      <a:pt x="223525" y="0"/>
                    </a:moveTo>
                    <a:lnTo>
                      <a:pt x="268686" y="71973"/>
                    </a:lnTo>
                    <a:lnTo>
                      <a:pt x="45160" y="212227"/>
                    </a:lnTo>
                    <a:lnTo>
                      <a:pt x="0" y="140254"/>
                    </a:lnTo>
                    <a:lnTo>
                      <a:pt x="2235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4" name="Контур"/>
              <p:cNvSpPr/>
              <p:nvPr/>
            </p:nvSpPr>
            <p:spPr>
              <a:xfrm>
                <a:off x="647978" y="8693780"/>
                <a:ext cx="112161" cy="129549"/>
              </a:xfrm>
              <a:custGeom>
                <a:avLst/>
                <a:gdLst/>
                <a:ahLst/>
                <a:cxnLst/>
                <a:rect l="l" t="t" r="r" b="b"/>
                <a:pathLst>
                  <a:path w="112161" h="129549">
                    <a:moveTo>
                      <a:pt x="65392" y="0"/>
                    </a:moveTo>
                    <a:lnTo>
                      <a:pt x="112161" y="66498"/>
                    </a:lnTo>
                    <a:lnTo>
                      <a:pt x="22561" y="129549"/>
                    </a:lnTo>
                    <a:lnTo>
                      <a:pt x="4251" y="106321"/>
                    </a:lnTo>
                    <a:lnTo>
                      <a:pt x="0" y="46454"/>
                    </a:lnTo>
                    <a:lnTo>
                      <a:pt x="6539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5" name="Контур"/>
              <p:cNvSpPr/>
              <p:nvPr/>
            </p:nvSpPr>
            <p:spPr>
              <a:xfrm>
                <a:off x="918104" y="8791184"/>
                <a:ext cx="111013" cy="126498"/>
              </a:xfrm>
              <a:custGeom>
                <a:avLst/>
                <a:gdLst/>
                <a:ahLst/>
                <a:cxnLst/>
                <a:rect l="l" t="t" r="r" b="b"/>
                <a:pathLst>
                  <a:path w="111013" h="126498">
                    <a:moveTo>
                      <a:pt x="111013" y="97199"/>
                    </a:moveTo>
                    <a:lnTo>
                      <a:pt x="63379" y="126498"/>
                    </a:lnTo>
                    <a:lnTo>
                      <a:pt x="0" y="30834"/>
                    </a:lnTo>
                    <a:lnTo>
                      <a:pt x="46413" y="0"/>
                    </a:lnTo>
                    <a:lnTo>
                      <a:pt x="111013" y="971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6" name="Контур"/>
              <p:cNvSpPr/>
              <p:nvPr/>
            </p:nvSpPr>
            <p:spPr>
              <a:xfrm>
                <a:off x="839552" y="8563664"/>
                <a:ext cx="254718" cy="205488"/>
              </a:xfrm>
              <a:custGeom>
                <a:avLst/>
                <a:gdLst/>
                <a:ahLst/>
                <a:cxnLst/>
                <a:rect l="l" t="t" r="r" b="b"/>
                <a:pathLst>
                  <a:path w="254718" h="205488">
                    <a:moveTo>
                      <a:pt x="206325" y="0"/>
                    </a:moveTo>
                    <a:lnTo>
                      <a:pt x="254718" y="78876"/>
                    </a:lnTo>
                    <a:lnTo>
                      <a:pt x="48393" y="205488"/>
                    </a:lnTo>
                    <a:lnTo>
                      <a:pt x="0" y="126639"/>
                    </a:lnTo>
                    <a:lnTo>
                      <a:pt x="2063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7" name="Контур"/>
              <p:cNvSpPr/>
              <p:nvPr/>
            </p:nvSpPr>
            <p:spPr>
              <a:xfrm>
                <a:off x="694734" y="8635400"/>
                <a:ext cx="110736" cy="124878"/>
              </a:xfrm>
              <a:custGeom>
                <a:avLst/>
                <a:gdLst/>
                <a:ahLst/>
                <a:cxnLst/>
                <a:rect l="l" t="t" r="r" b="b"/>
                <a:pathLst>
                  <a:path w="110736" h="124878">
                    <a:moveTo>
                      <a:pt x="0" y="31881"/>
                    </a:moveTo>
                    <a:lnTo>
                      <a:pt x="45330" y="0"/>
                    </a:lnTo>
                    <a:lnTo>
                      <a:pt x="110736" y="92997"/>
                    </a:lnTo>
                    <a:lnTo>
                      <a:pt x="65405" y="124878"/>
                    </a:lnTo>
                    <a:lnTo>
                      <a:pt x="18636" y="58380"/>
                    </a:lnTo>
                    <a:lnTo>
                      <a:pt x="0" y="318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8" name="Контур"/>
              <p:cNvSpPr/>
              <p:nvPr/>
            </p:nvSpPr>
            <p:spPr>
              <a:xfrm>
                <a:off x="931973" y="8863801"/>
                <a:ext cx="364751" cy="455188"/>
              </a:xfrm>
              <a:custGeom>
                <a:avLst/>
                <a:gdLst/>
                <a:ahLst/>
                <a:cxnLst/>
                <a:rect l="l" t="t" r="r" b="b"/>
                <a:pathLst>
                  <a:path w="364751" h="455188">
                    <a:moveTo>
                      <a:pt x="227304" y="455188"/>
                    </a:moveTo>
                    <a:lnTo>
                      <a:pt x="0" y="84217"/>
                    </a:lnTo>
                    <a:lnTo>
                      <a:pt x="49510" y="53881"/>
                    </a:lnTo>
                    <a:lnTo>
                      <a:pt x="97144" y="24582"/>
                    </a:lnTo>
                    <a:lnTo>
                      <a:pt x="137447" y="0"/>
                    </a:lnTo>
                    <a:lnTo>
                      <a:pt x="192356" y="89682"/>
                    </a:lnTo>
                    <a:lnTo>
                      <a:pt x="242581" y="171710"/>
                    </a:lnTo>
                    <a:lnTo>
                      <a:pt x="364751" y="370971"/>
                    </a:lnTo>
                    <a:lnTo>
                      <a:pt x="227304" y="4551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9" name="Контур"/>
              <p:cNvSpPr/>
              <p:nvPr/>
            </p:nvSpPr>
            <p:spPr>
              <a:xfrm>
                <a:off x="678909" y="9078707"/>
                <a:ext cx="152228" cy="211885"/>
              </a:xfrm>
              <a:custGeom>
                <a:avLst/>
                <a:gdLst/>
                <a:ahLst/>
                <a:cxnLst/>
                <a:rect l="l" t="t" r="r" b="b"/>
                <a:pathLst>
                  <a:path w="152228" h="211885">
                    <a:moveTo>
                      <a:pt x="107865" y="211885"/>
                    </a:moveTo>
                    <a:lnTo>
                      <a:pt x="5678" y="65044"/>
                    </a:lnTo>
                    <a:lnTo>
                      <a:pt x="22749" y="54101"/>
                    </a:lnTo>
                    <a:lnTo>
                      <a:pt x="0" y="18614"/>
                    </a:lnTo>
                    <a:lnTo>
                      <a:pt x="30745" y="0"/>
                    </a:lnTo>
                    <a:lnTo>
                      <a:pt x="152228" y="181638"/>
                    </a:lnTo>
                    <a:lnTo>
                      <a:pt x="107865" y="2118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0" name="Контур"/>
              <p:cNvSpPr/>
              <p:nvPr/>
            </p:nvSpPr>
            <p:spPr>
              <a:xfrm>
                <a:off x="405876" y="9130481"/>
                <a:ext cx="153481" cy="153762"/>
              </a:xfrm>
              <a:custGeom>
                <a:avLst/>
                <a:gdLst/>
                <a:ahLst/>
                <a:cxnLst/>
                <a:rect l="l" t="t" r="r" b="b"/>
                <a:pathLst>
                  <a:path w="153481" h="153762">
                    <a:moveTo>
                      <a:pt x="0" y="60212"/>
                    </a:moveTo>
                    <a:lnTo>
                      <a:pt x="69836" y="14874"/>
                    </a:lnTo>
                    <a:lnTo>
                      <a:pt x="92746" y="0"/>
                    </a:lnTo>
                    <a:lnTo>
                      <a:pt x="153481" y="93548"/>
                    </a:lnTo>
                    <a:lnTo>
                      <a:pt x="60734" y="153762"/>
                    </a:lnTo>
                    <a:lnTo>
                      <a:pt x="0" y="602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</p:grpSp>
        <p:grpSp>
          <p:nvGrpSpPr>
            <p:cNvPr id="999" name="Земельные участки (ЕГРН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942" name="Контур"/>
              <p:cNvSpPr/>
              <p:nvPr/>
            </p:nvSpPr>
            <p:spPr>
              <a:xfrm>
                <a:off x="8379932" y="5987418"/>
                <a:ext cx="1916068" cy="1258727"/>
              </a:xfrm>
              <a:custGeom>
                <a:avLst/>
                <a:gdLst/>
                <a:ahLst/>
                <a:cxnLst/>
                <a:rect l="l" t="t" r="r" b="b"/>
                <a:pathLst>
                  <a:path w="1916068" h="1258727" fill="none">
                    <a:moveTo>
                      <a:pt x="1916068" y="258325"/>
                    </a:moveTo>
                    <a:lnTo>
                      <a:pt x="1733118" y="364412"/>
                    </a:lnTo>
                    <a:lnTo>
                      <a:pt x="1382930" y="454319"/>
                    </a:lnTo>
                    <a:lnTo>
                      <a:pt x="1359440" y="464489"/>
                    </a:lnTo>
                    <a:lnTo>
                      <a:pt x="1203651" y="503368"/>
                    </a:lnTo>
                    <a:lnTo>
                      <a:pt x="956606" y="0"/>
                    </a:lnTo>
                    <a:lnTo>
                      <a:pt x="0" y="451160"/>
                    </a:lnTo>
                    <a:lnTo>
                      <a:pt x="375922" y="1246577"/>
                    </a:lnTo>
                    <a:lnTo>
                      <a:pt x="381592" y="1258727"/>
                    </a:lnTo>
                    <a:lnTo>
                      <a:pt x="1916068" y="526497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43" name="Контур"/>
              <p:cNvSpPr/>
              <p:nvPr/>
            </p:nvSpPr>
            <p:spPr>
              <a:xfrm>
                <a:off x="7290598" y="2673277"/>
                <a:ext cx="2138206" cy="4052304"/>
              </a:xfrm>
              <a:custGeom>
                <a:avLst/>
                <a:gdLst/>
                <a:ahLst/>
                <a:cxnLst/>
                <a:rect l="l" t="t" r="r" b="b"/>
                <a:pathLst>
                  <a:path w="2138206" h="4052304" fill="none">
                    <a:moveTo>
                      <a:pt x="2045940" y="3314141"/>
                    </a:moveTo>
                    <a:lnTo>
                      <a:pt x="2019481" y="3260411"/>
                    </a:lnTo>
                    <a:lnTo>
                      <a:pt x="1929933" y="3077892"/>
                    </a:lnTo>
                    <a:lnTo>
                      <a:pt x="767587" y="3637500"/>
                    </a:lnTo>
                    <a:lnTo>
                      <a:pt x="399219" y="3814886"/>
                    </a:lnTo>
                    <a:lnTo>
                      <a:pt x="215979" y="3903174"/>
                    </a:lnTo>
                    <a:lnTo>
                      <a:pt x="287078" y="4052304"/>
                    </a:lnTo>
                    <a:lnTo>
                      <a:pt x="839496" y="3790499"/>
                    </a:lnTo>
                    <a:lnTo>
                      <a:pt x="1053425" y="3689161"/>
                    </a:lnTo>
                    <a:lnTo>
                      <a:pt x="1089334" y="3765301"/>
                    </a:lnTo>
                    <a:lnTo>
                      <a:pt x="2045940" y="3314141"/>
                    </a:lnTo>
                    <a:close/>
                    <a:moveTo>
                      <a:pt x="399219" y="3814886"/>
                    </a:moveTo>
                    <a:lnTo>
                      <a:pt x="1929933" y="3077892"/>
                    </a:lnTo>
                    <a:lnTo>
                      <a:pt x="1768026" y="2747953"/>
                    </a:lnTo>
                    <a:lnTo>
                      <a:pt x="1540061" y="2230455"/>
                    </a:lnTo>
                    <a:lnTo>
                      <a:pt x="1542582" y="2207595"/>
                    </a:lnTo>
                    <a:lnTo>
                      <a:pt x="1564361" y="2201475"/>
                    </a:lnTo>
                    <a:lnTo>
                      <a:pt x="1492723" y="2058106"/>
                    </a:lnTo>
                    <a:lnTo>
                      <a:pt x="1484893" y="2051356"/>
                    </a:lnTo>
                    <a:lnTo>
                      <a:pt x="449175" y="2852433"/>
                    </a:lnTo>
                    <a:lnTo>
                      <a:pt x="508394" y="2923443"/>
                    </a:lnTo>
                    <a:lnTo>
                      <a:pt x="459884" y="2960972"/>
                    </a:lnTo>
                    <a:lnTo>
                      <a:pt x="427125" y="2920653"/>
                    </a:lnTo>
                    <a:lnTo>
                      <a:pt x="375555" y="2961602"/>
                    </a:lnTo>
                    <a:lnTo>
                      <a:pt x="349005" y="2929922"/>
                    </a:lnTo>
                    <a:lnTo>
                      <a:pt x="92776" y="3128099"/>
                    </a:lnTo>
                    <a:lnTo>
                      <a:pt x="126795" y="3170759"/>
                    </a:lnTo>
                    <a:lnTo>
                      <a:pt x="100605" y="3194698"/>
                    </a:lnTo>
                    <a:lnTo>
                      <a:pt x="399219" y="3814886"/>
                    </a:lnTo>
                    <a:close/>
                    <a:moveTo>
                      <a:pt x="307516" y="2870342"/>
                    </a:moveTo>
                    <a:lnTo>
                      <a:pt x="346215" y="2919842"/>
                    </a:lnTo>
                    <a:lnTo>
                      <a:pt x="352245" y="2927402"/>
                    </a:lnTo>
                    <a:lnTo>
                      <a:pt x="362145" y="2940002"/>
                    </a:lnTo>
                    <a:lnTo>
                      <a:pt x="412635" y="2900133"/>
                    </a:lnTo>
                    <a:lnTo>
                      <a:pt x="456914" y="2955482"/>
                    </a:lnTo>
                    <a:lnTo>
                      <a:pt x="499574" y="2922453"/>
                    </a:lnTo>
                    <a:lnTo>
                      <a:pt x="400576" y="2798163"/>
                    </a:lnTo>
                    <a:lnTo>
                      <a:pt x="399316" y="2797713"/>
                    </a:lnTo>
                    <a:lnTo>
                      <a:pt x="307516" y="2870342"/>
                    </a:lnTo>
                    <a:close/>
                    <a:moveTo>
                      <a:pt x="404093" y="1647791"/>
                    </a:moveTo>
                    <a:lnTo>
                      <a:pt x="518753" y="1563013"/>
                    </a:lnTo>
                    <a:lnTo>
                      <a:pt x="419575" y="1428733"/>
                    </a:lnTo>
                    <a:lnTo>
                      <a:pt x="398425" y="1444123"/>
                    </a:lnTo>
                    <a:lnTo>
                      <a:pt x="90810" y="1040474"/>
                    </a:lnTo>
                    <a:lnTo>
                      <a:pt x="46080" y="1070533"/>
                    </a:lnTo>
                    <a:lnTo>
                      <a:pt x="0" y="1104373"/>
                    </a:lnTo>
                    <a:lnTo>
                      <a:pt x="404093" y="1647791"/>
                    </a:lnTo>
                    <a:close/>
                    <a:moveTo>
                      <a:pt x="1436397" y="0"/>
                    </a:moveTo>
                    <a:lnTo>
                      <a:pt x="1313818" y="84149"/>
                    </a:lnTo>
                    <a:lnTo>
                      <a:pt x="1309858" y="78749"/>
                    </a:lnTo>
                    <a:lnTo>
                      <a:pt x="1066858" y="258296"/>
                    </a:lnTo>
                    <a:lnTo>
                      <a:pt x="1080538" y="313015"/>
                    </a:lnTo>
                    <a:lnTo>
                      <a:pt x="1101417" y="341725"/>
                    </a:lnTo>
                    <a:lnTo>
                      <a:pt x="1275477" y="214737"/>
                    </a:lnTo>
                    <a:lnTo>
                      <a:pt x="1439184" y="439377"/>
                    </a:lnTo>
                    <a:lnTo>
                      <a:pt x="1130665" y="664733"/>
                    </a:lnTo>
                    <a:lnTo>
                      <a:pt x="1162884" y="707933"/>
                    </a:lnTo>
                    <a:lnTo>
                      <a:pt x="591926" y="1125256"/>
                    </a:lnTo>
                    <a:lnTo>
                      <a:pt x="623335" y="1168276"/>
                    </a:lnTo>
                    <a:lnTo>
                      <a:pt x="536755" y="1231815"/>
                    </a:lnTo>
                    <a:lnTo>
                      <a:pt x="435867" y="1096366"/>
                    </a:lnTo>
                    <a:lnTo>
                      <a:pt x="397707" y="1124805"/>
                    </a:lnTo>
                    <a:lnTo>
                      <a:pt x="336598" y="1045965"/>
                    </a:lnTo>
                    <a:lnTo>
                      <a:pt x="376738" y="1014466"/>
                    </a:lnTo>
                    <a:lnTo>
                      <a:pt x="308699" y="919966"/>
                    </a:lnTo>
                    <a:lnTo>
                      <a:pt x="890638" y="495533"/>
                    </a:lnTo>
                    <a:lnTo>
                      <a:pt x="869578" y="466643"/>
                    </a:lnTo>
                    <a:lnTo>
                      <a:pt x="894868" y="448193"/>
                    </a:lnTo>
                    <a:lnTo>
                      <a:pt x="859859" y="407603"/>
                    </a:lnTo>
                    <a:lnTo>
                      <a:pt x="103230" y="955514"/>
                    </a:lnTo>
                    <a:lnTo>
                      <a:pt x="12060" y="1016893"/>
                    </a:lnTo>
                    <a:lnTo>
                      <a:pt x="46080" y="1070533"/>
                    </a:lnTo>
                    <a:lnTo>
                      <a:pt x="90810" y="1040474"/>
                    </a:lnTo>
                    <a:lnTo>
                      <a:pt x="398425" y="1444123"/>
                    </a:lnTo>
                    <a:lnTo>
                      <a:pt x="419575" y="1428733"/>
                    </a:lnTo>
                    <a:lnTo>
                      <a:pt x="518753" y="1563013"/>
                    </a:lnTo>
                    <a:lnTo>
                      <a:pt x="404093" y="1647791"/>
                    </a:lnTo>
                    <a:lnTo>
                      <a:pt x="476992" y="1748501"/>
                    </a:lnTo>
                    <a:lnTo>
                      <a:pt x="487972" y="1754891"/>
                    </a:lnTo>
                    <a:lnTo>
                      <a:pt x="608840" y="1906271"/>
                    </a:lnTo>
                    <a:lnTo>
                      <a:pt x="621530" y="1964411"/>
                    </a:lnTo>
                    <a:lnTo>
                      <a:pt x="699108" y="2202729"/>
                    </a:lnTo>
                    <a:lnTo>
                      <a:pt x="819437" y="2107871"/>
                    </a:lnTo>
                    <a:lnTo>
                      <a:pt x="813767" y="2101391"/>
                    </a:lnTo>
                    <a:lnTo>
                      <a:pt x="2092665" y="1117077"/>
                    </a:lnTo>
                    <a:lnTo>
                      <a:pt x="2032096" y="1040577"/>
                    </a:lnTo>
                    <a:lnTo>
                      <a:pt x="2115436" y="971458"/>
                    </a:lnTo>
                    <a:lnTo>
                      <a:pt x="2090236" y="937708"/>
                    </a:lnTo>
                    <a:lnTo>
                      <a:pt x="2138206" y="901888"/>
                    </a:lnTo>
                    <a:lnTo>
                      <a:pt x="1505606" y="80190"/>
                    </a:lnTo>
                    <a:lnTo>
                      <a:pt x="1436397" y="0"/>
                    </a:lnTo>
                    <a:close/>
                    <a:moveTo>
                      <a:pt x="308699" y="919966"/>
                    </a:moveTo>
                    <a:lnTo>
                      <a:pt x="376738" y="1014466"/>
                    </a:lnTo>
                    <a:lnTo>
                      <a:pt x="336598" y="1045965"/>
                    </a:lnTo>
                    <a:lnTo>
                      <a:pt x="397707" y="1124805"/>
                    </a:lnTo>
                    <a:lnTo>
                      <a:pt x="435867" y="1096366"/>
                    </a:lnTo>
                    <a:lnTo>
                      <a:pt x="536755" y="1231815"/>
                    </a:lnTo>
                    <a:lnTo>
                      <a:pt x="623335" y="1168276"/>
                    </a:lnTo>
                    <a:lnTo>
                      <a:pt x="591926" y="1125256"/>
                    </a:lnTo>
                    <a:lnTo>
                      <a:pt x="1162884" y="707933"/>
                    </a:lnTo>
                    <a:lnTo>
                      <a:pt x="1130665" y="664733"/>
                    </a:lnTo>
                    <a:lnTo>
                      <a:pt x="1439184" y="439377"/>
                    </a:lnTo>
                    <a:lnTo>
                      <a:pt x="1275477" y="214737"/>
                    </a:lnTo>
                    <a:lnTo>
                      <a:pt x="308699" y="919966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44" name="Контур"/>
              <p:cNvSpPr/>
              <p:nvPr/>
            </p:nvSpPr>
            <p:spPr>
              <a:xfrm>
                <a:off x="8775581" y="1584000"/>
                <a:ext cx="1520419" cy="4349688"/>
              </a:xfrm>
              <a:custGeom>
                <a:avLst/>
                <a:gdLst/>
                <a:ahLst/>
                <a:cxnLst/>
                <a:rect l="l" t="t" r="r" b="b"/>
                <a:pathLst>
                  <a:path w="1520419" h="4349688" fill="none">
                    <a:moveTo>
                      <a:pt x="1520419" y="2953652"/>
                    </a:moveTo>
                    <a:lnTo>
                      <a:pt x="1175668" y="2231287"/>
                    </a:lnTo>
                    <a:lnTo>
                      <a:pt x="1015468" y="2355215"/>
                    </a:lnTo>
                    <a:lnTo>
                      <a:pt x="1520419" y="3413286"/>
                    </a:lnTo>
                    <a:moveTo>
                      <a:pt x="534588" y="4349688"/>
                    </a:moveTo>
                    <a:lnTo>
                      <a:pt x="1520419" y="3879398"/>
                    </a:lnTo>
                    <a:moveTo>
                      <a:pt x="1520419" y="3413286"/>
                    </a:moveTo>
                    <a:lnTo>
                      <a:pt x="1015468" y="2355215"/>
                    </a:lnTo>
                    <a:lnTo>
                      <a:pt x="0" y="3140633"/>
                    </a:lnTo>
                    <a:lnTo>
                      <a:pt x="7740" y="3147383"/>
                    </a:lnTo>
                    <a:lnTo>
                      <a:pt x="79378" y="3290752"/>
                    </a:lnTo>
                    <a:lnTo>
                      <a:pt x="62548" y="3336922"/>
                    </a:lnTo>
                    <a:lnTo>
                      <a:pt x="283043" y="3837230"/>
                    </a:lnTo>
                    <a:lnTo>
                      <a:pt x="534588" y="4349688"/>
                    </a:lnTo>
                    <a:lnTo>
                      <a:pt x="534588" y="4349688"/>
                    </a:lnTo>
                    <a:moveTo>
                      <a:pt x="204569" y="3082765"/>
                    </a:moveTo>
                    <a:lnTo>
                      <a:pt x="139229" y="3134244"/>
                    </a:lnTo>
                    <a:lnTo>
                      <a:pt x="101250" y="3084924"/>
                    </a:lnTo>
                    <a:lnTo>
                      <a:pt x="166770" y="3033625"/>
                    </a:lnTo>
                    <a:lnTo>
                      <a:pt x="204569" y="3082765"/>
                    </a:lnTo>
                    <a:lnTo>
                      <a:pt x="204569" y="3082765"/>
                    </a:lnTo>
                    <a:moveTo>
                      <a:pt x="1135430" y="3368609"/>
                    </a:moveTo>
                    <a:lnTo>
                      <a:pt x="1100241" y="3295529"/>
                    </a:lnTo>
                    <a:lnTo>
                      <a:pt x="1150191" y="3273030"/>
                    </a:lnTo>
                    <a:lnTo>
                      <a:pt x="1185740" y="3346469"/>
                    </a:lnTo>
                    <a:lnTo>
                      <a:pt x="1135430" y="3368609"/>
                    </a:lnTo>
                    <a:lnTo>
                      <a:pt x="1135430" y="3368609"/>
                    </a:lnTo>
                    <a:moveTo>
                      <a:pt x="649276" y="81649"/>
                    </a:moveTo>
                    <a:lnTo>
                      <a:pt x="726584" y="289278"/>
                    </a:lnTo>
                    <a:lnTo>
                      <a:pt x="740354" y="326358"/>
                    </a:lnTo>
                    <a:lnTo>
                      <a:pt x="817843" y="310339"/>
                    </a:lnTo>
                    <a:lnTo>
                      <a:pt x="836294" y="209359"/>
                    </a:lnTo>
                    <a:lnTo>
                      <a:pt x="878735" y="0"/>
                    </a:lnTo>
                    <a:moveTo>
                      <a:pt x="753863" y="0"/>
                    </a:moveTo>
                    <a:lnTo>
                      <a:pt x="692566" y="41420"/>
                    </a:lnTo>
                    <a:lnTo>
                      <a:pt x="649276" y="81649"/>
                    </a:lnTo>
                    <a:lnTo>
                      <a:pt x="649276" y="81649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45" name="Контур"/>
              <p:cNvSpPr/>
              <p:nvPr/>
            </p:nvSpPr>
            <p:spPr>
              <a:xfrm>
                <a:off x="8830659" y="4874752"/>
                <a:ext cx="24300" cy="46170"/>
              </a:xfrm>
              <a:custGeom>
                <a:avLst/>
                <a:gdLst/>
                <a:ahLst/>
                <a:cxnLst/>
                <a:rect l="l" t="t" r="r" b="b"/>
                <a:pathLst>
                  <a:path w="24300" h="46170" fill="none">
                    <a:moveTo>
                      <a:pt x="7470" y="46170"/>
                    </a:moveTo>
                    <a:lnTo>
                      <a:pt x="24300" y="0"/>
                    </a:lnTo>
                    <a:lnTo>
                      <a:pt x="2521" y="6120"/>
                    </a:lnTo>
                    <a:lnTo>
                      <a:pt x="0" y="28980"/>
                    </a:lnTo>
                    <a:lnTo>
                      <a:pt x="7470" y="4617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46" name="Контур"/>
              <p:cNvSpPr/>
              <p:nvPr/>
            </p:nvSpPr>
            <p:spPr>
              <a:xfrm>
                <a:off x="8836170" y="1584000"/>
                <a:ext cx="1459830" cy="8076656"/>
              </a:xfrm>
              <a:custGeom>
                <a:avLst/>
                <a:gdLst/>
                <a:ahLst/>
                <a:cxnLst/>
                <a:rect l="l" t="t" r="r" b="b"/>
                <a:pathLst>
                  <a:path w="1459830" h="8076656" fill="none">
                    <a:moveTo>
                      <a:pt x="401759" y="0"/>
                    </a:moveTo>
                    <a:lnTo>
                      <a:pt x="484198" y="116568"/>
                    </a:lnTo>
                    <a:lnTo>
                      <a:pt x="588687" y="81649"/>
                    </a:lnTo>
                    <a:lnTo>
                      <a:pt x="631977" y="41420"/>
                    </a:lnTo>
                    <a:lnTo>
                      <a:pt x="693274" y="0"/>
                    </a:lnTo>
                    <a:moveTo>
                      <a:pt x="0" y="207014"/>
                    </a:moveTo>
                    <a:lnTo>
                      <a:pt x="97379" y="327614"/>
                    </a:lnTo>
                    <a:lnTo>
                      <a:pt x="126628" y="363614"/>
                    </a:lnTo>
                    <a:lnTo>
                      <a:pt x="226348" y="293325"/>
                    </a:lnTo>
                    <a:lnTo>
                      <a:pt x="319947" y="426255"/>
                    </a:lnTo>
                    <a:lnTo>
                      <a:pt x="584905" y="328337"/>
                    </a:lnTo>
                    <a:lnTo>
                      <a:pt x="597325" y="357047"/>
                    </a:lnTo>
                    <a:lnTo>
                      <a:pt x="679765" y="326358"/>
                    </a:lnTo>
                    <a:lnTo>
                      <a:pt x="588687" y="81649"/>
                    </a:lnTo>
                    <a:lnTo>
                      <a:pt x="484198" y="116568"/>
                    </a:lnTo>
                    <a:lnTo>
                      <a:pt x="401759" y="0"/>
                    </a:lnTo>
                    <a:moveTo>
                      <a:pt x="290207" y="0"/>
                    </a:moveTo>
                    <a:lnTo>
                      <a:pt x="258570" y="22517"/>
                    </a:lnTo>
                    <a:lnTo>
                      <a:pt x="71550" y="154185"/>
                    </a:lnTo>
                    <a:lnTo>
                      <a:pt x="73350" y="155625"/>
                    </a:lnTo>
                    <a:lnTo>
                      <a:pt x="27900" y="185504"/>
                    </a:lnTo>
                    <a:lnTo>
                      <a:pt x="0" y="207014"/>
                    </a:lnTo>
                    <a:lnTo>
                      <a:pt x="0" y="207014"/>
                    </a:lnTo>
                    <a:moveTo>
                      <a:pt x="1459830" y="1964635"/>
                    </a:moveTo>
                    <a:lnTo>
                      <a:pt x="1115079" y="2231287"/>
                    </a:lnTo>
                    <a:lnTo>
                      <a:pt x="1459830" y="2953652"/>
                    </a:lnTo>
                    <a:moveTo>
                      <a:pt x="949622" y="7772637"/>
                    </a:moveTo>
                    <a:lnTo>
                      <a:pt x="1071030" y="8026076"/>
                    </a:lnTo>
                    <a:lnTo>
                      <a:pt x="1095149" y="8076656"/>
                    </a:lnTo>
                    <a:lnTo>
                      <a:pt x="1459830" y="7902065"/>
                    </a:lnTo>
                    <a:moveTo>
                      <a:pt x="1459830" y="7543880"/>
                    </a:moveTo>
                    <a:lnTo>
                      <a:pt x="1453800" y="7531352"/>
                    </a:lnTo>
                    <a:lnTo>
                      <a:pt x="949622" y="7772637"/>
                    </a:lnTo>
                    <a:lnTo>
                      <a:pt x="949622" y="7772637"/>
                    </a:lnTo>
                    <a:moveTo>
                      <a:pt x="851263" y="6273157"/>
                    </a:moveTo>
                    <a:lnTo>
                      <a:pt x="909942" y="6394836"/>
                    </a:lnTo>
                    <a:lnTo>
                      <a:pt x="1453800" y="7531352"/>
                    </a:lnTo>
                    <a:lnTo>
                      <a:pt x="1459830" y="7543880"/>
                    </a:lnTo>
                    <a:moveTo>
                      <a:pt x="1459830" y="7233809"/>
                    </a:moveTo>
                    <a:lnTo>
                      <a:pt x="1272726" y="6842586"/>
                    </a:lnTo>
                    <a:lnTo>
                      <a:pt x="1229167" y="6751056"/>
                    </a:lnTo>
                    <a:lnTo>
                      <a:pt x="1012272" y="6295478"/>
                    </a:lnTo>
                    <a:lnTo>
                      <a:pt x="973213" y="6214388"/>
                    </a:lnTo>
                    <a:lnTo>
                      <a:pt x="892663" y="6253267"/>
                    </a:lnTo>
                    <a:lnTo>
                      <a:pt x="851263" y="6273157"/>
                    </a:lnTo>
                    <a:lnTo>
                      <a:pt x="851263" y="6273157"/>
                    </a:lnTo>
                    <a:moveTo>
                      <a:pt x="1459830" y="5979892"/>
                    </a:moveTo>
                    <a:lnTo>
                      <a:pt x="973213" y="6214388"/>
                    </a:lnTo>
                    <a:lnTo>
                      <a:pt x="1012272" y="6295478"/>
                    </a:lnTo>
                    <a:lnTo>
                      <a:pt x="1459830" y="6079782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47" name="Контур"/>
              <p:cNvSpPr/>
              <p:nvPr/>
            </p:nvSpPr>
            <p:spPr>
              <a:xfrm>
                <a:off x="9242564" y="7978836"/>
                <a:ext cx="1047406" cy="1377801"/>
              </a:xfrm>
              <a:custGeom>
                <a:avLst/>
                <a:gdLst/>
                <a:ahLst/>
                <a:cxnLst/>
                <a:rect l="l" t="t" r="r" b="b"/>
                <a:pathLst>
                  <a:path w="1047406" h="1377801" fill="none">
                    <a:moveTo>
                      <a:pt x="0" y="242635"/>
                    </a:moveTo>
                    <a:lnTo>
                      <a:pt x="543228" y="1377801"/>
                    </a:lnTo>
                    <a:lnTo>
                      <a:pt x="1047406" y="1136516"/>
                    </a:lnTo>
                    <a:lnTo>
                      <a:pt x="503548" y="0"/>
                    </a:lnTo>
                    <a:lnTo>
                      <a:pt x="0" y="242635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48" name="Контур"/>
              <p:cNvSpPr/>
              <p:nvPr/>
            </p:nvSpPr>
            <p:spPr>
              <a:xfrm>
                <a:off x="8726995" y="1584000"/>
                <a:ext cx="1569005" cy="7233809"/>
              </a:xfrm>
              <a:custGeom>
                <a:avLst/>
                <a:gdLst/>
                <a:ahLst/>
                <a:cxnLst/>
                <a:rect l="l" t="t" r="r" b="b"/>
                <a:pathLst>
                  <a:path w="1569005" h="7233809" fill="none">
                    <a:moveTo>
                      <a:pt x="612063" y="4408638"/>
                    </a:moveTo>
                    <a:lnTo>
                      <a:pt x="1569005" y="3951996"/>
                    </a:lnTo>
                    <a:moveTo>
                      <a:pt x="1569005" y="3879398"/>
                    </a:moveTo>
                    <a:lnTo>
                      <a:pt x="583174" y="4349688"/>
                    </a:lnTo>
                    <a:lnTo>
                      <a:pt x="612063" y="4408638"/>
                    </a:lnTo>
                    <a:lnTo>
                      <a:pt x="612063" y="4408638"/>
                    </a:lnTo>
                    <a:moveTo>
                      <a:pt x="1569005" y="6079782"/>
                    </a:moveTo>
                    <a:lnTo>
                      <a:pt x="1121447" y="6295478"/>
                    </a:lnTo>
                    <a:lnTo>
                      <a:pt x="1338342" y="6751056"/>
                    </a:lnTo>
                    <a:lnTo>
                      <a:pt x="1381901" y="6842586"/>
                    </a:lnTo>
                    <a:lnTo>
                      <a:pt x="1569005" y="7233809"/>
                    </a:lnTo>
                    <a:moveTo>
                      <a:pt x="1012377" y="4867907"/>
                    </a:moveTo>
                    <a:lnTo>
                      <a:pt x="1035867" y="4857737"/>
                    </a:lnTo>
                    <a:lnTo>
                      <a:pt x="1386055" y="4767830"/>
                    </a:lnTo>
                    <a:lnTo>
                      <a:pt x="1569005" y="4661743"/>
                    </a:lnTo>
                    <a:moveTo>
                      <a:pt x="1569005" y="3951996"/>
                    </a:moveTo>
                    <a:lnTo>
                      <a:pt x="612063" y="4408638"/>
                    </a:lnTo>
                    <a:lnTo>
                      <a:pt x="856588" y="4906786"/>
                    </a:lnTo>
                    <a:lnTo>
                      <a:pt x="1012377" y="4867907"/>
                    </a:lnTo>
                    <a:lnTo>
                      <a:pt x="1012377" y="4867907"/>
                    </a:lnTo>
                    <a:moveTo>
                      <a:pt x="0" y="1089277"/>
                    </a:moveTo>
                    <a:lnTo>
                      <a:pt x="69209" y="1169467"/>
                    </a:lnTo>
                    <a:lnTo>
                      <a:pt x="701809" y="1991165"/>
                    </a:lnTo>
                    <a:lnTo>
                      <a:pt x="653839" y="2026985"/>
                    </a:lnTo>
                    <a:lnTo>
                      <a:pt x="679039" y="2060735"/>
                    </a:lnTo>
                    <a:lnTo>
                      <a:pt x="595699" y="2129854"/>
                    </a:lnTo>
                    <a:lnTo>
                      <a:pt x="656268" y="2206354"/>
                    </a:lnTo>
                    <a:lnTo>
                      <a:pt x="1175927" y="1801090"/>
                    </a:lnTo>
                    <a:lnTo>
                      <a:pt x="1216788" y="1672571"/>
                    </a:lnTo>
                    <a:lnTo>
                      <a:pt x="1212918" y="1667711"/>
                    </a:lnTo>
                    <a:lnTo>
                      <a:pt x="1334327" y="1573843"/>
                    </a:lnTo>
                    <a:lnTo>
                      <a:pt x="1355747" y="1601563"/>
                    </a:lnTo>
                    <a:lnTo>
                      <a:pt x="1504787" y="1486634"/>
                    </a:lnTo>
                    <a:lnTo>
                      <a:pt x="1483187" y="1458645"/>
                    </a:lnTo>
                    <a:lnTo>
                      <a:pt x="1569005" y="1392296"/>
                    </a:lnTo>
                    <a:moveTo>
                      <a:pt x="927920" y="0"/>
                    </a:moveTo>
                    <a:lnTo>
                      <a:pt x="848069" y="411408"/>
                    </a:lnTo>
                    <a:lnTo>
                      <a:pt x="832589" y="427967"/>
                    </a:lnTo>
                    <a:lnTo>
                      <a:pt x="0" y="1089277"/>
                    </a:lnTo>
                    <a:lnTo>
                      <a:pt x="0" y="1089277"/>
                    </a:lnTo>
                    <a:moveTo>
                      <a:pt x="1424422" y="826129"/>
                    </a:moveTo>
                    <a:lnTo>
                      <a:pt x="1420642" y="785989"/>
                    </a:lnTo>
                    <a:lnTo>
                      <a:pt x="1436662" y="756109"/>
                    </a:lnTo>
                    <a:lnTo>
                      <a:pt x="1467082" y="728030"/>
                    </a:lnTo>
                    <a:lnTo>
                      <a:pt x="1558882" y="657291"/>
                    </a:lnTo>
                    <a:lnTo>
                      <a:pt x="1564552" y="664131"/>
                    </a:lnTo>
                    <a:lnTo>
                      <a:pt x="1569005" y="666841"/>
                    </a:lnTo>
                    <a:moveTo>
                      <a:pt x="1569005" y="1002007"/>
                    </a:moveTo>
                    <a:lnTo>
                      <a:pt x="1560320" y="998478"/>
                    </a:lnTo>
                    <a:lnTo>
                      <a:pt x="1424422" y="826129"/>
                    </a:lnTo>
                    <a:lnTo>
                      <a:pt x="1424422" y="826129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49" name="Контур"/>
              <p:cNvSpPr/>
              <p:nvPr/>
            </p:nvSpPr>
            <p:spPr>
              <a:xfrm>
                <a:off x="6729455" y="2176653"/>
                <a:ext cx="2004203" cy="1211656"/>
              </a:xfrm>
              <a:custGeom>
                <a:avLst/>
                <a:gdLst/>
                <a:ahLst/>
                <a:cxnLst/>
                <a:rect l="l" t="t" r="r" b="b"/>
                <a:pathLst>
                  <a:path w="2004203" h="1211656" fill="none">
                    <a:moveTo>
                      <a:pt x="0" y="1169356"/>
                    </a:moveTo>
                    <a:lnTo>
                      <a:pt x="38879" y="1211656"/>
                    </a:lnTo>
                    <a:lnTo>
                      <a:pt x="53729" y="1207336"/>
                    </a:lnTo>
                    <a:lnTo>
                      <a:pt x="1116089" y="164880"/>
                    </a:lnTo>
                    <a:lnTo>
                      <a:pt x="1126979" y="175230"/>
                    </a:lnTo>
                    <a:lnTo>
                      <a:pt x="1208159" y="101342"/>
                    </a:lnTo>
                    <a:lnTo>
                      <a:pt x="1166399" y="45542"/>
                    </a:lnTo>
                    <a:lnTo>
                      <a:pt x="1073699" y="124200"/>
                    </a:lnTo>
                    <a:lnTo>
                      <a:pt x="837359" y="352257"/>
                    </a:lnTo>
                    <a:lnTo>
                      <a:pt x="741869" y="449726"/>
                    </a:lnTo>
                    <a:lnTo>
                      <a:pt x="656190" y="530095"/>
                    </a:lnTo>
                    <a:lnTo>
                      <a:pt x="654210" y="528025"/>
                    </a:lnTo>
                    <a:lnTo>
                      <a:pt x="524970" y="645023"/>
                    </a:lnTo>
                    <a:lnTo>
                      <a:pt x="295920" y="879560"/>
                    </a:lnTo>
                    <a:lnTo>
                      <a:pt x="293490" y="877220"/>
                    </a:lnTo>
                    <a:lnTo>
                      <a:pt x="219870" y="950299"/>
                    </a:lnTo>
                    <a:lnTo>
                      <a:pt x="0" y="1169356"/>
                    </a:lnTo>
                    <a:close/>
                    <a:moveTo>
                      <a:pt x="920251" y="0"/>
                    </a:moveTo>
                    <a:lnTo>
                      <a:pt x="806131" y="125279"/>
                    </a:lnTo>
                    <a:lnTo>
                      <a:pt x="647641" y="301316"/>
                    </a:lnTo>
                    <a:lnTo>
                      <a:pt x="535411" y="425695"/>
                    </a:lnTo>
                    <a:lnTo>
                      <a:pt x="581940" y="468895"/>
                    </a:lnTo>
                    <a:lnTo>
                      <a:pt x="639991" y="405176"/>
                    </a:lnTo>
                    <a:lnTo>
                      <a:pt x="667800" y="430646"/>
                    </a:lnTo>
                    <a:lnTo>
                      <a:pt x="708120" y="390236"/>
                    </a:lnTo>
                    <a:lnTo>
                      <a:pt x="720450" y="401666"/>
                    </a:lnTo>
                    <a:lnTo>
                      <a:pt x="1012770" y="80820"/>
                    </a:lnTo>
                    <a:lnTo>
                      <a:pt x="1007730" y="76410"/>
                    </a:lnTo>
                    <a:lnTo>
                      <a:pt x="920251" y="0"/>
                    </a:lnTo>
                    <a:close/>
                    <a:moveTo>
                      <a:pt x="1978914" y="20077"/>
                    </a:moveTo>
                    <a:lnTo>
                      <a:pt x="1764084" y="157145"/>
                    </a:lnTo>
                    <a:lnTo>
                      <a:pt x="1438195" y="404101"/>
                    </a:lnTo>
                    <a:lnTo>
                      <a:pt x="1176295" y="584908"/>
                    </a:lnTo>
                    <a:lnTo>
                      <a:pt x="1218325" y="626038"/>
                    </a:lnTo>
                    <a:lnTo>
                      <a:pt x="1367812" y="824668"/>
                    </a:lnTo>
                    <a:lnTo>
                      <a:pt x="1568962" y="676710"/>
                    </a:lnTo>
                    <a:lnTo>
                      <a:pt x="1542232" y="641610"/>
                    </a:lnTo>
                    <a:lnTo>
                      <a:pt x="1765252" y="485643"/>
                    </a:lnTo>
                    <a:lnTo>
                      <a:pt x="1853002" y="429754"/>
                    </a:lnTo>
                    <a:lnTo>
                      <a:pt x="1941472" y="358295"/>
                    </a:lnTo>
                    <a:lnTo>
                      <a:pt x="1812144" y="172895"/>
                    </a:lnTo>
                    <a:lnTo>
                      <a:pt x="1829694" y="160565"/>
                    </a:lnTo>
                    <a:lnTo>
                      <a:pt x="1835634" y="169115"/>
                    </a:lnTo>
                    <a:lnTo>
                      <a:pt x="2004203" y="56707"/>
                    </a:lnTo>
                    <a:lnTo>
                      <a:pt x="1978914" y="20077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50" name="Контур"/>
              <p:cNvSpPr/>
              <p:nvPr/>
            </p:nvSpPr>
            <p:spPr>
              <a:xfrm>
                <a:off x="7154347" y="1584000"/>
                <a:ext cx="1730147" cy="992517"/>
              </a:xfrm>
              <a:custGeom>
                <a:avLst/>
                <a:gdLst/>
                <a:ahLst/>
                <a:cxnLst/>
                <a:rect l="l" t="t" r="r" b="b"/>
                <a:pathLst>
                  <a:path w="1730147" h="992517" fill="none">
                    <a:moveTo>
                      <a:pt x="0" y="942927"/>
                    </a:moveTo>
                    <a:lnTo>
                      <a:pt x="51210" y="992517"/>
                    </a:lnTo>
                    <a:lnTo>
                      <a:pt x="155340" y="879569"/>
                    </a:lnTo>
                    <a:lnTo>
                      <a:pt x="317340" y="700201"/>
                    </a:lnTo>
                    <a:lnTo>
                      <a:pt x="445050" y="548733"/>
                    </a:lnTo>
                    <a:lnTo>
                      <a:pt x="937272" y="0"/>
                    </a:lnTo>
                    <a:moveTo>
                      <a:pt x="852320" y="0"/>
                    </a:moveTo>
                    <a:lnTo>
                      <a:pt x="756631" y="106029"/>
                    </a:lnTo>
                    <a:lnTo>
                      <a:pt x="608311" y="269826"/>
                    </a:lnTo>
                    <a:lnTo>
                      <a:pt x="484291" y="407525"/>
                    </a:lnTo>
                    <a:lnTo>
                      <a:pt x="399691" y="500853"/>
                    </a:lnTo>
                    <a:lnTo>
                      <a:pt x="331741" y="575912"/>
                    </a:lnTo>
                    <a:lnTo>
                      <a:pt x="204300" y="716850"/>
                    </a:lnTo>
                    <a:lnTo>
                      <a:pt x="0" y="942927"/>
                    </a:lnTo>
                    <a:lnTo>
                      <a:pt x="0" y="942927"/>
                    </a:lnTo>
                    <a:moveTo>
                      <a:pt x="1415612" y="0"/>
                    </a:moveTo>
                    <a:lnTo>
                      <a:pt x="695248" y="564395"/>
                    </a:lnTo>
                    <a:lnTo>
                      <a:pt x="717298" y="591575"/>
                    </a:lnTo>
                    <a:lnTo>
                      <a:pt x="792717" y="685445"/>
                    </a:lnTo>
                    <a:lnTo>
                      <a:pt x="1730147" y="0"/>
                    </a:lnTo>
                    <a:moveTo>
                      <a:pt x="952560" y="0"/>
                    </a:moveTo>
                    <a:lnTo>
                      <a:pt x="912870" y="44470"/>
                    </a:lnTo>
                    <a:lnTo>
                      <a:pt x="559170" y="434345"/>
                    </a:lnTo>
                    <a:lnTo>
                      <a:pt x="454860" y="551703"/>
                    </a:lnTo>
                    <a:lnTo>
                      <a:pt x="482219" y="576093"/>
                    </a:lnTo>
                    <a:lnTo>
                      <a:pt x="493019" y="586893"/>
                    </a:lnTo>
                    <a:lnTo>
                      <a:pt x="557099" y="521464"/>
                    </a:lnTo>
                    <a:lnTo>
                      <a:pt x="592109" y="552694"/>
                    </a:lnTo>
                    <a:lnTo>
                      <a:pt x="630989" y="509855"/>
                    </a:lnTo>
                    <a:lnTo>
                      <a:pt x="645839" y="520655"/>
                    </a:lnTo>
                    <a:lnTo>
                      <a:pt x="685799" y="474395"/>
                    </a:lnTo>
                    <a:lnTo>
                      <a:pt x="732959" y="441186"/>
                    </a:lnTo>
                    <a:lnTo>
                      <a:pt x="740429" y="447846"/>
                    </a:lnTo>
                    <a:lnTo>
                      <a:pt x="767519" y="417606"/>
                    </a:lnTo>
                    <a:lnTo>
                      <a:pt x="1226517" y="148151"/>
                    </a:lnTo>
                    <a:lnTo>
                      <a:pt x="1415611" y="0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51" name="Контур"/>
              <p:cNvSpPr/>
              <p:nvPr/>
            </p:nvSpPr>
            <p:spPr>
              <a:xfrm>
                <a:off x="7795461" y="8603059"/>
                <a:ext cx="162809" cy="145439"/>
              </a:xfrm>
              <a:custGeom>
                <a:avLst/>
                <a:gdLst/>
                <a:ahLst/>
                <a:cxnLst/>
                <a:rect l="l" t="t" r="r" b="b"/>
                <a:pathLst>
                  <a:path w="162809" h="145439" fill="none">
                    <a:moveTo>
                      <a:pt x="120330" y="0"/>
                    </a:moveTo>
                    <a:lnTo>
                      <a:pt x="51660" y="33570"/>
                    </a:lnTo>
                    <a:lnTo>
                      <a:pt x="0" y="57419"/>
                    </a:lnTo>
                    <a:lnTo>
                      <a:pt x="42389" y="145439"/>
                    </a:lnTo>
                    <a:lnTo>
                      <a:pt x="162809" y="87390"/>
                    </a:lnTo>
                    <a:lnTo>
                      <a:pt x="120330" y="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52" name="Контур"/>
              <p:cNvSpPr/>
              <p:nvPr/>
            </p:nvSpPr>
            <p:spPr>
              <a:xfrm>
                <a:off x="7627616" y="6912808"/>
                <a:ext cx="2668384" cy="3275192"/>
              </a:xfrm>
              <a:custGeom>
                <a:avLst/>
                <a:gdLst/>
                <a:ahLst/>
                <a:cxnLst/>
                <a:rect l="l" t="t" r="r" b="b"/>
                <a:pathLst>
                  <a:path w="2668384" h="3275192" fill="none">
                    <a:moveTo>
                      <a:pt x="2668384" y="0"/>
                    </a:moveTo>
                    <a:lnTo>
                      <a:pt x="2064862" y="287983"/>
                    </a:lnTo>
                    <a:lnTo>
                      <a:pt x="1839773" y="395441"/>
                    </a:lnTo>
                    <a:lnTo>
                      <a:pt x="1074596" y="760563"/>
                    </a:lnTo>
                    <a:lnTo>
                      <a:pt x="0" y="1273372"/>
                    </a:lnTo>
                    <a:lnTo>
                      <a:pt x="219505" y="1723821"/>
                    </a:lnTo>
                    <a:lnTo>
                      <a:pt x="288175" y="1690251"/>
                    </a:lnTo>
                    <a:lnTo>
                      <a:pt x="330654" y="1777641"/>
                    </a:lnTo>
                    <a:lnTo>
                      <a:pt x="482753" y="1704383"/>
                    </a:lnTo>
                    <a:lnTo>
                      <a:pt x="2059817" y="944349"/>
                    </a:lnTo>
                    <a:lnTo>
                      <a:pt x="2101217" y="924459"/>
                    </a:lnTo>
                    <a:lnTo>
                      <a:pt x="2181767" y="885580"/>
                    </a:lnTo>
                    <a:lnTo>
                      <a:pt x="2668384" y="651084"/>
                    </a:lnTo>
                    <a:moveTo>
                      <a:pt x="2668384" y="2573278"/>
                    </a:moveTo>
                    <a:lnTo>
                      <a:pt x="1469677" y="3146989"/>
                    </a:lnTo>
                    <a:lnTo>
                      <a:pt x="1201781" y="3275192"/>
                    </a:lnTo>
                    <a:moveTo>
                      <a:pt x="1491441" y="3275192"/>
                    </a:moveTo>
                    <a:lnTo>
                      <a:pt x="1803214" y="3126382"/>
                    </a:lnTo>
                    <a:lnTo>
                      <a:pt x="2174463" y="2952685"/>
                    </a:lnTo>
                    <a:lnTo>
                      <a:pt x="2372642" y="2853687"/>
                    </a:lnTo>
                    <a:lnTo>
                      <a:pt x="2419712" y="2830828"/>
                    </a:lnTo>
                    <a:lnTo>
                      <a:pt x="2564341" y="2764409"/>
                    </a:lnTo>
                    <a:lnTo>
                      <a:pt x="2668384" y="2718298"/>
                    </a:lnTo>
                    <a:moveTo>
                      <a:pt x="1614948" y="1308663"/>
                    </a:moveTo>
                    <a:lnTo>
                      <a:pt x="268913" y="1957279"/>
                    </a:lnTo>
                    <a:lnTo>
                      <a:pt x="544757" y="2529587"/>
                    </a:lnTo>
                    <a:lnTo>
                      <a:pt x="591557" y="2506998"/>
                    </a:lnTo>
                    <a:lnTo>
                      <a:pt x="871451" y="3084166"/>
                    </a:lnTo>
                    <a:lnTo>
                      <a:pt x="823301" y="3107475"/>
                    </a:lnTo>
                    <a:lnTo>
                      <a:pt x="901510" y="3269744"/>
                    </a:lnTo>
                    <a:lnTo>
                      <a:pt x="905621" y="3275192"/>
                    </a:lnTo>
                    <a:moveTo>
                      <a:pt x="1201778" y="3275192"/>
                    </a:moveTo>
                    <a:lnTo>
                      <a:pt x="2303703" y="2747848"/>
                    </a:lnTo>
                    <a:lnTo>
                      <a:pt x="1614948" y="1308663"/>
                    </a:lnTo>
                    <a:lnTo>
                      <a:pt x="1614948" y="1308663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53" name="Контур"/>
              <p:cNvSpPr/>
              <p:nvPr/>
            </p:nvSpPr>
            <p:spPr>
              <a:xfrm>
                <a:off x="7578206" y="7857157"/>
                <a:ext cx="2167906" cy="1012930"/>
              </a:xfrm>
              <a:custGeom>
                <a:avLst/>
                <a:gdLst/>
                <a:ahLst/>
                <a:cxnLst/>
                <a:rect l="l" t="t" r="r" b="b"/>
                <a:pathLst>
                  <a:path w="2167906" h="1012930" fill="none">
                    <a:moveTo>
                      <a:pt x="259644" y="891341"/>
                    </a:moveTo>
                    <a:lnTo>
                      <a:pt x="318323" y="1012930"/>
                    </a:lnTo>
                    <a:lnTo>
                      <a:pt x="403643" y="971801"/>
                    </a:lnTo>
                    <a:lnTo>
                      <a:pt x="1664358" y="364314"/>
                    </a:lnTo>
                    <a:lnTo>
                      <a:pt x="2167906" y="121679"/>
                    </a:lnTo>
                    <a:lnTo>
                      <a:pt x="2109227" y="0"/>
                    </a:lnTo>
                    <a:lnTo>
                      <a:pt x="532163" y="760034"/>
                    </a:lnTo>
                    <a:lnTo>
                      <a:pt x="380064" y="833292"/>
                    </a:lnTo>
                    <a:lnTo>
                      <a:pt x="259644" y="891341"/>
                    </a:lnTo>
                    <a:close/>
                    <a:moveTo>
                      <a:pt x="0" y="352603"/>
                    </a:moveTo>
                    <a:lnTo>
                      <a:pt x="217255" y="803321"/>
                    </a:lnTo>
                    <a:lnTo>
                      <a:pt x="268915" y="779472"/>
                    </a:lnTo>
                    <a:lnTo>
                      <a:pt x="49410" y="329023"/>
                    </a:lnTo>
                    <a:lnTo>
                      <a:pt x="0" y="352603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54" name="Контур"/>
              <p:cNvSpPr/>
              <p:nvPr/>
            </p:nvSpPr>
            <p:spPr>
              <a:xfrm>
                <a:off x="7398480" y="6513915"/>
                <a:ext cx="2897520" cy="1574075"/>
              </a:xfrm>
              <a:custGeom>
                <a:avLst/>
                <a:gdLst/>
                <a:ahLst/>
                <a:cxnLst/>
                <a:rect l="l" t="t" r="r" b="b"/>
                <a:pathLst>
                  <a:path w="2897520" h="1574075" fill="none">
                    <a:moveTo>
                      <a:pt x="121047" y="1574075"/>
                    </a:moveTo>
                    <a:lnTo>
                      <a:pt x="132027" y="1543026"/>
                    </a:lnTo>
                    <a:lnTo>
                      <a:pt x="146337" y="1502346"/>
                    </a:lnTo>
                    <a:lnTo>
                      <a:pt x="506876" y="1330270"/>
                    </a:lnTo>
                    <a:lnTo>
                      <a:pt x="1262333" y="969737"/>
                    </a:lnTo>
                    <a:lnTo>
                      <a:pt x="1941380" y="645744"/>
                    </a:lnTo>
                    <a:lnTo>
                      <a:pt x="2897520" y="189452"/>
                    </a:lnTo>
                    <a:moveTo>
                      <a:pt x="2897520" y="0"/>
                    </a:moveTo>
                    <a:lnTo>
                      <a:pt x="1363044" y="732230"/>
                    </a:lnTo>
                    <a:lnTo>
                      <a:pt x="72179" y="1348267"/>
                    </a:lnTo>
                    <a:lnTo>
                      <a:pt x="0" y="1322886"/>
                    </a:lnTo>
                    <a:lnTo>
                      <a:pt x="101608" y="1533666"/>
                    </a:lnTo>
                    <a:lnTo>
                      <a:pt x="111147" y="1553556"/>
                    </a:lnTo>
                    <a:lnTo>
                      <a:pt x="121047" y="1574075"/>
                    </a:lnTo>
                    <a:lnTo>
                      <a:pt x="121047" y="1574075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55" name="Контур"/>
              <p:cNvSpPr/>
              <p:nvPr/>
            </p:nvSpPr>
            <p:spPr>
              <a:xfrm>
                <a:off x="5731713" y="1787684"/>
                <a:ext cx="3201836" cy="4231034"/>
              </a:xfrm>
              <a:custGeom>
                <a:avLst/>
                <a:gdLst/>
                <a:ahLst/>
                <a:cxnLst/>
                <a:rect l="l" t="t" r="r" b="b"/>
                <a:pathLst>
                  <a:path w="3201836" h="4231034" fill="none">
                    <a:moveTo>
                      <a:pt x="484469" y="2591964"/>
                    </a:moveTo>
                    <a:lnTo>
                      <a:pt x="116819" y="2902999"/>
                    </a:lnTo>
                    <a:lnTo>
                      <a:pt x="98459" y="2943589"/>
                    </a:lnTo>
                    <a:lnTo>
                      <a:pt x="99089" y="2972119"/>
                    </a:lnTo>
                    <a:lnTo>
                      <a:pt x="115558" y="3012348"/>
                    </a:lnTo>
                    <a:lnTo>
                      <a:pt x="195118" y="2975809"/>
                    </a:lnTo>
                    <a:lnTo>
                      <a:pt x="258027" y="3118009"/>
                    </a:lnTo>
                    <a:lnTo>
                      <a:pt x="290336" y="3156079"/>
                    </a:lnTo>
                    <a:lnTo>
                      <a:pt x="295826" y="3202788"/>
                    </a:lnTo>
                    <a:lnTo>
                      <a:pt x="690287" y="4045995"/>
                    </a:lnTo>
                    <a:lnTo>
                      <a:pt x="782715" y="4231034"/>
                    </a:lnTo>
                    <a:lnTo>
                      <a:pt x="1013835" y="4086407"/>
                    </a:lnTo>
                    <a:lnTo>
                      <a:pt x="2267172" y="3116762"/>
                    </a:lnTo>
                    <a:lnTo>
                      <a:pt x="2180415" y="2850004"/>
                    </a:lnTo>
                    <a:lnTo>
                      <a:pt x="2167725" y="2791864"/>
                    </a:lnTo>
                    <a:lnTo>
                      <a:pt x="2046857" y="2640484"/>
                    </a:lnTo>
                    <a:lnTo>
                      <a:pt x="2035877" y="2634094"/>
                    </a:lnTo>
                    <a:lnTo>
                      <a:pt x="1558885" y="1989966"/>
                    </a:lnTo>
                    <a:lnTo>
                      <a:pt x="1604965" y="1956126"/>
                    </a:lnTo>
                    <a:lnTo>
                      <a:pt x="1570945" y="1902486"/>
                    </a:lnTo>
                    <a:lnTo>
                      <a:pt x="1507586" y="1819506"/>
                    </a:lnTo>
                    <a:lnTo>
                      <a:pt x="842218" y="2310088"/>
                    </a:lnTo>
                    <a:lnTo>
                      <a:pt x="811528" y="2342488"/>
                    </a:lnTo>
                    <a:lnTo>
                      <a:pt x="486539" y="2594574"/>
                    </a:lnTo>
                    <a:lnTo>
                      <a:pt x="484469" y="2591964"/>
                    </a:lnTo>
                    <a:close/>
                    <a:moveTo>
                      <a:pt x="1713229" y="2639222"/>
                    </a:moveTo>
                    <a:lnTo>
                      <a:pt x="1757059" y="2609972"/>
                    </a:lnTo>
                    <a:lnTo>
                      <a:pt x="1787839" y="2656682"/>
                    </a:lnTo>
                    <a:lnTo>
                      <a:pt x="1744639" y="2685842"/>
                    </a:lnTo>
                    <a:lnTo>
                      <a:pt x="1713229" y="2639222"/>
                    </a:lnTo>
                    <a:close/>
                    <a:moveTo>
                      <a:pt x="3101757" y="0"/>
                    </a:moveTo>
                    <a:lnTo>
                      <a:pt x="2912938" y="156868"/>
                    </a:lnTo>
                    <a:lnTo>
                      <a:pt x="2878558" y="174057"/>
                    </a:lnTo>
                    <a:lnTo>
                      <a:pt x="2850838" y="198087"/>
                    </a:lnTo>
                    <a:lnTo>
                      <a:pt x="2813038" y="240746"/>
                    </a:lnTo>
                    <a:lnTo>
                      <a:pt x="2335498" y="688760"/>
                    </a:lnTo>
                    <a:lnTo>
                      <a:pt x="2121298" y="922307"/>
                    </a:lnTo>
                    <a:lnTo>
                      <a:pt x="1946788" y="1093755"/>
                    </a:lnTo>
                    <a:lnTo>
                      <a:pt x="1361339" y="1623937"/>
                    </a:lnTo>
                    <a:lnTo>
                      <a:pt x="1218329" y="1743005"/>
                    </a:lnTo>
                    <a:lnTo>
                      <a:pt x="974250" y="1926872"/>
                    </a:lnTo>
                    <a:lnTo>
                      <a:pt x="115651" y="2548942"/>
                    </a:lnTo>
                    <a:lnTo>
                      <a:pt x="200070" y="2665582"/>
                    </a:lnTo>
                    <a:lnTo>
                      <a:pt x="418770" y="2507184"/>
                    </a:lnTo>
                    <a:lnTo>
                      <a:pt x="486539" y="2594574"/>
                    </a:lnTo>
                    <a:lnTo>
                      <a:pt x="811528" y="2342488"/>
                    </a:lnTo>
                    <a:lnTo>
                      <a:pt x="842218" y="2310088"/>
                    </a:lnTo>
                    <a:lnTo>
                      <a:pt x="1507586" y="1819506"/>
                    </a:lnTo>
                    <a:lnTo>
                      <a:pt x="1570945" y="1902486"/>
                    </a:lnTo>
                    <a:lnTo>
                      <a:pt x="1662115" y="1841107"/>
                    </a:lnTo>
                    <a:lnTo>
                      <a:pt x="2422884" y="1290136"/>
                    </a:lnTo>
                    <a:lnTo>
                      <a:pt x="2216067" y="1015007"/>
                    </a:lnTo>
                    <a:lnTo>
                      <a:pt x="2174037" y="973877"/>
                    </a:lnTo>
                    <a:lnTo>
                      <a:pt x="2435937" y="793070"/>
                    </a:lnTo>
                    <a:lnTo>
                      <a:pt x="2761826" y="546114"/>
                    </a:lnTo>
                    <a:lnTo>
                      <a:pt x="2976656" y="409046"/>
                    </a:lnTo>
                    <a:lnTo>
                      <a:pt x="2933096" y="348746"/>
                    </a:lnTo>
                    <a:lnTo>
                      <a:pt x="3201836" y="123930"/>
                    </a:lnTo>
                    <a:lnTo>
                      <a:pt x="3101757" y="0"/>
                    </a:lnTo>
                    <a:close/>
                    <a:moveTo>
                      <a:pt x="444149" y="2539944"/>
                    </a:moveTo>
                    <a:lnTo>
                      <a:pt x="0" y="2891389"/>
                    </a:lnTo>
                    <a:lnTo>
                      <a:pt x="16920" y="2928198"/>
                    </a:lnTo>
                    <a:lnTo>
                      <a:pt x="37709" y="2973378"/>
                    </a:lnTo>
                    <a:lnTo>
                      <a:pt x="116819" y="2902999"/>
                    </a:lnTo>
                    <a:lnTo>
                      <a:pt x="484469" y="2591964"/>
                    </a:lnTo>
                    <a:lnTo>
                      <a:pt x="444149" y="2539944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56" name="Контур"/>
              <p:cNvSpPr/>
              <p:nvPr/>
            </p:nvSpPr>
            <p:spPr>
              <a:xfrm>
                <a:off x="5909649" y="1584000"/>
                <a:ext cx="2196646" cy="2193191"/>
              </a:xfrm>
              <a:custGeom>
                <a:avLst/>
                <a:gdLst/>
                <a:ahLst/>
                <a:cxnLst/>
                <a:rect l="l" t="t" r="r" b="b"/>
                <a:pathLst>
                  <a:path w="2196646" h="2193191" fill="none">
                    <a:moveTo>
                      <a:pt x="1894490" y="0"/>
                    </a:moveTo>
                    <a:lnTo>
                      <a:pt x="1089360" y="886227"/>
                    </a:lnTo>
                    <a:lnTo>
                      <a:pt x="1037880" y="937256"/>
                    </a:lnTo>
                    <a:lnTo>
                      <a:pt x="1018980" y="921416"/>
                    </a:lnTo>
                    <a:lnTo>
                      <a:pt x="996750" y="942926"/>
                    </a:lnTo>
                    <a:lnTo>
                      <a:pt x="977310" y="927176"/>
                    </a:lnTo>
                    <a:lnTo>
                      <a:pt x="520741" y="1391659"/>
                    </a:lnTo>
                    <a:lnTo>
                      <a:pt x="572940" y="1440169"/>
                    </a:lnTo>
                    <a:lnTo>
                      <a:pt x="534780" y="1475809"/>
                    </a:lnTo>
                    <a:lnTo>
                      <a:pt x="484021" y="1424779"/>
                    </a:lnTo>
                    <a:lnTo>
                      <a:pt x="434251" y="1474278"/>
                    </a:lnTo>
                    <a:lnTo>
                      <a:pt x="479700" y="1519998"/>
                    </a:lnTo>
                    <a:lnTo>
                      <a:pt x="437670" y="1562118"/>
                    </a:lnTo>
                    <a:lnTo>
                      <a:pt x="446580" y="1571028"/>
                    </a:lnTo>
                    <a:lnTo>
                      <a:pt x="0" y="2067821"/>
                    </a:lnTo>
                    <a:lnTo>
                      <a:pt x="137068" y="2193191"/>
                    </a:lnTo>
                    <a:lnTo>
                      <a:pt x="499678" y="1789636"/>
                    </a:lnTo>
                    <a:lnTo>
                      <a:pt x="560157" y="1846516"/>
                    </a:lnTo>
                    <a:lnTo>
                      <a:pt x="602367" y="1897546"/>
                    </a:lnTo>
                    <a:lnTo>
                      <a:pt x="612897" y="1888006"/>
                    </a:lnTo>
                    <a:lnTo>
                      <a:pt x="661046" y="1946236"/>
                    </a:lnTo>
                    <a:lnTo>
                      <a:pt x="706406" y="1907897"/>
                    </a:lnTo>
                    <a:lnTo>
                      <a:pt x="855265" y="1800529"/>
                    </a:lnTo>
                    <a:lnTo>
                      <a:pt x="819806" y="1762009"/>
                    </a:lnTo>
                    <a:lnTo>
                      <a:pt x="1113296" y="1469873"/>
                    </a:lnTo>
                    <a:lnTo>
                      <a:pt x="1115726" y="1472213"/>
                    </a:lnTo>
                    <a:lnTo>
                      <a:pt x="1344776" y="1237676"/>
                    </a:lnTo>
                    <a:lnTo>
                      <a:pt x="1561675" y="1042379"/>
                    </a:lnTo>
                    <a:lnTo>
                      <a:pt x="1893505" y="716853"/>
                    </a:lnTo>
                    <a:lnTo>
                      <a:pt x="1984045" y="639995"/>
                    </a:lnTo>
                    <a:lnTo>
                      <a:pt x="1928606" y="576995"/>
                    </a:lnTo>
                    <a:lnTo>
                      <a:pt x="1823846" y="665823"/>
                    </a:lnTo>
                    <a:lnTo>
                      <a:pt x="1832576" y="673473"/>
                    </a:lnTo>
                    <a:lnTo>
                      <a:pt x="1540256" y="994319"/>
                    </a:lnTo>
                    <a:lnTo>
                      <a:pt x="1527926" y="982889"/>
                    </a:lnTo>
                    <a:lnTo>
                      <a:pt x="1487606" y="1023299"/>
                    </a:lnTo>
                    <a:lnTo>
                      <a:pt x="1459797" y="997829"/>
                    </a:lnTo>
                    <a:lnTo>
                      <a:pt x="1401746" y="1061548"/>
                    </a:lnTo>
                    <a:lnTo>
                      <a:pt x="1355217" y="1018348"/>
                    </a:lnTo>
                    <a:lnTo>
                      <a:pt x="1740057" y="592653"/>
                    </a:lnTo>
                    <a:lnTo>
                      <a:pt x="1756437" y="606963"/>
                    </a:lnTo>
                    <a:lnTo>
                      <a:pt x="1699558" y="551703"/>
                    </a:lnTo>
                    <a:lnTo>
                      <a:pt x="2196646" y="0"/>
                    </a:lnTo>
                    <a:moveTo>
                      <a:pt x="2181968" y="0"/>
                    </a:moveTo>
                    <a:lnTo>
                      <a:pt x="1689748" y="548733"/>
                    </a:lnTo>
                    <a:lnTo>
                      <a:pt x="1562038" y="700201"/>
                    </a:lnTo>
                    <a:lnTo>
                      <a:pt x="1295908" y="992517"/>
                    </a:lnTo>
                    <a:lnTo>
                      <a:pt x="1244698" y="942927"/>
                    </a:lnTo>
                    <a:lnTo>
                      <a:pt x="2096823" y="0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57" name="Контур"/>
              <p:cNvSpPr/>
              <p:nvPr/>
            </p:nvSpPr>
            <p:spPr>
              <a:xfrm>
                <a:off x="5251945" y="1627464"/>
                <a:ext cx="942111" cy="952914"/>
              </a:xfrm>
              <a:custGeom>
                <a:avLst/>
                <a:gdLst/>
                <a:ahLst/>
                <a:cxnLst/>
                <a:rect l="l" t="t" r="r" b="b"/>
                <a:pathLst>
                  <a:path w="942111" h="952914" fill="none">
                    <a:moveTo>
                      <a:pt x="392489" y="0"/>
                    </a:moveTo>
                    <a:lnTo>
                      <a:pt x="0" y="370164"/>
                    </a:lnTo>
                    <a:lnTo>
                      <a:pt x="549622" y="952914"/>
                    </a:lnTo>
                    <a:lnTo>
                      <a:pt x="942111" y="582659"/>
                    </a:lnTo>
                    <a:lnTo>
                      <a:pt x="392489" y="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58" name="Контур"/>
              <p:cNvSpPr/>
              <p:nvPr/>
            </p:nvSpPr>
            <p:spPr>
              <a:xfrm>
                <a:off x="5644434" y="1584000"/>
                <a:ext cx="1452855" cy="773453"/>
              </a:xfrm>
              <a:custGeom>
                <a:avLst/>
                <a:gdLst/>
                <a:ahLst/>
                <a:cxnLst/>
                <a:rect l="l" t="t" r="r" b="b"/>
                <a:pathLst>
                  <a:path w="1452855" h="773453" fill="none">
                    <a:moveTo>
                      <a:pt x="46083" y="0"/>
                    </a:moveTo>
                    <a:lnTo>
                      <a:pt x="0" y="43464"/>
                    </a:lnTo>
                    <a:lnTo>
                      <a:pt x="549622" y="626123"/>
                    </a:lnTo>
                    <a:lnTo>
                      <a:pt x="688490" y="773453"/>
                    </a:lnTo>
                    <a:lnTo>
                      <a:pt x="786770" y="680844"/>
                    </a:lnTo>
                    <a:lnTo>
                      <a:pt x="144547" y="0"/>
                    </a:lnTo>
                    <a:moveTo>
                      <a:pt x="144547" y="0"/>
                    </a:moveTo>
                    <a:lnTo>
                      <a:pt x="786770" y="680844"/>
                    </a:lnTo>
                    <a:lnTo>
                      <a:pt x="1285100" y="210871"/>
                    </a:lnTo>
                    <a:lnTo>
                      <a:pt x="1389590" y="59673"/>
                    </a:lnTo>
                    <a:lnTo>
                      <a:pt x="1452855" y="0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59" name="Контур"/>
              <p:cNvSpPr/>
              <p:nvPr/>
            </p:nvSpPr>
            <p:spPr>
              <a:xfrm>
                <a:off x="5423536" y="5867975"/>
                <a:ext cx="3337988" cy="2233863"/>
              </a:xfrm>
              <a:custGeom>
                <a:avLst/>
                <a:gdLst/>
                <a:ahLst/>
                <a:cxnLst/>
                <a:rect l="l" t="t" r="r" b="b"/>
                <a:pathLst>
                  <a:path w="3337988" h="2233863" fill="none">
                    <a:moveTo>
                      <a:pt x="243359" y="1480118"/>
                    </a:moveTo>
                    <a:lnTo>
                      <a:pt x="0" y="1632305"/>
                    </a:lnTo>
                    <a:lnTo>
                      <a:pt x="2070" y="1637435"/>
                    </a:lnTo>
                    <a:lnTo>
                      <a:pt x="36359" y="1722125"/>
                    </a:lnTo>
                    <a:lnTo>
                      <a:pt x="42208" y="1822294"/>
                    </a:lnTo>
                    <a:lnTo>
                      <a:pt x="252985" y="2158533"/>
                    </a:lnTo>
                    <a:lnTo>
                      <a:pt x="295554" y="2233863"/>
                    </a:lnTo>
                    <a:lnTo>
                      <a:pt x="598223" y="2043967"/>
                    </a:lnTo>
                    <a:lnTo>
                      <a:pt x="474655" y="1847227"/>
                    </a:lnTo>
                    <a:lnTo>
                      <a:pt x="416246" y="1754257"/>
                    </a:lnTo>
                    <a:lnTo>
                      <a:pt x="294298" y="1560848"/>
                    </a:lnTo>
                    <a:lnTo>
                      <a:pt x="246239" y="1484708"/>
                    </a:lnTo>
                    <a:lnTo>
                      <a:pt x="243359" y="1480118"/>
                    </a:lnTo>
                    <a:close/>
                    <a:moveTo>
                      <a:pt x="1967667" y="0"/>
                    </a:moveTo>
                    <a:lnTo>
                      <a:pt x="1313998" y="597592"/>
                    </a:lnTo>
                    <a:lnTo>
                      <a:pt x="1383926" y="742581"/>
                    </a:lnTo>
                    <a:lnTo>
                      <a:pt x="1684250" y="1365649"/>
                    </a:lnTo>
                    <a:lnTo>
                      <a:pt x="1691540" y="1362229"/>
                    </a:lnTo>
                    <a:lnTo>
                      <a:pt x="1854346" y="1698738"/>
                    </a:lnTo>
                    <a:lnTo>
                      <a:pt x="1846606" y="1702427"/>
                    </a:lnTo>
                    <a:lnTo>
                      <a:pt x="1974944" y="1968826"/>
                    </a:lnTo>
                    <a:lnTo>
                      <a:pt x="2047123" y="1994207"/>
                    </a:lnTo>
                    <a:lnTo>
                      <a:pt x="3337988" y="1378170"/>
                    </a:lnTo>
                    <a:lnTo>
                      <a:pt x="3332318" y="1366020"/>
                    </a:lnTo>
                    <a:lnTo>
                      <a:pt x="2956396" y="570603"/>
                    </a:lnTo>
                    <a:lnTo>
                      <a:pt x="2920487" y="494463"/>
                    </a:lnTo>
                    <a:lnTo>
                      <a:pt x="2706558" y="595801"/>
                    </a:lnTo>
                    <a:lnTo>
                      <a:pt x="2154140" y="857606"/>
                    </a:lnTo>
                    <a:lnTo>
                      <a:pt x="2083041" y="708476"/>
                    </a:lnTo>
                    <a:lnTo>
                      <a:pt x="2266281" y="620188"/>
                    </a:lnTo>
                    <a:lnTo>
                      <a:pt x="2061265" y="194400"/>
                    </a:lnTo>
                    <a:lnTo>
                      <a:pt x="1967667" y="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60" name="Контур"/>
              <p:cNvSpPr/>
              <p:nvPr/>
            </p:nvSpPr>
            <p:spPr>
              <a:xfrm>
                <a:off x="6397969" y="3127583"/>
                <a:ext cx="3898031" cy="3070054"/>
              </a:xfrm>
              <a:custGeom>
                <a:avLst/>
                <a:gdLst/>
                <a:ahLst/>
                <a:cxnLst/>
                <a:rect l="l" t="t" r="r" b="b"/>
                <a:pathLst>
                  <a:path w="3898031" h="3070054" fill="none">
                    <a:moveTo>
                      <a:pt x="3898031" y="0"/>
                    </a:moveTo>
                    <a:lnTo>
                      <a:pt x="347579" y="2746508"/>
                    </a:lnTo>
                    <a:lnTo>
                      <a:pt x="122399" y="2887445"/>
                    </a:lnTo>
                    <a:lnTo>
                      <a:pt x="49049" y="2933435"/>
                    </a:lnTo>
                    <a:lnTo>
                      <a:pt x="0" y="2964124"/>
                    </a:lnTo>
                    <a:lnTo>
                      <a:pt x="45629" y="3070054"/>
                    </a:lnTo>
                    <a:lnTo>
                      <a:pt x="343528" y="2888167"/>
                    </a:lnTo>
                    <a:lnTo>
                      <a:pt x="775077" y="2535912"/>
                    </a:lnTo>
                    <a:lnTo>
                      <a:pt x="1059566" y="2318746"/>
                    </a:lnTo>
                    <a:lnTo>
                      <a:pt x="1564375" y="1936522"/>
                    </a:lnTo>
                    <a:lnTo>
                      <a:pt x="2080254" y="1543228"/>
                    </a:lnTo>
                    <a:lnTo>
                      <a:pt x="2670923" y="1098365"/>
                    </a:lnTo>
                    <a:lnTo>
                      <a:pt x="3044603" y="803980"/>
                    </a:lnTo>
                    <a:lnTo>
                      <a:pt x="3477592" y="473865"/>
                    </a:lnTo>
                    <a:lnTo>
                      <a:pt x="3898031" y="152094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61" name="Контур"/>
              <p:cNvSpPr/>
              <p:nvPr/>
            </p:nvSpPr>
            <p:spPr>
              <a:xfrm>
                <a:off x="6100967" y="6384025"/>
                <a:ext cx="322649" cy="281156"/>
              </a:xfrm>
              <a:custGeom>
                <a:avLst/>
                <a:gdLst/>
                <a:ahLst/>
                <a:cxnLst/>
                <a:rect l="l" t="t" r="r" b="b"/>
                <a:pathLst>
                  <a:path w="322649" h="281156" fill="none">
                    <a:moveTo>
                      <a:pt x="285660" y="0"/>
                    </a:moveTo>
                    <a:lnTo>
                      <a:pt x="229320" y="37439"/>
                    </a:lnTo>
                    <a:lnTo>
                      <a:pt x="227430" y="39959"/>
                    </a:lnTo>
                    <a:lnTo>
                      <a:pt x="215730" y="83069"/>
                    </a:lnTo>
                    <a:lnTo>
                      <a:pt x="214380" y="85229"/>
                    </a:lnTo>
                    <a:lnTo>
                      <a:pt x="0" y="281156"/>
                    </a:lnTo>
                    <a:lnTo>
                      <a:pt x="322649" y="81000"/>
                    </a:lnTo>
                    <a:lnTo>
                      <a:pt x="285660" y="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62" name="Контур"/>
              <p:cNvSpPr/>
              <p:nvPr/>
            </p:nvSpPr>
            <p:spPr>
              <a:xfrm>
                <a:off x="6443598" y="3279578"/>
                <a:ext cx="3852402" cy="3135408"/>
              </a:xfrm>
              <a:custGeom>
                <a:avLst/>
                <a:gdLst/>
                <a:ahLst/>
                <a:cxnLst/>
                <a:rect l="l" t="t" r="r" b="b"/>
                <a:pathLst>
                  <a:path w="3852402" h="3135408" fill="none">
                    <a:moveTo>
                      <a:pt x="3852402" y="0"/>
                    </a:moveTo>
                    <a:lnTo>
                      <a:pt x="2998974" y="651985"/>
                    </a:lnTo>
                    <a:lnTo>
                      <a:pt x="2625294" y="946370"/>
                    </a:lnTo>
                    <a:lnTo>
                      <a:pt x="729448" y="2383917"/>
                    </a:lnTo>
                    <a:lnTo>
                      <a:pt x="297899" y="2736172"/>
                    </a:lnTo>
                    <a:lnTo>
                      <a:pt x="0" y="2918059"/>
                    </a:lnTo>
                    <a:lnTo>
                      <a:pt x="106557" y="3135408"/>
                    </a:lnTo>
                    <a:lnTo>
                      <a:pt x="309687" y="3010760"/>
                    </a:lnTo>
                    <a:lnTo>
                      <a:pt x="1199245" y="2321101"/>
                    </a:lnTo>
                    <a:lnTo>
                      <a:pt x="1154516" y="2264041"/>
                    </a:lnTo>
                    <a:lnTo>
                      <a:pt x="1246316" y="2191412"/>
                    </a:lnTo>
                    <a:lnTo>
                      <a:pt x="1292845" y="2248652"/>
                    </a:lnTo>
                    <a:lnTo>
                      <a:pt x="3852402" y="269011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63" name="Контур"/>
              <p:cNvSpPr/>
              <p:nvPr/>
            </p:nvSpPr>
            <p:spPr>
              <a:xfrm>
                <a:off x="5671862" y="4690683"/>
                <a:ext cx="775156" cy="1425414"/>
              </a:xfrm>
              <a:custGeom>
                <a:avLst/>
                <a:gdLst/>
                <a:ahLst/>
                <a:cxnLst/>
                <a:rect l="l" t="t" r="r" b="b"/>
                <a:pathLst>
                  <a:path w="775156" h="1425414" fill="none">
                    <a:moveTo>
                      <a:pt x="176670" y="0"/>
                    </a:moveTo>
                    <a:lnTo>
                      <a:pt x="97560" y="70379"/>
                    </a:lnTo>
                    <a:lnTo>
                      <a:pt x="329305" y="574107"/>
                    </a:lnTo>
                    <a:lnTo>
                      <a:pt x="558080" y="1050295"/>
                    </a:lnTo>
                    <a:lnTo>
                      <a:pt x="719807" y="1386354"/>
                    </a:lnTo>
                    <a:lnTo>
                      <a:pt x="726107" y="1401024"/>
                    </a:lnTo>
                    <a:lnTo>
                      <a:pt x="775156" y="1370335"/>
                    </a:lnTo>
                    <a:lnTo>
                      <a:pt x="764087" y="1361335"/>
                    </a:lnTo>
                    <a:lnTo>
                      <a:pt x="729257" y="1312735"/>
                    </a:lnTo>
                    <a:lnTo>
                      <a:pt x="656719" y="1170445"/>
                    </a:lnTo>
                    <a:lnTo>
                      <a:pt x="290967" y="392038"/>
                    </a:lnTo>
                    <a:lnTo>
                      <a:pt x="158940" y="69120"/>
                    </a:lnTo>
                    <a:lnTo>
                      <a:pt x="158310" y="40590"/>
                    </a:lnTo>
                    <a:lnTo>
                      <a:pt x="176670" y="0"/>
                    </a:lnTo>
                    <a:close/>
                    <a:moveTo>
                      <a:pt x="97560" y="70379"/>
                    </a:moveTo>
                    <a:lnTo>
                      <a:pt x="0" y="157138"/>
                    </a:lnTo>
                    <a:lnTo>
                      <a:pt x="56610" y="160558"/>
                    </a:lnTo>
                    <a:lnTo>
                      <a:pt x="99449" y="188008"/>
                    </a:lnTo>
                    <a:lnTo>
                      <a:pt x="423532" y="860666"/>
                    </a:lnTo>
                    <a:lnTo>
                      <a:pt x="551510" y="1110955"/>
                    </a:lnTo>
                    <a:lnTo>
                      <a:pt x="589219" y="1213824"/>
                    </a:lnTo>
                    <a:lnTo>
                      <a:pt x="681827" y="1409304"/>
                    </a:lnTo>
                    <a:lnTo>
                      <a:pt x="687227" y="1425414"/>
                    </a:lnTo>
                    <a:lnTo>
                      <a:pt x="726107" y="1401024"/>
                    </a:lnTo>
                    <a:lnTo>
                      <a:pt x="719807" y="1386354"/>
                    </a:lnTo>
                    <a:lnTo>
                      <a:pt x="558080" y="1050295"/>
                    </a:lnTo>
                    <a:lnTo>
                      <a:pt x="329305" y="574107"/>
                    </a:lnTo>
                    <a:lnTo>
                      <a:pt x="97560" y="70379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64" name="Контур"/>
              <p:cNvSpPr/>
              <p:nvPr/>
            </p:nvSpPr>
            <p:spPr>
              <a:xfrm>
                <a:off x="6330646" y="6290338"/>
                <a:ext cx="2201978" cy="3897662"/>
              </a:xfrm>
              <a:custGeom>
                <a:avLst/>
                <a:gdLst/>
                <a:ahLst/>
                <a:cxnLst/>
                <a:rect l="l" t="t" r="r" b="b"/>
                <a:pathLst>
                  <a:path w="2201978" h="3897662" fill="none">
                    <a:moveTo>
                      <a:pt x="1786347" y="3897662"/>
                    </a:moveTo>
                    <a:lnTo>
                      <a:pt x="1705644" y="3727512"/>
                    </a:lnTo>
                    <a:lnTo>
                      <a:pt x="1787004" y="3688813"/>
                    </a:lnTo>
                    <a:lnTo>
                      <a:pt x="1758025" y="3627973"/>
                    </a:lnTo>
                    <a:lnTo>
                      <a:pt x="1460576" y="3750190"/>
                    </a:lnTo>
                    <a:lnTo>
                      <a:pt x="1265637" y="3797529"/>
                    </a:lnTo>
                    <a:lnTo>
                      <a:pt x="1195258" y="3787088"/>
                    </a:lnTo>
                    <a:lnTo>
                      <a:pt x="963280" y="3897662"/>
                    </a:lnTo>
                    <a:moveTo>
                      <a:pt x="1488300" y="3065115"/>
                    </a:moveTo>
                    <a:lnTo>
                      <a:pt x="1271671" y="3140623"/>
                    </a:lnTo>
                    <a:lnTo>
                      <a:pt x="1266632" y="3129103"/>
                    </a:lnTo>
                    <a:lnTo>
                      <a:pt x="1187612" y="3160423"/>
                    </a:lnTo>
                    <a:lnTo>
                      <a:pt x="1169612" y="3116593"/>
                    </a:lnTo>
                    <a:lnTo>
                      <a:pt x="975213" y="3224321"/>
                    </a:lnTo>
                    <a:lnTo>
                      <a:pt x="859383" y="3277870"/>
                    </a:lnTo>
                    <a:lnTo>
                      <a:pt x="788374" y="3300099"/>
                    </a:lnTo>
                    <a:lnTo>
                      <a:pt x="785134" y="3293169"/>
                    </a:lnTo>
                    <a:lnTo>
                      <a:pt x="14467" y="3660541"/>
                    </a:lnTo>
                    <a:lnTo>
                      <a:pt x="115895" y="3874470"/>
                    </a:lnTo>
                    <a:lnTo>
                      <a:pt x="124328" y="3897662"/>
                    </a:lnTo>
                    <a:moveTo>
                      <a:pt x="963280" y="3897662"/>
                    </a:moveTo>
                    <a:lnTo>
                      <a:pt x="1195258" y="3787088"/>
                    </a:lnTo>
                    <a:lnTo>
                      <a:pt x="1265637" y="3797529"/>
                    </a:lnTo>
                    <a:lnTo>
                      <a:pt x="1460576" y="3750190"/>
                    </a:lnTo>
                    <a:lnTo>
                      <a:pt x="1758025" y="3627973"/>
                    </a:lnTo>
                    <a:lnTo>
                      <a:pt x="1488300" y="3065115"/>
                    </a:lnTo>
                    <a:lnTo>
                      <a:pt x="1488300" y="3065115"/>
                    </a:lnTo>
                    <a:moveTo>
                      <a:pt x="2058875" y="3897662"/>
                    </a:moveTo>
                    <a:lnTo>
                      <a:pt x="1701598" y="3154306"/>
                    </a:lnTo>
                    <a:lnTo>
                      <a:pt x="1483443" y="2726718"/>
                    </a:lnTo>
                    <a:lnTo>
                      <a:pt x="1351865" y="2481559"/>
                    </a:lnTo>
                    <a:lnTo>
                      <a:pt x="1166199" y="2082230"/>
                    </a:lnTo>
                    <a:lnTo>
                      <a:pt x="753018" y="1237583"/>
                    </a:lnTo>
                    <a:lnTo>
                      <a:pt x="668600" y="1050564"/>
                    </a:lnTo>
                    <a:lnTo>
                      <a:pt x="219509" y="124648"/>
                    </a:lnTo>
                    <a:lnTo>
                      <a:pt x="0" y="259375"/>
                    </a:lnTo>
                    <a:lnTo>
                      <a:pt x="45180" y="247226"/>
                    </a:lnTo>
                    <a:lnTo>
                      <a:pt x="101069" y="254156"/>
                    </a:lnTo>
                    <a:lnTo>
                      <a:pt x="149309" y="283316"/>
                    </a:lnTo>
                    <a:lnTo>
                      <a:pt x="178558" y="323096"/>
                    </a:lnTo>
                    <a:lnTo>
                      <a:pt x="1901388" y="3897662"/>
                    </a:lnTo>
                    <a:moveTo>
                      <a:pt x="422639" y="0"/>
                    </a:moveTo>
                    <a:lnTo>
                      <a:pt x="219509" y="124648"/>
                    </a:lnTo>
                    <a:lnTo>
                      <a:pt x="668600" y="1050564"/>
                    </a:lnTo>
                    <a:lnTo>
                      <a:pt x="753018" y="1237583"/>
                    </a:lnTo>
                    <a:lnTo>
                      <a:pt x="1166199" y="2082230"/>
                    </a:lnTo>
                    <a:lnTo>
                      <a:pt x="1351865" y="2481559"/>
                    </a:lnTo>
                    <a:lnTo>
                      <a:pt x="1483443" y="2726718"/>
                    </a:lnTo>
                    <a:lnTo>
                      <a:pt x="1701598" y="3154306"/>
                    </a:lnTo>
                    <a:lnTo>
                      <a:pt x="2058875" y="3897662"/>
                    </a:lnTo>
                    <a:moveTo>
                      <a:pt x="2201978" y="3897662"/>
                    </a:moveTo>
                    <a:lnTo>
                      <a:pt x="2198480" y="3892214"/>
                    </a:lnTo>
                    <a:lnTo>
                      <a:pt x="396538" y="153989"/>
                    </a:lnTo>
                    <a:lnTo>
                      <a:pt x="384748" y="115649"/>
                    </a:lnTo>
                    <a:lnTo>
                      <a:pt x="384659" y="75689"/>
                    </a:lnTo>
                    <a:lnTo>
                      <a:pt x="396269" y="37350"/>
                    </a:lnTo>
                    <a:lnTo>
                      <a:pt x="422639" y="0"/>
                    </a:lnTo>
                    <a:lnTo>
                      <a:pt x="422639" y="0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65" name="Контур"/>
              <p:cNvSpPr/>
              <p:nvPr/>
            </p:nvSpPr>
            <p:spPr>
              <a:xfrm>
                <a:off x="930516" y="2228733"/>
                <a:ext cx="6750642" cy="7718546"/>
              </a:xfrm>
              <a:custGeom>
                <a:avLst/>
                <a:gdLst/>
                <a:ahLst/>
                <a:cxnLst/>
                <a:rect l="l" t="t" r="r" b="b"/>
                <a:pathLst>
                  <a:path w="6750642" h="7718546" fill="none">
                    <a:moveTo>
                      <a:pt x="6627884" y="6808841"/>
                    </a:moveTo>
                    <a:lnTo>
                      <a:pt x="6598095" y="6787961"/>
                    </a:lnTo>
                    <a:lnTo>
                      <a:pt x="6044597" y="7052825"/>
                    </a:lnTo>
                    <a:lnTo>
                      <a:pt x="5994647" y="7076855"/>
                    </a:lnTo>
                    <a:lnTo>
                      <a:pt x="5278970" y="7418847"/>
                    </a:lnTo>
                    <a:lnTo>
                      <a:pt x="5422067" y="7718546"/>
                    </a:lnTo>
                    <a:lnTo>
                      <a:pt x="6185264" y="7354774"/>
                    </a:lnTo>
                    <a:lnTo>
                      <a:pt x="6188504" y="7361704"/>
                    </a:lnTo>
                    <a:lnTo>
                      <a:pt x="6259513" y="7339475"/>
                    </a:lnTo>
                    <a:lnTo>
                      <a:pt x="6375343" y="7285926"/>
                    </a:lnTo>
                    <a:lnTo>
                      <a:pt x="6569742" y="7178198"/>
                    </a:lnTo>
                    <a:lnTo>
                      <a:pt x="6587742" y="7222028"/>
                    </a:lnTo>
                    <a:lnTo>
                      <a:pt x="6666762" y="7190708"/>
                    </a:lnTo>
                    <a:lnTo>
                      <a:pt x="6671801" y="7202228"/>
                    </a:lnTo>
                    <a:lnTo>
                      <a:pt x="6730301" y="7178739"/>
                    </a:lnTo>
                    <a:lnTo>
                      <a:pt x="6701862" y="7111599"/>
                    </a:lnTo>
                    <a:lnTo>
                      <a:pt x="6715812" y="7077310"/>
                    </a:lnTo>
                    <a:lnTo>
                      <a:pt x="6750642" y="7063000"/>
                    </a:lnTo>
                    <a:lnTo>
                      <a:pt x="6627884" y="6808841"/>
                    </a:lnTo>
                    <a:close/>
                    <a:moveTo>
                      <a:pt x="5629716" y="4677829"/>
                    </a:moveTo>
                    <a:lnTo>
                      <a:pt x="4787318" y="5200090"/>
                    </a:lnTo>
                    <a:lnTo>
                      <a:pt x="4909266" y="5393499"/>
                    </a:lnTo>
                    <a:lnTo>
                      <a:pt x="4967675" y="5486469"/>
                    </a:lnTo>
                    <a:lnTo>
                      <a:pt x="5091243" y="5683209"/>
                    </a:lnTo>
                    <a:lnTo>
                      <a:pt x="4788574" y="5873105"/>
                    </a:lnTo>
                    <a:lnTo>
                      <a:pt x="4850133" y="5982725"/>
                    </a:lnTo>
                    <a:lnTo>
                      <a:pt x="4855443" y="5991545"/>
                    </a:lnTo>
                    <a:lnTo>
                      <a:pt x="5173952" y="5814878"/>
                    </a:lnTo>
                    <a:lnTo>
                      <a:pt x="5901959" y="5419606"/>
                    </a:lnTo>
                    <a:lnTo>
                      <a:pt x="5914829" y="5437066"/>
                    </a:lnTo>
                    <a:lnTo>
                      <a:pt x="6037138" y="5369117"/>
                    </a:lnTo>
                    <a:lnTo>
                      <a:pt x="5979810" y="5240328"/>
                    </a:lnTo>
                    <a:lnTo>
                      <a:pt x="5776503" y="4913539"/>
                    </a:lnTo>
                    <a:lnTo>
                      <a:pt x="5794773" y="4902199"/>
                    </a:lnTo>
                    <a:lnTo>
                      <a:pt x="5767054" y="4857559"/>
                    </a:lnTo>
                    <a:lnTo>
                      <a:pt x="5748694" y="4868989"/>
                    </a:lnTo>
                    <a:lnTo>
                      <a:pt x="5629716" y="4677829"/>
                    </a:lnTo>
                    <a:close/>
                    <a:moveTo>
                      <a:pt x="6321442" y="5944215"/>
                    </a:moveTo>
                    <a:lnTo>
                      <a:pt x="5734464" y="6288279"/>
                    </a:lnTo>
                    <a:lnTo>
                      <a:pt x="5153066" y="6588783"/>
                    </a:lnTo>
                    <a:lnTo>
                      <a:pt x="4811878" y="6762659"/>
                    </a:lnTo>
                    <a:lnTo>
                      <a:pt x="4579229" y="6883077"/>
                    </a:lnTo>
                    <a:lnTo>
                      <a:pt x="4727995" y="7212835"/>
                    </a:lnTo>
                    <a:lnTo>
                      <a:pt x="4918614" y="7137237"/>
                    </a:lnTo>
                    <a:lnTo>
                      <a:pt x="4943184" y="7186557"/>
                    </a:lnTo>
                    <a:lnTo>
                      <a:pt x="5016804" y="7155238"/>
                    </a:lnTo>
                    <a:lnTo>
                      <a:pt x="5037593" y="7200957"/>
                    </a:lnTo>
                    <a:lnTo>
                      <a:pt x="5182582" y="7136429"/>
                    </a:lnTo>
                    <a:lnTo>
                      <a:pt x="5220562" y="7229758"/>
                    </a:lnTo>
                    <a:lnTo>
                      <a:pt x="5306151" y="7191779"/>
                    </a:lnTo>
                    <a:lnTo>
                      <a:pt x="5314791" y="7211219"/>
                    </a:lnTo>
                    <a:lnTo>
                      <a:pt x="5355741" y="7192950"/>
                    </a:lnTo>
                    <a:lnTo>
                      <a:pt x="5377520" y="7239659"/>
                    </a:lnTo>
                    <a:lnTo>
                      <a:pt x="6660015" y="6643332"/>
                    </a:lnTo>
                    <a:lnTo>
                      <a:pt x="6321442" y="5944215"/>
                    </a:lnTo>
                    <a:close/>
                    <a:moveTo>
                      <a:pt x="1912300" y="3572162"/>
                    </a:moveTo>
                    <a:lnTo>
                      <a:pt x="1843001" y="3504212"/>
                    </a:lnTo>
                    <a:lnTo>
                      <a:pt x="1838861" y="3508262"/>
                    </a:lnTo>
                    <a:lnTo>
                      <a:pt x="1270151" y="4057704"/>
                    </a:lnTo>
                    <a:lnTo>
                      <a:pt x="1286891" y="4075434"/>
                    </a:lnTo>
                    <a:lnTo>
                      <a:pt x="1278521" y="4082994"/>
                    </a:lnTo>
                    <a:lnTo>
                      <a:pt x="1341790" y="4150044"/>
                    </a:lnTo>
                    <a:lnTo>
                      <a:pt x="1888360" y="3619412"/>
                    </a:lnTo>
                    <a:lnTo>
                      <a:pt x="1894750" y="3595112"/>
                    </a:lnTo>
                    <a:lnTo>
                      <a:pt x="1912300" y="3572162"/>
                    </a:lnTo>
                    <a:close/>
                    <a:moveTo>
                      <a:pt x="1379511" y="2556066"/>
                    </a:moveTo>
                    <a:lnTo>
                      <a:pt x="1847600" y="2114532"/>
                    </a:lnTo>
                    <a:lnTo>
                      <a:pt x="1736452" y="1996632"/>
                    </a:lnTo>
                    <a:lnTo>
                      <a:pt x="1618733" y="1995911"/>
                    </a:lnTo>
                    <a:lnTo>
                      <a:pt x="1521173" y="2104000"/>
                    </a:lnTo>
                    <a:lnTo>
                      <a:pt x="1441973" y="2176359"/>
                    </a:lnTo>
                    <a:lnTo>
                      <a:pt x="1353683" y="2238728"/>
                    </a:lnTo>
                    <a:lnTo>
                      <a:pt x="493194" y="3029096"/>
                    </a:lnTo>
                    <a:lnTo>
                      <a:pt x="390324" y="3134575"/>
                    </a:lnTo>
                    <a:lnTo>
                      <a:pt x="388523" y="3250854"/>
                    </a:lnTo>
                    <a:lnTo>
                      <a:pt x="1135062" y="4042313"/>
                    </a:lnTo>
                    <a:lnTo>
                      <a:pt x="1249541" y="4045734"/>
                    </a:lnTo>
                    <a:lnTo>
                      <a:pt x="2490731" y="2875031"/>
                    </a:lnTo>
                    <a:lnTo>
                      <a:pt x="2492981" y="2798711"/>
                    </a:lnTo>
                    <a:lnTo>
                      <a:pt x="2378683" y="2677572"/>
                    </a:lnTo>
                    <a:lnTo>
                      <a:pt x="1910593" y="3119105"/>
                    </a:lnTo>
                    <a:lnTo>
                      <a:pt x="1379511" y="2556066"/>
                    </a:lnTo>
                    <a:close/>
                    <a:moveTo>
                      <a:pt x="117352" y="3619940"/>
                    </a:moveTo>
                    <a:lnTo>
                      <a:pt x="90262" y="3640729"/>
                    </a:lnTo>
                    <a:lnTo>
                      <a:pt x="107272" y="3662869"/>
                    </a:lnTo>
                    <a:lnTo>
                      <a:pt x="134362" y="3641989"/>
                    </a:lnTo>
                    <a:lnTo>
                      <a:pt x="117352" y="3619940"/>
                    </a:lnTo>
                    <a:close/>
                    <a:moveTo>
                      <a:pt x="215362" y="3545421"/>
                    </a:moveTo>
                    <a:lnTo>
                      <a:pt x="215182" y="3544971"/>
                    </a:lnTo>
                    <a:lnTo>
                      <a:pt x="180803" y="3463161"/>
                    </a:lnTo>
                    <a:lnTo>
                      <a:pt x="133733" y="3440931"/>
                    </a:lnTo>
                    <a:lnTo>
                      <a:pt x="124193" y="3454521"/>
                    </a:lnTo>
                    <a:lnTo>
                      <a:pt x="90713" y="3500060"/>
                    </a:lnTo>
                    <a:lnTo>
                      <a:pt x="178462" y="3583850"/>
                    </a:lnTo>
                    <a:lnTo>
                      <a:pt x="215362" y="3545421"/>
                    </a:lnTo>
                    <a:close/>
                    <a:moveTo>
                      <a:pt x="181344" y="3371632"/>
                    </a:moveTo>
                    <a:lnTo>
                      <a:pt x="173334" y="3383692"/>
                    </a:lnTo>
                    <a:lnTo>
                      <a:pt x="160824" y="3401781"/>
                    </a:lnTo>
                    <a:lnTo>
                      <a:pt x="206273" y="3401872"/>
                    </a:lnTo>
                    <a:lnTo>
                      <a:pt x="181344" y="3371632"/>
                    </a:lnTo>
                    <a:close/>
                    <a:moveTo>
                      <a:pt x="43554" y="3454880"/>
                    </a:moveTo>
                    <a:lnTo>
                      <a:pt x="90713" y="3500060"/>
                    </a:lnTo>
                    <a:lnTo>
                      <a:pt x="124193" y="3454521"/>
                    </a:lnTo>
                    <a:lnTo>
                      <a:pt x="160824" y="3401781"/>
                    </a:lnTo>
                    <a:lnTo>
                      <a:pt x="94674" y="3401511"/>
                    </a:lnTo>
                    <a:lnTo>
                      <a:pt x="43554" y="3454880"/>
                    </a:lnTo>
                    <a:close/>
                    <a:moveTo>
                      <a:pt x="379253" y="3241584"/>
                    </a:moveTo>
                    <a:lnTo>
                      <a:pt x="287994" y="3149514"/>
                    </a:lnTo>
                    <a:lnTo>
                      <a:pt x="268554" y="3218543"/>
                    </a:lnTo>
                    <a:lnTo>
                      <a:pt x="211674" y="3325642"/>
                    </a:lnTo>
                    <a:lnTo>
                      <a:pt x="181344" y="3371632"/>
                    </a:lnTo>
                    <a:lnTo>
                      <a:pt x="206273" y="3401872"/>
                    </a:lnTo>
                    <a:lnTo>
                      <a:pt x="220313" y="3416812"/>
                    </a:lnTo>
                    <a:lnTo>
                      <a:pt x="296903" y="3326903"/>
                    </a:lnTo>
                    <a:lnTo>
                      <a:pt x="379253" y="3241584"/>
                    </a:lnTo>
                    <a:close/>
                    <a:moveTo>
                      <a:pt x="493194" y="3029096"/>
                    </a:moveTo>
                    <a:lnTo>
                      <a:pt x="447384" y="2999846"/>
                    </a:lnTo>
                    <a:lnTo>
                      <a:pt x="349014" y="3140964"/>
                    </a:lnTo>
                    <a:lnTo>
                      <a:pt x="296094" y="3120804"/>
                    </a:lnTo>
                    <a:lnTo>
                      <a:pt x="287994" y="3149514"/>
                    </a:lnTo>
                    <a:lnTo>
                      <a:pt x="379253" y="3241584"/>
                    </a:lnTo>
                    <a:lnTo>
                      <a:pt x="388523" y="3250854"/>
                    </a:lnTo>
                    <a:lnTo>
                      <a:pt x="390324" y="3134575"/>
                    </a:lnTo>
                    <a:lnTo>
                      <a:pt x="419664" y="3105145"/>
                    </a:lnTo>
                    <a:lnTo>
                      <a:pt x="493194" y="3029096"/>
                    </a:lnTo>
                    <a:close/>
                    <a:moveTo>
                      <a:pt x="146336" y="3006774"/>
                    </a:moveTo>
                    <a:lnTo>
                      <a:pt x="287994" y="3149514"/>
                    </a:lnTo>
                    <a:lnTo>
                      <a:pt x="296094" y="3120804"/>
                    </a:lnTo>
                    <a:lnTo>
                      <a:pt x="340466" y="2920646"/>
                    </a:lnTo>
                    <a:lnTo>
                      <a:pt x="308696" y="2950976"/>
                    </a:lnTo>
                    <a:lnTo>
                      <a:pt x="250466" y="3006685"/>
                    </a:lnTo>
                    <a:lnTo>
                      <a:pt x="146336" y="3006774"/>
                    </a:lnTo>
                    <a:close/>
                    <a:moveTo>
                      <a:pt x="515794" y="1529887"/>
                    </a:moveTo>
                    <a:lnTo>
                      <a:pt x="616232" y="1704936"/>
                    </a:lnTo>
                    <a:lnTo>
                      <a:pt x="473760" y="2183372"/>
                    </a:lnTo>
                    <a:lnTo>
                      <a:pt x="405627" y="2626349"/>
                    </a:lnTo>
                    <a:lnTo>
                      <a:pt x="296094" y="3120804"/>
                    </a:lnTo>
                    <a:lnTo>
                      <a:pt x="349014" y="3140964"/>
                    </a:lnTo>
                    <a:lnTo>
                      <a:pt x="488694" y="2938917"/>
                    </a:lnTo>
                    <a:lnTo>
                      <a:pt x="547375" y="2819668"/>
                    </a:lnTo>
                    <a:lnTo>
                      <a:pt x="569335" y="2761619"/>
                    </a:lnTo>
                    <a:lnTo>
                      <a:pt x="663837" y="2364812"/>
                    </a:lnTo>
                    <a:lnTo>
                      <a:pt x="672927" y="2366342"/>
                    </a:lnTo>
                    <a:lnTo>
                      <a:pt x="678237" y="2334932"/>
                    </a:lnTo>
                    <a:lnTo>
                      <a:pt x="670317" y="2333582"/>
                    </a:lnTo>
                    <a:lnTo>
                      <a:pt x="707669" y="1978625"/>
                    </a:lnTo>
                    <a:lnTo>
                      <a:pt x="703620" y="1804476"/>
                    </a:lnTo>
                    <a:lnTo>
                      <a:pt x="658532" y="1593248"/>
                    </a:lnTo>
                    <a:lnTo>
                      <a:pt x="609663" y="1486868"/>
                    </a:lnTo>
                    <a:lnTo>
                      <a:pt x="515794" y="1529887"/>
                    </a:lnTo>
                    <a:close/>
                    <a:moveTo>
                      <a:pt x="1480671" y="2460667"/>
                    </a:moveTo>
                    <a:lnTo>
                      <a:pt x="1379511" y="2556066"/>
                    </a:lnTo>
                    <a:lnTo>
                      <a:pt x="1910593" y="3119105"/>
                    </a:lnTo>
                    <a:lnTo>
                      <a:pt x="2378683" y="2677572"/>
                    </a:lnTo>
                    <a:lnTo>
                      <a:pt x="1847600" y="2114532"/>
                    </a:lnTo>
                    <a:lnTo>
                      <a:pt x="1792700" y="2166281"/>
                    </a:lnTo>
                    <a:lnTo>
                      <a:pt x="1480671" y="2460667"/>
                    </a:lnTo>
                    <a:close/>
                    <a:moveTo>
                      <a:pt x="2444669" y="172890"/>
                    </a:moveTo>
                    <a:lnTo>
                      <a:pt x="2283391" y="0"/>
                    </a:lnTo>
                    <a:lnTo>
                      <a:pt x="2310661" y="43110"/>
                    </a:lnTo>
                    <a:lnTo>
                      <a:pt x="2318851" y="76230"/>
                    </a:lnTo>
                    <a:lnTo>
                      <a:pt x="2318400" y="109889"/>
                    </a:lnTo>
                    <a:lnTo>
                      <a:pt x="2307870" y="144719"/>
                    </a:lnTo>
                    <a:lnTo>
                      <a:pt x="2287800" y="178379"/>
                    </a:lnTo>
                    <a:lnTo>
                      <a:pt x="2187270" y="292137"/>
                    </a:lnTo>
                    <a:lnTo>
                      <a:pt x="2131650" y="366476"/>
                    </a:lnTo>
                    <a:lnTo>
                      <a:pt x="2092860" y="424346"/>
                    </a:lnTo>
                    <a:lnTo>
                      <a:pt x="2011500" y="570864"/>
                    </a:lnTo>
                    <a:lnTo>
                      <a:pt x="1941209" y="731692"/>
                    </a:lnTo>
                    <a:lnTo>
                      <a:pt x="1890718" y="899721"/>
                    </a:lnTo>
                    <a:lnTo>
                      <a:pt x="1780826" y="1334147"/>
                    </a:lnTo>
                    <a:lnTo>
                      <a:pt x="1745096" y="1438366"/>
                    </a:lnTo>
                    <a:lnTo>
                      <a:pt x="1700995" y="1539345"/>
                    </a:lnTo>
                    <a:lnTo>
                      <a:pt x="1626655" y="1669394"/>
                    </a:lnTo>
                    <a:lnTo>
                      <a:pt x="1538545" y="1789092"/>
                    </a:lnTo>
                    <a:lnTo>
                      <a:pt x="1437025" y="1897721"/>
                    </a:lnTo>
                    <a:lnTo>
                      <a:pt x="819175" y="2470022"/>
                    </a:lnTo>
                    <a:lnTo>
                      <a:pt x="794245" y="2485502"/>
                    </a:lnTo>
                    <a:lnTo>
                      <a:pt x="766165" y="2494052"/>
                    </a:lnTo>
                    <a:lnTo>
                      <a:pt x="722426" y="2492612"/>
                    </a:lnTo>
                    <a:lnTo>
                      <a:pt x="694976" y="2482352"/>
                    </a:lnTo>
                    <a:lnTo>
                      <a:pt x="671126" y="2465251"/>
                    </a:lnTo>
                    <a:lnTo>
                      <a:pt x="649347" y="2425832"/>
                    </a:lnTo>
                    <a:lnTo>
                      <a:pt x="569335" y="2761619"/>
                    </a:lnTo>
                    <a:lnTo>
                      <a:pt x="520195" y="2879697"/>
                    </a:lnTo>
                    <a:lnTo>
                      <a:pt x="488694" y="2938917"/>
                    </a:lnTo>
                    <a:lnTo>
                      <a:pt x="447384" y="2999846"/>
                    </a:lnTo>
                    <a:lnTo>
                      <a:pt x="493194" y="3029096"/>
                    </a:lnTo>
                    <a:lnTo>
                      <a:pt x="1353683" y="2238728"/>
                    </a:lnTo>
                    <a:lnTo>
                      <a:pt x="1441973" y="2176359"/>
                    </a:lnTo>
                    <a:lnTo>
                      <a:pt x="1521173" y="2104000"/>
                    </a:lnTo>
                    <a:lnTo>
                      <a:pt x="1595423" y="2024531"/>
                    </a:lnTo>
                    <a:lnTo>
                      <a:pt x="1746713" y="1842913"/>
                    </a:lnTo>
                    <a:lnTo>
                      <a:pt x="1871813" y="1621246"/>
                    </a:lnTo>
                    <a:lnTo>
                      <a:pt x="1966674" y="1367178"/>
                    </a:lnTo>
                    <a:lnTo>
                      <a:pt x="2127508" y="742314"/>
                    </a:lnTo>
                    <a:lnTo>
                      <a:pt x="2138398" y="683184"/>
                    </a:lnTo>
                    <a:lnTo>
                      <a:pt x="2177458" y="581845"/>
                    </a:lnTo>
                    <a:lnTo>
                      <a:pt x="2202388" y="533696"/>
                    </a:lnTo>
                    <a:lnTo>
                      <a:pt x="2369519" y="320218"/>
                    </a:lnTo>
                    <a:lnTo>
                      <a:pt x="2359169" y="257129"/>
                    </a:lnTo>
                    <a:lnTo>
                      <a:pt x="2444669" y="172890"/>
                    </a:lnTo>
                    <a:close/>
                    <a:moveTo>
                      <a:pt x="0" y="2655596"/>
                    </a:moveTo>
                    <a:lnTo>
                      <a:pt x="308696" y="2950976"/>
                    </a:lnTo>
                    <a:lnTo>
                      <a:pt x="340466" y="2920646"/>
                    </a:lnTo>
                    <a:lnTo>
                      <a:pt x="405627" y="2626349"/>
                    </a:lnTo>
                    <a:lnTo>
                      <a:pt x="473760" y="2183372"/>
                    </a:lnTo>
                    <a:lnTo>
                      <a:pt x="452790" y="2182382"/>
                    </a:lnTo>
                    <a:lnTo>
                      <a:pt x="0" y="2655596"/>
                    </a:lnTo>
                    <a:close/>
                    <a:moveTo>
                      <a:pt x="1800532" y="1867843"/>
                    </a:moveTo>
                    <a:lnTo>
                      <a:pt x="1785233" y="1774694"/>
                    </a:lnTo>
                    <a:lnTo>
                      <a:pt x="1746713" y="1842913"/>
                    </a:lnTo>
                    <a:lnTo>
                      <a:pt x="1733573" y="1855153"/>
                    </a:lnTo>
                    <a:lnTo>
                      <a:pt x="1618733" y="1995911"/>
                    </a:lnTo>
                    <a:lnTo>
                      <a:pt x="1736452" y="1996632"/>
                    </a:lnTo>
                    <a:lnTo>
                      <a:pt x="2492981" y="2798711"/>
                    </a:lnTo>
                    <a:lnTo>
                      <a:pt x="2490731" y="2875031"/>
                    </a:lnTo>
                    <a:lnTo>
                      <a:pt x="2667490" y="2708263"/>
                    </a:lnTo>
                    <a:lnTo>
                      <a:pt x="2591171" y="2706103"/>
                    </a:lnTo>
                    <a:lnTo>
                      <a:pt x="1800532" y="1867843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66" name="Контур"/>
              <p:cNvSpPr/>
              <p:nvPr/>
            </p:nvSpPr>
            <p:spPr>
              <a:xfrm>
                <a:off x="4349337" y="1584000"/>
                <a:ext cx="1341180" cy="1155308"/>
              </a:xfrm>
              <a:custGeom>
                <a:avLst/>
                <a:gdLst/>
                <a:ahLst/>
                <a:cxnLst/>
                <a:rect l="l" t="t" r="r" b="b"/>
                <a:pathLst>
                  <a:path w="1341180" h="1155308" fill="none">
                    <a:moveTo>
                      <a:pt x="678151" y="142909"/>
                    </a:moveTo>
                    <a:lnTo>
                      <a:pt x="801719" y="273859"/>
                    </a:lnTo>
                    <a:lnTo>
                      <a:pt x="1092047" y="0"/>
                    </a:lnTo>
                    <a:moveTo>
                      <a:pt x="829654" y="0"/>
                    </a:moveTo>
                    <a:lnTo>
                      <a:pt x="678151" y="142909"/>
                    </a:lnTo>
                    <a:lnTo>
                      <a:pt x="678151" y="142909"/>
                    </a:lnTo>
                    <a:moveTo>
                      <a:pt x="116278" y="1155308"/>
                    </a:moveTo>
                    <a:lnTo>
                      <a:pt x="902608" y="413628"/>
                    </a:lnTo>
                    <a:lnTo>
                      <a:pt x="1295097" y="43464"/>
                    </a:lnTo>
                    <a:lnTo>
                      <a:pt x="1341180" y="0"/>
                    </a:lnTo>
                    <a:moveTo>
                      <a:pt x="1092047" y="0"/>
                    </a:moveTo>
                    <a:lnTo>
                      <a:pt x="801719" y="273859"/>
                    </a:lnTo>
                    <a:lnTo>
                      <a:pt x="710009" y="360347"/>
                    </a:lnTo>
                    <a:lnTo>
                      <a:pt x="0" y="1030118"/>
                    </a:lnTo>
                    <a:lnTo>
                      <a:pt x="116278" y="1155308"/>
                    </a:lnTo>
                    <a:lnTo>
                      <a:pt x="116278" y="1155308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67" name="Контур"/>
              <p:cNvSpPr/>
              <p:nvPr/>
            </p:nvSpPr>
            <p:spPr>
              <a:xfrm>
                <a:off x="4226669" y="1813308"/>
                <a:ext cx="832677" cy="800810"/>
              </a:xfrm>
              <a:custGeom>
                <a:avLst/>
                <a:gdLst/>
                <a:ahLst/>
                <a:cxnLst/>
                <a:rect l="l" t="t" r="r" b="b"/>
                <a:pathLst>
                  <a:path w="832677" h="800810" fill="none">
                    <a:moveTo>
                      <a:pt x="709109" y="0"/>
                    </a:moveTo>
                    <a:lnTo>
                      <a:pt x="0" y="668870"/>
                    </a:lnTo>
                    <a:lnTo>
                      <a:pt x="122668" y="800810"/>
                    </a:lnTo>
                    <a:lnTo>
                      <a:pt x="832677" y="131039"/>
                    </a:lnTo>
                    <a:lnTo>
                      <a:pt x="709109" y="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68" name="Контур"/>
              <p:cNvSpPr/>
              <p:nvPr/>
            </p:nvSpPr>
            <p:spPr>
              <a:xfrm>
                <a:off x="3140651" y="1584000"/>
                <a:ext cx="2038340" cy="898178"/>
              </a:xfrm>
              <a:custGeom>
                <a:avLst/>
                <a:gdLst/>
                <a:ahLst/>
                <a:cxnLst/>
                <a:rect l="l" t="t" r="r" b="b"/>
                <a:pathLst>
                  <a:path w="2038340" h="898178" fill="none">
                    <a:moveTo>
                      <a:pt x="1886837" y="142909"/>
                    </a:moveTo>
                    <a:lnTo>
                      <a:pt x="2038340" y="0"/>
                    </a:lnTo>
                    <a:moveTo>
                      <a:pt x="1880849" y="0"/>
                    </a:moveTo>
                    <a:lnTo>
                      <a:pt x="1816908" y="60289"/>
                    </a:lnTo>
                    <a:lnTo>
                      <a:pt x="1760058" y="0"/>
                    </a:lnTo>
                    <a:moveTo>
                      <a:pt x="1160501" y="0"/>
                    </a:moveTo>
                    <a:lnTo>
                      <a:pt x="746363" y="390669"/>
                    </a:lnTo>
                    <a:lnTo>
                      <a:pt x="427948" y="51100"/>
                    </a:lnTo>
                    <a:lnTo>
                      <a:pt x="348478" y="127058"/>
                    </a:lnTo>
                    <a:lnTo>
                      <a:pt x="355408" y="134798"/>
                    </a:lnTo>
                    <a:lnTo>
                      <a:pt x="672383" y="475448"/>
                    </a:lnTo>
                    <a:lnTo>
                      <a:pt x="997189" y="802508"/>
                    </a:lnTo>
                    <a:lnTo>
                      <a:pt x="1086018" y="898178"/>
                    </a:lnTo>
                    <a:lnTo>
                      <a:pt x="1795127" y="229308"/>
                    </a:lnTo>
                    <a:lnTo>
                      <a:pt x="1918695" y="360347"/>
                    </a:lnTo>
                    <a:lnTo>
                      <a:pt x="2010405" y="273859"/>
                    </a:lnTo>
                    <a:lnTo>
                      <a:pt x="1886837" y="142909"/>
                    </a:lnTo>
                    <a:lnTo>
                      <a:pt x="1886837" y="142909"/>
                    </a:lnTo>
                    <a:moveTo>
                      <a:pt x="1816908" y="60289"/>
                    </a:moveTo>
                    <a:lnTo>
                      <a:pt x="1880849" y="0"/>
                    </a:lnTo>
                    <a:moveTo>
                      <a:pt x="1760058" y="0"/>
                    </a:moveTo>
                    <a:lnTo>
                      <a:pt x="1816908" y="60289"/>
                    </a:lnTo>
                    <a:lnTo>
                      <a:pt x="1816908" y="60289"/>
                    </a:lnTo>
                    <a:moveTo>
                      <a:pt x="482482" y="0"/>
                    </a:moveTo>
                    <a:lnTo>
                      <a:pt x="427948" y="51100"/>
                    </a:lnTo>
                    <a:lnTo>
                      <a:pt x="746363" y="390669"/>
                    </a:lnTo>
                    <a:lnTo>
                      <a:pt x="1160501" y="0"/>
                    </a:lnTo>
                    <a:moveTo>
                      <a:pt x="348478" y="127058"/>
                    </a:moveTo>
                    <a:lnTo>
                      <a:pt x="427948" y="51100"/>
                    </a:lnTo>
                    <a:lnTo>
                      <a:pt x="482482" y="0"/>
                    </a:lnTo>
                    <a:moveTo>
                      <a:pt x="338334" y="0"/>
                    </a:moveTo>
                    <a:lnTo>
                      <a:pt x="282149" y="52989"/>
                    </a:lnTo>
                    <a:lnTo>
                      <a:pt x="348478" y="127058"/>
                    </a:lnTo>
                    <a:lnTo>
                      <a:pt x="348478" y="127058"/>
                    </a:lnTo>
                    <a:moveTo>
                      <a:pt x="73979" y="249366"/>
                    </a:moveTo>
                    <a:lnTo>
                      <a:pt x="338359" y="0"/>
                    </a:lnTo>
                    <a:moveTo>
                      <a:pt x="184194" y="0"/>
                    </a:moveTo>
                    <a:lnTo>
                      <a:pt x="0" y="166656"/>
                    </a:lnTo>
                    <a:lnTo>
                      <a:pt x="73979" y="249366"/>
                    </a:lnTo>
                    <a:lnTo>
                      <a:pt x="73979" y="249366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69" name="Контур"/>
              <p:cNvSpPr/>
              <p:nvPr/>
            </p:nvSpPr>
            <p:spPr>
              <a:xfrm>
                <a:off x="4098755" y="5033760"/>
                <a:ext cx="1921400" cy="1129032"/>
              </a:xfrm>
              <a:custGeom>
                <a:avLst/>
                <a:gdLst/>
                <a:ahLst/>
                <a:cxnLst/>
                <a:rect l="l" t="t" r="r" b="b"/>
                <a:pathLst>
                  <a:path w="1921400" h="1129032" fill="none">
                    <a:moveTo>
                      <a:pt x="88740" y="943903"/>
                    </a:moveTo>
                    <a:lnTo>
                      <a:pt x="2160" y="1006812"/>
                    </a:lnTo>
                    <a:lnTo>
                      <a:pt x="0" y="1008432"/>
                    </a:lnTo>
                    <a:lnTo>
                      <a:pt x="87209" y="1129032"/>
                    </a:lnTo>
                    <a:lnTo>
                      <a:pt x="89459" y="1127412"/>
                    </a:lnTo>
                    <a:lnTo>
                      <a:pt x="174959" y="1065313"/>
                    </a:lnTo>
                    <a:lnTo>
                      <a:pt x="91620" y="951373"/>
                    </a:lnTo>
                    <a:lnTo>
                      <a:pt x="88740" y="943903"/>
                    </a:lnTo>
                    <a:close/>
                    <a:moveTo>
                      <a:pt x="1271068" y="71547"/>
                    </a:moveTo>
                    <a:lnTo>
                      <a:pt x="1219948" y="99717"/>
                    </a:lnTo>
                    <a:lnTo>
                      <a:pt x="927988" y="310223"/>
                    </a:lnTo>
                    <a:lnTo>
                      <a:pt x="1359531" y="908362"/>
                    </a:lnTo>
                    <a:lnTo>
                      <a:pt x="1921400" y="551518"/>
                    </a:lnTo>
                    <a:lnTo>
                      <a:pt x="1860381" y="425069"/>
                    </a:lnTo>
                    <a:lnTo>
                      <a:pt x="1819071" y="420928"/>
                    </a:lnTo>
                    <a:lnTo>
                      <a:pt x="1750223" y="312119"/>
                    </a:lnTo>
                    <a:lnTo>
                      <a:pt x="1781453" y="263069"/>
                    </a:lnTo>
                    <a:lnTo>
                      <a:pt x="1654375" y="0"/>
                    </a:lnTo>
                    <a:lnTo>
                      <a:pt x="1271068" y="71547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70" name="Контур"/>
              <p:cNvSpPr/>
              <p:nvPr/>
            </p:nvSpPr>
            <p:spPr>
              <a:xfrm>
                <a:off x="4928656" y="1584000"/>
                <a:ext cx="2292355" cy="2202094"/>
              </a:xfrm>
              <a:custGeom>
                <a:avLst/>
                <a:gdLst/>
                <a:ahLst/>
                <a:cxnLst/>
                <a:rect l="l" t="t" r="r" b="b"/>
                <a:pathLst>
                  <a:path w="2292355" h="2202094" fill="none">
                    <a:moveTo>
                      <a:pt x="131128" y="2202094"/>
                    </a:moveTo>
                    <a:lnTo>
                      <a:pt x="521097" y="1838320"/>
                    </a:lnTo>
                    <a:lnTo>
                      <a:pt x="556467" y="1799800"/>
                    </a:lnTo>
                    <a:lnTo>
                      <a:pt x="604707" y="1836970"/>
                    </a:lnTo>
                    <a:lnTo>
                      <a:pt x="674547" y="1740221"/>
                    </a:lnTo>
                    <a:lnTo>
                      <a:pt x="1965776" y="522269"/>
                    </a:lnTo>
                    <a:lnTo>
                      <a:pt x="1859578" y="408689"/>
                    </a:lnTo>
                    <a:lnTo>
                      <a:pt x="2292355" y="0"/>
                    </a:lnTo>
                    <a:moveTo>
                      <a:pt x="2168629" y="0"/>
                    </a:moveTo>
                    <a:lnTo>
                      <a:pt x="2105368" y="59673"/>
                    </a:lnTo>
                    <a:lnTo>
                      <a:pt x="2000878" y="210871"/>
                    </a:lnTo>
                    <a:lnTo>
                      <a:pt x="220139" y="1890337"/>
                    </a:lnTo>
                    <a:lnTo>
                      <a:pt x="0" y="2076454"/>
                    </a:lnTo>
                    <a:lnTo>
                      <a:pt x="110428" y="2194174"/>
                    </a:lnTo>
                    <a:lnTo>
                      <a:pt x="131128" y="2202094"/>
                    </a:lnTo>
                    <a:lnTo>
                      <a:pt x="131128" y="2202094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71" name="Контур"/>
              <p:cNvSpPr/>
              <p:nvPr/>
            </p:nvSpPr>
            <p:spPr>
              <a:xfrm>
                <a:off x="1264513" y="1636989"/>
                <a:ext cx="5068411" cy="3683138"/>
              </a:xfrm>
              <a:custGeom>
                <a:avLst/>
                <a:gdLst/>
                <a:ahLst/>
                <a:cxnLst/>
                <a:rect l="l" t="t" r="r" b="b"/>
                <a:pathLst>
                  <a:path w="5068411" h="3683138" fill="none">
                    <a:moveTo>
                      <a:pt x="3773848" y="2613682"/>
                    </a:moveTo>
                    <a:lnTo>
                      <a:pt x="2680350" y="3396669"/>
                    </a:lnTo>
                    <a:lnTo>
                      <a:pt x="2903727" y="3683138"/>
                    </a:lnTo>
                    <a:lnTo>
                      <a:pt x="3986514" y="2908341"/>
                    </a:lnTo>
                    <a:lnTo>
                      <a:pt x="3773848" y="2613682"/>
                    </a:lnTo>
                    <a:close/>
                    <a:moveTo>
                      <a:pt x="1876138" y="113667"/>
                    </a:moveTo>
                    <a:lnTo>
                      <a:pt x="1787848" y="206816"/>
                    </a:lnTo>
                    <a:lnTo>
                      <a:pt x="1963166" y="404185"/>
                    </a:lnTo>
                    <a:lnTo>
                      <a:pt x="2775134" y="1272235"/>
                    </a:lnTo>
                    <a:lnTo>
                      <a:pt x="3441394" y="1996554"/>
                    </a:lnTo>
                    <a:lnTo>
                      <a:pt x="3766830" y="2324154"/>
                    </a:lnTo>
                    <a:lnTo>
                      <a:pt x="3784469" y="2383914"/>
                    </a:lnTo>
                    <a:lnTo>
                      <a:pt x="3974999" y="2230286"/>
                    </a:lnTo>
                    <a:lnTo>
                      <a:pt x="3936929" y="2239286"/>
                    </a:lnTo>
                    <a:lnTo>
                      <a:pt x="3900569" y="2237485"/>
                    </a:lnTo>
                    <a:lnTo>
                      <a:pt x="3860520" y="2223175"/>
                    </a:lnTo>
                    <a:lnTo>
                      <a:pt x="3831270" y="2201485"/>
                    </a:lnTo>
                    <a:lnTo>
                      <a:pt x="1876138" y="113667"/>
                    </a:lnTo>
                    <a:close/>
                    <a:moveTo>
                      <a:pt x="2962156" y="845189"/>
                    </a:moveTo>
                    <a:lnTo>
                      <a:pt x="2873327" y="749519"/>
                    </a:lnTo>
                    <a:lnTo>
                      <a:pt x="2548521" y="422459"/>
                    </a:lnTo>
                    <a:lnTo>
                      <a:pt x="2231546" y="81809"/>
                    </a:lnTo>
                    <a:lnTo>
                      <a:pt x="2224616" y="74069"/>
                    </a:lnTo>
                    <a:lnTo>
                      <a:pt x="2158287" y="0"/>
                    </a:lnTo>
                    <a:lnTo>
                      <a:pt x="1950117" y="196377"/>
                    </a:lnTo>
                    <a:lnTo>
                      <a:pt x="3342937" y="1681106"/>
                    </a:lnTo>
                    <a:lnTo>
                      <a:pt x="3664143" y="2023465"/>
                    </a:lnTo>
                    <a:lnTo>
                      <a:pt x="3884282" y="1837348"/>
                    </a:lnTo>
                    <a:lnTo>
                      <a:pt x="3201102" y="1102319"/>
                    </a:lnTo>
                    <a:lnTo>
                      <a:pt x="3084824" y="977129"/>
                    </a:lnTo>
                    <a:lnTo>
                      <a:pt x="2962156" y="845189"/>
                    </a:lnTo>
                    <a:close/>
                    <a:moveTo>
                      <a:pt x="3987432" y="360639"/>
                    </a:moveTo>
                    <a:lnTo>
                      <a:pt x="3201102" y="1102319"/>
                    </a:lnTo>
                    <a:lnTo>
                      <a:pt x="3884282" y="1837348"/>
                    </a:lnTo>
                    <a:lnTo>
                      <a:pt x="5068411" y="720464"/>
                    </a:lnTo>
                    <a:lnTo>
                      <a:pt x="4929543" y="573134"/>
                    </a:lnTo>
                    <a:lnTo>
                      <a:pt x="4537054" y="943389"/>
                    </a:lnTo>
                    <a:lnTo>
                      <a:pt x="3987432" y="360639"/>
                    </a:lnTo>
                    <a:close/>
                    <a:moveTo>
                      <a:pt x="2577224" y="1473742"/>
                    </a:moveTo>
                    <a:lnTo>
                      <a:pt x="1497675" y="2492527"/>
                    </a:lnTo>
                    <a:lnTo>
                      <a:pt x="2257174" y="3297847"/>
                    </a:lnTo>
                    <a:lnTo>
                      <a:pt x="2333493" y="3300007"/>
                    </a:lnTo>
                    <a:lnTo>
                      <a:pt x="2889873" y="2775315"/>
                    </a:lnTo>
                    <a:lnTo>
                      <a:pt x="2994363" y="2624117"/>
                    </a:lnTo>
                    <a:lnTo>
                      <a:pt x="3347163" y="2291391"/>
                    </a:lnTo>
                    <a:lnTo>
                      <a:pt x="2577224" y="1473742"/>
                    </a:lnTo>
                    <a:close/>
                    <a:moveTo>
                      <a:pt x="1677503" y="1162608"/>
                    </a:moveTo>
                    <a:lnTo>
                      <a:pt x="1239569" y="693348"/>
                    </a:lnTo>
                    <a:lnTo>
                      <a:pt x="1193579" y="643938"/>
                    </a:lnTo>
                    <a:lnTo>
                      <a:pt x="0" y="1756682"/>
                    </a:lnTo>
                    <a:lnTo>
                      <a:pt x="46080" y="1806092"/>
                    </a:lnTo>
                    <a:lnTo>
                      <a:pt x="789649" y="2603312"/>
                    </a:lnTo>
                    <a:lnTo>
                      <a:pt x="801799" y="2614562"/>
                    </a:lnTo>
                    <a:lnTo>
                      <a:pt x="815209" y="2624282"/>
                    </a:lnTo>
                    <a:lnTo>
                      <a:pt x="829699" y="2632382"/>
                    </a:lnTo>
                    <a:lnTo>
                      <a:pt x="1366998" y="2131089"/>
                    </a:lnTo>
                    <a:lnTo>
                      <a:pt x="1411099" y="2030110"/>
                    </a:lnTo>
                    <a:lnTo>
                      <a:pt x="1446829" y="1925891"/>
                    </a:lnTo>
                    <a:lnTo>
                      <a:pt x="1493270" y="1742473"/>
                    </a:lnTo>
                    <a:lnTo>
                      <a:pt x="1556721" y="1491465"/>
                    </a:lnTo>
                    <a:lnTo>
                      <a:pt x="1607212" y="1323436"/>
                    </a:lnTo>
                    <a:lnTo>
                      <a:pt x="1677503" y="1162608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72" name="Контур"/>
              <p:cNvSpPr/>
              <p:nvPr/>
            </p:nvSpPr>
            <p:spPr>
              <a:xfrm>
                <a:off x="1828192" y="1584000"/>
                <a:ext cx="1195184" cy="1215597"/>
              </a:xfrm>
              <a:custGeom>
                <a:avLst/>
                <a:gdLst/>
                <a:ahLst/>
                <a:cxnLst/>
                <a:rect l="l" t="t" r="r" b="b"/>
                <a:pathLst>
                  <a:path w="1195184" h="1215597" fill="none">
                    <a:moveTo>
                      <a:pt x="1180604" y="1044959"/>
                    </a:moveTo>
                    <a:lnTo>
                      <a:pt x="796940" y="633479"/>
                    </a:lnTo>
                    <a:lnTo>
                      <a:pt x="760130" y="593969"/>
                    </a:lnTo>
                    <a:lnTo>
                      <a:pt x="205867" y="0"/>
                    </a:lnTo>
                    <a:moveTo>
                      <a:pt x="126941" y="0"/>
                    </a:moveTo>
                    <a:lnTo>
                      <a:pt x="92879" y="37678"/>
                    </a:lnTo>
                    <a:lnTo>
                      <a:pt x="57689" y="6448"/>
                    </a:lnTo>
                    <a:lnTo>
                      <a:pt x="50431" y="0"/>
                    </a:lnTo>
                    <a:moveTo>
                      <a:pt x="19814" y="0"/>
                    </a:moveTo>
                    <a:lnTo>
                      <a:pt x="0" y="21838"/>
                    </a:lnTo>
                    <a:lnTo>
                      <a:pt x="76948" y="104278"/>
                    </a:lnTo>
                    <a:lnTo>
                      <a:pt x="123028" y="153688"/>
                    </a:lnTo>
                    <a:lnTo>
                      <a:pt x="629900" y="696927"/>
                    </a:lnTo>
                    <a:lnTo>
                      <a:pt x="675890" y="746337"/>
                    </a:lnTo>
                    <a:lnTo>
                      <a:pt x="1113824" y="1215597"/>
                    </a:lnTo>
                    <a:lnTo>
                      <a:pt x="1195184" y="1069079"/>
                    </a:lnTo>
                    <a:lnTo>
                      <a:pt x="1192394" y="1062509"/>
                    </a:lnTo>
                    <a:lnTo>
                      <a:pt x="1189064" y="1056299"/>
                    </a:lnTo>
                    <a:lnTo>
                      <a:pt x="1185104" y="1050359"/>
                    </a:lnTo>
                    <a:lnTo>
                      <a:pt x="1180604" y="1044959"/>
                    </a:lnTo>
                    <a:lnTo>
                      <a:pt x="1180604" y="1044959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73" name="Контур"/>
              <p:cNvSpPr/>
              <p:nvPr/>
            </p:nvSpPr>
            <p:spPr>
              <a:xfrm>
                <a:off x="2683542" y="1929033"/>
                <a:ext cx="565825" cy="666176"/>
              </a:xfrm>
              <a:custGeom>
                <a:avLst/>
                <a:gdLst/>
                <a:ahLst/>
                <a:cxnLst/>
                <a:rect l="l" t="t" r="r" b="b"/>
                <a:pathLst>
                  <a:path w="565825" h="666176" fill="none">
                    <a:moveTo>
                      <a:pt x="530365" y="299700"/>
                    </a:moveTo>
                    <a:lnTo>
                      <a:pt x="250739" y="0"/>
                    </a:lnTo>
                    <a:lnTo>
                      <a:pt x="12150" y="222657"/>
                    </a:lnTo>
                    <a:lnTo>
                      <a:pt x="0" y="247767"/>
                    </a:lnTo>
                    <a:lnTo>
                      <a:pt x="899" y="264777"/>
                    </a:lnTo>
                    <a:lnTo>
                      <a:pt x="11609" y="284486"/>
                    </a:lnTo>
                    <a:lnTo>
                      <a:pt x="355494" y="653126"/>
                    </a:lnTo>
                    <a:lnTo>
                      <a:pt x="378624" y="666176"/>
                    </a:lnTo>
                    <a:lnTo>
                      <a:pt x="434244" y="591837"/>
                    </a:lnTo>
                    <a:lnTo>
                      <a:pt x="534774" y="478079"/>
                    </a:lnTo>
                    <a:lnTo>
                      <a:pt x="554844" y="444419"/>
                    </a:lnTo>
                    <a:lnTo>
                      <a:pt x="565374" y="409589"/>
                    </a:lnTo>
                    <a:lnTo>
                      <a:pt x="565825" y="375930"/>
                    </a:lnTo>
                    <a:lnTo>
                      <a:pt x="557635" y="342810"/>
                    </a:lnTo>
                    <a:lnTo>
                      <a:pt x="530365" y="29970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74" name="Контур"/>
              <p:cNvSpPr/>
              <p:nvPr/>
            </p:nvSpPr>
            <p:spPr>
              <a:xfrm>
                <a:off x="3014203" y="1584000"/>
                <a:ext cx="309370" cy="166656"/>
              </a:xfrm>
              <a:custGeom>
                <a:avLst/>
                <a:gdLst/>
                <a:ahLst/>
                <a:cxnLst/>
                <a:rect l="l" t="t" r="r" b="b"/>
                <a:pathLst>
                  <a:path w="309370" h="166656" fill="none">
                    <a:moveTo>
                      <a:pt x="163109" y="0"/>
                    </a:moveTo>
                    <a:lnTo>
                      <a:pt x="152999" y="9517"/>
                    </a:lnTo>
                    <a:lnTo>
                      <a:pt x="113129" y="33097"/>
                    </a:lnTo>
                    <a:lnTo>
                      <a:pt x="87479" y="40026"/>
                    </a:lnTo>
                    <a:lnTo>
                      <a:pt x="54360" y="41376"/>
                    </a:lnTo>
                    <a:lnTo>
                      <a:pt x="0" y="24996"/>
                    </a:lnTo>
                    <a:lnTo>
                      <a:pt x="126448" y="166656"/>
                    </a:lnTo>
                    <a:lnTo>
                      <a:pt x="309370" y="0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75" name="Контур"/>
              <p:cNvSpPr/>
              <p:nvPr/>
            </p:nvSpPr>
            <p:spPr>
              <a:xfrm>
                <a:off x="2715749" y="2565511"/>
                <a:ext cx="1125988" cy="1564005"/>
              </a:xfrm>
              <a:custGeom>
                <a:avLst/>
                <a:gdLst/>
                <a:ahLst/>
                <a:cxnLst/>
                <a:rect l="l" t="t" r="r" b="b"/>
                <a:pathLst>
                  <a:path w="1125988" h="1564005" fill="none">
                    <a:moveTo>
                      <a:pt x="612545" y="0"/>
                    </a:moveTo>
                    <a:lnTo>
                      <a:pt x="533885" y="93689"/>
                    </a:lnTo>
                    <a:lnTo>
                      <a:pt x="448745" y="218428"/>
                    </a:lnTo>
                    <a:lnTo>
                      <a:pt x="394205" y="317697"/>
                    </a:lnTo>
                    <a:lnTo>
                      <a:pt x="334624" y="456475"/>
                    </a:lnTo>
                    <a:lnTo>
                      <a:pt x="310684" y="528114"/>
                    </a:lnTo>
                    <a:lnTo>
                      <a:pt x="181441" y="1030400"/>
                    </a:lnTo>
                    <a:lnTo>
                      <a:pt x="86580" y="1284468"/>
                    </a:lnTo>
                    <a:lnTo>
                      <a:pt x="0" y="1437916"/>
                    </a:lnTo>
                    <a:lnTo>
                      <a:pt x="15299" y="1531065"/>
                    </a:lnTo>
                    <a:lnTo>
                      <a:pt x="46439" y="1564005"/>
                    </a:lnTo>
                    <a:lnTo>
                      <a:pt x="1125988" y="545220"/>
                    </a:lnTo>
                    <a:lnTo>
                      <a:pt x="612545" y="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76" name="Контур"/>
              <p:cNvSpPr/>
              <p:nvPr/>
            </p:nvSpPr>
            <p:spPr>
              <a:xfrm>
                <a:off x="2034045" y="1584000"/>
                <a:ext cx="1028121" cy="1069079"/>
              </a:xfrm>
              <a:custGeom>
                <a:avLst/>
                <a:gdLst/>
                <a:ahLst/>
                <a:cxnLst/>
                <a:rect l="l" t="t" r="r" b="b"/>
                <a:pathLst>
                  <a:path w="1028121" h="1069079" fill="none">
                    <a:moveTo>
                      <a:pt x="900236" y="345033"/>
                    </a:moveTo>
                    <a:lnTo>
                      <a:pt x="578336" y="0"/>
                    </a:lnTo>
                    <a:moveTo>
                      <a:pt x="0" y="0"/>
                    </a:moveTo>
                    <a:lnTo>
                      <a:pt x="974751" y="1044959"/>
                    </a:lnTo>
                    <a:lnTo>
                      <a:pt x="989331" y="1069079"/>
                    </a:lnTo>
                    <a:lnTo>
                      <a:pt x="1028121" y="1011209"/>
                    </a:lnTo>
                    <a:lnTo>
                      <a:pt x="1004991" y="998159"/>
                    </a:lnTo>
                    <a:lnTo>
                      <a:pt x="661106" y="629519"/>
                    </a:lnTo>
                    <a:lnTo>
                      <a:pt x="649317" y="604140"/>
                    </a:lnTo>
                    <a:lnTo>
                      <a:pt x="652377" y="581910"/>
                    </a:lnTo>
                    <a:lnTo>
                      <a:pt x="661647" y="567690"/>
                    </a:lnTo>
                    <a:lnTo>
                      <a:pt x="900236" y="345033"/>
                    </a:lnTo>
                    <a:lnTo>
                      <a:pt x="900236" y="345033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77" name="Контур"/>
              <p:cNvSpPr/>
              <p:nvPr/>
            </p:nvSpPr>
            <p:spPr>
              <a:xfrm>
                <a:off x="758001" y="1737688"/>
                <a:ext cx="1700091" cy="1655983"/>
              </a:xfrm>
              <a:custGeom>
                <a:avLst/>
                <a:gdLst/>
                <a:ahLst/>
                <a:cxnLst/>
                <a:rect l="l" t="t" r="r" b="b"/>
                <a:pathLst>
                  <a:path w="1700091" h="1655983" fill="none">
                    <a:moveTo>
                      <a:pt x="1700091" y="543239"/>
                    </a:moveTo>
                    <a:lnTo>
                      <a:pt x="1193219" y="0"/>
                    </a:lnTo>
                    <a:lnTo>
                      <a:pt x="0" y="1113104"/>
                    </a:lnTo>
                    <a:lnTo>
                      <a:pt x="506512" y="1655983"/>
                    </a:lnTo>
                    <a:lnTo>
                      <a:pt x="1700091" y="543239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78" name="Контур"/>
              <p:cNvSpPr/>
              <p:nvPr/>
            </p:nvSpPr>
            <p:spPr>
              <a:xfrm>
                <a:off x="252000" y="1584000"/>
                <a:ext cx="2888651" cy="3140225"/>
              </a:xfrm>
              <a:custGeom>
                <a:avLst/>
                <a:gdLst/>
                <a:ahLst/>
                <a:cxnLst/>
                <a:rect l="l" t="t" r="r" b="b"/>
                <a:pathLst>
                  <a:path w="2888651" h="3140225" fill="none">
                    <a:moveTo>
                      <a:pt x="0" y="1418126"/>
                    </a:moveTo>
                    <a:lnTo>
                      <a:pt x="51593" y="1471177"/>
                    </a:lnTo>
                    <a:lnTo>
                      <a:pt x="118102" y="1542817"/>
                    </a:lnTo>
                    <a:lnTo>
                      <a:pt x="217822" y="1438599"/>
                    </a:lnTo>
                    <a:lnTo>
                      <a:pt x="0" y="1230170"/>
                    </a:lnTo>
                    <a:moveTo>
                      <a:pt x="0" y="40740"/>
                    </a:moveTo>
                    <a:lnTo>
                      <a:pt x="43678" y="0"/>
                    </a:lnTo>
                    <a:moveTo>
                      <a:pt x="43678" y="0"/>
                    </a:moveTo>
                    <a:lnTo>
                      <a:pt x="0" y="40740"/>
                    </a:lnTo>
                    <a:moveTo>
                      <a:pt x="0" y="336292"/>
                    </a:moveTo>
                    <a:lnTo>
                      <a:pt x="360561" y="0"/>
                    </a:lnTo>
                    <a:moveTo>
                      <a:pt x="1699220" y="153688"/>
                    </a:moveTo>
                    <a:lnTo>
                      <a:pt x="1653140" y="104278"/>
                    </a:lnTo>
                    <a:lnTo>
                      <a:pt x="1576192" y="21838"/>
                    </a:lnTo>
                    <a:lnTo>
                      <a:pt x="1555822" y="0"/>
                    </a:lnTo>
                    <a:moveTo>
                      <a:pt x="360561" y="0"/>
                    </a:moveTo>
                    <a:lnTo>
                      <a:pt x="0" y="336292"/>
                    </a:lnTo>
                    <a:moveTo>
                      <a:pt x="0" y="724353"/>
                    </a:moveTo>
                    <a:lnTo>
                      <a:pt x="459921" y="1217472"/>
                    </a:lnTo>
                    <a:lnTo>
                      <a:pt x="506001" y="1266792"/>
                    </a:lnTo>
                    <a:lnTo>
                      <a:pt x="1699220" y="153688"/>
                    </a:lnTo>
                    <a:lnTo>
                      <a:pt x="1699220" y="153688"/>
                    </a:lnTo>
                    <a:moveTo>
                      <a:pt x="2542032" y="0"/>
                    </a:moveTo>
                    <a:lnTo>
                      <a:pt x="2620544" y="82505"/>
                    </a:lnTo>
                    <a:lnTo>
                      <a:pt x="2800361" y="259805"/>
                    </a:lnTo>
                    <a:lnTo>
                      <a:pt x="2871191" y="182406"/>
                    </a:lnTo>
                    <a:lnTo>
                      <a:pt x="2888651" y="166656"/>
                    </a:lnTo>
                    <a:lnTo>
                      <a:pt x="2762203" y="24996"/>
                    </a:lnTo>
                    <a:lnTo>
                      <a:pt x="2759863" y="23736"/>
                    </a:lnTo>
                    <a:lnTo>
                      <a:pt x="2754193" y="20226"/>
                    </a:lnTo>
                    <a:lnTo>
                      <a:pt x="2748703" y="16446"/>
                    </a:lnTo>
                    <a:lnTo>
                      <a:pt x="2743393" y="12486"/>
                    </a:lnTo>
                    <a:lnTo>
                      <a:pt x="2738263" y="8166"/>
                    </a:lnTo>
                    <a:lnTo>
                      <a:pt x="2733403" y="3666"/>
                    </a:lnTo>
                    <a:lnTo>
                      <a:pt x="2729738" y="0"/>
                    </a:lnTo>
                    <a:moveTo>
                      <a:pt x="1555822" y="0"/>
                    </a:moveTo>
                    <a:lnTo>
                      <a:pt x="1576192" y="21838"/>
                    </a:lnTo>
                    <a:lnTo>
                      <a:pt x="1596006" y="0"/>
                    </a:lnTo>
                    <a:moveTo>
                      <a:pt x="1626623" y="0"/>
                    </a:moveTo>
                    <a:lnTo>
                      <a:pt x="1633881" y="6448"/>
                    </a:lnTo>
                    <a:lnTo>
                      <a:pt x="1669071" y="37678"/>
                    </a:lnTo>
                    <a:lnTo>
                      <a:pt x="1703111" y="0"/>
                    </a:lnTo>
                    <a:moveTo>
                      <a:pt x="2379511" y="2184078"/>
                    </a:moveTo>
                    <a:lnTo>
                      <a:pt x="1842212" y="2685371"/>
                    </a:lnTo>
                    <a:lnTo>
                      <a:pt x="1827722" y="2677271"/>
                    </a:lnTo>
                    <a:lnTo>
                      <a:pt x="1802162" y="2656301"/>
                    </a:lnTo>
                    <a:lnTo>
                      <a:pt x="0" y="724342"/>
                    </a:lnTo>
                    <a:moveTo>
                      <a:pt x="0" y="962200"/>
                    </a:moveTo>
                    <a:lnTo>
                      <a:pt x="401871" y="1363540"/>
                    </a:lnTo>
                    <a:lnTo>
                      <a:pt x="888044" y="1823800"/>
                    </a:lnTo>
                    <a:lnTo>
                      <a:pt x="1150121" y="2097580"/>
                    </a:lnTo>
                    <a:lnTo>
                      <a:pt x="1194310" y="2174620"/>
                    </a:lnTo>
                    <a:lnTo>
                      <a:pt x="1288179" y="2131601"/>
                    </a:lnTo>
                    <a:lnTo>
                      <a:pt x="1337048" y="2237981"/>
                    </a:lnTo>
                    <a:lnTo>
                      <a:pt x="1382136" y="2449209"/>
                    </a:lnTo>
                    <a:lnTo>
                      <a:pt x="1386185" y="2623358"/>
                    </a:lnTo>
                    <a:lnTo>
                      <a:pt x="1348833" y="2978315"/>
                    </a:lnTo>
                    <a:lnTo>
                      <a:pt x="1356753" y="2979665"/>
                    </a:lnTo>
                    <a:lnTo>
                      <a:pt x="1351443" y="3011075"/>
                    </a:lnTo>
                    <a:lnTo>
                      <a:pt x="1342353" y="3009545"/>
                    </a:lnTo>
                    <a:lnTo>
                      <a:pt x="1327863" y="3070565"/>
                    </a:lnTo>
                    <a:lnTo>
                      <a:pt x="1349642" y="3109984"/>
                    </a:lnTo>
                    <a:lnTo>
                      <a:pt x="1360982" y="3119344"/>
                    </a:lnTo>
                    <a:lnTo>
                      <a:pt x="1386812" y="3133115"/>
                    </a:lnTo>
                    <a:lnTo>
                      <a:pt x="1430101" y="3140225"/>
                    </a:lnTo>
                    <a:lnTo>
                      <a:pt x="1472761" y="3130235"/>
                    </a:lnTo>
                    <a:lnTo>
                      <a:pt x="1497691" y="3114755"/>
                    </a:lnTo>
                    <a:lnTo>
                      <a:pt x="2115541" y="2542454"/>
                    </a:lnTo>
                    <a:lnTo>
                      <a:pt x="2217061" y="2433825"/>
                    </a:lnTo>
                    <a:lnTo>
                      <a:pt x="2305171" y="2314127"/>
                    </a:lnTo>
                    <a:lnTo>
                      <a:pt x="2379511" y="2184078"/>
                    </a:lnTo>
                    <a:lnTo>
                      <a:pt x="2379511" y="2184078"/>
                    </a:lnTo>
                    <a:moveTo>
                      <a:pt x="888044" y="1823800"/>
                    </a:moveTo>
                    <a:lnTo>
                      <a:pt x="401871" y="1363540"/>
                    </a:lnTo>
                    <a:lnTo>
                      <a:pt x="0" y="962530"/>
                    </a:lnTo>
                    <a:moveTo>
                      <a:pt x="0" y="1230170"/>
                    </a:moveTo>
                    <a:lnTo>
                      <a:pt x="217822" y="1438599"/>
                    </a:lnTo>
                    <a:lnTo>
                      <a:pt x="118102" y="1542817"/>
                    </a:lnTo>
                    <a:lnTo>
                      <a:pt x="216290" y="1648477"/>
                    </a:lnTo>
                    <a:lnTo>
                      <a:pt x="321860" y="1538139"/>
                    </a:lnTo>
                    <a:lnTo>
                      <a:pt x="1267117" y="2442459"/>
                    </a:lnTo>
                    <a:lnTo>
                      <a:pt x="1294748" y="2349669"/>
                    </a:lnTo>
                    <a:lnTo>
                      <a:pt x="1150121" y="2097580"/>
                    </a:lnTo>
                    <a:lnTo>
                      <a:pt x="888044" y="1823800"/>
                    </a:lnTo>
                    <a:lnTo>
                      <a:pt x="888044" y="1823800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79" name="Контур"/>
              <p:cNvSpPr/>
              <p:nvPr/>
            </p:nvSpPr>
            <p:spPr>
              <a:xfrm>
                <a:off x="468290" y="3122139"/>
                <a:ext cx="1050827" cy="1289966"/>
              </a:xfrm>
              <a:custGeom>
                <a:avLst/>
                <a:gdLst/>
                <a:ahLst/>
                <a:cxnLst/>
                <a:rect l="l" t="t" r="r" b="b"/>
                <a:pathLst>
                  <a:path w="1050827" h="1289966" fill="none">
                    <a:moveTo>
                      <a:pt x="935986" y="1289966"/>
                    </a:moveTo>
                    <a:lnTo>
                      <a:pt x="945886" y="1256756"/>
                    </a:lnTo>
                    <a:lnTo>
                      <a:pt x="915016" y="1288976"/>
                    </a:lnTo>
                    <a:lnTo>
                      <a:pt x="935986" y="1289966"/>
                    </a:lnTo>
                    <a:close/>
                    <a:moveTo>
                      <a:pt x="105570" y="0"/>
                    </a:moveTo>
                    <a:lnTo>
                      <a:pt x="0" y="110338"/>
                    </a:lnTo>
                    <a:lnTo>
                      <a:pt x="61019" y="176128"/>
                    </a:lnTo>
                    <a:lnTo>
                      <a:pt x="186118" y="312118"/>
                    </a:lnTo>
                    <a:lnTo>
                      <a:pt x="340555" y="478258"/>
                    </a:lnTo>
                    <a:lnTo>
                      <a:pt x="415074" y="577798"/>
                    </a:lnTo>
                    <a:lnTo>
                      <a:pt x="516592" y="720267"/>
                    </a:lnTo>
                    <a:lnTo>
                      <a:pt x="583371" y="826377"/>
                    </a:lnTo>
                    <a:lnTo>
                      <a:pt x="651410" y="960747"/>
                    </a:lnTo>
                    <a:lnTo>
                      <a:pt x="718458" y="1098626"/>
                    </a:lnTo>
                    <a:lnTo>
                      <a:pt x="772277" y="1208876"/>
                    </a:lnTo>
                    <a:lnTo>
                      <a:pt x="809267" y="1280245"/>
                    </a:lnTo>
                    <a:lnTo>
                      <a:pt x="861376" y="1286456"/>
                    </a:lnTo>
                    <a:lnTo>
                      <a:pt x="915016" y="1288976"/>
                    </a:lnTo>
                    <a:lnTo>
                      <a:pt x="945886" y="1256756"/>
                    </a:lnTo>
                    <a:lnTo>
                      <a:pt x="1050827" y="904320"/>
                    </a:lnTo>
                    <a:lnTo>
                      <a:pt x="105570" y="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80" name="Контур"/>
              <p:cNvSpPr/>
              <p:nvPr/>
            </p:nvSpPr>
            <p:spPr>
              <a:xfrm>
                <a:off x="252000" y="1584000"/>
                <a:ext cx="4796982" cy="4501726"/>
              </a:xfrm>
              <a:custGeom>
                <a:avLst/>
                <a:gdLst/>
                <a:ahLst/>
                <a:cxnLst/>
                <a:rect l="l" t="t" r="r" b="b"/>
                <a:pathLst>
                  <a:path w="4796982" h="4501726" fill="none">
                    <a:moveTo>
                      <a:pt x="2360410" y="0"/>
                    </a:moveTo>
                    <a:lnTo>
                      <a:pt x="3377522" y="1090323"/>
                    </a:lnTo>
                    <a:lnTo>
                      <a:pt x="4554435" y="2341142"/>
                    </a:lnTo>
                    <a:lnTo>
                      <a:pt x="4592684" y="2404591"/>
                    </a:lnTo>
                    <a:lnTo>
                      <a:pt x="4609063" y="2476861"/>
                    </a:lnTo>
                    <a:lnTo>
                      <a:pt x="4602223" y="2550570"/>
                    </a:lnTo>
                    <a:lnTo>
                      <a:pt x="4573243" y="2617260"/>
                    </a:lnTo>
                    <a:lnTo>
                      <a:pt x="4796982" y="2436903"/>
                    </a:lnTo>
                    <a:lnTo>
                      <a:pt x="4779343" y="2377143"/>
                    </a:lnTo>
                    <a:lnTo>
                      <a:pt x="4453907" y="2049543"/>
                    </a:lnTo>
                    <a:lnTo>
                      <a:pt x="3787647" y="1325224"/>
                    </a:lnTo>
                    <a:lnTo>
                      <a:pt x="2975679" y="457174"/>
                    </a:lnTo>
                    <a:lnTo>
                      <a:pt x="2800361" y="259805"/>
                    </a:lnTo>
                    <a:lnTo>
                      <a:pt x="2620544" y="82505"/>
                    </a:lnTo>
                    <a:lnTo>
                      <a:pt x="2542032" y="0"/>
                    </a:lnTo>
                    <a:moveTo>
                      <a:pt x="0" y="2321088"/>
                    </a:moveTo>
                    <a:lnTo>
                      <a:pt x="383147" y="1920546"/>
                    </a:lnTo>
                    <a:lnTo>
                      <a:pt x="160130" y="1707156"/>
                    </a:lnTo>
                    <a:lnTo>
                      <a:pt x="0" y="1874526"/>
                    </a:lnTo>
                    <a:moveTo>
                      <a:pt x="0" y="1874526"/>
                    </a:moveTo>
                    <a:lnTo>
                      <a:pt x="160130" y="1707156"/>
                    </a:lnTo>
                    <a:lnTo>
                      <a:pt x="216290" y="1648477"/>
                    </a:lnTo>
                    <a:lnTo>
                      <a:pt x="118102" y="1542817"/>
                    </a:lnTo>
                    <a:lnTo>
                      <a:pt x="0" y="1666259"/>
                    </a:lnTo>
                    <a:moveTo>
                      <a:pt x="0" y="1666259"/>
                    </a:moveTo>
                    <a:lnTo>
                      <a:pt x="118102" y="1542817"/>
                    </a:lnTo>
                    <a:lnTo>
                      <a:pt x="51593" y="1471177"/>
                    </a:lnTo>
                    <a:lnTo>
                      <a:pt x="0" y="1418126"/>
                    </a:lnTo>
                    <a:moveTo>
                      <a:pt x="0" y="4345244"/>
                    </a:moveTo>
                    <a:lnTo>
                      <a:pt x="48063" y="4391207"/>
                    </a:lnTo>
                    <a:lnTo>
                      <a:pt x="41853" y="4397776"/>
                    </a:lnTo>
                    <a:lnTo>
                      <a:pt x="150571" y="4501726"/>
                    </a:lnTo>
                    <a:lnTo>
                      <a:pt x="225181" y="4423698"/>
                    </a:lnTo>
                    <a:lnTo>
                      <a:pt x="116463" y="4319748"/>
                    </a:lnTo>
                    <a:lnTo>
                      <a:pt x="0" y="4208324"/>
                    </a:lnTo>
                    <a:moveTo>
                      <a:pt x="0" y="4441531"/>
                    </a:moveTo>
                    <a:lnTo>
                      <a:pt x="41853" y="4397776"/>
                    </a:lnTo>
                    <a:lnTo>
                      <a:pt x="48063" y="4391207"/>
                    </a:lnTo>
                    <a:lnTo>
                      <a:pt x="0" y="4345244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81" name="Контур"/>
              <p:cNvSpPr/>
              <p:nvPr/>
            </p:nvSpPr>
            <p:spPr>
              <a:xfrm>
                <a:off x="368463" y="5350975"/>
                <a:ext cx="575368" cy="656723"/>
              </a:xfrm>
              <a:custGeom>
                <a:avLst/>
                <a:gdLst/>
                <a:ahLst/>
                <a:cxnLst/>
                <a:rect l="l" t="t" r="r" b="b"/>
                <a:pathLst>
                  <a:path w="575368" h="656723" fill="none">
                    <a:moveTo>
                      <a:pt x="0" y="552773"/>
                    </a:moveTo>
                    <a:lnTo>
                      <a:pt x="108718" y="656723"/>
                    </a:lnTo>
                    <a:lnTo>
                      <a:pt x="156688" y="606683"/>
                    </a:lnTo>
                    <a:lnTo>
                      <a:pt x="230489" y="490405"/>
                    </a:lnTo>
                    <a:lnTo>
                      <a:pt x="389789" y="323997"/>
                    </a:lnTo>
                    <a:lnTo>
                      <a:pt x="500668" y="247138"/>
                    </a:lnTo>
                    <a:lnTo>
                      <a:pt x="575368" y="169019"/>
                    </a:lnTo>
                    <a:lnTo>
                      <a:pt x="572579" y="41760"/>
                    </a:lnTo>
                    <a:lnTo>
                      <a:pt x="528840" y="0"/>
                    </a:lnTo>
                    <a:lnTo>
                      <a:pt x="0" y="552773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82" name="Контур"/>
              <p:cNvSpPr/>
              <p:nvPr/>
            </p:nvSpPr>
            <p:spPr>
              <a:xfrm>
                <a:off x="252000" y="3232477"/>
                <a:ext cx="1131306" cy="4418883"/>
              </a:xfrm>
              <a:custGeom>
                <a:avLst/>
                <a:gdLst/>
                <a:ahLst/>
                <a:cxnLst/>
                <a:rect l="l" t="t" r="r" b="b"/>
                <a:pathLst>
                  <a:path w="1131306" h="4418883" fill="none">
                    <a:moveTo>
                      <a:pt x="339577" y="1826178"/>
                    </a:moveTo>
                    <a:lnTo>
                      <a:pt x="0" y="2181125"/>
                    </a:lnTo>
                    <a:moveTo>
                      <a:pt x="0" y="2559847"/>
                    </a:moveTo>
                    <a:lnTo>
                      <a:pt x="116463" y="2671271"/>
                    </a:lnTo>
                    <a:lnTo>
                      <a:pt x="645303" y="2118498"/>
                    </a:lnTo>
                    <a:lnTo>
                      <a:pt x="339577" y="1826178"/>
                    </a:lnTo>
                    <a:lnTo>
                      <a:pt x="339577" y="1826178"/>
                    </a:lnTo>
                    <a:moveTo>
                      <a:pt x="0" y="2181083"/>
                    </a:moveTo>
                    <a:lnTo>
                      <a:pt x="339577" y="1826178"/>
                    </a:lnTo>
                    <a:lnTo>
                      <a:pt x="0" y="1501483"/>
                    </a:lnTo>
                    <a:moveTo>
                      <a:pt x="0" y="1501483"/>
                    </a:moveTo>
                    <a:lnTo>
                      <a:pt x="339577" y="1826178"/>
                    </a:lnTo>
                    <a:lnTo>
                      <a:pt x="645303" y="2118498"/>
                    </a:lnTo>
                    <a:lnTo>
                      <a:pt x="689042" y="2160258"/>
                    </a:lnTo>
                    <a:lnTo>
                      <a:pt x="859860" y="2367888"/>
                    </a:lnTo>
                    <a:lnTo>
                      <a:pt x="890190" y="2321898"/>
                    </a:lnTo>
                    <a:lnTo>
                      <a:pt x="947070" y="2214799"/>
                    </a:lnTo>
                    <a:lnTo>
                      <a:pt x="966510" y="2145770"/>
                    </a:lnTo>
                    <a:lnTo>
                      <a:pt x="824852" y="2003030"/>
                    </a:lnTo>
                    <a:lnTo>
                      <a:pt x="784803" y="1964960"/>
                    </a:lnTo>
                    <a:lnTo>
                      <a:pt x="773193" y="1947860"/>
                    </a:lnTo>
                    <a:lnTo>
                      <a:pt x="680135" y="1812050"/>
                    </a:lnTo>
                    <a:lnTo>
                      <a:pt x="419408" y="1563830"/>
                    </a:lnTo>
                    <a:lnTo>
                      <a:pt x="263440" y="1468160"/>
                    </a:lnTo>
                    <a:lnTo>
                      <a:pt x="0" y="1217151"/>
                    </a:lnTo>
                    <a:moveTo>
                      <a:pt x="0" y="1217151"/>
                    </a:moveTo>
                    <a:lnTo>
                      <a:pt x="263440" y="1468160"/>
                    </a:lnTo>
                    <a:lnTo>
                      <a:pt x="419408" y="1563830"/>
                    </a:lnTo>
                    <a:lnTo>
                      <a:pt x="680135" y="1812050"/>
                    </a:lnTo>
                    <a:lnTo>
                      <a:pt x="784803" y="1964960"/>
                    </a:lnTo>
                    <a:lnTo>
                      <a:pt x="824852" y="2003030"/>
                    </a:lnTo>
                    <a:lnTo>
                      <a:pt x="928982" y="2002941"/>
                    </a:lnTo>
                    <a:lnTo>
                      <a:pt x="987212" y="1947232"/>
                    </a:lnTo>
                    <a:lnTo>
                      <a:pt x="678516" y="1651852"/>
                    </a:lnTo>
                    <a:lnTo>
                      <a:pt x="1131306" y="1178638"/>
                    </a:lnTo>
                    <a:lnTo>
                      <a:pt x="1025557" y="1169907"/>
                    </a:lnTo>
                    <a:lnTo>
                      <a:pt x="799661" y="716039"/>
                    </a:lnTo>
                    <a:lnTo>
                      <a:pt x="732882" y="609929"/>
                    </a:lnTo>
                    <a:lnTo>
                      <a:pt x="556845" y="367920"/>
                    </a:lnTo>
                    <a:lnTo>
                      <a:pt x="216290" y="0"/>
                    </a:lnTo>
                    <a:lnTo>
                      <a:pt x="160130" y="58679"/>
                    </a:lnTo>
                    <a:lnTo>
                      <a:pt x="383147" y="272069"/>
                    </a:lnTo>
                    <a:lnTo>
                      <a:pt x="0" y="672611"/>
                    </a:lnTo>
                    <a:moveTo>
                      <a:pt x="58138" y="3480184"/>
                    </a:moveTo>
                    <a:lnTo>
                      <a:pt x="0" y="3549608"/>
                    </a:lnTo>
                    <a:moveTo>
                      <a:pt x="0" y="4418883"/>
                    </a:moveTo>
                    <a:lnTo>
                      <a:pt x="35452" y="4399528"/>
                    </a:lnTo>
                    <a:lnTo>
                      <a:pt x="421551" y="4164722"/>
                    </a:lnTo>
                    <a:lnTo>
                      <a:pt x="436581" y="4102893"/>
                    </a:lnTo>
                    <a:lnTo>
                      <a:pt x="58138" y="3480184"/>
                    </a:lnTo>
                    <a:lnTo>
                      <a:pt x="58138" y="3480184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83" name="Контур"/>
              <p:cNvSpPr/>
              <p:nvPr/>
            </p:nvSpPr>
            <p:spPr>
              <a:xfrm>
                <a:off x="310138" y="6473895"/>
                <a:ext cx="668782" cy="923304"/>
              </a:xfrm>
              <a:custGeom>
                <a:avLst/>
                <a:gdLst/>
                <a:ahLst/>
                <a:cxnLst/>
                <a:rect l="l" t="t" r="r" b="b"/>
                <a:pathLst>
                  <a:path w="668782" h="923304" fill="none">
                    <a:moveTo>
                      <a:pt x="105750" y="152908"/>
                    </a:moveTo>
                    <a:lnTo>
                      <a:pt x="74520" y="199257"/>
                    </a:lnTo>
                    <a:lnTo>
                      <a:pt x="48870" y="180357"/>
                    </a:lnTo>
                    <a:lnTo>
                      <a:pt x="0" y="238766"/>
                    </a:lnTo>
                    <a:lnTo>
                      <a:pt x="378443" y="861475"/>
                    </a:lnTo>
                    <a:lnTo>
                      <a:pt x="363413" y="923304"/>
                    </a:lnTo>
                    <a:lnTo>
                      <a:pt x="555652" y="806396"/>
                    </a:lnTo>
                    <a:lnTo>
                      <a:pt x="493823" y="791366"/>
                    </a:lnTo>
                    <a:lnTo>
                      <a:pt x="105750" y="152908"/>
                    </a:lnTo>
                    <a:close/>
                    <a:moveTo>
                      <a:pt x="493823" y="791366"/>
                    </a:moveTo>
                    <a:lnTo>
                      <a:pt x="555652" y="806396"/>
                    </a:lnTo>
                    <a:lnTo>
                      <a:pt x="616942" y="769767"/>
                    </a:lnTo>
                    <a:lnTo>
                      <a:pt x="622522" y="765807"/>
                    </a:lnTo>
                    <a:lnTo>
                      <a:pt x="668782" y="732687"/>
                    </a:lnTo>
                    <a:lnTo>
                      <a:pt x="624592" y="659428"/>
                    </a:lnTo>
                    <a:lnTo>
                      <a:pt x="223560" y="0"/>
                    </a:lnTo>
                    <a:lnTo>
                      <a:pt x="126270" y="122488"/>
                    </a:lnTo>
                    <a:lnTo>
                      <a:pt x="105750" y="152908"/>
                    </a:lnTo>
                    <a:lnTo>
                      <a:pt x="493823" y="791366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84" name="Контур"/>
              <p:cNvSpPr/>
              <p:nvPr/>
            </p:nvSpPr>
            <p:spPr>
              <a:xfrm>
                <a:off x="252000" y="5981776"/>
                <a:ext cx="150571" cy="283064"/>
              </a:xfrm>
              <a:custGeom>
                <a:avLst/>
                <a:gdLst/>
                <a:ahLst/>
                <a:cxnLst/>
                <a:rect l="l" t="t" r="r" b="b"/>
                <a:pathLst>
                  <a:path w="150571" h="283064" fill="none">
                    <a:moveTo>
                      <a:pt x="0" y="283064"/>
                    </a:moveTo>
                    <a:lnTo>
                      <a:pt x="52021" y="206909"/>
                    </a:lnTo>
                    <a:lnTo>
                      <a:pt x="150571" y="103950"/>
                    </a:lnTo>
                    <a:lnTo>
                      <a:pt x="41853" y="0"/>
                    </a:lnTo>
                    <a:lnTo>
                      <a:pt x="0" y="43755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85" name="Контур"/>
              <p:cNvSpPr/>
              <p:nvPr/>
            </p:nvSpPr>
            <p:spPr>
              <a:xfrm>
                <a:off x="533698" y="5754174"/>
                <a:ext cx="1321281" cy="1379149"/>
              </a:xfrm>
              <a:custGeom>
                <a:avLst/>
                <a:gdLst/>
                <a:ahLst/>
                <a:cxnLst/>
                <a:rect l="l" t="t" r="r" b="b"/>
                <a:pathLst>
                  <a:path w="1321281" h="1379149" fill="none">
                    <a:moveTo>
                      <a:pt x="612000" y="19530"/>
                    </a:moveTo>
                    <a:lnTo>
                      <a:pt x="638460" y="71190"/>
                    </a:lnTo>
                    <a:lnTo>
                      <a:pt x="643320" y="80819"/>
                    </a:lnTo>
                    <a:lnTo>
                      <a:pt x="539100" y="134998"/>
                    </a:lnTo>
                    <a:lnTo>
                      <a:pt x="502470" y="138688"/>
                    </a:lnTo>
                    <a:lnTo>
                      <a:pt x="490320" y="144898"/>
                    </a:lnTo>
                    <a:lnTo>
                      <a:pt x="345150" y="285206"/>
                    </a:lnTo>
                    <a:lnTo>
                      <a:pt x="0" y="719721"/>
                    </a:lnTo>
                    <a:lnTo>
                      <a:pt x="401032" y="1379149"/>
                    </a:lnTo>
                    <a:lnTo>
                      <a:pt x="724042" y="1182862"/>
                    </a:lnTo>
                    <a:lnTo>
                      <a:pt x="1321281" y="660150"/>
                    </a:lnTo>
                    <a:lnTo>
                      <a:pt x="631350" y="0"/>
                    </a:lnTo>
                    <a:lnTo>
                      <a:pt x="612000" y="1953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86" name="Контур"/>
              <p:cNvSpPr/>
              <p:nvPr/>
            </p:nvSpPr>
            <p:spPr>
              <a:xfrm>
                <a:off x="252000" y="6613150"/>
                <a:ext cx="58138" cy="168948"/>
              </a:xfrm>
              <a:custGeom>
                <a:avLst/>
                <a:gdLst/>
                <a:ahLst/>
                <a:cxnLst/>
                <a:rect l="l" t="t" r="r" b="b"/>
                <a:pathLst>
                  <a:path w="58138" h="168948" fill="none">
                    <a:moveTo>
                      <a:pt x="17009" y="31832"/>
                    </a:moveTo>
                    <a:lnTo>
                      <a:pt x="8999" y="29762"/>
                    </a:lnTo>
                    <a:lnTo>
                      <a:pt x="0" y="23647"/>
                    </a:lnTo>
                    <a:moveTo>
                      <a:pt x="0" y="168948"/>
                    </a:moveTo>
                    <a:lnTo>
                      <a:pt x="58138" y="99511"/>
                    </a:lnTo>
                    <a:lnTo>
                      <a:pt x="17009" y="31832"/>
                    </a:lnTo>
                    <a:lnTo>
                      <a:pt x="17009" y="31832"/>
                    </a:lnTo>
                    <a:moveTo>
                      <a:pt x="0" y="23647"/>
                    </a:moveTo>
                    <a:lnTo>
                      <a:pt x="8999" y="29762"/>
                    </a:lnTo>
                    <a:lnTo>
                      <a:pt x="17009" y="31832"/>
                    </a:lnTo>
                    <a:lnTo>
                      <a:pt x="4589" y="11402"/>
                    </a:lnTo>
                    <a:lnTo>
                      <a:pt x="0" y="0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87" name="Контур"/>
              <p:cNvSpPr/>
              <p:nvPr/>
            </p:nvSpPr>
            <p:spPr>
              <a:xfrm>
                <a:off x="596054" y="3834962"/>
                <a:ext cx="6024208" cy="5532326"/>
              </a:xfrm>
              <a:custGeom>
                <a:avLst/>
                <a:gdLst/>
                <a:ahLst/>
                <a:cxnLst/>
                <a:rect l="l" t="t" r="r" b="b"/>
                <a:pathLst>
                  <a:path w="6024208" h="5532326" fill="none">
                    <a:moveTo>
                      <a:pt x="0" y="4614509"/>
                    </a:moveTo>
                    <a:lnTo>
                      <a:pt x="17820" y="4620989"/>
                    </a:lnTo>
                    <a:lnTo>
                      <a:pt x="118258" y="4747259"/>
                    </a:lnTo>
                    <a:lnTo>
                      <a:pt x="69118" y="4782988"/>
                    </a:lnTo>
                    <a:lnTo>
                      <a:pt x="99268" y="4831678"/>
                    </a:lnTo>
                    <a:lnTo>
                      <a:pt x="143908" y="4799459"/>
                    </a:lnTo>
                    <a:lnTo>
                      <a:pt x="208527" y="4890988"/>
                    </a:lnTo>
                    <a:lnTo>
                      <a:pt x="163617" y="4925368"/>
                    </a:lnTo>
                    <a:lnTo>
                      <a:pt x="338484" y="5168727"/>
                    </a:lnTo>
                    <a:lnTo>
                      <a:pt x="544130" y="5497226"/>
                    </a:lnTo>
                    <a:lnTo>
                      <a:pt x="548900" y="5494706"/>
                    </a:lnTo>
                    <a:lnTo>
                      <a:pt x="568070" y="5528456"/>
                    </a:lnTo>
                    <a:lnTo>
                      <a:pt x="574910" y="5532326"/>
                    </a:lnTo>
                    <a:lnTo>
                      <a:pt x="1514147" y="4943827"/>
                    </a:lnTo>
                    <a:lnTo>
                      <a:pt x="1497767" y="4916197"/>
                    </a:lnTo>
                    <a:lnTo>
                      <a:pt x="1596497" y="4857608"/>
                    </a:lnTo>
                    <a:lnTo>
                      <a:pt x="1496509" y="4680849"/>
                    </a:lnTo>
                    <a:lnTo>
                      <a:pt x="1601358" y="4628920"/>
                    </a:lnTo>
                    <a:lnTo>
                      <a:pt x="1433512" y="4273601"/>
                    </a:lnTo>
                    <a:lnTo>
                      <a:pt x="1405252" y="4263071"/>
                    </a:lnTo>
                    <a:lnTo>
                      <a:pt x="1233894" y="4244440"/>
                    </a:lnTo>
                    <a:lnTo>
                      <a:pt x="811075" y="4442526"/>
                    </a:lnTo>
                    <a:lnTo>
                      <a:pt x="808825" y="4437666"/>
                    </a:lnTo>
                    <a:lnTo>
                      <a:pt x="704606" y="4485635"/>
                    </a:lnTo>
                    <a:lnTo>
                      <a:pt x="706316" y="4489775"/>
                    </a:lnTo>
                    <a:lnTo>
                      <a:pt x="590847" y="4480144"/>
                    </a:lnTo>
                    <a:lnTo>
                      <a:pt x="489957" y="4504893"/>
                    </a:lnTo>
                    <a:lnTo>
                      <a:pt x="392399" y="4365303"/>
                    </a:lnTo>
                    <a:lnTo>
                      <a:pt x="79110" y="4578960"/>
                    </a:lnTo>
                    <a:lnTo>
                      <a:pt x="74790" y="4575540"/>
                    </a:lnTo>
                    <a:lnTo>
                      <a:pt x="0" y="4614509"/>
                    </a:lnTo>
                    <a:close/>
                    <a:moveTo>
                      <a:pt x="3926860" y="3431944"/>
                    </a:moveTo>
                    <a:lnTo>
                      <a:pt x="2051625" y="4607053"/>
                    </a:lnTo>
                    <a:lnTo>
                      <a:pt x="2222442" y="4942302"/>
                    </a:lnTo>
                    <a:lnTo>
                      <a:pt x="2382102" y="4814144"/>
                    </a:lnTo>
                    <a:lnTo>
                      <a:pt x="2948110" y="4459460"/>
                    </a:lnTo>
                    <a:lnTo>
                      <a:pt x="2972680" y="4443620"/>
                    </a:lnTo>
                    <a:lnTo>
                      <a:pt x="2969530" y="4439030"/>
                    </a:lnTo>
                    <a:lnTo>
                      <a:pt x="3519878" y="4090017"/>
                    </a:lnTo>
                    <a:lnTo>
                      <a:pt x="3551108" y="4139516"/>
                    </a:lnTo>
                    <a:lnTo>
                      <a:pt x="3624638" y="4113867"/>
                    </a:lnTo>
                    <a:lnTo>
                      <a:pt x="3739567" y="4042768"/>
                    </a:lnTo>
                    <a:lnTo>
                      <a:pt x="3703928" y="3985889"/>
                    </a:lnTo>
                    <a:lnTo>
                      <a:pt x="4122877" y="3723363"/>
                    </a:lnTo>
                    <a:lnTo>
                      <a:pt x="3926860" y="3431944"/>
                    </a:lnTo>
                    <a:close/>
                    <a:moveTo>
                      <a:pt x="1363766" y="3701745"/>
                    </a:moveTo>
                    <a:lnTo>
                      <a:pt x="1367096" y="3708495"/>
                    </a:lnTo>
                    <a:lnTo>
                      <a:pt x="1346036" y="3721184"/>
                    </a:lnTo>
                    <a:lnTo>
                      <a:pt x="1372046" y="3771224"/>
                    </a:lnTo>
                    <a:lnTo>
                      <a:pt x="1368896" y="3759344"/>
                    </a:lnTo>
                    <a:lnTo>
                      <a:pt x="1376366" y="3716325"/>
                    </a:lnTo>
                    <a:lnTo>
                      <a:pt x="1395896" y="3682215"/>
                    </a:lnTo>
                    <a:lnTo>
                      <a:pt x="1402466" y="3676725"/>
                    </a:lnTo>
                    <a:lnTo>
                      <a:pt x="1363766" y="3701745"/>
                    </a:lnTo>
                    <a:close/>
                    <a:moveTo>
                      <a:pt x="2155584" y="3190914"/>
                    </a:moveTo>
                    <a:lnTo>
                      <a:pt x="1363766" y="3701745"/>
                    </a:lnTo>
                    <a:lnTo>
                      <a:pt x="1367096" y="3708495"/>
                    </a:lnTo>
                    <a:lnTo>
                      <a:pt x="1346036" y="3721184"/>
                    </a:lnTo>
                    <a:lnTo>
                      <a:pt x="1715119" y="4436052"/>
                    </a:lnTo>
                    <a:lnTo>
                      <a:pt x="2061618" y="4220146"/>
                    </a:lnTo>
                    <a:lnTo>
                      <a:pt x="2118588" y="4166146"/>
                    </a:lnTo>
                    <a:lnTo>
                      <a:pt x="2292377" y="4059048"/>
                    </a:lnTo>
                    <a:lnTo>
                      <a:pt x="2258538" y="3997309"/>
                    </a:lnTo>
                    <a:lnTo>
                      <a:pt x="2361138" y="3932510"/>
                    </a:lnTo>
                    <a:lnTo>
                      <a:pt x="2367708" y="3943040"/>
                    </a:lnTo>
                    <a:lnTo>
                      <a:pt x="2391648" y="3928010"/>
                    </a:lnTo>
                    <a:lnTo>
                      <a:pt x="2385078" y="3917480"/>
                    </a:lnTo>
                    <a:lnTo>
                      <a:pt x="2492357" y="3850431"/>
                    </a:lnTo>
                    <a:lnTo>
                      <a:pt x="2376980" y="3655852"/>
                    </a:lnTo>
                    <a:lnTo>
                      <a:pt x="2411810" y="3502043"/>
                    </a:lnTo>
                    <a:lnTo>
                      <a:pt x="2468240" y="3468564"/>
                    </a:lnTo>
                    <a:lnTo>
                      <a:pt x="2474900" y="3456414"/>
                    </a:lnTo>
                    <a:lnTo>
                      <a:pt x="2471030" y="3443184"/>
                    </a:lnTo>
                    <a:lnTo>
                      <a:pt x="2387872" y="3302784"/>
                    </a:lnTo>
                    <a:lnTo>
                      <a:pt x="2364922" y="3308364"/>
                    </a:lnTo>
                    <a:lnTo>
                      <a:pt x="2276003" y="3182455"/>
                    </a:lnTo>
                    <a:lnTo>
                      <a:pt x="2185734" y="3239964"/>
                    </a:lnTo>
                    <a:lnTo>
                      <a:pt x="2155584" y="3190914"/>
                    </a:lnTo>
                    <a:close/>
                    <a:moveTo>
                      <a:pt x="2825800" y="4536139"/>
                    </a:moveTo>
                    <a:lnTo>
                      <a:pt x="2474981" y="4756005"/>
                    </a:lnTo>
                    <a:lnTo>
                      <a:pt x="2637068" y="5023214"/>
                    </a:lnTo>
                    <a:lnTo>
                      <a:pt x="2951438" y="4808388"/>
                    </a:lnTo>
                    <a:lnTo>
                      <a:pt x="2950898" y="4786248"/>
                    </a:lnTo>
                    <a:lnTo>
                      <a:pt x="2950268" y="4759158"/>
                    </a:lnTo>
                    <a:lnTo>
                      <a:pt x="2949908" y="4744668"/>
                    </a:lnTo>
                    <a:lnTo>
                      <a:pt x="2928308" y="4707678"/>
                    </a:lnTo>
                    <a:lnTo>
                      <a:pt x="2879079" y="4612818"/>
                    </a:lnTo>
                    <a:lnTo>
                      <a:pt x="2859460" y="4573849"/>
                    </a:lnTo>
                    <a:lnTo>
                      <a:pt x="2843620" y="4555849"/>
                    </a:lnTo>
                    <a:lnTo>
                      <a:pt x="2838940" y="4558729"/>
                    </a:lnTo>
                    <a:lnTo>
                      <a:pt x="2825800" y="4536139"/>
                    </a:lnTo>
                    <a:close/>
                    <a:moveTo>
                      <a:pt x="2155584" y="3190914"/>
                    </a:moveTo>
                    <a:lnTo>
                      <a:pt x="2185734" y="3239964"/>
                    </a:lnTo>
                    <a:lnTo>
                      <a:pt x="2276003" y="3182455"/>
                    </a:lnTo>
                    <a:lnTo>
                      <a:pt x="2364922" y="3308364"/>
                    </a:lnTo>
                    <a:lnTo>
                      <a:pt x="2387872" y="3302784"/>
                    </a:lnTo>
                    <a:lnTo>
                      <a:pt x="2471030" y="3443184"/>
                    </a:lnTo>
                    <a:lnTo>
                      <a:pt x="2474900" y="3456414"/>
                    </a:lnTo>
                    <a:lnTo>
                      <a:pt x="2468240" y="3468564"/>
                    </a:lnTo>
                    <a:lnTo>
                      <a:pt x="2411810" y="3502043"/>
                    </a:lnTo>
                    <a:lnTo>
                      <a:pt x="2376980" y="3655852"/>
                    </a:lnTo>
                    <a:lnTo>
                      <a:pt x="2492357" y="3850431"/>
                    </a:lnTo>
                    <a:lnTo>
                      <a:pt x="2385078" y="3917480"/>
                    </a:lnTo>
                    <a:lnTo>
                      <a:pt x="2391648" y="3928010"/>
                    </a:lnTo>
                    <a:lnTo>
                      <a:pt x="2367708" y="3943040"/>
                    </a:lnTo>
                    <a:lnTo>
                      <a:pt x="2361138" y="3932510"/>
                    </a:lnTo>
                    <a:lnTo>
                      <a:pt x="2258538" y="3997309"/>
                    </a:lnTo>
                    <a:lnTo>
                      <a:pt x="2292377" y="4059048"/>
                    </a:lnTo>
                    <a:lnTo>
                      <a:pt x="2118588" y="4166146"/>
                    </a:lnTo>
                    <a:lnTo>
                      <a:pt x="2061618" y="4220146"/>
                    </a:lnTo>
                    <a:lnTo>
                      <a:pt x="1715119" y="4436052"/>
                    </a:lnTo>
                    <a:lnTo>
                      <a:pt x="1834637" y="4674461"/>
                    </a:lnTo>
                    <a:lnTo>
                      <a:pt x="1889986" y="4647192"/>
                    </a:lnTo>
                    <a:lnTo>
                      <a:pt x="1912846" y="4693901"/>
                    </a:lnTo>
                    <a:lnTo>
                      <a:pt x="3381642" y="3773578"/>
                    </a:lnTo>
                    <a:lnTo>
                      <a:pt x="3064847" y="3294689"/>
                    </a:lnTo>
                    <a:lnTo>
                      <a:pt x="3088787" y="3278939"/>
                    </a:lnTo>
                    <a:lnTo>
                      <a:pt x="2778382" y="2830470"/>
                    </a:lnTo>
                    <a:lnTo>
                      <a:pt x="2570033" y="2948278"/>
                    </a:lnTo>
                    <a:lnTo>
                      <a:pt x="2359434" y="3080936"/>
                    </a:lnTo>
                    <a:lnTo>
                      <a:pt x="2386343" y="3118196"/>
                    </a:lnTo>
                    <a:lnTo>
                      <a:pt x="2344853" y="3144925"/>
                    </a:lnTo>
                    <a:lnTo>
                      <a:pt x="2324874" y="3117295"/>
                    </a:lnTo>
                    <a:lnTo>
                      <a:pt x="2323074" y="3103885"/>
                    </a:lnTo>
                    <a:lnTo>
                      <a:pt x="2277804" y="3133045"/>
                    </a:lnTo>
                    <a:lnTo>
                      <a:pt x="2268714" y="3118915"/>
                    </a:lnTo>
                    <a:lnTo>
                      <a:pt x="2155584" y="3190914"/>
                    </a:lnTo>
                    <a:close/>
                    <a:moveTo>
                      <a:pt x="1703779" y="4443072"/>
                    </a:moveTo>
                    <a:lnTo>
                      <a:pt x="1800257" y="4656461"/>
                    </a:lnTo>
                    <a:lnTo>
                      <a:pt x="1819877" y="4682471"/>
                    </a:lnTo>
                    <a:lnTo>
                      <a:pt x="1846426" y="4735571"/>
                    </a:lnTo>
                    <a:lnTo>
                      <a:pt x="1912846" y="4693901"/>
                    </a:lnTo>
                    <a:lnTo>
                      <a:pt x="1889986" y="4647192"/>
                    </a:lnTo>
                    <a:lnTo>
                      <a:pt x="1834637" y="4674461"/>
                    </a:lnTo>
                    <a:lnTo>
                      <a:pt x="1715119" y="4436052"/>
                    </a:lnTo>
                    <a:lnTo>
                      <a:pt x="1703779" y="4443072"/>
                    </a:lnTo>
                    <a:close/>
                    <a:moveTo>
                      <a:pt x="5152579" y="880920"/>
                    </a:moveTo>
                    <a:lnTo>
                      <a:pt x="4495310" y="1377802"/>
                    </a:lnTo>
                    <a:lnTo>
                      <a:pt x="2439084" y="2870698"/>
                    </a:lnTo>
                    <a:lnTo>
                      <a:pt x="2256115" y="2979596"/>
                    </a:lnTo>
                    <a:lnTo>
                      <a:pt x="2195275" y="3042955"/>
                    </a:lnTo>
                    <a:lnTo>
                      <a:pt x="1318857" y="3663945"/>
                    </a:lnTo>
                    <a:lnTo>
                      <a:pt x="1339287" y="3697965"/>
                    </a:lnTo>
                    <a:lnTo>
                      <a:pt x="2234965" y="3053125"/>
                    </a:lnTo>
                    <a:lnTo>
                      <a:pt x="2264665" y="3011366"/>
                    </a:lnTo>
                    <a:lnTo>
                      <a:pt x="2302915" y="2978246"/>
                    </a:lnTo>
                    <a:lnTo>
                      <a:pt x="2407494" y="2920467"/>
                    </a:lnTo>
                    <a:lnTo>
                      <a:pt x="2627544" y="2770800"/>
                    </a:lnTo>
                    <a:lnTo>
                      <a:pt x="2674974" y="2750730"/>
                    </a:lnTo>
                    <a:lnTo>
                      <a:pt x="4096160" y="1712867"/>
                    </a:lnTo>
                    <a:lnTo>
                      <a:pt x="4698079" y="1294644"/>
                    </a:lnTo>
                    <a:lnTo>
                      <a:pt x="4866109" y="1146057"/>
                    </a:lnTo>
                    <a:lnTo>
                      <a:pt x="5023248" y="1035718"/>
                    </a:lnTo>
                    <a:lnTo>
                      <a:pt x="5075808" y="1012859"/>
                    </a:lnTo>
                    <a:lnTo>
                      <a:pt x="5173368" y="926100"/>
                    </a:lnTo>
                    <a:lnTo>
                      <a:pt x="5152579" y="880920"/>
                    </a:lnTo>
                    <a:close/>
                    <a:moveTo>
                      <a:pt x="2359434" y="3080936"/>
                    </a:moveTo>
                    <a:lnTo>
                      <a:pt x="2323074" y="3103885"/>
                    </a:lnTo>
                    <a:lnTo>
                      <a:pt x="2324874" y="3117295"/>
                    </a:lnTo>
                    <a:lnTo>
                      <a:pt x="2344853" y="3144925"/>
                    </a:lnTo>
                    <a:lnTo>
                      <a:pt x="2386343" y="3118196"/>
                    </a:lnTo>
                    <a:lnTo>
                      <a:pt x="2366363" y="3090566"/>
                    </a:lnTo>
                    <a:lnTo>
                      <a:pt x="2359434" y="3080936"/>
                    </a:lnTo>
                    <a:close/>
                    <a:moveTo>
                      <a:pt x="5135659" y="844111"/>
                    </a:moveTo>
                    <a:lnTo>
                      <a:pt x="4754690" y="1145426"/>
                    </a:lnTo>
                    <a:lnTo>
                      <a:pt x="2625834" y="2674231"/>
                    </a:lnTo>
                    <a:lnTo>
                      <a:pt x="2424685" y="2847928"/>
                    </a:lnTo>
                    <a:lnTo>
                      <a:pt x="2248105" y="2955656"/>
                    </a:lnTo>
                    <a:lnTo>
                      <a:pt x="2167915" y="3025135"/>
                    </a:lnTo>
                    <a:lnTo>
                      <a:pt x="1301667" y="3635415"/>
                    </a:lnTo>
                    <a:lnTo>
                      <a:pt x="1318857" y="3663945"/>
                    </a:lnTo>
                    <a:lnTo>
                      <a:pt x="2195275" y="3042955"/>
                    </a:lnTo>
                    <a:lnTo>
                      <a:pt x="2256115" y="2979596"/>
                    </a:lnTo>
                    <a:lnTo>
                      <a:pt x="2439084" y="2870698"/>
                    </a:lnTo>
                    <a:lnTo>
                      <a:pt x="4495310" y="1377802"/>
                    </a:lnTo>
                    <a:lnTo>
                      <a:pt x="5152579" y="880920"/>
                    </a:lnTo>
                    <a:lnTo>
                      <a:pt x="5135659" y="844111"/>
                    </a:lnTo>
                    <a:close/>
                    <a:moveTo>
                      <a:pt x="1347482" y="2882210"/>
                    </a:moveTo>
                    <a:lnTo>
                      <a:pt x="1411111" y="2943410"/>
                    </a:lnTo>
                    <a:lnTo>
                      <a:pt x="1522981" y="2887432"/>
                    </a:lnTo>
                    <a:lnTo>
                      <a:pt x="1672560" y="2794283"/>
                    </a:lnTo>
                    <a:lnTo>
                      <a:pt x="1795410" y="2738664"/>
                    </a:lnTo>
                    <a:lnTo>
                      <a:pt x="2501819" y="2178873"/>
                    </a:lnTo>
                    <a:lnTo>
                      <a:pt x="2461139" y="2134953"/>
                    </a:lnTo>
                    <a:lnTo>
                      <a:pt x="3475617" y="1396245"/>
                    </a:lnTo>
                    <a:lnTo>
                      <a:pt x="3465537" y="1359076"/>
                    </a:lnTo>
                    <a:lnTo>
                      <a:pt x="3400828" y="1265836"/>
                    </a:lnTo>
                    <a:lnTo>
                      <a:pt x="3345209" y="1200766"/>
                    </a:lnTo>
                    <a:lnTo>
                      <a:pt x="2714041" y="1658228"/>
                    </a:lnTo>
                    <a:lnTo>
                      <a:pt x="2355571" y="1996354"/>
                    </a:lnTo>
                    <a:lnTo>
                      <a:pt x="2336041" y="1975384"/>
                    </a:lnTo>
                    <a:lnTo>
                      <a:pt x="2091061" y="2202630"/>
                    </a:lnTo>
                    <a:lnTo>
                      <a:pt x="2112301" y="2225670"/>
                    </a:lnTo>
                    <a:lnTo>
                      <a:pt x="1730971" y="2585485"/>
                    </a:lnTo>
                    <a:lnTo>
                      <a:pt x="1717022" y="2570725"/>
                    </a:lnTo>
                    <a:lnTo>
                      <a:pt x="1709102" y="2578645"/>
                    </a:lnTo>
                    <a:lnTo>
                      <a:pt x="1679672" y="2547505"/>
                    </a:lnTo>
                    <a:lnTo>
                      <a:pt x="1338302" y="2873390"/>
                    </a:lnTo>
                    <a:lnTo>
                      <a:pt x="1347482" y="2882210"/>
                    </a:lnTo>
                    <a:close/>
                    <a:moveTo>
                      <a:pt x="713715" y="1635355"/>
                    </a:moveTo>
                    <a:lnTo>
                      <a:pt x="631365" y="1720674"/>
                    </a:lnTo>
                    <a:lnTo>
                      <a:pt x="554775" y="1810583"/>
                    </a:lnTo>
                    <a:lnTo>
                      <a:pt x="1313554" y="2615182"/>
                    </a:lnTo>
                    <a:lnTo>
                      <a:pt x="1469524" y="2436084"/>
                    </a:lnTo>
                    <a:lnTo>
                      <a:pt x="722985" y="1644625"/>
                    </a:lnTo>
                    <a:lnTo>
                      <a:pt x="713715" y="1635355"/>
                    </a:lnTo>
                    <a:close/>
                    <a:moveTo>
                      <a:pt x="4126232" y="0"/>
                    </a:moveTo>
                    <a:lnTo>
                      <a:pt x="4015622" y="93418"/>
                    </a:lnTo>
                    <a:lnTo>
                      <a:pt x="3662822" y="426144"/>
                    </a:lnTo>
                    <a:lnTo>
                      <a:pt x="3558332" y="577342"/>
                    </a:lnTo>
                    <a:lnTo>
                      <a:pt x="1589043" y="2434825"/>
                    </a:lnTo>
                    <a:lnTo>
                      <a:pt x="1604613" y="2451475"/>
                    </a:lnTo>
                    <a:lnTo>
                      <a:pt x="2177463" y="1897983"/>
                    </a:lnTo>
                    <a:lnTo>
                      <a:pt x="2246762" y="1965933"/>
                    </a:lnTo>
                    <a:lnTo>
                      <a:pt x="2229212" y="1988883"/>
                    </a:lnTo>
                    <a:lnTo>
                      <a:pt x="2222822" y="2013183"/>
                    </a:lnTo>
                    <a:lnTo>
                      <a:pt x="1676252" y="2543815"/>
                    </a:lnTo>
                    <a:lnTo>
                      <a:pt x="1679672" y="2547505"/>
                    </a:lnTo>
                    <a:lnTo>
                      <a:pt x="2225252" y="2013903"/>
                    </a:lnTo>
                    <a:lnTo>
                      <a:pt x="2230742" y="1988793"/>
                    </a:lnTo>
                    <a:lnTo>
                      <a:pt x="2280602" y="1940913"/>
                    </a:lnTo>
                    <a:lnTo>
                      <a:pt x="2512441" y="1804296"/>
                    </a:lnTo>
                    <a:lnTo>
                      <a:pt x="2685421" y="1678928"/>
                    </a:lnTo>
                    <a:lnTo>
                      <a:pt x="3292020" y="1105816"/>
                    </a:lnTo>
                    <a:lnTo>
                      <a:pt x="3522690" y="895489"/>
                    </a:lnTo>
                    <a:lnTo>
                      <a:pt x="3876479" y="635934"/>
                    </a:lnTo>
                    <a:lnTo>
                      <a:pt x="4150169" y="377997"/>
                    </a:lnTo>
                    <a:lnTo>
                      <a:pt x="4148189" y="433527"/>
                    </a:lnTo>
                    <a:lnTo>
                      <a:pt x="4272119" y="337228"/>
                    </a:lnTo>
                    <a:lnTo>
                      <a:pt x="4229189" y="366298"/>
                    </a:lnTo>
                    <a:lnTo>
                      <a:pt x="4237649" y="351718"/>
                    </a:lnTo>
                    <a:lnTo>
                      <a:pt x="4195709" y="334438"/>
                    </a:lnTo>
                    <a:lnTo>
                      <a:pt x="4263569" y="270719"/>
                    </a:lnTo>
                    <a:lnTo>
                      <a:pt x="4265009" y="225899"/>
                    </a:lnTo>
                    <a:lnTo>
                      <a:pt x="4259700" y="189089"/>
                    </a:lnTo>
                    <a:lnTo>
                      <a:pt x="4248630" y="153629"/>
                    </a:lnTo>
                    <a:lnTo>
                      <a:pt x="4225320" y="109980"/>
                    </a:lnTo>
                    <a:lnTo>
                      <a:pt x="4126232" y="0"/>
                    </a:lnTo>
                    <a:close/>
                    <a:moveTo>
                      <a:pt x="2714041" y="1658228"/>
                    </a:moveTo>
                    <a:lnTo>
                      <a:pt x="2512441" y="1804296"/>
                    </a:lnTo>
                    <a:lnTo>
                      <a:pt x="2280602" y="1940913"/>
                    </a:lnTo>
                    <a:lnTo>
                      <a:pt x="2230742" y="1988793"/>
                    </a:lnTo>
                    <a:lnTo>
                      <a:pt x="2225252" y="2013903"/>
                    </a:lnTo>
                    <a:lnTo>
                      <a:pt x="1756352" y="2473256"/>
                    </a:lnTo>
                    <a:lnTo>
                      <a:pt x="1679672" y="2547505"/>
                    </a:lnTo>
                    <a:lnTo>
                      <a:pt x="1709102" y="2578645"/>
                    </a:lnTo>
                    <a:lnTo>
                      <a:pt x="1717022" y="2570725"/>
                    </a:lnTo>
                    <a:lnTo>
                      <a:pt x="1730971" y="2585485"/>
                    </a:lnTo>
                    <a:lnTo>
                      <a:pt x="2112301" y="2225670"/>
                    </a:lnTo>
                    <a:lnTo>
                      <a:pt x="2091061" y="2202630"/>
                    </a:lnTo>
                    <a:lnTo>
                      <a:pt x="2336041" y="1975384"/>
                    </a:lnTo>
                    <a:lnTo>
                      <a:pt x="2355571" y="1996354"/>
                    </a:lnTo>
                    <a:lnTo>
                      <a:pt x="2714041" y="1658228"/>
                    </a:lnTo>
                    <a:close/>
                    <a:moveTo>
                      <a:pt x="4823791" y="3781958"/>
                    </a:moveTo>
                    <a:lnTo>
                      <a:pt x="4478192" y="4013974"/>
                    </a:lnTo>
                    <a:lnTo>
                      <a:pt x="3972753" y="4362628"/>
                    </a:lnTo>
                    <a:lnTo>
                      <a:pt x="3981753" y="4378198"/>
                    </a:lnTo>
                    <a:lnTo>
                      <a:pt x="4291977" y="4910906"/>
                    </a:lnTo>
                    <a:lnTo>
                      <a:pt x="4362897" y="4871757"/>
                    </a:lnTo>
                    <a:lnTo>
                      <a:pt x="4444527" y="4826668"/>
                    </a:lnTo>
                    <a:lnTo>
                      <a:pt x="4548116" y="4782569"/>
                    </a:lnTo>
                    <a:lnTo>
                      <a:pt x="4578356" y="4769519"/>
                    </a:lnTo>
                    <a:lnTo>
                      <a:pt x="4600316" y="4757819"/>
                    </a:lnTo>
                    <a:lnTo>
                      <a:pt x="4971295" y="4551723"/>
                    </a:lnTo>
                    <a:lnTo>
                      <a:pt x="5135364" y="4475045"/>
                    </a:lnTo>
                    <a:lnTo>
                      <a:pt x="5146884" y="4466225"/>
                    </a:lnTo>
                    <a:lnTo>
                      <a:pt x="5184595" y="4376496"/>
                    </a:lnTo>
                    <a:lnTo>
                      <a:pt x="5123036" y="4266876"/>
                    </a:lnTo>
                    <a:lnTo>
                      <a:pt x="4843051" y="3818137"/>
                    </a:lnTo>
                    <a:lnTo>
                      <a:pt x="4823791" y="3781958"/>
                    </a:lnTo>
                    <a:close/>
                    <a:moveTo>
                      <a:pt x="2716103" y="2769360"/>
                    </a:moveTo>
                    <a:lnTo>
                      <a:pt x="2770732" y="2836140"/>
                    </a:lnTo>
                    <a:lnTo>
                      <a:pt x="2778382" y="2830470"/>
                    </a:lnTo>
                    <a:lnTo>
                      <a:pt x="3088787" y="3278939"/>
                    </a:lnTo>
                    <a:lnTo>
                      <a:pt x="3064847" y="3294689"/>
                    </a:lnTo>
                    <a:lnTo>
                      <a:pt x="3381642" y="3773578"/>
                    </a:lnTo>
                    <a:lnTo>
                      <a:pt x="4180479" y="3272917"/>
                    </a:lnTo>
                    <a:lnTo>
                      <a:pt x="3830745" y="2763968"/>
                    </a:lnTo>
                    <a:lnTo>
                      <a:pt x="3814455" y="2802038"/>
                    </a:lnTo>
                    <a:lnTo>
                      <a:pt x="3635718" y="2557688"/>
                    </a:lnTo>
                    <a:lnTo>
                      <a:pt x="3668298" y="2536089"/>
                    </a:lnTo>
                    <a:lnTo>
                      <a:pt x="3645528" y="2501349"/>
                    </a:lnTo>
                    <a:lnTo>
                      <a:pt x="3693588" y="2466339"/>
                    </a:lnTo>
                    <a:lnTo>
                      <a:pt x="3499461" y="2198320"/>
                    </a:lnTo>
                    <a:lnTo>
                      <a:pt x="3264472" y="2356987"/>
                    </a:lnTo>
                    <a:lnTo>
                      <a:pt x="2716103" y="2769360"/>
                    </a:lnTo>
                    <a:close/>
                    <a:moveTo>
                      <a:pt x="4245006" y="3646865"/>
                    </a:moveTo>
                    <a:lnTo>
                      <a:pt x="3703928" y="3985889"/>
                    </a:lnTo>
                    <a:lnTo>
                      <a:pt x="3739567" y="4042768"/>
                    </a:lnTo>
                    <a:lnTo>
                      <a:pt x="3644977" y="4101357"/>
                    </a:lnTo>
                    <a:lnTo>
                      <a:pt x="3624638" y="4113867"/>
                    </a:lnTo>
                    <a:lnTo>
                      <a:pt x="4375324" y="3852154"/>
                    </a:lnTo>
                    <a:lnTo>
                      <a:pt x="4245006" y="3646865"/>
                    </a:lnTo>
                    <a:close/>
                    <a:moveTo>
                      <a:pt x="5964178" y="3071600"/>
                    </a:moveTo>
                    <a:lnTo>
                      <a:pt x="5963368" y="3043341"/>
                    </a:lnTo>
                    <a:lnTo>
                      <a:pt x="6024208" y="3009051"/>
                    </a:lnTo>
                    <a:lnTo>
                      <a:pt x="5906310" y="2766052"/>
                    </a:lnTo>
                    <a:lnTo>
                      <a:pt x="5873101" y="2729512"/>
                    </a:lnTo>
                    <a:lnTo>
                      <a:pt x="5835661" y="2709532"/>
                    </a:lnTo>
                    <a:lnTo>
                      <a:pt x="5793992" y="2702152"/>
                    </a:lnTo>
                    <a:lnTo>
                      <a:pt x="5751962" y="2708091"/>
                    </a:lnTo>
                    <a:lnTo>
                      <a:pt x="5719832" y="2722671"/>
                    </a:lnTo>
                    <a:lnTo>
                      <a:pt x="4245006" y="3646865"/>
                    </a:lnTo>
                    <a:lnTo>
                      <a:pt x="4478192" y="4013974"/>
                    </a:lnTo>
                    <a:lnTo>
                      <a:pt x="4863841" y="3755138"/>
                    </a:lnTo>
                    <a:lnTo>
                      <a:pt x="4827482" y="3665318"/>
                    </a:lnTo>
                    <a:lnTo>
                      <a:pt x="5070841" y="3513131"/>
                    </a:lnTo>
                    <a:lnTo>
                      <a:pt x="5121780" y="3593861"/>
                    </a:lnTo>
                    <a:lnTo>
                      <a:pt x="5964178" y="3071600"/>
                    </a:lnTo>
                    <a:close/>
                    <a:moveTo>
                      <a:pt x="5059414" y="3106694"/>
                    </a:moveTo>
                    <a:lnTo>
                      <a:pt x="5504913" y="2830219"/>
                    </a:lnTo>
                    <a:lnTo>
                      <a:pt x="5719293" y="2634292"/>
                    </a:lnTo>
                    <a:lnTo>
                      <a:pt x="5720643" y="2632132"/>
                    </a:lnTo>
                    <a:lnTo>
                      <a:pt x="5732343" y="2589022"/>
                    </a:lnTo>
                    <a:lnTo>
                      <a:pt x="5734233" y="2586502"/>
                    </a:lnTo>
                    <a:lnTo>
                      <a:pt x="5790573" y="2549063"/>
                    </a:lnTo>
                    <a:lnTo>
                      <a:pt x="5691215" y="2331084"/>
                    </a:lnTo>
                    <a:lnTo>
                      <a:pt x="5545685" y="2415232"/>
                    </a:lnTo>
                    <a:lnTo>
                      <a:pt x="4459118" y="3103900"/>
                    </a:lnTo>
                    <a:lnTo>
                      <a:pt x="4507628" y="3183190"/>
                    </a:lnTo>
                    <a:lnTo>
                      <a:pt x="4238978" y="3358057"/>
                    </a:lnTo>
                    <a:lnTo>
                      <a:pt x="4367946" y="3553176"/>
                    </a:lnTo>
                    <a:lnTo>
                      <a:pt x="5059414" y="3106694"/>
                    </a:lnTo>
                    <a:close/>
                    <a:moveTo>
                      <a:pt x="4180479" y="3272917"/>
                    </a:moveTo>
                    <a:lnTo>
                      <a:pt x="4238978" y="3358057"/>
                    </a:lnTo>
                    <a:lnTo>
                      <a:pt x="4507628" y="3183190"/>
                    </a:lnTo>
                    <a:lnTo>
                      <a:pt x="4459118" y="3103900"/>
                    </a:lnTo>
                    <a:lnTo>
                      <a:pt x="4180479" y="3272917"/>
                    </a:lnTo>
                    <a:close/>
                    <a:moveTo>
                      <a:pt x="4430689" y="1509021"/>
                    </a:moveTo>
                    <a:lnTo>
                      <a:pt x="3680361" y="2053062"/>
                    </a:lnTo>
                    <a:lnTo>
                      <a:pt x="3586491" y="2129741"/>
                    </a:lnTo>
                    <a:lnTo>
                      <a:pt x="3594321" y="2150171"/>
                    </a:lnTo>
                    <a:lnTo>
                      <a:pt x="3677660" y="2264111"/>
                    </a:lnTo>
                    <a:lnTo>
                      <a:pt x="3592160" y="2326210"/>
                    </a:lnTo>
                    <a:lnTo>
                      <a:pt x="3693588" y="2466339"/>
                    </a:lnTo>
                    <a:lnTo>
                      <a:pt x="3645528" y="2501349"/>
                    </a:lnTo>
                    <a:lnTo>
                      <a:pt x="3668298" y="2536089"/>
                    </a:lnTo>
                    <a:lnTo>
                      <a:pt x="3635718" y="2557688"/>
                    </a:lnTo>
                    <a:lnTo>
                      <a:pt x="3814455" y="2802038"/>
                    </a:lnTo>
                    <a:lnTo>
                      <a:pt x="3830745" y="2763968"/>
                    </a:lnTo>
                    <a:lnTo>
                      <a:pt x="4862142" y="2107160"/>
                    </a:lnTo>
                    <a:lnTo>
                      <a:pt x="4430689" y="1509021"/>
                    </a:lnTo>
                    <a:close/>
                    <a:moveTo>
                      <a:pt x="5418701" y="1752746"/>
                    </a:moveTo>
                    <a:lnTo>
                      <a:pt x="4862232" y="2107160"/>
                    </a:lnTo>
                    <a:lnTo>
                      <a:pt x="3830745" y="2763968"/>
                    </a:lnTo>
                    <a:lnTo>
                      <a:pt x="4180479" y="3272917"/>
                    </a:lnTo>
                    <a:lnTo>
                      <a:pt x="4459118" y="3103900"/>
                    </a:lnTo>
                    <a:lnTo>
                      <a:pt x="5545685" y="2415232"/>
                    </a:lnTo>
                    <a:lnTo>
                      <a:pt x="5691215" y="2331084"/>
                    </a:lnTo>
                    <a:lnTo>
                      <a:pt x="5566118" y="1989625"/>
                    </a:lnTo>
                    <a:lnTo>
                      <a:pt x="5418701" y="1752746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88" name="Контур"/>
              <p:cNvSpPr/>
              <p:nvPr/>
            </p:nvSpPr>
            <p:spPr>
              <a:xfrm>
                <a:off x="3811190" y="8872065"/>
                <a:ext cx="6484810" cy="1315935"/>
              </a:xfrm>
              <a:custGeom>
                <a:avLst/>
                <a:gdLst/>
                <a:ahLst/>
                <a:cxnLst/>
                <a:rect l="l" t="t" r="r" b="b"/>
                <a:pathLst>
                  <a:path w="6484810" h="1315935" fill="none">
                    <a:moveTo>
                      <a:pt x="3959337" y="383219"/>
                    </a:moveTo>
                    <a:lnTo>
                      <a:pt x="3779341" y="0"/>
                    </a:lnTo>
                    <a:lnTo>
                      <a:pt x="2496846" y="596327"/>
                    </a:lnTo>
                    <a:lnTo>
                      <a:pt x="2475067" y="549618"/>
                    </a:lnTo>
                    <a:lnTo>
                      <a:pt x="2434117" y="567887"/>
                    </a:lnTo>
                    <a:lnTo>
                      <a:pt x="2425477" y="548447"/>
                    </a:lnTo>
                    <a:lnTo>
                      <a:pt x="2339888" y="586426"/>
                    </a:lnTo>
                    <a:lnTo>
                      <a:pt x="2301908" y="493097"/>
                    </a:lnTo>
                    <a:lnTo>
                      <a:pt x="2156919" y="557625"/>
                    </a:lnTo>
                    <a:lnTo>
                      <a:pt x="2136130" y="511906"/>
                    </a:lnTo>
                    <a:lnTo>
                      <a:pt x="2062510" y="543225"/>
                    </a:lnTo>
                    <a:lnTo>
                      <a:pt x="2037940" y="493905"/>
                    </a:lnTo>
                    <a:lnTo>
                      <a:pt x="1847321" y="569503"/>
                    </a:lnTo>
                    <a:lnTo>
                      <a:pt x="1698555" y="239745"/>
                    </a:lnTo>
                    <a:lnTo>
                      <a:pt x="1610175" y="285464"/>
                    </a:lnTo>
                    <a:lnTo>
                      <a:pt x="1597305" y="286454"/>
                    </a:lnTo>
                    <a:lnTo>
                      <a:pt x="1266376" y="534400"/>
                    </a:lnTo>
                    <a:lnTo>
                      <a:pt x="864076" y="953254"/>
                    </a:lnTo>
                    <a:lnTo>
                      <a:pt x="806565" y="1041093"/>
                    </a:lnTo>
                    <a:lnTo>
                      <a:pt x="758595" y="1135862"/>
                    </a:lnTo>
                    <a:lnTo>
                      <a:pt x="688875" y="1315935"/>
                    </a:lnTo>
                    <a:moveTo>
                      <a:pt x="2643784" y="1315935"/>
                    </a:moveTo>
                    <a:lnTo>
                      <a:pt x="2635351" y="1292743"/>
                    </a:lnTo>
                    <a:lnTo>
                      <a:pt x="2533923" y="1078814"/>
                    </a:lnTo>
                    <a:lnTo>
                      <a:pt x="2541393" y="1075214"/>
                    </a:lnTo>
                    <a:lnTo>
                      <a:pt x="2398296" y="775515"/>
                    </a:lnTo>
                    <a:lnTo>
                      <a:pt x="3717421" y="144629"/>
                    </a:lnTo>
                    <a:lnTo>
                      <a:pt x="3747210" y="165509"/>
                    </a:lnTo>
                    <a:lnTo>
                      <a:pt x="3869968" y="419668"/>
                    </a:lnTo>
                    <a:lnTo>
                      <a:pt x="3959337" y="383219"/>
                    </a:lnTo>
                    <a:lnTo>
                      <a:pt x="3959337" y="383219"/>
                    </a:lnTo>
                    <a:moveTo>
                      <a:pt x="5643291" y="1315935"/>
                    </a:moveTo>
                    <a:lnTo>
                      <a:pt x="6034988" y="1128428"/>
                    </a:lnTo>
                    <a:lnTo>
                      <a:pt x="6484810" y="913145"/>
                    </a:lnTo>
                    <a:moveTo>
                      <a:pt x="6484810" y="759041"/>
                    </a:moveTo>
                    <a:lnTo>
                      <a:pt x="6380767" y="805152"/>
                    </a:lnTo>
                    <a:lnTo>
                      <a:pt x="6236138" y="871571"/>
                    </a:lnTo>
                    <a:lnTo>
                      <a:pt x="6189068" y="894430"/>
                    </a:lnTo>
                    <a:lnTo>
                      <a:pt x="5990889" y="993428"/>
                    </a:lnTo>
                    <a:lnTo>
                      <a:pt x="5619640" y="1167125"/>
                    </a:lnTo>
                    <a:lnTo>
                      <a:pt x="5307867" y="1315935"/>
                    </a:lnTo>
                    <a:moveTo>
                      <a:pt x="118069" y="1259427"/>
                    </a:moveTo>
                    <a:lnTo>
                      <a:pt x="0" y="1315935"/>
                    </a:lnTo>
                    <a:moveTo>
                      <a:pt x="145100" y="1315935"/>
                    </a:moveTo>
                    <a:lnTo>
                      <a:pt x="118069" y="1259427"/>
                    </a:lnTo>
                    <a:lnTo>
                      <a:pt x="118069" y="1259427"/>
                    </a:lnTo>
                    <a:moveTo>
                      <a:pt x="590746" y="1202640"/>
                    </a:moveTo>
                    <a:lnTo>
                      <a:pt x="488326" y="1252769"/>
                    </a:lnTo>
                    <a:lnTo>
                      <a:pt x="519842" y="1315935"/>
                    </a:lnTo>
                    <a:moveTo>
                      <a:pt x="645123" y="1315935"/>
                    </a:moveTo>
                    <a:lnTo>
                      <a:pt x="590746" y="1202640"/>
                    </a:lnTo>
                    <a:lnTo>
                      <a:pt x="590746" y="1202640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89" name="Контур"/>
              <p:cNvSpPr/>
              <p:nvPr/>
            </p:nvSpPr>
            <p:spPr>
              <a:xfrm>
                <a:off x="3233122" y="7644380"/>
                <a:ext cx="3950618" cy="2460473"/>
              </a:xfrm>
              <a:custGeom>
                <a:avLst/>
                <a:gdLst/>
                <a:ahLst/>
                <a:cxnLst/>
                <a:rect l="l" t="t" r="r" b="b"/>
                <a:pathLst>
                  <a:path w="3950618" h="2460473" fill="none">
                    <a:moveTo>
                      <a:pt x="1667236" y="1521875"/>
                    </a:moveTo>
                    <a:lnTo>
                      <a:pt x="1657877" y="1523225"/>
                    </a:lnTo>
                    <a:lnTo>
                      <a:pt x="1499658" y="1544734"/>
                    </a:lnTo>
                    <a:lnTo>
                      <a:pt x="1336399" y="1564352"/>
                    </a:lnTo>
                    <a:lnTo>
                      <a:pt x="1165400" y="1580731"/>
                    </a:lnTo>
                    <a:lnTo>
                      <a:pt x="832312" y="1614569"/>
                    </a:lnTo>
                    <a:lnTo>
                      <a:pt x="501654" y="1699076"/>
                    </a:lnTo>
                    <a:lnTo>
                      <a:pt x="866056" y="2460473"/>
                    </a:lnTo>
                    <a:lnTo>
                      <a:pt x="1199325" y="2300996"/>
                    </a:lnTo>
                    <a:lnTo>
                      <a:pt x="1754265" y="1703854"/>
                    </a:lnTo>
                    <a:lnTo>
                      <a:pt x="1667236" y="1521875"/>
                    </a:lnTo>
                    <a:close/>
                    <a:moveTo>
                      <a:pt x="1317685" y="557350"/>
                    </a:moveTo>
                    <a:lnTo>
                      <a:pt x="436408" y="1112820"/>
                    </a:lnTo>
                    <a:lnTo>
                      <a:pt x="314370" y="998970"/>
                    </a:lnTo>
                    <a:lnTo>
                      <a:pt x="0" y="1213796"/>
                    </a:lnTo>
                    <a:lnTo>
                      <a:pt x="48510" y="1287866"/>
                    </a:lnTo>
                    <a:lnTo>
                      <a:pt x="99629" y="1365806"/>
                    </a:lnTo>
                    <a:lnTo>
                      <a:pt x="206458" y="1302177"/>
                    </a:lnTo>
                    <a:lnTo>
                      <a:pt x="306448" y="1309287"/>
                    </a:lnTo>
                    <a:lnTo>
                      <a:pt x="501654" y="1699076"/>
                    </a:lnTo>
                    <a:lnTo>
                      <a:pt x="832312" y="1614569"/>
                    </a:lnTo>
                    <a:lnTo>
                      <a:pt x="1165400" y="1580731"/>
                    </a:lnTo>
                    <a:lnTo>
                      <a:pt x="1336399" y="1564352"/>
                    </a:lnTo>
                    <a:lnTo>
                      <a:pt x="1499658" y="1544734"/>
                    </a:lnTo>
                    <a:lnTo>
                      <a:pt x="1657877" y="1523225"/>
                    </a:lnTo>
                    <a:lnTo>
                      <a:pt x="1821136" y="1499736"/>
                    </a:lnTo>
                    <a:lnTo>
                      <a:pt x="1877925" y="1490287"/>
                    </a:lnTo>
                    <a:lnTo>
                      <a:pt x="1641860" y="1097168"/>
                    </a:lnTo>
                    <a:lnTo>
                      <a:pt x="1317685" y="557350"/>
                    </a:lnTo>
                    <a:close/>
                    <a:moveTo>
                      <a:pt x="3772872" y="0"/>
                    </a:moveTo>
                    <a:lnTo>
                      <a:pt x="3603402" y="92518"/>
                    </a:lnTo>
                    <a:lnTo>
                      <a:pt x="3585583" y="77938"/>
                    </a:lnTo>
                    <a:lnTo>
                      <a:pt x="2503606" y="677057"/>
                    </a:lnTo>
                    <a:lnTo>
                      <a:pt x="2498296" y="665627"/>
                    </a:lnTo>
                    <a:lnTo>
                      <a:pt x="2334227" y="742305"/>
                    </a:lnTo>
                    <a:lnTo>
                      <a:pt x="1963248" y="948401"/>
                    </a:lnTo>
                    <a:lnTo>
                      <a:pt x="1941288" y="960101"/>
                    </a:lnTo>
                    <a:lnTo>
                      <a:pt x="1911048" y="973151"/>
                    </a:lnTo>
                    <a:lnTo>
                      <a:pt x="1807459" y="1017250"/>
                    </a:lnTo>
                    <a:lnTo>
                      <a:pt x="1725829" y="1062339"/>
                    </a:lnTo>
                    <a:lnTo>
                      <a:pt x="1952175" y="1472197"/>
                    </a:lnTo>
                    <a:lnTo>
                      <a:pt x="1985925" y="1455008"/>
                    </a:lnTo>
                    <a:lnTo>
                      <a:pt x="2190314" y="1378420"/>
                    </a:lnTo>
                    <a:lnTo>
                      <a:pt x="2392723" y="1285272"/>
                    </a:lnTo>
                    <a:lnTo>
                      <a:pt x="2412253" y="1258092"/>
                    </a:lnTo>
                    <a:lnTo>
                      <a:pt x="2444473" y="1241982"/>
                    </a:lnTo>
                    <a:lnTo>
                      <a:pt x="3950618" y="368819"/>
                    </a:lnTo>
                    <a:lnTo>
                      <a:pt x="3772872" y="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90" name="Контур"/>
              <p:cNvSpPr/>
              <p:nvPr/>
            </p:nvSpPr>
            <p:spPr>
              <a:xfrm>
                <a:off x="1229824" y="8649106"/>
                <a:ext cx="4512570" cy="1538894"/>
              </a:xfrm>
              <a:custGeom>
                <a:avLst/>
                <a:gdLst/>
                <a:ahLst/>
                <a:cxnLst/>
                <a:rect l="l" t="t" r="r" b="b"/>
                <a:pathLst>
                  <a:path w="4512570" h="1538894" fill="none">
                    <a:moveTo>
                      <a:pt x="1548979" y="671124"/>
                    </a:moveTo>
                    <a:lnTo>
                      <a:pt x="1489489" y="699563"/>
                    </a:lnTo>
                    <a:lnTo>
                      <a:pt x="643042" y="1104284"/>
                    </a:lnTo>
                    <a:lnTo>
                      <a:pt x="654562" y="1128404"/>
                    </a:lnTo>
                    <a:lnTo>
                      <a:pt x="510202" y="1219483"/>
                    </a:lnTo>
                    <a:lnTo>
                      <a:pt x="635120" y="1480842"/>
                    </a:lnTo>
                    <a:lnTo>
                      <a:pt x="638899" y="1488762"/>
                    </a:lnTo>
                    <a:lnTo>
                      <a:pt x="662859" y="1538894"/>
                    </a:lnTo>
                    <a:moveTo>
                      <a:pt x="1964275" y="1538894"/>
                    </a:moveTo>
                    <a:lnTo>
                      <a:pt x="1556448" y="686693"/>
                    </a:lnTo>
                    <a:lnTo>
                      <a:pt x="1548979" y="671124"/>
                    </a:lnTo>
                    <a:lnTo>
                      <a:pt x="1548979" y="671124"/>
                    </a:lnTo>
                    <a:moveTo>
                      <a:pt x="1453578" y="890901"/>
                    </a:moveTo>
                    <a:lnTo>
                      <a:pt x="1763711" y="1538894"/>
                    </a:lnTo>
                    <a:moveTo>
                      <a:pt x="835856" y="1538894"/>
                    </a:moveTo>
                    <a:lnTo>
                      <a:pt x="763189" y="1387063"/>
                    </a:lnTo>
                    <a:lnTo>
                      <a:pt x="762019" y="1384723"/>
                    </a:lnTo>
                    <a:lnTo>
                      <a:pt x="698571" y="1252154"/>
                    </a:lnTo>
                    <a:lnTo>
                      <a:pt x="998719" y="1108517"/>
                    </a:lnTo>
                    <a:lnTo>
                      <a:pt x="1019239" y="1098707"/>
                    </a:lnTo>
                    <a:lnTo>
                      <a:pt x="1453578" y="890901"/>
                    </a:lnTo>
                    <a:lnTo>
                      <a:pt x="1453578" y="890901"/>
                    </a:lnTo>
                    <a:moveTo>
                      <a:pt x="510202" y="1219483"/>
                    </a:moveTo>
                    <a:lnTo>
                      <a:pt x="0" y="1538894"/>
                    </a:lnTo>
                    <a:moveTo>
                      <a:pt x="662859" y="1538894"/>
                    </a:moveTo>
                    <a:lnTo>
                      <a:pt x="638899" y="1488762"/>
                    </a:lnTo>
                    <a:lnTo>
                      <a:pt x="635120" y="1480842"/>
                    </a:lnTo>
                    <a:lnTo>
                      <a:pt x="510202" y="1219483"/>
                    </a:lnTo>
                    <a:lnTo>
                      <a:pt x="510202" y="1219483"/>
                    </a:lnTo>
                    <a:moveTo>
                      <a:pt x="1748332" y="0"/>
                    </a:moveTo>
                    <a:lnTo>
                      <a:pt x="1366102" y="306895"/>
                    </a:lnTo>
                    <a:lnTo>
                      <a:pt x="1251982" y="398603"/>
                    </a:lnTo>
                    <a:lnTo>
                      <a:pt x="1445481" y="454764"/>
                    </a:lnTo>
                    <a:lnTo>
                      <a:pt x="1544299" y="661314"/>
                    </a:lnTo>
                    <a:lnTo>
                      <a:pt x="1548979" y="671124"/>
                    </a:lnTo>
                    <a:lnTo>
                      <a:pt x="1556448" y="686693"/>
                    </a:lnTo>
                    <a:lnTo>
                      <a:pt x="1964275" y="1538894"/>
                    </a:lnTo>
                    <a:moveTo>
                      <a:pt x="2263571" y="1538894"/>
                    </a:moveTo>
                    <a:lnTo>
                      <a:pt x="2198679" y="1403273"/>
                    </a:lnTo>
                    <a:lnTo>
                      <a:pt x="1860286" y="696235"/>
                    </a:lnTo>
                    <a:lnTo>
                      <a:pt x="1789818" y="547646"/>
                    </a:lnTo>
                    <a:lnTo>
                      <a:pt x="1713949" y="389967"/>
                    </a:lnTo>
                    <a:lnTo>
                      <a:pt x="1689020" y="338217"/>
                    </a:lnTo>
                    <a:lnTo>
                      <a:pt x="1748332" y="0"/>
                    </a:lnTo>
                    <a:lnTo>
                      <a:pt x="1748332" y="0"/>
                    </a:lnTo>
                    <a:moveTo>
                      <a:pt x="4447771" y="237346"/>
                    </a:moveTo>
                    <a:lnTo>
                      <a:pt x="4415551" y="253366"/>
                    </a:lnTo>
                    <a:lnTo>
                      <a:pt x="4396021" y="280546"/>
                    </a:lnTo>
                    <a:lnTo>
                      <a:pt x="4193612" y="373694"/>
                    </a:lnTo>
                    <a:lnTo>
                      <a:pt x="3989223" y="450282"/>
                    </a:lnTo>
                    <a:lnTo>
                      <a:pt x="3938373" y="476111"/>
                    </a:lnTo>
                    <a:lnTo>
                      <a:pt x="3670534" y="517149"/>
                    </a:lnTo>
                    <a:lnTo>
                      <a:pt x="3757563" y="699128"/>
                    </a:lnTo>
                    <a:lnTo>
                      <a:pt x="3202623" y="1296270"/>
                    </a:lnTo>
                    <a:lnTo>
                      <a:pt x="2869354" y="1455747"/>
                    </a:lnTo>
                    <a:lnTo>
                      <a:pt x="2504952" y="694350"/>
                    </a:lnTo>
                    <a:lnTo>
                      <a:pt x="2309746" y="304561"/>
                    </a:lnTo>
                    <a:lnTo>
                      <a:pt x="2209756" y="297451"/>
                    </a:lnTo>
                    <a:lnTo>
                      <a:pt x="1789818" y="547646"/>
                    </a:lnTo>
                    <a:lnTo>
                      <a:pt x="1860286" y="696235"/>
                    </a:lnTo>
                    <a:lnTo>
                      <a:pt x="2249985" y="509759"/>
                    </a:lnTo>
                    <a:lnTo>
                      <a:pt x="2588377" y="1216797"/>
                    </a:lnTo>
                    <a:lnTo>
                      <a:pt x="2198679" y="1403273"/>
                    </a:lnTo>
                    <a:lnTo>
                      <a:pt x="2263571" y="1538894"/>
                    </a:lnTo>
                    <a:moveTo>
                      <a:pt x="2581366" y="1538894"/>
                    </a:moveTo>
                    <a:lnTo>
                      <a:pt x="2699435" y="1482386"/>
                    </a:lnTo>
                    <a:lnTo>
                      <a:pt x="2726466" y="1538894"/>
                    </a:lnTo>
                    <a:moveTo>
                      <a:pt x="3270241" y="1538894"/>
                    </a:moveTo>
                    <a:lnTo>
                      <a:pt x="3339961" y="1358821"/>
                    </a:lnTo>
                    <a:lnTo>
                      <a:pt x="3387931" y="1264052"/>
                    </a:lnTo>
                    <a:lnTo>
                      <a:pt x="3445442" y="1176213"/>
                    </a:lnTo>
                    <a:lnTo>
                      <a:pt x="3847742" y="757359"/>
                    </a:lnTo>
                    <a:lnTo>
                      <a:pt x="4178671" y="509413"/>
                    </a:lnTo>
                    <a:lnTo>
                      <a:pt x="4191541" y="508423"/>
                    </a:lnTo>
                    <a:lnTo>
                      <a:pt x="4512570" y="342286"/>
                    </a:lnTo>
                    <a:lnTo>
                      <a:pt x="4464511" y="258406"/>
                    </a:lnTo>
                    <a:lnTo>
                      <a:pt x="4447771" y="237346"/>
                    </a:lnTo>
                    <a:lnTo>
                      <a:pt x="4447771" y="237346"/>
                    </a:lnTo>
                    <a:moveTo>
                      <a:pt x="3172112" y="1425599"/>
                    </a:moveTo>
                    <a:lnTo>
                      <a:pt x="3226489" y="1538894"/>
                    </a:lnTo>
                    <a:moveTo>
                      <a:pt x="3101208" y="1538894"/>
                    </a:moveTo>
                    <a:lnTo>
                      <a:pt x="3069692" y="1475728"/>
                    </a:lnTo>
                    <a:lnTo>
                      <a:pt x="3172112" y="1425599"/>
                    </a:lnTo>
                    <a:lnTo>
                      <a:pt x="3172112" y="1425599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91" name="Контур"/>
              <p:cNvSpPr/>
              <p:nvPr/>
            </p:nvSpPr>
            <p:spPr>
              <a:xfrm>
                <a:off x="3090110" y="9158865"/>
                <a:ext cx="728091" cy="893514"/>
              </a:xfrm>
              <a:custGeom>
                <a:avLst/>
                <a:gdLst/>
                <a:ahLst/>
                <a:cxnLst/>
                <a:rect l="l" t="t" r="r" b="b"/>
                <a:pathLst>
                  <a:path w="728091" h="893514" fill="none">
                    <a:moveTo>
                      <a:pt x="389699" y="0"/>
                    </a:moveTo>
                    <a:lnTo>
                      <a:pt x="0" y="186476"/>
                    </a:lnTo>
                    <a:lnTo>
                      <a:pt x="338393" y="893514"/>
                    </a:lnTo>
                    <a:lnTo>
                      <a:pt x="728091" y="707038"/>
                    </a:lnTo>
                    <a:lnTo>
                      <a:pt x="389699" y="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92" name="Контур"/>
              <p:cNvSpPr/>
              <p:nvPr/>
            </p:nvSpPr>
            <p:spPr>
              <a:xfrm>
                <a:off x="1928395" y="9540007"/>
                <a:ext cx="1065140" cy="647993"/>
              </a:xfrm>
              <a:custGeom>
                <a:avLst/>
                <a:gdLst/>
                <a:ahLst/>
                <a:cxnLst/>
                <a:rect l="l" t="t" r="r" b="b"/>
                <a:pathLst>
                  <a:path w="1065140" h="647993" fill="none">
                    <a:moveTo>
                      <a:pt x="755007" y="0"/>
                    </a:moveTo>
                    <a:lnTo>
                      <a:pt x="320668" y="207806"/>
                    </a:lnTo>
                    <a:lnTo>
                      <a:pt x="300148" y="217616"/>
                    </a:lnTo>
                    <a:lnTo>
                      <a:pt x="0" y="361253"/>
                    </a:lnTo>
                    <a:lnTo>
                      <a:pt x="63448" y="493822"/>
                    </a:lnTo>
                    <a:lnTo>
                      <a:pt x="64618" y="496162"/>
                    </a:lnTo>
                    <a:lnTo>
                      <a:pt x="137285" y="647993"/>
                    </a:lnTo>
                    <a:moveTo>
                      <a:pt x="1065140" y="647993"/>
                    </a:moveTo>
                    <a:lnTo>
                      <a:pt x="755007" y="0"/>
                    </a:lnTo>
                    <a:lnTo>
                      <a:pt x="755007" y="0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93" name="Контур"/>
              <p:cNvSpPr/>
              <p:nvPr/>
            </p:nvSpPr>
            <p:spPr>
              <a:xfrm>
                <a:off x="269009" y="6551743"/>
                <a:ext cx="1918771" cy="2824815"/>
              </a:xfrm>
              <a:custGeom>
                <a:avLst/>
                <a:gdLst/>
                <a:ahLst/>
                <a:cxnLst/>
                <a:rect l="l" t="t" r="r" b="b"/>
                <a:pathLst>
                  <a:path w="1918771" h="2824815" fill="none">
                    <a:moveTo>
                      <a:pt x="1685762" y="2324514"/>
                    </a:moveTo>
                    <a:lnTo>
                      <a:pt x="901955" y="2815545"/>
                    </a:lnTo>
                    <a:lnTo>
                      <a:pt x="918424" y="2824815"/>
                    </a:lnTo>
                    <a:lnTo>
                      <a:pt x="1091494" y="2766047"/>
                    </a:lnTo>
                    <a:lnTo>
                      <a:pt x="1118223" y="2771087"/>
                    </a:lnTo>
                    <a:lnTo>
                      <a:pt x="1166733" y="2799527"/>
                    </a:lnTo>
                    <a:lnTo>
                      <a:pt x="1191573" y="2805107"/>
                    </a:lnTo>
                    <a:lnTo>
                      <a:pt x="1376432" y="2692609"/>
                    </a:lnTo>
                    <a:lnTo>
                      <a:pt x="1629421" y="2539432"/>
                    </a:lnTo>
                    <a:lnTo>
                      <a:pt x="1918771" y="2357275"/>
                    </a:lnTo>
                    <a:lnTo>
                      <a:pt x="1841192" y="2227046"/>
                    </a:lnTo>
                    <a:lnTo>
                      <a:pt x="1685762" y="2324514"/>
                    </a:lnTo>
                    <a:close/>
                    <a:moveTo>
                      <a:pt x="101789" y="0"/>
                    </a:moveTo>
                    <a:lnTo>
                      <a:pt x="26549" y="100079"/>
                    </a:lnTo>
                    <a:lnTo>
                      <a:pt x="0" y="93239"/>
                    </a:lnTo>
                    <a:lnTo>
                      <a:pt x="41129" y="160918"/>
                    </a:lnTo>
                    <a:lnTo>
                      <a:pt x="89999" y="102509"/>
                    </a:lnTo>
                    <a:lnTo>
                      <a:pt x="115649" y="121409"/>
                    </a:lnTo>
                    <a:lnTo>
                      <a:pt x="146879" y="75060"/>
                    </a:lnTo>
                    <a:lnTo>
                      <a:pt x="102869" y="2700"/>
                    </a:lnTo>
                    <a:lnTo>
                      <a:pt x="101789" y="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94" name="Контур"/>
              <p:cNvSpPr/>
              <p:nvPr/>
            </p:nvSpPr>
            <p:spPr>
              <a:xfrm>
                <a:off x="252000" y="5392735"/>
                <a:ext cx="859860" cy="1259087"/>
              </a:xfrm>
              <a:custGeom>
                <a:avLst/>
                <a:gdLst/>
                <a:ahLst/>
                <a:cxnLst/>
                <a:rect l="l" t="t" r="r" b="b"/>
                <a:pathLst>
                  <a:path w="859860" h="1259087" fill="none">
                    <a:moveTo>
                      <a:pt x="273151" y="564923"/>
                    </a:moveTo>
                    <a:lnTo>
                      <a:pt x="52021" y="795950"/>
                    </a:lnTo>
                    <a:lnTo>
                      <a:pt x="0" y="872105"/>
                    </a:lnTo>
                    <a:moveTo>
                      <a:pt x="0" y="1220415"/>
                    </a:moveTo>
                    <a:lnTo>
                      <a:pt x="4589" y="1231817"/>
                    </a:lnTo>
                    <a:lnTo>
                      <a:pt x="17009" y="1252247"/>
                    </a:lnTo>
                    <a:lnTo>
                      <a:pt x="43558" y="1259087"/>
                    </a:lnTo>
                    <a:lnTo>
                      <a:pt x="118798" y="1159008"/>
                    </a:lnTo>
                    <a:lnTo>
                      <a:pt x="92519" y="1093668"/>
                    </a:lnTo>
                    <a:lnTo>
                      <a:pt x="88470" y="1020409"/>
                    </a:lnTo>
                    <a:lnTo>
                      <a:pt x="108270" y="949849"/>
                    </a:lnTo>
                    <a:lnTo>
                      <a:pt x="149580" y="889280"/>
                    </a:lnTo>
                    <a:lnTo>
                      <a:pt x="773190" y="237509"/>
                    </a:lnTo>
                    <a:lnTo>
                      <a:pt x="839340" y="237779"/>
                    </a:lnTo>
                    <a:lnTo>
                      <a:pt x="859860" y="207630"/>
                    </a:lnTo>
                    <a:lnTo>
                      <a:pt x="689042" y="0"/>
                    </a:lnTo>
                    <a:lnTo>
                      <a:pt x="691831" y="127259"/>
                    </a:lnTo>
                    <a:lnTo>
                      <a:pt x="617131" y="205378"/>
                    </a:lnTo>
                    <a:lnTo>
                      <a:pt x="506252" y="282237"/>
                    </a:lnTo>
                    <a:lnTo>
                      <a:pt x="346952" y="448645"/>
                    </a:lnTo>
                    <a:lnTo>
                      <a:pt x="273151" y="564923"/>
                    </a:lnTo>
                    <a:lnTo>
                      <a:pt x="273151" y="564923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95" name="Контур"/>
              <p:cNvSpPr/>
              <p:nvPr/>
            </p:nvSpPr>
            <p:spPr>
              <a:xfrm>
                <a:off x="340470" y="5683613"/>
                <a:ext cx="836548" cy="943190"/>
              </a:xfrm>
              <a:custGeom>
                <a:avLst/>
                <a:gdLst/>
                <a:ahLst/>
                <a:cxnLst/>
                <a:rect l="l" t="t" r="r" b="b"/>
                <a:pathLst>
                  <a:path w="836548" h="943190" fill="none">
                    <a:moveTo>
                      <a:pt x="144809" y="710722"/>
                    </a:moveTo>
                    <a:lnTo>
                      <a:pt x="89999" y="788841"/>
                    </a:lnTo>
                    <a:lnTo>
                      <a:pt x="30328" y="868130"/>
                    </a:lnTo>
                    <a:lnTo>
                      <a:pt x="31408" y="870830"/>
                    </a:lnTo>
                    <a:lnTo>
                      <a:pt x="75418" y="943190"/>
                    </a:lnTo>
                    <a:lnTo>
                      <a:pt x="95938" y="912770"/>
                    </a:lnTo>
                    <a:lnTo>
                      <a:pt x="193228" y="790282"/>
                    </a:lnTo>
                    <a:lnTo>
                      <a:pt x="144809" y="710722"/>
                    </a:lnTo>
                    <a:close/>
                    <a:moveTo>
                      <a:pt x="61110" y="598402"/>
                    </a:moveTo>
                    <a:lnTo>
                      <a:pt x="19800" y="658971"/>
                    </a:lnTo>
                    <a:lnTo>
                      <a:pt x="0" y="729531"/>
                    </a:lnTo>
                    <a:lnTo>
                      <a:pt x="4049" y="802790"/>
                    </a:lnTo>
                    <a:lnTo>
                      <a:pt x="30328" y="868130"/>
                    </a:lnTo>
                    <a:lnTo>
                      <a:pt x="89999" y="788841"/>
                    </a:lnTo>
                    <a:lnTo>
                      <a:pt x="144809" y="710722"/>
                    </a:lnTo>
                    <a:lnTo>
                      <a:pt x="70560" y="588592"/>
                    </a:lnTo>
                    <a:lnTo>
                      <a:pt x="61110" y="598402"/>
                    </a:lnTo>
                    <a:close/>
                    <a:moveTo>
                      <a:pt x="805408" y="90541"/>
                    </a:moveTo>
                    <a:lnTo>
                      <a:pt x="768508" y="128970"/>
                    </a:lnTo>
                    <a:lnTo>
                      <a:pt x="680759" y="45180"/>
                    </a:lnTo>
                    <a:lnTo>
                      <a:pt x="581219" y="180629"/>
                    </a:lnTo>
                    <a:lnTo>
                      <a:pt x="561779" y="165329"/>
                    </a:lnTo>
                    <a:lnTo>
                      <a:pt x="511109" y="230578"/>
                    </a:lnTo>
                    <a:lnTo>
                      <a:pt x="372689" y="406256"/>
                    </a:lnTo>
                    <a:lnTo>
                      <a:pt x="236969" y="575723"/>
                    </a:lnTo>
                    <a:lnTo>
                      <a:pt x="164429" y="682822"/>
                    </a:lnTo>
                    <a:lnTo>
                      <a:pt x="144809" y="710722"/>
                    </a:lnTo>
                    <a:lnTo>
                      <a:pt x="193228" y="790282"/>
                    </a:lnTo>
                    <a:lnTo>
                      <a:pt x="538378" y="355767"/>
                    </a:lnTo>
                    <a:lnTo>
                      <a:pt x="683548" y="215459"/>
                    </a:lnTo>
                    <a:lnTo>
                      <a:pt x="695698" y="209249"/>
                    </a:lnTo>
                    <a:lnTo>
                      <a:pt x="732328" y="205559"/>
                    </a:lnTo>
                    <a:lnTo>
                      <a:pt x="814228" y="162990"/>
                    </a:lnTo>
                    <a:lnTo>
                      <a:pt x="836548" y="151380"/>
                    </a:lnTo>
                    <a:lnTo>
                      <a:pt x="831688" y="141751"/>
                    </a:lnTo>
                    <a:lnTo>
                      <a:pt x="805408" y="90541"/>
                    </a:lnTo>
                    <a:close/>
                    <a:moveTo>
                      <a:pt x="707398" y="165060"/>
                    </a:moveTo>
                    <a:lnTo>
                      <a:pt x="724408" y="187109"/>
                    </a:lnTo>
                    <a:lnTo>
                      <a:pt x="697318" y="207989"/>
                    </a:lnTo>
                    <a:lnTo>
                      <a:pt x="680308" y="185849"/>
                    </a:lnTo>
                    <a:lnTo>
                      <a:pt x="707398" y="165060"/>
                    </a:lnTo>
                    <a:close/>
                    <a:moveTo>
                      <a:pt x="70560" y="588592"/>
                    </a:moveTo>
                    <a:lnTo>
                      <a:pt x="144809" y="710722"/>
                    </a:lnTo>
                    <a:lnTo>
                      <a:pt x="164429" y="682822"/>
                    </a:lnTo>
                    <a:lnTo>
                      <a:pt x="236969" y="575723"/>
                    </a:lnTo>
                    <a:lnTo>
                      <a:pt x="372689" y="406256"/>
                    </a:lnTo>
                    <a:lnTo>
                      <a:pt x="511109" y="230578"/>
                    </a:lnTo>
                    <a:lnTo>
                      <a:pt x="561779" y="165329"/>
                    </a:lnTo>
                    <a:lnTo>
                      <a:pt x="581219" y="180629"/>
                    </a:lnTo>
                    <a:lnTo>
                      <a:pt x="680759" y="45180"/>
                    </a:lnTo>
                    <a:lnTo>
                      <a:pt x="633600" y="0"/>
                    </a:lnTo>
                    <a:lnTo>
                      <a:pt x="70560" y="588592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96" name="Контур"/>
              <p:cNvSpPr/>
              <p:nvPr/>
            </p:nvSpPr>
            <p:spPr>
              <a:xfrm>
                <a:off x="252000" y="1584000"/>
                <a:ext cx="8874876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8874876" h="8604000" fill="none">
                    <a:moveTo>
                      <a:pt x="2395679" y="6858015"/>
                    </a:moveTo>
                    <a:lnTo>
                      <a:pt x="1858201" y="7194789"/>
                    </a:lnTo>
                    <a:lnTo>
                      <a:pt x="1935780" y="7325018"/>
                    </a:lnTo>
                    <a:lnTo>
                      <a:pt x="1646430" y="7507175"/>
                    </a:lnTo>
                    <a:lnTo>
                      <a:pt x="1208582" y="7772850"/>
                    </a:lnTo>
                    <a:lnTo>
                      <a:pt x="1183742" y="7767270"/>
                    </a:lnTo>
                    <a:lnTo>
                      <a:pt x="1135232" y="7738830"/>
                    </a:lnTo>
                    <a:lnTo>
                      <a:pt x="1108503" y="7733790"/>
                    </a:lnTo>
                    <a:lnTo>
                      <a:pt x="935433" y="7792558"/>
                    </a:lnTo>
                    <a:lnTo>
                      <a:pt x="918964" y="7783288"/>
                    </a:lnTo>
                    <a:lnTo>
                      <a:pt x="0" y="8359192"/>
                    </a:lnTo>
                    <a:moveTo>
                      <a:pt x="517457" y="8604000"/>
                    </a:moveTo>
                    <a:lnTo>
                      <a:pt x="789631" y="8366123"/>
                    </a:lnTo>
                    <a:lnTo>
                      <a:pt x="2229806" y="7463709"/>
                    </a:lnTo>
                    <a:lnTo>
                      <a:pt x="2566496" y="7193264"/>
                    </a:lnTo>
                    <a:lnTo>
                      <a:pt x="2395679" y="6858015"/>
                    </a:lnTo>
                    <a:lnTo>
                      <a:pt x="2395679" y="6858015"/>
                    </a:lnTo>
                    <a:moveTo>
                      <a:pt x="0" y="8344729"/>
                    </a:moveTo>
                    <a:lnTo>
                      <a:pt x="892234" y="7780948"/>
                    </a:lnTo>
                    <a:lnTo>
                      <a:pt x="486071" y="7149960"/>
                    </a:lnTo>
                    <a:lnTo>
                      <a:pt x="270794" y="6886530"/>
                    </a:lnTo>
                    <a:lnTo>
                      <a:pt x="235785" y="6829380"/>
                    </a:lnTo>
                    <a:lnTo>
                      <a:pt x="0" y="6983095"/>
                    </a:lnTo>
                    <a:moveTo>
                      <a:pt x="202664" y="7075799"/>
                    </a:moveTo>
                    <a:lnTo>
                      <a:pt x="175124" y="7026029"/>
                    </a:lnTo>
                    <a:lnTo>
                      <a:pt x="262694" y="6976710"/>
                    </a:lnTo>
                    <a:lnTo>
                      <a:pt x="290233" y="7026479"/>
                    </a:lnTo>
                    <a:lnTo>
                      <a:pt x="202664" y="7075799"/>
                    </a:lnTo>
                    <a:lnTo>
                      <a:pt x="202664" y="7075799"/>
                    </a:lnTo>
                    <a:moveTo>
                      <a:pt x="0" y="6983095"/>
                    </a:moveTo>
                    <a:lnTo>
                      <a:pt x="235785" y="6829380"/>
                    </a:lnTo>
                    <a:lnTo>
                      <a:pt x="270794" y="6886530"/>
                    </a:lnTo>
                    <a:lnTo>
                      <a:pt x="305354" y="6866281"/>
                    </a:lnTo>
                    <a:lnTo>
                      <a:pt x="318584" y="6884551"/>
                    </a:lnTo>
                    <a:lnTo>
                      <a:pt x="349004" y="6861781"/>
                    </a:lnTo>
                    <a:lnTo>
                      <a:pt x="418844" y="6826502"/>
                    </a:lnTo>
                    <a:lnTo>
                      <a:pt x="423164" y="6829922"/>
                    </a:lnTo>
                    <a:lnTo>
                      <a:pt x="736453" y="6616265"/>
                    </a:lnTo>
                    <a:lnTo>
                      <a:pt x="834011" y="6755855"/>
                    </a:lnTo>
                    <a:lnTo>
                      <a:pt x="934901" y="6731106"/>
                    </a:lnTo>
                    <a:lnTo>
                      <a:pt x="1050370" y="6740737"/>
                    </a:lnTo>
                    <a:lnTo>
                      <a:pt x="1026880" y="6682867"/>
                    </a:lnTo>
                    <a:lnTo>
                      <a:pt x="1128130" y="6635708"/>
                    </a:lnTo>
                    <a:lnTo>
                      <a:pt x="1155129" y="6693488"/>
                    </a:lnTo>
                    <a:lnTo>
                      <a:pt x="1577948" y="6495402"/>
                    </a:lnTo>
                    <a:lnTo>
                      <a:pt x="1749306" y="6514033"/>
                    </a:lnTo>
                    <a:lnTo>
                      <a:pt x="1777566" y="6524563"/>
                    </a:lnTo>
                    <a:lnTo>
                      <a:pt x="1871704" y="6726972"/>
                    </a:lnTo>
                    <a:lnTo>
                      <a:pt x="1960354" y="6683953"/>
                    </a:lnTo>
                    <a:lnTo>
                      <a:pt x="1795657" y="6350774"/>
                    </a:lnTo>
                    <a:lnTo>
                      <a:pt x="1773158" y="6289575"/>
                    </a:lnTo>
                    <a:lnTo>
                      <a:pt x="1761908" y="6293175"/>
                    </a:lnTo>
                    <a:lnTo>
                      <a:pt x="1551312" y="5896096"/>
                    </a:lnTo>
                    <a:lnTo>
                      <a:pt x="2635450" y="5106539"/>
                    </a:lnTo>
                    <a:lnTo>
                      <a:pt x="2662089" y="5093669"/>
                    </a:lnTo>
                    <a:lnTo>
                      <a:pt x="2677119" y="5120579"/>
                    </a:lnTo>
                    <a:lnTo>
                      <a:pt x="2718069" y="5098530"/>
                    </a:lnTo>
                    <a:lnTo>
                      <a:pt x="2699529" y="5059920"/>
                    </a:lnTo>
                    <a:lnTo>
                      <a:pt x="2654980" y="5005470"/>
                    </a:lnTo>
                    <a:lnTo>
                      <a:pt x="2416751" y="5112027"/>
                    </a:lnTo>
                    <a:lnTo>
                      <a:pt x="1445205" y="5583708"/>
                    </a:lnTo>
                    <a:lnTo>
                      <a:pt x="1411726" y="5515218"/>
                    </a:lnTo>
                    <a:lnTo>
                      <a:pt x="0" y="6382230"/>
                    </a:lnTo>
                    <a:moveTo>
                      <a:pt x="4999027" y="2961330"/>
                    </a:moveTo>
                    <a:lnTo>
                      <a:pt x="3916240" y="3736127"/>
                    </a:lnTo>
                    <a:lnTo>
                      <a:pt x="2139464" y="4989626"/>
                    </a:lnTo>
                    <a:lnTo>
                      <a:pt x="2016614" y="5045245"/>
                    </a:lnTo>
                    <a:lnTo>
                      <a:pt x="1867035" y="5138394"/>
                    </a:lnTo>
                    <a:lnTo>
                      <a:pt x="1505686" y="5311910"/>
                    </a:lnTo>
                    <a:lnTo>
                      <a:pt x="0" y="6226646"/>
                    </a:lnTo>
                    <a:moveTo>
                      <a:pt x="0" y="6382230"/>
                    </a:moveTo>
                    <a:lnTo>
                      <a:pt x="1411726" y="5515218"/>
                    </a:lnTo>
                    <a:lnTo>
                      <a:pt x="1648065" y="5346561"/>
                    </a:lnTo>
                    <a:lnTo>
                      <a:pt x="1863074" y="5238203"/>
                    </a:lnTo>
                    <a:lnTo>
                      <a:pt x="2063503" y="5151175"/>
                    </a:lnTo>
                    <a:lnTo>
                      <a:pt x="2047124" y="5114905"/>
                    </a:lnTo>
                    <a:lnTo>
                      <a:pt x="2486772" y="4944809"/>
                    </a:lnTo>
                    <a:lnTo>
                      <a:pt x="2916070" y="4748973"/>
                    </a:lnTo>
                    <a:lnTo>
                      <a:pt x="3243849" y="4546117"/>
                    </a:lnTo>
                    <a:lnTo>
                      <a:pt x="5595364" y="2752626"/>
                    </a:lnTo>
                    <a:lnTo>
                      <a:pt x="6453963" y="2130556"/>
                    </a:lnTo>
                    <a:lnTo>
                      <a:pt x="6698042" y="1946689"/>
                    </a:lnTo>
                    <a:lnTo>
                      <a:pt x="6876602" y="1796211"/>
                    </a:lnTo>
                    <a:lnTo>
                      <a:pt x="7426501" y="1297439"/>
                    </a:lnTo>
                    <a:lnTo>
                      <a:pt x="7601011" y="1125991"/>
                    </a:lnTo>
                    <a:lnTo>
                      <a:pt x="7815211" y="892444"/>
                    </a:lnTo>
                    <a:lnTo>
                      <a:pt x="8292751" y="444430"/>
                    </a:lnTo>
                    <a:lnTo>
                      <a:pt x="8330551" y="401771"/>
                    </a:lnTo>
                    <a:lnTo>
                      <a:pt x="8358271" y="377741"/>
                    </a:lnTo>
                    <a:lnTo>
                      <a:pt x="8392651" y="360552"/>
                    </a:lnTo>
                    <a:lnTo>
                      <a:pt x="8609280" y="182894"/>
                    </a:lnTo>
                    <a:lnTo>
                      <a:pt x="8612070" y="185504"/>
                    </a:lnTo>
                    <a:lnTo>
                      <a:pt x="8657520" y="155625"/>
                    </a:lnTo>
                    <a:lnTo>
                      <a:pt x="8874876" y="0"/>
                    </a:lnTo>
                    <a:moveTo>
                      <a:pt x="8758770" y="0"/>
                    </a:moveTo>
                    <a:lnTo>
                      <a:pt x="7727373" y="745924"/>
                    </a:lnTo>
                    <a:lnTo>
                      <a:pt x="6544774" y="1808359"/>
                    </a:lnTo>
                    <a:lnTo>
                      <a:pt x="4999027" y="2961330"/>
                    </a:lnTo>
                    <a:lnTo>
                      <a:pt x="4999027" y="2961330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97" name="Контур"/>
              <p:cNvSpPr/>
              <p:nvPr/>
            </p:nvSpPr>
            <p:spPr>
              <a:xfrm>
                <a:off x="427124" y="8449471"/>
                <a:ext cx="287188" cy="210328"/>
              </a:xfrm>
              <a:custGeom>
                <a:avLst/>
                <a:gdLst/>
                <a:ahLst/>
                <a:cxnLst/>
                <a:rect l="l" t="t" r="r" b="b"/>
                <a:pathLst>
                  <a:path w="287188" h="210328" fill="none">
                    <a:moveTo>
                      <a:pt x="0" y="160558"/>
                    </a:moveTo>
                    <a:lnTo>
                      <a:pt x="27540" y="210328"/>
                    </a:lnTo>
                    <a:lnTo>
                      <a:pt x="115109" y="161008"/>
                    </a:lnTo>
                    <a:lnTo>
                      <a:pt x="87570" y="111239"/>
                    </a:lnTo>
                    <a:lnTo>
                      <a:pt x="0" y="160558"/>
                    </a:lnTo>
                    <a:close/>
                    <a:moveTo>
                      <a:pt x="132930" y="26910"/>
                    </a:moveTo>
                    <a:lnTo>
                      <a:pt x="199259" y="110519"/>
                    </a:lnTo>
                    <a:lnTo>
                      <a:pt x="242728" y="165329"/>
                    </a:lnTo>
                    <a:lnTo>
                      <a:pt x="287188" y="132750"/>
                    </a:lnTo>
                    <a:lnTo>
                      <a:pt x="186750" y="6480"/>
                    </a:lnTo>
                    <a:lnTo>
                      <a:pt x="168930" y="0"/>
                    </a:lnTo>
                    <a:lnTo>
                      <a:pt x="143460" y="19080"/>
                    </a:lnTo>
                    <a:lnTo>
                      <a:pt x="132930" y="2691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98" name="Контур"/>
              <p:cNvSpPr/>
              <p:nvPr/>
            </p:nvSpPr>
            <p:spPr>
              <a:xfrm>
                <a:off x="252000" y="6286437"/>
                <a:ext cx="2020306" cy="1524864"/>
              </a:xfrm>
              <a:custGeom>
                <a:avLst/>
                <a:gdLst/>
                <a:ahLst/>
                <a:cxnLst/>
                <a:rect l="l" t="t" r="r" b="b"/>
                <a:pathLst>
                  <a:path w="2020306" h="1524864" fill="none">
                    <a:moveTo>
                      <a:pt x="0" y="1524864"/>
                    </a:moveTo>
                    <a:lnTo>
                      <a:pt x="1472476" y="628103"/>
                    </a:lnTo>
                    <a:lnTo>
                      <a:pt x="1681996" y="420835"/>
                    </a:lnTo>
                    <a:lnTo>
                      <a:pt x="2020306" y="92340"/>
                    </a:lnTo>
                    <a:lnTo>
                      <a:pt x="1957037" y="25290"/>
                    </a:lnTo>
                    <a:lnTo>
                      <a:pt x="1965407" y="17730"/>
                    </a:lnTo>
                    <a:lnTo>
                      <a:pt x="1948667" y="0"/>
                    </a:lnTo>
                    <a:lnTo>
                      <a:pt x="1736357" y="205017"/>
                    </a:lnTo>
                    <a:lnTo>
                      <a:pt x="1692077" y="264687"/>
                    </a:lnTo>
                    <a:lnTo>
                      <a:pt x="1538087" y="413904"/>
                    </a:lnTo>
                    <a:lnTo>
                      <a:pt x="1402458" y="516323"/>
                    </a:lnTo>
                    <a:lnTo>
                      <a:pt x="725930" y="926805"/>
                    </a:lnTo>
                    <a:lnTo>
                      <a:pt x="642680" y="988094"/>
                    </a:lnTo>
                    <a:lnTo>
                      <a:pt x="214731" y="1243870"/>
                    </a:lnTo>
                    <a:lnTo>
                      <a:pt x="0" y="1370917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</p:grpSp>
        <p:sp>
          <p:nvSpPr>
            <p:cNvPr id="1000" name="Граница территории"/>
            <p:cNvSpPr/>
            <p:nvPr/>
          </p:nvSpPr>
          <p:spPr>
            <a:xfrm>
              <a:off x="252000" y="1584000"/>
              <a:ext cx="10044000" cy="8604000"/>
            </a:xfrm>
            <a:custGeom>
              <a:avLst/>
              <a:gdLst/>
              <a:ahLst/>
              <a:cxnLst/>
              <a:rect l="l" t="t" r="r" b="b"/>
              <a:pathLst>
                <a:path w="10044000" h="8604000">
                  <a:moveTo>
                    <a:pt x="0" y="0"/>
                  </a:moveTo>
                  <a:lnTo>
                    <a:pt x="10044000" y="0"/>
                  </a:lnTo>
                  <a:lnTo>
                    <a:pt x="10044000" y="8604000"/>
                  </a:lnTo>
                  <a:lnTo>
                    <a:pt x="0" y="8604000"/>
                  </a:lnTo>
                  <a:close/>
                  <a:moveTo>
                    <a:pt x="5203877" y="4356524"/>
                  </a:moveTo>
                  <a:lnTo>
                    <a:pt x="5765837" y="3999674"/>
                  </a:lnTo>
                  <a:lnTo>
                    <a:pt x="5704817" y="3873224"/>
                  </a:lnTo>
                  <a:lnTo>
                    <a:pt x="5663507" y="3869084"/>
                  </a:lnTo>
                  <a:lnTo>
                    <a:pt x="5594657" y="3760274"/>
                  </a:lnTo>
                  <a:lnTo>
                    <a:pt x="5625887" y="3711224"/>
                  </a:lnTo>
                  <a:lnTo>
                    <a:pt x="5498807" y="3448154"/>
                  </a:lnTo>
                  <a:lnTo>
                    <a:pt x="5123957" y="3516734"/>
                  </a:lnTo>
                  <a:lnTo>
                    <a:pt x="5102627" y="3524294"/>
                  </a:lnTo>
                  <a:lnTo>
                    <a:pt x="4246727" y="4137464"/>
                  </a:lnTo>
                  <a:lnTo>
                    <a:pt x="4022087" y="4302434"/>
                  </a:lnTo>
                  <a:lnTo>
                    <a:pt x="3928217" y="4379114"/>
                  </a:lnTo>
                  <a:lnTo>
                    <a:pt x="3936047" y="4399544"/>
                  </a:lnTo>
                  <a:lnTo>
                    <a:pt x="4019387" y="4513484"/>
                  </a:lnTo>
                  <a:lnTo>
                    <a:pt x="3933887" y="4575584"/>
                  </a:lnTo>
                  <a:lnTo>
                    <a:pt x="4035317" y="4715714"/>
                  </a:lnTo>
                  <a:lnTo>
                    <a:pt x="3987257" y="4750724"/>
                  </a:lnTo>
                  <a:lnTo>
                    <a:pt x="4010027" y="4785464"/>
                  </a:lnTo>
                  <a:lnTo>
                    <a:pt x="3977447" y="4807064"/>
                  </a:lnTo>
                  <a:lnTo>
                    <a:pt x="4156187" y="5051414"/>
                  </a:lnTo>
                  <a:lnTo>
                    <a:pt x="4172477" y="5013344"/>
                  </a:lnTo>
                  <a:lnTo>
                    <a:pt x="5203877" y="4356524"/>
                  </a:lnTo>
                  <a:close/>
                </a:path>
              </a:pathLst>
            </a:custGeom>
            <a:solidFill>
              <a:srgbClr val="FFFFFF">
                <a:alpha val="55000"/>
              </a:srgbClr>
            </a:solidFill>
            <a:ln>
              <a:noFill/>
            </a:ln>
          </p:spPr>
        </p:sp>
        <p:sp>
          <p:nvSpPr>
            <p:cNvPr id="1001" name="Железная дорога, главные пути (Яндекс)"/>
            <p:cNvSpPr/>
            <p:nvPr/>
          </p:nvSpPr>
          <p:spPr>
            <a:xfrm>
              <a:off x="252000" y="1584000"/>
              <a:ext cx="8804645" cy="6265587"/>
            </a:xfrm>
            <a:custGeom>
              <a:avLst/>
              <a:gdLst/>
              <a:ahLst/>
              <a:cxnLst/>
              <a:rect l="l" t="t" r="r" b="b"/>
              <a:pathLst>
                <a:path w="8804645" h="6265587" fill="none">
                  <a:moveTo>
                    <a:pt x="0" y="6265587"/>
                  </a:moveTo>
                  <a:lnTo>
                    <a:pt x="733293" y="5826607"/>
                  </a:lnTo>
                  <a:lnTo>
                    <a:pt x="948603" y="5701252"/>
                  </a:lnTo>
                  <a:lnTo>
                    <a:pt x="1761370" y="5269807"/>
                  </a:lnTo>
                  <a:lnTo>
                    <a:pt x="2643892" y="4777369"/>
                  </a:lnTo>
                  <a:lnTo>
                    <a:pt x="3071303" y="4483995"/>
                  </a:lnTo>
                  <a:lnTo>
                    <a:pt x="3647084" y="4053488"/>
                  </a:lnTo>
                  <a:lnTo>
                    <a:pt x="4435134" y="3503580"/>
                  </a:lnTo>
                  <a:lnTo>
                    <a:pt x="5222932" y="2917249"/>
                  </a:lnTo>
                  <a:moveTo>
                    <a:pt x="5286605" y="2871423"/>
                  </a:moveTo>
                  <a:lnTo>
                    <a:pt x="6253293" y="2174981"/>
                  </a:lnTo>
                  <a:lnTo>
                    <a:pt x="6735078" y="1817728"/>
                  </a:lnTo>
                  <a:lnTo>
                    <a:pt x="6968243" y="1622389"/>
                  </a:lnTo>
                  <a:lnTo>
                    <a:pt x="7252887" y="1359987"/>
                  </a:lnTo>
                  <a:lnTo>
                    <a:pt x="7625411" y="1027451"/>
                  </a:lnTo>
                  <a:lnTo>
                    <a:pt x="8500412" y="218973"/>
                  </a:lnTo>
                  <a:lnTo>
                    <a:pt x="8688169" y="75444"/>
                  </a:lnTo>
                  <a:lnTo>
                    <a:pt x="8804645" y="0"/>
                  </a:lnTo>
                  <a:moveTo>
                    <a:pt x="5222932" y="2917249"/>
                  </a:moveTo>
                  <a:lnTo>
                    <a:pt x="5286605" y="2871423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round/>
            </a:ln>
          </p:spPr>
        </p:sp>
        <p:grpSp>
          <p:nvGrpSpPr>
            <p:cNvPr id="1005" name="ЗОУИТ и зоны ограничений (ОГД)"/>
            <p:cNvGrpSpPr/>
            <p:nvPr/>
          </p:nvGrpSpPr>
          <p:grpSpPr>
            <a:xfrm>
              <a:off x="252000" y="1584000"/>
              <a:ext cx="7266304" cy="6193258"/>
              <a:chOff x="252000" y="1584000"/>
              <a:chExt cx="7266304" cy="6193258"/>
            </a:xfrm>
          </p:grpSpPr>
          <p:sp>
            <p:nvSpPr>
              <p:cNvPr id="1003" name="Контур"/>
              <p:cNvSpPr/>
              <p:nvPr/>
            </p:nvSpPr>
            <p:spPr>
              <a:xfrm>
                <a:off x="1349178" y="1584000"/>
                <a:ext cx="6169126" cy="5514530"/>
              </a:xfrm>
              <a:custGeom>
                <a:avLst/>
                <a:gdLst/>
                <a:ahLst/>
                <a:cxnLst/>
                <a:rect l="l" t="t" r="r" b="b"/>
                <a:pathLst>
                  <a:path w="6169126" h="5514530" fill="none">
                    <a:moveTo>
                      <a:pt x="6108708" y="33442"/>
                    </a:moveTo>
                    <a:lnTo>
                      <a:pt x="6108624" y="56795"/>
                    </a:lnTo>
                    <a:lnTo>
                      <a:pt x="6137062" y="54776"/>
                    </a:lnTo>
                    <a:lnTo>
                      <a:pt x="6168029" y="15663"/>
                    </a:lnTo>
                    <a:lnTo>
                      <a:pt x="6169126" y="0"/>
                    </a:lnTo>
                    <a:moveTo>
                      <a:pt x="6135279" y="0"/>
                    </a:moveTo>
                    <a:lnTo>
                      <a:pt x="6108708" y="33442"/>
                    </a:lnTo>
                    <a:moveTo>
                      <a:pt x="6091529" y="251846"/>
                    </a:moveTo>
                    <a:lnTo>
                      <a:pt x="6094378" y="274032"/>
                    </a:lnTo>
                    <a:lnTo>
                      <a:pt x="6116503" y="257958"/>
                    </a:lnTo>
                    <a:lnTo>
                      <a:pt x="6091529" y="251846"/>
                    </a:lnTo>
                    <a:moveTo>
                      <a:pt x="6056779" y="271060"/>
                    </a:moveTo>
                    <a:lnTo>
                      <a:pt x="6069954" y="289388"/>
                    </a:lnTo>
                    <a:lnTo>
                      <a:pt x="6087864" y="267979"/>
                    </a:lnTo>
                    <a:lnTo>
                      <a:pt x="6056779" y="271060"/>
                    </a:lnTo>
                    <a:moveTo>
                      <a:pt x="5973387" y="357533"/>
                    </a:moveTo>
                    <a:lnTo>
                      <a:pt x="5982350" y="377903"/>
                    </a:lnTo>
                    <a:lnTo>
                      <a:pt x="5998194" y="373086"/>
                    </a:lnTo>
                    <a:lnTo>
                      <a:pt x="6042600" y="320450"/>
                    </a:lnTo>
                    <a:lnTo>
                      <a:pt x="6012320" y="314724"/>
                    </a:lnTo>
                    <a:lnTo>
                      <a:pt x="5973387" y="357533"/>
                    </a:lnTo>
                    <a:moveTo>
                      <a:pt x="5646867" y="663027"/>
                    </a:moveTo>
                    <a:lnTo>
                      <a:pt x="5663851" y="667696"/>
                    </a:lnTo>
                    <a:lnTo>
                      <a:pt x="5668712" y="695971"/>
                    </a:lnTo>
                    <a:lnTo>
                      <a:pt x="5687355" y="695152"/>
                    </a:lnTo>
                    <a:lnTo>
                      <a:pt x="5764118" y="606454"/>
                    </a:lnTo>
                    <a:lnTo>
                      <a:pt x="5706650" y="567798"/>
                    </a:lnTo>
                    <a:lnTo>
                      <a:pt x="5628544" y="652641"/>
                    </a:lnTo>
                    <a:lnTo>
                      <a:pt x="5646867" y="663027"/>
                    </a:lnTo>
                    <a:moveTo>
                      <a:pt x="16078" y="5428794"/>
                    </a:moveTo>
                    <a:lnTo>
                      <a:pt x="31606" y="5437109"/>
                    </a:lnTo>
                    <a:lnTo>
                      <a:pt x="20760" y="5475283"/>
                    </a:lnTo>
                    <a:lnTo>
                      <a:pt x="71345" y="5514530"/>
                    </a:lnTo>
                    <a:lnTo>
                      <a:pt x="126994" y="5413472"/>
                    </a:lnTo>
                    <a:lnTo>
                      <a:pt x="358843" y="5245567"/>
                    </a:lnTo>
                    <a:lnTo>
                      <a:pt x="504021" y="5177760"/>
                    </a:lnTo>
                    <a:lnTo>
                      <a:pt x="611675" y="5053405"/>
                    </a:lnTo>
                    <a:lnTo>
                      <a:pt x="767517" y="4927060"/>
                    </a:lnTo>
                    <a:lnTo>
                      <a:pt x="794477" y="4860729"/>
                    </a:lnTo>
                    <a:lnTo>
                      <a:pt x="1070742" y="4580460"/>
                    </a:lnTo>
                    <a:lnTo>
                      <a:pt x="1605335" y="4065145"/>
                    </a:lnTo>
                    <a:lnTo>
                      <a:pt x="2528638" y="3396072"/>
                    </a:lnTo>
                    <a:lnTo>
                      <a:pt x="2572002" y="3399604"/>
                    </a:lnTo>
                    <a:lnTo>
                      <a:pt x="2574978" y="3362561"/>
                    </a:lnTo>
                    <a:lnTo>
                      <a:pt x="3403337" y="2763134"/>
                    </a:lnTo>
                    <a:lnTo>
                      <a:pt x="3574565" y="2621264"/>
                    </a:lnTo>
                    <a:lnTo>
                      <a:pt x="3610064" y="2623275"/>
                    </a:lnTo>
                    <a:lnTo>
                      <a:pt x="3612181" y="2585986"/>
                    </a:lnTo>
                    <a:lnTo>
                      <a:pt x="3705656" y="2469410"/>
                    </a:lnTo>
                    <a:lnTo>
                      <a:pt x="3915577" y="2310407"/>
                    </a:lnTo>
                    <a:lnTo>
                      <a:pt x="4163676" y="2065622"/>
                    </a:lnTo>
                    <a:lnTo>
                      <a:pt x="4324890" y="2057077"/>
                    </a:lnTo>
                    <a:lnTo>
                      <a:pt x="4345179" y="2044783"/>
                    </a:lnTo>
                    <a:lnTo>
                      <a:pt x="4342709" y="2030441"/>
                    </a:lnTo>
                    <a:lnTo>
                      <a:pt x="4309272" y="1987122"/>
                    </a:lnTo>
                    <a:lnTo>
                      <a:pt x="4271241" y="2012780"/>
                    </a:lnTo>
                    <a:lnTo>
                      <a:pt x="4145353" y="2005672"/>
                    </a:lnTo>
                    <a:lnTo>
                      <a:pt x="3679387" y="2439385"/>
                    </a:lnTo>
                    <a:lnTo>
                      <a:pt x="3598185" y="2540991"/>
                    </a:lnTo>
                    <a:lnTo>
                      <a:pt x="3557089" y="2544568"/>
                    </a:lnTo>
                    <a:lnTo>
                      <a:pt x="3557404" y="2582143"/>
                    </a:lnTo>
                    <a:lnTo>
                      <a:pt x="3380736" y="2729317"/>
                    </a:lnTo>
                    <a:lnTo>
                      <a:pt x="2535572" y="3343308"/>
                    </a:lnTo>
                    <a:lnTo>
                      <a:pt x="2493810" y="3344693"/>
                    </a:lnTo>
                    <a:lnTo>
                      <a:pt x="2326037" y="3480537"/>
                    </a:lnTo>
                    <a:lnTo>
                      <a:pt x="1787821" y="3854708"/>
                    </a:lnTo>
                    <a:lnTo>
                      <a:pt x="1219735" y="4345138"/>
                    </a:lnTo>
                    <a:lnTo>
                      <a:pt x="783631" y="4769213"/>
                    </a:lnTo>
                    <a:lnTo>
                      <a:pt x="760205" y="4820687"/>
                    </a:lnTo>
                    <a:lnTo>
                      <a:pt x="621944" y="4955139"/>
                    </a:lnTo>
                    <a:lnTo>
                      <a:pt x="0" y="5413194"/>
                    </a:lnTo>
                    <a:lnTo>
                      <a:pt x="16078" y="5428794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002" name="Надпись"/>
              <p:cNvSpPr txBox="1"/>
              <p:nvPr/>
            </p:nvSpPr>
            <p:spPr>
              <a:xfrm rot="19444258">
                <a:off x="2900719" y="5328078"/>
                <a:ext cx="1101294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охранная зона электроэнергетики</a:t>
                </a:r>
              </a:p>
            </p:txBody>
          </p:sp>
          <p:sp>
            <p:nvSpPr>
              <p:cNvPr id="1004" name="Контур"/>
              <p:cNvSpPr/>
              <p:nvPr/>
            </p:nvSpPr>
            <p:spPr>
              <a:xfrm>
                <a:off x="252000" y="4234318"/>
                <a:ext cx="4739580" cy="3542940"/>
              </a:xfrm>
              <a:custGeom>
                <a:avLst/>
                <a:gdLst/>
                <a:ahLst/>
                <a:cxnLst/>
                <a:rect l="l" t="t" r="r" b="b"/>
                <a:pathLst>
                  <a:path w="4739580" h="3542940" fill="none">
                    <a:moveTo>
                      <a:pt x="4738307" y="0"/>
                    </a:moveTo>
                    <a:lnTo>
                      <a:pt x="4714029" y="2009"/>
                    </a:lnTo>
                    <a:lnTo>
                      <a:pt x="4709546" y="30046"/>
                    </a:lnTo>
                    <a:lnTo>
                      <a:pt x="4739580" y="32434"/>
                    </a:lnTo>
                    <a:lnTo>
                      <a:pt x="4738307" y="0"/>
                    </a:lnTo>
                    <a:moveTo>
                      <a:pt x="4070095" y="597590"/>
                    </a:moveTo>
                    <a:lnTo>
                      <a:pt x="4070368" y="575149"/>
                    </a:lnTo>
                    <a:lnTo>
                      <a:pt x="4046390" y="580665"/>
                    </a:lnTo>
                    <a:lnTo>
                      <a:pt x="3825634" y="726653"/>
                    </a:lnTo>
                    <a:lnTo>
                      <a:pt x="3746505" y="786847"/>
                    </a:lnTo>
                    <a:lnTo>
                      <a:pt x="3748642" y="802077"/>
                    </a:lnTo>
                    <a:lnTo>
                      <a:pt x="3843364" y="758977"/>
                    </a:lnTo>
                    <a:lnTo>
                      <a:pt x="4070095" y="597590"/>
                    </a:lnTo>
                    <a:moveTo>
                      <a:pt x="0" y="3542940"/>
                    </a:moveTo>
                    <a:lnTo>
                      <a:pt x="54187" y="3537696"/>
                    </a:lnTo>
                    <a:lnTo>
                      <a:pt x="298173" y="3405316"/>
                    </a:lnTo>
                    <a:lnTo>
                      <a:pt x="1008929" y="2974294"/>
                    </a:lnTo>
                    <a:lnTo>
                      <a:pt x="980720" y="2948250"/>
                    </a:lnTo>
                    <a:lnTo>
                      <a:pt x="982484" y="2920667"/>
                    </a:lnTo>
                    <a:lnTo>
                      <a:pt x="965676" y="2915152"/>
                    </a:lnTo>
                    <a:lnTo>
                      <a:pt x="248100" y="3359188"/>
                    </a:lnTo>
                    <a:lnTo>
                      <a:pt x="97891" y="3436181"/>
                    </a:lnTo>
                    <a:lnTo>
                      <a:pt x="90678" y="3403524"/>
                    </a:lnTo>
                    <a:lnTo>
                      <a:pt x="72622" y="3393915"/>
                    </a:lnTo>
                    <a:lnTo>
                      <a:pt x="0" y="343275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</p:grpSp>
        <p:grpSp>
          <p:nvGrpSpPr>
            <p:cNvPr id="1222" name="Красные линии и ЛГР (ОГД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1006" name="Контур"/>
              <p:cNvSpPr/>
              <p:nvPr/>
            </p:nvSpPr>
            <p:spPr>
              <a:xfrm>
                <a:off x="3279293" y="4774084"/>
                <a:ext cx="782579" cy="738124"/>
              </a:xfrm>
              <a:custGeom>
                <a:avLst/>
                <a:gdLst/>
                <a:ahLst/>
                <a:cxnLst/>
                <a:rect l="l" t="t" r="r" b="b"/>
                <a:pathLst>
                  <a:path w="782579" h="738124" fill="none">
                    <a:moveTo>
                      <a:pt x="782579" y="0"/>
                    </a:moveTo>
                    <a:lnTo>
                      <a:pt x="690918" y="86454"/>
                    </a:lnTo>
                    <a:moveTo>
                      <a:pt x="690918" y="86454"/>
                    </a:moveTo>
                    <a:lnTo>
                      <a:pt x="599257" y="172908"/>
                    </a:lnTo>
                    <a:moveTo>
                      <a:pt x="599257" y="172908"/>
                    </a:moveTo>
                    <a:lnTo>
                      <a:pt x="507596" y="259362"/>
                    </a:lnTo>
                    <a:moveTo>
                      <a:pt x="507596" y="259362"/>
                    </a:moveTo>
                    <a:lnTo>
                      <a:pt x="415935" y="345816"/>
                    </a:lnTo>
                    <a:moveTo>
                      <a:pt x="415935" y="345816"/>
                    </a:moveTo>
                    <a:lnTo>
                      <a:pt x="324275" y="432270"/>
                    </a:lnTo>
                    <a:moveTo>
                      <a:pt x="324275" y="432270"/>
                    </a:moveTo>
                    <a:lnTo>
                      <a:pt x="234828" y="516635"/>
                    </a:lnTo>
                    <a:lnTo>
                      <a:pt x="232614" y="518724"/>
                    </a:lnTo>
                    <a:moveTo>
                      <a:pt x="232614" y="518724"/>
                    </a:moveTo>
                    <a:lnTo>
                      <a:pt x="140953" y="605178"/>
                    </a:lnTo>
                    <a:moveTo>
                      <a:pt x="140953" y="605178"/>
                    </a:moveTo>
                    <a:lnTo>
                      <a:pt x="49292" y="691632"/>
                    </a:lnTo>
                    <a:moveTo>
                      <a:pt x="49292" y="691632"/>
                    </a:moveTo>
                    <a:lnTo>
                      <a:pt x="0" y="738124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07" name="Контур"/>
              <p:cNvSpPr/>
              <p:nvPr/>
            </p:nvSpPr>
            <p:spPr>
              <a:xfrm>
                <a:off x="3420454" y="4875187"/>
                <a:ext cx="595320" cy="564971"/>
              </a:xfrm>
              <a:custGeom>
                <a:avLst/>
                <a:gdLst/>
                <a:ahLst/>
                <a:cxnLst/>
                <a:rect l="l" t="t" r="r" b="b"/>
                <a:pathLst>
                  <a:path w="595320" h="564971" fill="none">
                    <a:moveTo>
                      <a:pt x="563893" y="46247"/>
                    </a:moveTo>
                    <a:lnTo>
                      <a:pt x="549965" y="0"/>
                    </a:lnTo>
                    <a:lnTo>
                      <a:pt x="595320" y="16606"/>
                    </a:lnTo>
                    <a:lnTo>
                      <a:pt x="563893" y="46247"/>
                    </a:lnTo>
                    <a:lnTo>
                      <a:pt x="567822" y="42542"/>
                    </a:lnTo>
                    <a:lnTo>
                      <a:pt x="557376" y="7857"/>
                    </a:lnTo>
                    <a:lnTo>
                      <a:pt x="591392" y="20311"/>
                    </a:lnTo>
                    <a:lnTo>
                      <a:pt x="587686" y="16383"/>
                    </a:lnTo>
                    <a:lnTo>
                      <a:pt x="564116" y="38614"/>
                    </a:lnTo>
                    <a:lnTo>
                      <a:pt x="567822" y="42542"/>
                    </a:lnTo>
                    <a:lnTo>
                      <a:pt x="563893" y="46247"/>
                    </a:lnTo>
                    <a:lnTo>
                      <a:pt x="564340" y="30980"/>
                    </a:lnTo>
                    <a:lnTo>
                      <a:pt x="560411" y="34685"/>
                    </a:lnTo>
                    <a:lnTo>
                      <a:pt x="560858" y="19418"/>
                    </a:lnTo>
                    <a:lnTo>
                      <a:pt x="556929" y="23124"/>
                    </a:lnTo>
                    <a:lnTo>
                      <a:pt x="553670" y="3928"/>
                    </a:lnTo>
                    <a:lnTo>
                      <a:pt x="572643" y="8303"/>
                    </a:lnTo>
                    <a:lnTo>
                      <a:pt x="568714" y="12008"/>
                    </a:lnTo>
                    <a:lnTo>
                      <a:pt x="583981" y="12454"/>
                    </a:lnTo>
                    <a:lnTo>
                      <a:pt x="580053" y="16160"/>
                    </a:lnTo>
                    <a:lnTo>
                      <a:pt x="595320" y="16606"/>
                    </a:lnTo>
                    <a:lnTo>
                      <a:pt x="583758" y="20088"/>
                    </a:lnTo>
                    <a:lnTo>
                      <a:pt x="583535" y="27721"/>
                    </a:lnTo>
                    <a:lnTo>
                      <a:pt x="575901" y="27498"/>
                    </a:lnTo>
                    <a:lnTo>
                      <a:pt x="575678" y="35132"/>
                    </a:lnTo>
                    <a:lnTo>
                      <a:pt x="568045" y="34909"/>
                    </a:lnTo>
                    <a:lnTo>
                      <a:pt x="563893" y="46247"/>
                    </a:lnTo>
                    <a:lnTo>
                      <a:pt x="564116" y="38614"/>
                    </a:lnTo>
                    <a:lnTo>
                      <a:pt x="571750" y="38837"/>
                    </a:lnTo>
                    <a:lnTo>
                      <a:pt x="571973" y="31203"/>
                    </a:lnTo>
                    <a:lnTo>
                      <a:pt x="579607" y="31427"/>
                    </a:lnTo>
                    <a:lnTo>
                      <a:pt x="579830" y="23793"/>
                    </a:lnTo>
                    <a:lnTo>
                      <a:pt x="587463" y="24016"/>
                    </a:lnTo>
                    <a:lnTo>
                      <a:pt x="587686" y="16383"/>
                    </a:lnTo>
                    <a:lnTo>
                      <a:pt x="583981" y="12454"/>
                    </a:lnTo>
                    <a:lnTo>
                      <a:pt x="580053" y="16160"/>
                    </a:lnTo>
                    <a:lnTo>
                      <a:pt x="572643" y="8303"/>
                    </a:lnTo>
                    <a:lnTo>
                      <a:pt x="568714" y="12008"/>
                    </a:lnTo>
                    <a:lnTo>
                      <a:pt x="549965" y="0"/>
                    </a:lnTo>
                    <a:lnTo>
                      <a:pt x="557376" y="7857"/>
                    </a:lnTo>
                    <a:lnTo>
                      <a:pt x="553447" y="11562"/>
                    </a:lnTo>
                    <a:lnTo>
                      <a:pt x="560858" y="19418"/>
                    </a:lnTo>
                    <a:lnTo>
                      <a:pt x="556929" y="23124"/>
                    </a:lnTo>
                    <a:lnTo>
                      <a:pt x="564340" y="30980"/>
                    </a:lnTo>
                    <a:lnTo>
                      <a:pt x="560411" y="34685"/>
                    </a:lnTo>
                    <a:lnTo>
                      <a:pt x="564116" y="38614"/>
                    </a:lnTo>
                    <a:moveTo>
                      <a:pt x="380572" y="219155"/>
                    </a:moveTo>
                    <a:lnTo>
                      <a:pt x="366644" y="172908"/>
                    </a:lnTo>
                    <a:lnTo>
                      <a:pt x="411998" y="189514"/>
                    </a:lnTo>
                    <a:lnTo>
                      <a:pt x="380572" y="219155"/>
                    </a:lnTo>
                    <a:lnTo>
                      <a:pt x="384500" y="215450"/>
                    </a:lnTo>
                    <a:lnTo>
                      <a:pt x="374054" y="180765"/>
                    </a:lnTo>
                    <a:lnTo>
                      <a:pt x="408070" y="193219"/>
                    </a:lnTo>
                    <a:lnTo>
                      <a:pt x="404365" y="189291"/>
                    </a:lnTo>
                    <a:lnTo>
                      <a:pt x="380795" y="211522"/>
                    </a:lnTo>
                    <a:lnTo>
                      <a:pt x="384500" y="215450"/>
                    </a:lnTo>
                    <a:lnTo>
                      <a:pt x="380572" y="219155"/>
                    </a:lnTo>
                    <a:lnTo>
                      <a:pt x="381018" y="203888"/>
                    </a:lnTo>
                    <a:lnTo>
                      <a:pt x="377090" y="207594"/>
                    </a:lnTo>
                    <a:lnTo>
                      <a:pt x="377536" y="192327"/>
                    </a:lnTo>
                    <a:lnTo>
                      <a:pt x="373608" y="196032"/>
                    </a:lnTo>
                    <a:lnTo>
                      <a:pt x="370349" y="176836"/>
                    </a:lnTo>
                    <a:lnTo>
                      <a:pt x="389321" y="181211"/>
                    </a:lnTo>
                    <a:lnTo>
                      <a:pt x="385393" y="184916"/>
                    </a:lnTo>
                    <a:lnTo>
                      <a:pt x="400660" y="185362"/>
                    </a:lnTo>
                    <a:lnTo>
                      <a:pt x="396731" y="189068"/>
                    </a:lnTo>
                    <a:lnTo>
                      <a:pt x="411998" y="189514"/>
                    </a:lnTo>
                    <a:lnTo>
                      <a:pt x="400436" y="192996"/>
                    </a:lnTo>
                    <a:lnTo>
                      <a:pt x="400213" y="200629"/>
                    </a:lnTo>
                    <a:lnTo>
                      <a:pt x="392580" y="200406"/>
                    </a:lnTo>
                    <a:lnTo>
                      <a:pt x="392357" y="208040"/>
                    </a:lnTo>
                    <a:lnTo>
                      <a:pt x="384723" y="207817"/>
                    </a:lnTo>
                    <a:lnTo>
                      <a:pt x="380572" y="219155"/>
                    </a:lnTo>
                    <a:lnTo>
                      <a:pt x="380795" y="211522"/>
                    </a:lnTo>
                    <a:lnTo>
                      <a:pt x="388428" y="211745"/>
                    </a:lnTo>
                    <a:lnTo>
                      <a:pt x="388651" y="204111"/>
                    </a:lnTo>
                    <a:lnTo>
                      <a:pt x="396285" y="204335"/>
                    </a:lnTo>
                    <a:lnTo>
                      <a:pt x="396508" y="196701"/>
                    </a:lnTo>
                    <a:lnTo>
                      <a:pt x="404142" y="196924"/>
                    </a:lnTo>
                    <a:lnTo>
                      <a:pt x="404365" y="189291"/>
                    </a:lnTo>
                    <a:lnTo>
                      <a:pt x="400660" y="185362"/>
                    </a:lnTo>
                    <a:lnTo>
                      <a:pt x="396731" y="189068"/>
                    </a:lnTo>
                    <a:lnTo>
                      <a:pt x="389321" y="181211"/>
                    </a:lnTo>
                    <a:lnTo>
                      <a:pt x="385393" y="184916"/>
                    </a:lnTo>
                    <a:lnTo>
                      <a:pt x="366644" y="172908"/>
                    </a:lnTo>
                    <a:lnTo>
                      <a:pt x="374054" y="180765"/>
                    </a:lnTo>
                    <a:lnTo>
                      <a:pt x="370126" y="184470"/>
                    </a:lnTo>
                    <a:lnTo>
                      <a:pt x="377536" y="192327"/>
                    </a:lnTo>
                    <a:lnTo>
                      <a:pt x="373608" y="196032"/>
                    </a:lnTo>
                    <a:lnTo>
                      <a:pt x="381018" y="203888"/>
                    </a:lnTo>
                    <a:lnTo>
                      <a:pt x="377090" y="207594"/>
                    </a:lnTo>
                    <a:lnTo>
                      <a:pt x="380795" y="211522"/>
                    </a:lnTo>
                    <a:moveTo>
                      <a:pt x="197250" y="392063"/>
                    </a:moveTo>
                    <a:lnTo>
                      <a:pt x="183322" y="345816"/>
                    </a:lnTo>
                    <a:lnTo>
                      <a:pt x="228677" y="362422"/>
                    </a:lnTo>
                    <a:lnTo>
                      <a:pt x="197250" y="392063"/>
                    </a:lnTo>
                    <a:lnTo>
                      <a:pt x="201178" y="388358"/>
                    </a:lnTo>
                    <a:lnTo>
                      <a:pt x="190732" y="353673"/>
                    </a:lnTo>
                    <a:lnTo>
                      <a:pt x="224748" y="366127"/>
                    </a:lnTo>
                    <a:lnTo>
                      <a:pt x="221043" y="362199"/>
                    </a:lnTo>
                    <a:lnTo>
                      <a:pt x="197473" y="384430"/>
                    </a:lnTo>
                    <a:lnTo>
                      <a:pt x="201178" y="388358"/>
                    </a:lnTo>
                    <a:lnTo>
                      <a:pt x="197250" y="392063"/>
                    </a:lnTo>
                    <a:lnTo>
                      <a:pt x="197696" y="376796"/>
                    </a:lnTo>
                    <a:lnTo>
                      <a:pt x="193768" y="380502"/>
                    </a:lnTo>
                    <a:lnTo>
                      <a:pt x="194214" y="365235"/>
                    </a:lnTo>
                    <a:lnTo>
                      <a:pt x="190286" y="368940"/>
                    </a:lnTo>
                    <a:lnTo>
                      <a:pt x="187027" y="349744"/>
                    </a:lnTo>
                    <a:lnTo>
                      <a:pt x="205999" y="354119"/>
                    </a:lnTo>
                    <a:lnTo>
                      <a:pt x="202071" y="357824"/>
                    </a:lnTo>
                    <a:lnTo>
                      <a:pt x="217338" y="358271"/>
                    </a:lnTo>
                    <a:lnTo>
                      <a:pt x="213410" y="361976"/>
                    </a:lnTo>
                    <a:lnTo>
                      <a:pt x="228677" y="362422"/>
                    </a:lnTo>
                    <a:lnTo>
                      <a:pt x="217115" y="365904"/>
                    </a:lnTo>
                    <a:lnTo>
                      <a:pt x="216892" y="373537"/>
                    </a:lnTo>
                    <a:lnTo>
                      <a:pt x="209258" y="373314"/>
                    </a:lnTo>
                    <a:lnTo>
                      <a:pt x="209035" y="380948"/>
                    </a:lnTo>
                    <a:lnTo>
                      <a:pt x="201402" y="380725"/>
                    </a:lnTo>
                    <a:lnTo>
                      <a:pt x="197250" y="392063"/>
                    </a:lnTo>
                    <a:lnTo>
                      <a:pt x="197473" y="384430"/>
                    </a:lnTo>
                    <a:lnTo>
                      <a:pt x="205107" y="384653"/>
                    </a:lnTo>
                    <a:lnTo>
                      <a:pt x="205330" y="377020"/>
                    </a:lnTo>
                    <a:lnTo>
                      <a:pt x="212963" y="377243"/>
                    </a:lnTo>
                    <a:lnTo>
                      <a:pt x="213187" y="369609"/>
                    </a:lnTo>
                    <a:lnTo>
                      <a:pt x="220820" y="369832"/>
                    </a:lnTo>
                    <a:lnTo>
                      <a:pt x="221043" y="362199"/>
                    </a:lnTo>
                    <a:lnTo>
                      <a:pt x="217338" y="358271"/>
                    </a:lnTo>
                    <a:lnTo>
                      <a:pt x="213410" y="361976"/>
                    </a:lnTo>
                    <a:lnTo>
                      <a:pt x="205999" y="354119"/>
                    </a:lnTo>
                    <a:lnTo>
                      <a:pt x="202071" y="357824"/>
                    </a:lnTo>
                    <a:lnTo>
                      <a:pt x="183322" y="345816"/>
                    </a:lnTo>
                    <a:lnTo>
                      <a:pt x="190732" y="353673"/>
                    </a:lnTo>
                    <a:lnTo>
                      <a:pt x="186804" y="357378"/>
                    </a:lnTo>
                    <a:lnTo>
                      <a:pt x="194214" y="365235"/>
                    </a:lnTo>
                    <a:lnTo>
                      <a:pt x="190286" y="368940"/>
                    </a:lnTo>
                    <a:lnTo>
                      <a:pt x="197696" y="376796"/>
                    </a:lnTo>
                    <a:lnTo>
                      <a:pt x="193768" y="380502"/>
                    </a:lnTo>
                    <a:lnTo>
                      <a:pt x="197473" y="384430"/>
                    </a:lnTo>
                    <a:moveTo>
                      <a:pt x="13928" y="564971"/>
                    </a:moveTo>
                    <a:lnTo>
                      <a:pt x="0" y="518724"/>
                    </a:lnTo>
                    <a:lnTo>
                      <a:pt x="45355" y="535330"/>
                    </a:lnTo>
                    <a:lnTo>
                      <a:pt x="13928" y="564971"/>
                    </a:lnTo>
                    <a:lnTo>
                      <a:pt x="17857" y="561266"/>
                    </a:lnTo>
                    <a:lnTo>
                      <a:pt x="7411" y="526581"/>
                    </a:lnTo>
                    <a:lnTo>
                      <a:pt x="41427" y="539035"/>
                    </a:lnTo>
                    <a:lnTo>
                      <a:pt x="37721" y="535107"/>
                    </a:lnTo>
                    <a:lnTo>
                      <a:pt x="14152" y="557338"/>
                    </a:lnTo>
                    <a:lnTo>
                      <a:pt x="17857" y="561266"/>
                    </a:lnTo>
                    <a:lnTo>
                      <a:pt x="13928" y="564971"/>
                    </a:lnTo>
                    <a:lnTo>
                      <a:pt x="14375" y="549704"/>
                    </a:lnTo>
                    <a:lnTo>
                      <a:pt x="10446" y="553410"/>
                    </a:lnTo>
                    <a:lnTo>
                      <a:pt x="10893" y="538143"/>
                    </a:lnTo>
                    <a:lnTo>
                      <a:pt x="6964" y="541848"/>
                    </a:lnTo>
                    <a:lnTo>
                      <a:pt x="3705" y="522652"/>
                    </a:lnTo>
                    <a:lnTo>
                      <a:pt x="22678" y="527027"/>
                    </a:lnTo>
                    <a:lnTo>
                      <a:pt x="18749" y="530732"/>
                    </a:lnTo>
                    <a:lnTo>
                      <a:pt x="34016" y="531179"/>
                    </a:lnTo>
                    <a:lnTo>
                      <a:pt x="30088" y="534884"/>
                    </a:lnTo>
                    <a:lnTo>
                      <a:pt x="45355" y="535330"/>
                    </a:lnTo>
                    <a:lnTo>
                      <a:pt x="33793" y="538812"/>
                    </a:lnTo>
                    <a:lnTo>
                      <a:pt x="33570" y="546446"/>
                    </a:lnTo>
                    <a:lnTo>
                      <a:pt x="25937" y="546222"/>
                    </a:lnTo>
                    <a:lnTo>
                      <a:pt x="25713" y="553856"/>
                    </a:lnTo>
                    <a:lnTo>
                      <a:pt x="18080" y="553633"/>
                    </a:lnTo>
                    <a:lnTo>
                      <a:pt x="13928" y="564971"/>
                    </a:lnTo>
                    <a:lnTo>
                      <a:pt x="14152" y="557338"/>
                    </a:lnTo>
                    <a:lnTo>
                      <a:pt x="21785" y="557561"/>
                    </a:lnTo>
                    <a:lnTo>
                      <a:pt x="22008" y="549928"/>
                    </a:lnTo>
                    <a:lnTo>
                      <a:pt x="29642" y="550151"/>
                    </a:lnTo>
                    <a:lnTo>
                      <a:pt x="29865" y="542517"/>
                    </a:lnTo>
                    <a:lnTo>
                      <a:pt x="37498" y="542740"/>
                    </a:lnTo>
                    <a:lnTo>
                      <a:pt x="37721" y="535107"/>
                    </a:lnTo>
                    <a:lnTo>
                      <a:pt x="34016" y="531179"/>
                    </a:lnTo>
                    <a:lnTo>
                      <a:pt x="30088" y="534884"/>
                    </a:lnTo>
                    <a:lnTo>
                      <a:pt x="22678" y="527027"/>
                    </a:lnTo>
                    <a:lnTo>
                      <a:pt x="18749" y="530732"/>
                    </a:lnTo>
                    <a:lnTo>
                      <a:pt x="0" y="518724"/>
                    </a:lnTo>
                    <a:lnTo>
                      <a:pt x="7411" y="526581"/>
                    </a:lnTo>
                    <a:lnTo>
                      <a:pt x="3482" y="530286"/>
                    </a:lnTo>
                    <a:lnTo>
                      <a:pt x="10893" y="538143"/>
                    </a:lnTo>
                    <a:lnTo>
                      <a:pt x="6964" y="541848"/>
                    </a:lnTo>
                    <a:lnTo>
                      <a:pt x="14375" y="549704"/>
                    </a:lnTo>
                    <a:lnTo>
                      <a:pt x="10446" y="553410"/>
                    </a:lnTo>
                    <a:lnTo>
                      <a:pt x="14152" y="557338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08" name="Контур"/>
              <p:cNvSpPr/>
              <p:nvPr/>
            </p:nvSpPr>
            <p:spPr>
              <a:xfrm>
                <a:off x="3279293" y="4774084"/>
                <a:ext cx="782579" cy="738124"/>
              </a:xfrm>
              <a:custGeom>
                <a:avLst/>
                <a:gdLst/>
                <a:ahLst/>
                <a:cxnLst/>
                <a:rect l="l" t="t" r="r" b="b"/>
                <a:pathLst>
                  <a:path w="782579" h="738124" fill="none">
                    <a:moveTo>
                      <a:pt x="0" y="738124"/>
                    </a:moveTo>
                    <a:lnTo>
                      <a:pt x="91661" y="651670"/>
                    </a:lnTo>
                    <a:moveTo>
                      <a:pt x="91661" y="651670"/>
                    </a:moveTo>
                    <a:lnTo>
                      <a:pt x="183322" y="565216"/>
                    </a:lnTo>
                    <a:moveTo>
                      <a:pt x="183322" y="565216"/>
                    </a:moveTo>
                    <a:lnTo>
                      <a:pt x="234828" y="516635"/>
                    </a:lnTo>
                    <a:lnTo>
                      <a:pt x="274982" y="478762"/>
                    </a:lnTo>
                    <a:moveTo>
                      <a:pt x="274982" y="478762"/>
                    </a:moveTo>
                    <a:lnTo>
                      <a:pt x="366643" y="392308"/>
                    </a:lnTo>
                    <a:moveTo>
                      <a:pt x="366643" y="392308"/>
                    </a:moveTo>
                    <a:lnTo>
                      <a:pt x="458304" y="305854"/>
                    </a:lnTo>
                    <a:moveTo>
                      <a:pt x="458304" y="305854"/>
                    </a:moveTo>
                    <a:lnTo>
                      <a:pt x="549965" y="219400"/>
                    </a:lnTo>
                    <a:moveTo>
                      <a:pt x="549965" y="219400"/>
                    </a:moveTo>
                    <a:lnTo>
                      <a:pt x="641626" y="132946"/>
                    </a:lnTo>
                    <a:moveTo>
                      <a:pt x="641626" y="132946"/>
                    </a:moveTo>
                    <a:lnTo>
                      <a:pt x="733286" y="46492"/>
                    </a:lnTo>
                    <a:moveTo>
                      <a:pt x="733286" y="46492"/>
                    </a:moveTo>
                    <a:lnTo>
                      <a:pt x="78257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09" name="Контур"/>
              <p:cNvSpPr/>
              <p:nvPr/>
            </p:nvSpPr>
            <p:spPr>
              <a:xfrm>
                <a:off x="3325391" y="4846133"/>
                <a:ext cx="595319" cy="564971"/>
              </a:xfrm>
              <a:custGeom>
                <a:avLst/>
                <a:gdLst/>
                <a:ahLst/>
                <a:cxnLst/>
                <a:rect l="l" t="t" r="r" b="b"/>
                <a:pathLst>
                  <a:path w="595319" h="564971" fill="none">
                    <a:moveTo>
                      <a:pt x="31426" y="518724"/>
                    </a:moveTo>
                    <a:lnTo>
                      <a:pt x="45354" y="564971"/>
                    </a:lnTo>
                    <a:lnTo>
                      <a:pt x="0" y="548365"/>
                    </a:lnTo>
                    <a:lnTo>
                      <a:pt x="31426" y="518724"/>
                    </a:lnTo>
                    <a:lnTo>
                      <a:pt x="27498" y="522429"/>
                    </a:lnTo>
                    <a:lnTo>
                      <a:pt x="37944" y="557115"/>
                    </a:lnTo>
                    <a:lnTo>
                      <a:pt x="3928" y="544660"/>
                    </a:lnTo>
                    <a:lnTo>
                      <a:pt x="7633" y="548589"/>
                    </a:lnTo>
                    <a:lnTo>
                      <a:pt x="31203" y="526358"/>
                    </a:lnTo>
                    <a:lnTo>
                      <a:pt x="27498" y="522429"/>
                    </a:lnTo>
                    <a:lnTo>
                      <a:pt x="31426" y="518724"/>
                    </a:lnTo>
                    <a:lnTo>
                      <a:pt x="30980" y="533991"/>
                    </a:lnTo>
                    <a:lnTo>
                      <a:pt x="34908" y="530286"/>
                    </a:lnTo>
                    <a:lnTo>
                      <a:pt x="34462" y="545553"/>
                    </a:lnTo>
                    <a:lnTo>
                      <a:pt x="38390" y="541848"/>
                    </a:lnTo>
                    <a:lnTo>
                      <a:pt x="41649" y="561043"/>
                    </a:lnTo>
                    <a:lnTo>
                      <a:pt x="22677" y="556668"/>
                    </a:lnTo>
                    <a:lnTo>
                      <a:pt x="26605" y="552963"/>
                    </a:lnTo>
                    <a:lnTo>
                      <a:pt x="11338" y="552517"/>
                    </a:lnTo>
                    <a:lnTo>
                      <a:pt x="15267" y="548812"/>
                    </a:lnTo>
                    <a:lnTo>
                      <a:pt x="0" y="548365"/>
                    </a:lnTo>
                    <a:lnTo>
                      <a:pt x="11561" y="544883"/>
                    </a:lnTo>
                    <a:lnTo>
                      <a:pt x="11785" y="537250"/>
                    </a:lnTo>
                    <a:lnTo>
                      <a:pt x="19418" y="537473"/>
                    </a:lnTo>
                    <a:lnTo>
                      <a:pt x="19641" y="529840"/>
                    </a:lnTo>
                    <a:lnTo>
                      <a:pt x="27275" y="530063"/>
                    </a:lnTo>
                    <a:lnTo>
                      <a:pt x="31426" y="518724"/>
                    </a:lnTo>
                    <a:lnTo>
                      <a:pt x="31203" y="526358"/>
                    </a:lnTo>
                    <a:lnTo>
                      <a:pt x="23570" y="526134"/>
                    </a:lnTo>
                    <a:lnTo>
                      <a:pt x="23346" y="533768"/>
                    </a:lnTo>
                    <a:lnTo>
                      <a:pt x="15713" y="533545"/>
                    </a:lnTo>
                    <a:lnTo>
                      <a:pt x="15490" y="541178"/>
                    </a:lnTo>
                    <a:lnTo>
                      <a:pt x="7856" y="540955"/>
                    </a:lnTo>
                    <a:lnTo>
                      <a:pt x="7633" y="548589"/>
                    </a:lnTo>
                    <a:lnTo>
                      <a:pt x="11338" y="552517"/>
                    </a:lnTo>
                    <a:lnTo>
                      <a:pt x="15267" y="548812"/>
                    </a:lnTo>
                    <a:lnTo>
                      <a:pt x="22677" y="556668"/>
                    </a:lnTo>
                    <a:lnTo>
                      <a:pt x="26605" y="552963"/>
                    </a:lnTo>
                    <a:lnTo>
                      <a:pt x="45354" y="564971"/>
                    </a:lnTo>
                    <a:lnTo>
                      <a:pt x="37944" y="557115"/>
                    </a:lnTo>
                    <a:lnTo>
                      <a:pt x="41872" y="553409"/>
                    </a:lnTo>
                    <a:lnTo>
                      <a:pt x="34462" y="545553"/>
                    </a:lnTo>
                    <a:lnTo>
                      <a:pt x="38390" y="541848"/>
                    </a:lnTo>
                    <a:lnTo>
                      <a:pt x="30980" y="533991"/>
                    </a:lnTo>
                    <a:lnTo>
                      <a:pt x="34908" y="530286"/>
                    </a:lnTo>
                    <a:lnTo>
                      <a:pt x="31203" y="526358"/>
                    </a:lnTo>
                    <a:moveTo>
                      <a:pt x="214748" y="345816"/>
                    </a:moveTo>
                    <a:lnTo>
                      <a:pt x="228676" y="392063"/>
                    </a:lnTo>
                    <a:lnTo>
                      <a:pt x="183321" y="375457"/>
                    </a:lnTo>
                    <a:lnTo>
                      <a:pt x="214748" y="345816"/>
                    </a:lnTo>
                    <a:lnTo>
                      <a:pt x="210820" y="349521"/>
                    </a:lnTo>
                    <a:lnTo>
                      <a:pt x="221266" y="384207"/>
                    </a:lnTo>
                    <a:lnTo>
                      <a:pt x="187250" y="371752"/>
                    </a:lnTo>
                    <a:lnTo>
                      <a:pt x="190955" y="375681"/>
                    </a:lnTo>
                    <a:lnTo>
                      <a:pt x="214525" y="353450"/>
                    </a:lnTo>
                    <a:lnTo>
                      <a:pt x="210820" y="349521"/>
                    </a:lnTo>
                    <a:lnTo>
                      <a:pt x="214748" y="345816"/>
                    </a:lnTo>
                    <a:lnTo>
                      <a:pt x="214302" y="361083"/>
                    </a:lnTo>
                    <a:lnTo>
                      <a:pt x="218230" y="357378"/>
                    </a:lnTo>
                    <a:lnTo>
                      <a:pt x="217784" y="372645"/>
                    </a:lnTo>
                    <a:lnTo>
                      <a:pt x="221712" y="368940"/>
                    </a:lnTo>
                    <a:lnTo>
                      <a:pt x="224971" y="388135"/>
                    </a:lnTo>
                    <a:lnTo>
                      <a:pt x="205999" y="383760"/>
                    </a:lnTo>
                    <a:lnTo>
                      <a:pt x="209927" y="380055"/>
                    </a:lnTo>
                    <a:lnTo>
                      <a:pt x="194660" y="379609"/>
                    </a:lnTo>
                    <a:lnTo>
                      <a:pt x="198588" y="375904"/>
                    </a:lnTo>
                    <a:lnTo>
                      <a:pt x="183321" y="375457"/>
                    </a:lnTo>
                    <a:lnTo>
                      <a:pt x="194883" y="371975"/>
                    </a:lnTo>
                    <a:lnTo>
                      <a:pt x="195106" y="364342"/>
                    </a:lnTo>
                    <a:lnTo>
                      <a:pt x="202740" y="364565"/>
                    </a:lnTo>
                    <a:lnTo>
                      <a:pt x="202963" y="356932"/>
                    </a:lnTo>
                    <a:lnTo>
                      <a:pt x="210596" y="357155"/>
                    </a:lnTo>
                    <a:lnTo>
                      <a:pt x="214748" y="345816"/>
                    </a:lnTo>
                    <a:lnTo>
                      <a:pt x="214525" y="353450"/>
                    </a:lnTo>
                    <a:lnTo>
                      <a:pt x="206891" y="353226"/>
                    </a:lnTo>
                    <a:lnTo>
                      <a:pt x="206668" y="360860"/>
                    </a:lnTo>
                    <a:lnTo>
                      <a:pt x="199035" y="360637"/>
                    </a:lnTo>
                    <a:lnTo>
                      <a:pt x="198811" y="368270"/>
                    </a:lnTo>
                    <a:lnTo>
                      <a:pt x="191178" y="368047"/>
                    </a:lnTo>
                    <a:lnTo>
                      <a:pt x="190955" y="375681"/>
                    </a:lnTo>
                    <a:lnTo>
                      <a:pt x="194660" y="379609"/>
                    </a:lnTo>
                    <a:lnTo>
                      <a:pt x="198588" y="375904"/>
                    </a:lnTo>
                    <a:lnTo>
                      <a:pt x="205999" y="383760"/>
                    </a:lnTo>
                    <a:lnTo>
                      <a:pt x="209927" y="380055"/>
                    </a:lnTo>
                    <a:lnTo>
                      <a:pt x="228676" y="392063"/>
                    </a:lnTo>
                    <a:lnTo>
                      <a:pt x="221266" y="384207"/>
                    </a:lnTo>
                    <a:lnTo>
                      <a:pt x="225194" y="380501"/>
                    </a:lnTo>
                    <a:lnTo>
                      <a:pt x="217784" y="372645"/>
                    </a:lnTo>
                    <a:lnTo>
                      <a:pt x="221712" y="368940"/>
                    </a:lnTo>
                    <a:lnTo>
                      <a:pt x="214302" y="361083"/>
                    </a:lnTo>
                    <a:lnTo>
                      <a:pt x="218230" y="357378"/>
                    </a:lnTo>
                    <a:lnTo>
                      <a:pt x="214525" y="353450"/>
                    </a:lnTo>
                    <a:moveTo>
                      <a:pt x="398069" y="172908"/>
                    </a:moveTo>
                    <a:lnTo>
                      <a:pt x="411998" y="219155"/>
                    </a:lnTo>
                    <a:lnTo>
                      <a:pt x="366643" y="202549"/>
                    </a:lnTo>
                    <a:lnTo>
                      <a:pt x="398069" y="172908"/>
                    </a:lnTo>
                    <a:lnTo>
                      <a:pt x="394141" y="176613"/>
                    </a:lnTo>
                    <a:lnTo>
                      <a:pt x="404587" y="211299"/>
                    </a:lnTo>
                    <a:lnTo>
                      <a:pt x="370571" y="198844"/>
                    </a:lnTo>
                    <a:lnTo>
                      <a:pt x="374276" y="202773"/>
                    </a:lnTo>
                    <a:lnTo>
                      <a:pt x="397846" y="180542"/>
                    </a:lnTo>
                    <a:lnTo>
                      <a:pt x="394141" y="176613"/>
                    </a:lnTo>
                    <a:lnTo>
                      <a:pt x="398069" y="172908"/>
                    </a:lnTo>
                    <a:lnTo>
                      <a:pt x="397623" y="188175"/>
                    </a:lnTo>
                    <a:lnTo>
                      <a:pt x="401552" y="184470"/>
                    </a:lnTo>
                    <a:lnTo>
                      <a:pt x="401105" y="199737"/>
                    </a:lnTo>
                    <a:lnTo>
                      <a:pt x="405034" y="196032"/>
                    </a:lnTo>
                    <a:lnTo>
                      <a:pt x="408292" y="215227"/>
                    </a:lnTo>
                    <a:lnTo>
                      <a:pt x="389320" y="210852"/>
                    </a:lnTo>
                    <a:lnTo>
                      <a:pt x="393249" y="207147"/>
                    </a:lnTo>
                    <a:lnTo>
                      <a:pt x="377982" y="206701"/>
                    </a:lnTo>
                    <a:lnTo>
                      <a:pt x="381910" y="202996"/>
                    </a:lnTo>
                    <a:lnTo>
                      <a:pt x="366643" y="202549"/>
                    </a:lnTo>
                    <a:lnTo>
                      <a:pt x="378205" y="199067"/>
                    </a:lnTo>
                    <a:lnTo>
                      <a:pt x="378428" y="191434"/>
                    </a:lnTo>
                    <a:lnTo>
                      <a:pt x="386061" y="191657"/>
                    </a:lnTo>
                    <a:lnTo>
                      <a:pt x="386285" y="184024"/>
                    </a:lnTo>
                    <a:lnTo>
                      <a:pt x="393918" y="184247"/>
                    </a:lnTo>
                    <a:lnTo>
                      <a:pt x="398069" y="172908"/>
                    </a:lnTo>
                    <a:lnTo>
                      <a:pt x="397846" y="180542"/>
                    </a:lnTo>
                    <a:lnTo>
                      <a:pt x="390213" y="180318"/>
                    </a:lnTo>
                    <a:lnTo>
                      <a:pt x="389990" y="187952"/>
                    </a:lnTo>
                    <a:lnTo>
                      <a:pt x="382356" y="187729"/>
                    </a:lnTo>
                    <a:lnTo>
                      <a:pt x="382133" y="195362"/>
                    </a:lnTo>
                    <a:lnTo>
                      <a:pt x="374500" y="195139"/>
                    </a:lnTo>
                    <a:lnTo>
                      <a:pt x="374276" y="202773"/>
                    </a:lnTo>
                    <a:lnTo>
                      <a:pt x="377982" y="206701"/>
                    </a:lnTo>
                    <a:lnTo>
                      <a:pt x="381910" y="202996"/>
                    </a:lnTo>
                    <a:lnTo>
                      <a:pt x="389320" y="210852"/>
                    </a:lnTo>
                    <a:lnTo>
                      <a:pt x="393249" y="207147"/>
                    </a:lnTo>
                    <a:lnTo>
                      <a:pt x="411998" y="219155"/>
                    </a:lnTo>
                    <a:lnTo>
                      <a:pt x="404587" y="211299"/>
                    </a:lnTo>
                    <a:lnTo>
                      <a:pt x="408516" y="207593"/>
                    </a:lnTo>
                    <a:lnTo>
                      <a:pt x="401105" y="199737"/>
                    </a:lnTo>
                    <a:lnTo>
                      <a:pt x="405034" y="196032"/>
                    </a:lnTo>
                    <a:lnTo>
                      <a:pt x="397623" y="188175"/>
                    </a:lnTo>
                    <a:lnTo>
                      <a:pt x="401552" y="184470"/>
                    </a:lnTo>
                    <a:lnTo>
                      <a:pt x="397846" y="180542"/>
                    </a:lnTo>
                    <a:moveTo>
                      <a:pt x="581391" y="0"/>
                    </a:moveTo>
                    <a:lnTo>
                      <a:pt x="595319" y="46247"/>
                    </a:lnTo>
                    <a:lnTo>
                      <a:pt x="549965" y="29641"/>
                    </a:lnTo>
                    <a:lnTo>
                      <a:pt x="581391" y="0"/>
                    </a:lnTo>
                    <a:lnTo>
                      <a:pt x="577463" y="3705"/>
                    </a:lnTo>
                    <a:lnTo>
                      <a:pt x="587909" y="38391"/>
                    </a:lnTo>
                    <a:lnTo>
                      <a:pt x="553893" y="25936"/>
                    </a:lnTo>
                    <a:lnTo>
                      <a:pt x="557598" y="29865"/>
                    </a:lnTo>
                    <a:lnTo>
                      <a:pt x="581168" y="7633"/>
                    </a:lnTo>
                    <a:lnTo>
                      <a:pt x="577463" y="3705"/>
                    </a:lnTo>
                    <a:lnTo>
                      <a:pt x="581391" y="0"/>
                    </a:lnTo>
                    <a:lnTo>
                      <a:pt x="580945" y="15267"/>
                    </a:lnTo>
                    <a:lnTo>
                      <a:pt x="584873" y="11562"/>
                    </a:lnTo>
                    <a:lnTo>
                      <a:pt x="584427" y="26829"/>
                    </a:lnTo>
                    <a:lnTo>
                      <a:pt x="588355" y="23124"/>
                    </a:lnTo>
                    <a:lnTo>
                      <a:pt x="591614" y="42319"/>
                    </a:lnTo>
                    <a:lnTo>
                      <a:pt x="572642" y="37944"/>
                    </a:lnTo>
                    <a:lnTo>
                      <a:pt x="576570" y="34239"/>
                    </a:lnTo>
                    <a:lnTo>
                      <a:pt x="561303" y="33793"/>
                    </a:lnTo>
                    <a:lnTo>
                      <a:pt x="565232" y="30088"/>
                    </a:lnTo>
                    <a:lnTo>
                      <a:pt x="549965" y="29641"/>
                    </a:lnTo>
                    <a:lnTo>
                      <a:pt x="561526" y="26159"/>
                    </a:lnTo>
                    <a:lnTo>
                      <a:pt x="561749" y="18526"/>
                    </a:lnTo>
                    <a:lnTo>
                      <a:pt x="569383" y="18749"/>
                    </a:lnTo>
                    <a:lnTo>
                      <a:pt x="569606" y="11115"/>
                    </a:lnTo>
                    <a:lnTo>
                      <a:pt x="577240" y="11339"/>
                    </a:lnTo>
                    <a:lnTo>
                      <a:pt x="581391" y="0"/>
                    </a:lnTo>
                    <a:lnTo>
                      <a:pt x="581168" y="7633"/>
                    </a:lnTo>
                    <a:lnTo>
                      <a:pt x="573534" y="7410"/>
                    </a:lnTo>
                    <a:lnTo>
                      <a:pt x="573311" y="15044"/>
                    </a:lnTo>
                    <a:lnTo>
                      <a:pt x="565678" y="14821"/>
                    </a:lnTo>
                    <a:lnTo>
                      <a:pt x="565455" y="22454"/>
                    </a:lnTo>
                    <a:lnTo>
                      <a:pt x="557821" y="22231"/>
                    </a:lnTo>
                    <a:lnTo>
                      <a:pt x="557598" y="29865"/>
                    </a:lnTo>
                    <a:lnTo>
                      <a:pt x="561303" y="33793"/>
                    </a:lnTo>
                    <a:lnTo>
                      <a:pt x="565232" y="30088"/>
                    </a:lnTo>
                    <a:lnTo>
                      <a:pt x="572642" y="37944"/>
                    </a:lnTo>
                    <a:lnTo>
                      <a:pt x="576570" y="34239"/>
                    </a:lnTo>
                    <a:lnTo>
                      <a:pt x="595319" y="46247"/>
                    </a:lnTo>
                    <a:lnTo>
                      <a:pt x="587909" y="38391"/>
                    </a:lnTo>
                    <a:lnTo>
                      <a:pt x="591837" y="34685"/>
                    </a:lnTo>
                    <a:lnTo>
                      <a:pt x="584427" y="26829"/>
                    </a:lnTo>
                    <a:lnTo>
                      <a:pt x="588355" y="23124"/>
                    </a:lnTo>
                    <a:lnTo>
                      <a:pt x="580945" y="15267"/>
                    </a:lnTo>
                    <a:lnTo>
                      <a:pt x="584873" y="11562"/>
                    </a:lnTo>
                    <a:lnTo>
                      <a:pt x="581168" y="7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10" name="Контур"/>
              <p:cNvSpPr/>
              <p:nvPr/>
            </p:nvSpPr>
            <p:spPr>
              <a:xfrm>
                <a:off x="3279293" y="5034137"/>
                <a:ext cx="659637" cy="478071"/>
              </a:xfrm>
              <a:custGeom>
                <a:avLst/>
                <a:gdLst/>
                <a:ahLst/>
                <a:cxnLst/>
                <a:rect l="l" t="t" r="r" b="b"/>
                <a:pathLst>
                  <a:path w="659637" h="478071" fill="none">
                    <a:moveTo>
                      <a:pt x="659637" y="0"/>
                    </a:moveTo>
                    <a:lnTo>
                      <a:pt x="557614" y="73941"/>
                    </a:lnTo>
                    <a:moveTo>
                      <a:pt x="557614" y="73941"/>
                    </a:moveTo>
                    <a:lnTo>
                      <a:pt x="455591" y="147882"/>
                    </a:lnTo>
                    <a:moveTo>
                      <a:pt x="455591" y="147882"/>
                    </a:moveTo>
                    <a:lnTo>
                      <a:pt x="353568" y="221823"/>
                    </a:lnTo>
                    <a:moveTo>
                      <a:pt x="353568" y="221823"/>
                    </a:moveTo>
                    <a:lnTo>
                      <a:pt x="251545" y="295764"/>
                    </a:lnTo>
                    <a:moveTo>
                      <a:pt x="251545" y="295764"/>
                    </a:moveTo>
                    <a:lnTo>
                      <a:pt x="149521" y="369705"/>
                    </a:lnTo>
                    <a:moveTo>
                      <a:pt x="149521" y="369705"/>
                    </a:moveTo>
                    <a:lnTo>
                      <a:pt x="47498" y="443646"/>
                    </a:lnTo>
                    <a:moveTo>
                      <a:pt x="47498" y="443646"/>
                    </a:moveTo>
                    <a:lnTo>
                      <a:pt x="0" y="478071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11" name="Контур"/>
              <p:cNvSpPr/>
              <p:nvPr/>
            </p:nvSpPr>
            <p:spPr>
              <a:xfrm>
                <a:off x="3362146" y="5064354"/>
                <a:ext cx="450934" cy="343419"/>
              </a:xfrm>
              <a:custGeom>
                <a:avLst/>
                <a:gdLst/>
                <a:ahLst/>
                <a:cxnLst/>
                <a:rect l="l" t="t" r="r" b="b"/>
                <a:pathLst>
                  <a:path w="450934" h="343419" fill="none">
                    <a:moveTo>
                      <a:pt x="443072" y="0"/>
                    </a:moveTo>
                    <a:lnTo>
                      <a:pt x="450934" y="47655"/>
                    </a:lnTo>
                    <a:lnTo>
                      <a:pt x="408093" y="25351"/>
                    </a:lnTo>
                    <a:lnTo>
                      <a:pt x="443072" y="0"/>
                    </a:lnTo>
                    <a:lnTo>
                      <a:pt x="438700" y="3169"/>
                    </a:lnTo>
                    <a:lnTo>
                      <a:pt x="444596" y="38910"/>
                    </a:lnTo>
                    <a:lnTo>
                      <a:pt x="412465" y="22182"/>
                    </a:lnTo>
                    <a:lnTo>
                      <a:pt x="415634" y="26555"/>
                    </a:lnTo>
                    <a:lnTo>
                      <a:pt x="441868" y="7541"/>
                    </a:lnTo>
                    <a:lnTo>
                      <a:pt x="438700" y="3169"/>
                    </a:lnTo>
                    <a:lnTo>
                      <a:pt x="443072" y="0"/>
                    </a:lnTo>
                    <a:lnTo>
                      <a:pt x="440665" y="15083"/>
                    </a:lnTo>
                    <a:lnTo>
                      <a:pt x="445037" y="11914"/>
                    </a:lnTo>
                    <a:lnTo>
                      <a:pt x="442630" y="26996"/>
                    </a:lnTo>
                    <a:lnTo>
                      <a:pt x="447003" y="23827"/>
                    </a:lnTo>
                    <a:lnTo>
                      <a:pt x="447765" y="43282"/>
                    </a:lnTo>
                    <a:lnTo>
                      <a:pt x="429513" y="36503"/>
                    </a:lnTo>
                    <a:lnTo>
                      <a:pt x="433885" y="33334"/>
                    </a:lnTo>
                    <a:lnTo>
                      <a:pt x="418803" y="30927"/>
                    </a:lnTo>
                    <a:lnTo>
                      <a:pt x="423175" y="27758"/>
                    </a:lnTo>
                    <a:lnTo>
                      <a:pt x="408093" y="25351"/>
                    </a:lnTo>
                    <a:lnTo>
                      <a:pt x="420006" y="23386"/>
                    </a:lnTo>
                    <a:lnTo>
                      <a:pt x="421210" y="15844"/>
                    </a:lnTo>
                    <a:lnTo>
                      <a:pt x="428751" y="17048"/>
                    </a:lnTo>
                    <a:lnTo>
                      <a:pt x="429955" y="9507"/>
                    </a:lnTo>
                    <a:lnTo>
                      <a:pt x="437496" y="10710"/>
                    </a:lnTo>
                    <a:lnTo>
                      <a:pt x="443072" y="0"/>
                    </a:lnTo>
                    <a:lnTo>
                      <a:pt x="441868" y="7541"/>
                    </a:lnTo>
                    <a:lnTo>
                      <a:pt x="434327" y="6338"/>
                    </a:lnTo>
                    <a:lnTo>
                      <a:pt x="433124" y="13879"/>
                    </a:lnTo>
                    <a:lnTo>
                      <a:pt x="425582" y="12676"/>
                    </a:lnTo>
                    <a:lnTo>
                      <a:pt x="424379" y="20217"/>
                    </a:lnTo>
                    <a:lnTo>
                      <a:pt x="416837" y="19013"/>
                    </a:lnTo>
                    <a:lnTo>
                      <a:pt x="415634" y="26555"/>
                    </a:lnTo>
                    <a:lnTo>
                      <a:pt x="418803" y="30927"/>
                    </a:lnTo>
                    <a:lnTo>
                      <a:pt x="423175" y="27758"/>
                    </a:lnTo>
                    <a:lnTo>
                      <a:pt x="429513" y="36503"/>
                    </a:lnTo>
                    <a:lnTo>
                      <a:pt x="433885" y="33334"/>
                    </a:lnTo>
                    <a:lnTo>
                      <a:pt x="450934" y="47655"/>
                    </a:lnTo>
                    <a:lnTo>
                      <a:pt x="444596" y="38910"/>
                    </a:lnTo>
                    <a:lnTo>
                      <a:pt x="448968" y="35741"/>
                    </a:lnTo>
                    <a:lnTo>
                      <a:pt x="442630" y="26996"/>
                    </a:lnTo>
                    <a:lnTo>
                      <a:pt x="447003" y="23827"/>
                    </a:lnTo>
                    <a:lnTo>
                      <a:pt x="440665" y="15083"/>
                    </a:lnTo>
                    <a:lnTo>
                      <a:pt x="445037" y="11914"/>
                    </a:lnTo>
                    <a:lnTo>
                      <a:pt x="441868" y="7541"/>
                    </a:lnTo>
                    <a:moveTo>
                      <a:pt x="239026" y="147882"/>
                    </a:moveTo>
                    <a:lnTo>
                      <a:pt x="246887" y="195537"/>
                    </a:lnTo>
                    <a:lnTo>
                      <a:pt x="204046" y="173233"/>
                    </a:lnTo>
                    <a:lnTo>
                      <a:pt x="239026" y="147882"/>
                    </a:lnTo>
                    <a:lnTo>
                      <a:pt x="234653" y="151051"/>
                    </a:lnTo>
                    <a:lnTo>
                      <a:pt x="240549" y="186792"/>
                    </a:lnTo>
                    <a:lnTo>
                      <a:pt x="208419" y="170064"/>
                    </a:lnTo>
                    <a:lnTo>
                      <a:pt x="211588" y="174437"/>
                    </a:lnTo>
                    <a:lnTo>
                      <a:pt x="237822" y="155423"/>
                    </a:lnTo>
                    <a:lnTo>
                      <a:pt x="234653" y="151051"/>
                    </a:lnTo>
                    <a:lnTo>
                      <a:pt x="239026" y="147882"/>
                    </a:lnTo>
                    <a:lnTo>
                      <a:pt x="236619" y="162965"/>
                    </a:lnTo>
                    <a:lnTo>
                      <a:pt x="240991" y="159796"/>
                    </a:lnTo>
                    <a:lnTo>
                      <a:pt x="238584" y="174878"/>
                    </a:lnTo>
                    <a:lnTo>
                      <a:pt x="242956" y="171709"/>
                    </a:lnTo>
                    <a:lnTo>
                      <a:pt x="243718" y="191165"/>
                    </a:lnTo>
                    <a:lnTo>
                      <a:pt x="225467" y="184385"/>
                    </a:lnTo>
                    <a:lnTo>
                      <a:pt x="229839" y="181216"/>
                    </a:lnTo>
                    <a:lnTo>
                      <a:pt x="214757" y="178809"/>
                    </a:lnTo>
                    <a:lnTo>
                      <a:pt x="219129" y="175640"/>
                    </a:lnTo>
                    <a:lnTo>
                      <a:pt x="204046" y="173233"/>
                    </a:lnTo>
                    <a:lnTo>
                      <a:pt x="215960" y="171268"/>
                    </a:lnTo>
                    <a:lnTo>
                      <a:pt x="217164" y="163727"/>
                    </a:lnTo>
                    <a:lnTo>
                      <a:pt x="224705" y="164930"/>
                    </a:lnTo>
                    <a:lnTo>
                      <a:pt x="225908" y="157389"/>
                    </a:lnTo>
                    <a:lnTo>
                      <a:pt x="233450" y="158592"/>
                    </a:lnTo>
                    <a:lnTo>
                      <a:pt x="239026" y="147882"/>
                    </a:lnTo>
                    <a:lnTo>
                      <a:pt x="237822" y="155423"/>
                    </a:lnTo>
                    <a:lnTo>
                      <a:pt x="230281" y="154220"/>
                    </a:lnTo>
                    <a:lnTo>
                      <a:pt x="229077" y="161761"/>
                    </a:lnTo>
                    <a:lnTo>
                      <a:pt x="221536" y="160558"/>
                    </a:lnTo>
                    <a:lnTo>
                      <a:pt x="220333" y="168099"/>
                    </a:lnTo>
                    <a:lnTo>
                      <a:pt x="212791" y="166895"/>
                    </a:lnTo>
                    <a:lnTo>
                      <a:pt x="211588" y="174437"/>
                    </a:lnTo>
                    <a:lnTo>
                      <a:pt x="214757" y="178809"/>
                    </a:lnTo>
                    <a:lnTo>
                      <a:pt x="219129" y="175640"/>
                    </a:lnTo>
                    <a:lnTo>
                      <a:pt x="225467" y="184385"/>
                    </a:lnTo>
                    <a:lnTo>
                      <a:pt x="229839" y="181216"/>
                    </a:lnTo>
                    <a:lnTo>
                      <a:pt x="246887" y="195537"/>
                    </a:lnTo>
                    <a:lnTo>
                      <a:pt x="240549" y="186792"/>
                    </a:lnTo>
                    <a:lnTo>
                      <a:pt x="244922" y="183623"/>
                    </a:lnTo>
                    <a:lnTo>
                      <a:pt x="238584" y="174878"/>
                    </a:lnTo>
                    <a:lnTo>
                      <a:pt x="242956" y="171709"/>
                    </a:lnTo>
                    <a:lnTo>
                      <a:pt x="236619" y="162965"/>
                    </a:lnTo>
                    <a:lnTo>
                      <a:pt x="240991" y="159796"/>
                    </a:lnTo>
                    <a:lnTo>
                      <a:pt x="237822" y="155423"/>
                    </a:lnTo>
                    <a:moveTo>
                      <a:pt x="34979" y="295764"/>
                    </a:moveTo>
                    <a:lnTo>
                      <a:pt x="42841" y="343419"/>
                    </a:lnTo>
                    <a:lnTo>
                      <a:pt x="0" y="321115"/>
                    </a:lnTo>
                    <a:lnTo>
                      <a:pt x="34979" y="295764"/>
                    </a:lnTo>
                    <a:lnTo>
                      <a:pt x="30607" y="298933"/>
                    </a:lnTo>
                    <a:lnTo>
                      <a:pt x="36503" y="334674"/>
                    </a:lnTo>
                    <a:lnTo>
                      <a:pt x="4372" y="317946"/>
                    </a:lnTo>
                    <a:lnTo>
                      <a:pt x="7541" y="322319"/>
                    </a:lnTo>
                    <a:lnTo>
                      <a:pt x="33776" y="303305"/>
                    </a:lnTo>
                    <a:lnTo>
                      <a:pt x="30607" y="298933"/>
                    </a:lnTo>
                    <a:lnTo>
                      <a:pt x="34979" y="295764"/>
                    </a:lnTo>
                    <a:lnTo>
                      <a:pt x="32572" y="310847"/>
                    </a:lnTo>
                    <a:lnTo>
                      <a:pt x="36945" y="307678"/>
                    </a:lnTo>
                    <a:lnTo>
                      <a:pt x="34538" y="322760"/>
                    </a:lnTo>
                    <a:lnTo>
                      <a:pt x="38910" y="319592"/>
                    </a:lnTo>
                    <a:lnTo>
                      <a:pt x="39672" y="339047"/>
                    </a:lnTo>
                    <a:lnTo>
                      <a:pt x="21421" y="332267"/>
                    </a:lnTo>
                    <a:lnTo>
                      <a:pt x="25793" y="329098"/>
                    </a:lnTo>
                    <a:lnTo>
                      <a:pt x="10710" y="326691"/>
                    </a:lnTo>
                    <a:lnTo>
                      <a:pt x="15083" y="323522"/>
                    </a:lnTo>
                    <a:lnTo>
                      <a:pt x="0" y="321115"/>
                    </a:lnTo>
                    <a:lnTo>
                      <a:pt x="11914" y="319150"/>
                    </a:lnTo>
                    <a:lnTo>
                      <a:pt x="13117" y="311609"/>
                    </a:lnTo>
                    <a:lnTo>
                      <a:pt x="20659" y="312812"/>
                    </a:lnTo>
                    <a:lnTo>
                      <a:pt x="21862" y="305271"/>
                    </a:lnTo>
                    <a:lnTo>
                      <a:pt x="29403" y="306474"/>
                    </a:lnTo>
                    <a:lnTo>
                      <a:pt x="34979" y="295764"/>
                    </a:lnTo>
                    <a:lnTo>
                      <a:pt x="33776" y="303305"/>
                    </a:lnTo>
                    <a:lnTo>
                      <a:pt x="26235" y="302102"/>
                    </a:lnTo>
                    <a:lnTo>
                      <a:pt x="25031" y="309643"/>
                    </a:lnTo>
                    <a:lnTo>
                      <a:pt x="17490" y="308440"/>
                    </a:lnTo>
                    <a:lnTo>
                      <a:pt x="16286" y="315981"/>
                    </a:lnTo>
                    <a:lnTo>
                      <a:pt x="8745" y="314778"/>
                    </a:lnTo>
                    <a:lnTo>
                      <a:pt x="7541" y="322319"/>
                    </a:lnTo>
                    <a:lnTo>
                      <a:pt x="10710" y="326691"/>
                    </a:lnTo>
                    <a:lnTo>
                      <a:pt x="15083" y="323522"/>
                    </a:lnTo>
                    <a:lnTo>
                      <a:pt x="21421" y="332267"/>
                    </a:lnTo>
                    <a:lnTo>
                      <a:pt x="25793" y="329098"/>
                    </a:lnTo>
                    <a:lnTo>
                      <a:pt x="42841" y="343419"/>
                    </a:lnTo>
                    <a:lnTo>
                      <a:pt x="36503" y="334674"/>
                    </a:lnTo>
                    <a:lnTo>
                      <a:pt x="40876" y="331505"/>
                    </a:lnTo>
                    <a:lnTo>
                      <a:pt x="34538" y="322760"/>
                    </a:lnTo>
                    <a:lnTo>
                      <a:pt x="38910" y="319592"/>
                    </a:lnTo>
                    <a:lnTo>
                      <a:pt x="32572" y="310847"/>
                    </a:lnTo>
                    <a:lnTo>
                      <a:pt x="36945" y="307678"/>
                    </a:lnTo>
                    <a:lnTo>
                      <a:pt x="33776" y="30330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12" name="Контур"/>
              <p:cNvSpPr/>
              <p:nvPr/>
            </p:nvSpPr>
            <p:spPr>
              <a:xfrm>
                <a:off x="3938930" y="4222407"/>
                <a:ext cx="1120072" cy="811730"/>
              </a:xfrm>
              <a:custGeom>
                <a:avLst/>
                <a:gdLst/>
                <a:ahLst/>
                <a:cxnLst/>
                <a:rect l="l" t="t" r="r" b="b"/>
                <a:pathLst>
                  <a:path w="1120072" h="811730" fill="none">
                    <a:moveTo>
                      <a:pt x="1120072" y="0"/>
                    </a:moveTo>
                    <a:lnTo>
                      <a:pt x="1018047" y="73939"/>
                    </a:lnTo>
                    <a:moveTo>
                      <a:pt x="1018047" y="73939"/>
                    </a:moveTo>
                    <a:lnTo>
                      <a:pt x="916022" y="147877"/>
                    </a:lnTo>
                    <a:moveTo>
                      <a:pt x="916022" y="147877"/>
                    </a:moveTo>
                    <a:lnTo>
                      <a:pt x="813997" y="221816"/>
                    </a:lnTo>
                    <a:moveTo>
                      <a:pt x="813997" y="221816"/>
                    </a:moveTo>
                    <a:lnTo>
                      <a:pt x="711972" y="295755"/>
                    </a:lnTo>
                    <a:moveTo>
                      <a:pt x="711972" y="295755"/>
                    </a:moveTo>
                    <a:lnTo>
                      <a:pt x="609947" y="369693"/>
                    </a:lnTo>
                    <a:moveTo>
                      <a:pt x="609947" y="369693"/>
                    </a:moveTo>
                    <a:lnTo>
                      <a:pt x="507922" y="443632"/>
                    </a:lnTo>
                    <a:moveTo>
                      <a:pt x="507922" y="443632"/>
                    </a:moveTo>
                    <a:lnTo>
                      <a:pt x="445588" y="488806"/>
                    </a:lnTo>
                    <a:lnTo>
                      <a:pt x="405897" y="517571"/>
                    </a:lnTo>
                    <a:moveTo>
                      <a:pt x="405897" y="517571"/>
                    </a:moveTo>
                    <a:lnTo>
                      <a:pt x="303872" y="591509"/>
                    </a:lnTo>
                    <a:moveTo>
                      <a:pt x="303872" y="591509"/>
                    </a:moveTo>
                    <a:lnTo>
                      <a:pt x="201848" y="665448"/>
                    </a:lnTo>
                    <a:moveTo>
                      <a:pt x="201848" y="665448"/>
                    </a:moveTo>
                    <a:lnTo>
                      <a:pt x="99823" y="739386"/>
                    </a:lnTo>
                    <a:moveTo>
                      <a:pt x="99823" y="739386"/>
                    </a:moveTo>
                    <a:lnTo>
                      <a:pt x="42491" y="780935"/>
                    </a:lnTo>
                    <a:lnTo>
                      <a:pt x="0" y="81173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13" name="Контур"/>
              <p:cNvSpPr/>
              <p:nvPr/>
            </p:nvSpPr>
            <p:spPr>
              <a:xfrm>
                <a:off x="4139099" y="4310900"/>
                <a:ext cx="859039" cy="639164"/>
              </a:xfrm>
              <a:custGeom>
                <a:avLst/>
                <a:gdLst/>
                <a:ahLst/>
                <a:cxnLst/>
                <a:rect l="l" t="t" r="r" b="b"/>
                <a:pathLst>
                  <a:path w="859039" h="639164" fill="none">
                    <a:moveTo>
                      <a:pt x="824060" y="47656"/>
                    </a:moveTo>
                    <a:lnTo>
                      <a:pt x="816199" y="0"/>
                    </a:lnTo>
                    <a:lnTo>
                      <a:pt x="859039" y="22305"/>
                    </a:lnTo>
                    <a:lnTo>
                      <a:pt x="824060" y="47656"/>
                    </a:lnTo>
                    <a:lnTo>
                      <a:pt x="828432" y="44487"/>
                    </a:lnTo>
                    <a:lnTo>
                      <a:pt x="822537" y="8745"/>
                    </a:lnTo>
                    <a:lnTo>
                      <a:pt x="854667" y="25474"/>
                    </a:lnTo>
                    <a:lnTo>
                      <a:pt x="851498" y="21101"/>
                    </a:lnTo>
                    <a:lnTo>
                      <a:pt x="825263" y="40114"/>
                    </a:lnTo>
                    <a:lnTo>
                      <a:pt x="828432" y="44487"/>
                    </a:lnTo>
                    <a:lnTo>
                      <a:pt x="824060" y="47656"/>
                    </a:lnTo>
                    <a:lnTo>
                      <a:pt x="826467" y="32573"/>
                    </a:lnTo>
                    <a:lnTo>
                      <a:pt x="822094" y="35742"/>
                    </a:lnTo>
                    <a:lnTo>
                      <a:pt x="824502" y="20659"/>
                    </a:lnTo>
                    <a:lnTo>
                      <a:pt x="820129" y="23828"/>
                    </a:lnTo>
                    <a:lnTo>
                      <a:pt x="819368" y="4373"/>
                    </a:lnTo>
                    <a:lnTo>
                      <a:pt x="837619" y="11153"/>
                    </a:lnTo>
                    <a:lnTo>
                      <a:pt x="833247" y="14322"/>
                    </a:lnTo>
                    <a:lnTo>
                      <a:pt x="848329" y="16729"/>
                    </a:lnTo>
                    <a:lnTo>
                      <a:pt x="843957" y="19898"/>
                    </a:lnTo>
                    <a:lnTo>
                      <a:pt x="859039" y="22305"/>
                    </a:lnTo>
                    <a:lnTo>
                      <a:pt x="847126" y="24270"/>
                    </a:lnTo>
                    <a:lnTo>
                      <a:pt x="845922" y="31812"/>
                    </a:lnTo>
                    <a:lnTo>
                      <a:pt x="838381" y="30608"/>
                    </a:lnTo>
                    <a:lnTo>
                      <a:pt x="837177" y="38149"/>
                    </a:lnTo>
                    <a:lnTo>
                      <a:pt x="829636" y="36945"/>
                    </a:lnTo>
                    <a:lnTo>
                      <a:pt x="824060" y="47656"/>
                    </a:lnTo>
                    <a:lnTo>
                      <a:pt x="825263" y="40114"/>
                    </a:lnTo>
                    <a:lnTo>
                      <a:pt x="832805" y="41318"/>
                    </a:lnTo>
                    <a:lnTo>
                      <a:pt x="834008" y="33777"/>
                    </a:lnTo>
                    <a:lnTo>
                      <a:pt x="841550" y="34980"/>
                    </a:lnTo>
                    <a:lnTo>
                      <a:pt x="842753" y="27439"/>
                    </a:lnTo>
                    <a:lnTo>
                      <a:pt x="850294" y="28643"/>
                    </a:lnTo>
                    <a:lnTo>
                      <a:pt x="851498" y="21101"/>
                    </a:lnTo>
                    <a:lnTo>
                      <a:pt x="848329" y="16729"/>
                    </a:lnTo>
                    <a:lnTo>
                      <a:pt x="843957" y="19898"/>
                    </a:lnTo>
                    <a:lnTo>
                      <a:pt x="837619" y="11153"/>
                    </a:lnTo>
                    <a:lnTo>
                      <a:pt x="833247" y="14322"/>
                    </a:lnTo>
                    <a:lnTo>
                      <a:pt x="816199" y="0"/>
                    </a:lnTo>
                    <a:lnTo>
                      <a:pt x="822537" y="8745"/>
                    </a:lnTo>
                    <a:lnTo>
                      <a:pt x="818164" y="11914"/>
                    </a:lnTo>
                    <a:lnTo>
                      <a:pt x="824502" y="20659"/>
                    </a:lnTo>
                    <a:lnTo>
                      <a:pt x="820129" y="23828"/>
                    </a:lnTo>
                    <a:lnTo>
                      <a:pt x="826467" y="32573"/>
                    </a:lnTo>
                    <a:lnTo>
                      <a:pt x="822094" y="35742"/>
                    </a:lnTo>
                    <a:lnTo>
                      <a:pt x="825263" y="40114"/>
                    </a:lnTo>
                    <a:moveTo>
                      <a:pt x="620010" y="195533"/>
                    </a:moveTo>
                    <a:lnTo>
                      <a:pt x="612149" y="147878"/>
                    </a:lnTo>
                    <a:lnTo>
                      <a:pt x="654990" y="170182"/>
                    </a:lnTo>
                    <a:lnTo>
                      <a:pt x="620010" y="195533"/>
                    </a:lnTo>
                    <a:lnTo>
                      <a:pt x="624382" y="192364"/>
                    </a:lnTo>
                    <a:lnTo>
                      <a:pt x="618487" y="156623"/>
                    </a:lnTo>
                    <a:lnTo>
                      <a:pt x="650617" y="173351"/>
                    </a:lnTo>
                    <a:lnTo>
                      <a:pt x="647448" y="168979"/>
                    </a:lnTo>
                    <a:lnTo>
                      <a:pt x="621213" y="187991"/>
                    </a:lnTo>
                    <a:lnTo>
                      <a:pt x="624382" y="192364"/>
                    </a:lnTo>
                    <a:lnTo>
                      <a:pt x="620010" y="195533"/>
                    </a:lnTo>
                    <a:lnTo>
                      <a:pt x="622417" y="180450"/>
                    </a:lnTo>
                    <a:lnTo>
                      <a:pt x="618045" y="183619"/>
                    </a:lnTo>
                    <a:lnTo>
                      <a:pt x="620452" y="168536"/>
                    </a:lnTo>
                    <a:lnTo>
                      <a:pt x="616079" y="171705"/>
                    </a:lnTo>
                    <a:lnTo>
                      <a:pt x="615318" y="152250"/>
                    </a:lnTo>
                    <a:lnTo>
                      <a:pt x="633569" y="159030"/>
                    </a:lnTo>
                    <a:lnTo>
                      <a:pt x="629197" y="162199"/>
                    </a:lnTo>
                    <a:lnTo>
                      <a:pt x="644280" y="164606"/>
                    </a:lnTo>
                    <a:lnTo>
                      <a:pt x="639907" y="167775"/>
                    </a:lnTo>
                    <a:lnTo>
                      <a:pt x="654990" y="170182"/>
                    </a:lnTo>
                    <a:lnTo>
                      <a:pt x="643076" y="172147"/>
                    </a:lnTo>
                    <a:lnTo>
                      <a:pt x="641872" y="179689"/>
                    </a:lnTo>
                    <a:lnTo>
                      <a:pt x="634331" y="178485"/>
                    </a:lnTo>
                    <a:lnTo>
                      <a:pt x="633127" y="186026"/>
                    </a:lnTo>
                    <a:lnTo>
                      <a:pt x="625586" y="184823"/>
                    </a:lnTo>
                    <a:lnTo>
                      <a:pt x="620010" y="195533"/>
                    </a:lnTo>
                    <a:lnTo>
                      <a:pt x="621213" y="187991"/>
                    </a:lnTo>
                    <a:lnTo>
                      <a:pt x="628755" y="189195"/>
                    </a:lnTo>
                    <a:lnTo>
                      <a:pt x="629958" y="181654"/>
                    </a:lnTo>
                    <a:lnTo>
                      <a:pt x="637500" y="182858"/>
                    </a:lnTo>
                    <a:lnTo>
                      <a:pt x="638703" y="175316"/>
                    </a:lnTo>
                    <a:lnTo>
                      <a:pt x="646245" y="176520"/>
                    </a:lnTo>
                    <a:lnTo>
                      <a:pt x="647448" y="168979"/>
                    </a:lnTo>
                    <a:lnTo>
                      <a:pt x="644280" y="164606"/>
                    </a:lnTo>
                    <a:lnTo>
                      <a:pt x="639907" y="167775"/>
                    </a:lnTo>
                    <a:lnTo>
                      <a:pt x="633569" y="159030"/>
                    </a:lnTo>
                    <a:lnTo>
                      <a:pt x="629197" y="162199"/>
                    </a:lnTo>
                    <a:lnTo>
                      <a:pt x="612149" y="147878"/>
                    </a:lnTo>
                    <a:lnTo>
                      <a:pt x="618487" y="156623"/>
                    </a:lnTo>
                    <a:lnTo>
                      <a:pt x="614114" y="159791"/>
                    </a:lnTo>
                    <a:lnTo>
                      <a:pt x="620452" y="168536"/>
                    </a:lnTo>
                    <a:lnTo>
                      <a:pt x="616079" y="171705"/>
                    </a:lnTo>
                    <a:lnTo>
                      <a:pt x="622417" y="180450"/>
                    </a:lnTo>
                    <a:lnTo>
                      <a:pt x="618045" y="183619"/>
                    </a:lnTo>
                    <a:lnTo>
                      <a:pt x="621213" y="187991"/>
                    </a:lnTo>
                    <a:moveTo>
                      <a:pt x="415960" y="343410"/>
                    </a:moveTo>
                    <a:lnTo>
                      <a:pt x="408099" y="295755"/>
                    </a:lnTo>
                    <a:lnTo>
                      <a:pt x="450940" y="318060"/>
                    </a:lnTo>
                    <a:lnTo>
                      <a:pt x="415960" y="343410"/>
                    </a:lnTo>
                    <a:lnTo>
                      <a:pt x="420332" y="340241"/>
                    </a:lnTo>
                    <a:lnTo>
                      <a:pt x="414437" y="304500"/>
                    </a:lnTo>
                    <a:lnTo>
                      <a:pt x="446567" y="321228"/>
                    </a:lnTo>
                    <a:lnTo>
                      <a:pt x="443399" y="316856"/>
                    </a:lnTo>
                    <a:lnTo>
                      <a:pt x="417164" y="335869"/>
                    </a:lnTo>
                    <a:lnTo>
                      <a:pt x="420332" y="340241"/>
                    </a:lnTo>
                    <a:lnTo>
                      <a:pt x="415960" y="343410"/>
                    </a:lnTo>
                    <a:lnTo>
                      <a:pt x="418367" y="328327"/>
                    </a:lnTo>
                    <a:lnTo>
                      <a:pt x="413995" y="331496"/>
                    </a:lnTo>
                    <a:lnTo>
                      <a:pt x="416402" y="316414"/>
                    </a:lnTo>
                    <a:lnTo>
                      <a:pt x="412030" y="319582"/>
                    </a:lnTo>
                    <a:lnTo>
                      <a:pt x="411268" y="300127"/>
                    </a:lnTo>
                    <a:lnTo>
                      <a:pt x="429520" y="306907"/>
                    </a:lnTo>
                    <a:lnTo>
                      <a:pt x="425147" y="310076"/>
                    </a:lnTo>
                    <a:lnTo>
                      <a:pt x="440230" y="312483"/>
                    </a:lnTo>
                    <a:lnTo>
                      <a:pt x="435857" y="315652"/>
                    </a:lnTo>
                    <a:lnTo>
                      <a:pt x="450940" y="318060"/>
                    </a:lnTo>
                    <a:lnTo>
                      <a:pt x="439026" y="320025"/>
                    </a:lnTo>
                    <a:lnTo>
                      <a:pt x="437822" y="327566"/>
                    </a:lnTo>
                    <a:lnTo>
                      <a:pt x="430281" y="326362"/>
                    </a:lnTo>
                    <a:lnTo>
                      <a:pt x="429077" y="333904"/>
                    </a:lnTo>
                    <a:lnTo>
                      <a:pt x="421536" y="332700"/>
                    </a:lnTo>
                    <a:lnTo>
                      <a:pt x="415960" y="343410"/>
                    </a:lnTo>
                    <a:lnTo>
                      <a:pt x="417164" y="335869"/>
                    </a:lnTo>
                    <a:lnTo>
                      <a:pt x="424705" y="337072"/>
                    </a:lnTo>
                    <a:lnTo>
                      <a:pt x="425909" y="329531"/>
                    </a:lnTo>
                    <a:lnTo>
                      <a:pt x="433450" y="330735"/>
                    </a:lnTo>
                    <a:lnTo>
                      <a:pt x="434654" y="323193"/>
                    </a:lnTo>
                    <a:lnTo>
                      <a:pt x="442195" y="324397"/>
                    </a:lnTo>
                    <a:lnTo>
                      <a:pt x="443399" y="316856"/>
                    </a:lnTo>
                    <a:lnTo>
                      <a:pt x="440230" y="312483"/>
                    </a:lnTo>
                    <a:lnTo>
                      <a:pt x="435857" y="315652"/>
                    </a:lnTo>
                    <a:lnTo>
                      <a:pt x="429520" y="306907"/>
                    </a:lnTo>
                    <a:lnTo>
                      <a:pt x="425147" y="310076"/>
                    </a:lnTo>
                    <a:lnTo>
                      <a:pt x="408099" y="295755"/>
                    </a:lnTo>
                    <a:lnTo>
                      <a:pt x="414437" y="304500"/>
                    </a:lnTo>
                    <a:lnTo>
                      <a:pt x="410065" y="307669"/>
                    </a:lnTo>
                    <a:lnTo>
                      <a:pt x="416402" y="316414"/>
                    </a:lnTo>
                    <a:lnTo>
                      <a:pt x="412030" y="319582"/>
                    </a:lnTo>
                    <a:lnTo>
                      <a:pt x="418367" y="328327"/>
                    </a:lnTo>
                    <a:lnTo>
                      <a:pt x="413995" y="331496"/>
                    </a:lnTo>
                    <a:lnTo>
                      <a:pt x="417164" y="335869"/>
                    </a:lnTo>
                    <a:moveTo>
                      <a:pt x="211910" y="491287"/>
                    </a:moveTo>
                    <a:lnTo>
                      <a:pt x="204050" y="443632"/>
                    </a:lnTo>
                    <a:lnTo>
                      <a:pt x="246890" y="465937"/>
                    </a:lnTo>
                    <a:lnTo>
                      <a:pt x="211910" y="491287"/>
                    </a:lnTo>
                    <a:lnTo>
                      <a:pt x="216283" y="488118"/>
                    </a:lnTo>
                    <a:lnTo>
                      <a:pt x="210387" y="452377"/>
                    </a:lnTo>
                    <a:lnTo>
                      <a:pt x="242518" y="469106"/>
                    </a:lnTo>
                    <a:lnTo>
                      <a:pt x="239349" y="464733"/>
                    </a:lnTo>
                    <a:lnTo>
                      <a:pt x="213114" y="483746"/>
                    </a:lnTo>
                    <a:lnTo>
                      <a:pt x="216283" y="488118"/>
                    </a:lnTo>
                    <a:lnTo>
                      <a:pt x="211910" y="491287"/>
                    </a:lnTo>
                    <a:lnTo>
                      <a:pt x="214317" y="476205"/>
                    </a:lnTo>
                    <a:lnTo>
                      <a:pt x="209945" y="479373"/>
                    </a:lnTo>
                    <a:lnTo>
                      <a:pt x="212352" y="464291"/>
                    </a:lnTo>
                    <a:lnTo>
                      <a:pt x="207980" y="467460"/>
                    </a:lnTo>
                    <a:lnTo>
                      <a:pt x="207218" y="448004"/>
                    </a:lnTo>
                    <a:lnTo>
                      <a:pt x="225470" y="454784"/>
                    </a:lnTo>
                    <a:lnTo>
                      <a:pt x="221097" y="457953"/>
                    </a:lnTo>
                    <a:lnTo>
                      <a:pt x="236180" y="460361"/>
                    </a:lnTo>
                    <a:lnTo>
                      <a:pt x="231807" y="463529"/>
                    </a:lnTo>
                    <a:lnTo>
                      <a:pt x="246890" y="465937"/>
                    </a:lnTo>
                    <a:lnTo>
                      <a:pt x="234976" y="467902"/>
                    </a:lnTo>
                    <a:lnTo>
                      <a:pt x="233773" y="475443"/>
                    </a:lnTo>
                    <a:lnTo>
                      <a:pt x="226231" y="474239"/>
                    </a:lnTo>
                    <a:lnTo>
                      <a:pt x="225028" y="481781"/>
                    </a:lnTo>
                    <a:lnTo>
                      <a:pt x="217486" y="480577"/>
                    </a:lnTo>
                    <a:lnTo>
                      <a:pt x="211910" y="491287"/>
                    </a:lnTo>
                    <a:lnTo>
                      <a:pt x="213114" y="483746"/>
                    </a:lnTo>
                    <a:lnTo>
                      <a:pt x="220655" y="484950"/>
                    </a:lnTo>
                    <a:lnTo>
                      <a:pt x="221859" y="477408"/>
                    </a:lnTo>
                    <a:lnTo>
                      <a:pt x="229400" y="478612"/>
                    </a:lnTo>
                    <a:lnTo>
                      <a:pt x="230604" y="471071"/>
                    </a:lnTo>
                    <a:lnTo>
                      <a:pt x="238145" y="472274"/>
                    </a:lnTo>
                    <a:lnTo>
                      <a:pt x="239349" y="464733"/>
                    </a:lnTo>
                    <a:lnTo>
                      <a:pt x="236180" y="460361"/>
                    </a:lnTo>
                    <a:lnTo>
                      <a:pt x="231807" y="463529"/>
                    </a:lnTo>
                    <a:lnTo>
                      <a:pt x="225470" y="454784"/>
                    </a:lnTo>
                    <a:lnTo>
                      <a:pt x="221097" y="457953"/>
                    </a:lnTo>
                    <a:lnTo>
                      <a:pt x="204050" y="443632"/>
                    </a:lnTo>
                    <a:lnTo>
                      <a:pt x="210387" y="452377"/>
                    </a:lnTo>
                    <a:lnTo>
                      <a:pt x="206015" y="455546"/>
                    </a:lnTo>
                    <a:lnTo>
                      <a:pt x="212352" y="464291"/>
                    </a:lnTo>
                    <a:lnTo>
                      <a:pt x="207980" y="467460"/>
                    </a:lnTo>
                    <a:lnTo>
                      <a:pt x="214317" y="476205"/>
                    </a:lnTo>
                    <a:lnTo>
                      <a:pt x="209945" y="479373"/>
                    </a:lnTo>
                    <a:lnTo>
                      <a:pt x="213114" y="483746"/>
                    </a:lnTo>
                    <a:moveTo>
                      <a:pt x="7860" y="639164"/>
                    </a:moveTo>
                    <a:lnTo>
                      <a:pt x="0" y="591509"/>
                    </a:lnTo>
                    <a:lnTo>
                      <a:pt x="42840" y="613814"/>
                    </a:lnTo>
                    <a:lnTo>
                      <a:pt x="7860" y="639164"/>
                    </a:lnTo>
                    <a:lnTo>
                      <a:pt x="12233" y="635996"/>
                    </a:lnTo>
                    <a:lnTo>
                      <a:pt x="6337" y="600254"/>
                    </a:lnTo>
                    <a:lnTo>
                      <a:pt x="38468" y="616983"/>
                    </a:lnTo>
                    <a:lnTo>
                      <a:pt x="35299" y="612610"/>
                    </a:lnTo>
                    <a:lnTo>
                      <a:pt x="9064" y="631623"/>
                    </a:lnTo>
                    <a:lnTo>
                      <a:pt x="12233" y="635996"/>
                    </a:lnTo>
                    <a:lnTo>
                      <a:pt x="7860" y="639164"/>
                    </a:lnTo>
                    <a:lnTo>
                      <a:pt x="10268" y="624082"/>
                    </a:lnTo>
                    <a:lnTo>
                      <a:pt x="5895" y="627251"/>
                    </a:lnTo>
                    <a:lnTo>
                      <a:pt x="8303" y="612168"/>
                    </a:lnTo>
                    <a:lnTo>
                      <a:pt x="3930" y="615337"/>
                    </a:lnTo>
                    <a:lnTo>
                      <a:pt x="3169" y="595882"/>
                    </a:lnTo>
                    <a:lnTo>
                      <a:pt x="21420" y="602662"/>
                    </a:lnTo>
                    <a:lnTo>
                      <a:pt x="17048" y="605830"/>
                    </a:lnTo>
                    <a:lnTo>
                      <a:pt x="32130" y="608238"/>
                    </a:lnTo>
                    <a:lnTo>
                      <a:pt x="27758" y="611407"/>
                    </a:lnTo>
                    <a:lnTo>
                      <a:pt x="42840" y="613814"/>
                    </a:lnTo>
                    <a:lnTo>
                      <a:pt x="30926" y="615779"/>
                    </a:lnTo>
                    <a:lnTo>
                      <a:pt x="29723" y="623320"/>
                    </a:lnTo>
                    <a:lnTo>
                      <a:pt x="22181" y="622117"/>
                    </a:lnTo>
                    <a:lnTo>
                      <a:pt x="20978" y="629658"/>
                    </a:lnTo>
                    <a:lnTo>
                      <a:pt x="13436" y="628454"/>
                    </a:lnTo>
                    <a:lnTo>
                      <a:pt x="7860" y="639164"/>
                    </a:lnTo>
                    <a:lnTo>
                      <a:pt x="9064" y="631623"/>
                    </a:lnTo>
                    <a:lnTo>
                      <a:pt x="16605" y="632827"/>
                    </a:lnTo>
                    <a:lnTo>
                      <a:pt x="17809" y="625286"/>
                    </a:lnTo>
                    <a:lnTo>
                      <a:pt x="25350" y="626489"/>
                    </a:lnTo>
                    <a:lnTo>
                      <a:pt x="26554" y="618948"/>
                    </a:lnTo>
                    <a:lnTo>
                      <a:pt x="34095" y="620152"/>
                    </a:lnTo>
                    <a:lnTo>
                      <a:pt x="35299" y="612610"/>
                    </a:lnTo>
                    <a:lnTo>
                      <a:pt x="32130" y="608238"/>
                    </a:lnTo>
                    <a:lnTo>
                      <a:pt x="27758" y="611407"/>
                    </a:lnTo>
                    <a:lnTo>
                      <a:pt x="21420" y="602662"/>
                    </a:lnTo>
                    <a:lnTo>
                      <a:pt x="17048" y="605830"/>
                    </a:lnTo>
                    <a:lnTo>
                      <a:pt x="0" y="591509"/>
                    </a:lnTo>
                    <a:lnTo>
                      <a:pt x="6337" y="600254"/>
                    </a:lnTo>
                    <a:lnTo>
                      <a:pt x="1965" y="603423"/>
                    </a:lnTo>
                    <a:lnTo>
                      <a:pt x="8303" y="612168"/>
                    </a:lnTo>
                    <a:lnTo>
                      <a:pt x="3930" y="615337"/>
                    </a:lnTo>
                    <a:lnTo>
                      <a:pt x="10268" y="624082"/>
                    </a:lnTo>
                    <a:lnTo>
                      <a:pt x="5895" y="627251"/>
                    </a:lnTo>
                    <a:lnTo>
                      <a:pt x="9064" y="63162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14" name="Контур"/>
              <p:cNvSpPr/>
              <p:nvPr/>
            </p:nvSpPr>
            <p:spPr>
              <a:xfrm>
                <a:off x="4061872" y="4263463"/>
                <a:ext cx="701096" cy="510621"/>
              </a:xfrm>
              <a:custGeom>
                <a:avLst/>
                <a:gdLst/>
                <a:ahLst/>
                <a:cxnLst/>
                <a:rect l="l" t="t" r="r" b="b"/>
                <a:pathLst>
                  <a:path w="701096" h="510621" fill="none">
                    <a:moveTo>
                      <a:pt x="0" y="510621"/>
                    </a:moveTo>
                    <a:lnTo>
                      <a:pt x="101850" y="436441"/>
                    </a:lnTo>
                    <a:moveTo>
                      <a:pt x="101850" y="436441"/>
                    </a:moveTo>
                    <a:lnTo>
                      <a:pt x="203700" y="362262"/>
                    </a:lnTo>
                    <a:moveTo>
                      <a:pt x="203700" y="362262"/>
                    </a:moveTo>
                    <a:lnTo>
                      <a:pt x="305550" y="288083"/>
                    </a:lnTo>
                    <a:moveTo>
                      <a:pt x="305550" y="288083"/>
                    </a:moveTo>
                    <a:lnTo>
                      <a:pt x="407400" y="213904"/>
                    </a:lnTo>
                    <a:moveTo>
                      <a:pt x="407400" y="213904"/>
                    </a:moveTo>
                    <a:lnTo>
                      <a:pt x="509250" y="139725"/>
                    </a:lnTo>
                    <a:moveTo>
                      <a:pt x="509250" y="139725"/>
                    </a:moveTo>
                    <a:lnTo>
                      <a:pt x="611100" y="65545"/>
                    </a:lnTo>
                    <a:moveTo>
                      <a:pt x="611100" y="65545"/>
                    </a:moveTo>
                    <a:lnTo>
                      <a:pt x="701096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15" name="Контур"/>
              <p:cNvSpPr/>
              <p:nvPr/>
            </p:nvSpPr>
            <p:spPr>
              <a:xfrm>
                <a:off x="4187540" y="4399201"/>
                <a:ext cx="450293" cy="344353"/>
              </a:xfrm>
              <a:custGeom>
                <a:avLst/>
                <a:gdLst/>
                <a:ahLst/>
                <a:cxnLst/>
                <a:rect l="l" t="t" r="r" b="b"/>
                <a:pathLst>
                  <a:path w="450293" h="344353" fill="none">
                    <a:moveTo>
                      <a:pt x="7973" y="344353"/>
                    </a:moveTo>
                    <a:lnTo>
                      <a:pt x="0" y="296717"/>
                    </a:lnTo>
                    <a:lnTo>
                      <a:pt x="42893" y="318921"/>
                    </a:lnTo>
                    <a:lnTo>
                      <a:pt x="7973" y="344353"/>
                    </a:lnTo>
                    <a:lnTo>
                      <a:pt x="12338" y="341174"/>
                    </a:lnTo>
                    <a:lnTo>
                      <a:pt x="6358" y="305447"/>
                    </a:lnTo>
                    <a:lnTo>
                      <a:pt x="38528" y="322100"/>
                    </a:lnTo>
                    <a:lnTo>
                      <a:pt x="35349" y="317735"/>
                    </a:lnTo>
                    <a:lnTo>
                      <a:pt x="9159" y="336809"/>
                    </a:lnTo>
                    <a:lnTo>
                      <a:pt x="12338" y="341174"/>
                    </a:lnTo>
                    <a:lnTo>
                      <a:pt x="7973" y="344353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3179" y="301082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42893" y="318921"/>
                    </a:lnTo>
                    <a:lnTo>
                      <a:pt x="30984" y="320914"/>
                    </a:lnTo>
                    <a:lnTo>
                      <a:pt x="29798" y="328458"/>
                    </a:lnTo>
                    <a:lnTo>
                      <a:pt x="22254" y="327272"/>
                    </a:lnTo>
                    <a:lnTo>
                      <a:pt x="21068" y="334816"/>
                    </a:lnTo>
                    <a:lnTo>
                      <a:pt x="13524" y="333630"/>
                    </a:lnTo>
                    <a:lnTo>
                      <a:pt x="7973" y="344353"/>
                    </a:lnTo>
                    <a:lnTo>
                      <a:pt x="9159" y="336809"/>
                    </a:lnTo>
                    <a:lnTo>
                      <a:pt x="16703" y="337995"/>
                    </a:lnTo>
                    <a:lnTo>
                      <a:pt x="17889" y="330451"/>
                    </a:lnTo>
                    <a:lnTo>
                      <a:pt x="25433" y="331637"/>
                    </a:lnTo>
                    <a:lnTo>
                      <a:pt x="26619" y="324093"/>
                    </a:lnTo>
                    <a:lnTo>
                      <a:pt x="34163" y="325279"/>
                    </a:lnTo>
                    <a:lnTo>
                      <a:pt x="35349" y="317735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0" y="296717"/>
                    </a:lnTo>
                    <a:lnTo>
                      <a:pt x="6358" y="305447"/>
                    </a:lnTo>
                    <a:lnTo>
                      <a:pt x="1993" y="308626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9159" y="336809"/>
                    </a:lnTo>
                    <a:moveTo>
                      <a:pt x="211673" y="195995"/>
                    </a:moveTo>
                    <a:lnTo>
                      <a:pt x="203700" y="148359"/>
                    </a:lnTo>
                    <a:lnTo>
                      <a:pt x="246593" y="170562"/>
                    </a:lnTo>
                    <a:lnTo>
                      <a:pt x="211673" y="195995"/>
                    </a:lnTo>
                    <a:lnTo>
                      <a:pt x="216038" y="192816"/>
                    </a:lnTo>
                    <a:lnTo>
                      <a:pt x="210058" y="157089"/>
                    </a:lnTo>
                    <a:lnTo>
                      <a:pt x="242228" y="173741"/>
                    </a:lnTo>
                    <a:lnTo>
                      <a:pt x="239049" y="169376"/>
                    </a:lnTo>
                    <a:lnTo>
                      <a:pt x="212859" y="188451"/>
                    </a:lnTo>
                    <a:lnTo>
                      <a:pt x="216038" y="192816"/>
                    </a:lnTo>
                    <a:lnTo>
                      <a:pt x="211673" y="195995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06879" y="152724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46593" y="170562"/>
                    </a:lnTo>
                    <a:lnTo>
                      <a:pt x="234684" y="172555"/>
                    </a:lnTo>
                    <a:lnTo>
                      <a:pt x="233498" y="180100"/>
                    </a:lnTo>
                    <a:lnTo>
                      <a:pt x="225954" y="178914"/>
                    </a:lnTo>
                    <a:lnTo>
                      <a:pt x="224768" y="186458"/>
                    </a:lnTo>
                    <a:lnTo>
                      <a:pt x="217224" y="185272"/>
                    </a:lnTo>
                    <a:lnTo>
                      <a:pt x="211673" y="195995"/>
                    </a:lnTo>
                    <a:lnTo>
                      <a:pt x="212859" y="188451"/>
                    </a:lnTo>
                    <a:lnTo>
                      <a:pt x="220403" y="189637"/>
                    </a:lnTo>
                    <a:lnTo>
                      <a:pt x="221589" y="182093"/>
                    </a:lnTo>
                    <a:lnTo>
                      <a:pt x="229133" y="183279"/>
                    </a:lnTo>
                    <a:lnTo>
                      <a:pt x="230319" y="175735"/>
                    </a:lnTo>
                    <a:lnTo>
                      <a:pt x="237863" y="176920"/>
                    </a:lnTo>
                    <a:lnTo>
                      <a:pt x="239049" y="169376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03700" y="148359"/>
                    </a:lnTo>
                    <a:lnTo>
                      <a:pt x="210058" y="157089"/>
                    </a:lnTo>
                    <a:lnTo>
                      <a:pt x="205693" y="160268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859" y="188451"/>
                    </a:lnTo>
                    <a:moveTo>
                      <a:pt x="415373" y="47637"/>
                    </a:moveTo>
                    <a:lnTo>
                      <a:pt x="407400" y="0"/>
                    </a:lnTo>
                    <a:lnTo>
                      <a:pt x="450293" y="22204"/>
                    </a:lnTo>
                    <a:lnTo>
                      <a:pt x="415373" y="47637"/>
                    </a:lnTo>
                    <a:lnTo>
                      <a:pt x="419738" y="44458"/>
                    </a:lnTo>
                    <a:lnTo>
                      <a:pt x="413759" y="8730"/>
                    </a:lnTo>
                    <a:lnTo>
                      <a:pt x="445928" y="25383"/>
                    </a:lnTo>
                    <a:lnTo>
                      <a:pt x="442749" y="21018"/>
                    </a:lnTo>
                    <a:lnTo>
                      <a:pt x="416559" y="40093"/>
                    </a:lnTo>
                    <a:lnTo>
                      <a:pt x="419738" y="44458"/>
                    </a:lnTo>
                    <a:lnTo>
                      <a:pt x="415373" y="47637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0580" y="4365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50293" y="22204"/>
                    </a:lnTo>
                    <a:lnTo>
                      <a:pt x="438384" y="24197"/>
                    </a:lnTo>
                    <a:lnTo>
                      <a:pt x="437198" y="31741"/>
                    </a:lnTo>
                    <a:lnTo>
                      <a:pt x="429654" y="30555"/>
                    </a:lnTo>
                    <a:lnTo>
                      <a:pt x="428468" y="38099"/>
                    </a:lnTo>
                    <a:lnTo>
                      <a:pt x="420924" y="36914"/>
                    </a:lnTo>
                    <a:lnTo>
                      <a:pt x="415373" y="47637"/>
                    </a:lnTo>
                    <a:lnTo>
                      <a:pt x="416559" y="40093"/>
                    </a:lnTo>
                    <a:lnTo>
                      <a:pt x="424103" y="41279"/>
                    </a:lnTo>
                    <a:lnTo>
                      <a:pt x="425289" y="33734"/>
                    </a:lnTo>
                    <a:lnTo>
                      <a:pt x="432833" y="34920"/>
                    </a:lnTo>
                    <a:lnTo>
                      <a:pt x="434019" y="27376"/>
                    </a:lnTo>
                    <a:lnTo>
                      <a:pt x="441563" y="28562"/>
                    </a:lnTo>
                    <a:lnTo>
                      <a:pt x="442749" y="21018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07400" y="0"/>
                    </a:lnTo>
                    <a:lnTo>
                      <a:pt x="413759" y="8730"/>
                    </a:lnTo>
                    <a:lnTo>
                      <a:pt x="409394" y="11909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6559" y="4009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16" name="Контур"/>
              <p:cNvSpPr/>
              <p:nvPr/>
            </p:nvSpPr>
            <p:spPr>
              <a:xfrm>
                <a:off x="4061872" y="4263463"/>
                <a:ext cx="701096" cy="510621"/>
              </a:xfrm>
              <a:custGeom>
                <a:avLst/>
                <a:gdLst/>
                <a:ahLst/>
                <a:cxnLst/>
                <a:rect l="l" t="t" r="r" b="b"/>
                <a:pathLst>
                  <a:path w="701096" h="510621" fill="none">
                    <a:moveTo>
                      <a:pt x="0" y="510621"/>
                    </a:moveTo>
                    <a:lnTo>
                      <a:pt x="101850" y="436441"/>
                    </a:lnTo>
                    <a:moveTo>
                      <a:pt x="101850" y="436441"/>
                    </a:moveTo>
                    <a:lnTo>
                      <a:pt x="203700" y="362262"/>
                    </a:lnTo>
                    <a:moveTo>
                      <a:pt x="203700" y="362262"/>
                    </a:moveTo>
                    <a:lnTo>
                      <a:pt x="305550" y="288083"/>
                    </a:lnTo>
                    <a:moveTo>
                      <a:pt x="305550" y="288083"/>
                    </a:moveTo>
                    <a:lnTo>
                      <a:pt x="407400" y="213904"/>
                    </a:lnTo>
                    <a:moveTo>
                      <a:pt x="407400" y="213904"/>
                    </a:moveTo>
                    <a:lnTo>
                      <a:pt x="509250" y="139725"/>
                    </a:lnTo>
                    <a:moveTo>
                      <a:pt x="509250" y="139725"/>
                    </a:moveTo>
                    <a:lnTo>
                      <a:pt x="611100" y="65545"/>
                    </a:lnTo>
                    <a:moveTo>
                      <a:pt x="611100" y="65545"/>
                    </a:moveTo>
                    <a:lnTo>
                      <a:pt x="701096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17" name="Контур"/>
              <p:cNvSpPr/>
              <p:nvPr/>
            </p:nvSpPr>
            <p:spPr>
              <a:xfrm>
                <a:off x="4187540" y="4399201"/>
                <a:ext cx="450293" cy="344353"/>
              </a:xfrm>
              <a:custGeom>
                <a:avLst/>
                <a:gdLst/>
                <a:ahLst/>
                <a:cxnLst/>
                <a:rect l="l" t="t" r="r" b="b"/>
                <a:pathLst>
                  <a:path w="450293" h="344353" fill="none">
                    <a:moveTo>
                      <a:pt x="7973" y="344353"/>
                    </a:moveTo>
                    <a:lnTo>
                      <a:pt x="0" y="296717"/>
                    </a:lnTo>
                    <a:lnTo>
                      <a:pt x="42893" y="318921"/>
                    </a:lnTo>
                    <a:lnTo>
                      <a:pt x="7973" y="344353"/>
                    </a:lnTo>
                    <a:lnTo>
                      <a:pt x="12338" y="341174"/>
                    </a:lnTo>
                    <a:lnTo>
                      <a:pt x="6358" y="305447"/>
                    </a:lnTo>
                    <a:lnTo>
                      <a:pt x="38528" y="322100"/>
                    </a:lnTo>
                    <a:lnTo>
                      <a:pt x="35349" y="317735"/>
                    </a:lnTo>
                    <a:lnTo>
                      <a:pt x="9159" y="336809"/>
                    </a:lnTo>
                    <a:lnTo>
                      <a:pt x="12338" y="341174"/>
                    </a:lnTo>
                    <a:lnTo>
                      <a:pt x="7973" y="344353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3179" y="301082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42893" y="318921"/>
                    </a:lnTo>
                    <a:lnTo>
                      <a:pt x="30984" y="320914"/>
                    </a:lnTo>
                    <a:lnTo>
                      <a:pt x="29798" y="328458"/>
                    </a:lnTo>
                    <a:lnTo>
                      <a:pt x="22254" y="327272"/>
                    </a:lnTo>
                    <a:lnTo>
                      <a:pt x="21068" y="334816"/>
                    </a:lnTo>
                    <a:lnTo>
                      <a:pt x="13524" y="333630"/>
                    </a:lnTo>
                    <a:lnTo>
                      <a:pt x="7973" y="344353"/>
                    </a:lnTo>
                    <a:lnTo>
                      <a:pt x="9159" y="336809"/>
                    </a:lnTo>
                    <a:lnTo>
                      <a:pt x="16703" y="337995"/>
                    </a:lnTo>
                    <a:lnTo>
                      <a:pt x="17889" y="330451"/>
                    </a:lnTo>
                    <a:lnTo>
                      <a:pt x="25433" y="331637"/>
                    </a:lnTo>
                    <a:lnTo>
                      <a:pt x="26619" y="324093"/>
                    </a:lnTo>
                    <a:lnTo>
                      <a:pt x="34163" y="325279"/>
                    </a:lnTo>
                    <a:lnTo>
                      <a:pt x="35349" y="317735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0" y="296717"/>
                    </a:lnTo>
                    <a:lnTo>
                      <a:pt x="6358" y="305447"/>
                    </a:lnTo>
                    <a:lnTo>
                      <a:pt x="1993" y="308626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9159" y="336809"/>
                    </a:lnTo>
                    <a:moveTo>
                      <a:pt x="211673" y="195995"/>
                    </a:moveTo>
                    <a:lnTo>
                      <a:pt x="203700" y="148359"/>
                    </a:lnTo>
                    <a:lnTo>
                      <a:pt x="246593" y="170562"/>
                    </a:lnTo>
                    <a:lnTo>
                      <a:pt x="211673" y="195995"/>
                    </a:lnTo>
                    <a:lnTo>
                      <a:pt x="216038" y="192816"/>
                    </a:lnTo>
                    <a:lnTo>
                      <a:pt x="210058" y="157089"/>
                    </a:lnTo>
                    <a:lnTo>
                      <a:pt x="242228" y="173741"/>
                    </a:lnTo>
                    <a:lnTo>
                      <a:pt x="239049" y="169376"/>
                    </a:lnTo>
                    <a:lnTo>
                      <a:pt x="212859" y="188451"/>
                    </a:lnTo>
                    <a:lnTo>
                      <a:pt x="216038" y="192816"/>
                    </a:lnTo>
                    <a:lnTo>
                      <a:pt x="211673" y="195995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06879" y="152724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46593" y="170562"/>
                    </a:lnTo>
                    <a:lnTo>
                      <a:pt x="234684" y="172555"/>
                    </a:lnTo>
                    <a:lnTo>
                      <a:pt x="233498" y="180100"/>
                    </a:lnTo>
                    <a:lnTo>
                      <a:pt x="225954" y="178914"/>
                    </a:lnTo>
                    <a:lnTo>
                      <a:pt x="224768" y="186458"/>
                    </a:lnTo>
                    <a:lnTo>
                      <a:pt x="217224" y="185272"/>
                    </a:lnTo>
                    <a:lnTo>
                      <a:pt x="211673" y="195995"/>
                    </a:lnTo>
                    <a:lnTo>
                      <a:pt x="212859" y="188451"/>
                    </a:lnTo>
                    <a:lnTo>
                      <a:pt x="220403" y="189637"/>
                    </a:lnTo>
                    <a:lnTo>
                      <a:pt x="221589" y="182093"/>
                    </a:lnTo>
                    <a:lnTo>
                      <a:pt x="229133" y="183279"/>
                    </a:lnTo>
                    <a:lnTo>
                      <a:pt x="230319" y="175735"/>
                    </a:lnTo>
                    <a:lnTo>
                      <a:pt x="237863" y="176920"/>
                    </a:lnTo>
                    <a:lnTo>
                      <a:pt x="239049" y="169376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03700" y="148359"/>
                    </a:lnTo>
                    <a:lnTo>
                      <a:pt x="210058" y="157089"/>
                    </a:lnTo>
                    <a:lnTo>
                      <a:pt x="205693" y="160268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859" y="188451"/>
                    </a:lnTo>
                    <a:moveTo>
                      <a:pt x="415373" y="47637"/>
                    </a:moveTo>
                    <a:lnTo>
                      <a:pt x="407400" y="0"/>
                    </a:lnTo>
                    <a:lnTo>
                      <a:pt x="450293" y="22204"/>
                    </a:lnTo>
                    <a:lnTo>
                      <a:pt x="415373" y="47637"/>
                    </a:lnTo>
                    <a:lnTo>
                      <a:pt x="419738" y="44458"/>
                    </a:lnTo>
                    <a:lnTo>
                      <a:pt x="413759" y="8730"/>
                    </a:lnTo>
                    <a:lnTo>
                      <a:pt x="445928" y="25383"/>
                    </a:lnTo>
                    <a:lnTo>
                      <a:pt x="442749" y="21018"/>
                    </a:lnTo>
                    <a:lnTo>
                      <a:pt x="416559" y="40093"/>
                    </a:lnTo>
                    <a:lnTo>
                      <a:pt x="419738" y="44458"/>
                    </a:lnTo>
                    <a:lnTo>
                      <a:pt x="415373" y="47637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0580" y="4365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50293" y="22204"/>
                    </a:lnTo>
                    <a:lnTo>
                      <a:pt x="438384" y="24197"/>
                    </a:lnTo>
                    <a:lnTo>
                      <a:pt x="437198" y="31741"/>
                    </a:lnTo>
                    <a:lnTo>
                      <a:pt x="429654" y="30555"/>
                    </a:lnTo>
                    <a:lnTo>
                      <a:pt x="428468" y="38099"/>
                    </a:lnTo>
                    <a:lnTo>
                      <a:pt x="420924" y="36914"/>
                    </a:lnTo>
                    <a:lnTo>
                      <a:pt x="415373" y="47637"/>
                    </a:lnTo>
                    <a:lnTo>
                      <a:pt x="416559" y="40093"/>
                    </a:lnTo>
                    <a:lnTo>
                      <a:pt x="424103" y="41279"/>
                    </a:lnTo>
                    <a:lnTo>
                      <a:pt x="425289" y="33734"/>
                    </a:lnTo>
                    <a:lnTo>
                      <a:pt x="432833" y="34920"/>
                    </a:lnTo>
                    <a:lnTo>
                      <a:pt x="434019" y="27376"/>
                    </a:lnTo>
                    <a:lnTo>
                      <a:pt x="441563" y="28562"/>
                    </a:lnTo>
                    <a:lnTo>
                      <a:pt x="442749" y="21018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07400" y="0"/>
                    </a:lnTo>
                    <a:lnTo>
                      <a:pt x="413759" y="8730"/>
                    </a:lnTo>
                    <a:lnTo>
                      <a:pt x="409394" y="11909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6559" y="4009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18" name="Контур"/>
              <p:cNvSpPr/>
              <p:nvPr/>
            </p:nvSpPr>
            <p:spPr>
              <a:xfrm>
                <a:off x="3839392" y="2737648"/>
                <a:ext cx="1307079" cy="1189103"/>
              </a:xfrm>
              <a:custGeom>
                <a:avLst/>
                <a:gdLst/>
                <a:ahLst/>
                <a:cxnLst/>
                <a:rect l="l" t="t" r="r" b="b"/>
                <a:pathLst>
                  <a:path w="1307079" h="1189103" fill="none">
                    <a:moveTo>
                      <a:pt x="769973" y="1189103"/>
                    </a:moveTo>
                    <a:lnTo>
                      <a:pt x="744059" y="1161585"/>
                    </a:lnTo>
                    <a:moveTo>
                      <a:pt x="744059" y="1161585"/>
                    </a:moveTo>
                    <a:lnTo>
                      <a:pt x="718144" y="1134067"/>
                    </a:lnTo>
                    <a:moveTo>
                      <a:pt x="718144" y="1134067"/>
                    </a:moveTo>
                    <a:lnTo>
                      <a:pt x="692229" y="1106548"/>
                    </a:lnTo>
                    <a:moveTo>
                      <a:pt x="692229" y="1106548"/>
                    </a:moveTo>
                    <a:lnTo>
                      <a:pt x="666314" y="1079030"/>
                    </a:lnTo>
                    <a:moveTo>
                      <a:pt x="666314" y="1079030"/>
                    </a:moveTo>
                    <a:lnTo>
                      <a:pt x="640400" y="1051511"/>
                    </a:lnTo>
                    <a:moveTo>
                      <a:pt x="640400" y="1051511"/>
                    </a:moveTo>
                    <a:lnTo>
                      <a:pt x="614485" y="1023993"/>
                    </a:lnTo>
                    <a:moveTo>
                      <a:pt x="614485" y="1023993"/>
                    </a:moveTo>
                    <a:lnTo>
                      <a:pt x="588570" y="996474"/>
                    </a:lnTo>
                    <a:moveTo>
                      <a:pt x="588570" y="996474"/>
                    </a:moveTo>
                    <a:lnTo>
                      <a:pt x="562655" y="968956"/>
                    </a:lnTo>
                    <a:moveTo>
                      <a:pt x="562655" y="968956"/>
                    </a:moveTo>
                    <a:lnTo>
                      <a:pt x="536741" y="941437"/>
                    </a:lnTo>
                    <a:moveTo>
                      <a:pt x="536741" y="941437"/>
                    </a:moveTo>
                    <a:lnTo>
                      <a:pt x="510826" y="913919"/>
                    </a:lnTo>
                    <a:moveTo>
                      <a:pt x="510826" y="913919"/>
                    </a:moveTo>
                    <a:lnTo>
                      <a:pt x="484911" y="886400"/>
                    </a:lnTo>
                    <a:moveTo>
                      <a:pt x="484911" y="886400"/>
                    </a:moveTo>
                    <a:lnTo>
                      <a:pt x="458996" y="858882"/>
                    </a:lnTo>
                    <a:moveTo>
                      <a:pt x="458996" y="858882"/>
                    </a:moveTo>
                    <a:lnTo>
                      <a:pt x="433082" y="831363"/>
                    </a:lnTo>
                    <a:moveTo>
                      <a:pt x="433082" y="831363"/>
                    </a:moveTo>
                    <a:lnTo>
                      <a:pt x="407167" y="803845"/>
                    </a:lnTo>
                    <a:moveTo>
                      <a:pt x="407167" y="803845"/>
                    </a:moveTo>
                    <a:lnTo>
                      <a:pt x="381252" y="776326"/>
                    </a:lnTo>
                    <a:moveTo>
                      <a:pt x="381252" y="776326"/>
                    </a:moveTo>
                    <a:lnTo>
                      <a:pt x="355337" y="748808"/>
                    </a:lnTo>
                    <a:moveTo>
                      <a:pt x="355337" y="748808"/>
                    </a:moveTo>
                    <a:lnTo>
                      <a:pt x="329423" y="721290"/>
                    </a:lnTo>
                    <a:moveTo>
                      <a:pt x="329423" y="721290"/>
                    </a:moveTo>
                    <a:lnTo>
                      <a:pt x="303508" y="693771"/>
                    </a:lnTo>
                    <a:moveTo>
                      <a:pt x="303508" y="693771"/>
                    </a:moveTo>
                    <a:lnTo>
                      <a:pt x="277593" y="666253"/>
                    </a:lnTo>
                    <a:moveTo>
                      <a:pt x="277593" y="666253"/>
                    </a:moveTo>
                    <a:lnTo>
                      <a:pt x="251678" y="638734"/>
                    </a:lnTo>
                    <a:moveTo>
                      <a:pt x="251678" y="638734"/>
                    </a:moveTo>
                    <a:lnTo>
                      <a:pt x="225764" y="611216"/>
                    </a:lnTo>
                    <a:moveTo>
                      <a:pt x="225764" y="611216"/>
                    </a:moveTo>
                    <a:lnTo>
                      <a:pt x="199849" y="583697"/>
                    </a:lnTo>
                    <a:moveTo>
                      <a:pt x="199849" y="583697"/>
                    </a:moveTo>
                    <a:lnTo>
                      <a:pt x="173934" y="556179"/>
                    </a:lnTo>
                    <a:moveTo>
                      <a:pt x="173934" y="556179"/>
                    </a:moveTo>
                    <a:lnTo>
                      <a:pt x="148019" y="528660"/>
                    </a:lnTo>
                    <a:moveTo>
                      <a:pt x="148019" y="528660"/>
                    </a:moveTo>
                    <a:lnTo>
                      <a:pt x="122105" y="501142"/>
                    </a:lnTo>
                    <a:moveTo>
                      <a:pt x="122105" y="501142"/>
                    </a:moveTo>
                    <a:lnTo>
                      <a:pt x="96190" y="473623"/>
                    </a:lnTo>
                    <a:moveTo>
                      <a:pt x="96190" y="473623"/>
                    </a:moveTo>
                    <a:lnTo>
                      <a:pt x="70275" y="446105"/>
                    </a:lnTo>
                    <a:moveTo>
                      <a:pt x="70275" y="446105"/>
                    </a:moveTo>
                    <a:lnTo>
                      <a:pt x="44360" y="418586"/>
                    </a:lnTo>
                    <a:moveTo>
                      <a:pt x="44360" y="418586"/>
                    </a:moveTo>
                    <a:lnTo>
                      <a:pt x="18446" y="391068"/>
                    </a:lnTo>
                    <a:moveTo>
                      <a:pt x="18446" y="391068"/>
                    </a:moveTo>
                    <a:lnTo>
                      <a:pt x="0" y="371481"/>
                    </a:lnTo>
                    <a:moveTo>
                      <a:pt x="623916" y="0"/>
                    </a:moveTo>
                    <a:lnTo>
                      <a:pt x="649648" y="27689"/>
                    </a:lnTo>
                    <a:moveTo>
                      <a:pt x="649648" y="27689"/>
                    </a:moveTo>
                    <a:lnTo>
                      <a:pt x="675381" y="55378"/>
                    </a:lnTo>
                    <a:moveTo>
                      <a:pt x="675381" y="55378"/>
                    </a:moveTo>
                    <a:lnTo>
                      <a:pt x="701114" y="83066"/>
                    </a:lnTo>
                    <a:moveTo>
                      <a:pt x="701114" y="83066"/>
                    </a:moveTo>
                    <a:lnTo>
                      <a:pt x="726847" y="110755"/>
                    </a:lnTo>
                    <a:moveTo>
                      <a:pt x="726847" y="110755"/>
                    </a:moveTo>
                    <a:lnTo>
                      <a:pt x="752580" y="138444"/>
                    </a:lnTo>
                    <a:moveTo>
                      <a:pt x="752580" y="138444"/>
                    </a:moveTo>
                    <a:lnTo>
                      <a:pt x="778312" y="166133"/>
                    </a:lnTo>
                    <a:moveTo>
                      <a:pt x="778312" y="166133"/>
                    </a:moveTo>
                    <a:lnTo>
                      <a:pt x="804045" y="193821"/>
                    </a:lnTo>
                    <a:moveTo>
                      <a:pt x="804045" y="193821"/>
                    </a:moveTo>
                    <a:lnTo>
                      <a:pt x="829778" y="221510"/>
                    </a:lnTo>
                    <a:moveTo>
                      <a:pt x="829778" y="221510"/>
                    </a:moveTo>
                    <a:lnTo>
                      <a:pt x="855511" y="249199"/>
                    </a:lnTo>
                    <a:moveTo>
                      <a:pt x="855511" y="249199"/>
                    </a:moveTo>
                    <a:lnTo>
                      <a:pt x="881244" y="276887"/>
                    </a:lnTo>
                    <a:moveTo>
                      <a:pt x="881244" y="276887"/>
                    </a:moveTo>
                    <a:lnTo>
                      <a:pt x="906976" y="304576"/>
                    </a:lnTo>
                    <a:moveTo>
                      <a:pt x="906976" y="304576"/>
                    </a:moveTo>
                    <a:lnTo>
                      <a:pt x="932709" y="332265"/>
                    </a:lnTo>
                    <a:moveTo>
                      <a:pt x="932709" y="332265"/>
                    </a:moveTo>
                    <a:lnTo>
                      <a:pt x="958442" y="359953"/>
                    </a:lnTo>
                    <a:moveTo>
                      <a:pt x="958442" y="359953"/>
                    </a:moveTo>
                    <a:lnTo>
                      <a:pt x="984175" y="387642"/>
                    </a:lnTo>
                    <a:moveTo>
                      <a:pt x="984175" y="387642"/>
                    </a:moveTo>
                    <a:lnTo>
                      <a:pt x="1009907" y="415331"/>
                    </a:lnTo>
                    <a:moveTo>
                      <a:pt x="1009907" y="415331"/>
                    </a:moveTo>
                    <a:lnTo>
                      <a:pt x="1035640" y="443019"/>
                    </a:lnTo>
                    <a:moveTo>
                      <a:pt x="1035640" y="443019"/>
                    </a:moveTo>
                    <a:lnTo>
                      <a:pt x="1061373" y="470708"/>
                    </a:lnTo>
                    <a:moveTo>
                      <a:pt x="1061373" y="470708"/>
                    </a:moveTo>
                    <a:lnTo>
                      <a:pt x="1087106" y="498397"/>
                    </a:lnTo>
                    <a:moveTo>
                      <a:pt x="1087106" y="498397"/>
                    </a:moveTo>
                    <a:lnTo>
                      <a:pt x="1112839" y="526085"/>
                    </a:lnTo>
                    <a:moveTo>
                      <a:pt x="1112839" y="526085"/>
                    </a:moveTo>
                    <a:lnTo>
                      <a:pt x="1138571" y="553774"/>
                    </a:lnTo>
                    <a:moveTo>
                      <a:pt x="1138571" y="553774"/>
                    </a:moveTo>
                    <a:lnTo>
                      <a:pt x="1164304" y="581463"/>
                    </a:lnTo>
                    <a:moveTo>
                      <a:pt x="1164304" y="581463"/>
                    </a:moveTo>
                    <a:lnTo>
                      <a:pt x="1190037" y="609152"/>
                    </a:lnTo>
                    <a:moveTo>
                      <a:pt x="1190037" y="609152"/>
                    </a:moveTo>
                    <a:lnTo>
                      <a:pt x="1215770" y="636840"/>
                    </a:lnTo>
                    <a:moveTo>
                      <a:pt x="1215770" y="636840"/>
                    </a:moveTo>
                    <a:lnTo>
                      <a:pt x="1241503" y="664529"/>
                    </a:lnTo>
                    <a:moveTo>
                      <a:pt x="1241503" y="664529"/>
                    </a:moveTo>
                    <a:lnTo>
                      <a:pt x="1267235" y="692218"/>
                    </a:lnTo>
                    <a:moveTo>
                      <a:pt x="1267235" y="692218"/>
                    </a:moveTo>
                    <a:lnTo>
                      <a:pt x="1292968" y="719906"/>
                    </a:lnTo>
                    <a:moveTo>
                      <a:pt x="1292968" y="719906"/>
                    </a:moveTo>
                    <a:lnTo>
                      <a:pt x="1307079" y="73509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19" name="Контур"/>
              <p:cNvSpPr/>
              <p:nvPr/>
            </p:nvSpPr>
            <p:spPr>
              <a:xfrm>
                <a:off x="3393096" y="2635212"/>
                <a:ext cx="446296" cy="473917"/>
              </a:xfrm>
              <a:custGeom>
                <a:avLst/>
                <a:gdLst/>
                <a:ahLst/>
                <a:cxnLst/>
                <a:rect l="l" t="t" r="r" b="b"/>
                <a:pathLst>
                  <a:path w="446296" h="473917" fill="none">
                    <a:moveTo>
                      <a:pt x="109267" y="116030"/>
                    </a:moveTo>
                    <a:lnTo>
                      <a:pt x="446296" y="473917"/>
                    </a:lnTo>
                    <a:moveTo>
                      <a:pt x="446296" y="473917"/>
                    </a:moveTo>
                    <a:lnTo>
                      <a:pt x="109267" y="116030"/>
                    </a:lnTo>
                    <a:moveTo>
                      <a:pt x="78433" y="83288"/>
                    </a:moveTo>
                    <a:lnTo>
                      <a:pt x="0" y="0"/>
                    </a:lnTo>
                    <a:moveTo>
                      <a:pt x="0" y="0"/>
                    </a:moveTo>
                    <a:lnTo>
                      <a:pt x="78433" y="83288"/>
                    </a:lnTo>
                    <a:moveTo>
                      <a:pt x="78433" y="83288"/>
                    </a:moveTo>
                    <a:lnTo>
                      <a:pt x="109267" y="116030"/>
                    </a:lnTo>
                    <a:moveTo>
                      <a:pt x="109267" y="116030"/>
                    </a:moveTo>
                    <a:lnTo>
                      <a:pt x="78433" y="8328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20" name="Контур"/>
              <p:cNvSpPr/>
              <p:nvPr/>
            </p:nvSpPr>
            <p:spPr>
              <a:xfrm>
                <a:off x="2950075" y="1946779"/>
                <a:ext cx="297743" cy="704694"/>
              </a:xfrm>
              <a:custGeom>
                <a:avLst/>
                <a:gdLst/>
                <a:ahLst/>
                <a:cxnLst/>
                <a:rect l="l" t="t" r="r" b="b"/>
                <a:pathLst>
                  <a:path w="297743" h="704694" fill="none">
                    <a:moveTo>
                      <a:pt x="70943" y="704694"/>
                    </a:moveTo>
                    <a:lnTo>
                      <a:pt x="91990" y="673296"/>
                    </a:lnTo>
                    <a:moveTo>
                      <a:pt x="91990" y="673296"/>
                    </a:moveTo>
                    <a:lnTo>
                      <a:pt x="109733" y="646824"/>
                    </a:lnTo>
                    <a:lnTo>
                      <a:pt x="113287" y="642074"/>
                    </a:lnTo>
                    <a:moveTo>
                      <a:pt x="113287" y="642074"/>
                    </a:moveTo>
                    <a:lnTo>
                      <a:pt x="135932" y="611808"/>
                    </a:lnTo>
                    <a:moveTo>
                      <a:pt x="135932" y="611808"/>
                    </a:moveTo>
                    <a:lnTo>
                      <a:pt x="158576" y="581542"/>
                    </a:lnTo>
                    <a:moveTo>
                      <a:pt x="158576" y="581542"/>
                    </a:moveTo>
                    <a:lnTo>
                      <a:pt x="165353" y="572484"/>
                    </a:lnTo>
                    <a:lnTo>
                      <a:pt x="182602" y="552382"/>
                    </a:lnTo>
                    <a:moveTo>
                      <a:pt x="182602" y="552382"/>
                    </a:moveTo>
                    <a:lnTo>
                      <a:pt x="207217" y="523695"/>
                    </a:lnTo>
                    <a:moveTo>
                      <a:pt x="207217" y="523695"/>
                    </a:moveTo>
                    <a:lnTo>
                      <a:pt x="231831" y="495008"/>
                    </a:lnTo>
                    <a:moveTo>
                      <a:pt x="231831" y="495008"/>
                    </a:moveTo>
                    <a:lnTo>
                      <a:pt x="238793" y="486894"/>
                    </a:lnTo>
                    <a:lnTo>
                      <a:pt x="253103" y="473574"/>
                    </a:lnTo>
                    <a:lnTo>
                      <a:pt x="258034" y="467845"/>
                    </a:lnTo>
                    <a:moveTo>
                      <a:pt x="258034" y="467845"/>
                    </a:moveTo>
                    <a:lnTo>
                      <a:pt x="265883" y="458724"/>
                    </a:lnTo>
                    <a:lnTo>
                      <a:pt x="276863" y="442434"/>
                    </a:lnTo>
                    <a:lnTo>
                      <a:pt x="279702" y="437010"/>
                    </a:lnTo>
                    <a:moveTo>
                      <a:pt x="279702" y="437010"/>
                    </a:moveTo>
                    <a:lnTo>
                      <a:pt x="285953" y="425064"/>
                    </a:lnTo>
                    <a:lnTo>
                      <a:pt x="293063" y="406794"/>
                    </a:lnTo>
                    <a:lnTo>
                      <a:pt x="294016" y="402179"/>
                    </a:lnTo>
                    <a:moveTo>
                      <a:pt x="294016" y="402179"/>
                    </a:moveTo>
                    <a:lnTo>
                      <a:pt x="296483" y="390234"/>
                    </a:lnTo>
                    <a:lnTo>
                      <a:pt x="297743" y="373404"/>
                    </a:lnTo>
                    <a:lnTo>
                      <a:pt x="297324" y="364688"/>
                    </a:lnTo>
                    <a:moveTo>
                      <a:pt x="297324" y="364688"/>
                    </a:moveTo>
                    <a:lnTo>
                      <a:pt x="296933" y="356574"/>
                    </a:lnTo>
                    <a:lnTo>
                      <a:pt x="293963" y="340014"/>
                    </a:lnTo>
                    <a:lnTo>
                      <a:pt x="290099" y="327756"/>
                    </a:lnTo>
                    <a:moveTo>
                      <a:pt x="290099" y="327756"/>
                    </a:moveTo>
                    <a:lnTo>
                      <a:pt x="288743" y="323454"/>
                    </a:lnTo>
                    <a:lnTo>
                      <a:pt x="281363" y="307704"/>
                    </a:lnTo>
                    <a:lnTo>
                      <a:pt x="272872" y="294266"/>
                    </a:lnTo>
                    <a:moveTo>
                      <a:pt x="272872" y="294266"/>
                    </a:moveTo>
                    <a:lnTo>
                      <a:pt x="272093" y="293034"/>
                    </a:lnTo>
                    <a:lnTo>
                      <a:pt x="261488" y="280330"/>
                    </a:lnTo>
                    <a:lnTo>
                      <a:pt x="247988" y="265855"/>
                    </a:lnTo>
                    <a:moveTo>
                      <a:pt x="247988" y="265855"/>
                    </a:moveTo>
                    <a:lnTo>
                      <a:pt x="222206" y="238212"/>
                    </a:lnTo>
                    <a:moveTo>
                      <a:pt x="222206" y="238212"/>
                    </a:moveTo>
                    <a:lnTo>
                      <a:pt x="196424" y="210569"/>
                    </a:lnTo>
                    <a:moveTo>
                      <a:pt x="196424" y="210569"/>
                    </a:moveTo>
                    <a:lnTo>
                      <a:pt x="195318" y="209383"/>
                    </a:lnTo>
                    <a:lnTo>
                      <a:pt x="170642" y="182926"/>
                    </a:lnTo>
                    <a:moveTo>
                      <a:pt x="170642" y="182926"/>
                    </a:moveTo>
                    <a:lnTo>
                      <a:pt x="148421" y="159100"/>
                    </a:lnTo>
                    <a:lnTo>
                      <a:pt x="147052" y="157633"/>
                    </a:lnTo>
                    <a:lnTo>
                      <a:pt x="144860" y="155283"/>
                    </a:lnTo>
                    <a:moveTo>
                      <a:pt x="144860" y="155283"/>
                    </a:moveTo>
                    <a:lnTo>
                      <a:pt x="119079" y="127640"/>
                    </a:lnTo>
                    <a:moveTo>
                      <a:pt x="119079" y="127640"/>
                    </a:moveTo>
                    <a:lnTo>
                      <a:pt x="93297" y="99997"/>
                    </a:lnTo>
                    <a:moveTo>
                      <a:pt x="93297" y="99997"/>
                    </a:moveTo>
                    <a:lnTo>
                      <a:pt x="67515" y="72354"/>
                    </a:lnTo>
                    <a:moveTo>
                      <a:pt x="67515" y="72354"/>
                    </a:moveTo>
                    <a:lnTo>
                      <a:pt x="64913" y="69564"/>
                    </a:lnTo>
                    <a:lnTo>
                      <a:pt x="41727" y="44716"/>
                    </a:lnTo>
                    <a:moveTo>
                      <a:pt x="41727" y="44716"/>
                    </a:moveTo>
                    <a:lnTo>
                      <a:pt x="15938" y="17080"/>
                    </a:lnTo>
                    <a:moveTo>
                      <a:pt x="15938" y="17080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21" name="Контур"/>
              <p:cNvSpPr/>
              <p:nvPr/>
            </p:nvSpPr>
            <p:spPr>
              <a:xfrm>
                <a:off x="3325907" y="2563866"/>
                <a:ext cx="67189" cy="71346"/>
              </a:xfrm>
              <a:custGeom>
                <a:avLst/>
                <a:gdLst/>
                <a:ahLst/>
                <a:cxnLst/>
                <a:rect l="l" t="t" r="r" b="b"/>
                <a:pathLst>
                  <a:path w="67189" h="71346" fill="none">
                    <a:moveTo>
                      <a:pt x="0" y="0"/>
                    </a:moveTo>
                    <a:lnTo>
                      <a:pt x="67189" y="7134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22" name="Контур"/>
              <p:cNvSpPr/>
              <p:nvPr/>
            </p:nvSpPr>
            <p:spPr>
              <a:xfrm>
                <a:off x="4666740" y="4222407"/>
                <a:ext cx="1064257" cy="1168900"/>
              </a:xfrm>
              <a:custGeom>
                <a:avLst/>
                <a:gdLst/>
                <a:ahLst/>
                <a:cxnLst/>
                <a:rect l="l" t="t" r="r" b="b"/>
                <a:pathLst>
                  <a:path w="1064257" h="1168900" fill="none">
                    <a:moveTo>
                      <a:pt x="799578" y="586726"/>
                    </a:moveTo>
                    <a:lnTo>
                      <a:pt x="806917" y="581379"/>
                    </a:lnTo>
                    <a:lnTo>
                      <a:pt x="814252" y="576036"/>
                    </a:lnTo>
                    <a:moveTo>
                      <a:pt x="0" y="1168900"/>
                    </a:moveTo>
                    <a:lnTo>
                      <a:pt x="30555" y="1146646"/>
                    </a:lnTo>
                    <a:moveTo>
                      <a:pt x="30555" y="1146646"/>
                    </a:moveTo>
                    <a:lnTo>
                      <a:pt x="61110" y="1124392"/>
                    </a:lnTo>
                    <a:moveTo>
                      <a:pt x="61110" y="1124392"/>
                    </a:moveTo>
                    <a:lnTo>
                      <a:pt x="91665" y="1102139"/>
                    </a:lnTo>
                    <a:moveTo>
                      <a:pt x="91665" y="1102139"/>
                    </a:moveTo>
                    <a:lnTo>
                      <a:pt x="122220" y="1079885"/>
                    </a:lnTo>
                    <a:moveTo>
                      <a:pt x="122220" y="1079885"/>
                    </a:moveTo>
                    <a:lnTo>
                      <a:pt x="152775" y="1057631"/>
                    </a:lnTo>
                    <a:moveTo>
                      <a:pt x="152775" y="1057631"/>
                    </a:moveTo>
                    <a:lnTo>
                      <a:pt x="183330" y="1035377"/>
                    </a:lnTo>
                    <a:moveTo>
                      <a:pt x="183330" y="1035377"/>
                    </a:moveTo>
                    <a:lnTo>
                      <a:pt x="213885" y="1013123"/>
                    </a:lnTo>
                    <a:moveTo>
                      <a:pt x="213885" y="1013123"/>
                    </a:moveTo>
                    <a:lnTo>
                      <a:pt x="244440" y="990869"/>
                    </a:lnTo>
                    <a:moveTo>
                      <a:pt x="244440" y="990869"/>
                    </a:moveTo>
                    <a:lnTo>
                      <a:pt x="274995" y="968616"/>
                    </a:lnTo>
                    <a:moveTo>
                      <a:pt x="274995" y="968616"/>
                    </a:moveTo>
                    <a:lnTo>
                      <a:pt x="305550" y="946362"/>
                    </a:lnTo>
                    <a:moveTo>
                      <a:pt x="305550" y="946362"/>
                    </a:moveTo>
                    <a:lnTo>
                      <a:pt x="336105" y="924108"/>
                    </a:lnTo>
                    <a:moveTo>
                      <a:pt x="336105" y="924108"/>
                    </a:moveTo>
                    <a:lnTo>
                      <a:pt x="366660" y="901854"/>
                    </a:lnTo>
                    <a:moveTo>
                      <a:pt x="366660" y="901854"/>
                    </a:moveTo>
                    <a:lnTo>
                      <a:pt x="397215" y="879600"/>
                    </a:lnTo>
                    <a:moveTo>
                      <a:pt x="397215" y="879600"/>
                    </a:moveTo>
                    <a:lnTo>
                      <a:pt x="427770" y="857346"/>
                    </a:lnTo>
                    <a:moveTo>
                      <a:pt x="427770" y="857346"/>
                    </a:moveTo>
                    <a:lnTo>
                      <a:pt x="458325" y="835093"/>
                    </a:lnTo>
                    <a:moveTo>
                      <a:pt x="458325" y="835093"/>
                    </a:moveTo>
                    <a:lnTo>
                      <a:pt x="488880" y="812839"/>
                    </a:lnTo>
                    <a:moveTo>
                      <a:pt x="488880" y="812839"/>
                    </a:moveTo>
                    <a:lnTo>
                      <a:pt x="519435" y="790585"/>
                    </a:lnTo>
                    <a:moveTo>
                      <a:pt x="519435" y="790585"/>
                    </a:moveTo>
                    <a:lnTo>
                      <a:pt x="549990" y="768331"/>
                    </a:lnTo>
                    <a:moveTo>
                      <a:pt x="549990" y="768331"/>
                    </a:moveTo>
                    <a:lnTo>
                      <a:pt x="580545" y="746077"/>
                    </a:lnTo>
                    <a:moveTo>
                      <a:pt x="580545" y="746077"/>
                    </a:moveTo>
                    <a:lnTo>
                      <a:pt x="581092" y="745679"/>
                    </a:lnTo>
                    <a:moveTo>
                      <a:pt x="581092" y="745679"/>
                    </a:moveTo>
                    <a:lnTo>
                      <a:pt x="611648" y="723425"/>
                    </a:lnTo>
                    <a:moveTo>
                      <a:pt x="611648" y="723425"/>
                    </a:moveTo>
                    <a:lnTo>
                      <a:pt x="642203" y="701171"/>
                    </a:lnTo>
                    <a:moveTo>
                      <a:pt x="642203" y="701171"/>
                    </a:moveTo>
                    <a:lnTo>
                      <a:pt x="672758" y="678918"/>
                    </a:lnTo>
                    <a:moveTo>
                      <a:pt x="672758" y="678918"/>
                    </a:moveTo>
                    <a:lnTo>
                      <a:pt x="688248" y="667636"/>
                    </a:lnTo>
                    <a:lnTo>
                      <a:pt x="703324" y="656680"/>
                    </a:lnTo>
                    <a:moveTo>
                      <a:pt x="703324" y="656680"/>
                    </a:moveTo>
                    <a:lnTo>
                      <a:pt x="733902" y="634457"/>
                    </a:lnTo>
                    <a:moveTo>
                      <a:pt x="733902" y="634457"/>
                    </a:moveTo>
                    <a:lnTo>
                      <a:pt x="764480" y="612234"/>
                    </a:lnTo>
                    <a:moveTo>
                      <a:pt x="764480" y="612234"/>
                    </a:moveTo>
                    <a:lnTo>
                      <a:pt x="795057" y="590012"/>
                    </a:lnTo>
                    <a:moveTo>
                      <a:pt x="795057" y="590012"/>
                    </a:moveTo>
                    <a:lnTo>
                      <a:pt x="799578" y="586726"/>
                    </a:lnTo>
                    <a:moveTo>
                      <a:pt x="1064257" y="850557"/>
                    </a:moveTo>
                    <a:lnTo>
                      <a:pt x="1037530" y="877287"/>
                    </a:lnTo>
                    <a:moveTo>
                      <a:pt x="1037530" y="877287"/>
                    </a:moveTo>
                    <a:lnTo>
                      <a:pt x="1010802" y="904017"/>
                    </a:lnTo>
                    <a:moveTo>
                      <a:pt x="1010802" y="904017"/>
                    </a:moveTo>
                    <a:lnTo>
                      <a:pt x="984075" y="930747"/>
                    </a:lnTo>
                    <a:moveTo>
                      <a:pt x="984075" y="930747"/>
                    </a:moveTo>
                    <a:lnTo>
                      <a:pt x="957347" y="957476"/>
                    </a:lnTo>
                    <a:moveTo>
                      <a:pt x="957347" y="957476"/>
                    </a:moveTo>
                    <a:lnTo>
                      <a:pt x="950816" y="964008"/>
                    </a:lnTo>
                    <a:lnTo>
                      <a:pt x="930596" y="943834"/>
                    </a:lnTo>
                    <a:moveTo>
                      <a:pt x="930596" y="943834"/>
                    </a:moveTo>
                    <a:lnTo>
                      <a:pt x="903838" y="917135"/>
                    </a:lnTo>
                    <a:moveTo>
                      <a:pt x="903838" y="917135"/>
                    </a:moveTo>
                    <a:lnTo>
                      <a:pt x="899728" y="913036"/>
                    </a:lnTo>
                    <a:lnTo>
                      <a:pt x="867814" y="910766"/>
                    </a:lnTo>
                    <a:moveTo>
                      <a:pt x="867814" y="910766"/>
                    </a:moveTo>
                    <a:lnTo>
                      <a:pt x="830109" y="908085"/>
                    </a:lnTo>
                    <a:moveTo>
                      <a:pt x="830109" y="908085"/>
                    </a:moveTo>
                    <a:lnTo>
                      <a:pt x="792404" y="905404"/>
                    </a:lnTo>
                    <a:moveTo>
                      <a:pt x="792404" y="905404"/>
                    </a:moveTo>
                    <a:lnTo>
                      <a:pt x="754699" y="902722"/>
                    </a:lnTo>
                    <a:moveTo>
                      <a:pt x="754699" y="902722"/>
                    </a:moveTo>
                    <a:lnTo>
                      <a:pt x="716995" y="900041"/>
                    </a:lnTo>
                    <a:moveTo>
                      <a:pt x="716995" y="900041"/>
                    </a:moveTo>
                    <a:lnTo>
                      <a:pt x="679290" y="897360"/>
                    </a:lnTo>
                    <a:moveTo>
                      <a:pt x="679290" y="897360"/>
                    </a:moveTo>
                    <a:lnTo>
                      <a:pt x="678776" y="897323"/>
                    </a:lnTo>
                    <a:moveTo>
                      <a:pt x="857484" y="544536"/>
                    </a:moveTo>
                    <a:lnTo>
                      <a:pt x="814252" y="576036"/>
                    </a:lnTo>
                    <a:moveTo>
                      <a:pt x="760628" y="431166"/>
                    </a:moveTo>
                    <a:lnTo>
                      <a:pt x="785181" y="459906"/>
                    </a:lnTo>
                    <a:moveTo>
                      <a:pt x="785181" y="459906"/>
                    </a:moveTo>
                    <a:lnTo>
                      <a:pt x="809735" y="488646"/>
                    </a:lnTo>
                    <a:moveTo>
                      <a:pt x="809735" y="488646"/>
                    </a:moveTo>
                    <a:lnTo>
                      <a:pt x="834288" y="517385"/>
                    </a:lnTo>
                    <a:moveTo>
                      <a:pt x="834288" y="517385"/>
                    </a:moveTo>
                    <a:lnTo>
                      <a:pt x="857484" y="544536"/>
                    </a:lnTo>
                    <a:moveTo>
                      <a:pt x="633872" y="282802"/>
                    </a:moveTo>
                    <a:lnTo>
                      <a:pt x="658426" y="311541"/>
                    </a:lnTo>
                    <a:moveTo>
                      <a:pt x="658426" y="311541"/>
                    </a:moveTo>
                    <a:lnTo>
                      <a:pt x="682979" y="340281"/>
                    </a:lnTo>
                    <a:moveTo>
                      <a:pt x="682979" y="340281"/>
                    </a:moveTo>
                    <a:lnTo>
                      <a:pt x="707533" y="369020"/>
                    </a:lnTo>
                    <a:moveTo>
                      <a:pt x="707533" y="369020"/>
                    </a:moveTo>
                    <a:lnTo>
                      <a:pt x="732087" y="397760"/>
                    </a:lnTo>
                    <a:moveTo>
                      <a:pt x="732087" y="397760"/>
                    </a:moveTo>
                    <a:lnTo>
                      <a:pt x="756640" y="426499"/>
                    </a:lnTo>
                    <a:moveTo>
                      <a:pt x="756640" y="426499"/>
                    </a:moveTo>
                    <a:lnTo>
                      <a:pt x="760628" y="431166"/>
                    </a:lnTo>
                    <a:moveTo>
                      <a:pt x="392262" y="0"/>
                    </a:moveTo>
                    <a:lnTo>
                      <a:pt x="416815" y="28740"/>
                    </a:lnTo>
                    <a:moveTo>
                      <a:pt x="416815" y="28740"/>
                    </a:moveTo>
                    <a:lnTo>
                      <a:pt x="441369" y="57479"/>
                    </a:lnTo>
                    <a:moveTo>
                      <a:pt x="441369" y="57479"/>
                    </a:moveTo>
                    <a:lnTo>
                      <a:pt x="465922" y="86219"/>
                    </a:lnTo>
                    <a:moveTo>
                      <a:pt x="465922" y="86219"/>
                    </a:moveTo>
                    <a:lnTo>
                      <a:pt x="490476" y="114959"/>
                    </a:lnTo>
                    <a:moveTo>
                      <a:pt x="490476" y="114959"/>
                    </a:moveTo>
                    <a:lnTo>
                      <a:pt x="515029" y="143698"/>
                    </a:lnTo>
                    <a:moveTo>
                      <a:pt x="515029" y="143698"/>
                    </a:moveTo>
                    <a:lnTo>
                      <a:pt x="539583" y="172438"/>
                    </a:lnTo>
                    <a:moveTo>
                      <a:pt x="539583" y="172438"/>
                    </a:moveTo>
                    <a:lnTo>
                      <a:pt x="564137" y="201177"/>
                    </a:lnTo>
                    <a:moveTo>
                      <a:pt x="564137" y="201177"/>
                    </a:moveTo>
                    <a:lnTo>
                      <a:pt x="588690" y="229917"/>
                    </a:lnTo>
                    <a:moveTo>
                      <a:pt x="588690" y="229917"/>
                    </a:moveTo>
                    <a:lnTo>
                      <a:pt x="613244" y="258656"/>
                    </a:lnTo>
                    <a:moveTo>
                      <a:pt x="613244" y="258656"/>
                    </a:moveTo>
                    <a:lnTo>
                      <a:pt x="633872" y="28280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23" name="Контур"/>
              <p:cNvSpPr/>
              <p:nvPr/>
            </p:nvSpPr>
            <p:spPr>
              <a:xfrm>
                <a:off x="4762968" y="4114808"/>
                <a:ext cx="296034" cy="148655"/>
              </a:xfrm>
              <a:custGeom>
                <a:avLst/>
                <a:gdLst/>
                <a:ahLst/>
                <a:cxnLst/>
                <a:rect l="l" t="t" r="r" b="b"/>
                <a:pathLst>
                  <a:path w="296034" h="148655" fill="none">
                    <a:moveTo>
                      <a:pt x="0" y="148655"/>
                    </a:moveTo>
                    <a:lnTo>
                      <a:pt x="7994" y="142834"/>
                    </a:lnTo>
                    <a:moveTo>
                      <a:pt x="7994" y="142834"/>
                    </a:moveTo>
                    <a:lnTo>
                      <a:pt x="0" y="148655"/>
                    </a:lnTo>
                    <a:moveTo>
                      <a:pt x="296034" y="107599"/>
                    </a:moveTo>
                    <a:lnTo>
                      <a:pt x="204108" y="0"/>
                    </a:lnTo>
                    <a:lnTo>
                      <a:pt x="7994" y="142834"/>
                    </a:lnTo>
                    <a:moveTo>
                      <a:pt x="7994" y="142834"/>
                    </a:moveTo>
                    <a:lnTo>
                      <a:pt x="204108" y="0"/>
                    </a:lnTo>
                    <a:lnTo>
                      <a:pt x="296034" y="10759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24" name="Контур"/>
              <p:cNvSpPr/>
              <p:nvPr/>
            </p:nvSpPr>
            <p:spPr>
              <a:xfrm>
                <a:off x="5593989" y="3834651"/>
                <a:ext cx="221081" cy="288877"/>
              </a:xfrm>
              <a:custGeom>
                <a:avLst/>
                <a:gdLst/>
                <a:ahLst/>
                <a:cxnLst/>
                <a:rect l="l" t="t" r="r" b="b"/>
                <a:pathLst>
                  <a:path w="221081" h="288877" fill="none">
                    <a:moveTo>
                      <a:pt x="0" y="0"/>
                    </a:moveTo>
                    <a:lnTo>
                      <a:pt x="22973" y="30018"/>
                    </a:lnTo>
                    <a:moveTo>
                      <a:pt x="22973" y="30018"/>
                    </a:moveTo>
                    <a:lnTo>
                      <a:pt x="45946" y="60036"/>
                    </a:lnTo>
                    <a:moveTo>
                      <a:pt x="45946" y="60036"/>
                    </a:moveTo>
                    <a:lnTo>
                      <a:pt x="68919" y="90054"/>
                    </a:lnTo>
                    <a:moveTo>
                      <a:pt x="68919" y="90054"/>
                    </a:moveTo>
                    <a:lnTo>
                      <a:pt x="91892" y="120072"/>
                    </a:lnTo>
                    <a:moveTo>
                      <a:pt x="91892" y="120072"/>
                    </a:moveTo>
                    <a:lnTo>
                      <a:pt x="114865" y="150090"/>
                    </a:lnTo>
                    <a:moveTo>
                      <a:pt x="114865" y="150090"/>
                    </a:moveTo>
                    <a:lnTo>
                      <a:pt x="137838" y="180107"/>
                    </a:lnTo>
                    <a:moveTo>
                      <a:pt x="137838" y="180107"/>
                    </a:moveTo>
                    <a:lnTo>
                      <a:pt x="160811" y="210125"/>
                    </a:lnTo>
                    <a:moveTo>
                      <a:pt x="160811" y="210125"/>
                    </a:moveTo>
                    <a:lnTo>
                      <a:pt x="183785" y="240143"/>
                    </a:lnTo>
                    <a:moveTo>
                      <a:pt x="183785" y="240143"/>
                    </a:moveTo>
                    <a:lnTo>
                      <a:pt x="206758" y="270161"/>
                    </a:lnTo>
                    <a:moveTo>
                      <a:pt x="206758" y="270161"/>
                    </a:moveTo>
                    <a:lnTo>
                      <a:pt x="221081" y="288877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25" name="Контур"/>
              <p:cNvSpPr/>
              <p:nvPr/>
            </p:nvSpPr>
            <p:spPr>
              <a:xfrm>
                <a:off x="5407343" y="2278267"/>
                <a:ext cx="1300668" cy="1556384"/>
              </a:xfrm>
              <a:custGeom>
                <a:avLst/>
                <a:gdLst/>
                <a:ahLst/>
                <a:cxnLst/>
                <a:rect l="l" t="t" r="r" b="b"/>
                <a:pathLst>
                  <a:path w="1300668" h="1556384" fill="none">
                    <a:moveTo>
                      <a:pt x="1300668" y="0"/>
                    </a:moveTo>
                    <a:lnTo>
                      <a:pt x="1209009" y="86456"/>
                    </a:lnTo>
                    <a:moveTo>
                      <a:pt x="1209009" y="86456"/>
                    </a:moveTo>
                    <a:lnTo>
                      <a:pt x="1117350" y="172912"/>
                    </a:lnTo>
                    <a:moveTo>
                      <a:pt x="1117350" y="172912"/>
                    </a:moveTo>
                    <a:lnTo>
                      <a:pt x="1025691" y="259368"/>
                    </a:lnTo>
                    <a:moveTo>
                      <a:pt x="1025691" y="259368"/>
                    </a:moveTo>
                    <a:lnTo>
                      <a:pt x="934033" y="345825"/>
                    </a:lnTo>
                    <a:moveTo>
                      <a:pt x="934033" y="345825"/>
                    </a:moveTo>
                    <a:lnTo>
                      <a:pt x="842374" y="432281"/>
                    </a:lnTo>
                    <a:moveTo>
                      <a:pt x="842374" y="432281"/>
                    </a:moveTo>
                    <a:lnTo>
                      <a:pt x="750715" y="518737"/>
                    </a:lnTo>
                    <a:moveTo>
                      <a:pt x="750715" y="518737"/>
                    </a:moveTo>
                    <a:lnTo>
                      <a:pt x="659057" y="605193"/>
                    </a:lnTo>
                    <a:moveTo>
                      <a:pt x="659057" y="605193"/>
                    </a:moveTo>
                    <a:lnTo>
                      <a:pt x="567398" y="691650"/>
                    </a:lnTo>
                    <a:moveTo>
                      <a:pt x="567398" y="691650"/>
                    </a:moveTo>
                    <a:lnTo>
                      <a:pt x="475739" y="778106"/>
                    </a:lnTo>
                    <a:moveTo>
                      <a:pt x="475739" y="778106"/>
                    </a:moveTo>
                    <a:lnTo>
                      <a:pt x="384080" y="864562"/>
                    </a:lnTo>
                    <a:moveTo>
                      <a:pt x="384080" y="864562"/>
                    </a:moveTo>
                    <a:lnTo>
                      <a:pt x="292422" y="951018"/>
                    </a:lnTo>
                    <a:moveTo>
                      <a:pt x="292422" y="951018"/>
                    </a:moveTo>
                    <a:lnTo>
                      <a:pt x="200763" y="1037475"/>
                    </a:lnTo>
                    <a:moveTo>
                      <a:pt x="200763" y="1037475"/>
                    </a:moveTo>
                    <a:lnTo>
                      <a:pt x="193529" y="1044298"/>
                    </a:lnTo>
                    <a:lnTo>
                      <a:pt x="125620" y="1138411"/>
                    </a:lnTo>
                    <a:moveTo>
                      <a:pt x="125620" y="1138411"/>
                    </a:moveTo>
                    <a:lnTo>
                      <a:pt x="51892" y="1240588"/>
                    </a:lnTo>
                    <a:moveTo>
                      <a:pt x="51892" y="1240588"/>
                    </a:moveTo>
                    <a:lnTo>
                      <a:pt x="0" y="1312504"/>
                    </a:lnTo>
                    <a:lnTo>
                      <a:pt x="6640" y="1321180"/>
                    </a:lnTo>
                    <a:lnTo>
                      <a:pt x="22680" y="1342138"/>
                    </a:lnTo>
                    <a:moveTo>
                      <a:pt x="22680" y="1342138"/>
                    </a:moveTo>
                    <a:lnTo>
                      <a:pt x="99257" y="1442198"/>
                    </a:lnTo>
                    <a:moveTo>
                      <a:pt x="99257" y="1442198"/>
                    </a:moveTo>
                    <a:lnTo>
                      <a:pt x="175834" y="1542257"/>
                    </a:lnTo>
                    <a:moveTo>
                      <a:pt x="175834" y="1542257"/>
                    </a:moveTo>
                    <a:lnTo>
                      <a:pt x="186646" y="1556384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26" name="Контур"/>
              <p:cNvSpPr/>
              <p:nvPr/>
            </p:nvSpPr>
            <p:spPr>
              <a:xfrm>
                <a:off x="5444616" y="2379372"/>
                <a:ext cx="1217300" cy="1442451"/>
              </a:xfrm>
              <a:custGeom>
                <a:avLst/>
                <a:gdLst/>
                <a:ahLst/>
                <a:cxnLst/>
                <a:rect l="l" t="t" r="r" b="b"/>
                <a:pathLst>
                  <a:path w="1217300" h="1442451" fill="none">
                    <a:moveTo>
                      <a:pt x="1185874" y="46247"/>
                    </a:moveTo>
                    <a:lnTo>
                      <a:pt x="1171945" y="0"/>
                    </a:lnTo>
                    <a:lnTo>
                      <a:pt x="1217300" y="16605"/>
                    </a:lnTo>
                    <a:lnTo>
                      <a:pt x="1185874" y="46247"/>
                    </a:lnTo>
                    <a:lnTo>
                      <a:pt x="1189802" y="42542"/>
                    </a:lnTo>
                    <a:lnTo>
                      <a:pt x="1179355" y="7857"/>
                    </a:lnTo>
                    <a:lnTo>
                      <a:pt x="1213371" y="20310"/>
                    </a:lnTo>
                    <a:lnTo>
                      <a:pt x="1209666" y="16382"/>
                    </a:lnTo>
                    <a:lnTo>
                      <a:pt x="1186097" y="38614"/>
                    </a:lnTo>
                    <a:lnTo>
                      <a:pt x="1189802" y="42542"/>
                    </a:lnTo>
                    <a:lnTo>
                      <a:pt x="1185874" y="46247"/>
                    </a:lnTo>
                    <a:lnTo>
                      <a:pt x="1186320" y="30980"/>
                    </a:lnTo>
                    <a:lnTo>
                      <a:pt x="1182392" y="34686"/>
                    </a:lnTo>
                    <a:lnTo>
                      <a:pt x="1182837" y="19419"/>
                    </a:lnTo>
                    <a:lnTo>
                      <a:pt x="1178909" y="23124"/>
                    </a:lnTo>
                    <a:lnTo>
                      <a:pt x="1175650" y="3929"/>
                    </a:lnTo>
                    <a:lnTo>
                      <a:pt x="1194622" y="8303"/>
                    </a:lnTo>
                    <a:lnTo>
                      <a:pt x="1190694" y="12008"/>
                    </a:lnTo>
                    <a:lnTo>
                      <a:pt x="1205961" y="12454"/>
                    </a:lnTo>
                    <a:lnTo>
                      <a:pt x="1202033" y="16159"/>
                    </a:lnTo>
                    <a:lnTo>
                      <a:pt x="1217300" y="16605"/>
                    </a:lnTo>
                    <a:lnTo>
                      <a:pt x="1205738" y="20087"/>
                    </a:lnTo>
                    <a:lnTo>
                      <a:pt x="1205515" y="27721"/>
                    </a:lnTo>
                    <a:lnTo>
                      <a:pt x="1197881" y="27498"/>
                    </a:lnTo>
                    <a:lnTo>
                      <a:pt x="1197659" y="35131"/>
                    </a:lnTo>
                    <a:lnTo>
                      <a:pt x="1190025" y="34908"/>
                    </a:lnTo>
                    <a:lnTo>
                      <a:pt x="1185874" y="46247"/>
                    </a:lnTo>
                    <a:lnTo>
                      <a:pt x="1186097" y="38614"/>
                    </a:lnTo>
                    <a:lnTo>
                      <a:pt x="1193730" y="38837"/>
                    </a:lnTo>
                    <a:lnTo>
                      <a:pt x="1193953" y="31203"/>
                    </a:lnTo>
                    <a:lnTo>
                      <a:pt x="1201587" y="31426"/>
                    </a:lnTo>
                    <a:lnTo>
                      <a:pt x="1201810" y="23793"/>
                    </a:lnTo>
                    <a:lnTo>
                      <a:pt x="1209443" y="24016"/>
                    </a:lnTo>
                    <a:lnTo>
                      <a:pt x="1209666" y="16382"/>
                    </a:lnTo>
                    <a:lnTo>
                      <a:pt x="1205961" y="12454"/>
                    </a:lnTo>
                    <a:lnTo>
                      <a:pt x="1202033" y="16159"/>
                    </a:lnTo>
                    <a:lnTo>
                      <a:pt x="1194622" y="8303"/>
                    </a:lnTo>
                    <a:lnTo>
                      <a:pt x="1190694" y="12008"/>
                    </a:lnTo>
                    <a:lnTo>
                      <a:pt x="1171945" y="0"/>
                    </a:lnTo>
                    <a:lnTo>
                      <a:pt x="1179355" y="7857"/>
                    </a:lnTo>
                    <a:lnTo>
                      <a:pt x="1175427" y="11562"/>
                    </a:lnTo>
                    <a:lnTo>
                      <a:pt x="1182837" y="19419"/>
                    </a:lnTo>
                    <a:lnTo>
                      <a:pt x="1178909" y="23124"/>
                    </a:lnTo>
                    <a:lnTo>
                      <a:pt x="1186320" y="30980"/>
                    </a:lnTo>
                    <a:lnTo>
                      <a:pt x="1182392" y="34686"/>
                    </a:lnTo>
                    <a:lnTo>
                      <a:pt x="1186097" y="38614"/>
                    </a:lnTo>
                    <a:moveTo>
                      <a:pt x="1002556" y="219160"/>
                    </a:moveTo>
                    <a:lnTo>
                      <a:pt x="988627" y="172913"/>
                    </a:lnTo>
                    <a:lnTo>
                      <a:pt x="1033982" y="189518"/>
                    </a:lnTo>
                    <a:lnTo>
                      <a:pt x="1002556" y="219160"/>
                    </a:lnTo>
                    <a:lnTo>
                      <a:pt x="1006485" y="215454"/>
                    </a:lnTo>
                    <a:lnTo>
                      <a:pt x="996038" y="180769"/>
                    </a:lnTo>
                    <a:lnTo>
                      <a:pt x="1030054" y="193223"/>
                    </a:lnTo>
                    <a:lnTo>
                      <a:pt x="1026349" y="189295"/>
                    </a:lnTo>
                    <a:lnTo>
                      <a:pt x="1002779" y="211526"/>
                    </a:lnTo>
                    <a:lnTo>
                      <a:pt x="1006485" y="215454"/>
                    </a:lnTo>
                    <a:lnTo>
                      <a:pt x="1002556" y="219160"/>
                    </a:lnTo>
                    <a:lnTo>
                      <a:pt x="1003002" y="203893"/>
                    </a:lnTo>
                    <a:lnTo>
                      <a:pt x="999074" y="207598"/>
                    </a:lnTo>
                    <a:lnTo>
                      <a:pt x="999520" y="192331"/>
                    </a:lnTo>
                    <a:lnTo>
                      <a:pt x="995592" y="196036"/>
                    </a:lnTo>
                    <a:lnTo>
                      <a:pt x="992332" y="176841"/>
                    </a:lnTo>
                    <a:lnTo>
                      <a:pt x="1011305" y="181215"/>
                    </a:lnTo>
                    <a:lnTo>
                      <a:pt x="1007376" y="184920"/>
                    </a:lnTo>
                    <a:lnTo>
                      <a:pt x="1022643" y="185366"/>
                    </a:lnTo>
                    <a:lnTo>
                      <a:pt x="1018715" y="189072"/>
                    </a:lnTo>
                    <a:lnTo>
                      <a:pt x="1033982" y="189518"/>
                    </a:lnTo>
                    <a:lnTo>
                      <a:pt x="1022421" y="193000"/>
                    </a:lnTo>
                    <a:lnTo>
                      <a:pt x="1022198" y="200633"/>
                    </a:lnTo>
                    <a:lnTo>
                      <a:pt x="1014564" y="200410"/>
                    </a:lnTo>
                    <a:lnTo>
                      <a:pt x="1014341" y="208044"/>
                    </a:lnTo>
                    <a:lnTo>
                      <a:pt x="1006708" y="207821"/>
                    </a:lnTo>
                    <a:lnTo>
                      <a:pt x="1002556" y="219160"/>
                    </a:lnTo>
                    <a:lnTo>
                      <a:pt x="1002779" y="211526"/>
                    </a:lnTo>
                    <a:lnTo>
                      <a:pt x="1010413" y="211749"/>
                    </a:lnTo>
                    <a:lnTo>
                      <a:pt x="1010636" y="204116"/>
                    </a:lnTo>
                    <a:lnTo>
                      <a:pt x="1018269" y="204339"/>
                    </a:lnTo>
                    <a:lnTo>
                      <a:pt x="1018492" y="196705"/>
                    </a:lnTo>
                    <a:lnTo>
                      <a:pt x="1026126" y="196928"/>
                    </a:lnTo>
                    <a:lnTo>
                      <a:pt x="1026349" y="189295"/>
                    </a:lnTo>
                    <a:lnTo>
                      <a:pt x="1022643" y="185366"/>
                    </a:lnTo>
                    <a:lnTo>
                      <a:pt x="1018715" y="189072"/>
                    </a:lnTo>
                    <a:lnTo>
                      <a:pt x="1011305" y="181215"/>
                    </a:lnTo>
                    <a:lnTo>
                      <a:pt x="1007376" y="184920"/>
                    </a:lnTo>
                    <a:lnTo>
                      <a:pt x="988627" y="172913"/>
                    </a:lnTo>
                    <a:lnTo>
                      <a:pt x="996038" y="180769"/>
                    </a:lnTo>
                    <a:lnTo>
                      <a:pt x="992109" y="184475"/>
                    </a:lnTo>
                    <a:lnTo>
                      <a:pt x="999520" y="192331"/>
                    </a:lnTo>
                    <a:lnTo>
                      <a:pt x="995592" y="196036"/>
                    </a:lnTo>
                    <a:lnTo>
                      <a:pt x="1003002" y="203893"/>
                    </a:lnTo>
                    <a:lnTo>
                      <a:pt x="999074" y="207598"/>
                    </a:lnTo>
                    <a:lnTo>
                      <a:pt x="1002779" y="211526"/>
                    </a:lnTo>
                    <a:moveTo>
                      <a:pt x="819239" y="392072"/>
                    </a:moveTo>
                    <a:lnTo>
                      <a:pt x="805310" y="345825"/>
                    </a:lnTo>
                    <a:lnTo>
                      <a:pt x="850665" y="362430"/>
                    </a:lnTo>
                    <a:lnTo>
                      <a:pt x="819239" y="392072"/>
                    </a:lnTo>
                    <a:lnTo>
                      <a:pt x="823167" y="388367"/>
                    </a:lnTo>
                    <a:lnTo>
                      <a:pt x="812720" y="353682"/>
                    </a:lnTo>
                    <a:lnTo>
                      <a:pt x="846737" y="366135"/>
                    </a:lnTo>
                    <a:lnTo>
                      <a:pt x="843031" y="362207"/>
                    </a:lnTo>
                    <a:lnTo>
                      <a:pt x="819462" y="384439"/>
                    </a:lnTo>
                    <a:lnTo>
                      <a:pt x="823167" y="388367"/>
                    </a:lnTo>
                    <a:lnTo>
                      <a:pt x="819239" y="392072"/>
                    </a:lnTo>
                    <a:lnTo>
                      <a:pt x="819685" y="376805"/>
                    </a:lnTo>
                    <a:lnTo>
                      <a:pt x="815757" y="380511"/>
                    </a:lnTo>
                    <a:lnTo>
                      <a:pt x="816203" y="365244"/>
                    </a:lnTo>
                    <a:lnTo>
                      <a:pt x="812274" y="368949"/>
                    </a:lnTo>
                    <a:lnTo>
                      <a:pt x="809015" y="349754"/>
                    </a:lnTo>
                    <a:lnTo>
                      <a:pt x="827987" y="354128"/>
                    </a:lnTo>
                    <a:lnTo>
                      <a:pt x="824059" y="357833"/>
                    </a:lnTo>
                    <a:lnTo>
                      <a:pt x="839326" y="358279"/>
                    </a:lnTo>
                    <a:lnTo>
                      <a:pt x="835398" y="361984"/>
                    </a:lnTo>
                    <a:lnTo>
                      <a:pt x="850665" y="362430"/>
                    </a:lnTo>
                    <a:lnTo>
                      <a:pt x="839103" y="365912"/>
                    </a:lnTo>
                    <a:lnTo>
                      <a:pt x="838880" y="373546"/>
                    </a:lnTo>
                    <a:lnTo>
                      <a:pt x="831247" y="373323"/>
                    </a:lnTo>
                    <a:lnTo>
                      <a:pt x="831024" y="380956"/>
                    </a:lnTo>
                    <a:lnTo>
                      <a:pt x="823390" y="380733"/>
                    </a:lnTo>
                    <a:lnTo>
                      <a:pt x="819239" y="392072"/>
                    </a:lnTo>
                    <a:lnTo>
                      <a:pt x="819462" y="384439"/>
                    </a:lnTo>
                    <a:lnTo>
                      <a:pt x="827095" y="384662"/>
                    </a:lnTo>
                    <a:lnTo>
                      <a:pt x="827318" y="377028"/>
                    </a:lnTo>
                    <a:lnTo>
                      <a:pt x="834952" y="377251"/>
                    </a:lnTo>
                    <a:lnTo>
                      <a:pt x="835175" y="369618"/>
                    </a:lnTo>
                    <a:lnTo>
                      <a:pt x="842808" y="369841"/>
                    </a:lnTo>
                    <a:lnTo>
                      <a:pt x="843031" y="362207"/>
                    </a:lnTo>
                    <a:lnTo>
                      <a:pt x="839326" y="358279"/>
                    </a:lnTo>
                    <a:lnTo>
                      <a:pt x="835398" y="361984"/>
                    </a:lnTo>
                    <a:lnTo>
                      <a:pt x="827987" y="354128"/>
                    </a:lnTo>
                    <a:lnTo>
                      <a:pt x="824059" y="357833"/>
                    </a:lnTo>
                    <a:lnTo>
                      <a:pt x="805310" y="345825"/>
                    </a:lnTo>
                    <a:lnTo>
                      <a:pt x="812720" y="353682"/>
                    </a:lnTo>
                    <a:lnTo>
                      <a:pt x="808792" y="357387"/>
                    </a:lnTo>
                    <a:lnTo>
                      <a:pt x="816203" y="365244"/>
                    </a:lnTo>
                    <a:lnTo>
                      <a:pt x="812274" y="368949"/>
                    </a:lnTo>
                    <a:lnTo>
                      <a:pt x="819685" y="376805"/>
                    </a:lnTo>
                    <a:lnTo>
                      <a:pt x="815757" y="380511"/>
                    </a:lnTo>
                    <a:lnTo>
                      <a:pt x="819462" y="384439"/>
                    </a:lnTo>
                    <a:moveTo>
                      <a:pt x="635922" y="564985"/>
                    </a:moveTo>
                    <a:lnTo>
                      <a:pt x="621992" y="518738"/>
                    </a:lnTo>
                    <a:lnTo>
                      <a:pt x="667347" y="535343"/>
                    </a:lnTo>
                    <a:lnTo>
                      <a:pt x="635922" y="564985"/>
                    </a:lnTo>
                    <a:lnTo>
                      <a:pt x="639850" y="561279"/>
                    </a:lnTo>
                    <a:lnTo>
                      <a:pt x="629403" y="526594"/>
                    </a:lnTo>
                    <a:lnTo>
                      <a:pt x="663419" y="539048"/>
                    </a:lnTo>
                    <a:lnTo>
                      <a:pt x="659714" y="535120"/>
                    </a:lnTo>
                    <a:lnTo>
                      <a:pt x="636145" y="557351"/>
                    </a:lnTo>
                    <a:lnTo>
                      <a:pt x="639850" y="561279"/>
                    </a:lnTo>
                    <a:lnTo>
                      <a:pt x="635922" y="564985"/>
                    </a:lnTo>
                    <a:lnTo>
                      <a:pt x="636368" y="549718"/>
                    </a:lnTo>
                    <a:lnTo>
                      <a:pt x="632439" y="553423"/>
                    </a:lnTo>
                    <a:lnTo>
                      <a:pt x="632885" y="538156"/>
                    </a:lnTo>
                    <a:lnTo>
                      <a:pt x="628957" y="541861"/>
                    </a:lnTo>
                    <a:lnTo>
                      <a:pt x="625698" y="522666"/>
                    </a:lnTo>
                    <a:lnTo>
                      <a:pt x="644670" y="527040"/>
                    </a:lnTo>
                    <a:lnTo>
                      <a:pt x="640742" y="530745"/>
                    </a:lnTo>
                    <a:lnTo>
                      <a:pt x="656009" y="531191"/>
                    </a:lnTo>
                    <a:lnTo>
                      <a:pt x="652080" y="534897"/>
                    </a:lnTo>
                    <a:lnTo>
                      <a:pt x="667347" y="535343"/>
                    </a:lnTo>
                    <a:lnTo>
                      <a:pt x="655786" y="538825"/>
                    </a:lnTo>
                    <a:lnTo>
                      <a:pt x="655563" y="546458"/>
                    </a:lnTo>
                    <a:lnTo>
                      <a:pt x="647929" y="546235"/>
                    </a:lnTo>
                    <a:lnTo>
                      <a:pt x="647706" y="553869"/>
                    </a:lnTo>
                    <a:lnTo>
                      <a:pt x="640073" y="553646"/>
                    </a:lnTo>
                    <a:lnTo>
                      <a:pt x="635922" y="564985"/>
                    </a:lnTo>
                    <a:lnTo>
                      <a:pt x="636145" y="557351"/>
                    </a:lnTo>
                    <a:lnTo>
                      <a:pt x="643778" y="557574"/>
                    </a:lnTo>
                    <a:lnTo>
                      <a:pt x="644001" y="549941"/>
                    </a:lnTo>
                    <a:lnTo>
                      <a:pt x="651635" y="550164"/>
                    </a:lnTo>
                    <a:lnTo>
                      <a:pt x="651857" y="542530"/>
                    </a:lnTo>
                    <a:lnTo>
                      <a:pt x="659491" y="542753"/>
                    </a:lnTo>
                    <a:lnTo>
                      <a:pt x="659714" y="535120"/>
                    </a:lnTo>
                    <a:lnTo>
                      <a:pt x="656009" y="531191"/>
                    </a:lnTo>
                    <a:lnTo>
                      <a:pt x="652080" y="534897"/>
                    </a:lnTo>
                    <a:lnTo>
                      <a:pt x="644670" y="527040"/>
                    </a:lnTo>
                    <a:lnTo>
                      <a:pt x="640742" y="530745"/>
                    </a:lnTo>
                    <a:lnTo>
                      <a:pt x="621992" y="518738"/>
                    </a:lnTo>
                    <a:lnTo>
                      <a:pt x="629403" y="526594"/>
                    </a:lnTo>
                    <a:lnTo>
                      <a:pt x="625475" y="530300"/>
                    </a:lnTo>
                    <a:lnTo>
                      <a:pt x="632885" y="538156"/>
                    </a:lnTo>
                    <a:lnTo>
                      <a:pt x="628957" y="541861"/>
                    </a:lnTo>
                    <a:lnTo>
                      <a:pt x="636368" y="549718"/>
                    </a:lnTo>
                    <a:lnTo>
                      <a:pt x="632439" y="553423"/>
                    </a:lnTo>
                    <a:lnTo>
                      <a:pt x="636145" y="557351"/>
                    </a:lnTo>
                    <a:moveTo>
                      <a:pt x="452604" y="737897"/>
                    </a:moveTo>
                    <a:lnTo>
                      <a:pt x="438675" y="691650"/>
                    </a:lnTo>
                    <a:lnTo>
                      <a:pt x="484030" y="708255"/>
                    </a:lnTo>
                    <a:lnTo>
                      <a:pt x="452604" y="737897"/>
                    </a:lnTo>
                    <a:lnTo>
                      <a:pt x="456532" y="734192"/>
                    </a:lnTo>
                    <a:lnTo>
                      <a:pt x="446086" y="699507"/>
                    </a:lnTo>
                    <a:lnTo>
                      <a:pt x="480102" y="711960"/>
                    </a:lnTo>
                    <a:lnTo>
                      <a:pt x="476397" y="708032"/>
                    </a:lnTo>
                    <a:lnTo>
                      <a:pt x="452827" y="730264"/>
                    </a:lnTo>
                    <a:lnTo>
                      <a:pt x="456532" y="734192"/>
                    </a:lnTo>
                    <a:lnTo>
                      <a:pt x="452604" y="737897"/>
                    </a:lnTo>
                    <a:lnTo>
                      <a:pt x="453050" y="722630"/>
                    </a:lnTo>
                    <a:lnTo>
                      <a:pt x="449122" y="726335"/>
                    </a:lnTo>
                    <a:lnTo>
                      <a:pt x="449568" y="711068"/>
                    </a:lnTo>
                    <a:lnTo>
                      <a:pt x="445640" y="714774"/>
                    </a:lnTo>
                    <a:lnTo>
                      <a:pt x="442380" y="695579"/>
                    </a:lnTo>
                    <a:lnTo>
                      <a:pt x="461353" y="699953"/>
                    </a:lnTo>
                    <a:lnTo>
                      <a:pt x="457424" y="703658"/>
                    </a:lnTo>
                    <a:lnTo>
                      <a:pt x="472691" y="704104"/>
                    </a:lnTo>
                    <a:lnTo>
                      <a:pt x="468763" y="707809"/>
                    </a:lnTo>
                    <a:lnTo>
                      <a:pt x="484030" y="708255"/>
                    </a:lnTo>
                    <a:lnTo>
                      <a:pt x="472468" y="711737"/>
                    </a:lnTo>
                    <a:lnTo>
                      <a:pt x="472245" y="719371"/>
                    </a:lnTo>
                    <a:lnTo>
                      <a:pt x="464612" y="719148"/>
                    </a:lnTo>
                    <a:lnTo>
                      <a:pt x="464389" y="726781"/>
                    </a:lnTo>
                    <a:lnTo>
                      <a:pt x="456755" y="726558"/>
                    </a:lnTo>
                    <a:lnTo>
                      <a:pt x="452604" y="737897"/>
                    </a:lnTo>
                    <a:lnTo>
                      <a:pt x="452827" y="730264"/>
                    </a:lnTo>
                    <a:lnTo>
                      <a:pt x="460461" y="730487"/>
                    </a:lnTo>
                    <a:lnTo>
                      <a:pt x="460684" y="722853"/>
                    </a:lnTo>
                    <a:lnTo>
                      <a:pt x="468317" y="723076"/>
                    </a:lnTo>
                    <a:lnTo>
                      <a:pt x="468540" y="715443"/>
                    </a:lnTo>
                    <a:lnTo>
                      <a:pt x="476174" y="715666"/>
                    </a:lnTo>
                    <a:lnTo>
                      <a:pt x="476397" y="708032"/>
                    </a:lnTo>
                    <a:lnTo>
                      <a:pt x="472691" y="704104"/>
                    </a:lnTo>
                    <a:lnTo>
                      <a:pt x="468763" y="707809"/>
                    </a:lnTo>
                    <a:lnTo>
                      <a:pt x="461353" y="699953"/>
                    </a:lnTo>
                    <a:lnTo>
                      <a:pt x="457424" y="703658"/>
                    </a:lnTo>
                    <a:lnTo>
                      <a:pt x="438675" y="691650"/>
                    </a:lnTo>
                    <a:lnTo>
                      <a:pt x="446086" y="699507"/>
                    </a:lnTo>
                    <a:lnTo>
                      <a:pt x="442157" y="703212"/>
                    </a:lnTo>
                    <a:lnTo>
                      <a:pt x="449568" y="711068"/>
                    </a:lnTo>
                    <a:lnTo>
                      <a:pt x="445640" y="714774"/>
                    </a:lnTo>
                    <a:lnTo>
                      <a:pt x="453050" y="722630"/>
                    </a:lnTo>
                    <a:lnTo>
                      <a:pt x="449122" y="726335"/>
                    </a:lnTo>
                    <a:lnTo>
                      <a:pt x="452827" y="730264"/>
                    </a:lnTo>
                    <a:moveTo>
                      <a:pt x="269287" y="910810"/>
                    </a:moveTo>
                    <a:lnTo>
                      <a:pt x="255358" y="864563"/>
                    </a:lnTo>
                    <a:lnTo>
                      <a:pt x="300713" y="881168"/>
                    </a:lnTo>
                    <a:lnTo>
                      <a:pt x="269287" y="910810"/>
                    </a:lnTo>
                    <a:lnTo>
                      <a:pt x="273215" y="907104"/>
                    </a:lnTo>
                    <a:lnTo>
                      <a:pt x="262768" y="872419"/>
                    </a:lnTo>
                    <a:lnTo>
                      <a:pt x="296784" y="884873"/>
                    </a:lnTo>
                    <a:lnTo>
                      <a:pt x="293079" y="880945"/>
                    </a:lnTo>
                    <a:lnTo>
                      <a:pt x="269510" y="903176"/>
                    </a:lnTo>
                    <a:lnTo>
                      <a:pt x="273215" y="907104"/>
                    </a:lnTo>
                    <a:lnTo>
                      <a:pt x="269287" y="910810"/>
                    </a:lnTo>
                    <a:lnTo>
                      <a:pt x="269733" y="895543"/>
                    </a:lnTo>
                    <a:lnTo>
                      <a:pt x="265804" y="899248"/>
                    </a:lnTo>
                    <a:lnTo>
                      <a:pt x="266250" y="883981"/>
                    </a:lnTo>
                    <a:lnTo>
                      <a:pt x="262322" y="887686"/>
                    </a:lnTo>
                    <a:lnTo>
                      <a:pt x="259063" y="868491"/>
                    </a:lnTo>
                    <a:lnTo>
                      <a:pt x="278035" y="872865"/>
                    </a:lnTo>
                    <a:lnTo>
                      <a:pt x="274107" y="876570"/>
                    </a:lnTo>
                    <a:lnTo>
                      <a:pt x="289374" y="877016"/>
                    </a:lnTo>
                    <a:lnTo>
                      <a:pt x="285446" y="880722"/>
                    </a:lnTo>
                    <a:lnTo>
                      <a:pt x="300713" y="881168"/>
                    </a:lnTo>
                    <a:lnTo>
                      <a:pt x="289151" y="884650"/>
                    </a:lnTo>
                    <a:lnTo>
                      <a:pt x="288928" y="892283"/>
                    </a:lnTo>
                    <a:lnTo>
                      <a:pt x="281294" y="892060"/>
                    </a:lnTo>
                    <a:lnTo>
                      <a:pt x="281071" y="899694"/>
                    </a:lnTo>
                    <a:lnTo>
                      <a:pt x="273438" y="899471"/>
                    </a:lnTo>
                    <a:lnTo>
                      <a:pt x="269287" y="910810"/>
                    </a:lnTo>
                    <a:lnTo>
                      <a:pt x="269510" y="903176"/>
                    </a:lnTo>
                    <a:lnTo>
                      <a:pt x="277143" y="903399"/>
                    </a:lnTo>
                    <a:lnTo>
                      <a:pt x="277366" y="895766"/>
                    </a:lnTo>
                    <a:lnTo>
                      <a:pt x="285000" y="895989"/>
                    </a:lnTo>
                    <a:lnTo>
                      <a:pt x="285223" y="888355"/>
                    </a:lnTo>
                    <a:lnTo>
                      <a:pt x="292856" y="888578"/>
                    </a:lnTo>
                    <a:lnTo>
                      <a:pt x="293079" y="880945"/>
                    </a:lnTo>
                    <a:lnTo>
                      <a:pt x="289374" y="877016"/>
                    </a:lnTo>
                    <a:lnTo>
                      <a:pt x="285446" y="880722"/>
                    </a:lnTo>
                    <a:lnTo>
                      <a:pt x="278035" y="872865"/>
                    </a:lnTo>
                    <a:lnTo>
                      <a:pt x="274107" y="876570"/>
                    </a:lnTo>
                    <a:lnTo>
                      <a:pt x="255358" y="864563"/>
                    </a:lnTo>
                    <a:lnTo>
                      <a:pt x="262768" y="872419"/>
                    </a:lnTo>
                    <a:lnTo>
                      <a:pt x="258840" y="876125"/>
                    </a:lnTo>
                    <a:lnTo>
                      <a:pt x="266250" y="883981"/>
                    </a:lnTo>
                    <a:lnTo>
                      <a:pt x="262322" y="887686"/>
                    </a:lnTo>
                    <a:lnTo>
                      <a:pt x="269733" y="895543"/>
                    </a:lnTo>
                    <a:lnTo>
                      <a:pt x="265804" y="899248"/>
                    </a:lnTo>
                    <a:lnTo>
                      <a:pt x="269510" y="903176"/>
                    </a:lnTo>
                    <a:moveTo>
                      <a:pt x="113705" y="1094448"/>
                    </a:moveTo>
                    <a:lnTo>
                      <a:pt x="91312" y="1051654"/>
                    </a:lnTo>
                    <a:lnTo>
                      <a:pt x="138983" y="1059416"/>
                    </a:lnTo>
                    <a:lnTo>
                      <a:pt x="113705" y="1094448"/>
                    </a:lnTo>
                    <a:lnTo>
                      <a:pt x="116865" y="1090069"/>
                    </a:lnTo>
                    <a:lnTo>
                      <a:pt x="100070" y="1057973"/>
                    </a:lnTo>
                    <a:lnTo>
                      <a:pt x="135824" y="1063795"/>
                    </a:lnTo>
                    <a:lnTo>
                      <a:pt x="131445" y="1060635"/>
                    </a:lnTo>
                    <a:lnTo>
                      <a:pt x="112486" y="1086909"/>
                    </a:lnTo>
                    <a:lnTo>
                      <a:pt x="116865" y="1090069"/>
                    </a:lnTo>
                    <a:lnTo>
                      <a:pt x="113705" y="1094448"/>
                    </a:lnTo>
                    <a:lnTo>
                      <a:pt x="111267" y="1079370"/>
                    </a:lnTo>
                    <a:lnTo>
                      <a:pt x="108107" y="1083749"/>
                    </a:lnTo>
                    <a:lnTo>
                      <a:pt x="105668" y="1068672"/>
                    </a:lnTo>
                    <a:lnTo>
                      <a:pt x="102509" y="1073051"/>
                    </a:lnTo>
                    <a:lnTo>
                      <a:pt x="95691" y="1054814"/>
                    </a:lnTo>
                    <a:lnTo>
                      <a:pt x="115148" y="1055535"/>
                    </a:lnTo>
                    <a:lnTo>
                      <a:pt x="111988" y="1059914"/>
                    </a:lnTo>
                    <a:lnTo>
                      <a:pt x="127066" y="1057475"/>
                    </a:lnTo>
                    <a:lnTo>
                      <a:pt x="123906" y="1061854"/>
                    </a:lnTo>
                    <a:lnTo>
                      <a:pt x="138983" y="1059416"/>
                    </a:lnTo>
                    <a:lnTo>
                      <a:pt x="128285" y="1065014"/>
                    </a:lnTo>
                    <a:lnTo>
                      <a:pt x="129504" y="1072553"/>
                    </a:lnTo>
                    <a:lnTo>
                      <a:pt x="121965" y="1073772"/>
                    </a:lnTo>
                    <a:lnTo>
                      <a:pt x="123185" y="1081311"/>
                    </a:lnTo>
                    <a:lnTo>
                      <a:pt x="115646" y="1082530"/>
                    </a:lnTo>
                    <a:lnTo>
                      <a:pt x="113705" y="1094448"/>
                    </a:lnTo>
                    <a:lnTo>
                      <a:pt x="112486" y="1086909"/>
                    </a:lnTo>
                    <a:lnTo>
                      <a:pt x="120025" y="1085690"/>
                    </a:lnTo>
                    <a:lnTo>
                      <a:pt x="118805" y="1078151"/>
                    </a:lnTo>
                    <a:lnTo>
                      <a:pt x="126344" y="1076932"/>
                    </a:lnTo>
                    <a:lnTo>
                      <a:pt x="125125" y="1069393"/>
                    </a:lnTo>
                    <a:lnTo>
                      <a:pt x="132664" y="1068174"/>
                    </a:lnTo>
                    <a:lnTo>
                      <a:pt x="131445" y="1060635"/>
                    </a:lnTo>
                    <a:lnTo>
                      <a:pt x="127066" y="1057475"/>
                    </a:lnTo>
                    <a:lnTo>
                      <a:pt x="123906" y="1061854"/>
                    </a:lnTo>
                    <a:lnTo>
                      <a:pt x="115148" y="1055535"/>
                    </a:lnTo>
                    <a:lnTo>
                      <a:pt x="111988" y="1059914"/>
                    </a:lnTo>
                    <a:lnTo>
                      <a:pt x="91312" y="1051654"/>
                    </a:lnTo>
                    <a:lnTo>
                      <a:pt x="100070" y="1057973"/>
                    </a:lnTo>
                    <a:lnTo>
                      <a:pt x="96910" y="1062352"/>
                    </a:lnTo>
                    <a:lnTo>
                      <a:pt x="105668" y="1068672"/>
                    </a:lnTo>
                    <a:lnTo>
                      <a:pt x="102509" y="1073051"/>
                    </a:lnTo>
                    <a:lnTo>
                      <a:pt x="111267" y="1079370"/>
                    </a:lnTo>
                    <a:lnTo>
                      <a:pt x="108107" y="1083749"/>
                    </a:lnTo>
                    <a:lnTo>
                      <a:pt x="112486" y="1086909"/>
                    </a:lnTo>
                    <a:moveTo>
                      <a:pt x="47434" y="1233229"/>
                    </a:moveTo>
                    <a:lnTo>
                      <a:pt x="0" y="1242331"/>
                    </a:lnTo>
                    <a:lnTo>
                      <a:pt x="21179" y="1198923"/>
                    </a:lnTo>
                    <a:lnTo>
                      <a:pt x="47434" y="1233229"/>
                    </a:lnTo>
                    <a:lnTo>
                      <a:pt x="44152" y="1228941"/>
                    </a:lnTo>
                    <a:lnTo>
                      <a:pt x="8577" y="1235768"/>
                    </a:lnTo>
                    <a:lnTo>
                      <a:pt x="24461" y="1203211"/>
                    </a:lnTo>
                    <a:lnTo>
                      <a:pt x="20173" y="1206493"/>
                    </a:lnTo>
                    <a:lnTo>
                      <a:pt x="39864" y="1232223"/>
                    </a:lnTo>
                    <a:lnTo>
                      <a:pt x="44152" y="1228941"/>
                    </a:lnTo>
                    <a:lnTo>
                      <a:pt x="47434" y="1233229"/>
                    </a:lnTo>
                    <a:lnTo>
                      <a:pt x="32294" y="1231217"/>
                    </a:lnTo>
                    <a:lnTo>
                      <a:pt x="35576" y="1235505"/>
                    </a:lnTo>
                    <a:lnTo>
                      <a:pt x="20435" y="1233492"/>
                    </a:lnTo>
                    <a:lnTo>
                      <a:pt x="23717" y="1237780"/>
                    </a:lnTo>
                    <a:lnTo>
                      <a:pt x="4289" y="1239049"/>
                    </a:lnTo>
                    <a:lnTo>
                      <a:pt x="10590" y="1220627"/>
                    </a:lnTo>
                    <a:lnTo>
                      <a:pt x="13871" y="1224915"/>
                    </a:lnTo>
                    <a:lnTo>
                      <a:pt x="15884" y="1209775"/>
                    </a:lnTo>
                    <a:lnTo>
                      <a:pt x="19166" y="1214063"/>
                    </a:lnTo>
                    <a:lnTo>
                      <a:pt x="21179" y="1198923"/>
                    </a:lnTo>
                    <a:lnTo>
                      <a:pt x="23454" y="1210782"/>
                    </a:lnTo>
                    <a:lnTo>
                      <a:pt x="31025" y="1211788"/>
                    </a:lnTo>
                    <a:lnTo>
                      <a:pt x="30018" y="1219358"/>
                    </a:lnTo>
                    <a:lnTo>
                      <a:pt x="37588" y="1220365"/>
                    </a:lnTo>
                    <a:lnTo>
                      <a:pt x="36582" y="1227935"/>
                    </a:lnTo>
                    <a:lnTo>
                      <a:pt x="47434" y="1233229"/>
                    </a:lnTo>
                    <a:lnTo>
                      <a:pt x="39864" y="1232223"/>
                    </a:lnTo>
                    <a:lnTo>
                      <a:pt x="40870" y="1224653"/>
                    </a:lnTo>
                    <a:lnTo>
                      <a:pt x="33300" y="1223646"/>
                    </a:lnTo>
                    <a:lnTo>
                      <a:pt x="34306" y="1216076"/>
                    </a:lnTo>
                    <a:lnTo>
                      <a:pt x="26736" y="1215070"/>
                    </a:lnTo>
                    <a:lnTo>
                      <a:pt x="27743" y="1207500"/>
                    </a:lnTo>
                    <a:lnTo>
                      <a:pt x="20173" y="1206493"/>
                    </a:lnTo>
                    <a:lnTo>
                      <a:pt x="15884" y="1209775"/>
                    </a:lnTo>
                    <a:lnTo>
                      <a:pt x="19166" y="1214063"/>
                    </a:lnTo>
                    <a:lnTo>
                      <a:pt x="10590" y="1220627"/>
                    </a:lnTo>
                    <a:lnTo>
                      <a:pt x="13871" y="1224915"/>
                    </a:lnTo>
                    <a:lnTo>
                      <a:pt x="0" y="1242331"/>
                    </a:lnTo>
                    <a:lnTo>
                      <a:pt x="8577" y="1235768"/>
                    </a:lnTo>
                    <a:lnTo>
                      <a:pt x="11859" y="1240056"/>
                    </a:lnTo>
                    <a:lnTo>
                      <a:pt x="20435" y="1233492"/>
                    </a:lnTo>
                    <a:lnTo>
                      <a:pt x="23717" y="1237780"/>
                    </a:lnTo>
                    <a:lnTo>
                      <a:pt x="32294" y="1231217"/>
                    </a:lnTo>
                    <a:lnTo>
                      <a:pt x="35576" y="1235505"/>
                    </a:lnTo>
                    <a:lnTo>
                      <a:pt x="39864" y="1232223"/>
                    </a:lnTo>
                    <a:moveTo>
                      <a:pt x="200588" y="1433349"/>
                    </a:moveTo>
                    <a:lnTo>
                      <a:pt x="153155" y="1442451"/>
                    </a:lnTo>
                    <a:lnTo>
                      <a:pt x="174333" y="1399042"/>
                    </a:lnTo>
                    <a:lnTo>
                      <a:pt x="200588" y="1433349"/>
                    </a:lnTo>
                    <a:lnTo>
                      <a:pt x="197307" y="1429060"/>
                    </a:lnTo>
                    <a:lnTo>
                      <a:pt x="161731" y="1435887"/>
                    </a:lnTo>
                    <a:lnTo>
                      <a:pt x="177615" y="1403331"/>
                    </a:lnTo>
                    <a:lnTo>
                      <a:pt x="173327" y="1406613"/>
                    </a:lnTo>
                    <a:lnTo>
                      <a:pt x="193018" y="1432342"/>
                    </a:lnTo>
                    <a:lnTo>
                      <a:pt x="197307" y="1429060"/>
                    </a:lnTo>
                    <a:lnTo>
                      <a:pt x="200588" y="1433349"/>
                    </a:lnTo>
                    <a:lnTo>
                      <a:pt x="185448" y="1431336"/>
                    </a:lnTo>
                    <a:lnTo>
                      <a:pt x="188730" y="1435624"/>
                    </a:lnTo>
                    <a:lnTo>
                      <a:pt x="173590" y="1433611"/>
                    </a:lnTo>
                    <a:lnTo>
                      <a:pt x="176872" y="1437900"/>
                    </a:lnTo>
                    <a:lnTo>
                      <a:pt x="157443" y="1439169"/>
                    </a:lnTo>
                    <a:lnTo>
                      <a:pt x="163744" y="1420746"/>
                    </a:lnTo>
                    <a:lnTo>
                      <a:pt x="167026" y="1425035"/>
                    </a:lnTo>
                    <a:lnTo>
                      <a:pt x="169039" y="1409894"/>
                    </a:lnTo>
                    <a:lnTo>
                      <a:pt x="172321" y="1414183"/>
                    </a:lnTo>
                    <a:lnTo>
                      <a:pt x="174333" y="1399042"/>
                    </a:lnTo>
                    <a:lnTo>
                      <a:pt x="176609" y="1410901"/>
                    </a:lnTo>
                    <a:lnTo>
                      <a:pt x="184179" y="1411907"/>
                    </a:lnTo>
                    <a:lnTo>
                      <a:pt x="183173" y="1419477"/>
                    </a:lnTo>
                    <a:lnTo>
                      <a:pt x="190743" y="1420484"/>
                    </a:lnTo>
                    <a:lnTo>
                      <a:pt x="189736" y="1428054"/>
                    </a:lnTo>
                    <a:lnTo>
                      <a:pt x="200588" y="1433349"/>
                    </a:lnTo>
                    <a:lnTo>
                      <a:pt x="193018" y="1432342"/>
                    </a:lnTo>
                    <a:lnTo>
                      <a:pt x="194025" y="1424772"/>
                    </a:lnTo>
                    <a:lnTo>
                      <a:pt x="186455" y="1423766"/>
                    </a:lnTo>
                    <a:lnTo>
                      <a:pt x="187461" y="1416195"/>
                    </a:lnTo>
                    <a:lnTo>
                      <a:pt x="179891" y="1415189"/>
                    </a:lnTo>
                    <a:lnTo>
                      <a:pt x="180897" y="1407619"/>
                    </a:lnTo>
                    <a:lnTo>
                      <a:pt x="173327" y="1406613"/>
                    </a:lnTo>
                    <a:lnTo>
                      <a:pt x="169039" y="1409894"/>
                    </a:lnTo>
                    <a:lnTo>
                      <a:pt x="172321" y="1414183"/>
                    </a:lnTo>
                    <a:lnTo>
                      <a:pt x="163744" y="1420746"/>
                    </a:lnTo>
                    <a:lnTo>
                      <a:pt x="167026" y="1425035"/>
                    </a:lnTo>
                    <a:lnTo>
                      <a:pt x="153155" y="1442451"/>
                    </a:lnTo>
                    <a:lnTo>
                      <a:pt x="161731" y="1435887"/>
                    </a:lnTo>
                    <a:lnTo>
                      <a:pt x="165013" y="1440175"/>
                    </a:lnTo>
                    <a:lnTo>
                      <a:pt x="173590" y="1433611"/>
                    </a:lnTo>
                    <a:lnTo>
                      <a:pt x="176872" y="1437900"/>
                    </a:lnTo>
                    <a:lnTo>
                      <a:pt x="185448" y="1431336"/>
                    </a:lnTo>
                    <a:lnTo>
                      <a:pt x="188730" y="1435624"/>
                    </a:lnTo>
                    <a:lnTo>
                      <a:pt x="193018" y="14323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27" name="Контур"/>
              <p:cNvSpPr/>
              <p:nvPr/>
            </p:nvSpPr>
            <p:spPr>
              <a:xfrm>
                <a:off x="5407343" y="2278267"/>
                <a:ext cx="1300668" cy="1556384"/>
              </a:xfrm>
              <a:custGeom>
                <a:avLst/>
                <a:gdLst/>
                <a:ahLst/>
                <a:cxnLst/>
                <a:rect l="l" t="t" r="r" b="b"/>
                <a:pathLst>
                  <a:path w="1300668" h="1556384" fill="none">
                    <a:moveTo>
                      <a:pt x="562345" y="1248906"/>
                    </a:moveTo>
                    <a:lnTo>
                      <a:pt x="472165" y="1349436"/>
                    </a:lnTo>
                    <a:lnTo>
                      <a:pt x="186646" y="1556384"/>
                    </a:lnTo>
                    <a:moveTo>
                      <a:pt x="186646" y="1556384"/>
                    </a:moveTo>
                    <a:lnTo>
                      <a:pt x="110068" y="1456324"/>
                    </a:lnTo>
                    <a:moveTo>
                      <a:pt x="110068" y="1456324"/>
                    </a:moveTo>
                    <a:lnTo>
                      <a:pt x="33491" y="1356265"/>
                    </a:lnTo>
                    <a:moveTo>
                      <a:pt x="33491" y="1356265"/>
                    </a:moveTo>
                    <a:lnTo>
                      <a:pt x="6640" y="1321180"/>
                    </a:lnTo>
                    <a:lnTo>
                      <a:pt x="0" y="1312504"/>
                    </a:lnTo>
                    <a:lnTo>
                      <a:pt x="41483" y="1255014"/>
                    </a:lnTo>
                    <a:moveTo>
                      <a:pt x="41483" y="1255014"/>
                    </a:moveTo>
                    <a:lnTo>
                      <a:pt x="115211" y="1152836"/>
                    </a:lnTo>
                    <a:moveTo>
                      <a:pt x="115211" y="1152836"/>
                    </a:moveTo>
                    <a:lnTo>
                      <a:pt x="188939" y="1050659"/>
                    </a:lnTo>
                    <a:moveTo>
                      <a:pt x="188939" y="1050659"/>
                    </a:moveTo>
                    <a:lnTo>
                      <a:pt x="193529" y="1044298"/>
                    </a:lnTo>
                    <a:lnTo>
                      <a:pt x="279481" y="963224"/>
                    </a:lnTo>
                    <a:moveTo>
                      <a:pt x="279481" y="963224"/>
                    </a:moveTo>
                    <a:lnTo>
                      <a:pt x="371140" y="876768"/>
                    </a:lnTo>
                    <a:moveTo>
                      <a:pt x="371140" y="876768"/>
                    </a:moveTo>
                    <a:lnTo>
                      <a:pt x="462799" y="790312"/>
                    </a:lnTo>
                    <a:moveTo>
                      <a:pt x="462799" y="790312"/>
                    </a:moveTo>
                    <a:lnTo>
                      <a:pt x="554458" y="703856"/>
                    </a:lnTo>
                    <a:moveTo>
                      <a:pt x="554458" y="703856"/>
                    </a:moveTo>
                    <a:lnTo>
                      <a:pt x="646116" y="617399"/>
                    </a:lnTo>
                    <a:moveTo>
                      <a:pt x="646116" y="617399"/>
                    </a:moveTo>
                    <a:lnTo>
                      <a:pt x="737775" y="530943"/>
                    </a:lnTo>
                    <a:moveTo>
                      <a:pt x="737775" y="530943"/>
                    </a:moveTo>
                    <a:lnTo>
                      <a:pt x="829434" y="444487"/>
                    </a:lnTo>
                    <a:moveTo>
                      <a:pt x="829434" y="444487"/>
                    </a:moveTo>
                    <a:lnTo>
                      <a:pt x="921092" y="358031"/>
                    </a:lnTo>
                    <a:moveTo>
                      <a:pt x="921092" y="358031"/>
                    </a:moveTo>
                    <a:lnTo>
                      <a:pt x="1012751" y="271574"/>
                    </a:lnTo>
                    <a:moveTo>
                      <a:pt x="1012751" y="271574"/>
                    </a:moveTo>
                    <a:lnTo>
                      <a:pt x="1104410" y="185118"/>
                    </a:lnTo>
                    <a:moveTo>
                      <a:pt x="1104410" y="185118"/>
                    </a:moveTo>
                    <a:lnTo>
                      <a:pt x="1196068" y="98662"/>
                    </a:lnTo>
                    <a:moveTo>
                      <a:pt x="1196068" y="98662"/>
                    </a:moveTo>
                    <a:lnTo>
                      <a:pt x="1287727" y="12206"/>
                    </a:lnTo>
                    <a:moveTo>
                      <a:pt x="1287727" y="12206"/>
                    </a:moveTo>
                    <a:lnTo>
                      <a:pt x="1300668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28" name="Контур"/>
              <p:cNvSpPr/>
              <p:nvPr/>
            </p:nvSpPr>
            <p:spPr>
              <a:xfrm>
                <a:off x="5398190" y="2229576"/>
                <a:ext cx="1296671" cy="1547125"/>
              </a:xfrm>
              <a:custGeom>
                <a:avLst/>
                <a:gdLst/>
                <a:ahLst/>
                <a:cxnLst/>
                <a:rect l="l" t="t" r="r" b="b"/>
                <a:pathLst>
                  <a:path w="1296671" h="1547125" fill="none">
                    <a:moveTo>
                      <a:pt x="57194" y="1512819"/>
                    </a:moveTo>
                    <a:lnTo>
                      <a:pt x="104628" y="1503717"/>
                    </a:lnTo>
                    <a:lnTo>
                      <a:pt x="83449" y="1547125"/>
                    </a:lnTo>
                    <a:lnTo>
                      <a:pt x="57194" y="1512819"/>
                    </a:lnTo>
                    <a:lnTo>
                      <a:pt x="60476" y="1517107"/>
                    </a:lnTo>
                    <a:lnTo>
                      <a:pt x="96052" y="1510281"/>
                    </a:lnTo>
                    <a:lnTo>
                      <a:pt x="80168" y="1542837"/>
                    </a:lnTo>
                    <a:lnTo>
                      <a:pt x="84456" y="1539555"/>
                    </a:lnTo>
                    <a:lnTo>
                      <a:pt x="64765" y="1513826"/>
                    </a:lnTo>
                    <a:lnTo>
                      <a:pt x="60476" y="1517107"/>
                    </a:lnTo>
                    <a:lnTo>
                      <a:pt x="57194" y="1512819"/>
                    </a:lnTo>
                    <a:lnTo>
                      <a:pt x="72335" y="1514832"/>
                    </a:lnTo>
                    <a:lnTo>
                      <a:pt x="69053" y="1510544"/>
                    </a:lnTo>
                    <a:lnTo>
                      <a:pt x="84193" y="1512556"/>
                    </a:lnTo>
                    <a:lnTo>
                      <a:pt x="80911" y="1508268"/>
                    </a:lnTo>
                    <a:lnTo>
                      <a:pt x="100340" y="1506999"/>
                    </a:lnTo>
                    <a:lnTo>
                      <a:pt x="94039" y="1525421"/>
                    </a:lnTo>
                    <a:lnTo>
                      <a:pt x="90757" y="1521133"/>
                    </a:lnTo>
                    <a:lnTo>
                      <a:pt x="88744" y="1536273"/>
                    </a:lnTo>
                    <a:lnTo>
                      <a:pt x="85462" y="1531985"/>
                    </a:lnTo>
                    <a:lnTo>
                      <a:pt x="83449" y="1547125"/>
                    </a:lnTo>
                    <a:lnTo>
                      <a:pt x="81174" y="1535267"/>
                    </a:lnTo>
                    <a:lnTo>
                      <a:pt x="73604" y="1534261"/>
                    </a:lnTo>
                    <a:lnTo>
                      <a:pt x="74610" y="1526690"/>
                    </a:lnTo>
                    <a:lnTo>
                      <a:pt x="67040" y="1525684"/>
                    </a:lnTo>
                    <a:lnTo>
                      <a:pt x="68046" y="1518114"/>
                    </a:lnTo>
                    <a:lnTo>
                      <a:pt x="57194" y="1512819"/>
                    </a:lnTo>
                    <a:lnTo>
                      <a:pt x="64765" y="1513826"/>
                    </a:lnTo>
                    <a:lnTo>
                      <a:pt x="63758" y="1521396"/>
                    </a:lnTo>
                    <a:lnTo>
                      <a:pt x="71328" y="1522402"/>
                    </a:lnTo>
                    <a:lnTo>
                      <a:pt x="70322" y="1529972"/>
                    </a:lnTo>
                    <a:lnTo>
                      <a:pt x="77892" y="1530979"/>
                    </a:lnTo>
                    <a:lnTo>
                      <a:pt x="76886" y="1538549"/>
                    </a:lnTo>
                    <a:lnTo>
                      <a:pt x="84456" y="1539555"/>
                    </a:lnTo>
                    <a:lnTo>
                      <a:pt x="88744" y="1536273"/>
                    </a:lnTo>
                    <a:lnTo>
                      <a:pt x="85462" y="1531985"/>
                    </a:lnTo>
                    <a:lnTo>
                      <a:pt x="94039" y="1525421"/>
                    </a:lnTo>
                    <a:lnTo>
                      <a:pt x="90757" y="1521133"/>
                    </a:lnTo>
                    <a:lnTo>
                      <a:pt x="104628" y="1503717"/>
                    </a:lnTo>
                    <a:lnTo>
                      <a:pt x="96052" y="1510281"/>
                    </a:lnTo>
                    <a:lnTo>
                      <a:pt x="92770" y="1505993"/>
                    </a:lnTo>
                    <a:lnTo>
                      <a:pt x="84193" y="1512556"/>
                    </a:lnTo>
                    <a:lnTo>
                      <a:pt x="80911" y="1508268"/>
                    </a:lnTo>
                    <a:lnTo>
                      <a:pt x="72335" y="1514832"/>
                    </a:lnTo>
                    <a:lnTo>
                      <a:pt x="69053" y="1510544"/>
                    </a:lnTo>
                    <a:lnTo>
                      <a:pt x="64765" y="1513826"/>
                    </a:lnTo>
                    <a:moveTo>
                      <a:pt x="25278" y="1246563"/>
                    </a:moveTo>
                    <a:lnTo>
                      <a:pt x="47671" y="1289357"/>
                    </a:lnTo>
                    <a:lnTo>
                      <a:pt x="0" y="1281595"/>
                    </a:lnTo>
                    <a:lnTo>
                      <a:pt x="25278" y="1246563"/>
                    </a:lnTo>
                    <a:lnTo>
                      <a:pt x="22118" y="1250942"/>
                    </a:lnTo>
                    <a:lnTo>
                      <a:pt x="38913" y="1283037"/>
                    </a:lnTo>
                    <a:lnTo>
                      <a:pt x="3159" y="1277216"/>
                    </a:lnTo>
                    <a:lnTo>
                      <a:pt x="7538" y="1280376"/>
                    </a:lnTo>
                    <a:lnTo>
                      <a:pt x="26497" y="1254101"/>
                    </a:lnTo>
                    <a:lnTo>
                      <a:pt x="22118" y="1250942"/>
                    </a:lnTo>
                    <a:lnTo>
                      <a:pt x="25278" y="1246563"/>
                    </a:lnTo>
                    <a:lnTo>
                      <a:pt x="27716" y="1261640"/>
                    </a:lnTo>
                    <a:lnTo>
                      <a:pt x="30876" y="1257261"/>
                    </a:lnTo>
                    <a:lnTo>
                      <a:pt x="33315" y="1272339"/>
                    </a:lnTo>
                    <a:lnTo>
                      <a:pt x="36474" y="1267960"/>
                    </a:lnTo>
                    <a:lnTo>
                      <a:pt x="43292" y="1286197"/>
                    </a:lnTo>
                    <a:lnTo>
                      <a:pt x="23835" y="1285476"/>
                    </a:lnTo>
                    <a:lnTo>
                      <a:pt x="26995" y="1281097"/>
                    </a:lnTo>
                    <a:lnTo>
                      <a:pt x="11917" y="1283535"/>
                    </a:lnTo>
                    <a:lnTo>
                      <a:pt x="15077" y="1279156"/>
                    </a:lnTo>
                    <a:lnTo>
                      <a:pt x="0" y="1281595"/>
                    </a:lnTo>
                    <a:lnTo>
                      <a:pt x="10698" y="1275997"/>
                    </a:lnTo>
                    <a:lnTo>
                      <a:pt x="9479" y="1268458"/>
                    </a:lnTo>
                    <a:lnTo>
                      <a:pt x="17018" y="1267239"/>
                    </a:lnTo>
                    <a:lnTo>
                      <a:pt x="15799" y="1259700"/>
                    </a:lnTo>
                    <a:lnTo>
                      <a:pt x="23337" y="1258481"/>
                    </a:lnTo>
                    <a:lnTo>
                      <a:pt x="25278" y="1246563"/>
                    </a:lnTo>
                    <a:lnTo>
                      <a:pt x="26497" y="1254101"/>
                    </a:lnTo>
                    <a:lnTo>
                      <a:pt x="18958" y="1255321"/>
                    </a:lnTo>
                    <a:lnTo>
                      <a:pt x="20178" y="1262860"/>
                    </a:lnTo>
                    <a:lnTo>
                      <a:pt x="12639" y="1264079"/>
                    </a:lnTo>
                    <a:lnTo>
                      <a:pt x="13858" y="1271618"/>
                    </a:lnTo>
                    <a:lnTo>
                      <a:pt x="6319" y="1272837"/>
                    </a:lnTo>
                    <a:lnTo>
                      <a:pt x="7538" y="1280376"/>
                    </a:lnTo>
                    <a:lnTo>
                      <a:pt x="11917" y="1283535"/>
                    </a:lnTo>
                    <a:lnTo>
                      <a:pt x="15077" y="1279156"/>
                    </a:lnTo>
                    <a:lnTo>
                      <a:pt x="23835" y="1285476"/>
                    </a:lnTo>
                    <a:lnTo>
                      <a:pt x="26995" y="1281097"/>
                    </a:lnTo>
                    <a:lnTo>
                      <a:pt x="47671" y="1289357"/>
                    </a:lnTo>
                    <a:lnTo>
                      <a:pt x="38913" y="1283037"/>
                    </a:lnTo>
                    <a:lnTo>
                      <a:pt x="42073" y="1278658"/>
                    </a:lnTo>
                    <a:lnTo>
                      <a:pt x="33315" y="1272339"/>
                    </a:lnTo>
                    <a:lnTo>
                      <a:pt x="36474" y="1267960"/>
                    </a:lnTo>
                    <a:lnTo>
                      <a:pt x="27716" y="1261640"/>
                    </a:lnTo>
                    <a:lnTo>
                      <a:pt x="30876" y="1257261"/>
                    </a:lnTo>
                    <a:lnTo>
                      <a:pt x="26497" y="1254101"/>
                    </a:lnTo>
                    <a:moveTo>
                      <a:pt x="172734" y="1042208"/>
                    </a:moveTo>
                    <a:lnTo>
                      <a:pt x="195127" y="1085002"/>
                    </a:lnTo>
                    <a:lnTo>
                      <a:pt x="147455" y="1077240"/>
                    </a:lnTo>
                    <a:lnTo>
                      <a:pt x="172734" y="1042208"/>
                    </a:lnTo>
                    <a:lnTo>
                      <a:pt x="169574" y="1046587"/>
                    </a:lnTo>
                    <a:lnTo>
                      <a:pt x="186369" y="1078683"/>
                    </a:lnTo>
                    <a:lnTo>
                      <a:pt x="150615" y="1072861"/>
                    </a:lnTo>
                    <a:lnTo>
                      <a:pt x="154994" y="1076021"/>
                    </a:lnTo>
                    <a:lnTo>
                      <a:pt x="173953" y="1049747"/>
                    </a:lnTo>
                    <a:lnTo>
                      <a:pt x="169574" y="1046587"/>
                    </a:lnTo>
                    <a:lnTo>
                      <a:pt x="172734" y="1042208"/>
                    </a:lnTo>
                    <a:lnTo>
                      <a:pt x="175172" y="1057286"/>
                    </a:lnTo>
                    <a:lnTo>
                      <a:pt x="178332" y="1052907"/>
                    </a:lnTo>
                    <a:lnTo>
                      <a:pt x="180770" y="1067984"/>
                    </a:lnTo>
                    <a:lnTo>
                      <a:pt x="183930" y="1063605"/>
                    </a:lnTo>
                    <a:lnTo>
                      <a:pt x="190748" y="1081843"/>
                    </a:lnTo>
                    <a:lnTo>
                      <a:pt x="171291" y="1081121"/>
                    </a:lnTo>
                    <a:lnTo>
                      <a:pt x="174451" y="1076742"/>
                    </a:lnTo>
                    <a:lnTo>
                      <a:pt x="159373" y="1079181"/>
                    </a:lnTo>
                    <a:lnTo>
                      <a:pt x="162533" y="1074802"/>
                    </a:lnTo>
                    <a:lnTo>
                      <a:pt x="147455" y="1077240"/>
                    </a:lnTo>
                    <a:lnTo>
                      <a:pt x="158154" y="1071642"/>
                    </a:lnTo>
                    <a:lnTo>
                      <a:pt x="156935" y="1064103"/>
                    </a:lnTo>
                    <a:lnTo>
                      <a:pt x="164474" y="1062884"/>
                    </a:lnTo>
                    <a:lnTo>
                      <a:pt x="163254" y="1055345"/>
                    </a:lnTo>
                    <a:lnTo>
                      <a:pt x="170793" y="1054126"/>
                    </a:lnTo>
                    <a:lnTo>
                      <a:pt x="172734" y="1042208"/>
                    </a:lnTo>
                    <a:lnTo>
                      <a:pt x="173953" y="1049747"/>
                    </a:lnTo>
                    <a:lnTo>
                      <a:pt x="166414" y="1050966"/>
                    </a:lnTo>
                    <a:lnTo>
                      <a:pt x="167633" y="1058505"/>
                    </a:lnTo>
                    <a:lnTo>
                      <a:pt x="160095" y="1059724"/>
                    </a:lnTo>
                    <a:lnTo>
                      <a:pt x="161314" y="1067263"/>
                    </a:lnTo>
                    <a:lnTo>
                      <a:pt x="153775" y="1068482"/>
                    </a:lnTo>
                    <a:lnTo>
                      <a:pt x="154994" y="1076021"/>
                    </a:lnTo>
                    <a:lnTo>
                      <a:pt x="159373" y="1079181"/>
                    </a:lnTo>
                    <a:lnTo>
                      <a:pt x="162533" y="1074802"/>
                    </a:lnTo>
                    <a:lnTo>
                      <a:pt x="171291" y="1081121"/>
                    </a:lnTo>
                    <a:lnTo>
                      <a:pt x="174451" y="1076742"/>
                    </a:lnTo>
                    <a:lnTo>
                      <a:pt x="195127" y="1085002"/>
                    </a:lnTo>
                    <a:lnTo>
                      <a:pt x="186369" y="1078683"/>
                    </a:lnTo>
                    <a:lnTo>
                      <a:pt x="189528" y="1074304"/>
                    </a:lnTo>
                    <a:lnTo>
                      <a:pt x="180770" y="1067984"/>
                    </a:lnTo>
                    <a:lnTo>
                      <a:pt x="183930" y="1063605"/>
                    </a:lnTo>
                    <a:lnTo>
                      <a:pt x="175172" y="1057286"/>
                    </a:lnTo>
                    <a:lnTo>
                      <a:pt x="178332" y="1052907"/>
                    </a:lnTo>
                    <a:lnTo>
                      <a:pt x="173953" y="1049747"/>
                    </a:lnTo>
                    <a:moveTo>
                      <a:pt x="366155" y="864563"/>
                    </a:moveTo>
                    <a:lnTo>
                      <a:pt x="380084" y="910810"/>
                    </a:lnTo>
                    <a:lnTo>
                      <a:pt x="334729" y="894205"/>
                    </a:lnTo>
                    <a:lnTo>
                      <a:pt x="366155" y="864563"/>
                    </a:lnTo>
                    <a:lnTo>
                      <a:pt x="362227" y="868268"/>
                    </a:lnTo>
                    <a:lnTo>
                      <a:pt x="372674" y="902953"/>
                    </a:lnTo>
                    <a:lnTo>
                      <a:pt x="338657" y="890499"/>
                    </a:lnTo>
                    <a:lnTo>
                      <a:pt x="342363" y="894428"/>
                    </a:lnTo>
                    <a:lnTo>
                      <a:pt x="365932" y="872196"/>
                    </a:lnTo>
                    <a:lnTo>
                      <a:pt x="362227" y="868268"/>
                    </a:lnTo>
                    <a:lnTo>
                      <a:pt x="366155" y="864563"/>
                    </a:lnTo>
                    <a:lnTo>
                      <a:pt x="365709" y="879830"/>
                    </a:lnTo>
                    <a:lnTo>
                      <a:pt x="369637" y="876124"/>
                    </a:lnTo>
                    <a:lnTo>
                      <a:pt x="369191" y="891391"/>
                    </a:lnTo>
                    <a:lnTo>
                      <a:pt x="373120" y="887686"/>
                    </a:lnTo>
                    <a:lnTo>
                      <a:pt x="376379" y="906881"/>
                    </a:lnTo>
                    <a:lnTo>
                      <a:pt x="357407" y="902507"/>
                    </a:lnTo>
                    <a:lnTo>
                      <a:pt x="361335" y="898802"/>
                    </a:lnTo>
                    <a:lnTo>
                      <a:pt x="346068" y="898356"/>
                    </a:lnTo>
                    <a:lnTo>
                      <a:pt x="349996" y="894651"/>
                    </a:lnTo>
                    <a:lnTo>
                      <a:pt x="334729" y="894205"/>
                    </a:lnTo>
                    <a:lnTo>
                      <a:pt x="346291" y="890722"/>
                    </a:lnTo>
                    <a:lnTo>
                      <a:pt x="346514" y="883089"/>
                    </a:lnTo>
                    <a:lnTo>
                      <a:pt x="354147" y="883312"/>
                    </a:lnTo>
                    <a:lnTo>
                      <a:pt x="354370" y="875678"/>
                    </a:lnTo>
                    <a:lnTo>
                      <a:pt x="362004" y="875901"/>
                    </a:lnTo>
                    <a:lnTo>
                      <a:pt x="366155" y="864563"/>
                    </a:lnTo>
                    <a:lnTo>
                      <a:pt x="365932" y="872196"/>
                    </a:lnTo>
                    <a:lnTo>
                      <a:pt x="358299" y="871973"/>
                    </a:lnTo>
                    <a:lnTo>
                      <a:pt x="358076" y="879607"/>
                    </a:lnTo>
                    <a:lnTo>
                      <a:pt x="350442" y="879384"/>
                    </a:lnTo>
                    <a:lnTo>
                      <a:pt x="350219" y="887017"/>
                    </a:lnTo>
                    <a:lnTo>
                      <a:pt x="342586" y="886794"/>
                    </a:lnTo>
                    <a:lnTo>
                      <a:pt x="342363" y="894428"/>
                    </a:lnTo>
                    <a:lnTo>
                      <a:pt x="346068" y="898356"/>
                    </a:lnTo>
                    <a:lnTo>
                      <a:pt x="349996" y="894651"/>
                    </a:lnTo>
                    <a:lnTo>
                      <a:pt x="357407" y="902507"/>
                    </a:lnTo>
                    <a:lnTo>
                      <a:pt x="361335" y="898802"/>
                    </a:lnTo>
                    <a:lnTo>
                      <a:pt x="380084" y="910810"/>
                    </a:lnTo>
                    <a:lnTo>
                      <a:pt x="372674" y="902953"/>
                    </a:lnTo>
                    <a:lnTo>
                      <a:pt x="376602" y="899248"/>
                    </a:lnTo>
                    <a:lnTo>
                      <a:pt x="369191" y="891391"/>
                    </a:lnTo>
                    <a:lnTo>
                      <a:pt x="373120" y="887686"/>
                    </a:lnTo>
                    <a:lnTo>
                      <a:pt x="365709" y="879830"/>
                    </a:lnTo>
                    <a:lnTo>
                      <a:pt x="369637" y="876124"/>
                    </a:lnTo>
                    <a:lnTo>
                      <a:pt x="365932" y="872196"/>
                    </a:lnTo>
                    <a:moveTo>
                      <a:pt x="549473" y="691650"/>
                    </a:moveTo>
                    <a:lnTo>
                      <a:pt x="563402" y="737897"/>
                    </a:lnTo>
                    <a:lnTo>
                      <a:pt x="518047" y="721292"/>
                    </a:lnTo>
                    <a:lnTo>
                      <a:pt x="549473" y="691650"/>
                    </a:lnTo>
                    <a:lnTo>
                      <a:pt x="545544" y="695355"/>
                    </a:lnTo>
                    <a:lnTo>
                      <a:pt x="555991" y="730041"/>
                    </a:lnTo>
                    <a:lnTo>
                      <a:pt x="521975" y="717587"/>
                    </a:lnTo>
                    <a:lnTo>
                      <a:pt x="525680" y="721515"/>
                    </a:lnTo>
                    <a:lnTo>
                      <a:pt x="549250" y="699284"/>
                    </a:lnTo>
                    <a:lnTo>
                      <a:pt x="545544" y="695355"/>
                    </a:lnTo>
                    <a:lnTo>
                      <a:pt x="549473" y="691650"/>
                    </a:lnTo>
                    <a:lnTo>
                      <a:pt x="549027" y="706917"/>
                    </a:lnTo>
                    <a:lnTo>
                      <a:pt x="552955" y="703212"/>
                    </a:lnTo>
                    <a:lnTo>
                      <a:pt x="552509" y="718479"/>
                    </a:lnTo>
                    <a:lnTo>
                      <a:pt x="556437" y="714774"/>
                    </a:lnTo>
                    <a:lnTo>
                      <a:pt x="559696" y="733969"/>
                    </a:lnTo>
                    <a:lnTo>
                      <a:pt x="540724" y="729595"/>
                    </a:lnTo>
                    <a:lnTo>
                      <a:pt x="544652" y="725889"/>
                    </a:lnTo>
                    <a:lnTo>
                      <a:pt x="529385" y="725443"/>
                    </a:lnTo>
                    <a:lnTo>
                      <a:pt x="533314" y="721738"/>
                    </a:lnTo>
                    <a:lnTo>
                      <a:pt x="518047" y="721292"/>
                    </a:lnTo>
                    <a:lnTo>
                      <a:pt x="529608" y="717810"/>
                    </a:lnTo>
                    <a:lnTo>
                      <a:pt x="529831" y="710176"/>
                    </a:lnTo>
                    <a:lnTo>
                      <a:pt x="537465" y="710399"/>
                    </a:lnTo>
                    <a:lnTo>
                      <a:pt x="537688" y="702766"/>
                    </a:lnTo>
                    <a:lnTo>
                      <a:pt x="545321" y="702989"/>
                    </a:lnTo>
                    <a:lnTo>
                      <a:pt x="549473" y="691650"/>
                    </a:lnTo>
                    <a:lnTo>
                      <a:pt x="549250" y="699284"/>
                    </a:lnTo>
                    <a:lnTo>
                      <a:pt x="541616" y="699061"/>
                    </a:lnTo>
                    <a:lnTo>
                      <a:pt x="541393" y="706694"/>
                    </a:lnTo>
                    <a:lnTo>
                      <a:pt x="533760" y="706471"/>
                    </a:lnTo>
                    <a:lnTo>
                      <a:pt x="533537" y="714105"/>
                    </a:lnTo>
                    <a:lnTo>
                      <a:pt x="525903" y="713882"/>
                    </a:lnTo>
                    <a:lnTo>
                      <a:pt x="525680" y="721515"/>
                    </a:lnTo>
                    <a:lnTo>
                      <a:pt x="529385" y="725443"/>
                    </a:lnTo>
                    <a:lnTo>
                      <a:pt x="533314" y="721738"/>
                    </a:lnTo>
                    <a:lnTo>
                      <a:pt x="540724" y="729595"/>
                    </a:lnTo>
                    <a:lnTo>
                      <a:pt x="544652" y="725889"/>
                    </a:lnTo>
                    <a:lnTo>
                      <a:pt x="563402" y="737897"/>
                    </a:lnTo>
                    <a:lnTo>
                      <a:pt x="555991" y="730041"/>
                    </a:lnTo>
                    <a:lnTo>
                      <a:pt x="559919" y="726335"/>
                    </a:lnTo>
                    <a:lnTo>
                      <a:pt x="552509" y="718479"/>
                    </a:lnTo>
                    <a:lnTo>
                      <a:pt x="556437" y="714774"/>
                    </a:lnTo>
                    <a:lnTo>
                      <a:pt x="549027" y="706917"/>
                    </a:lnTo>
                    <a:lnTo>
                      <a:pt x="552955" y="703212"/>
                    </a:lnTo>
                    <a:lnTo>
                      <a:pt x="549250" y="699284"/>
                    </a:lnTo>
                    <a:moveTo>
                      <a:pt x="732790" y="518738"/>
                    </a:moveTo>
                    <a:lnTo>
                      <a:pt x="746719" y="564985"/>
                    </a:lnTo>
                    <a:lnTo>
                      <a:pt x="701364" y="548380"/>
                    </a:lnTo>
                    <a:lnTo>
                      <a:pt x="732790" y="518738"/>
                    </a:lnTo>
                    <a:lnTo>
                      <a:pt x="728862" y="522443"/>
                    </a:lnTo>
                    <a:lnTo>
                      <a:pt x="739309" y="557128"/>
                    </a:lnTo>
                    <a:lnTo>
                      <a:pt x="705292" y="544675"/>
                    </a:lnTo>
                    <a:lnTo>
                      <a:pt x="708998" y="548603"/>
                    </a:lnTo>
                    <a:lnTo>
                      <a:pt x="732567" y="526371"/>
                    </a:lnTo>
                    <a:lnTo>
                      <a:pt x="728862" y="522443"/>
                    </a:lnTo>
                    <a:lnTo>
                      <a:pt x="732790" y="518738"/>
                    </a:lnTo>
                    <a:lnTo>
                      <a:pt x="732344" y="534005"/>
                    </a:lnTo>
                    <a:lnTo>
                      <a:pt x="736272" y="530299"/>
                    </a:lnTo>
                    <a:lnTo>
                      <a:pt x="735826" y="545566"/>
                    </a:lnTo>
                    <a:lnTo>
                      <a:pt x="739755" y="541861"/>
                    </a:lnTo>
                    <a:lnTo>
                      <a:pt x="743014" y="561056"/>
                    </a:lnTo>
                    <a:lnTo>
                      <a:pt x="724042" y="556682"/>
                    </a:lnTo>
                    <a:lnTo>
                      <a:pt x="727970" y="552977"/>
                    </a:lnTo>
                    <a:lnTo>
                      <a:pt x="712703" y="552531"/>
                    </a:lnTo>
                    <a:lnTo>
                      <a:pt x="716631" y="548826"/>
                    </a:lnTo>
                    <a:lnTo>
                      <a:pt x="701364" y="548380"/>
                    </a:lnTo>
                    <a:lnTo>
                      <a:pt x="712926" y="544897"/>
                    </a:lnTo>
                    <a:lnTo>
                      <a:pt x="713149" y="537264"/>
                    </a:lnTo>
                    <a:lnTo>
                      <a:pt x="720782" y="537487"/>
                    </a:lnTo>
                    <a:lnTo>
                      <a:pt x="721005" y="529853"/>
                    </a:lnTo>
                    <a:lnTo>
                      <a:pt x="728639" y="530076"/>
                    </a:lnTo>
                    <a:lnTo>
                      <a:pt x="732790" y="518738"/>
                    </a:lnTo>
                    <a:lnTo>
                      <a:pt x="732567" y="526371"/>
                    </a:lnTo>
                    <a:lnTo>
                      <a:pt x="724933" y="526148"/>
                    </a:lnTo>
                    <a:lnTo>
                      <a:pt x="724710" y="533782"/>
                    </a:lnTo>
                    <a:lnTo>
                      <a:pt x="717077" y="533559"/>
                    </a:lnTo>
                    <a:lnTo>
                      <a:pt x="716854" y="541192"/>
                    </a:lnTo>
                    <a:lnTo>
                      <a:pt x="709221" y="540969"/>
                    </a:lnTo>
                    <a:lnTo>
                      <a:pt x="708998" y="548603"/>
                    </a:lnTo>
                    <a:lnTo>
                      <a:pt x="712703" y="552531"/>
                    </a:lnTo>
                    <a:lnTo>
                      <a:pt x="716631" y="548826"/>
                    </a:lnTo>
                    <a:lnTo>
                      <a:pt x="724042" y="556682"/>
                    </a:lnTo>
                    <a:lnTo>
                      <a:pt x="727970" y="552977"/>
                    </a:lnTo>
                    <a:lnTo>
                      <a:pt x="746719" y="564985"/>
                    </a:lnTo>
                    <a:lnTo>
                      <a:pt x="739309" y="557128"/>
                    </a:lnTo>
                    <a:lnTo>
                      <a:pt x="743237" y="553423"/>
                    </a:lnTo>
                    <a:lnTo>
                      <a:pt x="735826" y="545566"/>
                    </a:lnTo>
                    <a:lnTo>
                      <a:pt x="739755" y="541861"/>
                    </a:lnTo>
                    <a:lnTo>
                      <a:pt x="732344" y="534005"/>
                    </a:lnTo>
                    <a:lnTo>
                      <a:pt x="736272" y="530299"/>
                    </a:lnTo>
                    <a:lnTo>
                      <a:pt x="732567" y="526371"/>
                    </a:lnTo>
                    <a:moveTo>
                      <a:pt x="916107" y="345825"/>
                    </a:moveTo>
                    <a:lnTo>
                      <a:pt x="930037" y="392072"/>
                    </a:lnTo>
                    <a:lnTo>
                      <a:pt x="884681" y="375467"/>
                    </a:lnTo>
                    <a:lnTo>
                      <a:pt x="916107" y="345825"/>
                    </a:lnTo>
                    <a:lnTo>
                      <a:pt x="912179" y="349530"/>
                    </a:lnTo>
                    <a:lnTo>
                      <a:pt x="922626" y="384216"/>
                    </a:lnTo>
                    <a:lnTo>
                      <a:pt x="888610" y="371762"/>
                    </a:lnTo>
                    <a:lnTo>
                      <a:pt x="892315" y="375690"/>
                    </a:lnTo>
                    <a:lnTo>
                      <a:pt x="915884" y="353459"/>
                    </a:lnTo>
                    <a:lnTo>
                      <a:pt x="912179" y="349530"/>
                    </a:lnTo>
                    <a:lnTo>
                      <a:pt x="916107" y="345825"/>
                    </a:lnTo>
                    <a:lnTo>
                      <a:pt x="915661" y="361092"/>
                    </a:lnTo>
                    <a:lnTo>
                      <a:pt x="919590" y="357387"/>
                    </a:lnTo>
                    <a:lnTo>
                      <a:pt x="919144" y="372654"/>
                    </a:lnTo>
                    <a:lnTo>
                      <a:pt x="923072" y="368949"/>
                    </a:lnTo>
                    <a:lnTo>
                      <a:pt x="926331" y="388144"/>
                    </a:lnTo>
                    <a:lnTo>
                      <a:pt x="907359" y="383770"/>
                    </a:lnTo>
                    <a:lnTo>
                      <a:pt x="911287" y="380064"/>
                    </a:lnTo>
                    <a:lnTo>
                      <a:pt x="896020" y="379618"/>
                    </a:lnTo>
                    <a:lnTo>
                      <a:pt x="899948" y="375913"/>
                    </a:lnTo>
                    <a:lnTo>
                      <a:pt x="884681" y="375467"/>
                    </a:lnTo>
                    <a:lnTo>
                      <a:pt x="896243" y="371985"/>
                    </a:lnTo>
                    <a:lnTo>
                      <a:pt x="896466" y="364352"/>
                    </a:lnTo>
                    <a:lnTo>
                      <a:pt x="904100" y="364574"/>
                    </a:lnTo>
                    <a:lnTo>
                      <a:pt x="904323" y="356941"/>
                    </a:lnTo>
                    <a:lnTo>
                      <a:pt x="911956" y="357164"/>
                    </a:lnTo>
                    <a:lnTo>
                      <a:pt x="916107" y="345825"/>
                    </a:lnTo>
                    <a:lnTo>
                      <a:pt x="915884" y="353459"/>
                    </a:lnTo>
                    <a:lnTo>
                      <a:pt x="908251" y="353236"/>
                    </a:lnTo>
                    <a:lnTo>
                      <a:pt x="908028" y="360869"/>
                    </a:lnTo>
                    <a:lnTo>
                      <a:pt x="900394" y="360646"/>
                    </a:lnTo>
                    <a:lnTo>
                      <a:pt x="900171" y="368280"/>
                    </a:lnTo>
                    <a:lnTo>
                      <a:pt x="892538" y="368057"/>
                    </a:lnTo>
                    <a:lnTo>
                      <a:pt x="892315" y="375690"/>
                    </a:lnTo>
                    <a:lnTo>
                      <a:pt x="896020" y="379618"/>
                    </a:lnTo>
                    <a:lnTo>
                      <a:pt x="899948" y="375913"/>
                    </a:lnTo>
                    <a:lnTo>
                      <a:pt x="907359" y="383770"/>
                    </a:lnTo>
                    <a:lnTo>
                      <a:pt x="911287" y="380064"/>
                    </a:lnTo>
                    <a:lnTo>
                      <a:pt x="930037" y="392072"/>
                    </a:lnTo>
                    <a:lnTo>
                      <a:pt x="922626" y="384216"/>
                    </a:lnTo>
                    <a:lnTo>
                      <a:pt x="926554" y="380510"/>
                    </a:lnTo>
                    <a:lnTo>
                      <a:pt x="919144" y="372654"/>
                    </a:lnTo>
                    <a:lnTo>
                      <a:pt x="923072" y="368949"/>
                    </a:lnTo>
                    <a:lnTo>
                      <a:pt x="915661" y="361092"/>
                    </a:lnTo>
                    <a:lnTo>
                      <a:pt x="919590" y="357387"/>
                    </a:lnTo>
                    <a:lnTo>
                      <a:pt x="915884" y="353459"/>
                    </a:lnTo>
                    <a:moveTo>
                      <a:pt x="1099425" y="172913"/>
                    </a:moveTo>
                    <a:lnTo>
                      <a:pt x="1113354" y="219160"/>
                    </a:lnTo>
                    <a:lnTo>
                      <a:pt x="1067999" y="202555"/>
                    </a:lnTo>
                    <a:lnTo>
                      <a:pt x="1099425" y="172913"/>
                    </a:lnTo>
                    <a:lnTo>
                      <a:pt x="1095497" y="176618"/>
                    </a:lnTo>
                    <a:lnTo>
                      <a:pt x="1105943" y="211303"/>
                    </a:lnTo>
                    <a:lnTo>
                      <a:pt x="1071927" y="198850"/>
                    </a:lnTo>
                    <a:lnTo>
                      <a:pt x="1075632" y="202778"/>
                    </a:lnTo>
                    <a:lnTo>
                      <a:pt x="1099202" y="180546"/>
                    </a:lnTo>
                    <a:lnTo>
                      <a:pt x="1095497" y="176618"/>
                    </a:lnTo>
                    <a:lnTo>
                      <a:pt x="1099425" y="172913"/>
                    </a:lnTo>
                    <a:lnTo>
                      <a:pt x="1098979" y="188180"/>
                    </a:lnTo>
                    <a:lnTo>
                      <a:pt x="1102907" y="184474"/>
                    </a:lnTo>
                    <a:lnTo>
                      <a:pt x="1102461" y="199741"/>
                    </a:lnTo>
                    <a:lnTo>
                      <a:pt x="1106389" y="196036"/>
                    </a:lnTo>
                    <a:lnTo>
                      <a:pt x="1109649" y="215231"/>
                    </a:lnTo>
                    <a:lnTo>
                      <a:pt x="1090676" y="210857"/>
                    </a:lnTo>
                    <a:lnTo>
                      <a:pt x="1094605" y="207152"/>
                    </a:lnTo>
                    <a:lnTo>
                      <a:pt x="1079338" y="206706"/>
                    </a:lnTo>
                    <a:lnTo>
                      <a:pt x="1083266" y="203001"/>
                    </a:lnTo>
                    <a:lnTo>
                      <a:pt x="1067999" y="202555"/>
                    </a:lnTo>
                    <a:lnTo>
                      <a:pt x="1079561" y="199073"/>
                    </a:lnTo>
                    <a:lnTo>
                      <a:pt x="1079784" y="191439"/>
                    </a:lnTo>
                    <a:lnTo>
                      <a:pt x="1087417" y="191662"/>
                    </a:lnTo>
                    <a:lnTo>
                      <a:pt x="1087640" y="184028"/>
                    </a:lnTo>
                    <a:lnTo>
                      <a:pt x="1095274" y="184251"/>
                    </a:lnTo>
                    <a:lnTo>
                      <a:pt x="1099425" y="172913"/>
                    </a:lnTo>
                    <a:lnTo>
                      <a:pt x="1099202" y="180546"/>
                    </a:lnTo>
                    <a:lnTo>
                      <a:pt x="1091568" y="180323"/>
                    </a:lnTo>
                    <a:lnTo>
                      <a:pt x="1091345" y="187957"/>
                    </a:lnTo>
                    <a:lnTo>
                      <a:pt x="1083712" y="187734"/>
                    </a:lnTo>
                    <a:lnTo>
                      <a:pt x="1083489" y="195367"/>
                    </a:lnTo>
                    <a:lnTo>
                      <a:pt x="1075855" y="195144"/>
                    </a:lnTo>
                    <a:lnTo>
                      <a:pt x="1075632" y="202778"/>
                    </a:lnTo>
                    <a:lnTo>
                      <a:pt x="1079338" y="206706"/>
                    </a:lnTo>
                    <a:lnTo>
                      <a:pt x="1083266" y="203001"/>
                    </a:lnTo>
                    <a:lnTo>
                      <a:pt x="1090676" y="210857"/>
                    </a:lnTo>
                    <a:lnTo>
                      <a:pt x="1094605" y="207152"/>
                    </a:lnTo>
                    <a:lnTo>
                      <a:pt x="1113354" y="219160"/>
                    </a:lnTo>
                    <a:lnTo>
                      <a:pt x="1105943" y="211303"/>
                    </a:lnTo>
                    <a:lnTo>
                      <a:pt x="1109872" y="207598"/>
                    </a:lnTo>
                    <a:lnTo>
                      <a:pt x="1102461" y="199741"/>
                    </a:lnTo>
                    <a:lnTo>
                      <a:pt x="1106389" y="196036"/>
                    </a:lnTo>
                    <a:lnTo>
                      <a:pt x="1098979" y="188180"/>
                    </a:lnTo>
                    <a:lnTo>
                      <a:pt x="1102907" y="184474"/>
                    </a:lnTo>
                    <a:lnTo>
                      <a:pt x="1099202" y="180546"/>
                    </a:lnTo>
                    <a:moveTo>
                      <a:pt x="1282742" y="0"/>
                    </a:moveTo>
                    <a:lnTo>
                      <a:pt x="1296671" y="46247"/>
                    </a:lnTo>
                    <a:lnTo>
                      <a:pt x="1251316" y="29642"/>
                    </a:lnTo>
                    <a:lnTo>
                      <a:pt x="1282742" y="0"/>
                    </a:lnTo>
                    <a:lnTo>
                      <a:pt x="1278814" y="3705"/>
                    </a:lnTo>
                    <a:lnTo>
                      <a:pt x="1289261" y="38391"/>
                    </a:lnTo>
                    <a:lnTo>
                      <a:pt x="1255245" y="25937"/>
                    </a:lnTo>
                    <a:lnTo>
                      <a:pt x="1258950" y="29865"/>
                    </a:lnTo>
                    <a:lnTo>
                      <a:pt x="1282519" y="7634"/>
                    </a:lnTo>
                    <a:lnTo>
                      <a:pt x="1278814" y="3705"/>
                    </a:lnTo>
                    <a:lnTo>
                      <a:pt x="1282742" y="0"/>
                    </a:lnTo>
                    <a:lnTo>
                      <a:pt x="1282296" y="15267"/>
                    </a:lnTo>
                    <a:lnTo>
                      <a:pt x="1286224" y="11562"/>
                    </a:lnTo>
                    <a:lnTo>
                      <a:pt x="1285779" y="26829"/>
                    </a:lnTo>
                    <a:lnTo>
                      <a:pt x="1289707" y="23124"/>
                    </a:lnTo>
                    <a:lnTo>
                      <a:pt x="1292966" y="42319"/>
                    </a:lnTo>
                    <a:lnTo>
                      <a:pt x="1273994" y="37945"/>
                    </a:lnTo>
                    <a:lnTo>
                      <a:pt x="1277922" y="34239"/>
                    </a:lnTo>
                    <a:lnTo>
                      <a:pt x="1262655" y="33794"/>
                    </a:lnTo>
                    <a:lnTo>
                      <a:pt x="1266583" y="30088"/>
                    </a:lnTo>
                    <a:lnTo>
                      <a:pt x="1251316" y="29642"/>
                    </a:lnTo>
                    <a:lnTo>
                      <a:pt x="1262878" y="26160"/>
                    </a:lnTo>
                    <a:lnTo>
                      <a:pt x="1263101" y="18527"/>
                    </a:lnTo>
                    <a:lnTo>
                      <a:pt x="1270734" y="18749"/>
                    </a:lnTo>
                    <a:lnTo>
                      <a:pt x="1270957" y="11116"/>
                    </a:lnTo>
                    <a:lnTo>
                      <a:pt x="1278591" y="11339"/>
                    </a:lnTo>
                    <a:lnTo>
                      <a:pt x="1282742" y="0"/>
                    </a:lnTo>
                    <a:lnTo>
                      <a:pt x="1282519" y="7634"/>
                    </a:lnTo>
                    <a:lnTo>
                      <a:pt x="1274886" y="7411"/>
                    </a:lnTo>
                    <a:lnTo>
                      <a:pt x="1274663" y="15044"/>
                    </a:lnTo>
                    <a:lnTo>
                      <a:pt x="1267029" y="14821"/>
                    </a:lnTo>
                    <a:lnTo>
                      <a:pt x="1266806" y="22455"/>
                    </a:lnTo>
                    <a:lnTo>
                      <a:pt x="1259173" y="22232"/>
                    </a:lnTo>
                    <a:lnTo>
                      <a:pt x="1258950" y="29865"/>
                    </a:lnTo>
                    <a:lnTo>
                      <a:pt x="1262655" y="33794"/>
                    </a:lnTo>
                    <a:lnTo>
                      <a:pt x="1266583" y="30088"/>
                    </a:lnTo>
                    <a:lnTo>
                      <a:pt x="1273994" y="37945"/>
                    </a:lnTo>
                    <a:lnTo>
                      <a:pt x="1277922" y="34239"/>
                    </a:lnTo>
                    <a:lnTo>
                      <a:pt x="1296671" y="46247"/>
                    </a:lnTo>
                    <a:lnTo>
                      <a:pt x="1289261" y="38391"/>
                    </a:lnTo>
                    <a:lnTo>
                      <a:pt x="1293189" y="34685"/>
                    </a:lnTo>
                    <a:lnTo>
                      <a:pt x="1285779" y="26829"/>
                    </a:lnTo>
                    <a:lnTo>
                      <a:pt x="1289707" y="23124"/>
                    </a:lnTo>
                    <a:lnTo>
                      <a:pt x="1282296" y="15267"/>
                    </a:lnTo>
                    <a:lnTo>
                      <a:pt x="1286224" y="11562"/>
                    </a:lnTo>
                    <a:lnTo>
                      <a:pt x="1282519" y="76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29" name="Контур"/>
              <p:cNvSpPr/>
              <p:nvPr/>
            </p:nvSpPr>
            <p:spPr>
              <a:xfrm>
                <a:off x="4463308" y="1625833"/>
                <a:ext cx="1728370" cy="1846905"/>
              </a:xfrm>
              <a:custGeom>
                <a:avLst/>
                <a:gdLst/>
                <a:ahLst/>
                <a:cxnLst/>
                <a:rect l="l" t="t" r="r" b="b"/>
                <a:pathLst>
                  <a:path w="1728370" h="1846905" fill="none">
                    <a:moveTo>
                      <a:pt x="683163" y="1846905"/>
                    </a:moveTo>
                    <a:lnTo>
                      <a:pt x="710661" y="1820968"/>
                    </a:lnTo>
                    <a:moveTo>
                      <a:pt x="710661" y="1820968"/>
                    </a:moveTo>
                    <a:lnTo>
                      <a:pt x="738160" y="1795032"/>
                    </a:lnTo>
                    <a:moveTo>
                      <a:pt x="738160" y="1795032"/>
                    </a:moveTo>
                    <a:lnTo>
                      <a:pt x="765658" y="1769096"/>
                    </a:lnTo>
                    <a:moveTo>
                      <a:pt x="765658" y="1769096"/>
                    </a:moveTo>
                    <a:lnTo>
                      <a:pt x="793156" y="1743160"/>
                    </a:lnTo>
                    <a:moveTo>
                      <a:pt x="793156" y="1743160"/>
                    </a:moveTo>
                    <a:lnTo>
                      <a:pt x="820654" y="1717224"/>
                    </a:lnTo>
                    <a:moveTo>
                      <a:pt x="820654" y="1717224"/>
                    </a:moveTo>
                    <a:lnTo>
                      <a:pt x="848153" y="1691288"/>
                    </a:lnTo>
                    <a:moveTo>
                      <a:pt x="848153" y="1691288"/>
                    </a:moveTo>
                    <a:lnTo>
                      <a:pt x="875651" y="1665351"/>
                    </a:lnTo>
                    <a:moveTo>
                      <a:pt x="875651" y="1665351"/>
                    </a:moveTo>
                    <a:lnTo>
                      <a:pt x="903149" y="1639415"/>
                    </a:lnTo>
                    <a:moveTo>
                      <a:pt x="903149" y="1639415"/>
                    </a:moveTo>
                    <a:lnTo>
                      <a:pt x="930647" y="1613479"/>
                    </a:lnTo>
                    <a:moveTo>
                      <a:pt x="930647" y="1613479"/>
                    </a:moveTo>
                    <a:lnTo>
                      <a:pt x="958146" y="1587543"/>
                    </a:lnTo>
                    <a:moveTo>
                      <a:pt x="958146" y="1587543"/>
                    </a:moveTo>
                    <a:lnTo>
                      <a:pt x="985644" y="1561607"/>
                    </a:lnTo>
                    <a:moveTo>
                      <a:pt x="985644" y="1561607"/>
                    </a:moveTo>
                    <a:lnTo>
                      <a:pt x="1013142" y="1535670"/>
                    </a:lnTo>
                    <a:moveTo>
                      <a:pt x="1013142" y="1535670"/>
                    </a:moveTo>
                    <a:lnTo>
                      <a:pt x="1040640" y="1509734"/>
                    </a:lnTo>
                    <a:moveTo>
                      <a:pt x="1040640" y="1509734"/>
                    </a:moveTo>
                    <a:lnTo>
                      <a:pt x="1068139" y="1483798"/>
                    </a:lnTo>
                    <a:moveTo>
                      <a:pt x="1068139" y="1483798"/>
                    </a:moveTo>
                    <a:lnTo>
                      <a:pt x="1095637" y="1457862"/>
                    </a:lnTo>
                    <a:moveTo>
                      <a:pt x="1095637" y="1457862"/>
                    </a:moveTo>
                    <a:lnTo>
                      <a:pt x="1123135" y="1431926"/>
                    </a:lnTo>
                    <a:moveTo>
                      <a:pt x="1123135" y="1431926"/>
                    </a:moveTo>
                    <a:lnTo>
                      <a:pt x="1150634" y="1405990"/>
                    </a:lnTo>
                    <a:moveTo>
                      <a:pt x="1150634" y="1405990"/>
                    </a:moveTo>
                    <a:lnTo>
                      <a:pt x="1178132" y="1380053"/>
                    </a:lnTo>
                    <a:moveTo>
                      <a:pt x="1178132" y="1380053"/>
                    </a:moveTo>
                    <a:lnTo>
                      <a:pt x="1205630" y="1354117"/>
                    </a:lnTo>
                    <a:moveTo>
                      <a:pt x="1205630" y="1354117"/>
                    </a:moveTo>
                    <a:lnTo>
                      <a:pt x="1233128" y="1328181"/>
                    </a:lnTo>
                    <a:moveTo>
                      <a:pt x="1233128" y="1328181"/>
                    </a:moveTo>
                    <a:lnTo>
                      <a:pt x="1260627" y="1302245"/>
                    </a:lnTo>
                    <a:moveTo>
                      <a:pt x="1260627" y="1302245"/>
                    </a:moveTo>
                    <a:lnTo>
                      <a:pt x="1288125" y="1276309"/>
                    </a:lnTo>
                    <a:moveTo>
                      <a:pt x="1288125" y="1276309"/>
                    </a:moveTo>
                    <a:lnTo>
                      <a:pt x="1315623" y="1250373"/>
                    </a:lnTo>
                    <a:moveTo>
                      <a:pt x="1315623" y="1250373"/>
                    </a:moveTo>
                    <a:lnTo>
                      <a:pt x="1327719" y="1238964"/>
                    </a:lnTo>
                    <a:lnTo>
                      <a:pt x="1343121" y="1224436"/>
                    </a:lnTo>
                    <a:moveTo>
                      <a:pt x="1343121" y="1224436"/>
                    </a:moveTo>
                    <a:lnTo>
                      <a:pt x="1370619" y="1198500"/>
                    </a:lnTo>
                    <a:moveTo>
                      <a:pt x="1370619" y="1198500"/>
                    </a:moveTo>
                    <a:lnTo>
                      <a:pt x="1376467" y="1192985"/>
                    </a:lnTo>
                    <a:moveTo>
                      <a:pt x="1376467" y="1192985"/>
                    </a:moveTo>
                    <a:lnTo>
                      <a:pt x="1350531" y="1165486"/>
                    </a:lnTo>
                    <a:moveTo>
                      <a:pt x="1350531" y="1165486"/>
                    </a:moveTo>
                    <a:lnTo>
                      <a:pt x="1324595" y="1137988"/>
                    </a:lnTo>
                    <a:moveTo>
                      <a:pt x="1324595" y="1137988"/>
                    </a:moveTo>
                    <a:lnTo>
                      <a:pt x="1298659" y="1110489"/>
                    </a:lnTo>
                    <a:moveTo>
                      <a:pt x="1298659" y="1110489"/>
                    </a:moveTo>
                    <a:lnTo>
                      <a:pt x="1272723" y="1082991"/>
                    </a:lnTo>
                    <a:moveTo>
                      <a:pt x="1272723" y="1082991"/>
                    </a:moveTo>
                    <a:lnTo>
                      <a:pt x="1246787" y="1055493"/>
                    </a:lnTo>
                    <a:moveTo>
                      <a:pt x="1246787" y="1055493"/>
                    </a:moveTo>
                    <a:lnTo>
                      <a:pt x="1220851" y="1027994"/>
                    </a:lnTo>
                    <a:moveTo>
                      <a:pt x="1220851" y="1027994"/>
                    </a:moveTo>
                    <a:lnTo>
                      <a:pt x="1194915" y="1000496"/>
                    </a:lnTo>
                    <a:moveTo>
                      <a:pt x="1194915" y="1000496"/>
                    </a:moveTo>
                    <a:lnTo>
                      <a:pt x="1168979" y="972997"/>
                    </a:lnTo>
                    <a:moveTo>
                      <a:pt x="1168979" y="972997"/>
                    </a:moveTo>
                    <a:lnTo>
                      <a:pt x="1143043" y="945499"/>
                    </a:lnTo>
                    <a:moveTo>
                      <a:pt x="1143043" y="945499"/>
                    </a:moveTo>
                    <a:lnTo>
                      <a:pt x="1117106" y="918001"/>
                    </a:lnTo>
                    <a:moveTo>
                      <a:pt x="1117106" y="918001"/>
                    </a:moveTo>
                    <a:lnTo>
                      <a:pt x="1091170" y="890502"/>
                    </a:lnTo>
                    <a:moveTo>
                      <a:pt x="1091170" y="890502"/>
                    </a:moveTo>
                    <a:lnTo>
                      <a:pt x="1065234" y="863004"/>
                    </a:lnTo>
                    <a:moveTo>
                      <a:pt x="1065234" y="863004"/>
                    </a:moveTo>
                    <a:lnTo>
                      <a:pt x="1039298" y="835505"/>
                    </a:lnTo>
                    <a:moveTo>
                      <a:pt x="1039298" y="835505"/>
                    </a:moveTo>
                    <a:lnTo>
                      <a:pt x="1013362" y="808007"/>
                    </a:lnTo>
                    <a:moveTo>
                      <a:pt x="1013362" y="808007"/>
                    </a:moveTo>
                    <a:lnTo>
                      <a:pt x="987426" y="780508"/>
                    </a:lnTo>
                    <a:moveTo>
                      <a:pt x="987426" y="780508"/>
                    </a:moveTo>
                    <a:lnTo>
                      <a:pt x="961490" y="753010"/>
                    </a:lnTo>
                    <a:moveTo>
                      <a:pt x="961490" y="753010"/>
                    </a:moveTo>
                    <a:lnTo>
                      <a:pt x="935554" y="725512"/>
                    </a:lnTo>
                    <a:moveTo>
                      <a:pt x="935554" y="725512"/>
                    </a:moveTo>
                    <a:lnTo>
                      <a:pt x="909618" y="698013"/>
                    </a:lnTo>
                    <a:moveTo>
                      <a:pt x="909618" y="698013"/>
                    </a:moveTo>
                    <a:lnTo>
                      <a:pt x="883682" y="670515"/>
                    </a:lnTo>
                    <a:moveTo>
                      <a:pt x="883682" y="670515"/>
                    </a:moveTo>
                    <a:lnTo>
                      <a:pt x="857746" y="643016"/>
                    </a:lnTo>
                    <a:moveTo>
                      <a:pt x="857746" y="643016"/>
                    </a:moveTo>
                    <a:lnTo>
                      <a:pt x="831810" y="615518"/>
                    </a:lnTo>
                    <a:moveTo>
                      <a:pt x="831810" y="615518"/>
                    </a:moveTo>
                    <a:lnTo>
                      <a:pt x="805874" y="588020"/>
                    </a:lnTo>
                    <a:moveTo>
                      <a:pt x="805874" y="588020"/>
                    </a:moveTo>
                    <a:lnTo>
                      <a:pt x="779938" y="560521"/>
                    </a:lnTo>
                    <a:moveTo>
                      <a:pt x="779938" y="560521"/>
                    </a:moveTo>
                    <a:lnTo>
                      <a:pt x="754002" y="533023"/>
                    </a:lnTo>
                    <a:moveTo>
                      <a:pt x="754002" y="533023"/>
                    </a:moveTo>
                    <a:lnTo>
                      <a:pt x="728066" y="505524"/>
                    </a:lnTo>
                    <a:moveTo>
                      <a:pt x="728066" y="505524"/>
                    </a:moveTo>
                    <a:lnTo>
                      <a:pt x="713320" y="489890"/>
                    </a:lnTo>
                    <a:lnTo>
                      <a:pt x="725184" y="478700"/>
                    </a:lnTo>
                    <a:moveTo>
                      <a:pt x="725184" y="478700"/>
                    </a:moveTo>
                    <a:lnTo>
                      <a:pt x="752682" y="452764"/>
                    </a:lnTo>
                    <a:moveTo>
                      <a:pt x="752682" y="452764"/>
                    </a:moveTo>
                    <a:lnTo>
                      <a:pt x="780180" y="426827"/>
                    </a:lnTo>
                    <a:moveTo>
                      <a:pt x="780180" y="426827"/>
                    </a:moveTo>
                    <a:lnTo>
                      <a:pt x="807678" y="400891"/>
                    </a:lnTo>
                    <a:moveTo>
                      <a:pt x="807678" y="400891"/>
                    </a:moveTo>
                    <a:lnTo>
                      <a:pt x="811528" y="397260"/>
                    </a:lnTo>
                    <a:lnTo>
                      <a:pt x="833840" y="420903"/>
                    </a:lnTo>
                    <a:moveTo>
                      <a:pt x="833840" y="420903"/>
                    </a:moveTo>
                    <a:lnTo>
                      <a:pt x="859784" y="448394"/>
                    </a:lnTo>
                    <a:moveTo>
                      <a:pt x="859784" y="448394"/>
                    </a:moveTo>
                    <a:lnTo>
                      <a:pt x="885728" y="475884"/>
                    </a:lnTo>
                    <a:moveTo>
                      <a:pt x="885728" y="475884"/>
                    </a:moveTo>
                    <a:lnTo>
                      <a:pt x="911672" y="503375"/>
                    </a:lnTo>
                    <a:moveTo>
                      <a:pt x="911672" y="503375"/>
                    </a:moveTo>
                    <a:lnTo>
                      <a:pt x="937616" y="530866"/>
                    </a:lnTo>
                    <a:moveTo>
                      <a:pt x="937616" y="530866"/>
                    </a:moveTo>
                    <a:lnTo>
                      <a:pt x="963560" y="558357"/>
                    </a:lnTo>
                    <a:moveTo>
                      <a:pt x="963560" y="558357"/>
                    </a:moveTo>
                    <a:lnTo>
                      <a:pt x="989504" y="585848"/>
                    </a:lnTo>
                    <a:moveTo>
                      <a:pt x="989504" y="585848"/>
                    </a:moveTo>
                    <a:lnTo>
                      <a:pt x="1015448" y="613339"/>
                    </a:lnTo>
                    <a:moveTo>
                      <a:pt x="1015448" y="613339"/>
                    </a:moveTo>
                    <a:lnTo>
                      <a:pt x="1041392" y="640830"/>
                    </a:lnTo>
                    <a:moveTo>
                      <a:pt x="1041392" y="640830"/>
                    </a:moveTo>
                    <a:lnTo>
                      <a:pt x="1067336" y="668321"/>
                    </a:lnTo>
                    <a:moveTo>
                      <a:pt x="1067336" y="668321"/>
                    </a:moveTo>
                    <a:lnTo>
                      <a:pt x="1093280" y="695811"/>
                    </a:lnTo>
                    <a:moveTo>
                      <a:pt x="1093280" y="695811"/>
                    </a:moveTo>
                    <a:lnTo>
                      <a:pt x="1119224" y="723302"/>
                    </a:lnTo>
                    <a:moveTo>
                      <a:pt x="1119224" y="723302"/>
                    </a:moveTo>
                    <a:lnTo>
                      <a:pt x="1145168" y="750793"/>
                    </a:lnTo>
                    <a:moveTo>
                      <a:pt x="1145168" y="750793"/>
                    </a:moveTo>
                    <a:lnTo>
                      <a:pt x="1171112" y="778284"/>
                    </a:lnTo>
                    <a:moveTo>
                      <a:pt x="1171112" y="778284"/>
                    </a:moveTo>
                    <a:lnTo>
                      <a:pt x="1197056" y="805775"/>
                    </a:lnTo>
                    <a:moveTo>
                      <a:pt x="1197056" y="805775"/>
                    </a:moveTo>
                    <a:lnTo>
                      <a:pt x="1223000" y="833266"/>
                    </a:lnTo>
                    <a:moveTo>
                      <a:pt x="1223000" y="833266"/>
                    </a:moveTo>
                    <a:lnTo>
                      <a:pt x="1248944" y="860757"/>
                    </a:lnTo>
                    <a:moveTo>
                      <a:pt x="1248944" y="860757"/>
                    </a:moveTo>
                    <a:lnTo>
                      <a:pt x="1274888" y="888248"/>
                    </a:lnTo>
                    <a:moveTo>
                      <a:pt x="1274888" y="888248"/>
                    </a:moveTo>
                    <a:lnTo>
                      <a:pt x="1300832" y="915738"/>
                    </a:lnTo>
                    <a:moveTo>
                      <a:pt x="1300832" y="915738"/>
                    </a:moveTo>
                    <a:lnTo>
                      <a:pt x="1326776" y="943229"/>
                    </a:lnTo>
                    <a:moveTo>
                      <a:pt x="1326776" y="943229"/>
                    </a:moveTo>
                    <a:lnTo>
                      <a:pt x="1335920" y="952919"/>
                    </a:lnTo>
                    <a:lnTo>
                      <a:pt x="1353725" y="936122"/>
                    </a:lnTo>
                    <a:moveTo>
                      <a:pt x="1353725" y="936122"/>
                    </a:moveTo>
                    <a:lnTo>
                      <a:pt x="1381221" y="910183"/>
                    </a:lnTo>
                    <a:moveTo>
                      <a:pt x="1381221" y="910183"/>
                    </a:moveTo>
                    <a:lnTo>
                      <a:pt x="1408717" y="884245"/>
                    </a:lnTo>
                    <a:moveTo>
                      <a:pt x="1408717" y="884245"/>
                    </a:moveTo>
                    <a:lnTo>
                      <a:pt x="1436213" y="858306"/>
                    </a:lnTo>
                    <a:moveTo>
                      <a:pt x="1436213" y="858306"/>
                    </a:moveTo>
                    <a:lnTo>
                      <a:pt x="1463709" y="832368"/>
                    </a:lnTo>
                    <a:moveTo>
                      <a:pt x="1463709" y="832368"/>
                    </a:moveTo>
                    <a:lnTo>
                      <a:pt x="1491205" y="806429"/>
                    </a:lnTo>
                    <a:moveTo>
                      <a:pt x="1491205" y="806429"/>
                    </a:moveTo>
                    <a:lnTo>
                      <a:pt x="1518701" y="780490"/>
                    </a:lnTo>
                    <a:moveTo>
                      <a:pt x="1518701" y="780490"/>
                    </a:moveTo>
                    <a:lnTo>
                      <a:pt x="1546197" y="754552"/>
                    </a:lnTo>
                    <a:moveTo>
                      <a:pt x="1546197" y="754552"/>
                    </a:moveTo>
                    <a:lnTo>
                      <a:pt x="1573693" y="728613"/>
                    </a:lnTo>
                    <a:moveTo>
                      <a:pt x="1573693" y="728613"/>
                    </a:moveTo>
                    <a:lnTo>
                      <a:pt x="1601189" y="702674"/>
                    </a:lnTo>
                    <a:moveTo>
                      <a:pt x="1601189" y="702674"/>
                    </a:moveTo>
                    <a:lnTo>
                      <a:pt x="1628685" y="676736"/>
                    </a:lnTo>
                    <a:moveTo>
                      <a:pt x="1628685" y="676736"/>
                    </a:moveTo>
                    <a:lnTo>
                      <a:pt x="1656181" y="650797"/>
                    </a:lnTo>
                    <a:moveTo>
                      <a:pt x="1656181" y="650797"/>
                    </a:moveTo>
                    <a:lnTo>
                      <a:pt x="1683677" y="624859"/>
                    </a:lnTo>
                    <a:moveTo>
                      <a:pt x="1683677" y="624859"/>
                    </a:moveTo>
                    <a:lnTo>
                      <a:pt x="1711173" y="598920"/>
                    </a:lnTo>
                    <a:moveTo>
                      <a:pt x="1711173" y="598920"/>
                    </a:moveTo>
                    <a:lnTo>
                      <a:pt x="1728370" y="582696"/>
                    </a:lnTo>
                    <a:moveTo>
                      <a:pt x="1178777" y="0"/>
                    </a:moveTo>
                    <a:lnTo>
                      <a:pt x="1151278" y="25936"/>
                    </a:lnTo>
                    <a:moveTo>
                      <a:pt x="1151278" y="25936"/>
                    </a:moveTo>
                    <a:lnTo>
                      <a:pt x="1123780" y="51873"/>
                    </a:lnTo>
                    <a:moveTo>
                      <a:pt x="1123780" y="51873"/>
                    </a:moveTo>
                    <a:lnTo>
                      <a:pt x="1096282" y="77809"/>
                    </a:lnTo>
                    <a:moveTo>
                      <a:pt x="1096282" y="77809"/>
                    </a:moveTo>
                    <a:lnTo>
                      <a:pt x="1068784" y="103745"/>
                    </a:lnTo>
                    <a:moveTo>
                      <a:pt x="1068784" y="103745"/>
                    </a:moveTo>
                    <a:lnTo>
                      <a:pt x="1041285" y="129681"/>
                    </a:lnTo>
                    <a:moveTo>
                      <a:pt x="1041285" y="129681"/>
                    </a:moveTo>
                    <a:lnTo>
                      <a:pt x="1013787" y="155617"/>
                    </a:lnTo>
                    <a:moveTo>
                      <a:pt x="1013787" y="155617"/>
                    </a:moveTo>
                    <a:lnTo>
                      <a:pt x="986289" y="181553"/>
                    </a:lnTo>
                    <a:moveTo>
                      <a:pt x="986289" y="181553"/>
                    </a:moveTo>
                    <a:lnTo>
                      <a:pt x="958791" y="207490"/>
                    </a:lnTo>
                    <a:moveTo>
                      <a:pt x="958791" y="207490"/>
                    </a:moveTo>
                    <a:lnTo>
                      <a:pt x="931292" y="233426"/>
                    </a:lnTo>
                    <a:moveTo>
                      <a:pt x="931292" y="233426"/>
                    </a:moveTo>
                    <a:lnTo>
                      <a:pt x="903794" y="259362"/>
                    </a:lnTo>
                    <a:moveTo>
                      <a:pt x="903794" y="259362"/>
                    </a:moveTo>
                    <a:lnTo>
                      <a:pt x="876296" y="285298"/>
                    </a:lnTo>
                    <a:moveTo>
                      <a:pt x="876296" y="285298"/>
                    </a:moveTo>
                    <a:lnTo>
                      <a:pt x="848797" y="311234"/>
                    </a:lnTo>
                    <a:moveTo>
                      <a:pt x="848797" y="311234"/>
                    </a:moveTo>
                    <a:lnTo>
                      <a:pt x="821299" y="337171"/>
                    </a:lnTo>
                    <a:moveTo>
                      <a:pt x="821299" y="337171"/>
                    </a:moveTo>
                    <a:lnTo>
                      <a:pt x="793801" y="363107"/>
                    </a:lnTo>
                    <a:moveTo>
                      <a:pt x="793801" y="363107"/>
                    </a:moveTo>
                    <a:lnTo>
                      <a:pt x="766303" y="389043"/>
                    </a:lnTo>
                    <a:moveTo>
                      <a:pt x="766303" y="389043"/>
                    </a:moveTo>
                    <a:lnTo>
                      <a:pt x="738804" y="414979"/>
                    </a:lnTo>
                    <a:moveTo>
                      <a:pt x="738804" y="414979"/>
                    </a:moveTo>
                    <a:lnTo>
                      <a:pt x="711306" y="440915"/>
                    </a:lnTo>
                    <a:moveTo>
                      <a:pt x="711306" y="440915"/>
                    </a:moveTo>
                    <a:lnTo>
                      <a:pt x="683808" y="466852"/>
                    </a:lnTo>
                    <a:moveTo>
                      <a:pt x="683808" y="466852"/>
                    </a:moveTo>
                    <a:lnTo>
                      <a:pt x="656310" y="492788"/>
                    </a:lnTo>
                    <a:moveTo>
                      <a:pt x="656310" y="492788"/>
                    </a:moveTo>
                    <a:lnTo>
                      <a:pt x="628811" y="518724"/>
                    </a:lnTo>
                    <a:moveTo>
                      <a:pt x="628811" y="518724"/>
                    </a:moveTo>
                    <a:lnTo>
                      <a:pt x="601313" y="544660"/>
                    </a:lnTo>
                    <a:moveTo>
                      <a:pt x="601313" y="544660"/>
                    </a:moveTo>
                    <a:lnTo>
                      <a:pt x="573815" y="570596"/>
                    </a:lnTo>
                    <a:moveTo>
                      <a:pt x="573815" y="570596"/>
                    </a:moveTo>
                    <a:lnTo>
                      <a:pt x="546317" y="596532"/>
                    </a:lnTo>
                    <a:moveTo>
                      <a:pt x="546317" y="596532"/>
                    </a:moveTo>
                    <a:lnTo>
                      <a:pt x="518818" y="622469"/>
                    </a:lnTo>
                    <a:moveTo>
                      <a:pt x="518818" y="622469"/>
                    </a:moveTo>
                    <a:lnTo>
                      <a:pt x="491320" y="648405"/>
                    </a:lnTo>
                    <a:moveTo>
                      <a:pt x="491320" y="648405"/>
                    </a:moveTo>
                    <a:lnTo>
                      <a:pt x="463822" y="674341"/>
                    </a:lnTo>
                    <a:moveTo>
                      <a:pt x="463822" y="674341"/>
                    </a:moveTo>
                    <a:lnTo>
                      <a:pt x="436324" y="700277"/>
                    </a:lnTo>
                    <a:moveTo>
                      <a:pt x="436324" y="700277"/>
                    </a:moveTo>
                    <a:lnTo>
                      <a:pt x="408825" y="726213"/>
                    </a:lnTo>
                    <a:moveTo>
                      <a:pt x="408825" y="726213"/>
                    </a:moveTo>
                    <a:lnTo>
                      <a:pt x="381327" y="752150"/>
                    </a:lnTo>
                    <a:moveTo>
                      <a:pt x="381327" y="752150"/>
                    </a:moveTo>
                    <a:lnTo>
                      <a:pt x="353829" y="778086"/>
                    </a:lnTo>
                    <a:moveTo>
                      <a:pt x="353829" y="778086"/>
                    </a:moveTo>
                    <a:lnTo>
                      <a:pt x="326331" y="804022"/>
                    </a:lnTo>
                    <a:moveTo>
                      <a:pt x="326331" y="804022"/>
                    </a:moveTo>
                    <a:lnTo>
                      <a:pt x="298832" y="829958"/>
                    </a:lnTo>
                    <a:moveTo>
                      <a:pt x="298832" y="829958"/>
                    </a:moveTo>
                    <a:lnTo>
                      <a:pt x="271334" y="855894"/>
                    </a:lnTo>
                    <a:moveTo>
                      <a:pt x="271334" y="855894"/>
                    </a:moveTo>
                    <a:lnTo>
                      <a:pt x="243836" y="881831"/>
                    </a:lnTo>
                    <a:moveTo>
                      <a:pt x="243836" y="881831"/>
                    </a:moveTo>
                    <a:lnTo>
                      <a:pt x="216338" y="907767"/>
                    </a:lnTo>
                    <a:moveTo>
                      <a:pt x="216338" y="907767"/>
                    </a:moveTo>
                    <a:lnTo>
                      <a:pt x="188839" y="933703"/>
                    </a:lnTo>
                    <a:moveTo>
                      <a:pt x="188839" y="933703"/>
                    </a:moveTo>
                    <a:lnTo>
                      <a:pt x="161341" y="959639"/>
                    </a:lnTo>
                    <a:moveTo>
                      <a:pt x="161341" y="959639"/>
                    </a:moveTo>
                    <a:lnTo>
                      <a:pt x="133843" y="985575"/>
                    </a:lnTo>
                    <a:moveTo>
                      <a:pt x="133843" y="985575"/>
                    </a:moveTo>
                    <a:lnTo>
                      <a:pt x="106345" y="1011511"/>
                    </a:lnTo>
                    <a:moveTo>
                      <a:pt x="106345" y="1011511"/>
                    </a:moveTo>
                    <a:lnTo>
                      <a:pt x="78846" y="1037448"/>
                    </a:lnTo>
                    <a:moveTo>
                      <a:pt x="78846" y="1037448"/>
                    </a:moveTo>
                    <a:lnTo>
                      <a:pt x="51348" y="1063384"/>
                    </a:lnTo>
                    <a:moveTo>
                      <a:pt x="51348" y="1063384"/>
                    </a:moveTo>
                    <a:lnTo>
                      <a:pt x="23850" y="1089320"/>
                    </a:lnTo>
                    <a:moveTo>
                      <a:pt x="23850" y="1089320"/>
                    </a:moveTo>
                    <a:lnTo>
                      <a:pt x="0" y="1111815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30" name="Контур"/>
              <p:cNvSpPr/>
              <p:nvPr/>
            </p:nvSpPr>
            <p:spPr>
              <a:xfrm>
                <a:off x="5148692" y="1584000"/>
                <a:ext cx="288629" cy="272251"/>
              </a:xfrm>
              <a:custGeom>
                <a:avLst/>
                <a:gdLst/>
                <a:ahLst/>
                <a:cxnLst/>
                <a:rect l="l" t="t" r="r" b="b"/>
                <a:pathLst>
                  <a:path w="288629" h="272251" fill="none">
                    <a:moveTo>
                      <a:pt x="0" y="272251"/>
                    </a:moveTo>
                    <a:lnTo>
                      <a:pt x="91658" y="185794"/>
                    </a:lnTo>
                    <a:moveTo>
                      <a:pt x="91658" y="185794"/>
                    </a:moveTo>
                    <a:lnTo>
                      <a:pt x="183316" y="99337"/>
                    </a:lnTo>
                    <a:moveTo>
                      <a:pt x="183316" y="99337"/>
                    </a:moveTo>
                    <a:lnTo>
                      <a:pt x="274974" y="12880"/>
                    </a:lnTo>
                    <a:moveTo>
                      <a:pt x="274974" y="12880"/>
                    </a:moveTo>
                    <a:lnTo>
                      <a:pt x="28862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31" name="Контур"/>
              <p:cNvSpPr/>
              <p:nvPr/>
            </p:nvSpPr>
            <p:spPr>
              <a:xfrm>
                <a:off x="5194786" y="1708898"/>
                <a:ext cx="45355" cy="46247"/>
              </a:xfrm>
              <a:custGeom>
                <a:avLst/>
                <a:gdLst/>
                <a:ahLst/>
                <a:cxnLst/>
                <a:rect l="l" t="t" r="r" b="b"/>
                <a:pathLst>
                  <a:path w="45355" h="46247" fill="none">
                    <a:moveTo>
                      <a:pt x="31426" y="0"/>
                    </a:moveTo>
                    <a:lnTo>
                      <a:pt x="45355" y="46247"/>
                    </a:lnTo>
                    <a:lnTo>
                      <a:pt x="0" y="29642"/>
                    </a:lnTo>
                    <a:lnTo>
                      <a:pt x="31426" y="0"/>
                    </a:lnTo>
                    <a:lnTo>
                      <a:pt x="27497" y="3705"/>
                    </a:lnTo>
                    <a:lnTo>
                      <a:pt x="37944" y="38390"/>
                    </a:lnTo>
                    <a:lnTo>
                      <a:pt x="3928" y="25937"/>
                    </a:lnTo>
                    <a:lnTo>
                      <a:pt x="7633" y="29865"/>
                    </a:lnTo>
                    <a:lnTo>
                      <a:pt x="31203" y="7633"/>
                    </a:lnTo>
                    <a:lnTo>
                      <a:pt x="27497" y="3705"/>
                    </a:lnTo>
                    <a:lnTo>
                      <a:pt x="31426" y="0"/>
                    </a:lnTo>
                    <a:lnTo>
                      <a:pt x="30980" y="15267"/>
                    </a:lnTo>
                    <a:lnTo>
                      <a:pt x="34908" y="11562"/>
                    </a:lnTo>
                    <a:lnTo>
                      <a:pt x="34462" y="26829"/>
                    </a:lnTo>
                    <a:lnTo>
                      <a:pt x="38390" y="23123"/>
                    </a:lnTo>
                    <a:lnTo>
                      <a:pt x="41650" y="42318"/>
                    </a:lnTo>
                    <a:lnTo>
                      <a:pt x="22677" y="37944"/>
                    </a:lnTo>
                    <a:lnTo>
                      <a:pt x="26606" y="34239"/>
                    </a:lnTo>
                    <a:lnTo>
                      <a:pt x="11339" y="33793"/>
                    </a:lnTo>
                    <a:lnTo>
                      <a:pt x="15267" y="30088"/>
                    </a:lnTo>
                    <a:lnTo>
                      <a:pt x="0" y="29642"/>
                    </a:lnTo>
                    <a:lnTo>
                      <a:pt x="11562" y="26160"/>
                    </a:lnTo>
                    <a:lnTo>
                      <a:pt x="11785" y="18526"/>
                    </a:lnTo>
                    <a:lnTo>
                      <a:pt x="19418" y="18749"/>
                    </a:lnTo>
                    <a:lnTo>
                      <a:pt x="19641" y="11116"/>
                    </a:lnTo>
                    <a:lnTo>
                      <a:pt x="27274" y="11339"/>
                    </a:lnTo>
                    <a:lnTo>
                      <a:pt x="31426" y="0"/>
                    </a:lnTo>
                    <a:lnTo>
                      <a:pt x="31203" y="7633"/>
                    </a:lnTo>
                    <a:lnTo>
                      <a:pt x="23569" y="7410"/>
                    </a:lnTo>
                    <a:lnTo>
                      <a:pt x="23346" y="15044"/>
                    </a:lnTo>
                    <a:lnTo>
                      <a:pt x="15713" y="14821"/>
                    </a:lnTo>
                    <a:lnTo>
                      <a:pt x="15490" y="22455"/>
                    </a:lnTo>
                    <a:lnTo>
                      <a:pt x="7856" y="22232"/>
                    </a:lnTo>
                    <a:lnTo>
                      <a:pt x="7633" y="29865"/>
                    </a:lnTo>
                    <a:lnTo>
                      <a:pt x="11339" y="33793"/>
                    </a:lnTo>
                    <a:lnTo>
                      <a:pt x="15267" y="30088"/>
                    </a:lnTo>
                    <a:lnTo>
                      <a:pt x="22677" y="37944"/>
                    </a:lnTo>
                    <a:lnTo>
                      <a:pt x="26606" y="34239"/>
                    </a:lnTo>
                    <a:lnTo>
                      <a:pt x="45355" y="46247"/>
                    </a:lnTo>
                    <a:lnTo>
                      <a:pt x="37944" y="38390"/>
                    </a:lnTo>
                    <a:lnTo>
                      <a:pt x="41873" y="34685"/>
                    </a:lnTo>
                    <a:lnTo>
                      <a:pt x="34462" y="26829"/>
                    </a:lnTo>
                    <a:lnTo>
                      <a:pt x="38390" y="23123"/>
                    </a:lnTo>
                    <a:lnTo>
                      <a:pt x="30980" y="15267"/>
                    </a:lnTo>
                    <a:lnTo>
                      <a:pt x="34908" y="11562"/>
                    </a:lnTo>
                    <a:lnTo>
                      <a:pt x="31203" y="7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32" name="Контур"/>
              <p:cNvSpPr/>
              <p:nvPr/>
            </p:nvSpPr>
            <p:spPr>
              <a:xfrm>
                <a:off x="4933468" y="1584000"/>
                <a:ext cx="503853" cy="358707"/>
              </a:xfrm>
              <a:custGeom>
                <a:avLst/>
                <a:gdLst/>
                <a:ahLst/>
                <a:cxnLst/>
                <a:rect l="l" t="t" r="r" b="b"/>
                <a:pathLst>
                  <a:path w="503853" h="358707" fill="none">
                    <a:moveTo>
                      <a:pt x="0" y="227701"/>
                    </a:moveTo>
                    <a:lnTo>
                      <a:pt x="123564" y="358707"/>
                    </a:lnTo>
                    <a:moveTo>
                      <a:pt x="503853" y="0"/>
                    </a:moveTo>
                    <a:lnTo>
                      <a:pt x="447346" y="53301"/>
                    </a:lnTo>
                    <a:moveTo>
                      <a:pt x="447346" y="53301"/>
                    </a:moveTo>
                    <a:lnTo>
                      <a:pt x="355688" y="139758"/>
                    </a:lnTo>
                    <a:moveTo>
                      <a:pt x="355688" y="139758"/>
                    </a:moveTo>
                    <a:lnTo>
                      <a:pt x="264030" y="226215"/>
                    </a:lnTo>
                    <a:moveTo>
                      <a:pt x="264030" y="226215"/>
                    </a:moveTo>
                    <a:lnTo>
                      <a:pt x="215224" y="272251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33" name="Контур"/>
              <p:cNvSpPr/>
              <p:nvPr/>
            </p:nvSpPr>
            <p:spPr>
              <a:xfrm>
                <a:off x="5197707" y="1651950"/>
                <a:ext cx="228671" cy="219161"/>
              </a:xfrm>
              <a:custGeom>
                <a:avLst/>
                <a:gdLst/>
                <a:ahLst/>
                <a:cxnLst/>
                <a:rect l="l" t="t" r="r" b="b"/>
                <a:pathLst>
                  <a:path w="228671" h="219161" fill="none">
                    <a:moveTo>
                      <a:pt x="197245" y="46247"/>
                    </a:moveTo>
                    <a:lnTo>
                      <a:pt x="183316" y="0"/>
                    </a:lnTo>
                    <a:lnTo>
                      <a:pt x="228671" y="16605"/>
                    </a:lnTo>
                    <a:lnTo>
                      <a:pt x="197245" y="46247"/>
                    </a:lnTo>
                    <a:lnTo>
                      <a:pt x="201174" y="42542"/>
                    </a:lnTo>
                    <a:lnTo>
                      <a:pt x="190727" y="7857"/>
                    </a:lnTo>
                    <a:lnTo>
                      <a:pt x="224743" y="20310"/>
                    </a:lnTo>
                    <a:lnTo>
                      <a:pt x="221038" y="16382"/>
                    </a:lnTo>
                    <a:lnTo>
                      <a:pt x="197468" y="38614"/>
                    </a:lnTo>
                    <a:lnTo>
                      <a:pt x="201174" y="42542"/>
                    </a:lnTo>
                    <a:lnTo>
                      <a:pt x="197245" y="46247"/>
                    </a:lnTo>
                    <a:lnTo>
                      <a:pt x="197691" y="30980"/>
                    </a:lnTo>
                    <a:lnTo>
                      <a:pt x="193763" y="34685"/>
                    </a:lnTo>
                    <a:lnTo>
                      <a:pt x="194209" y="19418"/>
                    </a:lnTo>
                    <a:lnTo>
                      <a:pt x="190281" y="23124"/>
                    </a:lnTo>
                    <a:lnTo>
                      <a:pt x="187021" y="3928"/>
                    </a:lnTo>
                    <a:lnTo>
                      <a:pt x="205994" y="8302"/>
                    </a:lnTo>
                    <a:lnTo>
                      <a:pt x="202065" y="12008"/>
                    </a:lnTo>
                    <a:lnTo>
                      <a:pt x="217332" y="12454"/>
                    </a:lnTo>
                    <a:lnTo>
                      <a:pt x="213404" y="16159"/>
                    </a:lnTo>
                    <a:lnTo>
                      <a:pt x="228671" y="16605"/>
                    </a:lnTo>
                    <a:lnTo>
                      <a:pt x="217109" y="20087"/>
                    </a:lnTo>
                    <a:lnTo>
                      <a:pt x="216887" y="27721"/>
                    </a:lnTo>
                    <a:lnTo>
                      <a:pt x="209253" y="27498"/>
                    </a:lnTo>
                    <a:lnTo>
                      <a:pt x="209030" y="35131"/>
                    </a:lnTo>
                    <a:lnTo>
                      <a:pt x="201397" y="34908"/>
                    </a:lnTo>
                    <a:lnTo>
                      <a:pt x="197245" y="46247"/>
                    </a:lnTo>
                    <a:lnTo>
                      <a:pt x="197468" y="38614"/>
                    </a:lnTo>
                    <a:lnTo>
                      <a:pt x="205102" y="38836"/>
                    </a:lnTo>
                    <a:lnTo>
                      <a:pt x="205325" y="31203"/>
                    </a:lnTo>
                    <a:lnTo>
                      <a:pt x="212958" y="31426"/>
                    </a:lnTo>
                    <a:lnTo>
                      <a:pt x="213181" y="23792"/>
                    </a:lnTo>
                    <a:lnTo>
                      <a:pt x="220815" y="24015"/>
                    </a:lnTo>
                    <a:lnTo>
                      <a:pt x="221038" y="16382"/>
                    </a:lnTo>
                    <a:lnTo>
                      <a:pt x="217332" y="12454"/>
                    </a:lnTo>
                    <a:lnTo>
                      <a:pt x="213404" y="16159"/>
                    </a:lnTo>
                    <a:lnTo>
                      <a:pt x="205994" y="8302"/>
                    </a:lnTo>
                    <a:lnTo>
                      <a:pt x="202065" y="12008"/>
                    </a:lnTo>
                    <a:lnTo>
                      <a:pt x="183316" y="0"/>
                    </a:lnTo>
                    <a:lnTo>
                      <a:pt x="190727" y="7857"/>
                    </a:lnTo>
                    <a:lnTo>
                      <a:pt x="186798" y="11562"/>
                    </a:lnTo>
                    <a:lnTo>
                      <a:pt x="194209" y="19418"/>
                    </a:lnTo>
                    <a:lnTo>
                      <a:pt x="190281" y="23124"/>
                    </a:lnTo>
                    <a:lnTo>
                      <a:pt x="197691" y="30980"/>
                    </a:lnTo>
                    <a:lnTo>
                      <a:pt x="193763" y="34685"/>
                    </a:lnTo>
                    <a:lnTo>
                      <a:pt x="197468" y="38614"/>
                    </a:lnTo>
                    <a:moveTo>
                      <a:pt x="13929" y="219161"/>
                    </a:moveTo>
                    <a:lnTo>
                      <a:pt x="0" y="172914"/>
                    </a:lnTo>
                    <a:lnTo>
                      <a:pt x="45355" y="189518"/>
                    </a:lnTo>
                    <a:lnTo>
                      <a:pt x="13929" y="219161"/>
                    </a:lnTo>
                    <a:lnTo>
                      <a:pt x="17857" y="215456"/>
                    </a:lnTo>
                    <a:lnTo>
                      <a:pt x="7410" y="180770"/>
                    </a:lnTo>
                    <a:lnTo>
                      <a:pt x="41427" y="193224"/>
                    </a:lnTo>
                    <a:lnTo>
                      <a:pt x="37721" y="189296"/>
                    </a:lnTo>
                    <a:lnTo>
                      <a:pt x="14152" y="211527"/>
                    </a:lnTo>
                    <a:lnTo>
                      <a:pt x="17857" y="215456"/>
                    </a:lnTo>
                    <a:lnTo>
                      <a:pt x="13929" y="219161"/>
                    </a:lnTo>
                    <a:lnTo>
                      <a:pt x="14375" y="203894"/>
                    </a:lnTo>
                    <a:lnTo>
                      <a:pt x="10447" y="207599"/>
                    </a:lnTo>
                    <a:lnTo>
                      <a:pt x="10893" y="192332"/>
                    </a:lnTo>
                    <a:lnTo>
                      <a:pt x="6965" y="196037"/>
                    </a:lnTo>
                    <a:lnTo>
                      <a:pt x="3705" y="176842"/>
                    </a:lnTo>
                    <a:lnTo>
                      <a:pt x="22677" y="181216"/>
                    </a:lnTo>
                    <a:lnTo>
                      <a:pt x="18749" y="184922"/>
                    </a:lnTo>
                    <a:lnTo>
                      <a:pt x="34016" y="185367"/>
                    </a:lnTo>
                    <a:lnTo>
                      <a:pt x="30088" y="189073"/>
                    </a:lnTo>
                    <a:lnTo>
                      <a:pt x="45355" y="189518"/>
                    </a:lnTo>
                    <a:lnTo>
                      <a:pt x="33793" y="193001"/>
                    </a:lnTo>
                    <a:lnTo>
                      <a:pt x="33570" y="200634"/>
                    </a:lnTo>
                    <a:lnTo>
                      <a:pt x="25937" y="200411"/>
                    </a:lnTo>
                    <a:lnTo>
                      <a:pt x="25714" y="208045"/>
                    </a:lnTo>
                    <a:lnTo>
                      <a:pt x="18080" y="207822"/>
                    </a:lnTo>
                    <a:lnTo>
                      <a:pt x="13929" y="219161"/>
                    </a:lnTo>
                    <a:lnTo>
                      <a:pt x="14152" y="211527"/>
                    </a:lnTo>
                    <a:lnTo>
                      <a:pt x="21786" y="211750"/>
                    </a:lnTo>
                    <a:lnTo>
                      <a:pt x="22009" y="204117"/>
                    </a:lnTo>
                    <a:lnTo>
                      <a:pt x="29642" y="204340"/>
                    </a:lnTo>
                    <a:lnTo>
                      <a:pt x="29865" y="196706"/>
                    </a:lnTo>
                    <a:lnTo>
                      <a:pt x="37499" y="196929"/>
                    </a:lnTo>
                    <a:lnTo>
                      <a:pt x="37721" y="189296"/>
                    </a:lnTo>
                    <a:lnTo>
                      <a:pt x="34016" y="185367"/>
                    </a:lnTo>
                    <a:lnTo>
                      <a:pt x="30088" y="189073"/>
                    </a:lnTo>
                    <a:lnTo>
                      <a:pt x="22677" y="181216"/>
                    </a:lnTo>
                    <a:lnTo>
                      <a:pt x="18749" y="184922"/>
                    </a:lnTo>
                    <a:lnTo>
                      <a:pt x="0" y="172914"/>
                    </a:lnTo>
                    <a:lnTo>
                      <a:pt x="7410" y="180770"/>
                    </a:lnTo>
                    <a:lnTo>
                      <a:pt x="3482" y="184476"/>
                    </a:lnTo>
                    <a:lnTo>
                      <a:pt x="10893" y="192332"/>
                    </a:lnTo>
                    <a:lnTo>
                      <a:pt x="6965" y="196037"/>
                    </a:lnTo>
                    <a:lnTo>
                      <a:pt x="14375" y="203894"/>
                    </a:lnTo>
                    <a:lnTo>
                      <a:pt x="10447" y="207599"/>
                    </a:lnTo>
                    <a:lnTo>
                      <a:pt x="14152" y="2115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34" name="Контур"/>
              <p:cNvSpPr/>
              <p:nvPr/>
            </p:nvSpPr>
            <p:spPr>
              <a:xfrm>
                <a:off x="5025129" y="1584000"/>
                <a:ext cx="149754" cy="272251"/>
              </a:xfrm>
              <a:custGeom>
                <a:avLst/>
                <a:gdLst/>
                <a:ahLst/>
                <a:cxnLst/>
                <a:rect l="l" t="t" r="r" b="b"/>
                <a:pathLst>
                  <a:path w="149754" h="272251" fill="none">
                    <a:moveTo>
                      <a:pt x="123563" y="272251"/>
                    </a:moveTo>
                    <a:lnTo>
                      <a:pt x="37109" y="180590"/>
                    </a:lnTo>
                    <a:moveTo>
                      <a:pt x="37109" y="180590"/>
                    </a:moveTo>
                    <a:lnTo>
                      <a:pt x="0" y="141247"/>
                    </a:lnTo>
                    <a:lnTo>
                      <a:pt x="52318" y="91902"/>
                    </a:lnTo>
                    <a:moveTo>
                      <a:pt x="52318" y="91902"/>
                    </a:moveTo>
                    <a:lnTo>
                      <a:pt x="143979" y="5448"/>
                    </a:lnTo>
                    <a:moveTo>
                      <a:pt x="143979" y="5448"/>
                    </a:moveTo>
                    <a:lnTo>
                      <a:pt x="14975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35" name="Контур"/>
              <p:cNvSpPr/>
              <p:nvPr/>
            </p:nvSpPr>
            <p:spPr>
              <a:xfrm>
                <a:off x="5001341" y="1764799"/>
                <a:ext cx="46247" cy="45355"/>
              </a:xfrm>
              <a:custGeom>
                <a:avLst/>
                <a:gdLst/>
                <a:ahLst/>
                <a:cxnLst/>
                <a:rect l="l" t="t" r="r" b="b"/>
                <a:pathLst>
                  <a:path w="46247" h="45355" fill="none">
                    <a:moveTo>
                      <a:pt x="0" y="13928"/>
                    </a:moveTo>
                    <a:lnTo>
                      <a:pt x="46247" y="0"/>
                    </a:lnTo>
                    <a:lnTo>
                      <a:pt x="29641" y="45355"/>
                    </a:lnTo>
                    <a:lnTo>
                      <a:pt x="0" y="13928"/>
                    </a:lnTo>
                    <a:lnTo>
                      <a:pt x="3705" y="17856"/>
                    </a:lnTo>
                    <a:lnTo>
                      <a:pt x="38391" y="7410"/>
                    </a:lnTo>
                    <a:lnTo>
                      <a:pt x="25936" y="41426"/>
                    </a:lnTo>
                    <a:lnTo>
                      <a:pt x="29865" y="37721"/>
                    </a:lnTo>
                    <a:lnTo>
                      <a:pt x="7633" y="14151"/>
                    </a:lnTo>
                    <a:lnTo>
                      <a:pt x="3705" y="17856"/>
                    </a:lnTo>
                    <a:lnTo>
                      <a:pt x="0" y="13928"/>
                    </a:lnTo>
                    <a:lnTo>
                      <a:pt x="15267" y="14374"/>
                    </a:lnTo>
                    <a:lnTo>
                      <a:pt x="11562" y="10446"/>
                    </a:lnTo>
                    <a:lnTo>
                      <a:pt x="26829" y="10892"/>
                    </a:lnTo>
                    <a:lnTo>
                      <a:pt x="23124" y="6964"/>
                    </a:lnTo>
                    <a:lnTo>
                      <a:pt x="42319" y="3705"/>
                    </a:lnTo>
                    <a:lnTo>
                      <a:pt x="37944" y="22677"/>
                    </a:lnTo>
                    <a:lnTo>
                      <a:pt x="34239" y="18749"/>
                    </a:lnTo>
                    <a:lnTo>
                      <a:pt x="33793" y="34016"/>
                    </a:lnTo>
                    <a:lnTo>
                      <a:pt x="30088" y="30088"/>
                    </a:lnTo>
                    <a:lnTo>
                      <a:pt x="29641" y="45355"/>
                    </a:lnTo>
                    <a:lnTo>
                      <a:pt x="26159" y="33793"/>
                    </a:lnTo>
                    <a:lnTo>
                      <a:pt x="18526" y="33570"/>
                    </a:lnTo>
                    <a:lnTo>
                      <a:pt x="18749" y="25936"/>
                    </a:lnTo>
                    <a:lnTo>
                      <a:pt x="11115" y="25713"/>
                    </a:lnTo>
                    <a:lnTo>
                      <a:pt x="11339" y="18080"/>
                    </a:lnTo>
                    <a:lnTo>
                      <a:pt x="0" y="13928"/>
                    </a:lnTo>
                    <a:lnTo>
                      <a:pt x="7633" y="14151"/>
                    </a:lnTo>
                    <a:lnTo>
                      <a:pt x="7410" y="21785"/>
                    </a:lnTo>
                    <a:lnTo>
                      <a:pt x="15044" y="22008"/>
                    </a:lnTo>
                    <a:lnTo>
                      <a:pt x="14821" y="29641"/>
                    </a:lnTo>
                    <a:lnTo>
                      <a:pt x="22454" y="29864"/>
                    </a:lnTo>
                    <a:lnTo>
                      <a:pt x="22231" y="37498"/>
                    </a:lnTo>
                    <a:lnTo>
                      <a:pt x="29865" y="37721"/>
                    </a:lnTo>
                    <a:lnTo>
                      <a:pt x="33793" y="34016"/>
                    </a:lnTo>
                    <a:lnTo>
                      <a:pt x="30088" y="30088"/>
                    </a:lnTo>
                    <a:lnTo>
                      <a:pt x="37944" y="22677"/>
                    </a:lnTo>
                    <a:lnTo>
                      <a:pt x="34239" y="18749"/>
                    </a:lnTo>
                    <a:lnTo>
                      <a:pt x="46247" y="0"/>
                    </a:lnTo>
                    <a:lnTo>
                      <a:pt x="38391" y="7410"/>
                    </a:lnTo>
                    <a:lnTo>
                      <a:pt x="34685" y="3482"/>
                    </a:lnTo>
                    <a:lnTo>
                      <a:pt x="26829" y="10892"/>
                    </a:lnTo>
                    <a:lnTo>
                      <a:pt x="23124" y="6964"/>
                    </a:lnTo>
                    <a:lnTo>
                      <a:pt x="15267" y="14374"/>
                    </a:lnTo>
                    <a:lnTo>
                      <a:pt x="11562" y="10446"/>
                    </a:lnTo>
                    <a:lnTo>
                      <a:pt x="7633" y="1415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36" name="Контур"/>
              <p:cNvSpPr/>
              <p:nvPr/>
            </p:nvSpPr>
            <p:spPr>
              <a:xfrm>
                <a:off x="5057032" y="1856251"/>
                <a:ext cx="5238968" cy="3262490"/>
              </a:xfrm>
              <a:custGeom>
                <a:avLst/>
                <a:gdLst/>
                <a:ahLst/>
                <a:cxnLst/>
                <a:rect l="l" t="t" r="r" b="b"/>
                <a:pathLst>
                  <a:path w="5238968" h="3262490" fill="none">
                    <a:moveTo>
                      <a:pt x="91660" y="0"/>
                    </a:moveTo>
                    <a:lnTo>
                      <a:pt x="64162" y="25937"/>
                    </a:lnTo>
                    <a:moveTo>
                      <a:pt x="64162" y="25937"/>
                    </a:moveTo>
                    <a:lnTo>
                      <a:pt x="36664" y="51873"/>
                    </a:lnTo>
                    <a:moveTo>
                      <a:pt x="36664" y="51873"/>
                    </a:moveTo>
                    <a:lnTo>
                      <a:pt x="9167" y="77810"/>
                    </a:lnTo>
                    <a:moveTo>
                      <a:pt x="9167" y="77810"/>
                    </a:moveTo>
                    <a:lnTo>
                      <a:pt x="0" y="86456"/>
                    </a:lnTo>
                    <a:moveTo>
                      <a:pt x="3273697" y="2788188"/>
                    </a:moveTo>
                    <a:lnTo>
                      <a:pt x="3269632" y="2778259"/>
                    </a:lnTo>
                    <a:moveTo>
                      <a:pt x="699138" y="3191539"/>
                    </a:moveTo>
                    <a:lnTo>
                      <a:pt x="714090" y="3226256"/>
                    </a:lnTo>
                    <a:moveTo>
                      <a:pt x="714090" y="3226256"/>
                    </a:moveTo>
                    <a:lnTo>
                      <a:pt x="729041" y="3260974"/>
                    </a:lnTo>
                    <a:moveTo>
                      <a:pt x="729041" y="3260974"/>
                    </a:moveTo>
                    <a:lnTo>
                      <a:pt x="729694" y="3262490"/>
                    </a:lnTo>
                    <a:moveTo>
                      <a:pt x="699138" y="3191539"/>
                    </a:moveTo>
                    <a:lnTo>
                      <a:pt x="673965" y="3216713"/>
                    </a:lnTo>
                    <a:moveTo>
                      <a:pt x="5238968" y="2684496"/>
                    </a:moveTo>
                    <a:lnTo>
                      <a:pt x="5235977" y="2678230"/>
                    </a:lnTo>
                    <a:moveTo>
                      <a:pt x="5235977" y="2678230"/>
                    </a:moveTo>
                    <a:lnTo>
                      <a:pt x="5219692" y="2644118"/>
                    </a:lnTo>
                    <a:moveTo>
                      <a:pt x="5219692" y="2644118"/>
                    </a:moveTo>
                    <a:lnTo>
                      <a:pt x="5203408" y="2610005"/>
                    </a:lnTo>
                    <a:moveTo>
                      <a:pt x="5203408" y="2610005"/>
                    </a:moveTo>
                    <a:lnTo>
                      <a:pt x="5187124" y="2575893"/>
                    </a:lnTo>
                    <a:moveTo>
                      <a:pt x="5187124" y="2575893"/>
                    </a:moveTo>
                    <a:lnTo>
                      <a:pt x="5170839" y="2541780"/>
                    </a:lnTo>
                    <a:moveTo>
                      <a:pt x="5170839" y="2541780"/>
                    </a:moveTo>
                    <a:lnTo>
                      <a:pt x="5154555" y="2507668"/>
                    </a:lnTo>
                    <a:moveTo>
                      <a:pt x="5154555" y="2507668"/>
                    </a:moveTo>
                    <a:lnTo>
                      <a:pt x="5138271" y="2473555"/>
                    </a:lnTo>
                    <a:moveTo>
                      <a:pt x="5138271" y="2473555"/>
                    </a:moveTo>
                    <a:lnTo>
                      <a:pt x="5121987" y="2439443"/>
                    </a:lnTo>
                    <a:moveTo>
                      <a:pt x="5121987" y="2439443"/>
                    </a:moveTo>
                    <a:lnTo>
                      <a:pt x="5105702" y="2405330"/>
                    </a:lnTo>
                    <a:moveTo>
                      <a:pt x="5105702" y="2405330"/>
                    </a:moveTo>
                    <a:lnTo>
                      <a:pt x="5089418" y="2371218"/>
                    </a:lnTo>
                    <a:moveTo>
                      <a:pt x="5089418" y="2371218"/>
                    </a:moveTo>
                    <a:lnTo>
                      <a:pt x="5073134" y="2337105"/>
                    </a:lnTo>
                    <a:moveTo>
                      <a:pt x="5073134" y="2337105"/>
                    </a:moveTo>
                    <a:lnTo>
                      <a:pt x="5056849" y="2302993"/>
                    </a:lnTo>
                    <a:moveTo>
                      <a:pt x="5056849" y="2302993"/>
                    </a:moveTo>
                    <a:lnTo>
                      <a:pt x="5040565" y="2268881"/>
                    </a:lnTo>
                    <a:moveTo>
                      <a:pt x="5040565" y="2268881"/>
                    </a:moveTo>
                    <a:lnTo>
                      <a:pt x="5024281" y="2234768"/>
                    </a:lnTo>
                    <a:moveTo>
                      <a:pt x="5024281" y="2234768"/>
                    </a:moveTo>
                    <a:lnTo>
                      <a:pt x="5007996" y="2200656"/>
                    </a:lnTo>
                    <a:moveTo>
                      <a:pt x="5007996" y="2200656"/>
                    </a:moveTo>
                    <a:lnTo>
                      <a:pt x="4991712" y="2166543"/>
                    </a:lnTo>
                    <a:moveTo>
                      <a:pt x="4991712" y="2166543"/>
                    </a:moveTo>
                    <a:lnTo>
                      <a:pt x="4977175" y="2136091"/>
                    </a:lnTo>
                    <a:lnTo>
                      <a:pt x="4975428" y="2132431"/>
                    </a:lnTo>
                    <a:moveTo>
                      <a:pt x="4975428" y="2132431"/>
                    </a:moveTo>
                    <a:lnTo>
                      <a:pt x="4959143" y="2098318"/>
                    </a:lnTo>
                    <a:moveTo>
                      <a:pt x="4959143" y="2098318"/>
                    </a:moveTo>
                    <a:lnTo>
                      <a:pt x="4942859" y="2064206"/>
                    </a:lnTo>
                    <a:moveTo>
                      <a:pt x="4942859" y="2064206"/>
                    </a:moveTo>
                    <a:lnTo>
                      <a:pt x="4926574" y="2030093"/>
                    </a:lnTo>
                    <a:moveTo>
                      <a:pt x="4926574" y="2030093"/>
                    </a:moveTo>
                    <a:lnTo>
                      <a:pt x="4910290" y="1995981"/>
                    </a:lnTo>
                    <a:moveTo>
                      <a:pt x="4910290" y="1995981"/>
                    </a:moveTo>
                    <a:lnTo>
                      <a:pt x="4894005" y="1961869"/>
                    </a:lnTo>
                    <a:moveTo>
                      <a:pt x="4894005" y="1961869"/>
                    </a:moveTo>
                    <a:lnTo>
                      <a:pt x="4891862" y="1957380"/>
                    </a:lnTo>
                    <a:moveTo>
                      <a:pt x="3273697" y="2788188"/>
                    </a:moveTo>
                    <a:lnTo>
                      <a:pt x="3269632" y="2778259"/>
                    </a:lnTo>
                    <a:moveTo>
                      <a:pt x="3269632" y="2778259"/>
                    </a:moveTo>
                    <a:lnTo>
                      <a:pt x="3299531" y="2755131"/>
                    </a:lnTo>
                    <a:moveTo>
                      <a:pt x="3299531" y="2755131"/>
                    </a:moveTo>
                    <a:lnTo>
                      <a:pt x="3329429" y="2732003"/>
                    </a:lnTo>
                    <a:moveTo>
                      <a:pt x="3329429" y="2732003"/>
                    </a:moveTo>
                    <a:lnTo>
                      <a:pt x="3359328" y="2708874"/>
                    </a:lnTo>
                    <a:moveTo>
                      <a:pt x="3359328" y="2708874"/>
                    </a:moveTo>
                    <a:lnTo>
                      <a:pt x="3389227" y="2685746"/>
                    </a:lnTo>
                    <a:moveTo>
                      <a:pt x="3389227" y="2685746"/>
                    </a:moveTo>
                    <a:lnTo>
                      <a:pt x="3419125" y="2662618"/>
                    </a:lnTo>
                    <a:moveTo>
                      <a:pt x="3419125" y="2662618"/>
                    </a:moveTo>
                    <a:lnTo>
                      <a:pt x="3449024" y="2639490"/>
                    </a:lnTo>
                    <a:moveTo>
                      <a:pt x="3449024" y="2639490"/>
                    </a:moveTo>
                    <a:lnTo>
                      <a:pt x="3478922" y="2616362"/>
                    </a:lnTo>
                    <a:moveTo>
                      <a:pt x="3478922" y="2616362"/>
                    </a:moveTo>
                    <a:lnTo>
                      <a:pt x="3508821" y="2593233"/>
                    </a:lnTo>
                    <a:moveTo>
                      <a:pt x="3508821" y="2593233"/>
                    </a:moveTo>
                    <a:lnTo>
                      <a:pt x="3538720" y="2570105"/>
                    </a:lnTo>
                    <a:moveTo>
                      <a:pt x="3538720" y="2570105"/>
                    </a:moveTo>
                    <a:lnTo>
                      <a:pt x="3568618" y="2546977"/>
                    </a:lnTo>
                    <a:moveTo>
                      <a:pt x="3568618" y="2546977"/>
                    </a:moveTo>
                    <a:lnTo>
                      <a:pt x="3598517" y="2523849"/>
                    </a:lnTo>
                    <a:moveTo>
                      <a:pt x="3598517" y="2523849"/>
                    </a:moveTo>
                    <a:lnTo>
                      <a:pt x="3628415" y="2500721"/>
                    </a:lnTo>
                    <a:moveTo>
                      <a:pt x="3628415" y="2500721"/>
                    </a:moveTo>
                    <a:lnTo>
                      <a:pt x="3658314" y="2477592"/>
                    </a:lnTo>
                    <a:moveTo>
                      <a:pt x="3658314" y="2477592"/>
                    </a:moveTo>
                    <a:lnTo>
                      <a:pt x="3688213" y="2454464"/>
                    </a:lnTo>
                    <a:moveTo>
                      <a:pt x="3688213" y="2454464"/>
                    </a:moveTo>
                    <a:lnTo>
                      <a:pt x="3718111" y="2431336"/>
                    </a:lnTo>
                    <a:moveTo>
                      <a:pt x="3718111" y="2431336"/>
                    </a:moveTo>
                    <a:lnTo>
                      <a:pt x="3748010" y="2408208"/>
                    </a:lnTo>
                    <a:moveTo>
                      <a:pt x="3748010" y="2408208"/>
                    </a:moveTo>
                    <a:lnTo>
                      <a:pt x="3777908" y="2385080"/>
                    </a:lnTo>
                    <a:moveTo>
                      <a:pt x="3777908" y="2385080"/>
                    </a:moveTo>
                    <a:lnTo>
                      <a:pt x="3807807" y="2361951"/>
                    </a:lnTo>
                    <a:moveTo>
                      <a:pt x="3807807" y="2361951"/>
                    </a:moveTo>
                    <a:lnTo>
                      <a:pt x="3837706" y="2338823"/>
                    </a:lnTo>
                    <a:moveTo>
                      <a:pt x="3837706" y="2338823"/>
                    </a:moveTo>
                    <a:lnTo>
                      <a:pt x="3867604" y="2315695"/>
                    </a:lnTo>
                    <a:moveTo>
                      <a:pt x="3867604" y="2315695"/>
                    </a:moveTo>
                    <a:lnTo>
                      <a:pt x="3897503" y="2292567"/>
                    </a:lnTo>
                    <a:moveTo>
                      <a:pt x="3897503" y="2292567"/>
                    </a:moveTo>
                    <a:lnTo>
                      <a:pt x="3927401" y="2269439"/>
                    </a:lnTo>
                    <a:moveTo>
                      <a:pt x="3927401" y="2269439"/>
                    </a:moveTo>
                    <a:lnTo>
                      <a:pt x="3957300" y="2246310"/>
                    </a:lnTo>
                    <a:moveTo>
                      <a:pt x="3957300" y="2246310"/>
                    </a:moveTo>
                    <a:lnTo>
                      <a:pt x="3987199" y="2223182"/>
                    </a:lnTo>
                    <a:moveTo>
                      <a:pt x="3987199" y="2223182"/>
                    </a:moveTo>
                    <a:lnTo>
                      <a:pt x="4017097" y="2200054"/>
                    </a:lnTo>
                    <a:moveTo>
                      <a:pt x="4017097" y="2200054"/>
                    </a:moveTo>
                    <a:lnTo>
                      <a:pt x="4046996" y="2176926"/>
                    </a:lnTo>
                    <a:moveTo>
                      <a:pt x="4046996" y="2176926"/>
                    </a:moveTo>
                    <a:lnTo>
                      <a:pt x="4076894" y="2153798"/>
                    </a:lnTo>
                    <a:moveTo>
                      <a:pt x="4076894" y="2153798"/>
                    </a:moveTo>
                    <a:lnTo>
                      <a:pt x="4106793" y="2130669"/>
                    </a:lnTo>
                    <a:moveTo>
                      <a:pt x="4106793" y="2130669"/>
                    </a:moveTo>
                    <a:lnTo>
                      <a:pt x="4136692" y="2107541"/>
                    </a:lnTo>
                    <a:moveTo>
                      <a:pt x="4136692" y="2107541"/>
                    </a:moveTo>
                    <a:lnTo>
                      <a:pt x="4166590" y="2084413"/>
                    </a:lnTo>
                    <a:moveTo>
                      <a:pt x="4166590" y="2084413"/>
                    </a:moveTo>
                    <a:lnTo>
                      <a:pt x="4196489" y="2061285"/>
                    </a:lnTo>
                    <a:moveTo>
                      <a:pt x="4196489" y="2061285"/>
                    </a:moveTo>
                    <a:lnTo>
                      <a:pt x="4226387" y="2038157"/>
                    </a:lnTo>
                    <a:moveTo>
                      <a:pt x="4226387" y="2038157"/>
                    </a:moveTo>
                    <a:lnTo>
                      <a:pt x="4256286" y="2015028"/>
                    </a:lnTo>
                    <a:moveTo>
                      <a:pt x="4256286" y="2015028"/>
                    </a:moveTo>
                    <a:lnTo>
                      <a:pt x="4286185" y="1991900"/>
                    </a:lnTo>
                    <a:moveTo>
                      <a:pt x="4286185" y="1991900"/>
                    </a:moveTo>
                    <a:lnTo>
                      <a:pt x="4316083" y="1968772"/>
                    </a:lnTo>
                    <a:moveTo>
                      <a:pt x="4316083" y="1968772"/>
                    </a:moveTo>
                    <a:lnTo>
                      <a:pt x="4345982" y="1945644"/>
                    </a:lnTo>
                    <a:moveTo>
                      <a:pt x="4345982" y="1945644"/>
                    </a:moveTo>
                    <a:lnTo>
                      <a:pt x="4375880" y="1922516"/>
                    </a:lnTo>
                    <a:moveTo>
                      <a:pt x="4375880" y="1922516"/>
                    </a:moveTo>
                    <a:lnTo>
                      <a:pt x="4405779" y="1899387"/>
                    </a:lnTo>
                    <a:moveTo>
                      <a:pt x="4405779" y="1899387"/>
                    </a:moveTo>
                    <a:lnTo>
                      <a:pt x="4435678" y="1876259"/>
                    </a:lnTo>
                    <a:moveTo>
                      <a:pt x="4435678" y="1876259"/>
                    </a:moveTo>
                    <a:lnTo>
                      <a:pt x="4465576" y="1853131"/>
                    </a:lnTo>
                    <a:moveTo>
                      <a:pt x="4465576" y="1853131"/>
                    </a:moveTo>
                    <a:lnTo>
                      <a:pt x="4495475" y="1830003"/>
                    </a:lnTo>
                    <a:moveTo>
                      <a:pt x="4495475" y="1830003"/>
                    </a:moveTo>
                    <a:lnTo>
                      <a:pt x="4525373" y="1806875"/>
                    </a:lnTo>
                    <a:moveTo>
                      <a:pt x="4525373" y="1806875"/>
                    </a:moveTo>
                    <a:lnTo>
                      <a:pt x="4555272" y="1783746"/>
                    </a:lnTo>
                    <a:moveTo>
                      <a:pt x="4555272" y="1783746"/>
                    </a:moveTo>
                    <a:lnTo>
                      <a:pt x="4585171" y="1760618"/>
                    </a:lnTo>
                    <a:moveTo>
                      <a:pt x="4585171" y="1760618"/>
                    </a:moveTo>
                    <a:lnTo>
                      <a:pt x="4615069" y="1737490"/>
                    </a:lnTo>
                    <a:moveTo>
                      <a:pt x="4615069" y="1737490"/>
                    </a:moveTo>
                    <a:lnTo>
                      <a:pt x="4644968" y="1714362"/>
                    </a:lnTo>
                    <a:moveTo>
                      <a:pt x="4644968" y="1714362"/>
                    </a:moveTo>
                    <a:lnTo>
                      <a:pt x="4674866" y="1691234"/>
                    </a:lnTo>
                    <a:moveTo>
                      <a:pt x="4674866" y="1691234"/>
                    </a:moveTo>
                    <a:lnTo>
                      <a:pt x="4704765" y="1668105"/>
                    </a:lnTo>
                    <a:moveTo>
                      <a:pt x="4704765" y="1668105"/>
                    </a:moveTo>
                    <a:lnTo>
                      <a:pt x="4725193" y="1652303"/>
                    </a:lnTo>
                    <a:lnTo>
                      <a:pt x="4731897" y="1642383"/>
                    </a:lnTo>
                    <a:moveTo>
                      <a:pt x="4731897" y="1642383"/>
                    </a:moveTo>
                    <a:lnTo>
                      <a:pt x="4753061" y="1611063"/>
                    </a:lnTo>
                    <a:moveTo>
                      <a:pt x="4753061" y="1611063"/>
                    </a:moveTo>
                    <a:lnTo>
                      <a:pt x="4774225" y="1579743"/>
                    </a:lnTo>
                    <a:moveTo>
                      <a:pt x="4774225" y="1579743"/>
                    </a:moveTo>
                    <a:lnTo>
                      <a:pt x="4795389" y="1548424"/>
                    </a:lnTo>
                    <a:moveTo>
                      <a:pt x="4795389" y="1548424"/>
                    </a:moveTo>
                    <a:lnTo>
                      <a:pt x="4816553" y="1517104"/>
                    </a:lnTo>
                    <a:moveTo>
                      <a:pt x="4816553" y="1517104"/>
                    </a:moveTo>
                    <a:lnTo>
                      <a:pt x="4837717" y="1485784"/>
                    </a:lnTo>
                    <a:moveTo>
                      <a:pt x="4837717" y="1485784"/>
                    </a:moveTo>
                    <a:lnTo>
                      <a:pt x="4858881" y="1454464"/>
                    </a:lnTo>
                    <a:moveTo>
                      <a:pt x="4858881" y="1454464"/>
                    </a:moveTo>
                    <a:lnTo>
                      <a:pt x="4867951" y="1441043"/>
                    </a:lnTo>
                    <a:moveTo>
                      <a:pt x="3269632" y="2778259"/>
                    </a:moveTo>
                    <a:lnTo>
                      <a:pt x="3299531" y="2755131"/>
                    </a:lnTo>
                    <a:moveTo>
                      <a:pt x="3299531" y="2755131"/>
                    </a:moveTo>
                    <a:lnTo>
                      <a:pt x="3329429" y="2732003"/>
                    </a:lnTo>
                    <a:moveTo>
                      <a:pt x="3329429" y="2732003"/>
                    </a:moveTo>
                    <a:lnTo>
                      <a:pt x="3359328" y="2708874"/>
                    </a:lnTo>
                    <a:moveTo>
                      <a:pt x="3359328" y="2708874"/>
                    </a:moveTo>
                    <a:lnTo>
                      <a:pt x="3389227" y="2685746"/>
                    </a:lnTo>
                    <a:moveTo>
                      <a:pt x="3389227" y="2685746"/>
                    </a:moveTo>
                    <a:lnTo>
                      <a:pt x="3419125" y="2662618"/>
                    </a:lnTo>
                    <a:moveTo>
                      <a:pt x="3419125" y="2662618"/>
                    </a:moveTo>
                    <a:lnTo>
                      <a:pt x="3449024" y="2639490"/>
                    </a:lnTo>
                    <a:moveTo>
                      <a:pt x="3449024" y="2639490"/>
                    </a:moveTo>
                    <a:lnTo>
                      <a:pt x="3478922" y="2616362"/>
                    </a:lnTo>
                    <a:moveTo>
                      <a:pt x="3478922" y="2616362"/>
                    </a:moveTo>
                    <a:lnTo>
                      <a:pt x="3508821" y="2593233"/>
                    </a:lnTo>
                    <a:moveTo>
                      <a:pt x="3508821" y="2593233"/>
                    </a:moveTo>
                    <a:lnTo>
                      <a:pt x="3538720" y="2570105"/>
                    </a:lnTo>
                    <a:moveTo>
                      <a:pt x="3538720" y="2570105"/>
                    </a:moveTo>
                    <a:lnTo>
                      <a:pt x="3568618" y="2546977"/>
                    </a:lnTo>
                    <a:moveTo>
                      <a:pt x="3568618" y="2546977"/>
                    </a:moveTo>
                    <a:lnTo>
                      <a:pt x="3598517" y="2523849"/>
                    </a:lnTo>
                    <a:moveTo>
                      <a:pt x="3598517" y="2523849"/>
                    </a:moveTo>
                    <a:lnTo>
                      <a:pt x="3628415" y="2500721"/>
                    </a:lnTo>
                    <a:moveTo>
                      <a:pt x="3628415" y="2500721"/>
                    </a:moveTo>
                    <a:lnTo>
                      <a:pt x="3658314" y="2477592"/>
                    </a:lnTo>
                    <a:moveTo>
                      <a:pt x="3658314" y="2477592"/>
                    </a:moveTo>
                    <a:lnTo>
                      <a:pt x="3688213" y="2454464"/>
                    </a:lnTo>
                    <a:moveTo>
                      <a:pt x="3688213" y="2454464"/>
                    </a:moveTo>
                    <a:lnTo>
                      <a:pt x="3718111" y="2431336"/>
                    </a:lnTo>
                    <a:moveTo>
                      <a:pt x="3718111" y="2431336"/>
                    </a:moveTo>
                    <a:lnTo>
                      <a:pt x="3748010" y="2408208"/>
                    </a:lnTo>
                    <a:moveTo>
                      <a:pt x="3748010" y="2408208"/>
                    </a:moveTo>
                    <a:lnTo>
                      <a:pt x="3777908" y="2385080"/>
                    </a:lnTo>
                    <a:moveTo>
                      <a:pt x="3777908" y="2385080"/>
                    </a:moveTo>
                    <a:lnTo>
                      <a:pt x="3807807" y="2361951"/>
                    </a:lnTo>
                    <a:moveTo>
                      <a:pt x="3807807" y="2361951"/>
                    </a:moveTo>
                    <a:lnTo>
                      <a:pt x="3837706" y="2338823"/>
                    </a:lnTo>
                    <a:moveTo>
                      <a:pt x="3837706" y="2338823"/>
                    </a:moveTo>
                    <a:lnTo>
                      <a:pt x="3867604" y="2315695"/>
                    </a:lnTo>
                    <a:moveTo>
                      <a:pt x="3867604" y="2315695"/>
                    </a:moveTo>
                    <a:lnTo>
                      <a:pt x="3897503" y="2292567"/>
                    </a:lnTo>
                    <a:moveTo>
                      <a:pt x="3897503" y="2292567"/>
                    </a:moveTo>
                    <a:lnTo>
                      <a:pt x="3927401" y="2269439"/>
                    </a:lnTo>
                    <a:moveTo>
                      <a:pt x="3927401" y="2269439"/>
                    </a:moveTo>
                    <a:lnTo>
                      <a:pt x="3957300" y="2246310"/>
                    </a:lnTo>
                    <a:moveTo>
                      <a:pt x="3957300" y="2246310"/>
                    </a:moveTo>
                    <a:lnTo>
                      <a:pt x="3987199" y="2223182"/>
                    </a:lnTo>
                    <a:moveTo>
                      <a:pt x="3987199" y="2223182"/>
                    </a:moveTo>
                    <a:lnTo>
                      <a:pt x="4017097" y="2200054"/>
                    </a:lnTo>
                    <a:moveTo>
                      <a:pt x="4017097" y="2200054"/>
                    </a:moveTo>
                    <a:lnTo>
                      <a:pt x="4046996" y="2176926"/>
                    </a:lnTo>
                    <a:moveTo>
                      <a:pt x="4046996" y="2176926"/>
                    </a:moveTo>
                    <a:lnTo>
                      <a:pt x="4076894" y="2153798"/>
                    </a:lnTo>
                    <a:moveTo>
                      <a:pt x="4076894" y="2153798"/>
                    </a:moveTo>
                    <a:lnTo>
                      <a:pt x="4106793" y="2130669"/>
                    </a:lnTo>
                    <a:moveTo>
                      <a:pt x="4106793" y="2130669"/>
                    </a:moveTo>
                    <a:lnTo>
                      <a:pt x="4136692" y="2107541"/>
                    </a:lnTo>
                    <a:moveTo>
                      <a:pt x="4136692" y="2107541"/>
                    </a:moveTo>
                    <a:lnTo>
                      <a:pt x="4166590" y="2084413"/>
                    </a:lnTo>
                    <a:moveTo>
                      <a:pt x="4166590" y="2084413"/>
                    </a:moveTo>
                    <a:lnTo>
                      <a:pt x="4196489" y="2061285"/>
                    </a:lnTo>
                    <a:moveTo>
                      <a:pt x="4196489" y="2061285"/>
                    </a:moveTo>
                    <a:lnTo>
                      <a:pt x="4226387" y="2038157"/>
                    </a:lnTo>
                    <a:moveTo>
                      <a:pt x="4226387" y="2038157"/>
                    </a:moveTo>
                    <a:lnTo>
                      <a:pt x="4256286" y="2015028"/>
                    </a:lnTo>
                    <a:moveTo>
                      <a:pt x="4256286" y="2015028"/>
                    </a:moveTo>
                    <a:lnTo>
                      <a:pt x="4286185" y="1991900"/>
                    </a:lnTo>
                    <a:moveTo>
                      <a:pt x="4286185" y="1991900"/>
                    </a:moveTo>
                    <a:lnTo>
                      <a:pt x="4316083" y="1968772"/>
                    </a:lnTo>
                    <a:moveTo>
                      <a:pt x="4316083" y="1968772"/>
                    </a:moveTo>
                    <a:lnTo>
                      <a:pt x="4345982" y="1945644"/>
                    </a:lnTo>
                    <a:moveTo>
                      <a:pt x="4345982" y="1945644"/>
                    </a:moveTo>
                    <a:lnTo>
                      <a:pt x="4375880" y="1922516"/>
                    </a:lnTo>
                    <a:moveTo>
                      <a:pt x="4375880" y="1922516"/>
                    </a:moveTo>
                    <a:lnTo>
                      <a:pt x="4405779" y="1899387"/>
                    </a:lnTo>
                    <a:moveTo>
                      <a:pt x="4405779" y="1899387"/>
                    </a:moveTo>
                    <a:lnTo>
                      <a:pt x="4435678" y="1876259"/>
                    </a:lnTo>
                    <a:moveTo>
                      <a:pt x="4435678" y="1876259"/>
                    </a:moveTo>
                    <a:lnTo>
                      <a:pt x="4465576" y="1853131"/>
                    </a:lnTo>
                    <a:moveTo>
                      <a:pt x="4465576" y="1853131"/>
                    </a:moveTo>
                    <a:lnTo>
                      <a:pt x="4495475" y="1830003"/>
                    </a:lnTo>
                    <a:moveTo>
                      <a:pt x="4495475" y="1830003"/>
                    </a:moveTo>
                    <a:lnTo>
                      <a:pt x="4525373" y="1806875"/>
                    </a:lnTo>
                    <a:moveTo>
                      <a:pt x="4525373" y="1806875"/>
                    </a:moveTo>
                    <a:lnTo>
                      <a:pt x="4555272" y="1783746"/>
                    </a:lnTo>
                    <a:moveTo>
                      <a:pt x="4555272" y="1783746"/>
                    </a:moveTo>
                    <a:lnTo>
                      <a:pt x="4585171" y="1760618"/>
                    </a:lnTo>
                    <a:moveTo>
                      <a:pt x="4585171" y="1760618"/>
                    </a:moveTo>
                    <a:lnTo>
                      <a:pt x="4615069" y="1737490"/>
                    </a:lnTo>
                    <a:moveTo>
                      <a:pt x="4615069" y="1737490"/>
                    </a:moveTo>
                    <a:lnTo>
                      <a:pt x="4644968" y="1714362"/>
                    </a:lnTo>
                    <a:moveTo>
                      <a:pt x="4644968" y="1714362"/>
                    </a:moveTo>
                    <a:lnTo>
                      <a:pt x="4674866" y="1691234"/>
                    </a:lnTo>
                    <a:moveTo>
                      <a:pt x="4674866" y="1691234"/>
                    </a:moveTo>
                    <a:lnTo>
                      <a:pt x="4704765" y="1668105"/>
                    </a:lnTo>
                    <a:moveTo>
                      <a:pt x="4704765" y="1668105"/>
                    </a:moveTo>
                    <a:lnTo>
                      <a:pt x="4725193" y="1652303"/>
                    </a:lnTo>
                    <a:lnTo>
                      <a:pt x="4731897" y="1642383"/>
                    </a:lnTo>
                    <a:moveTo>
                      <a:pt x="4731897" y="1642383"/>
                    </a:moveTo>
                    <a:lnTo>
                      <a:pt x="4753061" y="1611063"/>
                    </a:lnTo>
                    <a:moveTo>
                      <a:pt x="4753061" y="1611063"/>
                    </a:moveTo>
                    <a:lnTo>
                      <a:pt x="4774225" y="1579743"/>
                    </a:lnTo>
                    <a:moveTo>
                      <a:pt x="4774225" y="1579743"/>
                    </a:moveTo>
                    <a:lnTo>
                      <a:pt x="4795389" y="1548424"/>
                    </a:lnTo>
                    <a:moveTo>
                      <a:pt x="4795389" y="1548424"/>
                    </a:moveTo>
                    <a:lnTo>
                      <a:pt x="4816553" y="1517104"/>
                    </a:lnTo>
                    <a:moveTo>
                      <a:pt x="4816553" y="1517104"/>
                    </a:moveTo>
                    <a:lnTo>
                      <a:pt x="4837717" y="1485784"/>
                    </a:lnTo>
                    <a:moveTo>
                      <a:pt x="4837717" y="1485784"/>
                    </a:moveTo>
                    <a:lnTo>
                      <a:pt x="4858881" y="1454464"/>
                    </a:lnTo>
                    <a:moveTo>
                      <a:pt x="4858881" y="1454464"/>
                    </a:moveTo>
                    <a:lnTo>
                      <a:pt x="4867951" y="1441043"/>
                    </a:lnTo>
                    <a:moveTo>
                      <a:pt x="871282" y="2415248"/>
                    </a:moveTo>
                    <a:lnTo>
                      <a:pt x="872847" y="2417292"/>
                    </a:lnTo>
                    <a:moveTo>
                      <a:pt x="5175233" y="1203359"/>
                    </a:moveTo>
                    <a:lnTo>
                      <a:pt x="5205132" y="1180232"/>
                    </a:lnTo>
                    <a:moveTo>
                      <a:pt x="5205132" y="1180232"/>
                    </a:moveTo>
                    <a:lnTo>
                      <a:pt x="5235031" y="1157105"/>
                    </a:lnTo>
                    <a:moveTo>
                      <a:pt x="5235031" y="1157105"/>
                    </a:moveTo>
                    <a:lnTo>
                      <a:pt x="5238968" y="115406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37" name="Контур"/>
              <p:cNvSpPr/>
              <p:nvPr/>
            </p:nvSpPr>
            <p:spPr>
              <a:xfrm>
                <a:off x="6766935" y="1584000"/>
                <a:ext cx="1033378" cy="883409"/>
              </a:xfrm>
              <a:custGeom>
                <a:avLst/>
                <a:gdLst/>
                <a:ahLst/>
                <a:cxnLst/>
                <a:rect l="l" t="t" r="r" b="b"/>
                <a:pathLst>
                  <a:path w="1033378" h="883409" fill="none">
                    <a:moveTo>
                      <a:pt x="1033378" y="0"/>
                    </a:moveTo>
                    <a:lnTo>
                      <a:pt x="1001031" y="35606"/>
                    </a:lnTo>
                    <a:moveTo>
                      <a:pt x="1001031" y="35606"/>
                    </a:moveTo>
                    <a:lnTo>
                      <a:pt x="916305" y="128867"/>
                    </a:lnTo>
                    <a:moveTo>
                      <a:pt x="916305" y="128867"/>
                    </a:moveTo>
                    <a:lnTo>
                      <a:pt x="831580" y="222128"/>
                    </a:lnTo>
                    <a:moveTo>
                      <a:pt x="831580" y="222128"/>
                    </a:moveTo>
                    <a:lnTo>
                      <a:pt x="746854" y="315388"/>
                    </a:lnTo>
                    <a:moveTo>
                      <a:pt x="746854" y="315388"/>
                    </a:moveTo>
                    <a:lnTo>
                      <a:pt x="662129" y="408649"/>
                    </a:lnTo>
                    <a:moveTo>
                      <a:pt x="662129" y="408649"/>
                    </a:moveTo>
                    <a:lnTo>
                      <a:pt x="577403" y="501910"/>
                    </a:lnTo>
                    <a:moveTo>
                      <a:pt x="577403" y="501910"/>
                    </a:moveTo>
                    <a:lnTo>
                      <a:pt x="492678" y="595171"/>
                    </a:lnTo>
                    <a:moveTo>
                      <a:pt x="492678" y="595171"/>
                    </a:moveTo>
                    <a:lnTo>
                      <a:pt x="407952" y="688432"/>
                    </a:lnTo>
                    <a:moveTo>
                      <a:pt x="407952" y="688432"/>
                    </a:moveTo>
                    <a:lnTo>
                      <a:pt x="323227" y="781693"/>
                    </a:lnTo>
                    <a:moveTo>
                      <a:pt x="323227" y="781693"/>
                    </a:moveTo>
                    <a:lnTo>
                      <a:pt x="238501" y="874954"/>
                    </a:lnTo>
                    <a:moveTo>
                      <a:pt x="238501" y="874954"/>
                    </a:moveTo>
                    <a:lnTo>
                      <a:pt x="230820" y="883409"/>
                    </a:lnTo>
                    <a:lnTo>
                      <a:pt x="152203" y="800059"/>
                    </a:lnTo>
                    <a:moveTo>
                      <a:pt x="152203" y="800059"/>
                    </a:moveTo>
                    <a:lnTo>
                      <a:pt x="65749" y="708398"/>
                    </a:lnTo>
                    <a:moveTo>
                      <a:pt x="65749" y="708398"/>
                    </a:moveTo>
                    <a:lnTo>
                      <a:pt x="0" y="63869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38" name="Контур"/>
              <p:cNvSpPr/>
              <p:nvPr/>
            </p:nvSpPr>
            <p:spPr>
              <a:xfrm>
                <a:off x="6912174" y="1584000"/>
                <a:ext cx="833274" cy="790418"/>
              </a:xfrm>
              <a:custGeom>
                <a:avLst/>
                <a:gdLst/>
                <a:ahLst/>
                <a:cxnLst/>
                <a:rect l="l" t="t" r="r" b="b"/>
                <a:pathLst>
                  <a:path w="833274" h="790418" fill="none">
                    <a:moveTo>
                      <a:pt x="816096" y="0"/>
                    </a:moveTo>
                    <a:lnTo>
                      <a:pt x="833274" y="44331"/>
                    </a:lnTo>
                    <a:lnTo>
                      <a:pt x="786774" y="31270"/>
                    </a:lnTo>
                    <a:lnTo>
                      <a:pt x="815182" y="0"/>
                    </a:lnTo>
                    <a:lnTo>
                      <a:pt x="812192" y="3292"/>
                    </a:lnTo>
                    <a:lnTo>
                      <a:pt x="825280" y="37069"/>
                    </a:lnTo>
                    <a:lnTo>
                      <a:pt x="790405" y="27273"/>
                    </a:lnTo>
                    <a:lnTo>
                      <a:pt x="794402" y="30904"/>
                    </a:lnTo>
                    <a:lnTo>
                      <a:pt x="816189" y="6923"/>
                    </a:lnTo>
                    <a:lnTo>
                      <a:pt x="812192" y="3292"/>
                    </a:lnTo>
                    <a:lnTo>
                      <a:pt x="815182" y="0"/>
                    </a:lnTo>
                    <a:moveTo>
                      <a:pt x="815857" y="0"/>
                    </a:moveTo>
                    <a:lnTo>
                      <a:pt x="816554" y="14551"/>
                    </a:lnTo>
                    <a:lnTo>
                      <a:pt x="820185" y="10554"/>
                    </a:lnTo>
                    <a:lnTo>
                      <a:pt x="820917" y="25810"/>
                    </a:lnTo>
                    <a:lnTo>
                      <a:pt x="824548" y="21813"/>
                    </a:lnTo>
                    <a:lnTo>
                      <a:pt x="829277" y="40700"/>
                    </a:lnTo>
                    <a:lnTo>
                      <a:pt x="810024" y="37801"/>
                    </a:lnTo>
                    <a:lnTo>
                      <a:pt x="813655" y="33804"/>
                    </a:lnTo>
                    <a:lnTo>
                      <a:pt x="798399" y="34535"/>
                    </a:lnTo>
                    <a:lnTo>
                      <a:pt x="802030" y="30538"/>
                    </a:lnTo>
                    <a:lnTo>
                      <a:pt x="786774" y="31270"/>
                    </a:lnTo>
                    <a:lnTo>
                      <a:pt x="798033" y="26907"/>
                    </a:lnTo>
                    <a:lnTo>
                      <a:pt x="797667" y="19279"/>
                    </a:lnTo>
                    <a:lnTo>
                      <a:pt x="805295" y="18914"/>
                    </a:lnTo>
                    <a:lnTo>
                      <a:pt x="804930" y="11286"/>
                    </a:lnTo>
                    <a:lnTo>
                      <a:pt x="812557" y="10920"/>
                    </a:lnTo>
                    <a:lnTo>
                      <a:pt x="815625" y="0"/>
                    </a:lnTo>
                    <a:moveTo>
                      <a:pt x="815857" y="0"/>
                    </a:moveTo>
                    <a:lnTo>
                      <a:pt x="816189" y="6923"/>
                    </a:lnTo>
                    <a:lnTo>
                      <a:pt x="808561" y="7289"/>
                    </a:lnTo>
                    <a:lnTo>
                      <a:pt x="808926" y="14917"/>
                    </a:lnTo>
                    <a:lnTo>
                      <a:pt x="801298" y="15282"/>
                    </a:lnTo>
                    <a:lnTo>
                      <a:pt x="801664" y="22910"/>
                    </a:lnTo>
                    <a:lnTo>
                      <a:pt x="794036" y="23276"/>
                    </a:lnTo>
                    <a:lnTo>
                      <a:pt x="794402" y="30904"/>
                    </a:lnTo>
                    <a:lnTo>
                      <a:pt x="798399" y="34535"/>
                    </a:lnTo>
                    <a:lnTo>
                      <a:pt x="802030" y="30538"/>
                    </a:lnTo>
                    <a:lnTo>
                      <a:pt x="810024" y="37801"/>
                    </a:lnTo>
                    <a:lnTo>
                      <a:pt x="813655" y="33804"/>
                    </a:lnTo>
                    <a:lnTo>
                      <a:pt x="833274" y="44331"/>
                    </a:lnTo>
                    <a:lnTo>
                      <a:pt x="825280" y="37069"/>
                    </a:lnTo>
                    <a:lnTo>
                      <a:pt x="828911" y="33072"/>
                    </a:lnTo>
                    <a:lnTo>
                      <a:pt x="820917" y="25810"/>
                    </a:lnTo>
                    <a:lnTo>
                      <a:pt x="824548" y="21813"/>
                    </a:lnTo>
                    <a:lnTo>
                      <a:pt x="816554" y="14551"/>
                    </a:lnTo>
                    <a:lnTo>
                      <a:pt x="820185" y="10554"/>
                    </a:lnTo>
                    <a:lnTo>
                      <a:pt x="816189" y="6923"/>
                    </a:lnTo>
                    <a:moveTo>
                      <a:pt x="646372" y="185817"/>
                    </a:moveTo>
                    <a:lnTo>
                      <a:pt x="663823" y="230853"/>
                    </a:lnTo>
                    <a:lnTo>
                      <a:pt x="617323" y="217792"/>
                    </a:lnTo>
                    <a:lnTo>
                      <a:pt x="646372" y="185817"/>
                    </a:lnTo>
                    <a:lnTo>
                      <a:pt x="642741" y="189814"/>
                    </a:lnTo>
                    <a:lnTo>
                      <a:pt x="655829" y="223591"/>
                    </a:lnTo>
                    <a:lnTo>
                      <a:pt x="620954" y="213795"/>
                    </a:lnTo>
                    <a:lnTo>
                      <a:pt x="624951" y="217426"/>
                    </a:lnTo>
                    <a:lnTo>
                      <a:pt x="646738" y="193445"/>
                    </a:lnTo>
                    <a:lnTo>
                      <a:pt x="642741" y="189814"/>
                    </a:lnTo>
                    <a:lnTo>
                      <a:pt x="646372" y="185817"/>
                    </a:lnTo>
                    <a:lnTo>
                      <a:pt x="647103" y="201073"/>
                    </a:lnTo>
                    <a:lnTo>
                      <a:pt x="650734" y="197076"/>
                    </a:lnTo>
                    <a:lnTo>
                      <a:pt x="651466" y="212332"/>
                    </a:lnTo>
                    <a:lnTo>
                      <a:pt x="655097" y="208335"/>
                    </a:lnTo>
                    <a:lnTo>
                      <a:pt x="659826" y="227222"/>
                    </a:lnTo>
                    <a:lnTo>
                      <a:pt x="640573" y="224322"/>
                    </a:lnTo>
                    <a:lnTo>
                      <a:pt x="644204" y="220325"/>
                    </a:lnTo>
                    <a:lnTo>
                      <a:pt x="628948" y="221057"/>
                    </a:lnTo>
                    <a:lnTo>
                      <a:pt x="632579" y="217060"/>
                    </a:lnTo>
                    <a:lnTo>
                      <a:pt x="617323" y="217792"/>
                    </a:lnTo>
                    <a:lnTo>
                      <a:pt x="628582" y="213429"/>
                    </a:lnTo>
                    <a:lnTo>
                      <a:pt x="628216" y="205801"/>
                    </a:lnTo>
                    <a:lnTo>
                      <a:pt x="635844" y="205435"/>
                    </a:lnTo>
                    <a:lnTo>
                      <a:pt x="635478" y="197807"/>
                    </a:lnTo>
                    <a:lnTo>
                      <a:pt x="643106" y="197441"/>
                    </a:lnTo>
                    <a:lnTo>
                      <a:pt x="646372" y="185817"/>
                    </a:lnTo>
                    <a:lnTo>
                      <a:pt x="646738" y="193445"/>
                    </a:lnTo>
                    <a:lnTo>
                      <a:pt x="639110" y="193810"/>
                    </a:lnTo>
                    <a:lnTo>
                      <a:pt x="639475" y="201438"/>
                    </a:lnTo>
                    <a:lnTo>
                      <a:pt x="631847" y="201804"/>
                    </a:lnTo>
                    <a:lnTo>
                      <a:pt x="632213" y="209432"/>
                    </a:lnTo>
                    <a:lnTo>
                      <a:pt x="624585" y="209798"/>
                    </a:lnTo>
                    <a:lnTo>
                      <a:pt x="624951" y="217426"/>
                    </a:lnTo>
                    <a:lnTo>
                      <a:pt x="628948" y="221057"/>
                    </a:lnTo>
                    <a:lnTo>
                      <a:pt x="632579" y="217060"/>
                    </a:lnTo>
                    <a:lnTo>
                      <a:pt x="640573" y="224322"/>
                    </a:lnTo>
                    <a:lnTo>
                      <a:pt x="644204" y="220325"/>
                    </a:lnTo>
                    <a:lnTo>
                      <a:pt x="663823" y="230853"/>
                    </a:lnTo>
                    <a:lnTo>
                      <a:pt x="655829" y="223591"/>
                    </a:lnTo>
                    <a:lnTo>
                      <a:pt x="659460" y="219594"/>
                    </a:lnTo>
                    <a:lnTo>
                      <a:pt x="651466" y="212332"/>
                    </a:lnTo>
                    <a:lnTo>
                      <a:pt x="655097" y="208335"/>
                    </a:lnTo>
                    <a:lnTo>
                      <a:pt x="647103" y="201073"/>
                    </a:lnTo>
                    <a:lnTo>
                      <a:pt x="650734" y="197076"/>
                    </a:lnTo>
                    <a:lnTo>
                      <a:pt x="646738" y="193445"/>
                    </a:lnTo>
                    <a:moveTo>
                      <a:pt x="476921" y="372338"/>
                    </a:moveTo>
                    <a:lnTo>
                      <a:pt x="494372" y="417375"/>
                    </a:lnTo>
                    <a:lnTo>
                      <a:pt x="447872" y="404313"/>
                    </a:lnTo>
                    <a:lnTo>
                      <a:pt x="476921" y="372338"/>
                    </a:lnTo>
                    <a:lnTo>
                      <a:pt x="473290" y="376335"/>
                    </a:lnTo>
                    <a:lnTo>
                      <a:pt x="486378" y="410112"/>
                    </a:lnTo>
                    <a:lnTo>
                      <a:pt x="451503" y="400317"/>
                    </a:lnTo>
                    <a:lnTo>
                      <a:pt x="455500" y="403948"/>
                    </a:lnTo>
                    <a:lnTo>
                      <a:pt x="477287" y="379966"/>
                    </a:lnTo>
                    <a:lnTo>
                      <a:pt x="473290" y="376335"/>
                    </a:lnTo>
                    <a:lnTo>
                      <a:pt x="476921" y="372338"/>
                    </a:lnTo>
                    <a:lnTo>
                      <a:pt x="477652" y="387594"/>
                    </a:lnTo>
                    <a:lnTo>
                      <a:pt x="481283" y="383597"/>
                    </a:lnTo>
                    <a:lnTo>
                      <a:pt x="482015" y="398853"/>
                    </a:lnTo>
                    <a:lnTo>
                      <a:pt x="485646" y="394856"/>
                    </a:lnTo>
                    <a:lnTo>
                      <a:pt x="490375" y="413744"/>
                    </a:lnTo>
                    <a:lnTo>
                      <a:pt x="471122" y="410844"/>
                    </a:lnTo>
                    <a:lnTo>
                      <a:pt x="474753" y="406847"/>
                    </a:lnTo>
                    <a:lnTo>
                      <a:pt x="459497" y="407579"/>
                    </a:lnTo>
                    <a:lnTo>
                      <a:pt x="463128" y="403582"/>
                    </a:lnTo>
                    <a:lnTo>
                      <a:pt x="447872" y="404313"/>
                    </a:lnTo>
                    <a:lnTo>
                      <a:pt x="459131" y="399951"/>
                    </a:lnTo>
                    <a:lnTo>
                      <a:pt x="458765" y="392323"/>
                    </a:lnTo>
                    <a:lnTo>
                      <a:pt x="466393" y="391957"/>
                    </a:lnTo>
                    <a:lnTo>
                      <a:pt x="466027" y="384329"/>
                    </a:lnTo>
                    <a:lnTo>
                      <a:pt x="473655" y="383963"/>
                    </a:lnTo>
                    <a:lnTo>
                      <a:pt x="476921" y="372338"/>
                    </a:lnTo>
                    <a:lnTo>
                      <a:pt x="477287" y="379966"/>
                    </a:lnTo>
                    <a:lnTo>
                      <a:pt x="469659" y="380332"/>
                    </a:lnTo>
                    <a:lnTo>
                      <a:pt x="470024" y="387960"/>
                    </a:lnTo>
                    <a:lnTo>
                      <a:pt x="462396" y="388326"/>
                    </a:lnTo>
                    <a:lnTo>
                      <a:pt x="462762" y="395954"/>
                    </a:lnTo>
                    <a:lnTo>
                      <a:pt x="455134" y="396320"/>
                    </a:lnTo>
                    <a:lnTo>
                      <a:pt x="455500" y="403948"/>
                    </a:lnTo>
                    <a:lnTo>
                      <a:pt x="459497" y="407579"/>
                    </a:lnTo>
                    <a:lnTo>
                      <a:pt x="463128" y="403582"/>
                    </a:lnTo>
                    <a:lnTo>
                      <a:pt x="471122" y="410844"/>
                    </a:lnTo>
                    <a:lnTo>
                      <a:pt x="474753" y="406847"/>
                    </a:lnTo>
                    <a:lnTo>
                      <a:pt x="494372" y="417375"/>
                    </a:lnTo>
                    <a:lnTo>
                      <a:pt x="486378" y="410112"/>
                    </a:lnTo>
                    <a:lnTo>
                      <a:pt x="490009" y="406116"/>
                    </a:lnTo>
                    <a:lnTo>
                      <a:pt x="482015" y="398853"/>
                    </a:lnTo>
                    <a:lnTo>
                      <a:pt x="485646" y="394856"/>
                    </a:lnTo>
                    <a:lnTo>
                      <a:pt x="477652" y="387594"/>
                    </a:lnTo>
                    <a:lnTo>
                      <a:pt x="481283" y="383597"/>
                    </a:lnTo>
                    <a:lnTo>
                      <a:pt x="477287" y="379966"/>
                    </a:lnTo>
                    <a:moveTo>
                      <a:pt x="307470" y="558860"/>
                    </a:moveTo>
                    <a:lnTo>
                      <a:pt x="324920" y="603896"/>
                    </a:lnTo>
                    <a:lnTo>
                      <a:pt x="278421" y="590835"/>
                    </a:lnTo>
                    <a:lnTo>
                      <a:pt x="307470" y="558860"/>
                    </a:lnTo>
                    <a:lnTo>
                      <a:pt x="303839" y="562857"/>
                    </a:lnTo>
                    <a:lnTo>
                      <a:pt x="316927" y="596634"/>
                    </a:lnTo>
                    <a:lnTo>
                      <a:pt x="282052" y="586838"/>
                    </a:lnTo>
                    <a:lnTo>
                      <a:pt x="286049" y="590469"/>
                    </a:lnTo>
                    <a:lnTo>
                      <a:pt x="307836" y="566488"/>
                    </a:lnTo>
                    <a:lnTo>
                      <a:pt x="303839" y="562857"/>
                    </a:lnTo>
                    <a:lnTo>
                      <a:pt x="307470" y="558860"/>
                    </a:lnTo>
                    <a:lnTo>
                      <a:pt x="308201" y="574116"/>
                    </a:lnTo>
                    <a:lnTo>
                      <a:pt x="311832" y="570119"/>
                    </a:lnTo>
                    <a:lnTo>
                      <a:pt x="312564" y="585375"/>
                    </a:lnTo>
                    <a:lnTo>
                      <a:pt x="316195" y="581378"/>
                    </a:lnTo>
                    <a:lnTo>
                      <a:pt x="320924" y="600265"/>
                    </a:lnTo>
                    <a:lnTo>
                      <a:pt x="301671" y="597366"/>
                    </a:lnTo>
                    <a:lnTo>
                      <a:pt x="305302" y="593369"/>
                    </a:lnTo>
                    <a:lnTo>
                      <a:pt x="290046" y="594100"/>
                    </a:lnTo>
                    <a:lnTo>
                      <a:pt x="293677" y="590104"/>
                    </a:lnTo>
                    <a:lnTo>
                      <a:pt x="278421" y="590835"/>
                    </a:lnTo>
                    <a:lnTo>
                      <a:pt x="289680" y="586473"/>
                    </a:lnTo>
                    <a:lnTo>
                      <a:pt x="289314" y="578845"/>
                    </a:lnTo>
                    <a:lnTo>
                      <a:pt x="296942" y="578479"/>
                    </a:lnTo>
                    <a:lnTo>
                      <a:pt x="296576" y="570851"/>
                    </a:lnTo>
                    <a:lnTo>
                      <a:pt x="304204" y="570485"/>
                    </a:lnTo>
                    <a:lnTo>
                      <a:pt x="307470" y="558860"/>
                    </a:lnTo>
                    <a:lnTo>
                      <a:pt x="307836" y="566488"/>
                    </a:lnTo>
                    <a:lnTo>
                      <a:pt x="300208" y="566854"/>
                    </a:lnTo>
                    <a:lnTo>
                      <a:pt x="300573" y="574482"/>
                    </a:lnTo>
                    <a:lnTo>
                      <a:pt x="292945" y="574848"/>
                    </a:lnTo>
                    <a:lnTo>
                      <a:pt x="293311" y="582476"/>
                    </a:lnTo>
                    <a:lnTo>
                      <a:pt x="285683" y="582841"/>
                    </a:lnTo>
                    <a:lnTo>
                      <a:pt x="286049" y="590469"/>
                    </a:lnTo>
                    <a:lnTo>
                      <a:pt x="290046" y="594100"/>
                    </a:lnTo>
                    <a:lnTo>
                      <a:pt x="293677" y="590104"/>
                    </a:lnTo>
                    <a:lnTo>
                      <a:pt x="301671" y="597366"/>
                    </a:lnTo>
                    <a:lnTo>
                      <a:pt x="305302" y="593369"/>
                    </a:lnTo>
                    <a:lnTo>
                      <a:pt x="324920" y="603896"/>
                    </a:lnTo>
                    <a:lnTo>
                      <a:pt x="316927" y="596634"/>
                    </a:lnTo>
                    <a:lnTo>
                      <a:pt x="320558" y="592637"/>
                    </a:lnTo>
                    <a:lnTo>
                      <a:pt x="312564" y="585375"/>
                    </a:lnTo>
                    <a:lnTo>
                      <a:pt x="316195" y="581378"/>
                    </a:lnTo>
                    <a:lnTo>
                      <a:pt x="308201" y="574116"/>
                    </a:lnTo>
                    <a:lnTo>
                      <a:pt x="311832" y="570119"/>
                    </a:lnTo>
                    <a:lnTo>
                      <a:pt x="307836" y="566488"/>
                    </a:lnTo>
                    <a:moveTo>
                      <a:pt x="138019" y="745382"/>
                    </a:moveTo>
                    <a:lnTo>
                      <a:pt x="155469" y="790418"/>
                    </a:lnTo>
                    <a:lnTo>
                      <a:pt x="108970" y="777357"/>
                    </a:lnTo>
                    <a:lnTo>
                      <a:pt x="138019" y="745382"/>
                    </a:lnTo>
                    <a:lnTo>
                      <a:pt x="134388" y="749379"/>
                    </a:lnTo>
                    <a:lnTo>
                      <a:pt x="147476" y="783156"/>
                    </a:lnTo>
                    <a:lnTo>
                      <a:pt x="112601" y="773360"/>
                    </a:lnTo>
                    <a:lnTo>
                      <a:pt x="116598" y="776991"/>
                    </a:lnTo>
                    <a:lnTo>
                      <a:pt x="138384" y="753010"/>
                    </a:lnTo>
                    <a:lnTo>
                      <a:pt x="134388" y="749379"/>
                    </a:lnTo>
                    <a:lnTo>
                      <a:pt x="138019" y="745382"/>
                    </a:lnTo>
                    <a:lnTo>
                      <a:pt x="138750" y="760638"/>
                    </a:lnTo>
                    <a:lnTo>
                      <a:pt x="142381" y="756641"/>
                    </a:lnTo>
                    <a:lnTo>
                      <a:pt x="143113" y="771897"/>
                    </a:lnTo>
                    <a:lnTo>
                      <a:pt x="146744" y="767900"/>
                    </a:lnTo>
                    <a:lnTo>
                      <a:pt x="151473" y="786787"/>
                    </a:lnTo>
                    <a:lnTo>
                      <a:pt x="132220" y="783888"/>
                    </a:lnTo>
                    <a:lnTo>
                      <a:pt x="135851" y="779891"/>
                    </a:lnTo>
                    <a:lnTo>
                      <a:pt x="120595" y="780622"/>
                    </a:lnTo>
                    <a:lnTo>
                      <a:pt x="124226" y="776625"/>
                    </a:lnTo>
                    <a:lnTo>
                      <a:pt x="108970" y="777357"/>
                    </a:lnTo>
                    <a:lnTo>
                      <a:pt x="120229" y="772994"/>
                    </a:lnTo>
                    <a:lnTo>
                      <a:pt x="119863" y="765366"/>
                    </a:lnTo>
                    <a:lnTo>
                      <a:pt x="127491" y="765000"/>
                    </a:lnTo>
                    <a:lnTo>
                      <a:pt x="127125" y="757372"/>
                    </a:lnTo>
                    <a:lnTo>
                      <a:pt x="134753" y="757007"/>
                    </a:lnTo>
                    <a:lnTo>
                      <a:pt x="138019" y="745382"/>
                    </a:lnTo>
                    <a:lnTo>
                      <a:pt x="138384" y="753010"/>
                    </a:lnTo>
                    <a:lnTo>
                      <a:pt x="130757" y="753376"/>
                    </a:lnTo>
                    <a:lnTo>
                      <a:pt x="131122" y="761004"/>
                    </a:lnTo>
                    <a:lnTo>
                      <a:pt x="123494" y="761369"/>
                    </a:lnTo>
                    <a:lnTo>
                      <a:pt x="123860" y="768997"/>
                    </a:lnTo>
                    <a:lnTo>
                      <a:pt x="116232" y="769363"/>
                    </a:lnTo>
                    <a:lnTo>
                      <a:pt x="116598" y="776991"/>
                    </a:lnTo>
                    <a:lnTo>
                      <a:pt x="120595" y="780622"/>
                    </a:lnTo>
                    <a:lnTo>
                      <a:pt x="124226" y="776625"/>
                    </a:lnTo>
                    <a:lnTo>
                      <a:pt x="132220" y="783888"/>
                    </a:lnTo>
                    <a:lnTo>
                      <a:pt x="135851" y="779891"/>
                    </a:lnTo>
                    <a:lnTo>
                      <a:pt x="155469" y="790418"/>
                    </a:lnTo>
                    <a:lnTo>
                      <a:pt x="147476" y="783156"/>
                    </a:lnTo>
                    <a:lnTo>
                      <a:pt x="151107" y="779159"/>
                    </a:lnTo>
                    <a:lnTo>
                      <a:pt x="143113" y="771897"/>
                    </a:lnTo>
                    <a:lnTo>
                      <a:pt x="146744" y="767900"/>
                    </a:lnTo>
                    <a:lnTo>
                      <a:pt x="138750" y="760638"/>
                    </a:lnTo>
                    <a:lnTo>
                      <a:pt x="142381" y="756641"/>
                    </a:lnTo>
                    <a:lnTo>
                      <a:pt x="138384" y="753010"/>
                    </a:lnTo>
                    <a:moveTo>
                      <a:pt x="46248" y="763007"/>
                    </a:moveTo>
                    <a:lnTo>
                      <a:pt x="0" y="776935"/>
                    </a:lnTo>
                    <a:lnTo>
                      <a:pt x="16606" y="731580"/>
                    </a:lnTo>
                    <a:lnTo>
                      <a:pt x="46248" y="763007"/>
                    </a:lnTo>
                    <a:lnTo>
                      <a:pt x="42542" y="759079"/>
                    </a:lnTo>
                    <a:lnTo>
                      <a:pt x="7857" y="769525"/>
                    </a:lnTo>
                    <a:lnTo>
                      <a:pt x="20311" y="735509"/>
                    </a:lnTo>
                    <a:lnTo>
                      <a:pt x="16383" y="739214"/>
                    </a:lnTo>
                    <a:lnTo>
                      <a:pt x="38614" y="762784"/>
                    </a:lnTo>
                    <a:lnTo>
                      <a:pt x="42542" y="759079"/>
                    </a:lnTo>
                    <a:lnTo>
                      <a:pt x="46248" y="763007"/>
                    </a:lnTo>
                    <a:lnTo>
                      <a:pt x="30981" y="762561"/>
                    </a:lnTo>
                    <a:lnTo>
                      <a:pt x="34686" y="766489"/>
                    </a:lnTo>
                    <a:lnTo>
                      <a:pt x="19419" y="766043"/>
                    </a:lnTo>
                    <a:lnTo>
                      <a:pt x="23124" y="769971"/>
                    </a:lnTo>
                    <a:lnTo>
                      <a:pt x="3929" y="773230"/>
                    </a:lnTo>
                    <a:lnTo>
                      <a:pt x="8303" y="754258"/>
                    </a:lnTo>
                    <a:lnTo>
                      <a:pt x="12008" y="758186"/>
                    </a:lnTo>
                    <a:lnTo>
                      <a:pt x="12455" y="742919"/>
                    </a:lnTo>
                    <a:lnTo>
                      <a:pt x="16160" y="746847"/>
                    </a:lnTo>
                    <a:lnTo>
                      <a:pt x="16606" y="731580"/>
                    </a:lnTo>
                    <a:lnTo>
                      <a:pt x="20088" y="743142"/>
                    </a:lnTo>
                    <a:lnTo>
                      <a:pt x="27722" y="743365"/>
                    </a:lnTo>
                    <a:lnTo>
                      <a:pt x="27498" y="750999"/>
                    </a:lnTo>
                    <a:lnTo>
                      <a:pt x="35132" y="751222"/>
                    </a:lnTo>
                    <a:lnTo>
                      <a:pt x="34909" y="758855"/>
                    </a:lnTo>
                    <a:lnTo>
                      <a:pt x="46248" y="763007"/>
                    </a:lnTo>
                    <a:lnTo>
                      <a:pt x="38614" y="762784"/>
                    </a:lnTo>
                    <a:lnTo>
                      <a:pt x="38837" y="755150"/>
                    </a:lnTo>
                    <a:lnTo>
                      <a:pt x="31204" y="754927"/>
                    </a:lnTo>
                    <a:lnTo>
                      <a:pt x="31427" y="747294"/>
                    </a:lnTo>
                    <a:lnTo>
                      <a:pt x="23793" y="747071"/>
                    </a:lnTo>
                    <a:lnTo>
                      <a:pt x="24016" y="739437"/>
                    </a:lnTo>
                    <a:lnTo>
                      <a:pt x="16383" y="739214"/>
                    </a:lnTo>
                    <a:lnTo>
                      <a:pt x="12455" y="742919"/>
                    </a:lnTo>
                    <a:lnTo>
                      <a:pt x="16160" y="746847"/>
                    </a:lnTo>
                    <a:lnTo>
                      <a:pt x="8303" y="754258"/>
                    </a:lnTo>
                    <a:lnTo>
                      <a:pt x="12008" y="758186"/>
                    </a:lnTo>
                    <a:lnTo>
                      <a:pt x="0" y="776935"/>
                    </a:lnTo>
                    <a:lnTo>
                      <a:pt x="7857" y="769525"/>
                    </a:lnTo>
                    <a:lnTo>
                      <a:pt x="11562" y="773453"/>
                    </a:lnTo>
                    <a:lnTo>
                      <a:pt x="19419" y="766043"/>
                    </a:lnTo>
                    <a:lnTo>
                      <a:pt x="23124" y="769971"/>
                    </a:lnTo>
                    <a:lnTo>
                      <a:pt x="30981" y="762561"/>
                    </a:lnTo>
                    <a:lnTo>
                      <a:pt x="34686" y="766489"/>
                    </a:lnTo>
                    <a:lnTo>
                      <a:pt x="38614" y="76278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39" name="Контур"/>
              <p:cNvSpPr/>
              <p:nvPr/>
            </p:nvSpPr>
            <p:spPr>
              <a:xfrm>
                <a:off x="6766935" y="1584000"/>
                <a:ext cx="715199" cy="638690"/>
              </a:xfrm>
              <a:custGeom>
                <a:avLst/>
                <a:gdLst/>
                <a:ahLst/>
                <a:cxnLst/>
                <a:rect l="l" t="t" r="r" b="b"/>
                <a:pathLst>
                  <a:path w="715199" h="638690" fill="none">
                    <a:moveTo>
                      <a:pt x="0" y="638690"/>
                    </a:moveTo>
                    <a:lnTo>
                      <a:pt x="91661" y="552236"/>
                    </a:lnTo>
                    <a:moveTo>
                      <a:pt x="91661" y="552236"/>
                    </a:moveTo>
                    <a:lnTo>
                      <a:pt x="183322" y="465782"/>
                    </a:lnTo>
                    <a:moveTo>
                      <a:pt x="183322" y="465782"/>
                    </a:moveTo>
                    <a:lnTo>
                      <a:pt x="209290" y="441289"/>
                    </a:lnTo>
                    <a:lnTo>
                      <a:pt x="274983" y="379328"/>
                    </a:lnTo>
                    <a:moveTo>
                      <a:pt x="274983" y="379328"/>
                    </a:moveTo>
                    <a:lnTo>
                      <a:pt x="366644" y="292874"/>
                    </a:lnTo>
                    <a:moveTo>
                      <a:pt x="366644" y="292874"/>
                    </a:moveTo>
                    <a:lnTo>
                      <a:pt x="458305" y="206421"/>
                    </a:lnTo>
                    <a:moveTo>
                      <a:pt x="458305" y="206421"/>
                    </a:moveTo>
                    <a:lnTo>
                      <a:pt x="549966" y="119967"/>
                    </a:lnTo>
                    <a:moveTo>
                      <a:pt x="549966" y="119967"/>
                    </a:moveTo>
                    <a:lnTo>
                      <a:pt x="596229" y="76332"/>
                    </a:lnTo>
                    <a:lnTo>
                      <a:pt x="648753" y="42632"/>
                    </a:lnTo>
                    <a:moveTo>
                      <a:pt x="648753" y="42632"/>
                    </a:moveTo>
                    <a:lnTo>
                      <a:pt x="71519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40" name="Контур"/>
              <p:cNvSpPr/>
              <p:nvPr/>
            </p:nvSpPr>
            <p:spPr>
              <a:xfrm>
                <a:off x="6813033" y="1584000"/>
                <a:ext cx="605155" cy="537587"/>
              </a:xfrm>
              <a:custGeom>
                <a:avLst/>
                <a:gdLst/>
                <a:ahLst/>
                <a:cxnLst/>
                <a:rect l="l" t="t" r="r" b="b"/>
                <a:pathLst>
                  <a:path w="605155" h="537587" fill="none">
                    <a:moveTo>
                      <a:pt x="31426" y="491339"/>
                    </a:moveTo>
                    <a:lnTo>
                      <a:pt x="45355" y="537587"/>
                    </a:lnTo>
                    <a:lnTo>
                      <a:pt x="0" y="520981"/>
                    </a:lnTo>
                    <a:lnTo>
                      <a:pt x="31426" y="491339"/>
                    </a:lnTo>
                    <a:lnTo>
                      <a:pt x="27498" y="495045"/>
                    </a:lnTo>
                    <a:lnTo>
                      <a:pt x="37944" y="529730"/>
                    </a:lnTo>
                    <a:lnTo>
                      <a:pt x="3928" y="517276"/>
                    </a:lnTo>
                    <a:lnTo>
                      <a:pt x="7633" y="521204"/>
                    </a:lnTo>
                    <a:lnTo>
                      <a:pt x="31203" y="498973"/>
                    </a:lnTo>
                    <a:lnTo>
                      <a:pt x="27498" y="495045"/>
                    </a:lnTo>
                    <a:lnTo>
                      <a:pt x="31426" y="491339"/>
                    </a:lnTo>
                    <a:lnTo>
                      <a:pt x="30980" y="506606"/>
                    </a:lnTo>
                    <a:lnTo>
                      <a:pt x="34909" y="502901"/>
                    </a:lnTo>
                    <a:lnTo>
                      <a:pt x="34462" y="518168"/>
                    </a:lnTo>
                    <a:lnTo>
                      <a:pt x="38391" y="514463"/>
                    </a:lnTo>
                    <a:lnTo>
                      <a:pt x="41649" y="533658"/>
                    </a:lnTo>
                    <a:lnTo>
                      <a:pt x="22677" y="529284"/>
                    </a:lnTo>
                    <a:lnTo>
                      <a:pt x="26606" y="525579"/>
                    </a:lnTo>
                    <a:lnTo>
                      <a:pt x="11339" y="525132"/>
                    </a:lnTo>
                    <a:lnTo>
                      <a:pt x="15267" y="521427"/>
                    </a:lnTo>
                    <a:lnTo>
                      <a:pt x="0" y="520981"/>
                    </a:lnTo>
                    <a:lnTo>
                      <a:pt x="11562" y="517499"/>
                    </a:lnTo>
                    <a:lnTo>
                      <a:pt x="11785" y="509865"/>
                    </a:lnTo>
                    <a:lnTo>
                      <a:pt x="19418" y="510088"/>
                    </a:lnTo>
                    <a:lnTo>
                      <a:pt x="19642" y="502455"/>
                    </a:lnTo>
                    <a:lnTo>
                      <a:pt x="27275" y="502678"/>
                    </a:lnTo>
                    <a:lnTo>
                      <a:pt x="31426" y="491339"/>
                    </a:lnTo>
                    <a:lnTo>
                      <a:pt x="31203" y="498973"/>
                    </a:lnTo>
                    <a:lnTo>
                      <a:pt x="23570" y="498750"/>
                    </a:lnTo>
                    <a:lnTo>
                      <a:pt x="23347" y="506383"/>
                    </a:lnTo>
                    <a:lnTo>
                      <a:pt x="15713" y="506160"/>
                    </a:lnTo>
                    <a:lnTo>
                      <a:pt x="15490" y="513794"/>
                    </a:lnTo>
                    <a:lnTo>
                      <a:pt x="7857" y="513570"/>
                    </a:lnTo>
                    <a:lnTo>
                      <a:pt x="7633" y="521204"/>
                    </a:lnTo>
                    <a:lnTo>
                      <a:pt x="11339" y="525132"/>
                    </a:lnTo>
                    <a:lnTo>
                      <a:pt x="15267" y="521427"/>
                    </a:lnTo>
                    <a:lnTo>
                      <a:pt x="22677" y="529284"/>
                    </a:lnTo>
                    <a:lnTo>
                      <a:pt x="26606" y="525579"/>
                    </a:lnTo>
                    <a:lnTo>
                      <a:pt x="45355" y="537587"/>
                    </a:lnTo>
                    <a:lnTo>
                      <a:pt x="37944" y="529730"/>
                    </a:lnTo>
                    <a:lnTo>
                      <a:pt x="41873" y="526025"/>
                    </a:lnTo>
                    <a:lnTo>
                      <a:pt x="34462" y="518168"/>
                    </a:lnTo>
                    <a:lnTo>
                      <a:pt x="38391" y="514463"/>
                    </a:lnTo>
                    <a:lnTo>
                      <a:pt x="30980" y="506606"/>
                    </a:lnTo>
                    <a:lnTo>
                      <a:pt x="34909" y="502901"/>
                    </a:lnTo>
                    <a:lnTo>
                      <a:pt x="31203" y="498973"/>
                    </a:lnTo>
                    <a:moveTo>
                      <a:pt x="214748" y="318432"/>
                    </a:moveTo>
                    <a:lnTo>
                      <a:pt x="228676" y="364679"/>
                    </a:lnTo>
                    <a:lnTo>
                      <a:pt x="183322" y="348073"/>
                    </a:lnTo>
                    <a:lnTo>
                      <a:pt x="214748" y="318432"/>
                    </a:lnTo>
                    <a:lnTo>
                      <a:pt x="210820" y="322137"/>
                    </a:lnTo>
                    <a:lnTo>
                      <a:pt x="221266" y="356822"/>
                    </a:lnTo>
                    <a:lnTo>
                      <a:pt x="187250" y="344368"/>
                    </a:lnTo>
                    <a:lnTo>
                      <a:pt x="190955" y="348296"/>
                    </a:lnTo>
                    <a:lnTo>
                      <a:pt x="214525" y="326065"/>
                    </a:lnTo>
                    <a:lnTo>
                      <a:pt x="210820" y="322137"/>
                    </a:lnTo>
                    <a:lnTo>
                      <a:pt x="214748" y="318432"/>
                    </a:lnTo>
                    <a:lnTo>
                      <a:pt x="214302" y="333699"/>
                    </a:lnTo>
                    <a:lnTo>
                      <a:pt x="218230" y="329993"/>
                    </a:lnTo>
                    <a:lnTo>
                      <a:pt x="217784" y="345260"/>
                    </a:lnTo>
                    <a:lnTo>
                      <a:pt x="221712" y="341555"/>
                    </a:lnTo>
                    <a:lnTo>
                      <a:pt x="224971" y="360750"/>
                    </a:lnTo>
                    <a:lnTo>
                      <a:pt x="205999" y="356376"/>
                    </a:lnTo>
                    <a:lnTo>
                      <a:pt x="209927" y="352671"/>
                    </a:lnTo>
                    <a:lnTo>
                      <a:pt x="194660" y="352224"/>
                    </a:lnTo>
                    <a:lnTo>
                      <a:pt x="198589" y="348519"/>
                    </a:lnTo>
                    <a:lnTo>
                      <a:pt x="183322" y="348073"/>
                    </a:lnTo>
                    <a:lnTo>
                      <a:pt x="194884" y="344591"/>
                    </a:lnTo>
                    <a:lnTo>
                      <a:pt x="195107" y="336957"/>
                    </a:lnTo>
                    <a:lnTo>
                      <a:pt x="202740" y="337181"/>
                    </a:lnTo>
                    <a:lnTo>
                      <a:pt x="202963" y="329547"/>
                    </a:lnTo>
                    <a:lnTo>
                      <a:pt x="210597" y="329770"/>
                    </a:lnTo>
                    <a:lnTo>
                      <a:pt x="214748" y="318432"/>
                    </a:lnTo>
                    <a:lnTo>
                      <a:pt x="214525" y="326065"/>
                    </a:lnTo>
                    <a:lnTo>
                      <a:pt x="206892" y="325842"/>
                    </a:lnTo>
                    <a:lnTo>
                      <a:pt x="206669" y="333475"/>
                    </a:lnTo>
                    <a:lnTo>
                      <a:pt x="199035" y="333252"/>
                    </a:lnTo>
                    <a:lnTo>
                      <a:pt x="198812" y="340886"/>
                    </a:lnTo>
                    <a:lnTo>
                      <a:pt x="191178" y="340663"/>
                    </a:lnTo>
                    <a:lnTo>
                      <a:pt x="190955" y="348296"/>
                    </a:lnTo>
                    <a:lnTo>
                      <a:pt x="194660" y="352224"/>
                    </a:lnTo>
                    <a:lnTo>
                      <a:pt x="198589" y="348519"/>
                    </a:lnTo>
                    <a:lnTo>
                      <a:pt x="205999" y="356376"/>
                    </a:lnTo>
                    <a:lnTo>
                      <a:pt x="209927" y="352671"/>
                    </a:lnTo>
                    <a:lnTo>
                      <a:pt x="228676" y="364679"/>
                    </a:lnTo>
                    <a:lnTo>
                      <a:pt x="221266" y="356822"/>
                    </a:lnTo>
                    <a:lnTo>
                      <a:pt x="225194" y="353117"/>
                    </a:lnTo>
                    <a:lnTo>
                      <a:pt x="217784" y="345260"/>
                    </a:lnTo>
                    <a:lnTo>
                      <a:pt x="221712" y="341555"/>
                    </a:lnTo>
                    <a:lnTo>
                      <a:pt x="214302" y="333699"/>
                    </a:lnTo>
                    <a:lnTo>
                      <a:pt x="218230" y="329993"/>
                    </a:lnTo>
                    <a:lnTo>
                      <a:pt x="214525" y="326065"/>
                    </a:lnTo>
                    <a:moveTo>
                      <a:pt x="398070" y="145524"/>
                    </a:moveTo>
                    <a:lnTo>
                      <a:pt x="411998" y="191771"/>
                    </a:lnTo>
                    <a:lnTo>
                      <a:pt x="366644" y="175165"/>
                    </a:lnTo>
                    <a:lnTo>
                      <a:pt x="398070" y="145524"/>
                    </a:lnTo>
                    <a:lnTo>
                      <a:pt x="394142" y="149229"/>
                    </a:lnTo>
                    <a:lnTo>
                      <a:pt x="404588" y="183914"/>
                    </a:lnTo>
                    <a:lnTo>
                      <a:pt x="370572" y="171460"/>
                    </a:lnTo>
                    <a:lnTo>
                      <a:pt x="374277" y="175388"/>
                    </a:lnTo>
                    <a:lnTo>
                      <a:pt x="397847" y="153157"/>
                    </a:lnTo>
                    <a:lnTo>
                      <a:pt x="394142" y="149229"/>
                    </a:lnTo>
                    <a:lnTo>
                      <a:pt x="398070" y="145524"/>
                    </a:lnTo>
                    <a:lnTo>
                      <a:pt x="397624" y="160791"/>
                    </a:lnTo>
                    <a:lnTo>
                      <a:pt x="401552" y="157086"/>
                    </a:lnTo>
                    <a:lnTo>
                      <a:pt x="401106" y="172353"/>
                    </a:lnTo>
                    <a:lnTo>
                      <a:pt x="405034" y="168648"/>
                    </a:lnTo>
                    <a:lnTo>
                      <a:pt x="408293" y="187843"/>
                    </a:lnTo>
                    <a:lnTo>
                      <a:pt x="389321" y="183468"/>
                    </a:lnTo>
                    <a:lnTo>
                      <a:pt x="393249" y="179763"/>
                    </a:lnTo>
                    <a:lnTo>
                      <a:pt x="377982" y="179317"/>
                    </a:lnTo>
                    <a:lnTo>
                      <a:pt x="381911" y="175612"/>
                    </a:lnTo>
                    <a:lnTo>
                      <a:pt x="366644" y="175165"/>
                    </a:lnTo>
                    <a:lnTo>
                      <a:pt x="378205" y="171683"/>
                    </a:lnTo>
                    <a:lnTo>
                      <a:pt x="378429" y="164050"/>
                    </a:lnTo>
                    <a:lnTo>
                      <a:pt x="386062" y="164273"/>
                    </a:lnTo>
                    <a:lnTo>
                      <a:pt x="386285" y="156639"/>
                    </a:lnTo>
                    <a:lnTo>
                      <a:pt x="393919" y="156863"/>
                    </a:lnTo>
                    <a:lnTo>
                      <a:pt x="398070" y="145524"/>
                    </a:lnTo>
                    <a:lnTo>
                      <a:pt x="397847" y="153157"/>
                    </a:lnTo>
                    <a:lnTo>
                      <a:pt x="390214" y="152934"/>
                    </a:lnTo>
                    <a:lnTo>
                      <a:pt x="389990" y="160568"/>
                    </a:lnTo>
                    <a:lnTo>
                      <a:pt x="382357" y="160345"/>
                    </a:lnTo>
                    <a:lnTo>
                      <a:pt x="382134" y="167978"/>
                    </a:lnTo>
                    <a:lnTo>
                      <a:pt x="374500" y="167755"/>
                    </a:lnTo>
                    <a:lnTo>
                      <a:pt x="374277" y="175388"/>
                    </a:lnTo>
                    <a:lnTo>
                      <a:pt x="377982" y="179317"/>
                    </a:lnTo>
                    <a:lnTo>
                      <a:pt x="381911" y="175612"/>
                    </a:lnTo>
                    <a:lnTo>
                      <a:pt x="389321" y="183468"/>
                    </a:lnTo>
                    <a:lnTo>
                      <a:pt x="393249" y="179763"/>
                    </a:lnTo>
                    <a:lnTo>
                      <a:pt x="411998" y="191771"/>
                    </a:lnTo>
                    <a:lnTo>
                      <a:pt x="404588" y="183914"/>
                    </a:lnTo>
                    <a:lnTo>
                      <a:pt x="408516" y="180209"/>
                    </a:lnTo>
                    <a:lnTo>
                      <a:pt x="401106" y="172353"/>
                    </a:lnTo>
                    <a:lnTo>
                      <a:pt x="405034" y="168648"/>
                    </a:lnTo>
                    <a:lnTo>
                      <a:pt x="397624" y="160791"/>
                    </a:lnTo>
                    <a:lnTo>
                      <a:pt x="401552" y="157086"/>
                    </a:lnTo>
                    <a:lnTo>
                      <a:pt x="397847" y="153157"/>
                    </a:lnTo>
                    <a:moveTo>
                      <a:pt x="602132" y="0"/>
                    </a:moveTo>
                    <a:lnTo>
                      <a:pt x="605155" y="28196"/>
                    </a:lnTo>
                    <a:lnTo>
                      <a:pt x="563647" y="3501"/>
                    </a:lnTo>
                    <a:lnTo>
                      <a:pt x="569103" y="0"/>
                    </a:lnTo>
                    <a:moveTo>
                      <a:pt x="597274" y="0"/>
                    </a:moveTo>
                    <a:lnTo>
                      <a:pt x="599323" y="19106"/>
                    </a:lnTo>
                    <a:lnTo>
                      <a:pt x="568192" y="585"/>
                    </a:lnTo>
                    <a:lnTo>
                      <a:pt x="571108" y="5130"/>
                    </a:lnTo>
                    <a:lnTo>
                      <a:pt x="579103" y="0"/>
                    </a:lnTo>
                    <a:moveTo>
                      <a:pt x="599586" y="0"/>
                    </a:moveTo>
                    <a:lnTo>
                      <a:pt x="598036" y="7100"/>
                    </a:lnTo>
                    <a:lnTo>
                      <a:pt x="602581" y="4184"/>
                    </a:lnTo>
                    <a:lnTo>
                      <a:pt x="602239" y="23651"/>
                    </a:lnTo>
                    <a:lnTo>
                      <a:pt x="584401" y="15849"/>
                    </a:lnTo>
                    <a:lnTo>
                      <a:pt x="588946" y="12932"/>
                    </a:lnTo>
                    <a:lnTo>
                      <a:pt x="574024" y="9675"/>
                    </a:lnTo>
                    <a:lnTo>
                      <a:pt x="578569" y="6759"/>
                    </a:lnTo>
                    <a:lnTo>
                      <a:pt x="563647" y="3501"/>
                    </a:lnTo>
                    <a:lnTo>
                      <a:pt x="575653" y="2214"/>
                    </a:lnTo>
                    <a:lnTo>
                      <a:pt x="576136" y="0"/>
                    </a:lnTo>
                    <a:moveTo>
                      <a:pt x="572228" y="0"/>
                    </a:moveTo>
                    <a:lnTo>
                      <a:pt x="571108" y="5130"/>
                    </a:lnTo>
                    <a:lnTo>
                      <a:pt x="574024" y="9675"/>
                    </a:lnTo>
                    <a:lnTo>
                      <a:pt x="578569" y="6759"/>
                    </a:lnTo>
                    <a:lnTo>
                      <a:pt x="584401" y="15849"/>
                    </a:lnTo>
                    <a:lnTo>
                      <a:pt x="588946" y="12932"/>
                    </a:lnTo>
                    <a:lnTo>
                      <a:pt x="605155" y="28196"/>
                    </a:lnTo>
                    <a:lnTo>
                      <a:pt x="599323" y="19106"/>
                    </a:lnTo>
                    <a:lnTo>
                      <a:pt x="603868" y="16190"/>
                    </a:lnTo>
                    <a:lnTo>
                      <a:pt x="598036" y="7100"/>
                    </a:lnTo>
                    <a:lnTo>
                      <a:pt x="602581" y="4184"/>
                    </a:lnTo>
                    <a:lnTo>
                      <a:pt x="599896" y="0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41" name="Контур"/>
              <p:cNvSpPr/>
              <p:nvPr/>
            </p:nvSpPr>
            <p:spPr>
              <a:xfrm>
                <a:off x="6766935" y="1584000"/>
                <a:ext cx="715199" cy="638690"/>
              </a:xfrm>
              <a:custGeom>
                <a:avLst/>
                <a:gdLst/>
                <a:ahLst/>
                <a:cxnLst/>
                <a:rect l="l" t="t" r="r" b="b"/>
                <a:pathLst>
                  <a:path w="715199" h="638690" fill="none">
                    <a:moveTo>
                      <a:pt x="715199" y="0"/>
                    </a:moveTo>
                    <a:lnTo>
                      <a:pt x="690577" y="15797"/>
                    </a:lnTo>
                    <a:moveTo>
                      <a:pt x="690577" y="15797"/>
                    </a:moveTo>
                    <a:lnTo>
                      <a:pt x="596229" y="76332"/>
                    </a:lnTo>
                    <a:lnTo>
                      <a:pt x="586116" y="85870"/>
                    </a:lnTo>
                    <a:moveTo>
                      <a:pt x="586116" y="85870"/>
                    </a:moveTo>
                    <a:lnTo>
                      <a:pt x="494455" y="172324"/>
                    </a:lnTo>
                    <a:moveTo>
                      <a:pt x="494455" y="172324"/>
                    </a:moveTo>
                    <a:lnTo>
                      <a:pt x="402794" y="258778"/>
                    </a:lnTo>
                    <a:moveTo>
                      <a:pt x="402794" y="258778"/>
                    </a:moveTo>
                    <a:lnTo>
                      <a:pt x="311133" y="345232"/>
                    </a:lnTo>
                    <a:moveTo>
                      <a:pt x="311133" y="345232"/>
                    </a:moveTo>
                    <a:lnTo>
                      <a:pt x="219472" y="431686"/>
                    </a:lnTo>
                    <a:moveTo>
                      <a:pt x="219472" y="431686"/>
                    </a:moveTo>
                    <a:lnTo>
                      <a:pt x="209290" y="441289"/>
                    </a:lnTo>
                    <a:lnTo>
                      <a:pt x="127811" y="518140"/>
                    </a:lnTo>
                    <a:moveTo>
                      <a:pt x="127811" y="518140"/>
                    </a:moveTo>
                    <a:lnTo>
                      <a:pt x="36150" y="604593"/>
                    </a:lnTo>
                    <a:moveTo>
                      <a:pt x="36150" y="604593"/>
                    </a:moveTo>
                    <a:lnTo>
                      <a:pt x="0" y="63869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42" name="Контур"/>
              <p:cNvSpPr/>
              <p:nvPr/>
            </p:nvSpPr>
            <p:spPr>
              <a:xfrm>
                <a:off x="6803294" y="1584000"/>
                <a:ext cx="768646" cy="665490"/>
              </a:xfrm>
              <a:custGeom>
                <a:avLst/>
                <a:gdLst/>
                <a:ahLst/>
                <a:cxnLst/>
                <a:rect l="l" t="t" r="r" b="b"/>
                <a:pathLst>
                  <a:path w="768646" h="665490" fill="none">
                    <a:moveTo>
                      <a:pt x="768113" y="504"/>
                    </a:moveTo>
                    <a:lnTo>
                      <a:pt x="767961" y="0"/>
                    </a:lnTo>
                    <a:moveTo>
                      <a:pt x="768646" y="0"/>
                    </a:moveTo>
                    <a:lnTo>
                      <a:pt x="768113" y="504"/>
                    </a:lnTo>
                    <a:lnTo>
                      <a:pt x="768646" y="0"/>
                    </a:lnTo>
                    <a:moveTo>
                      <a:pt x="768646" y="0"/>
                    </a:moveTo>
                    <a:lnTo>
                      <a:pt x="768113" y="504"/>
                    </a:lnTo>
                    <a:lnTo>
                      <a:pt x="768127" y="0"/>
                    </a:lnTo>
                    <a:moveTo>
                      <a:pt x="768297" y="0"/>
                    </a:moveTo>
                    <a:lnTo>
                      <a:pt x="768113" y="504"/>
                    </a:lnTo>
                    <a:lnTo>
                      <a:pt x="768127" y="0"/>
                    </a:lnTo>
                    <a:moveTo>
                      <a:pt x="563893" y="146767"/>
                    </a:moveTo>
                    <a:lnTo>
                      <a:pt x="549965" y="100520"/>
                    </a:lnTo>
                    <a:lnTo>
                      <a:pt x="595320" y="117126"/>
                    </a:lnTo>
                    <a:lnTo>
                      <a:pt x="563893" y="146767"/>
                    </a:lnTo>
                    <a:lnTo>
                      <a:pt x="567822" y="143062"/>
                    </a:lnTo>
                    <a:lnTo>
                      <a:pt x="557376" y="108376"/>
                    </a:lnTo>
                    <a:lnTo>
                      <a:pt x="591392" y="120831"/>
                    </a:lnTo>
                    <a:lnTo>
                      <a:pt x="587686" y="116902"/>
                    </a:lnTo>
                    <a:lnTo>
                      <a:pt x="564116" y="139133"/>
                    </a:lnTo>
                    <a:lnTo>
                      <a:pt x="567822" y="143062"/>
                    </a:lnTo>
                    <a:lnTo>
                      <a:pt x="563893" y="146767"/>
                    </a:lnTo>
                    <a:lnTo>
                      <a:pt x="564340" y="131500"/>
                    </a:lnTo>
                    <a:lnTo>
                      <a:pt x="560411" y="135205"/>
                    </a:lnTo>
                    <a:lnTo>
                      <a:pt x="560858" y="119938"/>
                    </a:lnTo>
                    <a:lnTo>
                      <a:pt x="556929" y="123643"/>
                    </a:lnTo>
                    <a:lnTo>
                      <a:pt x="553670" y="104448"/>
                    </a:lnTo>
                    <a:lnTo>
                      <a:pt x="572643" y="108823"/>
                    </a:lnTo>
                    <a:lnTo>
                      <a:pt x="568714" y="112528"/>
                    </a:lnTo>
                    <a:lnTo>
                      <a:pt x="583981" y="112974"/>
                    </a:lnTo>
                    <a:lnTo>
                      <a:pt x="580053" y="116679"/>
                    </a:lnTo>
                    <a:lnTo>
                      <a:pt x="595320" y="117126"/>
                    </a:lnTo>
                    <a:lnTo>
                      <a:pt x="583758" y="120608"/>
                    </a:lnTo>
                    <a:lnTo>
                      <a:pt x="583535" y="128241"/>
                    </a:lnTo>
                    <a:lnTo>
                      <a:pt x="575901" y="128018"/>
                    </a:lnTo>
                    <a:lnTo>
                      <a:pt x="575678" y="135651"/>
                    </a:lnTo>
                    <a:lnTo>
                      <a:pt x="568045" y="135428"/>
                    </a:lnTo>
                    <a:lnTo>
                      <a:pt x="563893" y="146767"/>
                    </a:lnTo>
                    <a:lnTo>
                      <a:pt x="564116" y="139133"/>
                    </a:lnTo>
                    <a:lnTo>
                      <a:pt x="571750" y="139357"/>
                    </a:lnTo>
                    <a:lnTo>
                      <a:pt x="571973" y="131723"/>
                    </a:lnTo>
                    <a:lnTo>
                      <a:pt x="579607" y="131946"/>
                    </a:lnTo>
                    <a:lnTo>
                      <a:pt x="579830" y="124313"/>
                    </a:lnTo>
                    <a:lnTo>
                      <a:pt x="587463" y="124536"/>
                    </a:lnTo>
                    <a:lnTo>
                      <a:pt x="587686" y="116902"/>
                    </a:lnTo>
                    <a:lnTo>
                      <a:pt x="583981" y="112974"/>
                    </a:lnTo>
                    <a:lnTo>
                      <a:pt x="580053" y="116679"/>
                    </a:lnTo>
                    <a:lnTo>
                      <a:pt x="572643" y="108823"/>
                    </a:lnTo>
                    <a:lnTo>
                      <a:pt x="568714" y="112528"/>
                    </a:lnTo>
                    <a:lnTo>
                      <a:pt x="549965" y="100520"/>
                    </a:lnTo>
                    <a:lnTo>
                      <a:pt x="557376" y="108376"/>
                    </a:lnTo>
                    <a:lnTo>
                      <a:pt x="553447" y="112081"/>
                    </a:lnTo>
                    <a:lnTo>
                      <a:pt x="560858" y="119938"/>
                    </a:lnTo>
                    <a:lnTo>
                      <a:pt x="556929" y="123643"/>
                    </a:lnTo>
                    <a:lnTo>
                      <a:pt x="564340" y="131500"/>
                    </a:lnTo>
                    <a:lnTo>
                      <a:pt x="560411" y="135205"/>
                    </a:lnTo>
                    <a:lnTo>
                      <a:pt x="564116" y="139133"/>
                    </a:lnTo>
                    <a:moveTo>
                      <a:pt x="380571" y="319675"/>
                    </a:moveTo>
                    <a:lnTo>
                      <a:pt x="366643" y="273427"/>
                    </a:lnTo>
                    <a:lnTo>
                      <a:pt x="411998" y="290033"/>
                    </a:lnTo>
                    <a:lnTo>
                      <a:pt x="380571" y="319675"/>
                    </a:lnTo>
                    <a:lnTo>
                      <a:pt x="384500" y="315969"/>
                    </a:lnTo>
                    <a:lnTo>
                      <a:pt x="374054" y="281284"/>
                    </a:lnTo>
                    <a:lnTo>
                      <a:pt x="408070" y="293738"/>
                    </a:lnTo>
                    <a:lnTo>
                      <a:pt x="404364" y="289810"/>
                    </a:lnTo>
                    <a:lnTo>
                      <a:pt x="380795" y="312041"/>
                    </a:lnTo>
                    <a:lnTo>
                      <a:pt x="384500" y="315969"/>
                    </a:lnTo>
                    <a:lnTo>
                      <a:pt x="380571" y="319675"/>
                    </a:lnTo>
                    <a:lnTo>
                      <a:pt x="381018" y="304408"/>
                    </a:lnTo>
                    <a:lnTo>
                      <a:pt x="377089" y="308113"/>
                    </a:lnTo>
                    <a:lnTo>
                      <a:pt x="377536" y="292846"/>
                    </a:lnTo>
                    <a:lnTo>
                      <a:pt x="373607" y="296551"/>
                    </a:lnTo>
                    <a:lnTo>
                      <a:pt x="370349" y="277356"/>
                    </a:lnTo>
                    <a:lnTo>
                      <a:pt x="389321" y="281730"/>
                    </a:lnTo>
                    <a:lnTo>
                      <a:pt x="385392" y="285435"/>
                    </a:lnTo>
                    <a:lnTo>
                      <a:pt x="400659" y="285882"/>
                    </a:lnTo>
                    <a:lnTo>
                      <a:pt x="396731" y="289587"/>
                    </a:lnTo>
                    <a:lnTo>
                      <a:pt x="411998" y="290033"/>
                    </a:lnTo>
                    <a:lnTo>
                      <a:pt x="400436" y="293515"/>
                    </a:lnTo>
                    <a:lnTo>
                      <a:pt x="400213" y="301149"/>
                    </a:lnTo>
                    <a:lnTo>
                      <a:pt x="392580" y="300926"/>
                    </a:lnTo>
                    <a:lnTo>
                      <a:pt x="392356" y="308559"/>
                    </a:lnTo>
                    <a:lnTo>
                      <a:pt x="384723" y="308336"/>
                    </a:lnTo>
                    <a:lnTo>
                      <a:pt x="380571" y="319675"/>
                    </a:lnTo>
                    <a:lnTo>
                      <a:pt x="380795" y="312041"/>
                    </a:lnTo>
                    <a:lnTo>
                      <a:pt x="388428" y="312264"/>
                    </a:lnTo>
                    <a:lnTo>
                      <a:pt x="388651" y="304631"/>
                    </a:lnTo>
                    <a:lnTo>
                      <a:pt x="396285" y="304854"/>
                    </a:lnTo>
                    <a:lnTo>
                      <a:pt x="396508" y="297220"/>
                    </a:lnTo>
                    <a:lnTo>
                      <a:pt x="404141" y="297444"/>
                    </a:lnTo>
                    <a:lnTo>
                      <a:pt x="404364" y="289810"/>
                    </a:lnTo>
                    <a:lnTo>
                      <a:pt x="400659" y="285882"/>
                    </a:lnTo>
                    <a:lnTo>
                      <a:pt x="396731" y="289587"/>
                    </a:lnTo>
                    <a:lnTo>
                      <a:pt x="389321" y="281730"/>
                    </a:lnTo>
                    <a:lnTo>
                      <a:pt x="385392" y="285435"/>
                    </a:lnTo>
                    <a:lnTo>
                      <a:pt x="366643" y="273427"/>
                    </a:lnTo>
                    <a:lnTo>
                      <a:pt x="374054" y="281284"/>
                    </a:lnTo>
                    <a:lnTo>
                      <a:pt x="370125" y="284989"/>
                    </a:lnTo>
                    <a:lnTo>
                      <a:pt x="377536" y="292846"/>
                    </a:lnTo>
                    <a:lnTo>
                      <a:pt x="373607" y="296551"/>
                    </a:lnTo>
                    <a:lnTo>
                      <a:pt x="381018" y="304408"/>
                    </a:lnTo>
                    <a:lnTo>
                      <a:pt x="377089" y="308113"/>
                    </a:lnTo>
                    <a:lnTo>
                      <a:pt x="380795" y="312041"/>
                    </a:lnTo>
                    <a:moveTo>
                      <a:pt x="197249" y="492582"/>
                    </a:moveTo>
                    <a:lnTo>
                      <a:pt x="183321" y="446335"/>
                    </a:lnTo>
                    <a:lnTo>
                      <a:pt x="228676" y="462941"/>
                    </a:lnTo>
                    <a:lnTo>
                      <a:pt x="197249" y="492582"/>
                    </a:lnTo>
                    <a:lnTo>
                      <a:pt x="201178" y="488877"/>
                    </a:lnTo>
                    <a:lnTo>
                      <a:pt x="190732" y="454192"/>
                    </a:lnTo>
                    <a:lnTo>
                      <a:pt x="224748" y="466646"/>
                    </a:lnTo>
                    <a:lnTo>
                      <a:pt x="221043" y="462718"/>
                    </a:lnTo>
                    <a:lnTo>
                      <a:pt x="197473" y="484949"/>
                    </a:lnTo>
                    <a:lnTo>
                      <a:pt x="201178" y="488877"/>
                    </a:lnTo>
                    <a:lnTo>
                      <a:pt x="197249" y="492582"/>
                    </a:lnTo>
                    <a:lnTo>
                      <a:pt x="197696" y="477315"/>
                    </a:lnTo>
                    <a:lnTo>
                      <a:pt x="193767" y="481020"/>
                    </a:lnTo>
                    <a:lnTo>
                      <a:pt x="194214" y="465753"/>
                    </a:lnTo>
                    <a:lnTo>
                      <a:pt x="190285" y="469459"/>
                    </a:lnTo>
                    <a:lnTo>
                      <a:pt x="187027" y="450263"/>
                    </a:lnTo>
                    <a:lnTo>
                      <a:pt x="205999" y="454638"/>
                    </a:lnTo>
                    <a:lnTo>
                      <a:pt x="202070" y="458343"/>
                    </a:lnTo>
                    <a:lnTo>
                      <a:pt x="217337" y="458789"/>
                    </a:lnTo>
                    <a:lnTo>
                      <a:pt x="213409" y="462495"/>
                    </a:lnTo>
                    <a:lnTo>
                      <a:pt x="228676" y="462941"/>
                    </a:lnTo>
                    <a:lnTo>
                      <a:pt x="217114" y="466423"/>
                    </a:lnTo>
                    <a:lnTo>
                      <a:pt x="216891" y="474056"/>
                    </a:lnTo>
                    <a:lnTo>
                      <a:pt x="209258" y="473833"/>
                    </a:lnTo>
                    <a:lnTo>
                      <a:pt x="209034" y="481467"/>
                    </a:lnTo>
                    <a:lnTo>
                      <a:pt x="201401" y="481244"/>
                    </a:lnTo>
                    <a:lnTo>
                      <a:pt x="197249" y="492582"/>
                    </a:lnTo>
                    <a:lnTo>
                      <a:pt x="197473" y="484949"/>
                    </a:lnTo>
                    <a:lnTo>
                      <a:pt x="205106" y="485172"/>
                    </a:lnTo>
                    <a:lnTo>
                      <a:pt x="205329" y="477538"/>
                    </a:lnTo>
                    <a:lnTo>
                      <a:pt x="212963" y="477762"/>
                    </a:lnTo>
                    <a:lnTo>
                      <a:pt x="213186" y="470128"/>
                    </a:lnTo>
                    <a:lnTo>
                      <a:pt x="220819" y="470351"/>
                    </a:lnTo>
                    <a:lnTo>
                      <a:pt x="221043" y="462718"/>
                    </a:lnTo>
                    <a:lnTo>
                      <a:pt x="217337" y="458789"/>
                    </a:lnTo>
                    <a:lnTo>
                      <a:pt x="213409" y="462495"/>
                    </a:lnTo>
                    <a:lnTo>
                      <a:pt x="205999" y="454638"/>
                    </a:lnTo>
                    <a:lnTo>
                      <a:pt x="202070" y="458343"/>
                    </a:lnTo>
                    <a:lnTo>
                      <a:pt x="183321" y="446335"/>
                    </a:lnTo>
                    <a:lnTo>
                      <a:pt x="190732" y="454192"/>
                    </a:lnTo>
                    <a:lnTo>
                      <a:pt x="186803" y="457897"/>
                    </a:lnTo>
                    <a:lnTo>
                      <a:pt x="194214" y="465753"/>
                    </a:lnTo>
                    <a:lnTo>
                      <a:pt x="190285" y="469459"/>
                    </a:lnTo>
                    <a:lnTo>
                      <a:pt x="197696" y="477315"/>
                    </a:lnTo>
                    <a:lnTo>
                      <a:pt x="193767" y="481020"/>
                    </a:lnTo>
                    <a:lnTo>
                      <a:pt x="197473" y="484949"/>
                    </a:lnTo>
                    <a:moveTo>
                      <a:pt x="13928" y="665490"/>
                    </a:moveTo>
                    <a:lnTo>
                      <a:pt x="0" y="619243"/>
                    </a:lnTo>
                    <a:lnTo>
                      <a:pt x="45354" y="635849"/>
                    </a:lnTo>
                    <a:lnTo>
                      <a:pt x="13928" y="665490"/>
                    </a:lnTo>
                    <a:lnTo>
                      <a:pt x="17856" y="661785"/>
                    </a:lnTo>
                    <a:lnTo>
                      <a:pt x="7410" y="627100"/>
                    </a:lnTo>
                    <a:lnTo>
                      <a:pt x="41426" y="639554"/>
                    </a:lnTo>
                    <a:lnTo>
                      <a:pt x="37721" y="635626"/>
                    </a:lnTo>
                    <a:lnTo>
                      <a:pt x="14151" y="657857"/>
                    </a:lnTo>
                    <a:lnTo>
                      <a:pt x="17856" y="661785"/>
                    </a:lnTo>
                    <a:lnTo>
                      <a:pt x="13928" y="665490"/>
                    </a:lnTo>
                    <a:lnTo>
                      <a:pt x="14374" y="650223"/>
                    </a:lnTo>
                    <a:lnTo>
                      <a:pt x="10446" y="653928"/>
                    </a:lnTo>
                    <a:lnTo>
                      <a:pt x="10892" y="638661"/>
                    </a:lnTo>
                    <a:lnTo>
                      <a:pt x="6964" y="642367"/>
                    </a:lnTo>
                    <a:lnTo>
                      <a:pt x="3705" y="623171"/>
                    </a:lnTo>
                    <a:lnTo>
                      <a:pt x="22677" y="627546"/>
                    </a:lnTo>
                    <a:lnTo>
                      <a:pt x="18749" y="631251"/>
                    </a:lnTo>
                    <a:lnTo>
                      <a:pt x="34016" y="631697"/>
                    </a:lnTo>
                    <a:lnTo>
                      <a:pt x="30087" y="635403"/>
                    </a:lnTo>
                    <a:lnTo>
                      <a:pt x="45354" y="635849"/>
                    </a:lnTo>
                    <a:lnTo>
                      <a:pt x="33793" y="639331"/>
                    </a:lnTo>
                    <a:lnTo>
                      <a:pt x="33569" y="646964"/>
                    </a:lnTo>
                    <a:lnTo>
                      <a:pt x="25936" y="646741"/>
                    </a:lnTo>
                    <a:lnTo>
                      <a:pt x="25713" y="654375"/>
                    </a:lnTo>
                    <a:lnTo>
                      <a:pt x="18079" y="654152"/>
                    </a:lnTo>
                    <a:lnTo>
                      <a:pt x="13928" y="665490"/>
                    </a:lnTo>
                    <a:lnTo>
                      <a:pt x="14151" y="657857"/>
                    </a:lnTo>
                    <a:lnTo>
                      <a:pt x="21784" y="658080"/>
                    </a:lnTo>
                    <a:lnTo>
                      <a:pt x="22008" y="650446"/>
                    </a:lnTo>
                    <a:lnTo>
                      <a:pt x="29641" y="650670"/>
                    </a:lnTo>
                    <a:lnTo>
                      <a:pt x="29864" y="643036"/>
                    </a:lnTo>
                    <a:lnTo>
                      <a:pt x="37498" y="643259"/>
                    </a:lnTo>
                    <a:lnTo>
                      <a:pt x="37721" y="635626"/>
                    </a:lnTo>
                    <a:lnTo>
                      <a:pt x="34016" y="631697"/>
                    </a:lnTo>
                    <a:lnTo>
                      <a:pt x="30087" y="635403"/>
                    </a:lnTo>
                    <a:lnTo>
                      <a:pt x="22677" y="627546"/>
                    </a:lnTo>
                    <a:lnTo>
                      <a:pt x="18749" y="631251"/>
                    </a:lnTo>
                    <a:lnTo>
                      <a:pt x="0" y="619243"/>
                    </a:lnTo>
                    <a:lnTo>
                      <a:pt x="7410" y="627100"/>
                    </a:lnTo>
                    <a:lnTo>
                      <a:pt x="3482" y="630805"/>
                    </a:lnTo>
                    <a:lnTo>
                      <a:pt x="10892" y="638661"/>
                    </a:lnTo>
                    <a:lnTo>
                      <a:pt x="6964" y="642367"/>
                    </a:lnTo>
                    <a:lnTo>
                      <a:pt x="14374" y="650223"/>
                    </a:lnTo>
                    <a:lnTo>
                      <a:pt x="10446" y="653928"/>
                    </a:lnTo>
                    <a:lnTo>
                      <a:pt x="14151" y="65785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43" name="Контур"/>
              <p:cNvSpPr/>
              <p:nvPr/>
            </p:nvSpPr>
            <p:spPr>
              <a:xfrm>
                <a:off x="5642085" y="1584000"/>
                <a:ext cx="1451132" cy="2687499"/>
              </a:xfrm>
              <a:custGeom>
                <a:avLst/>
                <a:gdLst/>
                <a:ahLst/>
                <a:cxnLst/>
                <a:rect l="l" t="t" r="r" b="b"/>
                <a:pathLst>
                  <a:path w="1451132" h="2687499" fill="none">
                    <a:moveTo>
                      <a:pt x="1124850" y="638690"/>
                    </a:moveTo>
                    <a:lnTo>
                      <a:pt x="1097352" y="664626"/>
                    </a:lnTo>
                    <a:moveTo>
                      <a:pt x="1097352" y="664626"/>
                    </a:moveTo>
                    <a:lnTo>
                      <a:pt x="1069853" y="690562"/>
                    </a:lnTo>
                    <a:moveTo>
                      <a:pt x="1069853" y="690562"/>
                    </a:moveTo>
                    <a:lnTo>
                      <a:pt x="1065926" y="694267"/>
                    </a:lnTo>
                    <a:moveTo>
                      <a:pt x="654091" y="538568"/>
                    </a:moveTo>
                    <a:lnTo>
                      <a:pt x="680027" y="566067"/>
                    </a:lnTo>
                    <a:moveTo>
                      <a:pt x="680027" y="566067"/>
                    </a:moveTo>
                    <a:lnTo>
                      <a:pt x="705964" y="593565"/>
                    </a:lnTo>
                    <a:moveTo>
                      <a:pt x="705964" y="593565"/>
                    </a:moveTo>
                    <a:lnTo>
                      <a:pt x="731900" y="621063"/>
                    </a:lnTo>
                    <a:moveTo>
                      <a:pt x="731900" y="621063"/>
                    </a:moveTo>
                    <a:lnTo>
                      <a:pt x="757836" y="648561"/>
                    </a:lnTo>
                    <a:moveTo>
                      <a:pt x="757836" y="648561"/>
                    </a:moveTo>
                    <a:lnTo>
                      <a:pt x="783772" y="676059"/>
                    </a:lnTo>
                    <a:moveTo>
                      <a:pt x="783772" y="676059"/>
                    </a:moveTo>
                    <a:lnTo>
                      <a:pt x="786752" y="679219"/>
                    </a:lnTo>
                    <a:lnTo>
                      <a:pt x="811091" y="656263"/>
                    </a:lnTo>
                    <a:moveTo>
                      <a:pt x="811091" y="656263"/>
                    </a:moveTo>
                    <a:lnTo>
                      <a:pt x="838589" y="630326"/>
                    </a:lnTo>
                    <a:moveTo>
                      <a:pt x="838589" y="630326"/>
                    </a:moveTo>
                    <a:lnTo>
                      <a:pt x="866088" y="604390"/>
                    </a:lnTo>
                    <a:moveTo>
                      <a:pt x="866088" y="604390"/>
                    </a:moveTo>
                    <a:lnTo>
                      <a:pt x="893586" y="578454"/>
                    </a:lnTo>
                    <a:moveTo>
                      <a:pt x="893586" y="578454"/>
                    </a:moveTo>
                    <a:lnTo>
                      <a:pt x="921084" y="552518"/>
                    </a:lnTo>
                    <a:moveTo>
                      <a:pt x="921084" y="552518"/>
                    </a:moveTo>
                    <a:lnTo>
                      <a:pt x="948583" y="526582"/>
                    </a:lnTo>
                    <a:moveTo>
                      <a:pt x="948583" y="526582"/>
                    </a:moveTo>
                    <a:lnTo>
                      <a:pt x="976081" y="500645"/>
                    </a:lnTo>
                    <a:moveTo>
                      <a:pt x="976081" y="500645"/>
                    </a:moveTo>
                    <a:lnTo>
                      <a:pt x="1003579" y="474709"/>
                    </a:lnTo>
                    <a:moveTo>
                      <a:pt x="1003579" y="474709"/>
                    </a:moveTo>
                    <a:lnTo>
                      <a:pt x="1031077" y="448773"/>
                    </a:lnTo>
                    <a:moveTo>
                      <a:pt x="1031077" y="448773"/>
                    </a:moveTo>
                    <a:lnTo>
                      <a:pt x="1058576" y="422837"/>
                    </a:lnTo>
                    <a:moveTo>
                      <a:pt x="1058576" y="422837"/>
                    </a:moveTo>
                    <a:lnTo>
                      <a:pt x="1086074" y="396901"/>
                    </a:lnTo>
                    <a:moveTo>
                      <a:pt x="1086074" y="396901"/>
                    </a:moveTo>
                    <a:lnTo>
                      <a:pt x="1113572" y="370965"/>
                    </a:lnTo>
                    <a:moveTo>
                      <a:pt x="1113572" y="370965"/>
                    </a:moveTo>
                    <a:lnTo>
                      <a:pt x="1141070" y="345028"/>
                    </a:lnTo>
                    <a:moveTo>
                      <a:pt x="1141070" y="345028"/>
                    </a:moveTo>
                    <a:lnTo>
                      <a:pt x="1168569" y="319092"/>
                    </a:lnTo>
                    <a:moveTo>
                      <a:pt x="1168569" y="319092"/>
                    </a:moveTo>
                    <a:lnTo>
                      <a:pt x="1196067" y="293156"/>
                    </a:lnTo>
                    <a:moveTo>
                      <a:pt x="1196067" y="293156"/>
                    </a:moveTo>
                    <a:lnTo>
                      <a:pt x="1203460" y="286183"/>
                    </a:lnTo>
                    <a:lnTo>
                      <a:pt x="1223565" y="267220"/>
                    </a:lnTo>
                    <a:moveTo>
                      <a:pt x="1223565" y="267220"/>
                    </a:moveTo>
                    <a:lnTo>
                      <a:pt x="1251063" y="241283"/>
                    </a:lnTo>
                    <a:moveTo>
                      <a:pt x="1251063" y="241283"/>
                    </a:moveTo>
                    <a:lnTo>
                      <a:pt x="1278561" y="215347"/>
                    </a:lnTo>
                    <a:moveTo>
                      <a:pt x="1278561" y="215347"/>
                    </a:moveTo>
                    <a:lnTo>
                      <a:pt x="1285074" y="209204"/>
                    </a:lnTo>
                    <a:lnTo>
                      <a:pt x="1301482" y="185477"/>
                    </a:lnTo>
                    <a:moveTo>
                      <a:pt x="1301482" y="185477"/>
                    </a:moveTo>
                    <a:lnTo>
                      <a:pt x="1322981" y="154387"/>
                    </a:lnTo>
                    <a:moveTo>
                      <a:pt x="1322981" y="154387"/>
                    </a:moveTo>
                    <a:lnTo>
                      <a:pt x="1344481" y="123297"/>
                    </a:lnTo>
                    <a:moveTo>
                      <a:pt x="1344481" y="123297"/>
                    </a:moveTo>
                    <a:lnTo>
                      <a:pt x="1365981" y="92207"/>
                    </a:lnTo>
                    <a:moveTo>
                      <a:pt x="1365981" y="92207"/>
                    </a:moveTo>
                    <a:lnTo>
                      <a:pt x="1387481" y="61117"/>
                    </a:lnTo>
                    <a:moveTo>
                      <a:pt x="1387481" y="61117"/>
                    </a:moveTo>
                    <a:lnTo>
                      <a:pt x="1389632" y="58006"/>
                    </a:lnTo>
                    <a:lnTo>
                      <a:pt x="1414379" y="34665"/>
                    </a:lnTo>
                    <a:moveTo>
                      <a:pt x="1414379" y="34665"/>
                    </a:moveTo>
                    <a:lnTo>
                      <a:pt x="1441878" y="8729"/>
                    </a:lnTo>
                    <a:moveTo>
                      <a:pt x="1441878" y="8729"/>
                    </a:moveTo>
                    <a:lnTo>
                      <a:pt x="1451132" y="0"/>
                    </a:lnTo>
                    <a:moveTo>
                      <a:pt x="146107" y="0"/>
                    </a:moveTo>
                    <a:lnTo>
                      <a:pt x="154016" y="8385"/>
                    </a:lnTo>
                    <a:moveTo>
                      <a:pt x="154016" y="8385"/>
                    </a:moveTo>
                    <a:lnTo>
                      <a:pt x="179953" y="35883"/>
                    </a:lnTo>
                    <a:moveTo>
                      <a:pt x="179953" y="35883"/>
                    </a:moveTo>
                    <a:lnTo>
                      <a:pt x="205889" y="63381"/>
                    </a:lnTo>
                    <a:moveTo>
                      <a:pt x="205889" y="63381"/>
                    </a:moveTo>
                    <a:lnTo>
                      <a:pt x="231825" y="90879"/>
                    </a:lnTo>
                    <a:moveTo>
                      <a:pt x="231825" y="90879"/>
                    </a:moveTo>
                    <a:lnTo>
                      <a:pt x="257762" y="118377"/>
                    </a:lnTo>
                    <a:moveTo>
                      <a:pt x="257762" y="118377"/>
                    </a:moveTo>
                    <a:lnTo>
                      <a:pt x="283698" y="145875"/>
                    </a:lnTo>
                    <a:moveTo>
                      <a:pt x="283698" y="145875"/>
                    </a:moveTo>
                    <a:lnTo>
                      <a:pt x="309635" y="173373"/>
                    </a:lnTo>
                    <a:moveTo>
                      <a:pt x="309635" y="173373"/>
                    </a:moveTo>
                    <a:lnTo>
                      <a:pt x="335571" y="200871"/>
                    </a:lnTo>
                    <a:moveTo>
                      <a:pt x="335571" y="200871"/>
                    </a:moveTo>
                    <a:lnTo>
                      <a:pt x="361508" y="228369"/>
                    </a:lnTo>
                    <a:moveTo>
                      <a:pt x="361508" y="228369"/>
                    </a:moveTo>
                    <a:lnTo>
                      <a:pt x="387444" y="255867"/>
                    </a:lnTo>
                    <a:moveTo>
                      <a:pt x="387444" y="255867"/>
                    </a:moveTo>
                    <a:lnTo>
                      <a:pt x="413381" y="283365"/>
                    </a:lnTo>
                    <a:moveTo>
                      <a:pt x="413381" y="283365"/>
                    </a:moveTo>
                    <a:lnTo>
                      <a:pt x="439317" y="310863"/>
                    </a:lnTo>
                    <a:moveTo>
                      <a:pt x="439317" y="310863"/>
                    </a:moveTo>
                    <a:lnTo>
                      <a:pt x="465253" y="338361"/>
                    </a:lnTo>
                    <a:moveTo>
                      <a:pt x="465253" y="338361"/>
                    </a:moveTo>
                    <a:lnTo>
                      <a:pt x="491190" y="365860"/>
                    </a:lnTo>
                    <a:moveTo>
                      <a:pt x="491190" y="365860"/>
                    </a:moveTo>
                    <a:lnTo>
                      <a:pt x="517126" y="393358"/>
                    </a:lnTo>
                    <a:moveTo>
                      <a:pt x="517126" y="393358"/>
                    </a:moveTo>
                    <a:lnTo>
                      <a:pt x="543063" y="420856"/>
                    </a:lnTo>
                    <a:moveTo>
                      <a:pt x="543063" y="420856"/>
                    </a:moveTo>
                    <a:lnTo>
                      <a:pt x="568999" y="448354"/>
                    </a:lnTo>
                    <a:moveTo>
                      <a:pt x="568999" y="448354"/>
                    </a:moveTo>
                    <a:lnTo>
                      <a:pt x="594936" y="475852"/>
                    </a:lnTo>
                    <a:moveTo>
                      <a:pt x="594936" y="475852"/>
                    </a:moveTo>
                    <a:lnTo>
                      <a:pt x="620872" y="503350"/>
                    </a:lnTo>
                    <a:moveTo>
                      <a:pt x="620872" y="503350"/>
                    </a:moveTo>
                    <a:lnTo>
                      <a:pt x="646809" y="530848"/>
                    </a:lnTo>
                    <a:moveTo>
                      <a:pt x="646809" y="530848"/>
                    </a:moveTo>
                    <a:lnTo>
                      <a:pt x="654091" y="538568"/>
                    </a:lnTo>
                    <a:moveTo>
                      <a:pt x="549593" y="624529"/>
                    </a:moveTo>
                    <a:lnTo>
                      <a:pt x="533944" y="607937"/>
                    </a:lnTo>
                    <a:lnTo>
                      <a:pt x="523658" y="597030"/>
                    </a:lnTo>
                    <a:moveTo>
                      <a:pt x="523658" y="597030"/>
                    </a:moveTo>
                    <a:lnTo>
                      <a:pt x="497722" y="569532"/>
                    </a:lnTo>
                    <a:moveTo>
                      <a:pt x="497722" y="569532"/>
                    </a:moveTo>
                    <a:lnTo>
                      <a:pt x="471785" y="542034"/>
                    </a:lnTo>
                    <a:moveTo>
                      <a:pt x="471785" y="542034"/>
                    </a:moveTo>
                    <a:lnTo>
                      <a:pt x="445849" y="514536"/>
                    </a:lnTo>
                    <a:moveTo>
                      <a:pt x="445849" y="514536"/>
                    </a:moveTo>
                    <a:lnTo>
                      <a:pt x="419913" y="487037"/>
                    </a:lnTo>
                    <a:moveTo>
                      <a:pt x="419913" y="487037"/>
                    </a:moveTo>
                    <a:lnTo>
                      <a:pt x="393977" y="459539"/>
                    </a:lnTo>
                    <a:moveTo>
                      <a:pt x="393977" y="459539"/>
                    </a:moveTo>
                    <a:lnTo>
                      <a:pt x="368041" y="432041"/>
                    </a:lnTo>
                    <a:moveTo>
                      <a:pt x="368041" y="432041"/>
                    </a:moveTo>
                    <a:lnTo>
                      <a:pt x="342105" y="404543"/>
                    </a:lnTo>
                    <a:moveTo>
                      <a:pt x="342105" y="404543"/>
                    </a:moveTo>
                    <a:lnTo>
                      <a:pt x="316168" y="377044"/>
                    </a:lnTo>
                    <a:moveTo>
                      <a:pt x="316168" y="377044"/>
                    </a:moveTo>
                    <a:lnTo>
                      <a:pt x="290232" y="349546"/>
                    </a:lnTo>
                    <a:moveTo>
                      <a:pt x="290232" y="349546"/>
                    </a:moveTo>
                    <a:lnTo>
                      <a:pt x="264296" y="322048"/>
                    </a:lnTo>
                    <a:moveTo>
                      <a:pt x="264296" y="322048"/>
                    </a:moveTo>
                    <a:lnTo>
                      <a:pt x="238360" y="294549"/>
                    </a:lnTo>
                    <a:moveTo>
                      <a:pt x="238360" y="294549"/>
                    </a:moveTo>
                    <a:lnTo>
                      <a:pt x="212424" y="267051"/>
                    </a:lnTo>
                    <a:moveTo>
                      <a:pt x="212424" y="267051"/>
                    </a:moveTo>
                    <a:lnTo>
                      <a:pt x="186488" y="239553"/>
                    </a:lnTo>
                    <a:moveTo>
                      <a:pt x="186488" y="239553"/>
                    </a:moveTo>
                    <a:lnTo>
                      <a:pt x="160551" y="212055"/>
                    </a:lnTo>
                    <a:moveTo>
                      <a:pt x="160551" y="212055"/>
                    </a:moveTo>
                    <a:lnTo>
                      <a:pt x="134615" y="184556"/>
                    </a:lnTo>
                    <a:moveTo>
                      <a:pt x="134615" y="184556"/>
                    </a:moveTo>
                    <a:lnTo>
                      <a:pt x="108679" y="157058"/>
                    </a:lnTo>
                    <a:moveTo>
                      <a:pt x="108679" y="157058"/>
                    </a:moveTo>
                    <a:lnTo>
                      <a:pt x="82743" y="129560"/>
                    </a:lnTo>
                    <a:moveTo>
                      <a:pt x="82743" y="129560"/>
                    </a:moveTo>
                    <a:lnTo>
                      <a:pt x="56807" y="102062"/>
                    </a:lnTo>
                    <a:moveTo>
                      <a:pt x="56807" y="102062"/>
                    </a:moveTo>
                    <a:lnTo>
                      <a:pt x="30870" y="74563"/>
                    </a:lnTo>
                    <a:moveTo>
                      <a:pt x="30870" y="74563"/>
                    </a:moveTo>
                    <a:lnTo>
                      <a:pt x="4934" y="47065"/>
                    </a:lnTo>
                    <a:moveTo>
                      <a:pt x="4934" y="47065"/>
                    </a:moveTo>
                    <a:lnTo>
                      <a:pt x="0" y="41833"/>
                    </a:lnTo>
                    <a:moveTo>
                      <a:pt x="172985" y="2539528"/>
                    </a:moveTo>
                    <a:lnTo>
                      <a:pt x="195958" y="2569546"/>
                    </a:lnTo>
                    <a:moveTo>
                      <a:pt x="195958" y="2569546"/>
                    </a:moveTo>
                    <a:lnTo>
                      <a:pt x="218931" y="2599564"/>
                    </a:lnTo>
                    <a:moveTo>
                      <a:pt x="218931" y="2599564"/>
                    </a:moveTo>
                    <a:lnTo>
                      <a:pt x="241904" y="2629581"/>
                    </a:lnTo>
                    <a:moveTo>
                      <a:pt x="241904" y="2629581"/>
                    </a:moveTo>
                    <a:lnTo>
                      <a:pt x="264877" y="2659599"/>
                    </a:lnTo>
                    <a:moveTo>
                      <a:pt x="264877" y="2659599"/>
                    </a:moveTo>
                    <a:lnTo>
                      <a:pt x="286229" y="2687499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44" name="Контур"/>
              <p:cNvSpPr/>
              <p:nvPr/>
            </p:nvSpPr>
            <p:spPr>
              <a:xfrm>
                <a:off x="9788657" y="3813631"/>
                <a:ext cx="160237" cy="123937"/>
              </a:xfrm>
              <a:custGeom>
                <a:avLst/>
                <a:gdLst/>
                <a:ahLst/>
                <a:cxnLst/>
                <a:rect l="l" t="t" r="r" b="b"/>
                <a:pathLst>
                  <a:path w="160237" h="123937" fill="none">
                    <a:moveTo>
                      <a:pt x="0" y="123937"/>
                    </a:moveTo>
                    <a:lnTo>
                      <a:pt x="160237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045" name="Контур"/>
              <p:cNvSpPr/>
              <p:nvPr/>
            </p:nvSpPr>
            <p:spPr>
              <a:xfrm>
                <a:off x="9924983" y="3184383"/>
                <a:ext cx="371017" cy="629248"/>
              </a:xfrm>
              <a:custGeom>
                <a:avLst/>
                <a:gdLst/>
                <a:ahLst/>
                <a:cxnLst/>
                <a:rect l="l" t="t" r="r" b="b"/>
                <a:pathLst>
                  <a:path w="371017" h="629248" fill="none">
                    <a:moveTo>
                      <a:pt x="23911" y="629248"/>
                    </a:moveTo>
                    <a:lnTo>
                      <a:pt x="53811" y="606121"/>
                    </a:lnTo>
                    <a:moveTo>
                      <a:pt x="53811" y="606121"/>
                    </a:moveTo>
                    <a:lnTo>
                      <a:pt x="83712" y="582995"/>
                    </a:lnTo>
                    <a:moveTo>
                      <a:pt x="83712" y="582995"/>
                    </a:moveTo>
                    <a:lnTo>
                      <a:pt x="113612" y="559869"/>
                    </a:lnTo>
                    <a:moveTo>
                      <a:pt x="113612" y="559869"/>
                    </a:moveTo>
                    <a:lnTo>
                      <a:pt x="143512" y="536743"/>
                    </a:lnTo>
                    <a:moveTo>
                      <a:pt x="143512" y="536743"/>
                    </a:moveTo>
                    <a:lnTo>
                      <a:pt x="173412" y="513616"/>
                    </a:lnTo>
                    <a:moveTo>
                      <a:pt x="173412" y="513616"/>
                    </a:moveTo>
                    <a:lnTo>
                      <a:pt x="203312" y="490490"/>
                    </a:lnTo>
                    <a:moveTo>
                      <a:pt x="203312" y="490490"/>
                    </a:moveTo>
                    <a:lnTo>
                      <a:pt x="233212" y="467364"/>
                    </a:lnTo>
                    <a:moveTo>
                      <a:pt x="233212" y="467364"/>
                    </a:moveTo>
                    <a:lnTo>
                      <a:pt x="263112" y="444238"/>
                    </a:lnTo>
                    <a:moveTo>
                      <a:pt x="263112" y="444238"/>
                    </a:moveTo>
                    <a:lnTo>
                      <a:pt x="293012" y="421111"/>
                    </a:lnTo>
                    <a:moveTo>
                      <a:pt x="293012" y="421111"/>
                    </a:moveTo>
                    <a:lnTo>
                      <a:pt x="322912" y="397985"/>
                    </a:lnTo>
                    <a:moveTo>
                      <a:pt x="322912" y="397985"/>
                    </a:moveTo>
                    <a:lnTo>
                      <a:pt x="352812" y="374859"/>
                    </a:lnTo>
                    <a:moveTo>
                      <a:pt x="352812" y="374859"/>
                    </a:moveTo>
                    <a:lnTo>
                      <a:pt x="371017" y="360778"/>
                    </a:lnTo>
                    <a:moveTo>
                      <a:pt x="0" y="112911"/>
                    </a:moveTo>
                    <a:lnTo>
                      <a:pt x="29899" y="89783"/>
                    </a:lnTo>
                    <a:moveTo>
                      <a:pt x="29899" y="89783"/>
                    </a:moveTo>
                    <a:lnTo>
                      <a:pt x="59799" y="66656"/>
                    </a:lnTo>
                    <a:moveTo>
                      <a:pt x="59799" y="66656"/>
                    </a:moveTo>
                    <a:lnTo>
                      <a:pt x="89698" y="43529"/>
                    </a:lnTo>
                    <a:moveTo>
                      <a:pt x="89698" y="43529"/>
                    </a:moveTo>
                    <a:lnTo>
                      <a:pt x="119598" y="20402"/>
                    </a:lnTo>
                    <a:moveTo>
                      <a:pt x="119598" y="20402"/>
                    </a:moveTo>
                    <a:lnTo>
                      <a:pt x="145973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46" name="Контур"/>
              <p:cNvSpPr/>
              <p:nvPr/>
            </p:nvSpPr>
            <p:spPr>
              <a:xfrm>
                <a:off x="5969688" y="3386417"/>
                <a:ext cx="174751" cy="140756"/>
              </a:xfrm>
              <a:custGeom>
                <a:avLst/>
                <a:gdLst/>
                <a:ahLst/>
                <a:cxnLst/>
                <a:rect l="l" t="t" r="r" b="b"/>
                <a:pathLst>
                  <a:path w="174751" h="140756" fill="none">
                    <a:moveTo>
                      <a:pt x="174751" y="0"/>
                    </a:moveTo>
                    <a:lnTo>
                      <a:pt x="0" y="14075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47" name="Контур"/>
              <p:cNvSpPr/>
              <p:nvPr/>
            </p:nvSpPr>
            <p:spPr>
              <a:xfrm>
                <a:off x="9948894" y="3545161"/>
                <a:ext cx="347106" cy="268470"/>
              </a:xfrm>
              <a:custGeom>
                <a:avLst/>
                <a:gdLst/>
                <a:ahLst/>
                <a:cxnLst/>
                <a:rect l="l" t="t" r="r" b="b"/>
                <a:pathLst>
                  <a:path w="347106" h="268470" fill="none">
                    <a:moveTo>
                      <a:pt x="0" y="268470"/>
                    </a:moveTo>
                    <a:lnTo>
                      <a:pt x="29900" y="245343"/>
                    </a:lnTo>
                    <a:moveTo>
                      <a:pt x="29900" y="245343"/>
                    </a:moveTo>
                    <a:lnTo>
                      <a:pt x="59801" y="222217"/>
                    </a:lnTo>
                    <a:moveTo>
                      <a:pt x="59801" y="222217"/>
                    </a:moveTo>
                    <a:lnTo>
                      <a:pt x="89701" y="199091"/>
                    </a:lnTo>
                    <a:moveTo>
                      <a:pt x="89701" y="199091"/>
                    </a:moveTo>
                    <a:lnTo>
                      <a:pt x="119601" y="175965"/>
                    </a:lnTo>
                    <a:moveTo>
                      <a:pt x="119601" y="175965"/>
                    </a:moveTo>
                    <a:lnTo>
                      <a:pt x="149501" y="152838"/>
                    </a:lnTo>
                    <a:moveTo>
                      <a:pt x="149501" y="152838"/>
                    </a:moveTo>
                    <a:lnTo>
                      <a:pt x="179401" y="129712"/>
                    </a:lnTo>
                    <a:moveTo>
                      <a:pt x="179401" y="129712"/>
                    </a:moveTo>
                    <a:lnTo>
                      <a:pt x="209301" y="106586"/>
                    </a:lnTo>
                    <a:moveTo>
                      <a:pt x="209301" y="106586"/>
                    </a:moveTo>
                    <a:lnTo>
                      <a:pt x="239201" y="83460"/>
                    </a:lnTo>
                    <a:moveTo>
                      <a:pt x="239201" y="83460"/>
                    </a:moveTo>
                    <a:lnTo>
                      <a:pt x="269101" y="60333"/>
                    </a:lnTo>
                    <a:moveTo>
                      <a:pt x="269101" y="60333"/>
                    </a:moveTo>
                    <a:lnTo>
                      <a:pt x="299001" y="37207"/>
                    </a:lnTo>
                    <a:moveTo>
                      <a:pt x="299001" y="37207"/>
                    </a:moveTo>
                    <a:lnTo>
                      <a:pt x="328901" y="14081"/>
                    </a:lnTo>
                    <a:moveTo>
                      <a:pt x="328901" y="14081"/>
                    </a:moveTo>
                    <a:lnTo>
                      <a:pt x="347106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48" name="Контур"/>
              <p:cNvSpPr/>
              <p:nvPr/>
            </p:nvSpPr>
            <p:spPr>
              <a:xfrm>
                <a:off x="6144439" y="2278267"/>
                <a:ext cx="699581" cy="1108150"/>
              </a:xfrm>
              <a:custGeom>
                <a:avLst/>
                <a:gdLst/>
                <a:ahLst/>
                <a:cxnLst/>
                <a:rect l="l" t="t" r="r" b="b"/>
                <a:pathLst>
                  <a:path w="699581" h="1108150" fill="none">
                    <a:moveTo>
                      <a:pt x="563572" y="0"/>
                    </a:moveTo>
                    <a:lnTo>
                      <a:pt x="650025" y="91661"/>
                    </a:lnTo>
                    <a:moveTo>
                      <a:pt x="650025" y="91661"/>
                    </a:moveTo>
                    <a:lnTo>
                      <a:pt x="699581" y="144201"/>
                    </a:lnTo>
                    <a:lnTo>
                      <a:pt x="661884" y="182552"/>
                    </a:lnTo>
                    <a:moveTo>
                      <a:pt x="661884" y="182552"/>
                    </a:moveTo>
                    <a:lnTo>
                      <a:pt x="573558" y="272411"/>
                    </a:lnTo>
                    <a:moveTo>
                      <a:pt x="573558" y="272411"/>
                    </a:moveTo>
                    <a:lnTo>
                      <a:pt x="485232" y="362269"/>
                    </a:lnTo>
                    <a:moveTo>
                      <a:pt x="485232" y="362269"/>
                    </a:moveTo>
                    <a:lnTo>
                      <a:pt x="396906" y="452127"/>
                    </a:lnTo>
                    <a:moveTo>
                      <a:pt x="396906" y="452127"/>
                    </a:moveTo>
                    <a:lnTo>
                      <a:pt x="308580" y="541985"/>
                    </a:lnTo>
                    <a:moveTo>
                      <a:pt x="308580" y="541985"/>
                    </a:moveTo>
                    <a:lnTo>
                      <a:pt x="220254" y="631844"/>
                    </a:lnTo>
                    <a:moveTo>
                      <a:pt x="220254" y="631844"/>
                    </a:moveTo>
                    <a:lnTo>
                      <a:pt x="185519" y="667181"/>
                    </a:lnTo>
                    <a:lnTo>
                      <a:pt x="203904" y="685663"/>
                    </a:lnTo>
                    <a:lnTo>
                      <a:pt x="224947" y="706818"/>
                    </a:lnTo>
                    <a:lnTo>
                      <a:pt x="210445" y="721369"/>
                    </a:lnTo>
                    <a:moveTo>
                      <a:pt x="210445" y="721369"/>
                    </a:moveTo>
                    <a:lnTo>
                      <a:pt x="173729" y="758208"/>
                    </a:lnTo>
                    <a:lnTo>
                      <a:pt x="226311" y="810260"/>
                    </a:lnTo>
                    <a:moveTo>
                      <a:pt x="226311" y="810260"/>
                    </a:moveTo>
                    <a:lnTo>
                      <a:pt x="241445" y="825242"/>
                    </a:lnTo>
                    <a:lnTo>
                      <a:pt x="200549" y="866226"/>
                    </a:lnTo>
                    <a:lnTo>
                      <a:pt x="209459" y="875136"/>
                    </a:lnTo>
                    <a:lnTo>
                      <a:pt x="186592" y="900575"/>
                    </a:lnTo>
                    <a:moveTo>
                      <a:pt x="186592" y="900575"/>
                    </a:moveTo>
                    <a:lnTo>
                      <a:pt x="102359" y="994281"/>
                    </a:lnTo>
                    <a:moveTo>
                      <a:pt x="102359" y="994281"/>
                    </a:moveTo>
                    <a:lnTo>
                      <a:pt x="18125" y="1087987"/>
                    </a:lnTo>
                    <a:moveTo>
                      <a:pt x="18125" y="1087987"/>
                    </a:moveTo>
                    <a:lnTo>
                      <a:pt x="0" y="110815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49" name="Контур"/>
              <p:cNvSpPr/>
              <p:nvPr/>
            </p:nvSpPr>
            <p:spPr>
              <a:xfrm>
                <a:off x="6177758" y="2393051"/>
                <a:ext cx="623670" cy="888341"/>
              </a:xfrm>
              <a:custGeom>
                <a:avLst/>
                <a:gdLst/>
                <a:ahLst/>
                <a:cxnLst/>
                <a:rect l="l" t="t" r="r" b="b"/>
                <a:pathLst>
                  <a:path w="623670" h="888341" fill="none">
                    <a:moveTo>
                      <a:pt x="577423" y="13928"/>
                    </a:moveTo>
                    <a:lnTo>
                      <a:pt x="623670" y="0"/>
                    </a:lnTo>
                    <a:lnTo>
                      <a:pt x="607064" y="45355"/>
                    </a:lnTo>
                    <a:lnTo>
                      <a:pt x="577423" y="13928"/>
                    </a:lnTo>
                    <a:lnTo>
                      <a:pt x="581128" y="17857"/>
                    </a:lnTo>
                    <a:lnTo>
                      <a:pt x="615814" y="7411"/>
                    </a:lnTo>
                    <a:lnTo>
                      <a:pt x="603359" y="41427"/>
                    </a:lnTo>
                    <a:lnTo>
                      <a:pt x="607288" y="37721"/>
                    </a:lnTo>
                    <a:lnTo>
                      <a:pt x="585057" y="14151"/>
                    </a:lnTo>
                    <a:lnTo>
                      <a:pt x="581128" y="17857"/>
                    </a:lnTo>
                    <a:lnTo>
                      <a:pt x="577423" y="13928"/>
                    </a:lnTo>
                    <a:lnTo>
                      <a:pt x="592690" y="14375"/>
                    </a:lnTo>
                    <a:lnTo>
                      <a:pt x="588985" y="10446"/>
                    </a:lnTo>
                    <a:lnTo>
                      <a:pt x="604252" y="10893"/>
                    </a:lnTo>
                    <a:lnTo>
                      <a:pt x="600547" y="6964"/>
                    </a:lnTo>
                    <a:lnTo>
                      <a:pt x="619742" y="3705"/>
                    </a:lnTo>
                    <a:lnTo>
                      <a:pt x="615367" y="22678"/>
                    </a:lnTo>
                    <a:lnTo>
                      <a:pt x="611662" y="18749"/>
                    </a:lnTo>
                    <a:lnTo>
                      <a:pt x="611216" y="34016"/>
                    </a:lnTo>
                    <a:lnTo>
                      <a:pt x="607511" y="30088"/>
                    </a:lnTo>
                    <a:lnTo>
                      <a:pt x="607064" y="45355"/>
                    </a:lnTo>
                    <a:lnTo>
                      <a:pt x="603582" y="33793"/>
                    </a:lnTo>
                    <a:lnTo>
                      <a:pt x="595949" y="33570"/>
                    </a:lnTo>
                    <a:lnTo>
                      <a:pt x="596172" y="25936"/>
                    </a:lnTo>
                    <a:lnTo>
                      <a:pt x="588539" y="25713"/>
                    </a:lnTo>
                    <a:lnTo>
                      <a:pt x="588762" y="18080"/>
                    </a:lnTo>
                    <a:lnTo>
                      <a:pt x="577423" y="13928"/>
                    </a:lnTo>
                    <a:lnTo>
                      <a:pt x="585057" y="14151"/>
                    </a:lnTo>
                    <a:lnTo>
                      <a:pt x="584833" y="21785"/>
                    </a:lnTo>
                    <a:lnTo>
                      <a:pt x="592467" y="22008"/>
                    </a:lnTo>
                    <a:lnTo>
                      <a:pt x="592244" y="29642"/>
                    </a:lnTo>
                    <a:lnTo>
                      <a:pt x="599877" y="29865"/>
                    </a:lnTo>
                    <a:lnTo>
                      <a:pt x="599654" y="37498"/>
                    </a:lnTo>
                    <a:lnTo>
                      <a:pt x="607288" y="37721"/>
                    </a:lnTo>
                    <a:lnTo>
                      <a:pt x="611216" y="34016"/>
                    </a:lnTo>
                    <a:lnTo>
                      <a:pt x="607511" y="30088"/>
                    </a:lnTo>
                    <a:lnTo>
                      <a:pt x="615367" y="22678"/>
                    </a:lnTo>
                    <a:lnTo>
                      <a:pt x="611662" y="18749"/>
                    </a:lnTo>
                    <a:lnTo>
                      <a:pt x="623670" y="0"/>
                    </a:lnTo>
                    <a:lnTo>
                      <a:pt x="615814" y="7411"/>
                    </a:lnTo>
                    <a:lnTo>
                      <a:pt x="612109" y="3482"/>
                    </a:lnTo>
                    <a:lnTo>
                      <a:pt x="604252" y="10893"/>
                    </a:lnTo>
                    <a:lnTo>
                      <a:pt x="600547" y="6964"/>
                    </a:lnTo>
                    <a:lnTo>
                      <a:pt x="592690" y="14375"/>
                    </a:lnTo>
                    <a:lnTo>
                      <a:pt x="588985" y="10446"/>
                    </a:lnTo>
                    <a:lnTo>
                      <a:pt x="585057" y="14151"/>
                    </a:lnTo>
                    <a:moveTo>
                      <a:pt x="501728" y="119772"/>
                    </a:moveTo>
                    <a:lnTo>
                      <a:pt x="517395" y="165460"/>
                    </a:lnTo>
                    <a:lnTo>
                      <a:pt x="471445" y="150581"/>
                    </a:lnTo>
                    <a:lnTo>
                      <a:pt x="501728" y="119772"/>
                    </a:lnTo>
                    <a:lnTo>
                      <a:pt x="497943" y="123624"/>
                    </a:lnTo>
                    <a:lnTo>
                      <a:pt x="509693" y="157889"/>
                    </a:lnTo>
                    <a:lnTo>
                      <a:pt x="475231" y="146730"/>
                    </a:lnTo>
                    <a:lnTo>
                      <a:pt x="479082" y="150515"/>
                    </a:lnTo>
                    <a:lnTo>
                      <a:pt x="501794" y="127409"/>
                    </a:lnTo>
                    <a:lnTo>
                      <a:pt x="497943" y="123624"/>
                    </a:lnTo>
                    <a:lnTo>
                      <a:pt x="501728" y="119772"/>
                    </a:lnTo>
                    <a:lnTo>
                      <a:pt x="501860" y="135045"/>
                    </a:lnTo>
                    <a:lnTo>
                      <a:pt x="505645" y="131194"/>
                    </a:lnTo>
                    <a:lnTo>
                      <a:pt x="505776" y="146467"/>
                    </a:lnTo>
                    <a:lnTo>
                      <a:pt x="509562" y="142616"/>
                    </a:lnTo>
                    <a:lnTo>
                      <a:pt x="513544" y="161675"/>
                    </a:lnTo>
                    <a:lnTo>
                      <a:pt x="494420" y="158021"/>
                    </a:lnTo>
                    <a:lnTo>
                      <a:pt x="498206" y="154169"/>
                    </a:lnTo>
                    <a:lnTo>
                      <a:pt x="482933" y="154301"/>
                    </a:lnTo>
                    <a:lnTo>
                      <a:pt x="486718" y="150450"/>
                    </a:lnTo>
                    <a:lnTo>
                      <a:pt x="471445" y="150581"/>
                    </a:lnTo>
                    <a:lnTo>
                      <a:pt x="482867" y="146664"/>
                    </a:lnTo>
                    <a:lnTo>
                      <a:pt x="482801" y="139028"/>
                    </a:lnTo>
                    <a:lnTo>
                      <a:pt x="490438" y="138962"/>
                    </a:lnTo>
                    <a:lnTo>
                      <a:pt x="490372" y="131326"/>
                    </a:lnTo>
                    <a:lnTo>
                      <a:pt x="498009" y="131260"/>
                    </a:lnTo>
                    <a:lnTo>
                      <a:pt x="501728" y="119772"/>
                    </a:lnTo>
                    <a:lnTo>
                      <a:pt x="501794" y="127409"/>
                    </a:lnTo>
                    <a:lnTo>
                      <a:pt x="494158" y="127475"/>
                    </a:lnTo>
                    <a:lnTo>
                      <a:pt x="494223" y="135111"/>
                    </a:lnTo>
                    <a:lnTo>
                      <a:pt x="486587" y="135177"/>
                    </a:lnTo>
                    <a:lnTo>
                      <a:pt x="486652" y="142813"/>
                    </a:lnTo>
                    <a:lnTo>
                      <a:pt x="479016" y="142879"/>
                    </a:lnTo>
                    <a:lnTo>
                      <a:pt x="479082" y="150515"/>
                    </a:lnTo>
                    <a:lnTo>
                      <a:pt x="482933" y="154301"/>
                    </a:lnTo>
                    <a:lnTo>
                      <a:pt x="486718" y="150450"/>
                    </a:lnTo>
                    <a:lnTo>
                      <a:pt x="494420" y="158021"/>
                    </a:lnTo>
                    <a:lnTo>
                      <a:pt x="498206" y="154169"/>
                    </a:lnTo>
                    <a:lnTo>
                      <a:pt x="517395" y="165460"/>
                    </a:lnTo>
                    <a:lnTo>
                      <a:pt x="509693" y="157889"/>
                    </a:lnTo>
                    <a:lnTo>
                      <a:pt x="513479" y="154038"/>
                    </a:lnTo>
                    <a:lnTo>
                      <a:pt x="505776" y="146467"/>
                    </a:lnTo>
                    <a:lnTo>
                      <a:pt x="509562" y="142616"/>
                    </a:lnTo>
                    <a:lnTo>
                      <a:pt x="501860" y="135045"/>
                    </a:lnTo>
                    <a:lnTo>
                      <a:pt x="505645" y="131194"/>
                    </a:lnTo>
                    <a:lnTo>
                      <a:pt x="501794" y="127409"/>
                    </a:lnTo>
                    <a:moveTo>
                      <a:pt x="325076" y="299489"/>
                    </a:moveTo>
                    <a:lnTo>
                      <a:pt x="340743" y="345177"/>
                    </a:lnTo>
                    <a:lnTo>
                      <a:pt x="294793" y="330298"/>
                    </a:lnTo>
                    <a:lnTo>
                      <a:pt x="325076" y="299489"/>
                    </a:lnTo>
                    <a:lnTo>
                      <a:pt x="321291" y="303340"/>
                    </a:lnTo>
                    <a:lnTo>
                      <a:pt x="333041" y="337606"/>
                    </a:lnTo>
                    <a:lnTo>
                      <a:pt x="298578" y="326447"/>
                    </a:lnTo>
                    <a:lnTo>
                      <a:pt x="302430" y="330232"/>
                    </a:lnTo>
                    <a:lnTo>
                      <a:pt x="325142" y="307126"/>
                    </a:lnTo>
                    <a:lnTo>
                      <a:pt x="321291" y="303340"/>
                    </a:lnTo>
                    <a:lnTo>
                      <a:pt x="325076" y="299489"/>
                    </a:lnTo>
                    <a:lnTo>
                      <a:pt x="325208" y="314762"/>
                    </a:lnTo>
                    <a:lnTo>
                      <a:pt x="328993" y="310911"/>
                    </a:lnTo>
                    <a:lnTo>
                      <a:pt x="329124" y="326184"/>
                    </a:lnTo>
                    <a:lnTo>
                      <a:pt x="332910" y="322333"/>
                    </a:lnTo>
                    <a:lnTo>
                      <a:pt x="336892" y="341391"/>
                    </a:lnTo>
                    <a:lnTo>
                      <a:pt x="317768" y="337737"/>
                    </a:lnTo>
                    <a:lnTo>
                      <a:pt x="321554" y="333886"/>
                    </a:lnTo>
                    <a:lnTo>
                      <a:pt x="306281" y="334017"/>
                    </a:lnTo>
                    <a:lnTo>
                      <a:pt x="310066" y="330166"/>
                    </a:lnTo>
                    <a:lnTo>
                      <a:pt x="294793" y="330298"/>
                    </a:lnTo>
                    <a:lnTo>
                      <a:pt x="306215" y="326381"/>
                    </a:lnTo>
                    <a:lnTo>
                      <a:pt x="306149" y="318744"/>
                    </a:lnTo>
                    <a:lnTo>
                      <a:pt x="313786" y="318679"/>
                    </a:lnTo>
                    <a:lnTo>
                      <a:pt x="313720" y="311042"/>
                    </a:lnTo>
                    <a:lnTo>
                      <a:pt x="321357" y="310977"/>
                    </a:lnTo>
                    <a:lnTo>
                      <a:pt x="325076" y="299489"/>
                    </a:lnTo>
                    <a:lnTo>
                      <a:pt x="325142" y="307126"/>
                    </a:lnTo>
                    <a:lnTo>
                      <a:pt x="317505" y="307191"/>
                    </a:lnTo>
                    <a:lnTo>
                      <a:pt x="317571" y="314828"/>
                    </a:lnTo>
                    <a:lnTo>
                      <a:pt x="309935" y="314893"/>
                    </a:lnTo>
                    <a:lnTo>
                      <a:pt x="310000" y="322530"/>
                    </a:lnTo>
                    <a:lnTo>
                      <a:pt x="302364" y="322595"/>
                    </a:lnTo>
                    <a:lnTo>
                      <a:pt x="302430" y="330232"/>
                    </a:lnTo>
                    <a:lnTo>
                      <a:pt x="306281" y="334017"/>
                    </a:lnTo>
                    <a:lnTo>
                      <a:pt x="310066" y="330166"/>
                    </a:lnTo>
                    <a:lnTo>
                      <a:pt x="317768" y="337737"/>
                    </a:lnTo>
                    <a:lnTo>
                      <a:pt x="321554" y="333886"/>
                    </a:lnTo>
                    <a:lnTo>
                      <a:pt x="340743" y="345177"/>
                    </a:lnTo>
                    <a:lnTo>
                      <a:pt x="333041" y="337606"/>
                    </a:lnTo>
                    <a:lnTo>
                      <a:pt x="336826" y="333755"/>
                    </a:lnTo>
                    <a:lnTo>
                      <a:pt x="329124" y="326184"/>
                    </a:lnTo>
                    <a:lnTo>
                      <a:pt x="332910" y="322333"/>
                    </a:lnTo>
                    <a:lnTo>
                      <a:pt x="325208" y="314762"/>
                    </a:lnTo>
                    <a:lnTo>
                      <a:pt x="328993" y="310911"/>
                    </a:lnTo>
                    <a:lnTo>
                      <a:pt x="325142" y="307126"/>
                    </a:lnTo>
                    <a:moveTo>
                      <a:pt x="148424" y="479206"/>
                    </a:moveTo>
                    <a:lnTo>
                      <a:pt x="164091" y="524893"/>
                    </a:lnTo>
                    <a:lnTo>
                      <a:pt x="118141" y="510014"/>
                    </a:lnTo>
                    <a:lnTo>
                      <a:pt x="148424" y="479206"/>
                    </a:lnTo>
                    <a:lnTo>
                      <a:pt x="144639" y="483057"/>
                    </a:lnTo>
                    <a:lnTo>
                      <a:pt x="156389" y="517322"/>
                    </a:lnTo>
                    <a:lnTo>
                      <a:pt x="121926" y="506163"/>
                    </a:lnTo>
                    <a:lnTo>
                      <a:pt x="125777" y="509948"/>
                    </a:lnTo>
                    <a:lnTo>
                      <a:pt x="148490" y="486842"/>
                    </a:lnTo>
                    <a:lnTo>
                      <a:pt x="144639" y="483057"/>
                    </a:lnTo>
                    <a:lnTo>
                      <a:pt x="148424" y="479206"/>
                    </a:lnTo>
                    <a:lnTo>
                      <a:pt x="148556" y="494479"/>
                    </a:lnTo>
                    <a:lnTo>
                      <a:pt x="152341" y="490627"/>
                    </a:lnTo>
                    <a:lnTo>
                      <a:pt x="152472" y="505900"/>
                    </a:lnTo>
                    <a:lnTo>
                      <a:pt x="156258" y="502049"/>
                    </a:lnTo>
                    <a:lnTo>
                      <a:pt x="160240" y="521108"/>
                    </a:lnTo>
                    <a:lnTo>
                      <a:pt x="141116" y="517454"/>
                    </a:lnTo>
                    <a:lnTo>
                      <a:pt x="144901" y="513603"/>
                    </a:lnTo>
                    <a:lnTo>
                      <a:pt x="129629" y="513734"/>
                    </a:lnTo>
                    <a:lnTo>
                      <a:pt x="133414" y="509883"/>
                    </a:lnTo>
                    <a:lnTo>
                      <a:pt x="118141" y="510014"/>
                    </a:lnTo>
                    <a:lnTo>
                      <a:pt x="129563" y="506097"/>
                    </a:lnTo>
                    <a:lnTo>
                      <a:pt x="129497" y="498461"/>
                    </a:lnTo>
                    <a:lnTo>
                      <a:pt x="137134" y="498395"/>
                    </a:lnTo>
                    <a:lnTo>
                      <a:pt x="137068" y="490759"/>
                    </a:lnTo>
                    <a:lnTo>
                      <a:pt x="144704" y="490693"/>
                    </a:lnTo>
                    <a:lnTo>
                      <a:pt x="148424" y="479206"/>
                    </a:lnTo>
                    <a:lnTo>
                      <a:pt x="148490" y="486842"/>
                    </a:lnTo>
                    <a:lnTo>
                      <a:pt x="140853" y="486908"/>
                    </a:lnTo>
                    <a:lnTo>
                      <a:pt x="140919" y="494544"/>
                    </a:lnTo>
                    <a:lnTo>
                      <a:pt x="133283" y="494610"/>
                    </a:lnTo>
                    <a:lnTo>
                      <a:pt x="133348" y="502246"/>
                    </a:lnTo>
                    <a:lnTo>
                      <a:pt x="125712" y="502312"/>
                    </a:lnTo>
                    <a:lnTo>
                      <a:pt x="125777" y="509948"/>
                    </a:lnTo>
                    <a:lnTo>
                      <a:pt x="129629" y="513734"/>
                    </a:lnTo>
                    <a:lnTo>
                      <a:pt x="133414" y="509883"/>
                    </a:lnTo>
                    <a:lnTo>
                      <a:pt x="141116" y="517454"/>
                    </a:lnTo>
                    <a:lnTo>
                      <a:pt x="144901" y="513603"/>
                    </a:lnTo>
                    <a:lnTo>
                      <a:pt x="164091" y="524893"/>
                    </a:lnTo>
                    <a:lnTo>
                      <a:pt x="156389" y="517322"/>
                    </a:lnTo>
                    <a:lnTo>
                      <a:pt x="160174" y="513471"/>
                    </a:lnTo>
                    <a:lnTo>
                      <a:pt x="152472" y="505900"/>
                    </a:lnTo>
                    <a:lnTo>
                      <a:pt x="156258" y="502049"/>
                    </a:lnTo>
                    <a:lnTo>
                      <a:pt x="148556" y="494479"/>
                    </a:lnTo>
                    <a:lnTo>
                      <a:pt x="152341" y="490627"/>
                    </a:lnTo>
                    <a:lnTo>
                      <a:pt x="148490" y="486842"/>
                    </a:lnTo>
                    <a:moveTo>
                      <a:pt x="155002" y="733853"/>
                    </a:moveTo>
                    <a:lnTo>
                      <a:pt x="200745" y="718348"/>
                    </a:lnTo>
                    <a:lnTo>
                      <a:pt x="185703" y="764245"/>
                    </a:lnTo>
                    <a:lnTo>
                      <a:pt x="155002" y="733853"/>
                    </a:lnTo>
                    <a:lnTo>
                      <a:pt x="158840" y="737652"/>
                    </a:lnTo>
                    <a:lnTo>
                      <a:pt x="193147" y="726023"/>
                    </a:lnTo>
                    <a:lnTo>
                      <a:pt x="181866" y="760446"/>
                    </a:lnTo>
                    <a:lnTo>
                      <a:pt x="185665" y="756608"/>
                    </a:lnTo>
                    <a:lnTo>
                      <a:pt x="162639" y="733814"/>
                    </a:lnTo>
                    <a:lnTo>
                      <a:pt x="158840" y="737652"/>
                    </a:lnTo>
                    <a:lnTo>
                      <a:pt x="155002" y="733853"/>
                    </a:lnTo>
                    <a:lnTo>
                      <a:pt x="170275" y="733776"/>
                    </a:lnTo>
                    <a:lnTo>
                      <a:pt x="166438" y="729977"/>
                    </a:lnTo>
                    <a:lnTo>
                      <a:pt x="181711" y="729899"/>
                    </a:lnTo>
                    <a:lnTo>
                      <a:pt x="177873" y="726100"/>
                    </a:lnTo>
                    <a:lnTo>
                      <a:pt x="196946" y="722185"/>
                    </a:lnTo>
                    <a:lnTo>
                      <a:pt x="193224" y="741296"/>
                    </a:lnTo>
                    <a:lnTo>
                      <a:pt x="189386" y="737497"/>
                    </a:lnTo>
                    <a:lnTo>
                      <a:pt x="189464" y="752771"/>
                    </a:lnTo>
                    <a:lnTo>
                      <a:pt x="185626" y="748972"/>
                    </a:lnTo>
                    <a:lnTo>
                      <a:pt x="185703" y="764245"/>
                    </a:lnTo>
                    <a:lnTo>
                      <a:pt x="181827" y="752809"/>
                    </a:lnTo>
                    <a:lnTo>
                      <a:pt x="174190" y="752848"/>
                    </a:lnTo>
                    <a:lnTo>
                      <a:pt x="174152" y="745211"/>
                    </a:lnTo>
                    <a:lnTo>
                      <a:pt x="166515" y="745250"/>
                    </a:lnTo>
                    <a:lnTo>
                      <a:pt x="166476" y="737613"/>
                    </a:lnTo>
                    <a:lnTo>
                      <a:pt x="155002" y="733853"/>
                    </a:lnTo>
                    <a:lnTo>
                      <a:pt x="162639" y="733814"/>
                    </a:lnTo>
                    <a:lnTo>
                      <a:pt x="162677" y="741451"/>
                    </a:lnTo>
                    <a:lnTo>
                      <a:pt x="170314" y="741412"/>
                    </a:lnTo>
                    <a:lnTo>
                      <a:pt x="170353" y="749049"/>
                    </a:lnTo>
                    <a:lnTo>
                      <a:pt x="177989" y="749010"/>
                    </a:lnTo>
                    <a:lnTo>
                      <a:pt x="178028" y="756647"/>
                    </a:lnTo>
                    <a:lnTo>
                      <a:pt x="185665" y="756608"/>
                    </a:lnTo>
                    <a:lnTo>
                      <a:pt x="189464" y="752771"/>
                    </a:lnTo>
                    <a:lnTo>
                      <a:pt x="185626" y="748972"/>
                    </a:lnTo>
                    <a:lnTo>
                      <a:pt x="193224" y="741296"/>
                    </a:lnTo>
                    <a:lnTo>
                      <a:pt x="189386" y="737497"/>
                    </a:lnTo>
                    <a:lnTo>
                      <a:pt x="200745" y="718348"/>
                    </a:lnTo>
                    <a:lnTo>
                      <a:pt x="193147" y="726023"/>
                    </a:lnTo>
                    <a:lnTo>
                      <a:pt x="189309" y="722224"/>
                    </a:lnTo>
                    <a:lnTo>
                      <a:pt x="181711" y="729899"/>
                    </a:lnTo>
                    <a:lnTo>
                      <a:pt x="177873" y="726100"/>
                    </a:lnTo>
                    <a:lnTo>
                      <a:pt x="170275" y="733776"/>
                    </a:lnTo>
                    <a:lnTo>
                      <a:pt x="166438" y="729977"/>
                    </a:lnTo>
                    <a:lnTo>
                      <a:pt x="162639" y="733814"/>
                    </a:lnTo>
                    <a:moveTo>
                      <a:pt x="28880" y="843397"/>
                    </a:moveTo>
                    <a:lnTo>
                      <a:pt x="46568" y="888341"/>
                    </a:lnTo>
                    <a:lnTo>
                      <a:pt x="0" y="875525"/>
                    </a:lnTo>
                    <a:lnTo>
                      <a:pt x="28880" y="843397"/>
                    </a:lnTo>
                    <a:lnTo>
                      <a:pt x="25270" y="847413"/>
                    </a:lnTo>
                    <a:lnTo>
                      <a:pt x="38536" y="881121"/>
                    </a:lnTo>
                    <a:lnTo>
                      <a:pt x="3610" y="871509"/>
                    </a:lnTo>
                    <a:lnTo>
                      <a:pt x="7626" y="875119"/>
                    </a:lnTo>
                    <a:lnTo>
                      <a:pt x="29286" y="851023"/>
                    </a:lnTo>
                    <a:lnTo>
                      <a:pt x="25270" y="847413"/>
                    </a:lnTo>
                    <a:lnTo>
                      <a:pt x="28880" y="843397"/>
                    </a:lnTo>
                    <a:lnTo>
                      <a:pt x="29692" y="858649"/>
                    </a:lnTo>
                    <a:lnTo>
                      <a:pt x="33302" y="854633"/>
                    </a:lnTo>
                    <a:lnTo>
                      <a:pt x="34114" y="869885"/>
                    </a:lnTo>
                    <a:lnTo>
                      <a:pt x="37724" y="865869"/>
                    </a:lnTo>
                    <a:lnTo>
                      <a:pt x="42552" y="884731"/>
                    </a:lnTo>
                    <a:lnTo>
                      <a:pt x="23284" y="881933"/>
                    </a:lnTo>
                    <a:lnTo>
                      <a:pt x="26894" y="877917"/>
                    </a:lnTo>
                    <a:lnTo>
                      <a:pt x="11642" y="878729"/>
                    </a:lnTo>
                    <a:lnTo>
                      <a:pt x="15252" y="874713"/>
                    </a:lnTo>
                    <a:lnTo>
                      <a:pt x="0" y="875525"/>
                    </a:lnTo>
                    <a:lnTo>
                      <a:pt x="11236" y="871103"/>
                    </a:lnTo>
                    <a:lnTo>
                      <a:pt x="10830" y="863477"/>
                    </a:lnTo>
                    <a:lnTo>
                      <a:pt x="18456" y="863071"/>
                    </a:lnTo>
                    <a:lnTo>
                      <a:pt x="18050" y="855445"/>
                    </a:lnTo>
                    <a:lnTo>
                      <a:pt x="25676" y="855039"/>
                    </a:lnTo>
                    <a:lnTo>
                      <a:pt x="28880" y="843397"/>
                    </a:lnTo>
                    <a:lnTo>
                      <a:pt x="29286" y="851023"/>
                    </a:lnTo>
                    <a:lnTo>
                      <a:pt x="21660" y="851429"/>
                    </a:lnTo>
                    <a:lnTo>
                      <a:pt x="22066" y="859055"/>
                    </a:lnTo>
                    <a:lnTo>
                      <a:pt x="14440" y="859461"/>
                    </a:lnTo>
                    <a:lnTo>
                      <a:pt x="14846" y="867087"/>
                    </a:lnTo>
                    <a:lnTo>
                      <a:pt x="7220" y="867493"/>
                    </a:lnTo>
                    <a:lnTo>
                      <a:pt x="7626" y="875119"/>
                    </a:lnTo>
                    <a:lnTo>
                      <a:pt x="11642" y="878729"/>
                    </a:lnTo>
                    <a:lnTo>
                      <a:pt x="15252" y="874713"/>
                    </a:lnTo>
                    <a:lnTo>
                      <a:pt x="23284" y="881933"/>
                    </a:lnTo>
                    <a:lnTo>
                      <a:pt x="26894" y="877917"/>
                    </a:lnTo>
                    <a:lnTo>
                      <a:pt x="46568" y="888341"/>
                    </a:lnTo>
                    <a:lnTo>
                      <a:pt x="38536" y="881121"/>
                    </a:lnTo>
                    <a:lnTo>
                      <a:pt x="42146" y="877105"/>
                    </a:lnTo>
                    <a:lnTo>
                      <a:pt x="34114" y="869885"/>
                    </a:lnTo>
                    <a:lnTo>
                      <a:pt x="37724" y="865869"/>
                    </a:lnTo>
                    <a:lnTo>
                      <a:pt x="29692" y="858649"/>
                    </a:lnTo>
                    <a:lnTo>
                      <a:pt x="33302" y="854633"/>
                    </a:lnTo>
                    <a:lnTo>
                      <a:pt x="29286" y="85102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50" name="Контур"/>
              <p:cNvSpPr/>
              <p:nvPr/>
            </p:nvSpPr>
            <p:spPr>
              <a:xfrm>
                <a:off x="10070956" y="3059610"/>
                <a:ext cx="169275" cy="13538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135382" fill="none">
                    <a:moveTo>
                      <a:pt x="0" y="124773"/>
                    </a:moveTo>
                    <a:lnTo>
                      <a:pt x="8244" y="135382"/>
                    </a:lnTo>
                    <a:lnTo>
                      <a:pt x="27483" y="120433"/>
                    </a:lnTo>
                    <a:moveTo>
                      <a:pt x="27483" y="120433"/>
                    </a:moveTo>
                    <a:lnTo>
                      <a:pt x="57331" y="97239"/>
                    </a:lnTo>
                    <a:moveTo>
                      <a:pt x="57331" y="97239"/>
                    </a:moveTo>
                    <a:lnTo>
                      <a:pt x="87179" y="74046"/>
                    </a:lnTo>
                    <a:moveTo>
                      <a:pt x="87179" y="74046"/>
                    </a:moveTo>
                    <a:lnTo>
                      <a:pt x="117027" y="50853"/>
                    </a:lnTo>
                    <a:moveTo>
                      <a:pt x="117027" y="50853"/>
                    </a:moveTo>
                    <a:lnTo>
                      <a:pt x="146875" y="27659"/>
                    </a:lnTo>
                    <a:moveTo>
                      <a:pt x="146875" y="27659"/>
                    </a:moveTo>
                    <a:lnTo>
                      <a:pt x="169275" y="10253"/>
                    </a:lnTo>
                    <a:lnTo>
                      <a:pt x="163488" y="2805"/>
                    </a:lnTo>
                    <a:moveTo>
                      <a:pt x="163488" y="2805"/>
                    </a:moveTo>
                    <a:lnTo>
                      <a:pt x="161309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51" name="Контур"/>
              <p:cNvSpPr/>
              <p:nvPr/>
            </p:nvSpPr>
            <p:spPr>
              <a:xfrm>
                <a:off x="3325907" y="2563866"/>
                <a:ext cx="67189" cy="71346"/>
              </a:xfrm>
              <a:custGeom>
                <a:avLst/>
                <a:gdLst/>
                <a:ahLst/>
                <a:cxnLst/>
                <a:rect l="l" t="t" r="r" b="b"/>
                <a:pathLst>
                  <a:path w="67189" h="71346" fill="none">
                    <a:moveTo>
                      <a:pt x="67189" y="71346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52" name="Контур"/>
              <p:cNvSpPr/>
              <p:nvPr/>
            </p:nvSpPr>
            <p:spPr>
              <a:xfrm>
                <a:off x="3420458" y="1635375"/>
                <a:ext cx="803896" cy="845158"/>
              </a:xfrm>
              <a:custGeom>
                <a:avLst/>
                <a:gdLst/>
                <a:ahLst/>
                <a:cxnLst/>
                <a:rect l="l" t="t" r="r" b="b"/>
                <a:pathLst>
                  <a:path w="803896" h="845158" fill="none">
                    <a:moveTo>
                      <a:pt x="803896" y="845158"/>
                    </a:moveTo>
                    <a:lnTo>
                      <a:pt x="778163" y="817469"/>
                    </a:lnTo>
                    <a:moveTo>
                      <a:pt x="778163" y="817469"/>
                    </a:moveTo>
                    <a:lnTo>
                      <a:pt x="752430" y="789781"/>
                    </a:lnTo>
                    <a:moveTo>
                      <a:pt x="752430" y="789781"/>
                    </a:moveTo>
                    <a:lnTo>
                      <a:pt x="726697" y="762092"/>
                    </a:lnTo>
                    <a:moveTo>
                      <a:pt x="726697" y="762092"/>
                    </a:moveTo>
                    <a:lnTo>
                      <a:pt x="715052" y="749561"/>
                    </a:lnTo>
                    <a:lnTo>
                      <a:pt x="700470" y="734879"/>
                    </a:lnTo>
                    <a:moveTo>
                      <a:pt x="700470" y="734879"/>
                    </a:moveTo>
                    <a:lnTo>
                      <a:pt x="673832" y="708059"/>
                    </a:lnTo>
                    <a:moveTo>
                      <a:pt x="673832" y="708059"/>
                    </a:moveTo>
                    <a:lnTo>
                      <a:pt x="647195" y="681240"/>
                    </a:lnTo>
                    <a:moveTo>
                      <a:pt x="647195" y="681240"/>
                    </a:moveTo>
                    <a:lnTo>
                      <a:pt x="620558" y="654420"/>
                    </a:lnTo>
                    <a:moveTo>
                      <a:pt x="620558" y="654420"/>
                    </a:moveTo>
                    <a:lnTo>
                      <a:pt x="593921" y="627600"/>
                    </a:lnTo>
                    <a:moveTo>
                      <a:pt x="593921" y="627600"/>
                    </a:moveTo>
                    <a:lnTo>
                      <a:pt x="567283" y="600780"/>
                    </a:lnTo>
                    <a:moveTo>
                      <a:pt x="567283" y="600780"/>
                    </a:moveTo>
                    <a:lnTo>
                      <a:pt x="540646" y="573961"/>
                    </a:lnTo>
                    <a:moveTo>
                      <a:pt x="540646" y="573961"/>
                    </a:moveTo>
                    <a:lnTo>
                      <a:pt x="514009" y="547141"/>
                    </a:lnTo>
                    <a:moveTo>
                      <a:pt x="514009" y="547141"/>
                    </a:moveTo>
                    <a:lnTo>
                      <a:pt x="487372" y="520321"/>
                    </a:lnTo>
                    <a:moveTo>
                      <a:pt x="487372" y="520321"/>
                    </a:moveTo>
                    <a:lnTo>
                      <a:pt x="460735" y="493501"/>
                    </a:lnTo>
                    <a:moveTo>
                      <a:pt x="460735" y="493501"/>
                    </a:moveTo>
                    <a:lnTo>
                      <a:pt x="434097" y="466682"/>
                    </a:lnTo>
                    <a:moveTo>
                      <a:pt x="434097" y="466682"/>
                    </a:moveTo>
                    <a:lnTo>
                      <a:pt x="407460" y="439862"/>
                    </a:lnTo>
                    <a:moveTo>
                      <a:pt x="407460" y="439862"/>
                    </a:moveTo>
                    <a:lnTo>
                      <a:pt x="390193" y="422476"/>
                    </a:lnTo>
                    <a:lnTo>
                      <a:pt x="381136" y="412742"/>
                    </a:lnTo>
                    <a:moveTo>
                      <a:pt x="381136" y="412742"/>
                    </a:moveTo>
                    <a:lnTo>
                      <a:pt x="355387" y="385068"/>
                    </a:lnTo>
                    <a:moveTo>
                      <a:pt x="355387" y="385068"/>
                    </a:moveTo>
                    <a:lnTo>
                      <a:pt x="329638" y="357394"/>
                    </a:lnTo>
                    <a:moveTo>
                      <a:pt x="329638" y="357394"/>
                    </a:moveTo>
                    <a:lnTo>
                      <a:pt x="303889" y="329720"/>
                    </a:lnTo>
                    <a:moveTo>
                      <a:pt x="303889" y="329720"/>
                    </a:moveTo>
                    <a:lnTo>
                      <a:pt x="278141" y="302046"/>
                    </a:lnTo>
                    <a:moveTo>
                      <a:pt x="278141" y="302046"/>
                    </a:moveTo>
                    <a:lnTo>
                      <a:pt x="252392" y="274372"/>
                    </a:lnTo>
                    <a:moveTo>
                      <a:pt x="252392" y="274372"/>
                    </a:moveTo>
                    <a:lnTo>
                      <a:pt x="226643" y="246698"/>
                    </a:lnTo>
                    <a:moveTo>
                      <a:pt x="226643" y="246698"/>
                    </a:moveTo>
                    <a:lnTo>
                      <a:pt x="200895" y="219025"/>
                    </a:lnTo>
                    <a:moveTo>
                      <a:pt x="200895" y="219025"/>
                    </a:moveTo>
                    <a:lnTo>
                      <a:pt x="175146" y="191351"/>
                    </a:lnTo>
                    <a:moveTo>
                      <a:pt x="175146" y="191351"/>
                    </a:moveTo>
                    <a:lnTo>
                      <a:pt x="149397" y="163677"/>
                    </a:lnTo>
                    <a:moveTo>
                      <a:pt x="149397" y="163677"/>
                    </a:moveTo>
                    <a:lnTo>
                      <a:pt x="137284" y="150658"/>
                    </a:lnTo>
                    <a:lnTo>
                      <a:pt x="123648" y="136003"/>
                    </a:lnTo>
                    <a:moveTo>
                      <a:pt x="123648" y="136003"/>
                    </a:moveTo>
                    <a:lnTo>
                      <a:pt x="97899" y="108329"/>
                    </a:lnTo>
                    <a:moveTo>
                      <a:pt x="97899" y="108329"/>
                    </a:moveTo>
                    <a:lnTo>
                      <a:pt x="73255" y="81842"/>
                    </a:lnTo>
                    <a:lnTo>
                      <a:pt x="72173" y="80635"/>
                    </a:lnTo>
                    <a:moveTo>
                      <a:pt x="72173" y="80635"/>
                    </a:moveTo>
                    <a:lnTo>
                      <a:pt x="46963" y="52469"/>
                    </a:lnTo>
                    <a:moveTo>
                      <a:pt x="46963" y="52469"/>
                    </a:moveTo>
                    <a:lnTo>
                      <a:pt x="21753" y="24304"/>
                    </a:lnTo>
                    <a:moveTo>
                      <a:pt x="21753" y="24304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53" name="Контур"/>
              <p:cNvSpPr/>
              <p:nvPr/>
            </p:nvSpPr>
            <p:spPr>
              <a:xfrm>
                <a:off x="4224354" y="1942707"/>
                <a:ext cx="832678" cy="669764"/>
              </a:xfrm>
              <a:custGeom>
                <a:avLst/>
                <a:gdLst/>
                <a:ahLst/>
                <a:cxnLst/>
                <a:rect l="l" t="t" r="r" b="b"/>
                <a:pathLst>
                  <a:path w="832678" h="669764" fill="none">
                    <a:moveTo>
                      <a:pt x="832678" y="0"/>
                    </a:moveTo>
                    <a:lnTo>
                      <a:pt x="741020" y="86456"/>
                    </a:lnTo>
                    <a:moveTo>
                      <a:pt x="741020" y="86456"/>
                    </a:moveTo>
                    <a:lnTo>
                      <a:pt x="649362" y="172913"/>
                    </a:lnTo>
                    <a:moveTo>
                      <a:pt x="649362" y="172913"/>
                    </a:moveTo>
                    <a:lnTo>
                      <a:pt x="557703" y="259370"/>
                    </a:lnTo>
                    <a:moveTo>
                      <a:pt x="557703" y="259370"/>
                    </a:moveTo>
                    <a:lnTo>
                      <a:pt x="466045" y="345826"/>
                    </a:lnTo>
                    <a:moveTo>
                      <a:pt x="466045" y="345826"/>
                    </a:moveTo>
                    <a:lnTo>
                      <a:pt x="374387" y="432283"/>
                    </a:lnTo>
                    <a:moveTo>
                      <a:pt x="374387" y="432283"/>
                    </a:moveTo>
                    <a:lnTo>
                      <a:pt x="282728" y="518740"/>
                    </a:lnTo>
                    <a:moveTo>
                      <a:pt x="282728" y="518740"/>
                    </a:moveTo>
                    <a:lnTo>
                      <a:pt x="191070" y="605196"/>
                    </a:lnTo>
                    <a:moveTo>
                      <a:pt x="191070" y="605196"/>
                    </a:moveTo>
                    <a:lnTo>
                      <a:pt x="122618" y="669764"/>
                    </a:lnTo>
                    <a:lnTo>
                      <a:pt x="100901" y="646396"/>
                    </a:lnTo>
                    <a:moveTo>
                      <a:pt x="100901" y="646396"/>
                    </a:moveTo>
                    <a:lnTo>
                      <a:pt x="15125" y="554100"/>
                    </a:lnTo>
                    <a:moveTo>
                      <a:pt x="15125" y="554100"/>
                    </a:moveTo>
                    <a:lnTo>
                      <a:pt x="0" y="53782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54" name="Контур"/>
              <p:cNvSpPr/>
              <p:nvPr/>
            </p:nvSpPr>
            <p:spPr>
              <a:xfrm>
                <a:off x="4178480" y="2043813"/>
                <a:ext cx="832458" cy="564987"/>
              </a:xfrm>
              <a:custGeom>
                <a:avLst/>
                <a:gdLst/>
                <a:ahLst/>
                <a:cxnLst/>
                <a:rect l="l" t="t" r="r" b="b"/>
                <a:pathLst>
                  <a:path w="832458" h="564987" fill="none">
                    <a:moveTo>
                      <a:pt x="801032" y="46247"/>
                    </a:moveTo>
                    <a:lnTo>
                      <a:pt x="787103" y="0"/>
                    </a:lnTo>
                    <a:lnTo>
                      <a:pt x="832458" y="16605"/>
                    </a:lnTo>
                    <a:lnTo>
                      <a:pt x="801032" y="46247"/>
                    </a:lnTo>
                    <a:lnTo>
                      <a:pt x="804961" y="42541"/>
                    </a:lnTo>
                    <a:lnTo>
                      <a:pt x="794513" y="7856"/>
                    </a:lnTo>
                    <a:lnTo>
                      <a:pt x="828530" y="20310"/>
                    </a:lnTo>
                    <a:lnTo>
                      <a:pt x="824825" y="16382"/>
                    </a:lnTo>
                    <a:lnTo>
                      <a:pt x="801255" y="38613"/>
                    </a:lnTo>
                    <a:lnTo>
                      <a:pt x="804961" y="42541"/>
                    </a:lnTo>
                    <a:lnTo>
                      <a:pt x="801032" y="46247"/>
                    </a:lnTo>
                    <a:lnTo>
                      <a:pt x="801478" y="30980"/>
                    </a:lnTo>
                    <a:lnTo>
                      <a:pt x="797550" y="34685"/>
                    </a:lnTo>
                    <a:lnTo>
                      <a:pt x="797996" y="19418"/>
                    </a:lnTo>
                    <a:lnTo>
                      <a:pt x="794068" y="23123"/>
                    </a:lnTo>
                    <a:lnTo>
                      <a:pt x="790808" y="3928"/>
                    </a:lnTo>
                    <a:lnTo>
                      <a:pt x="809780" y="8302"/>
                    </a:lnTo>
                    <a:lnTo>
                      <a:pt x="805852" y="12007"/>
                    </a:lnTo>
                    <a:lnTo>
                      <a:pt x="821119" y="12453"/>
                    </a:lnTo>
                    <a:lnTo>
                      <a:pt x="817191" y="16159"/>
                    </a:lnTo>
                    <a:lnTo>
                      <a:pt x="832458" y="16605"/>
                    </a:lnTo>
                    <a:lnTo>
                      <a:pt x="820896" y="20087"/>
                    </a:lnTo>
                    <a:lnTo>
                      <a:pt x="820673" y="27720"/>
                    </a:lnTo>
                    <a:lnTo>
                      <a:pt x="813040" y="27497"/>
                    </a:lnTo>
                    <a:lnTo>
                      <a:pt x="812817" y="35131"/>
                    </a:lnTo>
                    <a:lnTo>
                      <a:pt x="805183" y="34908"/>
                    </a:lnTo>
                    <a:lnTo>
                      <a:pt x="801032" y="46247"/>
                    </a:lnTo>
                    <a:lnTo>
                      <a:pt x="801255" y="38613"/>
                    </a:lnTo>
                    <a:lnTo>
                      <a:pt x="808889" y="38836"/>
                    </a:lnTo>
                    <a:lnTo>
                      <a:pt x="809112" y="31203"/>
                    </a:lnTo>
                    <a:lnTo>
                      <a:pt x="816745" y="31426"/>
                    </a:lnTo>
                    <a:lnTo>
                      <a:pt x="816968" y="23792"/>
                    </a:lnTo>
                    <a:lnTo>
                      <a:pt x="824602" y="24015"/>
                    </a:lnTo>
                    <a:lnTo>
                      <a:pt x="824825" y="16382"/>
                    </a:lnTo>
                    <a:lnTo>
                      <a:pt x="821119" y="12453"/>
                    </a:lnTo>
                    <a:lnTo>
                      <a:pt x="817191" y="16159"/>
                    </a:lnTo>
                    <a:lnTo>
                      <a:pt x="809780" y="8302"/>
                    </a:lnTo>
                    <a:lnTo>
                      <a:pt x="805852" y="12007"/>
                    </a:lnTo>
                    <a:lnTo>
                      <a:pt x="787103" y="0"/>
                    </a:lnTo>
                    <a:lnTo>
                      <a:pt x="794513" y="7856"/>
                    </a:lnTo>
                    <a:lnTo>
                      <a:pt x="790585" y="11562"/>
                    </a:lnTo>
                    <a:lnTo>
                      <a:pt x="797996" y="19418"/>
                    </a:lnTo>
                    <a:lnTo>
                      <a:pt x="794068" y="23123"/>
                    </a:lnTo>
                    <a:lnTo>
                      <a:pt x="801478" y="30980"/>
                    </a:lnTo>
                    <a:lnTo>
                      <a:pt x="797550" y="34685"/>
                    </a:lnTo>
                    <a:lnTo>
                      <a:pt x="801255" y="38613"/>
                    </a:lnTo>
                    <a:moveTo>
                      <a:pt x="617716" y="219160"/>
                    </a:moveTo>
                    <a:lnTo>
                      <a:pt x="603786" y="172913"/>
                    </a:lnTo>
                    <a:lnTo>
                      <a:pt x="649141" y="189518"/>
                    </a:lnTo>
                    <a:lnTo>
                      <a:pt x="617716" y="219160"/>
                    </a:lnTo>
                    <a:lnTo>
                      <a:pt x="621644" y="215455"/>
                    </a:lnTo>
                    <a:lnTo>
                      <a:pt x="611197" y="180770"/>
                    </a:lnTo>
                    <a:lnTo>
                      <a:pt x="645213" y="193223"/>
                    </a:lnTo>
                    <a:lnTo>
                      <a:pt x="641508" y="189295"/>
                    </a:lnTo>
                    <a:lnTo>
                      <a:pt x="617939" y="211527"/>
                    </a:lnTo>
                    <a:lnTo>
                      <a:pt x="621644" y="215455"/>
                    </a:lnTo>
                    <a:lnTo>
                      <a:pt x="617716" y="219160"/>
                    </a:lnTo>
                    <a:lnTo>
                      <a:pt x="618161" y="203893"/>
                    </a:lnTo>
                    <a:lnTo>
                      <a:pt x="614233" y="207598"/>
                    </a:lnTo>
                    <a:lnTo>
                      <a:pt x="614679" y="192331"/>
                    </a:lnTo>
                    <a:lnTo>
                      <a:pt x="610751" y="196037"/>
                    </a:lnTo>
                    <a:lnTo>
                      <a:pt x="607491" y="176841"/>
                    </a:lnTo>
                    <a:lnTo>
                      <a:pt x="626464" y="181215"/>
                    </a:lnTo>
                    <a:lnTo>
                      <a:pt x="622536" y="184921"/>
                    </a:lnTo>
                    <a:lnTo>
                      <a:pt x="637803" y="185367"/>
                    </a:lnTo>
                    <a:lnTo>
                      <a:pt x="633874" y="189072"/>
                    </a:lnTo>
                    <a:lnTo>
                      <a:pt x="649141" y="189518"/>
                    </a:lnTo>
                    <a:lnTo>
                      <a:pt x="637580" y="193000"/>
                    </a:lnTo>
                    <a:lnTo>
                      <a:pt x="637357" y="200634"/>
                    </a:lnTo>
                    <a:lnTo>
                      <a:pt x="629723" y="200411"/>
                    </a:lnTo>
                    <a:lnTo>
                      <a:pt x="629500" y="208044"/>
                    </a:lnTo>
                    <a:lnTo>
                      <a:pt x="621867" y="207821"/>
                    </a:lnTo>
                    <a:lnTo>
                      <a:pt x="617716" y="219160"/>
                    </a:lnTo>
                    <a:lnTo>
                      <a:pt x="617939" y="211527"/>
                    </a:lnTo>
                    <a:lnTo>
                      <a:pt x="625572" y="211749"/>
                    </a:lnTo>
                    <a:lnTo>
                      <a:pt x="625795" y="204116"/>
                    </a:lnTo>
                    <a:lnTo>
                      <a:pt x="633428" y="204339"/>
                    </a:lnTo>
                    <a:lnTo>
                      <a:pt x="633651" y="196705"/>
                    </a:lnTo>
                    <a:lnTo>
                      <a:pt x="641285" y="196928"/>
                    </a:lnTo>
                    <a:lnTo>
                      <a:pt x="641508" y="189295"/>
                    </a:lnTo>
                    <a:lnTo>
                      <a:pt x="637803" y="185367"/>
                    </a:lnTo>
                    <a:lnTo>
                      <a:pt x="633874" y="189072"/>
                    </a:lnTo>
                    <a:lnTo>
                      <a:pt x="626464" y="181215"/>
                    </a:lnTo>
                    <a:lnTo>
                      <a:pt x="622536" y="184921"/>
                    </a:lnTo>
                    <a:lnTo>
                      <a:pt x="603786" y="172913"/>
                    </a:lnTo>
                    <a:lnTo>
                      <a:pt x="611197" y="180770"/>
                    </a:lnTo>
                    <a:lnTo>
                      <a:pt x="607269" y="184475"/>
                    </a:lnTo>
                    <a:lnTo>
                      <a:pt x="614679" y="192331"/>
                    </a:lnTo>
                    <a:lnTo>
                      <a:pt x="610751" y="196037"/>
                    </a:lnTo>
                    <a:lnTo>
                      <a:pt x="618161" y="203893"/>
                    </a:lnTo>
                    <a:lnTo>
                      <a:pt x="614233" y="207598"/>
                    </a:lnTo>
                    <a:lnTo>
                      <a:pt x="617939" y="211527"/>
                    </a:lnTo>
                    <a:moveTo>
                      <a:pt x="434399" y="392073"/>
                    </a:moveTo>
                    <a:lnTo>
                      <a:pt x="420470" y="345826"/>
                    </a:lnTo>
                    <a:lnTo>
                      <a:pt x="465825" y="362431"/>
                    </a:lnTo>
                    <a:lnTo>
                      <a:pt x="434399" y="392073"/>
                    </a:lnTo>
                    <a:lnTo>
                      <a:pt x="438327" y="388368"/>
                    </a:lnTo>
                    <a:lnTo>
                      <a:pt x="427880" y="353683"/>
                    </a:lnTo>
                    <a:lnTo>
                      <a:pt x="461896" y="366136"/>
                    </a:lnTo>
                    <a:lnTo>
                      <a:pt x="458191" y="362208"/>
                    </a:lnTo>
                    <a:lnTo>
                      <a:pt x="434622" y="384440"/>
                    </a:lnTo>
                    <a:lnTo>
                      <a:pt x="438327" y="388368"/>
                    </a:lnTo>
                    <a:lnTo>
                      <a:pt x="434399" y="392073"/>
                    </a:lnTo>
                    <a:lnTo>
                      <a:pt x="434845" y="376806"/>
                    </a:lnTo>
                    <a:lnTo>
                      <a:pt x="430917" y="380512"/>
                    </a:lnTo>
                    <a:lnTo>
                      <a:pt x="431362" y="365245"/>
                    </a:lnTo>
                    <a:lnTo>
                      <a:pt x="427434" y="368950"/>
                    </a:lnTo>
                    <a:lnTo>
                      <a:pt x="424175" y="349755"/>
                    </a:lnTo>
                    <a:lnTo>
                      <a:pt x="443147" y="354129"/>
                    </a:lnTo>
                    <a:lnTo>
                      <a:pt x="439219" y="357834"/>
                    </a:lnTo>
                    <a:lnTo>
                      <a:pt x="454486" y="358280"/>
                    </a:lnTo>
                    <a:lnTo>
                      <a:pt x="450558" y="361985"/>
                    </a:lnTo>
                    <a:lnTo>
                      <a:pt x="465825" y="362431"/>
                    </a:lnTo>
                    <a:lnTo>
                      <a:pt x="454263" y="365913"/>
                    </a:lnTo>
                    <a:lnTo>
                      <a:pt x="454040" y="373547"/>
                    </a:lnTo>
                    <a:lnTo>
                      <a:pt x="446407" y="373324"/>
                    </a:lnTo>
                    <a:lnTo>
                      <a:pt x="446184" y="380957"/>
                    </a:lnTo>
                    <a:lnTo>
                      <a:pt x="438550" y="380734"/>
                    </a:lnTo>
                    <a:lnTo>
                      <a:pt x="434399" y="392073"/>
                    </a:lnTo>
                    <a:lnTo>
                      <a:pt x="434622" y="384440"/>
                    </a:lnTo>
                    <a:lnTo>
                      <a:pt x="442255" y="384663"/>
                    </a:lnTo>
                    <a:lnTo>
                      <a:pt x="442478" y="377029"/>
                    </a:lnTo>
                    <a:lnTo>
                      <a:pt x="450112" y="377252"/>
                    </a:lnTo>
                    <a:lnTo>
                      <a:pt x="450335" y="369619"/>
                    </a:lnTo>
                    <a:lnTo>
                      <a:pt x="457968" y="369842"/>
                    </a:lnTo>
                    <a:lnTo>
                      <a:pt x="458191" y="362208"/>
                    </a:lnTo>
                    <a:lnTo>
                      <a:pt x="454486" y="358280"/>
                    </a:lnTo>
                    <a:lnTo>
                      <a:pt x="450558" y="361985"/>
                    </a:lnTo>
                    <a:lnTo>
                      <a:pt x="443147" y="354129"/>
                    </a:lnTo>
                    <a:lnTo>
                      <a:pt x="439219" y="357834"/>
                    </a:lnTo>
                    <a:lnTo>
                      <a:pt x="420470" y="345826"/>
                    </a:lnTo>
                    <a:lnTo>
                      <a:pt x="427880" y="353683"/>
                    </a:lnTo>
                    <a:lnTo>
                      <a:pt x="423952" y="357388"/>
                    </a:lnTo>
                    <a:lnTo>
                      <a:pt x="431362" y="365245"/>
                    </a:lnTo>
                    <a:lnTo>
                      <a:pt x="427434" y="368950"/>
                    </a:lnTo>
                    <a:lnTo>
                      <a:pt x="434845" y="376806"/>
                    </a:lnTo>
                    <a:lnTo>
                      <a:pt x="430917" y="380512"/>
                    </a:lnTo>
                    <a:lnTo>
                      <a:pt x="434622" y="384440"/>
                    </a:lnTo>
                    <a:moveTo>
                      <a:pt x="251082" y="564987"/>
                    </a:moveTo>
                    <a:lnTo>
                      <a:pt x="237153" y="518740"/>
                    </a:lnTo>
                    <a:lnTo>
                      <a:pt x="282508" y="535344"/>
                    </a:lnTo>
                    <a:lnTo>
                      <a:pt x="251082" y="564987"/>
                    </a:lnTo>
                    <a:lnTo>
                      <a:pt x="255010" y="561281"/>
                    </a:lnTo>
                    <a:lnTo>
                      <a:pt x="244563" y="526596"/>
                    </a:lnTo>
                    <a:lnTo>
                      <a:pt x="278580" y="539050"/>
                    </a:lnTo>
                    <a:lnTo>
                      <a:pt x="274874" y="535121"/>
                    </a:lnTo>
                    <a:lnTo>
                      <a:pt x="251305" y="557353"/>
                    </a:lnTo>
                    <a:lnTo>
                      <a:pt x="255010" y="561281"/>
                    </a:lnTo>
                    <a:lnTo>
                      <a:pt x="251082" y="564987"/>
                    </a:lnTo>
                    <a:lnTo>
                      <a:pt x="251528" y="549720"/>
                    </a:lnTo>
                    <a:lnTo>
                      <a:pt x="247600" y="553425"/>
                    </a:lnTo>
                    <a:lnTo>
                      <a:pt x="248046" y="538158"/>
                    </a:lnTo>
                    <a:lnTo>
                      <a:pt x="244118" y="541863"/>
                    </a:lnTo>
                    <a:lnTo>
                      <a:pt x="240858" y="522668"/>
                    </a:lnTo>
                    <a:lnTo>
                      <a:pt x="259830" y="527042"/>
                    </a:lnTo>
                    <a:lnTo>
                      <a:pt x="255902" y="530747"/>
                    </a:lnTo>
                    <a:lnTo>
                      <a:pt x="271169" y="531193"/>
                    </a:lnTo>
                    <a:lnTo>
                      <a:pt x="267241" y="534898"/>
                    </a:lnTo>
                    <a:lnTo>
                      <a:pt x="282508" y="535344"/>
                    </a:lnTo>
                    <a:lnTo>
                      <a:pt x="270946" y="538827"/>
                    </a:lnTo>
                    <a:lnTo>
                      <a:pt x="270723" y="546460"/>
                    </a:lnTo>
                    <a:lnTo>
                      <a:pt x="263090" y="546237"/>
                    </a:lnTo>
                    <a:lnTo>
                      <a:pt x="262867" y="553871"/>
                    </a:lnTo>
                    <a:lnTo>
                      <a:pt x="255233" y="553648"/>
                    </a:lnTo>
                    <a:lnTo>
                      <a:pt x="251082" y="564987"/>
                    </a:lnTo>
                    <a:lnTo>
                      <a:pt x="251305" y="557353"/>
                    </a:lnTo>
                    <a:lnTo>
                      <a:pt x="258939" y="557576"/>
                    </a:lnTo>
                    <a:lnTo>
                      <a:pt x="259162" y="549942"/>
                    </a:lnTo>
                    <a:lnTo>
                      <a:pt x="266795" y="550165"/>
                    </a:lnTo>
                    <a:lnTo>
                      <a:pt x="267018" y="542532"/>
                    </a:lnTo>
                    <a:lnTo>
                      <a:pt x="274652" y="542755"/>
                    </a:lnTo>
                    <a:lnTo>
                      <a:pt x="274874" y="535121"/>
                    </a:lnTo>
                    <a:lnTo>
                      <a:pt x="271169" y="531193"/>
                    </a:lnTo>
                    <a:lnTo>
                      <a:pt x="267241" y="534898"/>
                    </a:lnTo>
                    <a:lnTo>
                      <a:pt x="259830" y="527042"/>
                    </a:lnTo>
                    <a:lnTo>
                      <a:pt x="255902" y="530747"/>
                    </a:lnTo>
                    <a:lnTo>
                      <a:pt x="237153" y="518740"/>
                    </a:lnTo>
                    <a:lnTo>
                      <a:pt x="244563" y="526596"/>
                    </a:lnTo>
                    <a:lnTo>
                      <a:pt x="240635" y="530301"/>
                    </a:lnTo>
                    <a:lnTo>
                      <a:pt x="248046" y="538158"/>
                    </a:lnTo>
                    <a:lnTo>
                      <a:pt x="244118" y="541863"/>
                    </a:lnTo>
                    <a:lnTo>
                      <a:pt x="251528" y="549720"/>
                    </a:lnTo>
                    <a:lnTo>
                      <a:pt x="247600" y="553425"/>
                    </a:lnTo>
                    <a:lnTo>
                      <a:pt x="251305" y="557353"/>
                    </a:lnTo>
                    <a:moveTo>
                      <a:pt x="0" y="466681"/>
                    </a:moveTo>
                    <a:lnTo>
                      <a:pt x="46349" y="453095"/>
                    </a:lnTo>
                    <a:lnTo>
                      <a:pt x="29409" y="498326"/>
                    </a:lnTo>
                    <a:lnTo>
                      <a:pt x="0" y="466681"/>
                    </a:lnTo>
                    <a:lnTo>
                      <a:pt x="3676" y="470637"/>
                    </a:lnTo>
                    <a:lnTo>
                      <a:pt x="38438" y="460447"/>
                    </a:lnTo>
                    <a:lnTo>
                      <a:pt x="25733" y="494370"/>
                    </a:lnTo>
                    <a:lnTo>
                      <a:pt x="29688" y="490694"/>
                    </a:lnTo>
                    <a:lnTo>
                      <a:pt x="7632" y="466961"/>
                    </a:lnTo>
                    <a:lnTo>
                      <a:pt x="3676" y="470637"/>
                    </a:lnTo>
                    <a:lnTo>
                      <a:pt x="0" y="466681"/>
                    </a:lnTo>
                    <a:lnTo>
                      <a:pt x="15263" y="467240"/>
                    </a:lnTo>
                    <a:lnTo>
                      <a:pt x="11587" y="463285"/>
                    </a:lnTo>
                    <a:lnTo>
                      <a:pt x="26851" y="463844"/>
                    </a:lnTo>
                    <a:lnTo>
                      <a:pt x="23174" y="459888"/>
                    </a:lnTo>
                    <a:lnTo>
                      <a:pt x="42393" y="456771"/>
                    </a:lnTo>
                    <a:lnTo>
                      <a:pt x="37879" y="475710"/>
                    </a:lnTo>
                    <a:lnTo>
                      <a:pt x="34203" y="471755"/>
                    </a:lnTo>
                    <a:lnTo>
                      <a:pt x="33644" y="487018"/>
                    </a:lnTo>
                    <a:lnTo>
                      <a:pt x="29968" y="483062"/>
                    </a:lnTo>
                    <a:lnTo>
                      <a:pt x="29409" y="498326"/>
                    </a:lnTo>
                    <a:lnTo>
                      <a:pt x="26012" y="486738"/>
                    </a:lnTo>
                    <a:lnTo>
                      <a:pt x="18381" y="486459"/>
                    </a:lnTo>
                    <a:lnTo>
                      <a:pt x="18660" y="478827"/>
                    </a:lnTo>
                    <a:lnTo>
                      <a:pt x="11028" y="478548"/>
                    </a:lnTo>
                    <a:lnTo>
                      <a:pt x="11308" y="470916"/>
                    </a:lnTo>
                    <a:lnTo>
                      <a:pt x="0" y="466681"/>
                    </a:lnTo>
                    <a:lnTo>
                      <a:pt x="7632" y="466961"/>
                    </a:lnTo>
                    <a:lnTo>
                      <a:pt x="7352" y="474592"/>
                    </a:lnTo>
                    <a:lnTo>
                      <a:pt x="14984" y="474872"/>
                    </a:lnTo>
                    <a:lnTo>
                      <a:pt x="14704" y="482504"/>
                    </a:lnTo>
                    <a:lnTo>
                      <a:pt x="22336" y="482783"/>
                    </a:lnTo>
                    <a:lnTo>
                      <a:pt x="22057" y="490415"/>
                    </a:lnTo>
                    <a:lnTo>
                      <a:pt x="29688" y="490694"/>
                    </a:lnTo>
                    <a:lnTo>
                      <a:pt x="33644" y="487018"/>
                    </a:lnTo>
                    <a:lnTo>
                      <a:pt x="29968" y="483062"/>
                    </a:lnTo>
                    <a:lnTo>
                      <a:pt x="37879" y="475710"/>
                    </a:lnTo>
                    <a:lnTo>
                      <a:pt x="34203" y="471755"/>
                    </a:lnTo>
                    <a:lnTo>
                      <a:pt x="46349" y="453095"/>
                    </a:lnTo>
                    <a:lnTo>
                      <a:pt x="38438" y="460447"/>
                    </a:lnTo>
                    <a:lnTo>
                      <a:pt x="34762" y="456491"/>
                    </a:lnTo>
                    <a:lnTo>
                      <a:pt x="26851" y="463844"/>
                    </a:lnTo>
                    <a:lnTo>
                      <a:pt x="23174" y="459888"/>
                    </a:lnTo>
                    <a:lnTo>
                      <a:pt x="15263" y="467240"/>
                    </a:lnTo>
                    <a:lnTo>
                      <a:pt x="11587" y="463285"/>
                    </a:lnTo>
                    <a:lnTo>
                      <a:pt x="7632" y="46696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55" name="Контур"/>
              <p:cNvSpPr/>
              <p:nvPr/>
            </p:nvSpPr>
            <p:spPr>
              <a:xfrm>
                <a:off x="3078071" y="1584000"/>
                <a:ext cx="95325" cy="40181"/>
              </a:xfrm>
              <a:custGeom>
                <a:avLst/>
                <a:gdLst/>
                <a:ahLst/>
                <a:cxnLst/>
                <a:rect l="l" t="t" r="r" b="b"/>
                <a:pathLst>
                  <a:path w="95325" h="40181" fill="none">
                    <a:moveTo>
                      <a:pt x="0" y="40170"/>
                    </a:moveTo>
                    <a:lnTo>
                      <a:pt x="1422" y="40181"/>
                    </a:lnTo>
                    <a:lnTo>
                      <a:pt x="8064" y="39902"/>
                    </a:lnTo>
                    <a:lnTo>
                      <a:pt x="14686" y="39295"/>
                    </a:lnTo>
                    <a:lnTo>
                      <a:pt x="21271" y="38365"/>
                    </a:lnTo>
                    <a:lnTo>
                      <a:pt x="27801" y="37110"/>
                    </a:lnTo>
                    <a:lnTo>
                      <a:pt x="34261" y="35537"/>
                    </a:lnTo>
                    <a:lnTo>
                      <a:pt x="37264" y="34647"/>
                    </a:lnTo>
                    <a:moveTo>
                      <a:pt x="37264" y="34647"/>
                    </a:moveTo>
                    <a:lnTo>
                      <a:pt x="40637" y="33647"/>
                    </a:lnTo>
                    <a:lnTo>
                      <a:pt x="46910" y="31444"/>
                    </a:lnTo>
                    <a:lnTo>
                      <a:pt x="53070" y="28936"/>
                    </a:lnTo>
                    <a:lnTo>
                      <a:pt x="59096" y="26128"/>
                    </a:lnTo>
                    <a:lnTo>
                      <a:pt x="64978" y="23025"/>
                    </a:lnTo>
                    <a:lnTo>
                      <a:pt x="70699" y="19637"/>
                    </a:lnTo>
                    <a:lnTo>
                      <a:pt x="71563" y="19067"/>
                    </a:lnTo>
                    <a:moveTo>
                      <a:pt x="71563" y="19067"/>
                    </a:moveTo>
                    <a:lnTo>
                      <a:pt x="76248" y="15972"/>
                    </a:lnTo>
                    <a:lnTo>
                      <a:pt x="81608" y="12040"/>
                    </a:lnTo>
                    <a:lnTo>
                      <a:pt x="86769" y="7846"/>
                    </a:lnTo>
                    <a:lnTo>
                      <a:pt x="91717" y="3403"/>
                    </a:lnTo>
                    <a:lnTo>
                      <a:pt x="95325" y="0"/>
                    </a:lnTo>
                    <a:moveTo>
                      <a:pt x="0" y="40170"/>
                    </a:moveTo>
                    <a:lnTo>
                      <a:pt x="1422" y="40181"/>
                    </a:lnTo>
                    <a:lnTo>
                      <a:pt x="8064" y="39902"/>
                    </a:lnTo>
                    <a:lnTo>
                      <a:pt x="14686" y="39295"/>
                    </a:lnTo>
                    <a:lnTo>
                      <a:pt x="21271" y="38365"/>
                    </a:lnTo>
                    <a:lnTo>
                      <a:pt x="27801" y="37110"/>
                    </a:lnTo>
                    <a:lnTo>
                      <a:pt x="34261" y="35537"/>
                    </a:lnTo>
                    <a:lnTo>
                      <a:pt x="37264" y="34647"/>
                    </a:lnTo>
                    <a:moveTo>
                      <a:pt x="37264" y="34647"/>
                    </a:moveTo>
                    <a:lnTo>
                      <a:pt x="40637" y="33647"/>
                    </a:lnTo>
                    <a:lnTo>
                      <a:pt x="46910" y="31444"/>
                    </a:lnTo>
                    <a:lnTo>
                      <a:pt x="53070" y="28936"/>
                    </a:lnTo>
                    <a:lnTo>
                      <a:pt x="59096" y="26128"/>
                    </a:lnTo>
                    <a:lnTo>
                      <a:pt x="64978" y="23025"/>
                    </a:lnTo>
                    <a:lnTo>
                      <a:pt x="70699" y="19637"/>
                    </a:lnTo>
                    <a:lnTo>
                      <a:pt x="71563" y="19067"/>
                    </a:lnTo>
                    <a:moveTo>
                      <a:pt x="71563" y="19067"/>
                    </a:moveTo>
                    <a:lnTo>
                      <a:pt x="76248" y="15972"/>
                    </a:lnTo>
                    <a:lnTo>
                      <a:pt x="81608" y="12040"/>
                    </a:lnTo>
                    <a:lnTo>
                      <a:pt x="86769" y="7846"/>
                    </a:lnTo>
                    <a:lnTo>
                      <a:pt x="91717" y="3403"/>
                    </a:lnTo>
                    <a:lnTo>
                      <a:pt x="95325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56" name="Контур"/>
              <p:cNvSpPr/>
              <p:nvPr/>
            </p:nvSpPr>
            <p:spPr>
              <a:xfrm>
                <a:off x="4224354" y="1811701"/>
                <a:ext cx="709114" cy="668832"/>
              </a:xfrm>
              <a:custGeom>
                <a:avLst/>
                <a:gdLst/>
                <a:ahLst/>
                <a:cxnLst/>
                <a:rect l="l" t="t" r="r" b="b"/>
                <a:pathLst>
                  <a:path w="709114" h="668832" fill="none">
                    <a:moveTo>
                      <a:pt x="0" y="668832"/>
                    </a:moveTo>
                    <a:lnTo>
                      <a:pt x="91661" y="582378"/>
                    </a:lnTo>
                    <a:moveTo>
                      <a:pt x="91661" y="582378"/>
                    </a:moveTo>
                    <a:lnTo>
                      <a:pt x="183322" y="495924"/>
                    </a:lnTo>
                    <a:moveTo>
                      <a:pt x="183322" y="495924"/>
                    </a:moveTo>
                    <a:lnTo>
                      <a:pt x="274983" y="409470"/>
                    </a:lnTo>
                    <a:moveTo>
                      <a:pt x="274983" y="409470"/>
                    </a:moveTo>
                    <a:lnTo>
                      <a:pt x="366644" y="323016"/>
                    </a:lnTo>
                    <a:moveTo>
                      <a:pt x="366644" y="323016"/>
                    </a:moveTo>
                    <a:lnTo>
                      <a:pt x="458305" y="236562"/>
                    </a:lnTo>
                    <a:moveTo>
                      <a:pt x="458305" y="236562"/>
                    </a:moveTo>
                    <a:lnTo>
                      <a:pt x="549966" y="150108"/>
                    </a:lnTo>
                    <a:moveTo>
                      <a:pt x="549966" y="150108"/>
                    </a:moveTo>
                    <a:lnTo>
                      <a:pt x="641626" y="63654"/>
                    </a:lnTo>
                    <a:moveTo>
                      <a:pt x="641626" y="63654"/>
                    </a:moveTo>
                    <a:lnTo>
                      <a:pt x="70911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57" name="Контур"/>
              <p:cNvSpPr/>
              <p:nvPr/>
            </p:nvSpPr>
            <p:spPr>
              <a:xfrm>
                <a:off x="4270452" y="1814458"/>
                <a:ext cx="595320" cy="564971"/>
              </a:xfrm>
              <a:custGeom>
                <a:avLst/>
                <a:gdLst/>
                <a:ahLst/>
                <a:cxnLst/>
                <a:rect l="l" t="t" r="r" b="b"/>
                <a:pathLst>
                  <a:path w="595320" h="564971" fill="none">
                    <a:moveTo>
                      <a:pt x="31427" y="518724"/>
                    </a:moveTo>
                    <a:lnTo>
                      <a:pt x="45355" y="564971"/>
                    </a:lnTo>
                    <a:lnTo>
                      <a:pt x="0" y="548365"/>
                    </a:lnTo>
                    <a:lnTo>
                      <a:pt x="31427" y="518724"/>
                    </a:lnTo>
                    <a:lnTo>
                      <a:pt x="27498" y="522429"/>
                    </a:lnTo>
                    <a:lnTo>
                      <a:pt x="37945" y="557115"/>
                    </a:lnTo>
                    <a:lnTo>
                      <a:pt x="3929" y="544660"/>
                    </a:lnTo>
                    <a:lnTo>
                      <a:pt x="7634" y="548588"/>
                    </a:lnTo>
                    <a:lnTo>
                      <a:pt x="31204" y="526357"/>
                    </a:lnTo>
                    <a:lnTo>
                      <a:pt x="27498" y="522429"/>
                    </a:lnTo>
                    <a:lnTo>
                      <a:pt x="31427" y="518724"/>
                    </a:lnTo>
                    <a:lnTo>
                      <a:pt x="30980" y="533991"/>
                    </a:lnTo>
                    <a:lnTo>
                      <a:pt x="34909" y="530286"/>
                    </a:lnTo>
                    <a:lnTo>
                      <a:pt x="34462" y="545553"/>
                    </a:lnTo>
                    <a:lnTo>
                      <a:pt x="38391" y="541848"/>
                    </a:lnTo>
                    <a:lnTo>
                      <a:pt x="41650" y="561043"/>
                    </a:lnTo>
                    <a:lnTo>
                      <a:pt x="22678" y="556668"/>
                    </a:lnTo>
                    <a:lnTo>
                      <a:pt x="26606" y="552963"/>
                    </a:lnTo>
                    <a:lnTo>
                      <a:pt x="11339" y="552517"/>
                    </a:lnTo>
                    <a:lnTo>
                      <a:pt x="15267" y="548812"/>
                    </a:lnTo>
                    <a:lnTo>
                      <a:pt x="0" y="548365"/>
                    </a:lnTo>
                    <a:lnTo>
                      <a:pt x="11562" y="544883"/>
                    </a:lnTo>
                    <a:lnTo>
                      <a:pt x="11785" y="537250"/>
                    </a:lnTo>
                    <a:lnTo>
                      <a:pt x="19419" y="537473"/>
                    </a:lnTo>
                    <a:lnTo>
                      <a:pt x="19642" y="529839"/>
                    </a:lnTo>
                    <a:lnTo>
                      <a:pt x="27275" y="530063"/>
                    </a:lnTo>
                    <a:lnTo>
                      <a:pt x="31427" y="518724"/>
                    </a:lnTo>
                    <a:lnTo>
                      <a:pt x="31204" y="526357"/>
                    </a:lnTo>
                    <a:lnTo>
                      <a:pt x="23570" y="526134"/>
                    </a:lnTo>
                    <a:lnTo>
                      <a:pt x="23347" y="533768"/>
                    </a:lnTo>
                    <a:lnTo>
                      <a:pt x="15713" y="533545"/>
                    </a:lnTo>
                    <a:lnTo>
                      <a:pt x="15490" y="541178"/>
                    </a:lnTo>
                    <a:lnTo>
                      <a:pt x="7857" y="540955"/>
                    </a:lnTo>
                    <a:lnTo>
                      <a:pt x="7634" y="548588"/>
                    </a:lnTo>
                    <a:lnTo>
                      <a:pt x="11339" y="552517"/>
                    </a:lnTo>
                    <a:lnTo>
                      <a:pt x="15267" y="548812"/>
                    </a:lnTo>
                    <a:lnTo>
                      <a:pt x="22678" y="556668"/>
                    </a:lnTo>
                    <a:lnTo>
                      <a:pt x="26606" y="552963"/>
                    </a:lnTo>
                    <a:lnTo>
                      <a:pt x="45355" y="564971"/>
                    </a:lnTo>
                    <a:lnTo>
                      <a:pt x="37945" y="557115"/>
                    </a:lnTo>
                    <a:lnTo>
                      <a:pt x="41873" y="553409"/>
                    </a:lnTo>
                    <a:lnTo>
                      <a:pt x="34462" y="545553"/>
                    </a:lnTo>
                    <a:lnTo>
                      <a:pt x="38391" y="541848"/>
                    </a:lnTo>
                    <a:lnTo>
                      <a:pt x="30980" y="533991"/>
                    </a:lnTo>
                    <a:lnTo>
                      <a:pt x="34909" y="530286"/>
                    </a:lnTo>
                    <a:lnTo>
                      <a:pt x="31204" y="526357"/>
                    </a:lnTo>
                    <a:moveTo>
                      <a:pt x="214748" y="345816"/>
                    </a:moveTo>
                    <a:lnTo>
                      <a:pt x="228677" y="392063"/>
                    </a:lnTo>
                    <a:lnTo>
                      <a:pt x="183322" y="375457"/>
                    </a:lnTo>
                    <a:lnTo>
                      <a:pt x="214748" y="345816"/>
                    </a:lnTo>
                    <a:lnTo>
                      <a:pt x="210820" y="349521"/>
                    </a:lnTo>
                    <a:lnTo>
                      <a:pt x="221266" y="384207"/>
                    </a:lnTo>
                    <a:lnTo>
                      <a:pt x="187250" y="371752"/>
                    </a:lnTo>
                    <a:lnTo>
                      <a:pt x="190955" y="375681"/>
                    </a:lnTo>
                    <a:lnTo>
                      <a:pt x="214525" y="353450"/>
                    </a:lnTo>
                    <a:lnTo>
                      <a:pt x="210820" y="349521"/>
                    </a:lnTo>
                    <a:lnTo>
                      <a:pt x="214748" y="345816"/>
                    </a:lnTo>
                    <a:lnTo>
                      <a:pt x="214302" y="361083"/>
                    </a:lnTo>
                    <a:lnTo>
                      <a:pt x="218231" y="357378"/>
                    </a:lnTo>
                    <a:lnTo>
                      <a:pt x="217784" y="372645"/>
                    </a:lnTo>
                    <a:lnTo>
                      <a:pt x="221713" y="368940"/>
                    </a:lnTo>
                    <a:lnTo>
                      <a:pt x="224971" y="388135"/>
                    </a:lnTo>
                    <a:lnTo>
                      <a:pt x="205999" y="383760"/>
                    </a:lnTo>
                    <a:lnTo>
                      <a:pt x="209928" y="380055"/>
                    </a:lnTo>
                    <a:lnTo>
                      <a:pt x="194661" y="379609"/>
                    </a:lnTo>
                    <a:lnTo>
                      <a:pt x="198589" y="375904"/>
                    </a:lnTo>
                    <a:lnTo>
                      <a:pt x="183322" y="375457"/>
                    </a:lnTo>
                    <a:lnTo>
                      <a:pt x="194884" y="371975"/>
                    </a:lnTo>
                    <a:lnTo>
                      <a:pt x="195107" y="364342"/>
                    </a:lnTo>
                    <a:lnTo>
                      <a:pt x="202740" y="364565"/>
                    </a:lnTo>
                    <a:lnTo>
                      <a:pt x="202964" y="356932"/>
                    </a:lnTo>
                    <a:lnTo>
                      <a:pt x="210597" y="357155"/>
                    </a:lnTo>
                    <a:lnTo>
                      <a:pt x="214748" y="345816"/>
                    </a:lnTo>
                    <a:lnTo>
                      <a:pt x="214525" y="353450"/>
                    </a:lnTo>
                    <a:lnTo>
                      <a:pt x="206892" y="353226"/>
                    </a:lnTo>
                    <a:lnTo>
                      <a:pt x="206669" y="360860"/>
                    </a:lnTo>
                    <a:lnTo>
                      <a:pt x="199035" y="360637"/>
                    </a:lnTo>
                    <a:lnTo>
                      <a:pt x="198812" y="368270"/>
                    </a:lnTo>
                    <a:lnTo>
                      <a:pt x="191179" y="368047"/>
                    </a:lnTo>
                    <a:lnTo>
                      <a:pt x="190955" y="375681"/>
                    </a:lnTo>
                    <a:lnTo>
                      <a:pt x="194661" y="379609"/>
                    </a:lnTo>
                    <a:lnTo>
                      <a:pt x="198589" y="375904"/>
                    </a:lnTo>
                    <a:lnTo>
                      <a:pt x="205999" y="383760"/>
                    </a:lnTo>
                    <a:lnTo>
                      <a:pt x="209928" y="380055"/>
                    </a:lnTo>
                    <a:lnTo>
                      <a:pt x="228677" y="392063"/>
                    </a:lnTo>
                    <a:lnTo>
                      <a:pt x="221266" y="384207"/>
                    </a:lnTo>
                    <a:lnTo>
                      <a:pt x="225195" y="380501"/>
                    </a:lnTo>
                    <a:lnTo>
                      <a:pt x="217784" y="372645"/>
                    </a:lnTo>
                    <a:lnTo>
                      <a:pt x="221713" y="368940"/>
                    </a:lnTo>
                    <a:lnTo>
                      <a:pt x="214302" y="361083"/>
                    </a:lnTo>
                    <a:lnTo>
                      <a:pt x="218231" y="357378"/>
                    </a:lnTo>
                    <a:lnTo>
                      <a:pt x="214525" y="353450"/>
                    </a:lnTo>
                    <a:moveTo>
                      <a:pt x="398070" y="172908"/>
                    </a:moveTo>
                    <a:lnTo>
                      <a:pt x="411998" y="219155"/>
                    </a:lnTo>
                    <a:lnTo>
                      <a:pt x="366644" y="202549"/>
                    </a:lnTo>
                    <a:lnTo>
                      <a:pt x="398070" y="172908"/>
                    </a:lnTo>
                    <a:lnTo>
                      <a:pt x="394142" y="176613"/>
                    </a:lnTo>
                    <a:lnTo>
                      <a:pt x="404588" y="211299"/>
                    </a:lnTo>
                    <a:lnTo>
                      <a:pt x="370572" y="198844"/>
                    </a:lnTo>
                    <a:lnTo>
                      <a:pt x="374277" y="202773"/>
                    </a:lnTo>
                    <a:lnTo>
                      <a:pt x="397847" y="180542"/>
                    </a:lnTo>
                    <a:lnTo>
                      <a:pt x="394142" y="176613"/>
                    </a:lnTo>
                    <a:lnTo>
                      <a:pt x="398070" y="172908"/>
                    </a:lnTo>
                    <a:lnTo>
                      <a:pt x="397624" y="188175"/>
                    </a:lnTo>
                    <a:lnTo>
                      <a:pt x="401552" y="184470"/>
                    </a:lnTo>
                    <a:lnTo>
                      <a:pt x="401106" y="199737"/>
                    </a:lnTo>
                    <a:lnTo>
                      <a:pt x="405034" y="196032"/>
                    </a:lnTo>
                    <a:lnTo>
                      <a:pt x="408293" y="215227"/>
                    </a:lnTo>
                    <a:lnTo>
                      <a:pt x="389321" y="210852"/>
                    </a:lnTo>
                    <a:lnTo>
                      <a:pt x="393249" y="207147"/>
                    </a:lnTo>
                    <a:lnTo>
                      <a:pt x="377982" y="206701"/>
                    </a:lnTo>
                    <a:lnTo>
                      <a:pt x="381911" y="202996"/>
                    </a:lnTo>
                    <a:lnTo>
                      <a:pt x="366644" y="202549"/>
                    </a:lnTo>
                    <a:lnTo>
                      <a:pt x="378205" y="199067"/>
                    </a:lnTo>
                    <a:lnTo>
                      <a:pt x="378429" y="191434"/>
                    </a:lnTo>
                    <a:lnTo>
                      <a:pt x="386062" y="191657"/>
                    </a:lnTo>
                    <a:lnTo>
                      <a:pt x="386285" y="184024"/>
                    </a:lnTo>
                    <a:lnTo>
                      <a:pt x="393919" y="184247"/>
                    </a:lnTo>
                    <a:lnTo>
                      <a:pt x="398070" y="172908"/>
                    </a:lnTo>
                    <a:lnTo>
                      <a:pt x="397847" y="180542"/>
                    </a:lnTo>
                    <a:lnTo>
                      <a:pt x="390214" y="180318"/>
                    </a:lnTo>
                    <a:lnTo>
                      <a:pt x="389990" y="187952"/>
                    </a:lnTo>
                    <a:lnTo>
                      <a:pt x="382357" y="187729"/>
                    </a:lnTo>
                    <a:lnTo>
                      <a:pt x="382134" y="195362"/>
                    </a:lnTo>
                    <a:lnTo>
                      <a:pt x="374500" y="195139"/>
                    </a:lnTo>
                    <a:lnTo>
                      <a:pt x="374277" y="202773"/>
                    </a:lnTo>
                    <a:lnTo>
                      <a:pt x="377982" y="206701"/>
                    </a:lnTo>
                    <a:lnTo>
                      <a:pt x="381911" y="202996"/>
                    </a:lnTo>
                    <a:lnTo>
                      <a:pt x="389321" y="210852"/>
                    </a:lnTo>
                    <a:lnTo>
                      <a:pt x="393249" y="207147"/>
                    </a:lnTo>
                    <a:lnTo>
                      <a:pt x="411998" y="219155"/>
                    </a:lnTo>
                    <a:lnTo>
                      <a:pt x="404588" y="211299"/>
                    </a:lnTo>
                    <a:lnTo>
                      <a:pt x="408516" y="207594"/>
                    </a:lnTo>
                    <a:lnTo>
                      <a:pt x="401106" y="199737"/>
                    </a:lnTo>
                    <a:lnTo>
                      <a:pt x="405034" y="196032"/>
                    </a:lnTo>
                    <a:lnTo>
                      <a:pt x="397624" y="188175"/>
                    </a:lnTo>
                    <a:lnTo>
                      <a:pt x="401552" y="184470"/>
                    </a:lnTo>
                    <a:lnTo>
                      <a:pt x="397847" y="180542"/>
                    </a:lnTo>
                    <a:moveTo>
                      <a:pt x="581392" y="0"/>
                    </a:moveTo>
                    <a:lnTo>
                      <a:pt x="595320" y="46247"/>
                    </a:lnTo>
                    <a:lnTo>
                      <a:pt x="549965" y="29642"/>
                    </a:lnTo>
                    <a:lnTo>
                      <a:pt x="581392" y="0"/>
                    </a:lnTo>
                    <a:lnTo>
                      <a:pt x="577464" y="3705"/>
                    </a:lnTo>
                    <a:lnTo>
                      <a:pt x="587910" y="38391"/>
                    </a:lnTo>
                    <a:lnTo>
                      <a:pt x="553894" y="25936"/>
                    </a:lnTo>
                    <a:lnTo>
                      <a:pt x="557599" y="29865"/>
                    </a:lnTo>
                    <a:lnTo>
                      <a:pt x="581169" y="7634"/>
                    </a:lnTo>
                    <a:lnTo>
                      <a:pt x="577464" y="3705"/>
                    </a:lnTo>
                    <a:lnTo>
                      <a:pt x="581392" y="0"/>
                    </a:lnTo>
                    <a:lnTo>
                      <a:pt x="580946" y="15267"/>
                    </a:lnTo>
                    <a:lnTo>
                      <a:pt x="584874" y="11562"/>
                    </a:lnTo>
                    <a:lnTo>
                      <a:pt x="584428" y="26829"/>
                    </a:lnTo>
                    <a:lnTo>
                      <a:pt x="588356" y="23124"/>
                    </a:lnTo>
                    <a:lnTo>
                      <a:pt x="591615" y="42319"/>
                    </a:lnTo>
                    <a:lnTo>
                      <a:pt x="572643" y="37945"/>
                    </a:lnTo>
                    <a:lnTo>
                      <a:pt x="576571" y="34239"/>
                    </a:lnTo>
                    <a:lnTo>
                      <a:pt x="561304" y="33793"/>
                    </a:lnTo>
                    <a:lnTo>
                      <a:pt x="565232" y="30088"/>
                    </a:lnTo>
                    <a:lnTo>
                      <a:pt x="549965" y="29642"/>
                    </a:lnTo>
                    <a:lnTo>
                      <a:pt x="561527" y="26160"/>
                    </a:lnTo>
                    <a:lnTo>
                      <a:pt x="561750" y="18526"/>
                    </a:lnTo>
                    <a:lnTo>
                      <a:pt x="569384" y="18749"/>
                    </a:lnTo>
                    <a:lnTo>
                      <a:pt x="569607" y="11116"/>
                    </a:lnTo>
                    <a:lnTo>
                      <a:pt x="577240" y="11339"/>
                    </a:lnTo>
                    <a:lnTo>
                      <a:pt x="581392" y="0"/>
                    </a:lnTo>
                    <a:lnTo>
                      <a:pt x="581169" y="7634"/>
                    </a:lnTo>
                    <a:lnTo>
                      <a:pt x="573535" y="7411"/>
                    </a:lnTo>
                    <a:lnTo>
                      <a:pt x="573312" y="15044"/>
                    </a:lnTo>
                    <a:lnTo>
                      <a:pt x="565679" y="14821"/>
                    </a:lnTo>
                    <a:lnTo>
                      <a:pt x="565455" y="22454"/>
                    </a:lnTo>
                    <a:lnTo>
                      <a:pt x="557822" y="22231"/>
                    </a:lnTo>
                    <a:lnTo>
                      <a:pt x="557599" y="29865"/>
                    </a:lnTo>
                    <a:lnTo>
                      <a:pt x="561304" y="33793"/>
                    </a:lnTo>
                    <a:lnTo>
                      <a:pt x="565232" y="30088"/>
                    </a:lnTo>
                    <a:lnTo>
                      <a:pt x="572643" y="37945"/>
                    </a:lnTo>
                    <a:lnTo>
                      <a:pt x="576571" y="34239"/>
                    </a:lnTo>
                    <a:lnTo>
                      <a:pt x="595320" y="46247"/>
                    </a:lnTo>
                    <a:lnTo>
                      <a:pt x="587910" y="38391"/>
                    </a:lnTo>
                    <a:lnTo>
                      <a:pt x="591838" y="34686"/>
                    </a:lnTo>
                    <a:lnTo>
                      <a:pt x="584428" y="26829"/>
                    </a:lnTo>
                    <a:lnTo>
                      <a:pt x="588356" y="23124"/>
                    </a:lnTo>
                    <a:lnTo>
                      <a:pt x="580946" y="15267"/>
                    </a:lnTo>
                    <a:lnTo>
                      <a:pt x="584874" y="11562"/>
                    </a:lnTo>
                    <a:lnTo>
                      <a:pt x="581169" y="76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58" name="Контур"/>
              <p:cNvSpPr/>
              <p:nvPr/>
            </p:nvSpPr>
            <p:spPr>
              <a:xfrm>
                <a:off x="4224354" y="1942707"/>
                <a:ext cx="832678" cy="669764"/>
              </a:xfrm>
              <a:custGeom>
                <a:avLst/>
                <a:gdLst/>
                <a:ahLst/>
                <a:cxnLst/>
                <a:rect l="l" t="t" r="r" b="b"/>
                <a:pathLst>
                  <a:path w="832678" h="669764" fill="none">
                    <a:moveTo>
                      <a:pt x="0" y="537826"/>
                    </a:moveTo>
                    <a:lnTo>
                      <a:pt x="85776" y="630122"/>
                    </a:lnTo>
                    <a:moveTo>
                      <a:pt x="85776" y="630122"/>
                    </a:moveTo>
                    <a:lnTo>
                      <a:pt x="122618" y="669764"/>
                    </a:lnTo>
                    <a:lnTo>
                      <a:pt x="174908" y="620441"/>
                    </a:lnTo>
                    <a:moveTo>
                      <a:pt x="174908" y="620441"/>
                    </a:moveTo>
                    <a:lnTo>
                      <a:pt x="266566" y="533985"/>
                    </a:lnTo>
                    <a:moveTo>
                      <a:pt x="266566" y="533985"/>
                    </a:moveTo>
                    <a:lnTo>
                      <a:pt x="358224" y="447528"/>
                    </a:lnTo>
                    <a:moveTo>
                      <a:pt x="358224" y="447528"/>
                    </a:moveTo>
                    <a:lnTo>
                      <a:pt x="449883" y="361071"/>
                    </a:lnTo>
                    <a:moveTo>
                      <a:pt x="449883" y="361071"/>
                    </a:moveTo>
                    <a:lnTo>
                      <a:pt x="541541" y="274615"/>
                    </a:lnTo>
                    <a:moveTo>
                      <a:pt x="541541" y="274615"/>
                    </a:moveTo>
                    <a:lnTo>
                      <a:pt x="633199" y="188158"/>
                    </a:lnTo>
                    <a:moveTo>
                      <a:pt x="633199" y="188158"/>
                    </a:moveTo>
                    <a:lnTo>
                      <a:pt x="724858" y="101702"/>
                    </a:lnTo>
                    <a:moveTo>
                      <a:pt x="724858" y="101702"/>
                    </a:moveTo>
                    <a:lnTo>
                      <a:pt x="816516" y="15245"/>
                    </a:lnTo>
                    <a:moveTo>
                      <a:pt x="816516" y="15245"/>
                    </a:moveTo>
                    <a:lnTo>
                      <a:pt x="832678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59" name="Контур"/>
              <p:cNvSpPr/>
              <p:nvPr/>
            </p:nvSpPr>
            <p:spPr>
              <a:xfrm>
                <a:off x="4324781" y="1897056"/>
                <a:ext cx="715880" cy="675672"/>
              </a:xfrm>
              <a:custGeom>
                <a:avLst/>
                <a:gdLst/>
                <a:ahLst/>
                <a:cxnLst/>
                <a:rect l="l" t="t" r="r" b="b"/>
                <a:pathLst>
                  <a:path w="715880" h="675672" fill="none">
                    <a:moveTo>
                      <a:pt x="46348" y="662086"/>
                    </a:moveTo>
                    <a:lnTo>
                      <a:pt x="0" y="675672"/>
                    </a:lnTo>
                    <a:lnTo>
                      <a:pt x="16940" y="630441"/>
                    </a:lnTo>
                    <a:lnTo>
                      <a:pt x="46348" y="662086"/>
                    </a:lnTo>
                    <a:lnTo>
                      <a:pt x="42672" y="658130"/>
                    </a:lnTo>
                    <a:lnTo>
                      <a:pt x="7911" y="668320"/>
                    </a:lnTo>
                    <a:lnTo>
                      <a:pt x="20616" y="634397"/>
                    </a:lnTo>
                    <a:lnTo>
                      <a:pt x="16660" y="638073"/>
                    </a:lnTo>
                    <a:lnTo>
                      <a:pt x="38717" y="661806"/>
                    </a:lnTo>
                    <a:lnTo>
                      <a:pt x="42672" y="658130"/>
                    </a:lnTo>
                    <a:lnTo>
                      <a:pt x="46348" y="662086"/>
                    </a:lnTo>
                    <a:lnTo>
                      <a:pt x="31085" y="661527"/>
                    </a:lnTo>
                    <a:lnTo>
                      <a:pt x="34761" y="665482"/>
                    </a:lnTo>
                    <a:lnTo>
                      <a:pt x="19498" y="664923"/>
                    </a:lnTo>
                    <a:lnTo>
                      <a:pt x="23174" y="668879"/>
                    </a:lnTo>
                    <a:lnTo>
                      <a:pt x="3955" y="671996"/>
                    </a:lnTo>
                    <a:lnTo>
                      <a:pt x="8470" y="653057"/>
                    </a:lnTo>
                    <a:lnTo>
                      <a:pt x="12146" y="657012"/>
                    </a:lnTo>
                    <a:lnTo>
                      <a:pt x="12705" y="641749"/>
                    </a:lnTo>
                    <a:lnTo>
                      <a:pt x="16381" y="645705"/>
                    </a:lnTo>
                    <a:lnTo>
                      <a:pt x="16940" y="630441"/>
                    </a:lnTo>
                    <a:lnTo>
                      <a:pt x="20336" y="642028"/>
                    </a:lnTo>
                    <a:lnTo>
                      <a:pt x="27968" y="642308"/>
                    </a:lnTo>
                    <a:lnTo>
                      <a:pt x="27688" y="649939"/>
                    </a:lnTo>
                    <a:lnTo>
                      <a:pt x="35320" y="650219"/>
                    </a:lnTo>
                    <a:lnTo>
                      <a:pt x="35041" y="657851"/>
                    </a:lnTo>
                    <a:lnTo>
                      <a:pt x="46348" y="662086"/>
                    </a:lnTo>
                    <a:lnTo>
                      <a:pt x="38717" y="661806"/>
                    </a:lnTo>
                    <a:lnTo>
                      <a:pt x="38996" y="654174"/>
                    </a:lnTo>
                    <a:lnTo>
                      <a:pt x="31365" y="653895"/>
                    </a:lnTo>
                    <a:lnTo>
                      <a:pt x="31644" y="646263"/>
                    </a:lnTo>
                    <a:lnTo>
                      <a:pt x="24012" y="645984"/>
                    </a:lnTo>
                    <a:lnTo>
                      <a:pt x="24292" y="638352"/>
                    </a:lnTo>
                    <a:lnTo>
                      <a:pt x="16660" y="638073"/>
                    </a:lnTo>
                    <a:lnTo>
                      <a:pt x="12705" y="641749"/>
                    </a:lnTo>
                    <a:lnTo>
                      <a:pt x="16381" y="645705"/>
                    </a:lnTo>
                    <a:lnTo>
                      <a:pt x="8470" y="653057"/>
                    </a:lnTo>
                    <a:lnTo>
                      <a:pt x="12146" y="657012"/>
                    </a:lnTo>
                    <a:lnTo>
                      <a:pt x="0" y="675672"/>
                    </a:lnTo>
                    <a:lnTo>
                      <a:pt x="7911" y="668320"/>
                    </a:lnTo>
                    <a:lnTo>
                      <a:pt x="11587" y="672276"/>
                    </a:lnTo>
                    <a:lnTo>
                      <a:pt x="19498" y="664923"/>
                    </a:lnTo>
                    <a:lnTo>
                      <a:pt x="23174" y="668879"/>
                    </a:lnTo>
                    <a:lnTo>
                      <a:pt x="31085" y="661527"/>
                    </a:lnTo>
                    <a:lnTo>
                      <a:pt x="34761" y="665482"/>
                    </a:lnTo>
                    <a:lnTo>
                      <a:pt x="38717" y="661806"/>
                    </a:lnTo>
                    <a:moveTo>
                      <a:pt x="152001" y="518739"/>
                    </a:moveTo>
                    <a:lnTo>
                      <a:pt x="165930" y="564986"/>
                    </a:lnTo>
                    <a:lnTo>
                      <a:pt x="120575" y="548382"/>
                    </a:lnTo>
                    <a:lnTo>
                      <a:pt x="152001" y="518739"/>
                    </a:lnTo>
                    <a:lnTo>
                      <a:pt x="148073" y="522445"/>
                    </a:lnTo>
                    <a:lnTo>
                      <a:pt x="158520" y="557130"/>
                    </a:lnTo>
                    <a:lnTo>
                      <a:pt x="124503" y="544676"/>
                    </a:lnTo>
                    <a:lnTo>
                      <a:pt x="128209" y="548605"/>
                    </a:lnTo>
                    <a:lnTo>
                      <a:pt x="151778" y="526373"/>
                    </a:lnTo>
                    <a:lnTo>
                      <a:pt x="148073" y="522445"/>
                    </a:lnTo>
                    <a:lnTo>
                      <a:pt x="152001" y="518739"/>
                    </a:lnTo>
                    <a:lnTo>
                      <a:pt x="151555" y="534006"/>
                    </a:lnTo>
                    <a:lnTo>
                      <a:pt x="155483" y="530301"/>
                    </a:lnTo>
                    <a:lnTo>
                      <a:pt x="155037" y="545568"/>
                    </a:lnTo>
                    <a:lnTo>
                      <a:pt x="158966" y="541863"/>
                    </a:lnTo>
                    <a:lnTo>
                      <a:pt x="162225" y="561058"/>
                    </a:lnTo>
                    <a:lnTo>
                      <a:pt x="143253" y="556684"/>
                    </a:lnTo>
                    <a:lnTo>
                      <a:pt x="147181" y="552979"/>
                    </a:lnTo>
                    <a:lnTo>
                      <a:pt x="131914" y="552533"/>
                    </a:lnTo>
                    <a:lnTo>
                      <a:pt x="135842" y="548827"/>
                    </a:lnTo>
                    <a:lnTo>
                      <a:pt x="120575" y="548382"/>
                    </a:lnTo>
                    <a:lnTo>
                      <a:pt x="132137" y="544899"/>
                    </a:lnTo>
                    <a:lnTo>
                      <a:pt x="132360" y="537266"/>
                    </a:lnTo>
                    <a:lnTo>
                      <a:pt x="139993" y="537489"/>
                    </a:lnTo>
                    <a:lnTo>
                      <a:pt x="140216" y="529855"/>
                    </a:lnTo>
                    <a:lnTo>
                      <a:pt x="147850" y="530078"/>
                    </a:lnTo>
                    <a:lnTo>
                      <a:pt x="152001" y="518739"/>
                    </a:lnTo>
                    <a:lnTo>
                      <a:pt x="151778" y="526373"/>
                    </a:lnTo>
                    <a:lnTo>
                      <a:pt x="144144" y="526150"/>
                    </a:lnTo>
                    <a:lnTo>
                      <a:pt x="143921" y="533783"/>
                    </a:lnTo>
                    <a:lnTo>
                      <a:pt x="136288" y="533560"/>
                    </a:lnTo>
                    <a:lnTo>
                      <a:pt x="136065" y="541194"/>
                    </a:lnTo>
                    <a:lnTo>
                      <a:pt x="128432" y="540971"/>
                    </a:lnTo>
                    <a:lnTo>
                      <a:pt x="128209" y="548605"/>
                    </a:lnTo>
                    <a:lnTo>
                      <a:pt x="131914" y="552533"/>
                    </a:lnTo>
                    <a:lnTo>
                      <a:pt x="135842" y="548827"/>
                    </a:lnTo>
                    <a:lnTo>
                      <a:pt x="143253" y="556684"/>
                    </a:lnTo>
                    <a:lnTo>
                      <a:pt x="147181" y="552979"/>
                    </a:lnTo>
                    <a:lnTo>
                      <a:pt x="165930" y="564986"/>
                    </a:lnTo>
                    <a:lnTo>
                      <a:pt x="158520" y="557130"/>
                    </a:lnTo>
                    <a:lnTo>
                      <a:pt x="162448" y="553424"/>
                    </a:lnTo>
                    <a:lnTo>
                      <a:pt x="155037" y="545568"/>
                    </a:lnTo>
                    <a:lnTo>
                      <a:pt x="158966" y="541863"/>
                    </a:lnTo>
                    <a:lnTo>
                      <a:pt x="151555" y="534006"/>
                    </a:lnTo>
                    <a:lnTo>
                      <a:pt x="155483" y="530301"/>
                    </a:lnTo>
                    <a:lnTo>
                      <a:pt x="151778" y="526373"/>
                    </a:lnTo>
                    <a:moveTo>
                      <a:pt x="335317" y="345826"/>
                    </a:moveTo>
                    <a:lnTo>
                      <a:pt x="349247" y="392073"/>
                    </a:lnTo>
                    <a:lnTo>
                      <a:pt x="303892" y="375468"/>
                    </a:lnTo>
                    <a:lnTo>
                      <a:pt x="335317" y="345826"/>
                    </a:lnTo>
                    <a:lnTo>
                      <a:pt x="331389" y="349531"/>
                    </a:lnTo>
                    <a:lnTo>
                      <a:pt x="341836" y="384217"/>
                    </a:lnTo>
                    <a:lnTo>
                      <a:pt x="307820" y="371763"/>
                    </a:lnTo>
                    <a:lnTo>
                      <a:pt x="311525" y="375691"/>
                    </a:lnTo>
                    <a:lnTo>
                      <a:pt x="335095" y="353460"/>
                    </a:lnTo>
                    <a:lnTo>
                      <a:pt x="331389" y="349531"/>
                    </a:lnTo>
                    <a:lnTo>
                      <a:pt x="335317" y="345826"/>
                    </a:lnTo>
                    <a:lnTo>
                      <a:pt x="334872" y="361093"/>
                    </a:lnTo>
                    <a:lnTo>
                      <a:pt x="338800" y="357388"/>
                    </a:lnTo>
                    <a:lnTo>
                      <a:pt x="338354" y="372655"/>
                    </a:lnTo>
                    <a:lnTo>
                      <a:pt x="342282" y="368950"/>
                    </a:lnTo>
                    <a:lnTo>
                      <a:pt x="345542" y="388145"/>
                    </a:lnTo>
                    <a:lnTo>
                      <a:pt x="326569" y="383771"/>
                    </a:lnTo>
                    <a:lnTo>
                      <a:pt x="330498" y="380065"/>
                    </a:lnTo>
                    <a:lnTo>
                      <a:pt x="315231" y="379620"/>
                    </a:lnTo>
                    <a:lnTo>
                      <a:pt x="319159" y="375914"/>
                    </a:lnTo>
                    <a:lnTo>
                      <a:pt x="303892" y="375468"/>
                    </a:lnTo>
                    <a:lnTo>
                      <a:pt x="315453" y="371986"/>
                    </a:lnTo>
                    <a:lnTo>
                      <a:pt x="315676" y="364353"/>
                    </a:lnTo>
                    <a:lnTo>
                      <a:pt x="323310" y="364575"/>
                    </a:lnTo>
                    <a:lnTo>
                      <a:pt x="323533" y="356942"/>
                    </a:lnTo>
                    <a:lnTo>
                      <a:pt x="331166" y="357165"/>
                    </a:lnTo>
                    <a:lnTo>
                      <a:pt x="335317" y="345826"/>
                    </a:lnTo>
                    <a:lnTo>
                      <a:pt x="335095" y="353460"/>
                    </a:lnTo>
                    <a:lnTo>
                      <a:pt x="327461" y="353237"/>
                    </a:lnTo>
                    <a:lnTo>
                      <a:pt x="327238" y="360870"/>
                    </a:lnTo>
                    <a:lnTo>
                      <a:pt x="319605" y="360647"/>
                    </a:lnTo>
                    <a:lnTo>
                      <a:pt x="319382" y="368281"/>
                    </a:lnTo>
                    <a:lnTo>
                      <a:pt x="311748" y="368058"/>
                    </a:lnTo>
                    <a:lnTo>
                      <a:pt x="311525" y="375691"/>
                    </a:lnTo>
                    <a:lnTo>
                      <a:pt x="315231" y="379620"/>
                    </a:lnTo>
                    <a:lnTo>
                      <a:pt x="319159" y="375914"/>
                    </a:lnTo>
                    <a:lnTo>
                      <a:pt x="326569" y="383771"/>
                    </a:lnTo>
                    <a:lnTo>
                      <a:pt x="330498" y="380065"/>
                    </a:lnTo>
                    <a:lnTo>
                      <a:pt x="349247" y="392073"/>
                    </a:lnTo>
                    <a:lnTo>
                      <a:pt x="341836" y="384217"/>
                    </a:lnTo>
                    <a:lnTo>
                      <a:pt x="345765" y="380511"/>
                    </a:lnTo>
                    <a:lnTo>
                      <a:pt x="338354" y="372655"/>
                    </a:lnTo>
                    <a:lnTo>
                      <a:pt x="342282" y="368950"/>
                    </a:lnTo>
                    <a:lnTo>
                      <a:pt x="334872" y="361093"/>
                    </a:lnTo>
                    <a:lnTo>
                      <a:pt x="338800" y="357388"/>
                    </a:lnTo>
                    <a:lnTo>
                      <a:pt x="335095" y="353460"/>
                    </a:lnTo>
                    <a:moveTo>
                      <a:pt x="518634" y="172913"/>
                    </a:moveTo>
                    <a:lnTo>
                      <a:pt x="532564" y="219160"/>
                    </a:lnTo>
                    <a:lnTo>
                      <a:pt x="487208" y="202555"/>
                    </a:lnTo>
                    <a:lnTo>
                      <a:pt x="518634" y="172913"/>
                    </a:lnTo>
                    <a:lnTo>
                      <a:pt x="514706" y="176618"/>
                    </a:lnTo>
                    <a:lnTo>
                      <a:pt x="525153" y="211303"/>
                    </a:lnTo>
                    <a:lnTo>
                      <a:pt x="491137" y="198850"/>
                    </a:lnTo>
                    <a:lnTo>
                      <a:pt x="494842" y="202778"/>
                    </a:lnTo>
                    <a:lnTo>
                      <a:pt x="518411" y="180546"/>
                    </a:lnTo>
                    <a:lnTo>
                      <a:pt x="514706" y="176618"/>
                    </a:lnTo>
                    <a:lnTo>
                      <a:pt x="518634" y="172913"/>
                    </a:lnTo>
                    <a:lnTo>
                      <a:pt x="518188" y="188180"/>
                    </a:lnTo>
                    <a:lnTo>
                      <a:pt x="522117" y="184475"/>
                    </a:lnTo>
                    <a:lnTo>
                      <a:pt x="521671" y="199742"/>
                    </a:lnTo>
                    <a:lnTo>
                      <a:pt x="525599" y="196036"/>
                    </a:lnTo>
                    <a:lnTo>
                      <a:pt x="528858" y="215231"/>
                    </a:lnTo>
                    <a:lnTo>
                      <a:pt x="509886" y="210857"/>
                    </a:lnTo>
                    <a:lnTo>
                      <a:pt x="513814" y="207152"/>
                    </a:lnTo>
                    <a:lnTo>
                      <a:pt x="498547" y="206706"/>
                    </a:lnTo>
                    <a:lnTo>
                      <a:pt x="502475" y="203001"/>
                    </a:lnTo>
                    <a:lnTo>
                      <a:pt x="487208" y="202555"/>
                    </a:lnTo>
                    <a:lnTo>
                      <a:pt x="498770" y="199073"/>
                    </a:lnTo>
                    <a:lnTo>
                      <a:pt x="498993" y="191439"/>
                    </a:lnTo>
                    <a:lnTo>
                      <a:pt x="506627" y="191662"/>
                    </a:lnTo>
                    <a:lnTo>
                      <a:pt x="506850" y="184029"/>
                    </a:lnTo>
                    <a:lnTo>
                      <a:pt x="514483" y="184252"/>
                    </a:lnTo>
                    <a:lnTo>
                      <a:pt x="518634" y="172913"/>
                    </a:lnTo>
                    <a:lnTo>
                      <a:pt x="518411" y="180546"/>
                    </a:lnTo>
                    <a:lnTo>
                      <a:pt x="510778" y="180323"/>
                    </a:lnTo>
                    <a:lnTo>
                      <a:pt x="510555" y="187957"/>
                    </a:lnTo>
                    <a:lnTo>
                      <a:pt x="502921" y="187734"/>
                    </a:lnTo>
                    <a:lnTo>
                      <a:pt x="502698" y="195367"/>
                    </a:lnTo>
                    <a:lnTo>
                      <a:pt x="495065" y="195145"/>
                    </a:lnTo>
                    <a:lnTo>
                      <a:pt x="494842" y="202778"/>
                    </a:lnTo>
                    <a:lnTo>
                      <a:pt x="498547" y="206706"/>
                    </a:lnTo>
                    <a:lnTo>
                      <a:pt x="502475" y="203001"/>
                    </a:lnTo>
                    <a:lnTo>
                      <a:pt x="509886" y="210857"/>
                    </a:lnTo>
                    <a:lnTo>
                      <a:pt x="513814" y="207152"/>
                    </a:lnTo>
                    <a:lnTo>
                      <a:pt x="532564" y="219160"/>
                    </a:lnTo>
                    <a:lnTo>
                      <a:pt x="525153" y="211303"/>
                    </a:lnTo>
                    <a:lnTo>
                      <a:pt x="529081" y="207598"/>
                    </a:lnTo>
                    <a:lnTo>
                      <a:pt x="521671" y="199742"/>
                    </a:lnTo>
                    <a:lnTo>
                      <a:pt x="525599" y="196036"/>
                    </a:lnTo>
                    <a:lnTo>
                      <a:pt x="518188" y="188180"/>
                    </a:lnTo>
                    <a:lnTo>
                      <a:pt x="522117" y="184475"/>
                    </a:lnTo>
                    <a:lnTo>
                      <a:pt x="518411" y="180546"/>
                    </a:lnTo>
                    <a:moveTo>
                      <a:pt x="701951" y="0"/>
                    </a:moveTo>
                    <a:lnTo>
                      <a:pt x="715880" y="46246"/>
                    </a:lnTo>
                    <a:lnTo>
                      <a:pt x="670525" y="29642"/>
                    </a:lnTo>
                    <a:lnTo>
                      <a:pt x="701951" y="0"/>
                    </a:lnTo>
                    <a:lnTo>
                      <a:pt x="698023" y="3705"/>
                    </a:lnTo>
                    <a:lnTo>
                      <a:pt x="708470" y="38390"/>
                    </a:lnTo>
                    <a:lnTo>
                      <a:pt x="674453" y="25937"/>
                    </a:lnTo>
                    <a:lnTo>
                      <a:pt x="678159" y="29865"/>
                    </a:lnTo>
                    <a:lnTo>
                      <a:pt x="701728" y="7633"/>
                    </a:lnTo>
                    <a:lnTo>
                      <a:pt x="698023" y="3705"/>
                    </a:lnTo>
                    <a:lnTo>
                      <a:pt x="701951" y="0"/>
                    </a:lnTo>
                    <a:lnTo>
                      <a:pt x="701505" y="15267"/>
                    </a:lnTo>
                    <a:lnTo>
                      <a:pt x="705433" y="11561"/>
                    </a:lnTo>
                    <a:lnTo>
                      <a:pt x="704987" y="26828"/>
                    </a:lnTo>
                    <a:lnTo>
                      <a:pt x="708916" y="23123"/>
                    </a:lnTo>
                    <a:lnTo>
                      <a:pt x="712175" y="42318"/>
                    </a:lnTo>
                    <a:lnTo>
                      <a:pt x="693203" y="37944"/>
                    </a:lnTo>
                    <a:lnTo>
                      <a:pt x="697131" y="34239"/>
                    </a:lnTo>
                    <a:lnTo>
                      <a:pt x="681864" y="33793"/>
                    </a:lnTo>
                    <a:lnTo>
                      <a:pt x="685792" y="30088"/>
                    </a:lnTo>
                    <a:lnTo>
                      <a:pt x="670525" y="29642"/>
                    </a:lnTo>
                    <a:lnTo>
                      <a:pt x="682087" y="26160"/>
                    </a:lnTo>
                    <a:lnTo>
                      <a:pt x="682310" y="18526"/>
                    </a:lnTo>
                    <a:lnTo>
                      <a:pt x="689943" y="18749"/>
                    </a:lnTo>
                    <a:lnTo>
                      <a:pt x="690166" y="11115"/>
                    </a:lnTo>
                    <a:lnTo>
                      <a:pt x="697800" y="11338"/>
                    </a:lnTo>
                    <a:lnTo>
                      <a:pt x="701951" y="0"/>
                    </a:lnTo>
                    <a:lnTo>
                      <a:pt x="701728" y="7633"/>
                    </a:lnTo>
                    <a:lnTo>
                      <a:pt x="694094" y="7410"/>
                    </a:lnTo>
                    <a:lnTo>
                      <a:pt x="693871" y="15044"/>
                    </a:lnTo>
                    <a:lnTo>
                      <a:pt x="686238" y="14821"/>
                    </a:lnTo>
                    <a:lnTo>
                      <a:pt x="686015" y="22454"/>
                    </a:lnTo>
                    <a:lnTo>
                      <a:pt x="678382" y="22231"/>
                    </a:lnTo>
                    <a:lnTo>
                      <a:pt x="678159" y="29865"/>
                    </a:lnTo>
                    <a:lnTo>
                      <a:pt x="681864" y="33793"/>
                    </a:lnTo>
                    <a:lnTo>
                      <a:pt x="685792" y="30088"/>
                    </a:lnTo>
                    <a:lnTo>
                      <a:pt x="693203" y="37944"/>
                    </a:lnTo>
                    <a:lnTo>
                      <a:pt x="697131" y="34239"/>
                    </a:lnTo>
                    <a:lnTo>
                      <a:pt x="715880" y="46246"/>
                    </a:lnTo>
                    <a:lnTo>
                      <a:pt x="708470" y="38390"/>
                    </a:lnTo>
                    <a:lnTo>
                      <a:pt x="712398" y="34685"/>
                    </a:lnTo>
                    <a:lnTo>
                      <a:pt x="704987" y="26828"/>
                    </a:lnTo>
                    <a:lnTo>
                      <a:pt x="708916" y="23123"/>
                    </a:lnTo>
                    <a:lnTo>
                      <a:pt x="701505" y="15267"/>
                    </a:lnTo>
                    <a:lnTo>
                      <a:pt x="705433" y="11561"/>
                    </a:lnTo>
                    <a:lnTo>
                      <a:pt x="701728" y="7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60" name="Контур"/>
              <p:cNvSpPr/>
              <p:nvPr/>
            </p:nvSpPr>
            <p:spPr>
              <a:xfrm>
                <a:off x="3420458" y="1584000"/>
                <a:ext cx="54465" cy="51375"/>
              </a:xfrm>
              <a:custGeom>
                <a:avLst/>
                <a:gdLst/>
                <a:ahLst/>
                <a:cxnLst/>
                <a:rect l="l" t="t" r="r" b="b"/>
                <a:pathLst>
                  <a:path w="54465" h="51375" fill="none">
                    <a:moveTo>
                      <a:pt x="0" y="51375"/>
                    </a:moveTo>
                    <a:lnTo>
                      <a:pt x="27497" y="25438"/>
                    </a:lnTo>
                    <a:moveTo>
                      <a:pt x="27497" y="25438"/>
                    </a:moveTo>
                    <a:lnTo>
                      <a:pt x="54465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61" name="Контур"/>
              <p:cNvSpPr/>
              <p:nvPr/>
            </p:nvSpPr>
            <p:spPr>
              <a:xfrm>
                <a:off x="4144872" y="7972896"/>
                <a:ext cx="174396" cy="276273"/>
              </a:xfrm>
              <a:custGeom>
                <a:avLst/>
                <a:gdLst/>
                <a:ahLst/>
                <a:cxnLst/>
                <a:rect l="l" t="t" r="r" b="b"/>
                <a:pathLst>
                  <a:path w="174396" h="276273" fill="none">
                    <a:moveTo>
                      <a:pt x="174396" y="276273"/>
                    </a:moveTo>
                    <a:lnTo>
                      <a:pt x="138396" y="219159"/>
                    </a:ln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62" name="Контур"/>
              <p:cNvSpPr/>
              <p:nvPr/>
            </p:nvSpPr>
            <p:spPr>
              <a:xfrm>
                <a:off x="3936545" y="7972896"/>
                <a:ext cx="208327" cy="72641"/>
              </a:xfrm>
              <a:custGeom>
                <a:avLst/>
                <a:gdLst/>
                <a:ahLst/>
                <a:cxnLst/>
                <a:rect l="l" t="t" r="r" b="b"/>
                <a:pathLst>
                  <a:path w="208327" h="72641" fill="none">
                    <a:moveTo>
                      <a:pt x="0" y="72641"/>
                    </a:moveTo>
                    <a:lnTo>
                      <a:pt x="35692" y="60195"/>
                    </a:lnTo>
                    <a:moveTo>
                      <a:pt x="35692" y="60195"/>
                    </a:moveTo>
                    <a:lnTo>
                      <a:pt x="71385" y="47750"/>
                    </a:lnTo>
                    <a:moveTo>
                      <a:pt x="71385" y="47750"/>
                    </a:moveTo>
                    <a:lnTo>
                      <a:pt x="107077" y="35304"/>
                    </a:lnTo>
                    <a:moveTo>
                      <a:pt x="107077" y="35304"/>
                    </a:moveTo>
                    <a:lnTo>
                      <a:pt x="142770" y="22859"/>
                    </a:lnTo>
                    <a:moveTo>
                      <a:pt x="142770" y="22859"/>
                    </a:moveTo>
                    <a:lnTo>
                      <a:pt x="178462" y="10413"/>
                    </a:lnTo>
                    <a:moveTo>
                      <a:pt x="178462" y="10413"/>
                    </a:moveTo>
                    <a:lnTo>
                      <a:pt x="208327" y="0"/>
                    </a:lnTo>
                    <a:moveTo>
                      <a:pt x="0" y="72641"/>
                    </a:moveTo>
                    <a:lnTo>
                      <a:pt x="35692" y="60195"/>
                    </a:lnTo>
                    <a:moveTo>
                      <a:pt x="35692" y="60195"/>
                    </a:moveTo>
                    <a:lnTo>
                      <a:pt x="71385" y="47750"/>
                    </a:lnTo>
                    <a:moveTo>
                      <a:pt x="71385" y="47750"/>
                    </a:moveTo>
                    <a:lnTo>
                      <a:pt x="107077" y="35304"/>
                    </a:lnTo>
                    <a:moveTo>
                      <a:pt x="107077" y="35304"/>
                    </a:moveTo>
                    <a:lnTo>
                      <a:pt x="142770" y="22859"/>
                    </a:lnTo>
                    <a:moveTo>
                      <a:pt x="142770" y="22859"/>
                    </a:moveTo>
                    <a:lnTo>
                      <a:pt x="178462" y="10413"/>
                    </a:lnTo>
                    <a:moveTo>
                      <a:pt x="178462" y="10413"/>
                    </a:moveTo>
                    <a:lnTo>
                      <a:pt x="208327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63" name="Контур"/>
              <p:cNvSpPr/>
              <p:nvPr/>
            </p:nvSpPr>
            <p:spPr>
              <a:xfrm>
                <a:off x="4144872" y="7685478"/>
                <a:ext cx="824285" cy="287418"/>
              </a:xfrm>
              <a:custGeom>
                <a:avLst/>
                <a:gdLst/>
                <a:ahLst/>
                <a:cxnLst/>
                <a:rect l="l" t="t" r="r" b="b"/>
                <a:pathLst>
                  <a:path w="824285" h="287418" fill="none">
                    <a:moveTo>
                      <a:pt x="0" y="287418"/>
                    </a:moveTo>
                    <a:lnTo>
                      <a:pt x="118974" y="245933"/>
                    </a:lnTo>
                    <a:moveTo>
                      <a:pt x="118974" y="245933"/>
                    </a:moveTo>
                    <a:lnTo>
                      <a:pt x="237949" y="204448"/>
                    </a:lnTo>
                    <a:moveTo>
                      <a:pt x="237949" y="204448"/>
                    </a:moveTo>
                    <a:lnTo>
                      <a:pt x="356924" y="162963"/>
                    </a:lnTo>
                    <a:moveTo>
                      <a:pt x="356924" y="162963"/>
                    </a:moveTo>
                    <a:lnTo>
                      <a:pt x="475899" y="121478"/>
                    </a:lnTo>
                    <a:moveTo>
                      <a:pt x="475899" y="121478"/>
                    </a:moveTo>
                    <a:lnTo>
                      <a:pt x="594873" y="79992"/>
                    </a:lnTo>
                    <a:moveTo>
                      <a:pt x="594873" y="79992"/>
                    </a:moveTo>
                    <a:lnTo>
                      <a:pt x="713848" y="38507"/>
                    </a:lnTo>
                    <a:moveTo>
                      <a:pt x="713848" y="38507"/>
                    </a:moveTo>
                    <a:lnTo>
                      <a:pt x="82428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64" name="Контур"/>
              <p:cNvSpPr/>
              <p:nvPr/>
            </p:nvSpPr>
            <p:spPr>
              <a:xfrm>
                <a:off x="4281626" y="7768557"/>
                <a:ext cx="516690" cy="213843"/>
              </a:xfrm>
              <a:custGeom>
                <a:avLst/>
                <a:gdLst/>
                <a:ahLst/>
                <a:cxnLst/>
                <a:rect l="l" t="t" r="r" b="b"/>
                <a:pathLst>
                  <a:path w="516690" h="213843" fill="none">
                    <a:moveTo>
                      <a:pt x="0" y="213843"/>
                    </a:moveTo>
                    <a:lnTo>
                      <a:pt x="6172" y="165940"/>
                    </a:lnTo>
                    <a:lnTo>
                      <a:pt x="40791" y="199619"/>
                    </a:lnTo>
                    <a:lnTo>
                      <a:pt x="0" y="213843"/>
                    </a:lnTo>
                    <a:lnTo>
                      <a:pt x="5099" y="212065"/>
                    </a:lnTo>
                    <a:lnTo>
                      <a:pt x="9728" y="176138"/>
                    </a:lnTo>
                    <a:lnTo>
                      <a:pt x="35692" y="201397"/>
                    </a:lnTo>
                    <a:lnTo>
                      <a:pt x="33914" y="196298"/>
                    </a:lnTo>
                    <a:lnTo>
                      <a:pt x="3321" y="206966"/>
                    </a:lnTo>
                    <a:lnTo>
                      <a:pt x="5099" y="212065"/>
                    </a:lnTo>
                    <a:lnTo>
                      <a:pt x="0" y="213843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7950" y="171039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40791" y="199619"/>
                    </a:lnTo>
                    <a:lnTo>
                      <a:pt x="28815" y="198076"/>
                    </a:lnTo>
                    <a:lnTo>
                      <a:pt x="25494" y="204953"/>
                    </a:lnTo>
                    <a:lnTo>
                      <a:pt x="18617" y="201632"/>
                    </a:lnTo>
                    <a:lnTo>
                      <a:pt x="15296" y="208509"/>
                    </a:lnTo>
                    <a:lnTo>
                      <a:pt x="8420" y="205188"/>
                    </a:lnTo>
                    <a:lnTo>
                      <a:pt x="0" y="213843"/>
                    </a:lnTo>
                    <a:lnTo>
                      <a:pt x="3321" y="206966"/>
                    </a:lnTo>
                    <a:lnTo>
                      <a:pt x="10198" y="210287"/>
                    </a:lnTo>
                    <a:lnTo>
                      <a:pt x="13518" y="203410"/>
                    </a:lnTo>
                    <a:lnTo>
                      <a:pt x="20395" y="206731"/>
                    </a:lnTo>
                    <a:lnTo>
                      <a:pt x="23716" y="199854"/>
                    </a:lnTo>
                    <a:lnTo>
                      <a:pt x="30593" y="203175"/>
                    </a:lnTo>
                    <a:lnTo>
                      <a:pt x="33914" y="19629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6172" y="165940"/>
                    </a:lnTo>
                    <a:lnTo>
                      <a:pt x="9728" y="176138"/>
                    </a:lnTo>
                    <a:lnTo>
                      <a:pt x="4629" y="177916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3321" y="206966"/>
                    </a:lnTo>
                    <a:moveTo>
                      <a:pt x="237949" y="130873"/>
                    </a:moveTo>
                    <a:lnTo>
                      <a:pt x="244121" y="82970"/>
                    </a:lnTo>
                    <a:lnTo>
                      <a:pt x="278741" y="116649"/>
                    </a:lnTo>
                    <a:lnTo>
                      <a:pt x="237949" y="130873"/>
                    </a:lnTo>
                    <a:lnTo>
                      <a:pt x="243048" y="129095"/>
                    </a:lnTo>
                    <a:lnTo>
                      <a:pt x="247677" y="93168"/>
                    </a:lnTo>
                    <a:lnTo>
                      <a:pt x="273642" y="118427"/>
                    </a:lnTo>
                    <a:lnTo>
                      <a:pt x="271864" y="113328"/>
                    </a:lnTo>
                    <a:lnTo>
                      <a:pt x="241270" y="123996"/>
                    </a:lnTo>
                    <a:lnTo>
                      <a:pt x="243048" y="129095"/>
                    </a:lnTo>
                    <a:lnTo>
                      <a:pt x="237949" y="130873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5899" y="88069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78741" y="116649"/>
                    </a:lnTo>
                    <a:lnTo>
                      <a:pt x="266765" y="115106"/>
                    </a:lnTo>
                    <a:lnTo>
                      <a:pt x="263444" y="121983"/>
                    </a:lnTo>
                    <a:lnTo>
                      <a:pt x="256567" y="118662"/>
                    </a:lnTo>
                    <a:lnTo>
                      <a:pt x="253246" y="125539"/>
                    </a:lnTo>
                    <a:lnTo>
                      <a:pt x="246369" y="122218"/>
                    </a:lnTo>
                    <a:lnTo>
                      <a:pt x="237949" y="130873"/>
                    </a:lnTo>
                    <a:lnTo>
                      <a:pt x="241270" y="123996"/>
                    </a:lnTo>
                    <a:lnTo>
                      <a:pt x="248147" y="127317"/>
                    </a:lnTo>
                    <a:lnTo>
                      <a:pt x="251468" y="120440"/>
                    </a:lnTo>
                    <a:lnTo>
                      <a:pt x="258345" y="123761"/>
                    </a:lnTo>
                    <a:lnTo>
                      <a:pt x="261666" y="116884"/>
                    </a:lnTo>
                    <a:lnTo>
                      <a:pt x="268543" y="120205"/>
                    </a:lnTo>
                    <a:lnTo>
                      <a:pt x="271864" y="113328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44121" y="82970"/>
                    </a:lnTo>
                    <a:lnTo>
                      <a:pt x="247677" y="93168"/>
                    </a:lnTo>
                    <a:lnTo>
                      <a:pt x="242578" y="94945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1270" y="123996"/>
                    </a:lnTo>
                    <a:moveTo>
                      <a:pt x="475899" y="47903"/>
                    </a:moveTo>
                    <a:lnTo>
                      <a:pt x="482071" y="0"/>
                    </a:lnTo>
                    <a:lnTo>
                      <a:pt x="516690" y="33679"/>
                    </a:lnTo>
                    <a:lnTo>
                      <a:pt x="475899" y="47903"/>
                    </a:lnTo>
                    <a:lnTo>
                      <a:pt x="480998" y="46125"/>
                    </a:lnTo>
                    <a:lnTo>
                      <a:pt x="485627" y="10197"/>
                    </a:lnTo>
                    <a:lnTo>
                      <a:pt x="511591" y="35457"/>
                    </a:lnTo>
                    <a:lnTo>
                      <a:pt x="509813" y="30358"/>
                    </a:lnTo>
                    <a:lnTo>
                      <a:pt x="479220" y="41026"/>
                    </a:lnTo>
                    <a:lnTo>
                      <a:pt x="480998" y="46125"/>
                    </a:lnTo>
                    <a:lnTo>
                      <a:pt x="475899" y="47903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3849" y="5099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516690" y="33679"/>
                    </a:lnTo>
                    <a:lnTo>
                      <a:pt x="504714" y="32136"/>
                    </a:lnTo>
                    <a:lnTo>
                      <a:pt x="501393" y="39013"/>
                    </a:lnTo>
                    <a:lnTo>
                      <a:pt x="494516" y="35692"/>
                    </a:lnTo>
                    <a:lnTo>
                      <a:pt x="491195" y="42569"/>
                    </a:lnTo>
                    <a:lnTo>
                      <a:pt x="484319" y="39248"/>
                    </a:lnTo>
                    <a:lnTo>
                      <a:pt x="475899" y="47903"/>
                    </a:lnTo>
                    <a:lnTo>
                      <a:pt x="479220" y="41026"/>
                    </a:lnTo>
                    <a:lnTo>
                      <a:pt x="486096" y="44347"/>
                    </a:lnTo>
                    <a:lnTo>
                      <a:pt x="489417" y="37470"/>
                    </a:lnTo>
                    <a:lnTo>
                      <a:pt x="496294" y="40791"/>
                    </a:lnTo>
                    <a:lnTo>
                      <a:pt x="499615" y="33914"/>
                    </a:lnTo>
                    <a:lnTo>
                      <a:pt x="506492" y="37235"/>
                    </a:lnTo>
                    <a:lnTo>
                      <a:pt x="509813" y="30358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482071" y="0"/>
                    </a:lnTo>
                    <a:lnTo>
                      <a:pt x="485627" y="10197"/>
                    </a:lnTo>
                    <a:lnTo>
                      <a:pt x="480528" y="11975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79220" y="4102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65" name="Контур"/>
              <p:cNvSpPr/>
              <p:nvPr/>
            </p:nvSpPr>
            <p:spPr>
              <a:xfrm>
                <a:off x="4144872" y="7685478"/>
                <a:ext cx="824285" cy="287418"/>
              </a:xfrm>
              <a:custGeom>
                <a:avLst/>
                <a:gdLst/>
                <a:ahLst/>
                <a:cxnLst/>
                <a:rect l="l" t="t" r="r" b="b"/>
                <a:pathLst>
                  <a:path w="824285" h="287418" fill="none">
                    <a:moveTo>
                      <a:pt x="0" y="287418"/>
                    </a:moveTo>
                    <a:lnTo>
                      <a:pt x="118974" y="245933"/>
                    </a:lnTo>
                    <a:moveTo>
                      <a:pt x="118974" y="245933"/>
                    </a:moveTo>
                    <a:lnTo>
                      <a:pt x="237949" y="204448"/>
                    </a:lnTo>
                    <a:moveTo>
                      <a:pt x="237949" y="204448"/>
                    </a:moveTo>
                    <a:lnTo>
                      <a:pt x="356924" y="162963"/>
                    </a:lnTo>
                    <a:moveTo>
                      <a:pt x="356924" y="162963"/>
                    </a:moveTo>
                    <a:lnTo>
                      <a:pt x="475899" y="121478"/>
                    </a:lnTo>
                    <a:moveTo>
                      <a:pt x="475899" y="121478"/>
                    </a:moveTo>
                    <a:lnTo>
                      <a:pt x="594873" y="79992"/>
                    </a:lnTo>
                    <a:moveTo>
                      <a:pt x="594873" y="79992"/>
                    </a:moveTo>
                    <a:lnTo>
                      <a:pt x="713848" y="38507"/>
                    </a:lnTo>
                    <a:moveTo>
                      <a:pt x="713848" y="38507"/>
                    </a:moveTo>
                    <a:lnTo>
                      <a:pt x="82428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66" name="Контур"/>
              <p:cNvSpPr/>
              <p:nvPr/>
            </p:nvSpPr>
            <p:spPr>
              <a:xfrm>
                <a:off x="4281626" y="7768557"/>
                <a:ext cx="516690" cy="213843"/>
              </a:xfrm>
              <a:custGeom>
                <a:avLst/>
                <a:gdLst/>
                <a:ahLst/>
                <a:cxnLst/>
                <a:rect l="l" t="t" r="r" b="b"/>
                <a:pathLst>
                  <a:path w="516690" h="213843" fill="none">
                    <a:moveTo>
                      <a:pt x="0" y="213843"/>
                    </a:moveTo>
                    <a:lnTo>
                      <a:pt x="6172" y="165940"/>
                    </a:lnTo>
                    <a:lnTo>
                      <a:pt x="40791" y="199619"/>
                    </a:lnTo>
                    <a:lnTo>
                      <a:pt x="0" y="213843"/>
                    </a:lnTo>
                    <a:lnTo>
                      <a:pt x="5099" y="212065"/>
                    </a:lnTo>
                    <a:lnTo>
                      <a:pt x="9728" y="176138"/>
                    </a:lnTo>
                    <a:lnTo>
                      <a:pt x="35692" y="201397"/>
                    </a:lnTo>
                    <a:lnTo>
                      <a:pt x="33914" y="196298"/>
                    </a:lnTo>
                    <a:lnTo>
                      <a:pt x="3321" y="206966"/>
                    </a:lnTo>
                    <a:lnTo>
                      <a:pt x="5099" y="212065"/>
                    </a:lnTo>
                    <a:lnTo>
                      <a:pt x="0" y="213843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7950" y="171039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40791" y="199619"/>
                    </a:lnTo>
                    <a:lnTo>
                      <a:pt x="28815" y="198076"/>
                    </a:lnTo>
                    <a:lnTo>
                      <a:pt x="25494" y="204953"/>
                    </a:lnTo>
                    <a:lnTo>
                      <a:pt x="18617" y="201632"/>
                    </a:lnTo>
                    <a:lnTo>
                      <a:pt x="15296" y="208509"/>
                    </a:lnTo>
                    <a:lnTo>
                      <a:pt x="8420" y="205188"/>
                    </a:lnTo>
                    <a:lnTo>
                      <a:pt x="0" y="213843"/>
                    </a:lnTo>
                    <a:lnTo>
                      <a:pt x="3321" y="206966"/>
                    </a:lnTo>
                    <a:lnTo>
                      <a:pt x="10198" y="210287"/>
                    </a:lnTo>
                    <a:lnTo>
                      <a:pt x="13518" y="203410"/>
                    </a:lnTo>
                    <a:lnTo>
                      <a:pt x="20395" y="206731"/>
                    </a:lnTo>
                    <a:lnTo>
                      <a:pt x="23716" y="199854"/>
                    </a:lnTo>
                    <a:lnTo>
                      <a:pt x="30593" y="203175"/>
                    </a:lnTo>
                    <a:lnTo>
                      <a:pt x="33914" y="19629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6172" y="165940"/>
                    </a:lnTo>
                    <a:lnTo>
                      <a:pt x="9728" y="176138"/>
                    </a:lnTo>
                    <a:lnTo>
                      <a:pt x="4629" y="177916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3321" y="206966"/>
                    </a:lnTo>
                    <a:moveTo>
                      <a:pt x="237949" y="130873"/>
                    </a:moveTo>
                    <a:lnTo>
                      <a:pt x="244121" y="82970"/>
                    </a:lnTo>
                    <a:lnTo>
                      <a:pt x="278741" y="116649"/>
                    </a:lnTo>
                    <a:lnTo>
                      <a:pt x="237949" y="130873"/>
                    </a:lnTo>
                    <a:lnTo>
                      <a:pt x="243048" y="129095"/>
                    </a:lnTo>
                    <a:lnTo>
                      <a:pt x="247677" y="93168"/>
                    </a:lnTo>
                    <a:lnTo>
                      <a:pt x="273642" y="118427"/>
                    </a:lnTo>
                    <a:lnTo>
                      <a:pt x="271864" y="113328"/>
                    </a:lnTo>
                    <a:lnTo>
                      <a:pt x="241270" y="123996"/>
                    </a:lnTo>
                    <a:lnTo>
                      <a:pt x="243048" y="129095"/>
                    </a:lnTo>
                    <a:lnTo>
                      <a:pt x="237949" y="130873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5899" y="88069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78741" y="116649"/>
                    </a:lnTo>
                    <a:lnTo>
                      <a:pt x="266765" y="115106"/>
                    </a:lnTo>
                    <a:lnTo>
                      <a:pt x="263444" y="121983"/>
                    </a:lnTo>
                    <a:lnTo>
                      <a:pt x="256567" y="118662"/>
                    </a:lnTo>
                    <a:lnTo>
                      <a:pt x="253246" y="125539"/>
                    </a:lnTo>
                    <a:lnTo>
                      <a:pt x="246369" y="122218"/>
                    </a:lnTo>
                    <a:lnTo>
                      <a:pt x="237949" y="130873"/>
                    </a:lnTo>
                    <a:lnTo>
                      <a:pt x="241270" y="123996"/>
                    </a:lnTo>
                    <a:lnTo>
                      <a:pt x="248147" y="127317"/>
                    </a:lnTo>
                    <a:lnTo>
                      <a:pt x="251468" y="120440"/>
                    </a:lnTo>
                    <a:lnTo>
                      <a:pt x="258345" y="123761"/>
                    </a:lnTo>
                    <a:lnTo>
                      <a:pt x="261666" y="116884"/>
                    </a:lnTo>
                    <a:lnTo>
                      <a:pt x="268543" y="120205"/>
                    </a:lnTo>
                    <a:lnTo>
                      <a:pt x="271864" y="113328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44121" y="82970"/>
                    </a:lnTo>
                    <a:lnTo>
                      <a:pt x="247677" y="93168"/>
                    </a:lnTo>
                    <a:lnTo>
                      <a:pt x="242578" y="94945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1270" y="123996"/>
                    </a:lnTo>
                    <a:moveTo>
                      <a:pt x="475899" y="47903"/>
                    </a:moveTo>
                    <a:lnTo>
                      <a:pt x="482071" y="0"/>
                    </a:lnTo>
                    <a:lnTo>
                      <a:pt x="516690" y="33679"/>
                    </a:lnTo>
                    <a:lnTo>
                      <a:pt x="475899" y="47903"/>
                    </a:lnTo>
                    <a:lnTo>
                      <a:pt x="480998" y="46125"/>
                    </a:lnTo>
                    <a:lnTo>
                      <a:pt x="485627" y="10197"/>
                    </a:lnTo>
                    <a:lnTo>
                      <a:pt x="511591" y="35457"/>
                    </a:lnTo>
                    <a:lnTo>
                      <a:pt x="509813" y="30358"/>
                    </a:lnTo>
                    <a:lnTo>
                      <a:pt x="479220" y="41026"/>
                    </a:lnTo>
                    <a:lnTo>
                      <a:pt x="480998" y="46125"/>
                    </a:lnTo>
                    <a:lnTo>
                      <a:pt x="475899" y="47903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3849" y="5099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516690" y="33679"/>
                    </a:lnTo>
                    <a:lnTo>
                      <a:pt x="504714" y="32136"/>
                    </a:lnTo>
                    <a:lnTo>
                      <a:pt x="501393" y="39013"/>
                    </a:lnTo>
                    <a:lnTo>
                      <a:pt x="494516" y="35692"/>
                    </a:lnTo>
                    <a:lnTo>
                      <a:pt x="491195" y="42569"/>
                    </a:lnTo>
                    <a:lnTo>
                      <a:pt x="484319" y="39248"/>
                    </a:lnTo>
                    <a:lnTo>
                      <a:pt x="475899" y="47903"/>
                    </a:lnTo>
                    <a:lnTo>
                      <a:pt x="479220" y="41026"/>
                    </a:lnTo>
                    <a:lnTo>
                      <a:pt x="486096" y="44347"/>
                    </a:lnTo>
                    <a:lnTo>
                      <a:pt x="489417" y="37470"/>
                    </a:lnTo>
                    <a:lnTo>
                      <a:pt x="496294" y="40791"/>
                    </a:lnTo>
                    <a:lnTo>
                      <a:pt x="499615" y="33914"/>
                    </a:lnTo>
                    <a:lnTo>
                      <a:pt x="506492" y="37235"/>
                    </a:lnTo>
                    <a:lnTo>
                      <a:pt x="509813" y="30358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482071" y="0"/>
                    </a:lnTo>
                    <a:lnTo>
                      <a:pt x="485627" y="10197"/>
                    </a:lnTo>
                    <a:lnTo>
                      <a:pt x="480528" y="11975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79220" y="4102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67" name="Контур"/>
              <p:cNvSpPr/>
              <p:nvPr/>
            </p:nvSpPr>
            <p:spPr>
              <a:xfrm>
                <a:off x="5002809" y="7592579"/>
                <a:ext cx="232765" cy="145861"/>
              </a:xfrm>
              <a:custGeom>
                <a:avLst/>
                <a:gdLst/>
                <a:ahLst/>
                <a:cxnLst/>
                <a:rect l="l" t="t" r="r" b="b"/>
                <a:pathLst>
                  <a:path w="232765" h="145861" fill="none">
                    <a:moveTo>
                      <a:pt x="0" y="145861"/>
                    </a:moveTo>
                    <a:lnTo>
                      <a:pt x="232765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068" name="Контур"/>
              <p:cNvSpPr/>
              <p:nvPr/>
            </p:nvSpPr>
            <p:spPr>
              <a:xfrm>
                <a:off x="4144872" y="7685478"/>
                <a:ext cx="857937" cy="287418"/>
              </a:xfrm>
              <a:custGeom>
                <a:avLst/>
                <a:gdLst/>
                <a:ahLst/>
                <a:cxnLst/>
                <a:rect l="l" t="t" r="r" b="b"/>
                <a:pathLst>
                  <a:path w="857937" h="287418" fill="none">
                    <a:moveTo>
                      <a:pt x="824285" y="0"/>
                    </a:moveTo>
                    <a:lnTo>
                      <a:pt x="857937" y="52962"/>
                    </a:lnTo>
                    <a:moveTo>
                      <a:pt x="0" y="287418"/>
                    </a:moveTo>
                    <a:lnTo>
                      <a:pt x="118974" y="245933"/>
                    </a:lnTo>
                    <a:moveTo>
                      <a:pt x="118974" y="245933"/>
                    </a:moveTo>
                    <a:lnTo>
                      <a:pt x="237949" y="204448"/>
                    </a:lnTo>
                    <a:moveTo>
                      <a:pt x="237949" y="204448"/>
                    </a:moveTo>
                    <a:lnTo>
                      <a:pt x="356924" y="162963"/>
                    </a:lnTo>
                    <a:moveTo>
                      <a:pt x="356924" y="162963"/>
                    </a:moveTo>
                    <a:lnTo>
                      <a:pt x="475899" y="121478"/>
                    </a:lnTo>
                    <a:moveTo>
                      <a:pt x="475899" y="121478"/>
                    </a:moveTo>
                    <a:lnTo>
                      <a:pt x="594873" y="79992"/>
                    </a:lnTo>
                    <a:moveTo>
                      <a:pt x="594873" y="79992"/>
                    </a:moveTo>
                    <a:lnTo>
                      <a:pt x="713848" y="38507"/>
                    </a:lnTo>
                    <a:moveTo>
                      <a:pt x="713848" y="38507"/>
                    </a:moveTo>
                    <a:lnTo>
                      <a:pt x="82428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69" name="Контур"/>
              <p:cNvSpPr/>
              <p:nvPr/>
            </p:nvSpPr>
            <p:spPr>
              <a:xfrm>
                <a:off x="4281626" y="7768557"/>
                <a:ext cx="516690" cy="213843"/>
              </a:xfrm>
              <a:custGeom>
                <a:avLst/>
                <a:gdLst/>
                <a:ahLst/>
                <a:cxnLst/>
                <a:rect l="l" t="t" r="r" b="b"/>
                <a:pathLst>
                  <a:path w="516690" h="213843" fill="none">
                    <a:moveTo>
                      <a:pt x="0" y="213843"/>
                    </a:moveTo>
                    <a:lnTo>
                      <a:pt x="6172" y="165940"/>
                    </a:lnTo>
                    <a:lnTo>
                      <a:pt x="40791" y="199619"/>
                    </a:lnTo>
                    <a:lnTo>
                      <a:pt x="0" y="213843"/>
                    </a:lnTo>
                    <a:lnTo>
                      <a:pt x="5099" y="212065"/>
                    </a:lnTo>
                    <a:lnTo>
                      <a:pt x="9728" y="176138"/>
                    </a:lnTo>
                    <a:lnTo>
                      <a:pt x="35692" y="201397"/>
                    </a:lnTo>
                    <a:lnTo>
                      <a:pt x="33914" y="196298"/>
                    </a:lnTo>
                    <a:lnTo>
                      <a:pt x="3321" y="206966"/>
                    </a:lnTo>
                    <a:lnTo>
                      <a:pt x="5099" y="212065"/>
                    </a:lnTo>
                    <a:lnTo>
                      <a:pt x="0" y="213843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7950" y="171039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40791" y="199619"/>
                    </a:lnTo>
                    <a:lnTo>
                      <a:pt x="28815" y="198076"/>
                    </a:lnTo>
                    <a:lnTo>
                      <a:pt x="25494" y="204953"/>
                    </a:lnTo>
                    <a:lnTo>
                      <a:pt x="18617" y="201632"/>
                    </a:lnTo>
                    <a:lnTo>
                      <a:pt x="15296" y="208509"/>
                    </a:lnTo>
                    <a:lnTo>
                      <a:pt x="8420" y="205188"/>
                    </a:lnTo>
                    <a:lnTo>
                      <a:pt x="0" y="213843"/>
                    </a:lnTo>
                    <a:lnTo>
                      <a:pt x="3321" y="206966"/>
                    </a:lnTo>
                    <a:lnTo>
                      <a:pt x="10198" y="210287"/>
                    </a:lnTo>
                    <a:lnTo>
                      <a:pt x="13518" y="203410"/>
                    </a:lnTo>
                    <a:lnTo>
                      <a:pt x="20395" y="206731"/>
                    </a:lnTo>
                    <a:lnTo>
                      <a:pt x="23716" y="199854"/>
                    </a:lnTo>
                    <a:lnTo>
                      <a:pt x="30593" y="203175"/>
                    </a:lnTo>
                    <a:lnTo>
                      <a:pt x="33914" y="19629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6172" y="165940"/>
                    </a:lnTo>
                    <a:lnTo>
                      <a:pt x="9728" y="176138"/>
                    </a:lnTo>
                    <a:lnTo>
                      <a:pt x="4629" y="177916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3321" y="206966"/>
                    </a:lnTo>
                    <a:moveTo>
                      <a:pt x="237949" y="130873"/>
                    </a:moveTo>
                    <a:lnTo>
                      <a:pt x="244121" y="82970"/>
                    </a:lnTo>
                    <a:lnTo>
                      <a:pt x="278741" y="116649"/>
                    </a:lnTo>
                    <a:lnTo>
                      <a:pt x="237949" y="130873"/>
                    </a:lnTo>
                    <a:lnTo>
                      <a:pt x="243048" y="129095"/>
                    </a:lnTo>
                    <a:lnTo>
                      <a:pt x="247677" y="93168"/>
                    </a:lnTo>
                    <a:lnTo>
                      <a:pt x="273642" y="118427"/>
                    </a:lnTo>
                    <a:lnTo>
                      <a:pt x="271864" y="113328"/>
                    </a:lnTo>
                    <a:lnTo>
                      <a:pt x="241270" y="123996"/>
                    </a:lnTo>
                    <a:lnTo>
                      <a:pt x="243048" y="129095"/>
                    </a:lnTo>
                    <a:lnTo>
                      <a:pt x="237949" y="130873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5899" y="88069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78741" y="116649"/>
                    </a:lnTo>
                    <a:lnTo>
                      <a:pt x="266765" y="115106"/>
                    </a:lnTo>
                    <a:lnTo>
                      <a:pt x="263444" y="121983"/>
                    </a:lnTo>
                    <a:lnTo>
                      <a:pt x="256567" y="118662"/>
                    </a:lnTo>
                    <a:lnTo>
                      <a:pt x="253246" y="125539"/>
                    </a:lnTo>
                    <a:lnTo>
                      <a:pt x="246369" y="122218"/>
                    </a:lnTo>
                    <a:lnTo>
                      <a:pt x="237949" y="130873"/>
                    </a:lnTo>
                    <a:lnTo>
                      <a:pt x="241270" y="123996"/>
                    </a:lnTo>
                    <a:lnTo>
                      <a:pt x="248147" y="127317"/>
                    </a:lnTo>
                    <a:lnTo>
                      <a:pt x="251468" y="120440"/>
                    </a:lnTo>
                    <a:lnTo>
                      <a:pt x="258345" y="123761"/>
                    </a:lnTo>
                    <a:lnTo>
                      <a:pt x="261666" y="116884"/>
                    </a:lnTo>
                    <a:lnTo>
                      <a:pt x="268543" y="120205"/>
                    </a:lnTo>
                    <a:lnTo>
                      <a:pt x="271864" y="113328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44121" y="82970"/>
                    </a:lnTo>
                    <a:lnTo>
                      <a:pt x="247677" y="93168"/>
                    </a:lnTo>
                    <a:lnTo>
                      <a:pt x="242578" y="94945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1270" y="123996"/>
                    </a:lnTo>
                    <a:moveTo>
                      <a:pt x="475899" y="47903"/>
                    </a:moveTo>
                    <a:lnTo>
                      <a:pt x="482071" y="0"/>
                    </a:lnTo>
                    <a:lnTo>
                      <a:pt x="516690" y="33679"/>
                    </a:lnTo>
                    <a:lnTo>
                      <a:pt x="475899" y="47903"/>
                    </a:lnTo>
                    <a:lnTo>
                      <a:pt x="480998" y="46125"/>
                    </a:lnTo>
                    <a:lnTo>
                      <a:pt x="485627" y="10197"/>
                    </a:lnTo>
                    <a:lnTo>
                      <a:pt x="511591" y="35457"/>
                    </a:lnTo>
                    <a:lnTo>
                      <a:pt x="509813" y="30358"/>
                    </a:lnTo>
                    <a:lnTo>
                      <a:pt x="479220" y="41026"/>
                    </a:lnTo>
                    <a:lnTo>
                      <a:pt x="480998" y="46125"/>
                    </a:lnTo>
                    <a:lnTo>
                      <a:pt x="475899" y="47903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3849" y="5099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516690" y="33679"/>
                    </a:lnTo>
                    <a:lnTo>
                      <a:pt x="504714" y="32136"/>
                    </a:lnTo>
                    <a:lnTo>
                      <a:pt x="501393" y="39013"/>
                    </a:lnTo>
                    <a:lnTo>
                      <a:pt x="494516" y="35692"/>
                    </a:lnTo>
                    <a:lnTo>
                      <a:pt x="491195" y="42569"/>
                    </a:lnTo>
                    <a:lnTo>
                      <a:pt x="484319" y="39248"/>
                    </a:lnTo>
                    <a:lnTo>
                      <a:pt x="475899" y="47903"/>
                    </a:lnTo>
                    <a:lnTo>
                      <a:pt x="479220" y="41026"/>
                    </a:lnTo>
                    <a:lnTo>
                      <a:pt x="486096" y="44347"/>
                    </a:lnTo>
                    <a:lnTo>
                      <a:pt x="489417" y="37470"/>
                    </a:lnTo>
                    <a:lnTo>
                      <a:pt x="496294" y="40791"/>
                    </a:lnTo>
                    <a:lnTo>
                      <a:pt x="499615" y="33914"/>
                    </a:lnTo>
                    <a:lnTo>
                      <a:pt x="506492" y="37235"/>
                    </a:lnTo>
                    <a:lnTo>
                      <a:pt x="509813" y="30358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482071" y="0"/>
                    </a:lnTo>
                    <a:lnTo>
                      <a:pt x="485627" y="10197"/>
                    </a:lnTo>
                    <a:lnTo>
                      <a:pt x="480528" y="11975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79220" y="4102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70" name="Контур"/>
              <p:cNvSpPr/>
              <p:nvPr/>
            </p:nvSpPr>
            <p:spPr>
              <a:xfrm>
                <a:off x="2996795" y="4644439"/>
                <a:ext cx="5333934" cy="3041039"/>
              </a:xfrm>
              <a:custGeom>
                <a:avLst/>
                <a:gdLst/>
                <a:ahLst/>
                <a:cxnLst/>
                <a:rect l="l" t="t" r="r" b="b"/>
                <a:pathLst>
                  <a:path w="5333934" h="3041039" fill="none">
                    <a:moveTo>
                      <a:pt x="1972362" y="3041039"/>
                    </a:moveTo>
                    <a:lnTo>
                      <a:pt x="2008054" y="3028593"/>
                    </a:lnTo>
                    <a:moveTo>
                      <a:pt x="2008054" y="3028593"/>
                    </a:moveTo>
                    <a:lnTo>
                      <a:pt x="2043746" y="3016147"/>
                    </a:lnTo>
                    <a:moveTo>
                      <a:pt x="2043746" y="3016147"/>
                    </a:moveTo>
                    <a:lnTo>
                      <a:pt x="2079439" y="3003701"/>
                    </a:lnTo>
                    <a:moveTo>
                      <a:pt x="2079439" y="3003701"/>
                    </a:moveTo>
                    <a:lnTo>
                      <a:pt x="2115131" y="2991256"/>
                    </a:lnTo>
                    <a:moveTo>
                      <a:pt x="2115131" y="2991256"/>
                    </a:moveTo>
                    <a:lnTo>
                      <a:pt x="2150823" y="2978810"/>
                    </a:lnTo>
                    <a:moveTo>
                      <a:pt x="2150823" y="2978810"/>
                    </a:moveTo>
                    <a:lnTo>
                      <a:pt x="2186516" y="2966364"/>
                    </a:lnTo>
                    <a:moveTo>
                      <a:pt x="2186516" y="2966364"/>
                    </a:moveTo>
                    <a:lnTo>
                      <a:pt x="2222208" y="2953919"/>
                    </a:lnTo>
                    <a:moveTo>
                      <a:pt x="2222208" y="2953919"/>
                    </a:moveTo>
                    <a:lnTo>
                      <a:pt x="2238779" y="2948140"/>
                    </a:lnTo>
                    <a:moveTo>
                      <a:pt x="1972362" y="3041039"/>
                    </a:moveTo>
                    <a:lnTo>
                      <a:pt x="2008054" y="3028593"/>
                    </a:lnTo>
                    <a:moveTo>
                      <a:pt x="2008054" y="3028593"/>
                    </a:moveTo>
                    <a:lnTo>
                      <a:pt x="2043746" y="3016147"/>
                    </a:lnTo>
                    <a:moveTo>
                      <a:pt x="2043746" y="3016147"/>
                    </a:moveTo>
                    <a:lnTo>
                      <a:pt x="2079439" y="3003701"/>
                    </a:lnTo>
                    <a:moveTo>
                      <a:pt x="2079439" y="3003701"/>
                    </a:moveTo>
                    <a:lnTo>
                      <a:pt x="2115131" y="2991256"/>
                    </a:lnTo>
                    <a:moveTo>
                      <a:pt x="2115131" y="2991256"/>
                    </a:moveTo>
                    <a:lnTo>
                      <a:pt x="2150823" y="2978810"/>
                    </a:lnTo>
                    <a:moveTo>
                      <a:pt x="2150823" y="2978810"/>
                    </a:moveTo>
                    <a:lnTo>
                      <a:pt x="2186516" y="2966364"/>
                    </a:lnTo>
                    <a:moveTo>
                      <a:pt x="2186516" y="2966364"/>
                    </a:moveTo>
                    <a:lnTo>
                      <a:pt x="2222208" y="2953919"/>
                    </a:lnTo>
                    <a:moveTo>
                      <a:pt x="2222208" y="2953919"/>
                    </a:moveTo>
                    <a:lnTo>
                      <a:pt x="2238779" y="2948140"/>
                    </a:lnTo>
                    <a:moveTo>
                      <a:pt x="983083" y="2959734"/>
                    </a:moveTo>
                    <a:lnTo>
                      <a:pt x="1015114" y="2939663"/>
                    </a:lnTo>
                    <a:moveTo>
                      <a:pt x="1015114" y="2939663"/>
                    </a:moveTo>
                    <a:lnTo>
                      <a:pt x="1047145" y="2919592"/>
                    </a:lnTo>
                    <a:moveTo>
                      <a:pt x="1047145" y="2919592"/>
                    </a:moveTo>
                    <a:lnTo>
                      <a:pt x="1079176" y="2899520"/>
                    </a:lnTo>
                    <a:moveTo>
                      <a:pt x="1079176" y="2899520"/>
                    </a:moveTo>
                    <a:lnTo>
                      <a:pt x="1111207" y="2879449"/>
                    </a:lnTo>
                    <a:moveTo>
                      <a:pt x="1111207" y="2879449"/>
                    </a:moveTo>
                    <a:lnTo>
                      <a:pt x="1143238" y="2859378"/>
                    </a:lnTo>
                    <a:moveTo>
                      <a:pt x="1143238" y="2859378"/>
                    </a:moveTo>
                    <a:lnTo>
                      <a:pt x="1175269" y="2839306"/>
                    </a:lnTo>
                    <a:moveTo>
                      <a:pt x="1175269" y="2839306"/>
                    </a:moveTo>
                    <a:lnTo>
                      <a:pt x="1207300" y="2819235"/>
                    </a:lnTo>
                    <a:moveTo>
                      <a:pt x="1207300" y="2819235"/>
                    </a:moveTo>
                    <a:lnTo>
                      <a:pt x="1239331" y="2799164"/>
                    </a:lnTo>
                    <a:moveTo>
                      <a:pt x="1239331" y="2799164"/>
                    </a:moveTo>
                    <a:lnTo>
                      <a:pt x="1271362" y="2779092"/>
                    </a:lnTo>
                    <a:moveTo>
                      <a:pt x="1271362" y="2779092"/>
                    </a:moveTo>
                    <a:lnTo>
                      <a:pt x="1303393" y="2759021"/>
                    </a:lnTo>
                    <a:moveTo>
                      <a:pt x="1303393" y="2759021"/>
                    </a:moveTo>
                    <a:lnTo>
                      <a:pt x="1335424" y="2738950"/>
                    </a:lnTo>
                    <a:moveTo>
                      <a:pt x="1335424" y="2738950"/>
                    </a:moveTo>
                    <a:lnTo>
                      <a:pt x="1367455" y="2718878"/>
                    </a:lnTo>
                    <a:moveTo>
                      <a:pt x="1367455" y="2718878"/>
                    </a:moveTo>
                    <a:lnTo>
                      <a:pt x="1399486" y="2698807"/>
                    </a:lnTo>
                    <a:moveTo>
                      <a:pt x="1399486" y="2698807"/>
                    </a:moveTo>
                    <a:lnTo>
                      <a:pt x="1431517" y="2678736"/>
                    </a:lnTo>
                    <a:moveTo>
                      <a:pt x="1431517" y="2678736"/>
                    </a:moveTo>
                    <a:lnTo>
                      <a:pt x="1463548" y="2658664"/>
                    </a:lnTo>
                    <a:moveTo>
                      <a:pt x="1463548" y="2658664"/>
                    </a:moveTo>
                    <a:lnTo>
                      <a:pt x="1495579" y="2638593"/>
                    </a:lnTo>
                    <a:moveTo>
                      <a:pt x="1495579" y="2638593"/>
                    </a:moveTo>
                    <a:lnTo>
                      <a:pt x="1523843" y="2620882"/>
                    </a:lnTo>
                    <a:moveTo>
                      <a:pt x="2238779" y="2948140"/>
                    </a:moveTo>
                    <a:lnTo>
                      <a:pt x="2274472" y="2935695"/>
                    </a:lnTo>
                    <a:moveTo>
                      <a:pt x="2274472" y="2935695"/>
                    </a:moveTo>
                    <a:lnTo>
                      <a:pt x="2310164" y="2923249"/>
                    </a:lnTo>
                    <a:moveTo>
                      <a:pt x="2310164" y="2923249"/>
                    </a:moveTo>
                    <a:lnTo>
                      <a:pt x="2326416" y="2917582"/>
                    </a:lnTo>
                    <a:lnTo>
                      <a:pt x="2343709" y="2906409"/>
                    </a:lnTo>
                    <a:moveTo>
                      <a:pt x="2343709" y="2906409"/>
                    </a:moveTo>
                    <a:lnTo>
                      <a:pt x="2375459" y="2885895"/>
                    </a:lnTo>
                    <a:moveTo>
                      <a:pt x="2375459" y="2885895"/>
                    </a:moveTo>
                    <a:lnTo>
                      <a:pt x="2407208" y="2865382"/>
                    </a:lnTo>
                    <a:moveTo>
                      <a:pt x="2407208" y="2865382"/>
                    </a:moveTo>
                    <a:lnTo>
                      <a:pt x="2438958" y="2844869"/>
                    </a:lnTo>
                    <a:moveTo>
                      <a:pt x="2438958" y="2844869"/>
                    </a:moveTo>
                    <a:lnTo>
                      <a:pt x="2470708" y="2824355"/>
                    </a:lnTo>
                    <a:moveTo>
                      <a:pt x="2470708" y="2824355"/>
                    </a:moveTo>
                    <a:lnTo>
                      <a:pt x="2502457" y="2803842"/>
                    </a:lnTo>
                    <a:moveTo>
                      <a:pt x="2502457" y="2803842"/>
                    </a:moveTo>
                    <a:lnTo>
                      <a:pt x="2534207" y="2783328"/>
                    </a:lnTo>
                    <a:moveTo>
                      <a:pt x="2534207" y="2783328"/>
                    </a:moveTo>
                    <a:lnTo>
                      <a:pt x="2565957" y="2762815"/>
                    </a:lnTo>
                    <a:moveTo>
                      <a:pt x="2565957" y="2762815"/>
                    </a:moveTo>
                    <a:lnTo>
                      <a:pt x="2597706" y="2742301"/>
                    </a:lnTo>
                    <a:moveTo>
                      <a:pt x="2597706" y="2742301"/>
                    </a:moveTo>
                    <a:lnTo>
                      <a:pt x="2629456" y="2721788"/>
                    </a:lnTo>
                    <a:moveTo>
                      <a:pt x="2629456" y="2721788"/>
                    </a:moveTo>
                    <a:lnTo>
                      <a:pt x="2661205" y="2701275"/>
                    </a:lnTo>
                    <a:moveTo>
                      <a:pt x="2661205" y="2701275"/>
                    </a:moveTo>
                    <a:lnTo>
                      <a:pt x="2692955" y="2680761"/>
                    </a:lnTo>
                    <a:moveTo>
                      <a:pt x="2692955" y="2680761"/>
                    </a:moveTo>
                    <a:lnTo>
                      <a:pt x="2724705" y="2660248"/>
                    </a:lnTo>
                    <a:moveTo>
                      <a:pt x="2724705" y="2660248"/>
                    </a:moveTo>
                    <a:lnTo>
                      <a:pt x="2756454" y="2639734"/>
                    </a:lnTo>
                    <a:moveTo>
                      <a:pt x="2756454" y="2639734"/>
                    </a:moveTo>
                    <a:lnTo>
                      <a:pt x="2788204" y="2619221"/>
                    </a:lnTo>
                    <a:moveTo>
                      <a:pt x="2788204" y="2619221"/>
                    </a:moveTo>
                    <a:lnTo>
                      <a:pt x="2819954" y="2598708"/>
                    </a:lnTo>
                    <a:moveTo>
                      <a:pt x="2819954" y="2598708"/>
                    </a:moveTo>
                    <a:lnTo>
                      <a:pt x="2851703" y="2578194"/>
                    </a:lnTo>
                    <a:moveTo>
                      <a:pt x="2851703" y="2578194"/>
                    </a:moveTo>
                    <a:lnTo>
                      <a:pt x="2883453" y="2557681"/>
                    </a:lnTo>
                    <a:moveTo>
                      <a:pt x="2883453" y="2557681"/>
                    </a:moveTo>
                    <a:lnTo>
                      <a:pt x="2915203" y="2537167"/>
                    </a:lnTo>
                    <a:moveTo>
                      <a:pt x="2915203" y="2537167"/>
                    </a:moveTo>
                    <a:lnTo>
                      <a:pt x="2946952" y="2516654"/>
                    </a:lnTo>
                    <a:moveTo>
                      <a:pt x="2946952" y="2516654"/>
                    </a:moveTo>
                    <a:lnTo>
                      <a:pt x="2978702" y="2496141"/>
                    </a:lnTo>
                    <a:moveTo>
                      <a:pt x="2978702" y="2496141"/>
                    </a:moveTo>
                    <a:lnTo>
                      <a:pt x="3010452" y="2475627"/>
                    </a:lnTo>
                    <a:moveTo>
                      <a:pt x="3010452" y="2475627"/>
                    </a:moveTo>
                    <a:lnTo>
                      <a:pt x="3042201" y="2455114"/>
                    </a:lnTo>
                    <a:moveTo>
                      <a:pt x="3042201" y="2455114"/>
                    </a:moveTo>
                    <a:lnTo>
                      <a:pt x="3073951" y="2434600"/>
                    </a:lnTo>
                    <a:moveTo>
                      <a:pt x="3073951" y="2434600"/>
                    </a:moveTo>
                    <a:lnTo>
                      <a:pt x="3105701" y="2414087"/>
                    </a:lnTo>
                    <a:moveTo>
                      <a:pt x="3105701" y="2414087"/>
                    </a:moveTo>
                    <a:lnTo>
                      <a:pt x="3137450" y="2393574"/>
                    </a:lnTo>
                    <a:moveTo>
                      <a:pt x="3137450" y="2393574"/>
                    </a:moveTo>
                    <a:lnTo>
                      <a:pt x="3169200" y="2373060"/>
                    </a:lnTo>
                    <a:moveTo>
                      <a:pt x="3169200" y="2373060"/>
                    </a:moveTo>
                    <a:lnTo>
                      <a:pt x="3200950" y="2352547"/>
                    </a:lnTo>
                    <a:moveTo>
                      <a:pt x="3200950" y="2352547"/>
                    </a:moveTo>
                    <a:lnTo>
                      <a:pt x="3232699" y="2332033"/>
                    </a:lnTo>
                    <a:moveTo>
                      <a:pt x="3232699" y="2332033"/>
                    </a:moveTo>
                    <a:lnTo>
                      <a:pt x="3264449" y="2311520"/>
                    </a:lnTo>
                    <a:moveTo>
                      <a:pt x="3264449" y="2311520"/>
                    </a:moveTo>
                    <a:lnTo>
                      <a:pt x="3296198" y="2291007"/>
                    </a:lnTo>
                    <a:moveTo>
                      <a:pt x="3296198" y="2291007"/>
                    </a:moveTo>
                    <a:lnTo>
                      <a:pt x="3327948" y="2270493"/>
                    </a:lnTo>
                    <a:moveTo>
                      <a:pt x="3327948" y="2270493"/>
                    </a:moveTo>
                    <a:lnTo>
                      <a:pt x="3359698" y="2249980"/>
                    </a:lnTo>
                    <a:moveTo>
                      <a:pt x="3359698" y="2249980"/>
                    </a:moveTo>
                    <a:lnTo>
                      <a:pt x="3391447" y="2229466"/>
                    </a:lnTo>
                    <a:moveTo>
                      <a:pt x="3391447" y="2229466"/>
                    </a:moveTo>
                    <a:lnTo>
                      <a:pt x="3423197" y="2208953"/>
                    </a:lnTo>
                    <a:moveTo>
                      <a:pt x="3423197" y="2208953"/>
                    </a:moveTo>
                    <a:lnTo>
                      <a:pt x="3454947" y="2188440"/>
                    </a:lnTo>
                    <a:moveTo>
                      <a:pt x="3454947" y="2188440"/>
                    </a:moveTo>
                    <a:lnTo>
                      <a:pt x="3486696" y="2167926"/>
                    </a:lnTo>
                    <a:moveTo>
                      <a:pt x="3486696" y="2167926"/>
                    </a:moveTo>
                    <a:lnTo>
                      <a:pt x="3518446" y="2147413"/>
                    </a:lnTo>
                    <a:moveTo>
                      <a:pt x="3518446" y="2147413"/>
                    </a:moveTo>
                    <a:lnTo>
                      <a:pt x="3550196" y="2126899"/>
                    </a:lnTo>
                    <a:moveTo>
                      <a:pt x="3550196" y="2126899"/>
                    </a:moveTo>
                    <a:lnTo>
                      <a:pt x="3578233" y="2108784"/>
                    </a:lnTo>
                    <a:moveTo>
                      <a:pt x="1719785" y="2912310"/>
                    </a:moveTo>
                    <a:lnTo>
                      <a:pt x="1698694" y="2880941"/>
                    </a:lnTo>
                    <a:moveTo>
                      <a:pt x="1698694" y="2880941"/>
                    </a:moveTo>
                    <a:lnTo>
                      <a:pt x="1677603" y="2849572"/>
                    </a:lnTo>
                    <a:moveTo>
                      <a:pt x="1677603" y="2849572"/>
                    </a:moveTo>
                    <a:lnTo>
                      <a:pt x="1656512" y="2818203"/>
                    </a:lnTo>
                    <a:moveTo>
                      <a:pt x="1656512" y="2818203"/>
                    </a:moveTo>
                    <a:lnTo>
                      <a:pt x="1635421" y="2786834"/>
                    </a:lnTo>
                    <a:moveTo>
                      <a:pt x="1635421" y="2786834"/>
                    </a:moveTo>
                    <a:lnTo>
                      <a:pt x="1614330" y="2755465"/>
                    </a:lnTo>
                    <a:moveTo>
                      <a:pt x="1614330" y="2755465"/>
                    </a:moveTo>
                    <a:lnTo>
                      <a:pt x="1593239" y="2724096"/>
                    </a:lnTo>
                    <a:moveTo>
                      <a:pt x="1593239" y="2724096"/>
                    </a:moveTo>
                    <a:lnTo>
                      <a:pt x="1572148" y="2692727"/>
                    </a:lnTo>
                    <a:moveTo>
                      <a:pt x="1572148" y="2692727"/>
                    </a:moveTo>
                    <a:lnTo>
                      <a:pt x="1551057" y="2661358"/>
                    </a:lnTo>
                    <a:moveTo>
                      <a:pt x="1551057" y="2661358"/>
                    </a:moveTo>
                    <a:lnTo>
                      <a:pt x="1529966" y="2629990"/>
                    </a:lnTo>
                    <a:moveTo>
                      <a:pt x="1529966" y="2629990"/>
                    </a:moveTo>
                    <a:lnTo>
                      <a:pt x="1523843" y="2620882"/>
                    </a:lnTo>
                    <a:moveTo>
                      <a:pt x="76187" y="1062360"/>
                    </a:moveTo>
                    <a:lnTo>
                      <a:pt x="48689" y="1088296"/>
                    </a:lnTo>
                    <a:moveTo>
                      <a:pt x="48689" y="1088296"/>
                    </a:moveTo>
                    <a:lnTo>
                      <a:pt x="21190" y="1114232"/>
                    </a:lnTo>
                    <a:moveTo>
                      <a:pt x="21190" y="1114232"/>
                    </a:moveTo>
                    <a:lnTo>
                      <a:pt x="3838" y="1130598"/>
                    </a:lnTo>
                    <a:lnTo>
                      <a:pt x="0" y="1134217"/>
                    </a:lnTo>
                    <a:moveTo>
                      <a:pt x="1841931" y="2835770"/>
                    </a:moveTo>
                    <a:lnTo>
                      <a:pt x="1842007" y="2835722"/>
                    </a:lnTo>
                    <a:moveTo>
                      <a:pt x="282498" y="867769"/>
                    </a:moveTo>
                    <a:lnTo>
                      <a:pt x="255000" y="893705"/>
                    </a:lnTo>
                    <a:moveTo>
                      <a:pt x="255000" y="893705"/>
                    </a:moveTo>
                    <a:lnTo>
                      <a:pt x="227501" y="919641"/>
                    </a:lnTo>
                    <a:moveTo>
                      <a:pt x="227501" y="919641"/>
                    </a:moveTo>
                    <a:lnTo>
                      <a:pt x="200003" y="945577"/>
                    </a:lnTo>
                    <a:moveTo>
                      <a:pt x="200003" y="945577"/>
                    </a:moveTo>
                    <a:lnTo>
                      <a:pt x="172505" y="971513"/>
                    </a:lnTo>
                    <a:moveTo>
                      <a:pt x="172505" y="971513"/>
                    </a:moveTo>
                    <a:lnTo>
                      <a:pt x="145007" y="997450"/>
                    </a:lnTo>
                    <a:moveTo>
                      <a:pt x="145007" y="997450"/>
                    </a:moveTo>
                    <a:lnTo>
                      <a:pt x="117508" y="1023386"/>
                    </a:lnTo>
                    <a:moveTo>
                      <a:pt x="117508" y="1023386"/>
                    </a:moveTo>
                    <a:lnTo>
                      <a:pt x="90010" y="1049322"/>
                    </a:lnTo>
                    <a:moveTo>
                      <a:pt x="90010" y="1049322"/>
                    </a:moveTo>
                    <a:lnTo>
                      <a:pt x="76187" y="1062360"/>
                    </a:lnTo>
                    <a:moveTo>
                      <a:pt x="1719785" y="2912310"/>
                    </a:moveTo>
                    <a:lnTo>
                      <a:pt x="1751816" y="2892238"/>
                    </a:lnTo>
                    <a:moveTo>
                      <a:pt x="1751816" y="2892238"/>
                    </a:moveTo>
                    <a:lnTo>
                      <a:pt x="1783847" y="2872166"/>
                    </a:lnTo>
                    <a:moveTo>
                      <a:pt x="1783847" y="2872166"/>
                    </a:moveTo>
                    <a:lnTo>
                      <a:pt x="1791463" y="2867394"/>
                    </a:lnTo>
                    <a:lnTo>
                      <a:pt x="1815878" y="2852095"/>
                    </a:lnTo>
                    <a:moveTo>
                      <a:pt x="1815878" y="2852095"/>
                    </a:moveTo>
                    <a:lnTo>
                      <a:pt x="1841931" y="2835770"/>
                    </a:lnTo>
                    <a:moveTo>
                      <a:pt x="1842007" y="2835722"/>
                    </a:moveTo>
                    <a:lnTo>
                      <a:pt x="1874038" y="2815650"/>
                    </a:lnTo>
                    <a:moveTo>
                      <a:pt x="1874038" y="2815650"/>
                    </a:moveTo>
                    <a:lnTo>
                      <a:pt x="1906069" y="2795579"/>
                    </a:lnTo>
                    <a:moveTo>
                      <a:pt x="1906069" y="2795579"/>
                    </a:moveTo>
                    <a:lnTo>
                      <a:pt x="1938100" y="2775508"/>
                    </a:lnTo>
                    <a:moveTo>
                      <a:pt x="1938100" y="2775508"/>
                    </a:moveTo>
                    <a:lnTo>
                      <a:pt x="1970131" y="2755436"/>
                    </a:lnTo>
                    <a:moveTo>
                      <a:pt x="1970131" y="2755436"/>
                    </a:moveTo>
                    <a:lnTo>
                      <a:pt x="2002162" y="2735365"/>
                    </a:lnTo>
                    <a:moveTo>
                      <a:pt x="2002162" y="2735365"/>
                    </a:moveTo>
                    <a:lnTo>
                      <a:pt x="2034193" y="2715294"/>
                    </a:lnTo>
                    <a:moveTo>
                      <a:pt x="2034193" y="2715294"/>
                    </a:moveTo>
                    <a:lnTo>
                      <a:pt x="2066224" y="2695223"/>
                    </a:lnTo>
                    <a:moveTo>
                      <a:pt x="2066224" y="2695223"/>
                    </a:moveTo>
                    <a:lnTo>
                      <a:pt x="2098255" y="2675151"/>
                    </a:lnTo>
                    <a:moveTo>
                      <a:pt x="2098255" y="2675151"/>
                    </a:moveTo>
                    <a:lnTo>
                      <a:pt x="2130286" y="2655080"/>
                    </a:lnTo>
                    <a:moveTo>
                      <a:pt x="2130286" y="2655080"/>
                    </a:moveTo>
                    <a:lnTo>
                      <a:pt x="2162317" y="2635009"/>
                    </a:lnTo>
                    <a:moveTo>
                      <a:pt x="2162317" y="2635009"/>
                    </a:moveTo>
                    <a:lnTo>
                      <a:pt x="2194348" y="2614937"/>
                    </a:lnTo>
                    <a:moveTo>
                      <a:pt x="2194348" y="2614937"/>
                    </a:moveTo>
                    <a:lnTo>
                      <a:pt x="2226379" y="2594866"/>
                    </a:lnTo>
                    <a:moveTo>
                      <a:pt x="2226379" y="2594866"/>
                    </a:moveTo>
                    <a:lnTo>
                      <a:pt x="2258410" y="2574795"/>
                    </a:lnTo>
                    <a:moveTo>
                      <a:pt x="2258410" y="2574795"/>
                    </a:moveTo>
                    <a:lnTo>
                      <a:pt x="2290441" y="2554724"/>
                    </a:lnTo>
                    <a:moveTo>
                      <a:pt x="2290441" y="2554724"/>
                    </a:moveTo>
                    <a:lnTo>
                      <a:pt x="2322472" y="2534652"/>
                    </a:lnTo>
                    <a:moveTo>
                      <a:pt x="2322472" y="2534652"/>
                    </a:moveTo>
                    <a:lnTo>
                      <a:pt x="2354503" y="2514581"/>
                    </a:lnTo>
                    <a:moveTo>
                      <a:pt x="2354503" y="2514581"/>
                    </a:moveTo>
                    <a:lnTo>
                      <a:pt x="2386534" y="2494510"/>
                    </a:lnTo>
                    <a:moveTo>
                      <a:pt x="2386534" y="2494510"/>
                    </a:moveTo>
                    <a:lnTo>
                      <a:pt x="2418565" y="2474438"/>
                    </a:lnTo>
                    <a:moveTo>
                      <a:pt x="2418565" y="2474438"/>
                    </a:moveTo>
                    <a:lnTo>
                      <a:pt x="2450596" y="2454367"/>
                    </a:lnTo>
                    <a:moveTo>
                      <a:pt x="2450596" y="2454367"/>
                    </a:moveTo>
                    <a:lnTo>
                      <a:pt x="2482627" y="2434296"/>
                    </a:lnTo>
                    <a:moveTo>
                      <a:pt x="2482627" y="2434296"/>
                    </a:moveTo>
                    <a:lnTo>
                      <a:pt x="2514658" y="2414224"/>
                    </a:lnTo>
                    <a:moveTo>
                      <a:pt x="2514658" y="2414224"/>
                    </a:moveTo>
                    <a:lnTo>
                      <a:pt x="2546689" y="2394153"/>
                    </a:lnTo>
                    <a:moveTo>
                      <a:pt x="2546689" y="2394153"/>
                    </a:moveTo>
                    <a:lnTo>
                      <a:pt x="2554123" y="2389494"/>
                    </a:lnTo>
                    <a:lnTo>
                      <a:pt x="2578720" y="2374082"/>
                    </a:lnTo>
                    <a:moveTo>
                      <a:pt x="2578720" y="2374082"/>
                    </a:moveTo>
                    <a:lnTo>
                      <a:pt x="2610751" y="2354011"/>
                    </a:lnTo>
                    <a:moveTo>
                      <a:pt x="2610751" y="2354011"/>
                    </a:moveTo>
                    <a:lnTo>
                      <a:pt x="2642781" y="2333939"/>
                    </a:lnTo>
                    <a:moveTo>
                      <a:pt x="2642781" y="2333939"/>
                    </a:moveTo>
                    <a:lnTo>
                      <a:pt x="2674812" y="2313868"/>
                    </a:lnTo>
                    <a:moveTo>
                      <a:pt x="2674812" y="2313868"/>
                    </a:moveTo>
                    <a:lnTo>
                      <a:pt x="2706843" y="2293797"/>
                    </a:lnTo>
                    <a:moveTo>
                      <a:pt x="2706843" y="2293797"/>
                    </a:moveTo>
                    <a:lnTo>
                      <a:pt x="2738874" y="2273726"/>
                    </a:lnTo>
                    <a:moveTo>
                      <a:pt x="2738874" y="2273726"/>
                    </a:moveTo>
                    <a:lnTo>
                      <a:pt x="2770905" y="2253654"/>
                    </a:lnTo>
                    <a:moveTo>
                      <a:pt x="2770905" y="2253654"/>
                    </a:moveTo>
                    <a:lnTo>
                      <a:pt x="2802936" y="2233583"/>
                    </a:lnTo>
                    <a:moveTo>
                      <a:pt x="2802936" y="2233583"/>
                    </a:moveTo>
                    <a:lnTo>
                      <a:pt x="2834967" y="2213512"/>
                    </a:lnTo>
                    <a:moveTo>
                      <a:pt x="2834967" y="2213512"/>
                    </a:moveTo>
                    <a:lnTo>
                      <a:pt x="2866998" y="2193440"/>
                    </a:lnTo>
                    <a:moveTo>
                      <a:pt x="2866998" y="2193440"/>
                    </a:moveTo>
                    <a:lnTo>
                      <a:pt x="2899029" y="2173369"/>
                    </a:lnTo>
                    <a:moveTo>
                      <a:pt x="2899029" y="2173369"/>
                    </a:moveTo>
                    <a:lnTo>
                      <a:pt x="2931060" y="2153298"/>
                    </a:lnTo>
                    <a:moveTo>
                      <a:pt x="2931060" y="2153298"/>
                    </a:moveTo>
                    <a:lnTo>
                      <a:pt x="2963091" y="2133227"/>
                    </a:lnTo>
                    <a:moveTo>
                      <a:pt x="2963091" y="2133227"/>
                    </a:moveTo>
                    <a:lnTo>
                      <a:pt x="2995122" y="2113155"/>
                    </a:lnTo>
                    <a:moveTo>
                      <a:pt x="2995122" y="2113155"/>
                    </a:moveTo>
                    <a:lnTo>
                      <a:pt x="3007720" y="2105262"/>
                    </a:lnTo>
                    <a:moveTo>
                      <a:pt x="3808363" y="1964514"/>
                    </a:moveTo>
                    <a:lnTo>
                      <a:pt x="3791947" y="1930465"/>
                    </a:lnTo>
                    <a:moveTo>
                      <a:pt x="3791947" y="1930465"/>
                    </a:moveTo>
                    <a:lnTo>
                      <a:pt x="3775530" y="1896416"/>
                    </a:lnTo>
                    <a:moveTo>
                      <a:pt x="3775530" y="1896416"/>
                    </a:moveTo>
                    <a:lnTo>
                      <a:pt x="3759114" y="1862367"/>
                    </a:lnTo>
                    <a:moveTo>
                      <a:pt x="3759114" y="1862367"/>
                    </a:moveTo>
                    <a:lnTo>
                      <a:pt x="3742697" y="1828318"/>
                    </a:lnTo>
                    <a:moveTo>
                      <a:pt x="3742697" y="1828318"/>
                    </a:moveTo>
                    <a:lnTo>
                      <a:pt x="3738475" y="1819560"/>
                    </a:lnTo>
                    <a:moveTo>
                      <a:pt x="3808363" y="1964514"/>
                    </a:moveTo>
                    <a:lnTo>
                      <a:pt x="3791947" y="1930465"/>
                    </a:lnTo>
                    <a:moveTo>
                      <a:pt x="3791947" y="1930465"/>
                    </a:moveTo>
                    <a:lnTo>
                      <a:pt x="3775530" y="1896416"/>
                    </a:lnTo>
                    <a:moveTo>
                      <a:pt x="3775530" y="1896416"/>
                    </a:moveTo>
                    <a:lnTo>
                      <a:pt x="3759114" y="1862367"/>
                    </a:lnTo>
                    <a:moveTo>
                      <a:pt x="3759114" y="1862367"/>
                    </a:moveTo>
                    <a:lnTo>
                      <a:pt x="3742697" y="1828318"/>
                    </a:lnTo>
                    <a:moveTo>
                      <a:pt x="3742697" y="1828318"/>
                    </a:moveTo>
                    <a:lnTo>
                      <a:pt x="3738475" y="1819560"/>
                    </a:lnTo>
                    <a:moveTo>
                      <a:pt x="3142001" y="1203735"/>
                    </a:moveTo>
                    <a:lnTo>
                      <a:pt x="3158412" y="1237787"/>
                    </a:lnTo>
                    <a:moveTo>
                      <a:pt x="3158412" y="1237787"/>
                    </a:moveTo>
                    <a:lnTo>
                      <a:pt x="3174824" y="1271838"/>
                    </a:lnTo>
                    <a:moveTo>
                      <a:pt x="3174824" y="1271838"/>
                    </a:moveTo>
                    <a:lnTo>
                      <a:pt x="3191235" y="1305890"/>
                    </a:lnTo>
                    <a:moveTo>
                      <a:pt x="3191235" y="1305890"/>
                    </a:moveTo>
                    <a:lnTo>
                      <a:pt x="3207646" y="1339941"/>
                    </a:lnTo>
                    <a:moveTo>
                      <a:pt x="3207646" y="1339941"/>
                    </a:moveTo>
                    <a:lnTo>
                      <a:pt x="3211307" y="1347537"/>
                    </a:lnTo>
                    <a:lnTo>
                      <a:pt x="3224057" y="1373993"/>
                    </a:lnTo>
                    <a:moveTo>
                      <a:pt x="3224057" y="1373993"/>
                    </a:moveTo>
                    <a:lnTo>
                      <a:pt x="3240469" y="1408044"/>
                    </a:lnTo>
                    <a:moveTo>
                      <a:pt x="3240469" y="1408044"/>
                    </a:moveTo>
                    <a:lnTo>
                      <a:pt x="3256881" y="1442096"/>
                    </a:lnTo>
                    <a:moveTo>
                      <a:pt x="3256881" y="1442096"/>
                    </a:moveTo>
                    <a:lnTo>
                      <a:pt x="3273292" y="1476147"/>
                    </a:lnTo>
                    <a:moveTo>
                      <a:pt x="3273292" y="1476147"/>
                    </a:moveTo>
                    <a:lnTo>
                      <a:pt x="3289704" y="1510199"/>
                    </a:lnTo>
                    <a:moveTo>
                      <a:pt x="3289704" y="1510199"/>
                    </a:moveTo>
                    <a:lnTo>
                      <a:pt x="3291133" y="1513164"/>
                    </a:lnTo>
                    <a:moveTo>
                      <a:pt x="3618532" y="1308105"/>
                    </a:moveTo>
                    <a:lnTo>
                      <a:pt x="3650573" y="1288050"/>
                    </a:lnTo>
                    <a:moveTo>
                      <a:pt x="3650573" y="1288050"/>
                    </a:moveTo>
                    <a:lnTo>
                      <a:pt x="3682614" y="1267995"/>
                    </a:lnTo>
                    <a:moveTo>
                      <a:pt x="3682614" y="1267995"/>
                    </a:moveTo>
                    <a:lnTo>
                      <a:pt x="3714656" y="1247940"/>
                    </a:lnTo>
                    <a:moveTo>
                      <a:pt x="3714656" y="1247940"/>
                    </a:moveTo>
                    <a:lnTo>
                      <a:pt x="3746443" y="1228044"/>
                    </a:lnTo>
                    <a:lnTo>
                      <a:pt x="3746680" y="1227861"/>
                    </a:lnTo>
                    <a:moveTo>
                      <a:pt x="3746680" y="1227861"/>
                    </a:moveTo>
                    <a:lnTo>
                      <a:pt x="3776578" y="1204733"/>
                    </a:lnTo>
                    <a:moveTo>
                      <a:pt x="3776578" y="1204733"/>
                    </a:moveTo>
                    <a:lnTo>
                      <a:pt x="3806477" y="1181604"/>
                    </a:lnTo>
                    <a:moveTo>
                      <a:pt x="3806477" y="1181604"/>
                    </a:moveTo>
                    <a:lnTo>
                      <a:pt x="3836375" y="1158475"/>
                    </a:lnTo>
                    <a:moveTo>
                      <a:pt x="3836375" y="1158475"/>
                    </a:moveTo>
                    <a:lnTo>
                      <a:pt x="3866273" y="1135347"/>
                    </a:lnTo>
                    <a:moveTo>
                      <a:pt x="3866273" y="1135347"/>
                    </a:moveTo>
                    <a:lnTo>
                      <a:pt x="3896171" y="1112218"/>
                    </a:lnTo>
                    <a:moveTo>
                      <a:pt x="3896171" y="1112218"/>
                    </a:moveTo>
                    <a:lnTo>
                      <a:pt x="3926070" y="1089090"/>
                    </a:lnTo>
                    <a:moveTo>
                      <a:pt x="3926070" y="1089090"/>
                    </a:moveTo>
                    <a:lnTo>
                      <a:pt x="3955968" y="1065961"/>
                    </a:lnTo>
                    <a:moveTo>
                      <a:pt x="3955968" y="1065961"/>
                    </a:moveTo>
                    <a:lnTo>
                      <a:pt x="3985866" y="1042832"/>
                    </a:lnTo>
                    <a:moveTo>
                      <a:pt x="3985866" y="1042832"/>
                    </a:moveTo>
                    <a:lnTo>
                      <a:pt x="4015765" y="1019704"/>
                    </a:lnTo>
                    <a:moveTo>
                      <a:pt x="4015765" y="1019704"/>
                    </a:moveTo>
                    <a:lnTo>
                      <a:pt x="4045663" y="996575"/>
                    </a:lnTo>
                    <a:moveTo>
                      <a:pt x="4045663" y="996575"/>
                    </a:moveTo>
                    <a:lnTo>
                      <a:pt x="4075561" y="973447"/>
                    </a:lnTo>
                    <a:moveTo>
                      <a:pt x="4075561" y="973447"/>
                    </a:moveTo>
                    <a:lnTo>
                      <a:pt x="4105459" y="950318"/>
                    </a:lnTo>
                    <a:moveTo>
                      <a:pt x="4105459" y="950318"/>
                    </a:moveTo>
                    <a:lnTo>
                      <a:pt x="4135358" y="927189"/>
                    </a:lnTo>
                    <a:moveTo>
                      <a:pt x="4135358" y="927189"/>
                    </a:moveTo>
                    <a:lnTo>
                      <a:pt x="4165256" y="904061"/>
                    </a:lnTo>
                    <a:moveTo>
                      <a:pt x="4165256" y="904061"/>
                    </a:moveTo>
                    <a:lnTo>
                      <a:pt x="4195154" y="880932"/>
                    </a:lnTo>
                    <a:moveTo>
                      <a:pt x="4195154" y="880932"/>
                    </a:moveTo>
                    <a:lnTo>
                      <a:pt x="4225053" y="857804"/>
                    </a:lnTo>
                    <a:moveTo>
                      <a:pt x="4225053" y="857804"/>
                    </a:moveTo>
                    <a:lnTo>
                      <a:pt x="4254951" y="834675"/>
                    </a:lnTo>
                    <a:moveTo>
                      <a:pt x="4254951" y="834675"/>
                    </a:moveTo>
                    <a:lnTo>
                      <a:pt x="4284849" y="811546"/>
                    </a:lnTo>
                    <a:moveTo>
                      <a:pt x="4284849" y="811546"/>
                    </a:moveTo>
                    <a:lnTo>
                      <a:pt x="4314747" y="788418"/>
                    </a:lnTo>
                    <a:moveTo>
                      <a:pt x="4314747" y="788418"/>
                    </a:moveTo>
                    <a:lnTo>
                      <a:pt x="4344646" y="765289"/>
                    </a:lnTo>
                    <a:moveTo>
                      <a:pt x="4344646" y="765289"/>
                    </a:moveTo>
                    <a:lnTo>
                      <a:pt x="4374544" y="742161"/>
                    </a:lnTo>
                    <a:moveTo>
                      <a:pt x="4374544" y="742161"/>
                    </a:moveTo>
                    <a:lnTo>
                      <a:pt x="4404442" y="719032"/>
                    </a:lnTo>
                    <a:moveTo>
                      <a:pt x="4404442" y="719032"/>
                    </a:moveTo>
                    <a:lnTo>
                      <a:pt x="4434341" y="695903"/>
                    </a:lnTo>
                    <a:moveTo>
                      <a:pt x="4434341" y="695903"/>
                    </a:moveTo>
                    <a:lnTo>
                      <a:pt x="4464239" y="672775"/>
                    </a:lnTo>
                    <a:moveTo>
                      <a:pt x="4464239" y="672775"/>
                    </a:moveTo>
                    <a:lnTo>
                      <a:pt x="4494137" y="649646"/>
                    </a:lnTo>
                    <a:moveTo>
                      <a:pt x="4494137" y="649646"/>
                    </a:moveTo>
                    <a:lnTo>
                      <a:pt x="4524035" y="626518"/>
                    </a:lnTo>
                    <a:moveTo>
                      <a:pt x="4524035" y="626518"/>
                    </a:moveTo>
                    <a:lnTo>
                      <a:pt x="4553934" y="603389"/>
                    </a:lnTo>
                    <a:moveTo>
                      <a:pt x="4553934" y="603389"/>
                    </a:moveTo>
                    <a:lnTo>
                      <a:pt x="4583832" y="580260"/>
                    </a:lnTo>
                    <a:moveTo>
                      <a:pt x="4583832" y="580260"/>
                    </a:moveTo>
                    <a:lnTo>
                      <a:pt x="4613730" y="557132"/>
                    </a:lnTo>
                    <a:moveTo>
                      <a:pt x="4613730" y="557132"/>
                    </a:moveTo>
                    <a:lnTo>
                      <a:pt x="4643629" y="534003"/>
                    </a:lnTo>
                    <a:moveTo>
                      <a:pt x="4643629" y="534003"/>
                    </a:moveTo>
                    <a:lnTo>
                      <a:pt x="4673527" y="510875"/>
                    </a:lnTo>
                    <a:moveTo>
                      <a:pt x="4673527" y="510875"/>
                    </a:moveTo>
                    <a:lnTo>
                      <a:pt x="4703425" y="487746"/>
                    </a:lnTo>
                    <a:moveTo>
                      <a:pt x="4703425" y="487746"/>
                    </a:moveTo>
                    <a:lnTo>
                      <a:pt x="4733324" y="464617"/>
                    </a:lnTo>
                    <a:moveTo>
                      <a:pt x="4733324" y="464617"/>
                    </a:moveTo>
                    <a:lnTo>
                      <a:pt x="4763222" y="441489"/>
                    </a:lnTo>
                    <a:moveTo>
                      <a:pt x="4763222" y="441489"/>
                    </a:moveTo>
                    <a:lnTo>
                      <a:pt x="4793120" y="418360"/>
                    </a:lnTo>
                    <a:moveTo>
                      <a:pt x="4793120" y="418360"/>
                    </a:moveTo>
                    <a:lnTo>
                      <a:pt x="4823018" y="395232"/>
                    </a:lnTo>
                    <a:moveTo>
                      <a:pt x="4823018" y="395232"/>
                    </a:moveTo>
                    <a:lnTo>
                      <a:pt x="4852917" y="372103"/>
                    </a:lnTo>
                    <a:moveTo>
                      <a:pt x="4852917" y="372103"/>
                    </a:moveTo>
                    <a:lnTo>
                      <a:pt x="4882815" y="348974"/>
                    </a:lnTo>
                    <a:moveTo>
                      <a:pt x="4882815" y="348974"/>
                    </a:moveTo>
                    <a:lnTo>
                      <a:pt x="4912713" y="325846"/>
                    </a:lnTo>
                    <a:moveTo>
                      <a:pt x="4912713" y="325846"/>
                    </a:moveTo>
                    <a:lnTo>
                      <a:pt x="4942612" y="302717"/>
                    </a:lnTo>
                    <a:moveTo>
                      <a:pt x="4942612" y="302717"/>
                    </a:moveTo>
                    <a:lnTo>
                      <a:pt x="4972510" y="279589"/>
                    </a:lnTo>
                    <a:moveTo>
                      <a:pt x="4972510" y="279589"/>
                    </a:moveTo>
                    <a:lnTo>
                      <a:pt x="5002408" y="256460"/>
                    </a:lnTo>
                    <a:moveTo>
                      <a:pt x="5002408" y="256460"/>
                    </a:moveTo>
                    <a:lnTo>
                      <a:pt x="5032306" y="233331"/>
                    </a:lnTo>
                    <a:moveTo>
                      <a:pt x="5032306" y="233331"/>
                    </a:moveTo>
                    <a:lnTo>
                      <a:pt x="5062205" y="210203"/>
                    </a:lnTo>
                    <a:moveTo>
                      <a:pt x="5062205" y="210203"/>
                    </a:moveTo>
                    <a:lnTo>
                      <a:pt x="5092103" y="187074"/>
                    </a:lnTo>
                    <a:moveTo>
                      <a:pt x="5092103" y="187074"/>
                    </a:moveTo>
                    <a:lnTo>
                      <a:pt x="5122001" y="163946"/>
                    </a:lnTo>
                    <a:moveTo>
                      <a:pt x="5122001" y="163946"/>
                    </a:moveTo>
                    <a:lnTo>
                      <a:pt x="5151900" y="140817"/>
                    </a:lnTo>
                    <a:moveTo>
                      <a:pt x="5151900" y="140817"/>
                    </a:moveTo>
                    <a:lnTo>
                      <a:pt x="5181798" y="117688"/>
                    </a:lnTo>
                    <a:moveTo>
                      <a:pt x="5181798" y="117688"/>
                    </a:moveTo>
                    <a:lnTo>
                      <a:pt x="5211696" y="94560"/>
                    </a:lnTo>
                    <a:moveTo>
                      <a:pt x="5211696" y="94560"/>
                    </a:moveTo>
                    <a:lnTo>
                      <a:pt x="5241594" y="71431"/>
                    </a:lnTo>
                    <a:moveTo>
                      <a:pt x="5241594" y="71431"/>
                    </a:moveTo>
                    <a:lnTo>
                      <a:pt x="5271493" y="48303"/>
                    </a:lnTo>
                    <a:moveTo>
                      <a:pt x="5271493" y="48303"/>
                    </a:moveTo>
                    <a:lnTo>
                      <a:pt x="5301391" y="25174"/>
                    </a:lnTo>
                    <a:moveTo>
                      <a:pt x="5301391" y="25174"/>
                    </a:moveTo>
                    <a:lnTo>
                      <a:pt x="5331289" y="2045"/>
                    </a:lnTo>
                    <a:moveTo>
                      <a:pt x="5331289" y="2045"/>
                    </a:moveTo>
                    <a:lnTo>
                      <a:pt x="5333934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71" name="Контур"/>
              <p:cNvSpPr/>
              <p:nvPr/>
            </p:nvSpPr>
            <p:spPr>
              <a:xfrm>
                <a:off x="6970162" y="5798196"/>
                <a:ext cx="741948" cy="697804"/>
              </a:xfrm>
              <a:custGeom>
                <a:avLst/>
                <a:gdLst/>
                <a:ahLst/>
                <a:cxnLst/>
                <a:rect l="l" t="t" r="r" b="b"/>
                <a:pathLst>
                  <a:path w="741948" h="697804" fill="none">
                    <a:moveTo>
                      <a:pt x="741948" y="14734"/>
                    </a:moveTo>
                    <a:lnTo>
                      <a:pt x="731016" y="0"/>
                    </a:lnTo>
                    <a:lnTo>
                      <a:pt x="544032" y="144709"/>
                    </a:lnTo>
                    <a:lnTo>
                      <a:pt x="483005" y="210266"/>
                    </a:lnTo>
                    <a:lnTo>
                      <a:pt x="380337" y="344152"/>
                    </a:lnTo>
                    <a:lnTo>
                      <a:pt x="0" y="665897"/>
                    </a:lnTo>
                    <a:lnTo>
                      <a:pt x="15223" y="697804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072" name="Контур"/>
              <p:cNvSpPr/>
              <p:nvPr/>
            </p:nvSpPr>
            <p:spPr>
              <a:xfrm>
                <a:off x="6581891" y="4644439"/>
                <a:ext cx="1748838" cy="1819560"/>
              </a:xfrm>
              <a:custGeom>
                <a:avLst/>
                <a:gdLst/>
                <a:ahLst/>
                <a:cxnLst/>
                <a:rect l="l" t="t" r="r" b="b"/>
                <a:pathLst>
                  <a:path w="1748838" h="1819560" fill="none">
                    <a:moveTo>
                      <a:pt x="153379" y="1819560"/>
                    </a:moveTo>
                    <a:lnTo>
                      <a:pt x="181275" y="1794053"/>
                    </a:lnTo>
                    <a:moveTo>
                      <a:pt x="181275" y="1794053"/>
                    </a:moveTo>
                    <a:lnTo>
                      <a:pt x="209172" y="1768546"/>
                    </a:lnTo>
                    <a:moveTo>
                      <a:pt x="209172" y="1768546"/>
                    </a:moveTo>
                    <a:lnTo>
                      <a:pt x="237068" y="1743038"/>
                    </a:lnTo>
                    <a:moveTo>
                      <a:pt x="237068" y="1743038"/>
                    </a:moveTo>
                    <a:lnTo>
                      <a:pt x="264965" y="1717531"/>
                    </a:lnTo>
                    <a:moveTo>
                      <a:pt x="264965" y="1717531"/>
                    </a:moveTo>
                    <a:lnTo>
                      <a:pt x="292861" y="1692024"/>
                    </a:lnTo>
                    <a:moveTo>
                      <a:pt x="292861" y="1692024"/>
                    </a:moveTo>
                    <a:lnTo>
                      <a:pt x="320758" y="1666516"/>
                    </a:lnTo>
                    <a:moveTo>
                      <a:pt x="320758" y="1666516"/>
                    </a:moveTo>
                    <a:lnTo>
                      <a:pt x="348654" y="1641009"/>
                    </a:lnTo>
                    <a:moveTo>
                      <a:pt x="348654" y="1641009"/>
                    </a:moveTo>
                    <a:lnTo>
                      <a:pt x="376551" y="1615502"/>
                    </a:lnTo>
                    <a:moveTo>
                      <a:pt x="376551" y="1615502"/>
                    </a:moveTo>
                    <a:lnTo>
                      <a:pt x="404447" y="1589994"/>
                    </a:lnTo>
                    <a:moveTo>
                      <a:pt x="404447" y="1589994"/>
                    </a:moveTo>
                    <a:lnTo>
                      <a:pt x="432344" y="1564487"/>
                    </a:lnTo>
                    <a:moveTo>
                      <a:pt x="432344" y="1564487"/>
                    </a:moveTo>
                    <a:lnTo>
                      <a:pt x="460241" y="1538980"/>
                    </a:lnTo>
                    <a:moveTo>
                      <a:pt x="460241" y="1538980"/>
                    </a:moveTo>
                    <a:lnTo>
                      <a:pt x="488137" y="1513472"/>
                    </a:lnTo>
                    <a:moveTo>
                      <a:pt x="488137" y="1513472"/>
                    </a:moveTo>
                    <a:lnTo>
                      <a:pt x="516034" y="1487965"/>
                    </a:lnTo>
                    <a:moveTo>
                      <a:pt x="516034" y="1487965"/>
                    </a:moveTo>
                    <a:lnTo>
                      <a:pt x="543930" y="1462458"/>
                    </a:lnTo>
                    <a:moveTo>
                      <a:pt x="543930" y="1462458"/>
                    </a:moveTo>
                    <a:lnTo>
                      <a:pt x="571827" y="1436950"/>
                    </a:lnTo>
                    <a:moveTo>
                      <a:pt x="571827" y="1436950"/>
                    </a:moveTo>
                    <a:lnTo>
                      <a:pt x="599723" y="1411443"/>
                    </a:lnTo>
                    <a:moveTo>
                      <a:pt x="599723" y="1411443"/>
                    </a:moveTo>
                    <a:lnTo>
                      <a:pt x="627620" y="1385936"/>
                    </a:lnTo>
                    <a:moveTo>
                      <a:pt x="627620" y="1385936"/>
                    </a:moveTo>
                    <a:lnTo>
                      <a:pt x="655516" y="1360428"/>
                    </a:lnTo>
                    <a:moveTo>
                      <a:pt x="655516" y="1360428"/>
                    </a:moveTo>
                    <a:lnTo>
                      <a:pt x="683413" y="1334921"/>
                    </a:lnTo>
                    <a:moveTo>
                      <a:pt x="683413" y="1334921"/>
                    </a:moveTo>
                    <a:lnTo>
                      <a:pt x="711309" y="1309414"/>
                    </a:lnTo>
                    <a:moveTo>
                      <a:pt x="711309" y="1309414"/>
                    </a:moveTo>
                    <a:lnTo>
                      <a:pt x="739206" y="1283906"/>
                    </a:lnTo>
                    <a:moveTo>
                      <a:pt x="739206" y="1283906"/>
                    </a:moveTo>
                    <a:lnTo>
                      <a:pt x="767102" y="1258399"/>
                    </a:lnTo>
                    <a:moveTo>
                      <a:pt x="767102" y="1258399"/>
                    </a:moveTo>
                    <a:lnTo>
                      <a:pt x="794999" y="1232892"/>
                    </a:lnTo>
                    <a:moveTo>
                      <a:pt x="794999" y="1232892"/>
                    </a:moveTo>
                    <a:lnTo>
                      <a:pt x="822895" y="1207384"/>
                    </a:lnTo>
                    <a:moveTo>
                      <a:pt x="822895" y="1207384"/>
                    </a:moveTo>
                    <a:lnTo>
                      <a:pt x="833170" y="1197990"/>
                    </a:lnTo>
                    <a:lnTo>
                      <a:pt x="818295" y="1179311"/>
                    </a:lnTo>
                    <a:moveTo>
                      <a:pt x="818295" y="1179311"/>
                    </a:moveTo>
                    <a:lnTo>
                      <a:pt x="799166" y="1155290"/>
                    </a:lnTo>
                    <a:moveTo>
                      <a:pt x="153379" y="1819560"/>
                    </a:moveTo>
                    <a:lnTo>
                      <a:pt x="181275" y="1794053"/>
                    </a:lnTo>
                    <a:moveTo>
                      <a:pt x="181275" y="1794053"/>
                    </a:moveTo>
                    <a:lnTo>
                      <a:pt x="209172" y="1768546"/>
                    </a:lnTo>
                    <a:moveTo>
                      <a:pt x="209172" y="1768546"/>
                    </a:moveTo>
                    <a:lnTo>
                      <a:pt x="237068" y="1743038"/>
                    </a:lnTo>
                    <a:moveTo>
                      <a:pt x="237068" y="1743038"/>
                    </a:moveTo>
                    <a:lnTo>
                      <a:pt x="264965" y="1717531"/>
                    </a:lnTo>
                    <a:moveTo>
                      <a:pt x="264965" y="1717531"/>
                    </a:moveTo>
                    <a:lnTo>
                      <a:pt x="292861" y="1692024"/>
                    </a:lnTo>
                    <a:moveTo>
                      <a:pt x="292861" y="1692024"/>
                    </a:moveTo>
                    <a:lnTo>
                      <a:pt x="320758" y="1666516"/>
                    </a:lnTo>
                    <a:moveTo>
                      <a:pt x="320758" y="1666516"/>
                    </a:moveTo>
                    <a:lnTo>
                      <a:pt x="348654" y="1641009"/>
                    </a:lnTo>
                    <a:moveTo>
                      <a:pt x="348654" y="1641009"/>
                    </a:moveTo>
                    <a:lnTo>
                      <a:pt x="376551" y="1615502"/>
                    </a:lnTo>
                    <a:moveTo>
                      <a:pt x="376551" y="1615502"/>
                    </a:moveTo>
                    <a:lnTo>
                      <a:pt x="404447" y="1589994"/>
                    </a:lnTo>
                    <a:moveTo>
                      <a:pt x="404447" y="1589994"/>
                    </a:moveTo>
                    <a:lnTo>
                      <a:pt x="432344" y="1564487"/>
                    </a:lnTo>
                    <a:moveTo>
                      <a:pt x="432344" y="1564487"/>
                    </a:moveTo>
                    <a:lnTo>
                      <a:pt x="460241" y="1538980"/>
                    </a:lnTo>
                    <a:moveTo>
                      <a:pt x="460241" y="1538980"/>
                    </a:moveTo>
                    <a:lnTo>
                      <a:pt x="488137" y="1513472"/>
                    </a:lnTo>
                    <a:moveTo>
                      <a:pt x="488137" y="1513472"/>
                    </a:moveTo>
                    <a:lnTo>
                      <a:pt x="516034" y="1487965"/>
                    </a:lnTo>
                    <a:moveTo>
                      <a:pt x="516034" y="1487965"/>
                    </a:moveTo>
                    <a:lnTo>
                      <a:pt x="543930" y="1462458"/>
                    </a:lnTo>
                    <a:moveTo>
                      <a:pt x="543930" y="1462458"/>
                    </a:moveTo>
                    <a:lnTo>
                      <a:pt x="571827" y="1436950"/>
                    </a:lnTo>
                    <a:moveTo>
                      <a:pt x="571827" y="1436950"/>
                    </a:moveTo>
                    <a:lnTo>
                      <a:pt x="599723" y="1411443"/>
                    </a:lnTo>
                    <a:moveTo>
                      <a:pt x="599723" y="1411443"/>
                    </a:moveTo>
                    <a:lnTo>
                      <a:pt x="627620" y="1385936"/>
                    </a:lnTo>
                    <a:moveTo>
                      <a:pt x="627620" y="1385936"/>
                    </a:moveTo>
                    <a:lnTo>
                      <a:pt x="655516" y="1360428"/>
                    </a:lnTo>
                    <a:moveTo>
                      <a:pt x="655516" y="1360428"/>
                    </a:moveTo>
                    <a:lnTo>
                      <a:pt x="683413" y="1334921"/>
                    </a:lnTo>
                    <a:moveTo>
                      <a:pt x="683413" y="1334921"/>
                    </a:moveTo>
                    <a:lnTo>
                      <a:pt x="711309" y="1309414"/>
                    </a:lnTo>
                    <a:moveTo>
                      <a:pt x="711309" y="1309414"/>
                    </a:moveTo>
                    <a:lnTo>
                      <a:pt x="739206" y="1283906"/>
                    </a:lnTo>
                    <a:moveTo>
                      <a:pt x="739206" y="1283906"/>
                    </a:moveTo>
                    <a:lnTo>
                      <a:pt x="767102" y="1258399"/>
                    </a:lnTo>
                    <a:moveTo>
                      <a:pt x="767102" y="1258399"/>
                    </a:moveTo>
                    <a:lnTo>
                      <a:pt x="794999" y="1232892"/>
                    </a:lnTo>
                    <a:moveTo>
                      <a:pt x="794999" y="1232892"/>
                    </a:moveTo>
                    <a:lnTo>
                      <a:pt x="822895" y="1207384"/>
                    </a:lnTo>
                    <a:moveTo>
                      <a:pt x="822895" y="1207384"/>
                    </a:moveTo>
                    <a:lnTo>
                      <a:pt x="833170" y="1197990"/>
                    </a:lnTo>
                    <a:lnTo>
                      <a:pt x="818295" y="1179311"/>
                    </a:lnTo>
                    <a:moveTo>
                      <a:pt x="818295" y="1179311"/>
                    </a:moveTo>
                    <a:lnTo>
                      <a:pt x="799166" y="1155290"/>
                    </a:lnTo>
                    <a:moveTo>
                      <a:pt x="0" y="1238749"/>
                    </a:moveTo>
                    <a:lnTo>
                      <a:pt x="16415" y="1272799"/>
                    </a:lnTo>
                    <a:moveTo>
                      <a:pt x="16415" y="1272799"/>
                    </a:moveTo>
                    <a:lnTo>
                      <a:pt x="32830" y="1306849"/>
                    </a:lnTo>
                    <a:moveTo>
                      <a:pt x="32830" y="1306849"/>
                    </a:moveTo>
                    <a:lnTo>
                      <a:pt x="33436" y="1308105"/>
                    </a:lnTo>
                    <a:moveTo>
                      <a:pt x="0" y="1238749"/>
                    </a:moveTo>
                    <a:lnTo>
                      <a:pt x="16415" y="1272799"/>
                    </a:lnTo>
                    <a:moveTo>
                      <a:pt x="16415" y="1272799"/>
                    </a:moveTo>
                    <a:lnTo>
                      <a:pt x="32830" y="1306849"/>
                    </a:lnTo>
                    <a:moveTo>
                      <a:pt x="32830" y="1306849"/>
                    </a:moveTo>
                    <a:lnTo>
                      <a:pt x="33436" y="1308105"/>
                    </a:lnTo>
                    <a:moveTo>
                      <a:pt x="33436" y="1308105"/>
                    </a:moveTo>
                    <a:lnTo>
                      <a:pt x="65477" y="1288050"/>
                    </a:lnTo>
                    <a:moveTo>
                      <a:pt x="65477" y="1288050"/>
                    </a:moveTo>
                    <a:lnTo>
                      <a:pt x="97518" y="1267995"/>
                    </a:lnTo>
                    <a:moveTo>
                      <a:pt x="97518" y="1267995"/>
                    </a:moveTo>
                    <a:lnTo>
                      <a:pt x="129560" y="1247940"/>
                    </a:lnTo>
                    <a:moveTo>
                      <a:pt x="129560" y="1247940"/>
                    </a:moveTo>
                    <a:lnTo>
                      <a:pt x="161347" y="1228044"/>
                    </a:lnTo>
                    <a:lnTo>
                      <a:pt x="161584" y="1227861"/>
                    </a:lnTo>
                    <a:moveTo>
                      <a:pt x="161584" y="1227861"/>
                    </a:moveTo>
                    <a:lnTo>
                      <a:pt x="191482" y="1204733"/>
                    </a:lnTo>
                    <a:moveTo>
                      <a:pt x="191482" y="1204733"/>
                    </a:moveTo>
                    <a:lnTo>
                      <a:pt x="221381" y="1181604"/>
                    </a:lnTo>
                    <a:moveTo>
                      <a:pt x="221381" y="1181604"/>
                    </a:moveTo>
                    <a:lnTo>
                      <a:pt x="251279" y="1158475"/>
                    </a:lnTo>
                    <a:moveTo>
                      <a:pt x="251279" y="1158475"/>
                    </a:moveTo>
                    <a:lnTo>
                      <a:pt x="281177" y="1135347"/>
                    </a:lnTo>
                    <a:moveTo>
                      <a:pt x="281177" y="1135347"/>
                    </a:moveTo>
                    <a:lnTo>
                      <a:pt x="311075" y="1112218"/>
                    </a:lnTo>
                    <a:moveTo>
                      <a:pt x="311075" y="1112218"/>
                    </a:moveTo>
                    <a:lnTo>
                      <a:pt x="340974" y="1089090"/>
                    </a:lnTo>
                    <a:moveTo>
                      <a:pt x="340974" y="1089090"/>
                    </a:moveTo>
                    <a:lnTo>
                      <a:pt x="370872" y="1065961"/>
                    </a:lnTo>
                    <a:moveTo>
                      <a:pt x="370872" y="1065961"/>
                    </a:moveTo>
                    <a:lnTo>
                      <a:pt x="400770" y="1042832"/>
                    </a:lnTo>
                    <a:moveTo>
                      <a:pt x="400770" y="1042832"/>
                    </a:moveTo>
                    <a:lnTo>
                      <a:pt x="430669" y="1019704"/>
                    </a:lnTo>
                    <a:moveTo>
                      <a:pt x="430669" y="1019704"/>
                    </a:moveTo>
                    <a:lnTo>
                      <a:pt x="460567" y="996575"/>
                    </a:lnTo>
                    <a:moveTo>
                      <a:pt x="460567" y="996575"/>
                    </a:moveTo>
                    <a:lnTo>
                      <a:pt x="490465" y="973447"/>
                    </a:lnTo>
                    <a:moveTo>
                      <a:pt x="490465" y="973447"/>
                    </a:moveTo>
                    <a:lnTo>
                      <a:pt x="520363" y="950318"/>
                    </a:lnTo>
                    <a:moveTo>
                      <a:pt x="520363" y="950318"/>
                    </a:moveTo>
                    <a:lnTo>
                      <a:pt x="550262" y="927189"/>
                    </a:lnTo>
                    <a:moveTo>
                      <a:pt x="550262" y="927189"/>
                    </a:moveTo>
                    <a:lnTo>
                      <a:pt x="580160" y="904061"/>
                    </a:lnTo>
                    <a:moveTo>
                      <a:pt x="580160" y="904061"/>
                    </a:moveTo>
                    <a:lnTo>
                      <a:pt x="610058" y="880932"/>
                    </a:lnTo>
                    <a:moveTo>
                      <a:pt x="610058" y="880932"/>
                    </a:moveTo>
                    <a:lnTo>
                      <a:pt x="639957" y="857804"/>
                    </a:lnTo>
                    <a:moveTo>
                      <a:pt x="639957" y="857804"/>
                    </a:moveTo>
                    <a:lnTo>
                      <a:pt x="669855" y="834675"/>
                    </a:lnTo>
                    <a:moveTo>
                      <a:pt x="669855" y="834675"/>
                    </a:moveTo>
                    <a:lnTo>
                      <a:pt x="699753" y="811546"/>
                    </a:lnTo>
                    <a:moveTo>
                      <a:pt x="699753" y="811546"/>
                    </a:moveTo>
                    <a:lnTo>
                      <a:pt x="729651" y="788418"/>
                    </a:lnTo>
                    <a:moveTo>
                      <a:pt x="729651" y="788418"/>
                    </a:moveTo>
                    <a:lnTo>
                      <a:pt x="759550" y="765289"/>
                    </a:lnTo>
                    <a:moveTo>
                      <a:pt x="759550" y="765289"/>
                    </a:moveTo>
                    <a:lnTo>
                      <a:pt x="789448" y="742161"/>
                    </a:lnTo>
                    <a:moveTo>
                      <a:pt x="789448" y="742161"/>
                    </a:moveTo>
                    <a:lnTo>
                      <a:pt x="819346" y="719032"/>
                    </a:lnTo>
                    <a:moveTo>
                      <a:pt x="819346" y="719032"/>
                    </a:moveTo>
                    <a:lnTo>
                      <a:pt x="849245" y="695903"/>
                    </a:lnTo>
                    <a:moveTo>
                      <a:pt x="849245" y="695903"/>
                    </a:moveTo>
                    <a:lnTo>
                      <a:pt x="879143" y="672775"/>
                    </a:lnTo>
                    <a:moveTo>
                      <a:pt x="879143" y="672775"/>
                    </a:moveTo>
                    <a:lnTo>
                      <a:pt x="909041" y="649646"/>
                    </a:lnTo>
                    <a:moveTo>
                      <a:pt x="909041" y="649646"/>
                    </a:moveTo>
                    <a:lnTo>
                      <a:pt x="938939" y="626518"/>
                    </a:lnTo>
                    <a:moveTo>
                      <a:pt x="938939" y="626518"/>
                    </a:moveTo>
                    <a:lnTo>
                      <a:pt x="968838" y="603389"/>
                    </a:lnTo>
                    <a:moveTo>
                      <a:pt x="968838" y="603389"/>
                    </a:moveTo>
                    <a:lnTo>
                      <a:pt x="998736" y="580260"/>
                    </a:lnTo>
                    <a:moveTo>
                      <a:pt x="998736" y="580260"/>
                    </a:moveTo>
                    <a:lnTo>
                      <a:pt x="1028634" y="557132"/>
                    </a:lnTo>
                    <a:moveTo>
                      <a:pt x="1028634" y="557132"/>
                    </a:moveTo>
                    <a:lnTo>
                      <a:pt x="1058533" y="534003"/>
                    </a:lnTo>
                    <a:moveTo>
                      <a:pt x="1058533" y="534003"/>
                    </a:moveTo>
                    <a:lnTo>
                      <a:pt x="1088431" y="510875"/>
                    </a:lnTo>
                    <a:moveTo>
                      <a:pt x="1088431" y="510875"/>
                    </a:moveTo>
                    <a:lnTo>
                      <a:pt x="1118329" y="487746"/>
                    </a:lnTo>
                    <a:moveTo>
                      <a:pt x="1118329" y="487746"/>
                    </a:moveTo>
                    <a:lnTo>
                      <a:pt x="1148228" y="464617"/>
                    </a:lnTo>
                    <a:moveTo>
                      <a:pt x="1148228" y="464617"/>
                    </a:moveTo>
                    <a:lnTo>
                      <a:pt x="1178126" y="441489"/>
                    </a:lnTo>
                    <a:moveTo>
                      <a:pt x="1178126" y="441489"/>
                    </a:moveTo>
                    <a:lnTo>
                      <a:pt x="1208024" y="418360"/>
                    </a:lnTo>
                    <a:moveTo>
                      <a:pt x="1208024" y="418360"/>
                    </a:moveTo>
                    <a:lnTo>
                      <a:pt x="1237922" y="395232"/>
                    </a:lnTo>
                    <a:moveTo>
                      <a:pt x="1237922" y="395232"/>
                    </a:moveTo>
                    <a:lnTo>
                      <a:pt x="1267821" y="372103"/>
                    </a:lnTo>
                    <a:moveTo>
                      <a:pt x="1267821" y="372103"/>
                    </a:moveTo>
                    <a:lnTo>
                      <a:pt x="1297719" y="348974"/>
                    </a:lnTo>
                    <a:moveTo>
                      <a:pt x="1297719" y="348974"/>
                    </a:moveTo>
                    <a:lnTo>
                      <a:pt x="1327617" y="325846"/>
                    </a:lnTo>
                    <a:moveTo>
                      <a:pt x="1327617" y="325846"/>
                    </a:moveTo>
                    <a:lnTo>
                      <a:pt x="1357516" y="302717"/>
                    </a:lnTo>
                    <a:moveTo>
                      <a:pt x="1357516" y="302717"/>
                    </a:moveTo>
                    <a:lnTo>
                      <a:pt x="1387414" y="279589"/>
                    </a:lnTo>
                    <a:moveTo>
                      <a:pt x="1387414" y="279589"/>
                    </a:moveTo>
                    <a:lnTo>
                      <a:pt x="1417312" y="256460"/>
                    </a:lnTo>
                    <a:moveTo>
                      <a:pt x="1417312" y="256460"/>
                    </a:moveTo>
                    <a:lnTo>
                      <a:pt x="1447210" y="233331"/>
                    </a:lnTo>
                    <a:moveTo>
                      <a:pt x="1447210" y="233331"/>
                    </a:moveTo>
                    <a:lnTo>
                      <a:pt x="1477109" y="210203"/>
                    </a:lnTo>
                    <a:moveTo>
                      <a:pt x="1477109" y="210203"/>
                    </a:moveTo>
                    <a:lnTo>
                      <a:pt x="1507007" y="187074"/>
                    </a:lnTo>
                    <a:moveTo>
                      <a:pt x="1507007" y="187074"/>
                    </a:moveTo>
                    <a:lnTo>
                      <a:pt x="1536905" y="163946"/>
                    </a:lnTo>
                    <a:moveTo>
                      <a:pt x="1536905" y="163946"/>
                    </a:moveTo>
                    <a:lnTo>
                      <a:pt x="1566804" y="140817"/>
                    </a:lnTo>
                    <a:moveTo>
                      <a:pt x="1566804" y="140817"/>
                    </a:moveTo>
                    <a:lnTo>
                      <a:pt x="1596702" y="117688"/>
                    </a:lnTo>
                    <a:moveTo>
                      <a:pt x="1596702" y="117688"/>
                    </a:moveTo>
                    <a:lnTo>
                      <a:pt x="1626600" y="94560"/>
                    </a:lnTo>
                    <a:moveTo>
                      <a:pt x="1626600" y="94560"/>
                    </a:moveTo>
                    <a:lnTo>
                      <a:pt x="1656498" y="71431"/>
                    </a:lnTo>
                    <a:moveTo>
                      <a:pt x="1656498" y="71431"/>
                    </a:moveTo>
                    <a:lnTo>
                      <a:pt x="1686397" y="48303"/>
                    </a:lnTo>
                    <a:moveTo>
                      <a:pt x="1686397" y="48303"/>
                    </a:moveTo>
                    <a:lnTo>
                      <a:pt x="1716295" y="25174"/>
                    </a:lnTo>
                    <a:moveTo>
                      <a:pt x="1716295" y="25174"/>
                    </a:moveTo>
                    <a:lnTo>
                      <a:pt x="1746193" y="2045"/>
                    </a:lnTo>
                    <a:moveTo>
                      <a:pt x="1746193" y="2045"/>
                    </a:moveTo>
                    <a:lnTo>
                      <a:pt x="1748838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73" name="Контур"/>
              <p:cNvSpPr/>
              <p:nvPr/>
            </p:nvSpPr>
            <p:spPr>
              <a:xfrm>
                <a:off x="6581891" y="3297294"/>
                <a:ext cx="3343092" cy="2585894"/>
              </a:xfrm>
              <a:custGeom>
                <a:avLst/>
                <a:gdLst/>
                <a:ahLst/>
                <a:cxnLst/>
                <a:rect l="l" t="t" r="r" b="b"/>
                <a:pathLst>
                  <a:path w="3343092" h="2585894" fill="none">
                    <a:moveTo>
                      <a:pt x="0" y="2585894"/>
                    </a:moveTo>
                    <a:lnTo>
                      <a:pt x="29900" y="2562767"/>
                    </a:lnTo>
                    <a:moveTo>
                      <a:pt x="29900" y="2562767"/>
                    </a:moveTo>
                    <a:lnTo>
                      <a:pt x="59799" y="2539639"/>
                    </a:lnTo>
                    <a:moveTo>
                      <a:pt x="59799" y="2539639"/>
                    </a:moveTo>
                    <a:lnTo>
                      <a:pt x="89698" y="2516512"/>
                    </a:lnTo>
                    <a:moveTo>
                      <a:pt x="89698" y="2516512"/>
                    </a:moveTo>
                    <a:lnTo>
                      <a:pt x="119598" y="2493385"/>
                    </a:lnTo>
                    <a:moveTo>
                      <a:pt x="119598" y="2493385"/>
                    </a:moveTo>
                    <a:lnTo>
                      <a:pt x="149497" y="2470258"/>
                    </a:lnTo>
                    <a:moveTo>
                      <a:pt x="149497" y="2470258"/>
                    </a:moveTo>
                    <a:lnTo>
                      <a:pt x="179396" y="2447130"/>
                    </a:lnTo>
                    <a:moveTo>
                      <a:pt x="179396" y="2447130"/>
                    </a:moveTo>
                    <a:lnTo>
                      <a:pt x="209296" y="2424003"/>
                    </a:lnTo>
                    <a:moveTo>
                      <a:pt x="209296" y="2424003"/>
                    </a:moveTo>
                    <a:lnTo>
                      <a:pt x="239195" y="2400876"/>
                    </a:lnTo>
                    <a:moveTo>
                      <a:pt x="239195" y="2400876"/>
                    </a:moveTo>
                    <a:lnTo>
                      <a:pt x="269094" y="2377749"/>
                    </a:lnTo>
                    <a:moveTo>
                      <a:pt x="269094" y="2377749"/>
                    </a:moveTo>
                    <a:lnTo>
                      <a:pt x="298994" y="2354621"/>
                    </a:lnTo>
                    <a:moveTo>
                      <a:pt x="298994" y="2354621"/>
                    </a:moveTo>
                    <a:lnTo>
                      <a:pt x="328893" y="2331494"/>
                    </a:lnTo>
                    <a:moveTo>
                      <a:pt x="328893" y="2331494"/>
                    </a:moveTo>
                    <a:lnTo>
                      <a:pt x="358792" y="2308367"/>
                    </a:lnTo>
                    <a:moveTo>
                      <a:pt x="358792" y="2308367"/>
                    </a:moveTo>
                    <a:lnTo>
                      <a:pt x="388692" y="2285240"/>
                    </a:lnTo>
                    <a:moveTo>
                      <a:pt x="388692" y="2285240"/>
                    </a:moveTo>
                    <a:lnTo>
                      <a:pt x="418591" y="2262112"/>
                    </a:lnTo>
                    <a:moveTo>
                      <a:pt x="418591" y="2262112"/>
                    </a:moveTo>
                    <a:lnTo>
                      <a:pt x="448490" y="2238985"/>
                    </a:lnTo>
                    <a:moveTo>
                      <a:pt x="448490" y="2238985"/>
                    </a:moveTo>
                    <a:lnTo>
                      <a:pt x="478390" y="2215858"/>
                    </a:lnTo>
                    <a:moveTo>
                      <a:pt x="478390" y="2215858"/>
                    </a:moveTo>
                    <a:lnTo>
                      <a:pt x="508289" y="2192731"/>
                    </a:lnTo>
                    <a:moveTo>
                      <a:pt x="508289" y="2192731"/>
                    </a:moveTo>
                    <a:lnTo>
                      <a:pt x="538188" y="2169603"/>
                    </a:lnTo>
                    <a:moveTo>
                      <a:pt x="538188" y="2169603"/>
                    </a:moveTo>
                    <a:lnTo>
                      <a:pt x="568088" y="2146476"/>
                    </a:lnTo>
                    <a:moveTo>
                      <a:pt x="568088" y="2146476"/>
                    </a:moveTo>
                    <a:lnTo>
                      <a:pt x="597987" y="2123349"/>
                    </a:lnTo>
                    <a:moveTo>
                      <a:pt x="597987" y="2123349"/>
                    </a:moveTo>
                    <a:lnTo>
                      <a:pt x="627886" y="2100222"/>
                    </a:lnTo>
                    <a:moveTo>
                      <a:pt x="627886" y="2100222"/>
                    </a:moveTo>
                    <a:lnTo>
                      <a:pt x="657786" y="2077094"/>
                    </a:lnTo>
                    <a:moveTo>
                      <a:pt x="657786" y="2077094"/>
                    </a:moveTo>
                    <a:lnTo>
                      <a:pt x="687685" y="2053967"/>
                    </a:lnTo>
                    <a:moveTo>
                      <a:pt x="687685" y="2053967"/>
                    </a:moveTo>
                    <a:lnTo>
                      <a:pt x="717584" y="2030840"/>
                    </a:lnTo>
                    <a:moveTo>
                      <a:pt x="717584" y="2030840"/>
                    </a:moveTo>
                    <a:lnTo>
                      <a:pt x="747484" y="2007713"/>
                    </a:lnTo>
                    <a:moveTo>
                      <a:pt x="747484" y="2007713"/>
                    </a:moveTo>
                    <a:lnTo>
                      <a:pt x="777383" y="1984585"/>
                    </a:lnTo>
                    <a:moveTo>
                      <a:pt x="777383" y="1984585"/>
                    </a:moveTo>
                    <a:lnTo>
                      <a:pt x="807282" y="1961458"/>
                    </a:lnTo>
                    <a:moveTo>
                      <a:pt x="807282" y="1961458"/>
                    </a:moveTo>
                    <a:lnTo>
                      <a:pt x="837182" y="1938331"/>
                    </a:lnTo>
                    <a:moveTo>
                      <a:pt x="837182" y="1938331"/>
                    </a:moveTo>
                    <a:lnTo>
                      <a:pt x="867081" y="1915204"/>
                    </a:lnTo>
                    <a:moveTo>
                      <a:pt x="867081" y="1915204"/>
                    </a:moveTo>
                    <a:lnTo>
                      <a:pt x="896980" y="1892076"/>
                    </a:lnTo>
                    <a:moveTo>
                      <a:pt x="896980" y="1892076"/>
                    </a:moveTo>
                    <a:lnTo>
                      <a:pt x="926880" y="1868949"/>
                    </a:lnTo>
                    <a:moveTo>
                      <a:pt x="926880" y="1868949"/>
                    </a:moveTo>
                    <a:lnTo>
                      <a:pt x="956779" y="1845822"/>
                    </a:lnTo>
                    <a:moveTo>
                      <a:pt x="956779" y="1845822"/>
                    </a:moveTo>
                    <a:lnTo>
                      <a:pt x="986678" y="1822695"/>
                    </a:lnTo>
                    <a:moveTo>
                      <a:pt x="986678" y="1822695"/>
                    </a:moveTo>
                    <a:lnTo>
                      <a:pt x="1016578" y="1799567"/>
                    </a:lnTo>
                    <a:moveTo>
                      <a:pt x="1016578" y="1799567"/>
                    </a:moveTo>
                    <a:lnTo>
                      <a:pt x="1046477" y="1776440"/>
                    </a:lnTo>
                    <a:moveTo>
                      <a:pt x="1046477" y="1776440"/>
                    </a:moveTo>
                    <a:lnTo>
                      <a:pt x="1076376" y="1753313"/>
                    </a:lnTo>
                    <a:moveTo>
                      <a:pt x="1076376" y="1753313"/>
                    </a:moveTo>
                    <a:lnTo>
                      <a:pt x="1106276" y="1730186"/>
                    </a:lnTo>
                    <a:moveTo>
                      <a:pt x="1106276" y="1730186"/>
                    </a:moveTo>
                    <a:lnTo>
                      <a:pt x="1136175" y="1707058"/>
                    </a:lnTo>
                    <a:moveTo>
                      <a:pt x="1136175" y="1707058"/>
                    </a:moveTo>
                    <a:lnTo>
                      <a:pt x="1166074" y="1683931"/>
                    </a:lnTo>
                    <a:moveTo>
                      <a:pt x="1166074" y="1683931"/>
                    </a:moveTo>
                    <a:lnTo>
                      <a:pt x="1195974" y="1660804"/>
                    </a:lnTo>
                    <a:moveTo>
                      <a:pt x="1195974" y="1660804"/>
                    </a:moveTo>
                    <a:lnTo>
                      <a:pt x="1225873" y="1637677"/>
                    </a:lnTo>
                    <a:moveTo>
                      <a:pt x="1225873" y="1637677"/>
                    </a:moveTo>
                    <a:lnTo>
                      <a:pt x="1255772" y="1614549"/>
                    </a:lnTo>
                    <a:moveTo>
                      <a:pt x="1255772" y="1614549"/>
                    </a:moveTo>
                    <a:lnTo>
                      <a:pt x="1285672" y="1591422"/>
                    </a:lnTo>
                    <a:moveTo>
                      <a:pt x="1285672" y="1591422"/>
                    </a:moveTo>
                    <a:lnTo>
                      <a:pt x="1315571" y="1568295"/>
                    </a:lnTo>
                    <a:moveTo>
                      <a:pt x="1315571" y="1568295"/>
                    </a:moveTo>
                    <a:lnTo>
                      <a:pt x="1345470" y="1545168"/>
                    </a:lnTo>
                    <a:moveTo>
                      <a:pt x="1345470" y="1545168"/>
                    </a:moveTo>
                    <a:lnTo>
                      <a:pt x="1375370" y="1522040"/>
                    </a:lnTo>
                    <a:moveTo>
                      <a:pt x="1375370" y="1522040"/>
                    </a:moveTo>
                    <a:lnTo>
                      <a:pt x="1405269" y="1498913"/>
                    </a:lnTo>
                    <a:moveTo>
                      <a:pt x="1405269" y="1498913"/>
                    </a:moveTo>
                    <a:lnTo>
                      <a:pt x="1435168" y="1475786"/>
                    </a:lnTo>
                    <a:moveTo>
                      <a:pt x="1435168" y="1475786"/>
                    </a:moveTo>
                    <a:lnTo>
                      <a:pt x="1465068" y="1452659"/>
                    </a:lnTo>
                    <a:moveTo>
                      <a:pt x="1465068" y="1452659"/>
                    </a:moveTo>
                    <a:lnTo>
                      <a:pt x="1494967" y="1429531"/>
                    </a:lnTo>
                    <a:moveTo>
                      <a:pt x="1494967" y="1429531"/>
                    </a:moveTo>
                    <a:lnTo>
                      <a:pt x="1524866" y="1406404"/>
                    </a:lnTo>
                    <a:moveTo>
                      <a:pt x="1524866" y="1406404"/>
                    </a:moveTo>
                    <a:lnTo>
                      <a:pt x="1554766" y="1383277"/>
                    </a:lnTo>
                    <a:moveTo>
                      <a:pt x="1554766" y="1383277"/>
                    </a:moveTo>
                    <a:lnTo>
                      <a:pt x="1584665" y="1360150"/>
                    </a:lnTo>
                    <a:moveTo>
                      <a:pt x="1584665" y="1360150"/>
                    </a:moveTo>
                    <a:lnTo>
                      <a:pt x="1614564" y="1337022"/>
                    </a:lnTo>
                    <a:moveTo>
                      <a:pt x="1614564" y="1337022"/>
                    </a:moveTo>
                    <a:lnTo>
                      <a:pt x="1644464" y="1313895"/>
                    </a:lnTo>
                    <a:moveTo>
                      <a:pt x="1644464" y="1313895"/>
                    </a:moveTo>
                    <a:lnTo>
                      <a:pt x="1674363" y="1290768"/>
                    </a:lnTo>
                    <a:moveTo>
                      <a:pt x="1674363" y="1290768"/>
                    </a:moveTo>
                    <a:lnTo>
                      <a:pt x="1704262" y="1267641"/>
                    </a:lnTo>
                    <a:moveTo>
                      <a:pt x="1704262" y="1267641"/>
                    </a:moveTo>
                    <a:lnTo>
                      <a:pt x="1734162" y="1244513"/>
                    </a:lnTo>
                    <a:moveTo>
                      <a:pt x="1734162" y="1244513"/>
                    </a:moveTo>
                    <a:lnTo>
                      <a:pt x="1764061" y="1221386"/>
                    </a:lnTo>
                    <a:moveTo>
                      <a:pt x="1764061" y="1221386"/>
                    </a:moveTo>
                    <a:lnTo>
                      <a:pt x="1793960" y="1198259"/>
                    </a:lnTo>
                    <a:moveTo>
                      <a:pt x="1793960" y="1198259"/>
                    </a:moveTo>
                    <a:lnTo>
                      <a:pt x="1823860" y="1175132"/>
                    </a:lnTo>
                    <a:moveTo>
                      <a:pt x="1823860" y="1175132"/>
                    </a:moveTo>
                    <a:lnTo>
                      <a:pt x="1853759" y="1152004"/>
                    </a:lnTo>
                    <a:moveTo>
                      <a:pt x="1853759" y="1152004"/>
                    </a:moveTo>
                    <a:lnTo>
                      <a:pt x="1883658" y="1128877"/>
                    </a:lnTo>
                    <a:moveTo>
                      <a:pt x="1883658" y="1128877"/>
                    </a:moveTo>
                    <a:lnTo>
                      <a:pt x="1913558" y="1105750"/>
                    </a:lnTo>
                    <a:moveTo>
                      <a:pt x="1913558" y="1105750"/>
                    </a:moveTo>
                    <a:lnTo>
                      <a:pt x="1943457" y="1082623"/>
                    </a:lnTo>
                    <a:moveTo>
                      <a:pt x="1943457" y="1082623"/>
                    </a:moveTo>
                    <a:lnTo>
                      <a:pt x="1973356" y="1059495"/>
                    </a:lnTo>
                    <a:moveTo>
                      <a:pt x="1973356" y="1059495"/>
                    </a:moveTo>
                    <a:lnTo>
                      <a:pt x="2003256" y="1036368"/>
                    </a:lnTo>
                    <a:moveTo>
                      <a:pt x="2003256" y="1036368"/>
                    </a:moveTo>
                    <a:lnTo>
                      <a:pt x="2033155" y="1013241"/>
                    </a:lnTo>
                    <a:moveTo>
                      <a:pt x="2033155" y="1013241"/>
                    </a:moveTo>
                    <a:lnTo>
                      <a:pt x="2063054" y="990114"/>
                    </a:lnTo>
                    <a:moveTo>
                      <a:pt x="2063054" y="990114"/>
                    </a:moveTo>
                    <a:lnTo>
                      <a:pt x="2092954" y="966986"/>
                    </a:lnTo>
                    <a:moveTo>
                      <a:pt x="2092954" y="966986"/>
                    </a:moveTo>
                    <a:lnTo>
                      <a:pt x="2122853" y="943859"/>
                    </a:lnTo>
                    <a:moveTo>
                      <a:pt x="2122853" y="943859"/>
                    </a:moveTo>
                    <a:lnTo>
                      <a:pt x="2152752" y="920732"/>
                    </a:lnTo>
                    <a:moveTo>
                      <a:pt x="2152752" y="920732"/>
                    </a:moveTo>
                    <a:lnTo>
                      <a:pt x="2182652" y="897605"/>
                    </a:lnTo>
                    <a:moveTo>
                      <a:pt x="2182652" y="897605"/>
                    </a:moveTo>
                    <a:lnTo>
                      <a:pt x="2212551" y="874477"/>
                    </a:lnTo>
                    <a:moveTo>
                      <a:pt x="2212551" y="874477"/>
                    </a:moveTo>
                    <a:lnTo>
                      <a:pt x="2242450" y="851350"/>
                    </a:lnTo>
                    <a:moveTo>
                      <a:pt x="2242450" y="851350"/>
                    </a:moveTo>
                    <a:lnTo>
                      <a:pt x="2272350" y="828223"/>
                    </a:lnTo>
                    <a:moveTo>
                      <a:pt x="2272350" y="828223"/>
                    </a:moveTo>
                    <a:lnTo>
                      <a:pt x="2302249" y="805096"/>
                    </a:lnTo>
                    <a:moveTo>
                      <a:pt x="2302249" y="805096"/>
                    </a:moveTo>
                    <a:lnTo>
                      <a:pt x="2332148" y="781968"/>
                    </a:lnTo>
                    <a:moveTo>
                      <a:pt x="2332148" y="781968"/>
                    </a:moveTo>
                    <a:lnTo>
                      <a:pt x="2362048" y="758841"/>
                    </a:lnTo>
                    <a:moveTo>
                      <a:pt x="2362048" y="758841"/>
                    </a:moveTo>
                    <a:lnTo>
                      <a:pt x="2391947" y="735714"/>
                    </a:lnTo>
                    <a:moveTo>
                      <a:pt x="2391947" y="735714"/>
                    </a:moveTo>
                    <a:lnTo>
                      <a:pt x="2421847" y="712587"/>
                    </a:lnTo>
                    <a:moveTo>
                      <a:pt x="2421847" y="712587"/>
                    </a:moveTo>
                    <a:lnTo>
                      <a:pt x="2451746" y="689459"/>
                    </a:lnTo>
                    <a:moveTo>
                      <a:pt x="2451746" y="689459"/>
                    </a:moveTo>
                    <a:lnTo>
                      <a:pt x="2481645" y="666332"/>
                    </a:lnTo>
                    <a:moveTo>
                      <a:pt x="2481645" y="666332"/>
                    </a:moveTo>
                    <a:lnTo>
                      <a:pt x="2511545" y="643205"/>
                    </a:lnTo>
                    <a:moveTo>
                      <a:pt x="2511545" y="643205"/>
                    </a:moveTo>
                    <a:lnTo>
                      <a:pt x="2541444" y="620078"/>
                    </a:lnTo>
                    <a:moveTo>
                      <a:pt x="2541444" y="620078"/>
                    </a:moveTo>
                    <a:lnTo>
                      <a:pt x="2571343" y="596950"/>
                    </a:lnTo>
                    <a:moveTo>
                      <a:pt x="2571343" y="596950"/>
                    </a:moveTo>
                    <a:lnTo>
                      <a:pt x="2601243" y="573823"/>
                    </a:lnTo>
                    <a:moveTo>
                      <a:pt x="2601243" y="573823"/>
                    </a:moveTo>
                    <a:lnTo>
                      <a:pt x="2631142" y="550696"/>
                    </a:lnTo>
                    <a:moveTo>
                      <a:pt x="2631142" y="550696"/>
                    </a:moveTo>
                    <a:lnTo>
                      <a:pt x="2661041" y="527569"/>
                    </a:lnTo>
                    <a:moveTo>
                      <a:pt x="2661041" y="527569"/>
                    </a:moveTo>
                    <a:lnTo>
                      <a:pt x="2690941" y="504441"/>
                    </a:lnTo>
                    <a:moveTo>
                      <a:pt x="2690941" y="504441"/>
                    </a:moveTo>
                    <a:lnTo>
                      <a:pt x="2720840" y="481314"/>
                    </a:lnTo>
                    <a:moveTo>
                      <a:pt x="2720840" y="481314"/>
                    </a:moveTo>
                    <a:lnTo>
                      <a:pt x="2750739" y="458187"/>
                    </a:lnTo>
                    <a:moveTo>
                      <a:pt x="2750739" y="458187"/>
                    </a:moveTo>
                    <a:lnTo>
                      <a:pt x="2780639" y="435060"/>
                    </a:lnTo>
                    <a:moveTo>
                      <a:pt x="2780639" y="435060"/>
                    </a:moveTo>
                    <a:lnTo>
                      <a:pt x="2810538" y="411932"/>
                    </a:lnTo>
                    <a:moveTo>
                      <a:pt x="2810538" y="411932"/>
                    </a:moveTo>
                    <a:lnTo>
                      <a:pt x="2840437" y="388805"/>
                    </a:lnTo>
                    <a:moveTo>
                      <a:pt x="2840437" y="388805"/>
                    </a:moveTo>
                    <a:lnTo>
                      <a:pt x="2870337" y="365678"/>
                    </a:lnTo>
                    <a:moveTo>
                      <a:pt x="2870337" y="365678"/>
                    </a:moveTo>
                    <a:lnTo>
                      <a:pt x="2900236" y="342551"/>
                    </a:lnTo>
                    <a:moveTo>
                      <a:pt x="2900236" y="342551"/>
                    </a:moveTo>
                    <a:lnTo>
                      <a:pt x="2930135" y="319423"/>
                    </a:lnTo>
                    <a:moveTo>
                      <a:pt x="2930135" y="319423"/>
                    </a:moveTo>
                    <a:lnTo>
                      <a:pt x="2960035" y="296296"/>
                    </a:lnTo>
                    <a:moveTo>
                      <a:pt x="2960035" y="296296"/>
                    </a:moveTo>
                    <a:lnTo>
                      <a:pt x="2989934" y="273169"/>
                    </a:lnTo>
                    <a:moveTo>
                      <a:pt x="2989934" y="273169"/>
                    </a:moveTo>
                    <a:lnTo>
                      <a:pt x="3019833" y="250042"/>
                    </a:lnTo>
                    <a:moveTo>
                      <a:pt x="3019833" y="250042"/>
                    </a:moveTo>
                    <a:lnTo>
                      <a:pt x="3049733" y="226914"/>
                    </a:lnTo>
                    <a:moveTo>
                      <a:pt x="3049733" y="226914"/>
                    </a:moveTo>
                    <a:lnTo>
                      <a:pt x="3079632" y="203787"/>
                    </a:lnTo>
                    <a:moveTo>
                      <a:pt x="3079632" y="203787"/>
                    </a:moveTo>
                    <a:lnTo>
                      <a:pt x="3109531" y="180660"/>
                    </a:lnTo>
                    <a:moveTo>
                      <a:pt x="3109531" y="180660"/>
                    </a:moveTo>
                    <a:lnTo>
                      <a:pt x="3139431" y="157533"/>
                    </a:lnTo>
                    <a:moveTo>
                      <a:pt x="3139431" y="157533"/>
                    </a:moveTo>
                    <a:lnTo>
                      <a:pt x="3169330" y="134405"/>
                    </a:lnTo>
                    <a:moveTo>
                      <a:pt x="3169330" y="134405"/>
                    </a:moveTo>
                    <a:lnTo>
                      <a:pt x="3199229" y="111278"/>
                    </a:lnTo>
                    <a:moveTo>
                      <a:pt x="3199229" y="111278"/>
                    </a:moveTo>
                    <a:lnTo>
                      <a:pt x="3229129" y="88151"/>
                    </a:lnTo>
                    <a:moveTo>
                      <a:pt x="3229129" y="88151"/>
                    </a:moveTo>
                    <a:lnTo>
                      <a:pt x="3259028" y="65024"/>
                    </a:lnTo>
                    <a:moveTo>
                      <a:pt x="3259028" y="65024"/>
                    </a:moveTo>
                    <a:lnTo>
                      <a:pt x="3288927" y="41896"/>
                    </a:lnTo>
                    <a:moveTo>
                      <a:pt x="3288927" y="41896"/>
                    </a:moveTo>
                    <a:lnTo>
                      <a:pt x="3318827" y="18769"/>
                    </a:lnTo>
                    <a:moveTo>
                      <a:pt x="3318827" y="18769"/>
                    </a:moveTo>
                    <a:lnTo>
                      <a:pt x="334309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  <p:sp>
            <p:nvSpPr>
              <p:cNvPr id="1074" name="Контур"/>
              <p:cNvSpPr/>
              <p:nvPr/>
            </p:nvSpPr>
            <p:spPr>
              <a:xfrm>
                <a:off x="5786726" y="3937568"/>
                <a:ext cx="4509274" cy="6250432"/>
              </a:xfrm>
              <a:custGeom>
                <a:avLst/>
                <a:gdLst/>
                <a:ahLst/>
                <a:cxnLst/>
                <a:rect l="l" t="t" r="r" b="b"/>
                <a:pathLst>
                  <a:path w="4509274" h="6250432" fill="none">
                    <a:moveTo>
                      <a:pt x="626184" y="1595095"/>
                    </a:moveTo>
                    <a:lnTo>
                      <a:pt x="642598" y="1629145"/>
                    </a:lnTo>
                    <a:moveTo>
                      <a:pt x="642598" y="1629145"/>
                    </a:moveTo>
                    <a:lnTo>
                      <a:pt x="659013" y="1663195"/>
                    </a:lnTo>
                    <a:moveTo>
                      <a:pt x="659013" y="1663195"/>
                    </a:moveTo>
                    <a:lnTo>
                      <a:pt x="675428" y="1697245"/>
                    </a:lnTo>
                    <a:moveTo>
                      <a:pt x="675428" y="1697245"/>
                    </a:moveTo>
                    <a:lnTo>
                      <a:pt x="691843" y="1731295"/>
                    </a:lnTo>
                    <a:moveTo>
                      <a:pt x="691843" y="1731295"/>
                    </a:moveTo>
                    <a:lnTo>
                      <a:pt x="708258" y="1765344"/>
                    </a:lnTo>
                    <a:moveTo>
                      <a:pt x="708258" y="1765344"/>
                    </a:moveTo>
                    <a:lnTo>
                      <a:pt x="724673" y="1799394"/>
                    </a:lnTo>
                    <a:moveTo>
                      <a:pt x="724673" y="1799394"/>
                    </a:moveTo>
                    <a:lnTo>
                      <a:pt x="741087" y="1833444"/>
                    </a:lnTo>
                    <a:moveTo>
                      <a:pt x="741087" y="1833444"/>
                    </a:moveTo>
                    <a:lnTo>
                      <a:pt x="757502" y="1867494"/>
                    </a:lnTo>
                    <a:moveTo>
                      <a:pt x="757502" y="1867494"/>
                    </a:moveTo>
                    <a:lnTo>
                      <a:pt x="773917" y="1901544"/>
                    </a:lnTo>
                    <a:moveTo>
                      <a:pt x="773917" y="1901544"/>
                    </a:moveTo>
                    <a:lnTo>
                      <a:pt x="790332" y="1935594"/>
                    </a:lnTo>
                    <a:moveTo>
                      <a:pt x="790332" y="1935594"/>
                    </a:moveTo>
                    <a:lnTo>
                      <a:pt x="795165" y="1945620"/>
                    </a:lnTo>
                    <a:moveTo>
                      <a:pt x="334330" y="1806553"/>
                    </a:moveTo>
                    <a:lnTo>
                      <a:pt x="334612" y="1807013"/>
                    </a:lnTo>
                    <a:lnTo>
                      <a:pt x="354336" y="1838625"/>
                    </a:lnTo>
                    <a:moveTo>
                      <a:pt x="354336" y="1838625"/>
                    </a:moveTo>
                    <a:lnTo>
                      <a:pt x="374346" y="1870694"/>
                    </a:lnTo>
                    <a:moveTo>
                      <a:pt x="374346" y="1870694"/>
                    </a:moveTo>
                    <a:lnTo>
                      <a:pt x="385883" y="1889187"/>
                    </a:lnTo>
                    <a:lnTo>
                      <a:pt x="372364" y="1897751"/>
                    </a:lnTo>
                    <a:moveTo>
                      <a:pt x="372364" y="1897751"/>
                    </a:moveTo>
                    <a:lnTo>
                      <a:pt x="352070" y="1910606"/>
                    </a:lnTo>
                    <a:moveTo>
                      <a:pt x="1594331" y="1862161"/>
                    </a:moveTo>
                    <a:lnTo>
                      <a:pt x="1624231" y="1839035"/>
                    </a:lnTo>
                    <a:moveTo>
                      <a:pt x="1624231" y="1839035"/>
                    </a:moveTo>
                    <a:lnTo>
                      <a:pt x="1654131" y="1815909"/>
                    </a:lnTo>
                    <a:moveTo>
                      <a:pt x="1654131" y="1815909"/>
                    </a:moveTo>
                    <a:lnTo>
                      <a:pt x="1684031" y="1792782"/>
                    </a:lnTo>
                    <a:moveTo>
                      <a:pt x="1684031" y="1792782"/>
                    </a:moveTo>
                    <a:lnTo>
                      <a:pt x="1713931" y="1769656"/>
                    </a:lnTo>
                    <a:moveTo>
                      <a:pt x="1713931" y="1769656"/>
                    </a:moveTo>
                    <a:lnTo>
                      <a:pt x="1743831" y="1746530"/>
                    </a:lnTo>
                    <a:moveTo>
                      <a:pt x="1743831" y="1746530"/>
                    </a:moveTo>
                    <a:lnTo>
                      <a:pt x="1773732" y="1723403"/>
                    </a:lnTo>
                    <a:moveTo>
                      <a:pt x="1773732" y="1723403"/>
                    </a:moveTo>
                    <a:lnTo>
                      <a:pt x="1803632" y="1700277"/>
                    </a:lnTo>
                    <a:moveTo>
                      <a:pt x="1803632" y="1700277"/>
                    </a:moveTo>
                    <a:lnTo>
                      <a:pt x="1833532" y="1677151"/>
                    </a:lnTo>
                    <a:moveTo>
                      <a:pt x="1833532" y="1677151"/>
                    </a:moveTo>
                    <a:lnTo>
                      <a:pt x="1863432" y="1654024"/>
                    </a:lnTo>
                    <a:moveTo>
                      <a:pt x="1863432" y="1654024"/>
                    </a:moveTo>
                    <a:lnTo>
                      <a:pt x="1893332" y="1630898"/>
                    </a:lnTo>
                    <a:moveTo>
                      <a:pt x="1893332" y="1630898"/>
                    </a:moveTo>
                    <a:lnTo>
                      <a:pt x="1923232" y="1607772"/>
                    </a:lnTo>
                    <a:moveTo>
                      <a:pt x="1923232" y="1607772"/>
                    </a:moveTo>
                    <a:lnTo>
                      <a:pt x="1953132" y="1584646"/>
                    </a:lnTo>
                    <a:moveTo>
                      <a:pt x="1953132" y="1584646"/>
                    </a:moveTo>
                    <a:lnTo>
                      <a:pt x="1969552" y="1571945"/>
                    </a:lnTo>
                    <a:lnTo>
                      <a:pt x="1983032" y="1561519"/>
                    </a:lnTo>
                    <a:moveTo>
                      <a:pt x="1983032" y="1561519"/>
                    </a:moveTo>
                    <a:lnTo>
                      <a:pt x="2012932" y="1538393"/>
                    </a:lnTo>
                    <a:moveTo>
                      <a:pt x="2012932" y="1538393"/>
                    </a:moveTo>
                    <a:lnTo>
                      <a:pt x="2042832" y="1515267"/>
                    </a:lnTo>
                    <a:moveTo>
                      <a:pt x="2042832" y="1515267"/>
                    </a:moveTo>
                    <a:lnTo>
                      <a:pt x="2072732" y="1492140"/>
                    </a:lnTo>
                    <a:moveTo>
                      <a:pt x="2072732" y="1492140"/>
                    </a:moveTo>
                    <a:lnTo>
                      <a:pt x="2102632" y="1469014"/>
                    </a:lnTo>
                    <a:moveTo>
                      <a:pt x="2102632" y="1469014"/>
                    </a:moveTo>
                    <a:lnTo>
                      <a:pt x="2132532" y="1445888"/>
                    </a:lnTo>
                    <a:moveTo>
                      <a:pt x="2132532" y="1445888"/>
                    </a:moveTo>
                    <a:lnTo>
                      <a:pt x="2162433" y="1422762"/>
                    </a:lnTo>
                    <a:moveTo>
                      <a:pt x="2162433" y="1422762"/>
                    </a:moveTo>
                    <a:lnTo>
                      <a:pt x="2192333" y="1399635"/>
                    </a:lnTo>
                    <a:moveTo>
                      <a:pt x="2192333" y="1399635"/>
                    </a:moveTo>
                    <a:lnTo>
                      <a:pt x="2222233" y="1376509"/>
                    </a:lnTo>
                    <a:moveTo>
                      <a:pt x="2222233" y="1376509"/>
                    </a:moveTo>
                    <a:lnTo>
                      <a:pt x="2252133" y="1353383"/>
                    </a:lnTo>
                    <a:moveTo>
                      <a:pt x="2252133" y="1353383"/>
                    </a:moveTo>
                    <a:lnTo>
                      <a:pt x="2282033" y="1330257"/>
                    </a:lnTo>
                    <a:moveTo>
                      <a:pt x="2282033" y="1330257"/>
                    </a:moveTo>
                    <a:lnTo>
                      <a:pt x="2311933" y="1307130"/>
                    </a:lnTo>
                    <a:moveTo>
                      <a:pt x="2311933" y="1307130"/>
                    </a:moveTo>
                    <a:lnTo>
                      <a:pt x="2341833" y="1284004"/>
                    </a:lnTo>
                    <a:moveTo>
                      <a:pt x="2341833" y="1284004"/>
                    </a:moveTo>
                    <a:lnTo>
                      <a:pt x="2371733" y="1260878"/>
                    </a:lnTo>
                    <a:moveTo>
                      <a:pt x="2371733" y="1260878"/>
                    </a:moveTo>
                    <a:lnTo>
                      <a:pt x="2401633" y="1237751"/>
                    </a:lnTo>
                    <a:moveTo>
                      <a:pt x="2401633" y="1237751"/>
                    </a:moveTo>
                    <a:lnTo>
                      <a:pt x="2431533" y="1214625"/>
                    </a:lnTo>
                    <a:moveTo>
                      <a:pt x="2431533" y="1214625"/>
                    </a:moveTo>
                    <a:lnTo>
                      <a:pt x="2461434" y="1191499"/>
                    </a:lnTo>
                    <a:moveTo>
                      <a:pt x="2461434" y="1191499"/>
                    </a:moveTo>
                    <a:lnTo>
                      <a:pt x="2491334" y="1168373"/>
                    </a:lnTo>
                    <a:moveTo>
                      <a:pt x="2491334" y="1168373"/>
                    </a:moveTo>
                    <a:lnTo>
                      <a:pt x="2521234" y="1145246"/>
                    </a:lnTo>
                    <a:moveTo>
                      <a:pt x="2521234" y="1145246"/>
                    </a:moveTo>
                    <a:lnTo>
                      <a:pt x="2551134" y="1122120"/>
                    </a:lnTo>
                    <a:moveTo>
                      <a:pt x="2551134" y="1122120"/>
                    </a:moveTo>
                    <a:lnTo>
                      <a:pt x="2581034" y="1098994"/>
                    </a:lnTo>
                    <a:moveTo>
                      <a:pt x="2581034" y="1098994"/>
                    </a:moveTo>
                    <a:lnTo>
                      <a:pt x="2610934" y="1075868"/>
                    </a:lnTo>
                    <a:moveTo>
                      <a:pt x="2610934" y="1075868"/>
                    </a:moveTo>
                    <a:lnTo>
                      <a:pt x="2640834" y="1052741"/>
                    </a:lnTo>
                    <a:moveTo>
                      <a:pt x="2640834" y="1052741"/>
                    </a:moveTo>
                    <a:lnTo>
                      <a:pt x="2670734" y="1029615"/>
                    </a:lnTo>
                    <a:moveTo>
                      <a:pt x="2670734" y="1029615"/>
                    </a:moveTo>
                    <a:lnTo>
                      <a:pt x="2681452" y="1021325"/>
                    </a:lnTo>
                    <a:lnTo>
                      <a:pt x="2700634" y="1006489"/>
                    </a:lnTo>
                    <a:moveTo>
                      <a:pt x="2700634" y="1006489"/>
                    </a:moveTo>
                    <a:lnTo>
                      <a:pt x="2730534" y="983363"/>
                    </a:lnTo>
                    <a:moveTo>
                      <a:pt x="2730534" y="983363"/>
                    </a:moveTo>
                    <a:lnTo>
                      <a:pt x="2760434" y="960236"/>
                    </a:lnTo>
                    <a:moveTo>
                      <a:pt x="2760434" y="960236"/>
                    </a:moveTo>
                    <a:lnTo>
                      <a:pt x="2790335" y="937110"/>
                    </a:lnTo>
                    <a:moveTo>
                      <a:pt x="2790335" y="937110"/>
                    </a:moveTo>
                    <a:lnTo>
                      <a:pt x="2820235" y="913984"/>
                    </a:lnTo>
                    <a:moveTo>
                      <a:pt x="2820235" y="913984"/>
                    </a:moveTo>
                    <a:lnTo>
                      <a:pt x="2850135" y="890857"/>
                    </a:lnTo>
                    <a:moveTo>
                      <a:pt x="2850135" y="890857"/>
                    </a:moveTo>
                    <a:lnTo>
                      <a:pt x="2880035" y="867731"/>
                    </a:lnTo>
                    <a:moveTo>
                      <a:pt x="2880035" y="867731"/>
                    </a:moveTo>
                    <a:lnTo>
                      <a:pt x="2909935" y="844605"/>
                    </a:lnTo>
                    <a:moveTo>
                      <a:pt x="2909935" y="844605"/>
                    </a:moveTo>
                    <a:lnTo>
                      <a:pt x="2939835" y="821479"/>
                    </a:lnTo>
                    <a:moveTo>
                      <a:pt x="2939835" y="821479"/>
                    </a:moveTo>
                    <a:lnTo>
                      <a:pt x="2969735" y="798352"/>
                    </a:lnTo>
                    <a:moveTo>
                      <a:pt x="2969735" y="798352"/>
                    </a:moveTo>
                    <a:lnTo>
                      <a:pt x="2999635" y="775226"/>
                    </a:lnTo>
                    <a:moveTo>
                      <a:pt x="2999635" y="775226"/>
                    </a:moveTo>
                    <a:lnTo>
                      <a:pt x="3029535" y="752100"/>
                    </a:lnTo>
                    <a:moveTo>
                      <a:pt x="3029535" y="752100"/>
                    </a:moveTo>
                    <a:lnTo>
                      <a:pt x="3059435" y="728974"/>
                    </a:lnTo>
                    <a:moveTo>
                      <a:pt x="3059435" y="728974"/>
                    </a:moveTo>
                    <a:lnTo>
                      <a:pt x="3089336" y="705847"/>
                    </a:lnTo>
                    <a:moveTo>
                      <a:pt x="3089336" y="705847"/>
                    </a:moveTo>
                    <a:lnTo>
                      <a:pt x="3119236" y="682721"/>
                    </a:lnTo>
                    <a:moveTo>
                      <a:pt x="3119236" y="682721"/>
                    </a:moveTo>
                    <a:lnTo>
                      <a:pt x="3149136" y="659595"/>
                    </a:lnTo>
                    <a:moveTo>
                      <a:pt x="3149136" y="659595"/>
                    </a:moveTo>
                    <a:lnTo>
                      <a:pt x="3179036" y="636469"/>
                    </a:lnTo>
                    <a:moveTo>
                      <a:pt x="3179036" y="636469"/>
                    </a:moveTo>
                    <a:lnTo>
                      <a:pt x="3208936" y="613342"/>
                    </a:lnTo>
                    <a:moveTo>
                      <a:pt x="3208936" y="613342"/>
                    </a:moveTo>
                    <a:lnTo>
                      <a:pt x="3238836" y="590216"/>
                    </a:lnTo>
                    <a:moveTo>
                      <a:pt x="3238836" y="590216"/>
                    </a:moveTo>
                    <a:lnTo>
                      <a:pt x="3268736" y="567090"/>
                    </a:lnTo>
                    <a:moveTo>
                      <a:pt x="3268736" y="567090"/>
                    </a:moveTo>
                    <a:lnTo>
                      <a:pt x="3298636" y="543964"/>
                    </a:lnTo>
                    <a:moveTo>
                      <a:pt x="3298636" y="543964"/>
                    </a:moveTo>
                    <a:lnTo>
                      <a:pt x="3328536" y="520837"/>
                    </a:lnTo>
                    <a:moveTo>
                      <a:pt x="3328536" y="520837"/>
                    </a:moveTo>
                    <a:lnTo>
                      <a:pt x="3358437" y="497711"/>
                    </a:lnTo>
                    <a:moveTo>
                      <a:pt x="3358437" y="497711"/>
                    </a:moveTo>
                    <a:lnTo>
                      <a:pt x="3388337" y="474585"/>
                    </a:lnTo>
                    <a:moveTo>
                      <a:pt x="3388337" y="474585"/>
                    </a:moveTo>
                    <a:lnTo>
                      <a:pt x="3418237" y="451459"/>
                    </a:lnTo>
                    <a:moveTo>
                      <a:pt x="3418237" y="451459"/>
                    </a:moveTo>
                    <a:lnTo>
                      <a:pt x="3448137" y="428332"/>
                    </a:lnTo>
                    <a:moveTo>
                      <a:pt x="3448137" y="428332"/>
                    </a:moveTo>
                    <a:lnTo>
                      <a:pt x="3478037" y="405206"/>
                    </a:lnTo>
                    <a:moveTo>
                      <a:pt x="3478037" y="405206"/>
                    </a:moveTo>
                    <a:lnTo>
                      <a:pt x="3507937" y="382080"/>
                    </a:lnTo>
                    <a:moveTo>
                      <a:pt x="3507937" y="382080"/>
                    </a:moveTo>
                    <a:lnTo>
                      <a:pt x="3537837" y="358954"/>
                    </a:lnTo>
                    <a:moveTo>
                      <a:pt x="3537837" y="358954"/>
                    </a:moveTo>
                    <a:lnTo>
                      <a:pt x="3567737" y="335827"/>
                    </a:lnTo>
                    <a:moveTo>
                      <a:pt x="3567737" y="335827"/>
                    </a:moveTo>
                    <a:lnTo>
                      <a:pt x="3597637" y="312701"/>
                    </a:lnTo>
                    <a:moveTo>
                      <a:pt x="3597637" y="312701"/>
                    </a:moveTo>
                    <a:lnTo>
                      <a:pt x="3627537" y="289575"/>
                    </a:lnTo>
                    <a:moveTo>
                      <a:pt x="3627537" y="289575"/>
                    </a:moveTo>
                    <a:lnTo>
                      <a:pt x="3657438" y="266448"/>
                    </a:lnTo>
                    <a:moveTo>
                      <a:pt x="3657438" y="266448"/>
                    </a:moveTo>
                    <a:lnTo>
                      <a:pt x="3687338" y="243322"/>
                    </a:lnTo>
                    <a:moveTo>
                      <a:pt x="3687338" y="243322"/>
                    </a:moveTo>
                    <a:lnTo>
                      <a:pt x="3717238" y="220196"/>
                    </a:lnTo>
                    <a:moveTo>
                      <a:pt x="3717238" y="220196"/>
                    </a:moveTo>
                    <a:lnTo>
                      <a:pt x="3747138" y="197070"/>
                    </a:lnTo>
                    <a:moveTo>
                      <a:pt x="3747138" y="197070"/>
                    </a:moveTo>
                    <a:lnTo>
                      <a:pt x="3777038" y="173943"/>
                    </a:lnTo>
                    <a:moveTo>
                      <a:pt x="3777038" y="173943"/>
                    </a:moveTo>
                    <a:lnTo>
                      <a:pt x="3806938" y="150817"/>
                    </a:lnTo>
                    <a:moveTo>
                      <a:pt x="3806938" y="150817"/>
                    </a:moveTo>
                    <a:lnTo>
                      <a:pt x="3836838" y="127691"/>
                    </a:lnTo>
                    <a:moveTo>
                      <a:pt x="3836838" y="127691"/>
                    </a:moveTo>
                    <a:lnTo>
                      <a:pt x="3866738" y="104565"/>
                    </a:lnTo>
                    <a:moveTo>
                      <a:pt x="3866738" y="104565"/>
                    </a:moveTo>
                    <a:lnTo>
                      <a:pt x="3896638" y="81438"/>
                    </a:lnTo>
                    <a:moveTo>
                      <a:pt x="3896638" y="81438"/>
                    </a:moveTo>
                    <a:lnTo>
                      <a:pt x="3926538" y="58312"/>
                    </a:lnTo>
                    <a:moveTo>
                      <a:pt x="3926538" y="58312"/>
                    </a:moveTo>
                    <a:lnTo>
                      <a:pt x="3956439" y="35186"/>
                    </a:lnTo>
                    <a:moveTo>
                      <a:pt x="3956439" y="35186"/>
                    </a:moveTo>
                    <a:lnTo>
                      <a:pt x="3986339" y="12060"/>
                    </a:lnTo>
                    <a:moveTo>
                      <a:pt x="3986339" y="12060"/>
                    </a:moveTo>
                    <a:lnTo>
                      <a:pt x="4001931" y="0"/>
                    </a:lnTo>
                    <a:moveTo>
                      <a:pt x="1594331" y="1862161"/>
                    </a:moveTo>
                    <a:lnTo>
                      <a:pt x="1624231" y="1839035"/>
                    </a:lnTo>
                    <a:moveTo>
                      <a:pt x="1624231" y="1839035"/>
                    </a:moveTo>
                    <a:lnTo>
                      <a:pt x="1654131" y="1815909"/>
                    </a:lnTo>
                    <a:moveTo>
                      <a:pt x="1654131" y="1815909"/>
                    </a:moveTo>
                    <a:lnTo>
                      <a:pt x="1684031" y="1792782"/>
                    </a:lnTo>
                    <a:moveTo>
                      <a:pt x="1684031" y="1792782"/>
                    </a:moveTo>
                    <a:lnTo>
                      <a:pt x="1713931" y="1769656"/>
                    </a:lnTo>
                    <a:moveTo>
                      <a:pt x="1713931" y="1769656"/>
                    </a:moveTo>
                    <a:lnTo>
                      <a:pt x="1743831" y="1746530"/>
                    </a:lnTo>
                    <a:moveTo>
                      <a:pt x="1743831" y="1746530"/>
                    </a:moveTo>
                    <a:lnTo>
                      <a:pt x="1773732" y="1723403"/>
                    </a:lnTo>
                    <a:moveTo>
                      <a:pt x="1773732" y="1723403"/>
                    </a:moveTo>
                    <a:lnTo>
                      <a:pt x="1803632" y="1700277"/>
                    </a:lnTo>
                    <a:moveTo>
                      <a:pt x="1803632" y="1700277"/>
                    </a:moveTo>
                    <a:lnTo>
                      <a:pt x="1833532" y="1677151"/>
                    </a:lnTo>
                    <a:moveTo>
                      <a:pt x="1833532" y="1677151"/>
                    </a:moveTo>
                    <a:lnTo>
                      <a:pt x="1863432" y="1654024"/>
                    </a:lnTo>
                    <a:moveTo>
                      <a:pt x="1863432" y="1654024"/>
                    </a:moveTo>
                    <a:lnTo>
                      <a:pt x="1893332" y="1630898"/>
                    </a:lnTo>
                    <a:moveTo>
                      <a:pt x="1893332" y="1630898"/>
                    </a:moveTo>
                    <a:lnTo>
                      <a:pt x="1923232" y="1607772"/>
                    </a:lnTo>
                    <a:moveTo>
                      <a:pt x="1923232" y="1607772"/>
                    </a:moveTo>
                    <a:lnTo>
                      <a:pt x="1953132" y="1584646"/>
                    </a:lnTo>
                    <a:moveTo>
                      <a:pt x="1953132" y="1584646"/>
                    </a:moveTo>
                    <a:lnTo>
                      <a:pt x="1969552" y="1571945"/>
                    </a:lnTo>
                    <a:lnTo>
                      <a:pt x="1983032" y="1561519"/>
                    </a:lnTo>
                    <a:moveTo>
                      <a:pt x="1983032" y="1561519"/>
                    </a:moveTo>
                    <a:lnTo>
                      <a:pt x="2012932" y="1538393"/>
                    </a:lnTo>
                    <a:moveTo>
                      <a:pt x="2012932" y="1538393"/>
                    </a:moveTo>
                    <a:lnTo>
                      <a:pt x="2042832" y="1515267"/>
                    </a:lnTo>
                    <a:moveTo>
                      <a:pt x="2042832" y="1515267"/>
                    </a:moveTo>
                    <a:lnTo>
                      <a:pt x="2072732" y="1492140"/>
                    </a:lnTo>
                    <a:moveTo>
                      <a:pt x="2072732" y="1492140"/>
                    </a:moveTo>
                    <a:lnTo>
                      <a:pt x="2102632" y="1469014"/>
                    </a:lnTo>
                    <a:moveTo>
                      <a:pt x="2102632" y="1469014"/>
                    </a:moveTo>
                    <a:lnTo>
                      <a:pt x="2132532" y="1445888"/>
                    </a:lnTo>
                    <a:moveTo>
                      <a:pt x="2132532" y="1445888"/>
                    </a:moveTo>
                    <a:lnTo>
                      <a:pt x="2162433" y="1422762"/>
                    </a:lnTo>
                    <a:moveTo>
                      <a:pt x="2162433" y="1422762"/>
                    </a:moveTo>
                    <a:lnTo>
                      <a:pt x="2192333" y="1399635"/>
                    </a:lnTo>
                    <a:moveTo>
                      <a:pt x="2192333" y="1399635"/>
                    </a:moveTo>
                    <a:lnTo>
                      <a:pt x="2222233" y="1376509"/>
                    </a:lnTo>
                    <a:moveTo>
                      <a:pt x="2222233" y="1376509"/>
                    </a:moveTo>
                    <a:lnTo>
                      <a:pt x="2252133" y="1353383"/>
                    </a:lnTo>
                    <a:moveTo>
                      <a:pt x="2252133" y="1353383"/>
                    </a:moveTo>
                    <a:lnTo>
                      <a:pt x="2282033" y="1330257"/>
                    </a:lnTo>
                    <a:moveTo>
                      <a:pt x="2282033" y="1330257"/>
                    </a:moveTo>
                    <a:lnTo>
                      <a:pt x="2311933" y="1307130"/>
                    </a:lnTo>
                    <a:moveTo>
                      <a:pt x="2311933" y="1307130"/>
                    </a:moveTo>
                    <a:lnTo>
                      <a:pt x="2341833" y="1284004"/>
                    </a:lnTo>
                    <a:moveTo>
                      <a:pt x="2341833" y="1284004"/>
                    </a:moveTo>
                    <a:lnTo>
                      <a:pt x="2371733" y="1260878"/>
                    </a:lnTo>
                    <a:moveTo>
                      <a:pt x="2371733" y="1260878"/>
                    </a:moveTo>
                    <a:lnTo>
                      <a:pt x="2401633" y="1237751"/>
                    </a:lnTo>
                    <a:moveTo>
                      <a:pt x="2401633" y="1237751"/>
                    </a:moveTo>
                    <a:lnTo>
                      <a:pt x="2431533" y="1214625"/>
                    </a:lnTo>
                    <a:moveTo>
                      <a:pt x="2431533" y="1214625"/>
                    </a:moveTo>
                    <a:lnTo>
                      <a:pt x="2461434" y="1191499"/>
                    </a:lnTo>
                    <a:moveTo>
                      <a:pt x="2461434" y="1191499"/>
                    </a:moveTo>
                    <a:lnTo>
                      <a:pt x="2491334" y="1168373"/>
                    </a:lnTo>
                    <a:moveTo>
                      <a:pt x="2491334" y="1168373"/>
                    </a:moveTo>
                    <a:lnTo>
                      <a:pt x="2521234" y="1145246"/>
                    </a:lnTo>
                    <a:moveTo>
                      <a:pt x="2521234" y="1145246"/>
                    </a:moveTo>
                    <a:lnTo>
                      <a:pt x="2551134" y="1122120"/>
                    </a:lnTo>
                    <a:moveTo>
                      <a:pt x="2551134" y="1122120"/>
                    </a:moveTo>
                    <a:lnTo>
                      <a:pt x="2581034" y="1098994"/>
                    </a:lnTo>
                    <a:moveTo>
                      <a:pt x="2581034" y="1098994"/>
                    </a:moveTo>
                    <a:lnTo>
                      <a:pt x="2610934" y="1075868"/>
                    </a:lnTo>
                    <a:moveTo>
                      <a:pt x="2610934" y="1075868"/>
                    </a:moveTo>
                    <a:lnTo>
                      <a:pt x="2640834" y="1052741"/>
                    </a:lnTo>
                    <a:moveTo>
                      <a:pt x="2640834" y="1052741"/>
                    </a:moveTo>
                    <a:lnTo>
                      <a:pt x="2670734" y="1029615"/>
                    </a:lnTo>
                    <a:moveTo>
                      <a:pt x="2670734" y="1029615"/>
                    </a:moveTo>
                    <a:lnTo>
                      <a:pt x="2681452" y="1021325"/>
                    </a:lnTo>
                    <a:lnTo>
                      <a:pt x="2700634" y="1006489"/>
                    </a:lnTo>
                    <a:moveTo>
                      <a:pt x="2700634" y="1006489"/>
                    </a:moveTo>
                    <a:lnTo>
                      <a:pt x="2730534" y="983363"/>
                    </a:lnTo>
                    <a:moveTo>
                      <a:pt x="2730534" y="983363"/>
                    </a:moveTo>
                    <a:lnTo>
                      <a:pt x="2760434" y="960236"/>
                    </a:lnTo>
                    <a:moveTo>
                      <a:pt x="2760434" y="960236"/>
                    </a:moveTo>
                    <a:lnTo>
                      <a:pt x="2790335" y="937110"/>
                    </a:lnTo>
                    <a:moveTo>
                      <a:pt x="2790335" y="937110"/>
                    </a:moveTo>
                    <a:lnTo>
                      <a:pt x="2820235" y="913984"/>
                    </a:lnTo>
                    <a:moveTo>
                      <a:pt x="2820235" y="913984"/>
                    </a:moveTo>
                    <a:lnTo>
                      <a:pt x="2850135" y="890857"/>
                    </a:lnTo>
                    <a:moveTo>
                      <a:pt x="2850135" y="890857"/>
                    </a:moveTo>
                    <a:lnTo>
                      <a:pt x="2880035" y="867731"/>
                    </a:lnTo>
                    <a:moveTo>
                      <a:pt x="2880035" y="867731"/>
                    </a:moveTo>
                    <a:lnTo>
                      <a:pt x="2909935" y="844605"/>
                    </a:lnTo>
                    <a:moveTo>
                      <a:pt x="2909935" y="844605"/>
                    </a:moveTo>
                    <a:lnTo>
                      <a:pt x="2939835" y="821479"/>
                    </a:lnTo>
                    <a:moveTo>
                      <a:pt x="2939835" y="821479"/>
                    </a:moveTo>
                    <a:lnTo>
                      <a:pt x="2969735" y="798352"/>
                    </a:lnTo>
                    <a:moveTo>
                      <a:pt x="2969735" y="798352"/>
                    </a:moveTo>
                    <a:lnTo>
                      <a:pt x="2999635" y="775226"/>
                    </a:lnTo>
                    <a:moveTo>
                      <a:pt x="2999635" y="775226"/>
                    </a:moveTo>
                    <a:lnTo>
                      <a:pt x="3029535" y="752100"/>
                    </a:lnTo>
                    <a:moveTo>
                      <a:pt x="3029535" y="752100"/>
                    </a:moveTo>
                    <a:lnTo>
                      <a:pt x="3059435" y="728974"/>
                    </a:lnTo>
                    <a:moveTo>
                      <a:pt x="3059435" y="728974"/>
                    </a:moveTo>
                    <a:lnTo>
                      <a:pt x="3089336" y="705847"/>
                    </a:lnTo>
                    <a:moveTo>
                      <a:pt x="3089336" y="705847"/>
                    </a:moveTo>
                    <a:lnTo>
                      <a:pt x="3119236" y="682721"/>
                    </a:lnTo>
                    <a:moveTo>
                      <a:pt x="3119236" y="682721"/>
                    </a:moveTo>
                    <a:lnTo>
                      <a:pt x="3149136" y="659595"/>
                    </a:lnTo>
                    <a:moveTo>
                      <a:pt x="3149136" y="659595"/>
                    </a:moveTo>
                    <a:lnTo>
                      <a:pt x="3179036" y="636469"/>
                    </a:lnTo>
                    <a:moveTo>
                      <a:pt x="3179036" y="636469"/>
                    </a:moveTo>
                    <a:lnTo>
                      <a:pt x="3208936" y="613342"/>
                    </a:lnTo>
                    <a:moveTo>
                      <a:pt x="3208936" y="613342"/>
                    </a:moveTo>
                    <a:lnTo>
                      <a:pt x="3238836" y="590216"/>
                    </a:lnTo>
                    <a:moveTo>
                      <a:pt x="3238836" y="590216"/>
                    </a:moveTo>
                    <a:lnTo>
                      <a:pt x="3268736" y="567090"/>
                    </a:lnTo>
                    <a:moveTo>
                      <a:pt x="3268736" y="567090"/>
                    </a:moveTo>
                    <a:lnTo>
                      <a:pt x="3298636" y="543964"/>
                    </a:lnTo>
                    <a:moveTo>
                      <a:pt x="3298636" y="543964"/>
                    </a:moveTo>
                    <a:lnTo>
                      <a:pt x="3328536" y="520837"/>
                    </a:lnTo>
                    <a:moveTo>
                      <a:pt x="3328536" y="520837"/>
                    </a:moveTo>
                    <a:lnTo>
                      <a:pt x="3358437" y="497711"/>
                    </a:lnTo>
                    <a:moveTo>
                      <a:pt x="3358437" y="497711"/>
                    </a:moveTo>
                    <a:lnTo>
                      <a:pt x="3388337" y="474585"/>
                    </a:lnTo>
                    <a:moveTo>
                      <a:pt x="3388337" y="474585"/>
                    </a:moveTo>
                    <a:lnTo>
                      <a:pt x="3418237" y="451459"/>
                    </a:lnTo>
                    <a:moveTo>
                      <a:pt x="3418237" y="451459"/>
                    </a:moveTo>
                    <a:lnTo>
                      <a:pt x="3448137" y="428332"/>
                    </a:lnTo>
                    <a:moveTo>
                      <a:pt x="3448137" y="428332"/>
                    </a:moveTo>
                    <a:lnTo>
                      <a:pt x="3478037" y="405206"/>
                    </a:lnTo>
                    <a:moveTo>
                      <a:pt x="3478037" y="405206"/>
                    </a:moveTo>
                    <a:lnTo>
                      <a:pt x="3507937" y="382080"/>
                    </a:lnTo>
                    <a:moveTo>
                      <a:pt x="3507937" y="382080"/>
                    </a:moveTo>
                    <a:lnTo>
                      <a:pt x="3537837" y="358954"/>
                    </a:lnTo>
                    <a:moveTo>
                      <a:pt x="3537837" y="358954"/>
                    </a:moveTo>
                    <a:lnTo>
                      <a:pt x="3567737" y="335827"/>
                    </a:lnTo>
                    <a:moveTo>
                      <a:pt x="3567737" y="335827"/>
                    </a:moveTo>
                    <a:lnTo>
                      <a:pt x="3597637" y="312701"/>
                    </a:lnTo>
                    <a:moveTo>
                      <a:pt x="3597637" y="312701"/>
                    </a:moveTo>
                    <a:lnTo>
                      <a:pt x="3627537" y="289575"/>
                    </a:lnTo>
                    <a:moveTo>
                      <a:pt x="3627537" y="289575"/>
                    </a:moveTo>
                    <a:lnTo>
                      <a:pt x="3657438" y="266448"/>
                    </a:lnTo>
                    <a:moveTo>
                      <a:pt x="3657438" y="266448"/>
                    </a:moveTo>
                    <a:lnTo>
                      <a:pt x="3687338" y="243322"/>
                    </a:lnTo>
                    <a:moveTo>
                      <a:pt x="3687338" y="243322"/>
                    </a:moveTo>
                    <a:lnTo>
                      <a:pt x="3717238" y="220196"/>
                    </a:lnTo>
                    <a:moveTo>
                      <a:pt x="3717238" y="220196"/>
                    </a:moveTo>
                    <a:lnTo>
                      <a:pt x="3747138" y="197070"/>
                    </a:lnTo>
                    <a:moveTo>
                      <a:pt x="3747138" y="197070"/>
                    </a:moveTo>
                    <a:lnTo>
                      <a:pt x="3777038" y="173943"/>
                    </a:lnTo>
                    <a:moveTo>
                      <a:pt x="3777038" y="173943"/>
                    </a:moveTo>
                    <a:lnTo>
                      <a:pt x="3806938" y="150817"/>
                    </a:lnTo>
                    <a:moveTo>
                      <a:pt x="3806938" y="150817"/>
                    </a:moveTo>
                    <a:lnTo>
                      <a:pt x="3836838" y="127691"/>
                    </a:lnTo>
                    <a:moveTo>
                      <a:pt x="3836838" y="127691"/>
                    </a:moveTo>
                    <a:lnTo>
                      <a:pt x="3866738" y="104565"/>
                    </a:lnTo>
                    <a:moveTo>
                      <a:pt x="3866738" y="104565"/>
                    </a:moveTo>
                    <a:lnTo>
                      <a:pt x="3896638" y="81438"/>
                    </a:lnTo>
                    <a:moveTo>
                      <a:pt x="3896638" y="81438"/>
                    </a:moveTo>
                    <a:lnTo>
                      <a:pt x="3926538" y="58312"/>
                    </a:lnTo>
                    <a:moveTo>
                      <a:pt x="3926538" y="58312"/>
                    </a:moveTo>
                    <a:lnTo>
                      <a:pt x="3956439" y="35186"/>
                    </a:lnTo>
                    <a:moveTo>
                      <a:pt x="3956439" y="35186"/>
                    </a:moveTo>
                    <a:lnTo>
                      <a:pt x="3986339" y="12060"/>
                    </a:lnTo>
                    <a:moveTo>
                      <a:pt x="3986339" y="12060"/>
                    </a:moveTo>
                    <a:lnTo>
                      <a:pt x="4001931" y="0"/>
                    </a:lnTo>
                    <a:moveTo>
                      <a:pt x="269539" y="1739363"/>
                    </a:moveTo>
                    <a:lnTo>
                      <a:pt x="286390" y="1728702"/>
                    </a:lnTo>
                    <a:lnTo>
                      <a:pt x="295755" y="1743909"/>
                    </a:lnTo>
                    <a:moveTo>
                      <a:pt x="295755" y="1743909"/>
                    </a:moveTo>
                    <a:lnTo>
                      <a:pt x="315575" y="1776096"/>
                    </a:lnTo>
                    <a:moveTo>
                      <a:pt x="315575" y="1776096"/>
                    </a:moveTo>
                    <a:lnTo>
                      <a:pt x="334330" y="1806553"/>
                    </a:lnTo>
                    <a:moveTo>
                      <a:pt x="0" y="1181173"/>
                    </a:moveTo>
                    <a:lnTo>
                      <a:pt x="2484" y="1185525"/>
                    </a:lnTo>
                    <a:lnTo>
                      <a:pt x="4762" y="1189985"/>
                    </a:lnTo>
                    <a:lnTo>
                      <a:pt x="16823" y="1215011"/>
                    </a:lnTo>
                    <a:moveTo>
                      <a:pt x="16823" y="1215011"/>
                    </a:moveTo>
                    <a:lnTo>
                      <a:pt x="33234" y="1249062"/>
                    </a:lnTo>
                    <a:moveTo>
                      <a:pt x="33234" y="1249062"/>
                    </a:moveTo>
                    <a:lnTo>
                      <a:pt x="49645" y="1283114"/>
                    </a:lnTo>
                    <a:moveTo>
                      <a:pt x="49645" y="1283114"/>
                    </a:moveTo>
                    <a:lnTo>
                      <a:pt x="66056" y="1317166"/>
                    </a:lnTo>
                    <a:moveTo>
                      <a:pt x="66056" y="1317166"/>
                    </a:moveTo>
                    <a:lnTo>
                      <a:pt x="66549" y="1318189"/>
                    </a:lnTo>
                    <a:lnTo>
                      <a:pt x="82468" y="1351217"/>
                    </a:lnTo>
                    <a:moveTo>
                      <a:pt x="82468" y="1351217"/>
                    </a:moveTo>
                    <a:lnTo>
                      <a:pt x="98880" y="1385268"/>
                    </a:lnTo>
                    <a:moveTo>
                      <a:pt x="98880" y="1385268"/>
                    </a:moveTo>
                    <a:lnTo>
                      <a:pt x="99532" y="1386621"/>
                    </a:lnTo>
                    <a:lnTo>
                      <a:pt x="115291" y="1419320"/>
                    </a:lnTo>
                    <a:moveTo>
                      <a:pt x="115291" y="1419320"/>
                    </a:moveTo>
                    <a:lnTo>
                      <a:pt x="131703" y="1453371"/>
                    </a:lnTo>
                    <a:moveTo>
                      <a:pt x="131703" y="1453371"/>
                    </a:moveTo>
                    <a:lnTo>
                      <a:pt x="148114" y="1487423"/>
                    </a:lnTo>
                    <a:moveTo>
                      <a:pt x="148114" y="1487423"/>
                    </a:moveTo>
                    <a:lnTo>
                      <a:pt x="164526" y="1521474"/>
                    </a:lnTo>
                    <a:moveTo>
                      <a:pt x="164526" y="1521474"/>
                    </a:moveTo>
                    <a:lnTo>
                      <a:pt x="180937" y="1555526"/>
                    </a:lnTo>
                    <a:moveTo>
                      <a:pt x="180937" y="1555526"/>
                    </a:moveTo>
                    <a:lnTo>
                      <a:pt x="197348" y="1589577"/>
                    </a:lnTo>
                    <a:moveTo>
                      <a:pt x="197348" y="1589577"/>
                    </a:moveTo>
                    <a:lnTo>
                      <a:pt x="213760" y="1623629"/>
                    </a:lnTo>
                    <a:moveTo>
                      <a:pt x="213760" y="1623629"/>
                    </a:moveTo>
                    <a:lnTo>
                      <a:pt x="230171" y="1657680"/>
                    </a:lnTo>
                    <a:moveTo>
                      <a:pt x="230171" y="1657680"/>
                    </a:moveTo>
                    <a:lnTo>
                      <a:pt x="246582" y="1691732"/>
                    </a:lnTo>
                    <a:moveTo>
                      <a:pt x="246582" y="1691732"/>
                    </a:moveTo>
                    <a:lnTo>
                      <a:pt x="262994" y="1725783"/>
                    </a:lnTo>
                    <a:moveTo>
                      <a:pt x="262994" y="1725783"/>
                    </a:moveTo>
                    <a:lnTo>
                      <a:pt x="269539" y="1739363"/>
                    </a:lnTo>
                    <a:moveTo>
                      <a:pt x="143153" y="335975"/>
                    </a:moveTo>
                    <a:lnTo>
                      <a:pt x="166125" y="365994"/>
                    </a:lnTo>
                    <a:moveTo>
                      <a:pt x="166125" y="365994"/>
                    </a:moveTo>
                    <a:lnTo>
                      <a:pt x="189096" y="396013"/>
                    </a:lnTo>
                    <a:moveTo>
                      <a:pt x="189096" y="396013"/>
                    </a:moveTo>
                    <a:lnTo>
                      <a:pt x="212068" y="426033"/>
                    </a:lnTo>
                    <a:moveTo>
                      <a:pt x="212068" y="426033"/>
                    </a:moveTo>
                    <a:lnTo>
                      <a:pt x="235039" y="456052"/>
                    </a:lnTo>
                    <a:moveTo>
                      <a:pt x="235039" y="456052"/>
                    </a:moveTo>
                    <a:lnTo>
                      <a:pt x="258011" y="486071"/>
                    </a:lnTo>
                    <a:moveTo>
                      <a:pt x="258011" y="486071"/>
                    </a:moveTo>
                    <a:lnTo>
                      <a:pt x="280982" y="516090"/>
                    </a:lnTo>
                    <a:moveTo>
                      <a:pt x="280982" y="516090"/>
                    </a:moveTo>
                    <a:lnTo>
                      <a:pt x="303954" y="546109"/>
                    </a:lnTo>
                    <a:moveTo>
                      <a:pt x="303954" y="546109"/>
                    </a:moveTo>
                    <a:lnTo>
                      <a:pt x="326925" y="576128"/>
                    </a:lnTo>
                    <a:moveTo>
                      <a:pt x="326925" y="576128"/>
                    </a:moveTo>
                    <a:lnTo>
                      <a:pt x="349897" y="606147"/>
                    </a:lnTo>
                    <a:moveTo>
                      <a:pt x="349897" y="606147"/>
                    </a:moveTo>
                    <a:lnTo>
                      <a:pt x="372868" y="636167"/>
                    </a:lnTo>
                    <a:moveTo>
                      <a:pt x="372868" y="636167"/>
                    </a:moveTo>
                    <a:lnTo>
                      <a:pt x="395840" y="666186"/>
                    </a:lnTo>
                    <a:moveTo>
                      <a:pt x="395840" y="666186"/>
                    </a:moveTo>
                    <a:lnTo>
                      <a:pt x="402382" y="674735"/>
                    </a:lnTo>
                    <a:lnTo>
                      <a:pt x="418814" y="696203"/>
                    </a:lnTo>
                    <a:moveTo>
                      <a:pt x="418814" y="696203"/>
                    </a:moveTo>
                    <a:lnTo>
                      <a:pt x="441790" y="726218"/>
                    </a:lnTo>
                    <a:moveTo>
                      <a:pt x="441790" y="726218"/>
                    </a:moveTo>
                    <a:lnTo>
                      <a:pt x="464766" y="756234"/>
                    </a:lnTo>
                    <a:moveTo>
                      <a:pt x="464766" y="756234"/>
                    </a:moveTo>
                    <a:lnTo>
                      <a:pt x="487742" y="786250"/>
                    </a:lnTo>
                    <a:moveTo>
                      <a:pt x="487742" y="786250"/>
                    </a:moveTo>
                    <a:lnTo>
                      <a:pt x="510718" y="816266"/>
                    </a:lnTo>
                    <a:moveTo>
                      <a:pt x="510718" y="816266"/>
                    </a:moveTo>
                    <a:lnTo>
                      <a:pt x="533694" y="846281"/>
                    </a:lnTo>
                    <a:moveTo>
                      <a:pt x="533694" y="846281"/>
                    </a:moveTo>
                    <a:lnTo>
                      <a:pt x="542745" y="858105"/>
                    </a:lnTo>
                    <a:lnTo>
                      <a:pt x="524528" y="871999"/>
                    </a:lnTo>
                    <a:moveTo>
                      <a:pt x="524528" y="871999"/>
                    </a:moveTo>
                    <a:lnTo>
                      <a:pt x="494473" y="894923"/>
                    </a:lnTo>
                    <a:moveTo>
                      <a:pt x="494473" y="894923"/>
                    </a:moveTo>
                    <a:lnTo>
                      <a:pt x="464417" y="917847"/>
                    </a:lnTo>
                    <a:moveTo>
                      <a:pt x="464417" y="917847"/>
                    </a:moveTo>
                    <a:lnTo>
                      <a:pt x="434361" y="940770"/>
                    </a:lnTo>
                    <a:moveTo>
                      <a:pt x="434361" y="940770"/>
                    </a:moveTo>
                    <a:lnTo>
                      <a:pt x="404306" y="963694"/>
                    </a:lnTo>
                    <a:moveTo>
                      <a:pt x="404306" y="963694"/>
                    </a:moveTo>
                    <a:lnTo>
                      <a:pt x="374250" y="986618"/>
                    </a:lnTo>
                    <a:moveTo>
                      <a:pt x="374250" y="986618"/>
                    </a:moveTo>
                    <a:lnTo>
                      <a:pt x="344195" y="1009542"/>
                    </a:lnTo>
                    <a:moveTo>
                      <a:pt x="344195" y="1009542"/>
                    </a:moveTo>
                    <a:lnTo>
                      <a:pt x="343979" y="1009706"/>
                    </a:lnTo>
                    <a:lnTo>
                      <a:pt x="360276" y="1043512"/>
                    </a:lnTo>
                    <a:moveTo>
                      <a:pt x="360276" y="1043512"/>
                    </a:moveTo>
                    <a:lnTo>
                      <a:pt x="376691" y="1077562"/>
                    </a:lnTo>
                    <a:moveTo>
                      <a:pt x="376691" y="1077562"/>
                    </a:moveTo>
                    <a:lnTo>
                      <a:pt x="393106" y="1111612"/>
                    </a:lnTo>
                    <a:moveTo>
                      <a:pt x="393106" y="1111612"/>
                    </a:moveTo>
                    <a:lnTo>
                      <a:pt x="409521" y="1145662"/>
                    </a:lnTo>
                    <a:moveTo>
                      <a:pt x="409521" y="1145662"/>
                    </a:moveTo>
                    <a:lnTo>
                      <a:pt x="425936" y="1179712"/>
                    </a:lnTo>
                    <a:moveTo>
                      <a:pt x="425936" y="1179712"/>
                    </a:moveTo>
                    <a:lnTo>
                      <a:pt x="442350" y="1213762"/>
                    </a:lnTo>
                    <a:moveTo>
                      <a:pt x="442350" y="1213762"/>
                    </a:moveTo>
                    <a:lnTo>
                      <a:pt x="458765" y="1247811"/>
                    </a:lnTo>
                    <a:moveTo>
                      <a:pt x="458765" y="1247811"/>
                    </a:moveTo>
                    <a:lnTo>
                      <a:pt x="475180" y="1281861"/>
                    </a:lnTo>
                    <a:moveTo>
                      <a:pt x="475180" y="1281861"/>
                    </a:moveTo>
                    <a:lnTo>
                      <a:pt x="491595" y="1315911"/>
                    </a:lnTo>
                    <a:moveTo>
                      <a:pt x="491595" y="1315911"/>
                    </a:moveTo>
                    <a:lnTo>
                      <a:pt x="508009" y="1349961"/>
                    </a:lnTo>
                    <a:moveTo>
                      <a:pt x="508009" y="1349961"/>
                    </a:moveTo>
                    <a:lnTo>
                      <a:pt x="524424" y="1384011"/>
                    </a:lnTo>
                    <a:moveTo>
                      <a:pt x="524424" y="1384011"/>
                    </a:moveTo>
                    <a:lnTo>
                      <a:pt x="540839" y="1418061"/>
                    </a:lnTo>
                    <a:moveTo>
                      <a:pt x="540839" y="1418061"/>
                    </a:moveTo>
                    <a:lnTo>
                      <a:pt x="557254" y="1452111"/>
                    </a:lnTo>
                    <a:moveTo>
                      <a:pt x="557254" y="1452111"/>
                    </a:moveTo>
                    <a:lnTo>
                      <a:pt x="573668" y="1486161"/>
                    </a:lnTo>
                    <a:moveTo>
                      <a:pt x="573668" y="1486161"/>
                    </a:moveTo>
                    <a:lnTo>
                      <a:pt x="590083" y="1520211"/>
                    </a:lnTo>
                    <a:moveTo>
                      <a:pt x="590083" y="1520211"/>
                    </a:moveTo>
                    <a:lnTo>
                      <a:pt x="606498" y="1554261"/>
                    </a:lnTo>
                    <a:moveTo>
                      <a:pt x="606498" y="1554261"/>
                    </a:moveTo>
                    <a:lnTo>
                      <a:pt x="622913" y="1588310"/>
                    </a:lnTo>
                    <a:moveTo>
                      <a:pt x="622913" y="1588310"/>
                    </a:moveTo>
                    <a:lnTo>
                      <a:pt x="626184" y="1595095"/>
                    </a:lnTo>
                    <a:moveTo>
                      <a:pt x="2443822" y="6250432"/>
                    </a:moveTo>
                    <a:lnTo>
                      <a:pt x="2440766" y="6244091"/>
                    </a:lnTo>
                    <a:moveTo>
                      <a:pt x="2440766" y="6244091"/>
                    </a:moveTo>
                    <a:lnTo>
                      <a:pt x="2424359" y="6210037"/>
                    </a:lnTo>
                    <a:moveTo>
                      <a:pt x="2424359" y="6210037"/>
                    </a:moveTo>
                    <a:lnTo>
                      <a:pt x="2407952" y="6175984"/>
                    </a:lnTo>
                    <a:moveTo>
                      <a:pt x="2407952" y="6175984"/>
                    </a:moveTo>
                    <a:lnTo>
                      <a:pt x="2398293" y="6155935"/>
                    </a:lnTo>
                    <a:lnTo>
                      <a:pt x="2391545" y="6141930"/>
                    </a:lnTo>
                    <a:moveTo>
                      <a:pt x="2391545" y="6141930"/>
                    </a:moveTo>
                    <a:lnTo>
                      <a:pt x="2375137" y="6107877"/>
                    </a:lnTo>
                    <a:moveTo>
                      <a:pt x="2375137" y="6107877"/>
                    </a:moveTo>
                    <a:lnTo>
                      <a:pt x="2358730" y="6073823"/>
                    </a:lnTo>
                    <a:moveTo>
                      <a:pt x="2358730" y="6073823"/>
                    </a:moveTo>
                    <a:lnTo>
                      <a:pt x="2342323" y="6039770"/>
                    </a:lnTo>
                    <a:moveTo>
                      <a:pt x="2342323" y="6039770"/>
                    </a:moveTo>
                    <a:lnTo>
                      <a:pt x="2328382" y="6010836"/>
                    </a:lnTo>
                    <a:lnTo>
                      <a:pt x="2325915" y="6005716"/>
                    </a:lnTo>
                    <a:moveTo>
                      <a:pt x="2325915" y="6005716"/>
                    </a:moveTo>
                    <a:lnTo>
                      <a:pt x="2309502" y="5971666"/>
                    </a:lnTo>
                    <a:moveTo>
                      <a:pt x="2309502" y="5971666"/>
                    </a:moveTo>
                    <a:lnTo>
                      <a:pt x="2293089" y="5937615"/>
                    </a:lnTo>
                    <a:moveTo>
                      <a:pt x="2293089" y="5937615"/>
                    </a:moveTo>
                    <a:lnTo>
                      <a:pt x="2276676" y="5903564"/>
                    </a:lnTo>
                    <a:moveTo>
                      <a:pt x="2276676" y="5903564"/>
                    </a:moveTo>
                    <a:lnTo>
                      <a:pt x="2260263" y="5869513"/>
                    </a:lnTo>
                    <a:moveTo>
                      <a:pt x="2260263" y="5869513"/>
                    </a:moveTo>
                    <a:lnTo>
                      <a:pt x="2243850" y="5835463"/>
                    </a:lnTo>
                    <a:moveTo>
                      <a:pt x="2243850" y="5835463"/>
                    </a:moveTo>
                    <a:lnTo>
                      <a:pt x="2227437" y="5801412"/>
                    </a:lnTo>
                    <a:moveTo>
                      <a:pt x="2227437" y="5801412"/>
                    </a:moveTo>
                    <a:lnTo>
                      <a:pt x="2211024" y="5767361"/>
                    </a:lnTo>
                    <a:moveTo>
                      <a:pt x="2211024" y="5767361"/>
                    </a:moveTo>
                    <a:lnTo>
                      <a:pt x="2194611" y="5733310"/>
                    </a:lnTo>
                    <a:moveTo>
                      <a:pt x="2194611" y="5733310"/>
                    </a:moveTo>
                    <a:lnTo>
                      <a:pt x="2178198" y="5699260"/>
                    </a:lnTo>
                    <a:moveTo>
                      <a:pt x="2178198" y="5699260"/>
                    </a:moveTo>
                    <a:lnTo>
                      <a:pt x="2161785" y="5665209"/>
                    </a:lnTo>
                    <a:moveTo>
                      <a:pt x="2161785" y="5665209"/>
                    </a:moveTo>
                    <a:lnTo>
                      <a:pt x="2145372" y="5631158"/>
                    </a:lnTo>
                    <a:moveTo>
                      <a:pt x="2145372" y="5631158"/>
                    </a:moveTo>
                    <a:lnTo>
                      <a:pt x="2128959" y="5597107"/>
                    </a:lnTo>
                    <a:moveTo>
                      <a:pt x="2128959" y="5597107"/>
                    </a:moveTo>
                    <a:lnTo>
                      <a:pt x="2112546" y="5563057"/>
                    </a:lnTo>
                    <a:moveTo>
                      <a:pt x="2112546" y="5563057"/>
                    </a:moveTo>
                    <a:lnTo>
                      <a:pt x="2096133" y="5529006"/>
                    </a:lnTo>
                    <a:moveTo>
                      <a:pt x="2096133" y="5529006"/>
                    </a:moveTo>
                    <a:lnTo>
                      <a:pt x="2079720" y="5494955"/>
                    </a:lnTo>
                    <a:moveTo>
                      <a:pt x="2079720" y="5494955"/>
                    </a:moveTo>
                    <a:lnTo>
                      <a:pt x="2063307" y="5460904"/>
                    </a:lnTo>
                    <a:moveTo>
                      <a:pt x="2063307" y="5460904"/>
                    </a:moveTo>
                    <a:lnTo>
                      <a:pt x="2046894" y="5426854"/>
                    </a:lnTo>
                    <a:moveTo>
                      <a:pt x="2046894" y="5426854"/>
                    </a:moveTo>
                    <a:lnTo>
                      <a:pt x="2030481" y="5392803"/>
                    </a:lnTo>
                    <a:moveTo>
                      <a:pt x="2030481" y="5392803"/>
                    </a:moveTo>
                    <a:lnTo>
                      <a:pt x="2014068" y="5358752"/>
                    </a:lnTo>
                    <a:moveTo>
                      <a:pt x="2014068" y="5358752"/>
                    </a:moveTo>
                    <a:lnTo>
                      <a:pt x="1997655" y="5324701"/>
                    </a:lnTo>
                    <a:moveTo>
                      <a:pt x="1997655" y="5324701"/>
                    </a:moveTo>
                    <a:lnTo>
                      <a:pt x="1981242" y="5290651"/>
                    </a:lnTo>
                    <a:moveTo>
                      <a:pt x="1981242" y="5290651"/>
                    </a:moveTo>
                    <a:lnTo>
                      <a:pt x="1964829" y="5256600"/>
                    </a:lnTo>
                    <a:moveTo>
                      <a:pt x="1964829" y="5256600"/>
                    </a:moveTo>
                    <a:lnTo>
                      <a:pt x="1948416" y="5222549"/>
                    </a:lnTo>
                    <a:moveTo>
                      <a:pt x="1948416" y="5222549"/>
                    </a:moveTo>
                    <a:lnTo>
                      <a:pt x="1937602" y="5200115"/>
                    </a:lnTo>
                    <a:lnTo>
                      <a:pt x="1932003" y="5188498"/>
                    </a:lnTo>
                    <a:moveTo>
                      <a:pt x="1932003" y="5188498"/>
                    </a:moveTo>
                    <a:lnTo>
                      <a:pt x="1915590" y="5154448"/>
                    </a:lnTo>
                    <a:moveTo>
                      <a:pt x="1915590" y="5154448"/>
                    </a:moveTo>
                    <a:lnTo>
                      <a:pt x="1908564" y="5139873"/>
                    </a:lnTo>
                    <a:lnTo>
                      <a:pt x="1899177" y="5120397"/>
                    </a:lnTo>
                    <a:moveTo>
                      <a:pt x="1899177" y="5120397"/>
                    </a:moveTo>
                    <a:lnTo>
                      <a:pt x="1882763" y="5086346"/>
                    </a:lnTo>
                    <a:moveTo>
                      <a:pt x="1882763" y="5086346"/>
                    </a:moveTo>
                    <a:lnTo>
                      <a:pt x="1866350" y="5052296"/>
                    </a:lnTo>
                    <a:moveTo>
                      <a:pt x="1866350" y="5052296"/>
                    </a:moveTo>
                    <a:lnTo>
                      <a:pt x="1849937" y="5018245"/>
                    </a:lnTo>
                    <a:moveTo>
                      <a:pt x="1849937" y="5018245"/>
                    </a:moveTo>
                    <a:lnTo>
                      <a:pt x="1833524" y="4984194"/>
                    </a:lnTo>
                    <a:moveTo>
                      <a:pt x="1833524" y="4984194"/>
                    </a:moveTo>
                    <a:lnTo>
                      <a:pt x="1817111" y="4950143"/>
                    </a:lnTo>
                    <a:moveTo>
                      <a:pt x="1817111" y="4950143"/>
                    </a:moveTo>
                    <a:lnTo>
                      <a:pt x="1810841" y="4937135"/>
                    </a:lnTo>
                    <a:moveTo>
                      <a:pt x="2661891" y="6081082"/>
                    </a:moveTo>
                    <a:lnTo>
                      <a:pt x="2678305" y="6115133"/>
                    </a:lnTo>
                    <a:moveTo>
                      <a:pt x="2678305" y="6115133"/>
                    </a:moveTo>
                    <a:lnTo>
                      <a:pt x="2694718" y="6149183"/>
                    </a:lnTo>
                    <a:moveTo>
                      <a:pt x="2694718" y="6149183"/>
                    </a:moveTo>
                    <a:lnTo>
                      <a:pt x="2711132" y="6183234"/>
                    </a:lnTo>
                    <a:moveTo>
                      <a:pt x="2711132" y="6183234"/>
                    </a:moveTo>
                    <a:lnTo>
                      <a:pt x="2727546" y="6217284"/>
                    </a:lnTo>
                    <a:moveTo>
                      <a:pt x="2727546" y="6217284"/>
                    </a:moveTo>
                    <a:lnTo>
                      <a:pt x="2740132" y="6243395"/>
                    </a:lnTo>
                    <a:lnTo>
                      <a:pt x="2743151" y="6249276"/>
                    </a:lnTo>
                    <a:lnTo>
                      <a:pt x="2743817" y="6250432"/>
                    </a:lnTo>
                    <a:moveTo>
                      <a:pt x="3037067" y="6250432"/>
                    </a:moveTo>
                    <a:lnTo>
                      <a:pt x="3056336" y="6241210"/>
                    </a:lnTo>
                    <a:moveTo>
                      <a:pt x="3056336" y="6241210"/>
                    </a:moveTo>
                    <a:lnTo>
                      <a:pt x="3090432" y="6224891"/>
                    </a:lnTo>
                    <a:moveTo>
                      <a:pt x="3090432" y="6224891"/>
                    </a:moveTo>
                    <a:lnTo>
                      <a:pt x="3124528" y="6208572"/>
                    </a:lnTo>
                    <a:moveTo>
                      <a:pt x="3124528" y="6208572"/>
                    </a:moveTo>
                    <a:lnTo>
                      <a:pt x="3158623" y="6192253"/>
                    </a:lnTo>
                    <a:moveTo>
                      <a:pt x="3158623" y="6192253"/>
                    </a:moveTo>
                    <a:lnTo>
                      <a:pt x="3192719" y="6175934"/>
                    </a:lnTo>
                    <a:moveTo>
                      <a:pt x="3192719" y="6175934"/>
                    </a:moveTo>
                    <a:lnTo>
                      <a:pt x="3226815" y="6159615"/>
                    </a:lnTo>
                    <a:moveTo>
                      <a:pt x="3226815" y="6159615"/>
                    </a:moveTo>
                    <a:lnTo>
                      <a:pt x="3260911" y="6143296"/>
                    </a:lnTo>
                    <a:moveTo>
                      <a:pt x="3260911" y="6143296"/>
                    </a:moveTo>
                    <a:lnTo>
                      <a:pt x="3295007" y="6126977"/>
                    </a:lnTo>
                    <a:moveTo>
                      <a:pt x="3295007" y="6126977"/>
                    </a:moveTo>
                    <a:lnTo>
                      <a:pt x="3329103" y="6110658"/>
                    </a:lnTo>
                    <a:moveTo>
                      <a:pt x="3329103" y="6110658"/>
                    </a:moveTo>
                    <a:lnTo>
                      <a:pt x="3363199" y="6094339"/>
                    </a:lnTo>
                    <a:moveTo>
                      <a:pt x="3363199" y="6094339"/>
                    </a:moveTo>
                    <a:lnTo>
                      <a:pt x="3397295" y="6078020"/>
                    </a:lnTo>
                    <a:moveTo>
                      <a:pt x="3397295" y="6078020"/>
                    </a:moveTo>
                    <a:lnTo>
                      <a:pt x="3431391" y="6061701"/>
                    </a:lnTo>
                    <a:moveTo>
                      <a:pt x="3431391" y="6061701"/>
                    </a:moveTo>
                    <a:lnTo>
                      <a:pt x="3465487" y="6045382"/>
                    </a:lnTo>
                    <a:moveTo>
                      <a:pt x="3465487" y="6045382"/>
                    </a:moveTo>
                    <a:lnTo>
                      <a:pt x="3499583" y="6029064"/>
                    </a:lnTo>
                    <a:moveTo>
                      <a:pt x="3499583" y="6029064"/>
                    </a:moveTo>
                    <a:lnTo>
                      <a:pt x="3533679" y="6012745"/>
                    </a:lnTo>
                    <a:moveTo>
                      <a:pt x="3533679" y="6012745"/>
                    </a:moveTo>
                    <a:lnTo>
                      <a:pt x="3567775" y="5996426"/>
                    </a:lnTo>
                    <a:moveTo>
                      <a:pt x="3567775" y="5996426"/>
                    </a:moveTo>
                    <a:lnTo>
                      <a:pt x="3601871" y="5980107"/>
                    </a:lnTo>
                    <a:moveTo>
                      <a:pt x="3601871" y="5980107"/>
                    </a:moveTo>
                    <a:lnTo>
                      <a:pt x="3635967" y="5963788"/>
                    </a:lnTo>
                    <a:moveTo>
                      <a:pt x="3635967" y="5963788"/>
                    </a:moveTo>
                    <a:lnTo>
                      <a:pt x="3670062" y="5947469"/>
                    </a:lnTo>
                    <a:moveTo>
                      <a:pt x="3670062" y="5947469"/>
                    </a:moveTo>
                    <a:lnTo>
                      <a:pt x="3704158" y="5931150"/>
                    </a:lnTo>
                    <a:moveTo>
                      <a:pt x="3704158" y="5931150"/>
                    </a:moveTo>
                    <a:lnTo>
                      <a:pt x="3738254" y="5914831"/>
                    </a:lnTo>
                    <a:moveTo>
                      <a:pt x="3738254" y="5914831"/>
                    </a:moveTo>
                    <a:lnTo>
                      <a:pt x="3772350" y="5898512"/>
                    </a:lnTo>
                    <a:moveTo>
                      <a:pt x="3772350" y="5898512"/>
                    </a:moveTo>
                    <a:lnTo>
                      <a:pt x="3806446" y="5882193"/>
                    </a:lnTo>
                    <a:moveTo>
                      <a:pt x="3806446" y="5882193"/>
                    </a:moveTo>
                    <a:lnTo>
                      <a:pt x="3840542" y="5865874"/>
                    </a:lnTo>
                    <a:moveTo>
                      <a:pt x="3840542" y="5865874"/>
                    </a:moveTo>
                    <a:lnTo>
                      <a:pt x="3874638" y="5849555"/>
                    </a:lnTo>
                    <a:moveTo>
                      <a:pt x="3874638" y="5849555"/>
                    </a:moveTo>
                    <a:lnTo>
                      <a:pt x="3908734" y="5833236"/>
                    </a:lnTo>
                    <a:moveTo>
                      <a:pt x="3908734" y="5833236"/>
                    </a:moveTo>
                    <a:lnTo>
                      <a:pt x="3942830" y="5816918"/>
                    </a:lnTo>
                    <a:moveTo>
                      <a:pt x="3942830" y="5816918"/>
                    </a:moveTo>
                    <a:lnTo>
                      <a:pt x="3976926" y="5800599"/>
                    </a:lnTo>
                    <a:moveTo>
                      <a:pt x="3976926" y="5800599"/>
                    </a:moveTo>
                    <a:lnTo>
                      <a:pt x="4011022" y="5784280"/>
                    </a:lnTo>
                    <a:moveTo>
                      <a:pt x="4011022" y="5784280"/>
                    </a:moveTo>
                    <a:lnTo>
                      <a:pt x="4045118" y="5767961"/>
                    </a:lnTo>
                    <a:moveTo>
                      <a:pt x="4045118" y="5767961"/>
                    </a:moveTo>
                    <a:lnTo>
                      <a:pt x="4079214" y="5751642"/>
                    </a:lnTo>
                    <a:moveTo>
                      <a:pt x="4079214" y="5751642"/>
                    </a:moveTo>
                    <a:lnTo>
                      <a:pt x="4113310" y="5735323"/>
                    </a:lnTo>
                    <a:moveTo>
                      <a:pt x="4113310" y="5735323"/>
                    </a:moveTo>
                    <a:lnTo>
                      <a:pt x="4147406" y="5719004"/>
                    </a:lnTo>
                    <a:moveTo>
                      <a:pt x="4147406" y="5719004"/>
                    </a:moveTo>
                    <a:lnTo>
                      <a:pt x="4181501" y="5702685"/>
                    </a:lnTo>
                    <a:moveTo>
                      <a:pt x="4181501" y="5702685"/>
                    </a:moveTo>
                    <a:lnTo>
                      <a:pt x="4215597" y="5686366"/>
                    </a:lnTo>
                    <a:moveTo>
                      <a:pt x="4215597" y="5686366"/>
                    </a:moveTo>
                    <a:lnTo>
                      <a:pt x="4249693" y="5670047"/>
                    </a:lnTo>
                    <a:moveTo>
                      <a:pt x="4249693" y="5670047"/>
                    </a:moveTo>
                    <a:lnTo>
                      <a:pt x="4283789" y="5653728"/>
                    </a:lnTo>
                    <a:moveTo>
                      <a:pt x="4283789" y="5653728"/>
                    </a:moveTo>
                    <a:lnTo>
                      <a:pt x="4317885" y="5637409"/>
                    </a:lnTo>
                    <a:moveTo>
                      <a:pt x="4317885" y="5637409"/>
                    </a:moveTo>
                    <a:lnTo>
                      <a:pt x="4351981" y="5621090"/>
                    </a:lnTo>
                    <a:moveTo>
                      <a:pt x="4351981" y="5621090"/>
                    </a:moveTo>
                    <a:lnTo>
                      <a:pt x="4386077" y="5604771"/>
                    </a:lnTo>
                    <a:moveTo>
                      <a:pt x="4386077" y="5604771"/>
                    </a:moveTo>
                    <a:lnTo>
                      <a:pt x="4420173" y="5588453"/>
                    </a:lnTo>
                    <a:moveTo>
                      <a:pt x="4420173" y="5588453"/>
                    </a:moveTo>
                    <a:lnTo>
                      <a:pt x="4454269" y="5572134"/>
                    </a:lnTo>
                    <a:moveTo>
                      <a:pt x="4454269" y="5572134"/>
                    </a:moveTo>
                    <a:lnTo>
                      <a:pt x="4488365" y="5555815"/>
                    </a:lnTo>
                    <a:moveTo>
                      <a:pt x="4488365" y="5555815"/>
                    </a:moveTo>
                    <a:lnTo>
                      <a:pt x="4509274" y="5545807"/>
                    </a:lnTo>
                    <a:moveTo>
                      <a:pt x="4501016" y="5176138"/>
                    </a:moveTo>
                    <a:lnTo>
                      <a:pt x="4509274" y="5193391"/>
                    </a:lnTo>
                    <a:moveTo>
                      <a:pt x="2110481" y="4937135"/>
                    </a:moveTo>
                    <a:lnTo>
                      <a:pt x="2126895" y="4971186"/>
                    </a:lnTo>
                    <a:moveTo>
                      <a:pt x="2126895" y="4971186"/>
                    </a:moveTo>
                    <a:lnTo>
                      <a:pt x="2143308" y="5005236"/>
                    </a:lnTo>
                    <a:moveTo>
                      <a:pt x="2143308" y="5005236"/>
                    </a:moveTo>
                    <a:lnTo>
                      <a:pt x="2159721" y="5039287"/>
                    </a:lnTo>
                    <a:moveTo>
                      <a:pt x="2159721" y="5039287"/>
                    </a:moveTo>
                    <a:lnTo>
                      <a:pt x="2176134" y="5073338"/>
                    </a:lnTo>
                    <a:moveTo>
                      <a:pt x="2176134" y="5073338"/>
                    </a:moveTo>
                    <a:lnTo>
                      <a:pt x="2192548" y="5107388"/>
                    </a:lnTo>
                    <a:moveTo>
                      <a:pt x="2192548" y="5107388"/>
                    </a:moveTo>
                    <a:lnTo>
                      <a:pt x="2208961" y="5141439"/>
                    </a:lnTo>
                    <a:moveTo>
                      <a:pt x="2208961" y="5141439"/>
                    </a:moveTo>
                    <a:lnTo>
                      <a:pt x="2225374" y="5175490"/>
                    </a:lnTo>
                    <a:moveTo>
                      <a:pt x="2225374" y="5175490"/>
                    </a:moveTo>
                    <a:lnTo>
                      <a:pt x="2241787" y="5209540"/>
                    </a:lnTo>
                    <a:moveTo>
                      <a:pt x="2241787" y="5209540"/>
                    </a:moveTo>
                    <a:lnTo>
                      <a:pt x="2258200" y="5243591"/>
                    </a:lnTo>
                    <a:moveTo>
                      <a:pt x="2258200" y="5243591"/>
                    </a:moveTo>
                    <a:lnTo>
                      <a:pt x="2274614" y="5277641"/>
                    </a:lnTo>
                    <a:moveTo>
                      <a:pt x="2274614" y="5277641"/>
                    </a:moveTo>
                    <a:lnTo>
                      <a:pt x="2291027" y="5311692"/>
                    </a:lnTo>
                    <a:moveTo>
                      <a:pt x="2291027" y="5311692"/>
                    </a:moveTo>
                    <a:lnTo>
                      <a:pt x="2307440" y="5345743"/>
                    </a:lnTo>
                    <a:moveTo>
                      <a:pt x="2307440" y="5345743"/>
                    </a:moveTo>
                    <a:lnTo>
                      <a:pt x="2323853" y="5379793"/>
                    </a:lnTo>
                    <a:moveTo>
                      <a:pt x="2323853" y="5379793"/>
                    </a:moveTo>
                    <a:lnTo>
                      <a:pt x="2340267" y="5413844"/>
                    </a:lnTo>
                    <a:moveTo>
                      <a:pt x="2340267" y="5413844"/>
                    </a:moveTo>
                    <a:lnTo>
                      <a:pt x="2356680" y="5447895"/>
                    </a:lnTo>
                    <a:moveTo>
                      <a:pt x="2356680" y="5447895"/>
                    </a:moveTo>
                    <a:lnTo>
                      <a:pt x="2373093" y="5481945"/>
                    </a:lnTo>
                    <a:moveTo>
                      <a:pt x="2373093" y="5481945"/>
                    </a:moveTo>
                    <a:lnTo>
                      <a:pt x="2383336" y="5503196"/>
                    </a:lnTo>
                    <a:moveTo>
                      <a:pt x="2661891" y="6081082"/>
                    </a:moveTo>
                    <a:lnTo>
                      <a:pt x="2695937" y="6064659"/>
                    </a:lnTo>
                    <a:moveTo>
                      <a:pt x="2695937" y="6064659"/>
                    </a:moveTo>
                    <a:lnTo>
                      <a:pt x="2710094" y="6057830"/>
                    </a:lnTo>
                    <a:lnTo>
                      <a:pt x="2700457" y="6037961"/>
                    </a:lnTo>
                    <a:moveTo>
                      <a:pt x="2700457" y="6037961"/>
                    </a:moveTo>
                    <a:lnTo>
                      <a:pt x="2683962" y="6003950"/>
                    </a:lnTo>
                    <a:moveTo>
                      <a:pt x="2683962" y="6003950"/>
                    </a:moveTo>
                    <a:lnTo>
                      <a:pt x="2667466" y="5969940"/>
                    </a:lnTo>
                    <a:moveTo>
                      <a:pt x="2667466" y="5969940"/>
                    </a:moveTo>
                    <a:lnTo>
                      <a:pt x="2650970" y="5935929"/>
                    </a:lnTo>
                    <a:moveTo>
                      <a:pt x="2650970" y="5935929"/>
                    </a:moveTo>
                    <a:lnTo>
                      <a:pt x="2634474" y="5901918"/>
                    </a:lnTo>
                    <a:moveTo>
                      <a:pt x="2634474" y="5901918"/>
                    </a:moveTo>
                    <a:lnTo>
                      <a:pt x="2617979" y="5867907"/>
                    </a:lnTo>
                    <a:moveTo>
                      <a:pt x="2617979" y="5867907"/>
                    </a:moveTo>
                    <a:lnTo>
                      <a:pt x="2601483" y="5833897"/>
                    </a:lnTo>
                    <a:moveTo>
                      <a:pt x="2601483" y="5833897"/>
                    </a:moveTo>
                    <a:lnTo>
                      <a:pt x="2584987" y="5799886"/>
                    </a:lnTo>
                    <a:moveTo>
                      <a:pt x="2584987" y="5799886"/>
                    </a:moveTo>
                    <a:lnTo>
                      <a:pt x="2568491" y="5765875"/>
                    </a:lnTo>
                    <a:moveTo>
                      <a:pt x="2568491" y="5765875"/>
                    </a:moveTo>
                    <a:lnTo>
                      <a:pt x="2551996" y="5731864"/>
                    </a:lnTo>
                    <a:moveTo>
                      <a:pt x="2551996" y="5731864"/>
                    </a:moveTo>
                    <a:lnTo>
                      <a:pt x="2535500" y="5697854"/>
                    </a:lnTo>
                    <a:moveTo>
                      <a:pt x="2535500" y="5697854"/>
                    </a:moveTo>
                    <a:lnTo>
                      <a:pt x="2519004" y="5663843"/>
                    </a:lnTo>
                    <a:moveTo>
                      <a:pt x="2519004" y="5663843"/>
                    </a:moveTo>
                    <a:lnTo>
                      <a:pt x="2502508" y="5629832"/>
                    </a:lnTo>
                    <a:moveTo>
                      <a:pt x="2502508" y="5629832"/>
                    </a:moveTo>
                    <a:lnTo>
                      <a:pt x="2486013" y="5595821"/>
                    </a:lnTo>
                    <a:moveTo>
                      <a:pt x="2486013" y="5595821"/>
                    </a:moveTo>
                    <a:lnTo>
                      <a:pt x="2469517" y="5561811"/>
                    </a:lnTo>
                    <a:moveTo>
                      <a:pt x="2469517" y="5561811"/>
                    </a:moveTo>
                    <a:lnTo>
                      <a:pt x="2453021" y="5527800"/>
                    </a:lnTo>
                    <a:moveTo>
                      <a:pt x="2453021" y="5527800"/>
                    </a:moveTo>
                    <a:lnTo>
                      <a:pt x="2436525" y="5493789"/>
                    </a:lnTo>
                    <a:moveTo>
                      <a:pt x="2436525" y="5493789"/>
                    </a:moveTo>
                    <a:lnTo>
                      <a:pt x="2430138" y="5480620"/>
                    </a:lnTo>
                    <a:lnTo>
                      <a:pt x="2409275" y="5490684"/>
                    </a:lnTo>
                    <a:moveTo>
                      <a:pt x="2409275" y="5490684"/>
                    </a:moveTo>
                    <a:lnTo>
                      <a:pt x="2383336" y="5503196"/>
                    </a:lnTo>
                    <a:moveTo>
                      <a:pt x="2048864" y="4809305"/>
                    </a:moveTo>
                    <a:lnTo>
                      <a:pt x="2082916" y="4792896"/>
                    </a:lnTo>
                    <a:moveTo>
                      <a:pt x="2082916" y="4792896"/>
                    </a:moveTo>
                    <a:lnTo>
                      <a:pt x="2116969" y="4776488"/>
                    </a:lnTo>
                    <a:moveTo>
                      <a:pt x="2116969" y="4776488"/>
                    </a:moveTo>
                    <a:lnTo>
                      <a:pt x="2151022" y="4760079"/>
                    </a:lnTo>
                    <a:moveTo>
                      <a:pt x="2151022" y="4760079"/>
                    </a:moveTo>
                    <a:lnTo>
                      <a:pt x="2185075" y="4743671"/>
                    </a:lnTo>
                    <a:moveTo>
                      <a:pt x="2185075" y="4743671"/>
                    </a:moveTo>
                    <a:lnTo>
                      <a:pt x="2219128" y="4727262"/>
                    </a:lnTo>
                    <a:moveTo>
                      <a:pt x="2219128" y="4727262"/>
                    </a:moveTo>
                    <a:lnTo>
                      <a:pt x="2253181" y="4710853"/>
                    </a:lnTo>
                    <a:moveTo>
                      <a:pt x="2253181" y="4710853"/>
                    </a:moveTo>
                    <a:lnTo>
                      <a:pt x="2287234" y="4694445"/>
                    </a:lnTo>
                    <a:moveTo>
                      <a:pt x="2287234" y="4694445"/>
                    </a:moveTo>
                    <a:lnTo>
                      <a:pt x="2321287" y="4678036"/>
                    </a:lnTo>
                    <a:moveTo>
                      <a:pt x="2321287" y="4678036"/>
                    </a:moveTo>
                    <a:lnTo>
                      <a:pt x="2355340" y="4661628"/>
                    </a:lnTo>
                    <a:moveTo>
                      <a:pt x="2355340" y="4661628"/>
                    </a:moveTo>
                    <a:lnTo>
                      <a:pt x="2389392" y="4645219"/>
                    </a:lnTo>
                    <a:moveTo>
                      <a:pt x="2389392" y="4645219"/>
                    </a:moveTo>
                    <a:lnTo>
                      <a:pt x="2423445" y="4628811"/>
                    </a:lnTo>
                    <a:moveTo>
                      <a:pt x="2423445" y="4628811"/>
                    </a:moveTo>
                    <a:lnTo>
                      <a:pt x="2457498" y="4612402"/>
                    </a:lnTo>
                    <a:moveTo>
                      <a:pt x="2457498" y="4612402"/>
                    </a:moveTo>
                    <a:lnTo>
                      <a:pt x="2491551" y="4595994"/>
                    </a:lnTo>
                    <a:moveTo>
                      <a:pt x="2491551" y="4595994"/>
                    </a:moveTo>
                    <a:lnTo>
                      <a:pt x="2525604" y="4579585"/>
                    </a:lnTo>
                    <a:moveTo>
                      <a:pt x="2525604" y="4579585"/>
                    </a:moveTo>
                    <a:lnTo>
                      <a:pt x="2559657" y="4563176"/>
                    </a:lnTo>
                    <a:moveTo>
                      <a:pt x="2559657" y="4563176"/>
                    </a:moveTo>
                    <a:lnTo>
                      <a:pt x="2593710" y="4546768"/>
                    </a:lnTo>
                    <a:moveTo>
                      <a:pt x="2593710" y="4546768"/>
                    </a:moveTo>
                    <a:lnTo>
                      <a:pt x="2627763" y="4530359"/>
                    </a:lnTo>
                    <a:moveTo>
                      <a:pt x="2627763" y="4530359"/>
                    </a:moveTo>
                    <a:lnTo>
                      <a:pt x="2661816" y="4513951"/>
                    </a:lnTo>
                    <a:moveTo>
                      <a:pt x="2661816" y="4513951"/>
                    </a:moveTo>
                    <a:lnTo>
                      <a:pt x="2695868" y="4497542"/>
                    </a:lnTo>
                    <a:moveTo>
                      <a:pt x="2695868" y="4497542"/>
                    </a:moveTo>
                    <a:lnTo>
                      <a:pt x="2729921" y="4481134"/>
                    </a:lnTo>
                    <a:moveTo>
                      <a:pt x="2729921" y="4481134"/>
                    </a:moveTo>
                    <a:lnTo>
                      <a:pt x="2763974" y="4464725"/>
                    </a:lnTo>
                    <a:moveTo>
                      <a:pt x="2763974" y="4464725"/>
                    </a:moveTo>
                    <a:lnTo>
                      <a:pt x="2798027" y="4448317"/>
                    </a:lnTo>
                    <a:moveTo>
                      <a:pt x="2798027" y="4448317"/>
                    </a:moveTo>
                    <a:lnTo>
                      <a:pt x="2832080" y="4431908"/>
                    </a:lnTo>
                    <a:moveTo>
                      <a:pt x="2832080" y="4431908"/>
                    </a:moveTo>
                    <a:lnTo>
                      <a:pt x="2866133" y="4415499"/>
                    </a:lnTo>
                    <a:moveTo>
                      <a:pt x="2866133" y="4415499"/>
                    </a:moveTo>
                    <a:lnTo>
                      <a:pt x="2900186" y="4399091"/>
                    </a:lnTo>
                    <a:moveTo>
                      <a:pt x="2900186" y="4399091"/>
                    </a:moveTo>
                    <a:lnTo>
                      <a:pt x="2934239" y="4382682"/>
                    </a:lnTo>
                    <a:moveTo>
                      <a:pt x="2934239" y="4382682"/>
                    </a:moveTo>
                    <a:lnTo>
                      <a:pt x="2968292" y="4366274"/>
                    </a:lnTo>
                    <a:moveTo>
                      <a:pt x="2968292" y="4366274"/>
                    </a:moveTo>
                    <a:lnTo>
                      <a:pt x="3002344" y="4349865"/>
                    </a:lnTo>
                    <a:moveTo>
                      <a:pt x="3002344" y="4349865"/>
                    </a:moveTo>
                    <a:lnTo>
                      <a:pt x="3036397" y="4333457"/>
                    </a:lnTo>
                    <a:moveTo>
                      <a:pt x="3036397" y="4333457"/>
                    </a:moveTo>
                    <a:lnTo>
                      <a:pt x="3070450" y="4317048"/>
                    </a:lnTo>
                    <a:moveTo>
                      <a:pt x="3070450" y="4317048"/>
                    </a:moveTo>
                    <a:lnTo>
                      <a:pt x="3104503" y="4300640"/>
                    </a:lnTo>
                    <a:moveTo>
                      <a:pt x="3104503" y="4300640"/>
                    </a:moveTo>
                    <a:lnTo>
                      <a:pt x="3138556" y="4284231"/>
                    </a:lnTo>
                    <a:moveTo>
                      <a:pt x="3138556" y="4284231"/>
                    </a:moveTo>
                    <a:lnTo>
                      <a:pt x="3172609" y="4267822"/>
                    </a:lnTo>
                    <a:moveTo>
                      <a:pt x="3172609" y="4267822"/>
                    </a:moveTo>
                    <a:lnTo>
                      <a:pt x="3206662" y="4251414"/>
                    </a:lnTo>
                    <a:moveTo>
                      <a:pt x="3206662" y="4251414"/>
                    </a:moveTo>
                    <a:lnTo>
                      <a:pt x="3240715" y="4235005"/>
                    </a:lnTo>
                    <a:moveTo>
                      <a:pt x="3240715" y="4235005"/>
                    </a:moveTo>
                    <a:lnTo>
                      <a:pt x="3274768" y="4218597"/>
                    </a:lnTo>
                    <a:moveTo>
                      <a:pt x="3274768" y="4218597"/>
                    </a:moveTo>
                    <a:lnTo>
                      <a:pt x="3308820" y="4202188"/>
                    </a:lnTo>
                    <a:moveTo>
                      <a:pt x="3308820" y="4202188"/>
                    </a:moveTo>
                    <a:lnTo>
                      <a:pt x="3342873" y="4185780"/>
                    </a:lnTo>
                    <a:moveTo>
                      <a:pt x="3342873" y="4185780"/>
                    </a:moveTo>
                    <a:lnTo>
                      <a:pt x="3376926" y="4169371"/>
                    </a:lnTo>
                    <a:moveTo>
                      <a:pt x="3376926" y="4169371"/>
                    </a:moveTo>
                    <a:lnTo>
                      <a:pt x="3410979" y="4152963"/>
                    </a:lnTo>
                    <a:moveTo>
                      <a:pt x="3410979" y="4152963"/>
                    </a:moveTo>
                    <a:lnTo>
                      <a:pt x="3445032" y="4136554"/>
                    </a:lnTo>
                    <a:moveTo>
                      <a:pt x="3445032" y="4136554"/>
                    </a:moveTo>
                    <a:lnTo>
                      <a:pt x="3479085" y="4120145"/>
                    </a:lnTo>
                    <a:moveTo>
                      <a:pt x="3479085" y="4120145"/>
                    </a:moveTo>
                    <a:lnTo>
                      <a:pt x="3513138" y="4103737"/>
                    </a:lnTo>
                    <a:moveTo>
                      <a:pt x="3513138" y="4103737"/>
                    </a:moveTo>
                    <a:lnTo>
                      <a:pt x="3547191" y="4087328"/>
                    </a:lnTo>
                    <a:moveTo>
                      <a:pt x="3547191" y="4087328"/>
                    </a:moveTo>
                    <a:lnTo>
                      <a:pt x="3581244" y="4070920"/>
                    </a:lnTo>
                    <a:moveTo>
                      <a:pt x="3581244" y="4070920"/>
                    </a:moveTo>
                    <a:lnTo>
                      <a:pt x="3615297" y="4054511"/>
                    </a:lnTo>
                    <a:moveTo>
                      <a:pt x="3615297" y="4054511"/>
                    </a:moveTo>
                    <a:lnTo>
                      <a:pt x="3649349" y="4038103"/>
                    </a:lnTo>
                    <a:moveTo>
                      <a:pt x="3649349" y="4038103"/>
                    </a:moveTo>
                    <a:lnTo>
                      <a:pt x="3683402" y="4021694"/>
                    </a:lnTo>
                    <a:moveTo>
                      <a:pt x="3683402" y="4021694"/>
                    </a:moveTo>
                    <a:lnTo>
                      <a:pt x="3717455" y="4005286"/>
                    </a:lnTo>
                    <a:moveTo>
                      <a:pt x="3717455" y="4005286"/>
                    </a:moveTo>
                    <a:lnTo>
                      <a:pt x="3751508" y="3988877"/>
                    </a:lnTo>
                    <a:moveTo>
                      <a:pt x="3751508" y="3988877"/>
                    </a:moveTo>
                    <a:lnTo>
                      <a:pt x="3785561" y="3972468"/>
                    </a:lnTo>
                    <a:moveTo>
                      <a:pt x="3785561" y="3972468"/>
                    </a:moveTo>
                    <a:lnTo>
                      <a:pt x="3819614" y="3956060"/>
                    </a:lnTo>
                    <a:moveTo>
                      <a:pt x="3819614" y="3956060"/>
                    </a:moveTo>
                    <a:lnTo>
                      <a:pt x="3853667" y="3939651"/>
                    </a:lnTo>
                    <a:moveTo>
                      <a:pt x="3853667" y="3939651"/>
                    </a:moveTo>
                    <a:lnTo>
                      <a:pt x="3887720" y="3923243"/>
                    </a:lnTo>
                    <a:moveTo>
                      <a:pt x="3887720" y="3923243"/>
                    </a:moveTo>
                    <a:lnTo>
                      <a:pt x="3921773" y="3906834"/>
                    </a:lnTo>
                    <a:moveTo>
                      <a:pt x="3921773" y="3906834"/>
                    </a:moveTo>
                    <a:lnTo>
                      <a:pt x="3955825" y="3890426"/>
                    </a:lnTo>
                    <a:moveTo>
                      <a:pt x="3955825" y="3890426"/>
                    </a:moveTo>
                    <a:lnTo>
                      <a:pt x="3989878" y="3874017"/>
                    </a:lnTo>
                    <a:moveTo>
                      <a:pt x="3989878" y="3874017"/>
                    </a:moveTo>
                    <a:lnTo>
                      <a:pt x="4020420" y="3859300"/>
                    </a:lnTo>
                    <a:lnTo>
                      <a:pt x="4022103" y="3862816"/>
                    </a:lnTo>
                    <a:moveTo>
                      <a:pt x="4022103" y="3862816"/>
                    </a:moveTo>
                    <a:lnTo>
                      <a:pt x="4038422" y="3896912"/>
                    </a:lnTo>
                    <a:moveTo>
                      <a:pt x="4038422" y="3896912"/>
                    </a:moveTo>
                    <a:lnTo>
                      <a:pt x="4054740" y="3931008"/>
                    </a:lnTo>
                    <a:moveTo>
                      <a:pt x="4054740" y="3931008"/>
                    </a:moveTo>
                    <a:lnTo>
                      <a:pt x="4071059" y="3965104"/>
                    </a:lnTo>
                    <a:moveTo>
                      <a:pt x="4071059" y="3965104"/>
                    </a:moveTo>
                    <a:lnTo>
                      <a:pt x="4087378" y="3999200"/>
                    </a:lnTo>
                    <a:moveTo>
                      <a:pt x="4087378" y="3999200"/>
                    </a:moveTo>
                    <a:lnTo>
                      <a:pt x="4103697" y="4033296"/>
                    </a:lnTo>
                    <a:moveTo>
                      <a:pt x="4103697" y="4033296"/>
                    </a:moveTo>
                    <a:lnTo>
                      <a:pt x="4120016" y="4067392"/>
                    </a:lnTo>
                    <a:moveTo>
                      <a:pt x="4120016" y="4067392"/>
                    </a:moveTo>
                    <a:lnTo>
                      <a:pt x="4136335" y="4101488"/>
                    </a:lnTo>
                    <a:moveTo>
                      <a:pt x="4136335" y="4101488"/>
                    </a:moveTo>
                    <a:lnTo>
                      <a:pt x="4152654" y="4135584"/>
                    </a:lnTo>
                    <a:moveTo>
                      <a:pt x="4152654" y="4135584"/>
                    </a:moveTo>
                    <a:lnTo>
                      <a:pt x="4168973" y="4169680"/>
                    </a:lnTo>
                    <a:moveTo>
                      <a:pt x="4168973" y="4169680"/>
                    </a:moveTo>
                    <a:lnTo>
                      <a:pt x="4185292" y="4203775"/>
                    </a:lnTo>
                    <a:moveTo>
                      <a:pt x="4185292" y="4203775"/>
                    </a:moveTo>
                    <a:lnTo>
                      <a:pt x="4201611" y="4237871"/>
                    </a:lnTo>
                    <a:moveTo>
                      <a:pt x="4201611" y="4237871"/>
                    </a:moveTo>
                    <a:lnTo>
                      <a:pt x="4217930" y="4271967"/>
                    </a:lnTo>
                    <a:moveTo>
                      <a:pt x="4217930" y="4271967"/>
                    </a:moveTo>
                    <a:lnTo>
                      <a:pt x="4234249" y="4306063"/>
                    </a:lnTo>
                    <a:moveTo>
                      <a:pt x="4234249" y="4306063"/>
                    </a:moveTo>
                    <a:lnTo>
                      <a:pt x="4250568" y="4340159"/>
                    </a:lnTo>
                    <a:moveTo>
                      <a:pt x="4250568" y="4340159"/>
                    </a:moveTo>
                    <a:lnTo>
                      <a:pt x="4266886" y="4374255"/>
                    </a:lnTo>
                    <a:moveTo>
                      <a:pt x="4266886" y="4374255"/>
                    </a:moveTo>
                    <a:lnTo>
                      <a:pt x="4283205" y="4408351"/>
                    </a:lnTo>
                    <a:moveTo>
                      <a:pt x="4283205" y="4408351"/>
                    </a:moveTo>
                    <a:lnTo>
                      <a:pt x="4299524" y="4442447"/>
                    </a:lnTo>
                    <a:moveTo>
                      <a:pt x="4299524" y="4442447"/>
                    </a:moveTo>
                    <a:lnTo>
                      <a:pt x="4315843" y="4476543"/>
                    </a:lnTo>
                    <a:moveTo>
                      <a:pt x="4315843" y="4476543"/>
                    </a:moveTo>
                    <a:lnTo>
                      <a:pt x="4332162" y="4510639"/>
                    </a:lnTo>
                    <a:moveTo>
                      <a:pt x="4332162" y="4510639"/>
                    </a:moveTo>
                    <a:lnTo>
                      <a:pt x="4348481" y="4544735"/>
                    </a:lnTo>
                    <a:moveTo>
                      <a:pt x="4348481" y="4544735"/>
                    </a:moveTo>
                    <a:lnTo>
                      <a:pt x="4364800" y="4578831"/>
                    </a:lnTo>
                    <a:moveTo>
                      <a:pt x="4364800" y="4578831"/>
                    </a:moveTo>
                    <a:lnTo>
                      <a:pt x="4381119" y="4612927"/>
                    </a:lnTo>
                    <a:moveTo>
                      <a:pt x="4381119" y="4612927"/>
                    </a:moveTo>
                    <a:lnTo>
                      <a:pt x="4397438" y="4647023"/>
                    </a:lnTo>
                    <a:moveTo>
                      <a:pt x="4397438" y="4647023"/>
                    </a:moveTo>
                    <a:lnTo>
                      <a:pt x="4413757" y="4681119"/>
                    </a:lnTo>
                    <a:moveTo>
                      <a:pt x="4413757" y="4681119"/>
                    </a:moveTo>
                    <a:lnTo>
                      <a:pt x="4430076" y="4715215"/>
                    </a:lnTo>
                    <a:moveTo>
                      <a:pt x="4430076" y="4715215"/>
                    </a:moveTo>
                    <a:lnTo>
                      <a:pt x="4446395" y="4749310"/>
                    </a:lnTo>
                    <a:moveTo>
                      <a:pt x="4446395" y="4749310"/>
                    </a:moveTo>
                    <a:lnTo>
                      <a:pt x="4462713" y="4783406"/>
                    </a:lnTo>
                    <a:moveTo>
                      <a:pt x="4462713" y="4783406"/>
                    </a:moveTo>
                    <a:lnTo>
                      <a:pt x="4479032" y="4817502"/>
                    </a:lnTo>
                    <a:moveTo>
                      <a:pt x="4479032" y="4817502"/>
                    </a:moveTo>
                    <a:lnTo>
                      <a:pt x="4495351" y="4851598"/>
                    </a:lnTo>
                    <a:moveTo>
                      <a:pt x="4495351" y="4851598"/>
                    </a:moveTo>
                    <a:lnTo>
                      <a:pt x="4509274" y="4880688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75" name="Контур"/>
              <p:cNvSpPr/>
              <p:nvPr/>
            </p:nvSpPr>
            <p:spPr>
              <a:xfrm>
                <a:off x="9240259" y="8219887"/>
                <a:ext cx="1047483" cy="1135132"/>
              </a:xfrm>
              <a:custGeom>
                <a:avLst/>
                <a:gdLst/>
                <a:ahLst/>
                <a:cxnLst/>
                <a:rect l="l" t="t" r="r" b="b"/>
                <a:pathLst>
                  <a:path w="1047483" h="1135132" fill="none">
                    <a:moveTo>
                      <a:pt x="1047483" y="893819"/>
                    </a:moveTo>
                    <a:lnTo>
                      <a:pt x="933830" y="948215"/>
                    </a:lnTo>
                    <a:moveTo>
                      <a:pt x="933830" y="948215"/>
                    </a:moveTo>
                    <a:lnTo>
                      <a:pt x="820177" y="1002612"/>
                    </a:lnTo>
                    <a:moveTo>
                      <a:pt x="820177" y="1002612"/>
                    </a:moveTo>
                    <a:lnTo>
                      <a:pt x="706524" y="1057008"/>
                    </a:lnTo>
                    <a:moveTo>
                      <a:pt x="706524" y="1057008"/>
                    </a:moveTo>
                    <a:lnTo>
                      <a:pt x="592871" y="1111404"/>
                    </a:lnTo>
                    <a:moveTo>
                      <a:pt x="592871" y="1111404"/>
                    </a:moveTo>
                    <a:lnTo>
                      <a:pt x="543296" y="1135132"/>
                    </a:lnTo>
                    <a:lnTo>
                      <a:pt x="512627" y="1071054"/>
                    </a:lnTo>
                    <a:moveTo>
                      <a:pt x="512627" y="1071054"/>
                    </a:moveTo>
                    <a:lnTo>
                      <a:pt x="458230" y="957401"/>
                    </a:lnTo>
                    <a:moveTo>
                      <a:pt x="458230" y="957401"/>
                    </a:moveTo>
                    <a:lnTo>
                      <a:pt x="403834" y="843748"/>
                    </a:lnTo>
                    <a:moveTo>
                      <a:pt x="403834" y="843748"/>
                    </a:moveTo>
                    <a:lnTo>
                      <a:pt x="349437" y="730095"/>
                    </a:lnTo>
                    <a:moveTo>
                      <a:pt x="349437" y="730095"/>
                    </a:moveTo>
                    <a:lnTo>
                      <a:pt x="313407" y="654816"/>
                    </a:lnTo>
                    <a:lnTo>
                      <a:pt x="295040" y="616442"/>
                    </a:lnTo>
                    <a:moveTo>
                      <a:pt x="295040" y="616442"/>
                    </a:moveTo>
                    <a:lnTo>
                      <a:pt x="240644" y="502788"/>
                    </a:lnTo>
                    <a:moveTo>
                      <a:pt x="240644" y="502788"/>
                    </a:moveTo>
                    <a:lnTo>
                      <a:pt x="186248" y="389135"/>
                    </a:lnTo>
                    <a:moveTo>
                      <a:pt x="186248" y="389135"/>
                    </a:moveTo>
                    <a:lnTo>
                      <a:pt x="131851" y="275482"/>
                    </a:lnTo>
                    <a:moveTo>
                      <a:pt x="131851" y="275482"/>
                    </a:moveTo>
                    <a:lnTo>
                      <a:pt x="77455" y="161829"/>
                    </a:lnTo>
                    <a:moveTo>
                      <a:pt x="77455" y="161829"/>
                    </a:moveTo>
                    <a:lnTo>
                      <a:pt x="23058" y="48176"/>
                    </a:lnTo>
                    <a:moveTo>
                      <a:pt x="23058" y="48176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76" name="Контур"/>
              <p:cNvSpPr/>
              <p:nvPr/>
            </p:nvSpPr>
            <p:spPr>
              <a:xfrm>
                <a:off x="9255406" y="8376616"/>
                <a:ext cx="952550" cy="962587"/>
              </a:xfrm>
              <a:custGeom>
                <a:avLst/>
                <a:gdLst/>
                <a:ahLst/>
                <a:cxnLst/>
                <a:rect l="l" t="t" r="r" b="b"/>
                <a:pathLst>
                  <a:path w="952550" h="962587" fill="none">
                    <a:moveTo>
                      <a:pt x="913583" y="853794"/>
                    </a:moveTo>
                    <a:lnTo>
                      <a:pt x="914416" y="805502"/>
                    </a:lnTo>
                    <a:lnTo>
                      <a:pt x="952550" y="835143"/>
                    </a:lnTo>
                    <a:lnTo>
                      <a:pt x="913583" y="853794"/>
                    </a:lnTo>
                    <a:lnTo>
                      <a:pt x="918454" y="851462"/>
                    </a:lnTo>
                    <a:lnTo>
                      <a:pt x="919078" y="815243"/>
                    </a:lnTo>
                    <a:lnTo>
                      <a:pt x="947679" y="837475"/>
                    </a:lnTo>
                    <a:lnTo>
                      <a:pt x="945347" y="832604"/>
                    </a:lnTo>
                    <a:lnTo>
                      <a:pt x="916122" y="846592"/>
                    </a:lnTo>
                    <a:lnTo>
                      <a:pt x="918454" y="851462"/>
                    </a:lnTo>
                    <a:lnTo>
                      <a:pt x="913583" y="853794"/>
                    </a:lnTo>
                    <a:lnTo>
                      <a:pt x="918662" y="839389"/>
                    </a:lnTo>
                    <a:lnTo>
                      <a:pt x="913791" y="841721"/>
                    </a:lnTo>
                    <a:lnTo>
                      <a:pt x="918870" y="827316"/>
                    </a:lnTo>
                    <a:lnTo>
                      <a:pt x="913999" y="829648"/>
                    </a:lnTo>
                    <a:lnTo>
                      <a:pt x="916747" y="810373"/>
                    </a:lnTo>
                    <a:lnTo>
                      <a:pt x="933483" y="820323"/>
                    </a:lnTo>
                    <a:lnTo>
                      <a:pt x="928612" y="822654"/>
                    </a:lnTo>
                    <a:lnTo>
                      <a:pt x="943016" y="827733"/>
                    </a:lnTo>
                    <a:lnTo>
                      <a:pt x="938145" y="830064"/>
                    </a:lnTo>
                    <a:lnTo>
                      <a:pt x="952550" y="835143"/>
                    </a:lnTo>
                    <a:lnTo>
                      <a:pt x="940477" y="834935"/>
                    </a:lnTo>
                    <a:lnTo>
                      <a:pt x="937937" y="842137"/>
                    </a:lnTo>
                    <a:lnTo>
                      <a:pt x="930735" y="839598"/>
                    </a:lnTo>
                    <a:lnTo>
                      <a:pt x="928195" y="846800"/>
                    </a:lnTo>
                    <a:lnTo>
                      <a:pt x="920993" y="844260"/>
                    </a:lnTo>
                    <a:lnTo>
                      <a:pt x="913583" y="853794"/>
                    </a:lnTo>
                    <a:lnTo>
                      <a:pt x="916122" y="846592"/>
                    </a:lnTo>
                    <a:lnTo>
                      <a:pt x="923324" y="849131"/>
                    </a:lnTo>
                    <a:lnTo>
                      <a:pt x="925864" y="841929"/>
                    </a:lnTo>
                    <a:lnTo>
                      <a:pt x="933066" y="844469"/>
                    </a:lnTo>
                    <a:lnTo>
                      <a:pt x="935606" y="837266"/>
                    </a:lnTo>
                    <a:lnTo>
                      <a:pt x="942808" y="839806"/>
                    </a:lnTo>
                    <a:lnTo>
                      <a:pt x="945347" y="832604"/>
                    </a:lnTo>
                    <a:lnTo>
                      <a:pt x="943016" y="827733"/>
                    </a:lnTo>
                    <a:lnTo>
                      <a:pt x="938145" y="830064"/>
                    </a:lnTo>
                    <a:lnTo>
                      <a:pt x="933483" y="820323"/>
                    </a:lnTo>
                    <a:lnTo>
                      <a:pt x="928612" y="822654"/>
                    </a:lnTo>
                    <a:lnTo>
                      <a:pt x="914416" y="805502"/>
                    </a:lnTo>
                    <a:lnTo>
                      <a:pt x="919078" y="815243"/>
                    </a:lnTo>
                    <a:lnTo>
                      <a:pt x="914208" y="817575"/>
                    </a:lnTo>
                    <a:lnTo>
                      <a:pt x="918870" y="827316"/>
                    </a:lnTo>
                    <a:lnTo>
                      <a:pt x="913999" y="829648"/>
                    </a:lnTo>
                    <a:lnTo>
                      <a:pt x="918662" y="839389"/>
                    </a:lnTo>
                    <a:lnTo>
                      <a:pt x="913791" y="841721"/>
                    </a:lnTo>
                    <a:lnTo>
                      <a:pt x="916122" y="846592"/>
                    </a:lnTo>
                    <a:moveTo>
                      <a:pt x="686277" y="962587"/>
                    </a:moveTo>
                    <a:lnTo>
                      <a:pt x="687110" y="914295"/>
                    </a:lnTo>
                    <a:lnTo>
                      <a:pt x="725243" y="943936"/>
                    </a:lnTo>
                    <a:lnTo>
                      <a:pt x="686277" y="962587"/>
                    </a:lnTo>
                    <a:lnTo>
                      <a:pt x="691147" y="960255"/>
                    </a:lnTo>
                    <a:lnTo>
                      <a:pt x="691772" y="924036"/>
                    </a:lnTo>
                    <a:lnTo>
                      <a:pt x="720372" y="946268"/>
                    </a:lnTo>
                    <a:lnTo>
                      <a:pt x="718041" y="941397"/>
                    </a:lnTo>
                    <a:lnTo>
                      <a:pt x="688816" y="955384"/>
                    </a:lnTo>
                    <a:lnTo>
                      <a:pt x="691147" y="960255"/>
                    </a:lnTo>
                    <a:lnTo>
                      <a:pt x="686277" y="962587"/>
                    </a:lnTo>
                    <a:lnTo>
                      <a:pt x="691356" y="948182"/>
                    </a:lnTo>
                    <a:lnTo>
                      <a:pt x="686485" y="950514"/>
                    </a:lnTo>
                    <a:lnTo>
                      <a:pt x="691564" y="936109"/>
                    </a:lnTo>
                    <a:lnTo>
                      <a:pt x="686693" y="938441"/>
                    </a:lnTo>
                    <a:lnTo>
                      <a:pt x="689441" y="919165"/>
                    </a:lnTo>
                    <a:lnTo>
                      <a:pt x="706176" y="929115"/>
                    </a:lnTo>
                    <a:lnTo>
                      <a:pt x="701306" y="931447"/>
                    </a:lnTo>
                    <a:lnTo>
                      <a:pt x="715710" y="936526"/>
                    </a:lnTo>
                    <a:lnTo>
                      <a:pt x="710839" y="938857"/>
                    </a:lnTo>
                    <a:lnTo>
                      <a:pt x="725243" y="943936"/>
                    </a:lnTo>
                    <a:lnTo>
                      <a:pt x="713170" y="943728"/>
                    </a:lnTo>
                    <a:lnTo>
                      <a:pt x="710631" y="950930"/>
                    </a:lnTo>
                    <a:lnTo>
                      <a:pt x="703429" y="948391"/>
                    </a:lnTo>
                    <a:lnTo>
                      <a:pt x="700889" y="955593"/>
                    </a:lnTo>
                    <a:lnTo>
                      <a:pt x="693687" y="953053"/>
                    </a:lnTo>
                    <a:lnTo>
                      <a:pt x="686277" y="962587"/>
                    </a:lnTo>
                    <a:lnTo>
                      <a:pt x="688816" y="955384"/>
                    </a:lnTo>
                    <a:lnTo>
                      <a:pt x="696018" y="957924"/>
                    </a:lnTo>
                    <a:lnTo>
                      <a:pt x="698558" y="950722"/>
                    </a:lnTo>
                    <a:lnTo>
                      <a:pt x="705760" y="953261"/>
                    </a:lnTo>
                    <a:lnTo>
                      <a:pt x="708299" y="946059"/>
                    </a:lnTo>
                    <a:lnTo>
                      <a:pt x="715502" y="948599"/>
                    </a:lnTo>
                    <a:lnTo>
                      <a:pt x="718041" y="941397"/>
                    </a:lnTo>
                    <a:lnTo>
                      <a:pt x="715710" y="936526"/>
                    </a:lnTo>
                    <a:lnTo>
                      <a:pt x="710839" y="938857"/>
                    </a:lnTo>
                    <a:lnTo>
                      <a:pt x="706176" y="929115"/>
                    </a:lnTo>
                    <a:lnTo>
                      <a:pt x="701306" y="931447"/>
                    </a:lnTo>
                    <a:lnTo>
                      <a:pt x="687110" y="914295"/>
                    </a:lnTo>
                    <a:lnTo>
                      <a:pt x="691772" y="924036"/>
                    </a:lnTo>
                    <a:lnTo>
                      <a:pt x="686901" y="926368"/>
                    </a:lnTo>
                    <a:lnTo>
                      <a:pt x="691564" y="936109"/>
                    </a:lnTo>
                    <a:lnTo>
                      <a:pt x="686693" y="938441"/>
                    </a:lnTo>
                    <a:lnTo>
                      <a:pt x="691356" y="948182"/>
                    </a:lnTo>
                    <a:lnTo>
                      <a:pt x="686485" y="950514"/>
                    </a:lnTo>
                    <a:lnTo>
                      <a:pt x="688816" y="955384"/>
                    </a:lnTo>
                    <a:moveTo>
                      <a:pt x="435172" y="909224"/>
                    </a:moveTo>
                    <a:lnTo>
                      <a:pt x="483464" y="910057"/>
                    </a:lnTo>
                    <a:lnTo>
                      <a:pt x="453823" y="948191"/>
                    </a:lnTo>
                    <a:lnTo>
                      <a:pt x="435172" y="909224"/>
                    </a:lnTo>
                    <a:lnTo>
                      <a:pt x="437504" y="914095"/>
                    </a:lnTo>
                    <a:lnTo>
                      <a:pt x="473723" y="914720"/>
                    </a:lnTo>
                    <a:lnTo>
                      <a:pt x="451491" y="943320"/>
                    </a:lnTo>
                    <a:lnTo>
                      <a:pt x="456362" y="940989"/>
                    </a:lnTo>
                    <a:lnTo>
                      <a:pt x="442374" y="911764"/>
                    </a:lnTo>
                    <a:lnTo>
                      <a:pt x="437504" y="914095"/>
                    </a:lnTo>
                    <a:lnTo>
                      <a:pt x="435172" y="909224"/>
                    </a:lnTo>
                    <a:lnTo>
                      <a:pt x="449577" y="914303"/>
                    </a:lnTo>
                    <a:lnTo>
                      <a:pt x="447245" y="909432"/>
                    </a:lnTo>
                    <a:lnTo>
                      <a:pt x="461650" y="914512"/>
                    </a:lnTo>
                    <a:lnTo>
                      <a:pt x="459318" y="909641"/>
                    </a:lnTo>
                    <a:lnTo>
                      <a:pt x="478593" y="912389"/>
                    </a:lnTo>
                    <a:lnTo>
                      <a:pt x="468643" y="929124"/>
                    </a:lnTo>
                    <a:lnTo>
                      <a:pt x="466312" y="924253"/>
                    </a:lnTo>
                    <a:lnTo>
                      <a:pt x="461233" y="938657"/>
                    </a:lnTo>
                    <a:lnTo>
                      <a:pt x="458902" y="933787"/>
                    </a:lnTo>
                    <a:lnTo>
                      <a:pt x="453823" y="948191"/>
                    </a:lnTo>
                    <a:lnTo>
                      <a:pt x="454031" y="936118"/>
                    </a:lnTo>
                    <a:lnTo>
                      <a:pt x="446829" y="933578"/>
                    </a:lnTo>
                    <a:lnTo>
                      <a:pt x="449368" y="926376"/>
                    </a:lnTo>
                    <a:lnTo>
                      <a:pt x="442166" y="923837"/>
                    </a:lnTo>
                    <a:lnTo>
                      <a:pt x="444706" y="916635"/>
                    </a:lnTo>
                    <a:lnTo>
                      <a:pt x="435172" y="909224"/>
                    </a:lnTo>
                    <a:lnTo>
                      <a:pt x="442374" y="911764"/>
                    </a:lnTo>
                    <a:lnTo>
                      <a:pt x="439835" y="918966"/>
                    </a:lnTo>
                    <a:lnTo>
                      <a:pt x="447037" y="921505"/>
                    </a:lnTo>
                    <a:lnTo>
                      <a:pt x="444497" y="928708"/>
                    </a:lnTo>
                    <a:lnTo>
                      <a:pt x="451700" y="931247"/>
                    </a:lnTo>
                    <a:lnTo>
                      <a:pt x="449160" y="938449"/>
                    </a:lnTo>
                    <a:lnTo>
                      <a:pt x="456362" y="940989"/>
                    </a:lnTo>
                    <a:lnTo>
                      <a:pt x="461233" y="938657"/>
                    </a:lnTo>
                    <a:lnTo>
                      <a:pt x="458902" y="933787"/>
                    </a:lnTo>
                    <a:lnTo>
                      <a:pt x="468643" y="929124"/>
                    </a:lnTo>
                    <a:lnTo>
                      <a:pt x="466312" y="924253"/>
                    </a:lnTo>
                    <a:lnTo>
                      <a:pt x="483464" y="910057"/>
                    </a:lnTo>
                    <a:lnTo>
                      <a:pt x="473723" y="914720"/>
                    </a:lnTo>
                    <a:lnTo>
                      <a:pt x="471391" y="909849"/>
                    </a:lnTo>
                    <a:lnTo>
                      <a:pt x="461650" y="914512"/>
                    </a:lnTo>
                    <a:lnTo>
                      <a:pt x="459318" y="909641"/>
                    </a:lnTo>
                    <a:lnTo>
                      <a:pt x="449577" y="914303"/>
                    </a:lnTo>
                    <a:lnTo>
                      <a:pt x="447245" y="909432"/>
                    </a:lnTo>
                    <a:lnTo>
                      <a:pt x="442374" y="911764"/>
                    </a:lnTo>
                    <a:moveTo>
                      <a:pt x="326379" y="681918"/>
                    </a:moveTo>
                    <a:lnTo>
                      <a:pt x="374671" y="682751"/>
                    </a:lnTo>
                    <a:lnTo>
                      <a:pt x="345029" y="720885"/>
                    </a:lnTo>
                    <a:lnTo>
                      <a:pt x="326379" y="681918"/>
                    </a:lnTo>
                    <a:lnTo>
                      <a:pt x="328710" y="686789"/>
                    </a:lnTo>
                    <a:lnTo>
                      <a:pt x="364929" y="687414"/>
                    </a:lnTo>
                    <a:lnTo>
                      <a:pt x="342698" y="716014"/>
                    </a:lnTo>
                    <a:lnTo>
                      <a:pt x="347569" y="713683"/>
                    </a:lnTo>
                    <a:lnTo>
                      <a:pt x="333581" y="684458"/>
                    </a:lnTo>
                    <a:lnTo>
                      <a:pt x="328710" y="686789"/>
                    </a:lnTo>
                    <a:lnTo>
                      <a:pt x="326379" y="681918"/>
                    </a:lnTo>
                    <a:lnTo>
                      <a:pt x="340783" y="686997"/>
                    </a:lnTo>
                    <a:lnTo>
                      <a:pt x="338452" y="682126"/>
                    </a:lnTo>
                    <a:lnTo>
                      <a:pt x="352856" y="687206"/>
                    </a:lnTo>
                    <a:lnTo>
                      <a:pt x="350525" y="682335"/>
                    </a:lnTo>
                    <a:lnTo>
                      <a:pt x="369800" y="685083"/>
                    </a:lnTo>
                    <a:lnTo>
                      <a:pt x="359850" y="701818"/>
                    </a:lnTo>
                    <a:lnTo>
                      <a:pt x="357519" y="696947"/>
                    </a:lnTo>
                    <a:lnTo>
                      <a:pt x="352440" y="711351"/>
                    </a:lnTo>
                    <a:lnTo>
                      <a:pt x="350108" y="706481"/>
                    </a:lnTo>
                    <a:lnTo>
                      <a:pt x="345029" y="720885"/>
                    </a:lnTo>
                    <a:lnTo>
                      <a:pt x="345238" y="708812"/>
                    </a:lnTo>
                    <a:lnTo>
                      <a:pt x="338035" y="706272"/>
                    </a:lnTo>
                    <a:lnTo>
                      <a:pt x="340575" y="699070"/>
                    </a:lnTo>
                    <a:lnTo>
                      <a:pt x="333373" y="696531"/>
                    </a:lnTo>
                    <a:lnTo>
                      <a:pt x="335912" y="689329"/>
                    </a:lnTo>
                    <a:lnTo>
                      <a:pt x="326379" y="681918"/>
                    </a:lnTo>
                    <a:lnTo>
                      <a:pt x="333581" y="684458"/>
                    </a:lnTo>
                    <a:lnTo>
                      <a:pt x="331042" y="691660"/>
                    </a:lnTo>
                    <a:lnTo>
                      <a:pt x="338244" y="694199"/>
                    </a:lnTo>
                    <a:lnTo>
                      <a:pt x="335704" y="701402"/>
                    </a:lnTo>
                    <a:lnTo>
                      <a:pt x="342906" y="703941"/>
                    </a:lnTo>
                    <a:lnTo>
                      <a:pt x="340367" y="711143"/>
                    </a:lnTo>
                    <a:lnTo>
                      <a:pt x="347569" y="713683"/>
                    </a:lnTo>
                    <a:lnTo>
                      <a:pt x="352440" y="711351"/>
                    </a:lnTo>
                    <a:lnTo>
                      <a:pt x="350108" y="706481"/>
                    </a:lnTo>
                    <a:lnTo>
                      <a:pt x="359850" y="701818"/>
                    </a:lnTo>
                    <a:lnTo>
                      <a:pt x="357519" y="696947"/>
                    </a:lnTo>
                    <a:lnTo>
                      <a:pt x="374671" y="682751"/>
                    </a:lnTo>
                    <a:lnTo>
                      <a:pt x="364929" y="687414"/>
                    </a:lnTo>
                    <a:lnTo>
                      <a:pt x="362598" y="682543"/>
                    </a:lnTo>
                    <a:lnTo>
                      <a:pt x="352856" y="687206"/>
                    </a:lnTo>
                    <a:lnTo>
                      <a:pt x="350525" y="682335"/>
                    </a:lnTo>
                    <a:lnTo>
                      <a:pt x="340783" y="686997"/>
                    </a:lnTo>
                    <a:lnTo>
                      <a:pt x="338452" y="682126"/>
                    </a:lnTo>
                    <a:lnTo>
                      <a:pt x="333581" y="684458"/>
                    </a:lnTo>
                    <a:moveTo>
                      <a:pt x="217586" y="454612"/>
                    </a:moveTo>
                    <a:lnTo>
                      <a:pt x="265878" y="455445"/>
                    </a:lnTo>
                    <a:lnTo>
                      <a:pt x="236236" y="493579"/>
                    </a:lnTo>
                    <a:lnTo>
                      <a:pt x="217586" y="454612"/>
                    </a:lnTo>
                    <a:lnTo>
                      <a:pt x="219917" y="459483"/>
                    </a:lnTo>
                    <a:lnTo>
                      <a:pt x="256136" y="460108"/>
                    </a:lnTo>
                    <a:lnTo>
                      <a:pt x="233905" y="488708"/>
                    </a:lnTo>
                    <a:lnTo>
                      <a:pt x="238776" y="486377"/>
                    </a:lnTo>
                    <a:lnTo>
                      <a:pt x="224788" y="457152"/>
                    </a:lnTo>
                    <a:lnTo>
                      <a:pt x="219917" y="459483"/>
                    </a:lnTo>
                    <a:lnTo>
                      <a:pt x="217586" y="454612"/>
                    </a:lnTo>
                    <a:lnTo>
                      <a:pt x="231990" y="459691"/>
                    </a:lnTo>
                    <a:lnTo>
                      <a:pt x="229659" y="454820"/>
                    </a:lnTo>
                    <a:lnTo>
                      <a:pt x="244063" y="459899"/>
                    </a:lnTo>
                    <a:lnTo>
                      <a:pt x="241732" y="455029"/>
                    </a:lnTo>
                    <a:lnTo>
                      <a:pt x="261007" y="457776"/>
                    </a:lnTo>
                    <a:lnTo>
                      <a:pt x="251057" y="474512"/>
                    </a:lnTo>
                    <a:lnTo>
                      <a:pt x="248726" y="469641"/>
                    </a:lnTo>
                    <a:lnTo>
                      <a:pt x="243646" y="484045"/>
                    </a:lnTo>
                    <a:lnTo>
                      <a:pt x="241315" y="479175"/>
                    </a:lnTo>
                    <a:lnTo>
                      <a:pt x="236236" y="493579"/>
                    </a:lnTo>
                    <a:lnTo>
                      <a:pt x="236444" y="481506"/>
                    </a:lnTo>
                    <a:lnTo>
                      <a:pt x="229242" y="478966"/>
                    </a:lnTo>
                    <a:lnTo>
                      <a:pt x="231782" y="471764"/>
                    </a:lnTo>
                    <a:lnTo>
                      <a:pt x="224580" y="469225"/>
                    </a:lnTo>
                    <a:lnTo>
                      <a:pt x="227119" y="462022"/>
                    </a:lnTo>
                    <a:lnTo>
                      <a:pt x="217586" y="454612"/>
                    </a:lnTo>
                    <a:lnTo>
                      <a:pt x="224788" y="457152"/>
                    </a:lnTo>
                    <a:lnTo>
                      <a:pt x="222248" y="464354"/>
                    </a:lnTo>
                    <a:lnTo>
                      <a:pt x="229450" y="466893"/>
                    </a:lnTo>
                    <a:lnTo>
                      <a:pt x="226911" y="474095"/>
                    </a:lnTo>
                    <a:lnTo>
                      <a:pt x="234113" y="476635"/>
                    </a:lnTo>
                    <a:lnTo>
                      <a:pt x="231573" y="483837"/>
                    </a:lnTo>
                    <a:lnTo>
                      <a:pt x="238776" y="486377"/>
                    </a:lnTo>
                    <a:lnTo>
                      <a:pt x="243646" y="484045"/>
                    </a:lnTo>
                    <a:lnTo>
                      <a:pt x="241315" y="479175"/>
                    </a:lnTo>
                    <a:lnTo>
                      <a:pt x="251057" y="474512"/>
                    </a:lnTo>
                    <a:lnTo>
                      <a:pt x="248726" y="469641"/>
                    </a:lnTo>
                    <a:lnTo>
                      <a:pt x="265878" y="455445"/>
                    </a:lnTo>
                    <a:lnTo>
                      <a:pt x="256136" y="460108"/>
                    </a:lnTo>
                    <a:lnTo>
                      <a:pt x="253805" y="455237"/>
                    </a:lnTo>
                    <a:lnTo>
                      <a:pt x="244063" y="459899"/>
                    </a:lnTo>
                    <a:lnTo>
                      <a:pt x="241732" y="455029"/>
                    </a:lnTo>
                    <a:lnTo>
                      <a:pt x="231990" y="459691"/>
                    </a:lnTo>
                    <a:lnTo>
                      <a:pt x="229659" y="454820"/>
                    </a:lnTo>
                    <a:lnTo>
                      <a:pt x="224788" y="457152"/>
                    </a:lnTo>
                    <a:moveTo>
                      <a:pt x="108793" y="227306"/>
                    </a:moveTo>
                    <a:lnTo>
                      <a:pt x="157085" y="228139"/>
                    </a:lnTo>
                    <a:lnTo>
                      <a:pt x="127443" y="266273"/>
                    </a:lnTo>
                    <a:lnTo>
                      <a:pt x="108793" y="227306"/>
                    </a:lnTo>
                    <a:lnTo>
                      <a:pt x="111124" y="232177"/>
                    </a:lnTo>
                    <a:lnTo>
                      <a:pt x="147343" y="232802"/>
                    </a:lnTo>
                    <a:lnTo>
                      <a:pt x="125112" y="261402"/>
                    </a:lnTo>
                    <a:lnTo>
                      <a:pt x="129983" y="259070"/>
                    </a:lnTo>
                    <a:lnTo>
                      <a:pt x="115995" y="229845"/>
                    </a:lnTo>
                    <a:lnTo>
                      <a:pt x="111124" y="232177"/>
                    </a:lnTo>
                    <a:lnTo>
                      <a:pt x="108793" y="227306"/>
                    </a:lnTo>
                    <a:lnTo>
                      <a:pt x="123197" y="232385"/>
                    </a:lnTo>
                    <a:lnTo>
                      <a:pt x="120866" y="227514"/>
                    </a:lnTo>
                    <a:lnTo>
                      <a:pt x="135270" y="232593"/>
                    </a:lnTo>
                    <a:lnTo>
                      <a:pt x="132939" y="227722"/>
                    </a:lnTo>
                    <a:lnTo>
                      <a:pt x="152214" y="230470"/>
                    </a:lnTo>
                    <a:lnTo>
                      <a:pt x="142264" y="247206"/>
                    </a:lnTo>
                    <a:lnTo>
                      <a:pt x="139933" y="242335"/>
                    </a:lnTo>
                    <a:lnTo>
                      <a:pt x="134854" y="256739"/>
                    </a:lnTo>
                    <a:lnTo>
                      <a:pt x="132522" y="251868"/>
                    </a:lnTo>
                    <a:lnTo>
                      <a:pt x="127443" y="266273"/>
                    </a:lnTo>
                    <a:lnTo>
                      <a:pt x="127651" y="254200"/>
                    </a:lnTo>
                    <a:lnTo>
                      <a:pt x="120449" y="251660"/>
                    </a:lnTo>
                    <a:lnTo>
                      <a:pt x="122989" y="244458"/>
                    </a:lnTo>
                    <a:lnTo>
                      <a:pt x="115787" y="241918"/>
                    </a:lnTo>
                    <a:lnTo>
                      <a:pt x="118326" y="234716"/>
                    </a:lnTo>
                    <a:lnTo>
                      <a:pt x="108793" y="227306"/>
                    </a:lnTo>
                    <a:lnTo>
                      <a:pt x="115995" y="229845"/>
                    </a:lnTo>
                    <a:lnTo>
                      <a:pt x="113456" y="237047"/>
                    </a:lnTo>
                    <a:lnTo>
                      <a:pt x="120658" y="239587"/>
                    </a:lnTo>
                    <a:lnTo>
                      <a:pt x="118118" y="246789"/>
                    </a:lnTo>
                    <a:lnTo>
                      <a:pt x="125320" y="249329"/>
                    </a:lnTo>
                    <a:lnTo>
                      <a:pt x="122781" y="256531"/>
                    </a:lnTo>
                    <a:lnTo>
                      <a:pt x="129983" y="259070"/>
                    </a:lnTo>
                    <a:lnTo>
                      <a:pt x="134854" y="256739"/>
                    </a:lnTo>
                    <a:lnTo>
                      <a:pt x="132522" y="251868"/>
                    </a:lnTo>
                    <a:lnTo>
                      <a:pt x="142264" y="247206"/>
                    </a:lnTo>
                    <a:lnTo>
                      <a:pt x="139933" y="242335"/>
                    </a:lnTo>
                    <a:lnTo>
                      <a:pt x="157085" y="228139"/>
                    </a:lnTo>
                    <a:lnTo>
                      <a:pt x="147343" y="232802"/>
                    </a:lnTo>
                    <a:lnTo>
                      <a:pt x="145012" y="227931"/>
                    </a:lnTo>
                    <a:lnTo>
                      <a:pt x="135270" y="232593"/>
                    </a:lnTo>
                    <a:lnTo>
                      <a:pt x="132939" y="227722"/>
                    </a:lnTo>
                    <a:lnTo>
                      <a:pt x="123197" y="232385"/>
                    </a:lnTo>
                    <a:lnTo>
                      <a:pt x="120866" y="227514"/>
                    </a:lnTo>
                    <a:lnTo>
                      <a:pt x="115995" y="229845"/>
                    </a:lnTo>
                    <a:moveTo>
                      <a:pt x="0" y="0"/>
                    </a:moveTo>
                    <a:lnTo>
                      <a:pt x="48292" y="833"/>
                    </a:lnTo>
                    <a:lnTo>
                      <a:pt x="18650" y="38966"/>
                    </a:lnTo>
                    <a:lnTo>
                      <a:pt x="0" y="0"/>
                    </a:lnTo>
                    <a:lnTo>
                      <a:pt x="2331" y="4870"/>
                    </a:lnTo>
                    <a:lnTo>
                      <a:pt x="38550" y="5495"/>
                    </a:lnTo>
                    <a:lnTo>
                      <a:pt x="16319" y="34095"/>
                    </a:lnTo>
                    <a:lnTo>
                      <a:pt x="21190" y="31764"/>
                    </a:lnTo>
                    <a:lnTo>
                      <a:pt x="7202" y="2539"/>
                    </a:lnTo>
                    <a:lnTo>
                      <a:pt x="2331" y="4870"/>
                    </a:lnTo>
                    <a:lnTo>
                      <a:pt x="0" y="0"/>
                    </a:lnTo>
                    <a:lnTo>
                      <a:pt x="14404" y="5079"/>
                    </a:lnTo>
                    <a:lnTo>
                      <a:pt x="12073" y="208"/>
                    </a:lnTo>
                    <a:lnTo>
                      <a:pt x="26477" y="5287"/>
                    </a:lnTo>
                    <a:lnTo>
                      <a:pt x="24146" y="416"/>
                    </a:lnTo>
                    <a:lnTo>
                      <a:pt x="43421" y="3164"/>
                    </a:lnTo>
                    <a:lnTo>
                      <a:pt x="33471" y="19900"/>
                    </a:lnTo>
                    <a:lnTo>
                      <a:pt x="31140" y="15029"/>
                    </a:lnTo>
                    <a:lnTo>
                      <a:pt x="26061" y="29433"/>
                    </a:lnTo>
                    <a:lnTo>
                      <a:pt x="23729" y="24562"/>
                    </a:lnTo>
                    <a:lnTo>
                      <a:pt x="18650" y="38966"/>
                    </a:lnTo>
                    <a:lnTo>
                      <a:pt x="18859" y="26893"/>
                    </a:lnTo>
                    <a:lnTo>
                      <a:pt x="11656" y="24354"/>
                    </a:lnTo>
                    <a:lnTo>
                      <a:pt x="14196" y="17152"/>
                    </a:lnTo>
                    <a:lnTo>
                      <a:pt x="6994" y="14612"/>
                    </a:lnTo>
                    <a:lnTo>
                      <a:pt x="9533" y="7410"/>
                    </a:lnTo>
                    <a:lnTo>
                      <a:pt x="0" y="0"/>
                    </a:lnTo>
                    <a:lnTo>
                      <a:pt x="7202" y="2539"/>
                    </a:lnTo>
                    <a:lnTo>
                      <a:pt x="4663" y="9741"/>
                    </a:lnTo>
                    <a:lnTo>
                      <a:pt x="11865" y="12281"/>
                    </a:lnTo>
                    <a:lnTo>
                      <a:pt x="9325" y="19483"/>
                    </a:lnTo>
                    <a:lnTo>
                      <a:pt x="16527" y="22023"/>
                    </a:lnTo>
                    <a:lnTo>
                      <a:pt x="13988" y="29225"/>
                    </a:lnTo>
                    <a:lnTo>
                      <a:pt x="21190" y="31764"/>
                    </a:lnTo>
                    <a:lnTo>
                      <a:pt x="26061" y="29433"/>
                    </a:lnTo>
                    <a:lnTo>
                      <a:pt x="23729" y="24562"/>
                    </a:lnTo>
                    <a:lnTo>
                      <a:pt x="33471" y="19900"/>
                    </a:lnTo>
                    <a:lnTo>
                      <a:pt x="31140" y="15029"/>
                    </a:lnTo>
                    <a:lnTo>
                      <a:pt x="48292" y="833"/>
                    </a:lnTo>
                    <a:lnTo>
                      <a:pt x="38550" y="5495"/>
                    </a:lnTo>
                    <a:lnTo>
                      <a:pt x="36219" y="624"/>
                    </a:lnTo>
                    <a:lnTo>
                      <a:pt x="26477" y="5287"/>
                    </a:lnTo>
                    <a:lnTo>
                      <a:pt x="24146" y="416"/>
                    </a:lnTo>
                    <a:lnTo>
                      <a:pt x="14404" y="5079"/>
                    </a:lnTo>
                    <a:lnTo>
                      <a:pt x="12073" y="208"/>
                    </a:lnTo>
                    <a:lnTo>
                      <a:pt x="7202" y="253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77" name="Контур"/>
              <p:cNvSpPr/>
              <p:nvPr/>
            </p:nvSpPr>
            <p:spPr>
              <a:xfrm>
                <a:off x="9240259" y="7977249"/>
                <a:ext cx="1047483" cy="1136457"/>
              </a:xfrm>
              <a:custGeom>
                <a:avLst/>
                <a:gdLst/>
                <a:ahLst/>
                <a:cxnLst/>
                <a:rect l="l" t="t" r="r" b="b"/>
                <a:pathLst>
                  <a:path w="1047483" h="1136457" fill="none">
                    <a:moveTo>
                      <a:pt x="0" y="242638"/>
                    </a:moveTo>
                    <a:lnTo>
                      <a:pt x="113510" y="187943"/>
                    </a:lnTo>
                    <a:moveTo>
                      <a:pt x="113510" y="187943"/>
                    </a:moveTo>
                    <a:lnTo>
                      <a:pt x="227020" y="133248"/>
                    </a:lnTo>
                    <a:moveTo>
                      <a:pt x="227020" y="133248"/>
                    </a:moveTo>
                    <a:lnTo>
                      <a:pt x="340530" y="78553"/>
                    </a:lnTo>
                    <a:moveTo>
                      <a:pt x="340530" y="78553"/>
                    </a:moveTo>
                    <a:lnTo>
                      <a:pt x="454039" y="23858"/>
                    </a:lnTo>
                    <a:moveTo>
                      <a:pt x="454039" y="23858"/>
                    </a:moveTo>
                    <a:lnTo>
                      <a:pt x="503554" y="0"/>
                    </a:lnTo>
                    <a:lnTo>
                      <a:pt x="534222" y="64075"/>
                    </a:lnTo>
                    <a:moveTo>
                      <a:pt x="534222" y="64075"/>
                    </a:moveTo>
                    <a:lnTo>
                      <a:pt x="588618" y="177729"/>
                    </a:lnTo>
                    <a:moveTo>
                      <a:pt x="588618" y="177729"/>
                    </a:moveTo>
                    <a:lnTo>
                      <a:pt x="643015" y="291382"/>
                    </a:lnTo>
                    <a:moveTo>
                      <a:pt x="643015" y="291382"/>
                    </a:moveTo>
                    <a:lnTo>
                      <a:pt x="697411" y="405035"/>
                    </a:lnTo>
                    <a:moveTo>
                      <a:pt x="697411" y="405035"/>
                    </a:moveTo>
                    <a:lnTo>
                      <a:pt x="751807" y="518688"/>
                    </a:lnTo>
                    <a:moveTo>
                      <a:pt x="751807" y="518688"/>
                    </a:moveTo>
                    <a:lnTo>
                      <a:pt x="806204" y="632341"/>
                    </a:lnTo>
                    <a:moveTo>
                      <a:pt x="806204" y="632341"/>
                    </a:moveTo>
                    <a:lnTo>
                      <a:pt x="860600" y="745994"/>
                    </a:lnTo>
                    <a:moveTo>
                      <a:pt x="860600" y="745994"/>
                    </a:moveTo>
                    <a:lnTo>
                      <a:pt x="914997" y="859647"/>
                    </a:lnTo>
                    <a:moveTo>
                      <a:pt x="914997" y="859647"/>
                    </a:moveTo>
                    <a:lnTo>
                      <a:pt x="933092" y="897454"/>
                    </a:lnTo>
                    <a:lnTo>
                      <a:pt x="969393" y="973300"/>
                    </a:lnTo>
                    <a:moveTo>
                      <a:pt x="969393" y="973300"/>
                    </a:moveTo>
                    <a:lnTo>
                      <a:pt x="1023790" y="1086953"/>
                    </a:lnTo>
                    <a:moveTo>
                      <a:pt x="1023790" y="1086953"/>
                    </a:moveTo>
                    <a:lnTo>
                      <a:pt x="1047483" y="1136457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78" name="Контур"/>
              <p:cNvSpPr/>
              <p:nvPr/>
            </p:nvSpPr>
            <p:spPr>
              <a:xfrm>
                <a:off x="9319788" y="7993481"/>
                <a:ext cx="952172" cy="962169"/>
              </a:xfrm>
              <a:custGeom>
                <a:avLst/>
                <a:gdLst/>
                <a:ahLst/>
                <a:cxnLst/>
                <a:rect l="l" t="t" r="r" b="b"/>
                <a:pathLst>
                  <a:path w="952172" h="962169" fill="none">
                    <a:moveTo>
                      <a:pt x="38918" y="109390"/>
                    </a:moveTo>
                    <a:lnTo>
                      <a:pt x="38211" y="157684"/>
                    </a:lnTo>
                    <a:lnTo>
                      <a:pt x="0" y="128143"/>
                    </a:lnTo>
                    <a:lnTo>
                      <a:pt x="38918" y="109390"/>
                    </a:lnTo>
                    <a:lnTo>
                      <a:pt x="34053" y="111734"/>
                    </a:lnTo>
                    <a:lnTo>
                      <a:pt x="33523" y="147955"/>
                    </a:lnTo>
                    <a:lnTo>
                      <a:pt x="4865" y="125798"/>
                    </a:lnTo>
                    <a:lnTo>
                      <a:pt x="7209" y="130663"/>
                    </a:lnTo>
                    <a:lnTo>
                      <a:pt x="36397" y="116599"/>
                    </a:lnTo>
                    <a:lnTo>
                      <a:pt x="34053" y="111734"/>
                    </a:lnTo>
                    <a:lnTo>
                      <a:pt x="38918" y="109390"/>
                    </a:lnTo>
                    <a:lnTo>
                      <a:pt x="33877" y="123808"/>
                    </a:lnTo>
                    <a:lnTo>
                      <a:pt x="38741" y="121463"/>
                    </a:lnTo>
                    <a:lnTo>
                      <a:pt x="33700" y="135881"/>
                    </a:lnTo>
                    <a:lnTo>
                      <a:pt x="38565" y="133537"/>
                    </a:lnTo>
                    <a:lnTo>
                      <a:pt x="35867" y="152819"/>
                    </a:lnTo>
                    <a:lnTo>
                      <a:pt x="19106" y="142913"/>
                    </a:lnTo>
                    <a:lnTo>
                      <a:pt x="23971" y="140569"/>
                    </a:lnTo>
                    <a:lnTo>
                      <a:pt x="9553" y="135528"/>
                    </a:lnTo>
                    <a:lnTo>
                      <a:pt x="14418" y="133184"/>
                    </a:lnTo>
                    <a:lnTo>
                      <a:pt x="0" y="128143"/>
                    </a:lnTo>
                    <a:lnTo>
                      <a:pt x="12074" y="128319"/>
                    </a:lnTo>
                    <a:lnTo>
                      <a:pt x="14594" y="121110"/>
                    </a:lnTo>
                    <a:lnTo>
                      <a:pt x="21803" y="123631"/>
                    </a:lnTo>
                    <a:lnTo>
                      <a:pt x="24324" y="116422"/>
                    </a:lnTo>
                    <a:lnTo>
                      <a:pt x="31532" y="118943"/>
                    </a:lnTo>
                    <a:lnTo>
                      <a:pt x="38918" y="109390"/>
                    </a:lnTo>
                    <a:lnTo>
                      <a:pt x="36397" y="116599"/>
                    </a:lnTo>
                    <a:lnTo>
                      <a:pt x="29188" y="114078"/>
                    </a:lnTo>
                    <a:lnTo>
                      <a:pt x="26668" y="121287"/>
                    </a:lnTo>
                    <a:lnTo>
                      <a:pt x="19459" y="118766"/>
                    </a:lnTo>
                    <a:lnTo>
                      <a:pt x="16938" y="125975"/>
                    </a:lnTo>
                    <a:lnTo>
                      <a:pt x="9730" y="123454"/>
                    </a:lnTo>
                    <a:lnTo>
                      <a:pt x="7209" y="130663"/>
                    </a:lnTo>
                    <a:lnTo>
                      <a:pt x="9553" y="135528"/>
                    </a:lnTo>
                    <a:lnTo>
                      <a:pt x="14418" y="133184"/>
                    </a:lnTo>
                    <a:lnTo>
                      <a:pt x="19106" y="142913"/>
                    </a:lnTo>
                    <a:lnTo>
                      <a:pt x="23971" y="140569"/>
                    </a:lnTo>
                    <a:lnTo>
                      <a:pt x="38211" y="157684"/>
                    </a:lnTo>
                    <a:lnTo>
                      <a:pt x="33523" y="147955"/>
                    </a:lnTo>
                    <a:lnTo>
                      <a:pt x="38388" y="145610"/>
                    </a:lnTo>
                    <a:lnTo>
                      <a:pt x="33700" y="135881"/>
                    </a:lnTo>
                    <a:lnTo>
                      <a:pt x="38565" y="133537"/>
                    </a:lnTo>
                    <a:lnTo>
                      <a:pt x="33877" y="123808"/>
                    </a:lnTo>
                    <a:lnTo>
                      <a:pt x="38741" y="121463"/>
                    </a:lnTo>
                    <a:lnTo>
                      <a:pt x="36397" y="116599"/>
                    </a:lnTo>
                    <a:moveTo>
                      <a:pt x="265937" y="0"/>
                    </a:moveTo>
                    <a:lnTo>
                      <a:pt x="265231" y="48294"/>
                    </a:lnTo>
                    <a:lnTo>
                      <a:pt x="227020" y="18753"/>
                    </a:lnTo>
                    <a:lnTo>
                      <a:pt x="265937" y="0"/>
                    </a:lnTo>
                    <a:lnTo>
                      <a:pt x="261073" y="2344"/>
                    </a:lnTo>
                    <a:lnTo>
                      <a:pt x="260543" y="38565"/>
                    </a:lnTo>
                    <a:lnTo>
                      <a:pt x="231884" y="16409"/>
                    </a:lnTo>
                    <a:lnTo>
                      <a:pt x="234229" y="21274"/>
                    </a:lnTo>
                    <a:lnTo>
                      <a:pt x="263417" y="7209"/>
                    </a:lnTo>
                    <a:lnTo>
                      <a:pt x="261073" y="2344"/>
                    </a:lnTo>
                    <a:lnTo>
                      <a:pt x="265937" y="0"/>
                    </a:lnTo>
                    <a:lnTo>
                      <a:pt x="260896" y="14418"/>
                    </a:lnTo>
                    <a:lnTo>
                      <a:pt x="265761" y="12074"/>
                    </a:lnTo>
                    <a:lnTo>
                      <a:pt x="260720" y="26491"/>
                    </a:lnTo>
                    <a:lnTo>
                      <a:pt x="265584" y="24147"/>
                    </a:lnTo>
                    <a:lnTo>
                      <a:pt x="262887" y="43430"/>
                    </a:lnTo>
                    <a:lnTo>
                      <a:pt x="246125" y="33524"/>
                    </a:lnTo>
                    <a:lnTo>
                      <a:pt x="250990" y="31180"/>
                    </a:lnTo>
                    <a:lnTo>
                      <a:pt x="236573" y="26138"/>
                    </a:lnTo>
                    <a:lnTo>
                      <a:pt x="241437" y="23794"/>
                    </a:lnTo>
                    <a:lnTo>
                      <a:pt x="227020" y="18753"/>
                    </a:lnTo>
                    <a:lnTo>
                      <a:pt x="239093" y="18929"/>
                    </a:lnTo>
                    <a:lnTo>
                      <a:pt x="241614" y="11721"/>
                    </a:lnTo>
                    <a:lnTo>
                      <a:pt x="248823" y="14241"/>
                    </a:lnTo>
                    <a:lnTo>
                      <a:pt x="251343" y="7033"/>
                    </a:lnTo>
                    <a:lnTo>
                      <a:pt x="258552" y="9553"/>
                    </a:lnTo>
                    <a:lnTo>
                      <a:pt x="265937" y="0"/>
                    </a:lnTo>
                    <a:lnTo>
                      <a:pt x="263417" y="7209"/>
                    </a:lnTo>
                    <a:lnTo>
                      <a:pt x="256208" y="4688"/>
                    </a:lnTo>
                    <a:lnTo>
                      <a:pt x="253687" y="11897"/>
                    </a:lnTo>
                    <a:lnTo>
                      <a:pt x="246479" y="9377"/>
                    </a:lnTo>
                    <a:lnTo>
                      <a:pt x="243958" y="16585"/>
                    </a:lnTo>
                    <a:lnTo>
                      <a:pt x="236749" y="14065"/>
                    </a:lnTo>
                    <a:lnTo>
                      <a:pt x="234229" y="21274"/>
                    </a:lnTo>
                    <a:lnTo>
                      <a:pt x="236573" y="26138"/>
                    </a:lnTo>
                    <a:lnTo>
                      <a:pt x="241437" y="23794"/>
                    </a:lnTo>
                    <a:lnTo>
                      <a:pt x="246125" y="33524"/>
                    </a:lnTo>
                    <a:lnTo>
                      <a:pt x="250990" y="31180"/>
                    </a:lnTo>
                    <a:lnTo>
                      <a:pt x="265231" y="48294"/>
                    </a:lnTo>
                    <a:lnTo>
                      <a:pt x="260543" y="38565"/>
                    </a:lnTo>
                    <a:lnTo>
                      <a:pt x="265408" y="36221"/>
                    </a:lnTo>
                    <a:lnTo>
                      <a:pt x="260720" y="26491"/>
                    </a:lnTo>
                    <a:lnTo>
                      <a:pt x="265584" y="24147"/>
                    </a:lnTo>
                    <a:lnTo>
                      <a:pt x="260896" y="14418"/>
                    </a:lnTo>
                    <a:lnTo>
                      <a:pt x="265761" y="12074"/>
                    </a:lnTo>
                    <a:lnTo>
                      <a:pt x="263417" y="7209"/>
                    </a:lnTo>
                    <a:moveTo>
                      <a:pt x="517001" y="52944"/>
                    </a:moveTo>
                    <a:lnTo>
                      <a:pt x="468709" y="52111"/>
                    </a:lnTo>
                    <a:lnTo>
                      <a:pt x="498350" y="13977"/>
                    </a:lnTo>
                    <a:lnTo>
                      <a:pt x="517001" y="52944"/>
                    </a:lnTo>
                    <a:lnTo>
                      <a:pt x="514669" y="48073"/>
                    </a:lnTo>
                    <a:lnTo>
                      <a:pt x="478450" y="47448"/>
                    </a:lnTo>
                    <a:lnTo>
                      <a:pt x="500682" y="18848"/>
                    </a:lnTo>
                    <a:lnTo>
                      <a:pt x="495811" y="21179"/>
                    </a:lnTo>
                    <a:lnTo>
                      <a:pt x="509798" y="50404"/>
                    </a:lnTo>
                    <a:lnTo>
                      <a:pt x="514669" y="48073"/>
                    </a:lnTo>
                    <a:lnTo>
                      <a:pt x="517001" y="52944"/>
                    </a:lnTo>
                    <a:lnTo>
                      <a:pt x="502596" y="47865"/>
                    </a:lnTo>
                    <a:lnTo>
                      <a:pt x="504928" y="52736"/>
                    </a:lnTo>
                    <a:lnTo>
                      <a:pt x="490523" y="47657"/>
                    </a:lnTo>
                    <a:lnTo>
                      <a:pt x="492855" y="52527"/>
                    </a:lnTo>
                    <a:lnTo>
                      <a:pt x="473580" y="49780"/>
                    </a:lnTo>
                    <a:lnTo>
                      <a:pt x="483530" y="33044"/>
                    </a:lnTo>
                    <a:lnTo>
                      <a:pt x="485861" y="37915"/>
                    </a:lnTo>
                    <a:lnTo>
                      <a:pt x="490940" y="23511"/>
                    </a:lnTo>
                    <a:lnTo>
                      <a:pt x="493271" y="28381"/>
                    </a:lnTo>
                    <a:lnTo>
                      <a:pt x="498350" y="13977"/>
                    </a:lnTo>
                    <a:lnTo>
                      <a:pt x="498142" y="26050"/>
                    </a:lnTo>
                    <a:lnTo>
                      <a:pt x="505344" y="28590"/>
                    </a:lnTo>
                    <a:lnTo>
                      <a:pt x="502805" y="35792"/>
                    </a:lnTo>
                    <a:lnTo>
                      <a:pt x="510007" y="38331"/>
                    </a:lnTo>
                    <a:lnTo>
                      <a:pt x="507467" y="45534"/>
                    </a:lnTo>
                    <a:lnTo>
                      <a:pt x="517001" y="52944"/>
                    </a:lnTo>
                    <a:lnTo>
                      <a:pt x="509798" y="50404"/>
                    </a:lnTo>
                    <a:lnTo>
                      <a:pt x="512338" y="43202"/>
                    </a:lnTo>
                    <a:lnTo>
                      <a:pt x="505136" y="40663"/>
                    </a:lnTo>
                    <a:lnTo>
                      <a:pt x="507675" y="33461"/>
                    </a:lnTo>
                    <a:lnTo>
                      <a:pt x="500473" y="30921"/>
                    </a:lnTo>
                    <a:lnTo>
                      <a:pt x="503013" y="23719"/>
                    </a:lnTo>
                    <a:lnTo>
                      <a:pt x="495811" y="21179"/>
                    </a:lnTo>
                    <a:lnTo>
                      <a:pt x="490940" y="23511"/>
                    </a:lnTo>
                    <a:lnTo>
                      <a:pt x="493271" y="28381"/>
                    </a:lnTo>
                    <a:lnTo>
                      <a:pt x="483530" y="33044"/>
                    </a:lnTo>
                    <a:lnTo>
                      <a:pt x="485861" y="37915"/>
                    </a:lnTo>
                    <a:lnTo>
                      <a:pt x="468709" y="52111"/>
                    </a:lnTo>
                    <a:lnTo>
                      <a:pt x="478450" y="47448"/>
                    </a:lnTo>
                    <a:lnTo>
                      <a:pt x="480782" y="52319"/>
                    </a:lnTo>
                    <a:lnTo>
                      <a:pt x="490523" y="47657"/>
                    </a:lnTo>
                    <a:lnTo>
                      <a:pt x="492855" y="52527"/>
                    </a:lnTo>
                    <a:lnTo>
                      <a:pt x="502596" y="47865"/>
                    </a:lnTo>
                    <a:lnTo>
                      <a:pt x="504928" y="52736"/>
                    </a:lnTo>
                    <a:lnTo>
                      <a:pt x="509798" y="50404"/>
                    </a:lnTo>
                    <a:moveTo>
                      <a:pt x="625793" y="280250"/>
                    </a:moveTo>
                    <a:lnTo>
                      <a:pt x="577501" y="279417"/>
                    </a:lnTo>
                    <a:lnTo>
                      <a:pt x="607143" y="241284"/>
                    </a:lnTo>
                    <a:lnTo>
                      <a:pt x="625793" y="280250"/>
                    </a:lnTo>
                    <a:lnTo>
                      <a:pt x="623462" y="275379"/>
                    </a:lnTo>
                    <a:lnTo>
                      <a:pt x="587243" y="274755"/>
                    </a:lnTo>
                    <a:lnTo>
                      <a:pt x="609474" y="246154"/>
                    </a:lnTo>
                    <a:lnTo>
                      <a:pt x="604604" y="248486"/>
                    </a:lnTo>
                    <a:lnTo>
                      <a:pt x="618591" y="277711"/>
                    </a:lnTo>
                    <a:lnTo>
                      <a:pt x="623462" y="275379"/>
                    </a:lnTo>
                    <a:lnTo>
                      <a:pt x="625793" y="280250"/>
                    </a:lnTo>
                    <a:lnTo>
                      <a:pt x="611389" y="275171"/>
                    </a:lnTo>
                    <a:lnTo>
                      <a:pt x="613720" y="280042"/>
                    </a:lnTo>
                    <a:lnTo>
                      <a:pt x="599316" y="274963"/>
                    </a:lnTo>
                    <a:lnTo>
                      <a:pt x="601647" y="279834"/>
                    </a:lnTo>
                    <a:lnTo>
                      <a:pt x="582372" y="277086"/>
                    </a:lnTo>
                    <a:lnTo>
                      <a:pt x="592322" y="260350"/>
                    </a:lnTo>
                    <a:lnTo>
                      <a:pt x="594654" y="265221"/>
                    </a:lnTo>
                    <a:lnTo>
                      <a:pt x="599733" y="250817"/>
                    </a:lnTo>
                    <a:lnTo>
                      <a:pt x="602064" y="255688"/>
                    </a:lnTo>
                    <a:lnTo>
                      <a:pt x="607143" y="241284"/>
                    </a:lnTo>
                    <a:lnTo>
                      <a:pt x="606935" y="253356"/>
                    </a:lnTo>
                    <a:lnTo>
                      <a:pt x="614137" y="255896"/>
                    </a:lnTo>
                    <a:lnTo>
                      <a:pt x="611597" y="263098"/>
                    </a:lnTo>
                    <a:lnTo>
                      <a:pt x="618799" y="265638"/>
                    </a:lnTo>
                    <a:lnTo>
                      <a:pt x="616260" y="272840"/>
                    </a:lnTo>
                    <a:lnTo>
                      <a:pt x="625793" y="280250"/>
                    </a:lnTo>
                    <a:lnTo>
                      <a:pt x="618591" y="277711"/>
                    </a:lnTo>
                    <a:lnTo>
                      <a:pt x="621131" y="270509"/>
                    </a:lnTo>
                    <a:lnTo>
                      <a:pt x="613929" y="267969"/>
                    </a:lnTo>
                    <a:lnTo>
                      <a:pt x="616468" y="260767"/>
                    </a:lnTo>
                    <a:lnTo>
                      <a:pt x="609266" y="258227"/>
                    </a:lnTo>
                    <a:lnTo>
                      <a:pt x="611806" y="251025"/>
                    </a:lnTo>
                    <a:lnTo>
                      <a:pt x="604604" y="248486"/>
                    </a:lnTo>
                    <a:lnTo>
                      <a:pt x="599733" y="250817"/>
                    </a:lnTo>
                    <a:lnTo>
                      <a:pt x="602064" y="255688"/>
                    </a:lnTo>
                    <a:lnTo>
                      <a:pt x="592322" y="260350"/>
                    </a:lnTo>
                    <a:lnTo>
                      <a:pt x="594654" y="265221"/>
                    </a:lnTo>
                    <a:lnTo>
                      <a:pt x="577501" y="279417"/>
                    </a:lnTo>
                    <a:lnTo>
                      <a:pt x="587243" y="274755"/>
                    </a:lnTo>
                    <a:lnTo>
                      <a:pt x="589574" y="279625"/>
                    </a:lnTo>
                    <a:lnTo>
                      <a:pt x="599316" y="274963"/>
                    </a:lnTo>
                    <a:lnTo>
                      <a:pt x="601647" y="279834"/>
                    </a:lnTo>
                    <a:lnTo>
                      <a:pt x="611389" y="275171"/>
                    </a:lnTo>
                    <a:lnTo>
                      <a:pt x="613720" y="280042"/>
                    </a:lnTo>
                    <a:lnTo>
                      <a:pt x="618591" y="277711"/>
                    </a:lnTo>
                    <a:moveTo>
                      <a:pt x="734586" y="507557"/>
                    </a:moveTo>
                    <a:lnTo>
                      <a:pt x="686294" y="506723"/>
                    </a:lnTo>
                    <a:lnTo>
                      <a:pt x="715936" y="468590"/>
                    </a:lnTo>
                    <a:lnTo>
                      <a:pt x="734586" y="507557"/>
                    </a:lnTo>
                    <a:lnTo>
                      <a:pt x="732255" y="502686"/>
                    </a:lnTo>
                    <a:lnTo>
                      <a:pt x="696036" y="502061"/>
                    </a:lnTo>
                    <a:lnTo>
                      <a:pt x="718267" y="473461"/>
                    </a:lnTo>
                    <a:lnTo>
                      <a:pt x="713396" y="475792"/>
                    </a:lnTo>
                    <a:lnTo>
                      <a:pt x="727384" y="505017"/>
                    </a:lnTo>
                    <a:lnTo>
                      <a:pt x="732255" y="502686"/>
                    </a:lnTo>
                    <a:lnTo>
                      <a:pt x="734586" y="507557"/>
                    </a:lnTo>
                    <a:lnTo>
                      <a:pt x="720182" y="502477"/>
                    </a:lnTo>
                    <a:lnTo>
                      <a:pt x="722513" y="507348"/>
                    </a:lnTo>
                    <a:lnTo>
                      <a:pt x="708109" y="502269"/>
                    </a:lnTo>
                    <a:lnTo>
                      <a:pt x="710440" y="507140"/>
                    </a:lnTo>
                    <a:lnTo>
                      <a:pt x="691165" y="504392"/>
                    </a:lnTo>
                    <a:lnTo>
                      <a:pt x="701115" y="487657"/>
                    </a:lnTo>
                    <a:lnTo>
                      <a:pt x="703446" y="492527"/>
                    </a:lnTo>
                    <a:lnTo>
                      <a:pt x="708525" y="478123"/>
                    </a:lnTo>
                    <a:lnTo>
                      <a:pt x="710857" y="482994"/>
                    </a:lnTo>
                    <a:lnTo>
                      <a:pt x="715936" y="468590"/>
                    </a:lnTo>
                    <a:lnTo>
                      <a:pt x="715728" y="480663"/>
                    </a:lnTo>
                    <a:lnTo>
                      <a:pt x="722930" y="483202"/>
                    </a:lnTo>
                    <a:lnTo>
                      <a:pt x="720390" y="490404"/>
                    </a:lnTo>
                    <a:lnTo>
                      <a:pt x="727592" y="492944"/>
                    </a:lnTo>
                    <a:lnTo>
                      <a:pt x="725053" y="500146"/>
                    </a:lnTo>
                    <a:lnTo>
                      <a:pt x="734586" y="507557"/>
                    </a:lnTo>
                    <a:lnTo>
                      <a:pt x="727384" y="505017"/>
                    </a:lnTo>
                    <a:lnTo>
                      <a:pt x="729924" y="497815"/>
                    </a:lnTo>
                    <a:lnTo>
                      <a:pt x="722721" y="495275"/>
                    </a:lnTo>
                    <a:lnTo>
                      <a:pt x="725261" y="488073"/>
                    </a:lnTo>
                    <a:lnTo>
                      <a:pt x="718059" y="485534"/>
                    </a:lnTo>
                    <a:lnTo>
                      <a:pt x="720598" y="478331"/>
                    </a:lnTo>
                    <a:lnTo>
                      <a:pt x="713396" y="475792"/>
                    </a:lnTo>
                    <a:lnTo>
                      <a:pt x="708525" y="478123"/>
                    </a:lnTo>
                    <a:lnTo>
                      <a:pt x="710857" y="482994"/>
                    </a:lnTo>
                    <a:lnTo>
                      <a:pt x="701115" y="487657"/>
                    </a:lnTo>
                    <a:lnTo>
                      <a:pt x="703446" y="492527"/>
                    </a:lnTo>
                    <a:lnTo>
                      <a:pt x="686294" y="506723"/>
                    </a:lnTo>
                    <a:lnTo>
                      <a:pt x="696036" y="502061"/>
                    </a:lnTo>
                    <a:lnTo>
                      <a:pt x="698367" y="506932"/>
                    </a:lnTo>
                    <a:lnTo>
                      <a:pt x="708109" y="502269"/>
                    </a:lnTo>
                    <a:lnTo>
                      <a:pt x="710440" y="507140"/>
                    </a:lnTo>
                    <a:lnTo>
                      <a:pt x="720182" y="502477"/>
                    </a:lnTo>
                    <a:lnTo>
                      <a:pt x="722513" y="507348"/>
                    </a:lnTo>
                    <a:lnTo>
                      <a:pt x="727384" y="505017"/>
                    </a:lnTo>
                    <a:moveTo>
                      <a:pt x="843379" y="734863"/>
                    </a:moveTo>
                    <a:lnTo>
                      <a:pt x="795087" y="734030"/>
                    </a:lnTo>
                    <a:lnTo>
                      <a:pt x="824729" y="695896"/>
                    </a:lnTo>
                    <a:lnTo>
                      <a:pt x="843379" y="734863"/>
                    </a:lnTo>
                    <a:lnTo>
                      <a:pt x="841048" y="729992"/>
                    </a:lnTo>
                    <a:lnTo>
                      <a:pt x="804829" y="729367"/>
                    </a:lnTo>
                    <a:lnTo>
                      <a:pt x="827060" y="700767"/>
                    </a:lnTo>
                    <a:lnTo>
                      <a:pt x="822189" y="703098"/>
                    </a:lnTo>
                    <a:lnTo>
                      <a:pt x="836177" y="732323"/>
                    </a:lnTo>
                    <a:lnTo>
                      <a:pt x="841048" y="729992"/>
                    </a:lnTo>
                    <a:lnTo>
                      <a:pt x="843379" y="734863"/>
                    </a:lnTo>
                    <a:lnTo>
                      <a:pt x="828975" y="729784"/>
                    </a:lnTo>
                    <a:lnTo>
                      <a:pt x="831306" y="734655"/>
                    </a:lnTo>
                    <a:lnTo>
                      <a:pt x="816902" y="729575"/>
                    </a:lnTo>
                    <a:lnTo>
                      <a:pt x="819233" y="734446"/>
                    </a:lnTo>
                    <a:lnTo>
                      <a:pt x="799958" y="731698"/>
                    </a:lnTo>
                    <a:lnTo>
                      <a:pt x="809908" y="714963"/>
                    </a:lnTo>
                    <a:lnTo>
                      <a:pt x="812239" y="719834"/>
                    </a:lnTo>
                    <a:lnTo>
                      <a:pt x="817318" y="705429"/>
                    </a:lnTo>
                    <a:lnTo>
                      <a:pt x="819649" y="710300"/>
                    </a:lnTo>
                    <a:lnTo>
                      <a:pt x="824729" y="695896"/>
                    </a:lnTo>
                    <a:lnTo>
                      <a:pt x="824520" y="707969"/>
                    </a:lnTo>
                    <a:lnTo>
                      <a:pt x="831722" y="710509"/>
                    </a:lnTo>
                    <a:lnTo>
                      <a:pt x="829183" y="717711"/>
                    </a:lnTo>
                    <a:lnTo>
                      <a:pt x="836385" y="720250"/>
                    </a:lnTo>
                    <a:lnTo>
                      <a:pt x="833845" y="727452"/>
                    </a:lnTo>
                    <a:lnTo>
                      <a:pt x="843379" y="734863"/>
                    </a:lnTo>
                    <a:lnTo>
                      <a:pt x="836177" y="732323"/>
                    </a:lnTo>
                    <a:lnTo>
                      <a:pt x="838716" y="725121"/>
                    </a:lnTo>
                    <a:lnTo>
                      <a:pt x="831514" y="722582"/>
                    </a:lnTo>
                    <a:lnTo>
                      <a:pt x="834054" y="715379"/>
                    </a:lnTo>
                    <a:lnTo>
                      <a:pt x="826852" y="712840"/>
                    </a:lnTo>
                    <a:lnTo>
                      <a:pt x="829391" y="705638"/>
                    </a:lnTo>
                    <a:lnTo>
                      <a:pt x="822189" y="703098"/>
                    </a:lnTo>
                    <a:lnTo>
                      <a:pt x="817318" y="705429"/>
                    </a:lnTo>
                    <a:lnTo>
                      <a:pt x="819649" y="710300"/>
                    </a:lnTo>
                    <a:lnTo>
                      <a:pt x="809908" y="714963"/>
                    </a:lnTo>
                    <a:lnTo>
                      <a:pt x="812239" y="719834"/>
                    </a:lnTo>
                    <a:lnTo>
                      <a:pt x="795087" y="734030"/>
                    </a:lnTo>
                    <a:lnTo>
                      <a:pt x="804829" y="729367"/>
                    </a:lnTo>
                    <a:lnTo>
                      <a:pt x="807160" y="734238"/>
                    </a:lnTo>
                    <a:lnTo>
                      <a:pt x="816902" y="729575"/>
                    </a:lnTo>
                    <a:lnTo>
                      <a:pt x="819233" y="734446"/>
                    </a:lnTo>
                    <a:lnTo>
                      <a:pt x="828975" y="729784"/>
                    </a:lnTo>
                    <a:lnTo>
                      <a:pt x="831306" y="734655"/>
                    </a:lnTo>
                    <a:lnTo>
                      <a:pt x="836177" y="732323"/>
                    </a:lnTo>
                    <a:moveTo>
                      <a:pt x="952172" y="962169"/>
                    </a:moveTo>
                    <a:lnTo>
                      <a:pt x="903880" y="961336"/>
                    </a:lnTo>
                    <a:lnTo>
                      <a:pt x="933522" y="923202"/>
                    </a:lnTo>
                    <a:lnTo>
                      <a:pt x="952172" y="962169"/>
                    </a:lnTo>
                    <a:lnTo>
                      <a:pt x="949841" y="957298"/>
                    </a:lnTo>
                    <a:lnTo>
                      <a:pt x="913622" y="956673"/>
                    </a:lnTo>
                    <a:lnTo>
                      <a:pt x="935853" y="928073"/>
                    </a:lnTo>
                    <a:lnTo>
                      <a:pt x="930982" y="930404"/>
                    </a:lnTo>
                    <a:lnTo>
                      <a:pt x="944970" y="959629"/>
                    </a:lnTo>
                    <a:lnTo>
                      <a:pt x="949841" y="957298"/>
                    </a:lnTo>
                    <a:lnTo>
                      <a:pt x="952172" y="962169"/>
                    </a:lnTo>
                    <a:lnTo>
                      <a:pt x="937768" y="957090"/>
                    </a:lnTo>
                    <a:lnTo>
                      <a:pt x="940099" y="961960"/>
                    </a:lnTo>
                    <a:lnTo>
                      <a:pt x="925695" y="956881"/>
                    </a:lnTo>
                    <a:lnTo>
                      <a:pt x="928026" y="961752"/>
                    </a:lnTo>
                    <a:lnTo>
                      <a:pt x="908751" y="959004"/>
                    </a:lnTo>
                    <a:lnTo>
                      <a:pt x="918701" y="942269"/>
                    </a:lnTo>
                    <a:lnTo>
                      <a:pt x="921032" y="947140"/>
                    </a:lnTo>
                    <a:lnTo>
                      <a:pt x="926111" y="932735"/>
                    </a:lnTo>
                    <a:lnTo>
                      <a:pt x="928442" y="937606"/>
                    </a:lnTo>
                    <a:lnTo>
                      <a:pt x="933522" y="923202"/>
                    </a:lnTo>
                    <a:lnTo>
                      <a:pt x="933313" y="935275"/>
                    </a:lnTo>
                    <a:lnTo>
                      <a:pt x="940515" y="937815"/>
                    </a:lnTo>
                    <a:lnTo>
                      <a:pt x="937976" y="945017"/>
                    </a:lnTo>
                    <a:lnTo>
                      <a:pt x="945178" y="947556"/>
                    </a:lnTo>
                    <a:lnTo>
                      <a:pt x="942638" y="954758"/>
                    </a:lnTo>
                    <a:lnTo>
                      <a:pt x="952172" y="962169"/>
                    </a:lnTo>
                    <a:lnTo>
                      <a:pt x="944970" y="959629"/>
                    </a:lnTo>
                    <a:lnTo>
                      <a:pt x="947509" y="952427"/>
                    </a:lnTo>
                    <a:lnTo>
                      <a:pt x="940307" y="949888"/>
                    </a:lnTo>
                    <a:lnTo>
                      <a:pt x="942847" y="942685"/>
                    </a:lnTo>
                    <a:lnTo>
                      <a:pt x="935645" y="940146"/>
                    </a:lnTo>
                    <a:lnTo>
                      <a:pt x="938184" y="932944"/>
                    </a:lnTo>
                    <a:lnTo>
                      <a:pt x="930982" y="930404"/>
                    </a:lnTo>
                    <a:lnTo>
                      <a:pt x="926111" y="932735"/>
                    </a:lnTo>
                    <a:lnTo>
                      <a:pt x="928442" y="937606"/>
                    </a:lnTo>
                    <a:lnTo>
                      <a:pt x="918701" y="942269"/>
                    </a:lnTo>
                    <a:lnTo>
                      <a:pt x="921032" y="947140"/>
                    </a:lnTo>
                    <a:lnTo>
                      <a:pt x="903880" y="961336"/>
                    </a:lnTo>
                    <a:lnTo>
                      <a:pt x="913622" y="956673"/>
                    </a:lnTo>
                    <a:lnTo>
                      <a:pt x="915953" y="961544"/>
                    </a:lnTo>
                    <a:lnTo>
                      <a:pt x="925695" y="956881"/>
                    </a:lnTo>
                    <a:lnTo>
                      <a:pt x="928026" y="961752"/>
                    </a:lnTo>
                    <a:lnTo>
                      <a:pt x="937768" y="957090"/>
                    </a:lnTo>
                    <a:lnTo>
                      <a:pt x="940099" y="961960"/>
                    </a:lnTo>
                    <a:lnTo>
                      <a:pt x="944970" y="95962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79" name="Контур"/>
              <p:cNvSpPr/>
              <p:nvPr/>
            </p:nvSpPr>
            <p:spPr>
              <a:xfrm>
                <a:off x="7575418" y="5985977"/>
                <a:ext cx="1758508" cy="738040"/>
              </a:xfrm>
              <a:custGeom>
                <a:avLst/>
                <a:gdLst/>
                <a:ahLst/>
                <a:cxnLst/>
                <a:rect l="l" t="t" r="r" b="b"/>
                <a:pathLst>
                  <a:path w="1758508" h="738040" fill="none">
                    <a:moveTo>
                      <a:pt x="1758508" y="0"/>
                    </a:moveTo>
                    <a:lnTo>
                      <a:pt x="1644544" y="53741"/>
                    </a:lnTo>
                    <a:moveTo>
                      <a:pt x="1644544" y="53741"/>
                    </a:moveTo>
                    <a:lnTo>
                      <a:pt x="1530579" y="107483"/>
                    </a:lnTo>
                    <a:moveTo>
                      <a:pt x="1530579" y="107483"/>
                    </a:moveTo>
                    <a:lnTo>
                      <a:pt x="1416615" y="161224"/>
                    </a:lnTo>
                    <a:moveTo>
                      <a:pt x="1416615" y="161224"/>
                    </a:moveTo>
                    <a:lnTo>
                      <a:pt x="1302651" y="214965"/>
                    </a:lnTo>
                    <a:moveTo>
                      <a:pt x="1302651" y="214965"/>
                    </a:moveTo>
                    <a:lnTo>
                      <a:pt x="1188686" y="268707"/>
                    </a:lnTo>
                    <a:moveTo>
                      <a:pt x="1188686" y="268707"/>
                    </a:moveTo>
                    <a:lnTo>
                      <a:pt x="1074722" y="322448"/>
                    </a:lnTo>
                    <a:moveTo>
                      <a:pt x="1074722" y="322448"/>
                    </a:moveTo>
                    <a:lnTo>
                      <a:pt x="960758" y="376190"/>
                    </a:lnTo>
                    <a:moveTo>
                      <a:pt x="960758" y="376190"/>
                    </a:moveTo>
                    <a:lnTo>
                      <a:pt x="846794" y="429931"/>
                    </a:lnTo>
                    <a:moveTo>
                      <a:pt x="846794" y="429931"/>
                    </a:moveTo>
                    <a:lnTo>
                      <a:pt x="802190" y="450965"/>
                    </a:lnTo>
                    <a:lnTo>
                      <a:pt x="769504" y="381594"/>
                    </a:lnTo>
                    <a:moveTo>
                      <a:pt x="769504" y="381594"/>
                    </a:moveTo>
                    <a:lnTo>
                      <a:pt x="766321" y="374837"/>
                    </a:lnTo>
                    <a:lnTo>
                      <a:pt x="659211" y="425603"/>
                    </a:lnTo>
                    <a:moveTo>
                      <a:pt x="659211" y="425603"/>
                    </a:moveTo>
                    <a:lnTo>
                      <a:pt x="545352" y="479567"/>
                    </a:lnTo>
                    <a:moveTo>
                      <a:pt x="545352" y="479567"/>
                    </a:moveTo>
                    <a:lnTo>
                      <a:pt x="431493" y="533531"/>
                    </a:lnTo>
                    <a:moveTo>
                      <a:pt x="431493" y="533531"/>
                    </a:moveTo>
                    <a:lnTo>
                      <a:pt x="317634" y="587495"/>
                    </a:lnTo>
                    <a:moveTo>
                      <a:pt x="317634" y="587495"/>
                    </a:moveTo>
                    <a:lnTo>
                      <a:pt x="203775" y="641459"/>
                    </a:lnTo>
                    <a:moveTo>
                      <a:pt x="203775" y="641459"/>
                    </a:moveTo>
                    <a:lnTo>
                      <a:pt x="89916" y="695423"/>
                    </a:lnTo>
                    <a:moveTo>
                      <a:pt x="89916" y="695423"/>
                    </a:moveTo>
                    <a:lnTo>
                      <a:pt x="0" y="73804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80" name="Контур"/>
              <p:cNvSpPr/>
              <p:nvPr/>
            </p:nvSpPr>
            <p:spPr>
              <a:xfrm>
                <a:off x="7659997" y="6053709"/>
                <a:ext cx="1593579" cy="689979"/>
              </a:xfrm>
              <a:custGeom>
                <a:avLst/>
                <a:gdLst/>
                <a:ahLst/>
                <a:cxnLst/>
                <a:rect l="l" t="t" r="r" b="b"/>
                <a:pathLst>
                  <a:path w="1593579" h="689979" fill="none">
                    <a:moveTo>
                      <a:pt x="1554506" y="48286"/>
                    </a:moveTo>
                    <a:lnTo>
                      <a:pt x="1555617" y="0"/>
                    </a:lnTo>
                    <a:lnTo>
                      <a:pt x="1593579" y="29861"/>
                    </a:lnTo>
                    <a:lnTo>
                      <a:pt x="1554506" y="48286"/>
                    </a:lnTo>
                    <a:lnTo>
                      <a:pt x="1559390" y="45983"/>
                    </a:lnTo>
                    <a:lnTo>
                      <a:pt x="1560223" y="9768"/>
                    </a:lnTo>
                    <a:lnTo>
                      <a:pt x="1588695" y="32164"/>
                    </a:lnTo>
                    <a:lnTo>
                      <a:pt x="1586392" y="27280"/>
                    </a:lnTo>
                    <a:lnTo>
                      <a:pt x="1557087" y="41099"/>
                    </a:lnTo>
                    <a:lnTo>
                      <a:pt x="1559390" y="45983"/>
                    </a:lnTo>
                    <a:lnTo>
                      <a:pt x="1554506" y="48286"/>
                    </a:lnTo>
                    <a:lnTo>
                      <a:pt x="1559668" y="33911"/>
                    </a:lnTo>
                    <a:lnTo>
                      <a:pt x="1554783" y="36215"/>
                    </a:lnTo>
                    <a:lnTo>
                      <a:pt x="1559945" y="21840"/>
                    </a:lnTo>
                    <a:lnTo>
                      <a:pt x="1555061" y="24143"/>
                    </a:lnTo>
                    <a:lnTo>
                      <a:pt x="1557920" y="4884"/>
                    </a:lnTo>
                    <a:lnTo>
                      <a:pt x="1574598" y="14930"/>
                    </a:lnTo>
                    <a:lnTo>
                      <a:pt x="1569714" y="17234"/>
                    </a:lnTo>
                    <a:lnTo>
                      <a:pt x="1584088" y="22395"/>
                    </a:lnTo>
                    <a:lnTo>
                      <a:pt x="1579204" y="24699"/>
                    </a:lnTo>
                    <a:lnTo>
                      <a:pt x="1593579" y="29861"/>
                    </a:lnTo>
                    <a:lnTo>
                      <a:pt x="1581507" y="29583"/>
                    </a:lnTo>
                    <a:lnTo>
                      <a:pt x="1578926" y="36770"/>
                    </a:lnTo>
                    <a:lnTo>
                      <a:pt x="1571739" y="34189"/>
                    </a:lnTo>
                    <a:lnTo>
                      <a:pt x="1569158" y="41377"/>
                    </a:lnTo>
                    <a:lnTo>
                      <a:pt x="1561971" y="38796"/>
                    </a:lnTo>
                    <a:lnTo>
                      <a:pt x="1554506" y="48286"/>
                    </a:lnTo>
                    <a:lnTo>
                      <a:pt x="1557087" y="41099"/>
                    </a:lnTo>
                    <a:lnTo>
                      <a:pt x="1564274" y="43680"/>
                    </a:lnTo>
                    <a:lnTo>
                      <a:pt x="1566855" y="36492"/>
                    </a:lnTo>
                    <a:lnTo>
                      <a:pt x="1574042" y="39073"/>
                    </a:lnTo>
                    <a:lnTo>
                      <a:pt x="1576623" y="31886"/>
                    </a:lnTo>
                    <a:lnTo>
                      <a:pt x="1583811" y="34467"/>
                    </a:lnTo>
                    <a:lnTo>
                      <a:pt x="1586392" y="27280"/>
                    </a:lnTo>
                    <a:lnTo>
                      <a:pt x="1584088" y="22395"/>
                    </a:lnTo>
                    <a:lnTo>
                      <a:pt x="1579204" y="24699"/>
                    </a:lnTo>
                    <a:lnTo>
                      <a:pt x="1574598" y="14930"/>
                    </a:lnTo>
                    <a:lnTo>
                      <a:pt x="1569714" y="17234"/>
                    </a:lnTo>
                    <a:lnTo>
                      <a:pt x="1555617" y="0"/>
                    </a:lnTo>
                    <a:lnTo>
                      <a:pt x="1560223" y="9768"/>
                    </a:lnTo>
                    <a:lnTo>
                      <a:pt x="1555339" y="12072"/>
                    </a:lnTo>
                    <a:lnTo>
                      <a:pt x="1559945" y="21840"/>
                    </a:lnTo>
                    <a:lnTo>
                      <a:pt x="1555061" y="24143"/>
                    </a:lnTo>
                    <a:lnTo>
                      <a:pt x="1559668" y="33911"/>
                    </a:lnTo>
                    <a:lnTo>
                      <a:pt x="1554783" y="36215"/>
                    </a:lnTo>
                    <a:lnTo>
                      <a:pt x="1557087" y="41099"/>
                    </a:lnTo>
                    <a:moveTo>
                      <a:pt x="1326577" y="155769"/>
                    </a:moveTo>
                    <a:lnTo>
                      <a:pt x="1327688" y="107483"/>
                    </a:lnTo>
                    <a:lnTo>
                      <a:pt x="1365650" y="137344"/>
                    </a:lnTo>
                    <a:lnTo>
                      <a:pt x="1326577" y="155769"/>
                    </a:lnTo>
                    <a:lnTo>
                      <a:pt x="1331461" y="153466"/>
                    </a:lnTo>
                    <a:lnTo>
                      <a:pt x="1332294" y="117251"/>
                    </a:lnTo>
                    <a:lnTo>
                      <a:pt x="1360766" y="139647"/>
                    </a:lnTo>
                    <a:lnTo>
                      <a:pt x="1358463" y="134763"/>
                    </a:lnTo>
                    <a:lnTo>
                      <a:pt x="1329158" y="148582"/>
                    </a:lnTo>
                    <a:lnTo>
                      <a:pt x="1331461" y="153466"/>
                    </a:lnTo>
                    <a:lnTo>
                      <a:pt x="1326577" y="155769"/>
                    </a:lnTo>
                    <a:lnTo>
                      <a:pt x="1331739" y="141394"/>
                    </a:lnTo>
                    <a:lnTo>
                      <a:pt x="1326855" y="143698"/>
                    </a:lnTo>
                    <a:lnTo>
                      <a:pt x="1332017" y="129323"/>
                    </a:lnTo>
                    <a:lnTo>
                      <a:pt x="1327133" y="131626"/>
                    </a:lnTo>
                    <a:lnTo>
                      <a:pt x="1329991" y="112367"/>
                    </a:lnTo>
                    <a:lnTo>
                      <a:pt x="1346669" y="122413"/>
                    </a:lnTo>
                    <a:lnTo>
                      <a:pt x="1341785" y="124716"/>
                    </a:lnTo>
                    <a:lnTo>
                      <a:pt x="1356160" y="129878"/>
                    </a:lnTo>
                    <a:lnTo>
                      <a:pt x="1351276" y="132182"/>
                    </a:lnTo>
                    <a:lnTo>
                      <a:pt x="1365650" y="137344"/>
                    </a:lnTo>
                    <a:lnTo>
                      <a:pt x="1353579" y="137066"/>
                    </a:lnTo>
                    <a:lnTo>
                      <a:pt x="1350998" y="144253"/>
                    </a:lnTo>
                    <a:lnTo>
                      <a:pt x="1343811" y="141672"/>
                    </a:lnTo>
                    <a:lnTo>
                      <a:pt x="1341230" y="148860"/>
                    </a:lnTo>
                    <a:lnTo>
                      <a:pt x="1334042" y="146279"/>
                    </a:lnTo>
                    <a:lnTo>
                      <a:pt x="1326577" y="155769"/>
                    </a:lnTo>
                    <a:lnTo>
                      <a:pt x="1329158" y="148582"/>
                    </a:lnTo>
                    <a:lnTo>
                      <a:pt x="1336345" y="151163"/>
                    </a:lnTo>
                    <a:lnTo>
                      <a:pt x="1338926" y="143975"/>
                    </a:lnTo>
                    <a:lnTo>
                      <a:pt x="1346114" y="146556"/>
                    </a:lnTo>
                    <a:lnTo>
                      <a:pt x="1348695" y="139369"/>
                    </a:lnTo>
                    <a:lnTo>
                      <a:pt x="1355882" y="141950"/>
                    </a:lnTo>
                    <a:lnTo>
                      <a:pt x="1358463" y="134763"/>
                    </a:lnTo>
                    <a:lnTo>
                      <a:pt x="1356160" y="129878"/>
                    </a:lnTo>
                    <a:lnTo>
                      <a:pt x="1351276" y="132182"/>
                    </a:lnTo>
                    <a:lnTo>
                      <a:pt x="1346669" y="122413"/>
                    </a:lnTo>
                    <a:lnTo>
                      <a:pt x="1341785" y="124716"/>
                    </a:lnTo>
                    <a:lnTo>
                      <a:pt x="1327688" y="107483"/>
                    </a:lnTo>
                    <a:lnTo>
                      <a:pt x="1332294" y="117251"/>
                    </a:lnTo>
                    <a:lnTo>
                      <a:pt x="1327410" y="119554"/>
                    </a:lnTo>
                    <a:lnTo>
                      <a:pt x="1332017" y="129323"/>
                    </a:lnTo>
                    <a:lnTo>
                      <a:pt x="1327133" y="131626"/>
                    </a:lnTo>
                    <a:lnTo>
                      <a:pt x="1331739" y="141394"/>
                    </a:lnTo>
                    <a:lnTo>
                      <a:pt x="1326855" y="143698"/>
                    </a:lnTo>
                    <a:lnTo>
                      <a:pt x="1329158" y="148582"/>
                    </a:lnTo>
                    <a:moveTo>
                      <a:pt x="1098648" y="263252"/>
                    </a:moveTo>
                    <a:lnTo>
                      <a:pt x="1099760" y="214966"/>
                    </a:lnTo>
                    <a:lnTo>
                      <a:pt x="1137722" y="244826"/>
                    </a:lnTo>
                    <a:lnTo>
                      <a:pt x="1098648" y="263252"/>
                    </a:lnTo>
                    <a:lnTo>
                      <a:pt x="1103533" y="260949"/>
                    </a:lnTo>
                    <a:lnTo>
                      <a:pt x="1104366" y="224734"/>
                    </a:lnTo>
                    <a:lnTo>
                      <a:pt x="1132838" y="247130"/>
                    </a:lnTo>
                    <a:lnTo>
                      <a:pt x="1130535" y="242245"/>
                    </a:lnTo>
                    <a:lnTo>
                      <a:pt x="1101229" y="256065"/>
                    </a:lnTo>
                    <a:lnTo>
                      <a:pt x="1103533" y="260949"/>
                    </a:lnTo>
                    <a:lnTo>
                      <a:pt x="1098648" y="263252"/>
                    </a:lnTo>
                    <a:lnTo>
                      <a:pt x="1103810" y="248877"/>
                    </a:lnTo>
                    <a:lnTo>
                      <a:pt x="1098926" y="251180"/>
                    </a:lnTo>
                    <a:lnTo>
                      <a:pt x="1104088" y="236806"/>
                    </a:lnTo>
                    <a:lnTo>
                      <a:pt x="1099204" y="239109"/>
                    </a:lnTo>
                    <a:lnTo>
                      <a:pt x="1102063" y="219850"/>
                    </a:lnTo>
                    <a:lnTo>
                      <a:pt x="1118741" y="229896"/>
                    </a:lnTo>
                    <a:lnTo>
                      <a:pt x="1113857" y="232199"/>
                    </a:lnTo>
                    <a:lnTo>
                      <a:pt x="1128231" y="237361"/>
                    </a:lnTo>
                    <a:lnTo>
                      <a:pt x="1123347" y="239664"/>
                    </a:lnTo>
                    <a:lnTo>
                      <a:pt x="1137722" y="244826"/>
                    </a:lnTo>
                    <a:lnTo>
                      <a:pt x="1125650" y="244549"/>
                    </a:lnTo>
                    <a:lnTo>
                      <a:pt x="1123069" y="251736"/>
                    </a:lnTo>
                    <a:lnTo>
                      <a:pt x="1115882" y="249155"/>
                    </a:lnTo>
                    <a:lnTo>
                      <a:pt x="1113301" y="256342"/>
                    </a:lnTo>
                    <a:lnTo>
                      <a:pt x="1106114" y="253761"/>
                    </a:lnTo>
                    <a:lnTo>
                      <a:pt x="1098648" y="263252"/>
                    </a:lnTo>
                    <a:lnTo>
                      <a:pt x="1101229" y="256065"/>
                    </a:lnTo>
                    <a:lnTo>
                      <a:pt x="1108417" y="258646"/>
                    </a:lnTo>
                    <a:lnTo>
                      <a:pt x="1110998" y="251458"/>
                    </a:lnTo>
                    <a:lnTo>
                      <a:pt x="1118185" y="254039"/>
                    </a:lnTo>
                    <a:lnTo>
                      <a:pt x="1120766" y="246852"/>
                    </a:lnTo>
                    <a:lnTo>
                      <a:pt x="1127954" y="249433"/>
                    </a:lnTo>
                    <a:lnTo>
                      <a:pt x="1130535" y="242245"/>
                    </a:lnTo>
                    <a:lnTo>
                      <a:pt x="1128231" y="237361"/>
                    </a:lnTo>
                    <a:lnTo>
                      <a:pt x="1123347" y="239664"/>
                    </a:lnTo>
                    <a:lnTo>
                      <a:pt x="1118741" y="229896"/>
                    </a:lnTo>
                    <a:lnTo>
                      <a:pt x="1113857" y="232199"/>
                    </a:lnTo>
                    <a:lnTo>
                      <a:pt x="1099760" y="214966"/>
                    </a:lnTo>
                    <a:lnTo>
                      <a:pt x="1104366" y="224734"/>
                    </a:lnTo>
                    <a:lnTo>
                      <a:pt x="1099482" y="227037"/>
                    </a:lnTo>
                    <a:lnTo>
                      <a:pt x="1104088" y="236806"/>
                    </a:lnTo>
                    <a:lnTo>
                      <a:pt x="1099204" y="239109"/>
                    </a:lnTo>
                    <a:lnTo>
                      <a:pt x="1103810" y="248877"/>
                    </a:lnTo>
                    <a:lnTo>
                      <a:pt x="1098926" y="251180"/>
                    </a:lnTo>
                    <a:lnTo>
                      <a:pt x="1101229" y="256065"/>
                    </a:lnTo>
                    <a:moveTo>
                      <a:pt x="870720" y="370735"/>
                    </a:moveTo>
                    <a:lnTo>
                      <a:pt x="871831" y="322449"/>
                    </a:lnTo>
                    <a:lnTo>
                      <a:pt x="909793" y="352309"/>
                    </a:lnTo>
                    <a:lnTo>
                      <a:pt x="870720" y="370735"/>
                    </a:lnTo>
                    <a:lnTo>
                      <a:pt x="875604" y="368432"/>
                    </a:lnTo>
                    <a:lnTo>
                      <a:pt x="876437" y="332217"/>
                    </a:lnTo>
                    <a:lnTo>
                      <a:pt x="904909" y="354613"/>
                    </a:lnTo>
                    <a:lnTo>
                      <a:pt x="902606" y="349728"/>
                    </a:lnTo>
                    <a:lnTo>
                      <a:pt x="873301" y="363548"/>
                    </a:lnTo>
                    <a:lnTo>
                      <a:pt x="875604" y="368432"/>
                    </a:lnTo>
                    <a:lnTo>
                      <a:pt x="870720" y="370735"/>
                    </a:lnTo>
                    <a:lnTo>
                      <a:pt x="875882" y="356360"/>
                    </a:lnTo>
                    <a:lnTo>
                      <a:pt x="870998" y="358663"/>
                    </a:lnTo>
                    <a:lnTo>
                      <a:pt x="876160" y="344289"/>
                    </a:lnTo>
                    <a:lnTo>
                      <a:pt x="871275" y="346592"/>
                    </a:lnTo>
                    <a:lnTo>
                      <a:pt x="874134" y="327333"/>
                    </a:lnTo>
                    <a:lnTo>
                      <a:pt x="890812" y="337379"/>
                    </a:lnTo>
                    <a:lnTo>
                      <a:pt x="885928" y="339682"/>
                    </a:lnTo>
                    <a:lnTo>
                      <a:pt x="900303" y="344844"/>
                    </a:lnTo>
                    <a:lnTo>
                      <a:pt x="895419" y="347147"/>
                    </a:lnTo>
                    <a:lnTo>
                      <a:pt x="909793" y="352309"/>
                    </a:lnTo>
                    <a:lnTo>
                      <a:pt x="897722" y="352032"/>
                    </a:lnTo>
                    <a:lnTo>
                      <a:pt x="895141" y="359219"/>
                    </a:lnTo>
                    <a:lnTo>
                      <a:pt x="887953" y="356638"/>
                    </a:lnTo>
                    <a:lnTo>
                      <a:pt x="885372" y="363825"/>
                    </a:lnTo>
                    <a:lnTo>
                      <a:pt x="878185" y="361244"/>
                    </a:lnTo>
                    <a:lnTo>
                      <a:pt x="870720" y="370735"/>
                    </a:lnTo>
                    <a:lnTo>
                      <a:pt x="873301" y="363548"/>
                    </a:lnTo>
                    <a:lnTo>
                      <a:pt x="880488" y="366129"/>
                    </a:lnTo>
                    <a:lnTo>
                      <a:pt x="883069" y="358941"/>
                    </a:lnTo>
                    <a:lnTo>
                      <a:pt x="890257" y="361522"/>
                    </a:lnTo>
                    <a:lnTo>
                      <a:pt x="892838" y="354335"/>
                    </a:lnTo>
                    <a:lnTo>
                      <a:pt x="900025" y="356916"/>
                    </a:lnTo>
                    <a:lnTo>
                      <a:pt x="902606" y="349728"/>
                    </a:lnTo>
                    <a:lnTo>
                      <a:pt x="900303" y="344844"/>
                    </a:lnTo>
                    <a:lnTo>
                      <a:pt x="895419" y="347147"/>
                    </a:lnTo>
                    <a:lnTo>
                      <a:pt x="890812" y="337379"/>
                    </a:lnTo>
                    <a:lnTo>
                      <a:pt x="885928" y="339682"/>
                    </a:lnTo>
                    <a:lnTo>
                      <a:pt x="871831" y="322449"/>
                    </a:lnTo>
                    <a:lnTo>
                      <a:pt x="876437" y="332217"/>
                    </a:lnTo>
                    <a:lnTo>
                      <a:pt x="871553" y="334520"/>
                    </a:lnTo>
                    <a:lnTo>
                      <a:pt x="876160" y="344289"/>
                    </a:lnTo>
                    <a:lnTo>
                      <a:pt x="871275" y="346592"/>
                    </a:lnTo>
                    <a:lnTo>
                      <a:pt x="875882" y="356360"/>
                    </a:lnTo>
                    <a:lnTo>
                      <a:pt x="870998" y="358663"/>
                    </a:lnTo>
                    <a:lnTo>
                      <a:pt x="873301" y="363548"/>
                    </a:lnTo>
                    <a:moveTo>
                      <a:pt x="622650" y="308382"/>
                    </a:moveTo>
                    <a:lnTo>
                      <a:pt x="670936" y="309509"/>
                    </a:lnTo>
                    <a:lnTo>
                      <a:pt x="641063" y="347462"/>
                    </a:lnTo>
                    <a:lnTo>
                      <a:pt x="622650" y="308382"/>
                    </a:lnTo>
                    <a:lnTo>
                      <a:pt x="624952" y="313267"/>
                    </a:lnTo>
                    <a:lnTo>
                      <a:pt x="661166" y="314112"/>
                    </a:lnTo>
                    <a:lnTo>
                      <a:pt x="638761" y="342577"/>
                    </a:lnTo>
                    <a:lnTo>
                      <a:pt x="643646" y="340275"/>
                    </a:lnTo>
                    <a:lnTo>
                      <a:pt x="629837" y="310966"/>
                    </a:lnTo>
                    <a:lnTo>
                      <a:pt x="624952" y="313267"/>
                    </a:lnTo>
                    <a:lnTo>
                      <a:pt x="622650" y="308382"/>
                    </a:lnTo>
                    <a:lnTo>
                      <a:pt x="637023" y="313549"/>
                    </a:lnTo>
                    <a:lnTo>
                      <a:pt x="634722" y="308664"/>
                    </a:lnTo>
                    <a:lnTo>
                      <a:pt x="649095" y="313831"/>
                    </a:lnTo>
                    <a:lnTo>
                      <a:pt x="646793" y="308946"/>
                    </a:lnTo>
                    <a:lnTo>
                      <a:pt x="666051" y="311811"/>
                    </a:lnTo>
                    <a:lnTo>
                      <a:pt x="655999" y="328486"/>
                    </a:lnTo>
                    <a:lnTo>
                      <a:pt x="653698" y="323601"/>
                    </a:lnTo>
                    <a:lnTo>
                      <a:pt x="648531" y="337974"/>
                    </a:lnTo>
                    <a:lnTo>
                      <a:pt x="646230" y="333089"/>
                    </a:lnTo>
                    <a:lnTo>
                      <a:pt x="641063" y="347462"/>
                    </a:lnTo>
                    <a:lnTo>
                      <a:pt x="641345" y="335390"/>
                    </a:lnTo>
                    <a:lnTo>
                      <a:pt x="634158" y="332807"/>
                    </a:lnTo>
                    <a:lnTo>
                      <a:pt x="636741" y="325621"/>
                    </a:lnTo>
                    <a:lnTo>
                      <a:pt x="629555" y="323037"/>
                    </a:lnTo>
                    <a:lnTo>
                      <a:pt x="632138" y="315851"/>
                    </a:lnTo>
                    <a:lnTo>
                      <a:pt x="622650" y="308382"/>
                    </a:lnTo>
                    <a:lnTo>
                      <a:pt x="629837" y="310966"/>
                    </a:lnTo>
                    <a:lnTo>
                      <a:pt x="627253" y="318152"/>
                    </a:lnTo>
                    <a:lnTo>
                      <a:pt x="634440" y="320736"/>
                    </a:lnTo>
                    <a:lnTo>
                      <a:pt x="631857" y="327922"/>
                    </a:lnTo>
                    <a:lnTo>
                      <a:pt x="639043" y="330505"/>
                    </a:lnTo>
                    <a:lnTo>
                      <a:pt x="636460" y="337692"/>
                    </a:lnTo>
                    <a:lnTo>
                      <a:pt x="643646" y="340275"/>
                    </a:lnTo>
                    <a:lnTo>
                      <a:pt x="648531" y="337974"/>
                    </a:lnTo>
                    <a:lnTo>
                      <a:pt x="646230" y="333089"/>
                    </a:lnTo>
                    <a:lnTo>
                      <a:pt x="655999" y="328486"/>
                    </a:lnTo>
                    <a:lnTo>
                      <a:pt x="653698" y="323601"/>
                    </a:lnTo>
                    <a:lnTo>
                      <a:pt x="670936" y="309509"/>
                    </a:lnTo>
                    <a:lnTo>
                      <a:pt x="661166" y="314112"/>
                    </a:lnTo>
                    <a:lnTo>
                      <a:pt x="658864" y="309228"/>
                    </a:lnTo>
                    <a:lnTo>
                      <a:pt x="649095" y="313831"/>
                    </a:lnTo>
                    <a:lnTo>
                      <a:pt x="646793" y="308946"/>
                    </a:lnTo>
                    <a:lnTo>
                      <a:pt x="637023" y="313549"/>
                    </a:lnTo>
                    <a:lnTo>
                      <a:pt x="634722" y="308664"/>
                    </a:lnTo>
                    <a:lnTo>
                      <a:pt x="629837" y="310966"/>
                    </a:lnTo>
                    <a:moveTo>
                      <a:pt x="455436" y="474122"/>
                    </a:moveTo>
                    <a:lnTo>
                      <a:pt x="456453" y="425834"/>
                    </a:lnTo>
                    <a:lnTo>
                      <a:pt x="494473" y="455620"/>
                    </a:lnTo>
                    <a:lnTo>
                      <a:pt x="455436" y="474122"/>
                    </a:lnTo>
                    <a:lnTo>
                      <a:pt x="460316" y="471810"/>
                    </a:lnTo>
                    <a:lnTo>
                      <a:pt x="461078" y="435593"/>
                    </a:lnTo>
                    <a:lnTo>
                      <a:pt x="489594" y="457933"/>
                    </a:lnTo>
                    <a:lnTo>
                      <a:pt x="487281" y="453054"/>
                    </a:lnTo>
                    <a:lnTo>
                      <a:pt x="458003" y="466930"/>
                    </a:lnTo>
                    <a:lnTo>
                      <a:pt x="460316" y="471810"/>
                    </a:lnTo>
                    <a:lnTo>
                      <a:pt x="455436" y="474122"/>
                    </a:lnTo>
                    <a:lnTo>
                      <a:pt x="460570" y="459738"/>
                    </a:lnTo>
                    <a:lnTo>
                      <a:pt x="455690" y="462050"/>
                    </a:lnTo>
                    <a:lnTo>
                      <a:pt x="460824" y="447665"/>
                    </a:lnTo>
                    <a:lnTo>
                      <a:pt x="455944" y="449978"/>
                    </a:lnTo>
                    <a:lnTo>
                      <a:pt x="458765" y="430714"/>
                    </a:lnTo>
                    <a:lnTo>
                      <a:pt x="475463" y="440727"/>
                    </a:lnTo>
                    <a:lnTo>
                      <a:pt x="470583" y="443040"/>
                    </a:lnTo>
                    <a:lnTo>
                      <a:pt x="484968" y="448174"/>
                    </a:lnTo>
                    <a:lnTo>
                      <a:pt x="480089" y="450487"/>
                    </a:lnTo>
                    <a:lnTo>
                      <a:pt x="494473" y="455620"/>
                    </a:lnTo>
                    <a:lnTo>
                      <a:pt x="482401" y="455366"/>
                    </a:lnTo>
                    <a:lnTo>
                      <a:pt x="479834" y="462559"/>
                    </a:lnTo>
                    <a:lnTo>
                      <a:pt x="472642" y="459992"/>
                    </a:lnTo>
                    <a:lnTo>
                      <a:pt x="470075" y="467184"/>
                    </a:lnTo>
                    <a:lnTo>
                      <a:pt x="462883" y="464617"/>
                    </a:lnTo>
                    <a:lnTo>
                      <a:pt x="455436" y="474122"/>
                    </a:lnTo>
                    <a:lnTo>
                      <a:pt x="458003" y="466930"/>
                    </a:lnTo>
                    <a:lnTo>
                      <a:pt x="465195" y="469497"/>
                    </a:lnTo>
                    <a:lnTo>
                      <a:pt x="467762" y="462305"/>
                    </a:lnTo>
                    <a:lnTo>
                      <a:pt x="474955" y="464871"/>
                    </a:lnTo>
                    <a:lnTo>
                      <a:pt x="477522" y="457679"/>
                    </a:lnTo>
                    <a:lnTo>
                      <a:pt x="484714" y="460246"/>
                    </a:lnTo>
                    <a:lnTo>
                      <a:pt x="487281" y="453054"/>
                    </a:lnTo>
                    <a:lnTo>
                      <a:pt x="484968" y="448174"/>
                    </a:lnTo>
                    <a:lnTo>
                      <a:pt x="480089" y="450487"/>
                    </a:lnTo>
                    <a:lnTo>
                      <a:pt x="475463" y="440727"/>
                    </a:lnTo>
                    <a:lnTo>
                      <a:pt x="470583" y="443040"/>
                    </a:lnTo>
                    <a:lnTo>
                      <a:pt x="456453" y="425834"/>
                    </a:lnTo>
                    <a:lnTo>
                      <a:pt x="461078" y="435593"/>
                    </a:lnTo>
                    <a:lnTo>
                      <a:pt x="456199" y="437906"/>
                    </a:lnTo>
                    <a:lnTo>
                      <a:pt x="460824" y="447665"/>
                    </a:lnTo>
                    <a:lnTo>
                      <a:pt x="455944" y="449978"/>
                    </a:lnTo>
                    <a:lnTo>
                      <a:pt x="460570" y="459738"/>
                    </a:lnTo>
                    <a:lnTo>
                      <a:pt x="455690" y="462050"/>
                    </a:lnTo>
                    <a:lnTo>
                      <a:pt x="458003" y="466930"/>
                    </a:lnTo>
                    <a:moveTo>
                      <a:pt x="227718" y="582051"/>
                    </a:moveTo>
                    <a:lnTo>
                      <a:pt x="228735" y="533762"/>
                    </a:lnTo>
                    <a:lnTo>
                      <a:pt x="266755" y="563549"/>
                    </a:lnTo>
                    <a:lnTo>
                      <a:pt x="227718" y="582051"/>
                    </a:lnTo>
                    <a:lnTo>
                      <a:pt x="232598" y="579738"/>
                    </a:lnTo>
                    <a:lnTo>
                      <a:pt x="233360" y="543522"/>
                    </a:lnTo>
                    <a:lnTo>
                      <a:pt x="261876" y="565861"/>
                    </a:lnTo>
                    <a:lnTo>
                      <a:pt x="259563" y="560982"/>
                    </a:lnTo>
                    <a:lnTo>
                      <a:pt x="230285" y="574858"/>
                    </a:lnTo>
                    <a:lnTo>
                      <a:pt x="232598" y="579738"/>
                    </a:lnTo>
                    <a:lnTo>
                      <a:pt x="227718" y="582051"/>
                    </a:lnTo>
                    <a:lnTo>
                      <a:pt x="232852" y="567666"/>
                    </a:lnTo>
                    <a:lnTo>
                      <a:pt x="227972" y="569979"/>
                    </a:lnTo>
                    <a:lnTo>
                      <a:pt x="233106" y="555594"/>
                    </a:lnTo>
                    <a:lnTo>
                      <a:pt x="228226" y="557907"/>
                    </a:lnTo>
                    <a:lnTo>
                      <a:pt x="231047" y="538642"/>
                    </a:lnTo>
                    <a:lnTo>
                      <a:pt x="247745" y="548656"/>
                    </a:lnTo>
                    <a:lnTo>
                      <a:pt x="242865" y="550968"/>
                    </a:lnTo>
                    <a:lnTo>
                      <a:pt x="257250" y="556102"/>
                    </a:lnTo>
                    <a:lnTo>
                      <a:pt x="252371" y="558415"/>
                    </a:lnTo>
                    <a:lnTo>
                      <a:pt x="266755" y="563549"/>
                    </a:lnTo>
                    <a:lnTo>
                      <a:pt x="254683" y="563295"/>
                    </a:lnTo>
                    <a:lnTo>
                      <a:pt x="252116" y="570487"/>
                    </a:lnTo>
                    <a:lnTo>
                      <a:pt x="244924" y="567920"/>
                    </a:lnTo>
                    <a:lnTo>
                      <a:pt x="242357" y="575112"/>
                    </a:lnTo>
                    <a:lnTo>
                      <a:pt x="235165" y="572546"/>
                    </a:lnTo>
                    <a:lnTo>
                      <a:pt x="227718" y="582051"/>
                    </a:lnTo>
                    <a:lnTo>
                      <a:pt x="230285" y="574858"/>
                    </a:lnTo>
                    <a:lnTo>
                      <a:pt x="237477" y="577425"/>
                    </a:lnTo>
                    <a:lnTo>
                      <a:pt x="240044" y="570233"/>
                    </a:lnTo>
                    <a:lnTo>
                      <a:pt x="247237" y="572800"/>
                    </a:lnTo>
                    <a:lnTo>
                      <a:pt x="249804" y="565607"/>
                    </a:lnTo>
                    <a:lnTo>
                      <a:pt x="256996" y="568174"/>
                    </a:lnTo>
                    <a:lnTo>
                      <a:pt x="259563" y="560982"/>
                    </a:lnTo>
                    <a:lnTo>
                      <a:pt x="257250" y="556102"/>
                    </a:lnTo>
                    <a:lnTo>
                      <a:pt x="252371" y="558415"/>
                    </a:lnTo>
                    <a:lnTo>
                      <a:pt x="247745" y="548656"/>
                    </a:lnTo>
                    <a:lnTo>
                      <a:pt x="242865" y="550968"/>
                    </a:lnTo>
                    <a:lnTo>
                      <a:pt x="228735" y="533762"/>
                    </a:lnTo>
                    <a:lnTo>
                      <a:pt x="233360" y="543522"/>
                    </a:lnTo>
                    <a:lnTo>
                      <a:pt x="228481" y="545834"/>
                    </a:lnTo>
                    <a:lnTo>
                      <a:pt x="233106" y="555594"/>
                    </a:lnTo>
                    <a:lnTo>
                      <a:pt x="228226" y="557907"/>
                    </a:lnTo>
                    <a:lnTo>
                      <a:pt x="232852" y="567666"/>
                    </a:lnTo>
                    <a:lnTo>
                      <a:pt x="227972" y="569979"/>
                    </a:lnTo>
                    <a:lnTo>
                      <a:pt x="230285" y="574858"/>
                    </a:lnTo>
                    <a:moveTo>
                      <a:pt x="0" y="689979"/>
                    </a:moveTo>
                    <a:lnTo>
                      <a:pt x="1017" y="641691"/>
                    </a:lnTo>
                    <a:lnTo>
                      <a:pt x="39037" y="671477"/>
                    </a:lnTo>
                    <a:lnTo>
                      <a:pt x="0" y="689979"/>
                    </a:lnTo>
                    <a:lnTo>
                      <a:pt x="4880" y="687666"/>
                    </a:lnTo>
                    <a:lnTo>
                      <a:pt x="5642" y="651450"/>
                    </a:lnTo>
                    <a:lnTo>
                      <a:pt x="34158" y="673790"/>
                    </a:lnTo>
                    <a:lnTo>
                      <a:pt x="31845" y="668910"/>
                    </a:lnTo>
                    <a:lnTo>
                      <a:pt x="2567" y="682787"/>
                    </a:lnTo>
                    <a:lnTo>
                      <a:pt x="4880" y="687666"/>
                    </a:lnTo>
                    <a:lnTo>
                      <a:pt x="0" y="689979"/>
                    </a:lnTo>
                    <a:lnTo>
                      <a:pt x="5134" y="675594"/>
                    </a:lnTo>
                    <a:lnTo>
                      <a:pt x="254" y="677907"/>
                    </a:lnTo>
                    <a:lnTo>
                      <a:pt x="5388" y="663522"/>
                    </a:lnTo>
                    <a:lnTo>
                      <a:pt x="508" y="665835"/>
                    </a:lnTo>
                    <a:lnTo>
                      <a:pt x="3329" y="646570"/>
                    </a:lnTo>
                    <a:lnTo>
                      <a:pt x="20027" y="656584"/>
                    </a:lnTo>
                    <a:lnTo>
                      <a:pt x="15147" y="658897"/>
                    </a:lnTo>
                    <a:lnTo>
                      <a:pt x="29532" y="664030"/>
                    </a:lnTo>
                    <a:lnTo>
                      <a:pt x="24653" y="666343"/>
                    </a:lnTo>
                    <a:lnTo>
                      <a:pt x="39037" y="671477"/>
                    </a:lnTo>
                    <a:lnTo>
                      <a:pt x="26965" y="671223"/>
                    </a:lnTo>
                    <a:lnTo>
                      <a:pt x="24398" y="678415"/>
                    </a:lnTo>
                    <a:lnTo>
                      <a:pt x="17206" y="675848"/>
                    </a:lnTo>
                    <a:lnTo>
                      <a:pt x="14639" y="683041"/>
                    </a:lnTo>
                    <a:lnTo>
                      <a:pt x="7447" y="680474"/>
                    </a:lnTo>
                    <a:lnTo>
                      <a:pt x="0" y="689979"/>
                    </a:lnTo>
                    <a:lnTo>
                      <a:pt x="2567" y="682787"/>
                    </a:lnTo>
                    <a:lnTo>
                      <a:pt x="9759" y="685354"/>
                    </a:lnTo>
                    <a:lnTo>
                      <a:pt x="12326" y="678161"/>
                    </a:lnTo>
                    <a:lnTo>
                      <a:pt x="19519" y="680728"/>
                    </a:lnTo>
                    <a:lnTo>
                      <a:pt x="22086" y="673536"/>
                    </a:lnTo>
                    <a:lnTo>
                      <a:pt x="29278" y="676103"/>
                    </a:lnTo>
                    <a:lnTo>
                      <a:pt x="31845" y="668910"/>
                    </a:lnTo>
                    <a:lnTo>
                      <a:pt x="29532" y="664030"/>
                    </a:lnTo>
                    <a:lnTo>
                      <a:pt x="24653" y="666343"/>
                    </a:lnTo>
                    <a:lnTo>
                      <a:pt x="20027" y="656584"/>
                    </a:lnTo>
                    <a:lnTo>
                      <a:pt x="15147" y="658897"/>
                    </a:lnTo>
                    <a:lnTo>
                      <a:pt x="1017" y="641691"/>
                    </a:lnTo>
                    <a:lnTo>
                      <a:pt x="5642" y="651450"/>
                    </a:lnTo>
                    <a:lnTo>
                      <a:pt x="763" y="653763"/>
                    </a:lnTo>
                    <a:lnTo>
                      <a:pt x="5388" y="663522"/>
                    </a:lnTo>
                    <a:lnTo>
                      <a:pt x="508" y="665835"/>
                    </a:lnTo>
                    <a:lnTo>
                      <a:pt x="5134" y="675594"/>
                    </a:lnTo>
                    <a:lnTo>
                      <a:pt x="254" y="677907"/>
                    </a:lnTo>
                    <a:lnTo>
                      <a:pt x="2567" y="68278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82" name="Контур"/>
              <p:cNvSpPr/>
              <p:nvPr/>
            </p:nvSpPr>
            <p:spPr>
              <a:xfrm>
                <a:off x="7712110" y="3789847"/>
                <a:ext cx="2583890" cy="2023083"/>
              </a:xfrm>
              <a:custGeom>
                <a:avLst/>
                <a:gdLst/>
                <a:ahLst/>
                <a:cxnLst/>
                <a:rect l="l" t="t" r="r" b="b"/>
                <a:pathLst>
                  <a:path w="2583890" h="2023083" fill="none">
                    <a:moveTo>
                      <a:pt x="0" y="2023083"/>
                    </a:moveTo>
                    <a:lnTo>
                      <a:pt x="79988" y="1936746"/>
                    </a:lnTo>
                    <a:lnTo>
                      <a:pt x="1335079" y="965943"/>
                    </a:lnTo>
                    <a:lnTo>
                      <a:pt x="2161859" y="326437"/>
                    </a:lnTo>
                    <a:lnTo>
                      <a:pt x="2322097" y="202495"/>
                    </a:lnTo>
                    <a:lnTo>
                      <a:pt x="2583890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081" name="Надпись"/>
              <p:cNvSpPr txBox="1"/>
              <p:nvPr/>
            </p:nvSpPr>
            <p:spPr>
              <a:xfrm rot="19336700">
                <a:off x="8067774" y="5336034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083" name="Надпись"/>
              <p:cNvSpPr txBox="1"/>
              <p:nvPr/>
            </p:nvSpPr>
            <p:spPr>
              <a:xfrm rot="19336705">
                <a:off x="9295746" y="4386208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084" name="Контур"/>
              <p:cNvSpPr/>
              <p:nvPr/>
            </p:nvSpPr>
            <p:spPr>
              <a:xfrm>
                <a:off x="9240259" y="7977249"/>
                <a:ext cx="1047483" cy="1136457"/>
              </a:xfrm>
              <a:custGeom>
                <a:avLst/>
                <a:gdLst/>
                <a:ahLst/>
                <a:cxnLst/>
                <a:rect l="l" t="t" r="r" b="b"/>
                <a:pathLst>
                  <a:path w="1047483" h="1136457" fill="none">
                    <a:moveTo>
                      <a:pt x="1047483" y="1136457"/>
                    </a:moveTo>
                    <a:lnTo>
                      <a:pt x="993087" y="1022804"/>
                    </a:lnTo>
                    <a:moveTo>
                      <a:pt x="993087" y="1022804"/>
                    </a:moveTo>
                    <a:lnTo>
                      <a:pt x="938690" y="909151"/>
                    </a:lnTo>
                    <a:moveTo>
                      <a:pt x="938690" y="909151"/>
                    </a:moveTo>
                    <a:lnTo>
                      <a:pt x="933092" y="897454"/>
                    </a:lnTo>
                    <a:lnTo>
                      <a:pt x="884293" y="795498"/>
                    </a:lnTo>
                    <a:moveTo>
                      <a:pt x="884293" y="795498"/>
                    </a:moveTo>
                    <a:lnTo>
                      <a:pt x="829897" y="681845"/>
                    </a:lnTo>
                    <a:moveTo>
                      <a:pt x="829897" y="681845"/>
                    </a:moveTo>
                    <a:lnTo>
                      <a:pt x="775501" y="568191"/>
                    </a:lnTo>
                    <a:moveTo>
                      <a:pt x="775501" y="568191"/>
                    </a:moveTo>
                    <a:lnTo>
                      <a:pt x="721104" y="454538"/>
                    </a:lnTo>
                    <a:moveTo>
                      <a:pt x="721104" y="454538"/>
                    </a:moveTo>
                    <a:lnTo>
                      <a:pt x="666708" y="340885"/>
                    </a:lnTo>
                    <a:moveTo>
                      <a:pt x="666708" y="340885"/>
                    </a:moveTo>
                    <a:lnTo>
                      <a:pt x="612312" y="227232"/>
                    </a:lnTo>
                    <a:moveTo>
                      <a:pt x="612312" y="227232"/>
                    </a:moveTo>
                    <a:lnTo>
                      <a:pt x="557915" y="113579"/>
                    </a:lnTo>
                    <a:moveTo>
                      <a:pt x="557915" y="113579"/>
                    </a:moveTo>
                    <a:lnTo>
                      <a:pt x="503554" y="0"/>
                    </a:lnTo>
                    <a:lnTo>
                      <a:pt x="503480" y="35"/>
                    </a:lnTo>
                    <a:moveTo>
                      <a:pt x="503480" y="35"/>
                    </a:moveTo>
                    <a:lnTo>
                      <a:pt x="389971" y="54730"/>
                    </a:lnTo>
                    <a:moveTo>
                      <a:pt x="389971" y="54730"/>
                    </a:moveTo>
                    <a:lnTo>
                      <a:pt x="276461" y="109425"/>
                    </a:lnTo>
                    <a:moveTo>
                      <a:pt x="276461" y="109425"/>
                    </a:moveTo>
                    <a:lnTo>
                      <a:pt x="162951" y="164120"/>
                    </a:lnTo>
                    <a:moveTo>
                      <a:pt x="162951" y="164120"/>
                    </a:moveTo>
                    <a:lnTo>
                      <a:pt x="49441" y="218814"/>
                    </a:lnTo>
                    <a:moveTo>
                      <a:pt x="49441" y="218814"/>
                    </a:moveTo>
                    <a:lnTo>
                      <a:pt x="0" y="24263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85" name="Контур"/>
              <p:cNvSpPr/>
              <p:nvPr/>
            </p:nvSpPr>
            <p:spPr>
              <a:xfrm>
                <a:off x="9398273" y="8046006"/>
                <a:ext cx="821057" cy="987913"/>
              </a:xfrm>
              <a:custGeom>
                <a:avLst/>
                <a:gdLst/>
                <a:ahLst/>
                <a:cxnLst/>
                <a:rect l="l" t="t" r="r" b="b"/>
                <a:pathLst>
                  <a:path w="821057" h="987913" fill="none">
                    <a:moveTo>
                      <a:pt x="772765" y="948946"/>
                    </a:moveTo>
                    <a:lnTo>
                      <a:pt x="821057" y="949779"/>
                    </a:lnTo>
                    <a:lnTo>
                      <a:pt x="791415" y="987913"/>
                    </a:lnTo>
                    <a:lnTo>
                      <a:pt x="772765" y="948946"/>
                    </a:lnTo>
                    <a:lnTo>
                      <a:pt x="775096" y="953817"/>
                    </a:lnTo>
                    <a:lnTo>
                      <a:pt x="811315" y="954442"/>
                    </a:lnTo>
                    <a:lnTo>
                      <a:pt x="789084" y="983042"/>
                    </a:lnTo>
                    <a:lnTo>
                      <a:pt x="793955" y="980711"/>
                    </a:lnTo>
                    <a:lnTo>
                      <a:pt x="779967" y="951486"/>
                    </a:lnTo>
                    <a:lnTo>
                      <a:pt x="775096" y="953817"/>
                    </a:lnTo>
                    <a:lnTo>
                      <a:pt x="772765" y="948946"/>
                    </a:lnTo>
                    <a:lnTo>
                      <a:pt x="787169" y="954026"/>
                    </a:lnTo>
                    <a:lnTo>
                      <a:pt x="784838" y="949155"/>
                    </a:lnTo>
                    <a:lnTo>
                      <a:pt x="799242" y="954234"/>
                    </a:lnTo>
                    <a:lnTo>
                      <a:pt x="796911" y="949363"/>
                    </a:lnTo>
                    <a:lnTo>
                      <a:pt x="816186" y="952111"/>
                    </a:lnTo>
                    <a:lnTo>
                      <a:pt x="806236" y="968846"/>
                    </a:lnTo>
                    <a:lnTo>
                      <a:pt x="803905" y="963975"/>
                    </a:lnTo>
                    <a:lnTo>
                      <a:pt x="798826" y="978380"/>
                    </a:lnTo>
                    <a:lnTo>
                      <a:pt x="796494" y="973509"/>
                    </a:lnTo>
                    <a:lnTo>
                      <a:pt x="791415" y="987913"/>
                    </a:lnTo>
                    <a:lnTo>
                      <a:pt x="791624" y="975840"/>
                    </a:lnTo>
                    <a:lnTo>
                      <a:pt x="784421" y="973301"/>
                    </a:lnTo>
                    <a:lnTo>
                      <a:pt x="786961" y="966098"/>
                    </a:lnTo>
                    <a:lnTo>
                      <a:pt x="779759" y="963559"/>
                    </a:lnTo>
                    <a:lnTo>
                      <a:pt x="782298" y="956357"/>
                    </a:lnTo>
                    <a:lnTo>
                      <a:pt x="772765" y="948946"/>
                    </a:lnTo>
                    <a:lnTo>
                      <a:pt x="779967" y="951486"/>
                    </a:lnTo>
                    <a:lnTo>
                      <a:pt x="777428" y="958688"/>
                    </a:lnTo>
                    <a:lnTo>
                      <a:pt x="784630" y="961228"/>
                    </a:lnTo>
                    <a:lnTo>
                      <a:pt x="782090" y="968430"/>
                    </a:lnTo>
                    <a:lnTo>
                      <a:pt x="789292" y="970969"/>
                    </a:lnTo>
                    <a:lnTo>
                      <a:pt x="786753" y="978171"/>
                    </a:lnTo>
                    <a:lnTo>
                      <a:pt x="793955" y="980711"/>
                    </a:lnTo>
                    <a:lnTo>
                      <a:pt x="798826" y="978380"/>
                    </a:lnTo>
                    <a:lnTo>
                      <a:pt x="796494" y="973509"/>
                    </a:lnTo>
                    <a:lnTo>
                      <a:pt x="806236" y="968846"/>
                    </a:lnTo>
                    <a:lnTo>
                      <a:pt x="803905" y="963975"/>
                    </a:lnTo>
                    <a:lnTo>
                      <a:pt x="821057" y="949779"/>
                    </a:lnTo>
                    <a:lnTo>
                      <a:pt x="811315" y="954442"/>
                    </a:lnTo>
                    <a:lnTo>
                      <a:pt x="808984" y="949571"/>
                    </a:lnTo>
                    <a:lnTo>
                      <a:pt x="799242" y="954234"/>
                    </a:lnTo>
                    <a:lnTo>
                      <a:pt x="796911" y="949363"/>
                    </a:lnTo>
                    <a:lnTo>
                      <a:pt x="787169" y="954026"/>
                    </a:lnTo>
                    <a:lnTo>
                      <a:pt x="784838" y="949155"/>
                    </a:lnTo>
                    <a:lnTo>
                      <a:pt x="779967" y="951486"/>
                    </a:lnTo>
                    <a:moveTo>
                      <a:pt x="663972" y="721640"/>
                    </a:moveTo>
                    <a:lnTo>
                      <a:pt x="712264" y="722473"/>
                    </a:lnTo>
                    <a:lnTo>
                      <a:pt x="682622" y="760607"/>
                    </a:lnTo>
                    <a:lnTo>
                      <a:pt x="663972" y="721640"/>
                    </a:lnTo>
                    <a:lnTo>
                      <a:pt x="666303" y="726511"/>
                    </a:lnTo>
                    <a:lnTo>
                      <a:pt x="702522" y="727136"/>
                    </a:lnTo>
                    <a:lnTo>
                      <a:pt x="680291" y="755736"/>
                    </a:lnTo>
                    <a:lnTo>
                      <a:pt x="685162" y="753405"/>
                    </a:lnTo>
                    <a:lnTo>
                      <a:pt x="671174" y="724180"/>
                    </a:lnTo>
                    <a:lnTo>
                      <a:pt x="666303" y="726511"/>
                    </a:lnTo>
                    <a:lnTo>
                      <a:pt x="663972" y="721640"/>
                    </a:lnTo>
                    <a:lnTo>
                      <a:pt x="678376" y="726719"/>
                    </a:lnTo>
                    <a:lnTo>
                      <a:pt x="676045" y="721848"/>
                    </a:lnTo>
                    <a:lnTo>
                      <a:pt x="690449" y="726928"/>
                    </a:lnTo>
                    <a:lnTo>
                      <a:pt x="688118" y="722057"/>
                    </a:lnTo>
                    <a:lnTo>
                      <a:pt x="707393" y="724805"/>
                    </a:lnTo>
                    <a:lnTo>
                      <a:pt x="697443" y="741540"/>
                    </a:lnTo>
                    <a:lnTo>
                      <a:pt x="695112" y="736669"/>
                    </a:lnTo>
                    <a:lnTo>
                      <a:pt x="690032" y="751074"/>
                    </a:lnTo>
                    <a:lnTo>
                      <a:pt x="687701" y="746203"/>
                    </a:lnTo>
                    <a:lnTo>
                      <a:pt x="682622" y="760607"/>
                    </a:lnTo>
                    <a:lnTo>
                      <a:pt x="682830" y="748534"/>
                    </a:lnTo>
                    <a:lnTo>
                      <a:pt x="675628" y="745994"/>
                    </a:lnTo>
                    <a:lnTo>
                      <a:pt x="678168" y="738792"/>
                    </a:lnTo>
                    <a:lnTo>
                      <a:pt x="670966" y="736253"/>
                    </a:lnTo>
                    <a:lnTo>
                      <a:pt x="673505" y="729051"/>
                    </a:lnTo>
                    <a:lnTo>
                      <a:pt x="663972" y="721640"/>
                    </a:lnTo>
                    <a:lnTo>
                      <a:pt x="671174" y="724180"/>
                    </a:lnTo>
                    <a:lnTo>
                      <a:pt x="668634" y="731382"/>
                    </a:lnTo>
                    <a:lnTo>
                      <a:pt x="675837" y="733921"/>
                    </a:lnTo>
                    <a:lnTo>
                      <a:pt x="673297" y="741124"/>
                    </a:lnTo>
                    <a:lnTo>
                      <a:pt x="680499" y="743663"/>
                    </a:lnTo>
                    <a:lnTo>
                      <a:pt x="677959" y="750865"/>
                    </a:lnTo>
                    <a:lnTo>
                      <a:pt x="685162" y="753405"/>
                    </a:lnTo>
                    <a:lnTo>
                      <a:pt x="690032" y="751074"/>
                    </a:lnTo>
                    <a:lnTo>
                      <a:pt x="687701" y="746203"/>
                    </a:lnTo>
                    <a:lnTo>
                      <a:pt x="697443" y="741540"/>
                    </a:lnTo>
                    <a:lnTo>
                      <a:pt x="695112" y="736669"/>
                    </a:lnTo>
                    <a:lnTo>
                      <a:pt x="712264" y="722473"/>
                    </a:lnTo>
                    <a:lnTo>
                      <a:pt x="702522" y="727136"/>
                    </a:lnTo>
                    <a:lnTo>
                      <a:pt x="700191" y="722265"/>
                    </a:lnTo>
                    <a:lnTo>
                      <a:pt x="690449" y="726928"/>
                    </a:lnTo>
                    <a:lnTo>
                      <a:pt x="688118" y="722057"/>
                    </a:lnTo>
                    <a:lnTo>
                      <a:pt x="678376" y="726719"/>
                    </a:lnTo>
                    <a:lnTo>
                      <a:pt x="676045" y="721848"/>
                    </a:lnTo>
                    <a:lnTo>
                      <a:pt x="671174" y="724180"/>
                    </a:lnTo>
                    <a:moveTo>
                      <a:pt x="555179" y="494334"/>
                    </a:moveTo>
                    <a:lnTo>
                      <a:pt x="603471" y="495167"/>
                    </a:lnTo>
                    <a:lnTo>
                      <a:pt x="573829" y="533301"/>
                    </a:lnTo>
                    <a:lnTo>
                      <a:pt x="555179" y="494334"/>
                    </a:lnTo>
                    <a:lnTo>
                      <a:pt x="557510" y="499205"/>
                    </a:lnTo>
                    <a:lnTo>
                      <a:pt x="593729" y="499830"/>
                    </a:lnTo>
                    <a:lnTo>
                      <a:pt x="571498" y="528430"/>
                    </a:lnTo>
                    <a:lnTo>
                      <a:pt x="576369" y="526099"/>
                    </a:lnTo>
                    <a:lnTo>
                      <a:pt x="562381" y="496873"/>
                    </a:lnTo>
                    <a:lnTo>
                      <a:pt x="557510" y="499205"/>
                    </a:lnTo>
                    <a:lnTo>
                      <a:pt x="555179" y="494334"/>
                    </a:lnTo>
                    <a:lnTo>
                      <a:pt x="569583" y="499413"/>
                    </a:lnTo>
                    <a:lnTo>
                      <a:pt x="567252" y="494542"/>
                    </a:lnTo>
                    <a:lnTo>
                      <a:pt x="581656" y="499621"/>
                    </a:lnTo>
                    <a:lnTo>
                      <a:pt x="579325" y="494750"/>
                    </a:lnTo>
                    <a:lnTo>
                      <a:pt x="598600" y="497498"/>
                    </a:lnTo>
                    <a:lnTo>
                      <a:pt x="588650" y="514234"/>
                    </a:lnTo>
                    <a:lnTo>
                      <a:pt x="586319" y="509363"/>
                    </a:lnTo>
                    <a:lnTo>
                      <a:pt x="581240" y="523767"/>
                    </a:lnTo>
                    <a:lnTo>
                      <a:pt x="578908" y="518896"/>
                    </a:lnTo>
                    <a:lnTo>
                      <a:pt x="573829" y="533301"/>
                    </a:lnTo>
                    <a:lnTo>
                      <a:pt x="574038" y="521228"/>
                    </a:lnTo>
                    <a:lnTo>
                      <a:pt x="566835" y="518688"/>
                    </a:lnTo>
                    <a:lnTo>
                      <a:pt x="569375" y="511486"/>
                    </a:lnTo>
                    <a:lnTo>
                      <a:pt x="562173" y="508946"/>
                    </a:lnTo>
                    <a:lnTo>
                      <a:pt x="564712" y="501744"/>
                    </a:lnTo>
                    <a:lnTo>
                      <a:pt x="555179" y="494334"/>
                    </a:lnTo>
                    <a:lnTo>
                      <a:pt x="562381" y="496873"/>
                    </a:lnTo>
                    <a:lnTo>
                      <a:pt x="559842" y="504076"/>
                    </a:lnTo>
                    <a:lnTo>
                      <a:pt x="567044" y="506615"/>
                    </a:lnTo>
                    <a:lnTo>
                      <a:pt x="564504" y="513817"/>
                    </a:lnTo>
                    <a:lnTo>
                      <a:pt x="571706" y="516357"/>
                    </a:lnTo>
                    <a:lnTo>
                      <a:pt x="569167" y="523559"/>
                    </a:lnTo>
                    <a:lnTo>
                      <a:pt x="576369" y="526099"/>
                    </a:lnTo>
                    <a:lnTo>
                      <a:pt x="581240" y="523767"/>
                    </a:lnTo>
                    <a:lnTo>
                      <a:pt x="578908" y="518896"/>
                    </a:lnTo>
                    <a:lnTo>
                      <a:pt x="588650" y="514234"/>
                    </a:lnTo>
                    <a:lnTo>
                      <a:pt x="586319" y="509363"/>
                    </a:lnTo>
                    <a:lnTo>
                      <a:pt x="603471" y="495167"/>
                    </a:lnTo>
                    <a:lnTo>
                      <a:pt x="593729" y="499830"/>
                    </a:lnTo>
                    <a:lnTo>
                      <a:pt x="591398" y="494959"/>
                    </a:lnTo>
                    <a:lnTo>
                      <a:pt x="581656" y="499621"/>
                    </a:lnTo>
                    <a:lnTo>
                      <a:pt x="579325" y="494750"/>
                    </a:lnTo>
                    <a:lnTo>
                      <a:pt x="569583" y="499413"/>
                    </a:lnTo>
                    <a:lnTo>
                      <a:pt x="567252" y="494542"/>
                    </a:lnTo>
                    <a:lnTo>
                      <a:pt x="562381" y="496873"/>
                    </a:lnTo>
                    <a:moveTo>
                      <a:pt x="446386" y="267028"/>
                    </a:moveTo>
                    <a:lnTo>
                      <a:pt x="494678" y="267861"/>
                    </a:lnTo>
                    <a:lnTo>
                      <a:pt x="465037" y="305994"/>
                    </a:lnTo>
                    <a:lnTo>
                      <a:pt x="446386" y="267028"/>
                    </a:lnTo>
                    <a:lnTo>
                      <a:pt x="448718" y="271898"/>
                    </a:lnTo>
                    <a:lnTo>
                      <a:pt x="484937" y="272523"/>
                    </a:lnTo>
                    <a:lnTo>
                      <a:pt x="462705" y="301124"/>
                    </a:lnTo>
                    <a:lnTo>
                      <a:pt x="467576" y="298792"/>
                    </a:lnTo>
                    <a:lnTo>
                      <a:pt x="453588" y="269567"/>
                    </a:lnTo>
                    <a:lnTo>
                      <a:pt x="448718" y="271898"/>
                    </a:lnTo>
                    <a:lnTo>
                      <a:pt x="446386" y="267028"/>
                    </a:lnTo>
                    <a:lnTo>
                      <a:pt x="460791" y="272107"/>
                    </a:lnTo>
                    <a:lnTo>
                      <a:pt x="458459" y="267236"/>
                    </a:lnTo>
                    <a:lnTo>
                      <a:pt x="472864" y="272315"/>
                    </a:lnTo>
                    <a:lnTo>
                      <a:pt x="470532" y="267444"/>
                    </a:lnTo>
                    <a:lnTo>
                      <a:pt x="489807" y="270192"/>
                    </a:lnTo>
                    <a:lnTo>
                      <a:pt x="479857" y="286928"/>
                    </a:lnTo>
                    <a:lnTo>
                      <a:pt x="477526" y="282057"/>
                    </a:lnTo>
                    <a:lnTo>
                      <a:pt x="472447" y="296461"/>
                    </a:lnTo>
                    <a:lnTo>
                      <a:pt x="470116" y="291590"/>
                    </a:lnTo>
                    <a:lnTo>
                      <a:pt x="465037" y="305994"/>
                    </a:lnTo>
                    <a:lnTo>
                      <a:pt x="465245" y="293921"/>
                    </a:lnTo>
                    <a:lnTo>
                      <a:pt x="458043" y="291382"/>
                    </a:lnTo>
                    <a:lnTo>
                      <a:pt x="460582" y="284180"/>
                    </a:lnTo>
                    <a:lnTo>
                      <a:pt x="453380" y="281640"/>
                    </a:lnTo>
                    <a:lnTo>
                      <a:pt x="455920" y="274438"/>
                    </a:lnTo>
                    <a:lnTo>
                      <a:pt x="446386" y="267028"/>
                    </a:lnTo>
                    <a:lnTo>
                      <a:pt x="453588" y="269567"/>
                    </a:lnTo>
                    <a:lnTo>
                      <a:pt x="451049" y="276769"/>
                    </a:lnTo>
                    <a:lnTo>
                      <a:pt x="458251" y="279309"/>
                    </a:lnTo>
                    <a:lnTo>
                      <a:pt x="455711" y="286511"/>
                    </a:lnTo>
                    <a:lnTo>
                      <a:pt x="462914" y="289051"/>
                    </a:lnTo>
                    <a:lnTo>
                      <a:pt x="460374" y="296253"/>
                    </a:lnTo>
                    <a:lnTo>
                      <a:pt x="467576" y="298792"/>
                    </a:lnTo>
                    <a:lnTo>
                      <a:pt x="472447" y="296461"/>
                    </a:lnTo>
                    <a:lnTo>
                      <a:pt x="470116" y="291590"/>
                    </a:lnTo>
                    <a:lnTo>
                      <a:pt x="479857" y="286928"/>
                    </a:lnTo>
                    <a:lnTo>
                      <a:pt x="477526" y="282057"/>
                    </a:lnTo>
                    <a:lnTo>
                      <a:pt x="494678" y="267861"/>
                    </a:lnTo>
                    <a:lnTo>
                      <a:pt x="484937" y="272523"/>
                    </a:lnTo>
                    <a:lnTo>
                      <a:pt x="482605" y="267653"/>
                    </a:lnTo>
                    <a:lnTo>
                      <a:pt x="472864" y="272315"/>
                    </a:lnTo>
                    <a:lnTo>
                      <a:pt x="470532" y="267444"/>
                    </a:lnTo>
                    <a:lnTo>
                      <a:pt x="460791" y="272107"/>
                    </a:lnTo>
                    <a:lnTo>
                      <a:pt x="458459" y="267236"/>
                    </a:lnTo>
                    <a:lnTo>
                      <a:pt x="453588" y="269567"/>
                    </a:lnTo>
                    <a:moveTo>
                      <a:pt x="337594" y="39721"/>
                    </a:moveTo>
                    <a:lnTo>
                      <a:pt x="385885" y="40555"/>
                    </a:lnTo>
                    <a:lnTo>
                      <a:pt x="356244" y="78688"/>
                    </a:lnTo>
                    <a:lnTo>
                      <a:pt x="337594" y="39721"/>
                    </a:lnTo>
                    <a:lnTo>
                      <a:pt x="339925" y="44592"/>
                    </a:lnTo>
                    <a:lnTo>
                      <a:pt x="376144" y="45217"/>
                    </a:lnTo>
                    <a:lnTo>
                      <a:pt x="353912" y="73817"/>
                    </a:lnTo>
                    <a:lnTo>
                      <a:pt x="358783" y="71486"/>
                    </a:lnTo>
                    <a:lnTo>
                      <a:pt x="344796" y="42261"/>
                    </a:lnTo>
                    <a:lnTo>
                      <a:pt x="339925" y="44592"/>
                    </a:lnTo>
                    <a:lnTo>
                      <a:pt x="337594" y="39721"/>
                    </a:lnTo>
                    <a:lnTo>
                      <a:pt x="351998" y="44801"/>
                    </a:lnTo>
                    <a:lnTo>
                      <a:pt x="349667" y="39930"/>
                    </a:lnTo>
                    <a:lnTo>
                      <a:pt x="364071" y="45009"/>
                    </a:lnTo>
                    <a:lnTo>
                      <a:pt x="361740" y="40138"/>
                    </a:lnTo>
                    <a:lnTo>
                      <a:pt x="381015" y="42886"/>
                    </a:lnTo>
                    <a:lnTo>
                      <a:pt x="371065" y="59621"/>
                    </a:lnTo>
                    <a:lnTo>
                      <a:pt x="368733" y="54751"/>
                    </a:lnTo>
                    <a:lnTo>
                      <a:pt x="363654" y="69155"/>
                    </a:lnTo>
                    <a:lnTo>
                      <a:pt x="361323" y="64284"/>
                    </a:lnTo>
                    <a:lnTo>
                      <a:pt x="356244" y="78688"/>
                    </a:lnTo>
                    <a:lnTo>
                      <a:pt x="356452" y="66615"/>
                    </a:lnTo>
                    <a:lnTo>
                      <a:pt x="349250" y="64076"/>
                    </a:lnTo>
                    <a:lnTo>
                      <a:pt x="351790" y="56873"/>
                    </a:lnTo>
                    <a:lnTo>
                      <a:pt x="344587" y="54334"/>
                    </a:lnTo>
                    <a:lnTo>
                      <a:pt x="347127" y="47132"/>
                    </a:lnTo>
                    <a:lnTo>
                      <a:pt x="337594" y="39721"/>
                    </a:lnTo>
                    <a:lnTo>
                      <a:pt x="344796" y="42261"/>
                    </a:lnTo>
                    <a:lnTo>
                      <a:pt x="342256" y="49463"/>
                    </a:lnTo>
                    <a:lnTo>
                      <a:pt x="349458" y="52003"/>
                    </a:lnTo>
                    <a:lnTo>
                      <a:pt x="346919" y="59205"/>
                    </a:lnTo>
                    <a:lnTo>
                      <a:pt x="354121" y="61744"/>
                    </a:lnTo>
                    <a:lnTo>
                      <a:pt x="351581" y="68946"/>
                    </a:lnTo>
                    <a:lnTo>
                      <a:pt x="358783" y="71486"/>
                    </a:lnTo>
                    <a:lnTo>
                      <a:pt x="363654" y="69155"/>
                    </a:lnTo>
                    <a:lnTo>
                      <a:pt x="361323" y="64284"/>
                    </a:lnTo>
                    <a:lnTo>
                      <a:pt x="371065" y="59621"/>
                    </a:lnTo>
                    <a:lnTo>
                      <a:pt x="368733" y="54751"/>
                    </a:lnTo>
                    <a:lnTo>
                      <a:pt x="385885" y="40555"/>
                    </a:lnTo>
                    <a:lnTo>
                      <a:pt x="376144" y="45217"/>
                    </a:lnTo>
                    <a:lnTo>
                      <a:pt x="373812" y="40346"/>
                    </a:lnTo>
                    <a:lnTo>
                      <a:pt x="364071" y="45009"/>
                    </a:lnTo>
                    <a:lnTo>
                      <a:pt x="361740" y="40138"/>
                    </a:lnTo>
                    <a:lnTo>
                      <a:pt x="351998" y="44801"/>
                    </a:lnTo>
                    <a:lnTo>
                      <a:pt x="349667" y="39930"/>
                    </a:lnTo>
                    <a:lnTo>
                      <a:pt x="344796" y="42261"/>
                    </a:lnTo>
                    <a:moveTo>
                      <a:pt x="227020" y="48294"/>
                    </a:moveTo>
                    <a:lnTo>
                      <a:pt x="227726" y="0"/>
                    </a:lnTo>
                    <a:lnTo>
                      <a:pt x="265937" y="29541"/>
                    </a:lnTo>
                    <a:lnTo>
                      <a:pt x="227020" y="48294"/>
                    </a:lnTo>
                    <a:lnTo>
                      <a:pt x="231884" y="45950"/>
                    </a:lnTo>
                    <a:lnTo>
                      <a:pt x="232414" y="9729"/>
                    </a:lnTo>
                    <a:lnTo>
                      <a:pt x="261073" y="31885"/>
                    </a:lnTo>
                    <a:lnTo>
                      <a:pt x="258729" y="27021"/>
                    </a:lnTo>
                    <a:lnTo>
                      <a:pt x="229540" y="41085"/>
                    </a:lnTo>
                    <a:lnTo>
                      <a:pt x="231884" y="45950"/>
                    </a:lnTo>
                    <a:lnTo>
                      <a:pt x="227020" y="48294"/>
                    </a:lnTo>
                    <a:lnTo>
                      <a:pt x="232061" y="33876"/>
                    </a:lnTo>
                    <a:lnTo>
                      <a:pt x="227196" y="36220"/>
                    </a:lnTo>
                    <a:lnTo>
                      <a:pt x="232238" y="21803"/>
                    </a:lnTo>
                    <a:lnTo>
                      <a:pt x="227373" y="24147"/>
                    </a:lnTo>
                    <a:lnTo>
                      <a:pt x="230070" y="4865"/>
                    </a:lnTo>
                    <a:lnTo>
                      <a:pt x="246832" y="14770"/>
                    </a:lnTo>
                    <a:lnTo>
                      <a:pt x="241967" y="17115"/>
                    </a:lnTo>
                    <a:lnTo>
                      <a:pt x="256385" y="22156"/>
                    </a:lnTo>
                    <a:lnTo>
                      <a:pt x="251520" y="24500"/>
                    </a:lnTo>
                    <a:lnTo>
                      <a:pt x="265937" y="29541"/>
                    </a:lnTo>
                    <a:lnTo>
                      <a:pt x="253864" y="29365"/>
                    </a:lnTo>
                    <a:lnTo>
                      <a:pt x="251343" y="36573"/>
                    </a:lnTo>
                    <a:lnTo>
                      <a:pt x="244135" y="34053"/>
                    </a:lnTo>
                    <a:lnTo>
                      <a:pt x="241614" y="41262"/>
                    </a:lnTo>
                    <a:lnTo>
                      <a:pt x="234405" y="38741"/>
                    </a:lnTo>
                    <a:lnTo>
                      <a:pt x="227020" y="48294"/>
                    </a:lnTo>
                    <a:lnTo>
                      <a:pt x="229540" y="41085"/>
                    </a:lnTo>
                    <a:lnTo>
                      <a:pt x="236749" y="43606"/>
                    </a:lnTo>
                    <a:lnTo>
                      <a:pt x="239270" y="36397"/>
                    </a:lnTo>
                    <a:lnTo>
                      <a:pt x="246479" y="38917"/>
                    </a:lnTo>
                    <a:lnTo>
                      <a:pt x="248999" y="31709"/>
                    </a:lnTo>
                    <a:lnTo>
                      <a:pt x="256208" y="34229"/>
                    </a:lnTo>
                    <a:lnTo>
                      <a:pt x="258729" y="27021"/>
                    </a:lnTo>
                    <a:lnTo>
                      <a:pt x="256385" y="22156"/>
                    </a:lnTo>
                    <a:lnTo>
                      <a:pt x="251520" y="24500"/>
                    </a:lnTo>
                    <a:lnTo>
                      <a:pt x="246832" y="14770"/>
                    </a:lnTo>
                    <a:lnTo>
                      <a:pt x="241967" y="17115"/>
                    </a:lnTo>
                    <a:lnTo>
                      <a:pt x="227726" y="0"/>
                    </a:lnTo>
                    <a:lnTo>
                      <a:pt x="232414" y="9729"/>
                    </a:lnTo>
                    <a:lnTo>
                      <a:pt x="227550" y="12073"/>
                    </a:lnTo>
                    <a:lnTo>
                      <a:pt x="232238" y="21803"/>
                    </a:lnTo>
                    <a:lnTo>
                      <a:pt x="227373" y="24147"/>
                    </a:lnTo>
                    <a:lnTo>
                      <a:pt x="232061" y="33876"/>
                    </a:lnTo>
                    <a:lnTo>
                      <a:pt x="227196" y="36220"/>
                    </a:lnTo>
                    <a:lnTo>
                      <a:pt x="229540" y="41085"/>
                    </a:lnTo>
                    <a:moveTo>
                      <a:pt x="0" y="157683"/>
                    </a:moveTo>
                    <a:lnTo>
                      <a:pt x="706" y="109389"/>
                    </a:lnTo>
                    <a:lnTo>
                      <a:pt x="38918" y="138931"/>
                    </a:lnTo>
                    <a:lnTo>
                      <a:pt x="0" y="157683"/>
                    </a:lnTo>
                    <a:lnTo>
                      <a:pt x="4865" y="155339"/>
                    </a:lnTo>
                    <a:lnTo>
                      <a:pt x="5395" y="119119"/>
                    </a:lnTo>
                    <a:lnTo>
                      <a:pt x="34053" y="141275"/>
                    </a:lnTo>
                    <a:lnTo>
                      <a:pt x="31709" y="136410"/>
                    </a:lnTo>
                    <a:lnTo>
                      <a:pt x="2521" y="150475"/>
                    </a:lnTo>
                    <a:lnTo>
                      <a:pt x="4865" y="155339"/>
                    </a:lnTo>
                    <a:lnTo>
                      <a:pt x="0" y="157683"/>
                    </a:lnTo>
                    <a:lnTo>
                      <a:pt x="5041" y="143266"/>
                    </a:lnTo>
                    <a:lnTo>
                      <a:pt x="177" y="145610"/>
                    </a:lnTo>
                    <a:lnTo>
                      <a:pt x="5218" y="131192"/>
                    </a:lnTo>
                    <a:lnTo>
                      <a:pt x="353" y="133536"/>
                    </a:lnTo>
                    <a:lnTo>
                      <a:pt x="3051" y="114254"/>
                    </a:lnTo>
                    <a:lnTo>
                      <a:pt x="19812" y="124160"/>
                    </a:lnTo>
                    <a:lnTo>
                      <a:pt x="14947" y="126504"/>
                    </a:lnTo>
                    <a:lnTo>
                      <a:pt x="29365" y="131545"/>
                    </a:lnTo>
                    <a:lnTo>
                      <a:pt x="24500" y="133890"/>
                    </a:lnTo>
                    <a:lnTo>
                      <a:pt x="38918" y="138931"/>
                    </a:lnTo>
                    <a:lnTo>
                      <a:pt x="26844" y="138754"/>
                    </a:lnTo>
                    <a:lnTo>
                      <a:pt x="24324" y="145963"/>
                    </a:lnTo>
                    <a:lnTo>
                      <a:pt x="17115" y="143442"/>
                    </a:lnTo>
                    <a:lnTo>
                      <a:pt x="14594" y="150651"/>
                    </a:lnTo>
                    <a:lnTo>
                      <a:pt x="7386" y="148131"/>
                    </a:lnTo>
                    <a:lnTo>
                      <a:pt x="0" y="157683"/>
                    </a:lnTo>
                    <a:lnTo>
                      <a:pt x="2521" y="150475"/>
                    </a:lnTo>
                    <a:lnTo>
                      <a:pt x="9730" y="152995"/>
                    </a:lnTo>
                    <a:lnTo>
                      <a:pt x="12250" y="145786"/>
                    </a:lnTo>
                    <a:lnTo>
                      <a:pt x="19459" y="148307"/>
                    </a:lnTo>
                    <a:lnTo>
                      <a:pt x="21980" y="141098"/>
                    </a:lnTo>
                    <a:lnTo>
                      <a:pt x="29188" y="143619"/>
                    </a:lnTo>
                    <a:lnTo>
                      <a:pt x="31709" y="136410"/>
                    </a:lnTo>
                    <a:lnTo>
                      <a:pt x="29365" y="131545"/>
                    </a:lnTo>
                    <a:lnTo>
                      <a:pt x="24500" y="133890"/>
                    </a:lnTo>
                    <a:lnTo>
                      <a:pt x="19812" y="124160"/>
                    </a:lnTo>
                    <a:lnTo>
                      <a:pt x="14947" y="126504"/>
                    </a:lnTo>
                    <a:lnTo>
                      <a:pt x="706" y="109389"/>
                    </a:lnTo>
                    <a:lnTo>
                      <a:pt x="5395" y="119119"/>
                    </a:lnTo>
                    <a:lnTo>
                      <a:pt x="530" y="121463"/>
                    </a:lnTo>
                    <a:lnTo>
                      <a:pt x="5218" y="131192"/>
                    </a:lnTo>
                    <a:lnTo>
                      <a:pt x="353" y="133536"/>
                    </a:lnTo>
                    <a:lnTo>
                      <a:pt x="5041" y="143266"/>
                    </a:lnTo>
                    <a:lnTo>
                      <a:pt x="177" y="145610"/>
                    </a:lnTo>
                    <a:lnTo>
                      <a:pt x="2521" y="15047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86" name="Контур"/>
              <p:cNvSpPr/>
              <p:nvPr/>
            </p:nvSpPr>
            <p:spPr>
              <a:xfrm>
                <a:off x="7517256" y="8086381"/>
                <a:ext cx="1723003" cy="788322"/>
              </a:xfrm>
              <a:custGeom>
                <a:avLst/>
                <a:gdLst/>
                <a:ahLst/>
                <a:cxnLst/>
                <a:rect l="l" t="t" r="r" b="b"/>
                <a:pathLst>
                  <a:path w="1723003" h="788322" fill="none">
                    <a:moveTo>
                      <a:pt x="376953" y="782102"/>
                    </a:moveTo>
                    <a:lnTo>
                      <a:pt x="379951" y="788322"/>
                    </a:lnTo>
                    <a:moveTo>
                      <a:pt x="376953" y="782102"/>
                    </a:moveTo>
                    <a:lnTo>
                      <a:pt x="411006" y="765693"/>
                    </a:lnTo>
                    <a:moveTo>
                      <a:pt x="411006" y="765693"/>
                    </a:moveTo>
                    <a:lnTo>
                      <a:pt x="445059" y="749285"/>
                    </a:lnTo>
                    <a:moveTo>
                      <a:pt x="445059" y="749285"/>
                    </a:moveTo>
                    <a:lnTo>
                      <a:pt x="479112" y="732876"/>
                    </a:lnTo>
                    <a:moveTo>
                      <a:pt x="479112" y="732876"/>
                    </a:moveTo>
                    <a:lnTo>
                      <a:pt x="513165" y="716468"/>
                    </a:lnTo>
                    <a:moveTo>
                      <a:pt x="513165" y="716468"/>
                    </a:moveTo>
                    <a:lnTo>
                      <a:pt x="547217" y="700059"/>
                    </a:lnTo>
                    <a:moveTo>
                      <a:pt x="547217" y="700059"/>
                    </a:moveTo>
                    <a:lnTo>
                      <a:pt x="581270" y="683651"/>
                    </a:lnTo>
                    <a:moveTo>
                      <a:pt x="581270" y="683651"/>
                    </a:moveTo>
                    <a:lnTo>
                      <a:pt x="615323" y="667242"/>
                    </a:lnTo>
                    <a:moveTo>
                      <a:pt x="615323" y="667242"/>
                    </a:moveTo>
                    <a:lnTo>
                      <a:pt x="649376" y="650834"/>
                    </a:lnTo>
                    <a:moveTo>
                      <a:pt x="649376" y="650834"/>
                    </a:moveTo>
                    <a:lnTo>
                      <a:pt x="683429" y="634426"/>
                    </a:lnTo>
                    <a:moveTo>
                      <a:pt x="683429" y="634426"/>
                    </a:moveTo>
                    <a:lnTo>
                      <a:pt x="717482" y="618017"/>
                    </a:lnTo>
                    <a:moveTo>
                      <a:pt x="717482" y="618017"/>
                    </a:moveTo>
                    <a:lnTo>
                      <a:pt x="751535" y="601609"/>
                    </a:lnTo>
                    <a:moveTo>
                      <a:pt x="751535" y="601609"/>
                    </a:moveTo>
                    <a:lnTo>
                      <a:pt x="785588" y="585200"/>
                    </a:lnTo>
                    <a:moveTo>
                      <a:pt x="785588" y="585200"/>
                    </a:moveTo>
                    <a:lnTo>
                      <a:pt x="819641" y="568792"/>
                    </a:lnTo>
                    <a:moveTo>
                      <a:pt x="819641" y="568792"/>
                    </a:moveTo>
                    <a:lnTo>
                      <a:pt x="853694" y="552383"/>
                    </a:lnTo>
                    <a:moveTo>
                      <a:pt x="853694" y="552383"/>
                    </a:moveTo>
                    <a:lnTo>
                      <a:pt x="887747" y="535975"/>
                    </a:lnTo>
                    <a:moveTo>
                      <a:pt x="887747" y="535975"/>
                    </a:moveTo>
                    <a:lnTo>
                      <a:pt x="921800" y="519566"/>
                    </a:lnTo>
                    <a:moveTo>
                      <a:pt x="921800" y="519566"/>
                    </a:moveTo>
                    <a:lnTo>
                      <a:pt x="955853" y="503158"/>
                    </a:lnTo>
                    <a:moveTo>
                      <a:pt x="955853" y="503158"/>
                    </a:moveTo>
                    <a:lnTo>
                      <a:pt x="989906" y="486749"/>
                    </a:lnTo>
                    <a:moveTo>
                      <a:pt x="989906" y="486749"/>
                    </a:moveTo>
                    <a:lnTo>
                      <a:pt x="1023959" y="470341"/>
                    </a:lnTo>
                    <a:moveTo>
                      <a:pt x="1023959" y="470341"/>
                    </a:moveTo>
                    <a:lnTo>
                      <a:pt x="1058012" y="453933"/>
                    </a:lnTo>
                    <a:moveTo>
                      <a:pt x="1058012" y="453933"/>
                    </a:moveTo>
                    <a:lnTo>
                      <a:pt x="1092065" y="437524"/>
                    </a:lnTo>
                    <a:moveTo>
                      <a:pt x="1092065" y="437524"/>
                    </a:moveTo>
                    <a:lnTo>
                      <a:pt x="1126117" y="421116"/>
                    </a:lnTo>
                    <a:moveTo>
                      <a:pt x="1126117" y="421116"/>
                    </a:moveTo>
                    <a:lnTo>
                      <a:pt x="1160170" y="404707"/>
                    </a:lnTo>
                    <a:moveTo>
                      <a:pt x="1160170" y="404707"/>
                    </a:moveTo>
                    <a:lnTo>
                      <a:pt x="1194223" y="388299"/>
                    </a:lnTo>
                    <a:moveTo>
                      <a:pt x="1194223" y="388299"/>
                    </a:moveTo>
                    <a:lnTo>
                      <a:pt x="1228276" y="371890"/>
                    </a:lnTo>
                    <a:moveTo>
                      <a:pt x="1228276" y="371890"/>
                    </a:moveTo>
                    <a:lnTo>
                      <a:pt x="1262329" y="355482"/>
                    </a:lnTo>
                    <a:moveTo>
                      <a:pt x="1262329" y="355482"/>
                    </a:moveTo>
                    <a:lnTo>
                      <a:pt x="1296382" y="339073"/>
                    </a:lnTo>
                    <a:moveTo>
                      <a:pt x="1296382" y="339073"/>
                    </a:moveTo>
                    <a:lnTo>
                      <a:pt x="1330435" y="322665"/>
                    </a:lnTo>
                    <a:moveTo>
                      <a:pt x="1330435" y="322665"/>
                    </a:moveTo>
                    <a:lnTo>
                      <a:pt x="1364488" y="306257"/>
                    </a:lnTo>
                    <a:moveTo>
                      <a:pt x="1364488" y="306257"/>
                    </a:moveTo>
                    <a:lnTo>
                      <a:pt x="1398541" y="289848"/>
                    </a:lnTo>
                    <a:moveTo>
                      <a:pt x="1398541" y="289848"/>
                    </a:moveTo>
                    <a:lnTo>
                      <a:pt x="1432594" y="273440"/>
                    </a:lnTo>
                    <a:moveTo>
                      <a:pt x="1432594" y="273440"/>
                    </a:moveTo>
                    <a:lnTo>
                      <a:pt x="1466647" y="257031"/>
                    </a:lnTo>
                    <a:moveTo>
                      <a:pt x="1466647" y="257031"/>
                    </a:moveTo>
                    <a:lnTo>
                      <a:pt x="1500700" y="240623"/>
                    </a:lnTo>
                    <a:moveTo>
                      <a:pt x="1500700" y="240623"/>
                    </a:moveTo>
                    <a:lnTo>
                      <a:pt x="1534753" y="224214"/>
                    </a:lnTo>
                    <a:moveTo>
                      <a:pt x="1534753" y="224214"/>
                    </a:moveTo>
                    <a:lnTo>
                      <a:pt x="1568806" y="207806"/>
                    </a:lnTo>
                    <a:moveTo>
                      <a:pt x="1568806" y="207806"/>
                    </a:moveTo>
                    <a:lnTo>
                      <a:pt x="1602859" y="191397"/>
                    </a:lnTo>
                    <a:moveTo>
                      <a:pt x="1602859" y="191397"/>
                    </a:moveTo>
                    <a:lnTo>
                      <a:pt x="1636912" y="174989"/>
                    </a:lnTo>
                    <a:moveTo>
                      <a:pt x="1636912" y="174989"/>
                    </a:moveTo>
                    <a:lnTo>
                      <a:pt x="1670964" y="158580"/>
                    </a:lnTo>
                    <a:moveTo>
                      <a:pt x="1670964" y="158580"/>
                    </a:moveTo>
                    <a:lnTo>
                      <a:pt x="1705017" y="142172"/>
                    </a:lnTo>
                    <a:moveTo>
                      <a:pt x="1705017" y="142172"/>
                    </a:moveTo>
                    <a:lnTo>
                      <a:pt x="1723003" y="133506"/>
                    </a:lnTo>
                    <a:moveTo>
                      <a:pt x="58662" y="121782"/>
                    </a:moveTo>
                    <a:lnTo>
                      <a:pt x="75076" y="155833"/>
                    </a:lnTo>
                    <a:moveTo>
                      <a:pt x="75076" y="155833"/>
                    </a:moveTo>
                    <a:lnTo>
                      <a:pt x="91489" y="189883"/>
                    </a:lnTo>
                    <a:moveTo>
                      <a:pt x="91489" y="189883"/>
                    </a:moveTo>
                    <a:lnTo>
                      <a:pt x="107902" y="223934"/>
                    </a:lnTo>
                    <a:moveTo>
                      <a:pt x="107902" y="223934"/>
                    </a:moveTo>
                    <a:lnTo>
                      <a:pt x="124315" y="257985"/>
                    </a:lnTo>
                    <a:moveTo>
                      <a:pt x="124315" y="257985"/>
                    </a:moveTo>
                    <a:lnTo>
                      <a:pt x="140729" y="292035"/>
                    </a:lnTo>
                    <a:moveTo>
                      <a:pt x="140729" y="292035"/>
                    </a:moveTo>
                    <a:lnTo>
                      <a:pt x="157142" y="326086"/>
                    </a:lnTo>
                    <a:moveTo>
                      <a:pt x="157142" y="326086"/>
                    </a:moveTo>
                    <a:lnTo>
                      <a:pt x="173555" y="360137"/>
                    </a:lnTo>
                    <a:moveTo>
                      <a:pt x="173555" y="360137"/>
                    </a:moveTo>
                    <a:lnTo>
                      <a:pt x="189968" y="394187"/>
                    </a:lnTo>
                    <a:moveTo>
                      <a:pt x="189968" y="394187"/>
                    </a:moveTo>
                    <a:lnTo>
                      <a:pt x="206381" y="428238"/>
                    </a:lnTo>
                    <a:moveTo>
                      <a:pt x="206381" y="428238"/>
                    </a:moveTo>
                    <a:lnTo>
                      <a:pt x="222795" y="462288"/>
                    </a:lnTo>
                    <a:moveTo>
                      <a:pt x="222795" y="462288"/>
                    </a:moveTo>
                    <a:lnTo>
                      <a:pt x="239208" y="496339"/>
                    </a:lnTo>
                    <a:moveTo>
                      <a:pt x="239208" y="496339"/>
                    </a:moveTo>
                    <a:lnTo>
                      <a:pt x="255621" y="530390"/>
                    </a:lnTo>
                    <a:moveTo>
                      <a:pt x="255621" y="530390"/>
                    </a:moveTo>
                    <a:lnTo>
                      <a:pt x="272034" y="564440"/>
                    </a:lnTo>
                    <a:moveTo>
                      <a:pt x="272034" y="564440"/>
                    </a:moveTo>
                    <a:lnTo>
                      <a:pt x="288448" y="598491"/>
                    </a:lnTo>
                    <a:moveTo>
                      <a:pt x="288448" y="598491"/>
                    </a:moveTo>
                    <a:lnTo>
                      <a:pt x="304861" y="632542"/>
                    </a:lnTo>
                    <a:moveTo>
                      <a:pt x="304861" y="632542"/>
                    </a:moveTo>
                    <a:lnTo>
                      <a:pt x="318334" y="660492"/>
                    </a:lnTo>
                    <a:moveTo>
                      <a:pt x="0" y="0"/>
                    </a:moveTo>
                    <a:lnTo>
                      <a:pt x="16404" y="34055"/>
                    </a:lnTo>
                    <a:moveTo>
                      <a:pt x="16404" y="34055"/>
                    </a:moveTo>
                    <a:lnTo>
                      <a:pt x="32809" y="68110"/>
                    </a:lnTo>
                    <a:moveTo>
                      <a:pt x="32809" y="68110"/>
                    </a:moveTo>
                    <a:lnTo>
                      <a:pt x="49213" y="102165"/>
                    </a:lnTo>
                    <a:moveTo>
                      <a:pt x="49213" y="102165"/>
                    </a:moveTo>
                    <a:lnTo>
                      <a:pt x="58662" y="121782"/>
                    </a:lnTo>
                    <a:moveTo>
                      <a:pt x="0" y="0"/>
                    </a:moveTo>
                    <a:lnTo>
                      <a:pt x="16404" y="34055"/>
                    </a:lnTo>
                    <a:moveTo>
                      <a:pt x="16404" y="34055"/>
                    </a:moveTo>
                    <a:lnTo>
                      <a:pt x="32809" y="68110"/>
                    </a:lnTo>
                    <a:moveTo>
                      <a:pt x="32809" y="68110"/>
                    </a:moveTo>
                    <a:lnTo>
                      <a:pt x="49213" y="102165"/>
                    </a:lnTo>
                    <a:moveTo>
                      <a:pt x="49213" y="102165"/>
                    </a:moveTo>
                    <a:lnTo>
                      <a:pt x="58662" y="12178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88" name="Контур"/>
              <p:cNvSpPr/>
              <p:nvPr/>
            </p:nvSpPr>
            <p:spPr>
              <a:xfrm>
                <a:off x="7575918" y="6910086"/>
                <a:ext cx="2720082" cy="1298077"/>
              </a:xfrm>
              <a:custGeom>
                <a:avLst/>
                <a:gdLst/>
                <a:ahLst/>
                <a:cxnLst/>
                <a:rect l="l" t="t" r="r" b="b"/>
                <a:pathLst>
                  <a:path w="2720082" h="1298077" fill="none">
                    <a:moveTo>
                      <a:pt x="0" y="1298077"/>
                    </a:moveTo>
                    <a:lnTo>
                      <a:pt x="411183" y="1101852"/>
                    </a:lnTo>
                    <a:lnTo>
                      <a:pt x="272008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087" name="Надпись"/>
              <p:cNvSpPr txBox="1"/>
              <p:nvPr/>
            </p:nvSpPr>
            <p:spPr>
              <a:xfrm rot="20069316">
                <a:off x="8117754" y="7846415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089" name="Надпись"/>
              <p:cNvSpPr txBox="1"/>
              <p:nvPr/>
            </p:nvSpPr>
            <p:spPr>
              <a:xfrm rot="20069316">
                <a:off x="9713587" y="7084853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090" name="Контур"/>
              <p:cNvSpPr/>
              <p:nvPr/>
            </p:nvSpPr>
            <p:spPr>
              <a:xfrm>
                <a:off x="7517256" y="6700646"/>
                <a:ext cx="2778744" cy="3487354"/>
              </a:xfrm>
              <a:custGeom>
                <a:avLst/>
                <a:gdLst/>
                <a:ahLst/>
                <a:cxnLst/>
                <a:rect l="l" t="t" r="r" b="b"/>
                <a:pathLst>
                  <a:path w="2778744" h="3487354" fill="none">
                    <a:moveTo>
                      <a:pt x="0" y="1385735"/>
                    </a:moveTo>
                    <a:lnTo>
                      <a:pt x="21006" y="1326027"/>
                    </a:lnTo>
                    <a:moveTo>
                      <a:pt x="21006" y="1326027"/>
                    </a:moveTo>
                    <a:lnTo>
                      <a:pt x="25238" y="1314001"/>
                    </a:lnTo>
                    <a:lnTo>
                      <a:pt x="47847" y="1303212"/>
                    </a:lnTo>
                    <a:moveTo>
                      <a:pt x="47847" y="1303212"/>
                    </a:moveTo>
                    <a:lnTo>
                      <a:pt x="81962" y="1286932"/>
                    </a:lnTo>
                    <a:moveTo>
                      <a:pt x="81962" y="1286932"/>
                    </a:moveTo>
                    <a:lnTo>
                      <a:pt x="116076" y="1270652"/>
                    </a:lnTo>
                    <a:moveTo>
                      <a:pt x="116076" y="1270652"/>
                    </a:moveTo>
                    <a:lnTo>
                      <a:pt x="150191" y="1254372"/>
                    </a:lnTo>
                    <a:moveTo>
                      <a:pt x="150191" y="1254372"/>
                    </a:moveTo>
                    <a:lnTo>
                      <a:pt x="184306" y="1238093"/>
                    </a:lnTo>
                    <a:moveTo>
                      <a:pt x="184306" y="1238093"/>
                    </a:moveTo>
                    <a:lnTo>
                      <a:pt x="218420" y="1221813"/>
                    </a:lnTo>
                    <a:moveTo>
                      <a:pt x="218420" y="1221813"/>
                    </a:moveTo>
                    <a:lnTo>
                      <a:pt x="252535" y="1205533"/>
                    </a:lnTo>
                    <a:moveTo>
                      <a:pt x="252535" y="1205533"/>
                    </a:moveTo>
                    <a:lnTo>
                      <a:pt x="286649" y="1189253"/>
                    </a:lnTo>
                    <a:moveTo>
                      <a:pt x="286649" y="1189253"/>
                    </a:moveTo>
                    <a:lnTo>
                      <a:pt x="320764" y="1172973"/>
                    </a:lnTo>
                    <a:moveTo>
                      <a:pt x="320764" y="1172973"/>
                    </a:moveTo>
                    <a:lnTo>
                      <a:pt x="354879" y="1156693"/>
                    </a:lnTo>
                    <a:moveTo>
                      <a:pt x="354879" y="1156693"/>
                    </a:moveTo>
                    <a:lnTo>
                      <a:pt x="388993" y="1140413"/>
                    </a:lnTo>
                    <a:moveTo>
                      <a:pt x="388993" y="1140413"/>
                    </a:moveTo>
                    <a:lnTo>
                      <a:pt x="423108" y="1124134"/>
                    </a:lnTo>
                    <a:moveTo>
                      <a:pt x="423108" y="1124134"/>
                    </a:moveTo>
                    <a:lnTo>
                      <a:pt x="457222" y="1107854"/>
                    </a:lnTo>
                    <a:moveTo>
                      <a:pt x="457222" y="1107854"/>
                    </a:moveTo>
                    <a:lnTo>
                      <a:pt x="491337" y="1091574"/>
                    </a:lnTo>
                    <a:moveTo>
                      <a:pt x="491337" y="1091574"/>
                    </a:moveTo>
                    <a:lnTo>
                      <a:pt x="525452" y="1075294"/>
                    </a:lnTo>
                    <a:moveTo>
                      <a:pt x="525452" y="1075294"/>
                    </a:moveTo>
                    <a:lnTo>
                      <a:pt x="559566" y="1059014"/>
                    </a:lnTo>
                    <a:moveTo>
                      <a:pt x="559566" y="1059014"/>
                    </a:moveTo>
                    <a:lnTo>
                      <a:pt x="593681" y="1042734"/>
                    </a:lnTo>
                    <a:moveTo>
                      <a:pt x="593681" y="1042734"/>
                    </a:moveTo>
                    <a:lnTo>
                      <a:pt x="627796" y="1026455"/>
                    </a:lnTo>
                    <a:moveTo>
                      <a:pt x="627796" y="1026455"/>
                    </a:moveTo>
                    <a:lnTo>
                      <a:pt x="661910" y="1010175"/>
                    </a:lnTo>
                    <a:moveTo>
                      <a:pt x="661910" y="1010175"/>
                    </a:moveTo>
                    <a:lnTo>
                      <a:pt x="696025" y="993895"/>
                    </a:lnTo>
                    <a:moveTo>
                      <a:pt x="696025" y="993895"/>
                    </a:moveTo>
                    <a:lnTo>
                      <a:pt x="730139" y="977615"/>
                    </a:lnTo>
                    <a:moveTo>
                      <a:pt x="730139" y="977615"/>
                    </a:moveTo>
                    <a:lnTo>
                      <a:pt x="764254" y="961335"/>
                    </a:lnTo>
                    <a:moveTo>
                      <a:pt x="764254" y="961335"/>
                    </a:moveTo>
                    <a:lnTo>
                      <a:pt x="798369" y="945055"/>
                    </a:lnTo>
                    <a:moveTo>
                      <a:pt x="798369" y="945055"/>
                    </a:moveTo>
                    <a:lnTo>
                      <a:pt x="832483" y="928776"/>
                    </a:lnTo>
                    <a:moveTo>
                      <a:pt x="832483" y="928776"/>
                    </a:moveTo>
                    <a:lnTo>
                      <a:pt x="866598" y="912496"/>
                    </a:lnTo>
                    <a:moveTo>
                      <a:pt x="866598" y="912496"/>
                    </a:moveTo>
                    <a:lnTo>
                      <a:pt x="900712" y="896216"/>
                    </a:lnTo>
                    <a:moveTo>
                      <a:pt x="900712" y="896216"/>
                    </a:moveTo>
                    <a:lnTo>
                      <a:pt x="934827" y="879936"/>
                    </a:lnTo>
                    <a:moveTo>
                      <a:pt x="934827" y="879936"/>
                    </a:moveTo>
                    <a:lnTo>
                      <a:pt x="968942" y="863656"/>
                    </a:lnTo>
                    <a:moveTo>
                      <a:pt x="968942" y="863656"/>
                    </a:moveTo>
                    <a:lnTo>
                      <a:pt x="1003056" y="847376"/>
                    </a:lnTo>
                    <a:moveTo>
                      <a:pt x="1003056" y="847376"/>
                    </a:moveTo>
                    <a:lnTo>
                      <a:pt x="1037171" y="831096"/>
                    </a:lnTo>
                    <a:moveTo>
                      <a:pt x="1037171" y="831096"/>
                    </a:moveTo>
                    <a:lnTo>
                      <a:pt x="1071285" y="814817"/>
                    </a:lnTo>
                    <a:moveTo>
                      <a:pt x="1071285" y="814817"/>
                    </a:moveTo>
                    <a:lnTo>
                      <a:pt x="1105400" y="798537"/>
                    </a:lnTo>
                    <a:moveTo>
                      <a:pt x="1105400" y="798537"/>
                    </a:moveTo>
                    <a:lnTo>
                      <a:pt x="1139515" y="782257"/>
                    </a:lnTo>
                    <a:moveTo>
                      <a:pt x="1139515" y="782257"/>
                    </a:moveTo>
                    <a:lnTo>
                      <a:pt x="1173629" y="765977"/>
                    </a:lnTo>
                    <a:moveTo>
                      <a:pt x="1173629" y="765977"/>
                    </a:moveTo>
                    <a:lnTo>
                      <a:pt x="1207744" y="749697"/>
                    </a:lnTo>
                    <a:moveTo>
                      <a:pt x="1207744" y="749697"/>
                    </a:moveTo>
                    <a:lnTo>
                      <a:pt x="1241859" y="733417"/>
                    </a:lnTo>
                    <a:moveTo>
                      <a:pt x="1241859" y="733417"/>
                    </a:moveTo>
                    <a:lnTo>
                      <a:pt x="1275973" y="717138"/>
                    </a:lnTo>
                    <a:moveTo>
                      <a:pt x="1275973" y="717138"/>
                    </a:moveTo>
                    <a:lnTo>
                      <a:pt x="1310088" y="700858"/>
                    </a:lnTo>
                    <a:moveTo>
                      <a:pt x="1310088" y="700858"/>
                    </a:moveTo>
                    <a:lnTo>
                      <a:pt x="1344202" y="684578"/>
                    </a:lnTo>
                    <a:moveTo>
                      <a:pt x="1344202" y="684578"/>
                    </a:moveTo>
                    <a:lnTo>
                      <a:pt x="1378317" y="668298"/>
                    </a:lnTo>
                    <a:moveTo>
                      <a:pt x="1378317" y="668298"/>
                    </a:moveTo>
                    <a:lnTo>
                      <a:pt x="1412432" y="652018"/>
                    </a:lnTo>
                    <a:moveTo>
                      <a:pt x="1412432" y="652018"/>
                    </a:moveTo>
                    <a:lnTo>
                      <a:pt x="1446546" y="635738"/>
                    </a:lnTo>
                    <a:moveTo>
                      <a:pt x="1446546" y="635738"/>
                    </a:moveTo>
                    <a:lnTo>
                      <a:pt x="1480661" y="619459"/>
                    </a:lnTo>
                    <a:moveTo>
                      <a:pt x="1480661" y="619459"/>
                    </a:moveTo>
                    <a:lnTo>
                      <a:pt x="1514775" y="603179"/>
                    </a:lnTo>
                    <a:moveTo>
                      <a:pt x="1514775" y="603179"/>
                    </a:moveTo>
                    <a:lnTo>
                      <a:pt x="1548890" y="586899"/>
                    </a:lnTo>
                    <a:moveTo>
                      <a:pt x="1548890" y="586899"/>
                    </a:moveTo>
                    <a:lnTo>
                      <a:pt x="1583005" y="570619"/>
                    </a:lnTo>
                    <a:moveTo>
                      <a:pt x="1583005" y="570619"/>
                    </a:moveTo>
                    <a:lnTo>
                      <a:pt x="1617119" y="554339"/>
                    </a:lnTo>
                    <a:moveTo>
                      <a:pt x="1617119" y="554339"/>
                    </a:moveTo>
                    <a:lnTo>
                      <a:pt x="1651234" y="538059"/>
                    </a:lnTo>
                    <a:moveTo>
                      <a:pt x="1651234" y="538059"/>
                    </a:moveTo>
                    <a:lnTo>
                      <a:pt x="1685348" y="521779"/>
                    </a:lnTo>
                    <a:moveTo>
                      <a:pt x="1685348" y="521779"/>
                    </a:moveTo>
                    <a:lnTo>
                      <a:pt x="1719463" y="505500"/>
                    </a:lnTo>
                    <a:moveTo>
                      <a:pt x="1719463" y="505500"/>
                    </a:moveTo>
                    <a:lnTo>
                      <a:pt x="1753578" y="489220"/>
                    </a:lnTo>
                    <a:moveTo>
                      <a:pt x="1753578" y="489220"/>
                    </a:moveTo>
                    <a:lnTo>
                      <a:pt x="1787692" y="472940"/>
                    </a:lnTo>
                    <a:moveTo>
                      <a:pt x="1787692" y="472940"/>
                    </a:moveTo>
                    <a:lnTo>
                      <a:pt x="1821807" y="456660"/>
                    </a:lnTo>
                    <a:moveTo>
                      <a:pt x="1821807" y="456660"/>
                    </a:moveTo>
                    <a:lnTo>
                      <a:pt x="1855922" y="440380"/>
                    </a:lnTo>
                    <a:moveTo>
                      <a:pt x="1855922" y="440380"/>
                    </a:moveTo>
                    <a:lnTo>
                      <a:pt x="1890036" y="424100"/>
                    </a:lnTo>
                    <a:moveTo>
                      <a:pt x="1890036" y="424100"/>
                    </a:moveTo>
                    <a:lnTo>
                      <a:pt x="1924151" y="407821"/>
                    </a:lnTo>
                    <a:moveTo>
                      <a:pt x="1924151" y="407821"/>
                    </a:moveTo>
                    <a:lnTo>
                      <a:pt x="1958265" y="391541"/>
                    </a:lnTo>
                    <a:moveTo>
                      <a:pt x="1958265" y="391541"/>
                    </a:moveTo>
                    <a:lnTo>
                      <a:pt x="1992380" y="375261"/>
                    </a:lnTo>
                    <a:moveTo>
                      <a:pt x="1992380" y="375261"/>
                    </a:moveTo>
                    <a:lnTo>
                      <a:pt x="2026495" y="358981"/>
                    </a:lnTo>
                    <a:moveTo>
                      <a:pt x="2026495" y="358981"/>
                    </a:moveTo>
                    <a:lnTo>
                      <a:pt x="2060609" y="342701"/>
                    </a:lnTo>
                    <a:moveTo>
                      <a:pt x="2060609" y="342701"/>
                    </a:moveTo>
                    <a:lnTo>
                      <a:pt x="2094724" y="326421"/>
                    </a:lnTo>
                    <a:moveTo>
                      <a:pt x="2094724" y="326421"/>
                    </a:moveTo>
                    <a:lnTo>
                      <a:pt x="2128838" y="310142"/>
                    </a:lnTo>
                    <a:moveTo>
                      <a:pt x="2128838" y="310142"/>
                    </a:moveTo>
                    <a:lnTo>
                      <a:pt x="2162953" y="293862"/>
                    </a:lnTo>
                    <a:moveTo>
                      <a:pt x="2162953" y="293862"/>
                    </a:moveTo>
                    <a:lnTo>
                      <a:pt x="2197068" y="277582"/>
                    </a:lnTo>
                    <a:moveTo>
                      <a:pt x="2197068" y="277582"/>
                    </a:moveTo>
                    <a:lnTo>
                      <a:pt x="2231182" y="261302"/>
                    </a:lnTo>
                    <a:moveTo>
                      <a:pt x="2231182" y="261302"/>
                    </a:moveTo>
                    <a:lnTo>
                      <a:pt x="2265297" y="245022"/>
                    </a:lnTo>
                    <a:moveTo>
                      <a:pt x="2265297" y="245022"/>
                    </a:moveTo>
                    <a:lnTo>
                      <a:pt x="2299411" y="228742"/>
                    </a:lnTo>
                    <a:moveTo>
                      <a:pt x="2299411" y="228742"/>
                    </a:moveTo>
                    <a:lnTo>
                      <a:pt x="2333526" y="212462"/>
                    </a:lnTo>
                    <a:moveTo>
                      <a:pt x="2333526" y="212462"/>
                    </a:moveTo>
                    <a:lnTo>
                      <a:pt x="2367641" y="196183"/>
                    </a:lnTo>
                    <a:moveTo>
                      <a:pt x="2367641" y="196183"/>
                    </a:moveTo>
                    <a:lnTo>
                      <a:pt x="2401755" y="179903"/>
                    </a:lnTo>
                    <a:moveTo>
                      <a:pt x="2401755" y="179903"/>
                    </a:moveTo>
                    <a:lnTo>
                      <a:pt x="2435870" y="163623"/>
                    </a:lnTo>
                    <a:moveTo>
                      <a:pt x="2435870" y="163623"/>
                    </a:moveTo>
                    <a:lnTo>
                      <a:pt x="2469985" y="147343"/>
                    </a:lnTo>
                    <a:moveTo>
                      <a:pt x="2469985" y="147343"/>
                    </a:moveTo>
                    <a:lnTo>
                      <a:pt x="2504099" y="131063"/>
                    </a:lnTo>
                    <a:moveTo>
                      <a:pt x="2504099" y="131063"/>
                    </a:moveTo>
                    <a:lnTo>
                      <a:pt x="2538214" y="114783"/>
                    </a:lnTo>
                    <a:moveTo>
                      <a:pt x="2538214" y="114783"/>
                    </a:moveTo>
                    <a:lnTo>
                      <a:pt x="2572328" y="98504"/>
                    </a:lnTo>
                    <a:moveTo>
                      <a:pt x="2572328" y="98504"/>
                    </a:moveTo>
                    <a:lnTo>
                      <a:pt x="2606443" y="82224"/>
                    </a:lnTo>
                    <a:moveTo>
                      <a:pt x="2606443" y="82224"/>
                    </a:moveTo>
                    <a:lnTo>
                      <a:pt x="2640558" y="65944"/>
                    </a:lnTo>
                    <a:moveTo>
                      <a:pt x="2640558" y="65944"/>
                    </a:moveTo>
                    <a:lnTo>
                      <a:pt x="2674672" y="49664"/>
                    </a:lnTo>
                    <a:moveTo>
                      <a:pt x="2674672" y="49664"/>
                    </a:moveTo>
                    <a:lnTo>
                      <a:pt x="2708787" y="33384"/>
                    </a:lnTo>
                    <a:moveTo>
                      <a:pt x="2708787" y="33384"/>
                    </a:moveTo>
                    <a:lnTo>
                      <a:pt x="2742901" y="17104"/>
                    </a:lnTo>
                    <a:moveTo>
                      <a:pt x="2742901" y="17104"/>
                    </a:moveTo>
                    <a:lnTo>
                      <a:pt x="2777016" y="824"/>
                    </a:lnTo>
                    <a:moveTo>
                      <a:pt x="2777016" y="824"/>
                    </a:moveTo>
                    <a:lnTo>
                      <a:pt x="2778744" y="0"/>
                    </a:lnTo>
                    <a:moveTo>
                      <a:pt x="2263498" y="3487354"/>
                    </a:moveTo>
                    <a:lnTo>
                      <a:pt x="2284336" y="3477351"/>
                    </a:lnTo>
                    <a:moveTo>
                      <a:pt x="2284336" y="3477351"/>
                    </a:moveTo>
                    <a:lnTo>
                      <a:pt x="2318413" y="3460993"/>
                    </a:lnTo>
                    <a:moveTo>
                      <a:pt x="2318413" y="3460993"/>
                    </a:moveTo>
                    <a:lnTo>
                      <a:pt x="2352490" y="3444635"/>
                    </a:lnTo>
                    <a:moveTo>
                      <a:pt x="2352490" y="3444635"/>
                    </a:moveTo>
                    <a:lnTo>
                      <a:pt x="2386567" y="3428277"/>
                    </a:lnTo>
                    <a:moveTo>
                      <a:pt x="2386567" y="3428277"/>
                    </a:moveTo>
                    <a:lnTo>
                      <a:pt x="2420644" y="3411919"/>
                    </a:lnTo>
                    <a:moveTo>
                      <a:pt x="2420644" y="3411919"/>
                    </a:moveTo>
                    <a:lnTo>
                      <a:pt x="2454722" y="3395560"/>
                    </a:lnTo>
                    <a:moveTo>
                      <a:pt x="2454722" y="3395560"/>
                    </a:moveTo>
                    <a:lnTo>
                      <a:pt x="2488799" y="3379202"/>
                    </a:lnTo>
                    <a:moveTo>
                      <a:pt x="2488799" y="3379202"/>
                    </a:moveTo>
                    <a:lnTo>
                      <a:pt x="2522876" y="3362844"/>
                    </a:lnTo>
                    <a:moveTo>
                      <a:pt x="2522876" y="3362844"/>
                    </a:moveTo>
                    <a:lnTo>
                      <a:pt x="2556953" y="3346486"/>
                    </a:lnTo>
                    <a:moveTo>
                      <a:pt x="2556953" y="3346486"/>
                    </a:moveTo>
                    <a:lnTo>
                      <a:pt x="2591030" y="3330128"/>
                    </a:lnTo>
                    <a:moveTo>
                      <a:pt x="2591030" y="3330128"/>
                    </a:moveTo>
                    <a:lnTo>
                      <a:pt x="2625107" y="3313770"/>
                    </a:lnTo>
                    <a:moveTo>
                      <a:pt x="2625107" y="3313770"/>
                    </a:moveTo>
                    <a:lnTo>
                      <a:pt x="2659184" y="3297412"/>
                    </a:lnTo>
                    <a:moveTo>
                      <a:pt x="2659184" y="3297412"/>
                    </a:moveTo>
                    <a:lnTo>
                      <a:pt x="2693262" y="3281053"/>
                    </a:lnTo>
                    <a:moveTo>
                      <a:pt x="2693262" y="3281053"/>
                    </a:moveTo>
                    <a:lnTo>
                      <a:pt x="2727339" y="3264695"/>
                    </a:lnTo>
                    <a:moveTo>
                      <a:pt x="2727339" y="3264695"/>
                    </a:moveTo>
                    <a:lnTo>
                      <a:pt x="2761416" y="3248337"/>
                    </a:lnTo>
                    <a:moveTo>
                      <a:pt x="2761416" y="3248337"/>
                    </a:moveTo>
                    <a:lnTo>
                      <a:pt x="2778744" y="3240019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91" name="Контур"/>
              <p:cNvSpPr/>
              <p:nvPr/>
            </p:nvSpPr>
            <p:spPr>
              <a:xfrm>
                <a:off x="7497798" y="8045983"/>
                <a:ext cx="19458" cy="40398"/>
              </a:xfrm>
              <a:custGeom>
                <a:avLst/>
                <a:gdLst/>
                <a:ahLst/>
                <a:cxnLst/>
                <a:rect l="l" t="t" r="r" b="b"/>
                <a:pathLst>
                  <a:path w="19458" h="40398" fill="none">
                    <a:moveTo>
                      <a:pt x="0" y="0"/>
                    </a:moveTo>
                    <a:lnTo>
                      <a:pt x="19458" y="40398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092" name="Контур"/>
              <p:cNvSpPr/>
              <p:nvPr/>
            </p:nvSpPr>
            <p:spPr>
              <a:xfrm>
                <a:off x="6575028" y="6753223"/>
                <a:ext cx="1022539" cy="2121480"/>
              </a:xfrm>
              <a:custGeom>
                <a:avLst/>
                <a:gdLst/>
                <a:ahLst/>
                <a:cxnLst/>
                <a:rect l="l" t="t" r="r" b="b"/>
                <a:pathLst>
                  <a:path w="1022539" h="2121480" fill="none">
                    <a:moveTo>
                      <a:pt x="0" y="0"/>
                    </a:moveTo>
                    <a:lnTo>
                      <a:pt x="16411" y="34052"/>
                    </a:lnTo>
                    <a:moveTo>
                      <a:pt x="16411" y="34052"/>
                    </a:moveTo>
                    <a:lnTo>
                      <a:pt x="32823" y="68103"/>
                    </a:lnTo>
                    <a:moveTo>
                      <a:pt x="32823" y="68103"/>
                    </a:moveTo>
                    <a:lnTo>
                      <a:pt x="49234" y="102155"/>
                    </a:lnTo>
                    <a:moveTo>
                      <a:pt x="49234" y="102155"/>
                    </a:moveTo>
                    <a:lnTo>
                      <a:pt x="65645" y="136207"/>
                    </a:lnTo>
                    <a:moveTo>
                      <a:pt x="65645" y="136207"/>
                    </a:moveTo>
                    <a:lnTo>
                      <a:pt x="82057" y="170258"/>
                    </a:lnTo>
                    <a:moveTo>
                      <a:pt x="82057" y="170258"/>
                    </a:moveTo>
                    <a:lnTo>
                      <a:pt x="98468" y="204310"/>
                    </a:lnTo>
                    <a:moveTo>
                      <a:pt x="98468" y="204310"/>
                    </a:moveTo>
                    <a:lnTo>
                      <a:pt x="114879" y="238361"/>
                    </a:lnTo>
                    <a:moveTo>
                      <a:pt x="114879" y="238361"/>
                    </a:moveTo>
                    <a:lnTo>
                      <a:pt x="131290" y="272413"/>
                    </a:lnTo>
                    <a:moveTo>
                      <a:pt x="131290" y="272413"/>
                    </a:moveTo>
                    <a:lnTo>
                      <a:pt x="147702" y="306465"/>
                    </a:lnTo>
                    <a:moveTo>
                      <a:pt x="147702" y="306465"/>
                    </a:moveTo>
                    <a:lnTo>
                      <a:pt x="164113" y="340516"/>
                    </a:lnTo>
                    <a:moveTo>
                      <a:pt x="164113" y="340516"/>
                    </a:moveTo>
                    <a:lnTo>
                      <a:pt x="180524" y="374568"/>
                    </a:lnTo>
                    <a:moveTo>
                      <a:pt x="180524" y="374568"/>
                    </a:moveTo>
                    <a:lnTo>
                      <a:pt x="196935" y="408619"/>
                    </a:lnTo>
                    <a:moveTo>
                      <a:pt x="196935" y="408619"/>
                    </a:moveTo>
                    <a:lnTo>
                      <a:pt x="213347" y="442671"/>
                    </a:lnTo>
                    <a:moveTo>
                      <a:pt x="213347" y="442671"/>
                    </a:moveTo>
                    <a:lnTo>
                      <a:pt x="229758" y="476722"/>
                    </a:lnTo>
                    <a:moveTo>
                      <a:pt x="229758" y="476722"/>
                    </a:moveTo>
                    <a:lnTo>
                      <a:pt x="246169" y="510774"/>
                    </a:lnTo>
                    <a:moveTo>
                      <a:pt x="246169" y="510774"/>
                    </a:moveTo>
                    <a:lnTo>
                      <a:pt x="262581" y="544826"/>
                    </a:lnTo>
                    <a:moveTo>
                      <a:pt x="262581" y="544826"/>
                    </a:moveTo>
                    <a:lnTo>
                      <a:pt x="278992" y="578877"/>
                    </a:lnTo>
                    <a:moveTo>
                      <a:pt x="278992" y="578877"/>
                    </a:moveTo>
                    <a:lnTo>
                      <a:pt x="295403" y="612929"/>
                    </a:lnTo>
                    <a:moveTo>
                      <a:pt x="295403" y="612929"/>
                    </a:moveTo>
                    <a:lnTo>
                      <a:pt x="311814" y="646980"/>
                    </a:lnTo>
                    <a:moveTo>
                      <a:pt x="311814" y="646980"/>
                    </a:moveTo>
                    <a:lnTo>
                      <a:pt x="328226" y="681032"/>
                    </a:lnTo>
                    <a:moveTo>
                      <a:pt x="328226" y="681032"/>
                    </a:moveTo>
                    <a:lnTo>
                      <a:pt x="344637" y="715084"/>
                    </a:lnTo>
                    <a:moveTo>
                      <a:pt x="344637" y="715084"/>
                    </a:moveTo>
                    <a:lnTo>
                      <a:pt x="361048" y="749135"/>
                    </a:lnTo>
                    <a:moveTo>
                      <a:pt x="361048" y="749135"/>
                    </a:moveTo>
                    <a:lnTo>
                      <a:pt x="367740" y="763020"/>
                    </a:lnTo>
                    <a:lnTo>
                      <a:pt x="377460" y="783186"/>
                    </a:lnTo>
                    <a:moveTo>
                      <a:pt x="377460" y="783186"/>
                    </a:moveTo>
                    <a:lnTo>
                      <a:pt x="393873" y="817237"/>
                    </a:lnTo>
                    <a:moveTo>
                      <a:pt x="393873" y="817237"/>
                    </a:moveTo>
                    <a:lnTo>
                      <a:pt x="410286" y="851288"/>
                    </a:lnTo>
                    <a:moveTo>
                      <a:pt x="410286" y="851288"/>
                    </a:moveTo>
                    <a:lnTo>
                      <a:pt x="426699" y="885338"/>
                    </a:lnTo>
                    <a:moveTo>
                      <a:pt x="426699" y="885338"/>
                    </a:moveTo>
                    <a:lnTo>
                      <a:pt x="443112" y="919389"/>
                    </a:lnTo>
                    <a:moveTo>
                      <a:pt x="443112" y="919389"/>
                    </a:moveTo>
                    <a:lnTo>
                      <a:pt x="459526" y="953440"/>
                    </a:lnTo>
                    <a:moveTo>
                      <a:pt x="459526" y="953440"/>
                    </a:moveTo>
                    <a:lnTo>
                      <a:pt x="475939" y="987491"/>
                    </a:lnTo>
                    <a:moveTo>
                      <a:pt x="475939" y="987491"/>
                    </a:moveTo>
                    <a:lnTo>
                      <a:pt x="492352" y="1021541"/>
                    </a:lnTo>
                    <a:moveTo>
                      <a:pt x="492352" y="1021541"/>
                    </a:moveTo>
                    <a:lnTo>
                      <a:pt x="508765" y="1055592"/>
                    </a:lnTo>
                    <a:moveTo>
                      <a:pt x="508765" y="1055592"/>
                    </a:moveTo>
                    <a:lnTo>
                      <a:pt x="525178" y="1089643"/>
                    </a:lnTo>
                    <a:moveTo>
                      <a:pt x="525178" y="1089643"/>
                    </a:moveTo>
                    <a:lnTo>
                      <a:pt x="541591" y="1123694"/>
                    </a:lnTo>
                    <a:moveTo>
                      <a:pt x="541591" y="1123694"/>
                    </a:moveTo>
                    <a:lnTo>
                      <a:pt x="558004" y="1157744"/>
                    </a:lnTo>
                    <a:moveTo>
                      <a:pt x="558004" y="1157744"/>
                    </a:moveTo>
                    <a:lnTo>
                      <a:pt x="574417" y="1191795"/>
                    </a:lnTo>
                    <a:moveTo>
                      <a:pt x="574417" y="1191795"/>
                    </a:moveTo>
                    <a:lnTo>
                      <a:pt x="590830" y="1225846"/>
                    </a:lnTo>
                    <a:moveTo>
                      <a:pt x="590830" y="1225846"/>
                    </a:moveTo>
                    <a:lnTo>
                      <a:pt x="607243" y="1259897"/>
                    </a:lnTo>
                    <a:moveTo>
                      <a:pt x="607243" y="1259897"/>
                    </a:moveTo>
                    <a:lnTo>
                      <a:pt x="623656" y="1293947"/>
                    </a:lnTo>
                    <a:moveTo>
                      <a:pt x="623656" y="1293947"/>
                    </a:moveTo>
                    <a:lnTo>
                      <a:pt x="640069" y="1327998"/>
                    </a:lnTo>
                    <a:moveTo>
                      <a:pt x="640069" y="1327998"/>
                    </a:moveTo>
                    <a:lnTo>
                      <a:pt x="656482" y="1362049"/>
                    </a:lnTo>
                    <a:moveTo>
                      <a:pt x="656482" y="1362049"/>
                    </a:moveTo>
                    <a:lnTo>
                      <a:pt x="672895" y="1396100"/>
                    </a:lnTo>
                    <a:moveTo>
                      <a:pt x="672895" y="1396100"/>
                    </a:moveTo>
                    <a:lnTo>
                      <a:pt x="689308" y="1430150"/>
                    </a:lnTo>
                    <a:moveTo>
                      <a:pt x="689308" y="1430150"/>
                    </a:moveTo>
                    <a:lnTo>
                      <a:pt x="705721" y="1464201"/>
                    </a:lnTo>
                    <a:moveTo>
                      <a:pt x="705721" y="1464201"/>
                    </a:moveTo>
                    <a:lnTo>
                      <a:pt x="722134" y="1498252"/>
                    </a:lnTo>
                    <a:moveTo>
                      <a:pt x="722134" y="1498252"/>
                    </a:moveTo>
                    <a:lnTo>
                      <a:pt x="738547" y="1532302"/>
                    </a:lnTo>
                    <a:moveTo>
                      <a:pt x="738547" y="1532302"/>
                    </a:moveTo>
                    <a:lnTo>
                      <a:pt x="754960" y="1566353"/>
                    </a:lnTo>
                    <a:moveTo>
                      <a:pt x="754960" y="1566353"/>
                    </a:moveTo>
                    <a:lnTo>
                      <a:pt x="758520" y="1573740"/>
                    </a:lnTo>
                    <a:lnTo>
                      <a:pt x="771373" y="1600404"/>
                    </a:lnTo>
                    <a:moveTo>
                      <a:pt x="771373" y="1600404"/>
                    </a:moveTo>
                    <a:lnTo>
                      <a:pt x="787786" y="1634455"/>
                    </a:lnTo>
                    <a:moveTo>
                      <a:pt x="787786" y="1634455"/>
                    </a:moveTo>
                    <a:lnTo>
                      <a:pt x="804199" y="1668506"/>
                    </a:lnTo>
                    <a:moveTo>
                      <a:pt x="804199" y="1668506"/>
                    </a:moveTo>
                    <a:lnTo>
                      <a:pt x="820612" y="1702556"/>
                    </a:lnTo>
                    <a:moveTo>
                      <a:pt x="820612" y="1702556"/>
                    </a:moveTo>
                    <a:lnTo>
                      <a:pt x="837025" y="1736607"/>
                    </a:lnTo>
                    <a:moveTo>
                      <a:pt x="837025" y="1736607"/>
                    </a:moveTo>
                    <a:lnTo>
                      <a:pt x="853438" y="1770658"/>
                    </a:lnTo>
                    <a:moveTo>
                      <a:pt x="853438" y="1770658"/>
                    </a:moveTo>
                    <a:lnTo>
                      <a:pt x="869851" y="1804709"/>
                    </a:lnTo>
                    <a:moveTo>
                      <a:pt x="869851" y="1804709"/>
                    </a:moveTo>
                    <a:lnTo>
                      <a:pt x="886263" y="1838759"/>
                    </a:lnTo>
                    <a:moveTo>
                      <a:pt x="886263" y="1838759"/>
                    </a:moveTo>
                    <a:lnTo>
                      <a:pt x="902676" y="1872810"/>
                    </a:lnTo>
                    <a:moveTo>
                      <a:pt x="902676" y="1872810"/>
                    </a:moveTo>
                    <a:lnTo>
                      <a:pt x="919089" y="1906861"/>
                    </a:lnTo>
                    <a:moveTo>
                      <a:pt x="919089" y="1906861"/>
                    </a:moveTo>
                    <a:lnTo>
                      <a:pt x="935502" y="1940912"/>
                    </a:lnTo>
                    <a:moveTo>
                      <a:pt x="935502" y="1940912"/>
                    </a:moveTo>
                    <a:lnTo>
                      <a:pt x="951915" y="1974962"/>
                    </a:lnTo>
                    <a:moveTo>
                      <a:pt x="951915" y="1974962"/>
                    </a:moveTo>
                    <a:lnTo>
                      <a:pt x="968328" y="2009013"/>
                    </a:lnTo>
                    <a:moveTo>
                      <a:pt x="968328" y="2009013"/>
                    </a:moveTo>
                    <a:lnTo>
                      <a:pt x="984741" y="2043064"/>
                    </a:lnTo>
                    <a:moveTo>
                      <a:pt x="984741" y="2043064"/>
                    </a:moveTo>
                    <a:lnTo>
                      <a:pt x="1001154" y="2077115"/>
                    </a:lnTo>
                    <a:moveTo>
                      <a:pt x="1001154" y="2077115"/>
                    </a:moveTo>
                    <a:lnTo>
                      <a:pt x="1017567" y="2111165"/>
                    </a:lnTo>
                    <a:moveTo>
                      <a:pt x="1017567" y="2111165"/>
                    </a:moveTo>
                    <a:lnTo>
                      <a:pt x="1022539" y="212148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94" name="Контур"/>
              <p:cNvSpPr/>
              <p:nvPr/>
            </p:nvSpPr>
            <p:spPr>
              <a:xfrm>
                <a:off x="7497798" y="6710612"/>
                <a:ext cx="2798202" cy="1335371"/>
              </a:xfrm>
              <a:custGeom>
                <a:avLst/>
                <a:gdLst/>
                <a:ahLst/>
                <a:cxnLst/>
                <a:rect l="l" t="t" r="r" b="b"/>
                <a:pathLst>
                  <a:path w="2798202" h="1335371" fill="none">
                    <a:moveTo>
                      <a:pt x="0" y="1335371"/>
                    </a:moveTo>
                    <a:lnTo>
                      <a:pt x="40464" y="1316061"/>
                    </a:lnTo>
                    <a:lnTo>
                      <a:pt x="412818" y="1138363"/>
                    </a:lnTo>
                    <a:lnTo>
                      <a:pt x="812250" y="947743"/>
                    </a:lnTo>
                    <a:lnTo>
                      <a:pt x="1624502" y="560115"/>
                    </a:lnTo>
                    <a:lnTo>
                      <a:pt x="2436754" y="172481"/>
                    </a:lnTo>
                    <a:lnTo>
                      <a:pt x="279820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093" name="Надпись"/>
              <p:cNvSpPr txBox="1"/>
              <p:nvPr/>
            </p:nvSpPr>
            <p:spPr>
              <a:xfrm rot="20069279">
                <a:off x="9184270" y="7137977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095" name="Контур"/>
              <p:cNvSpPr/>
              <p:nvPr/>
            </p:nvSpPr>
            <p:spPr>
              <a:xfrm>
                <a:off x="6004515" y="6157603"/>
                <a:ext cx="388882" cy="592098"/>
              </a:xfrm>
              <a:custGeom>
                <a:avLst/>
                <a:gdLst/>
                <a:ahLst/>
                <a:cxnLst/>
                <a:rect l="l" t="t" r="r" b="b"/>
                <a:pathLst>
                  <a:path w="388882" h="592098" fill="none">
                    <a:moveTo>
                      <a:pt x="283413" y="0"/>
                    </a:moveTo>
                    <a:lnTo>
                      <a:pt x="299824" y="34052"/>
                    </a:lnTo>
                    <a:moveTo>
                      <a:pt x="299824" y="34052"/>
                    </a:moveTo>
                    <a:lnTo>
                      <a:pt x="316236" y="68103"/>
                    </a:lnTo>
                    <a:moveTo>
                      <a:pt x="316236" y="68103"/>
                    </a:moveTo>
                    <a:lnTo>
                      <a:pt x="332647" y="102155"/>
                    </a:lnTo>
                    <a:moveTo>
                      <a:pt x="332647" y="102155"/>
                    </a:moveTo>
                    <a:lnTo>
                      <a:pt x="349059" y="136206"/>
                    </a:lnTo>
                    <a:moveTo>
                      <a:pt x="349059" y="136206"/>
                    </a:moveTo>
                    <a:lnTo>
                      <a:pt x="365470" y="170258"/>
                    </a:lnTo>
                    <a:moveTo>
                      <a:pt x="365470" y="170258"/>
                    </a:moveTo>
                    <a:lnTo>
                      <a:pt x="381881" y="204309"/>
                    </a:lnTo>
                    <a:moveTo>
                      <a:pt x="381881" y="204309"/>
                    </a:moveTo>
                    <a:lnTo>
                      <a:pt x="388882" y="218835"/>
                    </a:lnTo>
                    <a:lnTo>
                      <a:pt x="370816" y="230811"/>
                    </a:lnTo>
                    <a:moveTo>
                      <a:pt x="370816" y="230811"/>
                    </a:moveTo>
                    <a:lnTo>
                      <a:pt x="339310" y="251697"/>
                    </a:lnTo>
                    <a:moveTo>
                      <a:pt x="339310" y="251697"/>
                    </a:moveTo>
                    <a:lnTo>
                      <a:pt x="323429" y="262224"/>
                    </a:lnTo>
                    <a:lnTo>
                      <a:pt x="321573" y="264793"/>
                    </a:lnTo>
                    <a:lnTo>
                      <a:pt x="317482" y="279824"/>
                    </a:lnTo>
                    <a:moveTo>
                      <a:pt x="317482" y="279824"/>
                    </a:moveTo>
                    <a:lnTo>
                      <a:pt x="316613" y="283016"/>
                    </a:lnTo>
                    <a:lnTo>
                      <a:pt x="309844" y="307883"/>
                    </a:lnTo>
                    <a:lnTo>
                      <a:pt x="308529" y="310032"/>
                    </a:lnTo>
                    <a:lnTo>
                      <a:pt x="303953" y="314216"/>
                    </a:lnTo>
                    <a:moveTo>
                      <a:pt x="303953" y="314216"/>
                    </a:moveTo>
                    <a:lnTo>
                      <a:pt x="276055" y="339721"/>
                    </a:lnTo>
                    <a:moveTo>
                      <a:pt x="276055" y="339721"/>
                    </a:moveTo>
                    <a:lnTo>
                      <a:pt x="248156" y="365226"/>
                    </a:lnTo>
                    <a:moveTo>
                      <a:pt x="248156" y="365226"/>
                    </a:moveTo>
                    <a:lnTo>
                      <a:pt x="220258" y="390732"/>
                    </a:lnTo>
                    <a:moveTo>
                      <a:pt x="220258" y="390732"/>
                    </a:moveTo>
                    <a:lnTo>
                      <a:pt x="192360" y="416237"/>
                    </a:lnTo>
                    <a:moveTo>
                      <a:pt x="192360" y="416237"/>
                    </a:moveTo>
                    <a:lnTo>
                      <a:pt x="164461" y="441743"/>
                    </a:lnTo>
                    <a:moveTo>
                      <a:pt x="164461" y="441743"/>
                    </a:moveTo>
                    <a:lnTo>
                      <a:pt x="136563" y="467248"/>
                    </a:lnTo>
                    <a:moveTo>
                      <a:pt x="136563" y="467248"/>
                    </a:moveTo>
                    <a:lnTo>
                      <a:pt x="108665" y="492753"/>
                    </a:lnTo>
                    <a:moveTo>
                      <a:pt x="108665" y="492753"/>
                    </a:moveTo>
                    <a:lnTo>
                      <a:pt x="80766" y="518259"/>
                    </a:lnTo>
                    <a:moveTo>
                      <a:pt x="80766" y="518259"/>
                    </a:moveTo>
                    <a:lnTo>
                      <a:pt x="52868" y="543764"/>
                    </a:lnTo>
                    <a:moveTo>
                      <a:pt x="52868" y="543764"/>
                    </a:moveTo>
                    <a:lnTo>
                      <a:pt x="24970" y="569269"/>
                    </a:lnTo>
                    <a:moveTo>
                      <a:pt x="24970" y="569269"/>
                    </a:moveTo>
                    <a:lnTo>
                      <a:pt x="0" y="592098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96" name="Контур"/>
              <p:cNvSpPr/>
              <p:nvPr/>
            </p:nvSpPr>
            <p:spPr>
              <a:xfrm>
                <a:off x="6805158" y="6496000"/>
                <a:ext cx="180227" cy="112953"/>
              </a:xfrm>
              <a:custGeom>
                <a:avLst/>
                <a:gdLst/>
                <a:ahLst/>
                <a:cxnLst/>
                <a:rect l="l" t="t" r="r" b="b"/>
                <a:pathLst>
                  <a:path w="180227" h="112953" fill="none">
                    <a:moveTo>
                      <a:pt x="0" y="112953"/>
                    </a:moveTo>
                    <a:lnTo>
                      <a:pt x="89610" y="56793"/>
                    </a:lnTo>
                    <a:lnTo>
                      <a:pt x="180227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097" name="Контур"/>
              <p:cNvSpPr/>
              <p:nvPr/>
            </p:nvSpPr>
            <p:spPr>
              <a:xfrm>
                <a:off x="6805158" y="3937568"/>
                <a:ext cx="3490842" cy="3922988"/>
              </a:xfrm>
              <a:custGeom>
                <a:avLst/>
                <a:gdLst/>
                <a:ahLst/>
                <a:cxnLst/>
                <a:rect l="l" t="t" r="r" b="b"/>
                <a:pathLst>
                  <a:path w="3490842" h="3922988" fill="none">
                    <a:moveTo>
                      <a:pt x="0" y="2671385"/>
                    </a:moveTo>
                    <a:lnTo>
                      <a:pt x="16412" y="2705436"/>
                    </a:lnTo>
                    <a:moveTo>
                      <a:pt x="16412" y="2705436"/>
                    </a:moveTo>
                    <a:lnTo>
                      <a:pt x="32824" y="2739487"/>
                    </a:lnTo>
                    <a:moveTo>
                      <a:pt x="32824" y="2739487"/>
                    </a:moveTo>
                    <a:lnTo>
                      <a:pt x="49236" y="2773539"/>
                    </a:lnTo>
                    <a:moveTo>
                      <a:pt x="49236" y="2773539"/>
                    </a:moveTo>
                    <a:lnTo>
                      <a:pt x="65648" y="2807590"/>
                    </a:lnTo>
                    <a:moveTo>
                      <a:pt x="65648" y="2807590"/>
                    </a:moveTo>
                    <a:lnTo>
                      <a:pt x="82061" y="2841641"/>
                    </a:lnTo>
                    <a:moveTo>
                      <a:pt x="82061" y="2841641"/>
                    </a:moveTo>
                    <a:lnTo>
                      <a:pt x="98473" y="2875692"/>
                    </a:lnTo>
                    <a:moveTo>
                      <a:pt x="98473" y="2875692"/>
                    </a:moveTo>
                    <a:lnTo>
                      <a:pt x="114885" y="2909743"/>
                    </a:lnTo>
                    <a:moveTo>
                      <a:pt x="114885" y="2909743"/>
                    </a:moveTo>
                    <a:lnTo>
                      <a:pt x="131297" y="2943795"/>
                    </a:lnTo>
                    <a:moveTo>
                      <a:pt x="131297" y="2943795"/>
                    </a:moveTo>
                    <a:lnTo>
                      <a:pt x="147709" y="2977846"/>
                    </a:lnTo>
                    <a:moveTo>
                      <a:pt x="147709" y="2977846"/>
                    </a:moveTo>
                    <a:lnTo>
                      <a:pt x="164121" y="3011897"/>
                    </a:lnTo>
                    <a:moveTo>
                      <a:pt x="164121" y="3011897"/>
                    </a:moveTo>
                    <a:lnTo>
                      <a:pt x="180533" y="3045948"/>
                    </a:lnTo>
                    <a:moveTo>
                      <a:pt x="180533" y="3045948"/>
                    </a:moveTo>
                    <a:lnTo>
                      <a:pt x="196945" y="3079999"/>
                    </a:lnTo>
                    <a:moveTo>
                      <a:pt x="196945" y="3079999"/>
                    </a:moveTo>
                    <a:lnTo>
                      <a:pt x="213357" y="3114051"/>
                    </a:lnTo>
                    <a:moveTo>
                      <a:pt x="213357" y="3114051"/>
                    </a:moveTo>
                    <a:lnTo>
                      <a:pt x="229769" y="3148102"/>
                    </a:lnTo>
                    <a:moveTo>
                      <a:pt x="229769" y="3148102"/>
                    </a:moveTo>
                    <a:lnTo>
                      <a:pt x="246181" y="3182153"/>
                    </a:lnTo>
                    <a:moveTo>
                      <a:pt x="246181" y="3182153"/>
                    </a:moveTo>
                    <a:lnTo>
                      <a:pt x="262593" y="3216204"/>
                    </a:lnTo>
                    <a:moveTo>
                      <a:pt x="262593" y="3216204"/>
                    </a:moveTo>
                    <a:lnTo>
                      <a:pt x="279005" y="3250255"/>
                    </a:lnTo>
                    <a:moveTo>
                      <a:pt x="279005" y="3250255"/>
                    </a:moveTo>
                    <a:lnTo>
                      <a:pt x="295417" y="3284307"/>
                    </a:lnTo>
                    <a:moveTo>
                      <a:pt x="295417" y="3284307"/>
                    </a:moveTo>
                    <a:lnTo>
                      <a:pt x="311829" y="3318358"/>
                    </a:lnTo>
                    <a:moveTo>
                      <a:pt x="311829" y="3318358"/>
                    </a:moveTo>
                    <a:lnTo>
                      <a:pt x="328241" y="3352409"/>
                    </a:lnTo>
                    <a:moveTo>
                      <a:pt x="328241" y="3352409"/>
                    </a:moveTo>
                    <a:lnTo>
                      <a:pt x="344654" y="3386460"/>
                    </a:lnTo>
                    <a:moveTo>
                      <a:pt x="344654" y="3386460"/>
                    </a:moveTo>
                    <a:lnTo>
                      <a:pt x="361066" y="3420511"/>
                    </a:lnTo>
                    <a:moveTo>
                      <a:pt x="361066" y="3420511"/>
                    </a:moveTo>
                    <a:lnTo>
                      <a:pt x="377478" y="3454563"/>
                    </a:lnTo>
                    <a:moveTo>
                      <a:pt x="377478" y="3454563"/>
                    </a:moveTo>
                    <a:lnTo>
                      <a:pt x="393890" y="3488614"/>
                    </a:lnTo>
                    <a:moveTo>
                      <a:pt x="393890" y="3488614"/>
                    </a:moveTo>
                    <a:lnTo>
                      <a:pt x="410302" y="3522665"/>
                    </a:lnTo>
                    <a:moveTo>
                      <a:pt x="410302" y="3522665"/>
                    </a:moveTo>
                    <a:lnTo>
                      <a:pt x="426714" y="3556716"/>
                    </a:lnTo>
                    <a:moveTo>
                      <a:pt x="426714" y="3556716"/>
                    </a:moveTo>
                    <a:lnTo>
                      <a:pt x="443126" y="3590767"/>
                    </a:lnTo>
                    <a:moveTo>
                      <a:pt x="443126" y="3590767"/>
                    </a:moveTo>
                    <a:lnTo>
                      <a:pt x="459538" y="3624819"/>
                    </a:lnTo>
                    <a:moveTo>
                      <a:pt x="459538" y="3624819"/>
                    </a:moveTo>
                    <a:lnTo>
                      <a:pt x="475950" y="3658870"/>
                    </a:lnTo>
                    <a:moveTo>
                      <a:pt x="475950" y="3658870"/>
                    </a:moveTo>
                    <a:lnTo>
                      <a:pt x="492362" y="3692921"/>
                    </a:lnTo>
                    <a:moveTo>
                      <a:pt x="492362" y="3692921"/>
                    </a:moveTo>
                    <a:lnTo>
                      <a:pt x="508774" y="3726972"/>
                    </a:lnTo>
                    <a:moveTo>
                      <a:pt x="508774" y="3726972"/>
                    </a:moveTo>
                    <a:lnTo>
                      <a:pt x="525186" y="3761023"/>
                    </a:lnTo>
                    <a:moveTo>
                      <a:pt x="525186" y="3761023"/>
                    </a:moveTo>
                    <a:lnTo>
                      <a:pt x="541598" y="3795075"/>
                    </a:lnTo>
                    <a:moveTo>
                      <a:pt x="541598" y="3795075"/>
                    </a:moveTo>
                    <a:lnTo>
                      <a:pt x="558010" y="3829126"/>
                    </a:lnTo>
                    <a:moveTo>
                      <a:pt x="558010" y="3829126"/>
                    </a:moveTo>
                    <a:lnTo>
                      <a:pt x="574422" y="3863177"/>
                    </a:lnTo>
                    <a:moveTo>
                      <a:pt x="574422" y="3863177"/>
                    </a:moveTo>
                    <a:lnTo>
                      <a:pt x="590834" y="3897228"/>
                    </a:lnTo>
                    <a:moveTo>
                      <a:pt x="590834" y="3897228"/>
                    </a:moveTo>
                    <a:lnTo>
                      <a:pt x="591014" y="3897601"/>
                    </a:lnTo>
                    <a:moveTo>
                      <a:pt x="2983499" y="0"/>
                    </a:moveTo>
                    <a:lnTo>
                      <a:pt x="2999783" y="34113"/>
                    </a:lnTo>
                    <a:moveTo>
                      <a:pt x="2999783" y="34113"/>
                    </a:moveTo>
                    <a:lnTo>
                      <a:pt x="3016067" y="68225"/>
                    </a:lnTo>
                    <a:moveTo>
                      <a:pt x="3016067" y="68225"/>
                    </a:moveTo>
                    <a:lnTo>
                      <a:pt x="3032351" y="102338"/>
                    </a:lnTo>
                    <a:moveTo>
                      <a:pt x="3032351" y="102338"/>
                    </a:moveTo>
                    <a:lnTo>
                      <a:pt x="3048635" y="136450"/>
                    </a:lnTo>
                    <a:moveTo>
                      <a:pt x="3048635" y="136450"/>
                    </a:moveTo>
                    <a:lnTo>
                      <a:pt x="3064919" y="170563"/>
                    </a:lnTo>
                    <a:moveTo>
                      <a:pt x="3064919" y="170563"/>
                    </a:moveTo>
                    <a:lnTo>
                      <a:pt x="3068811" y="178716"/>
                    </a:lnTo>
                    <a:lnTo>
                      <a:pt x="3081203" y="204675"/>
                    </a:lnTo>
                    <a:moveTo>
                      <a:pt x="3081203" y="204675"/>
                    </a:moveTo>
                    <a:lnTo>
                      <a:pt x="3097488" y="238788"/>
                    </a:lnTo>
                    <a:moveTo>
                      <a:pt x="3097488" y="238788"/>
                    </a:moveTo>
                    <a:lnTo>
                      <a:pt x="3113772" y="272900"/>
                    </a:lnTo>
                    <a:moveTo>
                      <a:pt x="3113772" y="272900"/>
                    </a:moveTo>
                    <a:lnTo>
                      <a:pt x="3130056" y="307013"/>
                    </a:lnTo>
                    <a:moveTo>
                      <a:pt x="3130056" y="307013"/>
                    </a:moveTo>
                    <a:lnTo>
                      <a:pt x="3146341" y="341125"/>
                    </a:lnTo>
                    <a:moveTo>
                      <a:pt x="3146341" y="341125"/>
                    </a:moveTo>
                    <a:lnTo>
                      <a:pt x="3162625" y="375238"/>
                    </a:lnTo>
                    <a:moveTo>
                      <a:pt x="3162625" y="375238"/>
                    </a:moveTo>
                    <a:lnTo>
                      <a:pt x="3178909" y="409350"/>
                    </a:lnTo>
                    <a:moveTo>
                      <a:pt x="3178909" y="409350"/>
                    </a:moveTo>
                    <a:lnTo>
                      <a:pt x="3195194" y="443463"/>
                    </a:lnTo>
                    <a:moveTo>
                      <a:pt x="3195194" y="443463"/>
                    </a:moveTo>
                    <a:lnTo>
                      <a:pt x="3211478" y="477575"/>
                    </a:lnTo>
                    <a:moveTo>
                      <a:pt x="3211478" y="477575"/>
                    </a:moveTo>
                    <a:lnTo>
                      <a:pt x="3227762" y="511688"/>
                    </a:lnTo>
                    <a:moveTo>
                      <a:pt x="3227762" y="511688"/>
                    </a:moveTo>
                    <a:lnTo>
                      <a:pt x="3244047" y="545800"/>
                    </a:lnTo>
                    <a:moveTo>
                      <a:pt x="3244047" y="545800"/>
                    </a:moveTo>
                    <a:lnTo>
                      <a:pt x="3260331" y="579913"/>
                    </a:lnTo>
                    <a:moveTo>
                      <a:pt x="3260331" y="579913"/>
                    </a:moveTo>
                    <a:lnTo>
                      <a:pt x="3276615" y="614025"/>
                    </a:lnTo>
                    <a:moveTo>
                      <a:pt x="3276615" y="614025"/>
                    </a:moveTo>
                    <a:lnTo>
                      <a:pt x="3292899" y="648138"/>
                    </a:lnTo>
                    <a:moveTo>
                      <a:pt x="3292899" y="648138"/>
                    </a:moveTo>
                    <a:lnTo>
                      <a:pt x="3309184" y="682250"/>
                    </a:lnTo>
                    <a:moveTo>
                      <a:pt x="3309184" y="682250"/>
                    </a:moveTo>
                    <a:lnTo>
                      <a:pt x="3325468" y="716363"/>
                    </a:lnTo>
                    <a:moveTo>
                      <a:pt x="3325468" y="716363"/>
                    </a:moveTo>
                    <a:lnTo>
                      <a:pt x="3341752" y="750475"/>
                    </a:lnTo>
                    <a:moveTo>
                      <a:pt x="3341752" y="750475"/>
                    </a:moveTo>
                    <a:lnTo>
                      <a:pt x="3358037" y="784588"/>
                    </a:lnTo>
                    <a:moveTo>
                      <a:pt x="3358037" y="784588"/>
                    </a:moveTo>
                    <a:lnTo>
                      <a:pt x="3374321" y="818700"/>
                    </a:lnTo>
                    <a:moveTo>
                      <a:pt x="3374321" y="818700"/>
                    </a:moveTo>
                    <a:lnTo>
                      <a:pt x="3390605" y="852812"/>
                    </a:lnTo>
                    <a:moveTo>
                      <a:pt x="3390605" y="852812"/>
                    </a:moveTo>
                    <a:lnTo>
                      <a:pt x="3406890" y="886925"/>
                    </a:lnTo>
                    <a:moveTo>
                      <a:pt x="3406890" y="886925"/>
                    </a:moveTo>
                    <a:lnTo>
                      <a:pt x="3423174" y="921037"/>
                    </a:lnTo>
                    <a:moveTo>
                      <a:pt x="3423174" y="921037"/>
                    </a:moveTo>
                    <a:lnTo>
                      <a:pt x="3439458" y="955150"/>
                    </a:lnTo>
                    <a:moveTo>
                      <a:pt x="3439458" y="955150"/>
                    </a:moveTo>
                    <a:lnTo>
                      <a:pt x="3455743" y="989262"/>
                    </a:lnTo>
                    <a:moveTo>
                      <a:pt x="3455743" y="989262"/>
                    </a:moveTo>
                    <a:lnTo>
                      <a:pt x="3472027" y="1023375"/>
                    </a:lnTo>
                    <a:moveTo>
                      <a:pt x="3472027" y="1023375"/>
                    </a:moveTo>
                    <a:lnTo>
                      <a:pt x="3488311" y="1057487"/>
                    </a:lnTo>
                    <a:moveTo>
                      <a:pt x="3488311" y="1057487"/>
                    </a:moveTo>
                    <a:lnTo>
                      <a:pt x="3490842" y="1062789"/>
                    </a:lnTo>
                    <a:moveTo>
                      <a:pt x="3490842" y="2573604"/>
                    </a:moveTo>
                    <a:lnTo>
                      <a:pt x="3467248" y="2584863"/>
                    </a:lnTo>
                    <a:moveTo>
                      <a:pt x="3467248" y="2584863"/>
                    </a:moveTo>
                    <a:lnTo>
                      <a:pt x="3433133" y="2601143"/>
                    </a:lnTo>
                    <a:moveTo>
                      <a:pt x="3433133" y="2601143"/>
                    </a:moveTo>
                    <a:lnTo>
                      <a:pt x="3399019" y="2617423"/>
                    </a:lnTo>
                    <a:moveTo>
                      <a:pt x="3399019" y="2617423"/>
                    </a:moveTo>
                    <a:lnTo>
                      <a:pt x="3364904" y="2633703"/>
                    </a:lnTo>
                    <a:moveTo>
                      <a:pt x="3364904" y="2633703"/>
                    </a:moveTo>
                    <a:lnTo>
                      <a:pt x="3330790" y="2649983"/>
                    </a:lnTo>
                    <a:moveTo>
                      <a:pt x="3330790" y="2649983"/>
                    </a:moveTo>
                    <a:lnTo>
                      <a:pt x="3296675" y="2666263"/>
                    </a:lnTo>
                    <a:moveTo>
                      <a:pt x="3296675" y="2666263"/>
                    </a:moveTo>
                    <a:lnTo>
                      <a:pt x="3262560" y="2682542"/>
                    </a:lnTo>
                    <a:moveTo>
                      <a:pt x="3262560" y="2682542"/>
                    </a:moveTo>
                    <a:lnTo>
                      <a:pt x="3228446" y="2698822"/>
                    </a:lnTo>
                    <a:moveTo>
                      <a:pt x="3228446" y="2698822"/>
                    </a:moveTo>
                    <a:lnTo>
                      <a:pt x="3194331" y="2715102"/>
                    </a:lnTo>
                    <a:moveTo>
                      <a:pt x="3194331" y="2715102"/>
                    </a:moveTo>
                    <a:lnTo>
                      <a:pt x="3160216" y="2731382"/>
                    </a:lnTo>
                    <a:moveTo>
                      <a:pt x="3160216" y="2731382"/>
                    </a:moveTo>
                    <a:lnTo>
                      <a:pt x="3126102" y="2747662"/>
                    </a:lnTo>
                    <a:moveTo>
                      <a:pt x="3126102" y="2747662"/>
                    </a:moveTo>
                    <a:lnTo>
                      <a:pt x="3091987" y="2763942"/>
                    </a:lnTo>
                    <a:moveTo>
                      <a:pt x="3091987" y="2763942"/>
                    </a:moveTo>
                    <a:lnTo>
                      <a:pt x="3057873" y="2780221"/>
                    </a:lnTo>
                    <a:moveTo>
                      <a:pt x="3057873" y="2780221"/>
                    </a:moveTo>
                    <a:lnTo>
                      <a:pt x="3023758" y="2796501"/>
                    </a:lnTo>
                    <a:moveTo>
                      <a:pt x="3023758" y="2796501"/>
                    </a:moveTo>
                    <a:lnTo>
                      <a:pt x="2989643" y="2812781"/>
                    </a:lnTo>
                    <a:moveTo>
                      <a:pt x="2989643" y="2812781"/>
                    </a:moveTo>
                    <a:lnTo>
                      <a:pt x="2955529" y="2829061"/>
                    </a:lnTo>
                    <a:moveTo>
                      <a:pt x="2955529" y="2829061"/>
                    </a:moveTo>
                    <a:lnTo>
                      <a:pt x="2921414" y="2845341"/>
                    </a:lnTo>
                    <a:moveTo>
                      <a:pt x="2921414" y="2845341"/>
                    </a:moveTo>
                    <a:lnTo>
                      <a:pt x="2887300" y="2861621"/>
                    </a:lnTo>
                    <a:moveTo>
                      <a:pt x="2887300" y="2861621"/>
                    </a:moveTo>
                    <a:lnTo>
                      <a:pt x="2853185" y="2877900"/>
                    </a:lnTo>
                    <a:moveTo>
                      <a:pt x="2853185" y="2877900"/>
                    </a:moveTo>
                    <a:lnTo>
                      <a:pt x="2819070" y="2894180"/>
                    </a:lnTo>
                    <a:moveTo>
                      <a:pt x="2819070" y="2894180"/>
                    </a:moveTo>
                    <a:lnTo>
                      <a:pt x="2784956" y="2910460"/>
                    </a:lnTo>
                    <a:moveTo>
                      <a:pt x="2784956" y="2910460"/>
                    </a:moveTo>
                    <a:lnTo>
                      <a:pt x="2750841" y="2926740"/>
                    </a:lnTo>
                    <a:moveTo>
                      <a:pt x="2750841" y="2926740"/>
                    </a:moveTo>
                    <a:lnTo>
                      <a:pt x="2716727" y="2943020"/>
                    </a:lnTo>
                    <a:moveTo>
                      <a:pt x="2716727" y="2943020"/>
                    </a:moveTo>
                    <a:lnTo>
                      <a:pt x="2682612" y="2959300"/>
                    </a:lnTo>
                    <a:moveTo>
                      <a:pt x="2682612" y="2959300"/>
                    </a:moveTo>
                    <a:lnTo>
                      <a:pt x="2648497" y="2975580"/>
                    </a:lnTo>
                    <a:moveTo>
                      <a:pt x="2648497" y="2975580"/>
                    </a:moveTo>
                    <a:lnTo>
                      <a:pt x="2614383" y="2991859"/>
                    </a:lnTo>
                    <a:moveTo>
                      <a:pt x="2614383" y="2991859"/>
                    </a:moveTo>
                    <a:lnTo>
                      <a:pt x="2580268" y="3008139"/>
                    </a:lnTo>
                    <a:moveTo>
                      <a:pt x="2580268" y="3008139"/>
                    </a:moveTo>
                    <a:lnTo>
                      <a:pt x="2546153" y="3024419"/>
                    </a:lnTo>
                    <a:moveTo>
                      <a:pt x="2546153" y="3024419"/>
                    </a:moveTo>
                    <a:lnTo>
                      <a:pt x="2512039" y="3040699"/>
                    </a:lnTo>
                    <a:moveTo>
                      <a:pt x="2512039" y="3040699"/>
                    </a:moveTo>
                    <a:lnTo>
                      <a:pt x="2477924" y="3056979"/>
                    </a:lnTo>
                    <a:moveTo>
                      <a:pt x="2477924" y="3056979"/>
                    </a:moveTo>
                    <a:lnTo>
                      <a:pt x="2443810" y="3073259"/>
                    </a:lnTo>
                    <a:moveTo>
                      <a:pt x="2443810" y="3073259"/>
                    </a:moveTo>
                    <a:lnTo>
                      <a:pt x="2409695" y="3089538"/>
                    </a:lnTo>
                    <a:moveTo>
                      <a:pt x="2409695" y="3089538"/>
                    </a:moveTo>
                    <a:lnTo>
                      <a:pt x="2375580" y="3105818"/>
                    </a:lnTo>
                    <a:moveTo>
                      <a:pt x="2375580" y="3105818"/>
                    </a:moveTo>
                    <a:lnTo>
                      <a:pt x="2341466" y="3122098"/>
                    </a:lnTo>
                    <a:moveTo>
                      <a:pt x="2341466" y="3122098"/>
                    </a:moveTo>
                    <a:lnTo>
                      <a:pt x="2307351" y="3138378"/>
                    </a:lnTo>
                    <a:moveTo>
                      <a:pt x="2307351" y="3138378"/>
                    </a:moveTo>
                    <a:lnTo>
                      <a:pt x="2273237" y="3154658"/>
                    </a:lnTo>
                    <a:moveTo>
                      <a:pt x="2273237" y="3154658"/>
                    </a:moveTo>
                    <a:lnTo>
                      <a:pt x="2239122" y="3170938"/>
                    </a:lnTo>
                    <a:moveTo>
                      <a:pt x="2239122" y="3170938"/>
                    </a:moveTo>
                    <a:lnTo>
                      <a:pt x="2205007" y="3187217"/>
                    </a:lnTo>
                    <a:moveTo>
                      <a:pt x="2205007" y="3187217"/>
                    </a:moveTo>
                    <a:lnTo>
                      <a:pt x="2170893" y="3203497"/>
                    </a:lnTo>
                    <a:moveTo>
                      <a:pt x="2170893" y="3203497"/>
                    </a:moveTo>
                    <a:lnTo>
                      <a:pt x="2136778" y="3219777"/>
                    </a:lnTo>
                    <a:moveTo>
                      <a:pt x="2136778" y="3219777"/>
                    </a:moveTo>
                    <a:lnTo>
                      <a:pt x="2102663" y="3236057"/>
                    </a:lnTo>
                    <a:moveTo>
                      <a:pt x="2102663" y="3236057"/>
                    </a:moveTo>
                    <a:lnTo>
                      <a:pt x="2068549" y="3252337"/>
                    </a:lnTo>
                    <a:moveTo>
                      <a:pt x="2068549" y="3252337"/>
                    </a:moveTo>
                    <a:lnTo>
                      <a:pt x="2034434" y="3268617"/>
                    </a:lnTo>
                    <a:moveTo>
                      <a:pt x="2034434" y="3268617"/>
                    </a:moveTo>
                    <a:lnTo>
                      <a:pt x="2000320" y="3284896"/>
                    </a:lnTo>
                    <a:moveTo>
                      <a:pt x="2000320" y="3284896"/>
                    </a:moveTo>
                    <a:lnTo>
                      <a:pt x="1966205" y="3301176"/>
                    </a:lnTo>
                    <a:moveTo>
                      <a:pt x="1966205" y="3301176"/>
                    </a:moveTo>
                    <a:lnTo>
                      <a:pt x="1932090" y="3317456"/>
                    </a:lnTo>
                    <a:moveTo>
                      <a:pt x="1932090" y="3317456"/>
                    </a:moveTo>
                    <a:lnTo>
                      <a:pt x="1897976" y="3333736"/>
                    </a:lnTo>
                    <a:moveTo>
                      <a:pt x="1897976" y="3333736"/>
                    </a:moveTo>
                    <a:lnTo>
                      <a:pt x="1863861" y="3350016"/>
                    </a:lnTo>
                    <a:moveTo>
                      <a:pt x="1863861" y="3350016"/>
                    </a:moveTo>
                    <a:lnTo>
                      <a:pt x="1829747" y="3366296"/>
                    </a:lnTo>
                    <a:moveTo>
                      <a:pt x="1829747" y="3366296"/>
                    </a:moveTo>
                    <a:lnTo>
                      <a:pt x="1795632" y="3382576"/>
                    </a:lnTo>
                    <a:moveTo>
                      <a:pt x="1795632" y="3382576"/>
                    </a:moveTo>
                    <a:lnTo>
                      <a:pt x="1761517" y="3398855"/>
                    </a:lnTo>
                    <a:moveTo>
                      <a:pt x="1761517" y="3398855"/>
                    </a:moveTo>
                    <a:lnTo>
                      <a:pt x="1727403" y="3415135"/>
                    </a:lnTo>
                    <a:moveTo>
                      <a:pt x="1727403" y="3415135"/>
                    </a:moveTo>
                    <a:lnTo>
                      <a:pt x="1693288" y="3431415"/>
                    </a:lnTo>
                    <a:moveTo>
                      <a:pt x="1693288" y="3431415"/>
                    </a:moveTo>
                    <a:lnTo>
                      <a:pt x="1659174" y="3447695"/>
                    </a:lnTo>
                    <a:moveTo>
                      <a:pt x="1659174" y="3447695"/>
                    </a:moveTo>
                    <a:lnTo>
                      <a:pt x="1625059" y="3463975"/>
                    </a:lnTo>
                    <a:moveTo>
                      <a:pt x="1625059" y="3463975"/>
                    </a:moveTo>
                    <a:lnTo>
                      <a:pt x="1590944" y="3480255"/>
                    </a:lnTo>
                    <a:moveTo>
                      <a:pt x="1590944" y="3480255"/>
                    </a:moveTo>
                    <a:lnTo>
                      <a:pt x="1556830" y="3496534"/>
                    </a:lnTo>
                    <a:moveTo>
                      <a:pt x="1556830" y="3496534"/>
                    </a:moveTo>
                    <a:lnTo>
                      <a:pt x="1522715" y="3512814"/>
                    </a:lnTo>
                    <a:moveTo>
                      <a:pt x="1522715" y="3512814"/>
                    </a:moveTo>
                    <a:lnTo>
                      <a:pt x="1488600" y="3529094"/>
                    </a:lnTo>
                    <a:moveTo>
                      <a:pt x="1488600" y="3529094"/>
                    </a:moveTo>
                    <a:lnTo>
                      <a:pt x="1454486" y="3545374"/>
                    </a:lnTo>
                    <a:moveTo>
                      <a:pt x="1454486" y="3545374"/>
                    </a:moveTo>
                    <a:lnTo>
                      <a:pt x="1420371" y="3561654"/>
                    </a:lnTo>
                    <a:moveTo>
                      <a:pt x="1420371" y="3561654"/>
                    </a:moveTo>
                    <a:lnTo>
                      <a:pt x="1386257" y="3577934"/>
                    </a:lnTo>
                    <a:moveTo>
                      <a:pt x="1386257" y="3577934"/>
                    </a:moveTo>
                    <a:lnTo>
                      <a:pt x="1352142" y="3594213"/>
                    </a:lnTo>
                    <a:moveTo>
                      <a:pt x="1352142" y="3594213"/>
                    </a:moveTo>
                    <a:lnTo>
                      <a:pt x="1318027" y="3610493"/>
                    </a:lnTo>
                    <a:moveTo>
                      <a:pt x="1318027" y="3610493"/>
                    </a:moveTo>
                    <a:lnTo>
                      <a:pt x="1283913" y="3626773"/>
                    </a:lnTo>
                    <a:moveTo>
                      <a:pt x="1283913" y="3626773"/>
                    </a:moveTo>
                    <a:lnTo>
                      <a:pt x="1249798" y="3643053"/>
                    </a:lnTo>
                    <a:moveTo>
                      <a:pt x="1249798" y="3643053"/>
                    </a:moveTo>
                    <a:lnTo>
                      <a:pt x="1215684" y="3659333"/>
                    </a:lnTo>
                    <a:moveTo>
                      <a:pt x="1215684" y="3659333"/>
                    </a:moveTo>
                    <a:lnTo>
                      <a:pt x="1181569" y="3675613"/>
                    </a:lnTo>
                    <a:moveTo>
                      <a:pt x="1181569" y="3675613"/>
                    </a:moveTo>
                    <a:lnTo>
                      <a:pt x="1147454" y="3691893"/>
                    </a:lnTo>
                    <a:moveTo>
                      <a:pt x="1147454" y="3691893"/>
                    </a:moveTo>
                    <a:lnTo>
                      <a:pt x="1113340" y="3708172"/>
                    </a:lnTo>
                    <a:moveTo>
                      <a:pt x="1113340" y="3708172"/>
                    </a:moveTo>
                    <a:lnTo>
                      <a:pt x="1079225" y="3724452"/>
                    </a:lnTo>
                    <a:moveTo>
                      <a:pt x="1079225" y="3724452"/>
                    </a:moveTo>
                    <a:lnTo>
                      <a:pt x="1045111" y="3740732"/>
                    </a:lnTo>
                    <a:moveTo>
                      <a:pt x="1045111" y="3740732"/>
                    </a:moveTo>
                    <a:lnTo>
                      <a:pt x="1010996" y="3757012"/>
                    </a:lnTo>
                    <a:moveTo>
                      <a:pt x="1010996" y="3757012"/>
                    </a:moveTo>
                    <a:lnTo>
                      <a:pt x="976881" y="3773292"/>
                    </a:lnTo>
                    <a:moveTo>
                      <a:pt x="976881" y="3773292"/>
                    </a:moveTo>
                    <a:lnTo>
                      <a:pt x="942767" y="3789572"/>
                    </a:lnTo>
                    <a:moveTo>
                      <a:pt x="942767" y="3789572"/>
                    </a:moveTo>
                    <a:lnTo>
                      <a:pt x="908652" y="3805851"/>
                    </a:lnTo>
                    <a:moveTo>
                      <a:pt x="908652" y="3805851"/>
                    </a:moveTo>
                    <a:lnTo>
                      <a:pt x="874537" y="3822131"/>
                    </a:lnTo>
                    <a:moveTo>
                      <a:pt x="874537" y="3822131"/>
                    </a:moveTo>
                    <a:lnTo>
                      <a:pt x="840423" y="3838411"/>
                    </a:lnTo>
                    <a:moveTo>
                      <a:pt x="840423" y="3838411"/>
                    </a:moveTo>
                    <a:lnTo>
                      <a:pt x="806308" y="3854691"/>
                    </a:lnTo>
                    <a:moveTo>
                      <a:pt x="806308" y="3854691"/>
                    </a:moveTo>
                    <a:lnTo>
                      <a:pt x="772194" y="3870971"/>
                    </a:lnTo>
                    <a:moveTo>
                      <a:pt x="772194" y="3870971"/>
                    </a:moveTo>
                    <a:lnTo>
                      <a:pt x="738079" y="3887251"/>
                    </a:lnTo>
                    <a:moveTo>
                      <a:pt x="738079" y="3887251"/>
                    </a:moveTo>
                    <a:lnTo>
                      <a:pt x="703964" y="3903530"/>
                    </a:lnTo>
                    <a:moveTo>
                      <a:pt x="703964" y="3903530"/>
                    </a:moveTo>
                    <a:lnTo>
                      <a:pt x="669850" y="3919810"/>
                    </a:lnTo>
                    <a:moveTo>
                      <a:pt x="669850" y="3919810"/>
                    </a:moveTo>
                    <a:lnTo>
                      <a:pt x="663190" y="3922988"/>
                    </a:lnTo>
                    <a:lnTo>
                      <a:pt x="634493" y="3912894"/>
                    </a:lnTo>
                    <a:moveTo>
                      <a:pt x="634493" y="3912894"/>
                    </a:moveTo>
                    <a:lnTo>
                      <a:pt x="598834" y="3900352"/>
                    </a:lnTo>
                    <a:moveTo>
                      <a:pt x="598834" y="3900352"/>
                    </a:moveTo>
                    <a:lnTo>
                      <a:pt x="591014" y="3897601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98" name="Контур"/>
              <p:cNvSpPr/>
              <p:nvPr/>
            </p:nvSpPr>
            <p:spPr>
              <a:xfrm>
                <a:off x="7504255" y="5749498"/>
                <a:ext cx="1829671" cy="974519"/>
              </a:xfrm>
              <a:custGeom>
                <a:avLst/>
                <a:gdLst/>
                <a:ahLst/>
                <a:cxnLst/>
                <a:rect l="l" t="t" r="r" b="b"/>
                <a:pathLst>
                  <a:path w="1829671" h="974519" fill="none">
                    <a:moveTo>
                      <a:pt x="71163" y="974519"/>
                    </a:moveTo>
                    <a:lnTo>
                      <a:pt x="16917" y="860794"/>
                    </a:lnTo>
                    <a:moveTo>
                      <a:pt x="16917" y="860794"/>
                    </a:moveTo>
                    <a:lnTo>
                      <a:pt x="0" y="825327"/>
                    </a:lnTo>
                    <a:lnTo>
                      <a:pt x="78120" y="787710"/>
                    </a:lnTo>
                    <a:moveTo>
                      <a:pt x="78120" y="787710"/>
                    </a:moveTo>
                    <a:lnTo>
                      <a:pt x="183265" y="737081"/>
                    </a:lnTo>
                    <a:lnTo>
                      <a:pt x="191644" y="733046"/>
                    </a:lnTo>
                    <a:moveTo>
                      <a:pt x="191644" y="733046"/>
                    </a:moveTo>
                    <a:lnTo>
                      <a:pt x="305168" y="678381"/>
                    </a:lnTo>
                    <a:moveTo>
                      <a:pt x="305168" y="678381"/>
                    </a:moveTo>
                    <a:lnTo>
                      <a:pt x="418693" y="623716"/>
                    </a:lnTo>
                    <a:moveTo>
                      <a:pt x="418693" y="623716"/>
                    </a:moveTo>
                    <a:lnTo>
                      <a:pt x="532217" y="569051"/>
                    </a:lnTo>
                    <a:moveTo>
                      <a:pt x="532217" y="569051"/>
                    </a:moveTo>
                    <a:lnTo>
                      <a:pt x="645741" y="514386"/>
                    </a:lnTo>
                    <a:moveTo>
                      <a:pt x="645741" y="514386"/>
                    </a:moveTo>
                    <a:lnTo>
                      <a:pt x="759265" y="459722"/>
                    </a:lnTo>
                    <a:moveTo>
                      <a:pt x="759265" y="459722"/>
                    </a:moveTo>
                    <a:lnTo>
                      <a:pt x="872790" y="405057"/>
                    </a:lnTo>
                    <a:moveTo>
                      <a:pt x="872790" y="405057"/>
                    </a:moveTo>
                    <a:lnTo>
                      <a:pt x="986314" y="350392"/>
                    </a:lnTo>
                    <a:moveTo>
                      <a:pt x="986314" y="350392"/>
                    </a:moveTo>
                    <a:lnTo>
                      <a:pt x="1099838" y="295727"/>
                    </a:lnTo>
                    <a:moveTo>
                      <a:pt x="1099838" y="295727"/>
                    </a:moveTo>
                    <a:lnTo>
                      <a:pt x="1213362" y="241062"/>
                    </a:lnTo>
                    <a:moveTo>
                      <a:pt x="1213362" y="241062"/>
                    </a:moveTo>
                    <a:lnTo>
                      <a:pt x="1326887" y="186397"/>
                    </a:lnTo>
                    <a:moveTo>
                      <a:pt x="1326887" y="186397"/>
                    </a:moveTo>
                    <a:lnTo>
                      <a:pt x="1440411" y="131732"/>
                    </a:lnTo>
                    <a:moveTo>
                      <a:pt x="1440411" y="131732"/>
                    </a:moveTo>
                    <a:lnTo>
                      <a:pt x="1553935" y="77067"/>
                    </a:lnTo>
                    <a:moveTo>
                      <a:pt x="1553935" y="77067"/>
                    </a:moveTo>
                    <a:lnTo>
                      <a:pt x="1667459" y="22403"/>
                    </a:lnTo>
                    <a:moveTo>
                      <a:pt x="1667459" y="22403"/>
                    </a:moveTo>
                    <a:lnTo>
                      <a:pt x="1713983" y="0"/>
                    </a:lnTo>
                    <a:lnTo>
                      <a:pt x="1746732" y="66764"/>
                    </a:lnTo>
                    <a:moveTo>
                      <a:pt x="1746732" y="66764"/>
                    </a:moveTo>
                    <a:lnTo>
                      <a:pt x="1802220" y="179888"/>
                    </a:lnTo>
                    <a:moveTo>
                      <a:pt x="1802220" y="179888"/>
                    </a:moveTo>
                    <a:lnTo>
                      <a:pt x="1803533" y="182565"/>
                    </a:lnTo>
                    <a:lnTo>
                      <a:pt x="1829671" y="23647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99" name="Контур"/>
              <p:cNvSpPr/>
              <p:nvPr/>
            </p:nvSpPr>
            <p:spPr>
              <a:xfrm>
                <a:off x="7458871" y="5764246"/>
                <a:ext cx="1854469" cy="879854"/>
              </a:xfrm>
              <a:custGeom>
                <a:avLst/>
                <a:gdLst/>
                <a:ahLst/>
                <a:cxnLst/>
                <a:rect l="l" t="t" r="r" b="b"/>
                <a:pathLst>
                  <a:path w="1854469" h="879854" fill="none">
                    <a:moveTo>
                      <a:pt x="0" y="840863"/>
                    </a:moveTo>
                    <a:lnTo>
                      <a:pt x="48291" y="841760"/>
                    </a:lnTo>
                    <a:lnTo>
                      <a:pt x="18599" y="879854"/>
                    </a:lnTo>
                    <a:lnTo>
                      <a:pt x="0" y="840863"/>
                    </a:lnTo>
                    <a:lnTo>
                      <a:pt x="2325" y="845737"/>
                    </a:lnTo>
                    <a:lnTo>
                      <a:pt x="38543" y="846410"/>
                    </a:lnTo>
                    <a:lnTo>
                      <a:pt x="16274" y="874980"/>
                    </a:lnTo>
                    <a:lnTo>
                      <a:pt x="21148" y="872655"/>
                    </a:lnTo>
                    <a:lnTo>
                      <a:pt x="7199" y="843412"/>
                    </a:lnTo>
                    <a:lnTo>
                      <a:pt x="2325" y="845737"/>
                    </a:lnTo>
                    <a:lnTo>
                      <a:pt x="0" y="840863"/>
                    </a:lnTo>
                    <a:lnTo>
                      <a:pt x="14398" y="845961"/>
                    </a:lnTo>
                    <a:lnTo>
                      <a:pt x="12073" y="841087"/>
                    </a:lnTo>
                    <a:lnTo>
                      <a:pt x="26470" y="846185"/>
                    </a:lnTo>
                    <a:lnTo>
                      <a:pt x="24145" y="841311"/>
                    </a:lnTo>
                    <a:lnTo>
                      <a:pt x="43417" y="844085"/>
                    </a:lnTo>
                    <a:lnTo>
                      <a:pt x="33445" y="860807"/>
                    </a:lnTo>
                    <a:lnTo>
                      <a:pt x="31120" y="855933"/>
                    </a:lnTo>
                    <a:lnTo>
                      <a:pt x="26022" y="870331"/>
                    </a:lnTo>
                    <a:lnTo>
                      <a:pt x="23697" y="865457"/>
                    </a:lnTo>
                    <a:lnTo>
                      <a:pt x="18599" y="879854"/>
                    </a:lnTo>
                    <a:lnTo>
                      <a:pt x="18823" y="867782"/>
                    </a:lnTo>
                    <a:lnTo>
                      <a:pt x="11624" y="865232"/>
                    </a:lnTo>
                    <a:lnTo>
                      <a:pt x="14173" y="858034"/>
                    </a:lnTo>
                    <a:lnTo>
                      <a:pt x="6975" y="855485"/>
                    </a:lnTo>
                    <a:lnTo>
                      <a:pt x="9524" y="848286"/>
                    </a:lnTo>
                    <a:lnTo>
                      <a:pt x="0" y="840863"/>
                    </a:lnTo>
                    <a:lnTo>
                      <a:pt x="7199" y="843412"/>
                    </a:lnTo>
                    <a:lnTo>
                      <a:pt x="4650" y="850611"/>
                    </a:lnTo>
                    <a:lnTo>
                      <a:pt x="11849" y="853160"/>
                    </a:lnTo>
                    <a:lnTo>
                      <a:pt x="9299" y="860359"/>
                    </a:lnTo>
                    <a:lnTo>
                      <a:pt x="16498" y="862908"/>
                    </a:lnTo>
                    <a:lnTo>
                      <a:pt x="13949" y="870106"/>
                    </a:lnTo>
                    <a:lnTo>
                      <a:pt x="21148" y="872655"/>
                    </a:lnTo>
                    <a:lnTo>
                      <a:pt x="26022" y="870331"/>
                    </a:lnTo>
                    <a:lnTo>
                      <a:pt x="23697" y="865457"/>
                    </a:lnTo>
                    <a:lnTo>
                      <a:pt x="33445" y="860807"/>
                    </a:lnTo>
                    <a:lnTo>
                      <a:pt x="31120" y="855933"/>
                    </a:lnTo>
                    <a:lnTo>
                      <a:pt x="48291" y="841760"/>
                    </a:lnTo>
                    <a:lnTo>
                      <a:pt x="38543" y="846410"/>
                    </a:lnTo>
                    <a:lnTo>
                      <a:pt x="36218" y="841536"/>
                    </a:lnTo>
                    <a:lnTo>
                      <a:pt x="26470" y="846185"/>
                    </a:lnTo>
                    <a:lnTo>
                      <a:pt x="24145" y="841311"/>
                    </a:lnTo>
                    <a:lnTo>
                      <a:pt x="14398" y="845961"/>
                    </a:lnTo>
                    <a:lnTo>
                      <a:pt x="12073" y="841087"/>
                    </a:lnTo>
                    <a:lnTo>
                      <a:pt x="7199" y="843412"/>
                    </a:lnTo>
                    <a:moveTo>
                      <a:pt x="241981" y="655978"/>
                    </a:moveTo>
                    <a:lnTo>
                      <a:pt x="241262" y="704272"/>
                    </a:lnTo>
                    <a:lnTo>
                      <a:pt x="203059" y="674721"/>
                    </a:lnTo>
                    <a:lnTo>
                      <a:pt x="241981" y="655978"/>
                    </a:lnTo>
                    <a:lnTo>
                      <a:pt x="237116" y="658321"/>
                    </a:lnTo>
                    <a:lnTo>
                      <a:pt x="236577" y="694541"/>
                    </a:lnTo>
                    <a:lnTo>
                      <a:pt x="207924" y="672378"/>
                    </a:lnTo>
                    <a:lnTo>
                      <a:pt x="210267" y="677243"/>
                    </a:lnTo>
                    <a:lnTo>
                      <a:pt x="239459" y="663186"/>
                    </a:lnTo>
                    <a:lnTo>
                      <a:pt x="237116" y="658321"/>
                    </a:lnTo>
                    <a:lnTo>
                      <a:pt x="241981" y="655978"/>
                    </a:lnTo>
                    <a:lnTo>
                      <a:pt x="236936" y="670395"/>
                    </a:lnTo>
                    <a:lnTo>
                      <a:pt x="241802" y="668052"/>
                    </a:lnTo>
                    <a:lnTo>
                      <a:pt x="236757" y="682468"/>
                    </a:lnTo>
                    <a:lnTo>
                      <a:pt x="241622" y="680125"/>
                    </a:lnTo>
                    <a:lnTo>
                      <a:pt x="238920" y="699407"/>
                    </a:lnTo>
                    <a:lnTo>
                      <a:pt x="222161" y="689496"/>
                    </a:lnTo>
                    <a:lnTo>
                      <a:pt x="227026" y="687154"/>
                    </a:lnTo>
                    <a:lnTo>
                      <a:pt x="212610" y="682108"/>
                    </a:lnTo>
                    <a:lnTo>
                      <a:pt x="217475" y="679766"/>
                    </a:lnTo>
                    <a:lnTo>
                      <a:pt x="203059" y="674721"/>
                    </a:lnTo>
                    <a:lnTo>
                      <a:pt x="215132" y="674900"/>
                    </a:lnTo>
                    <a:lnTo>
                      <a:pt x="217655" y="667692"/>
                    </a:lnTo>
                    <a:lnTo>
                      <a:pt x="224863" y="670215"/>
                    </a:lnTo>
                    <a:lnTo>
                      <a:pt x="227385" y="663007"/>
                    </a:lnTo>
                    <a:lnTo>
                      <a:pt x="234594" y="665529"/>
                    </a:lnTo>
                    <a:lnTo>
                      <a:pt x="241981" y="655978"/>
                    </a:lnTo>
                    <a:lnTo>
                      <a:pt x="239459" y="663186"/>
                    </a:lnTo>
                    <a:lnTo>
                      <a:pt x="232251" y="660664"/>
                    </a:lnTo>
                    <a:lnTo>
                      <a:pt x="229728" y="667872"/>
                    </a:lnTo>
                    <a:lnTo>
                      <a:pt x="222520" y="665350"/>
                    </a:lnTo>
                    <a:lnTo>
                      <a:pt x="219998" y="672558"/>
                    </a:lnTo>
                    <a:lnTo>
                      <a:pt x="212790" y="670035"/>
                    </a:lnTo>
                    <a:lnTo>
                      <a:pt x="210267" y="677243"/>
                    </a:lnTo>
                    <a:lnTo>
                      <a:pt x="212610" y="682108"/>
                    </a:lnTo>
                    <a:lnTo>
                      <a:pt x="217475" y="679766"/>
                    </a:lnTo>
                    <a:lnTo>
                      <a:pt x="222161" y="689496"/>
                    </a:lnTo>
                    <a:lnTo>
                      <a:pt x="227026" y="687154"/>
                    </a:lnTo>
                    <a:lnTo>
                      <a:pt x="241262" y="704272"/>
                    </a:lnTo>
                    <a:lnTo>
                      <a:pt x="236577" y="694541"/>
                    </a:lnTo>
                    <a:lnTo>
                      <a:pt x="241442" y="692199"/>
                    </a:lnTo>
                    <a:lnTo>
                      <a:pt x="236757" y="682468"/>
                    </a:lnTo>
                    <a:lnTo>
                      <a:pt x="241622" y="680125"/>
                    </a:lnTo>
                    <a:lnTo>
                      <a:pt x="236936" y="670395"/>
                    </a:lnTo>
                    <a:lnTo>
                      <a:pt x="241802" y="668052"/>
                    </a:lnTo>
                    <a:lnTo>
                      <a:pt x="239459" y="663186"/>
                    </a:lnTo>
                    <a:moveTo>
                      <a:pt x="469030" y="546649"/>
                    </a:moveTo>
                    <a:lnTo>
                      <a:pt x="468311" y="594942"/>
                    </a:lnTo>
                    <a:lnTo>
                      <a:pt x="430107" y="565391"/>
                    </a:lnTo>
                    <a:lnTo>
                      <a:pt x="469030" y="546649"/>
                    </a:lnTo>
                    <a:lnTo>
                      <a:pt x="464165" y="548991"/>
                    </a:lnTo>
                    <a:lnTo>
                      <a:pt x="463625" y="585212"/>
                    </a:lnTo>
                    <a:lnTo>
                      <a:pt x="434973" y="563048"/>
                    </a:lnTo>
                    <a:lnTo>
                      <a:pt x="437315" y="567913"/>
                    </a:lnTo>
                    <a:lnTo>
                      <a:pt x="466507" y="553857"/>
                    </a:lnTo>
                    <a:lnTo>
                      <a:pt x="464165" y="548991"/>
                    </a:lnTo>
                    <a:lnTo>
                      <a:pt x="469030" y="546649"/>
                    </a:lnTo>
                    <a:lnTo>
                      <a:pt x="463985" y="561065"/>
                    </a:lnTo>
                    <a:lnTo>
                      <a:pt x="468850" y="558722"/>
                    </a:lnTo>
                    <a:lnTo>
                      <a:pt x="463805" y="573138"/>
                    </a:lnTo>
                    <a:lnTo>
                      <a:pt x="468670" y="570796"/>
                    </a:lnTo>
                    <a:lnTo>
                      <a:pt x="465968" y="590077"/>
                    </a:lnTo>
                    <a:lnTo>
                      <a:pt x="449209" y="580167"/>
                    </a:lnTo>
                    <a:lnTo>
                      <a:pt x="454074" y="577824"/>
                    </a:lnTo>
                    <a:lnTo>
                      <a:pt x="439658" y="572779"/>
                    </a:lnTo>
                    <a:lnTo>
                      <a:pt x="444524" y="570436"/>
                    </a:lnTo>
                    <a:lnTo>
                      <a:pt x="430107" y="565391"/>
                    </a:lnTo>
                    <a:lnTo>
                      <a:pt x="442181" y="565571"/>
                    </a:lnTo>
                    <a:lnTo>
                      <a:pt x="444703" y="558363"/>
                    </a:lnTo>
                    <a:lnTo>
                      <a:pt x="451911" y="560885"/>
                    </a:lnTo>
                    <a:lnTo>
                      <a:pt x="454434" y="553677"/>
                    </a:lnTo>
                    <a:lnTo>
                      <a:pt x="461642" y="556200"/>
                    </a:lnTo>
                    <a:lnTo>
                      <a:pt x="469030" y="546649"/>
                    </a:lnTo>
                    <a:lnTo>
                      <a:pt x="466507" y="553857"/>
                    </a:lnTo>
                    <a:lnTo>
                      <a:pt x="459299" y="551334"/>
                    </a:lnTo>
                    <a:lnTo>
                      <a:pt x="456777" y="558542"/>
                    </a:lnTo>
                    <a:lnTo>
                      <a:pt x="449569" y="556020"/>
                    </a:lnTo>
                    <a:lnTo>
                      <a:pt x="447046" y="563228"/>
                    </a:lnTo>
                    <a:lnTo>
                      <a:pt x="439838" y="560705"/>
                    </a:lnTo>
                    <a:lnTo>
                      <a:pt x="437315" y="567913"/>
                    </a:lnTo>
                    <a:lnTo>
                      <a:pt x="439658" y="572779"/>
                    </a:lnTo>
                    <a:lnTo>
                      <a:pt x="444524" y="570436"/>
                    </a:lnTo>
                    <a:lnTo>
                      <a:pt x="449209" y="580167"/>
                    </a:lnTo>
                    <a:lnTo>
                      <a:pt x="454074" y="577824"/>
                    </a:lnTo>
                    <a:lnTo>
                      <a:pt x="468311" y="594942"/>
                    </a:lnTo>
                    <a:lnTo>
                      <a:pt x="463625" y="585212"/>
                    </a:lnTo>
                    <a:lnTo>
                      <a:pt x="468491" y="582869"/>
                    </a:lnTo>
                    <a:lnTo>
                      <a:pt x="463805" y="573138"/>
                    </a:lnTo>
                    <a:lnTo>
                      <a:pt x="468670" y="570796"/>
                    </a:lnTo>
                    <a:lnTo>
                      <a:pt x="463985" y="561065"/>
                    </a:lnTo>
                    <a:lnTo>
                      <a:pt x="468850" y="558722"/>
                    </a:lnTo>
                    <a:lnTo>
                      <a:pt x="466507" y="553857"/>
                    </a:lnTo>
                    <a:moveTo>
                      <a:pt x="696078" y="437319"/>
                    </a:moveTo>
                    <a:lnTo>
                      <a:pt x="695359" y="485613"/>
                    </a:lnTo>
                    <a:lnTo>
                      <a:pt x="657156" y="456061"/>
                    </a:lnTo>
                    <a:lnTo>
                      <a:pt x="696078" y="437319"/>
                    </a:lnTo>
                    <a:lnTo>
                      <a:pt x="691213" y="439662"/>
                    </a:lnTo>
                    <a:lnTo>
                      <a:pt x="690674" y="475882"/>
                    </a:lnTo>
                    <a:lnTo>
                      <a:pt x="662021" y="453718"/>
                    </a:lnTo>
                    <a:lnTo>
                      <a:pt x="664364" y="458584"/>
                    </a:lnTo>
                    <a:lnTo>
                      <a:pt x="693556" y="444527"/>
                    </a:lnTo>
                    <a:lnTo>
                      <a:pt x="691213" y="439662"/>
                    </a:lnTo>
                    <a:lnTo>
                      <a:pt x="696078" y="437319"/>
                    </a:lnTo>
                    <a:lnTo>
                      <a:pt x="691033" y="451735"/>
                    </a:lnTo>
                    <a:lnTo>
                      <a:pt x="695899" y="449392"/>
                    </a:lnTo>
                    <a:lnTo>
                      <a:pt x="690854" y="463809"/>
                    </a:lnTo>
                    <a:lnTo>
                      <a:pt x="695719" y="461466"/>
                    </a:lnTo>
                    <a:lnTo>
                      <a:pt x="693017" y="480747"/>
                    </a:lnTo>
                    <a:lnTo>
                      <a:pt x="676258" y="470837"/>
                    </a:lnTo>
                    <a:lnTo>
                      <a:pt x="681123" y="468494"/>
                    </a:lnTo>
                    <a:lnTo>
                      <a:pt x="666707" y="463449"/>
                    </a:lnTo>
                    <a:lnTo>
                      <a:pt x="671572" y="461106"/>
                    </a:lnTo>
                    <a:lnTo>
                      <a:pt x="657156" y="456061"/>
                    </a:lnTo>
                    <a:lnTo>
                      <a:pt x="669229" y="456241"/>
                    </a:lnTo>
                    <a:lnTo>
                      <a:pt x="671752" y="449033"/>
                    </a:lnTo>
                    <a:lnTo>
                      <a:pt x="678960" y="451555"/>
                    </a:lnTo>
                    <a:lnTo>
                      <a:pt x="681482" y="444347"/>
                    </a:lnTo>
                    <a:lnTo>
                      <a:pt x="688691" y="446870"/>
                    </a:lnTo>
                    <a:lnTo>
                      <a:pt x="696078" y="437319"/>
                    </a:lnTo>
                    <a:lnTo>
                      <a:pt x="693556" y="444527"/>
                    </a:lnTo>
                    <a:lnTo>
                      <a:pt x="686348" y="442004"/>
                    </a:lnTo>
                    <a:lnTo>
                      <a:pt x="683825" y="449213"/>
                    </a:lnTo>
                    <a:lnTo>
                      <a:pt x="676617" y="446690"/>
                    </a:lnTo>
                    <a:lnTo>
                      <a:pt x="674095" y="453898"/>
                    </a:lnTo>
                    <a:lnTo>
                      <a:pt x="666886" y="451376"/>
                    </a:lnTo>
                    <a:lnTo>
                      <a:pt x="664364" y="458584"/>
                    </a:lnTo>
                    <a:lnTo>
                      <a:pt x="666707" y="463449"/>
                    </a:lnTo>
                    <a:lnTo>
                      <a:pt x="671572" y="461106"/>
                    </a:lnTo>
                    <a:lnTo>
                      <a:pt x="676258" y="470837"/>
                    </a:lnTo>
                    <a:lnTo>
                      <a:pt x="681123" y="468494"/>
                    </a:lnTo>
                    <a:lnTo>
                      <a:pt x="695359" y="485613"/>
                    </a:lnTo>
                    <a:lnTo>
                      <a:pt x="690674" y="475882"/>
                    </a:lnTo>
                    <a:lnTo>
                      <a:pt x="695539" y="473539"/>
                    </a:lnTo>
                    <a:lnTo>
                      <a:pt x="690854" y="463809"/>
                    </a:lnTo>
                    <a:lnTo>
                      <a:pt x="695719" y="461466"/>
                    </a:lnTo>
                    <a:lnTo>
                      <a:pt x="691033" y="451735"/>
                    </a:lnTo>
                    <a:lnTo>
                      <a:pt x="695899" y="449392"/>
                    </a:lnTo>
                    <a:lnTo>
                      <a:pt x="693556" y="444527"/>
                    </a:lnTo>
                    <a:moveTo>
                      <a:pt x="923127" y="327989"/>
                    </a:moveTo>
                    <a:lnTo>
                      <a:pt x="922408" y="376283"/>
                    </a:lnTo>
                    <a:lnTo>
                      <a:pt x="884204" y="346731"/>
                    </a:lnTo>
                    <a:lnTo>
                      <a:pt x="923127" y="327989"/>
                    </a:lnTo>
                    <a:lnTo>
                      <a:pt x="918262" y="330332"/>
                    </a:lnTo>
                    <a:lnTo>
                      <a:pt x="917722" y="366552"/>
                    </a:lnTo>
                    <a:lnTo>
                      <a:pt x="889070" y="344389"/>
                    </a:lnTo>
                    <a:lnTo>
                      <a:pt x="891412" y="349254"/>
                    </a:lnTo>
                    <a:lnTo>
                      <a:pt x="920604" y="335197"/>
                    </a:lnTo>
                    <a:lnTo>
                      <a:pt x="918262" y="330332"/>
                    </a:lnTo>
                    <a:lnTo>
                      <a:pt x="923127" y="327989"/>
                    </a:lnTo>
                    <a:lnTo>
                      <a:pt x="918082" y="342405"/>
                    </a:lnTo>
                    <a:lnTo>
                      <a:pt x="922947" y="340063"/>
                    </a:lnTo>
                    <a:lnTo>
                      <a:pt x="917902" y="354479"/>
                    </a:lnTo>
                    <a:lnTo>
                      <a:pt x="922767" y="352136"/>
                    </a:lnTo>
                    <a:lnTo>
                      <a:pt x="920065" y="371418"/>
                    </a:lnTo>
                    <a:lnTo>
                      <a:pt x="903306" y="361507"/>
                    </a:lnTo>
                    <a:lnTo>
                      <a:pt x="908171" y="359164"/>
                    </a:lnTo>
                    <a:lnTo>
                      <a:pt x="893755" y="354119"/>
                    </a:lnTo>
                    <a:lnTo>
                      <a:pt x="898620" y="351777"/>
                    </a:lnTo>
                    <a:lnTo>
                      <a:pt x="884204" y="346731"/>
                    </a:lnTo>
                    <a:lnTo>
                      <a:pt x="896278" y="346911"/>
                    </a:lnTo>
                    <a:lnTo>
                      <a:pt x="898800" y="339703"/>
                    </a:lnTo>
                    <a:lnTo>
                      <a:pt x="906008" y="342226"/>
                    </a:lnTo>
                    <a:lnTo>
                      <a:pt x="908531" y="335018"/>
                    </a:lnTo>
                    <a:lnTo>
                      <a:pt x="915739" y="337540"/>
                    </a:lnTo>
                    <a:lnTo>
                      <a:pt x="923127" y="327989"/>
                    </a:lnTo>
                    <a:lnTo>
                      <a:pt x="920604" y="335197"/>
                    </a:lnTo>
                    <a:lnTo>
                      <a:pt x="913396" y="332675"/>
                    </a:lnTo>
                    <a:lnTo>
                      <a:pt x="910874" y="339883"/>
                    </a:lnTo>
                    <a:lnTo>
                      <a:pt x="903666" y="337360"/>
                    </a:lnTo>
                    <a:lnTo>
                      <a:pt x="901143" y="344568"/>
                    </a:lnTo>
                    <a:lnTo>
                      <a:pt x="893935" y="342046"/>
                    </a:lnTo>
                    <a:lnTo>
                      <a:pt x="891412" y="349254"/>
                    </a:lnTo>
                    <a:lnTo>
                      <a:pt x="893755" y="354119"/>
                    </a:lnTo>
                    <a:lnTo>
                      <a:pt x="898620" y="351777"/>
                    </a:lnTo>
                    <a:lnTo>
                      <a:pt x="903306" y="361507"/>
                    </a:lnTo>
                    <a:lnTo>
                      <a:pt x="908171" y="359164"/>
                    </a:lnTo>
                    <a:lnTo>
                      <a:pt x="922408" y="376283"/>
                    </a:lnTo>
                    <a:lnTo>
                      <a:pt x="917722" y="366552"/>
                    </a:lnTo>
                    <a:lnTo>
                      <a:pt x="922588" y="364209"/>
                    </a:lnTo>
                    <a:lnTo>
                      <a:pt x="917902" y="354479"/>
                    </a:lnTo>
                    <a:lnTo>
                      <a:pt x="922767" y="352136"/>
                    </a:lnTo>
                    <a:lnTo>
                      <a:pt x="918082" y="342405"/>
                    </a:lnTo>
                    <a:lnTo>
                      <a:pt x="922947" y="340063"/>
                    </a:lnTo>
                    <a:lnTo>
                      <a:pt x="920604" y="335197"/>
                    </a:lnTo>
                    <a:moveTo>
                      <a:pt x="1150175" y="218659"/>
                    </a:moveTo>
                    <a:lnTo>
                      <a:pt x="1149456" y="266953"/>
                    </a:lnTo>
                    <a:lnTo>
                      <a:pt x="1111253" y="237402"/>
                    </a:lnTo>
                    <a:lnTo>
                      <a:pt x="1150175" y="218659"/>
                    </a:lnTo>
                    <a:lnTo>
                      <a:pt x="1145310" y="221002"/>
                    </a:lnTo>
                    <a:lnTo>
                      <a:pt x="1144771" y="257223"/>
                    </a:lnTo>
                    <a:lnTo>
                      <a:pt x="1116118" y="235059"/>
                    </a:lnTo>
                    <a:lnTo>
                      <a:pt x="1118461" y="239924"/>
                    </a:lnTo>
                    <a:lnTo>
                      <a:pt x="1147653" y="225868"/>
                    </a:lnTo>
                    <a:lnTo>
                      <a:pt x="1145310" y="221002"/>
                    </a:lnTo>
                    <a:lnTo>
                      <a:pt x="1150175" y="218659"/>
                    </a:lnTo>
                    <a:lnTo>
                      <a:pt x="1145130" y="233076"/>
                    </a:lnTo>
                    <a:lnTo>
                      <a:pt x="1149996" y="230733"/>
                    </a:lnTo>
                    <a:lnTo>
                      <a:pt x="1144951" y="245149"/>
                    </a:lnTo>
                    <a:lnTo>
                      <a:pt x="1149816" y="242806"/>
                    </a:lnTo>
                    <a:lnTo>
                      <a:pt x="1147114" y="262088"/>
                    </a:lnTo>
                    <a:lnTo>
                      <a:pt x="1130355" y="252177"/>
                    </a:lnTo>
                    <a:lnTo>
                      <a:pt x="1135220" y="249835"/>
                    </a:lnTo>
                    <a:lnTo>
                      <a:pt x="1120804" y="244790"/>
                    </a:lnTo>
                    <a:lnTo>
                      <a:pt x="1125669" y="242447"/>
                    </a:lnTo>
                    <a:lnTo>
                      <a:pt x="1111253" y="237402"/>
                    </a:lnTo>
                    <a:lnTo>
                      <a:pt x="1123326" y="237581"/>
                    </a:lnTo>
                    <a:lnTo>
                      <a:pt x="1125849" y="230373"/>
                    </a:lnTo>
                    <a:lnTo>
                      <a:pt x="1133057" y="232896"/>
                    </a:lnTo>
                    <a:lnTo>
                      <a:pt x="1135579" y="225688"/>
                    </a:lnTo>
                    <a:lnTo>
                      <a:pt x="1142787" y="228210"/>
                    </a:lnTo>
                    <a:lnTo>
                      <a:pt x="1150175" y="218659"/>
                    </a:lnTo>
                    <a:lnTo>
                      <a:pt x="1147653" y="225868"/>
                    </a:lnTo>
                    <a:lnTo>
                      <a:pt x="1140445" y="223345"/>
                    </a:lnTo>
                    <a:lnTo>
                      <a:pt x="1137922" y="230553"/>
                    </a:lnTo>
                    <a:lnTo>
                      <a:pt x="1130714" y="228031"/>
                    </a:lnTo>
                    <a:lnTo>
                      <a:pt x="1128192" y="235239"/>
                    </a:lnTo>
                    <a:lnTo>
                      <a:pt x="1120983" y="232716"/>
                    </a:lnTo>
                    <a:lnTo>
                      <a:pt x="1118461" y="239924"/>
                    </a:lnTo>
                    <a:lnTo>
                      <a:pt x="1120804" y="244790"/>
                    </a:lnTo>
                    <a:lnTo>
                      <a:pt x="1125669" y="242447"/>
                    </a:lnTo>
                    <a:lnTo>
                      <a:pt x="1130355" y="252177"/>
                    </a:lnTo>
                    <a:lnTo>
                      <a:pt x="1135220" y="249835"/>
                    </a:lnTo>
                    <a:lnTo>
                      <a:pt x="1149456" y="266953"/>
                    </a:lnTo>
                    <a:lnTo>
                      <a:pt x="1144771" y="257223"/>
                    </a:lnTo>
                    <a:lnTo>
                      <a:pt x="1149636" y="254880"/>
                    </a:lnTo>
                    <a:lnTo>
                      <a:pt x="1144951" y="245149"/>
                    </a:lnTo>
                    <a:lnTo>
                      <a:pt x="1149816" y="242806"/>
                    </a:lnTo>
                    <a:lnTo>
                      <a:pt x="1145130" y="233076"/>
                    </a:lnTo>
                    <a:lnTo>
                      <a:pt x="1149996" y="230733"/>
                    </a:lnTo>
                    <a:lnTo>
                      <a:pt x="1147653" y="225868"/>
                    </a:lnTo>
                    <a:moveTo>
                      <a:pt x="1377224" y="109330"/>
                    </a:moveTo>
                    <a:lnTo>
                      <a:pt x="1376505" y="157623"/>
                    </a:lnTo>
                    <a:lnTo>
                      <a:pt x="1338301" y="128072"/>
                    </a:lnTo>
                    <a:lnTo>
                      <a:pt x="1377224" y="109330"/>
                    </a:lnTo>
                    <a:lnTo>
                      <a:pt x="1372359" y="111672"/>
                    </a:lnTo>
                    <a:lnTo>
                      <a:pt x="1371819" y="147893"/>
                    </a:lnTo>
                    <a:lnTo>
                      <a:pt x="1343167" y="125729"/>
                    </a:lnTo>
                    <a:lnTo>
                      <a:pt x="1345509" y="130594"/>
                    </a:lnTo>
                    <a:lnTo>
                      <a:pt x="1374701" y="116538"/>
                    </a:lnTo>
                    <a:lnTo>
                      <a:pt x="1372359" y="111672"/>
                    </a:lnTo>
                    <a:lnTo>
                      <a:pt x="1377224" y="109330"/>
                    </a:lnTo>
                    <a:lnTo>
                      <a:pt x="1372179" y="123746"/>
                    </a:lnTo>
                    <a:lnTo>
                      <a:pt x="1377044" y="121403"/>
                    </a:lnTo>
                    <a:lnTo>
                      <a:pt x="1371999" y="135819"/>
                    </a:lnTo>
                    <a:lnTo>
                      <a:pt x="1376864" y="133477"/>
                    </a:lnTo>
                    <a:lnTo>
                      <a:pt x="1374162" y="152758"/>
                    </a:lnTo>
                    <a:lnTo>
                      <a:pt x="1357403" y="142848"/>
                    </a:lnTo>
                    <a:lnTo>
                      <a:pt x="1362268" y="140505"/>
                    </a:lnTo>
                    <a:lnTo>
                      <a:pt x="1347852" y="135460"/>
                    </a:lnTo>
                    <a:lnTo>
                      <a:pt x="1352717" y="133117"/>
                    </a:lnTo>
                    <a:lnTo>
                      <a:pt x="1338301" y="128072"/>
                    </a:lnTo>
                    <a:lnTo>
                      <a:pt x="1350375" y="128252"/>
                    </a:lnTo>
                    <a:lnTo>
                      <a:pt x="1352897" y="121044"/>
                    </a:lnTo>
                    <a:lnTo>
                      <a:pt x="1360105" y="123566"/>
                    </a:lnTo>
                    <a:lnTo>
                      <a:pt x="1362628" y="116358"/>
                    </a:lnTo>
                    <a:lnTo>
                      <a:pt x="1369836" y="118881"/>
                    </a:lnTo>
                    <a:lnTo>
                      <a:pt x="1377224" y="109330"/>
                    </a:lnTo>
                    <a:lnTo>
                      <a:pt x="1374701" y="116538"/>
                    </a:lnTo>
                    <a:lnTo>
                      <a:pt x="1367493" y="114015"/>
                    </a:lnTo>
                    <a:lnTo>
                      <a:pt x="1364971" y="121223"/>
                    </a:lnTo>
                    <a:lnTo>
                      <a:pt x="1357763" y="118701"/>
                    </a:lnTo>
                    <a:lnTo>
                      <a:pt x="1355240" y="125909"/>
                    </a:lnTo>
                    <a:lnTo>
                      <a:pt x="1348032" y="123386"/>
                    </a:lnTo>
                    <a:lnTo>
                      <a:pt x="1345509" y="130594"/>
                    </a:lnTo>
                    <a:lnTo>
                      <a:pt x="1347852" y="135460"/>
                    </a:lnTo>
                    <a:lnTo>
                      <a:pt x="1352717" y="133117"/>
                    </a:lnTo>
                    <a:lnTo>
                      <a:pt x="1357403" y="142848"/>
                    </a:lnTo>
                    <a:lnTo>
                      <a:pt x="1362268" y="140505"/>
                    </a:lnTo>
                    <a:lnTo>
                      <a:pt x="1376505" y="157623"/>
                    </a:lnTo>
                    <a:lnTo>
                      <a:pt x="1371819" y="147893"/>
                    </a:lnTo>
                    <a:lnTo>
                      <a:pt x="1376685" y="145550"/>
                    </a:lnTo>
                    <a:lnTo>
                      <a:pt x="1371999" y="135819"/>
                    </a:lnTo>
                    <a:lnTo>
                      <a:pt x="1376864" y="133477"/>
                    </a:lnTo>
                    <a:lnTo>
                      <a:pt x="1372179" y="123746"/>
                    </a:lnTo>
                    <a:lnTo>
                      <a:pt x="1377044" y="121403"/>
                    </a:lnTo>
                    <a:lnTo>
                      <a:pt x="1374701" y="116538"/>
                    </a:lnTo>
                    <a:moveTo>
                      <a:pt x="1604272" y="0"/>
                    </a:moveTo>
                    <a:lnTo>
                      <a:pt x="1603553" y="48294"/>
                    </a:lnTo>
                    <a:lnTo>
                      <a:pt x="1565350" y="18742"/>
                    </a:lnTo>
                    <a:lnTo>
                      <a:pt x="1604272" y="0"/>
                    </a:lnTo>
                    <a:lnTo>
                      <a:pt x="1599407" y="2343"/>
                    </a:lnTo>
                    <a:lnTo>
                      <a:pt x="1598868" y="38563"/>
                    </a:lnTo>
                    <a:lnTo>
                      <a:pt x="1570215" y="16399"/>
                    </a:lnTo>
                    <a:lnTo>
                      <a:pt x="1572558" y="21265"/>
                    </a:lnTo>
                    <a:lnTo>
                      <a:pt x="1601750" y="7208"/>
                    </a:lnTo>
                    <a:lnTo>
                      <a:pt x="1599407" y="2343"/>
                    </a:lnTo>
                    <a:lnTo>
                      <a:pt x="1604272" y="0"/>
                    </a:lnTo>
                    <a:lnTo>
                      <a:pt x="1599227" y="14416"/>
                    </a:lnTo>
                    <a:lnTo>
                      <a:pt x="1604093" y="12073"/>
                    </a:lnTo>
                    <a:lnTo>
                      <a:pt x="1599047" y="26490"/>
                    </a:lnTo>
                    <a:lnTo>
                      <a:pt x="1603913" y="24147"/>
                    </a:lnTo>
                    <a:lnTo>
                      <a:pt x="1601210" y="43428"/>
                    </a:lnTo>
                    <a:lnTo>
                      <a:pt x="1584451" y="33518"/>
                    </a:lnTo>
                    <a:lnTo>
                      <a:pt x="1589317" y="31175"/>
                    </a:lnTo>
                    <a:lnTo>
                      <a:pt x="1574901" y="26130"/>
                    </a:lnTo>
                    <a:lnTo>
                      <a:pt x="1579766" y="23787"/>
                    </a:lnTo>
                    <a:lnTo>
                      <a:pt x="1565350" y="18742"/>
                    </a:lnTo>
                    <a:lnTo>
                      <a:pt x="1577423" y="18922"/>
                    </a:lnTo>
                    <a:lnTo>
                      <a:pt x="1579946" y="11714"/>
                    </a:lnTo>
                    <a:lnTo>
                      <a:pt x="1587154" y="14236"/>
                    </a:lnTo>
                    <a:lnTo>
                      <a:pt x="1589676" y="7028"/>
                    </a:lnTo>
                    <a:lnTo>
                      <a:pt x="1596884" y="9551"/>
                    </a:lnTo>
                    <a:lnTo>
                      <a:pt x="1604272" y="0"/>
                    </a:lnTo>
                    <a:lnTo>
                      <a:pt x="1601750" y="7208"/>
                    </a:lnTo>
                    <a:lnTo>
                      <a:pt x="1594542" y="4686"/>
                    </a:lnTo>
                    <a:lnTo>
                      <a:pt x="1592019" y="11894"/>
                    </a:lnTo>
                    <a:lnTo>
                      <a:pt x="1584811" y="9371"/>
                    </a:lnTo>
                    <a:lnTo>
                      <a:pt x="1582288" y="16579"/>
                    </a:lnTo>
                    <a:lnTo>
                      <a:pt x="1575080" y="14057"/>
                    </a:lnTo>
                    <a:lnTo>
                      <a:pt x="1572558" y="21265"/>
                    </a:lnTo>
                    <a:lnTo>
                      <a:pt x="1574901" y="26130"/>
                    </a:lnTo>
                    <a:lnTo>
                      <a:pt x="1579766" y="23787"/>
                    </a:lnTo>
                    <a:lnTo>
                      <a:pt x="1584451" y="33518"/>
                    </a:lnTo>
                    <a:lnTo>
                      <a:pt x="1589317" y="31175"/>
                    </a:lnTo>
                    <a:lnTo>
                      <a:pt x="1603553" y="48294"/>
                    </a:lnTo>
                    <a:lnTo>
                      <a:pt x="1598868" y="38563"/>
                    </a:lnTo>
                    <a:lnTo>
                      <a:pt x="1603733" y="36220"/>
                    </a:lnTo>
                    <a:lnTo>
                      <a:pt x="1599047" y="26490"/>
                    </a:lnTo>
                    <a:lnTo>
                      <a:pt x="1603913" y="24147"/>
                    </a:lnTo>
                    <a:lnTo>
                      <a:pt x="1599227" y="14416"/>
                    </a:lnTo>
                    <a:lnTo>
                      <a:pt x="1604093" y="12073"/>
                    </a:lnTo>
                    <a:lnTo>
                      <a:pt x="1601750" y="7208"/>
                    </a:lnTo>
                    <a:moveTo>
                      <a:pt x="1854469" y="56516"/>
                    </a:moveTo>
                    <a:lnTo>
                      <a:pt x="1806172" y="56148"/>
                    </a:lnTo>
                    <a:lnTo>
                      <a:pt x="1835445" y="17731"/>
                    </a:lnTo>
                    <a:lnTo>
                      <a:pt x="1854469" y="56516"/>
                    </a:lnTo>
                    <a:lnTo>
                      <a:pt x="1852091" y="51668"/>
                    </a:lnTo>
                    <a:lnTo>
                      <a:pt x="1815868" y="51392"/>
                    </a:lnTo>
                    <a:lnTo>
                      <a:pt x="1837823" y="22579"/>
                    </a:lnTo>
                    <a:lnTo>
                      <a:pt x="1832975" y="24957"/>
                    </a:lnTo>
                    <a:lnTo>
                      <a:pt x="1847243" y="54046"/>
                    </a:lnTo>
                    <a:lnTo>
                      <a:pt x="1852091" y="51668"/>
                    </a:lnTo>
                    <a:lnTo>
                      <a:pt x="1854469" y="56516"/>
                    </a:lnTo>
                    <a:lnTo>
                      <a:pt x="1840017" y="51576"/>
                    </a:lnTo>
                    <a:lnTo>
                      <a:pt x="1842395" y="56424"/>
                    </a:lnTo>
                    <a:lnTo>
                      <a:pt x="1827943" y="51484"/>
                    </a:lnTo>
                    <a:lnTo>
                      <a:pt x="1830321" y="56332"/>
                    </a:lnTo>
                    <a:lnTo>
                      <a:pt x="1811020" y="53770"/>
                    </a:lnTo>
                    <a:lnTo>
                      <a:pt x="1820808" y="36940"/>
                    </a:lnTo>
                    <a:lnTo>
                      <a:pt x="1823186" y="41788"/>
                    </a:lnTo>
                    <a:lnTo>
                      <a:pt x="1828127" y="27335"/>
                    </a:lnTo>
                    <a:lnTo>
                      <a:pt x="1830505" y="32184"/>
                    </a:lnTo>
                    <a:lnTo>
                      <a:pt x="1835445" y="17731"/>
                    </a:lnTo>
                    <a:lnTo>
                      <a:pt x="1835353" y="29806"/>
                    </a:lnTo>
                    <a:lnTo>
                      <a:pt x="1842579" y="32276"/>
                    </a:lnTo>
                    <a:lnTo>
                      <a:pt x="1840109" y="39502"/>
                    </a:lnTo>
                    <a:lnTo>
                      <a:pt x="1847335" y="41972"/>
                    </a:lnTo>
                    <a:lnTo>
                      <a:pt x="1844865" y="49198"/>
                    </a:lnTo>
                    <a:lnTo>
                      <a:pt x="1854469" y="56516"/>
                    </a:lnTo>
                    <a:lnTo>
                      <a:pt x="1847243" y="54046"/>
                    </a:lnTo>
                    <a:lnTo>
                      <a:pt x="1849713" y="46820"/>
                    </a:lnTo>
                    <a:lnTo>
                      <a:pt x="1842487" y="44350"/>
                    </a:lnTo>
                    <a:lnTo>
                      <a:pt x="1844957" y="37124"/>
                    </a:lnTo>
                    <a:lnTo>
                      <a:pt x="1837731" y="34654"/>
                    </a:lnTo>
                    <a:lnTo>
                      <a:pt x="1840201" y="27427"/>
                    </a:lnTo>
                    <a:lnTo>
                      <a:pt x="1832975" y="24957"/>
                    </a:lnTo>
                    <a:lnTo>
                      <a:pt x="1828127" y="27335"/>
                    </a:lnTo>
                    <a:lnTo>
                      <a:pt x="1830505" y="32184"/>
                    </a:lnTo>
                    <a:lnTo>
                      <a:pt x="1820808" y="36940"/>
                    </a:lnTo>
                    <a:lnTo>
                      <a:pt x="1823186" y="41788"/>
                    </a:lnTo>
                    <a:lnTo>
                      <a:pt x="1806172" y="56148"/>
                    </a:lnTo>
                    <a:lnTo>
                      <a:pt x="1815868" y="51392"/>
                    </a:lnTo>
                    <a:lnTo>
                      <a:pt x="1818246" y="56240"/>
                    </a:lnTo>
                    <a:lnTo>
                      <a:pt x="1827943" y="51484"/>
                    </a:lnTo>
                    <a:lnTo>
                      <a:pt x="1830321" y="56332"/>
                    </a:lnTo>
                    <a:lnTo>
                      <a:pt x="1840017" y="51576"/>
                    </a:lnTo>
                    <a:lnTo>
                      <a:pt x="1842395" y="56424"/>
                    </a:lnTo>
                    <a:lnTo>
                      <a:pt x="1847243" y="5404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00" name="Контур"/>
              <p:cNvSpPr/>
              <p:nvPr/>
            </p:nvSpPr>
            <p:spPr>
              <a:xfrm>
                <a:off x="2968915" y="9095288"/>
                <a:ext cx="522953" cy="1092712"/>
              </a:xfrm>
              <a:custGeom>
                <a:avLst/>
                <a:gdLst/>
                <a:ahLst/>
                <a:cxnLst/>
                <a:rect l="l" t="t" r="r" b="b"/>
                <a:pathLst>
                  <a:path w="522953" h="1092712" fill="none">
                    <a:moveTo>
                      <a:pt x="0" y="0"/>
                    </a:moveTo>
                    <a:lnTo>
                      <a:pt x="16318" y="34096"/>
                    </a:lnTo>
                    <a:moveTo>
                      <a:pt x="16318" y="34096"/>
                    </a:moveTo>
                    <a:lnTo>
                      <a:pt x="32636" y="68192"/>
                    </a:lnTo>
                    <a:moveTo>
                      <a:pt x="32636" y="68192"/>
                    </a:moveTo>
                    <a:lnTo>
                      <a:pt x="41246" y="86182"/>
                    </a:lnTo>
                    <a:moveTo>
                      <a:pt x="41246" y="86182"/>
                    </a:moveTo>
                    <a:lnTo>
                      <a:pt x="57564" y="120278"/>
                    </a:lnTo>
                    <a:moveTo>
                      <a:pt x="57564" y="120278"/>
                    </a:moveTo>
                    <a:lnTo>
                      <a:pt x="73882" y="154375"/>
                    </a:lnTo>
                    <a:moveTo>
                      <a:pt x="73882" y="154375"/>
                    </a:moveTo>
                    <a:lnTo>
                      <a:pt x="90200" y="188471"/>
                    </a:lnTo>
                    <a:moveTo>
                      <a:pt x="90200" y="188471"/>
                    </a:moveTo>
                    <a:lnTo>
                      <a:pt x="106518" y="222568"/>
                    </a:lnTo>
                    <a:moveTo>
                      <a:pt x="106518" y="222568"/>
                    </a:moveTo>
                    <a:lnTo>
                      <a:pt x="122836" y="256664"/>
                    </a:lnTo>
                    <a:moveTo>
                      <a:pt x="122836" y="256664"/>
                    </a:moveTo>
                    <a:lnTo>
                      <a:pt x="139153" y="290760"/>
                    </a:lnTo>
                    <a:moveTo>
                      <a:pt x="139153" y="290760"/>
                    </a:moveTo>
                    <a:lnTo>
                      <a:pt x="155471" y="324857"/>
                    </a:lnTo>
                    <a:moveTo>
                      <a:pt x="155471" y="324857"/>
                    </a:moveTo>
                    <a:lnTo>
                      <a:pt x="171789" y="358953"/>
                    </a:lnTo>
                    <a:moveTo>
                      <a:pt x="171789" y="358953"/>
                    </a:moveTo>
                    <a:lnTo>
                      <a:pt x="188107" y="393050"/>
                    </a:lnTo>
                    <a:moveTo>
                      <a:pt x="188107" y="393050"/>
                    </a:moveTo>
                    <a:lnTo>
                      <a:pt x="204425" y="427146"/>
                    </a:lnTo>
                    <a:moveTo>
                      <a:pt x="204425" y="427146"/>
                    </a:moveTo>
                    <a:lnTo>
                      <a:pt x="220743" y="461242"/>
                    </a:lnTo>
                    <a:moveTo>
                      <a:pt x="220743" y="461242"/>
                    </a:moveTo>
                    <a:lnTo>
                      <a:pt x="237061" y="495339"/>
                    </a:lnTo>
                    <a:moveTo>
                      <a:pt x="237061" y="495339"/>
                    </a:moveTo>
                    <a:lnTo>
                      <a:pt x="253379" y="529435"/>
                    </a:lnTo>
                    <a:moveTo>
                      <a:pt x="253379" y="529435"/>
                    </a:moveTo>
                    <a:lnTo>
                      <a:pt x="269697" y="563532"/>
                    </a:lnTo>
                    <a:moveTo>
                      <a:pt x="269697" y="563532"/>
                    </a:moveTo>
                    <a:lnTo>
                      <a:pt x="286015" y="597628"/>
                    </a:lnTo>
                    <a:moveTo>
                      <a:pt x="286015" y="597628"/>
                    </a:moveTo>
                    <a:lnTo>
                      <a:pt x="302333" y="631724"/>
                    </a:lnTo>
                    <a:moveTo>
                      <a:pt x="302333" y="631724"/>
                    </a:moveTo>
                    <a:lnTo>
                      <a:pt x="318651" y="665821"/>
                    </a:lnTo>
                    <a:moveTo>
                      <a:pt x="318651" y="665821"/>
                    </a:moveTo>
                    <a:lnTo>
                      <a:pt x="334969" y="699917"/>
                    </a:lnTo>
                    <a:moveTo>
                      <a:pt x="334969" y="699917"/>
                    </a:moveTo>
                    <a:lnTo>
                      <a:pt x="351287" y="734014"/>
                    </a:lnTo>
                    <a:moveTo>
                      <a:pt x="351287" y="734014"/>
                    </a:moveTo>
                    <a:lnTo>
                      <a:pt x="367605" y="768110"/>
                    </a:lnTo>
                    <a:moveTo>
                      <a:pt x="367605" y="768110"/>
                    </a:moveTo>
                    <a:lnTo>
                      <a:pt x="383923" y="802206"/>
                    </a:lnTo>
                    <a:moveTo>
                      <a:pt x="383923" y="802206"/>
                    </a:moveTo>
                    <a:lnTo>
                      <a:pt x="400241" y="836303"/>
                    </a:lnTo>
                    <a:moveTo>
                      <a:pt x="400241" y="836303"/>
                    </a:moveTo>
                    <a:lnTo>
                      <a:pt x="416558" y="870399"/>
                    </a:lnTo>
                    <a:moveTo>
                      <a:pt x="416558" y="870399"/>
                    </a:moveTo>
                    <a:lnTo>
                      <a:pt x="432876" y="904496"/>
                    </a:lnTo>
                    <a:moveTo>
                      <a:pt x="432876" y="904496"/>
                    </a:moveTo>
                    <a:lnTo>
                      <a:pt x="449194" y="938592"/>
                    </a:lnTo>
                    <a:moveTo>
                      <a:pt x="449194" y="938592"/>
                    </a:moveTo>
                    <a:lnTo>
                      <a:pt x="465512" y="972688"/>
                    </a:lnTo>
                    <a:moveTo>
                      <a:pt x="465512" y="972688"/>
                    </a:moveTo>
                    <a:lnTo>
                      <a:pt x="481830" y="1006785"/>
                    </a:lnTo>
                    <a:moveTo>
                      <a:pt x="481830" y="1006785"/>
                    </a:moveTo>
                    <a:lnTo>
                      <a:pt x="498148" y="1040881"/>
                    </a:lnTo>
                    <a:moveTo>
                      <a:pt x="498148" y="1040881"/>
                    </a:moveTo>
                    <a:lnTo>
                      <a:pt x="514466" y="1074978"/>
                    </a:lnTo>
                    <a:moveTo>
                      <a:pt x="514466" y="1074978"/>
                    </a:moveTo>
                    <a:lnTo>
                      <a:pt x="522953" y="109271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01" name="Контур"/>
              <p:cNvSpPr/>
              <p:nvPr/>
            </p:nvSpPr>
            <p:spPr>
              <a:xfrm>
                <a:off x="3010161" y="8874703"/>
                <a:ext cx="310795" cy="306767"/>
              </a:xfrm>
              <a:custGeom>
                <a:avLst/>
                <a:gdLst/>
                <a:ahLst/>
                <a:cxnLst/>
                <a:rect l="l" t="t" r="r" b="b"/>
                <a:pathLst>
                  <a:path w="310795" h="306767" fill="none">
                    <a:moveTo>
                      <a:pt x="0" y="306767"/>
                    </a:moveTo>
                    <a:lnTo>
                      <a:pt x="153592" y="212753"/>
                    </a:lnTo>
                    <a:lnTo>
                      <a:pt x="310246" y="130086"/>
                    </a:lnTo>
                    <a:lnTo>
                      <a:pt x="306702" y="124256"/>
                    </a:lnTo>
                    <a:lnTo>
                      <a:pt x="253443" y="35937"/>
                    </a:lnTo>
                    <a:moveTo>
                      <a:pt x="253443" y="35937"/>
                    </a:moveTo>
                    <a:lnTo>
                      <a:pt x="310795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102" name="Контур"/>
              <p:cNvSpPr/>
              <p:nvPr/>
            </p:nvSpPr>
            <p:spPr>
              <a:xfrm>
                <a:off x="2975843" y="8045537"/>
                <a:ext cx="960702" cy="601997"/>
              </a:xfrm>
              <a:custGeom>
                <a:avLst/>
                <a:gdLst/>
                <a:ahLst/>
                <a:cxnLst/>
                <a:rect l="l" t="t" r="r" b="b"/>
                <a:pathLst>
                  <a:path w="960702" h="601997" fill="none">
                    <a:moveTo>
                      <a:pt x="0" y="601997"/>
                    </a:moveTo>
                    <a:lnTo>
                      <a:pt x="32031" y="581926"/>
                    </a:lnTo>
                    <a:moveTo>
                      <a:pt x="32031" y="581926"/>
                    </a:moveTo>
                    <a:lnTo>
                      <a:pt x="64062" y="561855"/>
                    </a:lnTo>
                    <a:moveTo>
                      <a:pt x="64062" y="561855"/>
                    </a:moveTo>
                    <a:lnTo>
                      <a:pt x="96093" y="541783"/>
                    </a:lnTo>
                    <a:moveTo>
                      <a:pt x="96093" y="541783"/>
                    </a:moveTo>
                    <a:lnTo>
                      <a:pt x="128124" y="521712"/>
                    </a:lnTo>
                    <a:moveTo>
                      <a:pt x="128124" y="521712"/>
                    </a:moveTo>
                    <a:lnTo>
                      <a:pt x="160155" y="501640"/>
                    </a:lnTo>
                    <a:moveTo>
                      <a:pt x="160155" y="501640"/>
                    </a:moveTo>
                    <a:lnTo>
                      <a:pt x="192186" y="481569"/>
                    </a:lnTo>
                    <a:moveTo>
                      <a:pt x="192186" y="481569"/>
                    </a:moveTo>
                    <a:lnTo>
                      <a:pt x="224217" y="461498"/>
                    </a:lnTo>
                    <a:moveTo>
                      <a:pt x="224217" y="461498"/>
                    </a:moveTo>
                    <a:lnTo>
                      <a:pt x="256248" y="441426"/>
                    </a:lnTo>
                    <a:moveTo>
                      <a:pt x="256248" y="441426"/>
                    </a:moveTo>
                    <a:lnTo>
                      <a:pt x="287095" y="422096"/>
                    </a:lnTo>
                    <a:lnTo>
                      <a:pt x="288278" y="421355"/>
                    </a:lnTo>
                    <a:moveTo>
                      <a:pt x="288278" y="421355"/>
                    </a:moveTo>
                    <a:lnTo>
                      <a:pt x="320309" y="401283"/>
                    </a:lnTo>
                    <a:moveTo>
                      <a:pt x="320309" y="401283"/>
                    </a:moveTo>
                    <a:lnTo>
                      <a:pt x="352340" y="381212"/>
                    </a:lnTo>
                    <a:moveTo>
                      <a:pt x="352340" y="381212"/>
                    </a:moveTo>
                    <a:lnTo>
                      <a:pt x="384371" y="361141"/>
                    </a:lnTo>
                    <a:moveTo>
                      <a:pt x="384371" y="361141"/>
                    </a:moveTo>
                    <a:lnTo>
                      <a:pt x="416402" y="341070"/>
                    </a:lnTo>
                    <a:moveTo>
                      <a:pt x="416402" y="341070"/>
                    </a:moveTo>
                    <a:lnTo>
                      <a:pt x="448433" y="320998"/>
                    </a:lnTo>
                    <a:moveTo>
                      <a:pt x="448433" y="320998"/>
                    </a:moveTo>
                    <a:lnTo>
                      <a:pt x="480464" y="300927"/>
                    </a:lnTo>
                    <a:moveTo>
                      <a:pt x="480464" y="300927"/>
                    </a:moveTo>
                    <a:lnTo>
                      <a:pt x="512495" y="280856"/>
                    </a:lnTo>
                    <a:moveTo>
                      <a:pt x="512495" y="280856"/>
                    </a:moveTo>
                    <a:lnTo>
                      <a:pt x="544526" y="260784"/>
                    </a:lnTo>
                    <a:moveTo>
                      <a:pt x="544526" y="260784"/>
                    </a:moveTo>
                    <a:lnTo>
                      <a:pt x="576557" y="240713"/>
                    </a:lnTo>
                    <a:moveTo>
                      <a:pt x="576557" y="240713"/>
                    </a:moveTo>
                    <a:lnTo>
                      <a:pt x="608588" y="220642"/>
                    </a:lnTo>
                    <a:moveTo>
                      <a:pt x="608588" y="220642"/>
                    </a:moveTo>
                    <a:lnTo>
                      <a:pt x="640619" y="200571"/>
                    </a:lnTo>
                    <a:moveTo>
                      <a:pt x="640619" y="200571"/>
                    </a:moveTo>
                    <a:lnTo>
                      <a:pt x="672650" y="180499"/>
                    </a:lnTo>
                    <a:moveTo>
                      <a:pt x="672650" y="180499"/>
                    </a:moveTo>
                    <a:lnTo>
                      <a:pt x="704681" y="160428"/>
                    </a:lnTo>
                    <a:moveTo>
                      <a:pt x="704681" y="160428"/>
                    </a:moveTo>
                    <a:lnTo>
                      <a:pt x="736712" y="140357"/>
                    </a:lnTo>
                    <a:moveTo>
                      <a:pt x="736712" y="140357"/>
                    </a:moveTo>
                    <a:lnTo>
                      <a:pt x="768743" y="120285"/>
                    </a:lnTo>
                    <a:moveTo>
                      <a:pt x="768743" y="120285"/>
                    </a:moveTo>
                    <a:lnTo>
                      <a:pt x="800774" y="100214"/>
                    </a:lnTo>
                    <a:moveTo>
                      <a:pt x="800774" y="100214"/>
                    </a:moveTo>
                    <a:lnTo>
                      <a:pt x="832805" y="80143"/>
                    </a:lnTo>
                    <a:moveTo>
                      <a:pt x="832805" y="80143"/>
                    </a:moveTo>
                    <a:lnTo>
                      <a:pt x="864836" y="60072"/>
                    </a:lnTo>
                    <a:moveTo>
                      <a:pt x="864836" y="60072"/>
                    </a:moveTo>
                    <a:lnTo>
                      <a:pt x="896867" y="40000"/>
                    </a:lnTo>
                    <a:moveTo>
                      <a:pt x="896867" y="40000"/>
                    </a:moveTo>
                    <a:lnTo>
                      <a:pt x="928898" y="19929"/>
                    </a:lnTo>
                    <a:moveTo>
                      <a:pt x="928898" y="19929"/>
                    </a:moveTo>
                    <a:lnTo>
                      <a:pt x="960702" y="0"/>
                    </a:lnTo>
                    <a:moveTo>
                      <a:pt x="0" y="601997"/>
                    </a:moveTo>
                    <a:lnTo>
                      <a:pt x="32031" y="581926"/>
                    </a:lnTo>
                    <a:moveTo>
                      <a:pt x="32031" y="581926"/>
                    </a:moveTo>
                    <a:lnTo>
                      <a:pt x="64062" y="561855"/>
                    </a:lnTo>
                    <a:moveTo>
                      <a:pt x="64062" y="561855"/>
                    </a:moveTo>
                    <a:lnTo>
                      <a:pt x="96093" y="541783"/>
                    </a:lnTo>
                    <a:moveTo>
                      <a:pt x="96093" y="541783"/>
                    </a:moveTo>
                    <a:lnTo>
                      <a:pt x="128124" y="521712"/>
                    </a:lnTo>
                    <a:moveTo>
                      <a:pt x="128124" y="521712"/>
                    </a:moveTo>
                    <a:lnTo>
                      <a:pt x="160155" y="501640"/>
                    </a:lnTo>
                    <a:moveTo>
                      <a:pt x="160155" y="501640"/>
                    </a:moveTo>
                    <a:lnTo>
                      <a:pt x="192186" y="481569"/>
                    </a:lnTo>
                    <a:moveTo>
                      <a:pt x="192186" y="481569"/>
                    </a:moveTo>
                    <a:lnTo>
                      <a:pt x="224217" y="461498"/>
                    </a:lnTo>
                    <a:moveTo>
                      <a:pt x="224217" y="461498"/>
                    </a:moveTo>
                    <a:lnTo>
                      <a:pt x="256248" y="441426"/>
                    </a:lnTo>
                    <a:moveTo>
                      <a:pt x="256248" y="441426"/>
                    </a:moveTo>
                    <a:lnTo>
                      <a:pt x="287095" y="422096"/>
                    </a:lnTo>
                    <a:lnTo>
                      <a:pt x="288278" y="421355"/>
                    </a:lnTo>
                    <a:moveTo>
                      <a:pt x="288278" y="421355"/>
                    </a:moveTo>
                    <a:lnTo>
                      <a:pt x="320309" y="401283"/>
                    </a:lnTo>
                    <a:moveTo>
                      <a:pt x="320309" y="401283"/>
                    </a:moveTo>
                    <a:lnTo>
                      <a:pt x="352340" y="381212"/>
                    </a:lnTo>
                    <a:moveTo>
                      <a:pt x="352340" y="381212"/>
                    </a:moveTo>
                    <a:lnTo>
                      <a:pt x="384371" y="361141"/>
                    </a:lnTo>
                    <a:moveTo>
                      <a:pt x="384371" y="361141"/>
                    </a:moveTo>
                    <a:lnTo>
                      <a:pt x="416402" y="341070"/>
                    </a:lnTo>
                    <a:moveTo>
                      <a:pt x="416402" y="341070"/>
                    </a:moveTo>
                    <a:lnTo>
                      <a:pt x="448433" y="320998"/>
                    </a:lnTo>
                    <a:moveTo>
                      <a:pt x="448433" y="320998"/>
                    </a:moveTo>
                    <a:lnTo>
                      <a:pt x="480464" y="300927"/>
                    </a:lnTo>
                    <a:moveTo>
                      <a:pt x="480464" y="300927"/>
                    </a:moveTo>
                    <a:lnTo>
                      <a:pt x="512495" y="280856"/>
                    </a:lnTo>
                    <a:moveTo>
                      <a:pt x="512495" y="280856"/>
                    </a:moveTo>
                    <a:lnTo>
                      <a:pt x="544526" y="260784"/>
                    </a:lnTo>
                    <a:moveTo>
                      <a:pt x="544526" y="260784"/>
                    </a:moveTo>
                    <a:lnTo>
                      <a:pt x="576557" y="240713"/>
                    </a:lnTo>
                    <a:moveTo>
                      <a:pt x="576557" y="240713"/>
                    </a:moveTo>
                    <a:lnTo>
                      <a:pt x="608588" y="220642"/>
                    </a:lnTo>
                    <a:moveTo>
                      <a:pt x="608588" y="220642"/>
                    </a:moveTo>
                    <a:lnTo>
                      <a:pt x="640619" y="200571"/>
                    </a:lnTo>
                    <a:moveTo>
                      <a:pt x="640619" y="200571"/>
                    </a:moveTo>
                    <a:lnTo>
                      <a:pt x="672650" y="180499"/>
                    </a:lnTo>
                    <a:moveTo>
                      <a:pt x="672650" y="180499"/>
                    </a:moveTo>
                    <a:lnTo>
                      <a:pt x="704681" y="160428"/>
                    </a:lnTo>
                    <a:moveTo>
                      <a:pt x="704681" y="160428"/>
                    </a:moveTo>
                    <a:lnTo>
                      <a:pt x="736712" y="140357"/>
                    </a:lnTo>
                    <a:moveTo>
                      <a:pt x="736712" y="140357"/>
                    </a:moveTo>
                    <a:lnTo>
                      <a:pt x="768743" y="120285"/>
                    </a:lnTo>
                    <a:moveTo>
                      <a:pt x="768743" y="120285"/>
                    </a:moveTo>
                    <a:lnTo>
                      <a:pt x="800774" y="100214"/>
                    </a:lnTo>
                    <a:moveTo>
                      <a:pt x="800774" y="100214"/>
                    </a:moveTo>
                    <a:lnTo>
                      <a:pt x="832805" y="80143"/>
                    </a:lnTo>
                    <a:moveTo>
                      <a:pt x="832805" y="80143"/>
                    </a:moveTo>
                    <a:lnTo>
                      <a:pt x="864836" y="60072"/>
                    </a:lnTo>
                    <a:moveTo>
                      <a:pt x="864836" y="60072"/>
                    </a:moveTo>
                    <a:lnTo>
                      <a:pt x="896867" y="40000"/>
                    </a:lnTo>
                    <a:moveTo>
                      <a:pt x="896867" y="40000"/>
                    </a:moveTo>
                    <a:lnTo>
                      <a:pt x="928898" y="19929"/>
                    </a:lnTo>
                    <a:moveTo>
                      <a:pt x="928898" y="19929"/>
                    </a:moveTo>
                    <a:lnTo>
                      <a:pt x="960702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03" name="Контур"/>
              <p:cNvSpPr/>
              <p:nvPr/>
            </p:nvSpPr>
            <p:spPr>
              <a:xfrm>
                <a:off x="4319268" y="7738440"/>
                <a:ext cx="752670" cy="579055"/>
              </a:xfrm>
              <a:custGeom>
                <a:avLst/>
                <a:gdLst/>
                <a:ahLst/>
                <a:cxnLst/>
                <a:rect l="l" t="t" r="r" b="b"/>
                <a:pathLst>
                  <a:path w="752670" h="579055" fill="none">
                    <a:moveTo>
                      <a:pt x="683541" y="0"/>
                    </a:moveTo>
                    <a:lnTo>
                      <a:pt x="683550" y="13"/>
                    </a:lnTo>
                    <a:lnTo>
                      <a:pt x="751063" y="106381"/>
                    </a:lnTo>
                    <a:moveTo>
                      <a:pt x="751063" y="106381"/>
                    </a:moveTo>
                    <a:lnTo>
                      <a:pt x="752670" y="108913"/>
                    </a:lnTo>
                    <a:lnTo>
                      <a:pt x="651422" y="178756"/>
                    </a:lnTo>
                    <a:moveTo>
                      <a:pt x="651422" y="178756"/>
                    </a:moveTo>
                    <a:lnTo>
                      <a:pt x="547705" y="250301"/>
                    </a:lnTo>
                    <a:moveTo>
                      <a:pt x="547705" y="250301"/>
                    </a:moveTo>
                    <a:lnTo>
                      <a:pt x="443988" y="321847"/>
                    </a:lnTo>
                    <a:moveTo>
                      <a:pt x="443988" y="321847"/>
                    </a:moveTo>
                    <a:lnTo>
                      <a:pt x="340271" y="393393"/>
                    </a:lnTo>
                    <a:moveTo>
                      <a:pt x="340271" y="393393"/>
                    </a:moveTo>
                    <a:lnTo>
                      <a:pt x="247230" y="457573"/>
                    </a:lnTo>
                    <a:lnTo>
                      <a:pt x="234590" y="460482"/>
                    </a:lnTo>
                    <a:moveTo>
                      <a:pt x="234590" y="460482"/>
                    </a:moveTo>
                    <a:lnTo>
                      <a:pt x="229230" y="461715"/>
                    </a:lnTo>
                    <a:lnTo>
                      <a:pt x="127290" y="525969"/>
                    </a:lnTo>
                    <a:moveTo>
                      <a:pt x="127290" y="525969"/>
                    </a:moveTo>
                    <a:lnTo>
                      <a:pt x="43067" y="579055"/>
                    </a:lnTo>
                    <a:lnTo>
                      <a:pt x="28967" y="556686"/>
                    </a:lnTo>
                    <a:moveTo>
                      <a:pt x="28967" y="556686"/>
                    </a:moveTo>
                    <a:lnTo>
                      <a:pt x="0" y="51072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04" name="Контур"/>
              <p:cNvSpPr/>
              <p:nvPr/>
            </p:nvSpPr>
            <p:spPr>
              <a:xfrm>
                <a:off x="4381218" y="7868845"/>
                <a:ext cx="691569" cy="397945"/>
              </a:xfrm>
              <a:custGeom>
                <a:avLst/>
                <a:gdLst/>
                <a:ahLst/>
                <a:cxnLst/>
                <a:rect l="l" t="t" r="r" b="b"/>
                <a:pathLst>
                  <a:path w="691569" h="397945" fill="none">
                    <a:moveTo>
                      <a:pt x="643521" y="4914"/>
                    </a:moveTo>
                    <a:lnTo>
                      <a:pt x="691569" y="0"/>
                    </a:lnTo>
                    <a:lnTo>
                      <a:pt x="666671" y="41387"/>
                    </a:lnTo>
                    <a:lnTo>
                      <a:pt x="643521" y="4914"/>
                    </a:lnTo>
                    <a:lnTo>
                      <a:pt x="646415" y="9473"/>
                    </a:lnTo>
                    <a:lnTo>
                      <a:pt x="682451" y="5788"/>
                    </a:lnTo>
                    <a:lnTo>
                      <a:pt x="663777" y="36828"/>
                    </a:lnTo>
                    <a:lnTo>
                      <a:pt x="668336" y="33934"/>
                    </a:lnTo>
                    <a:lnTo>
                      <a:pt x="650974" y="6579"/>
                    </a:lnTo>
                    <a:lnTo>
                      <a:pt x="646415" y="9473"/>
                    </a:lnTo>
                    <a:lnTo>
                      <a:pt x="643521" y="4914"/>
                    </a:lnTo>
                    <a:lnTo>
                      <a:pt x="658427" y="8245"/>
                    </a:lnTo>
                    <a:lnTo>
                      <a:pt x="655533" y="3685"/>
                    </a:lnTo>
                    <a:lnTo>
                      <a:pt x="670439" y="7016"/>
                    </a:lnTo>
                    <a:lnTo>
                      <a:pt x="667545" y="2457"/>
                    </a:lnTo>
                    <a:lnTo>
                      <a:pt x="687010" y="2894"/>
                    </a:lnTo>
                    <a:lnTo>
                      <a:pt x="679120" y="20694"/>
                    </a:lnTo>
                    <a:lnTo>
                      <a:pt x="676226" y="16135"/>
                    </a:lnTo>
                    <a:lnTo>
                      <a:pt x="672896" y="31040"/>
                    </a:lnTo>
                    <a:lnTo>
                      <a:pt x="670002" y="26481"/>
                    </a:lnTo>
                    <a:lnTo>
                      <a:pt x="666671" y="41387"/>
                    </a:lnTo>
                    <a:lnTo>
                      <a:pt x="665443" y="29375"/>
                    </a:lnTo>
                    <a:lnTo>
                      <a:pt x="657990" y="27710"/>
                    </a:lnTo>
                    <a:lnTo>
                      <a:pt x="659655" y="20257"/>
                    </a:lnTo>
                    <a:lnTo>
                      <a:pt x="652202" y="18591"/>
                    </a:lnTo>
                    <a:lnTo>
                      <a:pt x="653868" y="11138"/>
                    </a:lnTo>
                    <a:lnTo>
                      <a:pt x="643521" y="4914"/>
                    </a:lnTo>
                    <a:lnTo>
                      <a:pt x="650974" y="6579"/>
                    </a:lnTo>
                    <a:lnTo>
                      <a:pt x="649308" y="14032"/>
                    </a:lnTo>
                    <a:lnTo>
                      <a:pt x="656761" y="15697"/>
                    </a:lnTo>
                    <a:lnTo>
                      <a:pt x="655096" y="23150"/>
                    </a:lnTo>
                    <a:lnTo>
                      <a:pt x="662549" y="24816"/>
                    </a:lnTo>
                    <a:lnTo>
                      <a:pt x="660883" y="32269"/>
                    </a:lnTo>
                    <a:lnTo>
                      <a:pt x="668336" y="33934"/>
                    </a:lnTo>
                    <a:lnTo>
                      <a:pt x="672896" y="31040"/>
                    </a:lnTo>
                    <a:lnTo>
                      <a:pt x="670002" y="26481"/>
                    </a:lnTo>
                    <a:lnTo>
                      <a:pt x="679120" y="20694"/>
                    </a:lnTo>
                    <a:lnTo>
                      <a:pt x="676226" y="16135"/>
                    </a:lnTo>
                    <a:lnTo>
                      <a:pt x="691569" y="0"/>
                    </a:lnTo>
                    <a:lnTo>
                      <a:pt x="682451" y="5788"/>
                    </a:lnTo>
                    <a:lnTo>
                      <a:pt x="679557" y="1229"/>
                    </a:lnTo>
                    <a:lnTo>
                      <a:pt x="670439" y="7016"/>
                    </a:lnTo>
                    <a:lnTo>
                      <a:pt x="667545" y="2457"/>
                    </a:lnTo>
                    <a:lnTo>
                      <a:pt x="658427" y="8245"/>
                    </a:lnTo>
                    <a:lnTo>
                      <a:pt x="655533" y="3685"/>
                    </a:lnTo>
                    <a:lnTo>
                      <a:pt x="650974" y="6579"/>
                    </a:lnTo>
                    <a:moveTo>
                      <a:pt x="455092" y="75446"/>
                    </a:moveTo>
                    <a:lnTo>
                      <a:pt x="461842" y="123271"/>
                    </a:lnTo>
                    <a:lnTo>
                      <a:pt x="419532" y="99976"/>
                    </a:lnTo>
                    <a:lnTo>
                      <a:pt x="455092" y="75446"/>
                    </a:lnTo>
                    <a:lnTo>
                      <a:pt x="450647" y="78513"/>
                    </a:lnTo>
                    <a:lnTo>
                      <a:pt x="455710" y="114381"/>
                    </a:lnTo>
                    <a:lnTo>
                      <a:pt x="423977" y="96910"/>
                    </a:lnTo>
                    <a:lnTo>
                      <a:pt x="427044" y="101355"/>
                    </a:lnTo>
                    <a:lnTo>
                      <a:pt x="453714" y="82958"/>
                    </a:lnTo>
                    <a:lnTo>
                      <a:pt x="450647" y="78513"/>
                    </a:lnTo>
                    <a:lnTo>
                      <a:pt x="455092" y="75446"/>
                    </a:lnTo>
                    <a:lnTo>
                      <a:pt x="452335" y="90469"/>
                    </a:lnTo>
                    <a:lnTo>
                      <a:pt x="456780" y="87403"/>
                    </a:lnTo>
                    <a:lnTo>
                      <a:pt x="454022" y="102425"/>
                    </a:lnTo>
                    <a:lnTo>
                      <a:pt x="458467" y="99359"/>
                    </a:lnTo>
                    <a:lnTo>
                      <a:pt x="458776" y="118826"/>
                    </a:lnTo>
                    <a:lnTo>
                      <a:pt x="440687" y="111624"/>
                    </a:lnTo>
                    <a:lnTo>
                      <a:pt x="445132" y="108558"/>
                    </a:lnTo>
                    <a:lnTo>
                      <a:pt x="430110" y="105800"/>
                    </a:lnTo>
                    <a:lnTo>
                      <a:pt x="434555" y="102734"/>
                    </a:lnTo>
                    <a:lnTo>
                      <a:pt x="419532" y="99976"/>
                    </a:lnTo>
                    <a:lnTo>
                      <a:pt x="431489" y="98289"/>
                    </a:lnTo>
                    <a:lnTo>
                      <a:pt x="432867" y="90778"/>
                    </a:lnTo>
                    <a:lnTo>
                      <a:pt x="440379" y="92156"/>
                    </a:lnTo>
                    <a:lnTo>
                      <a:pt x="441757" y="84645"/>
                    </a:lnTo>
                    <a:lnTo>
                      <a:pt x="449269" y="86024"/>
                    </a:lnTo>
                    <a:lnTo>
                      <a:pt x="455092" y="75446"/>
                    </a:lnTo>
                    <a:lnTo>
                      <a:pt x="453714" y="82958"/>
                    </a:lnTo>
                    <a:lnTo>
                      <a:pt x="446202" y="81579"/>
                    </a:lnTo>
                    <a:lnTo>
                      <a:pt x="444824" y="89090"/>
                    </a:lnTo>
                    <a:lnTo>
                      <a:pt x="437312" y="87711"/>
                    </a:lnTo>
                    <a:lnTo>
                      <a:pt x="435934" y="95223"/>
                    </a:lnTo>
                    <a:lnTo>
                      <a:pt x="428422" y="93844"/>
                    </a:lnTo>
                    <a:lnTo>
                      <a:pt x="427044" y="101355"/>
                    </a:lnTo>
                    <a:lnTo>
                      <a:pt x="430110" y="105800"/>
                    </a:lnTo>
                    <a:lnTo>
                      <a:pt x="434555" y="102734"/>
                    </a:lnTo>
                    <a:lnTo>
                      <a:pt x="440687" y="111624"/>
                    </a:lnTo>
                    <a:lnTo>
                      <a:pt x="445132" y="108558"/>
                    </a:lnTo>
                    <a:lnTo>
                      <a:pt x="461842" y="123271"/>
                    </a:lnTo>
                    <a:lnTo>
                      <a:pt x="455710" y="114381"/>
                    </a:lnTo>
                    <a:lnTo>
                      <a:pt x="460155" y="111315"/>
                    </a:lnTo>
                    <a:lnTo>
                      <a:pt x="454022" y="102425"/>
                    </a:lnTo>
                    <a:lnTo>
                      <a:pt x="458467" y="99359"/>
                    </a:lnTo>
                    <a:lnTo>
                      <a:pt x="452335" y="90469"/>
                    </a:lnTo>
                    <a:lnTo>
                      <a:pt x="456780" y="87403"/>
                    </a:lnTo>
                    <a:lnTo>
                      <a:pt x="453714" y="82958"/>
                    </a:lnTo>
                    <a:moveTo>
                      <a:pt x="247658" y="218537"/>
                    </a:moveTo>
                    <a:lnTo>
                      <a:pt x="254408" y="266363"/>
                    </a:lnTo>
                    <a:lnTo>
                      <a:pt x="212098" y="243067"/>
                    </a:lnTo>
                    <a:lnTo>
                      <a:pt x="247658" y="218537"/>
                    </a:lnTo>
                    <a:lnTo>
                      <a:pt x="243213" y="221604"/>
                    </a:lnTo>
                    <a:lnTo>
                      <a:pt x="248276" y="257473"/>
                    </a:lnTo>
                    <a:lnTo>
                      <a:pt x="216543" y="240001"/>
                    </a:lnTo>
                    <a:lnTo>
                      <a:pt x="219609" y="244446"/>
                    </a:lnTo>
                    <a:lnTo>
                      <a:pt x="246280" y="226049"/>
                    </a:lnTo>
                    <a:lnTo>
                      <a:pt x="243213" y="221604"/>
                    </a:lnTo>
                    <a:lnTo>
                      <a:pt x="247658" y="218537"/>
                    </a:lnTo>
                    <a:lnTo>
                      <a:pt x="244901" y="233560"/>
                    </a:lnTo>
                    <a:lnTo>
                      <a:pt x="249346" y="230494"/>
                    </a:lnTo>
                    <a:lnTo>
                      <a:pt x="246588" y="245516"/>
                    </a:lnTo>
                    <a:lnTo>
                      <a:pt x="251033" y="242450"/>
                    </a:lnTo>
                    <a:lnTo>
                      <a:pt x="251342" y="261918"/>
                    </a:lnTo>
                    <a:lnTo>
                      <a:pt x="233253" y="254715"/>
                    </a:lnTo>
                    <a:lnTo>
                      <a:pt x="237698" y="251649"/>
                    </a:lnTo>
                    <a:lnTo>
                      <a:pt x="222676" y="248891"/>
                    </a:lnTo>
                    <a:lnTo>
                      <a:pt x="227121" y="245825"/>
                    </a:lnTo>
                    <a:lnTo>
                      <a:pt x="212098" y="243067"/>
                    </a:lnTo>
                    <a:lnTo>
                      <a:pt x="224054" y="241380"/>
                    </a:lnTo>
                    <a:lnTo>
                      <a:pt x="225433" y="233869"/>
                    </a:lnTo>
                    <a:lnTo>
                      <a:pt x="232944" y="235247"/>
                    </a:lnTo>
                    <a:lnTo>
                      <a:pt x="234323" y="227736"/>
                    </a:lnTo>
                    <a:lnTo>
                      <a:pt x="241835" y="229115"/>
                    </a:lnTo>
                    <a:lnTo>
                      <a:pt x="247658" y="218537"/>
                    </a:lnTo>
                    <a:lnTo>
                      <a:pt x="246280" y="226049"/>
                    </a:lnTo>
                    <a:lnTo>
                      <a:pt x="238768" y="224670"/>
                    </a:lnTo>
                    <a:lnTo>
                      <a:pt x="237389" y="232181"/>
                    </a:lnTo>
                    <a:lnTo>
                      <a:pt x="229878" y="230802"/>
                    </a:lnTo>
                    <a:lnTo>
                      <a:pt x="228499" y="238314"/>
                    </a:lnTo>
                    <a:lnTo>
                      <a:pt x="220988" y="236935"/>
                    </a:lnTo>
                    <a:lnTo>
                      <a:pt x="219609" y="244446"/>
                    </a:lnTo>
                    <a:lnTo>
                      <a:pt x="222676" y="248891"/>
                    </a:lnTo>
                    <a:lnTo>
                      <a:pt x="227121" y="245825"/>
                    </a:lnTo>
                    <a:lnTo>
                      <a:pt x="233253" y="254715"/>
                    </a:lnTo>
                    <a:lnTo>
                      <a:pt x="237698" y="251649"/>
                    </a:lnTo>
                    <a:lnTo>
                      <a:pt x="254408" y="266363"/>
                    </a:lnTo>
                    <a:lnTo>
                      <a:pt x="248276" y="257473"/>
                    </a:lnTo>
                    <a:lnTo>
                      <a:pt x="252721" y="254406"/>
                    </a:lnTo>
                    <a:lnTo>
                      <a:pt x="246588" y="245516"/>
                    </a:lnTo>
                    <a:lnTo>
                      <a:pt x="251033" y="242450"/>
                    </a:lnTo>
                    <a:lnTo>
                      <a:pt x="244901" y="233560"/>
                    </a:lnTo>
                    <a:lnTo>
                      <a:pt x="249346" y="230494"/>
                    </a:lnTo>
                    <a:lnTo>
                      <a:pt x="246280" y="226049"/>
                    </a:lnTo>
                    <a:moveTo>
                      <a:pt x="36546" y="349881"/>
                    </a:moveTo>
                    <a:lnTo>
                      <a:pt x="41308" y="397945"/>
                    </a:lnTo>
                    <a:lnTo>
                      <a:pt x="0" y="372916"/>
                    </a:lnTo>
                    <a:lnTo>
                      <a:pt x="36546" y="349881"/>
                    </a:lnTo>
                    <a:lnTo>
                      <a:pt x="31978" y="352760"/>
                    </a:lnTo>
                    <a:lnTo>
                      <a:pt x="35550" y="388808"/>
                    </a:lnTo>
                    <a:lnTo>
                      <a:pt x="4568" y="370037"/>
                    </a:lnTo>
                    <a:lnTo>
                      <a:pt x="7448" y="374605"/>
                    </a:lnTo>
                    <a:lnTo>
                      <a:pt x="34857" y="357329"/>
                    </a:lnTo>
                    <a:lnTo>
                      <a:pt x="31978" y="352760"/>
                    </a:lnTo>
                    <a:lnTo>
                      <a:pt x="36546" y="349881"/>
                    </a:lnTo>
                    <a:lnTo>
                      <a:pt x="33169" y="364776"/>
                    </a:lnTo>
                    <a:lnTo>
                      <a:pt x="37737" y="361897"/>
                    </a:lnTo>
                    <a:lnTo>
                      <a:pt x="34359" y="376792"/>
                    </a:lnTo>
                    <a:lnTo>
                      <a:pt x="38927" y="373913"/>
                    </a:lnTo>
                    <a:lnTo>
                      <a:pt x="38429" y="393376"/>
                    </a:lnTo>
                    <a:lnTo>
                      <a:pt x="20654" y="385431"/>
                    </a:lnTo>
                    <a:lnTo>
                      <a:pt x="25223" y="382551"/>
                    </a:lnTo>
                    <a:lnTo>
                      <a:pt x="10327" y="379173"/>
                    </a:lnTo>
                    <a:lnTo>
                      <a:pt x="14895" y="376294"/>
                    </a:lnTo>
                    <a:lnTo>
                      <a:pt x="0" y="372916"/>
                    </a:lnTo>
                    <a:lnTo>
                      <a:pt x="12016" y="371726"/>
                    </a:lnTo>
                    <a:lnTo>
                      <a:pt x="13705" y="364278"/>
                    </a:lnTo>
                    <a:lnTo>
                      <a:pt x="21153" y="365967"/>
                    </a:lnTo>
                    <a:lnTo>
                      <a:pt x="22841" y="358519"/>
                    </a:lnTo>
                    <a:lnTo>
                      <a:pt x="30289" y="360208"/>
                    </a:lnTo>
                    <a:lnTo>
                      <a:pt x="36546" y="349881"/>
                    </a:lnTo>
                    <a:lnTo>
                      <a:pt x="34857" y="357329"/>
                    </a:lnTo>
                    <a:lnTo>
                      <a:pt x="27410" y="355640"/>
                    </a:lnTo>
                    <a:lnTo>
                      <a:pt x="25721" y="363088"/>
                    </a:lnTo>
                    <a:lnTo>
                      <a:pt x="18273" y="361399"/>
                    </a:lnTo>
                    <a:lnTo>
                      <a:pt x="16584" y="368846"/>
                    </a:lnTo>
                    <a:lnTo>
                      <a:pt x="9137" y="367157"/>
                    </a:lnTo>
                    <a:lnTo>
                      <a:pt x="7448" y="374605"/>
                    </a:lnTo>
                    <a:lnTo>
                      <a:pt x="10327" y="379173"/>
                    </a:lnTo>
                    <a:lnTo>
                      <a:pt x="14895" y="376294"/>
                    </a:lnTo>
                    <a:lnTo>
                      <a:pt x="20654" y="385431"/>
                    </a:lnTo>
                    <a:lnTo>
                      <a:pt x="25223" y="382551"/>
                    </a:lnTo>
                    <a:lnTo>
                      <a:pt x="41308" y="397945"/>
                    </a:lnTo>
                    <a:lnTo>
                      <a:pt x="35550" y="388808"/>
                    </a:lnTo>
                    <a:lnTo>
                      <a:pt x="40118" y="385929"/>
                    </a:lnTo>
                    <a:lnTo>
                      <a:pt x="34359" y="376792"/>
                    </a:lnTo>
                    <a:lnTo>
                      <a:pt x="38927" y="373913"/>
                    </a:lnTo>
                    <a:lnTo>
                      <a:pt x="33169" y="364776"/>
                    </a:lnTo>
                    <a:lnTo>
                      <a:pt x="37737" y="361897"/>
                    </a:lnTo>
                    <a:lnTo>
                      <a:pt x="34857" y="35732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06" name="Контур"/>
              <p:cNvSpPr/>
              <p:nvPr/>
            </p:nvSpPr>
            <p:spPr>
              <a:xfrm>
                <a:off x="3320956" y="8249169"/>
                <a:ext cx="998312" cy="625534"/>
              </a:xfrm>
              <a:custGeom>
                <a:avLst/>
                <a:gdLst/>
                <a:ahLst/>
                <a:cxnLst/>
                <a:rect l="l" t="t" r="r" b="b"/>
                <a:pathLst>
                  <a:path w="998312" h="625534" fill="none">
                    <a:moveTo>
                      <a:pt x="0" y="625534"/>
                    </a:moveTo>
                    <a:lnTo>
                      <a:pt x="99831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105" name="Надпись"/>
              <p:cNvSpPr txBox="1"/>
              <p:nvPr/>
            </p:nvSpPr>
            <p:spPr>
              <a:xfrm rot="19675745">
                <a:off x="3570047" y="8577664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108" name="Контур"/>
              <p:cNvSpPr/>
              <p:nvPr/>
            </p:nvSpPr>
            <p:spPr>
              <a:xfrm>
                <a:off x="4319268" y="7738440"/>
                <a:ext cx="683541" cy="510729"/>
              </a:xfrm>
              <a:custGeom>
                <a:avLst/>
                <a:gdLst/>
                <a:ahLst/>
                <a:cxnLst/>
                <a:rect l="l" t="t" r="r" b="b"/>
                <a:pathLst>
                  <a:path w="683541" h="510729" fill="none">
                    <a:moveTo>
                      <a:pt x="0" y="510729"/>
                    </a:moveTo>
                    <a:lnTo>
                      <a:pt x="487440" y="205303"/>
                    </a:lnTo>
                    <a:lnTo>
                      <a:pt x="492939" y="128875"/>
                    </a:lnTo>
                    <a:lnTo>
                      <a:pt x="493650" y="118993"/>
                    </a:lnTo>
                    <a:lnTo>
                      <a:pt x="683541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107" name="Надпись"/>
              <p:cNvSpPr txBox="1"/>
              <p:nvPr/>
            </p:nvSpPr>
            <p:spPr>
              <a:xfrm rot="19675745">
                <a:off x="4312924" y="8112184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109" name="Контур"/>
              <p:cNvSpPr/>
              <p:nvPr/>
            </p:nvSpPr>
            <p:spPr>
              <a:xfrm>
                <a:off x="1457806" y="4652976"/>
                <a:ext cx="289532" cy="318346"/>
              </a:xfrm>
              <a:custGeom>
                <a:avLst/>
                <a:gdLst/>
                <a:ahLst/>
                <a:cxnLst/>
                <a:rect l="l" t="t" r="r" b="b"/>
                <a:pathLst>
                  <a:path w="289532" h="318346" fill="none">
                    <a:moveTo>
                      <a:pt x="119662" y="0"/>
                    </a:moveTo>
                    <a:lnTo>
                      <a:pt x="141482" y="39427"/>
                    </a:lnTo>
                    <a:lnTo>
                      <a:pt x="152822" y="48787"/>
                    </a:lnTo>
                    <a:lnTo>
                      <a:pt x="165332" y="56527"/>
                    </a:lnTo>
                    <a:lnTo>
                      <a:pt x="178652" y="62557"/>
                    </a:lnTo>
                    <a:lnTo>
                      <a:pt x="192782" y="66787"/>
                    </a:lnTo>
                    <a:lnTo>
                      <a:pt x="207272" y="69127"/>
                    </a:lnTo>
                    <a:lnTo>
                      <a:pt x="221942" y="69667"/>
                    </a:lnTo>
                    <a:lnTo>
                      <a:pt x="236522" y="68227"/>
                    </a:lnTo>
                    <a:lnTo>
                      <a:pt x="250832" y="64807"/>
                    </a:lnTo>
                    <a:moveTo>
                      <a:pt x="289532" y="44197"/>
                    </a:moveTo>
                    <a:lnTo>
                      <a:pt x="0" y="318346"/>
                    </a:lnTo>
                    <a:moveTo>
                      <a:pt x="0" y="318346"/>
                    </a:moveTo>
                    <a:lnTo>
                      <a:pt x="289532" y="44197"/>
                    </a:lnTo>
                    <a:moveTo>
                      <a:pt x="250832" y="64807"/>
                    </a:moveTo>
                    <a:lnTo>
                      <a:pt x="289532" y="44197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10" name="Контур"/>
              <p:cNvSpPr/>
              <p:nvPr/>
            </p:nvSpPr>
            <p:spPr>
              <a:xfrm>
                <a:off x="1421358" y="4366807"/>
                <a:ext cx="961560" cy="889446"/>
              </a:xfrm>
              <a:custGeom>
                <a:avLst/>
                <a:gdLst/>
                <a:ahLst/>
                <a:cxnLst/>
                <a:rect l="l" t="t" r="r" b="b"/>
                <a:pathLst>
                  <a:path w="961560" h="889446" fill="none">
                    <a:moveTo>
                      <a:pt x="0" y="889446"/>
                    </a:moveTo>
                    <a:lnTo>
                      <a:pt x="27839" y="863876"/>
                    </a:lnTo>
                    <a:moveTo>
                      <a:pt x="27839" y="863876"/>
                    </a:moveTo>
                    <a:lnTo>
                      <a:pt x="55677" y="838305"/>
                    </a:lnTo>
                    <a:moveTo>
                      <a:pt x="55677" y="838305"/>
                    </a:moveTo>
                    <a:lnTo>
                      <a:pt x="83516" y="812735"/>
                    </a:lnTo>
                    <a:moveTo>
                      <a:pt x="83516" y="812735"/>
                    </a:moveTo>
                    <a:lnTo>
                      <a:pt x="111355" y="787164"/>
                    </a:lnTo>
                    <a:moveTo>
                      <a:pt x="111355" y="787164"/>
                    </a:moveTo>
                    <a:lnTo>
                      <a:pt x="139194" y="761594"/>
                    </a:lnTo>
                    <a:moveTo>
                      <a:pt x="139194" y="761594"/>
                    </a:moveTo>
                    <a:lnTo>
                      <a:pt x="167032" y="736023"/>
                    </a:lnTo>
                    <a:moveTo>
                      <a:pt x="167032" y="736023"/>
                    </a:moveTo>
                    <a:lnTo>
                      <a:pt x="194871" y="710453"/>
                    </a:lnTo>
                    <a:moveTo>
                      <a:pt x="194871" y="710453"/>
                    </a:moveTo>
                    <a:lnTo>
                      <a:pt x="222710" y="684883"/>
                    </a:lnTo>
                    <a:moveTo>
                      <a:pt x="222710" y="684883"/>
                    </a:moveTo>
                    <a:lnTo>
                      <a:pt x="250548" y="659312"/>
                    </a:lnTo>
                    <a:moveTo>
                      <a:pt x="250548" y="659312"/>
                    </a:moveTo>
                    <a:lnTo>
                      <a:pt x="278387" y="633742"/>
                    </a:lnTo>
                    <a:moveTo>
                      <a:pt x="278387" y="633742"/>
                    </a:moveTo>
                    <a:lnTo>
                      <a:pt x="306226" y="608171"/>
                    </a:lnTo>
                    <a:moveTo>
                      <a:pt x="306226" y="608171"/>
                    </a:moveTo>
                    <a:lnTo>
                      <a:pt x="334064" y="582601"/>
                    </a:lnTo>
                    <a:moveTo>
                      <a:pt x="334064" y="582601"/>
                    </a:moveTo>
                    <a:lnTo>
                      <a:pt x="361903" y="557030"/>
                    </a:lnTo>
                    <a:moveTo>
                      <a:pt x="361903" y="557030"/>
                    </a:moveTo>
                    <a:lnTo>
                      <a:pt x="389742" y="531460"/>
                    </a:lnTo>
                    <a:moveTo>
                      <a:pt x="389742" y="531460"/>
                    </a:moveTo>
                    <a:lnTo>
                      <a:pt x="417580" y="505889"/>
                    </a:lnTo>
                    <a:moveTo>
                      <a:pt x="417580" y="505889"/>
                    </a:moveTo>
                    <a:lnTo>
                      <a:pt x="445419" y="480319"/>
                    </a:lnTo>
                    <a:moveTo>
                      <a:pt x="445419" y="480319"/>
                    </a:moveTo>
                    <a:lnTo>
                      <a:pt x="473258" y="454748"/>
                    </a:lnTo>
                    <a:moveTo>
                      <a:pt x="473258" y="454748"/>
                    </a:moveTo>
                    <a:lnTo>
                      <a:pt x="501096" y="429178"/>
                    </a:lnTo>
                    <a:moveTo>
                      <a:pt x="501096" y="429178"/>
                    </a:moveTo>
                    <a:lnTo>
                      <a:pt x="528935" y="403607"/>
                    </a:lnTo>
                    <a:moveTo>
                      <a:pt x="528935" y="403607"/>
                    </a:moveTo>
                    <a:lnTo>
                      <a:pt x="541239" y="392306"/>
                    </a:lnTo>
                    <a:lnTo>
                      <a:pt x="556659" y="377913"/>
                    </a:lnTo>
                    <a:moveTo>
                      <a:pt x="556659" y="377913"/>
                    </a:moveTo>
                    <a:lnTo>
                      <a:pt x="584293" y="352122"/>
                    </a:lnTo>
                    <a:moveTo>
                      <a:pt x="584293" y="352122"/>
                    </a:moveTo>
                    <a:lnTo>
                      <a:pt x="611927" y="326330"/>
                    </a:lnTo>
                    <a:moveTo>
                      <a:pt x="611927" y="326330"/>
                    </a:moveTo>
                    <a:lnTo>
                      <a:pt x="639560" y="300538"/>
                    </a:lnTo>
                    <a:moveTo>
                      <a:pt x="639560" y="300538"/>
                    </a:moveTo>
                    <a:lnTo>
                      <a:pt x="667194" y="274746"/>
                    </a:lnTo>
                    <a:moveTo>
                      <a:pt x="667194" y="274746"/>
                    </a:moveTo>
                    <a:lnTo>
                      <a:pt x="694828" y="248954"/>
                    </a:lnTo>
                    <a:moveTo>
                      <a:pt x="694828" y="248954"/>
                    </a:moveTo>
                    <a:lnTo>
                      <a:pt x="722461" y="223162"/>
                    </a:lnTo>
                    <a:moveTo>
                      <a:pt x="722461" y="223162"/>
                    </a:moveTo>
                    <a:lnTo>
                      <a:pt x="750095" y="197371"/>
                    </a:lnTo>
                    <a:moveTo>
                      <a:pt x="750095" y="197371"/>
                    </a:moveTo>
                    <a:lnTo>
                      <a:pt x="777729" y="171579"/>
                    </a:lnTo>
                    <a:moveTo>
                      <a:pt x="777729" y="171579"/>
                    </a:moveTo>
                    <a:lnTo>
                      <a:pt x="805362" y="145787"/>
                    </a:lnTo>
                    <a:moveTo>
                      <a:pt x="805362" y="145787"/>
                    </a:moveTo>
                    <a:lnTo>
                      <a:pt x="832996" y="119995"/>
                    </a:lnTo>
                    <a:moveTo>
                      <a:pt x="832996" y="119995"/>
                    </a:moveTo>
                    <a:lnTo>
                      <a:pt x="860630" y="94203"/>
                    </a:lnTo>
                    <a:moveTo>
                      <a:pt x="860630" y="94203"/>
                    </a:moveTo>
                    <a:lnTo>
                      <a:pt x="888263" y="68411"/>
                    </a:lnTo>
                    <a:moveTo>
                      <a:pt x="888263" y="68411"/>
                    </a:moveTo>
                    <a:lnTo>
                      <a:pt x="915897" y="42619"/>
                    </a:lnTo>
                    <a:moveTo>
                      <a:pt x="915897" y="42619"/>
                    </a:moveTo>
                    <a:lnTo>
                      <a:pt x="943531" y="16828"/>
                    </a:lnTo>
                    <a:moveTo>
                      <a:pt x="943531" y="16828"/>
                    </a:moveTo>
                    <a:lnTo>
                      <a:pt x="961560" y="0"/>
                    </a:lnTo>
                    <a:moveTo>
                      <a:pt x="325980" y="330366"/>
                    </a:moveTo>
                    <a:lnTo>
                      <a:pt x="353608" y="304568"/>
                    </a:lnTo>
                    <a:moveTo>
                      <a:pt x="353608" y="304568"/>
                    </a:moveTo>
                    <a:lnTo>
                      <a:pt x="381235" y="278769"/>
                    </a:lnTo>
                    <a:moveTo>
                      <a:pt x="381235" y="278769"/>
                    </a:moveTo>
                    <a:lnTo>
                      <a:pt x="408863" y="252971"/>
                    </a:lnTo>
                    <a:moveTo>
                      <a:pt x="408863" y="252971"/>
                    </a:moveTo>
                    <a:lnTo>
                      <a:pt x="417060" y="245316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11" name="Контур"/>
              <p:cNvSpPr/>
              <p:nvPr/>
            </p:nvSpPr>
            <p:spPr>
              <a:xfrm>
                <a:off x="1577468" y="4368205"/>
                <a:ext cx="396852" cy="284771"/>
              </a:xfrm>
              <a:custGeom>
                <a:avLst/>
                <a:gdLst/>
                <a:ahLst/>
                <a:cxnLst/>
                <a:rect l="l" t="t" r="r" b="b"/>
                <a:pathLst>
                  <a:path w="396852" h="284771" fill="none">
                    <a:moveTo>
                      <a:pt x="12691" y="215723"/>
                    </a:moveTo>
                    <a:lnTo>
                      <a:pt x="0" y="284771"/>
                    </a:lnTo>
                    <a:moveTo>
                      <a:pt x="396852" y="117290"/>
                    </a:moveTo>
                    <a:lnTo>
                      <a:pt x="260950" y="243918"/>
                    </a:lnTo>
                    <a:moveTo>
                      <a:pt x="396852" y="117290"/>
                    </a:moveTo>
                    <a:lnTo>
                      <a:pt x="260950" y="243918"/>
                    </a:lnTo>
                    <a:moveTo>
                      <a:pt x="260950" y="243918"/>
                    </a:moveTo>
                    <a:lnTo>
                      <a:pt x="176628" y="150293"/>
                    </a:lnTo>
                    <a:moveTo>
                      <a:pt x="176628" y="150293"/>
                    </a:moveTo>
                    <a:lnTo>
                      <a:pt x="92306" y="56667"/>
                    </a:lnTo>
                    <a:moveTo>
                      <a:pt x="92306" y="56667"/>
                    </a:moveTo>
                    <a:lnTo>
                      <a:pt x="41269" y="0"/>
                    </a:lnTo>
                    <a:lnTo>
                      <a:pt x="36065" y="49466"/>
                    </a:lnTo>
                    <a:moveTo>
                      <a:pt x="36065" y="49466"/>
                    </a:moveTo>
                    <a:lnTo>
                      <a:pt x="33299" y="75750"/>
                    </a:lnTo>
                    <a:lnTo>
                      <a:pt x="18795" y="174258"/>
                    </a:lnTo>
                    <a:moveTo>
                      <a:pt x="18795" y="174258"/>
                    </a:moveTo>
                    <a:lnTo>
                      <a:pt x="12691" y="21572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12" name="Контур"/>
              <p:cNvSpPr/>
              <p:nvPr/>
            </p:nvSpPr>
            <p:spPr>
              <a:xfrm>
                <a:off x="1623237" y="4411686"/>
                <a:ext cx="116209" cy="151644"/>
              </a:xfrm>
              <a:custGeom>
                <a:avLst/>
                <a:gdLst/>
                <a:ahLst/>
                <a:cxnLst/>
                <a:rect l="l" t="t" r="r" b="b"/>
                <a:pathLst>
                  <a:path w="116209" h="151644" fill="none">
                    <a:moveTo>
                      <a:pt x="69653" y="119543"/>
                    </a:moveTo>
                    <a:lnTo>
                      <a:pt x="116209" y="106683"/>
                    </a:lnTo>
                    <a:lnTo>
                      <a:pt x="98564" y="151644"/>
                    </a:lnTo>
                    <a:lnTo>
                      <a:pt x="69653" y="119543"/>
                    </a:lnTo>
                    <a:lnTo>
                      <a:pt x="73267" y="123556"/>
                    </a:lnTo>
                    <a:lnTo>
                      <a:pt x="108184" y="113911"/>
                    </a:lnTo>
                    <a:lnTo>
                      <a:pt x="94950" y="147631"/>
                    </a:lnTo>
                    <a:lnTo>
                      <a:pt x="98962" y="144017"/>
                    </a:lnTo>
                    <a:lnTo>
                      <a:pt x="77280" y="119942"/>
                    </a:lnTo>
                    <a:lnTo>
                      <a:pt x="73267" y="123556"/>
                    </a:lnTo>
                    <a:lnTo>
                      <a:pt x="69653" y="119543"/>
                    </a:lnTo>
                    <a:lnTo>
                      <a:pt x="84906" y="120341"/>
                    </a:lnTo>
                    <a:lnTo>
                      <a:pt x="81292" y="116328"/>
                    </a:lnTo>
                    <a:lnTo>
                      <a:pt x="96545" y="117126"/>
                    </a:lnTo>
                    <a:lnTo>
                      <a:pt x="92931" y="113113"/>
                    </a:lnTo>
                    <a:lnTo>
                      <a:pt x="112196" y="110297"/>
                    </a:lnTo>
                    <a:lnTo>
                      <a:pt x="107386" y="129163"/>
                    </a:lnTo>
                    <a:lnTo>
                      <a:pt x="103772" y="125151"/>
                    </a:lnTo>
                    <a:lnTo>
                      <a:pt x="102975" y="140403"/>
                    </a:lnTo>
                    <a:lnTo>
                      <a:pt x="99361" y="136391"/>
                    </a:lnTo>
                    <a:lnTo>
                      <a:pt x="98564" y="151644"/>
                    </a:lnTo>
                    <a:lnTo>
                      <a:pt x="95349" y="140005"/>
                    </a:lnTo>
                    <a:lnTo>
                      <a:pt x="87722" y="139606"/>
                    </a:lnTo>
                    <a:lnTo>
                      <a:pt x="88121" y="131980"/>
                    </a:lnTo>
                    <a:lnTo>
                      <a:pt x="80495" y="131581"/>
                    </a:lnTo>
                    <a:lnTo>
                      <a:pt x="80893" y="123955"/>
                    </a:lnTo>
                    <a:lnTo>
                      <a:pt x="69653" y="119543"/>
                    </a:lnTo>
                    <a:lnTo>
                      <a:pt x="77280" y="119942"/>
                    </a:lnTo>
                    <a:lnTo>
                      <a:pt x="76881" y="127568"/>
                    </a:lnTo>
                    <a:lnTo>
                      <a:pt x="84507" y="127967"/>
                    </a:lnTo>
                    <a:lnTo>
                      <a:pt x="84108" y="135593"/>
                    </a:lnTo>
                    <a:lnTo>
                      <a:pt x="91735" y="135992"/>
                    </a:lnTo>
                    <a:lnTo>
                      <a:pt x="91336" y="143619"/>
                    </a:lnTo>
                    <a:lnTo>
                      <a:pt x="98962" y="144017"/>
                    </a:lnTo>
                    <a:lnTo>
                      <a:pt x="102975" y="140403"/>
                    </a:lnTo>
                    <a:lnTo>
                      <a:pt x="99361" y="136391"/>
                    </a:lnTo>
                    <a:lnTo>
                      <a:pt x="107386" y="129163"/>
                    </a:lnTo>
                    <a:lnTo>
                      <a:pt x="103772" y="125151"/>
                    </a:lnTo>
                    <a:lnTo>
                      <a:pt x="116209" y="106683"/>
                    </a:lnTo>
                    <a:lnTo>
                      <a:pt x="108184" y="113911"/>
                    </a:lnTo>
                    <a:lnTo>
                      <a:pt x="104570" y="109898"/>
                    </a:lnTo>
                    <a:lnTo>
                      <a:pt x="96545" y="117126"/>
                    </a:lnTo>
                    <a:lnTo>
                      <a:pt x="92931" y="113113"/>
                    </a:lnTo>
                    <a:lnTo>
                      <a:pt x="84906" y="120341"/>
                    </a:lnTo>
                    <a:lnTo>
                      <a:pt x="81292" y="116328"/>
                    </a:lnTo>
                    <a:lnTo>
                      <a:pt x="77280" y="119942"/>
                    </a:lnTo>
                    <a:moveTo>
                      <a:pt x="40703" y="42962"/>
                    </a:moveTo>
                    <a:lnTo>
                      <a:pt x="0" y="16960"/>
                    </a:lnTo>
                    <a:lnTo>
                      <a:pt x="45223" y="0"/>
                    </a:lnTo>
                    <a:lnTo>
                      <a:pt x="40703" y="42962"/>
                    </a:lnTo>
                    <a:lnTo>
                      <a:pt x="41268" y="37592"/>
                    </a:lnTo>
                    <a:lnTo>
                      <a:pt x="10741" y="18090"/>
                    </a:lnTo>
                    <a:lnTo>
                      <a:pt x="44658" y="5370"/>
                    </a:lnTo>
                    <a:lnTo>
                      <a:pt x="39288" y="4805"/>
                    </a:lnTo>
                    <a:lnTo>
                      <a:pt x="35897" y="37027"/>
                    </a:lnTo>
                    <a:lnTo>
                      <a:pt x="41268" y="37592"/>
                    </a:lnTo>
                    <a:lnTo>
                      <a:pt x="40703" y="42962"/>
                    </a:lnTo>
                    <a:lnTo>
                      <a:pt x="31092" y="31092"/>
                    </a:lnTo>
                    <a:lnTo>
                      <a:pt x="30527" y="36462"/>
                    </a:lnTo>
                    <a:lnTo>
                      <a:pt x="20917" y="24591"/>
                    </a:lnTo>
                    <a:lnTo>
                      <a:pt x="20352" y="29961"/>
                    </a:lnTo>
                    <a:lnTo>
                      <a:pt x="5371" y="17525"/>
                    </a:lnTo>
                    <a:lnTo>
                      <a:pt x="22612" y="8480"/>
                    </a:lnTo>
                    <a:lnTo>
                      <a:pt x="22047" y="13850"/>
                    </a:lnTo>
                    <a:lnTo>
                      <a:pt x="33918" y="4240"/>
                    </a:lnTo>
                    <a:lnTo>
                      <a:pt x="33353" y="9610"/>
                    </a:lnTo>
                    <a:lnTo>
                      <a:pt x="45223" y="0"/>
                    </a:lnTo>
                    <a:lnTo>
                      <a:pt x="38723" y="10175"/>
                    </a:lnTo>
                    <a:lnTo>
                      <a:pt x="43528" y="16111"/>
                    </a:lnTo>
                    <a:lnTo>
                      <a:pt x="37593" y="20916"/>
                    </a:lnTo>
                    <a:lnTo>
                      <a:pt x="42398" y="26851"/>
                    </a:lnTo>
                    <a:lnTo>
                      <a:pt x="36463" y="31657"/>
                    </a:lnTo>
                    <a:lnTo>
                      <a:pt x="40703" y="42962"/>
                    </a:lnTo>
                    <a:lnTo>
                      <a:pt x="35897" y="37027"/>
                    </a:lnTo>
                    <a:lnTo>
                      <a:pt x="41833" y="32222"/>
                    </a:lnTo>
                    <a:lnTo>
                      <a:pt x="37028" y="26286"/>
                    </a:lnTo>
                    <a:lnTo>
                      <a:pt x="42963" y="21481"/>
                    </a:lnTo>
                    <a:lnTo>
                      <a:pt x="38158" y="15546"/>
                    </a:lnTo>
                    <a:lnTo>
                      <a:pt x="44093" y="10740"/>
                    </a:lnTo>
                    <a:lnTo>
                      <a:pt x="39288" y="4805"/>
                    </a:lnTo>
                    <a:lnTo>
                      <a:pt x="33918" y="4240"/>
                    </a:lnTo>
                    <a:lnTo>
                      <a:pt x="33353" y="9610"/>
                    </a:lnTo>
                    <a:lnTo>
                      <a:pt x="22612" y="8480"/>
                    </a:lnTo>
                    <a:lnTo>
                      <a:pt x="22047" y="13850"/>
                    </a:lnTo>
                    <a:lnTo>
                      <a:pt x="0" y="16960"/>
                    </a:lnTo>
                    <a:lnTo>
                      <a:pt x="10741" y="18090"/>
                    </a:lnTo>
                    <a:lnTo>
                      <a:pt x="10176" y="23461"/>
                    </a:lnTo>
                    <a:lnTo>
                      <a:pt x="20917" y="24591"/>
                    </a:lnTo>
                    <a:lnTo>
                      <a:pt x="20352" y="29961"/>
                    </a:lnTo>
                    <a:lnTo>
                      <a:pt x="31092" y="31092"/>
                    </a:lnTo>
                    <a:lnTo>
                      <a:pt x="30527" y="36462"/>
                    </a:lnTo>
                    <a:lnTo>
                      <a:pt x="35897" y="370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13" name="Контур"/>
              <p:cNvSpPr/>
              <p:nvPr/>
            </p:nvSpPr>
            <p:spPr>
              <a:xfrm>
                <a:off x="2382918" y="4222954"/>
                <a:ext cx="151675" cy="143853"/>
              </a:xfrm>
              <a:custGeom>
                <a:avLst/>
                <a:gdLst/>
                <a:ahLst/>
                <a:cxnLst/>
                <a:rect l="l" t="t" r="r" b="b"/>
                <a:pathLst>
                  <a:path w="151675" h="143853" fill="none">
                    <a:moveTo>
                      <a:pt x="0" y="143853"/>
                    </a:moveTo>
                    <a:lnTo>
                      <a:pt x="27634" y="118061"/>
                    </a:lnTo>
                    <a:moveTo>
                      <a:pt x="27634" y="118061"/>
                    </a:moveTo>
                    <a:lnTo>
                      <a:pt x="55268" y="92269"/>
                    </a:lnTo>
                    <a:moveTo>
                      <a:pt x="55268" y="92269"/>
                    </a:moveTo>
                    <a:lnTo>
                      <a:pt x="82902" y="66477"/>
                    </a:lnTo>
                    <a:moveTo>
                      <a:pt x="82902" y="66477"/>
                    </a:moveTo>
                    <a:lnTo>
                      <a:pt x="110535" y="40685"/>
                    </a:lnTo>
                    <a:moveTo>
                      <a:pt x="110535" y="40685"/>
                    </a:moveTo>
                    <a:lnTo>
                      <a:pt x="111935" y="39379"/>
                    </a:lnTo>
                    <a:lnTo>
                      <a:pt x="128443" y="23410"/>
                    </a:lnTo>
                    <a:lnTo>
                      <a:pt x="137586" y="14285"/>
                    </a:lnTo>
                    <a:moveTo>
                      <a:pt x="137586" y="14285"/>
                    </a:moveTo>
                    <a:lnTo>
                      <a:pt x="144699" y="7186"/>
                    </a:lnTo>
                    <a:lnTo>
                      <a:pt x="151675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14" name="Контур"/>
              <p:cNvSpPr/>
              <p:nvPr/>
            </p:nvSpPr>
            <p:spPr>
              <a:xfrm>
                <a:off x="1948848" y="1736083"/>
                <a:ext cx="680310" cy="2545069"/>
              </a:xfrm>
              <a:custGeom>
                <a:avLst/>
                <a:gdLst/>
                <a:ahLst/>
                <a:cxnLst/>
                <a:rect l="l" t="t" r="r" b="b"/>
                <a:pathLst>
                  <a:path w="680310" h="2545069" fill="none">
                    <a:moveTo>
                      <a:pt x="434070" y="2369808"/>
                    </a:moveTo>
                    <a:lnTo>
                      <a:pt x="416340" y="2388781"/>
                    </a:lnTo>
                    <a:lnTo>
                      <a:pt x="297465" y="2499698"/>
                    </a:lnTo>
                    <a:lnTo>
                      <a:pt x="287280" y="2509200"/>
                    </a:lnTo>
                    <a:lnTo>
                      <a:pt x="275490" y="2519370"/>
                    </a:lnTo>
                    <a:lnTo>
                      <a:pt x="262530" y="2528100"/>
                    </a:lnTo>
                    <a:lnTo>
                      <a:pt x="248629" y="2535054"/>
                    </a:lnTo>
                    <a:lnTo>
                      <a:pt x="233950" y="2540272"/>
                    </a:lnTo>
                    <a:lnTo>
                      <a:pt x="218736" y="2543627"/>
                    </a:lnTo>
                    <a:lnTo>
                      <a:pt x="203226" y="2545069"/>
                    </a:lnTo>
                    <a:lnTo>
                      <a:pt x="187654" y="2544572"/>
                    </a:lnTo>
                    <a:lnTo>
                      <a:pt x="172266" y="2542146"/>
                    </a:lnTo>
                    <a:lnTo>
                      <a:pt x="157298" y="2537829"/>
                    </a:lnTo>
                    <a:lnTo>
                      <a:pt x="143010" y="2531700"/>
                    </a:lnTo>
                    <a:moveTo>
                      <a:pt x="143010" y="2531700"/>
                    </a:moveTo>
                    <a:lnTo>
                      <a:pt x="157298" y="2537829"/>
                    </a:lnTo>
                    <a:lnTo>
                      <a:pt x="172266" y="2542146"/>
                    </a:lnTo>
                    <a:lnTo>
                      <a:pt x="187654" y="2544572"/>
                    </a:lnTo>
                    <a:lnTo>
                      <a:pt x="203226" y="2545069"/>
                    </a:lnTo>
                    <a:lnTo>
                      <a:pt x="218736" y="2543627"/>
                    </a:lnTo>
                    <a:lnTo>
                      <a:pt x="233950" y="2540272"/>
                    </a:lnTo>
                    <a:lnTo>
                      <a:pt x="248629" y="2535054"/>
                    </a:lnTo>
                    <a:lnTo>
                      <a:pt x="262530" y="2528100"/>
                    </a:lnTo>
                    <a:lnTo>
                      <a:pt x="275490" y="2519370"/>
                    </a:lnTo>
                    <a:lnTo>
                      <a:pt x="287280" y="2509200"/>
                    </a:lnTo>
                    <a:lnTo>
                      <a:pt x="297465" y="2499698"/>
                    </a:lnTo>
                    <a:lnTo>
                      <a:pt x="416340" y="2388781"/>
                    </a:lnTo>
                    <a:lnTo>
                      <a:pt x="434070" y="2369808"/>
                    </a:lnTo>
                    <a:moveTo>
                      <a:pt x="680310" y="2030400"/>
                    </a:moveTo>
                    <a:lnTo>
                      <a:pt x="605970" y="2160450"/>
                    </a:lnTo>
                    <a:lnTo>
                      <a:pt x="517860" y="2280150"/>
                    </a:lnTo>
                    <a:lnTo>
                      <a:pt x="434070" y="2369808"/>
                    </a:lnTo>
                    <a:moveTo>
                      <a:pt x="143010" y="2531700"/>
                    </a:moveTo>
                    <a:lnTo>
                      <a:pt x="434070" y="2260142"/>
                    </a:lnTo>
                    <a:moveTo>
                      <a:pt x="434070" y="2369808"/>
                    </a:moveTo>
                    <a:lnTo>
                      <a:pt x="517860" y="2280150"/>
                    </a:lnTo>
                    <a:lnTo>
                      <a:pt x="605970" y="2160450"/>
                    </a:lnTo>
                    <a:lnTo>
                      <a:pt x="680310" y="2030400"/>
                    </a:lnTo>
                    <a:moveTo>
                      <a:pt x="434070" y="2260142"/>
                    </a:moveTo>
                    <a:lnTo>
                      <a:pt x="680310" y="2030400"/>
                    </a:lnTo>
                    <a:moveTo>
                      <a:pt x="506880" y="543240"/>
                    </a:moveTo>
                    <a:lnTo>
                      <a:pt x="434070" y="611120"/>
                    </a:lnTo>
                    <a:moveTo>
                      <a:pt x="434070" y="611120"/>
                    </a:moveTo>
                    <a:lnTo>
                      <a:pt x="506880" y="543240"/>
                    </a:lnTo>
                    <a:moveTo>
                      <a:pt x="552870" y="592650"/>
                    </a:moveTo>
                    <a:lnTo>
                      <a:pt x="506880" y="543240"/>
                    </a:lnTo>
                    <a:moveTo>
                      <a:pt x="434070" y="465208"/>
                    </a:moveTo>
                    <a:lnTo>
                      <a:pt x="506880" y="543240"/>
                    </a:lnTo>
                    <a:moveTo>
                      <a:pt x="506880" y="543240"/>
                    </a:moveTo>
                    <a:lnTo>
                      <a:pt x="434070" y="465208"/>
                    </a:lnTo>
                    <a:moveTo>
                      <a:pt x="0" y="0"/>
                    </a:moveTo>
                    <a:lnTo>
                      <a:pt x="85959" y="92125"/>
                    </a:lnTo>
                    <a:moveTo>
                      <a:pt x="85959" y="92125"/>
                    </a:moveTo>
                    <a:lnTo>
                      <a:pt x="171918" y="184251"/>
                    </a:lnTo>
                    <a:moveTo>
                      <a:pt x="171918" y="184251"/>
                    </a:moveTo>
                    <a:lnTo>
                      <a:pt x="257877" y="276376"/>
                    </a:lnTo>
                    <a:moveTo>
                      <a:pt x="257877" y="276376"/>
                    </a:moveTo>
                    <a:lnTo>
                      <a:pt x="343836" y="368501"/>
                    </a:lnTo>
                    <a:moveTo>
                      <a:pt x="343836" y="368501"/>
                    </a:moveTo>
                    <a:lnTo>
                      <a:pt x="429795" y="460626"/>
                    </a:lnTo>
                    <a:moveTo>
                      <a:pt x="429795" y="460626"/>
                    </a:moveTo>
                    <a:lnTo>
                      <a:pt x="434070" y="46520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15" name="Контур"/>
              <p:cNvSpPr/>
              <p:nvPr/>
            </p:nvSpPr>
            <p:spPr>
              <a:xfrm>
                <a:off x="1995325" y="1851369"/>
                <a:ext cx="390157" cy="413766"/>
              </a:xfrm>
              <a:custGeom>
                <a:avLst/>
                <a:gdLst/>
                <a:ahLst/>
                <a:cxnLst/>
                <a:rect l="l" t="t" r="r" b="b"/>
                <a:pathLst>
                  <a:path w="390157" h="413766" fill="none">
                    <a:moveTo>
                      <a:pt x="0" y="13679"/>
                    </a:moveTo>
                    <a:lnTo>
                      <a:pt x="46321" y="0"/>
                    </a:lnTo>
                    <a:lnTo>
                      <a:pt x="29471" y="45265"/>
                    </a:lnTo>
                    <a:lnTo>
                      <a:pt x="0" y="13679"/>
                    </a:lnTo>
                    <a:lnTo>
                      <a:pt x="3684" y="17627"/>
                    </a:lnTo>
                    <a:lnTo>
                      <a:pt x="38425" y="7368"/>
                    </a:lnTo>
                    <a:lnTo>
                      <a:pt x="25787" y="41316"/>
                    </a:lnTo>
                    <a:lnTo>
                      <a:pt x="29736" y="37633"/>
                    </a:lnTo>
                    <a:lnTo>
                      <a:pt x="7632" y="13943"/>
                    </a:lnTo>
                    <a:lnTo>
                      <a:pt x="3684" y="17627"/>
                    </a:lnTo>
                    <a:lnTo>
                      <a:pt x="0" y="13679"/>
                    </a:lnTo>
                    <a:lnTo>
                      <a:pt x="15264" y="14207"/>
                    </a:lnTo>
                    <a:lnTo>
                      <a:pt x="11580" y="10259"/>
                    </a:lnTo>
                    <a:lnTo>
                      <a:pt x="26844" y="10788"/>
                    </a:lnTo>
                    <a:lnTo>
                      <a:pt x="23161" y="6840"/>
                    </a:lnTo>
                    <a:lnTo>
                      <a:pt x="42373" y="3684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33684" y="33949"/>
                    </a:lnTo>
                    <a:lnTo>
                      <a:pt x="30000" y="30000"/>
                    </a:lnTo>
                    <a:lnTo>
                      <a:pt x="29471" y="45265"/>
                    </a:lnTo>
                    <a:lnTo>
                      <a:pt x="26052" y="33684"/>
                    </a:lnTo>
                    <a:lnTo>
                      <a:pt x="18420" y="33420"/>
                    </a:lnTo>
                    <a:lnTo>
                      <a:pt x="18684" y="25788"/>
                    </a:lnTo>
                    <a:lnTo>
                      <a:pt x="11052" y="25524"/>
                    </a:lnTo>
                    <a:lnTo>
                      <a:pt x="11316" y="17891"/>
                    </a:lnTo>
                    <a:lnTo>
                      <a:pt x="0" y="13679"/>
                    </a:lnTo>
                    <a:lnTo>
                      <a:pt x="7632" y="13943"/>
                    </a:lnTo>
                    <a:lnTo>
                      <a:pt x="7368" y="21575"/>
                    </a:lnTo>
                    <a:lnTo>
                      <a:pt x="15000" y="21840"/>
                    </a:lnTo>
                    <a:lnTo>
                      <a:pt x="14736" y="29472"/>
                    </a:lnTo>
                    <a:lnTo>
                      <a:pt x="22368" y="29736"/>
                    </a:lnTo>
                    <a:lnTo>
                      <a:pt x="22103" y="37368"/>
                    </a:lnTo>
                    <a:lnTo>
                      <a:pt x="29736" y="37633"/>
                    </a:lnTo>
                    <a:lnTo>
                      <a:pt x="33684" y="33949"/>
                    </a:lnTo>
                    <a:lnTo>
                      <a:pt x="30000" y="30000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46321" y="0"/>
                    </a:lnTo>
                    <a:lnTo>
                      <a:pt x="38425" y="7368"/>
                    </a:lnTo>
                    <a:lnTo>
                      <a:pt x="34741" y="3420"/>
                    </a:lnTo>
                    <a:lnTo>
                      <a:pt x="26844" y="10788"/>
                    </a:lnTo>
                    <a:lnTo>
                      <a:pt x="23161" y="6840"/>
                    </a:lnTo>
                    <a:lnTo>
                      <a:pt x="15264" y="14207"/>
                    </a:lnTo>
                    <a:lnTo>
                      <a:pt x="11580" y="10259"/>
                    </a:lnTo>
                    <a:lnTo>
                      <a:pt x="7632" y="13943"/>
                    </a:lnTo>
                    <a:moveTo>
                      <a:pt x="171918" y="197929"/>
                    </a:moveTo>
                    <a:lnTo>
                      <a:pt x="218239" y="184251"/>
                    </a:lnTo>
                    <a:lnTo>
                      <a:pt x="201389" y="229515"/>
                    </a:lnTo>
                    <a:lnTo>
                      <a:pt x="171918" y="197929"/>
                    </a:lnTo>
                    <a:lnTo>
                      <a:pt x="175602" y="201878"/>
                    </a:lnTo>
                    <a:lnTo>
                      <a:pt x="210343" y="191619"/>
                    </a:lnTo>
                    <a:lnTo>
                      <a:pt x="197705" y="225567"/>
                    </a:lnTo>
                    <a:lnTo>
                      <a:pt x="201654" y="221883"/>
                    </a:lnTo>
                    <a:lnTo>
                      <a:pt x="179550" y="198194"/>
                    </a:lnTo>
                    <a:lnTo>
                      <a:pt x="175602" y="201878"/>
                    </a:lnTo>
                    <a:lnTo>
                      <a:pt x="171918" y="197929"/>
                    </a:lnTo>
                    <a:lnTo>
                      <a:pt x="187182" y="198458"/>
                    </a:lnTo>
                    <a:lnTo>
                      <a:pt x="183498" y="194510"/>
                    </a:lnTo>
                    <a:lnTo>
                      <a:pt x="198762" y="195038"/>
                    </a:lnTo>
                    <a:lnTo>
                      <a:pt x="195078" y="191090"/>
                    </a:lnTo>
                    <a:lnTo>
                      <a:pt x="214291" y="187935"/>
                    </a:lnTo>
                    <a:lnTo>
                      <a:pt x="209814" y="206883"/>
                    </a:lnTo>
                    <a:lnTo>
                      <a:pt x="206130" y="202935"/>
                    </a:lnTo>
                    <a:lnTo>
                      <a:pt x="205602" y="218199"/>
                    </a:lnTo>
                    <a:lnTo>
                      <a:pt x="201918" y="214251"/>
                    </a:lnTo>
                    <a:lnTo>
                      <a:pt x="201389" y="229515"/>
                    </a:lnTo>
                    <a:lnTo>
                      <a:pt x="197970" y="217935"/>
                    </a:lnTo>
                    <a:lnTo>
                      <a:pt x="190337" y="217670"/>
                    </a:lnTo>
                    <a:lnTo>
                      <a:pt x="190602" y="210038"/>
                    </a:lnTo>
                    <a:lnTo>
                      <a:pt x="182970" y="209774"/>
                    </a:lnTo>
                    <a:lnTo>
                      <a:pt x="183234" y="202142"/>
                    </a:lnTo>
                    <a:lnTo>
                      <a:pt x="171918" y="197929"/>
                    </a:lnTo>
                    <a:lnTo>
                      <a:pt x="179550" y="198194"/>
                    </a:lnTo>
                    <a:lnTo>
                      <a:pt x="179286" y="205826"/>
                    </a:lnTo>
                    <a:lnTo>
                      <a:pt x="186918" y="206090"/>
                    </a:lnTo>
                    <a:lnTo>
                      <a:pt x="186653" y="213722"/>
                    </a:lnTo>
                    <a:lnTo>
                      <a:pt x="194286" y="213987"/>
                    </a:lnTo>
                    <a:lnTo>
                      <a:pt x="194021" y="221619"/>
                    </a:lnTo>
                    <a:lnTo>
                      <a:pt x="201654" y="221883"/>
                    </a:lnTo>
                    <a:lnTo>
                      <a:pt x="205602" y="218199"/>
                    </a:lnTo>
                    <a:lnTo>
                      <a:pt x="201918" y="214251"/>
                    </a:lnTo>
                    <a:lnTo>
                      <a:pt x="209814" y="206883"/>
                    </a:lnTo>
                    <a:lnTo>
                      <a:pt x="206130" y="202935"/>
                    </a:lnTo>
                    <a:lnTo>
                      <a:pt x="218239" y="184251"/>
                    </a:lnTo>
                    <a:lnTo>
                      <a:pt x="210343" y="191619"/>
                    </a:lnTo>
                    <a:lnTo>
                      <a:pt x="206659" y="187670"/>
                    </a:lnTo>
                    <a:lnTo>
                      <a:pt x="198762" y="195038"/>
                    </a:lnTo>
                    <a:lnTo>
                      <a:pt x="195078" y="191090"/>
                    </a:lnTo>
                    <a:lnTo>
                      <a:pt x="187182" y="198458"/>
                    </a:lnTo>
                    <a:lnTo>
                      <a:pt x="183498" y="194510"/>
                    </a:lnTo>
                    <a:lnTo>
                      <a:pt x="179550" y="198194"/>
                    </a:lnTo>
                    <a:moveTo>
                      <a:pt x="343836" y="382180"/>
                    </a:moveTo>
                    <a:lnTo>
                      <a:pt x="390157" y="368501"/>
                    </a:lnTo>
                    <a:lnTo>
                      <a:pt x="373307" y="413766"/>
                    </a:lnTo>
                    <a:lnTo>
                      <a:pt x="343836" y="382180"/>
                    </a:lnTo>
                    <a:lnTo>
                      <a:pt x="347520" y="386128"/>
                    </a:lnTo>
                    <a:lnTo>
                      <a:pt x="382261" y="375869"/>
                    </a:lnTo>
                    <a:lnTo>
                      <a:pt x="369623" y="409817"/>
                    </a:lnTo>
                    <a:lnTo>
                      <a:pt x="373572" y="406133"/>
                    </a:lnTo>
                    <a:lnTo>
                      <a:pt x="351468" y="382444"/>
                    </a:lnTo>
                    <a:lnTo>
                      <a:pt x="347520" y="386128"/>
                    </a:lnTo>
                    <a:lnTo>
                      <a:pt x="343836" y="382180"/>
                    </a:lnTo>
                    <a:lnTo>
                      <a:pt x="359100" y="382708"/>
                    </a:lnTo>
                    <a:lnTo>
                      <a:pt x="355416" y="378760"/>
                    </a:lnTo>
                    <a:lnTo>
                      <a:pt x="370680" y="379289"/>
                    </a:lnTo>
                    <a:lnTo>
                      <a:pt x="366996" y="375340"/>
                    </a:lnTo>
                    <a:lnTo>
                      <a:pt x="386209" y="372185"/>
                    </a:lnTo>
                    <a:lnTo>
                      <a:pt x="381732" y="391133"/>
                    </a:lnTo>
                    <a:lnTo>
                      <a:pt x="378048" y="387185"/>
                    </a:lnTo>
                    <a:lnTo>
                      <a:pt x="377520" y="402449"/>
                    </a:lnTo>
                    <a:lnTo>
                      <a:pt x="373836" y="398501"/>
                    </a:lnTo>
                    <a:lnTo>
                      <a:pt x="373307" y="413766"/>
                    </a:lnTo>
                    <a:lnTo>
                      <a:pt x="369888" y="402185"/>
                    </a:lnTo>
                    <a:lnTo>
                      <a:pt x="362255" y="401921"/>
                    </a:lnTo>
                    <a:lnTo>
                      <a:pt x="362520" y="394289"/>
                    </a:lnTo>
                    <a:lnTo>
                      <a:pt x="354887" y="394024"/>
                    </a:lnTo>
                    <a:lnTo>
                      <a:pt x="355152" y="386392"/>
                    </a:lnTo>
                    <a:lnTo>
                      <a:pt x="343836" y="382180"/>
                    </a:lnTo>
                    <a:lnTo>
                      <a:pt x="351468" y="382444"/>
                    </a:lnTo>
                    <a:lnTo>
                      <a:pt x="351203" y="390076"/>
                    </a:lnTo>
                    <a:lnTo>
                      <a:pt x="358836" y="390341"/>
                    </a:lnTo>
                    <a:lnTo>
                      <a:pt x="358571" y="397973"/>
                    </a:lnTo>
                    <a:lnTo>
                      <a:pt x="366204" y="398237"/>
                    </a:lnTo>
                    <a:lnTo>
                      <a:pt x="365939" y="405869"/>
                    </a:lnTo>
                    <a:lnTo>
                      <a:pt x="373572" y="406133"/>
                    </a:lnTo>
                    <a:lnTo>
                      <a:pt x="377520" y="402449"/>
                    </a:lnTo>
                    <a:lnTo>
                      <a:pt x="373836" y="398501"/>
                    </a:lnTo>
                    <a:lnTo>
                      <a:pt x="381732" y="391133"/>
                    </a:lnTo>
                    <a:lnTo>
                      <a:pt x="378048" y="387185"/>
                    </a:lnTo>
                    <a:lnTo>
                      <a:pt x="390157" y="368501"/>
                    </a:lnTo>
                    <a:lnTo>
                      <a:pt x="382261" y="375869"/>
                    </a:lnTo>
                    <a:lnTo>
                      <a:pt x="378577" y="371921"/>
                    </a:lnTo>
                    <a:lnTo>
                      <a:pt x="370680" y="379289"/>
                    </a:lnTo>
                    <a:lnTo>
                      <a:pt x="366996" y="375340"/>
                    </a:lnTo>
                    <a:lnTo>
                      <a:pt x="359100" y="382708"/>
                    </a:lnTo>
                    <a:lnTo>
                      <a:pt x="355416" y="378760"/>
                    </a:lnTo>
                    <a:lnTo>
                      <a:pt x="351468" y="38244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16" name="Контур"/>
              <p:cNvSpPr/>
              <p:nvPr/>
            </p:nvSpPr>
            <p:spPr>
              <a:xfrm>
                <a:off x="1948848" y="1736083"/>
                <a:ext cx="595662" cy="465208"/>
              </a:xfrm>
              <a:custGeom>
                <a:avLst/>
                <a:gdLst/>
                <a:ahLst/>
                <a:cxnLst/>
                <a:rect l="l" t="t" r="r" b="b"/>
                <a:pathLst>
                  <a:path w="595662" h="465208" fill="none">
                    <a:moveTo>
                      <a:pt x="434070" y="222698"/>
                    </a:moveTo>
                    <a:lnTo>
                      <a:pt x="595662" y="395865"/>
                    </a:lnTo>
                    <a:moveTo>
                      <a:pt x="434070" y="465208"/>
                    </a:moveTo>
                    <a:lnTo>
                      <a:pt x="348111" y="373083"/>
                    </a:lnTo>
                    <a:moveTo>
                      <a:pt x="348111" y="373083"/>
                    </a:moveTo>
                    <a:lnTo>
                      <a:pt x="262152" y="280958"/>
                    </a:lnTo>
                    <a:moveTo>
                      <a:pt x="262152" y="280958"/>
                    </a:moveTo>
                    <a:lnTo>
                      <a:pt x="176193" y="188833"/>
                    </a:lnTo>
                    <a:moveTo>
                      <a:pt x="176193" y="188833"/>
                    </a:moveTo>
                    <a:lnTo>
                      <a:pt x="90235" y="96708"/>
                    </a:lnTo>
                    <a:moveTo>
                      <a:pt x="90235" y="96708"/>
                    </a:moveTo>
                    <a:lnTo>
                      <a:pt x="4276" y="4582"/>
                    </a:lnTo>
                    <a:moveTo>
                      <a:pt x="4276" y="4582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17" name="Контур"/>
              <p:cNvSpPr/>
              <p:nvPr/>
            </p:nvSpPr>
            <p:spPr>
              <a:xfrm>
                <a:off x="1946284" y="1672240"/>
                <a:ext cx="390158" cy="413765"/>
              </a:xfrm>
              <a:custGeom>
                <a:avLst/>
                <a:gdLst/>
                <a:ahLst/>
                <a:cxnLst/>
                <a:rect l="l" t="t" r="r" b="b"/>
                <a:pathLst>
                  <a:path w="390158" h="413765" fill="none">
                    <a:moveTo>
                      <a:pt x="390158" y="400087"/>
                    </a:moveTo>
                    <a:lnTo>
                      <a:pt x="343836" y="413765"/>
                    </a:lnTo>
                    <a:lnTo>
                      <a:pt x="360686" y="368501"/>
                    </a:lnTo>
                    <a:lnTo>
                      <a:pt x="390158" y="400087"/>
                    </a:lnTo>
                    <a:lnTo>
                      <a:pt x="386474" y="396138"/>
                    </a:lnTo>
                    <a:lnTo>
                      <a:pt x="351732" y="406398"/>
                    </a:lnTo>
                    <a:lnTo>
                      <a:pt x="364370" y="372449"/>
                    </a:lnTo>
                    <a:lnTo>
                      <a:pt x="360422" y="376133"/>
                    </a:lnTo>
                    <a:lnTo>
                      <a:pt x="382525" y="399822"/>
                    </a:lnTo>
                    <a:lnTo>
                      <a:pt x="386474" y="396138"/>
                    </a:lnTo>
                    <a:lnTo>
                      <a:pt x="390158" y="400087"/>
                    </a:lnTo>
                    <a:lnTo>
                      <a:pt x="374893" y="399558"/>
                    </a:lnTo>
                    <a:lnTo>
                      <a:pt x="378577" y="403506"/>
                    </a:lnTo>
                    <a:lnTo>
                      <a:pt x="363313" y="402978"/>
                    </a:lnTo>
                    <a:lnTo>
                      <a:pt x="366997" y="406926"/>
                    </a:lnTo>
                    <a:lnTo>
                      <a:pt x="347784" y="410082"/>
                    </a:lnTo>
                    <a:lnTo>
                      <a:pt x="352261" y="391133"/>
                    </a:lnTo>
                    <a:lnTo>
                      <a:pt x="355945" y="395081"/>
                    </a:lnTo>
                    <a:lnTo>
                      <a:pt x="356474" y="379817"/>
                    </a:lnTo>
                    <a:lnTo>
                      <a:pt x="360157" y="383765"/>
                    </a:lnTo>
                    <a:lnTo>
                      <a:pt x="360686" y="368501"/>
                    </a:lnTo>
                    <a:lnTo>
                      <a:pt x="364106" y="380081"/>
                    </a:lnTo>
                    <a:lnTo>
                      <a:pt x="371738" y="380346"/>
                    </a:lnTo>
                    <a:lnTo>
                      <a:pt x="371474" y="387978"/>
                    </a:lnTo>
                    <a:lnTo>
                      <a:pt x="379106" y="388242"/>
                    </a:lnTo>
                    <a:lnTo>
                      <a:pt x="378842" y="395874"/>
                    </a:lnTo>
                    <a:lnTo>
                      <a:pt x="390158" y="400087"/>
                    </a:lnTo>
                    <a:lnTo>
                      <a:pt x="382525" y="399822"/>
                    </a:lnTo>
                    <a:lnTo>
                      <a:pt x="382790" y="392190"/>
                    </a:lnTo>
                    <a:lnTo>
                      <a:pt x="375158" y="391926"/>
                    </a:lnTo>
                    <a:lnTo>
                      <a:pt x="375422" y="384294"/>
                    </a:lnTo>
                    <a:lnTo>
                      <a:pt x="367790" y="384030"/>
                    </a:lnTo>
                    <a:lnTo>
                      <a:pt x="368054" y="376397"/>
                    </a:lnTo>
                    <a:lnTo>
                      <a:pt x="360422" y="376133"/>
                    </a:lnTo>
                    <a:lnTo>
                      <a:pt x="356474" y="379817"/>
                    </a:lnTo>
                    <a:lnTo>
                      <a:pt x="360157" y="383765"/>
                    </a:lnTo>
                    <a:lnTo>
                      <a:pt x="352261" y="391133"/>
                    </a:lnTo>
                    <a:lnTo>
                      <a:pt x="355945" y="395081"/>
                    </a:lnTo>
                    <a:lnTo>
                      <a:pt x="343836" y="413765"/>
                    </a:lnTo>
                    <a:lnTo>
                      <a:pt x="351732" y="406398"/>
                    </a:lnTo>
                    <a:lnTo>
                      <a:pt x="355416" y="410346"/>
                    </a:lnTo>
                    <a:lnTo>
                      <a:pt x="363313" y="402978"/>
                    </a:lnTo>
                    <a:lnTo>
                      <a:pt x="366997" y="406926"/>
                    </a:lnTo>
                    <a:lnTo>
                      <a:pt x="374893" y="399558"/>
                    </a:lnTo>
                    <a:lnTo>
                      <a:pt x="378577" y="403506"/>
                    </a:lnTo>
                    <a:lnTo>
                      <a:pt x="382525" y="399822"/>
                    </a:lnTo>
                    <a:moveTo>
                      <a:pt x="218240" y="215836"/>
                    </a:moveTo>
                    <a:lnTo>
                      <a:pt x="171918" y="229515"/>
                    </a:lnTo>
                    <a:lnTo>
                      <a:pt x="188768" y="184250"/>
                    </a:lnTo>
                    <a:lnTo>
                      <a:pt x="218240" y="215836"/>
                    </a:lnTo>
                    <a:lnTo>
                      <a:pt x="214556" y="211888"/>
                    </a:lnTo>
                    <a:lnTo>
                      <a:pt x="179815" y="222147"/>
                    </a:lnTo>
                    <a:lnTo>
                      <a:pt x="192452" y="188199"/>
                    </a:lnTo>
                    <a:lnTo>
                      <a:pt x="188504" y="191883"/>
                    </a:lnTo>
                    <a:lnTo>
                      <a:pt x="210608" y="215572"/>
                    </a:lnTo>
                    <a:lnTo>
                      <a:pt x="214556" y="211888"/>
                    </a:lnTo>
                    <a:lnTo>
                      <a:pt x="218240" y="215836"/>
                    </a:lnTo>
                    <a:lnTo>
                      <a:pt x="202975" y="215308"/>
                    </a:lnTo>
                    <a:lnTo>
                      <a:pt x="206659" y="219256"/>
                    </a:lnTo>
                    <a:lnTo>
                      <a:pt x="191395" y="218727"/>
                    </a:lnTo>
                    <a:lnTo>
                      <a:pt x="195079" y="222676"/>
                    </a:lnTo>
                    <a:lnTo>
                      <a:pt x="175866" y="225831"/>
                    </a:lnTo>
                    <a:lnTo>
                      <a:pt x="180343" y="206883"/>
                    </a:lnTo>
                    <a:lnTo>
                      <a:pt x="184027" y="210831"/>
                    </a:lnTo>
                    <a:lnTo>
                      <a:pt x="184556" y="195567"/>
                    </a:lnTo>
                    <a:lnTo>
                      <a:pt x="188240" y="199515"/>
                    </a:lnTo>
                    <a:lnTo>
                      <a:pt x="188768" y="184250"/>
                    </a:lnTo>
                    <a:lnTo>
                      <a:pt x="192188" y="195831"/>
                    </a:lnTo>
                    <a:lnTo>
                      <a:pt x="199820" y="196095"/>
                    </a:lnTo>
                    <a:lnTo>
                      <a:pt x="199556" y="203727"/>
                    </a:lnTo>
                    <a:lnTo>
                      <a:pt x="207188" y="203992"/>
                    </a:lnTo>
                    <a:lnTo>
                      <a:pt x="206924" y="211624"/>
                    </a:lnTo>
                    <a:lnTo>
                      <a:pt x="218240" y="215836"/>
                    </a:lnTo>
                    <a:lnTo>
                      <a:pt x="210608" y="215572"/>
                    </a:lnTo>
                    <a:lnTo>
                      <a:pt x="210872" y="207940"/>
                    </a:lnTo>
                    <a:lnTo>
                      <a:pt x="203240" y="207676"/>
                    </a:lnTo>
                    <a:lnTo>
                      <a:pt x="203504" y="200043"/>
                    </a:lnTo>
                    <a:lnTo>
                      <a:pt x="195872" y="199779"/>
                    </a:lnTo>
                    <a:lnTo>
                      <a:pt x="196136" y="192147"/>
                    </a:lnTo>
                    <a:lnTo>
                      <a:pt x="188504" y="191883"/>
                    </a:lnTo>
                    <a:lnTo>
                      <a:pt x="184556" y="195567"/>
                    </a:lnTo>
                    <a:lnTo>
                      <a:pt x="188240" y="199515"/>
                    </a:lnTo>
                    <a:lnTo>
                      <a:pt x="180343" y="206883"/>
                    </a:lnTo>
                    <a:lnTo>
                      <a:pt x="184027" y="210831"/>
                    </a:lnTo>
                    <a:lnTo>
                      <a:pt x="171918" y="229515"/>
                    </a:lnTo>
                    <a:lnTo>
                      <a:pt x="179815" y="222147"/>
                    </a:lnTo>
                    <a:lnTo>
                      <a:pt x="183499" y="226095"/>
                    </a:lnTo>
                    <a:lnTo>
                      <a:pt x="191395" y="218727"/>
                    </a:lnTo>
                    <a:lnTo>
                      <a:pt x="195079" y="222676"/>
                    </a:lnTo>
                    <a:lnTo>
                      <a:pt x="202975" y="215308"/>
                    </a:lnTo>
                    <a:lnTo>
                      <a:pt x="206659" y="219256"/>
                    </a:lnTo>
                    <a:lnTo>
                      <a:pt x="210608" y="215572"/>
                    </a:lnTo>
                    <a:moveTo>
                      <a:pt x="46322" y="31586"/>
                    </a:moveTo>
                    <a:lnTo>
                      <a:pt x="0" y="45265"/>
                    </a:lnTo>
                    <a:lnTo>
                      <a:pt x="16850" y="0"/>
                    </a:lnTo>
                    <a:lnTo>
                      <a:pt x="46322" y="31586"/>
                    </a:lnTo>
                    <a:lnTo>
                      <a:pt x="42638" y="27638"/>
                    </a:lnTo>
                    <a:lnTo>
                      <a:pt x="7897" y="37897"/>
                    </a:lnTo>
                    <a:lnTo>
                      <a:pt x="20534" y="3948"/>
                    </a:lnTo>
                    <a:lnTo>
                      <a:pt x="16586" y="7632"/>
                    </a:lnTo>
                    <a:lnTo>
                      <a:pt x="38690" y="31322"/>
                    </a:lnTo>
                    <a:lnTo>
                      <a:pt x="42638" y="27638"/>
                    </a:lnTo>
                    <a:lnTo>
                      <a:pt x="46322" y="31586"/>
                    </a:lnTo>
                    <a:lnTo>
                      <a:pt x="31057" y="31057"/>
                    </a:lnTo>
                    <a:lnTo>
                      <a:pt x="34741" y="35006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948" y="41581"/>
                    </a:lnTo>
                    <a:lnTo>
                      <a:pt x="8425" y="22632"/>
                    </a:lnTo>
                    <a:lnTo>
                      <a:pt x="12109" y="26581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16850" y="0"/>
                    </a:lnTo>
                    <a:lnTo>
                      <a:pt x="20270" y="11580"/>
                    </a:lnTo>
                    <a:lnTo>
                      <a:pt x="27902" y="11845"/>
                    </a:lnTo>
                    <a:lnTo>
                      <a:pt x="27638" y="19477"/>
                    </a:lnTo>
                    <a:lnTo>
                      <a:pt x="35270" y="19741"/>
                    </a:lnTo>
                    <a:lnTo>
                      <a:pt x="35006" y="27373"/>
                    </a:lnTo>
                    <a:lnTo>
                      <a:pt x="46322" y="31586"/>
                    </a:lnTo>
                    <a:lnTo>
                      <a:pt x="38690" y="31322"/>
                    </a:lnTo>
                    <a:lnTo>
                      <a:pt x="38954" y="23689"/>
                    </a:lnTo>
                    <a:lnTo>
                      <a:pt x="31322" y="23425"/>
                    </a:lnTo>
                    <a:lnTo>
                      <a:pt x="31586" y="15793"/>
                    </a:lnTo>
                    <a:lnTo>
                      <a:pt x="23954" y="15529"/>
                    </a:lnTo>
                    <a:lnTo>
                      <a:pt x="24218" y="7896"/>
                    </a:lnTo>
                    <a:lnTo>
                      <a:pt x="16586" y="7632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8425" y="22632"/>
                    </a:lnTo>
                    <a:lnTo>
                      <a:pt x="12109" y="26581"/>
                    </a:lnTo>
                    <a:lnTo>
                      <a:pt x="0" y="45265"/>
                    </a:lnTo>
                    <a:lnTo>
                      <a:pt x="7897" y="37897"/>
                    </a:lnTo>
                    <a:lnTo>
                      <a:pt x="11581" y="41845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1057" y="31057"/>
                    </a:lnTo>
                    <a:lnTo>
                      <a:pt x="34741" y="35006"/>
                    </a:lnTo>
                    <a:lnTo>
                      <a:pt x="38690" y="3132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18" name="Контур"/>
              <p:cNvSpPr/>
              <p:nvPr/>
            </p:nvSpPr>
            <p:spPr>
              <a:xfrm>
                <a:off x="2611561" y="1584000"/>
                <a:ext cx="242145" cy="259502"/>
              </a:xfrm>
              <a:custGeom>
                <a:avLst/>
                <a:gdLst/>
                <a:ahLst/>
                <a:cxnLst/>
                <a:rect l="l" t="t" r="r" b="b"/>
                <a:pathLst>
                  <a:path w="242145" h="259502" fill="none">
                    <a:moveTo>
                      <a:pt x="242145" y="259502"/>
                    </a:moveTo>
                    <a:lnTo>
                      <a:pt x="216357" y="231865"/>
                    </a:lnTo>
                    <a:moveTo>
                      <a:pt x="216357" y="231865"/>
                    </a:moveTo>
                    <a:lnTo>
                      <a:pt x="190568" y="204228"/>
                    </a:lnTo>
                    <a:moveTo>
                      <a:pt x="190568" y="204228"/>
                    </a:moveTo>
                    <a:lnTo>
                      <a:pt x="164780" y="176591"/>
                    </a:lnTo>
                    <a:moveTo>
                      <a:pt x="164780" y="176591"/>
                    </a:moveTo>
                    <a:lnTo>
                      <a:pt x="138992" y="148954"/>
                    </a:lnTo>
                    <a:moveTo>
                      <a:pt x="138992" y="148954"/>
                    </a:moveTo>
                    <a:lnTo>
                      <a:pt x="113203" y="121317"/>
                    </a:lnTo>
                    <a:moveTo>
                      <a:pt x="113203" y="121317"/>
                    </a:moveTo>
                    <a:lnTo>
                      <a:pt x="87415" y="93680"/>
                    </a:lnTo>
                    <a:moveTo>
                      <a:pt x="87415" y="93680"/>
                    </a:moveTo>
                    <a:lnTo>
                      <a:pt x="61626" y="66044"/>
                    </a:lnTo>
                    <a:moveTo>
                      <a:pt x="61626" y="66044"/>
                    </a:moveTo>
                    <a:lnTo>
                      <a:pt x="35838" y="38407"/>
                    </a:lnTo>
                    <a:moveTo>
                      <a:pt x="35838" y="38407"/>
                    </a:moveTo>
                    <a:lnTo>
                      <a:pt x="10050" y="10770"/>
                    </a:lnTo>
                    <a:moveTo>
                      <a:pt x="10050" y="10770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19" name="Контур"/>
              <p:cNvSpPr/>
              <p:nvPr/>
            </p:nvSpPr>
            <p:spPr>
              <a:xfrm>
                <a:off x="1902763" y="1686679"/>
                <a:ext cx="1936629" cy="2441223"/>
              </a:xfrm>
              <a:custGeom>
                <a:avLst/>
                <a:gdLst/>
                <a:ahLst/>
                <a:cxnLst/>
                <a:rect l="l" t="t" r="r" b="b"/>
                <a:pathLst>
                  <a:path w="1936629" h="2441223" fill="none">
                    <a:moveTo>
                      <a:pt x="46085" y="49404"/>
                    </a:moveTo>
                    <a:lnTo>
                      <a:pt x="0" y="0"/>
                    </a:lnTo>
                    <a:moveTo>
                      <a:pt x="1936629" y="1422450"/>
                    </a:moveTo>
                    <a:lnTo>
                      <a:pt x="1844989" y="1508925"/>
                    </a:lnTo>
                    <a:moveTo>
                      <a:pt x="1844989" y="1508925"/>
                    </a:moveTo>
                    <a:lnTo>
                      <a:pt x="1753348" y="1595401"/>
                    </a:lnTo>
                    <a:moveTo>
                      <a:pt x="1753348" y="1595401"/>
                    </a:moveTo>
                    <a:lnTo>
                      <a:pt x="1661708" y="1681877"/>
                    </a:lnTo>
                    <a:moveTo>
                      <a:pt x="1661708" y="1681877"/>
                    </a:moveTo>
                    <a:lnTo>
                      <a:pt x="1570068" y="1768353"/>
                    </a:lnTo>
                    <a:moveTo>
                      <a:pt x="1570068" y="1768353"/>
                    </a:moveTo>
                    <a:lnTo>
                      <a:pt x="1478427" y="1854828"/>
                    </a:lnTo>
                    <a:moveTo>
                      <a:pt x="1478427" y="1854828"/>
                    </a:moveTo>
                    <a:lnTo>
                      <a:pt x="1386787" y="1941304"/>
                    </a:lnTo>
                    <a:moveTo>
                      <a:pt x="1386787" y="1941304"/>
                    </a:moveTo>
                    <a:lnTo>
                      <a:pt x="1295147" y="2027780"/>
                    </a:lnTo>
                    <a:moveTo>
                      <a:pt x="1295147" y="2027780"/>
                    </a:moveTo>
                    <a:lnTo>
                      <a:pt x="1203507" y="2114256"/>
                    </a:lnTo>
                    <a:moveTo>
                      <a:pt x="1203507" y="2114256"/>
                    </a:moveTo>
                    <a:lnTo>
                      <a:pt x="1111866" y="2200731"/>
                    </a:lnTo>
                    <a:moveTo>
                      <a:pt x="1111866" y="2200731"/>
                    </a:moveTo>
                    <a:lnTo>
                      <a:pt x="1020226" y="2287207"/>
                    </a:lnTo>
                    <a:moveTo>
                      <a:pt x="1020226" y="2287207"/>
                    </a:moveTo>
                    <a:lnTo>
                      <a:pt x="928586" y="2373683"/>
                    </a:lnTo>
                    <a:moveTo>
                      <a:pt x="928586" y="2373683"/>
                    </a:moveTo>
                    <a:lnTo>
                      <a:pt x="857012" y="244122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20" name="Контур"/>
              <p:cNvSpPr/>
              <p:nvPr/>
            </p:nvSpPr>
            <p:spPr>
              <a:xfrm>
                <a:off x="2762868" y="3156330"/>
                <a:ext cx="961762" cy="911002"/>
              </a:xfrm>
              <a:custGeom>
                <a:avLst/>
                <a:gdLst/>
                <a:ahLst/>
                <a:cxnLst/>
                <a:rect l="l" t="t" r="r" b="b"/>
                <a:pathLst>
                  <a:path w="961762" h="911002" fill="none">
                    <a:moveTo>
                      <a:pt x="947822" y="0"/>
                    </a:moveTo>
                    <a:lnTo>
                      <a:pt x="961762" y="46244"/>
                    </a:lnTo>
                    <a:lnTo>
                      <a:pt x="916403" y="29649"/>
                    </a:lnTo>
                    <a:lnTo>
                      <a:pt x="947822" y="0"/>
                    </a:lnTo>
                    <a:lnTo>
                      <a:pt x="943895" y="3706"/>
                    </a:lnTo>
                    <a:lnTo>
                      <a:pt x="954349" y="38389"/>
                    </a:lnTo>
                    <a:lnTo>
                      <a:pt x="920330" y="25943"/>
                    </a:lnTo>
                    <a:lnTo>
                      <a:pt x="924037" y="29870"/>
                    </a:lnTo>
                    <a:lnTo>
                      <a:pt x="947601" y="7633"/>
                    </a:lnTo>
                    <a:lnTo>
                      <a:pt x="943895" y="3706"/>
                    </a:lnTo>
                    <a:lnTo>
                      <a:pt x="947822" y="0"/>
                    </a:lnTo>
                    <a:lnTo>
                      <a:pt x="947380" y="15267"/>
                    </a:lnTo>
                    <a:lnTo>
                      <a:pt x="951307" y="11561"/>
                    </a:lnTo>
                    <a:lnTo>
                      <a:pt x="950865" y="26828"/>
                    </a:lnTo>
                    <a:lnTo>
                      <a:pt x="954792" y="23122"/>
                    </a:lnTo>
                    <a:lnTo>
                      <a:pt x="958055" y="42316"/>
                    </a:lnTo>
                    <a:lnTo>
                      <a:pt x="939082" y="37946"/>
                    </a:lnTo>
                    <a:lnTo>
                      <a:pt x="943010" y="34240"/>
                    </a:lnTo>
                    <a:lnTo>
                      <a:pt x="927743" y="33798"/>
                    </a:lnTo>
                    <a:lnTo>
                      <a:pt x="931670" y="30091"/>
                    </a:lnTo>
                    <a:lnTo>
                      <a:pt x="916403" y="29649"/>
                    </a:lnTo>
                    <a:lnTo>
                      <a:pt x="927964" y="26164"/>
                    </a:lnTo>
                    <a:lnTo>
                      <a:pt x="928185" y="18530"/>
                    </a:lnTo>
                    <a:lnTo>
                      <a:pt x="935819" y="18752"/>
                    </a:lnTo>
                    <a:lnTo>
                      <a:pt x="936040" y="11118"/>
                    </a:lnTo>
                    <a:lnTo>
                      <a:pt x="943674" y="11340"/>
                    </a:lnTo>
                    <a:lnTo>
                      <a:pt x="947822" y="0"/>
                    </a:lnTo>
                    <a:lnTo>
                      <a:pt x="947601" y="7633"/>
                    </a:lnTo>
                    <a:lnTo>
                      <a:pt x="939968" y="7412"/>
                    </a:lnTo>
                    <a:lnTo>
                      <a:pt x="939746" y="15046"/>
                    </a:lnTo>
                    <a:lnTo>
                      <a:pt x="932113" y="14824"/>
                    </a:lnTo>
                    <a:lnTo>
                      <a:pt x="931891" y="22458"/>
                    </a:lnTo>
                    <a:lnTo>
                      <a:pt x="924258" y="22237"/>
                    </a:lnTo>
                    <a:lnTo>
                      <a:pt x="924037" y="29870"/>
                    </a:lnTo>
                    <a:lnTo>
                      <a:pt x="927743" y="33798"/>
                    </a:lnTo>
                    <a:lnTo>
                      <a:pt x="931670" y="30091"/>
                    </a:lnTo>
                    <a:lnTo>
                      <a:pt x="939082" y="37946"/>
                    </a:lnTo>
                    <a:lnTo>
                      <a:pt x="943010" y="34240"/>
                    </a:lnTo>
                    <a:lnTo>
                      <a:pt x="961762" y="46244"/>
                    </a:lnTo>
                    <a:lnTo>
                      <a:pt x="954349" y="38389"/>
                    </a:lnTo>
                    <a:lnTo>
                      <a:pt x="958277" y="34683"/>
                    </a:lnTo>
                    <a:lnTo>
                      <a:pt x="950865" y="26828"/>
                    </a:lnTo>
                    <a:lnTo>
                      <a:pt x="954792" y="23122"/>
                    </a:lnTo>
                    <a:lnTo>
                      <a:pt x="947380" y="15267"/>
                    </a:lnTo>
                    <a:lnTo>
                      <a:pt x="951307" y="11561"/>
                    </a:lnTo>
                    <a:lnTo>
                      <a:pt x="947601" y="7633"/>
                    </a:lnTo>
                    <a:moveTo>
                      <a:pt x="764542" y="172951"/>
                    </a:moveTo>
                    <a:lnTo>
                      <a:pt x="778481" y="219195"/>
                    </a:lnTo>
                    <a:lnTo>
                      <a:pt x="733122" y="202600"/>
                    </a:lnTo>
                    <a:lnTo>
                      <a:pt x="764542" y="172951"/>
                    </a:lnTo>
                    <a:lnTo>
                      <a:pt x="760614" y="176658"/>
                    </a:lnTo>
                    <a:lnTo>
                      <a:pt x="771069" y="211341"/>
                    </a:lnTo>
                    <a:lnTo>
                      <a:pt x="737050" y="198894"/>
                    </a:lnTo>
                    <a:lnTo>
                      <a:pt x="740756" y="202822"/>
                    </a:lnTo>
                    <a:lnTo>
                      <a:pt x="764321" y="180585"/>
                    </a:lnTo>
                    <a:lnTo>
                      <a:pt x="760614" y="176658"/>
                    </a:lnTo>
                    <a:lnTo>
                      <a:pt x="764542" y="172951"/>
                    </a:lnTo>
                    <a:lnTo>
                      <a:pt x="764099" y="188219"/>
                    </a:lnTo>
                    <a:lnTo>
                      <a:pt x="768027" y="184512"/>
                    </a:lnTo>
                    <a:lnTo>
                      <a:pt x="767584" y="199780"/>
                    </a:lnTo>
                    <a:lnTo>
                      <a:pt x="771511" y="196073"/>
                    </a:lnTo>
                    <a:lnTo>
                      <a:pt x="774775" y="215268"/>
                    </a:lnTo>
                    <a:lnTo>
                      <a:pt x="755802" y="210898"/>
                    </a:lnTo>
                    <a:lnTo>
                      <a:pt x="759729" y="207192"/>
                    </a:lnTo>
                    <a:lnTo>
                      <a:pt x="744462" y="206749"/>
                    </a:lnTo>
                    <a:lnTo>
                      <a:pt x="748389" y="203043"/>
                    </a:lnTo>
                    <a:lnTo>
                      <a:pt x="733122" y="202600"/>
                    </a:lnTo>
                    <a:lnTo>
                      <a:pt x="744683" y="199116"/>
                    </a:lnTo>
                    <a:lnTo>
                      <a:pt x="744905" y="191482"/>
                    </a:lnTo>
                    <a:lnTo>
                      <a:pt x="752538" y="191703"/>
                    </a:lnTo>
                    <a:lnTo>
                      <a:pt x="752760" y="184070"/>
                    </a:lnTo>
                    <a:lnTo>
                      <a:pt x="760393" y="184291"/>
                    </a:lnTo>
                    <a:lnTo>
                      <a:pt x="764542" y="172951"/>
                    </a:lnTo>
                    <a:lnTo>
                      <a:pt x="764321" y="180585"/>
                    </a:lnTo>
                    <a:lnTo>
                      <a:pt x="756687" y="180364"/>
                    </a:lnTo>
                    <a:lnTo>
                      <a:pt x="756466" y="187997"/>
                    </a:lnTo>
                    <a:lnTo>
                      <a:pt x="748832" y="187776"/>
                    </a:lnTo>
                    <a:lnTo>
                      <a:pt x="748611" y="195409"/>
                    </a:lnTo>
                    <a:lnTo>
                      <a:pt x="740977" y="195188"/>
                    </a:lnTo>
                    <a:lnTo>
                      <a:pt x="740756" y="202822"/>
                    </a:lnTo>
                    <a:lnTo>
                      <a:pt x="744462" y="206749"/>
                    </a:lnTo>
                    <a:lnTo>
                      <a:pt x="748389" y="203043"/>
                    </a:lnTo>
                    <a:lnTo>
                      <a:pt x="755802" y="210898"/>
                    </a:lnTo>
                    <a:lnTo>
                      <a:pt x="759729" y="207192"/>
                    </a:lnTo>
                    <a:lnTo>
                      <a:pt x="778481" y="219195"/>
                    </a:lnTo>
                    <a:lnTo>
                      <a:pt x="771069" y="211341"/>
                    </a:lnTo>
                    <a:lnTo>
                      <a:pt x="774996" y="207634"/>
                    </a:lnTo>
                    <a:lnTo>
                      <a:pt x="767584" y="199780"/>
                    </a:lnTo>
                    <a:lnTo>
                      <a:pt x="771511" y="196073"/>
                    </a:lnTo>
                    <a:lnTo>
                      <a:pt x="764099" y="188219"/>
                    </a:lnTo>
                    <a:lnTo>
                      <a:pt x="768027" y="184512"/>
                    </a:lnTo>
                    <a:lnTo>
                      <a:pt x="764321" y="180585"/>
                    </a:lnTo>
                    <a:moveTo>
                      <a:pt x="581261" y="345903"/>
                    </a:moveTo>
                    <a:lnTo>
                      <a:pt x="595200" y="392147"/>
                    </a:lnTo>
                    <a:lnTo>
                      <a:pt x="549842" y="375552"/>
                    </a:lnTo>
                    <a:lnTo>
                      <a:pt x="581261" y="345903"/>
                    </a:lnTo>
                    <a:lnTo>
                      <a:pt x="577334" y="349609"/>
                    </a:lnTo>
                    <a:lnTo>
                      <a:pt x="587788" y="384292"/>
                    </a:lnTo>
                    <a:lnTo>
                      <a:pt x="553769" y="371846"/>
                    </a:lnTo>
                    <a:lnTo>
                      <a:pt x="557475" y="375773"/>
                    </a:lnTo>
                    <a:lnTo>
                      <a:pt x="581040" y="353537"/>
                    </a:lnTo>
                    <a:lnTo>
                      <a:pt x="577334" y="349609"/>
                    </a:lnTo>
                    <a:lnTo>
                      <a:pt x="581261" y="345903"/>
                    </a:lnTo>
                    <a:lnTo>
                      <a:pt x="580819" y="361170"/>
                    </a:lnTo>
                    <a:lnTo>
                      <a:pt x="584746" y="357464"/>
                    </a:lnTo>
                    <a:lnTo>
                      <a:pt x="584303" y="372731"/>
                    </a:lnTo>
                    <a:lnTo>
                      <a:pt x="588231" y="369025"/>
                    </a:lnTo>
                    <a:lnTo>
                      <a:pt x="591494" y="388220"/>
                    </a:lnTo>
                    <a:lnTo>
                      <a:pt x="572521" y="383849"/>
                    </a:lnTo>
                    <a:lnTo>
                      <a:pt x="576449" y="380143"/>
                    </a:lnTo>
                    <a:lnTo>
                      <a:pt x="561181" y="379701"/>
                    </a:lnTo>
                    <a:lnTo>
                      <a:pt x="565109" y="375995"/>
                    </a:lnTo>
                    <a:lnTo>
                      <a:pt x="549842" y="375552"/>
                    </a:lnTo>
                    <a:lnTo>
                      <a:pt x="561403" y="372067"/>
                    </a:lnTo>
                    <a:lnTo>
                      <a:pt x="561624" y="364434"/>
                    </a:lnTo>
                    <a:lnTo>
                      <a:pt x="569258" y="364655"/>
                    </a:lnTo>
                    <a:lnTo>
                      <a:pt x="569479" y="357021"/>
                    </a:lnTo>
                    <a:lnTo>
                      <a:pt x="577113" y="357243"/>
                    </a:lnTo>
                    <a:lnTo>
                      <a:pt x="581261" y="345903"/>
                    </a:lnTo>
                    <a:lnTo>
                      <a:pt x="581040" y="353537"/>
                    </a:lnTo>
                    <a:lnTo>
                      <a:pt x="573406" y="353315"/>
                    </a:lnTo>
                    <a:lnTo>
                      <a:pt x="573185" y="360949"/>
                    </a:lnTo>
                    <a:lnTo>
                      <a:pt x="565552" y="360727"/>
                    </a:lnTo>
                    <a:lnTo>
                      <a:pt x="565330" y="368361"/>
                    </a:lnTo>
                    <a:lnTo>
                      <a:pt x="557697" y="368140"/>
                    </a:lnTo>
                    <a:lnTo>
                      <a:pt x="557475" y="375773"/>
                    </a:lnTo>
                    <a:lnTo>
                      <a:pt x="561181" y="379701"/>
                    </a:lnTo>
                    <a:lnTo>
                      <a:pt x="565109" y="375995"/>
                    </a:lnTo>
                    <a:lnTo>
                      <a:pt x="572521" y="383849"/>
                    </a:lnTo>
                    <a:lnTo>
                      <a:pt x="576449" y="380143"/>
                    </a:lnTo>
                    <a:lnTo>
                      <a:pt x="595200" y="392147"/>
                    </a:lnTo>
                    <a:lnTo>
                      <a:pt x="587788" y="384292"/>
                    </a:lnTo>
                    <a:lnTo>
                      <a:pt x="591716" y="380586"/>
                    </a:lnTo>
                    <a:lnTo>
                      <a:pt x="584303" y="372731"/>
                    </a:lnTo>
                    <a:lnTo>
                      <a:pt x="588231" y="369025"/>
                    </a:lnTo>
                    <a:lnTo>
                      <a:pt x="580819" y="361170"/>
                    </a:lnTo>
                    <a:lnTo>
                      <a:pt x="584746" y="357464"/>
                    </a:lnTo>
                    <a:lnTo>
                      <a:pt x="581040" y="353537"/>
                    </a:lnTo>
                    <a:moveTo>
                      <a:pt x="397981" y="518855"/>
                    </a:moveTo>
                    <a:lnTo>
                      <a:pt x="411920" y="565098"/>
                    </a:lnTo>
                    <a:lnTo>
                      <a:pt x="366561" y="548503"/>
                    </a:lnTo>
                    <a:lnTo>
                      <a:pt x="397981" y="518855"/>
                    </a:lnTo>
                    <a:lnTo>
                      <a:pt x="394053" y="522561"/>
                    </a:lnTo>
                    <a:lnTo>
                      <a:pt x="404508" y="557244"/>
                    </a:lnTo>
                    <a:lnTo>
                      <a:pt x="370489" y="544797"/>
                    </a:lnTo>
                    <a:lnTo>
                      <a:pt x="374195" y="548725"/>
                    </a:lnTo>
                    <a:lnTo>
                      <a:pt x="397759" y="526488"/>
                    </a:lnTo>
                    <a:lnTo>
                      <a:pt x="394053" y="522561"/>
                    </a:lnTo>
                    <a:lnTo>
                      <a:pt x="397981" y="518855"/>
                    </a:lnTo>
                    <a:lnTo>
                      <a:pt x="397538" y="534122"/>
                    </a:lnTo>
                    <a:lnTo>
                      <a:pt x="401466" y="530416"/>
                    </a:lnTo>
                    <a:lnTo>
                      <a:pt x="401023" y="545683"/>
                    </a:lnTo>
                    <a:lnTo>
                      <a:pt x="404950" y="541977"/>
                    </a:lnTo>
                    <a:lnTo>
                      <a:pt x="408214" y="561171"/>
                    </a:lnTo>
                    <a:lnTo>
                      <a:pt x="389241" y="556801"/>
                    </a:lnTo>
                    <a:lnTo>
                      <a:pt x="393168" y="553095"/>
                    </a:lnTo>
                    <a:lnTo>
                      <a:pt x="377901" y="552652"/>
                    </a:lnTo>
                    <a:lnTo>
                      <a:pt x="381828" y="548946"/>
                    </a:lnTo>
                    <a:lnTo>
                      <a:pt x="366561" y="548503"/>
                    </a:lnTo>
                    <a:lnTo>
                      <a:pt x="378122" y="545019"/>
                    </a:lnTo>
                    <a:lnTo>
                      <a:pt x="378344" y="537385"/>
                    </a:lnTo>
                    <a:lnTo>
                      <a:pt x="385977" y="537606"/>
                    </a:lnTo>
                    <a:lnTo>
                      <a:pt x="386198" y="529973"/>
                    </a:lnTo>
                    <a:lnTo>
                      <a:pt x="393832" y="530194"/>
                    </a:lnTo>
                    <a:lnTo>
                      <a:pt x="397981" y="518855"/>
                    </a:lnTo>
                    <a:lnTo>
                      <a:pt x="397759" y="526488"/>
                    </a:lnTo>
                    <a:lnTo>
                      <a:pt x="390126" y="526267"/>
                    </a:lnTo>
                    <a:lnTo>
                      <a:pt x="389905" y="533900"/>
                    </a:lnTo>
                    <a:lnTo>
                      <a:pt x="382271" y="533679"/>
                    </a:lnTo>
                    <a:lnTo>
                      <a:pt x="382050" y="541312"/>
                    </a:lnTo>
                    <a:lnTo>
                      <a:pt x="374416" y="541091"/>
                    </a:lnTo>
                    <a:lnTo>
                      <a:pt x="374195" y="548725"/>
                    </a:lnTo>
                    <a:lnTo>
                      <a:pt x="377901" y="552652"/>
                    </a:lnTo>
                    <a:lnTo>
                      <a:pt x="381828" y="548946"/>
                    </a:lnTo>
                    <a:lnTo>
                      <a:pt x="389241" y="556801"/>
                    </a:lnTo>
                    <a:lnTo>
                      <a:pt x="393168" y="553095"/>
                    </a:lnTo>
                    <a:lnTo>
                      <a:pt x="411920" y="565098"/>
                    </a:lnTo>
                    <a:lnTo>
                      <a:pt x="404508" y="557244"/>
                    </a:lnTo>
                    <a:lnTo>
                      <a:pt x="408435" y="553537"/>
                    </a:lnTo>
                    <a:lnTo>
                      <a:pt x="401023" y="545683"/>
                    </a:lnTo>
                    <a:lnTo>
                      <a:pt x="404950" y="541977"/>
                    </a:lnTo>
                    <a:lnTo>
                      <a:pt x="397538" y="534122"/>
                    </a:lnTo>
                    <a:lnTo>
                      <a:pt x="401466" y="530416"/>
                    </a:lnTo>
                    <a:lnTo>
                      <a:pt x="397759" y="526488"/>
                    </a:lnTo>
                    <a:moveTo>
                      <a:pt x="214700" y="691806"/>
                    </a:moveTo>
                    <a:lnTo>
                      <a:pt x="228639" y="738050"/>
                    </a:lnTo>
                    <a:lnTo>
                      <a:pt x="183281" y="721455"/>
                    </a:lnTo>
                    <a:lnTo>
                      <a:pt x="214700" y="691806"/>
                    </a:lnTo>
                    <a:lnTo>
                      <a:pt x="210773" y="695512"/>
                    </a:lnTo>
                    <a:lnTo>
                      <a:pt x="221227" y="730195"/>
                    </a:lnTo>
                    <a:lnTo>
                      <a:pt x="187208" y="717749"/>
                    </a:lnTo>
                    <a:lnTo>
                      <a:pt x="190914" y="721676"/>
                    </a:lnTo>
                    <a:lnTo>
                      <a:pt x="214479" y="699440"/>
                    </a:lnTo>
                    <a:lnTo>
                      <a:pt x="210773" y="695512"/>
                    </a:lnTo>
                    <a:lnTo>
                      <a:pt x="214700" y="691806"/>
                    </a:lnTo>
                    <a:lnTo>
                      <a:pt x="214258" y="707073"/>
                    </a:lnTo>
                    <a:lnTo>
                      <a:pt x="218185" y="703367"/>
                    </a:lnTo>
                    <a:lnTo>
                      <a:pt x="217742" y="718634"/>
                    </a:lnTo>
                    <a:lnTo>
                      <a:pt x="221670" y="714928"/>
                    </a:lnTo>
                    <a:lnTo>
                      <a:pt x="224933" y="734123"/>
                    </a:lnTo>
                    <a:lnTo>
                      <a:pt x="205960" y="729752"/>
                    </a:lnTo>
                    <a:lnTo>
                      <a:pt x="209887" y="726046"/>
                    </a:lnTo>
                    <a:lnTo>
                      <a:pt x="194620" y="725604"/>
                    </a:lnTo>
                    <a:lnTo>
                      <a:pt x="198548" y="721898"/>
                    </a:lnTo>
                    <a:lnTo>
                      <a:pt x="183281" y="721455"/>
                    </a:lnTo>
                    <a:lnTo>
                      <a:pt x="194842" y="717970"/>
                    </a:lnTo>
                    <a:lnTo>
                      <a:pt x="195063" y="710337"/>
                    </a:lnTo>
                    <a:lnTo>
                      <a:pt x="202697" y="710558"/>
                    </a:lnTo>
                    <a:lnTo>
                      <a:pt x="202918" y="702924"/>
                    </a:lnTo>
                    <a:lnTo>
                      <a:pt x="210551" y="703146"/>
                    </a:lnTo>
                    <a:lnTo>
                      <a:pt x="214700" y="691806"/>
                    </a:lnTo>
                    <a:lnTo>
                      <a:pt x="214479" y="699440"/>
                    </a:lnTo>
                    <a:lnTo>
                      <a:pt x="206845" y="699218"/>
                    </a:lnTo>
                    <a:lnTo>
                      <a:pt x="206624" y="706852"/>
                    </a:lnTo>
                    <a:lnTo>
                      <a:pt x="198990" y="706630"/>
                    </a:lnTo>
                    <a:lnTo>
                      <a:pt x="198769" y="714264"/>
                    </a:lnTo>
                    <a:lnTo>
                      <a:pt x="191136" y="714043"/>
                    </a:lnTo>
                    <a:lnTo>
                      <a:pt x="190914" y="721676"/>
                    </a:lnTo>
                    <a:lnTo>
                      <a:pt x="194620" y="725604"/>
                    </a:lnTo>
                    <a:lnTo>
                      <a:pt x="198548" y="721898"/>
                    </a:lnTo>
                    <a:lnTo>
                      <a:pt x="205960" y="729752"/>
                    </a:lnTo>
                    <a:lnTo>
                      <a:pt x="209887" y="726046"/>
                    </a:lnTo>
                    <a:lnTo>
                      <a:pt x="228639" y="738050"/>
                    </a:lnTo>
                    <a:lnTo>
                      <a:pt x="221227" y="730195"/>
                    </a:lnTo>
                    <a:lnTo>
                      <a:pt x="225155" y="726489"/>
                    </a:lnTo>
                    <a:lnTo>
                      <a:pt x="217742" y="718634"/>
                    </a:lnTo>
                    <a:lnTo>
                      <a:pt x="221670" y="714928"/>
                    </a:lnTo>
                    <a:lnTo>
                      <a:pt x="214258" y="707073"/>
                    </a:lnTo>
                    <a:lnTo>
                      <a:pt x="218185" y="703367"/>
                    </a:lnTo>
                    <a:lnTo>
                      <a:pt x="214479" y="699440"/>
                    </a:lnTo>
                    <a:moveTo>
                      <a:pt x="31420" y="864758"/>
                    </a:moveTo>
                    <a:lnTo>
                      <a:pt x="45359" y="911002"/>
                    </a:lnTo>
                    <a:lnTo>
                      <a:pt x="0" y="894406"/>
                    </a:lnTo>
                    <a:lnTo>
                      <a:pt x="31420" y="864758"/>
                    </a:lnTo>
                    <a:lnTo>
                      <a:pt x="27492" y="868464"/>
                    </a:lnTo>
                    <a:lnTo>
                      <a:pt x="37946" y="903147"/>
                    </a:lnTo>
                    <a:lnTo>
                      <a:pt x="3928" y="890700"/>
                    </a:lnTo>
                    <a:lnTo>
                      <a:pt x="7634" y="894628"/>
                    </a:lnTo>
                    <a:lnTo>
                      <a:pt x="31198" y="872391"/>
                    </a:lnTo>
                    <a:lnTo>
                      <a:pt x="27492" y="868464"/>
                    </a:lnTo>
                    <a:lnTo>
                      <a:pt x="31420" y="864758"/>
                    </a:lnTo>
                    <a:lnTo>
                      <a:pt x="30977" y="880025"/>
                    </a:lnTo>
                    <a:lnTo>
                      <a:pt x="34904" y="876319"/>
                    </a:lnTo>
                    <a:lnTo>
                      <a:pt x="34462" y="891586"/>
                    </a:lnTo>
                    <a:lnTo>
                      <a:pt x="38389" y="887880"/>
                    </a:lnTo>
                    <a:lnTo>
                      <a:pt x="41653" y="907074"/>
                    </a:lnTo>
                    <a:lnTo>
                      <a:pt x="22679" y="902704"/>
                    </a:lnTo>
                    <a:lnTo>
                      <a:pt x="26607" y="898998"/>
                    </a:lnTo>
                    <a:lnTo>
                      <a:pt x="11340" y="898555"/>
                    </a:lnTo>
                    <a:lnTo>
                      <a:pt x="15267" y="894849"/>
                    </a:lnTo>
                    <a:lnTo>
                      <a:pt x="0" y="894406"/>
                    </a:lnTo>
                    <a:lnTo>
                      <a:pt x="11561" y="890922"/>
                    </a:lnTo>
                    <a:lnTo>
                      <a:pt x="11782" y="883288"/>
                    </a:lnTo>
                    <a:lnTo>
                      <a:pt x="19416" y="883509"/>
                    </a:lnTo>
                    <a:lnTo>
                      <a:pt x="19637" y="875876"/>
                    </a:lnTo>
                    <a:lnTo>
                      <a:pt x="27271" y="876097"/>
                    </a:lnTo>
                    <a:lnTo>
                      <a:pt x="31420" y="864758"/>
                    </a:lnTo>
                    <a:lnTo>
                      <a:pt x="31198" y="872391"/>
                    </a:lnTo>
                    <a:lnTo>
                      <a:pt x="23565" y="872170"/>
                    </a:lnTo>
                    <a:lnTo>
                      <a:pt x="23343" y="879803"/>
                    </a:lnTo>
                    <a:lnTo>
                      <a:pt x="15710" y="879582"/>
                    </a:lnTo>
                    <a:lnTo>
                      <a:pt x="15489" y="887216"/>
                    </a:lnTo>
                    <a:lnTo>
                      <a:pt x="7855" y="886994"/>
                    </a:lnTo>
                    <a:lnTo>
                      <a:pt x="7634" y="894628"/>
                    </a:lnTo>
                    <a:lnTo>
                      <a:pt x="11340" y="898555"/>
                    </a:lnTo>
                    <a:lnTo>
                      <a:pt x="15267" y="894849"/>
                    </a:lnTo>
                    <a:lnTo>
                      <a:pt x="22679" y="902704"/>
                    </a:lnTo>
                    <a:lnTo>
                      <a:pt x="26607" y="898998"/>
                    </a:lnTo>
                    <a:lnTo>
                      <a:pt x="45359" y="911002"/>
                    </a:lnTo>
                    <a:lnTo>
                      <a:pt x="37946" y="903147"/>
                    </a:lnTo>
                    <a:lnTo>
                      <a:pt x="41874" y="899441"/>
                    </a:lnTo>
                    <a:lnTo>
                      <a:pt x="34462" y="891586"/>
                    </a:lnTo>
                    <a:lnTo>
                      <a:pt x="38389" y="887880"/>
                    </a:lnTo>
                    <a:lnTo>
                      <a:pt x="30977" y="880025"/>
                    </a:lnTo>
                    <a:lnTo>
                      <a:pt x="34904" y="876319"/>
                    </a:lnTo>
                    <a:lnTo>
                      <a:pt x="31198" y="87239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21" name="Контур"/>
              <p:cNvSpPr/>
              <p:nvPr/>
            </p:nvSpPr>
            <p:spPr>
              <a:xfrm>
                <a:off x="2713013" y="3999672"/>
                <a:ext cx="46762" cy="128230"/>
              </a:xfrm>
              <a:custGeom>
                <a:avLst/>
                <a:gdLst/>
                <a:ahLst/>
                <a:cxnLst/>
                <a:rect l="l" t="t" r="r" b="b"/>
                <a:pathLst>
                  <a:path w="46762" h="128230" fill="none">
                    <a:moveTo>
                      <a:pt x="46762" y="128230"/>
                    </a:moveTo>
                    <a:lnTo>
                      <a:pt x="15701" y="95299"/>
                    </a:ln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22" name="Контур"/>
              <p:cNvSpPr/>
              <p:nvPr/>
            </p:nvSpPr>
            <p:spPr>
              <a:xfrm>
                <a:off x="2759775" y="3926751"/>
                <a:ext cx="1849590" cy="1008690"/>
              </a:xfrm>
              <a:custGeom>
                <a:avLst/>
                <a:gdLst/>
                <a:ahLst/>
                <a:cxnLst/>
                <a:rect l="l" t="t" r="r" b="b"/>
                <a:pathLst>
                  <a:path w="1849590" h="1008690" fill="none">
                    <a:moveTo>
                      <a:pt x="0" y="201151"/>
                    </a:moveTo>
                    <a:lnTo>
                      <a:pt x="25936" y="228649"/>
                    </a:lnTo>
                    <a:moveTo>
                      <a:pt x="25936" y="228649"/>
                    </a:moveTo>
                    <a:lnTo>
                      <a:pt x="51872" y="256147"/>
                    </a:lnTo>
                    <a:moveTo>
                      <a:pt x="51872" y="256147"/>
                    </a:moveTo>
                    <a:lnTo>
                      <a:pt x="77809" y="283646"/>
                    </a:lnTo>
                    <a:moveTo>
                      <a:pt x="77809" y="283646"/>
                    </a:moveTo>
                    <a:lnTo>
                      <a:pt x="103745" y="311144"/>
                    </a:lnTo>
                    <a:moveTo>
                      <a:pt x="103745" y="311144"/>
                    </a:moveTo>
                    <a:lnTo>
                      <a:pt x="129681" y="338642"/>
                    </a:lnTo>
                    <a:moveTo>
                      <a:pt x="129681" y="338642"/>
                    </a:moveTo>
                    <a:lnTo>
                      <a:pt x="155617" y="366141"/>
                    </a:lnTo>
                    <a:moveTo>
                      <a:pt x="155617" y="366141"/>
                    </a:moveTo>
                    <a:lnTo>
                      <a:pt x="181553" y="393639"/>
                    </a:lnTo>
                    <a:moveTo>
                      <a:pt x="181553" y="393639"/>
                    </a:moveTo>
                    <a:lnTo>
                      <a:pt x="207489" y="421137"/>
                    </a:lnTo>
                    <a:moveTo>
                      <a:pt x="207489" y="421137"/>
                    </a:moveTo>
                    <a:lnTo>
                      <a:pt x="233425" y="448636"/>
                    </a:lnTo>
                    <a:moveTo>
                      <a:pt x="233425" y="448636"/>
                    </a:moveTo>
                    <a:lnTo>
                      <a:pt x="259361" y="476134"/>
                    </a:lnTo>
                    <a:moveTo>
                      <a:pt x="259361" y="476134"/>
                    </a:moveTo>
                    <a:lnTo>
                      <a:pt x="285297" y="503632"/>
                    </a:lnTo>
                    <a:moveTo>
                      <a:pt x="285297" y="503632"/>
                    </a:moveTo>
                    <a:lnTo>
                      <a:pt x="311234" y="531131"/>
                    </a:lnTo>
                    <a:moveTo>
                      <a:pt x="311234" y="531131"/>
                    </a:moveTo>
                    <a:lnTo>
                      <a:pt x="337170" y="558629"/>
                    </a:lnTo>
                    <a:moveTo>
                      <a:pt x="337170" y="558629"/>
                    </a:moveTo>
                    <a:lnTo>
                      <a:pt x="363106" y="586127"/>
                    </a:lnTo>
                    <a:moveTo>
                      <a:pt x="363106" y="586127"/>
                    </a:moveTo>
                    <a:lnTo>
                      <a:pt x="377851" y="601761"/>
                    </a:lnTo>
                    <a:lnTo>
                      <a:pt x="389042" y="613626"/>
                    </a:lnTo>
                    <a:moveTo>
                      <a:pt x="389042" y="613626"/>
                    </a:moveTo>
                    <a:lnTo>
                      <a:pt x="414978" y="641124"/>
                    </a:lnTo>
                    <a:moveTo>
                      <a:pt x="414978" y="641124"/>
                    </a:moveTo>
                    <a:lnTo>
                      <a:pt x="440914" y="668622"/>
                    </a:lnTo>
                    <a:moveTo>
                      <a:pt x="440914" y="668622"/>
                    </a:moveTo>
                    <a:lnTo>
                      <a:pt x="466851" y="696120"/>
                    </a:lnTo>
                    <a:moveTo>
                      <a:pt x="466851" y="696120"/>
                    </a:moveTo>
                    <a:lnTo>
                      <a:pt x="492787" y="723619"/>
                    </a:lnTo>
                    <a:moveTo>
                      <a:pt x="492787" y="723619"/>
                    </a:moveTo>
                    <a:lnTo>
                      <a:pt x="518723" y="751117"/>
                    </a:lnTo>
                    <a:moveTo>
                      <a:pt x="518723" y="751117"/>
                    </a:moveTo>
                    <a:lnTo>
                      <a:pt x="544659" y="778615"/>
                    </a:lnTo>
                    <a:moveTo>
                      <a:pt x="544659" y="778615"/>
                    </a:moveTo>
                    <a:lnTo>
                      <a:pt x="570595" y="806113"/>
                    </a:lnTo>
                    <a:moveTo>
                      <a:pt x="570595" y="806113"/>
                    </a:moveTo>
                    <a:lnTo>
                      <a:pt x="596532" y="833612"/>
                    </a:lnTo>
                    <a:moveTo>
                      <a:pt x="596532" y="833612"/>
                    </a:moveTo>
                    <a:lnTo>
                      <a:pt x="622468" y="861110"/>
                    </a:lnTo>
                    <a:moveTo>
                      <a:pt x="622468" y="861110"/>
                    </a:moveTo>
                    <a:lnTo>
                      <a:pt x="648404" y="888608"/>
                    </a:lnTo>
                    <a:moveTo>
                      <a:pt x="648404" y="888608"/>
                    </a:moveTo>
                    <a:lnTo>
                      <a:pt x="671251" y="912831"/>
                    </a:lnTo>
                    <a:lnTo>
                      <a:pt x="674340" y="916106"/>
                    </a:lnTo>
                    <a:moveTo>
                      <a:pt x="674340" y="916106"/>
                    </a:moveTo>
                    <a:lnTo>
                      <a:pt x="700276" y="943605"/>
                    </a:lnTo>
                    <a:moveTo>
                      <a:pt x="700276" y="943605"/>
                    </a:moveTo>
                    <a:lnTo>
                      <a:pt x="726212" y="971103"/>
                    </a:lnTo>
                    <a:moveTo>
                      <a:pt x="726212" y="971103"/>
                    </a:moveTo>
                    <a:lnTo>
                      <a:pt x="752148" y="998601"/>
                    </a:lnTo>
                    <a:moveTo>
                      <a:pt x="752148" y="998601"/>
                    </a:moveTo>
                    <a:lnTo>
                      <a:pt x="759559" y="1006458"/>
                    </a:lnTo>
                    <a:lnTo>
                      <a:pt x="786547" y="1007247"/>
                    </a:lnTo>
                    <a:moveTo>
                      <a:pt x="786547" y="1007247"/>
                    </a:moveTo>
                    <a:lnTo>
                      <a:pt x="824331" y="1008352"/>
                    </a:lnTo>
                    <a:moveTo>
                      <a:pt x="824331" y="1008352"/>
                    </a:moveTo>
                    <a:lnTo>
                      <a:pt x="835895" y="1008690"/>
                    </a:lnTo>
                    <a:lnTo>
                      <a:pt x="854977" y="990692"/>
                    </a:lnTo>
                    <a:moveTo>
                      <a:pt x="854977" y="990692"/>
                    </a:moveTo>
                    <a:lnTo>
                      <a:pt x="882476" y="964755"/>
                    </a:lnTo>
                    <a:moveTo>
                      <a:pt x="882476" y="964755"/>
                    </a:moveTo>
                    <a:lnTo>
                      <a:pt x="909974" y="938819"/>
                    </a:lnTo>
                    <a:moveTo>
                      <a:pt x="909974" y="938819"/>
                    </a:moveTo>
                    <a:lnTo>
                      <a:pt x="937472" y="912883"/>
                    </a:lnTo>
                    <a:moveTo>
                      <a:pt x="937472" y="912883"/>
                    </a:moveTo>
                    <a:lnTo>
                      <a:pt x="964970" y="886947"/>
                    </a:lnTo>
                    <a:moveTo>
                      <a:pt x="964970" y="886947"/>
                    </a:moveTo>
                    <a:lnTo>
                      <a:pt x="992469" y="861011"/>
                    </a:lnTo>
                    <a:moveTo>
                      <a:pt x="992469" y="861011"/>
                    </a:moveTo>
                    <a:lnTo>
                      <a:pt x="1019967" y="835074"/>
                    </a:lnTo>
                    <a:moveTo>
                      <a:pt x="1019967" y="835074"/>
                    </a:moveTo>
                    <a:lnTo>
                      <a:pt x="1047465" y="809138"/>
                    </a:lnTo>
                    <a:moveTo>
                      <a:pt x="1047465" y="809138"/>
                    </a:moveTo>
                    <a:lnTo>
                      <a:pt x="1074963" y="783202"/>
                    </a:lnTo>
                    <a:moveTo>
                      <a:pt x="1074963" y="783202"/>
                    </a:moveTo>
                    <a:lnTo>
                      <a:pt x="1102462" y="757266"/>
                    </a:lnTo>
                    <a:moveTo>
                      <a:pt x="1102462" y="757266"/>
                    </a:moveTo>
                    <a:lnTo>
                      <a:pt x="1129960" y="731330"/>
                    </a:lnTo>
                    <a:moveTo>
                      <a:pt x="1129960" y="731330"/>
                    </a:moveTo>
                    <a:lnTo>
                      <a:pt x="1157458" y="705394"/>
                    </a:lnTo>
                    <a:moveTo>
                      <a:pt x="1157458" y="705394"/>
                    </a:moveTo>
                    <a:lnTo>
                      <a:pt x="1184957" y="679457"/>
                    </a:lnTo>
                    <a:moveTo>
                      <a:pt x="1184957" y="679457"/>
                    </a:moveTo>
                    <a:lnTo>
                      <a:pt x="1212455" y="653521"/>
                    </a:lnTo>
                    <a:moveTo>
                      <a:pt x="1212455" y="653521"/>
                    </a:moveTo>
                    <a:lnTo>
                      <a:pt x="1239953" y="627585"/>
                    </a:lnTo>
                    <a:moveTo>
                      <a:pt x="1239953" y="627585"/>
                    </a:moveTo>
                    <a:lnTo>
                      <a:pt x="1267451" y="601649"/>
                    </a:lnTo>
                    <a:moveTo>
                      <a:pt x="1267451" y="601649"/>
                    </a:moveTo>
                    <a:lnTo>
                      <a:pt x="1294950" y="575713"/>
                    </a:lnTo>
                    <a:moveTo>
                      <a:pt x="1294950" y="575713"/>
                    </a:moveTo>
                    <a:lnTo>
                      <a:pt x="1322448" y="549776"/>
                    </a:lnTo>
                    <a:moveTo>
                      <a:pt x="1322448" y="549776"/>
                    </a:moveTo>
                    <a:lnTo>
                      <a:pt x="1349946" y="523840"/>
                    </a:lnTo>
                    <a:moveTo>
                      <a:pt x="1349946" y="523840"/>
                    </a:moveTo>
                    <a:lnTo>
                      <a:pt x="1377444" y="497904"/>
                    </a:lnTo>
                    <a:moveTo>
                      <a:pt x="1377444" y="497904"/>
                    </a:moveTo>
                    <a:lnTo>
                      <a:pt x="1392255" y="483934"/>
                    </a:lnTo>
                    <a:lnTo>
                      <a:pt x="1402175" y="469590"/>
                    </a:lnTo>
                    <a:moveTo>
                      <a:pt x="1402175" y="469590"/>
                    </a:moveTo>
                    <a:lnTo>
                      <a:pt x="1423674" y="438499"/>
                    </a:lnTo>
                    <a:moveTo>
                      <a:pt x="1423674" y="438499"/>
                    </a:moveTo>
                    <a:lnTo>
                      <a:pt x="1445174" y="407409"/>
                    </a:lnTo>
                    <a:moveTo>
                      <a:pt x="1445174" y="407409"/>
                    </a:moveTo>
                    <a:lnTo>
                      <a:pt x="1466674" y="376319"/>
                    </a:lnTo>
                    <a:moveTo>
                      <a:pt x="1466674" y="376319"/>
                    </a:moveTo>
                    <a:lnTo>
                      <a:pt x="1488173" y="345228"/>
                    </a:lnTo>
                    <a:moveTo>
                      <a:pt x="1488173" y="345228"/>
                    </a:moveTo>
                    <a:lnTo>
                      <a:pt x="1496808" y="332741"/>
                    </a:lnTo>
                    <a:lnTo>
                      <a:pt x="1513262" y="317222"/>
                    </a:lnTo>
                    <a:moveTo>
                      <a:pt x="1513262" y="317222"/>
                    </a:moveTo>
                    <a:lnTo>
                      <a:pt x="1524755" y="306382"/>
                    </a:lnTo>
                    <a:lnTo>
                      <a:pt x="1540760" y="291286"/>
                    </a:lnTo>
                    <a:moveTo>
                      <a:pt x="1540760" y="291286"/>
                    </a:moveTo>
                    <a:lnTo>
                      <a:pt x="1568259" y="265350"/>
                    </a:lnTo>
                    <a:moveTo>
                      <a:pt x="1568259" y="265350"/>
                    </a:moveTo>
                    <a:lnTo>
                      <a:pt x="1595757" y="239414"/>
                    </a:lnTo>
                    <a:moveTo>
                      <a:pt x="1595757" y="239414"/>
                    </a:moveTo>
                    <a:lnTo>
                      <a:pt x="1623255" y="213478"/>
                    </a:lnTo>
                    <a:moveTo>
                      <a:pt x="1623255" y="213478"/>
                    </a:moveTo>
                    <a:lnTo>
                      <a:pt x="1650754" y="187541"/>
                    </a:lnTo>
                    <a:moveTo>
                      <a:pt x="1650754" y="187541"/>
                    </a:moveTo>
                    <a:lnTo>
                      <a:pt x="1678252" y="161605"/>
                    </a:lnTo>
                    <a:moveTo>
                      <a:pt x="1678252" y="161605"/>
                    </a:moveTo>
                    <a:lnTo>
                      <a:pt x="1705750" y="135669"/>
                    </a:lnTo>
                    <a:moveTo>
                      <a:pt x="1705750" y="135669"/>
                    </a:moveTo>
                    <a:lnTo>
                      <a:pt x="1733248" y="109733"/>
                    </a:lnTo>
                    <a:moveTo>
                      <a:pt x="1733248" y="109733"/>
                    </a:moveTo>
                    <a:lnTo>
                      <a:pt x="1760747" y="83797"/>
                    </a:lnTo>
                    <a:moveTo>
                      <a:pt x="1760747" y="83797"/>
                    </a:moveTo>
                    <a:lnTo>
                      <a:pt x="1788245" y="57861"/>
                    </a:lnTo>
                    <a:moveTo>
                      <a:pt x="1788245" y="57861"/>
                    </a:moveTo>
                    <a:lnTo>
                      <a:pt x="1815743" y="31925"/>
                    </a:lnTo>
                    <a:moveTo>
                      <a:pt x="1815743" y="31925"/>
                    </a:moveTo>
                    <a:lnTo>
                      <a:pt x="1843242" y="5988"/>
                    </a:lnTo>
                    <a:moveTo>
                      <a:pt x="1843242" y="5988"/>
                    </a:moveTo>
                    <a:lnTo>
                      <a:pt x="184959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23" name="Контур"/>
              <p:cNvSpPr/>
              <p:nvPr/>
            </p:nvSpPr>
            <p:spPr>
              <a:xfrm>
                <a:off x="2713013" y="2563866"/>
                <a:ext cx="612894" cy="1564036"/>
              </a:xfrm>
              <a:custGeom>
                <a:avLst/>
                <a:gdLst/>
                <a:ahLst/>
                <a:cxnLst/>
                <a:rect l="l" t="t" r="r" b="b"/>
                <a:pathLst>
                  <a:path w="612894" h="1564036" fill="none">
                    <a:moveTo>
                      <a:pt x="0" y="1435806"/>
                    </a:moveTo>
                    <a:lnTo>
                      <a:pt x="15701" y="1531105"/>
                    </a:lnTo>
                    <a:lnTo>
                      <a:pt x="46762" y="1564036"/>
                    </a:lnTo>
                    <a:moveTo>
                      <a:pt x="0" y="1435806"/>
                    </a:moveTo>
                    <a:lnTo>
                      <a:pt x="1256" y="1433899"/>
                    </a:lnTo>
                    <a:lnTo>
                      <a:pt x="13593" y="1414528"/>
                    </a:lnTo>
                    <a:lnTo>
                      <a:pt x="63111" y="1326786"/>
                    </a:lnTo>
                    <a:moveTo>
                      <a:pt x="63111" y="1326786"/>
                    </a:moveTo>
                    <a:lnTo>
                      <a:pt x="86965" y="1284517"/>
                    </a:lnTo>
                    <a:lnTo>
                      <a:pt x="114061" y="1211945"/>
                    </a:lnTo>
                    <a:moveTo>
                      <a:pt x="114061" y="1211945"/>
                    </a:moveTo>
                    <a:lnTo>
                      <a:pt x="158133" y="1093905"/>
                    </a:lnTo>
                    <a:moveTo>
                      <a:pt x="158133" y="1093905"/>
                    </a:moveTo>
                    <a:lnTo>
                      <a:pt x="181825" y="1030447"/>
                    </a:lnTo>
                    <a:lnTo>
                      <a:pt x="196348" y="974022"/>
                    </a:lnTo>
                    <a:moveTo>
                      <a:pt x="196348" y="974022"/>
                    </a:moveTo>
                    <a:lnTo>
                      <a:pt x="227754" y="851999"/>
                    </a:lnTo>
                    <a:moveTo>
                      <a:pt x="227754" y="851999"/>
                    </a:moveTo>
                    <a:lnTo>
                      <a:pt x="259161" y="729976"/>
                    </a:lnTo>
                    <a:moveTo>
                      <a:pt x="259161" y="729976"/>
                    </a:moveTo>
                    <a:lnTo>
                      <a:pt x="290567" y="607953"/>
                    </a:lnTo>
                    <a:moveTo>
                      <a:pt x="290567" y="607953"/>
                    </a:moveTo>
                    <a:lnTo>
                      <a:pt x="311094" y="528199"/>
                    </a:lnTo>
                    <a:lnTo>
                      <a:pt x="316710" y="510165"/>
                    </a:lnTo>
                    <a:lnTo>
                      <a:pt x="322575" y="492211"/>
                    </a:lnTo>
                    <a:lnTo>
                      <a:pt x="324474" y="486656"/>
                    </a:lnTo>
                    <a:moveTo>
                      <a:pt x="324474" y="486656"/>
                    </a:moveTo>
                    <a:lnTo>
                      <a:pt x="328685" y="474339"/>
                    </a:lnTo>
                    <a:lnTo>
                      <a:pt x="335043" y="456555"/>
                    </a:lnTo>
                    <a:lnTo>
                      <a:pt x="341647" y="438859"/>
                    </a:lnTo>
                    <a:lnTo>
                      <a:pt x="348492" y="421256"/>
                    </a:lnTo>
                    <a:lnTo>
                      <a:pt x="355583" y="403750"/>
                    </a:lnTo>
                    <a:lnTo>
                      <a:pt x="362913" y="386343"/>
                    </a:lnTo>
                    <a:lnTo>
                      <a:pt x="370347" y="369351"/>
                    </a:lnTo>
                    <a:moveTo>
                      <a:pt x="370347" y="369351"/>
                    </a:moveTo>
                    <a:lnTo>
                      <a:pt x="370483" y="369039"/>
                    </a:lnTo>
                    <a:lnTo>
                      <a:pt x="378292" y="351842"/>
                    </a:lnTo>
                    <a:lnTo>
                      <a:pt x="386338" y="334752"/>
                    </a:lnTo>
                    <a:lnTo>
                      <a:pt x="394617" y="317777"/>
                    </a:lnTo>
                    <a:lnTo>
                      <a:pt x="403132" y="300918"/>
                    </a:lnTo>
                    <a:lnTo>
                      <a:pt x="411880" y="284178"/>
                    </a:lnTo>
                    <a:lnTo>
                      <a:pt x="420856" y="267561"/>
                    </a:lnTo>
                    <a:lnTo>
                      <a:pt x="426868" y="256790"/>
                    </a:lnTo>
                    <a:moveTo>
                      <a:pt x="426868" y="256790"/>
                    </a:moveTo>
                    <a:lnTo>
                      <a:pt x="430062" y="251069"/>
                    </a:lnTo>
                    <a:lnTo>
                      <a:pt x="439493" y="234705"/>
                    </a:lnTo>
                    <a:lnTo>
                      <a:pt x="449152" y="218473"/>
                    </a:lnTo>
                    <a:lnTo>
                      <a:pt x="459032" y="202377"/>
                    </a:lnTo>
                    <a:lnTo>
                      <a:pt x="469136" y="186418"/>
                    </a:lnTo>
                    <a:lnTo>
                      <a:pt x="479457" y="170600"/>
                    </a:lnTo>
                    <a:lnTo>
                      <a:pt x="489998" y="154927"/>
                    </a:lnTo>
                    <a:lnTo>
                      <a:pt x="493484" y="149895"/>
                    </a:lnTo>
                    <a:moveTo>
                      <a:pt x="493484" y="149895"/>
                    </a:moveTo>
                    <a:lnTo>
                      <a:pt x="500753" y="139401"/>
                    </a:lnTo>
                    <a:lnTo>
                      <a:pt x="511720" y="124025"/>
                    </a:lnTo>
                    <a:lnTo>
                      <a:pt x="522900" y="108802"/>
                    </a:lnTo>
                    <a:lnTo>
                      <a:pt x="534290" y="93734"/>
                    </a:lnTo>
                    <a:lnTo>
                      <a:pt x="545886" y="78827"/>
                    </a:lnTo>
                    <a:lnTo>
                      <a:pt x="557687" y="64080"/>
                    </a:lnTo>
                    <a:lnTo>
                      <a:pt x="569635" y="49566"/>
                    </a:lnTo>
                    <a:moveTo>
                      <a:pt x="569635" y="49566"/>
                    </a:moveTo>
                    <a:lnTo>
                      <a:pt x="569691" y="49497"/>
                    </a:lnTo>
                    <a:lnTo>
                      <a:pt x="581895" y="35082"/>
                    </a:lnTo>
                    <a:lnTo>
                      <a:pt x="594297" y="20836"/>
                    </a:lnTo>
                    <a:lnTo>
                      <a:pt x="606894" y="6764"/>
                    </a:lnTo>
                    <a:lnTo>
                      <a:pt x="610839" y="2183"/>
                    </a:lnTo>
                    <a:lnTo>
                      <a:pt x="61289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24" name="Контур"/>
              <p:cNvSpPr/>
              <p:nvPr/>
            </p:nvSpPr>
            <p:spPr>
              <a:xfrm>
                <a:off x="2796146" y="2702154"/>
                <a:ext cx="479341" cy="1215038"/>
              </a:xfrm>
              <a:custGeom>
                <a:avLst/>
                <a:gdLst/>
                <a:ahLst/>
                <a:cxnLst/>
                <a:rect l="l" t="t" r="r" b="b"/>
                <a:pathLst>
                  <a:path w="479341" h="1215038" fill="none">
                    <a:moveTo>
                      <a:pt x="27006" y="1215038"/>
                    </a:moveTo>
                    <a:lnTo>
                      <a:pt x="0" y="1174995"/>
                    </a:lnTo>
                    <a:lnTo>
                      <a:pt x="48238" y="1177416"/>
                    </a:lnTo>
                    <a:lnTo>
                      <a:pt x="27006" y="1215038"/>
                    </a:lnTo>
                    <a:lnTo>
                      <a:pt x="29660" y="1210335"/>
                    </a:lnTo>
                    <a:lnTo>
                      <a:pt x="9405" y="1180303"/>
                    </a:lnTo>
                    <a:lnTo>
                      <a:pt x="45584" y="1182118"/>
                    </a:lnTo>
                    <a:lnTo>
                      <a:pt x="40881" y="1179464"/>
                    </a:lnTo>
                    <a:lnTo>
                      <a:pt x="24957" y="1207681"/>
                    </a:lnTo>
                    <a:lnTo>
                      <a:pt x="29660" y="1210335"/>
                    </a:lnTo>
                    <a:lnTo>
                      <a:pt x="27006" y="1215038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4702" y="1177649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48238" y="1177416"/>
                    </a:lnTo>
                    <a:lnTo>
                      <a:pt x="38227" y="1184167"/>
                    </a:lnTo>
                    <a:lnTo>
                      <a:pt x="40276" y="1191524"/>
                    </a:lnTo>
                    <a:lnTo>
                      <a:pt x="32919" y="1193573"/>
                    </a:lnTo>
                    <a:lnTo>
                      <a:pt x="34968" y="1200929"/>
                    </a:lnTo>
                    <a:lnTo>
                      <a:pt x="27611" y="1202978"/>
                    </a:lnTo>
                    <a:lnTo>
                      <a:pt x="27006" y="1215038"/>
                    </a:lnTo>
                    <a:lnTo>
                      <a:pt x="24957" y="1207681"/>
                    </a:lnTo>
                    <a:lnTo>
                      <a:pt x="32314" y="1205632"/>
                    </a:lnTo>
                    <a:lnTo>
                      <a:pt x="30265" y="1198275"/>
                    </a:lnTo>
                    <a:lnTo>
                      <a:pt x="37622" y="1196227"/>
                    </a:lnTo>
                    <a:lnTo>
                      <a:pt x="35573" y="1188870"/>
                    </a:lnTo>
                    <a:lnTo>
                      <a:pt x="42930" y="1186821"/>
                    </a:lnTo>
                    <a:lnTo>
                      <a:pt x="40881" y="1179464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0" y="1174995"/>
                    </a:lnTo>
                    <a:lnTo>
                      <a:pt x="9405" y="1180303"/>
                    </a:lnTo>
                    <a:lnTo>
                      <a:pt x="6751" y="1185005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24957" y="1207681"/>
                    </a:lnTo>
                    <a:moveTo>
                      <a:pt x="125589" y="974505"/>
                    </a:moveTo>
                    <a:lnTo>
                      <a:pt x="92673" y="939159"/>
                    </a:lnTo>
                    <a:lnTo>
                      <a:pt x="140699" y="934033"/>
                    </a:lnTo>
                    <a:lnTo>
                      <a:pt x="125589" y="974505"/>
                    </a:lnTo>
                    <a:lnTo>
                      <a:pt x="127478" y="969446"/>
                    </a:lnTo>
                    <a:lnTo>
                      <a:pt x="102791" y="942936"/>
                    </a:lnTo>
                    <a:lnTo>
                      <a:pt x="138810" y="939092"/>
                    </a:lnTo>
                    <a:lnTo>
                      <a:pt x="133752" y="937204"/>
                    </a:lnTo>
                    <a:lnTo>
                      <a:pt x="122419" y="967557"/>
                    </a:lnTo>
                    <a:lnTo>
                      <a:pt x="127478" y="969446"/>
                    </a:lnTo>
                    <a:lnTo>
                      <a:pt x="125589" y="974505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97732" y="941047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40699" y="934033"/>
                    </a:lnTo>
                    <a:lnTo>
                      <a:pt x="131863" y="942262"/>
                    </a:lnTo>
                    <a:lnTo>
                      <a:pt x="135033" y="949210"/>
                    </a:lnTo>
                    <a:lnTo>
                      <a:pt x="128085" y="952380"/>
                    </a:lnTo>
                    <a:lnTo>
                      <a:pt x="131255" y="959328"/>
                    </a:lnTo>
                    <a:lnTo>
                      <a:pt x="124308" y="962498"/>
                    </a:lnTo>
                    <a:lnTo>
                      <a:pt x="125589" y="974505"/>
                    </a:lnTo>
                    <a:lnTo>
                      <a:pt x="122419" y="967557"/>
                    </a:lnTo>
                    <a:lnTo>
                      <a:pt x="129366" y="964387"/>
                    </a:lnTo>
                    <a:lnTo>
                      <a:pt x="126196" y="957439"/>
                    </a:lnTo>
                    <a:lnTo>
                      <a:pt x="133144" y="954269"/>
                    </a:lnTo>
                    <a:lnTo>
                      <a:pt x="129974" y="947321"/>
                    </a:lnTo>
                    <a:lnTo>
                      <a:pt x="136922" y="944151"/>
                    </a:lnTo>
                    <a:lnTo>
                      <a:pt x="133752" y="937204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92673" y="939159"/>
                    </a:lnTo>
                    <a:lnTo>
                      <a:pt x="102791" y="942936"/>
                    </a:lnTo>
                    <a:lnTo>
                      <a:pt x="100902" y="947995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22419" y="967557"/>
                    </a:lnTo>
                    <a:moveTo>
                      <a:pt x="196917" y="727171"/>
                    </a:moveTo>
                    <a:lnTo>
                      <a:pt x="160464" y="695485"/>
                    </a:lnTo>
                    <a:lnTo>
                      <a:pt x="207685" y="685334"/>
                    </a:lnTo>
                    <a:lnTo>
                      <a:pt x="196917" y="727171"/>
                    </a:lnTo>
                    <a:lnTo>
                      <a:pt x="198263" y="721941"/>
                    </a:lnTo>
                    <a:lnTo>
                      <a:pt x="170924" y="698177"/>
                    </a:lnTo>
                    <a:lnTo>
                      <a:pt x="206339" y="690564"/>
                    </a:lnTo>
                    <a:lnTo>
                      <a:pt x="201109" y="689218"/>
                    </a:lnTo>
                    <a:lnTo>
                      <a:pt x="193033" y="720595"/>
                    </a:lnTo>
                    <a:lnTo>
                      <a:pt x="198263" y="721941"/>
                    </a:lnTo>
                    <a:lnTo>
                      <a:pt x="196917" y="727171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65694" y="696831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207685" y="685334"/>
                    </a:lnTo>
                    <a:lnTo>
                      <a:pt x="199763" y="694448"/>
                    </a:lnTo>
                    <a:lnTo>
                      <a:pt x="203647" y="701023"/>
                    </a:lnTo>
                    <a:lnTo>
                      <a:pt x="197071" y="704907"/>
                    </a:lnTo>
                    <a:lnTo>
                      <a:pt x="200955" y="711482"/>
                    </a:lnTo>
                    <a:lnTo>
                      <a:pt x="194379" y="715366"/>
                    </a:lnTo>
                    <a:lnTo>
                      <a:pt x="196917" y="727171"/>
                    </a:lnTo>
                    <a:lnTo>
                      <a:pt x="193033" y="720595"/>
                    </a:lnTo>
                    <a:lnTo>
                      <a:pt x="199609" y="716712"/>
                    </a:lnTo>
                    <a:lnTo>
                      <a:pt x="195725" y="710136"/>
                    </a:lnTo>
                    <a:lnTo>
                      <a:pt x="202301" y="706253"/>
                    </a:lnTo>
                    <a:lnTo>
                      <a:pt x="198417" y="699677"/>
                    </a:lnTo>
                    <a:lnTo>
                      <a:pt x="204993" y="695794"/>
                    </a:lnTo>
                    <a:lnTo>
                      <a:pt x="201109" y="689218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60464" y="695485"/>
                    </a:lnTo>
                    <a:lnTo>
                      <a:pt x="170924" y="698177"/>
                    </a:lnTo>
                    <a:lnTo>
                      <a:pt x="169578" y="703406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93033" y="720595"/>
                    </a:lnTo>
                    <a:moveTo>
                      <a:pt x="259729" y="483125"/>
                    </a:moveTo>
                    <a:lnTo>
                      <a:pt x="223277" y="451439"/>
                    </a:lnTo>
                    <a:lnTo>
                      <a:pt x="270497" y="441288"/>
                    </a:lnTo>
                    <a:lnTo>
                      <a:pt x="259729" y="483125"/>
                    </a:lnTo>
                    <a:lnTo>
                      <a:pt x="261075" y="477895"/>
                    </a:lnTo>
                    <a:lnTo>
                      <a:pt x="233736" y="454130"/>
                    </a:lnTo>
                    <a:lnTo>
                      <a:pt x="269151" y="446518"/>
                    </a:lnTo>
                    <a:lnTo>
                      <a:pt x="263922" y="445172"/>
                    </a:lnTo>
                    <a:lnTo>
                      <a:pt x="255846" y="476549"/>
                    </a:lnTo>
                    <a:lnTo>
                      <a:pt x="261075" y="477895"/>
                    </a:lnTo>
                    <a:lnTo>
                      <a:pt x="259729" y="483125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28506" y="452784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70497" y="441288"/>
                    </a:lnTo>
                    <a:lnTo>
                      <a:pt x="262576" y="450401"/>
                    </a:lnTo>
                    <a:lnTo>
                      <a:pt x="266459" y="456977"/>
                    </a:lnTo>
                    <a:lnTo>
                      <a:pt x="259884" y="460860"/>
                    </a:lnTo>
                    <a:lnTo>
                      <a:pt x="263767" y="467436"/>
                    </a:lnTo>
                    <a:lnTo>
                      <a:pt x="257192" y="471320"/>
                    </a:lnTo>
                    <a:lnTo>
                      <a:pt x="259729" y="483125"/>
                    </a:lnTo>
                    <a:lnTo>
                      <a:pt x="255846" y="476549"/>
                    </a:lnTo>
                    <a:lnTo>
                      <a:pt x="262421" y="472665"/>
                    </a:lnTo>
                    <a:lnTo>
                      <a:pt x="258538" y="466090"/>
                    </a:lnTo>
                    <a:lnTo>
                      <a:pt x="265113" y="462206"/>
                    </a:lnTo>
                    <a:lnTo>
                      <a:pt x="261230" y="455631"/>
                    </a:lnTo>
                    <a:lnTo>
                      <a:pt x="267805" y="451747"/>
                    </a:lnTo>
                    <a:lnTo>
                      <a:pt x="263922" y="445172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23277" y="451439"/>
                    </a:lnTo>
                    <a:lnTo>
                      <a:pt x="233736" y="454130"/>
                    </a:lnTo>
                    <a:lnTo>
                      <a:pt x="232390" y="459360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55846" y="476549"/>
                    </a:lnTo>
                    <a:moveTo>
                      <a:pt x="336686" y="252708"/>
                    </a:moveTo>
                    <a:lnTo>
                      <a:pt x="305766" y="215603"/>
                    </a:lnTo>
                    <a:lnTo>
                      <a:pt x="354002" y="213131"/>
                    </a:lnTo>
                    <a:lnTo>
                      <a:pt x="336686" y="252708"/>
                    </a:lnTo>
                    <a:lnTo>
                      <a:pt x="338850" y="247761"/>
                    </a:lnTo>
                    <a:lnTo>
                      <a:pt x="315661" y="219932"/>
                    </a:lnTo>
                    <a:lnTo>
                      <a:pt x="351837" y="218078"/>
                    </a:lnTo>
                    <a:lnTo>
                      <a:pt x="346890" y="215913"/>
                    </a:lnTo>
                    <a:lnTo>
                      <a:pt x="333903" y="245597"/>
                    </a:lnTo>
                    <a:lnTo>
                      <a:pt x="338850" y="247761"/>
                    </a:lnTo>
                    <a:lnTo>
                      <a:pt x="336686" y="252708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10713" y="217768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54002" y="213131"/>
                    </a:lnTo>
                    <a:lnTo>
                      <a:pt x="344726" y="220860"/>
                    </a:lnTo>
                    <a:lnTo>
                      <a:pt x="347508" y="227972"/>
                    </a:lnTo>
                    <a:lnTo>
                      <a:pt x="340397" y="230755"/>
                    </a:lnTo>
                    <a:lnTo>
                      <a:pt x="343179" y="237867"/>
                    </a:lnTo>
                    <a:lnTo>
                      <a:pt x="336068" y="240649"/>
                    </a:lnTo>
                    <a:lnTo>
                      <a:pt x="336686" y="252708"/>
                    </a:lnTo>
                    <a:lnTo>
                      <a:pt x="333903" y="245597"/>
                    </a:lnTo>
                    <a:lnTo>
                      <a:pt x="341015" y="242814"/>
                    </a:lnTo>
                    <a:lnTo>
                      <a:pt x="338232" y="235702"/>
                    </a:lnTo>
                    <a:lnTo>
                      <a:pt x="345344" y="232919"/>
                    </a:lnTo>
                    <a:lnTo>
                      <a:pt x="342561" y="225808"/>
                    </a:lnTo>
                    <a:lnTo>
                      <a:pt x="349673" y="223025"/>
                    </a:lnTo>
                    <a:lnTo>
                      <a:pt x="346890" y="215913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05766" y="215603"/>
                    </a:lnTo>
                    <a:lnTo>
                      <a:pt x="315661" y="219932"/>
                    </a:lnTo>
                    <a:lnTo>
                      <a:pt x="313496" y="224879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33903" y="245597"/>
                    </a:lnTo>
                    <a:moveTo>
                      <a:pt x="454741" y="42355"/>
                    </a:moveTo>
                    <a:lnTo>
                      <a:pt x="431529" y="0"/>
                    </a:lnTo>
                    <a:lnTo>
                      <a:pt x="479341" y="6843"/>
                    </a:lnTo>
                    <a:lnTo>
                      <a:pt x="454741" y="42355"/>
                    </a:lnTo>
                    <a:lnTo>
                      <a:pt x="457816" y="37916"/>
                    </a:lnTo>
                    <a:lnTo>
                      <a:pt x="440407" y="6150"/>
                    </a:lnTo>
                    <a:lnTo>
                      <a:pt x="476266" y="11282"/>
                    </a:lnTo>
                    <a:lnTo>
                      <a:pt x="471827" y="8207"/>
                    </a:lnTo>
                    <a:lnTo>
                      <a:pt x="453377" y="34842"/>
                    </a:lnTo>
                    <a:lnTo>
                      <a:pt x="457816" y="37916"/>
                    </a:lnTo>
                    <a:lnTo>
                      <a:pt x="454741" y="42355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35968" y="3075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79341" y="6843"/>
                    </a:lnTo>
                    <a:lnTo>
                      <a:pt x="468752" y="12646"/>
                    </a:lnTo>
                    <a:lnTo>
                      <a:pt x="470116" y="20160"/>
                    </a:lnTo>
                    <a:lnTo>
                      <a:pt x="462602" y="21524"/>
                    </a:lnTo>
                    <a:lnTo>
                      <a:pt x="463966" y="29038"/>
                    </a:lnTo>
                    <a:lnTo>
                      <a:pt x="456452" y="30403"/>
                    </a:lnTo>
                    <a:lnTo>
                      <a:pt x="454741" y="42355"/>
                    </a:lnTo>
                    <a:lnTo>
                      <a:pt x="453377" y="34842"/>
                    </a:lnTo>
                    <a:lnTo>
                      <a:pt x="460891" y="33477"/>
                    </a:lnTo>
                    <a:lnTo>
                      <a:pt x="459527" y="25964"/>
                    </a:lnTo>
                    <a:lnTo>
                      <a:pt x="467041" y="24599"/>
                    </a:lnTo>
                    <a:lnTo>
                      <a:pt x="465677" y="17085"/>
                    </a:lnTo>
                    <a:lnTo>
                      <a:pt x="473191" y="15721"/>
                    </a:lnTo>
                    <a:lnTo>
                      <a:pt x="471827" y="8207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31529" y="0"/>
                    </a:lnTo>
                    <a:lnTo>
                      <a:pt x="440407" y="6150"/>
                    </a:lnTo>
                    <a:lnTo>
                      <a:pt x="437332" y="10589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53377" y="348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25" name="Контур"/>
              <p:cNvSpPr/>
              <p:nvPr/>
            </p:nvSpPr>
            <p:spPr>
              <a:xfrm>
                <a:off x="2713013" y="2563866"/>
                <a:ext cx="612894" cy="1435806"/>
              </a:xfrm>
              <a:custGeom>
                <a:avLst/>
                <a:gdLst/>
                <a:ahLst/>
                <a:cxnLst/>
                <a:rect l="l" t="t" r="r" b="b"/>
                <a:pathLst>
                  <a:path w="612894" h="1435806" fill="none">
                    <a:moveTo>
                      <a:pt x="308005" y="87607"/>
                    </a:moveTo>
                    <a:lnTo>
                      <a:pt x="226645" y="234127"/>
                    </a:lnTo>
                    <a:moveTo>
                      <a:pt x="0" y="1435806"/>
                    </a:moveTo>
                    <a:lnTo>
                      <a:pt x="1256" y="1433899"/>
                    </a:lnTo>
                    <a:lnTo>
                      <a:pt x="13593" y="1414528"/>
                    </a:lnTo>
                    <a:lnTo>
                      <a:pt x="63111" y="1326786"/>
                    </a:lnTo>
                    <a:moveTo>
                      <a:pt x="63111" y="1326786"/>
                    </a:moveTo>
                    <a:lnTo>
                      <a:pt x="86965" y="1284517"/>
                    </a:lnTo>
                    <a:lnTo>
                      <a:pt x="114061" y="1211945"/>
                    </a:lnTo>
                    <a:moveTo>
                      <a:pt x="114061" y="1211945"/>
                    </a:moveTo>
                    <a:lnTo>
                      <a:pt x="158133" y="1093905"/>
                    </a:lnTo>
                    <a:moveTo>
                      <a:pt x="158133" y="1093905"/>
                    </a:moveTo>
                    <a:lnTo>
                      <a:pt x="181825" y="1030447"/>
                    </a:lnTo>
                    <a:lnTo>
                      <a:pt x="196348" y="974022"/>
                    </a:lnTo>
                    <a:moveTo>
                      <a:pt x="196348" y="974022"/>
                    </a:moveTo>
                    <a:lnTo>
                      <a:pt x="227754" y="851999"/>
                    </a:lnTo>
                    <a:moveTo>
                      <a:pt x="227754" y="851999"/>
                    </a:moveTo>
                    <a:lnTo>
                      <a:pt x="259161" y="729976"/>
                    </a:lnTo>
                    <a:moveTo>
                      <a:pt x="259161" y="729976"/>
                    </a:moveTo>
                    <a:lnTo>
                      <a:pt x="290567" y="607953"/>
                    </a:lnTo>
                    <a:moveTo>
                      <a:pt x="290567" y="607953"/>
                    </a:moveTo>
                    <a:lnTo>
                      <a:pt x="311094" y="528199"/>
                    </a:lnTo>
                    <a:lnTo>
                      <a:pt x="316710" y="510165"/>
                    </a:lnTo>
                    <a:lnTo>
                      <a:pt x="322575" y="492211"/>
                    </a:lnTo>
                    <a:lnTo>
                      <a:pt x="324474" y="486656"/>
                    </a:lnTo>
                    <a:moveTo>
                      <a:pt x="324474" y="486656"/>
                    </a:moveTo>
                    <a:lnTo>
                      <a:pt x="328685" y="474339"/>
                    </a:lnTo>
                    <a:lnTo>
                      <a:pt x="335043" y="456555"/>
                    </a:lnTo>
                    <a:lnTo>
                      <a:pt x="341647" y="438859"/>
                    </a:lnTo>
                    <a:lnTo>
                      <a:pt x="348492" y="421256"/>
                    </a:lnTo>
                    <a:lnTo>
                      <a:pt x="355583" y="403750"/>
                    </a:lnTo>
                    <a:lnTo>
                      <a:pt x="362913" y="386343"/>
                    </a:lnTo>
                    <a:lnTo>
                      <a:pt x="370347" y="369351"/>
                    </a:lnTo>
                    <a:moveTo>
                      <a:pt x="370347" y="369351"/>
                    </a:moveTo>
                    <a:lnTo>
                      <a:pt x="370483" y="369039"/>
                    </a:lnTo>
                    <a:lnTo>
                      <a:pt x="378292" y="351842"/>
                    </a:lnTo>
                    <a:lnTo>
                      <a:pt x="386338" y="334752"/>
                    </a:lnTo>
                    <a:lnTo>
                      <a:pt x="394617" y="317777"/>
                    </a:lnTo>
                    <a:lnTo>
                      <a:pt x="403132" y="300918"/>
                    </a:lnTo>
                    <a:lnTo>
                      <a:pt x="411880" y="284178"/>
                    </a:lnTo>
                    <a:lnTo>
                      <a:pt x="420856" y="267561"/>
                    </a:lnTo>
                    <a:lnTo>
                      <a:pt x="426868" y="256790"/>
                    </a:lnTo>
                    <a:moveTo>
                      <a:pt x="426868" y="256790"/>
                    </a:moveTo>
                    <a:lnTo>
                      <a:pt x="430062" y="251069"/>
                    </a:lnTo>
                    <a:lnTo>
                      <a:pt x="439493" y="234705"/>
                    </a:lnTo>
                    <a:lnTo>
                      <a:pt x="449152" y="218473"/>
                    </a:lnTo>
                    <a:lnTo>
                      <a:pt x="459032" y="202377"/>
                    </a:lnTo>
                    <a:lnTo>
                      <a:pt x="469136" y="186418"/>
                    </a:lnTo>
                    <a:lnTo>
                      <a:pt x="479457" y="170600"/>
                    </a:lnTo>
                    <a:lnTo>
                      <a:pt x="489998" y="154927"/>
                    </a:lnTo>
                    <a:lnTo>
                      <a:pt x="493484" y="149895"/>
                    </a:lnTo>
                    <a:moveTo>
                      <a:pt x="493484" y="149895"/>
                    </a:moveTo>
                    <a:lnTo>
                      <a:pt x="500753" y="139401"/>
                    </a:lnTo>
                    <a:lnTo>
                      <a:pt x="511720" y="124025"/>
                    </a:lnTo>
                    <a:lnTo>
                      <a:pt x="522900" y="108802"/>
                    </a:lnTo>
                    <a:lnTo>
                      <a:pt x="534290" y="93734"/>
                    </a:lnTo>
                    <a:lnTo>
                      <a:pt x="545886" y="78827"/>
                    </a:lnTo>
                    <a:lnTo>
                      <a:pt x="557687" y="64080"/>
                    </a:lnTo>
                    <a:lnTo>
                      <a:pt x="569635" y="49566"/>
                    </a:lnTo>
                    <a:moveTo>
                      <a:pt x="569635" y="49566"/>
                    </a:moveTo>
                    <a:lnTo>
                      <a:pt x="569691" y="49497"/>
                    </a:lnTo>
                    <a:lnTo>
                      <a:pt x="581895" y="35082"/>
                    </a:lnTo>
                    <a:lnTo>
                      <a:pt x="594297" y="20836"/>
                    </a:lnTo>
                    <a:lnTo>
                      <a:pt x="606894" y="6764"/>
                    </a:lnTo>
                    <a:lnTo>
                      <a:pt x="610839" y="2183"/>
                    </a:lnTo>
                    <a:lnTo>
                      <a:pt x="61289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26" name="Контур"/>
              <p:cNvSpPr/>
              <p:nvPr/>
            </p:nvSpPr>
            <p:spPr>
              <a:xfrm>
                <a:off x="2796146" y="2702154"/>
                <a:ext cx="479341" cy="1215038"/>
              </a:xfrm>
              <a:custGeom>
                <a:avLst/>
                <a:gdLst/>
                <a:ahLst/>
                <a:cxnLst/>
                <a:rect l="l" t="t" r="r" b="b"/>
                <a:pathLst>
                  <a:path w="479341" h="1215038" fill="none">
                    <a:moveTo>
                      <a:pt x="27006" y="1215038"/>
                    </a:moveTo>
                    <a:lnTo>
                      <a:pt x="0" y="1174995"/>
                    </a:lnTo>
                    <a:lnTo>
                      <a:pt x="48238" y="1177416"/>
                    </a:lnTo>
                    <a:lnTo>
                      <a:pt x="27006" y="1215038"/>
                    </a:lnTo>
                    <a:lnTo>
                      <a:pt x="29660" y="1210335"/>
                    </a:lnTo>
                    <a:lnTo>
                      <a:pt x="9405" y="1180303"/>
                    </a:lnTo>
                    <a:lnTo>
                      <a:pt x="45584" y="1182118"/>
                    </a:lnTo>
                    <a:lnTo>
                      <a:pt x="40881" y="1179464"/>
                    </a:lnTo>
                    <a:lnTo>
                      <a:pt x="24957" y="1207681"/>
                    </a:lnTo>
                    <a:lnTo>
                      <a:pt x="29660" y="1210335"/>
                    </a:lnTo>
                    <a:lnTo>
                      <a:pt x="27006" y="1215038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4702" y="1177649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48238" y="1177416"/>
                    </a:lnTo>
                    <a:lnTo>
                      <a:pt x="38227" y="1184167"/>
                    </a:lnTo>
                    <a:lnTo>
                      <a:pt x="40276" y="1191524"/>
                    </a:lnTo>
                    <a:lnTo>
                      <a:pt x="32919" y="1193573"/>
                    </a:lnTo>
                    <a:lnTo>
                      <a:pt x="34968" y="1200929"/>
                    </a:lnTo>
                    <a:lnTo>
                      <a:pt x="27611" y="1202978"/>
                    </a:lnTo>
                    <a:lnTo>
                      <a:pt x="27006" y="1215038"/>
                    </a:lnTo>
                    <a:lnTo>
                      <a:pt x="24957" y="1207681"/>
                    </a:lnTo>
                    <a:lnTo>
                      <a:pt x="32314" y="1205632"/>
                    </a:lnTo>
                    <a:lnTo>
                      <a:pt x="30265" y="1198275"/>
                    </a:lnTo>
                    <a:lnTo>
                      <a:pt x="37622" y="1196227"/>
                    </a:lnTo>
                    <a:lnTo>
                      <a:pt x="35573" y="1188870"/>
                    </a:lnTo>
                    <a:lnTo>
                      <a:pt x="42930" y="1186821"/>
                    </a:lnTo>
                    <a:lnTo>
                      <a:pt x="40881" y="1179464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0" y="1174995"/>
                    </a:lnTo>
                    <a:lnTo>
                      <a:pt x="9405" y="1180303"/>
                    </a:lnTo>
                    <a:lnTo>
                      <a:pt x="6751" y="1185005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24957" y="1207681"/>
                    </a:lnTo>
                    <a:moveTo>
                      <a:pt x="125589" y="974505"/>
                    </a:moveTo>
                    <a:lnTo>
                      <a:pt x="92673" y="939159"/>
                    </a:lnTo>
                    <a:lnTo>
                      <a:pt x="140699" y="934033"/>
                    </a:lnTo>
                    <a:lnTo>
                      <a:pt x="125589" y="974505"/>
                    </a:lnTo>
                    <a:lnTo>
                      <a:pt x="127478" y="969446"/>
                    </a:lnTo>
                    <a:lnTo>
                      <a:pt x="102791" y="942936"/>
                    </a:lnTo>
                    <a:lnTo>
                      <a:pt x="138810" y="939092"/>
                    </a:lnTo>
                    <a:lnTo>
                      <a:pt x="133752" y="937204"/>
                    </a:lnTo>
                    <a:lnTo>
                      <a:pt x="122419" y="967557"/>
                    </a:lnTo>
                    <a:lnTo>
                      <a:pt x="127478" y="969446"/>
                    </a:lnTo>
                    <a:lnTo>
                      <a:pt x="125589" y="974505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97732" y="941047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40699" y="934033"/>
                    </a:lnTo>
                    <a:lnTo>
                      <a:pt x="131863" y="942262"/>
                    </a:lnTo>
                    <a:lnTo>
                      <a:pt x="135033" y="949210"/>
                    </a:lnTo>
                    <a:lnTo>
                      <a:pt x="128085" y="952380"/>
                    </a:lnTo>
                    <a:lnTo>
                      <a:pt x="131255" y="959328"/>
                    </a:lnTo>
                    <a:lnTo>
                      <a:pt x="124308" y="962498"/>
                    </a:lnTo>
                    <a:lnTo>
                      <a:pt x="125589" y="974505"/>
                    </a:lnTo>
                    <a:lnTo>
                      <a:pt x="122419" y="967557"/>
                    </a:lnTo>
                    <a:lnTo>
                      <a:pt x="129366" y="964387"/>
                    </a:lnTo>
                    <a:lnTo>
                      <a:pt x="126196" y="957439"/>
                    </a:lnTo>
                    <a:lnTo>
                      <a:pt x="133144" y="954269"/>
                    </a:lnTo>
                    <a:lnTo>
                      <a:pt x="129974" y="947321"/>
                    </a:lnTo>
                    <a:lnTo>
                      <a:pt x="136922" y="944151"/>
                    </a:lnTo>
                    <a:lnTo>
                      <a:pt x="133752" y="937204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92673" y="939159"/>
                    </a:lnTo>
                    <a:lnTo>
                      <a:pt x="102791" y="942936"/>
                    </a:lnTo>
                    <a:lnTo>
                      <a:pt x="100902" y="947995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22419" y="967557"/>
                    </a:lnTo>
                    <a:moveTo>
                      <a:pt x="196917" y="727171"/>
                    </a:moveTo>
                    <a:lnTo>
                      <a:pt x="160464" y="695485"/>
                    </a:lnTo>
                    <a:lnTo>
                      <a:pt x="207685" y="685334"/>
                    </a:lnTo>
                    <a:lnTo>
                      <a:pt x="196917" y="727171"/>
                    </a:lnTo>
                    <a:lnTo>
                      <a:pt x="198263" y="721941"/>
                    </a:lnTo>
                    <a:lnTo>
                      <a:pt x="170924" y="698177"/>
                    </a:lnTo>
                    <a:lnTo>
                      <a:pt x="206339" y="690564"/>
                    </a:lnTo>
                    <a:lnTo>
                      <a:pt x="201109" y="689218"/>
                    </a:lnTo>
                    <a:lnTo>
                      <a:pt x="193033" y="720595"/>
                    </a:lnTo>
                    <a:lnTo>
                      <a:pt x="198263" y="721941"/>
                    </a:lnTo>
                    <a:lnTo>
                      <a:pt x="196917" y="727171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65694" y="696831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207685" y="685334"/>
                    </a:lnTo>
                    <a:lnTo>
                      <a:pt x="199763" y="694448"/>
                    </a:lnTo>
                    <a:lnTo>
                      <a:pt x="203647" y="701023"/>
                    </a:lnTo>
                    <a:lnTo>
                      <a:pt x="197071" y="704907"/>
                    </a:lnTo>
                    <a:lnTo>
                      <a:pt x="200955" y="711482"/>
                    </a:lnTo>
                    <a:lnTo>
                      <a:pt x="194379" y="715366"/>
                    </a:lnTo>
                    <a:lnTo>
                      <a:pt x="196917" y="727171"/>
                    </a:lnTo>
                    <a:lnTo>
                      <a:pt x="193033" y="720595"/>
                    </a:lnTo>
                    <a:lnTo>
                      <a:pt x="199609" y="716712"/>
                    </a:lnTo>
                    <a:lnTo>
                      <a:pt x="195725" y="710136"/>
                    </a:lnTo>
                    <a:lnTo>
                      <a:pt x="202301" y="706253"/>
                    </a:lnTo>
                    <a:lnTo>
                      <a:pt x="198417" y="699677"/>
                    </a:lnTo>
                    <a:lnTo>
                      <a:pt x="204993" y="695794"/>
                    </a:lnTo>
                    <a:lnTo>
                      <a:pt x="201109" y="689218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60464" y="695485"/>
                    </a:lnTo>
                    <a:lnTo>
                      <a:pt x="170924" y="698177"/>
                    </a:lnTo>
                    <a:lnTo>
                      <a:pt x="169578" y="703406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93033" y="720595"/>
                    </a:lnTo>
                    <a:moveTo>
                      <a:pt x="259729" y="483125"/>
                    </a:moveTo>
                    <a:lnTo>
                      <a:pt x="223277" y="451439"/>
                    </a:lnTo>
                    <a:lnTo>
                      <a:pt x="270497" y="441288"/>
                    </a:lnTo>
                    <a:lnTo>
                      <a:pt x="259729" y="483125"/>
                    </a:lnTo>
                    <a:lnTo>
                      <a:pt x="261075" y="477895"/>
                    </a:lnTo>
                    <a:lnTo>
                      <a:pt x="233736" y="454130"/>
                    </a:lnTo>
                    <a:lnTo>
                      <a:pt x="269151" y="446518"/>
                    </a:lnTo>
                    <a:lnTo>
                      <a:pt x="263922" y="445172"/>
                    </a:lnTo>
                    <a:lnTo>
                      <a:pt x="255846" y="476549"/>
                    </a:lnTo>
                    <a:lnTo>
                      <a:pt x="261075" y="477895"/>
                    </a:lnTo>
                    <a:lnTo>
                      <a:pt x="259729" y="483125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28506" y="452784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70497" y="441288"/>
                    </a:lnTo>
                    <a:lnTo>
                      <a:pt x="262576" y="450401"/>
                    </a:lnTo>
                    <a:lnTo>
                      <a:pt x="266459" y="456977"/>
                    </a:lnTo>
                    <a:lnTo>
                      <a:pt x="259884" y="460860"/>
                    </a:lnTo>
                    <a:lnTo>
                      <a:pt x="263767" y="467436"/>
                    </a:lnTo>
                    <a:lnTo>
                      <a:pt x="257192" y="471320"/>
                    </a:lnTo>
                    <a:lnTo>
                      <a:pt x="259729" y="483125"/>
                    </a:lnTo>
                    <a:lnTo>
                      <a:pt x="255846" y="476549"/>
                    </a:lnTo>
                    <a:lnTo>
                      <a:pt x="262421" y="472665"/>
                    </a:lnTo>
                    <a:lnTo>
                      <a:pt x="258538" y="466090"/>
                    </a:lnTo>
                    <a:lnTo>
                      <a:pt x="265113" y="462206"/>
                    </a:lnTo>
                    <a:lnTo>
                      <a:pt x="261230" y="455631"/>
                    </a:lnTo>
                    <a:lnTo>
                      <a:pt x="267805" y="451747"/>
                    </a:lnTo>
                    <a:lnTo>
                      <a:pt x="263922" y="445172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23277" y="451439"/>
                    </a:lnTo>
                    <a:lnTo>
                      <a:pt x="233736" y="454130"/>
                    </a:lnTo>
                    <a:lnTo>
                      <a:pt x="232390" y="459360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55846" y="476549"/>
                    </a:lnTo>
                    <a:moveTo>
                      <a:pt x="336686" y="252708"/>
                    </a:moveTo>
                    <a:lnTo>
                      <a:pt x="305766" y="215603"/>
                    </a:lnTo>
                    <a:lnTo>
                      <a:pt x="354002" y="213131"/>
                    </a:lnTo>
                    <a:lnTo>
                      <a:pt x="336686" y="252708"/>
                    </a:lnTo>
                    <a:lnTo>
                      <a:pt x="338850" y="247761"/>
                    </a:lnTo>
                    <a:lnTo>
                      <a:pt x="315661" y="219932"/>
                    </a:lnTo>
                    <a:lnTo>
                      <a:pt x="351837" y="218078"/>
                    </a:lnTo>
                    <a:lnTo>
                      <a:pt x="346890" y="215913"/>
                    </a:lnTo>
                    <a:lnTo>
                      <a:pt x="333903" y="245597"/>
                    </a:lnTo>
                    <a:lnTo>
                      <a:pt x="338850" y="247761"/>
                    </a:lnTo>
                    <a:lnTo>
                      <a:pt x="336686" y="252708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10713" y="217768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54002" y="213131"/>
                    </a:lnTo>
                    <a:lnTo>
                      <a:pt x="344726" y="220860"/>
                    </a:lnTo>
                    <a:lnTo>
                      <a:pt x="347508" y="227972"/>
                    </a:lnTo>
                    <a:lnTo>
                      <a:pt x="340397" y="230755"/>
                    </a:lnTo>
                    <a:lnTo>
                      <a:pt x="343179" y="237867"/>
                    </a:lnTo>
                    <a:lnTo>
                      <a:pt x="336068" y="240649"/>
                    </a:lnTo>
                    <a:lnTo>
                      <a:pt x="336686" y="252708"/>
                    </a:lnTo>
                    <a:lnTo>
                      <a:pt x="333903" y="245597"/>
                    </a:lnTo>
                    <a:lnTo>
                      <a:pt x="341015" y="242814"/>
                    </a:lnTo>
                    <a:lnTo>
                      <a:pt x="338232" y="235702"/>
                    </a:lnTo>
                    <a:lnTo>
                      <a:pt x="345344" y="232919"/>
                    </a:lnTo>
                    <a:lnTo>
                      <a:pt x="342561" y="225808"/>
                    </a:lnTo>
                    <a:lnTo>
                      <a:pt x="349673" y="223025"/>
                    </a:lnTo>
                    <a:lnTo>
                      <a:pt x="346890" y="215913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05766" y="215603"/>
                    </a:lnTo>
                    <a:lnTo>
                      <a:pt x="315661" y="219932"/>
                    </a:lnTo>
                    <a:lnTo>
                      <a:pt x="313496" y="224879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33903" y="245597"/>
                    </a:lnTo>
                    <a:moveTo>
                      <a:pt x="454741" y="42355"/>
                    </a:moveTo>
                    <a:lnTo>
                      <a:pt x="431529" y="0"/>
                    </a:lnTo>
                    <a:lnTo>
                      <a:pt x="479341" y="6843"/>
                    </a:lnTo>
                    <a:lnTo>
                      <a:pt x="454741" y="42355"/>
                    </a:lnTo>
                    <a:lnTo>
                      <a:pt x="457816" y="37916"/>
                    </a:lnTo>
                    <a:lnTo>
                      <a:pt x="440407" y="6150"/>
                    </a:lnTo>
                    <a:lnTo>
                      <a:pt x="476266" y="11282"/>
                    </a:lnTo>
                    <a:lnTo>
                      <a:pt x="471827" y="8207"/>
                    </a:lnTo>
                    <a:lnTo>
                      <a:pt x="453377" y="34842"/>
                    </a:lnTo>
                    <a:lnTo>
                      <a:pt x="457816" y="37916"/>
                    </a:lnTo>
                    <a:lnTo>
                      <a:pt x="454741" y="42355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35968" y="3075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79341" y="6843"/>
                    </a:lnTo>
                    <a:lnTo>
                      <a:pt x="468752" y="12646"/>
                    </a:lnTo>
                    <a:lnTo>
                      <a:pt x="470116" y="20160"/>
                    </a:lnTo>
                    <a:lnTo>
                      <a:pt x="462602" y="21524"/>
                    </a:lnTo>
                    <a:lnTo>
                      <a:pt x="463966" y="29038"/>
                    </a:lnTo>
                    <a:lnTo>
                      <a:pt x="456452" y="30403"/>
                    </a:lnTo>
                    <a:lnTo>
                      <a:pt x="454741" y="42355"/>
                    </a:lnTo>
                    <a:lnTo>
                      <a:pt x="453377" y="34842"/>
                    </a:lnTo>
                    <a:lnTo>
                      <a:pt x="460891" y="33477"/>
                    </a:lnTo>
                    <a:lnTo>
                      <a:pt x="459527" y="25964"/>
                    </a:lnTo>
                    <a:lnTo>
                      <a:pt x="467041" y="24599"/>
                    </a:lnTo>
                    <a:lnTo>
                      <a:pt x="465677" y="17085"/>
                    </a:lnTo>
                    <a:lnTo>
                      <a:pt x="473191" y="15721"/>
                    </a:lnTo>
                    <a:lnTo>
                      <a:pt x="471827" y="8207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31529" y="0"/>
                    </a:lnTo>
                    <a:lnTo>
                      <a:pt x="440407" y="6150"/>
                    </a:lnTo>
                    <a:lnTo>
                      <a:pt x="437332" y="10589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53377" y="348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27" name="Контур"/>
              <p:cNvSpPr/>
              <p:nvPr/>
            </p:nvSpPr>
            <p:spPr>
              <a:xfrm>
                <a:off x="2629158" y="2797993"/>
                <a:ext cx="310500" cy="968490"/>
              </a:xfrm>
              <a:custGeom>
                <a:avLst/>
                <a:gdLst/>
                <a:ahLst/>
                <a:cxnLst/>
                <a:rect l="l" t="t" r="r" b="b"/>
                <a:pathLst>
                  <a:path w="310500" h="968490" fill="none">
                    <a:moveTo>
                      <a:pt x="0" y="968490"/>
                    </a:moveTo>
                    <a:lnTo>
                      <a:pt x="15128" y="933850"/>
                    </a:lnTo>
                    <a:moveTo>
                      <a:pt x="15128" y="933850"/>
                    </a:moveTo>
                    <a:lnTo>
                      <a:pt x="30257" y="899209"/>
                    </a:lnTo>
                    <a:moveTo>
                      <a:pt x="30257" y="899209"/>
                    </a:moveTo>
                    <a:lnTo>
                      <a:pt x="44100" y="867510"/>
                    </a:lnTo>
                    <a:lnTo>
                      <a:pt x="45141" y="864473"/>
                    </a:lnTo>
                    <a:moveTo>
                      <a:pt x="45141" y="864473"/>
                    </a:moveTo>
                    <a:lnTo>
                      <a:pt x="57400" y="828716"/>
                    </a:lnTo>
                    <a:moveTo>
                      <a:pt x="57400" y="828716"/>
                    </a:moveTo>
                    <a:lnTo>
                      <a:pt x="69658" y="792959"/>
                    </a:lnTo>
                    <a:moveTo>
                      <a:pt x="69658" y="792959"/>
                    </a:moveTo>
                    <a:lnTo>
                      <a:pt x="79830" y="763290"/>
                    </a:lnTo>
                    <a:lnTo>
                      <a:pt x="81410" y="757052"/>
                    </a:lnTo>
                    <a:moveTo>
                      <a:pt x="81410" y="757052"/>
                    </a:moveTo>
                    <a:lnTo>
                      <a:pt x="90688" y="720408"/>
                    </a:lnTo>
                    <a:moveTo>
                      <a:pt x="90688" y="720408"/>
                    </a:moveTo>
                    <a:lnTo>
                      <a:pt x="99965" y="683764"/>
                    </a:lnTo>
                    <a:moveTo>
                      <a:pt x="99965" y="683764"/>
                    </a:moveTo>
                    <a:lnTo>
                      <a:pt x="109243" y="647120"/>
                    </a:lnTo>
                    <a:moveTo>
                      <a:pt x="109243" y="647120"/>
                    </a:moveTo>
                    <a:lnTo>
                      <a:pt x="118521" y="610477"/>
                    </a:lnTo>
                    <a:moveTo>
                      <a:pt x="118521" y="610477"/>
                    </a:moveTo>
                    <a:lnTo>
                      <a:pt x="126270" y="579871"/>
                    </a:lnTo>
                    <a:lnTo>
                      <a:pt x="127796" y="573832"/>
                    </a:lnTo>
                    <a:moveTo>
                      <a:pt x="127796" y="573832"/>
                    </a:moveTo>
                    <a:lnTo>
                      <a:pt x="137060" y="537185"/>
                    </a:lnTo>
                    <a:moveTo>
                      <a:pt x="137060" y="537185"/>
                    </a:moveTo>
                    <a:lnTo>
                      <a:pt x="146324" y="500538"/>
                    </a:lnTo>
                    <a:moveTo>
                      <a:pt x="146324" y="500538"/>
                    </a:moveTo>
                    <a:lnTo>
                      <a:pt x="155587" y="463890"/>
                    </a:lnTo>
                    <a:moveTo>
                      <a:pt x="155587" y="463890"/>
                    </a:moveTo>
                    <a:lnTo>
                      <a:pt x="164851" y="427243"/>
                    </a:lnTo>
                    <a:moveTo>
                      <a:pt x="164851" y="427243"/>
                    </a:moveTo>
                    <a:lnTo>
                      <a:pt x="174115" y="390596"/>
                    </a:lnTo>
                    <a:moveTo>
                      <a:pt x="174115" y="390596"/>
                    </a:moveTo>
                    <a:lnTo>
                      <a:pt x="183379" y="353949"/>
                    </a:lnTo>
                    <a:moveTo>
                      <a:pt x="183379" y="353949"/>
                    </a:moveTo>
                    <a:lnTo>
                      <a:pt x="189720" y="328860"/>
                    </a:lnTo>
                    <a:lnTo>
                      <a:pt x="193151" y="317442"/>
                    </a:lnTo>
                    <a:moveTo>
                      <a:pt x="193151" y="317442"/>
                    </a:moveTo>
                    <a:lnTo>
                      <a:pt x="204029" y="281241"/>
                    </a:lnTo>
                    <a:moveTo>
                      <a:pt x="204029" y="281241"/>
                    </a:moveTo>
                    <a:lnTo>
                      <a:pt x="214907" y="245040"/>
                    </a:lnTo>
                    <a:moveTo>
                      <a:pt x="214907" y="245040"/>
                    </a:moveTo>
                    <a:lnTo>
                      <a:pt x="225785" y="208839"/>
                    </a:lnTo>
                    <a:moveTo>
                      <a:pt x="225785" y="208839"/>
                    </a:moveTo>
                    <a:lnTo>
                      <a:pt x="236662" y="172638"/>
                    </a:lnTo>
                    <a:moveTo>
                      <a:pt x="236662" y="172638"/>
                    </a:moveTo>
                    <a:lnTo>
                      <a:pt x="240210" y="160830"/>
                    </a:lnTo>
                    <a:lnTo>
                      <a:pt x="250410" y="137491"/>
                    </a:lnTo>
                    <a:moveTo>
                      <a:pt x="250410" y="137491"/>
                    </a:moveTo>
                    <a:lnTo>
                      <a:pt x="265548" y="102855"/>
                    </a:lnTo>
                    <a:moveTo>
                      <a:pt x="265548" y="102855"/>
                    </a:moveTo>
                    <a:lnTo>
                      <a:pt x="280686" y="68218"/>
                    </a:lnTo>
                    <a:moveTo>
                      <a:pt x="280686" y="68218"/>
                    </a:moveTo>
                    <a:lnTo>
                      <a:pt x="295824" y="33581"/>
                    </a:lnTo>
                    <a:moveTo>
                      <a:pt x="295824" y="33581"/>
                    </a:moveTo>
                    <a:lnTo>
                      <a:pt x="31050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28" name="Контур"/>
              <p:cNvSpPr/>
              <p:nvPr/>
            </p:nvSpPr>
            <p:spPr>
              <a:xfrm>
                <a:off x="2541437" y="2371294"/>
                <a:ext cx="398221" cy="426699"/>
              </a:xfrm>
              <a:custGeom>
                <a:avLst/>
                <a:gdLst/>
                <a:ahLst/>
                <a:cxnLst/>
                <a:rect l="l" t="t" r="r" b="b"/>
                <a:pathLst>
                  <a:path w="398221" h="426699" fill="none">
                    <a:moveTo>
                      <a:pt x="398221" y="426699"/>
                    </a:moveTo>
                    <a:lnTo>
                      <a:pt x="312253" y="334583"/>
                    </a:lnTo>
                    <a:moveTo>
                      <a:pt x="312253" y="334583"/>
                    </a:moveTo>
                    <a:lnTo>
                      <a:pt x="226284" y="242467"/>
                    </a:lnTo>
                    <a:moveTo>
                      <a:pt x="226284" y="242467"/>
                    </a:moveTo>
                    <a:lnTo>
                      <a:pt x="140316" y="150350"/>
                    </a:lnTo>
                    <a:moveTo>
                      <a:pt x="140316" y="150350"/>
                    </a:moveTo>
                    <a:lnTo>
                      <a:pt x="54347" y="58234"/>
                    </a:lnTo>
                    <a:moveTo>
                      <a:pt x="54347" y="58234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29" name="Контур"/>
              <p:cNvSpPr/>
              <p:nvPr/>
            </p:nvSpPr>
            <p:spPr>
              <a:xfrm>
                <a:off x="2620782" y="2521775"/>
                <a:ext cx="218257" cy="229499"/>
              </a:xfrm>
              <a:custGeom>
                <a:avLst/>
                <a:gdLst/>
                <a:ahLst/>
                <a:cxnLst/>
                <a:rect l="l" t="t" r="r" b="b"/>
                <a:pathLst>
                  <a:path w="218257" h="229499" fill="none">
                    <a:moveTo>
                      <a:pt x="171937" y="197916"/>
                    </a:moveTo>
                    <a:lnTo>
                      <a:pt x="218257" y="184233"/>
                    </a:lnTo>
                    <a:lnTo>
                      <a:pt x="201412" y="229499"/>
                    </a:lnTo>
                    <a:lnTo>
                      <a:pt x="171937" y="197916"/>
                    </a:lnTo>
                    <a:lnTo>
                      <a:pt x="175622" y="201864"/>
                    </a:lnTo>
                    <a:lnTo>
                      <a:pt x="210362" y="191602"/>
                    </a:lnTo>
                    <a:lnTo>
                      <a:pt x="197728" y="225551"/>
                    </a:lnTo>
                    <a:lnTo>
                      <a:pt x="201676" y="221867"/>
                    </a:lnTo>
                    <a:lnTo>
                      <a:pt x="179569" y="198180"/>
                    </a:lnTo>
                    <a:lnTo>
                      <a:pt x="175622" y="201864"/>
                    </a:lnTo>
                    <a:lnTo>
                      <a:pt x="171937" y="197916"/>
                    </a:lnTo>
                    <a:lnTo>
                      <a:pt x="187202" y="198443"/>
                    </a:lnTo>
                    <a:lnTo>
                      <a:pt x="183517" y="194495"/>
                    </a:lnTo>
                    <a:lnTo>
                      <a:pt x="198782" y="195022"/>
                    </a:lnTo>
                    <a:lnTo>
                      <a:pt x="195097" y="191075"/>
                    </a:lnTo>
                    <a:lnTo>
                      <a:pt x="214309" y="187917"/>
                    </a:lnTo>
                    <a:lnTo>
                      <a:pt x="209835" y="206866"/>
                    </a:lnTo>
                    <a:lnTo>
                      <a:pt x="206150" y="202918"/>
                    </a:lnTo>
                    <a:lnTo>
                      <a:pt x="205623" y="218183"/>
                    </a:lnTo>
                    <a:lnTo>
                      <a:pt x="201939" y="214235"/>
                    </a:lnTo>
                    <a:lnTo>
                      <a:pt x="201412" y="229499"/>
                    </a:lnTo>
                    <a:lnTo>
                      <a:pt x="197991" y="217919"/>
                    </a:lnTo>
                    <a:lnTo>
                      <a:pt x="190359" y="217656"/>
                    </a:lnTo>
                    <a:lnTo>
                      <a:pt x="190622" y="210023"/>
                    </a:lnTo>
                    <a:lnTo>
                      <a:pt x="182990" y="209760"/>
                    </a:lnTo>
                    <a:lnTo>
                      <a:pt x="183254" y="202128"/>
                    </a:lnTo>
                    <a:lnTo>
                      <a:pt x="171937" y="197916"/>
                    </a:lnTo>
                    <a:lnTo>
                      <a:pt x="179569" y="198180"/>
                    </a:lnTo>
                    <a:lnTo>
                      <a:pt x="179306" y="205812"/>
                    </a:lnTo>
                    <a:lnTo>
                      <a:pt x="186938" y="206076"/>
                    </a:lnTo>
                    <a:lnTo>
                      <a:pt x="186675" y="213708"/>
                    </a:lnTo>
                    <a:lnTo>
                      <a:pt x="194307" y="213971"/>
                    </a:lnTo>
                    <a:lnTo>
                      <a:pt x="194043" y="221603"/>
                    </a:lnTo>
                    <a:lnTo>
                      <a:pt x="201676" y="221867"/>
                    </a:lnTo>
                    <a:lnTo>
                      <a:pt x="205623" y="218183"/>
                    </a:lnTo>
                    <a:lnTo>
                      <a:pt x="201939" y="214235"/>
                    </a:lnTo>
                    <a:lnTo>
                      <a:pt x="209835" y="206866"/>
                    </a:lnTo>
                    <a:lnTo>
                      <a:pt x="206150" y="202918"/>
                    </a:lnTo>
                    <a:lnTo>
                      <a:pt x="218257" y="184233"/>
                    </a:lnTo>
                    <a:lnTo>
                      <a:pt x="210362" y="191602"/>
                    </a:lnTo>
                    <a:lnTo>
                      <a:pt x="206677" y="187654"/>
                    </a:lnTo>
                    <a:lnTo>
                      <a:pt x="198782" y="195022"/>
                    </a:lnTo>
                    <a:lnTo>
                      <a:pt x="195097" y="191075"/>
                    </a:lnTo>
                    <a:lnTo>
                      <a:pt x="187202" y="198443"/>
                    </a:lnTo>
                    <a:lnTo>
                      <a:pt x="183517" y="194495"/>
                    </a:lnTo>
                    <a:lnTo>
                      <a:pt x="179569" y="198180"/>
                    </a:lnTo>
                    <a:moveTo>
                      <a:pt x="0" y="13684"/>
                    </a:moveTo>
                    <a:lnTo>
                      <a:pt x="46320" y="0"/>
                    </a:lnTo>
                    <a:lnTo>
                      <a:pt x="29475" y="45267"/>
                    </a:lnTo>
                    <a:lnTo>
                      <a:pt x="0" y="13684"/>
                    </a:lnTo>
                    <a:lnTo>
                      <a:pt x="3684" y="17632"/>
                    </a:lnTo>
                    <a:lnTo>
                      <a:pt x="38424" y="7369"/>
                    </a:lnTo>
                    <a:lnTo>
                      <a:pt x="25791" y="41319"/>
                    </a:lnTo>
                    <a:lnTo>
                      <a:pt x="29738" y="37634"/>
                    </a:lnTo>
                    <a:lnTo>
                      <a:pt x="7632" y="13947"/>
                    </a:lnTo>
                    <a:lnTo>
                      <a:pt x="3684" y="17632"/>
                    </a:lnTo>
                    <a:lnTo>
                      <a:pt x="0" y="13684"/>
                    </a:lnTo>
                    <a:lnTo>
                      <a:pt x="15264" y="14211"/>
                    </a:lnTo>
                    <a:lnTo>
                      <a:pt x="11580" y="10263"/>
                    </a:lnTo>
                    <a:lnTo>
                      <a:pt x="26844" y="10790"/>
                    </a:lnTo>
                    <a:lnTo>
                      <a:pt x="23160" y="6842"/>
                    </a:lnTo>
                    <a:lnTo>
                      <a:pt x="42372" y="3685"/>
                    </a:lnTo>
                    <a:lnTo>
                      <a:pt x="37898" y="22633"/>
                    </a:lnTo>
                    <a:lnTo>
                      <a:pt x="34213" y="18686"/>
                    </a:lnTo>
                    <a:lnTo>
                      <a:pt x="33686" y="33950"/>
                    </a:lnTo>
                    <a:lnTo>
                      <a:pt x="30002" y="30002"/>
                    </a:lnTo>
                    <a:lnTo>
                      <a:pt x="29475" y="45267"/>
                    </a:lnTo>
                    <a:lnTo>
                      <a:pt x="26054" y="33687"/>
                    </a:lnTo>
                    <a:lnTo>
                      <a:pt x="18422" y="33423"/>
                    </a:lnTo>
                    <a:lnTo>
                      <a:pt x="18685" y="25791"/>
                    </a:lnTo>
                    <a:lnTo>
                      <a:pt x="11053" y="25527"/>
                    </a:lnTo>
                    <a:lnTo>
                      <a:pt x="11317" y="17895"/>
                    </a:lnTo>
                    <a:lnTo>
                      <a:pt x="0" y="13684"/>
                    </a:lnTo>
                    <a:lnTo>
                      <a:pt x="7632" y="13947"/>
                    </a:lnTo>
                    <a:lnTo>
                      <a:pt x="7369" y="21580"/>
                    </a:lnTo>
                    <a:lnTo>
                      <a:pt x="15001" y="21843"/>
                    </a:lnTo>
                    <a:lnTo>
                      <a:pt x="14737" y="29475"/>
                    </a:lnTo>
                    <a:lnTo>
                      <a:pt x="22370" y="29739"/>
                    </a:lnTo>
                    <a:lnTo>
                      <a:pt x="22106" y="37371"/>
                    </a:lnTo>
                    <a:lnTo>
                      <a:pt x="29738" y="37634"/>
                    </a:lnTo>
                    <a:lnTo>
                      <a:pt x="33686" y="33950"/>
                    </a:lnTo>
                    <a:lnTo>
                      <a:pt x="30002" y="30002"/>
                    </a:lnTo>
                    <a:lnTo>
                      <a:pt x="37898" y="22633"/>
                    </a:lnTo>
                    <a:lnTo>
                      <a:pt x="34213" y="18686"/>
                    </a:lnTo>
                    <a:lnTo>
                      <a:pt x="46320" y="0"/>
                    </a:lnTo>
                    <a:lnTo>
                      <a:pt x="38424" y="7369"/>
                    </a:lnTo>
                    <a:lnTo>
                      <a:pt x="34740" y="3421"/>
                    </a:lnTo>
                    <a:lnTo>
                      <a:pt x="26844" y="10790"/>
                    </a:lnTo>
                    <a:lnTo>
                      <a:pt x="23160" y="6842"/>
                    </a:lnTo>
                    <a:lnTo>
                      <a:pt x="15264" y="14211"/>
                    </a:lnTo>
                    <a:lnTo>
                      <a:pt x="11580" y="10263"/>
                    </a:lnTo>
                    <a:lnTo>
                      <a:pt x="7632" y="1394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30" name="Контур"/>
              <p:cNvSpPr/>
              <p:nvPr/>
            </p:nvSpPr>
            <p:spPr>
              <a:xfrm>
                <a:off x="2638326" y="2232557"/>
                <a:ext cx="382692" cy="565436"/>
              </a:xfrm>
              <a:custGeom>
                <a:avLst/>
                <a:gdLst/>
                <a:ahLst/>
                <a:cxnLst/>
                <a:rect l="l" t="t" r="r" b="b"/>
                <a:pathLst>
                  <a:path w="382692" h="565436" fill="none">
                    <a:moveTo>
                      <a:pt x="301332" y="565436"/>
                    </a:moveTo>
                    <a:lnTo>
                      <a:pt x="382692" y="418916"/>
                    </a:lnTo>
                    <a:moveTo>
                      <a:pt x="0" y="0"/>
                    </a:moveTo>
                    <a:lnTo>
                      <a:pt x="85931" y="92152"/>
                    </a:lnTo>
                    <a:moveTo>
                      <a:pt x="85931" y="92152"/>
                    </a:moveTo>
                    <a:lnTo>
                      <a:pt x="171861" y="184303"/>
                    </a:lnTo>
                    <a:moveTo>
                      <a:pt x="171861" y="184303"/>
                    </a:moveTo>
                    <a:lnTo>
                      <a:pt x="257792" y="276455"/>
                    </a:lnTo>
                    <a:moveTo>
                      <a:pt x="257792" y="276455"/>
                    </a:moveTo>
                    <a:lnTo>
                      <a:pt x="343723" y="368606"/>
                    </a:lnTo>
                    <a:moveTo>
                      <a:pt x="343723" y="368606"/>
                    </a:moveTo>
                    <a:lnTo>
                      <a:pt x="368103" y="394751"/>
                    </a:lnTo>
                    <a:lnTo>
                      <a:pt x="372612" y="400232"/>
                    </a:lnTo>
                    <a:lnTo>
                      <a:pt x="376572" y="406127"/>
                    </a:lnTo>
                    <a:lnTo>
                      <a:pt x="379929" y="412382"/>
                    </a:lnTo>
                    <a:lnTo>
                      <a:pt x="382692" y="41891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31" name="Контур"/>
              <p:cNvSpPr/>
              <p:nvPr/>
            </p:nvSpPr>
            <p:spPr>
              <a:xfrm>
                <a:off x="2684763" y="2347872"/>
                <a:ext cx="218188" cy="229562"/>
              </a:xfrm>
              <a:custGeom>
                <a:avLst/>
                <a:gdLst/>
                <a:ahLst/>
                <a:cxnLst/>
                <a:rect l="l" t="t" r="r" b="b"/>
                <a:pathLst>
                  <a:path w="218188" h="229562" fill="none">
                    <a:moveTo>
                      <a:pt x="0" y="13664"/>
                    </a:moveTo>
                    <a:lnTo>
                      <a:pt x="46326" y="0"/>
                    </a:lnTo>
                    <a:lnTo>
                      <a:pt x="29462" y="45259"/>
                    </a:lnTo>
                    <a:lnTo>
                      <a:pt x="0" y="13664"/>
                    </a:lnTo>
                    <a:lnTo>
                      <a:pt x="3683" y="17614"/>
                    </a:lnTo>
                    <a:lnTo>
                      <a:pt x="38427" y="7365"/>
                    </a:lnTo>
                    <a:lnTo>
                      <a:pt x="25779" y="41310"/>
                    </a:lnTo>
                    <a:lnTo>
                      <a:pt x="29729" y="37627"/>
                    </a:lnTo>
                    <a:lnTo>
                      <a:pt x="7632" y="13931"/>
                    </a:lnTo>
                    <a:lnTo>
                      <a:pt x="3683" y="17614"/>
                    </a:lnTo>
                    <a:lnTo>
                      <a:pt x="0" y="13664"/>
                    </a:lnTo>
                    <a:lnTo>
                      <a:pt x="15264" y="14198"/>
                    </a:lnTo>
                    <a:lnTo>
                      <a:pt x="11582" y="10248"/>
                    </a:lnTo>
                    <a:lnTo>
                      <a:pt x="26846" y="10781"/>
                    </a:lnTo>
                    <a:lnTo>
                      <a:pt x="23163" y="6832"/>
                    </a:lnTo>
                    <a:lnTo>
                      <a:pt x="42377" y="3683"/>
                    </a:lnTo>
                    <a:lnTo>
                      <a:pt x="37894" y="22630"/>
                    </a:lnTo>
                    <a:lnTo>
                      <a:pt x="34211" y="18680"/>
                    </a:lnTo>
                    <a:lnTo>
                      <a:pt x="33678" y="33944"/>
                    </a:lnTo>
                    <a:lnTo>
                      <a:pt x="29995" y="29995"/>
                    </a:lnTo>
                    <a:lnTo>
                      <a:pt x="29462" y="45259"/>
                    </a:lnTo>
                    <a:lnTo>
                      <a:pt x="26046" y="33678"/>
                    </a:lnTo>
                    <a:lnTo>
                      <a:pt x="18414" y="33411"/>
                    </a:lnTo>
                    <a:lnTo>
                      <a:pt x="18681" y="25779"/>
                    </a:lnTo>
                    <a:lnTo>
                      <a:pt x="11048" y="25512"/>
                    </a:lnTo>
                    <a:lnTo>
                      <a:pt x="11315" y="17880"/>
                    </a:lnTo>
                    <a:lnTo>
                      <a:pt x="0" y="13664"/>
                    </a:lnTo>
                    <a:lnTo>
                      <a:pt x="7632" y="13931"/>
                    </a:lnTo>
                    <a:lnTo>
                      <a:pt x="7366" y="21563"/>
                    </a:lnTo>
                    <a:lnTo>
                      <a:pt x="14998" y="21830"/>
                    </a:lnTo>
                    <a:lnTo>
                      <a:pt x="14731" y="29462"/>
                    </a:lnTo>
                    <a:lnTo>
                      <a:pt x="22363" y="29728"/>
                    </a:lnTo>
                    <a:lnTo>
                      <a:pt x="22097" y="37361"/>
                    </a:lnTo>
                    <a:lnTo>
                      <a:pt x="29729" y="37627"/>
                    </a:lnTo>
                    <a:lnTo>
                      <a:pt x="33678" y="33944"/>
                    </a:lnTo>
                    <a:lnTo>
                      <a:pt x="29995" y="29995"/>
                    </a:lnTo>
                    <a:lnTo>
                      <a:pt x="37894" y="22630"/>
                    </a:lnTo>
                    <a:lnTo>
                      <a:pt x="34211" y="18680"/>
                    </a:lnTo>
                    <a:lnTo>
                      <a:pt x="46326" y="0"/>
                    </a:lnTo>
                    <a:lnTo>
                      <a:pt x="38427" y="7365"/>
                    </a:lnTo>
                    <a:lnTo>
                      <a:pt x="34744" y="3416"/>
                    </a:lnTo>
                    <a:lnTo>
                      <a:pt x="26846" y="10781"/>
                    </a:lnTo>
                    <a:lnTo>
                      <a:pt x="23163" y="6832"/>
                    </a:lnTo>
                    <a:lnTo>
                      <a:pt x="15264" y="14198"/>
                    </a:lnTo>
                    <a:lnTo>
                      <a:pt x="11582" y="10248"/>
                    </a:lnTo>
                    <a:lnTo>
                      <a:pt x="7632" y="13931"/>
                    </a:lnTo>
                    <a:moveTo>
                      <a:pt x="171862" y="197967"/>
                    </a:moveTo>
                    <a:lnTo>
                      <a:pt x="218188" y="184303"/>
                    </a:lnTo>
                    <a:lnTo>
                      <a:pt x="201324" y="229562"/>
                    </a:lnTo>
                    <a:lnTo>
                      <a:pt x="171862" y="197967"/>
                    </a:lnTo>
                    <a:lnTo>
                      <a:pt x="175545" y="201917"/>
                    </a:lnTo>
                    <a:lnTo>
                      <a:pt x="210289" y="191668"/>
                    </a:lnTo>
                    <a:lnTo>
                      <a:pt x="197641" y="225613"/>
                    </a:lnTo>
                    <a:lnTo>
                      <a:pt x="201590" y="221930"/>
                    </a:lnTo>
                    <a:lnTo>
                      <a:pt x="179494" y="198234"/>
                    </a:lnTo>
                    <a:lnTo>
                      <a:pt x="175545" y="201917"/>
                    </a:lnTo>
                    <a:lnTo>
                      <a:pt x="171862" y="197967"/>
                    </a:lnTo>
                    <a:lnTo>
                      <a:pt x="187126" y="198501"/>
                    </a:lnTo>
                    <a:lnTo>
                      <a:pt x="183443" y="194551"/>
                    </a:lnTo>
                    <a:lnTo>
                      <a:pt x="198707" y="195084"/>
                    </a:lnTo>
                    <a:lnTo>
                      <a:pt x="195025" y="191135"/>
                    </a:lnTo>
                    <a:lnTo>
                      <a:pt x="214238" y="187985"/>
                    </a:lnTo>
                    <a:lnTo>
                      <a:pt x="209756" y="206932"/>
                    </a:lnTo>
                    <a:lnTo>
                      <a:pt x="206073" y="202983"/>
                    </a:lnTo>
                    <a:lnTo>
                      <a:pt x="205540" y="218247"/>
                    </a:lnTo>
                    <a:lnTo>
                      <a:pt x="201857" y="214298"/>
                    </a:lnTo>
                    <a:lnTo>
                      <a:pt x="201324" y="229562"/>
                    </a:lnTo>
                    <a:lnTo>
                      <a:pt x="197908" y="217981"/>
                    </a:lnTo>
                    <a:lnTo>
                      <a:pt x="190276" y="217714"/>
                    </a:lnTo>
                    <a:lnTo>
                      <a:pt x="190542" y="210082"/>
                    </a:lnTo>
                    <a:lnTo>
                      <a:pt x="182910" y="209815"/>
                    </a:lnTo>
                    <a:lnTo>
                      <a:pt x="183177" y="202183"/>
                    </a:lnTo>
                    <a:lnTo>
                      <a:pt x="171862" y="197967"/>
                    </a:lnTo>
                    <a:lnTo>
                      <a:pt x="179494" y="198234"/>
                    </a:lnTo>
                    <a:lnTo>
                      <a:pt x="179227" y="205866"/>
                    </a:lnTo>
                    <a:lnTo>
                      <a:pt x="186859" y="206133"/>
                    </a:lnTo>
                    <a:lnTo>
                      <a:pt x="186593" y="213765"/>
                    </a:lnTo>
                    <a:lnTo>
                      <a:pt x="194225" y="214031"/>
                    </a:lnTo>
                    <a:lnTo>
                      <a:pt x="193958" y="221663"/>
                    </a:lnTo>
                    <a:lnTo>
                      <a:pt x="201590" y="221930"/>
                    </a:lnTo>
                    <a:lnTo>
                      <a:pt x="205540" y="218247"/>
                    </a:lnTo>
                    <a:lnTo>
                      <a:pt x="201857" y="214298"/>
                    </a:lnTo>
                    <a:lnTo>
                      <a:pt x="209756" y="206932"/>
                    </a:lnTo>
                    <a:lnTo>
                      <a:pt x="206073" y="202983"/>
                    </a:lnTo>
                    <a:lnTo>
                      <a:pt x="218188" y="184303"/>
                    </a:lnTo>
                    <a:lnTo>
                      <a:pt x="210289" y="191668"/>
                    </a:lnTo>
                    <a:lnTo>
                      <a:pt x="206606" y="187719"/>
                    </a:lnTo>
                    <a:lnTo>
                      <a:pt x="198707" y="195084"/>
                    </a:lnTo>
                    <a:lnTo>
                      <a:pt x="195025" y="191135"/>
                    </a:lnTo>
                    <a:lnTo>
                      <a:pt x="187126" y="198501"/>
                    </a:lnTo>
                    <a:lnTo>
                      <a:pt x="183443" y="194551"/>
                    </a:lnTo>
                    <a:lnTo>
                      <a:pt x="179494" y="1982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32" name="Контур"/>
              <p:cNvSpPr/>
              <p:nvPr/>
            </p:nvSpPr>
            <p:spPr>
              <a:xfrm>
                <a:off x="2455728" y="2131948"/>
                <a:ext cx="182598" cy="239346"/>
              </a:xfrm>
              <a:custGeom>
                <a:avLst/>
                <a:gdLst/>
                <a:ahLst/>
                <a:cxnLst/>
                <a:rect l="l" t="t" r="r" b="b"/>
                <a:pathLst>
                  <a:path w="182598" h="239346" fill="none">
                    <a:moveTo>
                      <a:pt x="45990" y="196785"/>
                    </a:moveTo>
                    <a:lnTo>
                      <a:pt x="85709" y="239346"/>
                    </a:lnTo>
                    <a:moveTo>
                      <a:pt x="85709" y="239346"/>
                    </a:moveTo>
                    <a:lnTo>
                      <a:pt x="45990" y="196785"/>
                    </a:lnTo>
                    <a:moveTo>
                      <a:pt x="0" y="147375"/>
                    </a:moveTo>
                    <a:lnTo>
                      <a:pt x="45990" y="196785"/>
                    </a:lnTo>
                    <a:moveTo>
                      <a:pt x="88782" y="0"/>
                    </a:moveTo>
                    <a:lnTo>
                      <a:pt x="130230" y="44416"/>
                    </a:lnTo>
                    <a:lnTo>
                      <a:pt x="167040" y="83925"/>
                    </a:lnTo>
                    <a:lnTo>
                      <a:pt x="182598" y="10060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33" name="Контур"/>
              <p:cNvSpPr/>
              <p:nvPr/>
            </p:nvSpPr>
            <p:spPr>
              <a:xfrm>
                <a:off x="2638326" y="1946779"/>
                <a:ext cx="311749" cy="285778"/>
              </a:xfrm>
              <a:custGeom>
                <a:avLst/>
                <a:gdLst/>
                <a:ahLst/>
                <a:cxnLst/>
                <a:rect l="l" t="t" r="r" b="b"/>
                <a:pathLst>
                  <a:path w="311749" h="285778" fill="none">
                    <a:moveTo>
                      <a:pt x="311749" y="0"/>
                    </a:moveTo>
                    <a:lnTo>
                      <a:pt x="283885" y="25543"/>
                    </a:lnTo>
                    <a:moveTo>
                      <a:pt x="283885" y="25543"/>
                    </a:moveTo>
                    <a:lnTo>
                      <a:pt x="256021" y="51086"/>
                    </a:lnTo>
                    <a:moveTo>
                      <a:pt x="256021" y="51086"/>
                    </a:moveTo>
                    <a:lnTo>
                      <a:pt x="228157" y="76628"/>
                    </a:lnTo>
                    <a:moveTo>
                      <a:pt x="228157" y="76628"/>
                    </a:moveTo>
                    <a:lnTo>
                      <a:pt x="200293" y="102171"/>
                    </a:lnTo>
                    <a:moveTo>
                      <a:pt x="200293" y="102171"/>
                    </a:moveTo>
                    <a:lnTo>
                      <a:pt x="172429" y="127714"/>
                    </a:lnTo>
                    <a:moveTo>
                      <a:pt x="172429" y="127714"/>
                    </a:moveTo>
                    <a:lnTo>
                      <a:pt x="144565" y="153257"/>
                    </a:lnTo>
                    <a:moveTo>
                      <a:pt x="144565" y="153257"/>
                    </a:moveTo>
                    <a:lnTo>
                      <a:pt x="116701" y="178800"/>
                    </a:lnTo>
                    <a:moveTo>
                      <a:pt x="116701" y="178800"/>
                    </a:moveTo>
                    <a:lnTo>
                      <a:pt x="88837" y="204342"/>
                    </a:lnTo>
                    <a:moveTo>
                      <a:pt x="88837" y="204342"/>
                    </a:moveTo>
                    <a:lnTo>
                      <a:pt x="60973" y="229885"/>
                    </a:lnTo>
                    <a:moveTo>
                      <a:pt x="60973" y="229885"/>
                    </a:moveTo>
                    <a:lnTo>
                      <a:pt x="33108" y="255428"/>
                    </a:lnTo>
                    <a:moveTo>
                      <a:pt x="33108" y="255428"/>
                    </a:moveTo>
                    <a:lnTo>
                      <a:pt x="5244" y="280971"/>
                    </a:lnTo>
                    <a:moveTo>
                      <a:pt x="5244" y="280971"/>
                    </a:moveTo>
                    <a:lnTo>
                      <a:pt x="0" y="285778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34" name="Контур"/>
              <p:cNvSpPr/>
              <p:nvPr/>
            </p:nvSpPr>
            <p:spPr>
              <a:xfrm>
                <a:off x="2544510" y="2131948"/>
                <a:ext cx="93816" cy="100609"/>
              </a:xfrm>
              <a:custGeom>
                <a:avLst/>
                <a:gdLst/>
                <a:ahLst/>
                <a:cxnLst/>
                <a:rect l="l" t="t" r="r" b="b"/>
                <a:pathLst>
                  <a:path w="93816" h="100609" fill="none">
                    <a:moveTo>
                      <a:pt x="0" y="0"/>
                    </a:moveTo>
                    <a:lnTo>
                      <a:pt x="41448" y="44416"/>
                    </a:lnTo>
                    <a:lnTo>
                      <a:pt x="78258" y="83925"/>
                    </a:lnTo>
                    <a:lnTo>
                      <a:pt x="93816" y="10060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35" name="Контур"/>
              <p:cNvSpPr/>
              <p:nvPr/>
            </p:nvSpPr>
            <p:spPr>
              <a:xfrm>
                <a:off x="2544510" y="1584000"/>
                <a:ext cx="533561" cy="547948"/>
              </a:xfrm>
              <a:custGeom>
                <a:avLst/>
                <a:gdLst/>
                <a:ahLst/>
                <a:cxnLst/>
                <a:rect l="l" t="t" r="r" b="b"/>
                <a:pathLst>
                  <a:path w="533561" h="547948" fill="none">
                    <a:moveTo>
                      <a:pt x="0" y="547948"/>
                    </a:moveTo>
                    <a:lnTo>
                      <a:pt x="27640" y="522163"/>
                    </a:lnTo>
                    <a:moveTo>
                      <a:pt x="27640" y="522163"/>
                    </a:moveTo>
                    <a:lnTo>
                      <a:pt x="55280" y="496378"/>
                    </a:lnTo>
                    <a:moveTo>
                      <a:pt x="55280" y="496378"/>
                    </a:moveTo>
                    <a:lnTo>
                      <a:pt x="82920" y="470593"/>
                    </a:lnTo>
                    <a:moveTo>
                      <a:pt x="82920" y="470593"/>
                    </a:moveTo>
                    <a:lnTo>
                      <a:pt x="110560" y="444808"/>
                    </a:lnTo>
                    <a:moveTo>
                      <a:pt x="110560" y="444808"/>
                    </a:moveTo>
                    <a:lnTo>
                      <a:pt x="138200" y="419023"/>
                    </a:lnTo>
                    <a:moveTo>
                      <a:pt x="138200" y="419023"/>
                    </a:moveTo>
                    <a:lnTo>
                      <a:pt x="165840" y="393238"/>
                    </a:lnTo>
                    <a:moveTo>
                      <a:pt x="165840" y="393238"/>
                    </a:moveTo>
                    <a:lnTo>
                      <a:pt x="193480" y="367453"/>
                    </a:lnTo>
                    <a:moveTo>
                      <a:pt x="193480" y="367453"/>
                    </a:moveTo>
                    <a:lnTo>
                      <a:pt x="221120" y="341667"/>
                    </a:lnTo>
                    <a:moveTo>
                      <a:pt x="221120" y="341667"/>
                    </a:moveTo>
                    <a:lnTo>
                      <a:pt x="248760" y="315882"/>
                    </a:lnTo>
                    <a:moveTo>
                      <a:pt x="248760" y="315882"/>
                    </a:moveTo>
                    <a:lnTo>
                      <a:pt x="276400" y="290097"/>
                    </a:lnTo>
                    <a:moveTo>
                      <a:pt x="276400" y="290097"/>
                    </a:moveTo>
                    <a:lnTo>
                      <a:pt x="304040" y="264312"/>
                    </a:lnTo>
                    <a:moveTo>
                      <a:pt x="304040" y="264312"/>
                    </a:moveTo>
                    <a:lnTo>
                      <a:pt x="309196" y="259502"/>
                    </a:lnTo>
                    <a:moveTo>
                      <a:pt x="533561" y="40170"/>
                    </a:moveTo>
                    <a:lnTo>
                      <a:pt x="503699" y="16994"/>
                    </a:lnTo>
                    <a:moveTo>
                      <a:pt x="503699" y="16994"/>
                    </a:moveTo>
                    <a:lnTo>
                      <a:pt x="481802" y="0"/>
                    </a:lnTo>
                    <a:moveTo>
                      <a:pt x="533561" y="40170"/>
                    </a:moveTo>
                    <a:lnTo>
                      <a:pt x="503699" y="16994"/>
                    </a:lnTo>
                    <a:moveTo>
                      <a:pt x="503699" y="16994"/>
                    </a:moveTo>
                    <a:lnTo>
                      <a:pt x="481802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36" name="Контур"/>
              <p:cNvSpPr/>
              <p:nvPr/>
            </p:nvSpPr>
            <p:spPr>
              <a:xfrm>
                <a:off x="252000" y="2520496"/>
                <a:ext cx="290543" cy="500472"/>
              </a:xfrm>
              <a:custGeom>
                <a:avLst/>
                <a:gdLst/>
                <a:ahLst/>
                <a:cxnLst/>
                <a:rect l="l" t="t" r="r" b="b"/>
                <a:pathLst>
                  <a:path w="290543" h="500472" fill="none">
                    <a:moveTo>
                      <a:pt x="215450" y="500472"/>
                    </a:moveTo>
                    <a:lnTo>
                      <a:pt x="286654" y="426049"/>
                    </a:lnTo>
                    <a:lnTo>
                      <a:pt x="287434" y="403062"/>
                    </a:lnTo>
                    <a:moveTo>
                      <a:pt x="287434" y="403062"/>
                    </a:moveTo>
                    <a:lnTo>
                      <a:pt x="290543" y="311451"/>
                    </a:lnTo>
                    <a:lnTo>
                      <a:pt x="267121" y="286343"/>
                    </a:lnTo>
                    <a:moveTo>
                      <a:pt x="267121" y="286343"/>
                    </a:moveTo>
                    <a:lnTo>
                      <a:pt x="181171" y="194209"/>
                    </a:lnTo>
                    <a:moveTo>
                      <a:pt x="181171" y="194209"/>
                    </a:moveTo>
                    <a:lnTo>
                      <a:pt x="95222" y="102075"/>
                    </a:lnTo>
                    <a:moveTo>
                      <a:pt x="95222" y="102075"/>
                    </a:moveTo>
                    <a:lnTo>
                      <a:pt x="9273" y="9940"/>
                    </a:lnTo>
                    <a:moveTo>
                      <a:pt x="9273" y="9940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37" name="Контур"/>
              <p:cNvSpPr/>
              <p:nvPr/>
            </p:nvSpPr>
            <p:spPr>
              <a:xfrm>
                <a:off x="372198" y="2714833"/>
                <a:ext cx="156778" cy="218587"/>
              </a:xfrm>
              <a:custGeom>
                <a:avLst/>
                <a:gdLst/>
                <a:ahLst/>
                <a:cxnLst/>
                <a:rect l="l" t="t" r="r" b="b"/>
                <a:pathLst>
                  <a:path w="156778" h="218587" fill="none">
                    <a:moveTo>
                      <a:pt x="114336" y="175412"/>
                    </a:moveTo>
                    <a:lnTo>
                      <a:pt x="156778" y="198464"/>
                    </a:lnTo>
                    <a:lnTo>
                      <a:pt x="112871" y="218587"/>
                    </a:lnTo>
                    <a:lnTo>
                      <a:pt x="114336" y="175412"/>
                    </a:lnTo>
                    <a:lnTo>
                      <a:pt x="114152" y="180809"/>
                    </a:lnTo>
                    <a:lnTo>
                      <a:pt x="145984" y="198098"/>
                    </a:lnTo>
                    <a:lnTo>
                      <a:pt x="113054" y="213190"/>
                    </a:lnTo>
                    <a:lnTo>
                      <a:pt x="118451" y="213373"/>
                    </a:lnTo>
                    <a:lnTo>
                      <a:pt x="119549" y="180992"/>
                    </a:lnTo>
                    <a:lnTo>
                      <a:pt x="114152" y="180809"/>
                    </a:lnTo>
                    <a:lnTo>
                      <a:pt x="114336" y="175412"/>
                    </a:lnTo>
                    <a:lnTo>
                      <a:pt x="124763" y="186572"/>
                    </a:lnTo>
                    <a:lnTo>
                      <a:pt x="124946" y="181175"/>
                    </a:lnTo>
                    <a:lnTo>
                      <a:pt x="135374" y="192335"/>
                    </a:lnTo>
                    <a:lnTo>
                      <a:pt x="135557" y="186938"/>
                    </a:lnTo>
                    <a:lnTo>
                      <a:pt x="151381" y="198281"/>
                    </a:lnTo>
                    <a:lnTo>
                      <a:pt x="134824" y="208526"/>
                    </a:lnTo>
                    <a:lnTo>
                      <a:pt x="135008" y="203129"/>
                    </a:lnTo>
                    <a:lnTo>
                      <a:pt x="123848" y="213556"/>
                    </a:lnTo>
                    <a:lnTo>
                      <a:pt x="124031" y="208160"/>
                    </a:lnTo>
                    <a:lnTo>
                      <a:pt x="112871" y="218587"/>
                    </a:lnTo>
                    <a:lnTo>
                      <a:pt x="118634" y="207976"/>
                    </a:lnTo>
                    <a:lnTo>
                      <a:pt x="113420" y="202396"/>
                    </a:lnTo>
                    <a:lnTo>
                      <a:pt x="119000" y="197183"/>
                    </a:lnTo>
                    <a:lnTo>
                      <a:pt x="113786" y="191603"/>
                    </a:lnTo>
                    <a:lnTo>
                      <a:pt x="119366" y="186389"/>
                    </a:lnTo>
                    <a:lnTo>
                      <a:pt x="114336" y="175412"/>
                    </a:lnTo>
                    <a:lnTo>
                      <a:pt x="119549" y="180992"/>
                    </a:lnTo>
                    <a:lnTo>
                      <a:pt x="113969" y="186206"/>
                    </a:lnTo>
                    <a:lnTo>
                      <a:pt x="119183" y="191786"/>
                    </a:lnTo>
                    <a:lnTo>
                      <a:pt x="113603" y="197000"/>
                    </a:lnTo>
                    <a:lnTo>
                      <a:pt x="118817" y="202580"/>
                    </a:lnTo>
                    <a:lnTo>
                      <a:pt x="113237" y="207793"/>
                    </a:lnTo>
                    <a:lnTo>
                      <a:pt x="118451" y="213373"/>
                    </a:lnTo>
                    <a:lnTo>
                      <a:pt x="123848" y="213556"/>
                    </a:lnTo>
                    <a:lnTo>
                      <a:pt x="124031" y="208160"/>
                    </a:lnTo>
                    <a:lnTo>
                      <a:pt x="134824" y="208526"/>
                    </a:lnTo>
                    <a:lnTo>
                      <a:pt x="135008" y="203129"/>
                    </a:lnTo>
                    <a:lnTo>
                      <a:pt x="156778" y="198464"/>
                    </a:lnTo>
                    <a:lnTo>
                      <a:pt x="145984" y="198098"/>
                    </a:lnTo>
                    <a:lnTo>
                      <a:pt x="146168" y="192701"/>
                    </a:lnTo>
                    <a:lnTo>
                      <a:pt x="135374" y="192335"/>
                    </a:lnTo>
                    <a:lnTo>
                      <a:pt x="135557" y="186938"/>
                    </a:lnTo>
                    <a:lnTo>
                      <a:pt x="124763" y="186572"/>
                    </a:lnTo>
                    <a:lnTo>
                      <a:pt x="124946" y="181175"/>
                    </a:lnTo>
                    <a:lnTo>
                      <a:pt x="119549" y="180992"/>
                    </a:lnTo>
                    <a:moveTo>
                      <a:pt x="0" y="13674"/>
                    </a:moveTo>
                    <a:lnTo>
                      <a:pt x="46323" y="0"/>
                    </a:lnTo>
                    <a:lnTo>
                      <a:pt x="29468" y="45263"/>
                    </a:lnTo>
                    <a:lnTo>
                      <a:pt x="0" y="13674"/>
                    </a:lnTo>
                    <a:lnTo>
                      <a:pt x="3683" y="17622"/>
                    </a:lnTo>
                    <a:lnTo>
                      <a:pt x="38426" y="7367"/>
                    </a:lnTo>
                    <a:lnTo>
                      <a:pt x="25785" y="41314"/>
                    </a:lnTo>
                    <a:lnTo>
                      <a:pt x="29733" y="37631"/>
                    </a:lnTo>
                    <a:lnTo>
                      <a:pt x="7632" y="13939"/>
                    </a:lnTo>
                    <a:lnTo>
                      <a:pt x="3683" y="17622"/>
                    </a:lnTo>
                    <a:lnTo>
                      <a:pt x="0" y="13674"/>
                    </a:lnTo>
                    <a:lnTo>
                      <a:pt x="15264" y="14204"/>
                    </a:lnTo>
                    <a:lnTo>
                      <a:pt x="11581" y="10255"/>
                    </a:lnTo>
                    <a:lnTo>
                      <a:pt x="26845" y="10785"/>
                    </a:lnTo>
                    <a:lnTo>
                      <a:pt x="23161" y="6837"/>
                    </a:lnTo>
                    <a:lnTo>
                      <a:pt x="42374" y="3683"/>
                    </a:lnTo>
                    <a:lnTo>
                      <a:pt x="37896" y="22631"/>
                    </a:lnTo>
                    <a:lnTo>
                      <a:pt x="34212" y="18683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29468" y="45263"/>
                    </a:lnTo>
                    <a:lnTo>
                      <a:pt x="26050" y="33682"/>
                    </a:lnTo>
                    <a:lnTo>
                      <a:pt x="18418" y="33417"/>
                    </a:lnTo>
                    <a:lnTo>
                      <a:pt x="18683" y="25785"/>
                    </a:lnTo>
                    <a:lnTo>
                      <a:pt x="11050" y="25520"/>
                    </a:lnTo>
                    <a:lnTo>
                      <a:pt x="11316" y="17887"/>
                    </a:lnTo>
                    <a:lnTo>
                      <a:pt x="0" y="13674"/>
                    </a:lnTo>
                    <a:lnTo>
                      <a:pt x="7632" y="13939"/>
                    </a:lnTo>
                    <a:lnTo>
                      <a:pt x="7367" y="21571"/>
                    </a:lnTo>
                    <a:lnTo>
                      <a:pt x="14999" y="21836"/>
                    </a:lnTo>
                    <a:lnTo>
                      <a:pt x="14734" y="29468"/>
                    </a:lnTo>
                    <a:lnTo>
                      <a:pt x="22366" y="29733"/>
                    </a:lnTo>
                    <a:lnTo>
                      <a:pt x="22101" y="37365"/>
                    </a:lnTo>
                    <a:lnTo>
                      <a:pt x="29733" y="37631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37896" y="22631"/>
                    </a:lnTo>
                    <a:lnTo>
                      <a:pt x="34212" y="18683"/>
                    </a:lnTo>
                    <a:lnTo>
                      <a:pt x="46323" y="0"/>
                    </a:lnTo>
                    <a:lnTo>
                      <a:pt x="38426" y="7367"/>
                    </a:lnTo>
                    <a:lnTo>
                      <a:pt x="34742" y="3418"/>
                    </a:lnTo>
                    <a:lnTo>
                      <a:pt x="26845" y="10785"/>
                    </a:lnTo>
                    <a:lnTo>
                      <a:pt x="23161" y="6837"/>
                    </a:lnTo>
                    <a:lnTo>
                      <a:pt x="15264" y="14204"/>
                    </a:lnTo>
                    <a:lnTo>
                      <a:pt x="11581" y="10255"/>
                    </a:lnTo>
                    <a:lnTo>
                      <a:pt x="7632" y="1393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38" name="Контур"/>
              <p:cNvSpPr/>
              <p:nvPr/>
            </p:nvSpPr>
            <p:spPr>
              <a:xfrm>
                <a:off x="755628" y="1736083"/>
                <a:ext cx="1193220" cy="1113120"/>
              </a:xfrm>
              <a:custGeom>
                <a:avLst/>
                <a:gdLst/>
                <a:ahLst/>
                <a:cxnLst/>
                <a:rect l="l" t="t" r="r" b="b"/>
                <a:pathLst>
                  <a:path w="1193220" h="1113120" fill="none">
                    <a:moveTo>
                      <a:pt x="0" y="1113120"/>
                    </a:moveTo>
                    <a:lnTo>
                      <a:pt x="92135" y="1027171"/>
                    </a:lnTo>
                    <a:moveTo>
                      <a:pt x="92135" y="1027171"/>
                    </a:moveTo>
                    <a:lnTo>
                      <a:pt x="184269" y="941221"/>
                    </a:lnTo>
                    <a:moveTo>
                      <a:pt x="184269" y="941221"/>
                    </a:moveTo>
                    <a:lnTo>
                      <a:pt x="276403" y="855272"/>
                    </a:lnTo>
                    <a:moveTo>
                      <a:pt x="276403" y="855272"/>
                    </a:moveTo>
                    <a:lnTo>
                      <a:pt x="368537" y="769323"/>
                    </a:lnTo>
                    <a:moveTo>
                      <a:pt x="368537" y="769323"/>
                    </a:moveTo>
                    <a:lnTo>
                      <a:pt x="460671" y="683373"/>
                    </a:lnTo>
                    <a:moveTo>
                      <a:pt x="460671" y="683373"/>
                    </a:moveTo>
                    <a:lnTo>
                      <a:pt x="552806" y="597424"/>
                    </a:lnTo>
                    <a:moveTo>
                      <a:pt x="552806" y="597424"/>
                    </a:moveTo>
                    <a:lnTo>
                      <a:pt x="644940" y="511475"/>
                    </a:lnTo>
                    <a:moveTo>
                      <a:pt x="644940" y="511475"/>
                    </a:moveTo>
                    <a:lnTo>
                      <a:pt x="737074" y="425525"/>
                    </a:lnTo>
                    <a:moveTo>
                      <a:pt x="737074" y="425525"/>
                    </a:moveTo>
                    <a:lnTo>
                      <a:pt x="829208" y="339576"/>
                    </a:lnTo>
                    <a:moveTo>
                      <a:pt x="829208" y="339576"/>
                    </a:moveTo>
                    <a:lnTo>
                      <a:pt x="921343" y="253627"/>
                    </a:lnTo>
                    <a:moveTo>
                      <a:pt x="921343" y="253627"/>
                    </a:moveTo>
                    <a:lnTo>
                      <a:pt x="1013477" y="167677"/>
                    </a:lnTo>
                    <a:moveTo>
                      <a:pt x="1013477" y="167677"/>
                    </a:moveTo>
                    <a:lnTo>
                      <a:pt x="1105611" y="81728"/>
                    </a:lnTo>
                    <a:moveTo>
                      <a:pt x="1105611" y="81728"/>
                    </a:moveTo>
                    <a:lnTo>
                      <a:pt x="119322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39" name="Контур"/>
              <p:cNvSpPr/>
              <p:nvPr/>
            </p:nvSpPr>
            <p:spPr>
              <a:xfrm>
                <a:off x="870924" y="1896923"/>
                <a:ext cx="966605" cy="905817"/>
              </a:xfrm>
              <a:custGeom>
                <a:avLst/>
                <a:gdLst/>
                <a:ahLst/>
                <a:cxnLst/>
                <a:rect l="l" t="t" r="r" b="b"/>
                <a:pathLst>
                  <a:path w="966605" h="905817" fill="none">
                    <a:moveTo>
                      <a:pt x="13674" y="905817"/>
                    </a:moveTo>
                    <a:lnTo>
                      <a:pt x="0" y="859494"/>
                    </a:lnTo>
                    <a:lnTo>
                      <a:pt x="45263" y="876348"/>
                    </a:lnTo>
                    <a:lnTo>
                      <a:pt x="13674" y="905817"/>
                    </a:lnTo>
                    <a:lnTo>
                      <a:pt x="17623" y="902133"/>
                    </a:lnTo>
                    <a:lnTo>
                      <a:pt x="7367" y="867391"/>
                    </a:lnTo>
                    <a:lnTo>
                      <a:pt x="41314" y="880032"/>
                    </a:lnTo>
                    <a:lnTo>
                      <a:pt x="37631" y="876083"/>
                    </a:lnTo>
                    <a:lnTo>
                      <a:pt x="13939" y="898185"/>
                    </a:lnTo>
                    <a:lnTo>
                      <a:pt x="17623" y="902133"/>
                    </a:lnTo>
                    <a:lnTo>
                      <a:pt x="13674" y="905817"/>
                    </a:lnTo>
                    <a:lnTo>
                      <a:pt x="14204" y="890553"/>
                    </a:lnTo>
                    <a:lnTo>
                      <a:pt x="10256" y="894236"/>
                    </a:lnTo>
                    <a:lnTo>
                      <a:pt x="10786" y="878972"/>
                    </a:lnTo>
                    <a:lnTo>
                      <a:pt x="6837" y="882655"/>
                    </a:lnTo>
                    <a:lnTo>
                      <a:pt x="3684" y="863442"/>
                    </a:lnTo>
                    <a:lnTo>
                      <a:pt x="22632" y="867921"/>
                    </a:lnTo>
                    <a:lnTo>
                      <a:pt x="18683" y="871605"/>
                    </a:lnTo>
                    <a:lnTo>
                      <a:pt x="33947" y="872135"/>
                    </a:lnTo>
                    <a:lnTo>
                      <a:pt x="29999" y="875818"/>
                    </a:lnTo>
                    <a:lnTo>
                      <a:pt x="45263" y="876348"/>
                    </a:lnTo>
                    <a:lnTo>
                      <a:pt x="33682" y="879767"/>
                    </a:lnTo>
                    <a:lnTo>
                      <a:pt x="33417" y="887399"/>
                    </a:lnTo>
                    <a:lnTo>
                      <a:pt x="25785" y="887134"/>
                    </a:lnTo>
                    <a:lnTo>
                      <a:pt x="25520" y="894766"/>
                    </a:lnTo>
                    <a:lnTo>
                      <a:pt x="17888" y="894501"/>
                    </a:lnTo>
                    <a:lnTo>
                      <a:pt x="13674" y="905817"/>
                    </a:lnTo>
                    <a:lnTo>
                      <a:pt x="13939" y="898185"/>
                    </a:lnTo>
                    <a:lnTo>
                      <a:pt x="21571" y="898450"/>
                    </a:lnTo>
                    <a:lnTo>
                      <a:pt x="21836" y="890818"/>
                    </a:lnTo>
                    <a:lnTo>
                      <a:pt x="29468" y="891083"/>
                    </a:lnTo>
                    <a:lnTo>
                      <a:pt x="29734" y="883450"/>
                    </a:lnTo>
                    <a:lnTo>
                      <a:pt x="37366" y="883716"/>
                    </a:lnTo>
                    <a:lnTo>
                      <a:pt x="37631" y="876083"/>
                    </a:lnTo>
                    <a:lnTo>
                      <a:pt x="33947" y="872135"/>
                    </a:lnTo>
                    <a:lnTo>
                      <a:pt x="29999" y="875818"/>
                    </a:lnTo>
                    <a:lnTo>
                      <a:pt x="22632" y="867921"/>
                    </a:lnTo>
                    <a:lnTo>
                      <a:pt x="18683" y="871605"/>
                    </a:lnTo>
                    <a:lnTo>
                      <a:pt x="0" y="859494"/>
                    </a:lnTo>
                    <a:lnTo>
                      <a:pt x="7367" y="867391"/>
                    </a:lnTo>
                    <a:lnTo>
                      <a:pt x="3419" y="871075"/>
                    </a:lnTo>
                    <a:lnTo>
                      <a:pt x="10786" y="878972"/>
                    </a:lnTo>
                    <a:lnTo>
                      <a:pt x="6837" y="882655"/>
                    </a:lnTo>
                    <a:lnTo>
                      <a:pt x="14204" y="890553"/>
                    </a:lnTo>
                    <a:lnTo>
                      <a:pt x="10256" y="894236"/>
                    </a:lnTo>
                    <a:lnTo>
                      <a:pt x="13939" y="898185"/>
                    </a:lnTo>
                    <a:moveTo>
                      <a:pt x="197942" y="733918"/>
                    </a:moveTo>
                    <a:lnTo>
                      <a:pt x="184269" y="687595"/>
                    </a:lnTo>
                    <a:lnTo>
                      <a:pt x="229531" y="704450"/>
                    </a:lnTo>
                    <a:lnTo>
                      <a:pt x="197942" y="733918"/>
                    </a:lnTo>
                    <a:lnTo>
                      <a:pt x="201891" y="730235"/>
                    </a:lnTo>
                    <a:lnTo>
                      <a:pt x="191636" y="695492"/>
                    </a:lnTo>
                    <a:lnTo>
                      <a:pt x="225583" y="708133"/>
                    </a:lnTo>
                    <a:lnTo>
                      <a:pt x="221899" y="704185"/>
                    </a:lnTo>
                    <a:lnTo>
                      <a:pt x="198208" y="726286"/>
                    </a:lnTo>
                    <a:lnTo>
                      <a:pt x="201891" y="730235"/>
                    </a:lnTo>
                    <a:lnTo>
                      <a:pt x="197942" y="733918"/>
                    </a:lnTo>
                    <a:lnTo>
                      <a:pt x="198473" y="718654"/>
                    </a:lnTo>
                    <a:lnTo>
                      <a:pt x="194524" y="722337"/>
                    </a:lnTo>
                    <a:lnTo>
                      <a:pt x="195054" y="707073"/>
                    </a:lnTo>
                    <a:lnTo>
                      <a:pt x="191106" y="710757"/>
                    </a:lnTo>
                    <a:lnTo>
                      <a:pt x="187952" y="691544"/>
                    </a:lnTo>
                    <a:lnTo>
                      <a:pt x="206900" y="696022"/>
                    </a:lnTo>
                    <a:lnTo>
                      <a:pt x="202951" y="699706"/>
                    </a:lnTo>
                    <a:lnTo>
                      <a:pt x="218216" y="700236"/>
                    </a:lnTo>
                    <a:lnTo>
                      <a:pt x="214267" y="703920"/>
                    </a:lnTo>
                    <a:lnTo>
                      <a:pt x="229531" y="704450"/>
                    </a:lnTo>
                    <a:lnTo>
                      <a:pt x="217951" y="707868"/>
                    </a:lnTo>
                    <a:lnTo>
                      <a:pt x="217686" y="715500"/>
                    </a:lnTo>
                    <a:lnTo>
                      <a:pt x="210053" y="715235"/>
                    </a:lnTo>
                    <a:lnTo>
                      <a:pt x="209788" y="722868"/>
                    </a:lnTo>
                    <a:lnTo>
                      <a:pt x="202156" y="722602"/>
                    </a:lnTo>
                    <a:lnTo>
                      <a:pt x="197942" y="733918"/>
                    </a:lnTo>
                    <a:lnTo>
                      <a:pt x="198208" y="726286"/>
                    </a:lnTo>
                    <a:lnTo>
                      <a:pt x="205840" y="726551"/>
                    </a:lnTo>
                    <a:lnTo>
                      <a:pt x="206105" y="718919"/>
                    </a:lnTo>
                    <a:lnTo>
                      <a:pt x="213737" y="719184"/>
                    </a:lnTo>
                    <a:lnTo>
                      <a:pt x="214002" y="711552"/>
                    </a:lnTo>
                    <a:lnTo>
                      <a:pt x="221634" y="711817"/>
                    </a:lnTo>
                    <a:lnTo>
                      <a:pt x="221899" y="704185"/>
                    </a:lnTo>
                    <a:lnTo>
                      <a:pt x="218216" y="700236"/>
                    </a:lnTo>
                    <a:lnTo>
                      <a:pt x="214267" y="703920"/>
                    </a:lnTo>
                    <a:lnTo>
                      <a:pt x="206900" y="696022"/>
                    </a:lnTo>
                    <a:lnTo>
                      <a:pt x="202951" y="699706"/>
                    </a:lnTo>
                    <a:lnTo>
                      <a:pt x="184269" y="687595"/>
                    </a:lnTo>
                    <a:lnTo>
                      <a:pt x="191636" y="695492"/>
                    </a:lnTo>
                    <a:lnTo>
                      <a:pt x="187687" y="699176"/>
                    </a:lnTo>
                    <a:lnTo>
                      <a:pt x="195054" y="707073"/>
                    </a:lnTo>
                    <a:lnTo>
                      <a:pt x="191106" y="710757"/>
                    </a:lnTo>
                    <a:lnTo>
                      <a:pt x="198473" y="718654"/>
                    </a:lnTo>
                    <a:lnTo>
                      <a:pt x="194524" y="722337"/>
                    </a:lnTo>
                    <a:lnTo>
                      <a:pt x="198208" y="726286"/>
                    </a:lnTo>
                    <a:moveTo>
                      <a:pt x="382211" y="562019"/>
                    </a:moveTo>
                    <a:lnTo>
                      <a:pt x="368537" y="515696"/>
                    </a:lnTo>
                    <a:lnTo>
                      <a:pt x="413800" y="532551"/>
                    </a:lnTo>
                    <a:lnTo>
                      <a:pt x="382211" y="562019"/>
                    </a:lnTo>
                    <a:lnTo>
                      <a:pt x="386159" y="558336"/>
                    </a:lnTo>
                    <a:lnTo>
                      <a:pt x="375904" y="523594"/>
                    </a:lnTo>
                    <a:lnTo>
                      <a:pt x="409851" y="536235"/>
                    </a:lnTo>
                    <a:lnTo>
                      <a:pt x="406168" y="532286"/>
                    </a:lnTo>
                    <a:lnTo>
                      <a:pt x="382476" y="554387"/>
                    </a:lnTo>
                    <a:lnTo>
                      <a:pt x="386159" y="558336"/>
                    </a:lnTo>
                    <a:lnTo>
                      <a:pt x="382211" y="562019"/>
                    </a:lnTo>
                    <a:lnTo>
                      <a:pt x="382741" y="546755"/>
                    </a:lnTo>
                    <a:lnTo>
                      <a:pt x="378792" y="550439"/>
                    </a:lnTo>
                    <a:lnTo>
                      <a:pt x="379323" y="535174"/>
                    </a:lnTo>
                    <a:lnTo>
                      <a:pt x="375374" y="538858"/>
                    </a:lnTo>
                    <a:lnTo>
                      <a:pt x="372221" y="519645"/>
                    </a:lnTo>
                    <a:lnTo>
                      <a:pt x="391168" y="524124"/>
                    </a:lnTo>
                    <a:lnTo>
                      <a:pt x="387220" y="527807"/>
                    </a:lnTo>
                    <a:lnTo>
                      <a:pt x="402484" y="528337"/>
                    </a:lnTo>
                    <a:lnTo>
                      <a:pt x="398535" y="532021"/>
                    </a:lnTo>
                    <a:lnTo>
                      <a:pt x="413800" y="532551"/>
                    </a:lnTo>
                    <a:lnTo>
                      <a:pt x="402219" y="535970"/>
                    </a:lnTo>
                    <a:lnTo>
                      <a:pt x="401954" y="543602"/>
                    </a:lnTo>
                    <a:lnTo>
                      <a:pt x="394322" y="543337"/>
                    </a:lnTo>
                    <a:lnTo>
                      <a:pt x="394057" y="550969"/>
                    </a:lnTo>
                    <a:lnTo>
                      <a:pt x="386425" y="550704"/>
                    </a:lnTo>
                    <a:lnTo>
                      <a:pt x="382211" y="562019"/>
                    </a:lnTo>
                    <a:lnTo>
                      <a:pt x="382476" y="554387"/>
                    </a:lnTo>
                    <a:lnTo>
                      <a:pt x="390108" y="554652"/>
                    </a:lnTo>
                    <a:lnTo>
                      <a:pt x="390373" y="547020"/>
                    </a:lnTo>
                    <a:lnTo>
                      <a:pt x="398005" y="547285"/>
                    </a:lnTo>
                    <a:lnTo>
                      <a:pt x="398270" y="539653"/>
                    </a:lnTo>
                    <a:lnTo>
                      <a:pt x="405903" y="539918"/>
                    </a:lnTo>
                    <a:lnTo>
                      <a:pt x="406168" y="532286"/>
                    </a:lnTo>
                    <a:lnTo>
                      <a:pt x="402484" y="528337"/>
                    </a:lnTo>
                    <a:lnTo>
                      <a:pt x="398535" y="532021"/>
                    </a:lnTo>
                    <a:lnTo>
                      <a:pt x="391168" y="524124"/>
                    </a:lnTo>
                    <a:lnTo>
                      <a:pt x="387220" y="527807"/>
                    </a:lnTo>
                    <a:lnTo>
                      <a:pt x="368537" y="515696"/>
                    </a:lnTo>
                    <a:lnTo>
                      <a:pt x="375904" y="523594"/>
                    </a:lnTo>
                    <a:lnTo>
                      <a:pt x="371955" y="527277"/>
                    </a:lnTo>
                    <a:lnTo>
                      <a:pt x="379323" y="535174"/>
                    </a:lnTo>
                    <a:lnTo>
                      <a:pt x="375374" y="538858"/>
                    </a:lnTo>
                    <a:lnTo>
                      <a:pt x="382741" y="546755"/>
                    </a:lnTo>
                    <a:lnTo>
                      <a:pt x="378792" y="550439"/>
                    </a:lnTo>
                    <a:lnTo>
                      <a:pt x="382476" y="554387"/>
                    </a:lnTo>
                    <a:moveTo>
                      <a:pt x="566479" y="390121"/>
                    </a:moveTo>
                    <a:lnTo>
                      <a:pt x="552805" y="343798"/>
                    </a:lnTo>
                    <a:lnTo>
                      <a:pt x="598068" y="360652"/>
                    </a:lnTo>
                    <a:lnTo>
                      <a:pt x="566479" y="390121"/>
                    </a:lnTo>
                    <a:lnTo>
                      <a:pt x="570428" y="386437"/>
                    </a:lnTo>
                    <a:lnTo>
                      <a:pt x="560172" y="351695"/>
                    </a:lnTo>
                    <a:lnTo>
                      <a:pt x="594120" y="364336"/>
                    </a:lnTo>
                    <a:lnTo>
                      <a:pt x="590436" y="360387"/>
                    </a:lnTo>
                    <a:lnTo>
                      <a:pt x="566744" y="382489"/>
                    </a:lnTo>
                    <a:lnTo>
                      <a:pt x="570428" y="386437"/>
                    </a:lnTo>
                    <a:lnTo>
                      <a:pt x="566479" y="390121"/>
                    </a:lnTo>
                    <a:lnTo>
                      <a:pt x="567009" y="374857"/>
                    </a:lnTo>
                    <a:lnTo>
                      <a:pt x="563061" y="378540"/>
                    </a:lnTo>
                    <a:lnTo>
                      <a:pt x="563591" y="363276"/>
                    </a:lnTo>
                    <a:lnTo>
                      <a:pt x="559642" y="366959"/>
                    </a:lnTo>
                    <a:lnTo>
                      <a:pt x="556489" y="347746"/>
                    </a:lnTo>
                    <a:lnTo>
                      <a:pt x="575437" y="352225"/>
                    </a:lnTo>
                    <a:lnTo>
                      <a:pt x="571488" y="355909"/>
                    </a:lnTo>
                    <a:lnTo>
                      <a:pt x="586752" y="356439"/>
                    </a:lnTo>
                    <a:lnTo>
                      <a:pt x="582804" y="360122"/>
                    </a:lnTo>
                    <a:lnTo>
                      <a:pt x="598068" y="360652"/>
                    </a:lnTo>
                    <a:lnTo>
                      <a:pt x="586487" y="364071"/>
                    </a:lnTo>
                    <a:lnTo>
                      <a:pt x="586222" y="371703"/>
                    </a:lnTo>
                    <a:lnTo>
                      <a:pt x="578590" y="371438"/>
                    </a:lnTo>
                    <a:lnTo>
                      <a:pt x="578325" y="379070"/>
                    </a:lnTo>
                    <a:lnTo>
                      <a:pt x="570693" y="378805"/>
                    </a:lnTo>
                    <a:lnTo>
                      <a:pt x="566479" y="390121"/>
                    </a:lnTo>
                    <a:lnTo>
                      <a:pt x="566744" y="382489"/>
                    </a:lnTo>
                    <a:lnTo>
                      <a:pt x="574377" y="382754"/>
                    </a:lnTo>
                    <a:lnTo>
                      <a:pt x="574642" y="375122"/>
                    </a:lnTo>
                    <a:lnTo>
                      <a:pt x="582274" y="375387"/>
                    </a:lnTo>
                    <a:lnTo>
                      <a:pt x="582539" y="367755"/>
                    </a:lnTo>
                    <a:lnTo>
                      <a:pt x="590171" y="368020"/>
                    </a:lnTo>
                    <a:lnTo>
                      <a:pt x="590436" y="360387"/>
                    </a:lnTo>
                    <a:lnTo>
                      <a:pt x="586752" y="356439"/>
                    </a:lnTo>
                    <a:lnTo>
                      <a:pt x="582804" y="360122"/>
                    </a:lnTo>
                    <a:lnTo>
                      <a:pt x="575437" y="352225"/>
                    </a:lnTo>
                    <a:lnTo>
                      <a:pt x="571488" y="355909"/>
                    </a:lnTo>
                    <a:lnTo>
                      <a:pt x="552805" y="343798"/>
                    </a:lnTo>
                    <a:lnTo>
                      <a:pt x="560172" y="351695"/>
                    </a:lnTo>
                    <a:lnTo>
                      <a:pt x="556224" y="355379"/>
                    </a:lnTo>
                    <a:lnTo>
                      <a:pt x="563591" y="363276"/>
                    </a:lnTo>
                    <a:lnTo>
                      <a:pt x="559642" y="366959"/>
                    </a:lnTo>
                    <a:lnTo>
                      <a:pt x="567009" y="374857"/>
                    </a:lnTo>
                    <a:lnTo>
                      <a:pt x="563061" y="378540"/>
                    </a:lnTo>
                    <a:lnTo>
                      <a:pt x="566744" y="382489"/>
                    </a:lnTo>
                    <a:moveTo>
                      <a:pt x="750748" y="218222"/>
                    </a:moveTo>
                    <a:lnTo>
                      <a:pt x="737074" y="171899"/>
                    </a:lnTo>
                    <a:lnTo>
                      <a:pt x="782337" y="188754"/>
                    </a:lnTo>
                    <a:lnTo>
                      <a:pt x="750748" y="218222"/>
                    </a:lnTo>
                    <a:lnTo>
                      <a:pt x="754696" y="214539"/>
                    </a:lnTo>
                    <a:lnTo>
                      <a:pt x="744441" y="179796"/>
                    </a:lnTo>
                    <a:lnTo>
                      <a:pt x="778388" y="192437"/>
                    </a:lnTo>
                    <a:lnTo>
                      <a:pt x="774704" y="188489"/>
                    </a:lnTo>
                    <a:lnTo>
                      <a:pt x="751013" y="210590"/>
                    </a:lnTo>
                    <a:lnTo>
                      <a:pt x="754696" y="214539"/>
                    </a:lnTo>
                    <a:lnTo>
                      <a:pt x="750748" y="218222"/>
                    </a:lnTo>
                    <a:lnTo>
                      <a:pt x="751278" y="202958"/>
                    </a:lnTo>
                    <a:lnTo>
                      <a:pt x="747329" y="206641"/>
                    </a:lnTo>
                    <a:lnTo>
                      <a:pt x="747859" y="191377"/>
                    </a:lnTo>
                    <a:lnTo>
                      <a:pt x="743911" y="195061"/>
                    </a:lnTo>
                    <a:lnTo>
                      <a:pt x="740757" y="175848"/>
                    </a:lnTo>
                    <a:lnTo>
                      <a:pt x="759705" y="180326"/>
                    </a:lnTo>
                    <a:lnTo>
                      <a:pt x="755757" y="184010"/>
                    </a:lnTo>
                    <a:lnTo>
                      <a:pt x="771021" y="184540"/>
                    </a:lnTo>
                    <a:lnTo>
                      <a:pt x="767072" y="188224"/>
                    </a:lnTo>
                    <a:lnTo>
                      <a:pt x="782337" y="188754"/>
                    </a:lnTo>
                    <a:lnTo>
                      <a:pt x="770756" y="192172"/>
                    </a:lnTo>
                    <a:lnTo>
                      <a:pt x="770491" y="199804"/>
                    </a:lnTo>
                    <a:lnTo>
                      <a:pt x="762859" y="199539"/>
                    </a:lnTo>
                    <a:lnTo>
                      <a:pt x="762594" y="207172"/>
                    </a:lnTo>
                    <a:lnTo>
                      <a:pt x="754961" y="206906"/>
                    </a:lnTo>
                    <a:lnTo>
                      <a:pt x="750748" y="218222"/>
                    </a:lnTo>
                    <a:lnTo>
                      <a:pt x="751013" y="210590"/>
                    </a:lnTo>
                    <a:lnTo>
                      <a:pt x="758645" y="210855"/>
                    </a:lnTo>
                    <a:lnTo>
                      <a:pt x="758910" y="203223"/>
                    </a:lnTo>
                    <a:lnTo>
                      <a:pt x="766542" y="203488"/>
                    </a:lnTo>
                    <a:lnTo>
                      <a:pt x="766807" y="195856"/>
                    </a:lnTo>
                    <a:lnTo>
                      <a:pt x="774439" y="196121"/>
                    </a:lnTo>
                    <a:lnTo>
                      <a:pt x="774704" y="188489"/>
                    </a:lnTo>
                    <a:lnTo>
                      <a:pt x="771021" y="184540"/>
                    </a:lnTo>
                    <a:lnTo>
                      <a:pt x="767072" y="188224"/>
                    </a:lnTo>
                    <a:lnTo>
                      <a:pt x="759705" y="180326"/>
                    </a:lnTo>
                    <a:lnTo>
                      <a:pt x="755757" y="184010"/>
                    </a:lnTo>
                    <a:lnTo>
                      <a:pt x="737074" y="171899"/>
                    </a:lnTo>
                    <a:lnTo>
                      <a:pt x="744441" y="179796"/>
                    </a:lnTo>
                    <a:lnTo>
                      <a:pt x="740492" y="183480"/>
                    </a:lnTo>
                    <a:lnTo>
                      <a:pt x="747859" y="191377"/>
                    </a:lnTo>
                    <a:lnTo>
                      <a:pt x="743911" y="195061"/>
                    </a:lnTo>
                    <a:lnTo>
                      <a:pt x="751278" y="202958"/>
                    </a:lnTo>
                    <a:lnTo>
                      <a:pt x="747329" y="206641"/>
                    </a:lnTo>
                    <a:lnTo>
                      <a:pt x="751013" y="210590"/>
                    </a:lnTo>
                    <a:moveTo>
                      <a:pt x="935016" y="46324"/>
                    </a:moveTo>
                    <a:lnTo>
                      <a:pt x="921342" y="0"/>
                    </a:lnTo>
                    <a:lnTo>
                      <a:pt x="966605" y="16855"/>
                    </a:lnTo>
                    <a:lnTo>
                      <a:pt x="935016" y="46324"/>
                    </a:lnTo>
                    <a:lnTo>
                      <a:pt x="938965" y="42640"/>
                    </a:lnTo>
                    <a:lnTo>
                      <a:pt x="928709" y="7898"/>
                    </a:lnTo>
                    <a:lnTo>
                      <a:pt x="962656" y="20539"/>
                    </a:lnTo>
                    <a:lnTo>
                      <a:pt x="958973" y="16590"/>
                    </a:lnTo>
                    <a:lnTo>
                      <a:pt x="935281" y="38691"/>
                    </a:lnTo>
                    <a:lnTo>
                      <a:pt x="938965" y="42640"/>
                    </a:lnTo>
                    <a:lnTo>
                      <a:pt x="935016" y="46324"/>
                    </a:lnTo>
                    <a:lnTo>
                      <a:pt x="935546" y="31059"/>
                    </a:lnTo>
                    <a:lnTo>
                      <a:pt x="931598" y="34743"/>
                    </a:lnTo>
                    <a:lnTo>
                      <a:pt x="932128" y="19478"/>
                    </a:lnTo>
                    <a:lnTo>
                      <a:pt x="928179" y="23162"/>
                    </a:lnTo>
                    <a:lnTo>
                      <a:pt x="925026" y="3949"/>
                    </a:lnTo>
                    <a:lnTo>
                      <a:pt x="943974" y="8428"/>
                    </a:lnTo>
                    <a:lnTo>
                      <a:pt x="940025" y="12111"/>
                    </a:lnTo>
                    <a:lnTo>
                      <a:pt x="955289" y="12641"/>
                    </a:lnTo>
                    <a:lnTo>
                      <a:pt x="951341" y="16325"/>
                    </a:lnTo>
                    <a:lnTo>
                      <a:pt x="966605" y="16855"/>
                    </a:lnTo>
                    <a:lnTo>
                      <a:pt x="955024" y="20274"/>
                    </a:lnTo>
                    <a:lnTo>
                      <a:pt x="954759" y="27906"/>
                    </a:lnTo>
                    <a:lnTo>
                      <a:pt x="947127" y="27641"/>
                    </a:lnTo>
                    <a:lnTo>
                      <a:pt x="946862" y="35273"/>
                    </a:lnTo>
                    <a:lnTo>
                      <a:pt x="939230" y="35008"/>
                    </a:lnTo>
                    <a:lnTo>
                      <a:pt x="935016" y="46324"/>
                    </a:lnTo>
                    <a:lnTo>
                      <a:pt x="935281" y="38691"/>
                    </a:lnTo>
                    <a:lnTo>
                      <a:pt x="942913" y="38956"/>
                    </a:lnTo>
                    <a:lnTo>
                      <a:pt x="943178" y="31324"/>
                    </a:lnTo>
                    <a:lnTo>
                      <a:pt x="950811" y="31589"/>
                    </a:lnTo>
                    <a:lnTo>
                      <a:pt x="951076" y="23957"/>
                    </a:lnTo>
                    <a:lnTo>
                      <a:pt x="958708" y="24222"/>
                    </a:lnTo>
                    <a:lnTo>
                      <a:pt x="958973" y="16590"/>
                    </a:lnTo>
                    <a:lnTo>
                      <a:pt x="955289" y="12641"/>
                    </a:lnTo>
                    <a:lnTo>
                      <a:pt x="951341" y="16325"/>
                    </a:lnTo>
                    <a:lnTo>
                      <a:pt x="943974" y="8428"/>
                    </a:lnTo>
                    <a:lnTo>
                      <a:pt x="940025" y="12111"/>
                    </a:lnTo>
                    <a:lnTo>
                      <a:pt x="921342" y="0"/>
                    </a:lnTo>
                    <a:lnTo>
                      <a:pt x="928709" y="7898"/>
                    </a:lnTo>
                    <a:lnTo>
                      <a:pt x="924761" y="11581"/>
                    </a:lnTo>
                    <a:lnTo>
                      <a:pt x="932128" y="19478"/>
                    </a:lnTo>
                    <a:lnTo>
                      <a:pt x="928179" y="23162"/>
                    </a:lnTo>
                    <a:lnTo>
                      <a:pt x="935546" y="31059"/>
                    </a:lnTo>
                    <a:lnTo>
                      <a:pt x="931598" y="34743"/>
                    </a:lnTo>
                    <a:lnTo>
                      <a:pt x="935281" y="3869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40" name="Контур"/>
              <p:cNvSpPr/>
              <p:nvPr/>
            </p:nvSpPr>
            <p:spPr>
              <a:xfrm>
                <a:off x="252000" y="2520496"/>
                <a:ext cx="290543" cy="500472"/>
              </a:xfrm>
              <a:custGeom>
                <a:avLst/>
                <a:gdLst/>
                <a:ahLst/>
                <a:cxnLst/>
                <a:rect l="l" t="t" r="r" b="b"/>
                <a:pathLst>
                  <a:path w="290543" h="500472" fill="none">
                    <a:moveTo>
                      <a:pt x="0" y="0"/>
                    </a:moveTo>
                    <a:lnTo>
                      <a:pt x="51804" y="55532"/>
                    </a:lnTo>
                    <a:moveTo>
                      <a:pt x="51804" y="55532"/>
                    </a:moveTo>
                    <a:lnTo>
                      <a:pt x="137753" y="147666"/>
                    </a:lnTo>
                    <a:moveTo>
                      <a:pt x="137753" y="147666"/>
                    </a:moveTo>
                    <a:lnTo>
                      <a:pt x="223702" y="239800"/>
                    </a:lnTo>
                    <a:moveTo>
                      <a:pt x="223702" y="239800"/>
                    </a:moveTo>
                    <a:lnTo>
                      <a:pt x="290543" y="311451"/>
                    </a:lnTo>
                    <a:lnTo>
                      <a:pt x="289593" y="339448"/>
                    </a:lnTo>
                    <a:moveTo>
                      <a:pt x="289593" y="339448"/>
                    </a:moveTo>
                    <a:lnTo>
                      <a:pt x="286654" y="426049"/>
                    </a:lnTo>
                    <a:lnTo>
                      <a:pt x="259452" y="454481"/>
                    </a:lnTo>
                    <a:moveTo>
                      <a:pt x="259452" y="454481"/>
                    </a:moveTo>
                    <a:lnTo>
                      <a:pt x="215450" y="500472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41" name="Контур"/>
              <p:cNvSpPr/>
              <p:nvPr/>
            </p:nvSpPr>
            <p:spPr>
              <a:xfrm>
                <a:off x="252000" y="2441333"/>
                <a:ext cx="343958" cy="451924"/>
              </a:xfrm>
              <a:custGeom>
                <a:avLst/>
                <a:gdLst/>
                <a:ahLst/>
                <a:cxnLst/>
                <a:rect l="l" t="t" r="r" b="b"/>
                <a:pathLst>
                  <a:path w="343958" h="451924" fill="none">
                    <a:moveTo>
                      <a:pt x="26828" y="28759"/>
                    </a:moveTo>
                    <a:lnTo>
                      <a:pt x="0" y="36678"/>
                    </a:lnTo>
                    <a:moveTo>
                      <a:pt x="0" y="0"/>
                    </a:moveTo>
                    <a:lnTo>
                      <a:pt x="26828" y="28759"/>
                    </a:lnTo>
                    <a:lnTo>
                      <a:pt x="23144" y="24810"/>
                    </a:lnTo>
                    <a:lnTo>
                      <a:pt x="0" y="31642"/>
                    </a:lnTo>
                    <a:moveTo>
                      <a:pt x="0" y="3920"/>
                    </a:moveTo>
                    <a:lnTo>
                      <a:pt x="1043" y="1118"/>
                    </a:lnTo>
                    <a:lnTo>
                      <a:pt x="0" y="2091"/>
                    </a:lnTo>
                    <a:moveTo>
                      <a:pt x="0" y="7916"/>
                    </a:moveTo>
                    <a:lnTo>
                      <a:pt x="19196" y="28494"/>
                    </a:lnTo>
                    <a:lnTo>
                      <a:pt x="23144" y="24810"/>
                    </a:lnTo>
                    <a:lnTo>
                      <a:pt x="26828" y="28759"/>
                    </a:lnTo>
                    <a:lnTo>
                      <a:pt x="11564" y="28229"/>
                    </a:lnTo>
                    <a:lnTo>
                      <a:pt x="15247" y="32177"/>
                    </a:lnTo>
                    <a:lnTo>
                      <a:pt x="0" y="31648"/>
                    </a:lnTo>
                    <a:moveTo>
                      <a:pt x="0" y="31665"/>
                    </a:moveTo>
                    <a:lnTo>
                      <a:pt x="3666" y="35596"/>
                    </a:lnTo>
                    <a:lnTo>
                      <a:pt x="0" y="36197"/>
                    </a:lnTo>
                    <a:moveTo>
                      <a:pt x="0" y="6115"/>
                    </a:moveTo>
                    <a:lnTo>
                      <a:pt x="778" y="8751"/>
                    </a:lnTo>
                    <a:lnTo>
                      <a:pt x="8410" y="9016"/>
                    </a:lnTo>
                    <a:lnTo>
                      <a:pt x="8145" y="16648"/>
                    </a:lnTo>
                    <a:lnTo>
                      <a:pt x="15777" y="16913"/>
                    </a:lnTo>
                    <a:lnTo>
                      <a:pt x="15512" y="24545"/>
                    </a:lnTo>
                    <a:lnTo>
                      <a:pt x="26828" y="28759"/>
                    </a:lnTo>
                    <a:lnTo>
                      <a:pt x="19196" y="28494"/>
                    </a:lnTo>
                    <a:lnTo>
                      <a:pt x="19461" y="20861"/>
                    </a:lnTo>
                    <a:lnTo>
                      <a:pt x="11829" y="20596"/>
                    </a:lnTo>
                    <a:lnTo>
                      <a:pt x="12094" y="12964"/>
                    </a:lnTo>
                    <a:lnTo>
                      <a:pt x="4462" y="12699"/>
                    </a:lnTo>
                    <a:lnTo>
                      <a:pt x="4727" y="5067"/>
                    </a:lnTo>
                    <a:lnTo>
                      <a:pt x="0" y="4903"/>
                    </a:lnTo>
                    <a:moveTo>
                      <a:pt x="0" y="31665"/>
                    </a:moveTo>
                    <a:lnTo>
                      <a:pt x="3666" y="35596"/>
                    </a:lnTo>
                    <a:lnTo>
                      <a:pt x="11564" y="28229"/>
                    </a:lnTo>
                    <a:lnTo>
                      <a:pt x="15247" y="32177"/>
                    </a:lnTo>
                    <a:lnTo>
                      <a:pt x="19196" y="28494"/>
                    </a:lnTo>
                    <a:moveTo>
                      <a:pt x="198726" y="213027"/>
                    </a:moveTo>
                    <a:lnTo>
                      <a:pt x="152403" y="226701"/>
                    </a:lnTo>
                    <a:lnTo>
                      <a:pt x="169258" y="181438"/>
                    </a:lnTo>
                    <a:lnTo>
                      <a:pt x="198726" y="213027"/>
                    </a:lnTo>
                    <a:lnTo>
                      <a:pt x="195043" y="209079"/>
                    </a:lnTo>
                    <a:lnTo>
                      <a:pt x="160300" y="219334"/>
                    </a:lnTo>
                    <a:lnTo>
                      <a:pt x="172942" y="185387"/>
                    </a:lnTo>
                    <a:lnTo>
                      <a:pt x="168993" y="189071"/>
                    </a:lnTo>
                    <a:lnTo>
                      <a:pt x="191094" y="212762"/>
                    </a:lnTo>
                    <a:lnTo>
                      <a:pt x="195043" y="209079"/>
                    </a:lnTo>
                    <a:lnTo>
                      <a:pt x="198726" y="213027"/>
                    </a:lnTo>
                    <a:lnTo>
                      <a:pt x="183462" y="212497"/>
                    </a:lnTo>
                    <a:lnTo>
                      <a:pt x="187146" y="216446"/>
                    </a:lnTo>
                    <a:lnTo>
                      <a:pt x="171881" y="215916"/>
                    </a:lnTo>
                    <a:lnTo>
                      <a:pt x="175565" y="219864"/>
                    </a:lnTo>
                    <a:lnTo>
                      <a:pt x="156352" y="223018"/>
                    </a:lnTo>
                    <a:lnTo>
                      <a:pt x="160831" y="204070"/>
                    </a:lnTo>
                    <a:lnTo>
                      <a:pt x="164514" y="208018"/>
                    </a:lnTo>
                    <a:lnTo>
                      <a:pt x="165044" y="192754"/>
                    </a:lnTo>
                    <a:lnTo>
                      <a:pt x="168728" y="196703"/>
                    </a:lnTo>
                    <a:lnTo>
                      <a:pt x="169258" y="181438"/>
                    </a:lnTo>
                    <a:lnTo>
                      <a:pt x="172676" y="193019"/>
                    </a:lnTo>
                    <a:lnTo>
                      <a:pt x="180309" y="193284"/>
                    </a:lnTo>
                    <a:lnTo>
                      <a:pt x="180044" y="200916"/>
                    </a:lnTo>
                    <a:lnTo>
                      <a:pt x="187676" y="201181"/>
                    </a:lnTo>
                    <a:lnTo>
                      <a:pt x="187411" y="208814"/>
                    </a:lnTo>
                    <a:lnTo>
                      <a:pt x="198726" y="213027"/>
                    </a:lnTo>
                    <a:lnTo>
                      <a:pt x="191094" y="212762"/>
                    </a:lnTo>
                    <a:lnTo>
                      <a:pt x="191359" y="205130"/>
                    </a:lnTo>
                    <a:lnTo>
                      <a:pt x="183727" y="204865"/>
                    </a:lnTo>
                    <a:lnTo>
                      <a:pt x="183992" y="197233"/>
                    </a:lnTo>
                    <a:lnTo>
                      <a:pt x="176360" y="196968"/>
                    </a:lnTo>
                    <a:lnTo>
                      <a:pt x="176625" y="189336"/>
                    </a:lnTo>
                    <a:lnTo>
                      <a:pt x="168993" y="189071"/>
                    </a:lnTo>
                    <a:lnTo>
                      <a:pt x="165044" y="192754"/>
                    </a:lnTo>
                    <a:lnTo>
                      <a:pt x="168728" y="196703"/>
                    </a:lnTo>
                    <a:lnTo>
                      <a:pt x="160831" y="204070"/>
                    </a:lnTo>
                    <a:lnTo>
                      <a:pt x="164514" y="208018"/>
                    </a:lnTo>
                    <a:lnTo>
                      <a:pt x="152403" y="226701"/>
                    </a:lnTo>
                    <a:lnTo>
                      <a:pt x="160300" y="219334"/>
                    </a:lnTo>
                    <a:lnTo>
                      <a:pt x="163984" y="223283"/>
                    </a:lnTo>
                    <a:lnTo>
                      <a:pt x="171881" y="215916"/>
                    </a:lnTo>
                    <a:lnTo>
                      <a:pt x="175565" y="219864"/>
                    </a:lnTo>
                    <a:lnTo>
                      <a:pt x="183462" y="212497"/>
                    </a:lnTo>
                    <a:lnTo>
                      <a:pt x="187146" y="216446"/>
                    </a:lnTo>
                    <a:lnTo>
                      <a:pt x="191094" y="212762"/>
                    </a:lnTo>
                    <a:moveTo>
                      <a:pt x="342494" y="451924"/>
                    </a:moveTo>
                    <a:lnTo>
                      <a:pt x="300051" y="428871"/>
                    </a:lnTo>
                    <a:lnTo>
                      <a:pt x="343958" y="408749"/>
                    </a:lnTo>
                    <a:lnTo>
                      <a:pt x="342494" y="451924"/>
                    </a:lnTo>
                    <a:lnTo>
                      <a:pt x="342677" y="446527"/>
                    </a:lnTo>
                    <a:lnTo>
                      <a:pt x="310845" y="429238"/>
                    </a:lnTo>
                    <a:lnTo>
                      <a:pt x="343775" y="414145"/>
                    </a:lnTo>
                    <a:lnTo>
                      <a:pt x="338378" y="413962"/>
                    </a:lnTo>
                    <a:lnTo>
                      <a:pt x="337280" y="446344"/>
                    </a:lnTo>
                    <a:lnTo>
                      <a:pt x="342677" y="446527"/>
                    </a:lnTo>
                    <a:lnTo>
                      <a:pt x="342494" y="451924"/>
                    </a:lnTo>
                    <a:lnTo>
                      <a:pt x="332066" y="440764"/>
                    </a:lnTo>
                    <a:lnTo>
                      <a:pt x="331883" y="446161"/>
                    </a:lnTo>
                    <a:lnTo>
                      <a:pt x="321455" y="435001"/>
                    </a:lnTo>
                    <a:lnTo>
                      <a:pt x="321272" y="440398"/>
                    </a:lnTo>
                    <a:lnTo>
                      <a:pt x="305448" y="429054"/>
                    </a:lnTo>
                    <a:lnTo>
                      <a:pt x="322005" y="418810"/>
                    </a:lnTo>
                    <a:lnTo>
                      <a:pt x="321821" y="424207"/>
                    </a:lnTo>
                    <a:lnTo>
                      <a:pt x="332981" y="413779"/>
                    </a:lnTo>
                    <a:lnTo>
                      <a:pt x="332798" y="419176"/>
                    </a:lnTo>
                    <a:lnTo>
                      <a:pt x="343958" y="408749"/>
                    </a:lnTo>
                    <a:lnTo>
                      <a:pt x="338195" y="419359"/>
                    </a:lnTo>
                    <a:lnTo>
                      <a:pt x="343409" y="424939"/>
                    </a:lnTo>
                    <a:lnTo>
                      <a:pt x="337829" y="430153"/>
                    </a:lnTo>
                    <a:lnTo>
                      <a:pt x="343043" y="435733"/>
                    </a:lnTo>
                    <a:lnTo>
                      <a:pt x="337463" y="440947"/>
                    </a:lnTo>
                    <a:lnTo>
                      <a:pt x="342494" y="451924"/>
                    </a:lnTo>
                    <a:lnTo>
                      <a:pt x="337280" y="446344"/>
                    </a:lnTo>
                    <a:lnTo>
                      <a:pt x="342860" y="441130"/>
                    </a:lnTo>
                    <a:lnTo>
                      <a:pt x="337646" y="435550"/>
                    </a:lnTo>
                    <a:lnTo>
                      <a:pt x="343226" y="430336"/>
                    </a:lnTo>
                    <a:lnTo>
                      <a:pt x="338012" y="424756"/>
                    </a:lnTo>
                    <a:lnTo>
                      <a:pt x="343592" y="419542"/>
                    </a:lnTo>
                    <a:lnTo>
                      <a:pt x="338378" y="413962"/>
                    </a:lnTo>
                    <a:lnTo>
                      <a:pt x="332981" y="413779"/>
                    </a:lnTo>
                    <a:lnTo>
                      <a:pt x="332798" y="419176"/>
                    </a:lnTo>
                    <a:lnTo>
                      <a:pt x="322005" y="418810"/>
                    </a:lnTo>
                    <a:lnTo>
                      <a:pt x="321821" y="424207"/>
                    </a:lnTo>
                    <a:lnTo>
                      <a:pt x="300051" y="428871"/>
                    </a:lnTo>
                    <a:lnTo>
                      <a:pt x="310845" y="429238"/>
                    </a:lnTo>
                    <a:lnTo>
                      <a:pt x="310661" y="434634"/>
                    </a:lnTo>
                    <a:lnTo>
                      <a:pt x="321455" y="435001"/>
                    </a:lnTo>
                    <a:lnTo>
                      <a:pt x="321272" y="440398"/>
                    </a:lnTo>
                    <a:lnTo>
                      <a:pt x="332066" y="440764"/>
                    </a:lnTo>
                    <a:lnTo>
                      <a:pt x="331883" y="446161"/>
                    </a:lnTo>
                    <a:lnTo>
                      <a:pt x="337280" y="44634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42" name="Контур"/>
              <p:cNvSpPr/>
              <p:nvPr/>
            </p:nvSpPr>
            <p:spPr>
              <a:xfrm>
                <a:off x="252000" y="1584000"/>
                <a:ext cx="503628" cy="1265203"/>
              </a:xfrm>
              <a:custGeom>
                <a:avLst/>
                <a:gdLst/>
                <a:ahLst/>
                <a:cxnLst/>
                <a:rect l="l" t="t" r="r" b="b"/>
                <a:pathLst>
                  <a:path w="503628" h="1265203" fill="none">
                    <a:moveTo>
                      <a:pt x="457588" y="1215847"/>
                    </a:moveTo>
                    <a:lnTo>
                      <a:pt x="503628" y="1265203"/>
                    </a:lnTo>
                    <a:moveTo>
                      <a:pt x="0" y="9292"/>
                    </a:moveTo>
                    <a:lnTo>
                      <a:pt x="2199" y="7242"/>
                    </a:lnTo>
                    <a:moveTo>
                      <a:pt x="2199" y="7242"/>
                    </a:moveTo>
                    <a:lnTo>
                      <a:pt x="9964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43" name="Контур"/>
              <p:cNvSpPr/>
              <p:nvPr/>
            </p:nvSpPr>
            <p:spPr>
              <a:xfrm>
                <a:off x="1806985" y="1584000"/>
                <a:ext cx="95778" cy="102679"/>
              </a:xfrm>
              <a:custGeom>
                <a:avLst/>
                <a:gdLst/>
                <a:ahLst/>
                <a:cxnLst/>
                <a:rect l="l" t="t" r="r" b="b"/>
                <a:pathLst>
                  <a:path w="95778" h="102679" fill="none">
                    <a:moveTo>
                      <a:pt x="95778" y="102679"/>
                    </a:moveTo>
                    <a:lnTo>
                      <a:pt x="9832" y="10541"/>
                    </a:lnTo>
                    <a:moveTo>
                      <a:pt x="9832" y="10541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44" name="Контур"/>
              <p:cNvSpPr/>
              <p:nvPr/>
            </p:nvSpPr>
            <p:spPr>
              <a:xfrm>
                <a:off x="1755843" y="1594668"/>
                <a:ext cx="46324" cy="45262"/>
              </a:xfrm>
              <a:custGeom>
                <a:avLst/>
                <a:gdLst/>
                <a:ahLst/>
                <a:cxnLst/>
                <a:rect l="l" t="t" r="r" b="b"/>
                <a:pathLst>
                  <a:path w="46324" h="45262" fill="none">
                    <a:moveTo>
                      <a:pt x="0" y="13672"/>
                    </a:moveTo>
                    <a:lnTo>
                      <a:pt x="46324" y="0"/>
                    </a:lnTo>
                    <a:lnTo>
                      <a:pt x="29467" y="45262"/>
                    </a:lnTo>
                    <a:lnTo>
                      <a:pt x="0" y="13672"/>
                    </a:lnTo>
                    <a:lnTo>
                      <a:pt x="3684" y="17621"/>
                    </a:lnTo>
                    <a:lnTo>
                      <a:pt x="38426" y="7367"/>
                    </a:lnTo>
                    <a:lnTo>
                      <a:pt x="25784" y="41313"/>
                    </a:lnTo>
                    <a:lnTo>
                      <a:pt x="29733" y="37630"/>
                    </a:lnTo>
                    <a:lnTo>
                      <a:pt x="7632" y="13937"/>
                    </a:lnTo>
                    <a:lnTo>
                      <a:pt x="3684" y="17621"/>
                    </a:lnTo>
                    <a:lnTo>
                      <a:pt x="0" y="13672"/>
                    </a:lnTo>
                    <a:lnTo>
                      <a:pt x="15264" y="14203"/>
                    </a:lnTo>
                    <a:lnTo>
                      <a:pt x="11581" y="10254"/>
                    </a:lnTo>
                    <a:lnTo>
                      <a:pt x="26845" y="10785"/>
                    </a:lnTo>
                    <a:lnTo>
                      <a:pt x="23162" y="6836"/>
                    </a:lnTo>
                    <a:lnTo>
                      <a:pt x="42375" y="3683"/>
                    </a:lnTo>
                    <a:lnTo>
                      <a:pt x="37896" y="22631"/>
                    </a:lnTo>
                    <a:lnTo>
                      <a:pt x="34212" y="18682"/>
                    </a:lnTo>
                    <a:lnTo>
                      <a:pt x="33681" y="33947"/>
                    </a:lnTo>
                    <a:lnTo>
                      <a:pt x="29998" y="29998"/>
                    </a:lnTo>
                    <a:lnTo>
                      <a:pt x="29467" y="45262"/>
                    </a:lnTo>
                    <a:lnTo>
                      <a:pt x="26049" y="33681"/>
                    </a:lnTo>
                    <a:lnTo>
                      <a:pt x="18417" y="33416"/>
                    </a:lnTo>
                    <a:lnTo>
                      <a:pt x="18682" y="25784"/>
                    </a:lnTo>
                    <a:lnTo>
                      <a:pt x="11050" y="25518"/>
                    </a:lnTo>
                    <a:lnTo>
                      <a:pt x="11316" y="17886"/>
                    </a:lnTo>
                    <a:lnTo>
                      <a:pt x="0" y="13672"/>
                    </a:lnTo>
                    <a:lnTo>
                      <a:pt x="7632" y="13937"/>
                    </a:lnTo>
                    <a:lnTo>
                      <a:pt x="7367" y="21570"/>
                    </a:lnTo>
                    <a:lnTo>
                      <a:pt x="14999" y="21835"/>
                    </a:lnTo>
                    <a:lnTo>
                      <a:pt x="14734" y="29467"/>
                    </a:lnTo>
                    <a:lnTo>
                      <a:pt x="22366" y="29732"/>
                    </a:lnTo>
                    <a:lnTo>
                      <a:pt x="22100" y="37365"/>
                    </a:lnTo>
                    <a:lnTo>
                      <a:pt x="29733" y="37630"/>
                    </a:lnTo>
                    <a:lnTo>
                      <a:pt x="33681" y="33947"/>
                    </a:lnTo>
                    <a:lnTo>
                      <a:pt x="29998" y="29998"/>
                    </a:lnTo>
                    <a:lnTo>
                      <a:pt x="37896" y="22631"/>
                    </a:lnTo>
                    <a:lnTo>
                      <a:pt x="34212" y="18682"/>
                    </a:lnTo>
                    <a:lnTo>
                      <a:pt x="46324" y="0"/>
                    </a:lnTo>
                    <a:lnTo>
                      <a:pt x="38426" y="7367"/>
                    </a:lnTo>
                    <a:lnTo>
                      <a:pt x="34743" y="3418"/>
                    </a:lnTo>
                    <a:lnTo>
                      <a:pt x="26845" y="10785"/>
                    </a:lnTo>
                    <a:lnTo>
                      <a:pt x="23162" y="6836"/>
                    </a:lnTo>
                    <a:lnTo>
                      <a:pt x="15264" y="14203"/>
                    </a:lnTo>
                    <a:lnTo>
                      <a:pt x="11581" y="10254"/>
                    </a:lnTo>
                    <a:lnTo>
                      <a:pt x="7632" y="1393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45" name="Контур"/>
              <p:cNvSpPr/>
              <p:nvPr/>
            </p:nvSpPr>
            <p:spPr>
              <a:xfrm>
                <a:off x="252000" y="2309293"/>
                <a:ext cx="457588" cy="490554"/>
              </a:xfrm>
              <a:custGeom>
                <a:avLst/>
                <a:gdLst/>
                <a:ahLst/>
                <a:cxnLst/>
                <a:rect l="l" t="t" r="r" b="b"/>
                <a:pathLst>
                  <a:path w="457588" h="490554" fill="none">
                    <a:moveTo>
                      <a:pt x="0" y="0"/>
                    </a:moveTo>
                    <a:lnTo>
                      <a:pt x="24139" y="25879"/>
                    </a:lnTo>
                    <a:moveTo>
                      <a:pt x="24139" y="25879"/>
                    </a:moveTo>
                    <a:lnTo>
                      <a:pt x="49923" y="53520"/>
                    </a:lnTo>
                    <a:moveTo>
                      <a:pt x="49923" y="53520"/>
                    </a:moveTo>
                    <a:lnTo>
                      <a:pt x="75707" y="81161"/>
                    </a:lnTo>
                    <a:moveTo>
                      <a:pt x="75707" y="81161"/>
                    </a:moveTo>
                    <a:lnTo>
                      <a:pt x="101491" y="108803"/>
                    </a:lnTo>
                    <a:moveTo>
                      <a:pt x="101491" y="108803"/>
                    </a:moveTo>
                    <a:lnTo>
                      <a:pt x="127274" y="136444"/>
                    </a:lnTo>
                    <a:moveTo>
                      <a:pt x="127274" y="136444"/>
                    </a:moveTo>
                    <a:lnTo>
                      <a:pt x="153058" y="164085"/>
                    </a:lnTo>
                    <a:moveTo>
                      <a:pt x="153058" y="164085"/>
                    </a:moveTo>
                    <a:lnTo>
                      <a:pt x="178842" y="191726"/>
                    </a:lnTo>
                    <a:moveTo>
                      <a:pt x="178842" y="191726"/>
                    </a:moveTo>
                    <a:lnTo>
                      <a:pt x="204626" y="219368"/>
                    </a:lnTo>
                    <a:moveTo>
                      <a:pt x="204626" y="219368"/>
                    </a:moveTo>
                    <a:lnTo>
                      <a:pt x="230409" y="247009"/>
                    </a:lnTo>
                    <a:moveTo>
                      <a:pt x="230409" y="247009"/>
                    </a:moveTo>
                    <a:lnTo>
                      <a:pt x="256193" y="274650"/>
                    </a:lnTo>
                    <a:moveTo>
                      <a:pt x="256193" y="274650"/>
                    </a:moveTo>
                    <a:lnTo>
                      <a:pt x="281977" y="302291"/>
                    </a:lnTo>
                    <a:moveTo>
                      <a:pt x="281977" y="302291"/>
                    </a:moveTo>
                    <a:lnTo>
                      <a:pt x="307761" y="329933"/>
                    </a:lnTo>
                    <a:moveTo>
                      <a:pt x="307761" y="329933"/>
                    </a:moveTo>
                    <a:lnTo>
                      <a:pt x="333544" y="357574"/>
                    </a:lnTo>
                    <a:moveTo>
                      <a:pt x="333544" y="357574"/>
                    </a:moveTo>
                    <a:lnTo>
                      <a:pt x="359328" y="385215"/>
                    </a:lnTo>
                    <a:moveTo>
                      <a:pt x="359328" y="385215"/>
                    </a:moveTo>
                    <a:lnTo>
                      <a:pt x="385112" y="412856"/>
                    </a:lnTo>
                    <a:moveTo>
                      <a:pt x="385112" y="412856"/>
                    </a:moveTo>
                    <a:lnTo>
                      <a:pt x="410896" y="440498"/>
                    </a:lnTo>
                    <a:moveTo>
                      <a:pt x="410896" y="440498"/>
                    </a:moveTo>
                    <a:lnTo>
                      <a:pt x="436679" y="468139"/>
                    </a:lnTo>
                    <a:moveTo>
                      <a:pt x="436679" y="468139"/>
                    </a:moveTo>
                    <a:lnTo>
                      <a:pt x="457588" y="49055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46" name="Контур"/>
              <p:cNvSpPr/>
              <p:nvPr/>
            </p:nvSpPr>
            <p:spPr>
              <a:xfrm>
                <a:off x="2033186" y="1584000"/>
                <a:ext cx="349732" cy="374781"/>
              </a:xfrm>
              <a:custGeom>
                <a:avLst/>
                <a:gdLst/>
                <a:ahLst/>
                <a:cxnLst/>
                <a:rect l="l" t="t" r="r" b="b"/>
                <a:pathLst>
                  <a:path w="349732" h="374781" fill="none">
                    <a:moveTo>
                      <a:pt x="0" y="0"/>
                    </a:moveTo>
                    <a:lnTo>
                      <a:pt x="85011" y="91100"/>
                    </a:lnTo>
                    <a:moveTo>
                      <a:pt x="85011" y="91100"/>
                    </a:moveTo>
                    <a:lnTo>
                      <a:pt x="170975" y="183220"/>
                    </a:lnTo>
                    <a:moveTo>
                      <a:pt x="170975" y="183220"/>
                    </a:moveTo>
                    <a:lnTo>
                      <a:pt x="256939" y="275341"/>
                    </a:lnTo>
                    <a:moveTo>
                      <a:pt x="256939" y="275341"/>
                    </a:moveTo>
                    <a:lnTo>
                      <a:pt x="342902" y="367462"/>
                    </a:lnTo>
                    <a:moveTo>
                      <a:pt x="342902" y="367462"/>
                    </a:moveTo>
                    <a:lnTo>
                      <a:pt x="349732" y="374781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47" name="Контур"/>
              <p:cNvSpPr/>
              <p:nvPr/>
            </p:nvSpPr>
            <p:spPr>
              <a:xfrm>
                <a:off x="2218811" y="1721825"/>
                <a:ext cx="218249" cy="229506"/>
              </a:xfrm>
              <a:custGeom>
                <a:avLst/>
                <a:gdLst/>
                <a:ahLst/>
                <a:cxnLst/>
                <a:rect l="l" t="t" r="r" b="b"/>
                <a:pathLst>
                  <a:path w="218249" h="229506" fill="none">
                    <a:moveTo>
                      <a:pt x="46321" y="31584"/>
                    </a:moveTo>
                    <a:lnTo>
                      <a:pt x="0" y="45265"/>
                    </a:lnTo>
                    <a:lnTo>
                      <a:pt x="16848" y="0"/>
                    </a:lnTo>
                    <a:lnTo>
                      <a:pt x="46321" y="31584"/>
                    </a:lnTo>
                    <a:lnTo>
                      <a:pt x="42637" y="27636"/>
                    </a:lnTo>
                    <a:lnTo>
                      <a:pt x="7896" y="37897"/>
                    </a:lnTo>
                    <a:lnTo>
                      <a:pt x="20532" y="3948"/>
                    </a:lnTo>
                    <a:lnTo>
                      <a:pt x="16584" y="7632"/>
                    </a:lnTo>
                    <a:lnTo>
                      <a:pt x="38689" y="31320"/>
                    </a:lnTo>
                    <a:lnTo>
                      <a:pt x="42637" y="27636"/>
                    </a:lnTo>
                    <a:lnTo>
                      <a:pt x="46321" y="31584"/>
                    </a:lnTo>
                    <a:lnTo>
                      <a:pt x="31057" y="31056"/>
                    </a:lnTo>
                    <a:lnTo>
                      <a:pt x="34741" y="35004"/>
                    </a:lnTo>
                    <a:lnTo>
                      <a:pt x="19476" y="34476"/>
                    </a:lnTo>
                    <a:lnTo>
                      <a:pt x="23161" y="38424"/>
                    </a:lnTo>
                    <a:lnTo>
                      <a:pt x="3948" y="41581"/>
                    </a:lnTo>
                    <a:lnTo>
                      <a:pt x="8424" y="22632"/>
                    </a:lnTo>
                    <a:lnTo>
                      <a:pt x="12108" y="26580"/>
                    </a:lnTo>
                    <a:lnTo>
                      <a:pt x="12636" y="11316"/>
                    </a:lnTo>
                    <a:lnTo>
                      <a:pt x="16320" y="15264"/>
                    </a:lnTo>
                    <a:lnTo>
                      <a:pt x="16848" y="0"/>
                    </a:lnTo>
                    <a:lnTo>
                      <a:pt x="20268" y="11580"/>
                    </a:lnTo>
                    <a:lnTo>
                      <a:pt x="27900" y="11844"/>
                    </a:lnTo>
                    <a:lnTo>
                      <a:pt x="27636" y="19476"/>
                    </a:lnTo>
                    <a:lnTo>
                      <a:pt x="35269" y="19740"/>
                    </a:lnTo>
                    <a:lnTo>
                      <a:pt x="35005" y="27372"/>
                    </a:lnTo>
                    <a:lnTo>
                      <a:pt x="46321" y="31584"/>
                    </a:lnTo>
                    <a:lnTo>
                      <a:pt x="38689" y="31320"/>
                    </a:lnTo>
                    <a:lnTo>
                      <a:pt x="38953" y="23688"/>
                    </a:lnTo>
                    <a:lnTo>
                      <a:pt x="31321" y="23424"/>
                    </a:lnTo>
                    <a:lnTo>
                      <a:pt x="31584" y="15792"/>
                    </a:lnTo>
                    <a:lnTo>
                      <a:pt x="23952" y="15528"/>
                    </a:lnTo>
                    <a:lnTo>
                      <a:pt x="24216" y="7896"/>
                    </a:lnTo>
                    <a:lnTo>
                      <a:pt x="16584" y="7632"/>
                    </a:lnTo>
                    <a:lnTo>
                      <a:pt x="12636" y="11316"/>
                    </a:lnTo>
                    <a:lnTo>
                      <a:pt x="16320" y="15264"/>
                    </a:lnTo>
                    <a:lnTo>
                      <a:pt x="8424" y="22632"/>
                    </a:lnTo>
                    <a:lnTo>
                      <a:pt x="12108" y="26580"/>
                    </a:lnTo>
                    <a:lnTo>
                      <a:pt x="0" y="45265"/>
                    </a:lnTo>
                    <a:lnTo>
                      <a:pt x="7896" y="37897"/>
                    </a:lnTo>
                    <a:lnTo>
                      <a:pt x="11580" y="41845"/>
                    </a:lnTo>
                    <a:lnTo>
                      <a:pt x="19476" y="34476"/>
                    </a:lnTo>
                    <a:lnTo>
                      <a:pt x="23161" y="38424"/>
                    </a:lnTo>
                    <a:lnTo>
                      <a:pt x="31057" y="31056"/>
                    </a:lnTo>
                    <a:lnTo>
                      <a:pt x="34741" y="35004"/>
                    </a:lnTo>
                    <a:lnTo>
                      <a:pt x="38689" y="31320"/>
                    </a:lnTo>
                    <a:moveTo>
                      <a:pt x="218249" y="215825"/>
                    </a:moveTo>
                    <a:lnTo>
                      <a:pt x="171928" y="229506"/>
                    </a:lnTo>
                    <a:lnTo>
                      <a:pt x="188775" y="184241"/>
                    </a:lnTo>
                    <a:lnTo>
                      <a:pt x="218249" y="215825"/>
                    </a:lnTo>
                    <a:lnTo>
                      <a:pt x="214564" y="211877"/>
                    </a:lnTo>
                    <a:lnTo>
                      <a:pt x="179824" y="222138"/>
                    </a:lnTo>
                    <a:lnTo>
                      <a:pt x="192459" y="188189"/>
                    </a:lnTo>
                    <a:lnTo>
                      <a:pt x="188511" y="191873"/>
                    </a:lnTo>
                    <a:lnTo>
                      <a:pt x="210616" y="215561"/>
                    </a:lnTo>
                    <a:lnTo>
                      <a:pt x="214564" y="211877"/>
                    </a:lnTo>
                    <a:lnTo>
                      <a:pt x="218249" y="215825"/>
                    </a:lnTo>
                    <a:lnTo>
                      <a:pt x="202984" y="215298"/>
                    </a:lnTo>
                    <a:lnTo>
                      <a:pt x="206668" y="219246"/>
                    </a:lnTo>
                    <a:lnTo>
                      <a:pt x="191404" y="218718"/>
                    </a:lnTo>
                    <a:lnTo>
                      <a:pt x="195088" y="222666"/>
                    </a:lnTo>
                    <a:lnTo>
                      <a:pt x="175876" y="225822"/>
                    </a:lnTo>
                    <a:lnTo>
                      <a:pt x="180352" y="206874"/>
                    </a:lnTo>
                    <a:lnTo>
                      <a:pt x="184036" y="210822"/>
                    </a:lnTo>
                    <a:lnTo>
                      <a:pt x="184563" y="195557"/>
                    </a:lnTo>
                    <a:lnTo>
                      <a:pt x="188248" y="199505"/>
                    </a:lnTo>
                    <a:lnTo>
                      <a:pt x="188775" y="184241"/>
                    </a:lnTo>
                    <a:lnTo>
                      <a:pt x="192196" y="195821"/>
                    </a:lnTo>
                    <a:lnTo>
                      <a:pt x="199828" y="196085"/>
                    </a:lnTo>
                    <a:lnTo>
                      <a:pt x="199564" y="203717"/>
                    </a:lnTo>
                    <a:lnTo>
                      <a:pt x="207196" y="203981"/>
                    </a:lnTo>
                    <a:lnTo>
                      <a:pt x="206932" y="211613"/>
                    </a:lnTo>
                    <a:lnTo>
                      <a:pt x="218249" y="215825"/>
                    </a:lnTo>
                    <a:lnTo>
                      <a:pt x="210616" y="215561"/>
                    </a:lnTo>
                    <a:lnTo>
                      <a:pt x="210880" y="207929"/>
                    </a:lnTo>
                    <a:lnTo>
                      <a:pt x="203248" y="207665"/>
                    </a:lnTo>
                    <a:lnTo>
                      <a:pt x="203512" y="200033"/>
                    </a:lnTo>
                    <a:lnTo>
                      <a:pt x="195880" y="199769"/>
                    </a:lnTo>
                    <a:lnTo>
                      <a:pt x="196144" y="192137"/>
                    </a:lnTo>
                    <a:lnTo>
                      <a:pt x="188511" y="191873"/>
                    </a:lnTo>
                    <a:lnTo>
                      <a:pt x="184563" y="195557"/>
                    </a:lnTo>
                    <a:lnTo>
                      <a:pt x="188248" y="199505"/>
                    </a:lnTo>
                    <a:lnTo>
                      <a:pt x="180352" y="206874"/>
                    </a:lnTo>
                    <a:lnTo>
                      <a:pt x="184036" y="210822"/>
                    </a:lnTo>
                    <a:lnTo>
                      <a:pt x="171928" y="229506"/>
                    </a:lnTo>
                    <a:lnTo>
                      <a:pt x="179824" y="222138"/>
                    </a:lnTo>
                    <a:lnTo>
                      <a:pt x="183508" y="226086"/>
                    </a:lnTo>
                    <a:lnTo>
                      <a:pt x="191404" y="218718"/>
                    </a:lnTo>
                    <a:lnTo>
                      <a:pt x="195088" y="222666"/>
                    </a:lnTo>
                    <a:lnTo>
                      <a:pt x="202984" y="215298"/>
                    </a:lnTo>
                    <a:lnTo>
                      <a:pt x="206668" y="219246"/>
                    </a:lnTo>
                    <a:lnTo>
                      <a:pt x="210616" y="21556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48" name="Контур"/>
              <p:cNvSpPr/>
              <p:nvPr/>
            </p:nvSpPr>
            <p:spPr>
              <a:xfrm>
                <a:off x="252000" y="1584000"/>
                <a:ext cx="386142" cy="360164"/>
              </a:xfrm>
              <a:custGeom>
                <a:avLst/>
                <a:gdLst/>
                <a:ahLst/>
                <a:cxnLst/>
                <a:rect l="l" t="t" r="r" b="b"/>
                <a:pathLst>
                  <a:path w="386142" h="360164" fill="none">
                    <a:moveTo>
                      <a:pt x="386142" y="0"/>
                    </a:moveTo>
                    <a:lnTo>
                      <a:pt x="375407" y="10013"/>
                    </a:lnTo>
                    <a:moveTo>
                      <a:pt x="375407" y="10013"/>
                    </a:moveTo>
                    <a:lnTo>
                      <a:pt x="347765" y="35795"/>
                    </a:lnTo>
                    <a:moveTo>
                      <a:pt x="347765" y="35795"/>
                    </a:moveTo>
                    <a:lnTo>
                      <a:pt x="320123" y="61578"/>
                    </a:lnTo>
                    <a:moveTo>
                      <a:pt x="320123" y="61578"/>
                    </a:moveTo>
                    <a:lnTo>
                      <a:pt x="292480" y="87361"/>
                    </a:lnTo>
                    <a:moveTo>
                      <a:pt x="292480" y="87361"/>
                    </a:moveTo>
                    <a:lnTo>
                      <a:pt x="264838" y="113143"/>
                    </a:lnTo>
                    <a:moveTo>
                      <a:pt x="264838" y="113143"/>
                    </a:moveTo>
                    <a:lnTo>
                      <a:pt x="237196" y="138926"/>
                    </a:lnTo>
                    <a:moveTo>
                      <a:pt x="237196" y="138926"/>
                    </a:moveTo>
                    <a:lnTo>
                      <a:pt x="209554" y="164709"/>
                    </a:lnTo>
                    <a:moveTo>
                      <a:pt x="209554" y="164709"/>
                    </a:moveTo>
                    <a:lnTo>
                      <a:pt x="181911" y="190491"/>
                    </a:lnTo>
                    <a:moveTo>
                      <a:pt x="181911" y="190491"/>
                    </a:moveTo>
                    <a:lnTo>
                      <a:pt x="154269" y="216274"/>
                    </a:lnTo>
                    <a:moveTo>
                      <a:pt x="154269" y="216274"/>
                    </a:moveTo>
                    <a:lnTo>
                      <a:pt x="126627" y="242056"/>
                    </a:lnTo>
                    <a:moveTo>
                      <a:pt x="126627" y="242056"/>
                    </a:moveTo>
                    <a:lnTo>
                      <a:pt x="98984" y="267839"/>
                    </a:lnTo>
                    <a:moveTo>
                      <a:pt x="98984" y="267839"/>
                    </a:moveTo>
                    <a:lnTo>
                      <a:pt x="71342" y="293622"/>
                    </a:lnTo>
                    <a:moveTo>
                      <a:pt x="71342" y="293622"/>
                    </a:moveTo>
                    <a:lnTo>
                      <a:pt x="43700" y="319404"/>
                    </a:lnTo>
                    <a:moveTo>
                      <a:pt x="43700" y="319404"/>
                    </a:moveTo>
                    <a:lnTo>
                      <a:pt x="16058" y="345187"/>
                    </a:lnTo>
                    <a:moveTo>
                      <a:pt x="16058" y="345187"/>
                    </a:moveTo>
                    <a:lnTo>
                      <a:pt x="0" y="36016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49" name="Контур"/>
              <p:cNvSpPr/>
              <p:nvPr/>
            </p:nvSpPr>
            <p:spPr>
              <a:xfrm>
                <a:off x="571501" y="3050150"/>
                <a:ext cx="1406828" cy="1435345"/>
              </a:xfrm>
              <a:custGeom>
                <a:avLst/>
                <a:gdLst/>
                <a:ahLst/>
                <a:cxnLst/>
                <a:rect l="l" t="t" r="r" b="b"/>
                <a:pathLst>
                  <a:path w="1406828" h="1435345" fill="none">
                    <a:moveTo>
                      <a:pt x="0" y="70365"/>
                    </a:moveTo>
                    <a:lnTo>
                      <a:pt x="65539" y="1861"/>
                    </a:lnTo>
                    <a:lnTo>
                      <a:pt x="96728" y="1329"/>
                    </a:lnTo>
                    <a:moveTo>
                      <a:pt x="96728" y="1329"/>
                    </a:moveTo>
                    <a:lnTo>
                      <a:pt x="174598" y="0"/>
                    </a:lnTo>
                    <a:lnTo>
                      <a:pt x="207422" y="35186"/>
                    </a:lnTo>
                    <a:moveTo>
                      <a:pt x="207422" y="35186"/>
                    </a:moveTo>
                    <a:lnTo>
                      <a:pt x="293371" y="127320"/>
                    </a:lnTo>
                    <a:moveTo>
                      <a:pt x="293371" y="127320"/>
                    </a:moveTo>
                    <a:lnTo>
                      <a:pt x="379321" y="219454"/>
                    </a:lnTo>
                    <a:moveTo>
                      <a:pt x="379321" y="219454"/>
                    </a:moveTo>
                    <a:lnTo>
                      <a:pt x="465270" y="311588"/>
                    </a:lnTo>
                    <a:moveTo>
                      <a:pt x="465270" y="311588"/>
                    </a:moveTo>
                    <a:lnTo>
                      <a:pt x="551219" y="403722"/>
                    </a:lnTo>
                    <a:moveTo>
                      <a:pt x="551219" y="403722"/>
                    </a:moveTo>
                    <a:lnTo>
                      <a:pt x="637169" y="495856"/>
                    </a:lnTo>
                    <a:moveTo>
                      <a:pt x="637169" y="495856"/>
                    </a:moveTo>
                    <a:lnTo>
                      <a:pt x="723118" y="587991"/>
                    </a:lnTo>
                    <a:moveTo>
                      <a:pt x="723118" y="587991"/>
                    </a:moveTo>
                    <a:lnTo>
                      <a:pt x="809067" y="680125"/>
                    </a:lnTo>
                    <a:moveTo>
                      <a:pt x="809067" y="680125"/>
                    </a:moveTo>
                    <a:lnTo>
                      <a:pt x="895017" y="772259"/>
                    </a:lnTo>
                    <a:moveTo>
                      <a:pt x="895017" y="772259"/>
                    </a:moveTo>
                    <a:lnTo>
                      <a:pt x="980966" y="864393"/>
                    </a:lnTo>
                    <a:moveTo>
                      <a:pt x="980966" y="864393"/>
                    </a:moveTo>
                    <a:lnTo>
                      <a:pt x="1066916" y="956527"/>
                    </a:lnTo>
                    <a:moveTo>
                      <a:pt x="1066916" y="956527"/>
                    </a:moveTo>
                    <a:lnTo>
                      <a:pt x="1152865" y="1048661"/>
                    </a:lnTo>
                    <a:moveTo>
                      <a:pt x="1152865" y="1048661"/>
                    </a:moveTo>
                    <a:lnTo>
                      <a:pt x="1238814" y="1140796"/>
                    </a:lnTo>
                    <a:moveTo>
                      <a:pt x="1238814" y="1140796"/>
                    </a:moveTo>
                    <a:lnTo>
                      <a:pt x="1324764" y="1232930"/>
                    </a:lnTo>
                    <a:moveTo>
                      <a:pt x="1324764" y="1232930"/>
                    </a:moveTo>
                    <a:lnTo>
                      <a:pt x="1406828" y="1320899"/>
                    </a:lnTo>
                    <a:lnTo>
                      <a:pt x="1406628" y="1326591"/>
                    </a:lnTo>
                    <a:moveTo>
                      <a:pt x="1406628" y="1326591"/>
                    </a:moveTo>
                    <a:lnTo>
                      <a:pt x="1402819" y="1435345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50" name="Контур"/>
              <p:cNvSpPr/>
              <p:nvPr/>
            </p:nvSpPr>
            <p:spPr>
              <a:xfrm>
                <a:off x="655610" y="2996949"/>
                <a:ext cx="1301628" cy="1286003"/>
              </a:xfrm>
              <a:custGeom>
                <a:avLst/>
                <a:gdLst/>
                <a:ahLst/>
                <a:cxnLst/>
                <a:rect l="l" t="t" r="r" b="b"/>
                <a:pathLst>
                  <a:path w="1301628" h="1286003" fill="none">
                    <a:moveTo>
                      <a:pt x="43193" y="0"/>
                    </a:moveTo>
                    <a:lnTo>
                      <a:pt x="22334" y="43562"/>
                    </a:lnTo>
                    <a:lnTo>
                      <a:pt x="0" y="737"/>
                    </a:lnTo>
                    <a:lnTo>
                      <a:pt x="43193" y="0"/>
                    </a:lnTo>
                    <a:lnTo>
                      <a:pt x="37794" y="92"/>
                    </a:lnTo>
                    <a:lnTo>
                      <a:pt x="22149" y="32764"/>
                    </a:lnTo>
                    <a:lnTo>
                      <a:pt x="5399" y="645"/>
                    </a:lnTo>
                    <a:lnTo>
                      <a:pt x="5491" y="6044"/>
                    </a:lnTo>
                    <a:lnTo>
                      <a:pt x="37886" y="5491"/>
                    </a:lnTo>
                    <a:lnTo>
                      <a:pt x="37794" y="92"/>
                    </a:lnTo>
                    <a:lnTo>
                      <a:pt x="43193" y="0"/>
                    </a:lnTo>
                    <a:lnTo>
                      <a:pt x="32579" y="10983"/>
                    </a:lnTo>
                    <a:lnTo>
                      <a:pt x="37978" y="10891"/>
                    </a:lnTo>
                    <a:lnTo>
                      <a:pt x="27364" y="21873"/>
                    </a:lnTo>
                    <a:lnTo>
                      <a:pt x="32763" y="21781"/>
                    </a:lnTo>
                    <a:lnTo>
                      <a:pt x="22242" y="38163"/>
                    </a:lnTo>
                    <a:lnTo>
                      <a:pt x="11167" y="22150"/>
                    </a:lnTo>
                    <a:lnTo>
                      <a:pt x="16566" y="22058"/>
                    </a:lnTo>
                    <a:lnTo>
                      <a:pt x="5583" y="11444"/>
                    </a:lnTo>
                    <a:lnTo>
                      <a:pt x="10982" y="11351"/>
                    </a:lnTo>
                    <a:lnTo>
                      <a:pt x="0" y="737"/>
                    </a:lnTo>
                    <a:lnTo>
                      <a:pt x="10890" y="5952"/>
                    </a:lnTo>
                    <a:lnTo>
                      <a:pt x="16197" y="461"/>
                    </a:lnTo>
                    <a:lnTo>
                      <a:pt x="21689" y="5768"/>
                    </a:lnTo>
                    <a:lnTo>
                      <a:pt x="26996" y="277"/>
                    </a:lnTo>
                    <a:lnTo>
                      <a:pt x="32487" y="5584"/>
                    </a:lnTo>
                    <a:lnTo>
                      <a:pt x="43193" y="0"/>
                    </a:lnTo>
                    <a:lnTo>
                      <a:pt x="37886" y="5491"/>
                    </a:lnTo>
                    <a:lnTo>
                      <a:pt x="32395" y="184"/>
                    </a:lnTo>
                    <a:lnTo>
                      <a:pt x="27088" y="5676"/>
                    </a:lnTo>
                    <a:lnTo>
                      <a:pt x="21596" y="369"/>
                    </a:lnTo>
                    <a:lnTo>
                      <a:pt x="16289" y="5860"/>
                    </a:lnTo>
                    <a:lnTo>
                      <a:pt x="10798" y="553"/>
                    </a:lnTo>
                    <a:lnTo>
                      <a:pt x="5491" y="6044"/>
                    </a:lnTo>
                    <a:lnTo>
                      <a:pt x="5583" y="11444"/>
                    </a:lnTo>
                    <a:lnTo>
                      <a:pt x="10982" y="11351"/>
                    </a:lnTo>
                    <a:lnTo>
                      <a:pt x="11167" y="22150"/>
                    </a:lnTo>
                    <a:lnTo>
                      <a:pt x="16566" y="22058"/>
                    </a:lnTo>
                    <a:lnTo>
                      <a:pt x="22334" y="43562"/>
                    </a:lnTo>
                    <a:lnTo>
                      <a:pt x="22149" y="32764"/>
                    </a:lnTo>
                    <a:lnTo>
                      <a:pt x="27549" y="32672"/>
                    </a:lnTo>
                    <a:lnTo>
                      <a:pt x="27364" y="21873"/>
                    </a:lnTo>
                    <a:lnTo>
                      <a:pt x="32763" y="21781"/>
                    </a:lnTo>
                    <a:lnTo>
                      <a:pt x="32579" y="10983"/>
                    </a:lnTo>
                    <a:lnTo>
                      <a:pt x="37978" y="10891"/>
                    </a:lnTo>
                    <a:lnTo>
                      <a:pt x="37886" y="5491"/>
                    </a:lnTo>
                    <a:moveTo>
                      <a:pt x="270236" y="166719"/>
                    </a:moveTo>
                    <a:lnTo>
                      <a:pt x="223913" y="180393"/>
                    </a:lnTo>
                    <a:lnTo>
                      <a:pt x="240767" y="135130"/>
                    </a:lnTo>
                    <a:lnTo>
                      <a:pt x="270236" y="166719"/>
                    </a:lnTo>
                    <a:lnTo>
                      <a:pt x="266552" y="162770"/>
                    </a:lnTo>
                    <a:lnTo>
                      <a:pt x="231810" y="173026"/>
                    </a:lnTo>
                    <a:lnTo>
                      <a:pt x="244451" y="139079"/>
                    </a:lnTo>
                    <a:lnTo>
                      <a:pt x="240502" y="142762"/>
                    </a:lnTo>
                    <a:lnTo>
                      <a:pt x="262603" y="166454"/>
                    </a:lnTo>
                    <a:lnTo>
                      <a:pt x="266552" y="162770"/>
                    </a:lnTo>
                    <a:lnTo>
                      <a:pt x="270236" y="166719"/>
                    </a:lnTo>
                    <a:lnTo>
                      <a:pt x="254971" y="166189"/>
                    </a:lnTo>
                    <a:lnTo>
                      <a:pt x="258655" y="170137"/>
                    </a:lnTo>
                    <a:lnTo>
                      <a:pt x="243391" y="169607"/>
                    </a:lnTo>
                    <a:lnTo>
                      <a:pt x="247074" y="173556"/>
                    </a:lnTo>
                    <a:lnTo>
                      <a:pt x="227861" y="176709"/>
                    </a:lnTo>
                    <a:lnTo>
                      <a:pt x="232340" y="157761"/>
                    </a:lnTo>
                    <a:lnTo>
                      <a:pt x="236023" y="161710"/>
                    </a:lnTo>
                    <a:lnTo>
                      <a:pt x="236554" y="146446"/>
                    </a:lnTo>
                    <a:lnTo>
                      <a:pt x="240237" y="150394"/>
                    </a:lnTo>
                    <a:lnTo>
                      <a:pt x="240767" y="135130"/>
                    </a:lnTo>
                    <a:lnTo>
                      <a:pt x="244186" y="146711"/>
                    </a:lnTo>
                    <a:lnTo>
                      <a:pt x="251818" y="146976"/>
                    </a:lnTo>
                    <a:lnTo>
                      <a:pt x="251553" y="154608"/>
                    </a:lnTo>
                    <a:lnTo>
                      <a:pt x="259185" y="154873"/>
                    </a:lnTo>
                    <a:lnTo>
                      <a:pt x="258920" y="162505"/>
                    </a:lnTo>
                    <a:lnTo>
                      <a:pt x="270236" y="166719"/>
                    </a:lnTo>
                    <a:lnTo>
                      <a:pt x="262603" y="166454"/>
                    </a:lnTo>
                    <a:lnTo>
                      <a:pt x="262869" y="158822"/>
                    </a:lnTo>
                    <a:lnTo>
                      <a:pt x="255236" y="158556"/>
                    </a:lnTo>
                    <a:lnTo>
                      <a:pt x="255501" y="150924"/>
                    </a:lnTo>
                    <a:lnTo>
                      <a:pt x="247869" y="150659"/>
                    </a:lnTo>
                    <a:lnTo>
                      <a:pt x="248134" y="143027"/>
                    </a:lnTo>
                    <a:lnTo>
                      <a:pt x="240502" y="142762"/>
                    </a:lnTo>
                    <a:lnTo>
                      <a:pt x="236554" y="146446"/>
                    </a:lnTo>
                    <a:lnTo>
                      <a:pt x="240237" y="150394"/>
                    </a:lnTo>
                    <a:lnTo>
                      <a:pt x="232340" y="157761"/>
                    </a:lnTo>
                    <a:lnTo>
                      <a:pt x="236023" y="161710"/>
                    </a:lnTo>
                    <a:lnTo>
                      <a:pt x="223913" y="180393"/>
                    </a:lnTo>
                    <a:lnTo>
                      <a:pt x="231810" y="173026"/>
                    </a:lnTo>
                    <a:lnTo>
                      <a:pt x="235493" y="176974"/>
                    </a:lnTo>
                    <a:lnTo>
                      <a:pt x="243391" y="169607"/>
                    </a:lnTo>
                    <a:lnTo>
                      <a:pt x="247074" y="173556"/>
                    </a:lnTo>
                    <a:lnTo>
                      <a:pt x="254971" y="166189"/>
                    </a:lnTo>
                    <a:lnTo>
                      <a:pt x="258655" y="170137"/>
                    </a:lnTo>
                    <a:lnTo>
                      <a:pt x="262603" y="166454"/>
                    </a:lnTo>
                    <a:moveTo>
                      <a:pt x="442134" y="350987"/>
                    </a:moveTo>
                    <a:lnTo>
                      <a:pt x="395811" y="364661"/>
                    </a:lnTo>
                    <a:lnTo>
                      <a:pt x="412666" y="319398"/>
                    </a:lnTo>
                    <a:lnTo>
                      <a:pt x="442134" y="350987"/>
                    </a:lnTo>
                    <a:lnTo>
                      <a:pt x="438451" y="347039"/>
                    </a:lnTo>
                    <a:lnTo>
                      <a:pt x="403709" y="357294"/>
                    </a:lnTo>
                    <a:lnTo>
                      <a:pt x="416350" y="323347"/>
                    </a:lnTo>
                    <a:lnTo>
                      <a:pt x="412401" y="327030"/>
                    </a:lnTo>
                    <a:lnTo>
                      <a:pt x="434502" y="350722"/>
                    </a:lnTo>
                    <a:lnTo>
                      <a:pt x="438451" y="347039"/>
                    </a:lnTo>
                    <a:lnTo>
                      <a:pt x="442134" y="350987"/>
                    </a:lnTo>
                    <a:lnTo>
                      <a:pt x="426870" y="350457"/>
                    </a:lnTo>
                    <a:lnTo>
                      <a:pt x="430554" y="354406"/>
                    </a:lnTo>
                    <a:lnTo>
                      <a:pt x="415289" y="353875"/>
                    </a:lnTo>
                    <a:lnTo>
                      <a:pt x="418973" y="357824"/>
                    </a:lnTo>
                    <a:lnTo>
                      <a:pt x="399760" y="360977"/>
                    </a:lnTo>
                    <a:lnTo>
                      <a:pt x="404239" y="342030"/>
                    </a:lnTo>
                    <a:lnTo>
                      <a:pt x="407922" y="345978"/>
                    </a:lnTo>
                    <a:lnTo>
                      <a:pt x="408452" y="330714"/>
                    </a:lnTo>
                    <a:lnTo>
                      <a:pt x="412136" y="334663"/>
                    </a:lnTo>
                    <a:lnTo>
                      <a:pt x="412666" y="319398"/>
                    </a:lnTo>
                    <a:lnTo>
                      <a:pt x="416084" y="330979"/>
                    </a:lnTo>
                    <a:lnTo>
                      <a:pt x="423717" y="331244"/>
                    </a:lnTo>
                    <a:lnTo>
                      <a:pt x="423452" y="338876"/>
                    </a:lnTo>
                    <a:lnTo>
                      <a:pt x="431084" y="339141"/>
                    </a:lnTo>
                    <a:lnTo>
                      <a:pt x="430819" y="346773"/>
                    </a:lnTo>
                    <a:lnTo>
                      <a:pt x="442134" y="350987"/>
                    </a:lnTo>
                    <a:lnTo>
                      <a:pt x="434502" y="350722"/>
                    </a:lnTo>
                    <a:lnTo>
                      <a:pt x="434767" y="343090"/>
                    </a:lnTo>
                    <a:lnTo>
                      <a:pt x="427135" y="342825"/>
                    </a:lnTo>
                    <a:lnTo>
                      <a:pt x="427400" y="335193"/>
                    </a:lnTo>
                    <a:lnTo>
                      <a:pt x="419768" y="334928"/>
                    </a:lnTo>
                    <a:lnTo>
                      <a:pt x="420033" y="327295"/>
                    </a:lnTo>
                    <a:lnTo>
                      <a:pt x="412401" y="327030"/>
                    </a:lnTo>
                    <a:lnTo>
                      <a:pt x="408452" y="330714"/>
                    </a:lnTo>
                    <a:lnTo>
                      <a:pt x="412136" y="334663"/>
                    </a:lnTo>
                    <a:lnTo>
                      <a:pt x="404239" y="342030"/>
                    </a:lnTo>
                    <a:lnTo>
                      <a:pt x="407922" y="345978"/>
                    </a:lnTo>
                    <a:lnTo>
                      <a:pt x="395811" y="364661"/>
                    </a:lnTo>
                    <a:lnTo>
                      <a:pt x="403709" y="357294"/>
                    </a:lnTo>
                    <a:lnTo>
                      <a:pt x="407392" y="361243"/>
                    </a:lnTo>
                    <a:lnTo>
                      <a:pt x="415289" y="353875"/>
                    </a:lnTo>
                    <a:lnTo>
                      <a:pt x="418973" y="357824"/>
                    </a:lnTo>
                    <a:lnTo>
                      <a:pt x="426870" y="350457"/>
                    </a:lnTo>
                    <a:lnTo>
                      <a:pt x="430554" y="354406"/>
                    </a:lnTo>
                    <a:lnTo>
                      <a:pt x="434502" y="350722"/>
                    </a:lnTo>
                    <a:moveTo>
                      <a:pt x="614033" y="535255"/>
                    </a:moveTo>
                    <a:lnTo>
                      <a:pt x="567710" y="548929"/>
                    </a:lnTo>
                    <a:lnTo>
                      <a:pt x="584565" y="503667"/>
                    </a:lnTo>
                    <a:lnTo>
                      <a:pt x="614033" y="535255"/>
                    </a:lnTo>
                    <a:lnTo>
                      <a:pt x="610350" y="531307"/>
                    </a:lnTo>
                    <a:lnTo>
                      <a:pt x="575607" y="541562"/>
                    </a:lnTo>
                    <a:lnTo>
                      <a:pt x="588248" y="507615"/>
                    </a:lnTo>
                    <a:lnTo>
                      <a:pt x="584300" y="511299"/>
                    </a:lnTo>
                    <a:lnTo>
                      <a:pt x="606401" y="534990"/>
                    </a:lnTo>
                    <a:lnTo>
                      <a:pt x="610350" y="531307"/>
                    </a:lnTo>
                    <a:lnTo>
                      <a:pt x="614033" y="535255"/>
                    </a:lnTo>
                    <a:lnTo>
                      <a:pt x="598769" y="534725"/>
                    </a:lnTo>
                    <a:lnTo>
                      <a:pt x="602452" y="538674"/>
                    </a:lnTo>
                    <a:lnTo>
                      <a:pt x="587188" y="538144"/>
                    </a:lnTo>
                    <a:lnTo>
                      <a:pt x="590872" y="542092"/>
                    </a:lnTo>
                    <a:lnTo>
                      <a:pt x="571659" y="545246"/>
                    </a:lnTo>
                    <a:lnTo>
                      <a:pt x="576137" y="526298"/>
                    </a:lnTo>
                    <a:lnTo>
                      <a:pt x="579821" y="530247"/>
                    </a:lnTo>
                    <a:lnTo>
                      <a:pt x="580351" y="514982"/>
                    </a:lnTo>
                    <a:lnTo>
                      <a:pt x="584035" y="518931"/>
                    </a:lnTo>
                    <a:lnTo>
                      <a:pt x="584565" y="503667"/>
                    </a:lnTo>
                    <a:lnTo>
                      <a:pt x="587983" y="515247"/>
                    </a:lnTo>
                    <a:lnTo>
                      <a:pt x="595615" y="515512"/>
                    </a:lnTo>
                    <a:lnTo>
                      <a:pt x="595350" y="523145"/>
                    </a:lnTo>
                    <a:lnTo>
                      <a:pt x="602982" y="523410"/>
                    </a:lnTo>
                    <a:lnTo>
                      <a:pt x="602717" y="531042"/>
                    </a:lnTo>
                    <a:lnTo>
                      <a:pt x="614033" y="535255"/>
                    </a:lnTo>
                    <a:lnTo>
                      <a:pt x="606401" y="534990"/>
                    </a:lnTo>
                    <a:lnTo>
                      <a:pt x="606666" y="527358"/>
                    </a:lnTo>
                    <a:lnTo>
                      <a:pt x="599034" y="527093"/>
                    </a:lnTo>
                    <a:lnTo>
                      <a:pt x="599299" y="519461"/>
                    </a:lnTo>
                    <a:lnTo>
                      <a:pt x="591667" y="519196"/>
                    </a:lnTo>
                    <a:lnTo>
                      <a:pt x="591932" y="511564"/>
                    </a:lnTo>
                    <a:lnTo>
                      <a:pt x="584300" y="511299"/>
                    </a:lnTo>
                    <a:lnTo>
                      <a:pt x="580351" y="514982"/>
                    </a:lnTo>
                    <a:lnTo>
                      <a:pt x="584035" y="518931"/>
                    </a:lnTo>
                    <a:lnTo>
                      <a:pt x="576137" y="526298"/>
                    </a:lnTo>
                    <a:lnTo>
                      <a:pt x="579821" y="530247"/>
                    </a:lnTo>
                    <a:lnTo>
                      <a:pt x="567710" y="548929"/>
                    </a:lnTo>
                    <a:lnTo>
                      <a:pt x="575607" y="541562"/>
                    </a:lnTo>
                    <a:lnTo>
                      <a:pt x="579291" y="545511"/>
                    </a:lnTo>
                    <a:lnTo>
                      <a:pt x="587188" y="538144"/>
                    </a:lnTo>
                    <a:lnTo>
                      <a:pt x="590872" y="542092"/>
                    </a:lnTo>
                    <a:lnTo>
                      <a:pt x="598769" y="534725"/>
                    </a:lnTo>
                    <a:lnTo>
                      <a:pt x="602452" y="538674"/>
                    </a:lnTo>
                    <a:lnTo>
                      <a:pt x="606401" y="534990"/>
                    </a:lnTo>
                    <a:moveTo>
                      <a:pt x="785932" y="719524"/>
                    </a:moveTo>
                    <a:lnTo>
                      <a:pt x="739609" y="733198"/>
                    </a:lnTo>
                    <a:lnTo>
                      <a:pt x="756463" y="687935"/>
                    </a:lnTo>
                    <a:lnTo>
                      <a:pt x="785932" y="719524"/>
                    </a:lnTo>
                    <a:lnTo>
                      <a:pt x="782248" y="715575"/>
                    </a:lnTo>
                    <a:lnTo>
                      <a:pt x="747506" y="725831"/>
                    </a:lnTo>
                    <a:lnTo>
                      <a:pt x="760147" y="691884"/>
                    </a:lnTo>
                    <a:lnTo>
                      <a:pt x="756198" y="695567"/>
                    </a:lnTo>
                    <a:lnTo>
                      <a:pt x="778300" y="719259"/>
                    </a:lnTo>
                    <a:lnTo>
                      <a:pt x="782248" y="715575"/>
                    </a:lnTo>
                    <a:lnTo>
                      <a:pt x="785932" y="719524"/>
                    </a:lnTo>
                    <a:lnTo>
                      <a:pt x="770668" y="718994"/>
                    </a:lnTo>
                    <a:lnTo>
                      <a:pt x="774351" y="722942"/>
                    </a:lnTo>
                    <a:lnTo>
                      <a:pt x="759087" y="722412"/>
                    </a:lnTo>
                    <a:lnTo>
                      <a:pt x="762770" y="726361"/>
                    </a:lnTo>
                    <a:lnTo>
                      <a:pt x="743557" y="729514"/>
                    </a:lnTo>
                    <a:lnTo>
                      <a:pt x="748036" y="710566"/>
                    </a:lnTo>
                    <a:lnTo>
                      <a:pt x="751720" y="714515"/>
                    </a:lnTo>
                    <a:lnTo>
                      <a:pt x="752250" y="699251"/>
                    </a:lnTo>
                    <a:lnTo>
                      <a:pt x="755933" y="703199"/>
                    </a:lnTo>
                    <a:lnTo>
                      <a:pt x="756463" y="687935"/>
                    </a:lnTo>
                    <a:lnTo>
                      <a:pt x="759882" y="699516"/>
                    </a:lnTo>
                    <a:lnTo>
                      <a:pt x="767514" y="699781"/>
                    </a:lnTo>
                    <a:lnTo>
                      <a:pt x="767249" y="707413"/>
                    </a:lnTo>
                    <a:lnTo>
                      <a:pt x="774881" y="707678"/>
                    </a:lnTo>
                    <a:lnTo>
                      <a:pt x="774616" y="715310"/>
                    </a:lnTo>
                    <a:lnTo>
                      <a:pt x="785932" y="719524"/>
                    </a:lnTo>
                    <a:lnTo>
                      <a:pt x="778300" y="719259"/>
                    </a:lnTo>
                    <a:lnTo>
                      <a:pt x="778565" y="711627"/>
                    </a:lnTo>
                    <a:lnTo>
                      <a:pt x="770933" y="711362"/>
                    </a:lnTo>
                    <a:lnTo>
                      <a:pt x="771198" y="703729"/>
                    </a:lnTo>
                    <a:lnTo>
                      <a:pt x="763566" y="703464"/>
                    </a:lnTo>
                    <a:lnTo>
                      <a:pt x="763831" y="695832"/>
                    </a:lnTo>
                    <a:lnTo>
                      <a:pt x="756198" y="695567"/>
                    </a:lnTo>
                    <a:lnTo>
                      <a:pt x="752250" y="699251"/>
                    </a:lnTo>
                    <a:lnTo>
                      <a:pt x="755933" y="703199"/>
                    </a:lnTo>
                    <a:lnTo>
                      <a:pt x="748036" y="710566"/>
                    </a:lnTo>
                    <a:lnTo>
                      <a:pt x="751720" y="714515"/>
                    </a:lnTo>
                    <a:lnTo>
                      <a:pt x="739609" y="733198"/>
                    </a:lnTo>
                    <a:lnTo>
                      <a:pt x="747506" y="725831"/>
                    </a:lnTo>
                    <a:lnTo>
                      <a:pt x="751190" y="729779"/>
                    </a:lnTo>
                    <a:lnTo>
                      <a:pt x="759087" y="722412"/>
                    </a:lnTo>
                    <a:lnTo>
                      <a:pt x="762770" y="726361"/>
                    </a:lnTo>
                    <a:lnTo>
                      <a:pt x="770668" y="718994"/>
                    </a:lnTo>
                    <a:lnTo>
                      <a:pt x="774351" y="722942"/>
                    </a:lnTo>
                    <a:lnTo>
                      <a:pt x="778300" y="719259"/>
                    </a:lnTo>
                    <a:moveTo>
                      <a:pt x="957831" y="903792"/>
                    </a:moveTo>
                    <a:lnTo>
                      <a:pt x="911508" y="917466"/>
                    </a:lnTo>
                    <a:lnTo>
                      <a:pt x="928362" y="872203"/>
                    </a:lnTo>
                    <a:lnTo>
                      <a:pt x="957831" y="903792"/>
                    </a:lnTo>
                    <a:lnTo>
                      <a:pt x="954147" y="899844"/>
                    </a:lnTo>
                    <a:lnTo>
                      <a:pt x="919405" y="910099"/>
                    </a:lnTo>
                    <a:lnTo>
                      <a:pt x="932046" y="876152"/>
                    </a:lnTo>
                    <a:lnTo>
                      <a:pt x="928097" y="879835"/>
                    </a:lnTo>
                    <a:lnTo>
                      <a:pt x="950198" y="903527"/>
                    </a:lnTo>
                    <a:lnTo>
                      <a:pt x="954147" y="899844"/>
                    </a:lnTo>
                    <a:lnTo>
                      <a:pt x="957831" y="903792"/>
                    </a:lnTo>
                    <a:lnTo>
                      <a:pt x="942566" y="903262"/>
                    </a:lnTo>
                    <a:lnTo>
                      <a:pt x="946250" y="907211"/>
                    </a:lnTo>
                    <a:lnTo>
                      <a:pt x="930986" y="906680"/>
                    </a:lnTo>
                    <a:lnTo>
                      <a:pt x="934669" y="910629"/>
                    </a:lnTo>
                    <a:lnTo>
                      <a:pt x="915456" y="913783"/>
                    </a:lnTo>
                    <a:lnTo>
                      <a:pt x="919935" y="894835"/>
                    </a:lnTo>
                    <a:lnTo>
                      <a:pt x="923618" y="898783"/>
                    </a:lnTo>
                    <a:lnTo>
                      <a:pt x="924149" y="883519"/>
                    </a:lnTo>
                    <a:lnTo>
                      <a:pt x="927832" y="887468"/>
                    </a:lnTo>
                    <a:lnTo>
                      <a:pt x="928362" y="872203"/>
                    </a:lnTo>
                    <a:lnTo>
                      <a:pt x="931781" y="883784"/>
                    </a:lnTo>
                    <a:lnTo>
                      <a:pt x="939413" y="884049"/>
                    </a:lnTo>
                    <a:lnTo>
                      <a:pt x="939148" y="891681"/>
                    </a:lnTo>
                    <a:lnTo>
                      <a:pt x="946780" y="891946"/>
                    </a:lnTo>
                    <a:lnTo>
                      <a:pt x="946515" y="899578"/>
                    </a:lnTo>
                    <a:lnTo>
                      <a:pt x="957831" y="903792"/>
                    </a:lnTo>
                    <a:lnTo>
                      <a:pt x="950198" y="903527"/>
                    </a:lnTo>
                    <a:lnTo>
                      <a:pt x="950464" y="895895"/>
                    </a:lnTo>
                    <a:lnTo>
                      <a:pt x="942831" y="895630"/>
                    </a:lnTo>
                    <a:lnTo>
                      <a:pt x="943096" y="887998"/>
                    </a:lnTo>
                    <a:lnTo>
                      <a:pt x="935464" y="887733"/>
                    </a:lnTo>
                    <a:lnTo>
                      <a:pt x="935729" y="880100"/>
                    </a:lnTo>
                    <a:lnTo>
                      <a:pt x="928097" y="879835"/>
                    </a:lnTo>
                    <a:lnTo>
                      <a:pt x="924149" y="883519"/>
                    </a:lnTo>
                    <a:lnTo>
                      <a:pt x="927832" y="887468"/>
                    </a:lnTo>
                    <a:lnTo>
                      <a:pt x="919935" y="894835"/>
                    </a:lnTo>
                    <a:lnTo>
                      <a:pt x="923618" y="898783"/>
                    </a:lnTo>
                    <a:lnTo>
                      <a:pt x="911508" y="917466"/>
                    </a:lnTo>
                    <a:lnTo>
                      <a:pt x="919405" y="910099"/>
                    </a:lnTo>
                    <a:lnTo>
                      <a:pt x="923088" y="914048"/>
                    </a:lnTo>
                    <a:lnTo>
                      <a:pt x="930986" y="906680"/>
                    </a:lnTo>
                    <a:lnTo>
                      <a:pt x="934669" y="910629"/>
                    </a:lnTo>
                    <a:lnTo>
                      <a:pt x="942566" y="903262"/>
                    </a:lnTo>
                    <a:lnTo>
                      <a:pt x="946250" y="907211"/>
                    </a:lnTo>
                    <a:lnTo>
                      <a:pt x="950198" y="903527"/>
                    </a:lnTo>
                    <a:moveTo>
                      <a:pt x="1129729" y="1088060"/>
                    </a:moveTo>
                    <a:lnTo>
                      <a:pt x="1083406" y="1101734"/>
                    </a:lnTo>
                    <a:lnTo>
                      <a:pt x="1100261" y="1056472"/>
                    </a:lnTo>
                    <a:lnTo>
                      <a:pt x="1129729" y="1088060"/>
                    </a:lnTo>
                    <a:lnTo>
                      <a:pt x="1126046" y="1084112"/>
                    </a:lnTo>
                    <a:lnTo>
                      <a:pt x="1091304" y="1094367"/>
                    </a:lnTo>
                    <a:lnTo>
                      <a:pt x="1103945" y="1060420"/>
                    </a:lnTo>
                    <a:lnTo>
                      <a:pt x="1099996" y="1064104"/>
                    </a:lnTo>
                    <a:lnTo>
                      <a:pt x="1122097" y="1087795"/>
                    </a:lnTo>
                    <a:lnTo>
                      <a:pt x="1126046" y="1084112"/>
                    </a:lnTo>
                    <a:lnTo>
                      <a:pt x="1129729" y="1088060"/>
                    </a:lnTo>
                    <a:lnTo>
                      <a:pt x="1114465" y="1087530"/>
                    </a:lnTo>
                    <a:lnTo>
                      <a:pt x="1118149" y="1091479"/>
                    </a:lnTo>
                    <a:lnTo>
                      <a:pt x="1102884" y="1090949"/>
                    </a:lnTo>
                    <a:lnTo>
                      <a:pt x="1106568" y="1094897"/>
                    </a:lnTo>
                    <a:lnTo>
                      <a:pt x="1087355" y="1098051"/>
                    </a:lnTo>
                    <a:lnTo>
                      <a:pt x="1091834" y="1079103"/>
                    </a:lnTo>
                    <a:lnTo>
                      <a:pt x="1095517" y="1083052"/>
                    </a:lnTo>
                    <a:lnTo>
                      <a:pt x="1096047" y="1067787"/>
                    </a:lnTo>
                    <a:lnTo>
                      <a:pt x="1099731" y="1071736"/>
                    </a:lnTo>
                    <a:lnTo>
                      <a:pt x="1100261" y="1056472"/>
                    </a:lnTo>
                    <a:lnTo>
                      <a:pt x="1103679" y="1068052"/>
                    </a:lnTo>
                    <a:lnTo>
                      <a:pt x="1111312" y="1068317"/>
                    </a:lnTo>
                    <a:lnTo>
                      <a:pt x="1111047" y="1075950"/>
                    </a:lnTo>
                    <a:lnTo>
                      <a:pt x="1118679" y="1076215"/>
                    </a:lnTo>
                    <a:lnTo>
                      <a:pt x="1118414" y="1083847"/>
                    </a:lnTo>
                    <a:lnTo>
                      <a:pt x="1129729" y="1088060"/>
                    </a:lnTo>
                    <a:lnTo>
                      <a:pt x="1122097" y="1087795"/>
                    </a:lnTo>
                    <a:lnTo>
                      <a:pt x="1122362" y="1080163"/>
                    </a:lnTo>
                    <a:lnTo>
                      <a:pt x="1114730" y="1079898"/>
                    </a:lnTo>
                    <a:lnTo>
                      <a:pt x="1114995" y="1072266"/>
                    </a:lnTo>
                    <a:lnTo>
                      <a:pt x="1107363" y="1072001"/>
                    </a:lnTo>
                    <a:lnTo>
                      <a:pt x="1107628" y="1064369"/>
                    </a:lnTo>
                    <a:lnTo>
                      <a:pt x="1099996" y="1064104"/>
                    </a:lnTo>
                    <a:lnTo>
                      <a:pt x="1096047" y="1067787"/>
                    </a:lnTo>
                    <a:lnTo>
                      <a:pt x="1099731" y="1071736"/>
                    </a:lnTo>
                    <a:lnTo>
                      <a:pt x="1091834" y="1079103"/>
                    </a:lnTo>
                    <a:lnTo>
                      <a:pt x="1095517" y="1083052"/>
                    </a:lnTo>
                    <a:lnTo>
                      <a:pt x="1083406" y="1101734"/>
                    </a:lnTo>
                    <a:lnTo>
                      <a:pt x="1091304" y="1094367"/>
                    </a:lnTo>
                    <a:lnTo>
                      <a:pt x="1094987" y="1098316"/>
                    </a:lnTo>
                    <a:lnTo>
                      <a:pt x="1102884" y="1090949"/>
                    </a:lnTo>
                    <a:lnTo>
                      <a:pt x="1106568" y="1094897"/>
                    </a:lnTo>
                    <a:lnTo>
                      <a:pt x="1114465" y="1087530"/>
                    </a:lnTo>
                    <a:lnTo>
                      <a:pt x="1118149" y="1091479"/>
                    </a:lnTo>
                    <a:lnTo>
                      <a:pt x="1122097" y="1087795"/>
                    </a:lnTo>
                    <a:moveTo>
                      <a:pt x="1301628" y="1272329"/>
                    </a:moveTo>
                    <a:lnTo>
                      <a:pt x="1255305" y="1286003"/>
                    </a:lnTo>
                    <a:lnTo>
                      <a:pt x="1272160" y="1240740"/>
                    </a:lnTo>
                    <a:lnTo>
                      <a:pt x="1301628" y="1272329"/>
                    </a:lnTo>
                    <a:lnTo>
                      <a:pt x="1297945" y="1268380"/>
                    </a:lnTo>
                    <a:lnTo>
                      <a:pt x="1263202" y="1278636"/>
                    </a:lnTo>
                    <a:lnTo>
                      <a:pt x="1275843" y="1244689"/>
                    </a:lnTo>
                    <a:lnTo>
                      <a:pt x="1271895" y="1248372"/>
                    </a:lnTo>
                    <a:lnTo>
                      <a:pt x="1293996" y="1272064"/>
                    </a:lnTo>
                    <a:lnTo>
                      <a:pt x="1297945" y="1268380"/>
                    </a:lnTo>
                    <a:lnTo>
                      <a:pt x="1301628" y="1272329"/>
                    </a:lnTo>
                    <a:lnTo>
                      <a:pt x="1286364" y="1271799"/>
                    </a:lnTo>
                    <a:lnTo>
                      <a:pt x="1290047" y="1275747"/>
                    </a:lnTo>
                    <a:lnTo>
                      <a:pt x="1274783" y="1275217"/>
                    </a:lnTo>
                    <a:lnTo>
                      <a:pt x="1278467" y="1279166"/>
                    </a:lnTo>
                    <a:lnTo>
                      <a:pt x="1259254" y="1282319"/>
                    </a:lnTo>
                    <a:lnTo>
                      <a:pt x="1263732" y="1263371"/>
                    </a:lnTo>
                    <a:lnTo>
                      <a:pt x="1267416" y="1267320"/>
                    </a:lnTo>
                    <a:lnTo>
                      <a:pt x="1267946" y="1252056"/>
                    </a:lnTo>
                    <a:lnTo>
                      <a:pt x="1271630" y="1256004"/>
                    </a:lnTo>
                    <a:lnTo>
                      <a:pt x="1272160" y="1240740"/>
                    </a:lnTo>
                    <a:lnTo>
                      <a:pt x="1275578" y="1252321"/>
                    </a:lnTo>
                    <a:lnTo>
                      <a:pt x="1283210" y="1252586"/>
                    </a:lnTo>
                    <a:lnTo>
                      <a:pt x="1282945" y="1260218"/>
                    </a:lnTo>
                    <a:lnTo>
                      <a:pt x="1290577" y="1260483"/>
                    </a:lnTo>
                    <a:lnTo>
                      <a:pt x="1290312" y="1268115"/>
                    </a:lnTo>
                    <a:lnTo>
                      <a:pt x="1301628" y="1272329"/>
                    </a:lnTo>
                    <a:lnTo>
                      <a:pt x="1293996" y="1272064"/>
                    </a:lnTo>
                    <a:lnTo>
                      <a:pt x="1294261" y="1264432"/>
                    </a:lnTo>
                    <a:lnTo>
                      <a:pt x="1286629" y="1264167"/>
                    </a:lnTo>
                    <a:lnTo>
                      <a:pt x="1286894" y="1256534"/>
                    </a:lnTo>
                    <a:lnTo>
                      <a:pt x="1279262" y="1256269"/>
                    </a:lnTo>
                    <a:lnTo>
                      <a:pt x="1279527" y="1248637"/>
                    </a:lnTo>
                    <a:lnTo>
                      <a:pt x="1271895" y="1248372"/>
                    </a:lnTo>
                    <a:lnTo>
                      <a:pt x="1267946" y="1252056"/>
                    </a:lnTo>
                    <a:lnTo>
                      <a:pt x="1271630" y="1256004"/>
                    </a:lnTo>
                    <a:lnTo>
                      <a:pt x="1263732" y="1263371"/>
                    </a:lnTo>
                    <a:lnTo>
                      <a:pt x="1267416" y="1267320"/>
                    </a:lnTo>
                    <a:lnTo>
                      <a:pt x="1255305" y="1286003"/>
                    </a:lnTo>
                    <a:lnTo>
                      <a:pt x="1263202" y="1278636"/>
                    </a:lnTo>
                    <a:lnTo>
                      <a:pt x="1266886" y="1282584"/>
                    </a:lnTo>
                    <a:lnTo>
                      <a:pt x="1274783" y="1275217"/>
                    </a:lnTo>
                    <a:lnTo>
                      <a:pt x="1278467" y="1279166"/>
                    </a:lnTo>
                    <a:lnTo>
                      <a:pt x="1286364" y="1271799"/>
                    </a:lnTo>
                    <a:lnTo>
                      <a:pt x="1290047" y="1275747"/>
                    </a:lnTo>
                    <a:lnTo>
                      <a:pt x="1293996" y="127206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51" name="Контур"/>
              <p:cNvSpPr/>
              <p:nvPr/>
            </p:nvSpPr>
            <p:spPr>
              <a:xfrm>
                <a:off x="252000" y="2371294"/>
                <a:ext cx="2289437" cy="1896489"/>
              </a:xfrm>
              <a:custGeom>
                <a:avLst/>
                <a:gdLst/>
                <a:ahLst/>
                <a:cxnLst/>
                <a:rect l="l" t="t" r="r" b="b"/>
                <a:pathLst>
                  <a:path w="2289437" h="1896489" fill="none">
                    <a:moveTo>
                      <a:pt x="1096267" y="1113128"/>
                    </a:moveTo>
                    <a:lnTo>
                      <a:pt x="1122050" y="1140770"/>
                    </a:lnTo>
                    <a:moveTo>
                      <a:pt x="1122050" y="1140770"/>
                    </a:moveTo>
                    <a:lnTo>
                      <a:pt x="1147832" y="1168413"/>
                    </a:lnTo>
                    <a:moveTo>
                      <a:pt x="1147832" y="1168413"/>
                    </a:moveTo>
                    <a:lnTo>
                      <a:pt x="1173614" y="1196055"/>
                    </a:lnTo>
                    <a:moveTo>
                      <a:pt x="1173614" y="1196055"/>
                    </a:moveTo>
                    <a:lnTo>
                      <a:pt x="1199397" y="1223698"/>
                    </a:lnTo>
                    <a:moveTo>
                      <a:pt x="1199397" y="1223698"/>
                    </a:moveTo>
                    <a:lnTo>
                      <a:pt x="1219233" y="1244965"/>
                    </a:lnTo>
                    <a:lnTo>
                      <a:pt x="1225179" y="1251340"/>
                    </a:lnTo>
                    <a:moveTo>
                      <a:pt x="1225179" y="1251340"/>
                    </a:moveTo>
                    <a:lnTo>
                      <a:pt x="1250962" y="1278982"/>
                    </a:lnTo>
                    <a:moveTo>
                      <a:pt x="1250962" y="1278982"/>
                    </a:moveTo>
                    <a:lnTo>
                      <a:pt x="1276744" y="1306625"/>
                    </a:lnTo>
                    <a:moveTo>
                      <a:pt x="1276744" y="1306625"/>
                    </a:moveTo>
                    <a:lnTo>
                      <a:pt x="1302527" y="1334267"/>
                    </a:lnTo>
                    <a:moveTo>
                      <a:pt x="1302527" y="1334267"/>
                    </a:moveTo>
                    <a:lnTo>
                      <a:pt x="1328309" y="1361909"/>
                    </a:lnTo>
                    <a:moveTo>
                      <a:pt x="1328309" y="1361909"/>
                    </a:moveTo>
                    <a:lnTo>
                      <a:pt x="1354092" y="1389552"/>
                    </a:lnTo>
                    <a:moveTo>
                      <a:pt x="1354092" y="1389552"/>
                    </a:moveTo>
                    <a:lnTo>
                      <a:pt x="1379875" y="1417194"/>
                    </a:lnTo>
                    <a:moveTo>
                      <a:pt x="1379875" y="1417194"/>
                    </a:moveTo>
                    <a:lnTo>
                      <a:pt x="1405657" y="1444837"/>
                    </a:lnTo>
                    <a:moveTo>
                      <a:pt x="1405657" y="1444837"/>
                    </a:moveTo>
                    <a:lnTo>
                      <a:pt x="1431440" y="1472479"/>
                    </a:lnTo>
                    <a:moveTo>
                      <a:pt x="1431440" y="1472479"/>
                    </a:moveTo>
                    <a:lnTo>
                      <a:pt x="1457222" y="1500121"/>
                    </a:lnTo>
                    <a:moveTo>
                      <a:pt x="1457222" y="1500121"/>
                    </a:moveTo>
                    <a:lnTo>
                      <a:pt x="1483005" y="1527764"/>
                    </a:lnTo>
                    <a:moveTo>
                      <a:pt x="1483005" y="1527764"/>
                    </a:moveTo>
                    <a:lnTo>
                      <a:pt x="1508787" y="1555406"/>
                    </a:lnTo>
                    <a:moveTo>
                      <a:pt x="1508787" y="1555406"/>
                    </a:moveTo>
                    <a:lnTo>
                      <a:pt x="1534570" y="1583048"/>
                    </a:lnTo>
                    <a:moveTo>
                      <a:pt x="1534570" y="1583048"/>
                    </a:moveTo>
                    <a:lnTo>
                      <a:pt x="1560352" y="1610691"/>
                    </a:lnTo>
                    <a:moveTo>
                      <a:pt x="1560352" y="1610691"/>
                    </a:moveTo>
                    <a:lnTo>
                      <a:pt x="1586135" y="1638333"/>
                    </a:lnTo>
                    <a:moveTo>
                      <a:pt x="1586135" y="1638333"/>
                    </a:moveTo>
                    <a:lnTo>
                      <a:pt x="1611918" y="1665975"/>
                    </a:lnTo>
                    <a:moveTo>
                      <a:pt x="1611918" y="1665975"/>
                    </a:moveTo>
                    <a:lnTo>
                      <a:pt x="1637700" y="1693618"/>
                    </a:lnTo>
                    <a:moveTo>
                      <a:pt x="1637700" y="1693618"/>
                    </a:moveTo>
                    <a:lnTo>
                      <a:pt x="1663483" y="1721260"/>
                    </a:lnTo>
                    <a:moveTo>
                      <a:pt x="1663483" y="1721260"/>
                    </a:moveTo>
                    <a:lnTo>
                      <a:pt x="1689265" y="1748902"/>
                    </a:lnTo>
                    <a:moveTo>
                      <a:pt x="1689265" y="1748902"/>
                    </a:moveTo>
                    <a:lnTo>
                      <a:pt x="1715048" y="1776545"/>
                    </a:lnTo>
                    <a:moveTo>
                      <a:pt x="1715048" y="1776545"/>
                    </a:moveTo>
                    <a:lnTo>
                      <a:pt x="1740830" y="1804187"/>
                    </a:lnTo>
                    <a:moveTo>
                      <a:pt x="1740830" y="1804187"/>
                    </a:moveTo>
                    <a:lnTo>
                      <a:pt x="1766613" y="1831830"/>
                    </a:lnTo>
                    <a:moveTo>
                      <a:pt x="1766613" y="1831830"/>
                    </a:moveTo>
                    <a:lnTo>
                      <a:pt x="1792395" y="1859472"/>
                    </a:lnTo>
                    <a:moveTo>
                      <a:pt x="1792395" y="1859472"/>
                    </a:moveTo>
                    <a:lnTo>
                      <a:pt x="1799808" y="1867419"/>
                    </a:lnTo>
                    <a:lnTo>
                      <a:pt x="1811958" y="1878669"/>
                    </a:lnTo>
                    <a:lnTo>
                      <a:pt x="1820358" y="1884757"/>
                    </a:lnTo>
                    <a:moveTo>
                      <a:pt x="1820358" y="1884757"/>
                    </a:moveTo>
                    <a:lnTo>
                      <a:pt x="1825368" y="1888389"/>
                    </a:lnTo>
                    <a:lnTo>
                      <a:pt x="1839858" y="1896489"/>
                    </a:lnTo>
                    <a:moveTo>
                      <a:pt x="2289437" y="0"/>
                    </a:moveTo>
                    <a:lnTo>
                      <a:pt x="2261869" y="25863"/>
                    </a:lnTo>
                    <a:moveTo>
                      <a:pt x="2261869" y="25863"/>
                    </a:moveTo>
                    <a:lnTo>
                      <a:pt x="2254150" y="33106"/>
                    </a:lnTo>
                    <a:lnTo>
                      <a:pt x="2234221" y="51639"/>
                    </a:lnTo>
                    <a:moveTo>
                      <a:pt x="2234221" y="51639"/>
                    </a:moveTo>
                    <a:lnTo>
                      <a:pt x="2206540" y="77381"/>
                    </a:lnTo>
                    <a:moveTo>
                      <a:pt x="2206540" y="77381"/>
                    </a:moveTo>
                    <a:lnTo>
                      <a:pt x="2178860" y="103122"/>
                    </a:lnTo>
                    <a:moveTo>
                      <a:pt x="2178860" y="103122"/>
                    </a:moveTo>
                    <a:lnTo>
                      <a:pt x="2168131" y="113100"/>
                    </a:lnTo>
                    <a:lnTo>
                      <a:pt x="2154849" y="125451"/>
                    </a:lnTo>
                    <a:lnTo>
                      <a:pt x="2151179" y="128864"/>
                    </a:lnTo>
                    <a:moveTo>
                      <a:pt x="2151179" y="128864"/>
                    </a:moveTo>
                    <a:lnTo>
                      <a:pt x="2148922" y="130963"/>
                    </a:lnTo>
                    <a:lnTo>
                      <a:pt x="2130918" y="147707"/>
                    </a:lnTo>
                    <a:lnTo>
                      <a:pt x="2123542" y="154651"/>
                    </a:lnTo>
                    <a:moveTo>
                      <a:pt x="2123542" y="154651"/>
                    </a:moveTo>
                    <a:lnTo>
                      <a:pt x="2111516" y="165973"/>
                    </a:lnTo>
                    <a:lnTo>
                      <a:pt x="2105317" y="171810"/>
                    </a:lnTo>
                    <a:lnTo>
                      <a:pt x="2095981" y="180520"/>
                    </a:lnTo>
                    <a:moveTo>
                      <a:pt x="2095981" y="180520"/>
                    </a:moveTo>
                    <a:lnTo>
                      <a:pt x="2092384" y="183876"/>
                    </a:lnTo>
                    <a:lnTo>
                      <a:pt x="2068344" y="206309"/>
                    </a:lnTo>
                    <a:moveTo>
                      <a:pt x="2068344" y="206309"/>
                    </a:moveTo>
                    <a:lnTo>
                      <a:pt x="2063461" y="210865"/>
                    </a:lnTo>
                    <a:lnTo>
                      <a:pt x="2043923" y="229095"/>
                    </a:lnTo>
                    <a:lnTo>
                      <a:pt x="2040706" y="232096"/>
                    </a:lnTo>
                    <a:moveTo>
                      <a:pt x="2040706" y="232096"/>
                    </a:moveTo>
                    <a:lnTo>
                      <a:pt x="2013069" y="257885"/>
                    </a:lnTo>
                    <a:moveTo>
                      <a:pt x="2013069" y="257885"/>
                    </a:moveTo>
                    <a:lnTo>
                      <a:pt x="1985432" y="283673"/>
                    </a:lnTo>
                    <a:moveTo>
                      <a:pt x="1985432" y="283673"/>
                    </a:moveTo>
                    <a:lnTo>
                      <a:pt x="1957795" y="309461"/>
                    </a:lnTo>
                    <a:moveTo>
                      <a:pt x="1957795" y="309461"/>
                    </a:moveTo>
                    <a:lnTo>
                      <a:pt x="1947468" y="319097"/>
                    </a:lnTo>
                    <a:lnTo>
                      <a:pt x="1934592" y="331109"/>
                    </a:lnTo>
                    <a:lnTo>
                      <a:pt x="1930157" y="335248"/>
                    </a:lnTo>
                    <a:moveTo>
                      <a:pt x="1930157" y="335248"/>
                    </a:moveTo>
                    <a:lnTo>
                      <a:pt x="1928544" y="336753"/>
                    </a:lnTo>
                    <a:lnTo>
                      <a:pt x="1915640" y="348793"/>
                    </a:lnTo>
                    <a:lnTo>
                      <a:pt x="1902520" y="361036"/>
                    </a:lnTo>
                    <a:moveTo>
                      <a:pt x="1902520" y="361036"/>
                    </a:moveTo>
                    <a:lnTo>
                      <a:pt x="1886464" y="376019"/>
                    </a:lnTo>
                    <a:lnTo>
                      <a:pt x="1874882" y="386824"/>
                    </a:lnTo>
                    <a:moveTo>
                      <a:pt x="1874882" y="386824"/>
                    </a:moveTo>
                    <a:lnTo>
                      <a:pt x="1867253" y="393943"/>
                    </a:lnTo>
                    <a:lnTo>
                      <a:pt x="1847245" y="412612"/>
                    </a:lnTo>
                    <a:moveTo>
                      <a:pt x="1847245" y="412612"/>
                    </a:moveTo>
                    <a:lnTo>
                      <a:pt x="1819607" y="438400"/>
                    </a:lnTo>
                    <a:moveTo>
                      <a:pt x="1819607" y="438400"/>
                    </a:moveTo>
                    <a:lnTo>
                      <a:pt x="1791970" y="464188"/>
                    </a:lnTo>
                    <a:moveTo>
                      <a:pt x="1791970" y="464188"/>
                    </a:moveTo>
                    <a:lnTo>
                      <a:pt x="1770488" y="484233"/>
                    </a:lnTo>
                    <a:lnTo>
                      <a:pt x="1764332" y="489975"/>
                    </a:lnTo>
                    <a:moveTo>
                      <a:pt x="1764332" y="489975"/>
                    </a:moveTo>
                    <a:lnTo>
                      <a:pt x="1756830" y="496975"/>
                    </a:lnTo>
                    <a:lnTo>
                      <a:pt x="1739004" y="513609"/>
                    </a:lnTo>
                    <a:lnTo>
                      <a:pt x="1736695" y="515763"/>
                    </a:lnTo>
                    <a:moveTo>
                      <a:pt x="1736695" y="515763"/>
                    </a:moveTo>
                    <a:lnTo>
                      <a:pt x="1709058" y="541551"/>
                    </a:lnTo>
                    <a:moveTo>
                      <a:pt x="1709058" y="541551"/>
                    </a:moveTo>
                    <a:lnTo>
                      <a:pt x="1681420" y="567339"/>
                    </a:lnTo>
                    <a:moveTo>
                      <a:pt x="1681420" y="567339"/>
                    </a:moveTo>
                    <a:lnTo>
                      <a:pt x="1653783" y="593127"/>
                    </a:lnTo>
                    <a:moveTo>
                      <a:pt x="1653783" y="593127"/>
                    </a:moveTo>
                    <a:lnTo>
                      <a:pt x="1626146" y="618915"/>
                    </a:lnTo>
                    <a:moveTo>
                      <a:pt x="1626146" y="618915"/>
                    </a:moveTo>
                    <a:lnTo>
                      <a:pt x="1619643" y="624984"/>
                    </a:lnTo>
                    <a:lnTo>
                      <a:pt x="1603243" y="640285"/>
                    </a:lnTo>
                    <a:lnTo>
                      <a:pt x="1598508" y="644703"/>
                    </a:lnTo>
                    <a:moveTo>
                      <a:pt x="1598508" y="644703"/>
                    </a:moveTo>
                    <a:lnTo>
                      <a:pt x="1570871" y="670491"/>
                    </a:lnTo>
                    <a:moveTo>
                      <a:pt x="1570871" y="670491"/>
                    </a:moveTo>
                    <a:lnTo>
                      <a:pt x="1543234" y="696279"/>
                    </a:lnTo>
                    <a:moveTo>
                      <a:pt x="1543234" y="696279"/>
                    </a:moveTo>
                    <a:lnTo>
                      <a:pt x="1523705" y="714501"/>
                    </a:lnTo>
                    <a:lnTo>
                      <a:pt x="1515596" y="722067"/>
                    </a:lnTo>
                    <a:moveTo>
                      <a:pt x="1515596" y="722067"/>
                    </a:moveTo>
                    <a:lnTo>
                      <a:pt x="1493499" y="742686"/>
                    </a:lnTo>
                    <a:lnTo>
                      <a:pt x="1487959" y="747855"/>
                    </a:lnTo>
                    <a:moveTo>
                      <a:pt x="1487959" y="747855"/>
                    </a:moveTo>
                    <a:lnTo>
                      <a:pt x="1479707" y="755554"/>
                    </a:lnTo>
                    <a:lnTo>
                      <a:pt x="1460321" y="773642"/>
                    </a:lnTo>
                    <a:moveTo>
                      <a:pt x="1460321" y="773642"/>
                    </a:moveTo>
                    <a:lnTo>
                      <a:pt x="1432684" y="799430"/>
                    </a:lnTo>
                    <a:moveTo>
                      <a:pt x="1432684" y="799430"/>
                    </a:moveTo>
                    <a:lnTo>
                      <a:pt x="1405047" y="825218"/>
                    </a:lnTo>
                    <a:moveTo>
                      <a:pt x="1405047" y="825218"/>
                    </a:moveTo>
                    <a:lnTo>
                      <a:pt x="1402181" y="827892"/>
                    </a:lnTo>
                    <a:lnTo>
                      <a:pt x="1377387" y="850983"/>
                    </a:lnTo>
                    <a:moveTo>
                      <a:pt x="1377387" y="850983"/>
                    </a:moveTo>
                    <a:lnTo>
                      <a:pt x="1349726" y="876744"/>
                    </a:lnTo>
                    <a:moveTo>
                      <a:pt x="1349726" y="876744"/>
                    </a:moveTo>
                    <a:lnTo>
                      <a:pt x="1322064" y="902506"/>
                    </a:lnTo>
                    <a:moveTo>
                      <a:pt x="1322064" y="902506"/>
                    </a:moveTo>
                    <a:lnTo>
                      <a:pt x="1294402" y="928268"/>
                    </a:lnTo>
                    <a:moveTo>
                      <a:pt x="1294402" y="928268"/>
                    </a:moveTo>
                    <a:lnTo>
                      <a:pt x="1266740" y="954030"/>
                    </a:lnTo>
                    <a:moveTo>
                      <a:pt x="1266740" y="954030"/>
                    </a:moveTo>
                    <a:lnTo>
                      <a:pt x="1239079" y="979791"/>
                    </a:lnTo>
                    <a:moveTo>
                      <a:pt x="1239079" y="979791"/>
                    </a:moveTo>
                    <a:lnTo>
                      <a:pt x="1223466" y="994331"/>
                    </a:lnTo>
                    <a:lnTo>
                      <a:pt x="1211433" y="1005570"/>
                    </a:lnTo>
                    <a:moveTo>
                      <a:pt x="1211433" y="1005570"/>
                    </a:moveTo>
                    <a:lnTo>
                      <a:pt x="1183807" y="1031371"/>
                    </a:lnTo>
                    <a:moveTo>
                      <a:pt x="1183807" y="1031371"/>
                    </a:moveTo>
                    <a:lnTo>
                      <a:pt x="1156182" y="1057171"/>
                    </a:lnTo>
                    <a:moveTo>
                      <a:pt x="1156182" y="1057171"/>
                    </a:moveTo>
                    <a:lnTo>
                      <a:pt x="1128556" y="1082972"/>
                    </a:lnTo>
                    <a:moveTo>
                      <a:pt x="1128556" y="1082972"/>
                    </a:moveTo>
                    <a:lnTo>
                      <a:pt x="1100930" y="1108772"/>
                    </a:lnTo>
                    <a:moveTo>
                      <a:pt x="1100930" y="1108772"/>
                    </a:moveTo>
                    <a:lnTo>
                      <a:pt x="1096267" y="1113128"/>
                    </a:lnTo>
                    <a:moveTo>
                      <a:pt x="0" y="874867"/>
                    </a:moveTo>
                    <a:lnTo>
                      <a:pt x="3610" y="871094"/>
                    </a:lnTo>
                    <a:moveTo>
                      <a:pt x="3610" y="871094"/>
                    </a:moveTo>
                    <a:lnTo>
                      <a:pt x="29741" y="843781"/>
                    </a:lnTo>
                    <a:moveTo>
                      <a:pt x="29741" y="843781"/>
                    </a:moveTo>
                    <a:lnTo>
                      <a:pt x="55872" y="816468"/>
                    </a:lnTo>
                    <a:moveTo>
                      <a:pt x="55872" y="816468"/>
                    </a:moveTo>
                    <a:lnTo>
                      <a:pt x="82003" y="789155"/>
                    </a:lnTo>
                    <a:moveTo>
                      <a:pt x="82003" y="789155"/>
                    </a:moveTo>
                    <a:lnTo>
                      <a:pt x="108135" y="761842"/>
                    </a:lnTo>
                    <a:moveTo>
                      <a:pt x="108135" y="761842"/>
                    </a:moveTo>
                    <a:lnTo>
                      <a:pt x="134266" y="734529"/>
                    </a:lnTo>
                    <a:moveTo>
                      <a:pt x="134266" y="734529"/>
                    </a:moveTo>
                    <a:lnTo>
                      <a:pt x="160397" y="707216"/>
                    </a:lnTo>
                    <a:moveTo>
                      <a:pt x="160397" y="707216"/>
                    </a:moveTo>
                    <a:lnTo>
                      <a:pt x="186529" y="679903"/>
                    </a:lnTo>
                    <a:moveTo>
                      <a:pt x="186529" y="679903"/>
                    </a:moveTo>
                    <a:lnTo>
                      <a:pt x="212660" y="652590"/>
                    </a:lnTo>
                    <a:moveTo>
                      <a:pt x="212660" y="652590"/>
                    </a:moveTo>
                    <a:lnTo>
                      <a:pt x="215450" y="64967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52" name="Контур"/>
              <p:cNvSpPr/>
              <p:nvPr/>
            </p:nvSpPr>
            <p:spPr>
              <a:xfrm>
                <a:off x="1262148" y="2347203"/>
                <a:ext cx="1120770" cy="1044880"/>
              </a:xfrm>
              <a:custGeom>
                <a:avLst/>
                <a:gdLst/>
                <a:ahLst/>
                <a:cxnLst/>
                <a:rect l="l" t="t" r="r" b="b"/>
                <a:pathLst>
                  <a:path w="1120770" h="1044880" fill="none">
                    <a:moveTo>
                      <a:pt x="0" y="1044880"/>
                    </a:moveTo>
                    <a:lnTo>
                      <a:pt x="92161" y="958960"/>
                    </a:lnTo>
                    <a:moveTo>
                      <a:pt x="92161" y="958960"/>
                    </a:moveTo>
                    <a:lnTo>
                      <a:pt x="184322" y="873039"/>
                    </a:lnTo>
                    <a:moveTo>
                      <a:pt x="184322" y="873039"/>
                    </a:moveTo>
                    <a:lnTo>
                      <a:pt x="276483" y="787118"/>
                    </a:lnTo>
                    <a:moveTo>
                      <a:pt x="276483" y="787118"/>
                    </a:moveTo>
                    <a:lnTo>
                      <a:pt x="368644" y="701198"/>
                    </a:lnTo>
                    <a:moveTo>
                      <a:pt x="368644" y="701198"/>
                    </a:moveTo>
                    <a:lnTo>
                      <a:pt x="460805" y="615277"/>
                    </a:lnTo>
                    <a:moveTo>
                      <a:pt x="460805" y="615277"/>
                    </a:moveTo>
                    <a:lnTo>
                      <a:pt x="552966" y="529357"/>
                    </a:lnTo>
                    <a:moveTo>
                      <a:pt x="552966" y="529357"/>
                    </a:moveTo>
                    <a:lnTo>
                      <a:pt x="645127" y="443436"/>
                    </a:lnTo>
                    <a:moveTo>
                      <a:pt x="645127" y="443436"/>
                    </a:moveTo>
                    <a:lnTo>
                      <a:pt x="737288" y="357516"/>
                    </a:lnTo>
                    <a:moveTo>
                      <a:pt x="737288" y="357516"/>
                    </a:moveTo>
                    <a:lnTo>
                      <a:pt x="829449" y="271595"/>
                    </a:lnTo>
                    <a:moveTo>
                      <a:pt x="829449" y="271595"/>
                    </a:moveTo>
                    <a:lnTo>
                      <a:pt x="921610" y="185674"/>
                    </a:lnTo>
                    <a:moveTo>
                      <a:pt x="921610" y="185674"/>
                    </a:moveTo>
                    <a:lnTo>
                      <a:pt x="1013771" y="99754"/>
                    </a:lnTo>
                    <a:moveTo>
                      <a:pt x="1013771" y="99754"/>
                    </a:moveTo>
                    <a:lnTo>
                      <a:pt x="1105933" y="13833"/>
                    </a:lnTo>
                    <a:moveTo>
                      <a:pt x="1105933" y="13833"/>
                    </a:moveTo>
                    <a:lnTo>
                      <a:pt x="112077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53" name="Контур"/>
              <p:cNvSpPr/>
              <p:nvPr/>
            </p:nvSpPr>
            <p:spPr>
              <a:xfrm>
                <a:off x="1308928" y="2385979"/>
                <a:ext cx="966868" cy="905533"/>
              </a:xfrm>
              <a:custGeom>
                <a:avLst/>
                <a:gdLst/>
                <a:ahLst/>
                <a:cxnLst/>
                <a:rect l="l" t="t" r="r" b="b"/>
                <a:pathLst>
                  <a:path w="966868" h="905533" fill="none">
                    <a:moveTo>
                      <a:pt x="31598" y="859206"/>
                    </a:moveTo>
                    <a:lnTo>
                      <a:pt x="45258" y="905533"/>
                    </a:lnTo>
                    <a:lnTo>
                      <a:pt x="0" y="888664"/>
                    </a:lnTo>
                    <a:lnTo>
                      <a:pt x="31598" y="859206"/>
                    </a:lnTo>
                    <a:lnTo>
                      <a:pt x="27649" y="862888"/>
                    </a:lnTo>
                    <a:lnTo>
                      <a:pt x="37893" y="897634"/>
                    </a:lnTo>
                    <a:lnTo>
                      <a:pt x="3950" y="884982"/>
                    </a:lnTo>
                    <a:lnTo>
                      <a:pt x="7632" y="888932"/>
                    </a:lnTo>
                    <a:lnTo>
                      <a:pt x="31331" y="866838"/>
                    </a:lnTo>
                    <a:lnTo>
                      <a:pt x="27649" y="862888"/>
                    </a:lnTo>
                    <a:lnTo>
                      <a:pt x="31598" y="859206"/>
                    </a:lnTo>
                    <a:lnTo>
                      <a:pt x="31063" y="874470"/>
                    </a:lnTo>
                    <a:lnTo>
                      <a:pt x="35013" y="870788"/>
                    </a:lnTo>
                    <a:lnTo>
                      <a:pt x="34478" y="886052"/>
                    </a:lnTo>
                    <a:lnTo>
                      <a:pt x="38428" y="882369"/>
                    </a:lnTo>
                    <a:lnTo>
                      <a:pt x="41575" y="901583"/>
                    </a:lnTo>
                    <a:lnTo>
                      <a:pt x="22629" y="897099"/>
                    </a:lnTo>
                    <a:lnTo>
                      <a:pt x="26579" y="893416"/>
                    </a:lnTo>
                    <a:lnTo>
                      <a:pt x="11315" y="892882"/>
                    </a:lnTo>
                    <a:lnTo>
                      <a:pt x="15264" y="889199"/>
                    </a:lnTo>
                    <a:lnTo>
                      <a:pt x="0" y="888664"/>
                    </a:lnTo>
                    <a:lnTo>
                      <a:pt x="11582" y="885249"/>
                    </a:lnTo>
                    <a:lnTo>
                      <a:pt x="11850" y="877617"/>
                    </a:lnTo>
                    <a:lnTo>
                      <a:pt x="19482" y="877885"/>
                    </a:lnTo>
                    <a:lnTo>
                      <a:pt x="19749" y="870253"/>
                    </a:lnTo>
                    <a:lnTo>
                      <a:pt x="27381" y="870520"/>
                    </a:lnTo>
                    <a:lnTo>
                      <a:pt x="31598" y="859206"/>
                    </a:lnTo>
                    <a:lnTo>
                      <a:pt x="31331" y="866838"/>
                    </a:lnTo>
                    <a:lnTo>
                      <a:pt x="23699" y="866570"/>
                    </a:lnTo>
                    <a:lnTo>
                      <a:pt x="23431" y="874203"/>
                    </a:lnTo>
                    <a:lnTo>
                      <a:pt x="15799" y="873935"/>
                    </a:lnTo>
                    <a:lnTo>
                      <a:pt x="15532" y="881567"/>
                    </a:lnTo>
                    <a:lnTo>
                      <a:pt x="7900" y="881300"/>
                    </a:lnTo>
                    <a:lnTo>
                      <a:pt x="7632" y="888932"/>
                    </a:lnTo>
                    <a:lnTo>
                      <a:pt x="11315" y="892882"/>
                    </a:lnTo>
                    <a:lnTo>
                      <a:pt x="15264" y="889199"/>
                    </a:lnTo>
                    <a:lnTo>
                      <a:pt x="22629" y="897099"/>
                    </a:lnTo>
                    <a:lnTo>
                      <a:pt x="26579" y="893416"/>
                    </a:lnTo>
                    <a:lnTo>
                      <a:pt x="45258" y="905533"/>
                    </a:lnTo>
                    <a:lnTo>
                      <a:pt x="37893" y="897634"/>
                    </a:lnTo>
                    <a:lnTo>
                      <a:pt x="41843" y="893951"/>
                    </a:lnTo>
                    <a:lnTo>
                      <a:pt x="34478" y="886052"/>
                    </a:lnTo>
                    <a:lnTo>
                      <a:pt x="38428" y="882369"/>
                    </a:lnTo>
                    <a:lnTo>
                      <a:pt x="31063" y="874470"/>
                    </a:lnTo>
                    <a:lnTo>
                      <a:pt x="35013" y="870788"/>
                    </a:lnTo>
                    <a:lnTo>
                      <a:pt x="31331" y="866838"/>
                    </a:lnTo>
                    <a:moveTo>
                      <a:pt x="215920" y="687365"/>
                    </a:moveTo>
                    <a:lnTo>
                      <a:pt x="229580" y="733692"/>
                    </a:lnTo>
                    <a:lnTo>
                      <a:pt x="184322" y="716823"/>
                    </a:lnTo>
                    <a:lnTo>
                      <a:pt x="215920" y="687365"/>
                    </a:lnTo>
                    <a:lnTo>
                      <a:pt x="211971" y="691047"/>
                    </a:lnTo>
                    <a:lnTo>
                      <a:pt x="222215" y="725792"/>
                    </a:lnTo>
                    <a:lnTo>
                      <a:pt x="188272" y="713141"/>
                    </a:lnTo>
                    <a:lnTo>
                      <a:pt x="191954" y="717091"/>
                    </a:lnTo>
                    <a:lnTo>
                      <a:pt x="215653" y="694997"/>
                    </a:lnTo>
                    <a:lnTo>
                      <a:pt x="211971" y="691047"/>
                    </a:lnTo>
                    <a:lnTo>
                      <a:pt x="215920" y="687365"/>
                    </a:lnTo>
                    <a:lnTo>
                      <a:pt x="215385" y="702629"/>
                    </a:lnTo>
                    <a:lnTo>
                      <a:pt x="219335" y="698947"/>
                    </a:lnTo>
                    <a:lnTo>
                      <a:pt x="218800" y="714211"/>
                    </a:lnTo>
                    <a:lnTo>
                      <a:pt x="222750" y="710528"/>
                    </a:lnTo>
                    <a:lnTo>
                      <a:pt x="225898" y="729742"/>
                    </a:lnTo>
                    <a:lnTo>
                      <a:pt x="206951" y="725258"/>
                    </a:lnTo>
                    <a:lnTo>
                      <a:pt x="210901" y="721575"/>
                    </a:lnTo>
                    <a:lnTo>
                      <a:pt x="195637" y="721040"/>
                    </a:lnTo>
                    <a:lnTo>
                      <a:pt x="199586" y="717358"/>
                    </a:lnTo>
                    <a:lnTo>
                      <a:pt x="184322" y="716823"/>
                    </a:lnTo>
                    <a:lnTo>
                      <a:pt x="195904" y="713408"/>
                    </a:lnTo>
                    <a:lnTo>
                      <a:pt x="196172" y="705776"/>
                    </a:lnTo>
                    <a:lnTo>
                      <a:pt x="203804" y="706044"/>
                    </a:lnTo>
                    <a:lnTo>
                      <a:pt x="204071" y="698412"/>
                    </a:lnTo>
                    <a:lnTo>
                      <a:pt x="211703" y="698679"/>
                    </a:lnTo>
                    <a:lnTo>
                      <a:pt x="215920" y="687365"/>
                    </a:lnTo>
                    <a:lnTo>
                      <a:pt x="215653" y="694997"/>
                    </a:lnTo>
                    <a:lnTo>
                      <a:pt x="208021" y="694729"/>
                    </a:lnTo>
                    <a:lnTo>
                      <a:pt x="207753" y="702361"/>
                    </a:lnTo>
                    <a:lnTo>
                      <a:pt x="200121" y="702094"/>
                    </a:lnTo>
                    <a:lnTo>
                      <a:pt x="199854" y="709726"/>
                    </a:lnTo>
                    <a:lnTo>
                      <a:pt x="192222" y="709459"/>
                    </a:lnTo>
                    <a:lnTo>
                      <a:pt x="191954" y="717091"/>
                    </a:lnTo>
                    <a:lnTo>
                      <a:pt x="195637" y="721040"/>
                    </a:lnTo>
                    <a:lnTo>
                      <a:pt x="199586" y="717358"/>
                    </a:lnTo>
                    <a:lnTo>
                      <a:pt x="206951" y="725258"/>
                    </a:lnTo>
                    <a:lnTo>
                      <a:pt x="210901" y="721575"/>
                    </a:lnTo>
                    <a:lnTo>
                      <a:pt x="229580" y="733692"/>
                    </a:lnTo>
                    <a:lnTo>
                      <a:pt x="222215" y="725792"/>
                    </a:lnTo>
                    <a:lnTo>
                      <a:pt x="226165" y="722110"/>
                    </a:lnTo>
                    <a:lnTo>
                      <a:pt x="218800" y="714211"/>
                    </a:lnTo>
                    <a:lnTo>
                      <a:pt x="222750" y="710528"/>
                    </a:lnTo>
                    <a:lnTo>
                      <a:pt x="215385" y="702629"/>
                    </a:lnTo>
                    <a:lnTo>
                      <a:pt x="219335" y="698947"/>
                    </a:lnTo>
                    <a:lnTo>
                      <a:pt x="215653" y="694997"/>
                    </a:lnTo>
                    <a:moveTo>
                      <a:pt x="400242" y="515524"/>
                    </a:moveTo>
                    <a:lnTo>
                      <a:pt x="413902" y="561851"/>
                    </a:lnTo>
                    <a:lnTo>
                      <a:pt x="368644" y="544982"/>
                    </a:lnTo>
                    <a:lnTo>
                      <a:pt x="400242" y="515524"/>
                    </a:lnTo>
                    <a:lnTo>
                      <a:pt x="396293" y="519206"/>
                    </a:lnTo>
                    <a:lnTo>
                      <a:pt x="406537" y="553951"/>
                    </a:lnTo>
                    <a:lnTo>
                      <a:pt x="372594" y="541300"/>
                    </a:lnTo>
                    <a:lnTo>
                      <a:pt x="376276" y="545249"/>
                    </a:lnTo>
                    <a:lnTo>
                      <a:pt x="399975" y="523156"/>
                    </a:lnTo>
                    <a:lnTo>
                      <a:pt x="396293" y="519206"/>
                    </a:lnTo>
                    <a:lnTo>
                      <a:pt x="400242" y="515524"/>
                    </a:lnTo>
                    <a:lnTo>
                      <a:pt x="399708" y="530788"/>
                    </a:lnTo>
                    <a:lnTo>
                      <a:pt x="403657" y="527105"/>
                    </a:lnTo>
                    <a:lnTo>
                      <a:pt x="403122" y="542370"/>
                    </a:lnTo>
                    <a:lnTo>
                      <a:pt x="407072" y="538687"/>
                    </a:lnTo>
                    <a:lnTo>
                      <a:pt x="410220" y="557901"/>
                    </a:lnTo>
                    <a:lnTo>
                      <a:pt x="391273" y="553416"/>
                    </a:lnTo>
                    <a:lnTo>
                      <a:pt x="395223" y="549734"/>
                    </a:lnTo>
                    <a:lnTo>
                      <a:pt x="379959" y="549199"/>
                    </a:lnTo>
                    <a:lnTo>
                      <a:pt x="383909" y="545517"/>
                    </a:lnTo>
                    <a:lnTo>
                      <a:pt x="368644" y="544982"/>
                    </a:lnTo>
                    <a:lnTo>
                      <a:pt x="380226" y="541567"/>
                    </a:lnTo>
                    <a:lnTo>
                      <a:pt x="380494" y="533935"/>
                    </a:lnTo>
                    <a:lnTo>
                      <a:pt x="388126" y="534203"/>
                    </a:lnTo>
                    <a:lnTo>
                      <a:pt x="388393" y="526570"/>
                    </a:lnTo>
                    <a:lnTo>
                      <a:pt x="396025" y="526838"/>
                    </a:lnTo>
                    <a:lnTo>
                      <a:pt x="400242" y="515524"/>
                    </a:lnTo>
                    <a:lnTo>
                      <a:pt x="399975" y="523156"/>
                    </a:lnTo>
                    <a:lnTo>
                      <a:pt x="392343" y="522888"/>
                    </a:lnTo>
                    <a:lnTo>
                      <a:pt x="392075" y="530520"/>
                    </a:lnTo>
                    <a:lnTo>
                      <a:pt x="384443" y="530253"/>
                    </a:lnTo>
                    <a:lnTo>
                      <a:pt x="384176" y="537885"/>
                    </a:lnTo>
                    <a:lnTo>
                      <a:pt x="376544" y="537617"/>
                    </a:lnTo>
                    <a:lnTo>
                      <a:pt x="376276" y="545249"/>
                    </a:lnTo>
                    <a:lnTo>
                      <a:pt x="379959" y="549199"/>
                    </a:lnTo>
                    <a:lnTo>
                      <a:pt x="383909" y="545517"/>
                    </a:lnTo>
                    <a:lnTo>
                      <a:pt x="391273" y="553416"/>
                    </a:lnTo>
                    <a:lnTo>
                      <a:pt x="395223" y="549734"/>
                    </a:lnTo>
                    <a:lnTo>
                      <a:pt x="413902" y="561851"/>
                    </a:lnTo>
                    <a:lnTo>
                      <a:pt x="406537" y="553951"/>
                    </a:lnTo>
                    <a:lnTo>
                      <a:pt x="410487" y="550269"/>
                    </a:lnTo>
                    <a:lnTo>
                      <a:pt x="403122" y="542370"/>
                    </a:lnTo>
                    <a:lnTo>
                      <a:pt x="407072" y="538687"/>
                    </a:lnTo>
                    <a:lnTo>
                      <a:pt x="399708" y="530788"/>
                    </a:lnTo>
                    <a:lnTo>
                      <a:pt x="403657" y="527105"/>
                    </a:lnTo>
                    <a:lnTo>
                      <a:pt x="399975" y="523156"/>
                    </a:lnTo>
                    <a:moveTo>
                      <a:pt x="584565" y="343682"/>
                    </a:moveTo>
                    <a:lnTo>
                      <a:pt x="598224" y="390010"/>
                    </a:lnTo>
                    <a:lnTo>
                      <a:pt x="552966" y="373141"/>
                    </a:lnTo>
                    <a:lnTo>
                      <a:pt x="584565" y="343682"/>
                    </a:lnTo>
                    <a:lnTo>
                      <a:pt x="580615" y="347365"/>
                    </a:lnTo>
                    <a:lnTo>
                      <a:pt x="590859" y="382110"/>
                    </a:lnTo>
                    <a:lnTo>
                      <a:pt x="556916" y="369459"/>
                    </a:lnTo>
                    <a:lnTo>
                      <a:pt x="560599" y="373408"/>
                    </a:lnTo>
                    <a:lnTo>
                      <a:pt x="584297" y="351314"/>
                    </a:lnTo>
                    <a:lnTo>
                      <a:pt x="580615" y="347365"/>
                    </a:lnTo>
                    <a:lnTo>
                      <a:pt x="584565" y="343682"/>
                    </a:lnTo>
                    <a:lnTo>
                      <a:pt x="584030" y="358947"/>
                    </a:lnTo>
                    <a:lnTo>
                      <a:pt x="587979" y="355264"/>
                    </a:lnTo>
                    <a:lnTo>
                      <a:pt x="587444" y="370528"/>
                    </a:lnTo>
                    <a:lnTo>
                      <a:pt x="591394" y="366846"/>
                    </a:lnTo>
                    <a:lnTo>
                      <a:pt x="594542" y="386060"/>
                    </a:lnTo>
                    <a:lnTo>
                      <a:pt x="575595" y="381575"/>
                    </a:lnTo>
                    <a:lnTo>
                      <a:pt x="579545" y="377893"/>
                    </a:lnTo>
                    <a:lnTo>
                      <a:pt x="564281" y="377358"/>
                    </a:lnTo>
                    <a:lnTo>
                      <a:pt x="568231" y="373676"/>
                    </a:lnTo>
                    <a:lnTo>
                      <a:pt x="552966" y="373141"/>
                    </a:lnTo>
                    <a:lnTo>
                      <a:pt x="564548" y="369726"/>
                    </a:lnTo>
                    <a:lnTo>
                      <a:pt x="564816" y="362094"/>
                    </a:lnTo>
                    <a:lnTo>
                      <a:pt x="572448" y="362361"/>
                    </a:lnTo>
                    <a:lnTo>
                      <a:pt x="572715" y="354729"/>
                    </a:lnTo>
                    <a:lnTo>
                      <a:pt x="580347" y="354997"/>
                    </a:lnTo>
                    <a:lnTo>
                      <a:pt x="584565" y="343682"/>
                    </a:lnTo>
                    <a:lnTo>
                      <a:pt x="584297" y="351314"/>
                    </a:lnTo>
                    <a:lnTo>
                      <a:pt x="576665" y="351047"/>
                    </a:lnTo>
                    <a:lnTo>
                      <a:pt x="576398" y="358679"/>
                    </a:lnTo>
                    <a:lnTo>
                      <a:pt x="568765" y="358412"/>
                    </a:lnTo>
                    <a:lnTo>
                      <a:pt x="568498" y="366044"/>
                    </a:lnTo>
                    <a:lnTo>
                      <a:pt x="560866" y="365776"/>
                    </a:lnTo>
                    <a:lnTo>
                      <a:pt x="560599" y="373408"/>
                    </a:lnTo>
                    <a:lnTo>
                      <a:pt x="564281" y="377358"/>
                    </a:lnTo>
                    <a:lnTo>
                      <a:pt x="568231" y="373676"/>
                    </a:lnTo>
                    <a:lnTo>
                      <a:pt x="575595" y="381575"/>
                    </a:lnTo>
                    <a:lnTo>
                      <a:pt x="579545" y="377893"/>
                    </a:lnTo>
                    <a:lnTo>
                      <a:pt x="598224" y="390010"/>
                    </a:lnTo>
                    <a:lnTo>
                      <a:pt x="590859" y="382110"/>
                    </a:lnTo>
                    <a:lnTo>
                      <a:pt x="594809" y="378428"/>
                    </a:lnTo>
                    <a:lnTo>
                      <a:pt x="587444" y="370528"/>
                    </a:lnTo>
                    <a:lnTo>
                      <a:pt x="591394" y="366846"/>
                    </a:lnTo>
                    <a:lnTo>
                      <a:pt x="584030" y="358947"/>
                    </a:lnTo>
                    <a:lnTo>
                      <a:pt x="587979" y="355264"/>
                    </a:lnTo>
                    <a:lnTo>
                      <a:pt x="584297" y="351314"/>
                    </a:lnTo>
                    <a:moveTo>
                      <a:pt x="768887" y="171841"/>
                    </a:moveTo>
                    <a:lnTo>
                      <a:pt x="782546" y="218169"/>
                    </a:lnTo>
                    <a:lnTo>
                      <a:pt x="737288" y="201300"/>
                    </a:lnTo>
                    <a:lnTo>
                      <a:pt x="768887" y="171841"/>
                    </a:lnTo>
                    <a:lnTo>
                      <a:pt x="764937" y="175524"/>
                    </a:lnTo>
                    <a:lnTo>
                      <a:pt x="775181" y="210269"/>
                    </a:lnTo>
                    <a:lnTo>
                      <a:pt x="741238" y="197617"/>
                    </a:lnTo>
                    <a:lnTo>
                      <a:pt x="744921" y="201567"/>
                    </a:lnTo>
                    <a:lnTo>
                      <a:pt x="768619" y="179473"/>
                    </a:lnTo>
                    <a:lnTo>
                      <a:pt x="764937" y="175524"/>
                    </a:lnTo>
                    <a:lnTo>
                      <a:pt x="768887" y="171841"/>
                    </a:lnTo>
                    <a:lnTo>
                      <a:pt x="768352" y="187105"/>
                    </a:lnTo>
                    <a:lnTo>
                      <a:pt x="772301" y="183423"/>
                    </a:lnTo>
                    <a:lnTo>
                      <a:pt x="771767" y="198687"/>
                    </a:lnTo>
                    <a:lnTo>
                      <a:pt x="775716" y="195005"/>
                    </a:lnTo>
                    <a:lnTo>
                      <a:pt x="778864" y="214219"/>
                    </a:lnTo>
                    <a:lnTo>
                      <a:pt x="759917" y="209734"/>
                    </a:lnTo>
                    <a:lnTo>
                      <a:pt x="763867" y="206052"/>
                    </a:lnTo>
                    <a:lnTo>
                      <a:pt x="748603" y="205517"/>
                    </a:lnTo>
                    <a:lnTo>
                      <a:pt x="752553" y="201835"/>
                    </a:lnTo>
                    <a:lnTo>
                      <a:pt x="737288" y="201300"/>
                    </a:lnTo>
                    <a:lnTo>
                      <a:pt x="748870" y="197885"/>
                    </a:lnTo>
                    <a:lnTo>
                      <a:pt x="749138" y="190253"/>
                    </a:lnTo>
                    <a:lnTo>
                      <a:pt x="756770" y="190520"/>
                    </a:lnTo>
                    <a:lnTo>
                      <a:pt x="757037" y="182888"/>
                    </a:lnTo>
                    <a:lnTo>
                      <a:pt x="764669" y="183156"/>
                    </a:lnTo>
                    <a:lnTo>
                      <a:pt x="768887" y="171841"/>
                    </a:lnTo>
                    <a:lnTo>
                      <a:pt x="768619" y="179473"/>
                    </a:lnTo>
                    <a:lnTo>
                      <a:pt x="760987" y="179206"/>
                    </a:lnTo>
                    <a:lnTo>
                      <a:pt x="760720" y="186838"/>
                    </a:lnTo>
                    <a:lnTo>
                      <a:pt x="753088" y="186571"/>
                    </a:lnTo>
                    <a:lnTo>
                      <a:pt x="752820" y="194203"/>
                    </a:lnTo>
                    <a:lnTo>
                      <a:pt x="745188" y="193935"/>
                    </a:lnTo>
                    <a:lnTo>
                      <a:pt x="744921" y="201567"/>
                    </a:lnTo>
                    <a:lnTo>
                      <a:pt x="748603" y="205517"/>
                    </a:lnTo>
                    <a:lnTo>
                      <a:pt x="752553" y="201835"/>
                    </a:lnTo>
                    <a:lnTo>
                      <a:pt x="759917" y="209734"/>
                    </a:lnTo>
                    <a:lnTo>
                      <a:pt x="763867" y="206052"/>
                    </a:lnTo>
                    <a:lnTo>
                      <a:pt x="782546" y="218169"/>
                    </a:lnTo>
                    <a:lnTo>
                      <a:pt x="775181" y="210269"/>
                    </a:lnTo>
                    <a:lnTo>
                      <a:pt x="779131" y="206587"/>
                    </a:lnTo>
                    <a:lnTo>
                      <a:pt x="771767" y="198687"/>
                    </a:lnTo>
                    <a:lnTo>
                      <a:pt x="775716" y="195005"/>
                    </a:lnTo>
                    <a:lnTo>
                      <a:pt x="768352" y="187105"/>
                    </a:lnTo>
                    <a:lnTo>
                      <a:pt x="772301" y="183423"/>
                    </a:lnTo>
                    <a:lnTo>
                      <a:pt x="768619" y="179473"/>
                    </a:lnTo>
                    <a:moveTo>
                      <a:pt x="953209" y="0"/>
                    </a:moveTo>
                    <a:lnTo>
                      <a:pt x="966868" y="46327"/>
                    </a:lnTo>
                    <a:lnTo>
                      <a:pt x="921611" y="29459"/>
                    </a:lnTo>
                    <a:lnTo>
                      <a:pt x="953209" y="0"/>
                    </a:lnTo>
                    <a:lnTo>
                      <a:pt x="949259" y="3682"/>
                    </a:lnTo>
                    <a:lnTo>
                      <a:pt x="959503" y="38428"/>
                    </a:lnTo>
                    <a:lnTo>
                      <a:pt x="925560" y="25776"/>
                    </a:lnTo>
                    <a:lnTo>
                      <a:pt x="929243" y="29726"/>
                    </a:lnTo>
                    <a:lnTo>
                      <a:pt x="952941" y="7632"/>
                    </a:lnTo>
                    <a:lnTo>
                      <a:pt x="949259" y="3682"/>
                    </a:lnTo>
                    <a:lnTo>
                      <a:pt x="953209" y="0"/>
                    </a:lnTo>
                    <a:lnTo>
                      <a:pt x="952674" y="15264"/>
                    </a:lnTo>
                    <a:lnTo>
                      <a:pt x="956623" y="11582"/>
                    </a:lnTo>
                    <a:lnTo>
                      <a:pt x="956089" y="26846"/>
                    </a:lnTo>
                    <a:lnTo>
                      <a:pt x="960038" y="23164"/>
                    </a:lnTo>
                    <a:lnTo>
                      <a:pt x="963186" y="42378"/>
                    </a:lnTo>
                    <a:lnTo>
                      <a:pt x="944239" y="37893"/>
                    </a:lnTo>
                    <a:lnTo>
                      <a:pt x="948189" y="34211"/>
                    </a:lnTo>
                    <a:lnTo>
                      <a:pt x="932925" y="33676"/>
                    </a:lnTo>
                    <a:lnTo>
                      <a:pt x="936875" y="29994"/>
                    </a:lnTo>
                    <a:lnTo>
                      <a:pt x="921611" y="29459"/>
                    </a:lnTo>
                    <a:lnTo>
                      <a:pt x="933192" y="26044"/>
                    </a:lnTo>
                    <a:lnTo>
                      <a:pt x="933460" y="18412"/>
                    </a:lnTo>
                    <a:lnTo>
                      <a:pt x="941092" y="18679"/>
                    </a:lnTo>
                    <a:lnTo>
                      <a:pt x="941359" y="11047"/>
                    </a:lnTo>
                    <a:lnTo>
                      <a:pt x="948991" y="11315"/>
                    </a:lnTo>
                    <a:lnTo>
                      <a:pt x="953209" y="0"/>
                    </a:lnTo>
                    <a:lnTo>
                      <a:pt x="952941" y="7632"/>
                    </a:lnTo>
                    <a:lnTo>
                      <a:pt x="945309" y="7365"/>
                    </a:lnTo>
                    <a:lnTo>
                      <a:pt x="945042" y="14997"/>
                    </a:lnTo>
                    <a:lnTo>
                      <a:pt x="937410" y="14729"/>
                    </a:lnTo>
                    <a:lnTo>
                      <a:pt x="937142" y="22361"/>
                    </a:lnTo>
                    <a:lnTo>
                      <a:pt x="929510" y="22094"/>
                    </a:lnTo>
                    <a:lnTo>
                      <a:pt x="929243" y="29726"/>
                    </a:lnTo>
                    <a:lnTo>
                      <a:pt x="932925" y="33676"/>
                    </a:lnTo>
                    <a:lnTo>
                      <a:pt x="936875" y="29994"/>
                    </a:lnTo>
                    <a:lnTo>
                      <a:pt x="944239" y="37893"/>
                    </a:lnTo>
                    <a:lnTo>
                      <a:pt x="948189" y="34211"/>
                    </a:lnTo>
                    <a:lnTo>
                      <a:pt x="966868" y="46327"/>
                    </a:lnTo>
                    <a:lnTo>
                      <a:pt x="959503" y="38428"/>
                    </a:lnTo>
                    <a:lnTo>
                      <a:pt x="963453" y="34746"/>
                    </a:lnTo>
                    <a:lnTo>
                      <a:pt x="956089" y="26846"/>
                    </a:lnTo>
                    <a:lnTo>
                      <a:pt x="960038" y="23164"/>
                    </a:lnTo>
                    <a:lnTo>
                      <a:pt x="952674" y="15264"/>
                    </a:lnTo>
                    <a:lnTo>
                      <a:pt x="956623" y="11582"/>
                    </a:lnTo>
                    <a:lnTo>
                      <a:pt x="952941" y="763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54" name="Контур"/>
              <p:cNvSpPr/>
              <p:nvPr/>
            </p:nvSpPr>
            <p:spPr>
              <a:xfrm>
                <a:off x="1262148" y="2347203"/>
                <a:ext cx="1120770" cy="1044880"/>
              </a:xfrm>
              <a:custGeom>
                <a:avLst/>
                <a:gdLst/>
                <a:ahLst/>
                <a:cxnLst/>
                <a:rect l="l" t="t" r="r" b="b"/>
                <a:pathLst>
                  <a:path w="1120770" h="1044880" fill="none">
                    <a:moveTo>
                      <a:pt x="1120770" y="0"/>
                    </a:moveTo>
                    <a:lnTo>
                      <a:pt x="1028609" y="85921"/>
                    </a:lnTo>
                    <a:moveTo>
                      <a:pt x="1028609" y="85921"/>
                    </a:moveTo>
                    <a:lnTo>
                      <a:pt x="936448" y="171841"/>
                    </a:lnTo>
                    <a:moveTo>
                      <a:pt x="936448" y="171841"/>
                    </a:moveTo>
                    <a:lnTo>
                      <a:pt x="844287" y="257762"/>
                    </a:lnTo>
                    <a:moveTo>
                      <a:pt x="844287" y="257762"/>
                    </a:moveTo>
                    <a:lnTo>
                      <a:pt x="752126" y="343682"/>
                    </a:lnTo>
                    <a:moveTo>
                      <a:pt x="752126" y="343682"/>
                    </a:moveTo>
                    <a:lnTo>
                      <a:pt x="659965" y="429603"/>
                    </a:lnTo>
                    <a:moveTo>
                      <a:pt x="659965" y="429603"/>
                    </a:moveTo>
                    <a:lnTo>
                      <a:pt x="567804" y="515524"/>
                    </a:lnTo>
                    <a:moveTo>
                      <a:pt x="567804" y="515524"/>
                    </a:moveTo>
                    <a:lnTo>
                      <a:pt x="475643" y="601444"/>
                    </a:lnTo>
                    <a:moveTo>
                      <a:pt x="475643" y="601444"/>
                    </a:moveTo>
                    <a:lnTo>
                      <a:pt x="383482" y="687365"/>
                    </a:lnTo>
                    <a:moveTo>
                      <a:pt x="383482" y="687365"/>
                    </a:moveTo>
                    <a:lnTo>
                      <a:pt x="291321" y="773285"/>
                    </a:lnTo>
                    <a:moveTo>
                      <a:pt x="291321" y="773285"/>
                    </a:moveTo>
                    <a:lnTo>
                      <a:pt x="199160" y="859206"/>
                    </a:lnTo>
                    <a:moveTo>
                      <a:pt x="199160" y="859206"/>
                    </a:moveTo>
                    <a:lnTo>
                      <a:pt x="106999" y="945126"/>
                    </a:lnTo>
                    <a:moveTo>
                      <a:pt x="106999" y="945126"/>
                    </a:moveTo>
                    <a:lnTo>
                      <a:pt x="14838" y="1031047"/>
                    </a:lnTo>
                    <a:moveTo>
                      <a:pt x="14838" y="1031047"/>
                    </a:moveTo>
                    <a:lnTo>
                      <a:pt x="0" y="104488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55" name="Контур"/>
              <p:cNvSpPr/>
              <p:nvPr/>
            </p:nvSpPr>
            <p:spPr>
              <a:xfrm>
                <a:off x="1369270" y="2447774"/>
                <a:ext cx="966868" cy="905533"/>
              </a:xfrm>
              <a:custGeom>
                <a:avLst/>
                <a:gdLst/>
                <a:ahLst/>
                <a:cxnLst/>
                <a:rect l="l" t="t" r="r" b="b"/>
                <a:pathLst>
                  <a:path w="966868" h="905533" fill="none">
                    <a:moveTo>
                      <a:pt x="935270" y="46327"/>
                    </a:moveTo>
                    <a:lnTo>
                      <a:pt x="921611" y="0"/>
                    </a:lnTo>
                    <a:lnTo>
                      <a:pt x="966868" y="16869"/>
                    </a:lnTo>
                    <a:lnTo>
                      <a:pt x="935270" y="46327"/>
                    </a:lnTo>
                    <a:lnTo>
                      <a:pt x="939220" y="42645"/>
                    </a:lnTo>
                    <a:lnTo>
                      <a:pt x="928975" y="7900"/>
                    </a:lnTo>
                    <a:lnTo>
                      <a:pt x="962919" y="20551"/>
                    </a:lnTo>
                    <a:lnTo>
                      <a:pt x="959236" y="16601"/>
                    </a:lnTo>
                    <a:lnTo>
                      <a:pt x="935538" y="38695"/>
                    </a:lnTo>
                    <a:lnTo>
                      <a:pt x="939220" y="42645"/>
                    </a:lnTo>
                    <a:lnTo>
                      <a:pt x="935270" y="46327"/>
                    </a:lnTo>
                    <a:lnTo>
                      <a:pt x="935805" y="31063"/>
                    </a:lnTo>
                    <a:lnTo>
                      <a:pt x="931855" y="34746"/>
                    </a:lnTo>
                    <a:lnTo>
                      <a:pt x="932390" y="19481"/>
                    </a:lnTo>
                    <a:lnTo>
                      <a:pt x="928440" y="23164"/>
                    </a:lnTo>
                    <a:lnTo>
                      <a:pt x="925293" y="3950"/>
                    </a:lnTo>
                    <a:lnTo>
                      <a:pt x="944240" y="8435"/>
                    </a:lnTo>
                    <a:lnTo>
                      <a:pt x="940290" y="12117"/>
                    </a:lnTo>
                    <a:lnTo>
                      <a:pt x="955554" y="12652"/>
                    </a:lnTo>
                    <a:lnTo>
                      <a:pt x="951604" y="16334"/>
                    </a:lnTo>
                    <a:lnTo>
                      <a:pt x="966868" y="16869"/>
                    </a:lnTo>
                    <a:lnTo>
                      <a:pt x="955286" y="20284"/>
                    </a:lnTo>
                    <a:lnTo>
                      <a:pt x="955019" y="27916"/>
                    </a:lnTo>
                    <a:lnTo>
                      <a:pt x="947387" y="27648"/>
                    </a:lnTo>
                    <a:lnTo>
                      <a:pt x="947119" y="35280"/>
                    </a:lnTo>
                    <a:lnTo>
                      <a:pt x="939487" y="35013"/>
                    </a:lnTo>
                    <a:lnTo>
                      <a:pt x="935270" y="46327"/>
                    </a:lnTo>
                    <a:lnTo>
                      <a:pt x="935538" y="38695"/>
                    </a:lnTo>
                    <a:lnTo>
                      <a:pt x="943170" y="38963"/>
                    </a:lnTo>
                    <a:lnTo>
                      <a:pt x="943437" y="31331"/>
                    </a:lnTo>
                    <a:lnTo>
                      <a:pt x="951069" y="31598"/>
                    </a:lnTo>
                    <a:lnTo>
                      <a:pt x="951337" y="23966"/>
                    </a:lnTo>
                    <a:lnTo>
                      <a:pt x="958969" y="24234"/>
                    </a:lnTo>
                    <a:lnTo>
                      <a:pt x="959236" y="16601"/>
                    </a:lnTo>
                    <a:lnTo>
                      <a:pt x="955554" y="12652"/>
                    </a:lnTo>
                    <a:lnTo>
                      <a:pt x="951604" y="16334"/>
                    </a:lnTo>
                    <a:lnTo>
                      <a:pt x="944240" y="8435"/>
                    </a:lnTo>
                    <a:lnTo>
                      <a:pt x="940290" y="12117"/>
                    </a:lnTo>
                    <a:lnTo>
                      <a:pt x="921611" y="0"/>
                    </a:lnTo>
                    <a:lnTo>
                      <a:pt x="928975" y="7900"/>
                    </a:lnTo>
                    <a:lnTo>
                      <a:pt x="925026" y="11582"/>
                    </a:lnTo>
                    <a:lnTo>
                      <a:pt x="932390" y="19481"/>
                    </a:lnTo>
                    <a:lnTo>
                      <a:pt x="928440" y="23164"/>
                    </a:lnTo>
                    <a:lnTo>
                      <a:pt x="935805" y="31063"/>
                    </a:lnTo>
                    <a:lnTo>
                      <a:pt x="931855" y="34746"/>
                    </a:lnTo>
                    <a:lnTo>
                      <a:pt x="935538" y="38695"/>
                    </a:lnTo>
                    <a:moveTo>
                      <a:pt x="750948" y="218169"/>
                    </a:moveTo>
                    <a:lnTo>
                      <a:pt x="737289" y="171841"/>
                    </a:lnTo>
                    <a:lnTo>
                      <a:pt x="782546" y="188710"/>
                    </a:lnTo>
                    <a:lnTo>
                      <a:pt x="750948" y="218169"/>
                    </a:lnTo>
                    <a:lnTo>
                      <a:pt x="754898" y="214486"/>
                    </a:lnTo>
                    <a:lnTo>
                      <a:pt x="744653" y="179741"/>
                    </a:lnTo>
                    <a:lnTo>
                      <a:pt x="778596" y="192392"/>
                    </a:lnTo>
                    <a:lnTo>
                      <a:pt x="774914" y="188443"/>
                    </a:lnTo>
                    <a:lnTo>
                      <a:pt x="751216" y="210536"/>
                    </a:lnTo>
                    <a:lnTo>
                      <a:pt x="754898" y="214486"/>
                    </a:lnTo>
                    <a:lnTo>
                      <a:pt x="750948" y="218169"/>
                    </a:lnTo>
                    <a:lnTo>
                      <a:pt x="751483" y="202904"/>
                    </a:lnTo>
                    <a:lnTo>
                      <a:pt x="747533" y="206587"/>
                    </a:lnTo>
                    <a:lnTo>
                      <a:pt x="748068" y="191323"/>
                    </a:lnTo>
                    <a:lnTo>
                      <a:pt x="744118" y="195005"/>
                    </a:lnTo>
                    <a:lnTo>
                      <a:pt x="740971" y="175791"/>
                    </a:lnTo>
                    <a:lnTo>
                      <a:pt x="759917" y="180276"/>
                    </a:lnTo>
                    <a:lnTo>
                      <a:pt x="755968" y="183958"/>
                    </a:lnTo>
                    <a:lnTo>
                      <a:pt x="771232" y="184493"/>
                    </a:lnTo>
                    <a:lnTo>
                      <a:pt x="767282" y="188175"/>
                    </a:lnTo>
                    <a:lnTo>
                      <a:pt x="782546" y="188710"/>
                    </a:lnTo>
                    <a:lnTo>
                      <a:pt x="770964" y="192125"/>
                    </a:lnTo>
                    <a:lnTo>
                      <a:pt x="770697" y="199757"/>
                    </a:lnTo>
                    <a:lnTo>
                      <a:pt x="763065" y="199490"/>
                    </a:lnTo>
                    <a:lnTo>
                      <a:pt x="762797" y="207122"/>
                    </a:lnTo>
                    <a:lnTo>
                      <a:pt x="755165" y="206854"/>
                    </a:lnTo>
                    <a:lnTo>
                      <a:pt x="750948" y="218169"/>
                    </a:lnTo>
                    <a:lnTo>
                      <a:pt x="751216" y="210536"/>
                    </a:lnTo>
                    <a:lnTo>
                      <a:pt x="758848" y="210804"/>
                    </a:lnTo>
                    <a:lnTo>
                      <a:pt x="759115" y="203172"/>
                    </a:lnTo>
                    <a:lnTo>
                      <a:pt x="766747" y="203439"/>
                    </a:lnTo>
                    <a:lnTo>
                      <a:pt x="767015" y="195807"/>
                    </a:lnTo>
                    <a:lnTo>
                      <a:pt x="774647" y="196075"/>
                    </a:lnTo>
                    <a:lnTo>
                      <a:pt x="774914" y="188443"/>
                    </a:lnTo>
                    <a:lnTo>
                      <a:pt x="771232" y="184493"/>
                    </a:lnTo>
                    <a:lnTo>
                      <a:pt x="767282" y="188175"/>
                    </a:lnTo>
                    <a:lnTo>
                      <a:pt x="759917" y="180276"/>
                    </a:lnTo>
                    <a:lnTo>
                      <a:pt x="755968" y="183958"/>
                    </a:lnTo>
                    <a:lnTo>
                      <a:pt x="737289" y="171841"/>
                    </a:lnTo>
                    <a:lnTo>
                      <a:pt x="744653" y="179741"/>
                    </a:lnTo>
                    <a:lnTo>
                      <a:pt x="740704" y="183423"/>
                    </a:lnTo>
                    <a:lnTo>
                      <a:pt x="748068" y="191323"/>
                    </a:lnTo>
                    <a:lnTo>
                      <a:pt x="744118" y="195005"/>
                    </a:lnTo>
                    <a:lnTo>
                      <a:pt x="751483" y="202904"/>
                    </a:lnTo>
                    <a:lnTo>
                      <a:pt x="747533" y="206587"/>
                    </a:lnTo>
                    <a:lnTo>
                      <a:pt x="751216" y="210536"/>
                    </a:lnTo>
                    <a:moveTo>
                      <a:pt x="566626" y="390010"/>
                    </a:moveTo>
                    <a:lnTo>
                      <a:pt x="552967" y="343682"/>
                    </a:lnTo>
                    <a:lnTo>
                      <a:pt x="598224" y="360551"/>
                    </a:lnTo>
                    <a:lnTo>
                      <a:pt x="566626" y="390010"/>
                    </a:lnTo>
                    <a:lnTo>
                      <a:pt x="570576" y="386327"/>
                    </a:lnTo>
                    <a:lnTo>
                      <a:pt x="560331" y="351582"/>
                    </a:lnTo>
                    <a:lnTo>
                      <a:pt x="594274" y="364234"/>
                    </a:lnTo>
                    <a:lnTo>
                      <a:pt x="590592" y="360284"/>
                    </a:lnTo>
                    <a:lnTo>
                      <a:pt x="566894" y="382378"/>
                    </a:lnTo>
                    <a:lnTo>
                      <a:pt x="570576" y="386327"/>
                    </a:lnTo>
                    <a:lnTo>
                      <a:pt x="566626" y="390010"/>
                    </a:lnTo>
                    <a:lnTo>
                      <a:pt x="567161" y="374746"/>
                    </a:lnTo>
                    <a:lnTo>
                      <a:pt x="563211" y="378428"/>
                    </a:lnTo>
                    <a:lnTo>
                      <a:pt x="563746" y="363164"/>
                    </a:lnTo>
                    <a:lnTo>
                      <a:pt x="559796" y="366846"/>
                    </a:lnTo>
                    <a:lnTo>
                      <a:pt x="556649" y="347632"/>
                    </a:lnTo>
                    <a:lnTo>
                      <a:pt x="575595" y="352117"/>
                    </a:lnTo>
                    <a:lnTo>
                      <a:pt x="571646" y="355799"/>
                    </a:lnTo>
                    <a:lnTo>
                      <a:pt x="586910" y="356334"/>
                    </a:lnTo>
                    <a:lnTo>
                      <a:pt x="582960" y="360016"/>
                    </a:lnTo>
                    <a:lnTo>
                      <a:pt x="598224" y="360551"/>
                    </a:lnTo>
                    <a:lnTo>
                      <a:pt x="586642" y="363966"/>
                    </a:lnTo>
                    <a:lnTo>
                      <a:pt x="586375" y="371598"/>
                    </a:lnTo>
                    <a:lnTo>
                      <a:pt x="578743" y="371331"/>
                    </a:lnTo>
                    <a:lnTo>
                      <a:pt x="578475" y="378963"/>
                    </a:lnTo>
                    <a:lnTo>
                      <a:pt x="570843" y="378695"/>
                    </a:lnTo>
                    <a:lnTo>
                      <a:pt x="566626" y="390010"/>
                    </a:lnTo>
                    <a:lnTo>
                      <a:pt x="566894" y="382378"/>
                    </a:lnTo>
                    <a:lnTo>
                      <a:pt x="574526" y="382645"/>
                    </a:lnTo>
                    <a:lnTo>
                      <a:pt x="574793" y="375013"/>
                    </a:lnTo>
                    <a:lnTo>
                      <a:pt x="582425" y="375280"/>
                    </a:lnTo>
                    <a:lnTo>
                      <a:pt x="582693" y="367648"/>
                    </a:lnTo>
                    <a:lnTo>
                      <a:pt x="590325" y="367916"/>
                    </a:lnTo>
                    <a:lnTo>
                      <a:pt x="590592" y="360284"/>
                    </a:lnTo>
                    <a:lnTo>
                      <a:pt x="586910" y="356334"/>
                    </a:lnTo>
                    <a:lnTo>
                      <a:pt x="582960" y="360016"/>
                    </a:lnTo>
                    <a:lnTo>
                      <a:pt x="575595" y="352117"/>
                    </a:lnTo>
                    <a:lnTo>
                      <a:pt x="571646" y="355799"/>
                    </a:lnTo>
                    <a:lnTo>
                      <a:pt x="552967" y="343682"/>
                    </a:lnTo>
                    <a:lnTo>
                      <a:pt x="560331" y="351582"/>
                    </a:lnTo>
                    <a:lnTo>
                      <a:pt x="556381" y="355264"/>
                    </a:lnTo>
                    <a:lnTo>
                      <a:pt x="563746" y="363164"/>
                    </a:lnTo>
                    <a:lnTo>
                      <a:pt x="559796" y="366846"/>
                    </a:lnTo>
                    <a:lnTo>
                      <a:pt x="567161" y="374746"/>
                    </a:lnTo>
                    <a:lnTo>
                      <a:pt x="563211" y="378428"/>
                    </a:lnTo>
                    <a:lnTo>
                      <a:pt x="566894" y="382378"/>
                    </a:lnTo>
                    <a:moveTo>
                      <a:pt x="382304" y="561851"/>
                    </a:moveTo>
                    <a:lnTo>
                      <a:pt x="368645" y="515524"/>
                    </a:lnTo>
                    <a:lnTo>
                      <a:pt x="413902" y="532392"/>
                    </a:lnTo>
                    <a:lnTo>
                      <a:pt x="382304" y="561851"/>
                    </a:lnTo>
                    <a:lnTo>
                      <a:pt x="386254" y="558169"/>
                    </a:lnTo>
                    <a:lnTo>
                      <a:pt x="376009" y="523423"/>
                    </a:lnTo>
                    <a:lnTo>
                      <a:pt x="409952" y="536075"/>
                    </a:lnTo>
                    <a:lnTo>
                      <a:pt x="406270" y="532125"/>
                    </a:lnTo>
                    <a:lnTo>
                      <a:pt x="382571" y="554219"/>
                    </a:lnTo>
                    <a:lnTo>
                      <a:pt x="386254" y="558169"/>
                    </a:lnTo>
                    <a:lnTo>
                      <a:pt x="382304" y="561851"/>
                    </a:lnTo>
                    <a:lnTo>
                      <a:pt x="382839" y="546587"/>
                    </a:lnTo>
                    <a:lnTo>
                      <a:pt x="378889" y="550269"/>
                    </a:lnTo>
                    <a:lnTo>
                      <a:pt x="379424" y="535005"/>
                    </a:lnTo>
                    <a:lnTo>
                      <a:pt x="375474" y="538687"/>
                    </a:lnTo>
                    <a:lnTo>
                      <a:pt x="372327" y="519473"/>
                    </a:lnTo>
                    <a:lnTo>
                      <a:pt x="391273" y="523958"/>
                    </a:lnTo>
                    <a:lnTo>
                      <a:pt x="387324" y="527640"/>
                    </a:lnTo>
                    <a:lnTo>
                      <a:pt x="402588" y="528175"/>
                    </a:lnTo>
                    <a:lnTo>
                      <a:pt x="398638" y="531857"/>
                    </a:lnTo>
                    <a:lnTo>
                      <a:pt x="413902" y="532392"/>
                    </a:lnTo>
                    <a:lnTo>
                      <a:pt x="402320" y="535807"/>
                    </a:lnTo>
                    <a:lnTo>
                      <a:pt x="402053" y="543439"/>
                    </a:lnTo>
                    <a:lnTo>
                      <a:pt x="394421" y="543172"/>
                    </a:lnTo>
                    <a:lnTo>
                      <a:pt x="394153" y="550804"/>
                    </a:lnTo>
                    <a:lnTo>
                      <a:pt x="386521" y="550536"/>
                    </a:lnTo>
                    <a:lnTo>
                      <a:pt x="382304" y="561851"/>
                    </a:lnTo>
                    <a:lnTo>
                      <a:pt x="382571" y="554219"/>
                    </a:lnTo>
                    <a:lnTo>
                      <a:pt x="390204" y="554486"/>
                    </a:lnTo>
                    <a:lnTo>
                      <a:pt x="390471" y="546854"/>
                    </a:lnTo>
                    <a:lnTo>
                      <a:pt x="398103" y="547122"/>
                    </a:lnTo>
                    <a:lnTo>
                      <a:pt x="398370" y="539490"/>
                    </a:lnTo>
                    <a:lnTo>
                      <a:pt x="406003" y="539757"/>
                    </a:lnTo>
                    <a:lnTo>
                      <a:pt x="406270" y="532125"/>
                    </a:lnTo>
                    <a:lnTo>
                      <a:pt x="402588" y="528175"/>
                    </a:lnTo>
                    <a:lnTo>
                      <a:pt x="398638" y="531857"/>
                    </a:lnTo>
                    <a:lnTo>
                      <a:pt x="391273" y="523958"/>
                    </a:lnTo>
                    <a:lnTo>
                      <a:pt x="387324" y="527640"/>
                    </a:lnTo>
                    <a:lnTo>
                      <a:pt x="368645" y="515524"/>
                    </a:lnTo>
                    <a:lnTo>
                      <a:pt x="376009" y="523423"/>
                    </a:lnTo>
                    <a:lnTo>
                      <a:pt x="372059" y="527105"/>
                    </a:lnTo>
                    <a:lnTo>
                      <a:pt x="379424" y="535005"/>
                    </a:lnTo>
                    <a:lnTo>
                      <a:pt x="375474" y="538687"/>
                    </a:lnTo>
                    <a:lnTo>
                      <a:pt x="382839" y="546587"/>
                    </a:lnTo>
                    <a:lnTo>
                      <a:pt x="378889" y="550269"/>
                    </a:lnTo>
                    <a:lnTo>
                      <a:pt x="382571" y="554219"/>
                    </a:lnTo>
                    <a:moveTo>
                      <a:pt x="197982" y="733692"/>
                    </a:moveTo>
                    <a:lnTo>
                      <a:pt x="184322" y="687365"/>
                    </a:lnTo>
                    <a:lnTo>
                      <a:pt x="229580" y="704233"/>
                    </a:lnTo>
                    <a:lnTo>
                      <a:pt x="197982" y="733692"/>
                    </a:lnTo>
                    <a:lnTo>
                      <a:pt x="201932" y="730010"/>
                    </a:lnTo>
                    <a:lnTo>
                      <a:pt x="191687" y="695264"/>
                    </a:lnTo>
                    <a:lnTo>
                      <a:pt x="225630" y="707916"/>
                    </a:lnTo>
                    <a:lnTo>
                      <a:pt x="221948" y="703966"/>
                    </a:lnTo>
                    <a:lnTo>
                      <a:pt x="198249" y="726060"/>
                    </a:lnTo>
                    <a:lnTo>
                      <a:pt x="201932" y="730010"/>
                    </a:lnTo>
                    <a:lnTo>
                      <a:pt x="197982" y="733692"/>
                    </a:lnTo>
                    <a:lnTo>
                      <a:pt x="198517" y="718428"/>
                    </a:lnTo>
                    <a:lnTo>
                      <a:pt x="194567" y="722110"/>
                    </a:lnTo>
                    <a:lnTo>
                      <a:pt x="195102" y="706846"/>
                    </a:lnTo>
                    <a:lnTo>
                      <a:pt x="191152" y="710528"/>
                    </a:lnTo>
                    <a:lnTo>
                      <a:pt x="188005" y="691314"/>
                    </a:lnTo>
                    <a:lnTo>
                      <a:pt x="206951" y="695799"/>
                    </a:lnTo>
                    <a:lnTo>
                      <a:pt x="203001" y="699481"/>
                    </a:lnTo>
                    <a:lnTo>
                      <a:pt x="218266" y="700016"/>
                    </a:lnTo>
                    <a:lnTo>
                      <a:pt x="214316" y="703699"/>
                    </a:lnTo>
                    <a:lnTo>
                      <a:pt x="229580" y="704233"/>
                    </a:lnTo>
                    <a:lnTo>
                      <a:pt x="217998" y="707648"/>
                    </a:lnTo>
                    <a:lnTo>
                      <a:pt x="217731" y="715280"/>
                    </a:lnTo>
                    <a:lnTo>
                      <a:pt x="210099" y="715013"/>
                    </a:lnTo>
                    <a:lnTo>
                      <a:pt x="209831" y="722645"/>
                    </a:lnTo>
                    <a:lnTo>
                      <a:pt x="202199" y="722378"/>
                    </a:lnTo>
                    <a:lnTo>
                      <a:pt x="197982" y="733692"/>
                    </a:lnTo>
                    <a:lnTo>
                      <a:pt x="198249" y="726060"/>
                    </a:lnTo>
                    <a:lnTo>
                      <a:pt x="205881" y="726327"/>
                    </a:lnTo>
                    <a:lnTo>
                      <a:pt x="206149" y="718695"/>
                    </a:lnTo>
                    <a:lnTo>
                      <a:pt x="213781" y="718963"/>
                    </a:lnTo>
                    <a:lnTo>
                      <a:pt x="214048" y="711331"/>
                    </a:lnTo>
                    <a:lnTo>
                      <a:pt x="221680" y="711598"/>
                    </a:lnTo>
                    <a:lnTo>
                      <a:pt x="221948" y="703966"/>
                    </a:lnTo>
                    <a:lnTo>
                      <a:pt x="218266" y="700016"/>
                    </a:lnTo>
                    <a:lnTo>
                      <a:pt x="214316" y="703699"/>
                    </a:lnTo>
                    <a:lnTo>
                      <a:pt x="206951" y="695799"/>
                    </a:lnTo>
                    <a:lnTo>
                      <a:pt x="203001" y="699481"/>
                    </a:lnTo>
                    <a:lnTo>
                      <a:pt x="184322" y="687365"/>
                    </a:lnTo>
                    <a:lnTo>
                      <a:pt x="191687" y="695264"/>
                    </a:lnTo>
                    <a:lnTo>
                      <a:pt x="187737" y="698946"/>
                    </a:lnTo>
                    <a:lnTo>
                      <a:pt x="195102" y="706846"/>
                    </a:lnTo>
                    <a:lnTo>
                      <a:pt x="191152" y="710528"/>
                    </a:lnTo>
                    <a:lnTo>
                      <a:pt x="198517" y="718428"/>
                    </a:lnTo>
                    <a:lnTo>
                      <a:pt x="194567" y="722110"/>
                    </a:lnTo>
                    <a:lnTo>
                      <a:pt x="198249" y="726060"/>
                    </a:lnTo>
                    <a:moveTo>
                      <a:pt x="13660" y="905533"/>
                    </a:moveTo>
                    <a:lnTo>
                      <a:pt x="0" y="859206"/>
                    </a:lnTo>
                    <a:lnTo>
                      <a:pt x="45258" y="876075"/>
                    </a:lnTo>
                    <a:lnTo>
                      <a:pt x="13660" y="905533"/>
                    </a:lnTo>
                    <a:lnTo>
                      <a:pt x="17610" y="901851"/>
                    </a:lnTo>
                    <a:lnTo>
                      <a:pt x="7365" y="867105"/>
                    </a:lnTo>
                    <a:lnTo>
                      <a:pt x="41308" y="879757"/>
                    </a:lnTo>
                    <a:lnTo>
                      <a:pt x="37626" y="875807"/>
                    </a:lnTo>
                    <a:lnTo>
                      <a:pt x="13927" y="897901"/>
                    </a:lnTo>
                    <a:lnTo>
                      <a:pt x="17610" y="901851"/>
                    </a:lnTo>
                    <a:lnTo>
                      <a:pt x="13660" y="905533"/>
                    </a:lnTo>
                    <a:lnTo>
                      <a:pt x="14195" y="890269"/>
                    </a:lnTo>
                    <a:lnTo>
                      <a:pt x="10245" y="893951"/>
                    </a:lnTo>
                    <a:lnTo>
                      <a:pt x="10780" y="878687"/>
                    </a:lnTo>
                    <a:lnTo>
                      <a:pt x="6830" y="882369"/>
                    </a:lnTo>
                    <a:lnTo>
                      <a:pt x="3683" y="863156"/>
                    </a:lnTo>
                    <a:lnTo>
                      <a:pt x="22629" y="867640"/>
                    </a:lnTo>
                    <a:lnTo>
                      <a:pt x="18679" y="871323"/>
                    </a:lnTo>
                    <a:lnTo>
                      <a:pt x="33944" y="871857"/>
                    </a:lnTo>
                    <a:lnTo>
                      <a:pt x="29994" y="875540"/>
                    </a:lnTo>
                    <a:lnTo>
                      <a:pt x="45258" y="876075"/>
                    </a:lnTo>
                    <a:lnTo>
                      <a:pt x="33676" y="879489"/>
                    </a:lnTo>
                    <a:lnTo>
                      <a:pt x="33409" y="887122"/>
                    </a:lnTo>
                    <a:lnTo>
                      <a:pt x="25777" y="886854"/>
                    </a:lnTo>
                    <a:lnTo>
                      <a:pt x="25509" y="894486"/>
                    </a:lnTo>
                    <a:lnTo>
                      <a:pt x="17877" y="894219"/>
                    </a:lnTo>
                    <a:lnTo>
                      <a:pt x="13660" y="905533"/>
                    </a:lnTo>
                    <a:lnTo>
                      <a:pt x="13927" y="897901"/>
                    </a:lnTo>
                    <a:lnTo>
                      <a:pt x="21559" y="898168"/>
                    </a:lnTo>
                    <a:lnTo>
                      <a:pt x="21827" y="890536"/>
                    </a:lnTo>
                    <a:lnTo>
                      <a:pt x="29459" y="890804"/>
                    </a:lnTo>
                    <a:lnTo>
                      <a:pt x="29726" y="883172"/>
                    </a:lnTo>
                    <a:lnTo>
                      <a:pt x="37358" y="883439"/>
                    </a:lnTo>
                    <a:lnTo>
                      <a:pt x="37626" y="875807"/>
                    </a:lnTo>
                    <a:lnTo>
                      <a:pt x="33944" y="871857"/>
                    </a:lnTo>
                    <a:lnTo>
                      <a:pt x="29994" y="875540"/>
                    </a:lnTo>
                    <a:lnTo>
                      <a:pt x="22629" y="867640"/>
                    </a:lnTo>
                    <a:lnTo>
                      <a:pt x="18679" y="871323"/>
                    </a:lnTo>
                    <a:lnTo>
                      <a:pt x="0" y="859206"/>
                    </a:lnTo>
                    <a:lnTo>
                      <a:pt x="7365" y="867105"/>
                    </a:lnTo>
                    <a:lnTo>
                      <a:pt x="3415" y="870788"/>
                    </a:lnTo>
                    <a:lnTo>
                      <a:pt x="10780" y="878687"/>
                    </a:lnTo>
                    <a:lnTo>
                      <a:pt x="6830" y="882369"/>
                    </a:lnTo>
                    <a:lnTo>
                      <a:pt x="14195" y="890269"/>
                    </a:lnTo>
                    <a:lnTo>
                      <a:pt x="10245" y="893951"/>
                    </a:lnTo>
                    <a:lnTo>
                      <a:pt x="13927" y="89790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56" name="Контур"/>
              <p:cNvSpPr/>
              <p:nvPr/>
            </p:nvSpPr>
            <p:spPr>
              <a:xfrm>
                <a:off x="755628" y="2849203"/>
                <a:ext cx="506520" cy="542880"/>
              </a:xfrm>
              <a:custGeom>
                <a:avLst/>
                <a:gdLst/>
                <a:ahLst/>
                <a:cxnLst/>
                <a:rect l="l" t="t" r="r" b="b"/>
                <a:pathLst>
                  <a:path w="506520" h="542880" fill="none">
                    <a:moveTo>
                      <a:pt x="0" y="0"/>
                    </a:moveTo>
                    <a:lnTo>
                      <a:pt x="85957" y="92127"/>
                    </a:lnTo>
                    <a:moveTo>
                      <a:pt x="85957" y="92127"/>
                    </a:moveTo>
                    <a:lnTo>
                      <a:pt x="171914" y="184254"/>
                    </a:lnTo>
                    <a:moveTo>
                      <a:pt x="171914" y="184254"/>
                    </a:moveTo>
                    <a:lnTo>
                      <a:pt x="257871" y="276382"/>
                    </a:lnTo>
                    <a:moveTo>
                      <a:pt x="257871" y="276382"/>
                    </a:moveTo>
                    <a:lnTo>
                      <a:pt x="343828" y="368509"/>
                    </a:lnTo>
                    <a:moveTo>
                      <a:pt x="343828" y="368509"/>
                    </a:moveTo>
                    <a:lnTo>
                      <a:pt x="429785" y="460636"/>
                    </a:lnTo>
                    <a:moveTo>
                      <a:pt x="429785" y="460636"/>
                    </a:moveTo>
                    <a:lnTo>
                      <a:pt x="506520" y="54288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57" name="Контур"/>
              <p:cNvSpPr/>
              <p:nvPr/>
            </p:nvSpPr>
            <p:spPr>
              <a:xfrm>
                <a:off x="856236" y="2895937"/>
                <a:ext cx="390149" cy="413773"/>
              </a:xfrm>
              <a:custGeom>
                <a:avLst/>
                <a:gdLst/>
                <a:ahLst/>
                <a:cxnLst/>
                <a:rect l="l" t="t" r="r" b="b"/>
                <a:pathLst>
                  <a:path w="390149" h="413773" fill="none">
                    <a:moveTo>
                      <a:pt x="46322" y="31586"/>
                    </a:moveTo>
                    <a:lnTo>
                      <a:pt x="0" y="45264"/>
                    </a:lnTo>
                    <a:lnTo>
                      <a:pt x="16851" y="0"/>
                    </a:lnTo>
                    <a:lnTo>
                      <a:pt x="46322" y="31586"/>
                    </a:lnTo>
                    <a:lnTo>
                      <a:pt x="42638" y="27638"/>
                    </a:lnTo>
                    <a:lnTo>
                      <a:pt x="7896" y="37896"/>
                    </a:lnTo>
                    <a:lnTo>
                      <a:pt x="20534" y="3948"/>
                    </a:lnTo>
                    <a:lnTo>
                      <a:pt x="16586" y="7632"/>
                    </a:lnTo>
                    <a:lnTo>
                      <a:pt x="38689" y="31322"/>
                    </a:lnTo>
                    <a:lnTo>
                      <a:pt x="42638" y="27638"/>
                    </a:lnTo>
                    <a:lnTo>
                      <a:pt x="46322" y="31586"/>
                    </a:lnTo>
                    <a:lnTo>
                      <a:pt x="31057" y="31058"/>
                    </a:lnTo>
                    <a:lnTo>
                      <a:pt x="34741" y="35006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948" y="41580"/>
                    </a:lnTo>
                    <a:lnTo>
                      <a:pt x="8425" y="22632"/>
                    </a:lnTo>
                    <a:lnTo>
                      <a:pt x="12109" y="26580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16851" y="0"/>
                    </a:lnTo>
                    <a:lnTo>
                      <a:pt x="20270" y="11580"/>
                    </a:lnTo>
                    <a:lnTo>
                      <a:pt x="27902" y="11845"/>
                    </a:lnTo>
                    <a:lnTo>
                      <a:pt x="27638" y="19477"/>
                    </a:lnTo>
                    <a:lnTo>
                      <a:pt x="35270" y="19741"/>
                    </a:lnTo>
                    <a:lnTo>
                      <a:pt x="35006" y="27374"/>
                    </a:lnTo>
                    <a:lnTo>
                      <a:pt x="46322" y="31586"/>
                    </a:lnTo>
                    <a:lnTo>
                      <a:pt x="38689" y="31322"/>
                    </a:lnTo>
                    <a:lnTo>
                      <a:pt x="38954" y="23690"/>
                    </a:lnTo>
                    <a:lnTo>
                      <a:pt x="31322" y="23425"/>
                    </a:lnTo>
                    <a:lnTo>
                      <a:pt x="31586" y="15793"/>
                    </a:lnTo>
                    <a:lnTo>
                      <a:pt x="23954" y="15529"/>
                    </a:lnTo>
                    <a:lnTo>
                      <a:pt x="24218" y="7897"/>
                    </a:lnTo>
                    <a:lnTo>
                      <a:pt x="16586" y="7632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8425" y="22632"/>
                    </a:lnTo>
                    <a:lnTo>
                      <a:pt x="12109" y="26580"/>
                    </a:lnTo>
                    <a:lnTo>
                      <a:pt x="0" y="45264"/>
                    </a:lnTo>
                    <a:lnTo>
                      <a:pt x="7896" y="37896"/>
                    </a:lnTo>
                    <a:lnTo>
                      <a:pt x="11580" y="41845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1057" y="31058"/>
                    </a:lnTo>
                    <a:lnTo>
                      <a:pt x="34741" y="35006"/>
                    </a:lnTo>
                    <a:lnTo>
                      <a:pt x="38689" y="31322"/>
                    </a:lnTo>
                    <a:moveTo>
                      <a:pt x="218235" y="215841"/>
                    </a:moveTo>
                    <a:lnTo>
                      <a:pt x="171913" y="229519"/>
                    </a:lnTo>
                    <a:lnTo>
                      <a:pt x="188764" y="184254"/>
                    </a:lnTo>
                    <a:lnTo>
                      <a:pt x="218235" y="215841"/>
                    </a:lnTo>
                    <a:lnTo>
                      <a:pt x="214551" y="211893"/>
                    </a:lnTo>
                    <a:lnTo>
                      <a:pt x="179810" y="222151"/>
                    </a:lnTo>
                    <a:lnTo>
                      <a:pt x="192448" y="188203"/>
                    </a:lnTo>
                    <a:lnTo>
                      <a:pt x="188500" y="191887"/>
                    </a:lnTo>
                    <a:lnTo>
                      <a:pt x="210603" y="215576"/>
                    </a:lnTo>
                    <a:lnTo>
                      <a:pt x="214551" y="211893"/>
                    </a:lnTo>
                    <a:lnTo>
                      <a:pt x="218235" y="215841"/>
                    </a:lnTo>
                    <a:lnTo>
                      <a:pt x="202971" y="215312"/>
                    </a:lnTo>
                    <a:lnTo>
                      <a:pt x="206655" y="219260"/>
                    </a:lnTo>
                    <a:lnTo>
                      <a:pt x="191390" y="218731"/>
                    </a:lnTo>
                    <a:lnTo>
                      <a:pt x="195074" y="222680"/>
                    </a:lnTo>
                    <a:lnTo>
                      <a:pt x="175862" y="225835"/>
                    </a:lnTo>
                    <a:lnTo>
                      <a:pt x="180339" y="206886"/>
                    </a:lnTo>
                    <a:lnTo>
                      <a:pt x="184023" y="210835"/>
                    </a:lnTo>
                    <a:lnTo>
                      <a:pt x="184552" y="195570"/>
                    </a:lnTo>
                    <a:lnTo>
                      <a:pt x="188235" y="199519"/>
                    </a:lnTo>
                    <a:lnTo>
                      <a:pt x="188764" y="184254"/>
                    </a:lnTo>
                    <a:lnTo>
                      <a:pt x="192184" y="195835"/>
                    </a:lnTo>
                    <a:lnTo>
                      <a:pt x="199816" y="196099"/>
                    </a:lnTo>
                    <a:lnTo>
                      <a:pt x="199551" y="203731"/>
                    </a:lnTo>
                    <a:lnTo>
                      <a:pt x="207184" y="203996"/>
                    </a:lnTo>
                    <a:lnTo>
                      <a:pt x="206919" y="211628"/>
                    </a:lnTo>
                    <a:lnTo>
                      <a:pt x="218235" y="215841"/>
                    </a:lnTo>
                    <a:lnTo>
                      <a:pt x="210603" y="215576"/>
                    </a:lnTo>
                    <a:lnTo>
                      <a:pt x="210867" y="207944"/>
                    </a:lnTo>
                    <a:lnTo>
                      <a:pt x="203235" y="207680"/>
                    </a:lnTo>
                    <a:lnTo>
                      <a:pt x="203500" y="200048"/>
                    </a:lnTo>
                    <a:lnTo>
                      <a:pt x="195868" y="199783"/>
                    </a:lnTo>
                    <a:lnTo>
                      <a:pt x="196132" y="192151"/>
                    </a:lnTo>
                    <a:lnTo>
                      <a:pt x="188500" y="191887"/>
                    </a:lnTo>
                    <a:lnTo>
                      <a:pt x="184552" y="195570"/>
                    </a:lnTo>
                    <a:lnTo>
                      <a:pt x="188235" y="199519"/>
                    </a:lnTo>
                    <a:lnTo>
                      <a:pt x="180339" y="206886"/>
                    </a:lnTo>
                    <a:lnTo>
                      <a:pt x="184023" y="210835"/>
                    </a:lnTo>
                    <a:lnTo>
                      <a:pt x="171913" y="229519"/>
                    </a:lnTo>
                    <a:lnTo>
                      <a:pt x="179810" y="222151"/>
                    </a:lnTo>
                    <a:lnTo>
                      <a:pt x="183494" y="226099"/>
                    </a:lnTo>
                    <a:lnTo>
                      <a:pt x="191390" y="218731"/>
                    </a:lnTo>
                    <a:lnTo>
                      <a:pt x="195074" y="222680"/>
                    </a:lnTo>
                    <a:lnTo>
                      <a:pt x="202971" y="215312"/>
                    </a:lnTo>
                    <a:lnTo>
                      <a:pt x="206655" y="219260"/>
                    </a:lnTo>
                    <a:lnTo>
                      <a:pt x="210603" y="215576"/>
                    </a:lnTo>
                    <a:moveTo>
                      <a:pt x="390149" y="400095"/>
                    </a:moveTo>
                    <a:lnTo>
                      <a:pt x="343827" y="413773"/>
                    </a:lnTo>
                    <a:lnTo>
                      <a:pt x="360678" y="368509"/>
                    </a:lnTo>
                    <a:lnTo>
                      <a:pt x="390149" y="400095"/>
                    </a:lnTo>
                    <a:lnTo>
                      <a:pt x="386465" y="396147"/>
                    </a:lnTo>
                    <a:lnTo>
                      <a:pt x="351724" y="406405"/>
                    </a:lnTo>
                    <a:lnTo>
                      <a:pt x="364362" y="372457"/>
                    </a:lnTo>
                    <a:lnTo>
                      <a:pt x="360414" y="376141"/>
                    </a:lnTo>
                    <a:lnTo>
                      <a:pt x="382517" y="399831"/>
                    </a:lnTo>
                    <a:lnTo>
                      <a:pt x="386465" y="396147"/>
                    </a:lnTo>
                    <a:lnTo>
                      <a:pt x="390149" y="400095"/>
                    </a:lnTo>
                    <a:lnTo>
                      <a:pt x="374885" y="399566"/>
                    </a:lnTo>
                    <a:lnTo>
                      <a:pt x="378568" y="403515"/>
                    </a:lnTo>
                    <a:lnTo>
                      <a:pt x="363304" y="402986"/>
                    </a:lnTo>
                    <a:lnTo>
                      <a:pt x="366988" y="406934"/>
                    </a:lnTo>
                    <a:lnTo>
                      <a:pt x="347775" y="410089"/>
                    </a:lnTo>
                    <a:lnTo>
                      <a:pt x="352252" y="391141"/>
                    </a:lnTo>
                    <a:lnTo>
                      <a:pt x="355936" y="395089"/>
                    </a:lnTo>
                    <a:lnTo>
                      <a:pt x="356465" y="379825"/>
                    </a:lnTo>
                    <a:lnTo>
                      <a:pt x="360149" y="383773"/>
                    </a:lnTo>
                    <a:lnTo>
                      <a:pt x="360678" y="368509"/>
                    </a:lnTo>
                    <a:lnTo>
                      <a:pt x="364097" y="380089"/>
                    </a:lnTo>
                    <a:lnTo>
                      <a:pt x="371730" y="380354"/>
                    </a:lnTo>
                    <a:lnTo>
                      <a:pt x="371465" y="387986"/>
                    </a:lnTo>
                    <a:lnTo>
                      <a:pt x="379097" y="388250"/>
                    </a:lnTo>
                    <a:lnTo>
                      <a:pt x="378833" y="395883"/>
                    </a:lnTo>
                    <a:lnTo>
                      <a:pt x="390149" y="400095"/>
                    </a:lnTo>
                    <a:lnTo>
                      <a:pt x="382517" y="399831"/>
                    </a:lnTo>
                    <a:lnTo>
                      <a:pt x="382781" y="392199"/>
                    </a:lnTo>
                    <a:lnTo>
                      <a:pt x="375149" y="391934"/>
                    </a:lnTo>
                    <a:lnTo>
                      <a:pt x="375413" y="384302"/>
                    </a:lnTo>
                    <a:lnTo>
                      <a:pt x="367781" y="384038"/>
                    </a:lnTo>
                    <a:lnTo>
                      <a:pt x="368046" y="376405"/>
                    </a:lnTo>
                    <a:lnTo>
                      <a:pt x="360414" y="376141"/>
                    </a:lnTo>
                    <a:lnTo>
                      <a:pt x="356465" y="379825"/>
                    </a:lnTo>
                    <a:lnTo>
                      <a:pt x="360149" y="383773"/>
                    </a:lnTo>
                    <a:lnTo>
                      <a:pt x="352252" y="391141"/>
                    </a:lnTo>
                    <a:lnTo>
                      <a:pt x="355936" y="395089"/>
                    </a:lnTo>
                    <a:lnTo>
                      <a:pt x="343827" y="413773"/>
                    </a:lnTo>
                    <a:lnTo>
                      <a:pt x="351724" y="406405"/>
                    </a:lnTo>
                    <a:lnTo>
                      <a:pt x="355407" y="410354"/>
                    </a:lnTo>
                    <a:lnTo>
                      <a:pt x="363304" y="402986"/>
                    </a:lnTo>
                    <a:lnTo>
                      <a:pt x="366988" y="406934"/>
                    </a:lnTo>
                    <a:lnTo>
                      <a:pt x="374885" y="399566"/>
                    </a:lnTo>
                    <a:lnTo>
                      <a:pt x="378568" y="403515"/>
                    </a:lnTo>
                    <a:lnTo>
                      <a:pt x="382517" y="39983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58" name="Контур"/>
              <p:cNvSpPr/>
              <p:nvPr/>
            </p:nvSpPr>
            <p:spPr>
              <a:xfrm>
                <a:off x="755628" y="2849203"/>
                <a:ext cx="506520" cy="542880"/>
              </a:xfrm>
              <a:custGeom>
                <a:avLst/>
                <a:gdLst/>
                <a:ahLst/>
                <a:cxnLst/>
                <a:rect l="l" t="t" r="r" b="b"/>
                <a:pathLst>
                  <a:path w="506520" h="542880" fill="none">
                    <a:moveTo>
                      <a:pt x="506520" y="542880"/>
                    </a:moveTo>
                    <a:lnTo>
                      <a:pt x="420563" y="450753"/>
                    </a:lnTo>
                    <a:moveTo>
                      <a:pt x="420563" y="450753"/>
                    </a:moveTo>
                    <a:lnTo>
                      <a:pt x="334606" y="358626"/>
                    </a:lnTo>
                    <a:moveTo>
                      <a:pt x="334606" y="358626"/>
                    </a:moveTo>
                    <a:lnTo>
                      <a:pt x="248650" y="266498"/>
                    </a:lnTo>
                    <a:moveTo>
                      <a:pt x="248650" y="266498"/>
                    </a:moveTo>
                    <a:lnTo>
                      <a:pt x="162693" y="174371"/>
                    </a:lnTo>
                    <a:moveTo>
                      <a:pt x="162693" y="174371"/>
                    </a:moveTo>
                    <a:lnTo>
                      <a:pt x="76736" y="82244"/>
                    </a:lnTo>
                    <a:moveTo>
                      <a:pt x="76736" y="82244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59" name="Контур"/>
              <p:cNvSpPr/>
              <p:nvPr/>
            </p:nvSpPr>
            <p:spPr>
              <a:xfrm>
                <a:off x="771392" y="2931576"/>
                <a:ext cx="390149" cy="413773"/>
              </a:xfrm>
              <a:custGeom>
                <a:avLst/>
                <a:gdLst/>
                <a:ahLst/>
                <a:cxnLst/>
                <a:rect l="l" t="t" r="r" b="b"/>
                <a:pathLst>
                  <a:path w="390149" h="413773" fill="none">
                    <a:moveTo>
                      <a:pt x="343827" y="382187"/>
                    </a:moveTo>
                    <a:lnTo>
                      <a:pt x="390149" y="368509"/>
                    </a:lnTo>
                    <a:lnTo>
                      <a:pt x="373298" y="413773"/>
                    </a:lnTo>
                    <a:lnTo>
                      <a:pt x="343827" y="382187"/>
                    </a:lnTo>
                    <a:lnTo>
                      <a:pt x="347511" y="386135"/>
                    </a:lnTo>
                    <a:lnTo>
                      <a:pt x="382252" y="375877"/>
                    </a:lnTo>
                    <a:lnTo>
                      <a:pt x="369614" y="409825"/>
                    </a:lnTo>
                    <a:lnTo>
                      <a:pt x="373562" y="406141"/>
                    </a:lnTo>
                    <a:lnTo>
                      <a:pt x="351459" y="382451"/>
                    </a:lnTo>
                    <a:lnTo>
                      <a:pt x="347511" y="386135"/>
                    </a:lnTo>
                    <a:lnTo>
                      <a:pt x="343827" y="382187"/>
                    </a:lnTo>
                    <a:lnTo>
                      <a:pt x="359091" y="382716"/>
                    </a:lnTo>
                    <a:lnTo>
                      <a:pt x="355407" y="378767"/>
                    </a:lnTo>
                    <a:lnTo>
                      <a:pt x="370672" y="379296"/>
                    </a:lnTo>
                    <a:lnTo>
                      <a:pt x="366988" y="375348"/>
                    </a:lnTo>
                    <a:lnTo>
                      <a:pt x="386201" y="372193"/>
                    </a:lnTo>
                    <a:lnTo>
                      <a:pt x="381723" y="391141"/>
                    </a:lnTo>
                    <a:lnTo>
                      <a:pt x="378040" y="387193"/>
                    </a:lnTo>
                    <a:lnTo>
                      <a:pt x="377511" y="402457"/>
                    </a:lnTo>
                    <a:lnTo>
                      <a:pt x="373827" y="398509"/>
                    </a:lnTo>
                    <a:lnTo>
                      <a:pt x="373298" y="413773"/>
                    </a:lnTo>
                    <a:lnTo>
                      <a:pt x="369878" y="402193"/>
                    </a:lnTo>
                    <a:lnTo>
                      <a:pt x="362246" y="401928"/>
                    </a:lnTo>
                    <a:lnTo>
                      <a:pt x="362511" y="394296"/>
                    </a:lnTo>
                    <a:lnTo>
                      <a:pt x="354879" y="394032"/>
                    </a:lnTo>
                    <a:lnTo>
                      <a:pt x="355143" y="386399"/>
                    </a:lnTo>
                    <a:lnTo>
                      <a:pt x="343827" y="382187"/>
                    </a:lnTo>
                    <a:lnTo>
                      <a:pt x="351459" y="382451"/>
                    </a:lnTo>
                    <a:lnTo>
                      <a:pt x="351195" y="390083"/>
                    </a:lnTo>
                    <a:lnTo>
                      <a:pt x="358827" y="390348"/>
                    </a:lnTo>
                    <a:lnTo>
                      <a:pt x="358562" y="397980"/>
                    </a:lnTo>
                    <a:lnTo>
                      <a:pt x="366195" y="398244"/>
                    </a:lnTo>
                    <a:lnTo>
                      <a:pt x="365930" y="405877"/>
                    </a:lnTo>
                    <a:lnTo>
                      <a:pt x="373562" y="406141"/>
                    </a:lnTo>
                    <a:lnTo>
                      <a:pt x="377511" y="402457"/>
                    </a:lnTo>
                    <a:lnTo>
                      <a:pt x="373827" y="398509"/>
                    </a:lnTo>
                    <a:lnTo>
                      <a:pt x="381723" y="391141"/>
                    </a:lnTo>
                    <a:lnTo>
                      <a:pt x="378040" y="387193"/>
                    </a:lnTo>
                    <a:lnTo>
                      <a:pt x="390149" y="368509"/>
                    </a:lnTo>
                    <a:lnTo>
                      <a:pt x="382252" y="375877"/>
                    </a:lnTo>
                    <a:lnTo>
                      <a:pt x="378568" y="371928"/>
                    </a:lnTo>
                    <a:lnTo>
                      <a:pt x="370672" y="379296"/>
                    </a:lnTo>
                    <a:lnTo>
                      <a:pt x="366988" y="375348"/>
                    </a:lnTo>
                    <a:lnTo>
                      <a:pt x="359091" y="382716"/>
                    </a:lnTo>
                    <a:lnTo>
                      <a:pt x="355407" y="378767"/>
                    </a:lnTo>
                    <a:lnTo>
                      <a:pt x="351459" y="382451"/>
                    </a:lnTo>
                    <a:moveTo>
                      <a:pt x="171913" y="197932"/>
                    </a:moveTo>
                    <a:lnTo>
                      <a:pt x="218235" y="184255"/>
                    </a:lnTo>
                    <a:lnTo>
                      <a:pt x="201384" y="229519"/>
                    </a:lnTo>
                    <a:lnTo>
                      <a:pt x="171913" y="197932"/>
                    </a:lnTo>
                    <a:lnTo>
                      <a:pt x="175597" y="201881"/>
                    </a:lnTo>
                    <a:lnTo>
                      <a:pt x="210339" y="191622"/>
                    </a:lnTo>
                    <a:lnTo>
                      <a:pt x="197700" y="225570"/>
                    </a:lnTo>
                    <a:lnTo>
                      <a:pt x="201649" y="221887"/>
                    </a:lnTo>
                    <a:lnTo>
                      <a:pt x="179546" y="198197"/>
                    </a:lnTo>
                    <a:lnTo>
                      <a:pt x="175597" y="201881"/>
                    </a:lnTo>
                    <a:lnTo>
                      <a:pt x="171913" y="197932"/>
                    </a:lnTo>
                    <a:lnTo>
                      <a:pt x="187178" y="198461"/>
                    </a:lnTo>
                    <a:lnTo>
                      <a:pt x="183494" y="194513"/>
                    </a:lnTo>
                    <a:lnTo>
                      <a:pt x="198758" y="195042"/>
                    </a:lnTo>
                    <a:lnTo>
                      <a:pt x="195074" y="191093"/>
                    </a:lnTo>
                    <a:lnTo>
                      <a:pt x="214287" y="187939"/>
                    </a:lnTo>
                    <a:lnTo>
                      <a:pt x="209810" y="206887"/>
                    </a:lnTo>
                    <a:lnTo>
                      <a:pt x="206126" y="202938"/>
                    </a:lnTo>
                    <a:lnTo>
                      <a:pt x="205597" y="218203"/>
                    </a:lnTo>
                    <a:lnTo>
                      <a:pt x="201913" y="214254"/>
                    </a:lnTo>
                    <a:lnTo>
                      <a:pt x="201384" y="229519"/>
                    </a:lnTo>
                    <a:lnTo>
                      <a:pt x="197965" y="217938"/>
                    </a:lnTo>
                    <a:lnTo>
                      <a:pt x="190333" y="217674"/>
                    </a:lnTo>
                    <a:lnTo>
                      <a:pt x="190597" y="210042"/>
                    </a:lnTo>
                    <a:lnTo>
                      <a:pt x="182965" y="209777"/>
                    </a:lnTo>
                    <a:lnTo>
                      <a:pt x="183229" y="202145"/>
                    </a:lnTo>
                    <a:lnTo>
                      <a:pt x="171913" y="197932"/>
                    </a:lnTo>
                    <a:lnTo>
                      <a:pt x="179546" y="198197"/>
                    </a:lnTo>
                    <a:lnTo>
                      <a:pt x="179281" y="205829"/>
                    </a:lnTo>
                    <a:lnTo>
                      <a:pt x="186913" y="206093"/>
                    </a:lnTo>
                    <a:lnTo>
                      <a:pt x="186649" y="213726"/>
                    </a:lnTo>
                    <a:lnTo>
                      <a:pt x="194281" y="213990"/>
                    </a:lnTo>
                    <a:lnTo>
                      <a:pt x="194017" y="221622"/>
                    </a:lnTo>
                    <a:lnTo>
                      <a:pt x="201649" y="221887"/>
                    </a:lnTo>
                    <a:lnTo>
                      <a:pt x="205597" y="218203"/>
                    </a:lnTo>
                    <a:lnTo>
                      <a:pt x="201913" y="214254"/>
                    </a:lnTo>
                    <a:lnTo>
                      <a:pt x="209810" y="206887"/>
                    </a:lnTo>
                    <a:lnTo>
                      <a:pt x="206126" y="202938"/>
                    </a:lnTo>
                    <a:lnTo>
                      <a:pt x="218235" y="184255"/>
                    </a:lnTo>
                    <a:lnTo>
                      <a:pt x="210339" y="191622"/>
                    </a:lnTo>
                    <a:lnTo>
                      <a:pt x="206655" y="187674"/>
                    </a:lnTo>
                    <a:lnTo>
                      <a:pt x="198758" y="195042"/>
                    </a:lnTo>
                    <a:lnTo>
                      <a:pt x="195074" y="191093"/>
                    </a:lnTo>
                    <a:lnTo>
                      <a:pt x="187178" y="198461"/>
                    </a:lnTo>
                    <a:lnTo>
                      <a:pt x="183494" y="194513"/>
                    </a:lnTo>
                    <a:lnTo>
                      <a:pt x="179546" y="198197"/>
                    </a:lnTo>
                    <a:moveTo>
                      <a:pt x="0" y="13678"/>
                    </a:moveTo>
                    <a:lnTo>
                      <a:pt x="46322" y="0"/>
                    </a:lnTo>
                    <a:lnTo>
                      <a:pt x="29471" y="45264"/>
                    </a:lnTo>
                    <a:lnTo>
                      <a:pt x="0" y="13678"/>
                    </a:lnTo>
                    <a:lnTo>
                      <a:pt x="3684" y="17626"/>
                    </a:lnTo>
                    <a:lnTo>
                      <a:pt x="38425" y="7368"/>
                    </a:lnTo>
                    <a:lnTo>
                      <a:pt x="25787" y="41316"/>
                    </a:lnTo>
                    <a:lnTo>
                      <a:pt x="29735" y="37632"/>
                    </a:lnTo>
                    <a:lnTo>
                      <a:pt x="7632" y="13942"/>
                    </a:lnTo>
                    <a:lnTo>
                      <a:pt x="3684" y="17626"/>
                    </a:lnTo>
                    <a:lnTo>
                      <a:pt x="0" y="13678"/>
                    </a:lnTo>
                    <a:lnTo>
                      <a:pt x="15264" y="14207"/>
                    </a:lnTo>
                    <a:lnTo>
                      <a:pt x="11580" y="10258"/>
                    </a:lnTo>
                    <a:lnTo>
                      <a:pt x="26845" y="10787"/>
                    </a:lnTo>
                    <a:lnTo>
                      <a:pt x="23161" y="6839"/>
                    </a:lnTo>
                    <a:lnTo>
                      <a:pt x="42373" y="3684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33683" y="33948"/>
                    </a:lnTo>
                    <a:lnTo>
                      <a:pt x="29999" y="30000"/>
                    </a:lnTo>
                    <a:lnTo>
                      <a:pt x="29471" y="45264"/>
                    </a:lnTo>
                    <a:lnTo>
                      <a:pt x="26051" y="33684"/>
                    </a:lnTo>
                    <a:lnTo>
                      <a:pt x="18419" y="33419"/>
                    </a:lnTo>
                    <a:lnTo>
                      <a:pt x="18683" y="25787"/>
                    </a:lnTo>
                    <a:lnTo>
                      <a:pt x="11051" y="25523"/>
                    </a:lnTo>
                    <a:lnTo>
                      <a:pt x="11316" y="17891"/>
                    </a:lnTo>
                    <a:lnTo>
                      <a:pt x="0" y="13678"/>
                    </a:lnTo>
                    <a:lnTo>
                      <a:pt x="7632" y="13942"/>
                    </a:lnTo>
                    <a:lnTo>
                      <a:pt x="7367" y="21575"/>
                    </a:lnTo>
                    <a:lnTo>
                      <a:pt x="15000" y="21839"/>
                    </a:lnTo>
                    <a:lnTo>
                      <a:pt x="14735" y="29471"/>
                    </a:lnTo>
                    <a:lnTo>
                      <a:pt x="22367" y="29736"/>
                    </a:lnTo>
                    <a:lnTo>
                      <a:pt x="22103" y="37368"/>
                    </a:lnTo>
                    <a:lnTo>
                      <a:pt x="29735" y="37632"/>
                    </a:lnTo>
                    <a:lnTo>
                      <a:pt x="33683" y="33948"/>
                    </a:lnTo>
                    <a:lnTo>
                      <a:pt x="29999" y="30000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46322" y="0"/>
                    </a:lnTo>
                    <a:lnTo>
                      <a:pt x="38425" y="7368"/>
                    </a:lnTo>
                    <a:lnTo>
                      <a:pt x="34741" y="3420"/>
                    </a:lnTo>
                    <a:lnTo>
                      <a:pt x="26845" y="10787"/>
                    </a:lnTo>
                    <a:lnTo>
                      <a:pt x="23161" y="6839"/>
                    </a:lnTo>
                    <a:lnTo>
                      <a:pt x="15264" y="14207"/>
                    </a:lnTo>
                    <a:lnTo>
                      <a:pt x="11580" y="10258"/>
                    </a:lnTo>
                    <a:lnTo>
                      <a:pt x="7632" y="139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60" name="Контур"/>
              <p:cNvSpPr/>
              <p:nvPr/>
            </p:nvSpPr>
            <p:spPr>
              <a:xfrm>
                <a:off x="252000" y="2814843"/>
                <a:ext cx="215450" cy="206125"/>
              </a:xfrm>
              <a:custGeom>
                <a:avLst/>
                <a:gdLst/>
                <a:ahLst/>
                <a:cxnLst/>
                <a:rect l="l" t="t" r="r" b="b"/>
                <a:pathLst>
                  <a:path w="215450" h="206125" fill="none">
                    <a:moveTo>
                      <a:pt x="215450" y="206125"/>
                    </a:moveTo>
                    <a:lnTo>
                      <a:pt x="124406" y="119022"/>
                    </a:lnTo>
                    <a:moveTo>
                      <a:pt x="124406" y="119022"/>
                    </a:moveTo>
                    <a:lnTo>
                      <a:pt x="33362" y="31918"/>
                    </a:lnTo>
                    <a:moveTo>
                      <a:pt x="33362" y="31918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61" name="Контур"/>
              <p:cNvSpPr/>
              <p:nvPr/>
            </p:nvSpPr>
            <p:spPr>
              <a:xfrm>
                <a:off x="368265" y="2864982"/>
                <a:ext cx="45471" cy="46147"/>
              </a:xfrm>
              <a:custGeom>
                <a:avLst/>
                <a:gdLst/>
                <a:ahLst/>
                <a:cxnLst/>
                <a:rect l="l" t="t" r="r" b="b"/>
                <a:pathLst>
                  <a:path w="45471" h="46147" fill="none">
                    <a:moveTo>
                      <a:pt x="45471" y="29864"/>
                    </a:moveTo>
                    <a:lnTo>
                      <a:pt x="0" y="46147"/>
                    </a:lnTo>
                    <a:lnTo>
                      <a:pt x="14256" y="0"/>
                    </a:lnTo>
                    <a:lnTo>
                      <a:pt x="45471" y="29864"/>
                    </a:lnTo>
                    <a:lnTo>
                      <a:pt x="41569" y="26131"/>
                    </a:lnTo>
                    <a:lnTo>
                      <a:pt x="7466" y="38343"/>
                    </a:lnTo>
                    <a:lnTo>
                      <a:pt x="18158" y="3733"/>
                    </a:lnTo>
                    <a:lnTo>
                      <a:pt x="14425" y="7635"/>
                    </a:lnTo>
                    <a:lnTo>
                      <a:pt x="37836" y="30033"/>
                    </a:lnTo>
                    <a:lnTo>
                      <a:pt x="41569" y="26131"/>
                    </a:lnTo>
                    <a:lnTo>
                      <a:pt x="45471" y="29864"/>
                    </a:lnTo>
                    <a:lnTo>
                      <a:pt x="30201" y="30202"/>
                    </a:lnTo>
                    <a:lnTo>
                      <a:pt x="34103" y="33935"/>
                    </a:lnTo>
                    <a:lnTo>
                      <a:pt x="18834" y="34272"/>
                    </a:lnTo>
                    <a:lnTo>
                      <a:pt x="22735" y="38005"/>
                    </a:lnTo>
                    <a:lnTo>
                      <a:pt x="3733" y="42245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10692" y="11537"/>
                    </a:lnTo>
                    <a:lnTo>
                      <a:pt x="14594" y="15270"/>
                    </a:lnTo>
                    <a:lnTo>
                      <a:pt x="14256" y="0"/>
                    </a:lnTo>
                    <a:lnTo>
                      <a:pt x="18327" y="11368"/>
                    </a:lnTo>
                    <a:lnTo>
                      <a:pt x="25962" y="11199"/>
                    </a:lnTo>
                    <a:lnTo>
                      <a:pt x="26131" y="18834"/>
                    </a:lnTo>
                    <a:lnTo>
                      <a:pt x="33766" y="18665"/>
                    </a:lnTo>
                    <a:lnTo>
                      <a:pt x="33934" y="26300"/>
                    </a:lnTo>
                    <a:lnTo>
                      <a:pt x="45471" y="29864"/>
                    </a:lnTo>
                    <a:lnTo>
                      <a:pt x="37836" y="30033"/>
                    </a:lnTo>
                    <a:lnTo>
                      <a:pt x="37667" y="22398"/>
                    </a:lnTo>
                    <a:lnTo>
                      <a:pt x="30033" y="22567"/>
                    </a:lnTo>
                    <a:lnTo>
                      <a:pt x="29864" y="14932"/>
                    </a:lnTo>
                    <a:lnTo>
                      <a:pt x="22229" y="15101"/>
                    </a:lnTo>
                    <a:lnTo>
                      <a:pt x="22060" y="7466"/>
                    </a:lnTo>
                    <a:lnTo>
                      <a:pt x="14425" y="7635"/>
                    </a:lnTo>
                    <a:lnTo>
                      <a:pt x="10692" y="11537"/>
                    </a:lnTo>
                    <a:lnTo>
                      <a:pt x="14594" y="15270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0" y="46147"/>
                    </a:lnTo>
                    <a:lnTo>
                      <a:pt x="7466" y="38343"/>
                    </a:lnTo>
                    <a:lnTo>
                      <a:pt x="11368" y="42076"/>
                    </a:lnTo>
                    <a:lnTo>
                      <a:pt x="18834" y="34272"/>
                    </a:lnTo>
                    <a:lnTo>
                      <a:pt x="22735" y="38005"/>
                    </a:lnTo>
                    <a:lnTo>
                      <a:pt x="30201" y="30202"/>
                    </a:lnTo>
                    <a:lnTo>
                      <a:pt x="34103" y="33935"/>
                    </a:lnTo>
                    <a:lnTo>
                      <a:pt x="37836" y="300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62" name="Контур"/>
              <p:cNvSpPr/>
              <p:nvPr/>
            </p:nvSpPr>
            <p:spPr>
              <a:xfrm>
                <a:off x="1236880" y="5147837"/>
                <a:ext cx="31709" cy="30320"/>
              </a:xfrm>
              <a:custGeom>
                <a:avLst/>
                <a:gdLst/>
                <a:ahLst/>
                <a:cxnLst/>
                <a:rect l="l" t="t" r="r" b="b"/>
                <a:pathLst>
                  <a:path w="31709" h="30320" fill="none">
                    <a:moveTo>
                      <a:pt x="0" y="30320"/>
                    </a:moveTo>
                    <a:lnTo>
                      <a:pt x="3170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63" name="Контур"/>
              <p:cNvSpPr/>
              <p:nvPr/>
            </p:nvSpPr>
            <p:spPr>
              <a:xfrm>
                <a:off x="252000" y="3120515"/>
                <a:ext cx="984880" cy="2228872"/>
              </a:xfrm>
              <a:custGeom>
                <a:avLst/>
                <a:gdLst/>
                <a:ahLst/>
                <a:cxnLst/>
                <a:rect l="l" t="t" r="r" b="b"/>
                <a:pathLst>
                  <a:path w="984880" h="2228872" fill="none">
                    <a:moveTo>
                      <a:pt x="642970" y="2228872"/>
                    </a:moveTo>
                    <a:lnTo>
                      <a:pt x="615649" y="2202749"/>
                    </a:lnTo>
                    <a:moveTo>
                      <a:pt x="615649" y="2202749"/>
                    </a:moveTo>
                    <a:lnTo>
                      <a:pt x="588328" y="2176626"/>
                    </a:lnTo>
                    <a:moveTo>
                      <a:pt x="588328" y="2176626"/>
                    </a:moveTo>
                    <a:lnTo>
                      <a:pt x="561007" y="2150503"/>
                    </a:lnTo>
                    <a:moveTo>
                      <a:pt x="561007" y="2150503"/>
                    </a:moveTo>
                    <a:lnTo>
                      <a:pt x="533687" y="2124380"/>
                    </a:lnTo>
                    <a:moveTo>
                      <a:pt x="533687" y="2124380"/>
                    </a:moveTo>
                    <a:lnTo>
                      <a:pt x="506366" y="2098257"/>
                    </a:lnTo>
                    <a:moveTo>
                      <a:pt x="506366" y="2098257"/>
                    </a:moveTo>
                    <a:lnTo>
                      <a:pt x="479045" y="2072134"/>
                    </a:lnTo>
                    <a:moveTo>
                      <a:pt x="479045" y="2072134"/>
                    </a:moveTo>
                    <a:lnTo>
                      <a:pt x="451724" y="2046010"/>
                    </a:lnTo>
                    <a:moveTo>
                      <a:pt x="451724" y="2046010"/>
                    </a:moveTo>
                    <a:lnTo>
                      <a:pt x="424403" y="2019887"/>
                    </a:lnTo>
                    <a:moveTo>
                      <a:pt x="424403" y="2019887"/>
                    </a:moveTo>
                    <a:lnTo>
                      <a:pt x="397083" y="1993764"/>
                    </a:lnTo>
                    <a:moveTo>
                      <a:pt x="397083" y="1993764"/>
                    </a:moveTo>
                    <a:lnTo>
                      <a:pt x="369762" y="1967641"/>
                    </a:lnTo>
                    <a:moveTo>
                      <a:pt x="369762" y="1967641"/>
                    </a:moveTo>
                    <a:lnTo>
                      <a:pt x="342441" y="1941518"/>
                    </a:lnTo>
                    <a:moveTo>
                      <a:pt x="342441" y="1941518"/>
                    </a:moveTo>
                    <a:lnTo>
                      <a:pt x="315120" y="1915395"/>
                    </a:lnTo>
                    <a:moveTo>
                      <a:pt x="315120" y="1915395"/>
                    </a:moveTo>
                    <a:lnTo>
                      <a:pt x="287800" y="1889272"/>
                    </a:lnTo>
                    <a:moveTo>
                      <a:pt x="287800" y="1889272"/>
                    </a:moveTo>
                    <a:lnTo>
                      <a:pt x="260479" y="1863149"/>
                    </a:lnTo>
                    <a:moveTo>
                      <a:pt x="260479" y="1863149"/>
                    </a:moveTo>
                    <a:lnTo>
                      <a:pt x="233158" y="1837026"/>
                    </a:lnTo>
                    <a:moveTo>
                      <a:pt x="233158" y="1837026"/>
                    </a:moveTo>
                    <a:lnTo>
                      <a:pt x="205837" y="1810903"/>
                    </a:lnTo>
                    <a:moveTo>
                      <a:pt x="205837" y="1810903"/>
                    </a:moveTo>
                    <a:lnTo>
                      <a:pt x="178517" y="1784780"/>
                    </a:lnTo>
                    <a:moveTo>
                      <a:pt x="178517" y="1784780"/>
                    </a:moveTo>
                    <a:lnTo>
                      <a:pt x="151196" y="1758657"/>
                    </a:lnTo>
                    <a:moveTo>
                      <a:pt x="151196" y="1758657"/>
                    </a:moveTo>
                    <a:lnTo>
                      <a:pt x="123875" y="1732533"/>
                    </a:lnTo>
                    <a:moveTo>
                      <a:pt x="123875" y="1732533"/>
                    </a:moveTo>
                    <a:lnTo>
                      <a:pt x="96554" y="1706410"/>
                    </a:lnTo>
                    <a:moveTo>
                      <a:pt x="96554" y="1706410"/>
                    </a:moveTo>
                    <a:lnTo>
                      <a:pt x="69233" y="1680287"/>
                    </a:lnTo>
                    <a:moveTo>
                      <a:pt x="69233" y="1680287"/>
                    </a:moveTo>
                    <a:lnTo>
                      <a:pt x="41913" y="1654164"/>
                    </a:lnTo>
                    <a:moveTo>
                      <a:pt x="41913" y="1654164"/>
                    </a:moveTo>
                    <a:lnTo>
                      <a:pt x="14592" y="1628041"/>
                    </a:lnTo>
                    <a:moveTo>
                      <a:pt x="14592" y="1628041"/>
                    </a:moveTo>
                    <a:lnTo>
                      <a:pt x="0" y="1614089"/>
                    </a:lnTo>
                    <a:moveTo>
                      <a:pt x="319501" y="0"/>
                    </a:moveTo>
                    <a:lnTo>
                      <a:pt x="293370" y="27313"/>
                    </a:lnTo>
                    <a:moveTo>
                      <a:pt x="293370" y="27313"/>
                    </a:moveTo>
                    <a:lnTo>
                      <a:pt x="267238" y="54626"/>
                    </a:lnTo>
                    <a:moveTo>
                      <a:pt x="267238" y="54626"/>
                    </a:moveTo>
                    <a:lnTo>
                      <a:pt x="241107" y="81939"/>
                    </a:lnTo>
                    <a:moveTo>
                      <a:pt x="241107" y="81939"/>
                    </a:moveTo>
                    <a:lnTo>
                      <a:pt x="214976" y="109252"/>
                    </a:lnTo>
                    <a:moveTo>
                      <a:pt x="214976" y="109252"/>
                    </a:moveTo>
                    <a:lnTo>
                      <a:pt x="188844" y="136565"/>
                    </a:lnTo>
                    <a:moveTo>
                      <a:pt x="188844" y="136565"/>
                    </a:moveTo>
                    <a:lnTo>
                      <a:pt x="162713" y="163878"/>
                    </a:lnTo>
                    <a:moveTo>
                      <a:pt x="162713" y="163878"/>
                    </a:moveTo>
                    <a:lnTo>
                      <a:pt x="136582" y="191191"/>
                    </a:lnTo>
                    <a:moveTo>
                      <a:pt x="136582" y="191191"/>
                    </a:moveTo>
                    <a:lnTo>
                      <a:pt x="110450" y="218504"/>
                    </a:lnTo>
                    <a:moveTo>
                      <a:pt x="110450" y="218504"/>
                    </a:moveTo>
                    <a:lnTo>
                      <a:pt x="84319" y="245816"/>
                    </a:lnTo>
                    <a:moveTo>
                      <a:pt x="84319" y="245816"/>
                    </a:moveTo>
                    <a:lnTo>
                      <a:pt x="58188" y="273129"/>
                    </a:lnTo>
                    <a:moveTo>
                      <a:pt x="58188" y="273129"/>
                    </a:moveTo>
                    <a:lnTo>
                      <a:pt x="32056" y="300442"/>
                    </a:lnTo>
                    <a:moveTo>
                      <a:pt x="32056" y="300442"/>
                    </a:moveTo>
                    <a:lnTo>
                      <a:pt x="5925" y="327755"/>
                    </a:lnTo>
                    <a:moveTo>
                      <a:pt x="5925" y="327755"/>
                    </a:moveTo>
                    <a:lnTo>
                      <a:pt x="0" y="333948"/>
                    </a:lnTo>
                    <a:moveTo>
                      <a:pt x="0" y="1329772"/>
                    </a:moveTo>
                    <a:lnTo>
                      <a:pt x="16595" y="1345583"/>
                    </a:lnTo>
                    <a:moveTo>
                      <a:pt x="16595" y="1345583"/>
                    </a:moveTo>
                    <a:lnTo>
                      <a:pt x="43962" y="1371658"/>
                    </a:lnTo>
                    <a:moveTo>
                      <a:pt x="43962" y="1371658"/>
                    </a:moveTo>
                    <a:lnTo>
                      <a:pt x="71329" y="1397732"/>
                    </a:lnTo>
                    <a:moveTo>
                      <a:pt x="71329" y="1397732"/>
                    </a:moveTo>
                    <a:lnTo>
                      <a:pt x="98696" y="1423807"/>
                    </a:lnTo>
                    <a:moveTo>
                      <a:pt x="98696" y="1423807"/>
                    </a:moveTo>
                    <a:lnTo>
                      <a:pt x="126063" y="1449882"/>
                    </a:lnTo>
                    <a:moveTo>
                      <a:pt x="126063" y="1449882"/>
                    </a:moveTo>
                    <a:lnTo>
                      <a:pt x="153430" y="1475957"/>
                    </a:lnTo>
                    <a:moveTo>
                      <a:pt x="153430" y="1475957"/>
                    </a:moveTo>
                    <a:lnTo>
                      <a:pt x="180797" y="1502031"/>
                    </a:lnTo>
                    <a:moveTo>
                      <a:pt x="180797" y="1502031"/>
                    </a:moveTo>
                    <a:lnTo>
                      <a:pt x="208164" y="1528106"/>
                    </a:lnTo>
                    <a:moveTo>
                      <a:pt x="208164" y="1528106"/>
                    </a:moveTo>
                    <a:lnTo>
                      <a:pt x="235531" y="1554181"/>
                    </a:lnTo>
                    <a:moveTo>
                      <a:pt x="235531" y="1554181"/>
                    </a:moveTo>
                    <a:lnTo>
                      <a:pt x="261094" y="1578537"/>
                    </a:lnTo>
                    <a:lnTo>
                      <a:pt x="263218" y="1579839"/>
                    </a:lnTo>
                    <a:moveTo>
                      <a:pt x="263218" y="1579839"/>
                    </a:moveTo>
                    <a:lnTo>
                      <a:pt x="295443" y="1599597"/>
                    </a:lnTo>
                    <a:moveTo>
                      <a:pt x="295443" y="1599597"/>
                    </a:moveTo>
                    <a:lnTo>
                      <a:pt x="327668" y="1619355"/>
                    </a:lnTo>
                    <a:moveTo>
                      <a:pt x="327668" y="1619355"/>
                    </a:moveTo>
                    <a:lnTo>
                      <a:pt x="359894" y="1639112"/>
                    </a:lnTo>
                    <a:moveTo>
                      <a:pt x="359894" y="1639112"/>
                    </a:moveTo>
                    <a:lnTo>
                      <a:pt x="392119" y="1658870"/>
                    </a:lnTo>
                    <a:moveTo>
                      <a:pt x="392119" y="1658870"/>
                    </a:moveTo>
                    <a:lnTo>
                      <a:pt x="417088" y="1674179"/>
                    </a:lnTo>
                    <a:lnTo>
                      <a:pt x="423252" y="1680048"/>
                    </a:lnTo>
                    <a:moveTo>
                      <a:pt x="423252" y="1680048"/>
                    </a:moveTo>
                    <a:lnTo>
                      <a:pt x="450626" y="1706115"/>
                    </a:lnTo>
                    <a:moveTo>
                      <a:pt x="450626" y="1706115"/>
                    </a:moveTo>
                    <a:lnTo>
                      <a:pt x="478001" y="1732182"/>
                    </a:lnTo>
                    <a:moveTo>
                      <a:pt x="478001" y="1732182"/>
                    </a:moveTo>
                    <a:lnTo>
                      <a:pt x="505375" y="1758249"/>
                    </a:lnTo>
                    <a:moveTo>
                      <a:pt x="505375" y="1758249"/>
                    </a:moveTo>
                    <a:lnTo>
                      <a:pt x="532749" y="1784316"/>
                    </a:lnTo>
                    <a:moveTo>
                      <a:pt x="532749" y="1784316"/>
                    </a:moveTo>
                    <a:lnTo>
                      <a:pt x="560124" y="1810383"/>
                    </a:lnTo>
                    <a:moveTo>
                      <a:pt x="560124" y="1810383"/>
                    </a:moveTo>
                    <a:lnTo>
                      <a:pt x="587498" y="1836450"/>
                    </a:lnTo>
                    <a:moveTo>
                      <a:pt x="587498" y="1836450"/>
                    </a:moveTo>
                    <a:lnTo>
                      <a:pt x="614872" y="1862517"/>
                    </a:lnTo>
                    <a:moveTo>
                      <a:pt x="614872" y="1862517"/>
                    </a:moveTo>
                    <a:lnTo>
                      <a:pt x="642246" y="1888584"/>
                    </a:lnTo>
                    <a:moveTo>
                      <a:pt x="642246" y="1888584"/>
                    </a:moveTo>
                    <a:lnTo>
                      <a:pt x="669621" y="1914651"/>
                    </a:lnTo>
                    <a:moveTo>
                      <a:pt x="669621" y="1914651"/>
                    </a:moveTo>
                    <a:lnTo>
                      <a:pt x="677798" y="1922438"/>
                    </a:lnTo>
                    <a:lnTo>
                      <a:pt x="692776" y="1944309"/>
                    </a:lnTo>
                    <a:moveTo>
                      <a:pt x="692776" y="1944309"/>
                    </a:moveTo>
                    <a:lnTo>
                      <a:pt x="714134" y="1975497"/>
                    </a:lnTo>
                    <a:moveTo>
                      <a:pt x="714134" y="1975497"/>
                    </a:moveTo>
                    <a:lnTo>
                      <a:pt x="735491" y="2006685"/>
                    </a:lnTo>
                    <a:moveTo>
                      <a:pt x="735491" y="2006685"/>
                    </a:moveTo>
                    <a:lnTo>
                      <a:pt x="756849" y="2037873"/>
                    </a:lnTo>
                    <a:moveTo>
                      <a:pt x="756849" y="2037873"/>
                    </a:moveTo>
                    <a:lnTo>
                      <a:pt x="778207" y="2069061"/>
                    </a:lnTo>
                    <a:moveTo>
                      <a:pt x="778207" y="2069061"/>
                    </a:moveTo>
                    <a:lnTo>
                      <a:pt x="782492" y="2075318"/>
                    </a:lnTo>
                    <a:lnTo>
                      <a:pt x="804368" y="2096162"/>
                    </a:lnTo>
                    <a:moveTo>
                      <a:pt x="804368" y="2096162"/>
                    </a:moveTo>
                    <a:lnTo>
                      <a:pt x="822479" y="2113417"/>
                    </a:lnTo>
                    <a:lnTo>
                      <a:pt x="835264" y="2113405"/>
                    </a:lnTo>
                    <a:moveTo>
                      <a:pt x="835264" y="2113405"/>
                    </a:moveTo>
                    <a:lnTo>
                      <a:pt x="873064" y="2113372"/>
                    </a:lnTo>
                    <a:moveTo>
                      <a:pt x="873064" y="2113372"/>
                    </a:moveTo>
                    <a:lnTo>
                      <a:pt x="910864" y="2113338"/>
                    </a:lnTo>
                    <a:moveTo>
                      <a:pt x="910864" y="2113338"/>
                    </a:moveTo>
                    <a:lnTo>
                      <a:pt x="926646" y="2113324"/>
                    </a:lnTo>
                    <a:lnTo>
                      <a:pt x="942560" y="2098108"/>
                    </a:lnTo>
                    <a:moveTo>
                      <a:pt x="942560" y="2098108"/>
                    </a:moveTo>
                    <a:lnTo>
                      <a:pt x="969880" y="2071984"/>
                    </a:lnTo>
                    <a:moveTo>
                      <a:pt x="969880" y="2071984"/>
                    </a:moveTo>
                    <a:lnTo>
                      <a:pt x="984880" y="205764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64" name="Контур"/>
              <p:cNvSpPr/>
              <p:nvPr/>
            </p:nvSpPr>
            <p:spPr>
              <a:xfrm>
                <a:off x="571501" y="3120515"/>
                <a:ext cx="945259" cy="2057642"/>
              </a:xfrm>
              <a:custGeom>
                <a:avLst/>
                <a:gdLst/>
                <a:ahLst/>
                <a:cxnLst/>
                <a:rect l="l" t="t" r="r" b="b"/>
                <a:pathLst>
                  <a:path w="945259" h="2057642" fill="none">
                    <a:moveTo>
                      <a:pt x="697088" y="2027322"/>
                    </a:moveTo>
                    <a:lnTo>
                      <a:pt x="665379" y="2057642"/>
                    </a:lnTo>
                    <a:moveTo>
                      <a:pt x="886305" y="1850807"/>
                    </a:moveTo>
                    <a:lnTo>
                      <a:pt x="697088" y="2027322"/>
                    </a:lnTo>
                    <a:moveTo>
                      <a:pt x="665379" y="2057642"/>
                    </a:moveTo>
                    <a:lnTo>
                      <a:pt x="574340" y="1970533"/>
                    </a:lnTo>
                    <a:moveTo>
                      <a:pt x="574340" y="1970533"/>
                    </a:moveTo>
                    <a:lnTo>
                      <a:pt x="483301" y="1883425"/>
                    </a:lnTo>
                    <a:moveTo>
                      <a:pt x="483301" y="1883425"/>
                    </a:moveTo>
                    <a:lnTo>
                      <a:pt x="392262" y="1796316"/>
                    </a:lnTo>
                    <a:moveTo>
                      <a:pt x="392262" y="1796316"/>
                    </a:moveTo>
                    <a:lnTo>
                      <a:pt x="356657" y="1762249"/>
                    </a:lnTo>
                    <a:lnTo>
                      <a:pt x="409699" y="1706814"/>
                    </a:lnTo>
                    <a:moveTo>
                      <a:pt x="409699" y="1706814"/>
                    </a:moveTo>
                    <a:lnTo>
                      <a:pt x="496808" y="1615776"/>
                    </a:lnTo>
                    <a:moveTo>
                      <a:pt x="496808" y="1615776"/>
                    </a:moveTo>
                    <a:lnTo>
                      <a:pt x="583916" y="1524737"/>
                    </a:lnTo>
                    <a:moveTo>
                      <a:pt x="583916" y="1524737"/>
                    </a:moveTo>
                    <a:lnTo>
                      <a:pt x="671025" y="1433698"/>
                    </a:lnTo>
                    <a:moveTo>
                      <a:pt x="671025" y="1433698"/>
                    </a:moveTo>
                    <a:lnTo>
                      <a:pt x="758134" y="1342659"/>
                    </a:lnTo>
                    <a:moveTo>
                      <a:pt x="758134" y="1342659"/>
                    </a:moveTo>
                    <a:lnTo>
                      <a:pt x="840313" y="1256771"/>
                    </a:lnTo>
                    <a:lnTo>
                      <a:pt x="842348" y="1249938"/>
                    </a:lnTo>
                    <a:moveTo>
                      <a:pt x="842348" y="1249938"/>
                    </a:moveTo>
                    <a:lnTo>
                      <a:pt x="878309" y="1129179"/>
                    </a:lnTo>
                    <a:moveTo>
                      <a:pt x="878309" y="1129179"/>
                    </a:moveTo>
                    <a:lnTo>
                      <a:pt x="914269" y="1008420"/>
                    </a:lnTo>
                    <a:moveTo>
                      <a:pt x="914269" y="1008420"/>
                    </a:moveTo>
                    <a:lnTo>
                      <a:pt x="945259" y="904351"/>
                    </a:lnTo>
                    <a:lnTo>
                      <a:pt x="932675" y="892312"/>
                    </a:lnTo>
                    <a:moveTo>
                      <a:pt x="932675" y="892312"/>
                    </a:moveTo>
                    <a:lnTo>
                      <a:pt x="841632" y="805208"/>
                    </a:lnTo>
                    <a:moveTo>
                      <a:pt x="841632" y="805208"/>
                    </a:moveTo>
                    <a:lnTo>
                      <a:pt x="750588" y="718105"/>
                    </a:lnTo>
                    <a:moveTo>
                      <a:pt x="750588" y="718105"/>
                    </a:moveTo>
                    <a:lnTo>
                      <a:pt x="659544" y="631001"/>
                    </a:lnTo>
                    <a:moveTo>
                      <a:pt x="659544" y="631001"/>
                    </a:moveTo>
                    <a:lnTo>
                      <a:pt x="568500" y="543898"/>
                    </a:lnTo>
                    <a:moveTo>
                      <a:pt x="568500" y="543898"/>
                    </a:moveTo>
                    <a:lnTo>
                      <a:pt x="477457" y="456794"/>
                    </a:lnTo>
                    <a:moveTo>
                      <a:pt x="477457" y="456794"/>
                    </a:moveTo>
                    <a:lnTo>
                      <a:pt x="386413" y="369690"/>
                    </a:lnTo>
                    <a:moveTo>
                      <a:pt x="386413" y="369690"/>
                    </a:moveTo>
                    <a:lnTo>
                      <a:pt x="295369" y="282587"/>
                    </a:lnTo>
                    <a:moveTo>
                      <a:pt x="295369" y="282587"/>
                    </a:moveTo>
                    <a:lnTo>
                      <a:pt x="204325" y="195483"/>
                    </a:lnTo>
                    <a:moveTo>
                      <a:pt x="204325" y="195483"/>
                    </a:moveTo>
                    <a:lnTo>
                      <a:pt x="113282" y="108380"/>
                    </a:lnTo>
                    <a:moveTo>
                      <a:pt x="113282" y="108380"/>
                    </a:moveTo>
                    <a:lnTo>
                      <a:pt x="22238" y="21276"/>
                    </a:lnTo>
                    <a:moveTo>
                      <a:pt x="22238" y="21276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65" name="Контур"/>
              <p:cNvSpPr/>
              <p:nvPr/>
            </p:nvSpPr>
            <p:spPr>
              <a:xfrm>
                <a:off x="676641" y="3160012"/>
                <a:ext cx="873212" cy="1908300"/>
              </a:xfrm>
              <a:custGeom>
                <a:avLst/>
                <a:gdLst/>
                <a:ahLst/>
                <a:cxnLst/>
                <a:rect l="l" t="t" r="r" b="b"/>
                <a:pathLst>
                  <a:path w="873212" h="1908300" fill="none">
                    <a:moveTo>
                      <a:pt x="506532" y="1892020"/>
                    </a:moveTo>
                    <a:lnTo>
                      <a:pt x="461059" y="1908300"/>
                    </a:lnTo>
                    <a:lnTo>
                      <a:pt x="475318" y="1862154"/>
                    </a:lnTo>
                    <a:lnTo>
                      <a:pt x="506532" y="1892020"/>
                    </a:lnTo>
                    <a:lnTo>
                      <a:pt x="502630" y="1888286"/>
                    </a:lnTo>
                    <a:lnTo>
                      <a:pt x="468526" y="1900497"/>
                    </a:lnTo>
                    <a:lnTo>
                      <a:pt x="479220" y="1865887"/>
                    </a:lnTo>
                    <a:lnTo>
                      <a:pt x="475487" y="1869789"/>
                    </a:lnTo>
                    <a:lnTo>
                      <a:pt x="498897" y="1892188"/>
                    </a:lnTo>
                    <a:lnTo>
                      <a:pt x="502630" y="1888286"/>
                    </a:lnTo>
                    <a:lnTo>
                      <a:pt x="506532" y="1892020"/>
                    </a:lnTo>
                    <a:lnTo>
                      <a:pt x="491262" y="1892356"/>
                    </a:lnTo>
                    <a:lnTo>
                      <a:pt x="495164" y="1896090"/>
                    </a:lnTo>
                    <a:lnTo>
                      <a:pt x="479894" y="1896427"/>
                    </a:lnTo>
                    <a:lnTo>
                      <a:pt x="483796" y="1900160"/>
                    </a:lnTo>
                    <a:lnTo>
                      <a:pt x="464793" y="1904398"/>
                    </a:lnTo>
                    <a:lnTo>
                      <a:pt x="468189" y="1885227"/>
                    </a:lnTo>
                    <a:lnTo>
                      <a:pt x="472091" y="1888960"/>
                    </a:lnTo>
                    <a:lnTo>
                      <a:pt x="471754" y="1873690"/>
                    </a:lnTo>
                    <a:lnTo>
                      <a:pt x="475655" y="1877424"/>
                    </a:lnTo>
                    <a:lnTo>
                      <a:pt x="475318" y="1862154"/>
                    </a:lnTo>
                    <a:lnTo>
                      <a:pt x="479389" y="1873522"/>
                    </a:lnTo>
                    <a:lnTo>
                      <a:pt x="487023" y="1873353"/>
                    </a:lnTo>
                    <a:lnTo>
                      <a:pt x="487192" y="1880988"/>
                    </a:lnTo>
                    <a:lnTo>
                      <a:pt x="494827" y="1880820"/>
                    </a:lnTo>
                    <a:lnTo>
                      <a:pt x="494995" y="1888455"/>
                    </a:lnTo>
                    <a:lnTo>
                      <a:pt x="506532" y="1892020"/>
                    </a:lnTo>
                    <a:lnTo>
                      <a:pt x="498897" y="1892188"/>
                    </a:lnTo>
                    <a:lnTo>
                      <a:pt x="498728" y="1884553"/>
                    </a:lnTo>
                    <a:lnTo>
                      <a:pt x="491094" y="1884722"/>
                    </a:lnTo>
                    <a:lnTo>
                      <a:pt x="490925" y="1877087"/>
                    </a:lnTo>
                    <a:lnTo>
                      <a:pt x="483290" y="1877255"/>
                    </a:lnTo>
                    <a:lnTo>
                      <a:pt x="483122" y="1869620"/>
                    </a:lnTo>
                    <a:lnTo>
                      <a:pt x="475487" y="1869789"/>
                    </a:lnTo>
                    <a:lnTo>
                      <a:pt x="471754" y="1873690"/>
                    </a:lnTo>
                    <a:lnTo>
                      <a:pt x="475655" y="1877424"/>
                    </a:lnTo>
                    <a:lnTo>
                      <a:pt x="468189" y="1885227"/>
                    </a:lnTo>
                    <a:lnTo>
                      <a:pt x="472091" y="1888960"/>
                    </a:lnTo>
                    <a:lnTo>
                      <a:pt x="461059" y="1908300"/>
                    </a:lnTo>
                    <a:lnTo>
                      <a:pt x="468526" y="1900497"/>
                    </a:lnTo>
                    <a:lnTo>
                      <a:pt x="472427" y="1904230"/>
                    </a:lnTo>
                    <a:lnTo>
                      <a:pt x="479894" y="1896427"/>
                    </a:lnTo>
                    <a:lnTo>
                      <a:pt x="483796" y="1900160"/>
                    </a:lnTo>
                    <a:lnTo>
                      <a:pt x="491262" y="1892356"/>
                    </a:lnTo>
                    <a:lnTo>
                      <a:pt x="495164" y="1896090"/>
                    </a:lnTo>
                    <a:lnTo>
                      <a:pt x="498897" y="1892188"/>
                    </a:lnTo>
                    <a:moveTo>
                      <a:pt x="324454" y="1717803"/>
                    </a:moveTo>
                    <a:lnTo>
                      <a:pt x="278981" y="1734083"/>
                    </a:lnTo>
                    <a:lnTo>
                      <a:pt x="293240" y="1687937"/>
                    </a:lnTo>
                    <a:lnTo>
                      <a:pt x="324454" y="1717803"/>
                    </a:lnTo>
                    <a:lnTo>
                      <a:pt x="320552" y="1714069"/>
                    </a:lnTo>
                    <a:lnTo>
                      <a:pt x="286448" y="1726280"/>
                    </a:lnTo>
                    <a:lnTo>
                      <a:pt x="297142" y="1691670"/>
                    </a:lnTo>
                    <a:lnTo>
                      <a:pt x="293409" y="1695572"/>
                    </a:lnTo>
                    <a:lnTo>
                      <a:pt x="316819" y="1717971"/>
                    </a:lnTo>
                    <a:lnTo>
                      <a:pt x="320552" y="1714069"/>
                    </a:lnTo>
                    <a:lnTo>
                      <a:pt x="324454" y="1717803"/>
                    </a:lnTo>
                    <a:lnTo>
                      <a:pt x="309184" y="1718139"/>
                    </a:lnTo>
                    <a:lnTo>
                      <a:pt x="313086" y="1721873"/>
                    </a:lnTo>
                    <a:lnTo>
                      <a:pt x="297816" y="1722210"/>
                    </a:lnTo>
                    <a:lnTo>
                      <a:pt x="301718" y="1725943"/>
                    </a:lnTo>
                    <a:lnTo>
                      <a:pt x="282715" y="1730181"/>
                    </a:lnTo>
                    <a:lnTo>
                      <a:pt x="286111" y="1711010"/>
                    </a:lnTo>
                    <a:lnTo>
                      <a:pt x="290012" y="1714743"/>
                    </a:lnTo>
                    <a:lnTo>
                      <a:pt x="289676" y="1699473"/>
                    </a:lnTo>
                    <a:lnTo>
                      <a:pt x="293577" y="1703207"/>
                    </a:lnTo>
                    <a:lnTo>
                      <a:pt x="293240" y="1687937"/>
                    </a:lnTo>
                    <a:lnTo>
                      <a:pt x="297310" y="1699305"/>
                    </a:lnTo>
                    <a:lnTo>
                      <a:pt x="304945" y="1699136"/>
                    </a:lnTo>
                    <a:lnTo>
                      <a:pt x="305114" y="1706771"/>
                    </a:lnTo>
                    <a:lnTo>
                      <a:pt x="312749" y="1706603"/>
                    </a:lnTo>
                    <a:lnTo>
                      <a:pt x="312917" y="1714238"/>
                    </a:lnTo>
                    <a:lnTo>
                      <a:pt x="324454" y="1717803"/>
                    </a:lnTo>
                    <a:lnTo>
                      <a:pt x="316819" y="1717971"/>
                    </a:lnTo>
                    <a:lnTo>
                      <a:pt x="316650" y="1710336"/>
                    </a:lnTo>
                    <a:lnTo>
                      <a:pt x="309016" y="1710505"/>
                    </a:lnTo>
                    <a:lnTo>
                      <a:pt x="308847" y="1702870"/>
                    </a:lnTo>
                    <a:lnTo>
                      <a:pt x="301212" y="1703038"/>
                    </a:lnTo>
                    <a:lnTo>
                      <a:pt x="301044" y="1695403"/>
                    </a:lnTo>
                    <a:lnTo>
                      <a:pt x="293409" y="1695572"/>
                    </a:lnTo>
                    <a:lnTo>
                      <a:pt x="289676" y="1699473"/>
                    </a:lnTo>
                    <a:lnTo>
                      <a:pt x="293577" y="1703207"/>
                    </a:lnTo>
                    <a:lnTo>
                      <a:pt x="286111" y="1711010"/>
                    </a:lnTo>
                    <a:lnTo>
                      <a:pt x="290012" y="1714743"/>
                    </a:lnTo>
                    <a:lnTo>
                      <a:pt x="278981" y="1734083"/>
                    </a:lnTo>
                    <a:lnTo>
                      <a:pt x="286448" y="1726280"/>
                    </a:lnTo>
                    <a:lnTo>
                      <a:pt x="290349" y="1730013"/>
                    </a:lnTo>
                    <a:lnTo>
                      <a:pt x="297816" y="1722210"/>
                    </a:lnTo>
                    <a:lnTo>
                      <a:pt x="301718" y="1725943"/>
                    </a:lnTo>
                    <a:lnTo>
                      <a:pt x="309184" y="1718139"/>
                    </a:lnTo>
                    <a:lnTo>
                      <a:pt x="313086" y="1721873"/>
                    </a:lnTo>
                    <a:lnTo>
                      <a:pt x="316819" y="1717971"/>
                    </a:lnTo>
                    <a:moveTo>
                      <a:pt x="430684" y="1613611"/>
                    </a:moveTo>
                    <a:lnTo>
                      <a:pt x="414404" y="1568138"/>
                    </a:lnTo>
                    <a:lnTo>
                      <a:pt x="460550" y="1582398"/>
                    </a:lnTo>
                    <a:lnTo>
                      <a:pt x="430684" y="1613611"/>
                    </a:lnTo>
                    <a:lnTo>
                      <a:pt x="434417" y="1609709"/>
                    </a:lnTo>
                    <a:lnTo>
                      <a:pt x="422207" y="1575605"/>
                    </a:lnTo>
                    <a:lnTo>
                      <a:pt x="456817" y="1586299"/>
                    </a:lnTo>
                    <a:lnTo>
                      <a:pt x="452915" y="1582566"/>
                    </a:lnTo>
                    <a:lnTo>
                      <a:pt x="430516" y="1605976"/>
                    </a:lnTo>
                    <a:lnTo>
                      <a:pt x="434417" y="1609709"/>
                    </a:lnTo>
                    <a:lnTo>
                      <a:pt x="430684" y="1613611"/>
                    </a:lnTo>
                    <a:lnTo>
                      <a:pt x="430347" y="1598341"/>
                    </a:lnTo>
                    <a:lnTo>
                      <a:pt x="426614" y="1602243"/>
                    </a:lnTo>
                    <a:lnTo>
                      <a:pt x="426277" y="1586973"/>
                    </a:lnTo>
                    <a:lnTo>
                      <a:pt x="422544" y="1590875"/>
                    </a:lnTo>
                    <a:lnTo>
                      <a:pt x="418305" y="1571872"/>
                    </a:lnTo>
                    <a:lnTo>
                      <a:pt x="437477" y="1575268"/>
                    </a:lnTo>
                    <a:lnTo>
                      <a:pt x="433744" y="1579170"/>
                    </a:lnTo>
                    <a:lnTo>
                      <a:pt x="449013" y="1578833"/>
                    </a:lnTo>
                    <a:lnTo>
                      <a:pt x="445280" y="1582734"/>
                    </a:lnTo>
                    <a:lnTo>
                      <a:pt x="460550" y="1582398"/>
                    </a:lnTo>
                    <a:lnTo>
                      <a:pt x="449182" y="1586468"/>
                    </a:lnTo>
                    <a:lnTo>
                      <a:pt x="449350" y="1594103"/>
                    </a:lnTo>
                    <a:lnTo>
                      <a:pt x="441715" y="1594271"/>
                    </a:lnTo>
                    <a:lnTo>
                      <a:pt x="441884" y="1601906"/>
                    </a:lnTo>
                    <a:lnTo>
                      <a:pt x="434249" y="1602074"/>
                    </a:lnTo>
                    <a:lnTo>
                      <a:pt x="430684" y="1613611"/>
                    </a:lnTo>
                    <a:lnTo>
                      <a:pt x="430516" y="1605976"/>
                    </a:lnTo>
                    <a:lnTo>
                      <a:pt x="438151" y="1605808"/>
                    </a:lnTo>
                    <a:lnTo>
                      <a:pt x="437982" y="1598173"/>
                    </a:lnTo>
                    <a:lnTo>
                      <a:pt x="445617" y="1598004"/>
                    </a:lnTo>
                    <a:lnTo>
                      <a:pt x="445449" y="1590369"/>
                    </a:lnTo>
                    <a:lnTo>
                      <a:pt x="453084" y="1590201"/>
                    </a:lnTo>
                    <a:lnTo>
                      <a:pt x="452915" y="1582566"/>
                    </a:lnTo>
                    <a:lnTo>
                      <a:pt x="449013" y="1578833"/>
                    </a:lnTo>
                    <a:lnTo>
                      <a:pt x="445280" y="1582734"/>
                    </a:lnTo>
                    <a:lnTo>
                      <a:pt x="437477" y="1575268"/>
                    </a:lnTo>
                    <a:lnTo>
                      <a:pt x="433744" y="1579170"/>
                    </a:lnTo>
                    <a:lnTo>
                      <a:pt x="414404" y="1568138"/>
                    </a:lnTo>
                    <a:lnTo>
                      <a:pt x="422207" y="1575605"/>
                    </a:lnTo>
                    <a:lnTo>
                      <a:pt x="418474" y="1579507"/>
                    </a:lnTo>
                    <a:lnTo>
                      <a:pt x="426277" y="1586973"/>
                    </a:lnTo>
                    <a:lnTo>
                      <a:pt x="422544" y="1590875"/>
                    </a:lnTo>
                    <a:lnTo>
                      <a:pt x="430347" y="1598341"/>
                    </a:lnTo>
                    <a:lnTo>
                      <a:pt x="426614" y="1602243"/>
                    </a:lnTo>
                    <a:lnTo>
                      <a:pt x="430516" y="1605976"/>
                    </a:lnTo>
                    <a:moveTo>
                      <a:pt x="604902" y="1431533"/>
                    </a:moveTo>
                    <a:lnTo>
                      <a:pt x="588621" y="1386061"/>
                    </a:lnTo>
                    <a:lnTo>
                      <a:pt x="634767" y="1400320"/>
                    </a:lnTo>
                    <a:lnTo>
                      <a:pt x="604902" y="1431533"/>
                    </a:lnTo>
                    <a:lnTo>
                      <a:pt x="608635" y="1427632"/>
                    </a:lnTo>
                    <a:lnTo>
                      <a:pt x="596424" y="1393527"/>
                    </a:lnTo>
                    <a:lnTo>
                      <a:pt x="631034" y="1404222"/>
                    </a:lnTo>
                    <a:lnTo>
                      <a:pt x="627132" y="1400488"/>
                    </a:lnTo>
                    <a:lnTo>
                      <a:pt x="604733" y="1423898"/>
                    </a:lnTo>
                    <a:lnTo>
                      <a:pt x="608635" y="1427632"/>
                    </a:lnTo>
                    <a:lnTo>
                      <a:pt x="604902" y="1431533"/>
                    </a:lnTo>
                    <a:lnTo>
                      <a:pt x="604565" y="1416263"/>
                    </a:lnTo>
                    <a:lnTo>
                      <a:pt x="600831" y="1420165"/>
                    </a:lnTo>
                    <a:lnTo>
                      <a:pt x="600495" y="1404895"/>
                    </a:lnTo>
                    <a:lnTo>
                      <a:pt x="596761" y="1408797"/>
                    </a:lnTo>
                    <a:lnTo>
                      <a:pt x="592523" y="1389794"/>
                    </a:lnTo>
                    <a:lnTo>
                      <a:pt x="611694" y="1393190"/>
                    </a:lnTo>
                    <a:lnTo>
                      <a:pt x="607961" y="1397092"/>
                    </a:lnTo>
                    <a:lnTo>
                      <a:pt x="623231" y="1396755"/>
                    </a:lnTo>
                    <a:lnTo>
                      <a:pt x="619498" y="1400657"/>
                    </a:lnTo>
                    <a:lnTo>
                      <a:pt x="634767" y="1400320"/>
                    </a:lnTo>
                    <a:lnTo>
                      <a:pt x="623399" y="1404390"/>
                    </a:lnTo>
                    <a:lnTo>
                      <a:pt x="623568" y="1412025"/>
                    </a:lnTo>
                    <a:lnTo>
                      <a:pt x="615933" y="1412193"/>
                    </a:lnTo>
                    <a:lnTo>
                      <a:pt x="616101" y="1419828"/>
                    </a:lnTo>
                    <a:lnTo>
                      <a:pt x="608466" y="1419997"/>
                    </a:lnTo>
                    <a:lnTo>
                      <a:pt x="604902" y="1431533"/>
                    </a:lnTo>
                    <a:lnTo>
                      <a:pt x="604733" y="1423898"/>
                    </a:lnTo>
                    <a:lnTo>
                      <a:pt x="612368" y="1423730"/>
                    </a:lnTo>
                    <a:lnTo>
                      <a:pt x="612200" y="1416095"/>
                    </a:lnTo>
                    <a:lnTo>
                      <a:pt x="619834" y="1415927"/>
                    </a:lnTo>
                    <a:lnTo>
                      <a:pt x="619666" y="1408292"/>
                    </a:lnTo>
                    <a:lnTo>
                      <a:pt x="627301" y="1408123"/>
                    </a:lnTo>
                    <a:lnTo>
                      <a:pt x="627132" y="1400488"/>
                    </a:lnTo>
                    <a:lnTo>
                      <a:pt x="623231" y="1396755"/>
                    </a:lnTo>
                    <a:lnTo>
                      <a:pt x="619498" y="1400657"/>
                    </a:lnTo>
                    <a:lnTo>
                      <a:pt x="611694" y="1393190"/>
                    </a:lnTo>
                    <a:lnTo>
                      <a:pt x="607961" y="1397092"/>
                    </a:lnTo>
                    <a:lnTo>
                      <a:pt x="588621" y="1386061"/>
                    </a:lnTo>
                    <a:lnTo>
                      <a:pt x="596424" y="1393527"/>
                    </a:lnTo>
                    <a:lnTo>
                      <a:pt x="592691" y="1397429"/>
                    </a:lnTo>
                    <a:lnTo>
                      <a:pt x="600495" y="1404895"/>
                    </a:lnTo>
                    <a:lnTo>
                      <a:pt x="596761" y="1408797"/>
                    </a:lnTo>
                    <a:lnTo>
                      <a:pt x="604565" y="1416263"/>
                    </a:lnTo>
                    <a:lnTo>
                      <a:pt x="600831" y="1420165"/>
                    </a:lnTo>
                    <a:lnTo>
                      <a:pt x="604733" y="1423898"/>
                    </a:lnTo>
                    <a:moveTo>
                      <a:pt x="788962" y="1225853"/>
                    </a:moveTo>
                    <a:lnTo>
                      <a:pt x="753724" y="1192822"/>
                    </a:lnTo>
                    <a:lnTo>
                      <a:pt x="801291" y="1184450"/>
                    </a:lnTo>
                    <a:lnTo>
                      <a:pt x="788962" y="1225853"/>
                    </a:lnTo>
                    <a:lnTo>
                      <a:pt x="790503" y="1220678"/>
                    </a:lnTo>
                    <a:lnTo>
                      <a:pt x="764074" y="1195904"/>
                    </a:lnTo>
                    <a:lnTo>
                      <a:pt x="799750" y="1189625"/>
                    </a:lnTo>
                    <a:lnTo>
                      <a:pt x="794575" y="1188084"/>
                    </a:lnTo>
                    <a:lnTo>
                      <a:pt x="785328" y="1219136"/>
                    </a:lnTo>
                    <a:lnTo>
                      <a:pt x="790503" y="1220678"/>
                    </a:lnTo>
                    <a:lnTo>
                      <a:pt x="788962" y="1225853"/>
                    </a:lnTo>
                    <a:lnTo>
                      <a:pt x="781694" y="1212420"/>
                    </a:lnTo>
                    <a:lnTo>
                      <a:pt x="780153" y="1217595"/>
                    </a:lnTo>
                    <a:lnTo>
                      <a:pt x="772884" y="1204162"/>
                    </a:lnTo>
                    <a:lnTo>
                      <a:pt x="771343" y="1209338"/>
                    </a:lnTo>
                    <a:lnTo>
                      <a:pt x="758899" y="1194363"/>
                    </a:lnTo>
                    <a:lnTo>
                      <a:pt x="777508" y="1188636"/>
                    </a:lnTo>
                    <a:lnTo>
                      <a:pt x="775966" y="1193811"/>
                    </a:lnTo>
                    <a:lnTo>
                      <a:pt x="789399" y="1186543"/>
                    </a:lnTo>
                    <a:lnTo>
                      <a:pt x="787858" y="1191718"/>
                    </a:lnTo>
                    <a:lnTo>
                      <a:pt x="801291" y="1184450"/>
                    </a:lnTo>
                    <a:lnTo>
                      <a:pt x="793034" y="1193259"/>
                    </a:lnTo>
                    <a:lnTo>
                      <a:pt x="796668" y="1199976"/>
                    </a:lnTo>
                    <a:lnTo>
                      <a:pt x="789951" y="1203610"/>
                    </a:lnTo>
                    <a:lnTo>
                      <a:pt x="793586" y="1210327"/>
                    </a:lnTo>
                    <a:lnTo>
                      <a:pt x="786869" y="1213961"/>
                    </a:lnTo>
                    <a:lnTo>
                      <a:pt x="788962" y="1225853"/>
                    </a:lnTo>
                    <a:lnTo>
                      <a:pt x="785328" y="1219136"/>
                    </a:lnTo>
                    <a:lnTo>
                      <a:pt x="792044" y="1215502"/>
                    </a:lnTo>
                    <a:lnTo>
                      <a:pt x="788410" y="1208786"/>
                    </a:lnTo>
                    <a:lnTo>
                      <a:pt x="795127" y="1205151"/>
                    </a:lnTo>
                    <a:lnTo>
                      <a:pt x="791493" y="1198435"/>
                    </a:lnTo>
                    <a:lnTo>
                      <a:pt x="798209" y="1194801"/>
                    </a:lnTo>
                    <a:lnTo>
                      <a:pt x="794575" y="1188084"/>
                    </a:lnTo>
                    <a:lnTo>
                      <a:pt x="789399" y="1186543"/>
                    </a:lnTo>
                    <a:lnTo>
                      <a:pt x="787858" y="1191718"/>
                    </a:lnTo>
                    <a:lnTo>
                      <a:pt x="777508" y="1188636"/>
                    </a:lnTo>
                    <a:lnTo>
                      <a:pt x="775966" y="1193811"/>
                    </a:lnTo>
                    <a:lnTo>
                      <a:pt x="753724" y="1192822"/>
                    </a:lnTo>
                    <a:lnTo>
                      <a:pt x="764074" y="1195904"/>
                    </a:lnTo>
                    <a:lnTo>
                      <a:pt x="762533" y="1201080"/>
                    </a:lnTo>
                    <a:lnTo>
                      <a:pt x="772884" y="1204162"/>
                    </a:lnTo>
                    <a:lnTo>
                      <a:pt x="771343" y="1209338"/>
                    </a:lnTo>
                    <a:lnTo>
                      <a:pt x="781694" y="1212420"/>
                    </a:lnTo>
                    <a:lnTo>
                      <a:pt x="780153" y="1217595"/>
                    </a:lnTo>
                    <a:lnTo>
                      <a:pt x="785328" y="1219136"/>
                    </a:lnTo>
                    <a:moveTo>
                      <a:pt x="860883" y="984334"/>
                    </a:moveTo>
                    <a:lnTo>
                      <a:pt x="825644" y="951303"/>
                    </a:lnTo>
                    <a:lnTo>
                      <a:pt x="873212" y="942931"/>
                    </a:lnTo>
                    <a:lnTo>
                      <a:pt x="860883" y="984334"/>
                    </a:lnTo>
                    <a:lnTo>
                      <a:pt x="862424" y="979159"/>
                    </a:lnTo>
                    <a:lnTo>
                      <a:pt x="835995" y="954386"/>
                    </a:lnTo>
                    <a:lnTo>
                      <a:pt x="871671" y="948106"/>
                    </a:lnTo>
                    <a:lnTo>
                      <a:pt x="866496" y="946565"/>
                    </a:lnTo>
                    <a:lnTo>
                      <a:pt x="857249" y="977618"/>
                    </a:lnTo>
                    <a:lnTo>
                      <a:pt x="862424" y="979159"/>
                    </a:lnTo>
                    <a:lnTo>
                      <a:pt x="860883" y="984334"/>
                    </a:lnTo>
                    <a:lnTo>
                      <a:pt x="853615" y="970901"/>
                    </a:lnTo>
                    <a:lnTo>
                      <a:pt x="852073" y="976076"/>
                    </a:lnTo>
                    <a:lnTo>
                      <a:pt x="844805" y="962643"/>
                    </a:lnTo>
                    <a:lnTo>
                      <a:pt x="843264" y="967819"/>
                    </a:lnTo>
                    <a:lnTo>
                      <a:pt x="830820" y="952844"/>
                    </a:lnTo>
                    <a:lnTo>
                      <a:pt x="849428" y="947117"/>
                    </a:lnTo>
                    <a:lnTo>
                      <a:pt x="847887" y="952292"/>
                    </a:lnTo>
                    <a:lnTo>
                      <a:pt x="861320" y="945024"/>
                    </a:lnTo>
                    <a:lnTo>
                      <a:pt x="859779" y="950199"/>
                    </a:lnTo>
                    <a:lnTo>
                      <a:pt x="873212" y="942931"/>
                    </a:lnTo>
                    <a:lnTo>
                      <a:pt x="864955" y="951741"/>
                    </a:lnTo>
                    <a:lnTo>
                      <a:pt x="868589" y="958457"/>
                    </a:lnTo>
                    <a:lnTo>
                      <a:pt x="861872" y="962091"/>
                    </a:lnTo>
                    <a:lnTo>
                      <a:pt x="865507" y="968808"/>
                    </a:lnTo>
                    <a:lnTo>
                      <a:pt x="858790" y="972442"/>
                    </a:lnTo>
                    <a:lnTo>
                      <a:pt x="860883" y="984334"/>
                    </a:lnTo>
                    <a:lnTo>
                      <a:pt x="857249" y="977618"/>
                    </a:lnTo>
                    <a:lnTo>
                      <a:pt x="863965" y="973983"/>
                    </a:lnTo>
                    <a:lnTo>
                      <a:pt x="860331" y="967267"/>
                    </a:lnTo>
                    <a:lnTo>
                      <a:pt x="867048" y="963633"/>
                    </a:lnTo>
                    <a:lnTo>
                      <a:pt x="863413" y="956916"/>
                    </a:lnTo>
                    <a:lnTo>
                      <a:pt x="870130" y="953282"/>
                    </a:lnTo>
                    <a:lnTo>
                      <a:pt x="866496" y="946565"/>
                    </a:lnTo>
                    <a:lnTo>
                      <a:pt x="861320" y="945024"/>
                    </a:lnTo>
                    <a:lnTo>
                      <a:pt x="859779" y="950199"/>
                    </a:lnTo>
                    <a:lnTo>
                      <a:pt x="849428" y="947117"/>
                    </a:lnTo>
                    <a:lnTo>
                      <a:pt x="847887" y="952292"/>
                    </a:lnTo>
                    <a:lnTo>
                      <a:pt x="825644" y="951303"/>
                    </a:lnTo>
                    <a:lnTo>
                      <a:pt x="835995" y="954386"/>
                    </a:lnTo>
                    <a:lnTo>
                      <a:pt x="834454" y="959561"/>
                    </a:lnTo>
                    <a:lnTo>
                      <a:pt x="844805" y="962643"/>
                    </a:lnTo>
                    <a:lnTo>
                      <a:pt x="843264" y="967819"/>
                    </a:lnTo>
                    <a:lnTo>
                      <a:pt x="853615" y="970901"/>
                    </a:lnTo>
                    <a:lnTo>
                      <a:pt x="852073" y="976076"/>
                    </a:lnTo>
                    <a:lnTo>
                      <a:pt x="857249" y="977618"/>
                    </a:lnTo>
                    <a:moveTo>
                      <a:pt x="773822" y="726693"/>
                    </a:moveTo>
                    <a:lnTo>
                      <a:pt x="728350" y="742975"/>
                    </a:lnTo>
                    <a:lnTo>
                      <a:pt x="742607" y="696828"/>
                    </a:lnTo>
                    <a:lnTo>
                      <a:pt x="773822" y="726693"/>
                    </a:lnTo>
                    <a:lnTo>
                      <a:pt x="769920" y="722959"/>
                    </a:lnTo>
                    <a:lnTo>
                      <a:pt x="735816" y="735172"/>
                    </a:lnTo>
                    <a:lnTo>
                      <a:pt x="746509" y="700561"/>
                    </a:lnTo>
                    <a:lnTo>
                      <a:pt x="742776" y="704463"/>
                    </a:lnTo>
                    <a:lnTo>
                      <a:pt x="766187" y="726861"/>
                    </a:lnTo>
                    <a:lnTo>
                      <a:pt x="769920" y="722959"/>
                    </a:lnTo>
                    <a:lnTo>
                      <a:pt x="773822" y="726693"/>
                    </a:lnTo>
                    <a:lnTo>
                      <a:pt x="758552" y="727030"/>
                    </a:lnTo>
                    <a:lnTo>
                      <a:pt x="762454" y="730763"/>
                    </a:lnTo>
                    <a:lnTo>
                      <a:pt x="747184" y="731101"/>
                    </a:lnTo>
                    <a:lnTo>
                      <a:pt x="751086" y="734834"/>
                    </a:lnTo>
                    <a:lnTo>
                      <a:pt x="732083" y="739074"/>
                    </a:lnTo>
                    <a:lnTo>
                      <a:pt x="735478" y="719902"/>
                    </a:lnTo>
                    <a:lnTo>
                      <a:pt x="739380" y="723635"/>
                    </a:lnTo>
                    <a:lnTo>
                      <a:pt x="739043" y="708365"/>
                    </a:lnTo>
                    <a:lnTo>
                      <a:pt x="742945" y="712098"/>
                    </a:lnTo>
                    <a:lnTo>
                      <a:pt x="742607" y="696828"/>
                    </a:lnTo>
                    <a:lnTo>
                      <a:pt x="746678" y="708196"/>
                    </a:lnTo>
                    <a:lnTo>
                      <a:pt x="754312" y="708027"/>
                    </a:lnTo>
                    <a:lnTo>
                      <a:pt x="754481" y="715662"/>
                    </a:lnTo>
                    <a:lnTo>
                      <a:pt x="762116" y="715493"/>
                    </a:lnTo>
                    <a:lnTo>
                      <a:pt x="762285" y="723128"/>
                    </a:lnTo>
                    <a:lnTo>
                      <a:pt x="773822" y="726693"/>
                    </a:lnTo>
                    <a:lnTo>
                      <a:pt x="766187" y="726861"/>
                    </a:lnTo>
                    <a:lnTo>
                      <a:pt x="766018" y="719226"/>
                    </a:lnTo>
                    <a:lnTo>
                      <a:pt x="758383" y="719395"/>
                    </a:lnTo>
                    <a:lnTo>
                      <a:pt x="758214" y="711760"/>
                    </a:lnTo>
                    <a:lnTo>
                      <a:pt x="750579" y="711929"/>
                    </a:lnTo>
                    <a:lnTo>
                      <a:pt x="750411" y="704294"/>
                    </a:lnTo>
                    <a:lnTo>
                      <a:pt x="742776" y="704463"/>
                    </a:lnTo>
                    <a:lnTo>
                      <a:pt x="739043" y="708365"/>
                    </a:lnTo>
                    <a:lnTo>
                      <a:pt x="742945" y="712098"/>
                    </a:lnTo>
                    <a:lnTo>
                      <a:pt x="735478" y="719902"/>
                    </a:lnTo>
                    <a:lnTo>
                      <a:pt x="739380" y="723635"/>
                    </a:lnTo>
                    <a:lnTo>
                      <a:pt x="728350" y="742975"/>
                    </a:lnTo>
                    <a:lnTo>
                      <a:pt x="735816" y="735172"/>
                    </a:lnTo>
                    <a:lnTo>
                      <a:pt x="739718" y="738905"/>
                    </a:lnTo>
                    <a:lnTo>
                      <a:pt x="747184" y="731101"/>
                    </a:lnTo>
                    <a:lnTo>
                      <a:pt x="751086" y="734834"/>
                    </a:lnTo>
                    <a:lnTo>
                      <a:pt x="758552" y="727030"/>
                    </a:lnTo>
                    <a:lnTo>
                      <a:pt x="762454" y="730763"/>
                    </a:lnTo>
                    <a:lnTo>
                      <a:pt x="766187" y="726861"/>
                    </a:lnTo>
                    <a:moveTo>
                      <a:pt x="591734" y="552485"/>
                    </a:moveTo>
                    <a:lnTo>
                      <a:pt x="546263" y="568768"/>
                    </a:lnTo>
                    <a:lnTo>
                      <a:pt x="560519" y="522621"/>
                    </a:lnTo>
                    <a:lnTo>
                      <a:pt x="591734" y="552485"/>
                    </a:lnTo>
                    <a:lnTo>
                      <a:pt x="587832" y="548752"/>
                    </a:lnTo>
                    <a:lnTo>
                      <a:pt x="553729" y="560965"/>
                    </a:lnTo>
                    <a:lnTo>
                      <a:pt x="564421" y="526354"/>
                    </a:lnTo>
                    <a:lnTo>
                      <a:pt x="560688" y="530256"/>
                    </a:lnTo>
                    <a:lnTo>
                      <a:pt x="584099" y="552654"/>
                    </a:lnTo>
                    <a:lnTo>
                      <a:pt x="587832" y="548752"/>
                    </a:lnTo>
                    <a:lnTo>
                      <a:pt x="591734" y="552485"/>
                    </a:lnTo>
                    <a:lnTo>
                      <a:pt x="576464" y="552823"/>
                    </a:lnTo>
                    <a:lnTo>
                      <a:pt x="580366" y="556556"/>
                    </a:lnTo>
                    <a:lnTo>
                      <a:pt x="565097" y="556894"/>
                    </a:lnTo>
                    <a:lnTo>
                      <a:pt x="568998" y="560627"/>
                    </a:lnTo>
                    <a:lnTo>
                      <a:pt x="549996" y="564866"/>
                    </a:lnTo>
                    <a:lnTo>
                      <a:pt x="553391" y="545695"/>
                    </a:lnTo>
                    <a:lnTo>
                      <a:pt x="557293" y="549428"/>
                    </a:lnTo>
                    <a:lnTo>
                      <a:pt x="556955" y="534158"/>
                    </a:lnTo>
                    <a:lnTo>
                      <a:pt x="560857" y="537891"/>
                    </a:lnTo>
                    <a:lnTo>
                      <a:pt x="560519" y="522621"/>
                    </a:lnTo>
                    <a:lnTo>
                      <a:pt x="564590" y="533989"/>
                    </a:lnTo>
                    <a:lnTo>
                      <a:pt x="572225" y="533820"/>
                    </a:lnTo>
                    <a:lnTo>
                      <a:pt x="572394" y="541455"/>
                    </a:lnTo>
                    <a:lnTo>
                      <a:pt x="580029" y="541286"/>
                    </a:lnTo>
                    <a:lnTo>
                      <a:pt x="580198" y="548921"/>
                    </a:lnTo>
                    <a:lnTo>
                      <a:pt x="591734" y="552485"/>
                    </a:lnTo>
                    <a:lnTo>
                      <a:pt x="584099" y="552654"/>
                    </a:lnTo>
                    <a:lnTo>
                      <a:pt x="583931" y="545019"/>
                    </a:lnTo>
                    <a:lnTo>
                      <a:pt x="576296" y="545188"/>
                    </a:lnTo>
                    <a:lnTo>
                      <a:pt x="576127" y="537553"/>
                    </a:lnTo>
                    <a:lnTo>
                      <a:pt x="568492" y="537722"/>
                    </a:lnTo>
                    <a:lnTo>
                      <a:pt x="568323" y="530087"/>
                    </a:lnTo>
                    <a:lnTo>
                      <a:pt x="560688" y="530256"/>
                    </a:lnTo>
                    <a:lnTo>
                      <a:pt x="556955" y="534158"/>
                    </a:lnTo>
                    <a:lnTo>
                      <a:pt x="560857" y="537891"/>
                    </a:lnTo>
                    <a:lnTo>
                      <a:pt x="553391" y="545695"/>
                    </a:lnTo>
                    <a:lnTo>
                      <a:pt x="557293" y="549428"/>
                    </a:lnTo>
                    <a:lnTo>
                      <a:pt x="546263" y="568768"/>
                    </a:lnTo>
                    <a:lnTo>
                      <a:pt x="553729" y="560965"/>
                    </a:lnTo>
                    <a:lnTo>
                      <a:pt x="557631" y="564698"/>
                    </a:lnTo>
                    <a:lnTo>
                      <a:pt x="565097" y="556894"/>
                    </a:lnTo>
                    <a:lnTo>
                      <a:pt x="568998" y="560627"/>
                    </a:lnTo>
                    <a:lnTo>
                      <a:pt x="576464" y="552823"/>
                    </a:lnTo>
                    <a:lnTo>
                      <a:pt x="580366" y="556556"/>
                    </a:lnTo>
                    <a:lnTo>
                      <a:pt x="584099" y="552654"/>
                    </a:lnTo>
                    <a:moveTo>
                      <a:pt x="409647" y="378278"/>
                    </a:moveTo>
                    <a:lnTo>
                      <a:pt x="364175" y="394561"/>
                    </a:lnTo>
                    <a:lnTo>
                      <a:pt x="378432" y="348414"/>
                    </a:lnTo>
                    <a:lnTo>
                      <a:pt x="409647" y="378278"/>
                    </a:lnTo>
                    <a:lnTo>
                      <a:pt x="405745" y="374545"/>
                    </a:lnTo>
                    <a:lnTo>
                      <a:pt x="371641" y="386757"/>
                    </a:lnTo>
                    <a:lnTo>
                      <a:pt x="382334" y="352147"/>
                    </a:lnTo>
                    <a:lnTo>
                      <a:pt x="378601" y="356049"/>
                    </a:lnTo>
                    <a:lnTo>
                      <a:pt x="402012" y="378447"/>
                    </a:lnTo>
                    <a:lnTo>
                      <a:pt x="405745" y="374545"/>
                    </a:lnTo>
                    <a:lnTo>
                      <a:pt x="409647" y="378278"/>
                    </a:lnTo>
                    <a:lnTo>
                      <a:pt x="394377" y="378616"/>
                    </a:lnTo>
                    <a:lnTo>
                      <a:pt x="398279" y="382349"/>
                    </a:lnTo>
                    <a:lnTo>
                      <a:pt x="383009" y="382687"/>
                    </a:lnTo>
                    <a:lnTo>
                      <a:pt x="386911" y="386420"/>
                    </a:lnTo>
                    <a:lnTo>
                      <a:pt x="367908" y="390659"/>
                    </a:lnTo>
                    <a:lnTo>
                      <a:pt x="371303" y="371488"/>
                    </a:lnTo>
                    <a:lnTo>
                      <a:pt x="375205" y="375221"/>
                    </a:lnTo>
                    <a:lnTo>
                      <a:pt x="374868" y="359951"/>
                    </a:lnTo>
                    <a:lnTo>
                      <a:pt x="378769" y="363684"/>
                    </a:lnTo>
                    <a:lnTo>
                      <a:pt x="378432" y="348414"/>
                    </a:lnTo>
                    <a:lnTo>
                      <a:pt x="382502" y="359782"/>
                    </a:lnTo>
                    <a:lnTo>
                      <a:pt x="390137" y="359613"/>
                    </a:lnTo>
                    <a:lnTo>
                      <a:pt x="390306" y="367248"/>
                    </a:lnTo>
                    <a:lnTo>
                      <a:pt x="397941" y="367079"/>
                    </a:lnTo>
                    <a:lnTo>
                      <a:pt x="398110" y="374714"/>
                    </a:lnTo>
                    <a:lnTo>
                      <a:pt x="409647" y="378278"/>
                    </a:lnTo>
                    <a:lnTo>
                      <a:pt x="402012" y="378447"/>
                    </a:lnTo>
                    <a:lnTo>
                      <a:pt x="401843" y="370812"/>
                    </a:lnTo>
                    <a:lnTo>
                      <a:pt x="394208" y="370981"/>
                    </a:lnTo>
                    <a:lnTo>
                      <a:pt x="394039" y="363346"/>
                    </a:lnTo>
                    <a:lnTo>
                      <a:pt x="386404" y="363515"/>
                    </a:lnTo>
                    <a:lnTo>
                      <a:pt x="386236" y="355880"/>
                    </a:lnTo>
                    <a:lnTo>
                      <a:pt x="378601" y="356049"/>
                    </a:lnTo>
                    <a:lnTo>
                      <a:pt x="374868" y="359951"/>
                    </a:lnTo>
                    <a:lnTo>
                      <a:pt x="378769" y="363684"/>
                    </a:lnTo>
                    <a:lnTo>
                      <a:pt x="371303" y="371488"/>
                    </a:lnTo>
                    <a:lnTo>
                      <a:pt x="375205" y="375221"/>
                    </a:lnTo>
                    <a:lnTo>
                      <a:pt x="364175" y="394561"/>
                    </a:lnTo>
                    <a:lnTo>
                      <a:pt x="371641" y="386757"/>
                    </a:lnTo>
                    <a:lnTo>
                      <a:pt x="375543" y="390490"/>
                    </a:lnTo>
                    <a:lnTo>
                      <a:pt x="383009" y="382687"/>
                    </a:lnTo>
                    <a:lnTo>
                      <a:pt x="386911" y="386420"/>
                    </a:lnTo>
                    <a:lnTo>
                      <a:pt x="394377" y="378616"/>
                    </a:lnTo>
                    <a:lnTo>
                      <a:pt x="398279" y="382349"/>
                    </a:lnTo>
                    <a:lnTo>
                      <a:pt x="402012" y="378447"/>
                    </a:lnTo>
                    <a:moveTo>
                      <a:pt x="227559" y="204071"/>
                    </a:moveTo>
                    <a:lnTo>
                      <a:pt x="182088" y="220354"/>
                    </a:lnTo>
                    <a:lnTo>
                      <a:pt x="196344" y="174207"/>
                    </a:lnTo>
                    <a:lnTo>
                      <a:pt x="227559" y="204071"/>
                    </a:lnTo>
                    <a:lnTo>
                      <a:pt x="223657" y="200338"/>
                    </a:lnTo>
                    <a:lnTo>
                      <a:pt x="189554" y="212550"/>
                    </a:lnTo>
                    <a:lnTo>
                      <a:pt x="200246" y="177940"/>
                    </a:lnTo>
                    <a:lnTo>
                      <a:pt x="196513" y="181842"/>
                    </a:lnTo>
                    <a:lnTo>
                      <a:pt x="219924" y="204240"/>
                    </a:lnTo>
                    <a:lnTo>
                      <a:pt x="223657" y="200338"/>
                    </a:lnTo>
                    <a:lnTo>
                      <a:pt x="227559" y="204071"/>
                    </a:lnTo>
                    <a:lnTo>
                      <a:pt x="212289" y="204409"/>
                    </a:lnTo>
                    <a:lnTo>
                      <a:pt x="216191" y="208142"/>
                    </a:lnTo>
                    <a:lnTo>
                      <a:pt x="200922" y="208479"/>
                    </a:lnTo>
                    <a:lnTo>
                      <a:pt x="204823" y="212212"/>
                    </a:lnTo>
                    <a:lnTo>
                      <a:pt x="185821" y="216452"/>
                    </a:lnTo>
                    <a:lnTo>
                      <a:pt x="189216" y="197280"/>
                    </a:lnTo>
                    <a:lnTo>
                      <a:pt x="193118" y="201013"/>
                    </a:lnTo>
                    <a:lnTo>
                      <a:pt x="192780" y="185744"/>
                    </a:lnTo>
                    <a:lnTo>
                      <a:pt x="196682" y="189477"/>
                    </a:lnTo>
                    <a:lnTo>
                      <a:pt x="196344" y="174207"/>
                    </a:lnTo>
                    <a:lnTo>
                      <a:pt x="200415" y="185575"/>
                    </a:lnTo>
                    <a:lnTo>
                      <a:pt x="208050" y="185406"/>
                    </a:lnTo>
                    <a:lnTo>
                      <a:pt x="208219" y="193041"/>
                    </a:lnTo>
                    <a:lnTo>
                      <a:pt x="215854" y="192872"/>
                    </a:lnTo>
                    <a:lnTo>
                      <a:pt x="216022" y="200507"/>
                    </a:lnTo>
                    <a:lnTo>
                      <a:pt x="227559" y="204071"/>
                    </a:lnTo>
                    <a:lnTo>
                      <a:pt x="219924" y="204240"/>
                    </a:lnTo>
                    <a:lnTo>
                      <a:pt x="219756" y="196605"/>
                    </a:lnTo>
                    <a:lnTo>
                      <a:pt x="212121" y="196774"/>
                    </a:lnTo>
                    <a:lnTo>
                      <a:pt x="211952" y="189139"/>
                    </a:lnTo>
                    <a:lnTo>
                      <a:pt x="204317" y="189308"/>
                    </a:lnTo>
                    <a:lnTo>
                      <a:pt x="204148" y="181673"/>
                    </a:lnTo>
                    <a:lnTo>
                      <a:pt x="196513" y="181842"/>
                    </a:lnTo>
                    <a:lnTo>
                      <a:pt x="192780" y="185744"/>
                    </a:lnTo>
                    <a:lnTo>
                      <a:pt x="196682" y="189477"/>
                    </a:lnTo>
                    <a:lnTo>
                      <a:pt x="189216" y="197280"/>
                    </a:lnTo>
                    <a:lnTo>
                      <a:pt x="193118" y="201013"/>
                    </a:lnTo>
                    <a:lnTo>
                      <a:pt x="182088" y="220354"/>
                    </a:lnTo>
                    <a:lnTo>
                      <a:pt x="189554" y="212550"/>
                    </a:lnTo>
                    <a:lnTo>
                      <a:pt x="193456" y="216283"/>
                    </a:lnTo>
                    <a:lnTo>
                      <a:pt x="200922" y="208479"/>
                    </a:lnTo>
                    <a:lnTo>
                      <a:pt x="204823" y="212212"/>
                    </a:lnTo>
                    <a:lnTo>
                      <a:pt x="212289" y="204409"/>
                    </a:lnTo>
                    <a:lnTo>
                      <a:pt x="216191" y="208142"/>
                    </a:lnTo>
                    <a:lnTo>
                      <a:pt x="219924" y="204240"/>
                    </a:lnTo>
                    <a:moveTo>
                      <a:pt x="45472" y="29864"/>
                    </a:moveTo>
                    <a:lnTo>
                      <a:pt x="0" y="46147"/>
                    </a:lnTo>
                    <a:lnTo>
                      <a:pt x="14257" y="0"/>
                    </a:lnTo>
                    <a:lnTo>
                      <a:pt x="45472" y="29864"/>
                    </a:lnTo>
                    <a:lnTo>
                      <a:pt x="41570" y="26131"/>
                    </a:lnTo>
                    <a:lnTo>
                      <a:pt x="7466" y="38343"/>
                    </a:lnTo>
                    <a:lnTo>
                      <a:pt x="18159" y="3733"/>
                    </a:lnTo>
                    <a:lnTo>
                      <a:pt x="14426" y="7635"/>
                    </a:lnTo>
                    <a:lnTo>
                      <a:pt x="37837" y="30033"/>
                    </a:lnTo>
                    <a:lnTo>
                      <a:pt x="41570" y="26131"/>
                    </a:lnTo>
                    <a:lnTo>
                      <a:pt x="45472" y="29864"/>
                    </a:lnTo>
                    <a:lnTo>
                      <a:pt x="30202" y="30202"/>
                    </a:lnTo>
                    <a:lnTo>
                      <a:pt x="34104" y="33935"/>
                    </a:lnTo>
                    <a:lnTo>
                      <a:pt x="18834" y="34272"/>
                    </a:lnTo>
                    <a:lnTo>
                      <a:pt x="22736" y="38005"/>
                    </a:lnTo>
                    <a:lnTo>
                      <a:pt x="3733" y="42245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10693" y="11536"/>
                    </a:lnTo>
                    <a:lnTo>
                      <a:pt x="14594" y="15270"/>
                    </a:lnTo>
                    <a:lnTo>
                      <a:pt x="14257" y="0"/>
                    </a:lnTo>
                    <a:lnTo>
                      <a:pt x="18327" y="11368"/>
                    </a:lnTo>
                    <a:lnTo>
                      <a:pt x="25962" y="11199"/>
                    </a:lnTo>
                    <a:lnTo>
                      <a:pt x="26131" y="18834"/>
                    </a:lnTo>
                    <a:lnTo>
                      <a:pt x="33766" y="18665"/>
                    </a:lnTo>
                    <a:lnTo>
                      <a:pt x="33935" y="26300"/>
                    </a:lnTo>
                    <a:lnTo>
                      <a:pt x="45472" y="29864"/>
                    </a:lnTo>
                    <a:lnTo>
                      <a:pt x="37837" y="30033"/>
                    </a:lnTo>
                    <a:lnTo>
                      <a:pt x="37668" y="22398"/>
                    </a:lnTo>
                    <a:lnTo>
                      <a:pt x="30033" y="22567"/>
                    </a:lnTo>
                    <a:lnTo>
                      <a:pt x="29864" y="14932"/>
                    </a:lnTo>
                    <a:lnTo>
                      <a:pt x="22229" y="15101"/>
                    </a:lnTo>
                    <a:lnTo>
                      <a:pt x="22060" y="7466"/>
                    </a:lnTo>
                    <a:lnTo>
                      <a:pt x="14426" y="7635"/>
                    </a:lnTo>
                    <a:lnTo>
                      <a:pt x="10693" y="11536"/>
                    </a:lnTo>
                    <a:lnTo>
                      <a:pt x="14594" y="15270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0" y="46147"/>
                    </a:lnTo>
                    <a:lnTo>
                      <a:pt x="7466" y="38343"/>
                    </a:lnTo>
                    <a:lnTo>
                      <a:pt x="11368" y="42076"/>
                    </a:lnTo>
                    <a:lnTo>
                      <a:pt x="18834" y="34272"/>
                    </a:lnTo>
                    <a:lnTo>
                      <a:pt x="22736" y="38005"/>
                    </a:lnTo>
                    <a:lnTo>
                      <a:pt x="30202" y="30202"/>
                    </a:lnTo>
                    <a:lnTo>
                      <a:pt x="34104" y="33935"/>
                    </a:lnTo>
                    <a:lnTo>
                      <a:pt x="37837" y="300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66" name="Контур"/>
              <p:cNvSpPr/>
              <p:nvPr/>
            </p:nvSpPr>
            <p:spPr>
              <a:xfrm>
                <a:off x="571501" y="3050150"/>
                <a:ext cx="1406828" cy="2097687"/>
              </a:xfrm>
              <a:custGeom>
                <a:avLst/>
                <a:gdLst/>
                <a:ahLst/>
                <a:cxnLst/>
                <a:rect l="l" t="t" r="r" b="b"/>
                <a:pathLst>
                  <a:path w="1406828" h="2097687" fill="none">
                    <a:moveTo>
                      <a:pt x="697088" y="2097687"/>
                    </a:moveTo>
                    <a:lnTo>
                      <a:pt x="886305" y="1921172"/>
                    </a:lnTo>
                    <a:moveTo>
                      <a:pt x="1402819" y="1435345"/>
                    </a:moveTo>
                    <a:lnTo>
                      <a:pt x="1406828" y="1320899"/>
                    </a:lnTo>
                    <a:lnTo>
                      <a:pt x="1398994" y="1312502"/>
                    </a:lnTo>
                    <a:moveTo>
                      <a:pt x="1398994" y="1312502"/>
                    </a:moveTo>
                    <a:lnTo>
                      <a:pt x="1313045" y="1220368"/>
                    </a:lnTo>
                    <a:moveTo>
                      <a:pt x="1313045" y="1220368"/>
                    </a:moveTo>
                    <a:lnTo>
                      <a:pt x="1227096" y="1128234"/>
                    </a:lnTo>
                    <a:moveTo>
                      <a:pt x="1227096" y="1128234"/>
                    </a:moveTo>
                    <a:lnTo>
                      <a:pt x="1141146" y="1036099"/>
                    </a:lnTo>
                    <a:moveTo>
                      <a:pt x="1141146" y="1036099"/>
                    </a:moveTo>
                    <a:lnTo>
                      <a:pt x="1055197" y="943965"/>
                    </a:lnTo>
                    <a:moveTo>
                      <a:pt x="1055197" y="943965"/>
                    </a:moveTo>
                    <a:lnTo>
                      <a:pt x="969247" y="851831"/>
                    </a:lnTo>
                    <a:moveTo>
                      <a:pt x="969247" y="851831"/>
                    </a:moveTo>
                    <a:lnTo>
                      <a:pt x="883298" y="759697"/>
                    </a:lnTo>
                    <a:moveTo>
                      <a:pt x="883298" y="759697"/>
                    </a:moveTo>
                    <a:lnTo>
                      <a:pt x="797349" y="667563"/>
                    </a:lnTo>
                    <a:moveTo>
                      <a:pt x="797349" y="667563"/>
                    </a:moveTo>
                    <a:lnTo>
                      <a:pt x="711399" y="575429"/>
                    </a:lnTo>
                    <a:moveTo>
                      <a:pt x="711399" y="575429"/>
                    </a:moveTo>
                    <a:lnTo>
                      <a:pt x="625450" y="483294"/>
                    </a:lnTo>
                    <a:moveTo>
                      <a:pt x="625450" y="483294"/>
                    </a:moveTo>
                    <a:lnTo>
                      <a:pt x="539501" y="391160"/>
                    </a:lnTo>
                    <a:moveTo>
                      <a:pt x="539501" y="391160"/>
                    </a:moveTo>
                    <a:lnTo>
                      <a:pt x="453551" y="299026"/>
                    </a:lnTo>
                    <a:moveTo>
                      <a:pt x="453551" y="299026"/>
                    </a:moveTo>
                    <a:lnTo>
                      <a:pt x="367602" y="206892"/>
                    </a:lnTo>
                    <a:moveTo>
                      <a:pt x="367602" y="206892"/>
                    </a:moveTo>
                    <a:lnTo>
                      <a:pt x="281653" y="114758"/>
                    </a:lnTo>
                    <a:moveTo>
                      <a:pt x="281653" y="114758"/>
                    </a:moveTo>
                    <a:lnTo>
                      <a:pt x="195703" y="22624"/>
                    </a:lnTo>
                    <a:moveTo>
                      <a:pt x="195703" y="22624"/>
                    </a:moveTo>
                    <a:lnTo>
                      <a:pt x="174598" y="0"/>
                    </a:lnTo>
                    <a:lnTo>
                      <a:pt x="79552" y="1622"/>
                    </a:lnTo>
                    <a:moveTo>
                      <a:pt x="79552" y="1622"/>
                    </a:moveTo>
                    <a:lnTo>
                      <a:pt x="65539" y="1861"/>
                    </a:lnTo>
                    <a:lnTo>
                      <a:pt x="0" y="70365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67" name="Контур"/>
              <p:cNvSpPr/>
              <p:nvPr/>
            </p:nvSpPr>
            <p:spPr>
              <a:xfrm>
                <a:off x="706231" y="3072902"/>
                <a:ext cx="1249614" cy="1335141"/>
              </a:xfrm>
              <a:custGeom>
                <a:avLst/>
                <a:gdLst/>
                <a:ahLst/>
                <a:cxnLst/>
                <a:rect l="l" t="t" r="r" b="b"/>
                <a:pathLst>
                  <a:path w="1249614" h="1335141" fill="none">
                    <a:moveTo>
                      <a:pt x="1203291" y="1303552"/>
                    </a:moveTo>
                    <a:lnTo>
                      <a:pt x="1249614" y="1289878"/>
                    </a:lnTo>
                    <a:lnTo>
                      <a:pt x="1232759" y="1335141"/>
                    </a:lnTo>
                    <a:lnTo>
                      <a:pt x="1203291" y="1303552"/>
                    </a:lnTo>
                    <a:lnTo>
                      <a:pt x="1206974" y="1307500"/>
                    </a:lnTo>
                    <a:lnTo>
                      <a:pt x="1241717" y="1297245"/>
                    </a:lnTo>
                    <a:lnTo>
                      <a:pt x="1229076" y="1331192"/>
                    </a:lnTo>
                    <a:lnTo>
                      <a:pt x="1233024" y="1327509"/>
                    </a:lnTo>
                    <a:lnTo>
                      <a:pt x="1210923" y="1303817"/>
                    </a:lnTo>
                    <a:lnTo>
                      <a:pt x="1206974" y="1307500"/>
                    </a:lnTo>
                    <a:lnTo>
                      <a:pt x="1203291" y="1303552"/>
                    </a:lnTo>
                    <a:lnTo>
                      <a:pt x="1218555" y="1304082"/>
                    </a:lnTo>
                    <a:lnTo>
                      <a:pt x="1214872" y="1300133"/>
                    </a:lnTo>
                    <a:lnTo>
                      <a:pt x="1230136" y="1300663"/>
                    </a:lnTo>
                    <a:lnTo>
                      <a:pt x="1226452" y="1296715"/>
                    </a:lnTo>
                    <a:lnTo>
                      <a:pt x="1245665" y="1293561"/>
                    </a:lnTo>
                    <a:lnTo>
                      <a:pt x="1241187" y="1312509"/>
                    </a:lnTo>
                    <a:lnTo>
                      <a:pt x="1237503" y="1308561"/>
                    </a:lnTo>
                    <a:lnTo>
                      <a:pt x="1236973" y="1323825"/>
                    </a:lnTo>
                    <a:lnTo>
                      <a:pt x="1233289" y="1319876"/>
                    </a:lnTo>
                    <a:lnTo>
                      <a:pt x="1232759" y="1335141"/>
                    </a:lnTo>
                    <a:lnTo>
                      <a:pt x="1229341" y="1323560"/>
                    </a:lnTo>
                    <a:lnTo>
                      <a:pt x="1221709" y="1323295"/>
                    </a:lnTo>
                    <a:lnTo>
                      <a:pt x="1221974" y="1315663"/>
                    </a:lnTo>
                    <a:lnTo>
                      <a:pt x="1214342" y="1315398"/>
                    </a:lnTo>
                    <a:lnTo>
                      <a:pt x="1214607" y="1307766"/>
                    </a:lnTo>
                    <a:lnTo>
                      <a:pt x="1203291" y="1303552"/>
                    </a:lnTo>
                    <a:lnTo>
                      <a:pt x="1210923" y="1303817"/>
                    </a:lnTo>
                    <a:lnTo>
                      <a:pt x="1210658" y="1311449"/>
                    </a:lnTo>
                    <a:lnTo>
                      <a:pt x="1218290" y="1311714"/>
                    </a:lnTo>
                    <a:lnTo>
                      <a:pt x="1218025" y="1319346"/>
                    </a:lnTo>
                    <a:lnTo>
                      <a:pt x="1225657" y="1319611"/>
                    </a:lnTo>
                    <a:lnTo>
                      <a:pt x="1225392" y="1327243"/>
                    </a:lnTo>
                    <a:lnTo>
                      <a:pt x="1233024" y="1327509"/>
                    </a:lnTo>
                    <a:lnTo>
                      <a:pt x="1236973" y="1323825"/>
                    </a:lnTo>
                    <a:lnTo>
                      <a:pt x="1233289" y="1319876"/>
                    </a:lnTo>
                    <a:lnTo>
                      <a:pt x="1241187" y="1312509"/>
                    </a:lnTo>
                    <a:lnTo>
                      <a:pt x="1237503" y="1308561"/>
                    </a:lnTo>
                    <a:lnTo>
                      <a:pt x="1249614" y="1289878"/>
                    </a:lnTo>
                    <a:lnTo>
                      <a:pt x="1241717" y="1297245"/>
                    </a:lnTo>
                    <a:lnTo>
                      <a:pt x="1238033" y="1293296"/>
                    </a:lnTo>
                    <a:lnTo>
                      <a:pt x="1230136" y="1300663"/>
                    </a:lnTo>
                    <a:lnTo>
                      <a:pt x="1226452" y="1296715"/>
                    </a:lnTo>
                    <a:lnTo>
                      <a:pt x="1218555" y="1304082"/>
                    </a:lnTo>
                    <a:lnTo>
                      <a:pt x="1214872" y="1300133"/>
                    </a:lnTo>
                    <a:lnTo>
                      <a:pt x="1210923" y="1303817"/>
                    </a:lnTo>
                    <a:moveTo>
                      <a:pt x="1031392" y="1119284"/>
                    </a:moveTo>
                    <a:lnTo>
                      <a:pt x="1077715" y="1105610"/>
                    </a:lnTo>
                    <a:lnTo>
                      <a:pt x="1060861" y="1150872"/>
                    </a:lnTo>
                    <a:lnTo>
                      <a:pt x="1031392" y="1119284"/>
                    </a:lnTo>
                    <a:lnTo>
                      <a:pt x="1035076" y="1123232"/>
                    </a:lnTo>
                    <a:lnTo>
                      <a:pt x="1069818" y="1112977"/>
                    </a:lnTo>
                    <a:lnTo>
                      <a:pt x="1057177" y="1146924"/>
                    </a:lnTo>
                    <a:lnTo>
                      <a:pt x="1061126" y="1143240"/>
                    </a:lnTo>
                    <a:lnTo>
                      <a:pt x="1039024" y="1119549"/>
                    </a:lnTo>
                    <a:lnTo>
                      <a:pt x="1035076" y="1123232"/>
                    </a:lnTo>
                    <a:lnTo>
                      <a:pt x="1031392" y="1119284"/>
                    </a:lnTo>
                    <a:lnTo>
                      <a:pt x="1046656" y="1119814"/>
                    </a:lnTo>
                    <a:lnTo>
                      <a:pt x="1042973" y="1115865"/>
                    </a:lnTo>
                    <a:lnTo>
                      <a:pt x="1058237" y="1116395"/>
                    </a:lnTo>
                    <a:lnTo>
                      <a:pt x="1054554" y="1112447"/>
                    </a:lnTo>
                    <a:lnTo>
                      <a:pt x="1073767" y="1109293"/>
                    </a:lnTo>
                    <a:lnTo>
                      <a:pt x="1069288" y="1128241"/>
                    </a:lnTo>
                    <a:lnTo>
                      <a:pt x="1065604" y="1124292"/>
                    </a:lnTo>
                    <a:lnTo>
                      <a:pt x="1065074" y="1139557"/>
                    </a:lnTo>
                    <a:lnTo>
                      <a:pt x="1061391" y="1135608"/>
                    </a:lnTo>
                    <a:lnTo>
                      <a:pt x="1060861" y="1150872"/>
                    </a:lnTo>
                    <a:lnTo>
                      <a:pt x="1057442" y="1139292"/>
                    </a:lnTo>
                    <a:lnTo>
                      <a:pt x="1049810" y="1139027"/>
                    </a:lnTo>
                    <a:lnTo>
                      <a:pt x="1050075" y="1131394"/>
                    </a:lnTo>
                    <a:lnTo>
                      <a:pt x="1042443" y="1131129"/>
                    </a:lnTo>
                    <a:lnTo>
                      <a:pt x="1042708" y="1123497"/>
                    </a:lnTo>
                    <a:lnTo>
                      <a:pt x="1031392" y="1119284"/>
                    </a:lnTo>
                    <a:lnTo>
                      <a:pt x="1039024" y="1119549"/>
                    </a:lnTo>
                    <a:lnTo>
                      <a:pt x="1038759" y="1127181"/>
                    </a:lnTo>
                    <a:lnTo>
                      <a:pt x="1046391" y="1127446"/>
                    </a:lnTo>
                    <a:lnTo>
                      <a:pt x="1046126" y="1135078"/>
                    </a:lnTo>
                    <a:lnTo>
                      <a:pt x="1053759" y="1135343"/>
                    </a:lnTo>
                    <a:lnTo>
                      <a:pt x="1053493" y="1142975"/>
                    </a:lnTo>
                    <a:lnTo>
                      <a:pt x="1061126" y="1143240"/>
                    </a:lnTo>
                    <a:lnTo>
                      <a:pt x="1065074" y="1139557"/>
                    </a:lnTo>
                    <a:lnTo>
                      <a:pt x="1061391" y="1135608"/>
                    </a:lnTo>
                    <a:lnTo>
                      <a:pt x="1069288" y="1128241"/>
                    </a:lnTo>
                    <a:lnTo>
                      <a:pt x="1065604" y="1124292"/>
                    </a:lnTo>
                    <a:lnTo>
                      <a:pt x="1077715" y="1105610"/>
                    </a:lnTo>
                    <a:lnTo>
                      <a:pt x="1069818" y="1112977"/>
                    </a:lnTo>
                    <a:lnTo>
                      <a:pt x="1066134" y="1109028"/>
                    </a:lnTo>
                    <a:lnTo>
                      <a:pt x="1058237" y="1116395"/>
                    </a:lnTo>
                    <a:lnTo>
                      <a:pt x="1054554" y="1112447"/>
                    </a:lnTo>
                    <a:lnTo>
                      <a:pt x="1046656" y="1119814"/>
                    </a:lnTo>
                    <a:lnTo>
                      <a:pt x="1042973" y="1115865"/>
                    </a:lnTo>
                    <a:lnTo>
                      <a:pt x="1039024" y="1119549"/>
                    </a:lnTo>
                    <a:moveTo>
                      <a:pt x="859493" y="935015"/>
                    </a:moveTo>
                    <a:lnTo>
                      <a:pt x="905816" y="921341"/>
                    </a:lnTo>
                    <a:lnTo>
                      <a:pt x="888962" y="966604"/>
                    </a:lnTo>
                    <a:lnTo>
                      <a:pt x="859493" y="935015"/>
                    </a:lnTo>
                    <a:lnTo>
                      <a:pt x="863177" y="938964"/>
                    </a:lnTo>
                    <a:lnTo>
                      <a:pt x="897919" y="928708"/>
                    </a:lnTo>
                    <a:lnTo>
                      <a:pt x="885278" y="962655"/>
                    </a:lnTo>
                    <a:lnTo>
                      <a:pt x="889227" y="958972"/>
                    </a:lnTo>
                    <a:lnTo>
                      <a:pt x="867126" y="935280"/>
                    </a:lnTo>
                    <a:lnTo>
                      <a:pt x="863177" y="938964"/>
                    </a:lnTo>
                    <a:lnTo>
                      <a:pt x="859493" y="935015"/>
                    </a:lnTo>
                    <a:lnTo>
                      <a:pt x="874758" y="935545"/>
                    </a:lnTo>
                    <a:lnTo>
                      <a:pt x="871074" y="931597"/>
                    </a:lnTo>
                    <a:lnTo>
                      <a:pt x="886339" y="932127"/>
                    </a:lnTo>
                    <a:lnTo>
                      <a:pt x="882655" y="928178"/>
                    </a:lnTo>
                    <a:lnTo>
                      <a:pt x="901868" y="925025"/>
                    </a:lnTo>
                    <a:lnTo>
                      <a:pt x="897389" y="943973"/>
                    </a:lnTo>
                    <a:lnTo>
                      <a:pt x="893706" y="940024"/>
                    </a:lnTo>
                    <a:lnTo>
                      <a:pt x="893175" y="955288"/>
                    </a:lnTo>
                    <a:lnTo>
                      <a:pt x="889492" y="951340"/>
                    </a:lnTo>
                    <a:lnTo>
                      <a:pt x="888962" y="966604"/>
                    </a:lnTo>
                    <a:lnTo>
                      <a:pt x="885543" y="955023"/>
                    </a:lnTo>
                    <a:lnTo>
                      <a:pt x="877911" y="954758"/>
                    </a:lnTo>
                    <a:lnTo>
                      <a:pt x="878176" y="947126"/>
                    </a:lnTo>
                    <a:lnTo>
                      <a:pt x="870544" y="946861"/>
                    </a:lnTo>
                    <a:lnTo>
                      <a:pt x="870809" y="939229"/>
                    </a:lnTo>
                    <a:lnTo>
                      <a:pt x="859493" y="935015"/>
                    </a:lnTo>
                    <a:lnTo>
                      <a:pt x="867126" y="935280"/>
                    </a:lnTo>
                    <a:lnTo>
                      <a:pt x="866861" y="942912"/>
                    </a:lnTo>
                    <a:lnTo>
                      <a:pt x="874493" y="943177"/>
                    </a:lnTo>
                    <a:lnTo>
                      <a:pt x="874228" y="950810"/>
                    </a:lnTo>
                    <a:lnTo>
                      <a:pt x="881860" y="951075"/>
                    </a:lnTo>
                    <a:lnTo>
                      <a:pt x="881595" y="958707"/>
                    </a:lnTo>
                    <a:lnTo>
                      <a:pt x="889227" y="958972"/>
                    </a:lnTo>
                    <a:lnTo>
                      <a:pt x="893175" y="955288"/>
                    </a:lnTo>
                    <a:lnTo>
                      <a:pt x="889492" y="951340"/>
                    </a:lnTo>
                    <a:lnTo>
                      <a:pt x="897389" y="943973"/>
                    </a:lnTo>
                    <a:lnTo>
                      <a:pt x="893706" y="940024"/>
                    </a:lnTo>
                    <a:lnTo>
                      <a:pt x="905816" y="921341"/>
                    </a:lnTo>
                    <a:lnTo>
                      <a:pt x="897919" y="928708"/>
                    </a:lnTo>
                    <a:lnTo>
                      <a:pt x="894236" y="924760"/>
                    </a:lnTo>
                    <a:lnTo>
                      <a:pt x="886339" y="932127"/>
                    </a:lnTo>
                    <a:lnTo>
                      <a:pt x="882655" y="928178"/>
                    </a:lnTo>
                    <a:lnTo>
                      <a:pt x="874758" y="935545"/>
                    </a:lnTo>
                    <a:lnTo>
                      <a:pt x="871074" y="931597"/>
                    </a:lnTo>
                    <a:lnTo>
                      <a:pt x="867126" y="935280"/>
                    </a:lnTo>
                    <a:moveTo>
                      <a:pt x="687595" y="750747"/>
                    </a:moveTo>
                    <a:lnTo>
                      <a:pt x="733918" y="737073"/>
                    </a:lnTo>
                    <a:lnTo>
                      <a:pt x="717063" y="782336"/>
                    </a:lnTo>
                    <a:lnTo>
                      <a:pt x="687595" y="750747"/>
                    </a:lnTo>
                    <a:lnTo>
                      <a:pt x="691278" y="754695"/>
                    </a:lnTo>
                    <a:lnTo>
                      <a:pt x="726021" y="744440"/>
                    </a:lnTo>
                    <a:lnTo>
                      <a:pt x="713380" y="778387"/>
                    </a:lnTo>
                    <a:lnTo>
                      <a:pt x="717328" y="774704"/>
                    </a:lnTo>
                    <a:lnTo>
                      <a:pt x="695227" y="751012"/>
                    </a:lnTo>
                    <a:lnTo>
                      <a:pt x="691278" y="754695"/>
                    </a:lnTo>
                    <a:lnTo>
                      <a:pt x="687595" y="750747"/>
                    </a:lnTo>
                    <a:lnTo>
                      <a:pt x="702859" y="751277"/>
                    </a:lnTo>
                    <a:lnTo>
                      <a:pt x="699175" y="747328"/>
                    </a:lnTo>
                    <a:lnTo>
                      <a:pt x="714440" y="747858"/>
                    </a:lnTo>
                    <a:lnTo>
                      <a:pt x="710756" y="743910"/>
                    </a:lnTo>
                    <a:lnTo>
                      <a:pt x="729969" y="740756"/>
                    </a:lnTo>
                    <a:lnTo>
                      <a:pt x="725490" y="759704"/>
                    </a:lnTo>
                    <a:lnTo>
                      <a:pt x="721807" y="755756"/>
                    </a:lnTo>
                    <a:lnTo>
                      <a:pt x="721277" y="771020"/>
                    </a:lnTo>
                    <a:lnTo>
                      <a:pt x="717593" y="767071"/>
                    </a:lnTo>
                    <a:lnTo>
                      <a:pt x="717063" y="782336"/>
                    </a:lnTo>
                    <a:lnTo>
                      <a:pt x="713645" y="770755"/>
                    </a:lnTo>
                    <a:lnTo>
                      <a:pt x="706012" y="770490"/>
                    </a:lnTo>
                    <a:lnTo>
                      <a:pt x="706277" y="762858"/>
                    </a:lnTo>
                    <a:lnTo>
                      <a:pt x="698645" y="762593"/>
                    </a:lnTo>
                    <a:lnTo>
                      <a:pt x="698910" y="754960"/>
                    </a:lnTo>
                    <a:lnTo>
                      <a:pt x="687595" y="750747"/>
                    </a:lnTo>
                    <a:lnTo>
                      <a:pt x="695227" y="751012"/>
                    </a:lnTo>
                    <a:lnTo>
                      <a:pt x="694962" y="758644"/>
                    </a:lnTo>
                    <a:lnTo>
                      <a:pt x="702594" y="758909"/>
                    </a:lnTo>
                    <a:lnTo>
                      <a:pt x="702329" y="766541"/>
                    </a:lnTo>
                    <a:lnTo>
                      <a:pt x="709961" y="766806"/>
                    </a:lnTo>
                    <a:lnTo>
                      <a:pt x="709696" y="774438"/>
                    </a:lnTo>
                    <a:lnTo>
                      <a:pt x="717328" y="774704"/>
                    </a:lnTo>
                    <a:lnTo>
                      <a:pt x="721277" y="771020"/>
                    </a:lnTo>
                    <a:lnTo>
                      <a:pt x="717593" y="767071"/>
                    </a:lnTo>
                    <a:lnTo>
                      <a:pt x="725490" y="759704"/>
                    </a:lnTo>
                    <a:lnTo>
                      <a:pt x="721807" y="755756"/>
                    </a:lnTo>
                    <a:lnTo>
                      <a:pt x="733918" y="737073"/>
                    </a:lnTo>
                    <a:lnTo>
                      <a:pt x="726021" y="744440"/>
                    </a:lnTo>
                    <a:lnTo>
                      <a:pt x="722337" y="740491"/>
                    </a:lnTo>
                    <a:lnTo>
                      <a:pt x="714440" y="747858"/>
                    </a:lnTo>
                    <a:lnTo>
                      <a:pt x="710756" y="743910"/>
                    </a:lnTo>
                    <a:lnTo>
                      <a:pt x="702859" y="751277"/>
                    </a:lnTo>
                    <a:lnTo>
                      <a:pt x="699175" y="747328"/>
                    </a:lnTo>
                    <a:lnTo>
                      <a:pt x="695227" y="751012"/>
                    </a:lnTo>
                    <a:moveTo>
                      <a:pt x="515696" y="566478"/>
                    </a:moveTo>
                    <a:lnTo>
                      <a:pt x="562019" y="552805"/>
                    </a:lnTo>
                    <a:lnTo>
                      <a:pt x="545164" y="598067"/>
                    </a:lnTo>
                    <a:lnTo>
                      <a:pt x="515696" y="566478"/>
                    </a:lnTo>
                    <a:lnTo>
                      <a:pt x="519379" y="570427"/>
                    </a:lnTo>
                    <a:lnTo>
                      <a:pt x="554122" y="560172"/>
                    </a:lnTo>
                    <a:lnTo>
                      <a:pt x="541481" y="594119"/>
                    </a:lnTo>
                    <a:lnTo>
                      <a:pt x="545429" y="590435"/>
                    </a:lnTo>
                    <a:lnTo>
                      <a:pt x="523328" y="566744"/>
                    </a:lnTo>
                    <a:lnTo>
                      <a:pt x="519379" y="570427"/>
                    </a:lnTo>
                    <a:lnTo>
                      <a:pt x="515696" y="566478"/>
                    </a:lnTo>
                    <a:lnTo>
                      <a:pt x="530960" y="567009"/>
                    </a:lnTo>
                    <a:lnTo>
                      <a:pt x="527277" y="563060"/>
                    </a:lnTo>
                    <a:lnTo>
                      <a:pt x="542541" y="563590"/>
                    </a:lnTo>
                    <a:lnTo>
                      <a:pt x="538857" y="559642"/>
                    </a:lnTo>
                    <a:lnTo>
                      <a:pt x="558070" y="556488"/>
                    </a:lnTo>
                    <a:lnTo>
                      <a:pt x="553592" y="575436"/>
                    </a:lnTo>
                    <a:lnTo>
                      <a:pt x="549908" y="571487"/>
                    </a:lnTo>
                    <a:lnTo>
                      <a:pt x="549378" y="586752"/>
                    </a:lnTo>
                    <a:lnTo>
                      <a:pt x="545694" y="582803"/>
                    </a:lnTo>
                    <a:lnTo>
                      <a:pt x="545164" y="598067"/>
                    </a:lnTo>
                    <a:lnTo>
                      <a:pt x="541746" y="586487"/>
                    </a:lnTo>
                    <a:lnTo>
                      <a:pt x="534114" y="586222"/>
                    </a:lnTo>
                    <a:lnTo>
                      <a:pt x="534379" y="578589"/>
                    </a:lnTo>
                    <a:lnTo>
                      <a:pt x="526747" y="578324"/>
                    </a:lnTo>
                    <a:lnTo>
                      <a:pt x="527012" y="570692"/>
                    </a:lnTo>
                    <a:lnTo>
                      <a:pt x="515696" y="566478"/>
                    </a:lnTo>
                    <a:lnTo>
                      <a:pt x="523328" y="566744"/>
                    </a:lnTo>
                    <a:lnTo>
                      <a:pt x="523063" y="574376"/>
                    </a:lnTo>
                    <a:lnTo>
                      <a:pt x="530695" y="574641"/>
                    </a:lnTo>
                    <a:lnTo>
                      <a:pt x="530430" y="582273"/>
                    </a:lnTo>
                    <a:lnTo>
                      <a:pt x="538062" y="582538"/>
                    </a:lnTo>
                    <a:lnTo>
                      <a:pt x="537797" y="590170"/>
                    </a:lnTo>
                    <a:lnTo>
                      <a:pt x="545429" y="590435"/>
                    </a:lnTo>
                    <a:lnTo>
                      <a:pt x="549378" y="586752"/>
                    </a:lnTo>
                    <a:lnTo>
                      <a:pt x="545694" y="582803"/>
                    </a:lnTo>
                    <a:lnTo>
                      <a:pt x="553592" y="575436"/>
                    </a:lnTo>
                    <a:lnTo>
                      <a:pt x="549908" y="571487"/>
                    </a:lnTo>
                    <a:lnTo>
                      <a:pt x="562019" y="552805"/>
                    </a:lnTo>
                    <a:lnTo>
                      <a:pt x="554122" y="560172"/>
                    </a:lnTo>
                    <a:lnTo>
                      <a:pt x="550438" y="556223"/>
                    </a:lnTo>
                    <a:lnTo>
                      <a:pt x="542541" y="563590"/>
                    </a:lnTo>
                    <a:lnTo>
                      <a:pt x="538857" y="559642"/>
                    </a:lnTo>
                    <a:lnTo>
                      <a:pt x="530960" y="567009"/>
                    </a:lnTo>
                    <a:lnTo>
                      <a:pt x="527277" y="563060"/>
                    </a:lnTo>
                    <a:lnTo>
                      <a:pt x="523328" y="566744"/>
                    </a:lnTo>
                    <a:moveTo>
                      <a:pt x="343797" y="382210"/>
                    </a:moveTo>
                    <a:lnTo>
                      <a:pt x="390120" y="368536"/>
                    </a:lnTo>
                    <a:lnTo>
                      <a:pt x="373266" y="413799"/>
                    </a:lnTo>
                    <a:lnTo>
                      <a:pt x="343797" y="382210"/>
                    </a:lnTo>
                    <a:lnTo>
                      <a:pt x="347481" y="386159"/>
                    </a:lnTo>
                    <a:lnTo>
                      <a:pt x="382223" y="375903"/>
                    </a:lnTo>
                    <a:lnTo>
                      <a:pt x="369582" y="409850"/>
                    </a:lnTo>
                    <a:lnTo>
                      <a:pt x="373531" y="406167"/>
                    </a:lnTo>
                    <a:lnTo>
                      <a:pt x="351429" y="382475"/>
                    </a:lnTo>
                    <a:lnTo>
                      <a:pt x="347481" y="386159"/>
                    </a:lnTo>
                    <a:lnTo>
                      <a:pt x="343797" y="382210"/>
                    </a:lnTo>
                    <a:lnTo>
                      <a:pt x="359062" y="382740"/>
                    </a:lnTo>
                    <a:lnTo>
                      <a:pt x="355378" y="378792"/>
                    </a:lnTo>
                    <a:lnTo>
                      <a:pt x="370642" y="379322"/>
                    </a:lnTo>
                    <a:lnTo>
                      <a:pt x="366959" y="375373"/>
                    </a:lnTo>
                    <a:lnTo>
                      <a:pt x="386172" y="372220"/>
                    </a:lnTo>
                    <a:lnTo>
                      <a:pt x="381693" y="391168"/>
                    </a:lnTo>
                    <a:lnTo>
                      <a:pt x="378009" y="387219"/>
                    </a:lnTo>
                    <a:lnTo>
                      <a:pt x="377479" y="402483"/>
                    </a:lnTo>
                    <a:lnTo>
                      <a:pt x="373796" y="398535"/>
                    </a:lnTo>
                    <a:lnTo>
                      <a:pt x="373266" y="413799"/>
                    </a:lnTo>
                    <a:lnTo>
                      <a:pt x="369847" y="402218"/>
                    </a:lnTo>
                    <a:lnTo>
                      <a:pt x="362215" y="401953"/>
                    </a:lnTo>
                    <a:lnTo>
                      <a:pt x="362480" y="394321"/>
                    </a:lnTo>
                    <a:lnTo>
                      <a:pt x="354848" y="394056"/>
                    </a:lnTo>
                    <a:lnTo>
                      <a:pt x="355113" y="386424"/>
                    </a:lnTo>
                    <a:lnTo>
                      <a:pt x="343797" y="382210"/>
                    </a:lnTo>
                    <a:lnTo>
                      <a:pt x="351429" y="382475"/>
                    </a:lnTo>
                    <a:lnTo>
                      <a:pt x="351164" y="390107"/>
                    </a:lnTo>
                    <a:lnTo>
                      <a:pt x="358796" y="390372"/>
                    </a:lnTo>
                    <a:lnTo>
                      <a:pt x="358531" y="398005"/>
                    </a:lnTo>
                    <a:lnTo>
                      <a:pt x="366164" y="398270"/>
                    </a:lnTo>
                    <a:lnTo>
                      <a:pt x="365898" y="405902"/>
                    </a:lnTo>
                    <a:lnTo>
                      <a:pt x="373531" y="406167"/>
                    </a:lnTo>
                    <a:lnTo>
                      <a:pt x="377479" y="402483"/>
                    </a:lnTo>
                    <a:lnTo>
                      <a:pt x="373796" y="398535"/>
                    </a:lnTo>
                    <a:lnTo>
                      <a:pt x="381693" y="391168"/>
                    </a:lnTo>
                    <a:lnTo>
                      <a:pt x="378009" y="387219"/>
                    </a:lnTo>
                    <a:lnTo>
                      <a:pt x="390120" y="368536"/>
                    </a:lnTo>
                    <a:lnTo>
                      <a:pt x="382223" y="375903"/>
                    </a:lnTo>
                    <a:lnTo>
                      <a:pt x="378539" y="371955"/>
                    </a:lnTo>
                    <a:lnTo>
                      <a:pt x="370642" y="379322"/>
                    </a:lnTo>
                    <a:lnTo>
                      <a:pt x="366959" y="375373"/>
                    </a:lnTo>
                    <a:lnTo>
                      <a:pt x="359062" y="382740"/>
                    </a:lnTo>
                    <a:lnTo>
                      <a:pt x="355378" y="378792"/>
                    </a:lnTo>
                    <a:lnTo>
                      <a:pt x="351429" y="382475"/>
                    </a:lnTo>
                    <a:moveTo>
                      <a:pt x="171898" y="197942"/>
                    </a:moveTo>
                    <a:lnTo>
                      <a:pt x="218221" y="184268"/>
                    </a:lnTo>
                    <a:lnTo>
                      <a:pt x="201367" y="229531"/>
                    </a:lnTo>
                    <a:lnTo>
                      <a:pt x="171898" y="197942"/>
                    </a:lnTo>
                    <a:lnTo>
                      <a:pt x="175582" y="201890"/>
                    </a:lnTo>
                    <a:lnTo>
                      <a:pt x="210324" y="191635"/>
                    </a:lnTo>
                    <a:lnTo>
                      <a:pt x="197683" y="225582"/>
                    </a:lnTo>
                    <a:lnTo>
                      <a:pt x="201632" y="221898"/>
                    </a:lnTo>
                    <a:lnTo>
                      <a:pt x="179531" y="198207"/>
                    </a:lnTo>
                    <a:lnTo>
                      <a:pt x="175582" y="201890"/>
                    </a:lnTo>
                    <a:lnTo>
                      <a:pt x="171898" y="197942"/>
                    </a:lnTo>
                    <a:lnTo>
                      <a:pt x="187163" y="198472"/>
                    </a:lnTo>
                    <a:lnTo>
                      <a:pt x="183479" y="194523"/>
                    </a:lnTo>
                    <a:lnTo>
                      <a:pt x="198744" y="195053"/>
                    </a:lnTo>
                    <a:lnTo>
                      <a:pt x="195060" y="191105"/>
                    </a:lnTo>
                    <a:lnTo>
                      <a:pt x="214273" y="187951"/>
                    </a:lnTo>
                    <a:lnTo>
                      <a:pt x="209794" y="206899"/>
                    </a:lnTo>
                    <a:lnTo>
                      <a:pt x="206111" y="202951"/>
                    </a:lnTo>
                    <a:lnTo>
                      <a:pt x="205580" y="218215"/>
                    </a:lnTo>
                    <a:lnTo>
                      <a:pt x="201897" y="214266"/>
                    </a:lnTo>
                    <a:lnTo>
                      <a:pt x="201367" y="229531"/>
                    </a:lnTo>
                    <a:lnTo>
                      <a:pt x="197948" y="217950"/>
                    </a:lnTo>
                    <a:lnTo>
                      <a:pt x="190316" y="217685"/>
                    </a:lnTo>
                    <a:lnTo>
                      <a:pt x="190581" y="210053"/>
                    </a:lnTo>
                    <a:lnTo>
                      <a:pt x="182949" y="209788"/>
                    </a:lnTo>
                    <a:lnTo>
                      <a:pt x="183214" y="202155"/>
                    </a:lnTo>
                    <a:lnTo>
                      <a:pt x="171898" y="197942"/>
                    </a:lnTo>
                    <a:lnTo>
                      <a:pt x="179531" y="198207"/>
                    </a:lnTo>
                    <a:lnTo>
                      <a:pt x="179266" y="205839"/>
                    </a:lnTo>
                    <a:lnTo>
                      <a:pt x="186898" y="206104"/>
                    </a:lnTo>
                    <a:lnTo>
                      <a:pt x="186633" y="213736"/>
                    </a:lnTo>
                    <a:lnTo>
                      <a:pt x="194265" y="214001"/>
                    </a:lnTo>
                    <a:lnTo>
                      <a:pt x="194000" y="221633"/>
                    </a:lnTo>
                    <a:lnTo>
                      <a:pt x="201632" y="221898"/>
                    </a:lnTo>
                    <a:lnTo>
                      <a:pt x="205580" y="218215"/>
                    </a:lnTo>
                    <a:lnTo>
                      <a:pt x="201897" y="214266"/>
                    </a:lnTo>
                    <a:lnTo>
                      <a:pt x="209794" y="206899"/>
                    </a:lnTo>
                    <a:lnTo>
                      <a:pt x="206111" y="202951"/>
                    </a:lnTo>
                    <a:lnTo>
                      <a:pt x="218221" y="184268"/>
                    </a:lnTo>
                    <a:lnTo>
                      <a:pt x="210324" y="191635"/>
                    </a:lnTo>
                    <a:lnTo>
                      <a:pt x="206641" y="187686"/>
                    </a:lnTo>
                    <a:lnTo>
                      <a:pt x="198744" y="195053"/>
                    </a:lnTo>
                    <a:lnTo>
                      <a:pt x="195060" y="191105"/>
                    </a:lnTo>
                    <a:lnTo>
                      <a:pt x="187163" y="198472"/>
                    </a:lnTo>
                    <a:lnTo>
                      <a:pt x="183479" y="194523"/>
                    </a:lnTo>
                    <a:lnTo>
                      <a:pt x="179531" y="198207"/>
                    </a:lnTo>
                    <a:moveTo>
                      <a:pt x="0" y="13673"/>
                    </a:moveTo>
                    <a:lnTo>
                      <a:pt x="46323" y="0"/>
                    </a:lnTo>
                    <a:lnTo>
                      <a:pt x="29468" y="45262"/>
                    </a:lnTo>
                    <a:lnTo>
                      <a:pt x="0" y="13673"/>
                    </a:lnTo>
                    <a:lnTo>
                      <a:pt x="3683" y="17622"/>
                    </a:lnTo>
                    <a:lnTo>
                      <a:pt x="38426" y="7367"/>
                    </a:lnTo>
                    <a:lnTo>
                      <a:pt x="25785" y="41314"/>
                    </a:lnTo>
                    <a:lnTo>
                      <a:pt x="29733" y="37630"/>
                    </a:lnTo>
                    <a:lnTo>
                      <a:pt x="7632" y="13939"/>
                    </a:lnTo>
                    <a:lnTo>
                      <a:pt x="3683" y="17622"/>
                    </a:lnTo>
                    <a:lnTo>
                      <a:pt x="0" y="13673"/>
                    </a:lnTo>
                    <a:lnTo>
                      <a:pt x="15264" y="14204"/>
                    </a:lnTo>
                    <a:lnTo>
                      <a:pt x="11580" y="10255"/>
                    </a:lnTo>
                    <a:lnTo>
                      <a:pt x="26845" y="10785"/>
                    </a:lnTo>
                    <a:lnTo>
                      <a:pt x="23161" y="6836"/>
                    </a:lnTo>
                    <a:lnTo>
                      <a:pt x="42374" y="3683"/>
                    </a:lnTo>
                    <a:lnTo>
                      <a:pt x="37895" y="22631"/>
                    </a:lnTo>
                    <a:lnTo>
                      <a:pt x="34212" y="18682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29468" y="45262"/>
                    </a:lnTo>
                    <a:lnTo>
                      <a:pt x="26050" y="33682"/>
                    </a:lnTo>
                    <a:lnTo>
                      <a:pt x="18417" y="33416"/>
                    </a:lnTo>
                    <a:lnTo>
                      <a:pt x="18683" y="25784"/>
                    </a:lnTo>
                    <a:lnTo>
                      <a:pt x="11050" y="25519"/>
                    </a:lnTo>
                    <a:lnTo>
                      <a:pt x="11315" y="17887"/>
                    </a:lnTo>
                    <a:lnTo>
                      <a:pt x="0" y="13673"/>
                    </a:lnTo>
                    <a:lnTo>
                      <a:pt x="7632" y="13939"/>
                    </a:lnTo>
                    <a:lnTo>
                      <a:pt x="7367" y="21571"/>
                    </a:lnTo>
                    <a:lnTo>
                      <a:pt x="14999" y="21836"/>
                    </a:lnTo>
                    <a:lnTo>
                      <a:pt x="14734" y="29468"/>
                    </a:lnTo>
                    <a:lnTo>
                      <a:pt x="22366" y="29733"/>
                    </a:lnTo>
                    <a:lnTo>
                      <a:pt x="22101" y="37365"/>
                    </a:lnTo>
                    <a:lnTo>
                      <a:pt x="29733" y="37630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37895" y="22631"/>
                    </a:lnTo>
                    <a:lnTo>
                      <a:pt x="34212" y="18682"/>
                    </a:lnTo>
                    <a:lnTo>
                      <a:pt x="46323" y="0"/>
                    </a:lnTo>
                    <a:lnTo>
                      <a:pt x="38426" y="7367"/>
                    </a:lnTo>
                    <a:lnTo>
                      <a:pt x="34742" y="3418"/>
                    </a:lnTo>
                    <a:lnTo>
                      <a:pt x="26845" y="10785"/>
                    </a:lnTo>
                    <a:lnTo>
                      <a:pt x="23161" y="6836"/>
                    </a:lnTo>
                    <a:lnTo>
                      <a:pt x="15264" y="14204"/>
                    </a:lnTo>
                    <a:lnTo>
                      <a:pt x="11580" y="10255"/>
                    </a:lnTo>
                    <a:lnTo>
                      <a:pt x="7632" y="1393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68" name="Контур"/>
              <p:cNvSpPr/>
              <p:nvPr/>
            </p:nvSpPr>
            <p:spPr>
              <a:xfrm>
                <a:off x="252000" y="6617507"/>
                <a:ext cx="434274" cy="778147"/>
              </a:xfrm>
              <a:custGeom>
                <a:avLst/>
                <a:gdLst/>
                <a:ahLst/>
                <a:cxnLst/>
                <a:rect l="l" t="t" r="r" b="b"/>
                <a:pathLst>
                  <a:path w="434274" h="778147" fill="none">
                    <a:moveTo>
                      <a:pt x="410991" y="678026"/>
                    </a:moveTo>
                    <a:lnTo>
                      <a:pt x="430624" y="710327"/>
                    </a:lnTo>
                    <a:moveTo>
                      <a:pt x="430624" y="710327"/>
                    </a:moveTo>
                    <a:lnTo>
                      <a:pt x="434274" y="716333"/>
                    </a:lnTo>
                    <a:lnTo>
                      <a:pt x="426991" y="746230"/>
                    </a:lnTo>
                    <a:moveTo>
                      <a:pt x="426991" y="746230"/>
                    </a:moveTo>
                    <a:lnTo>
                      <a:pt x="419216" y="778147"/>
                    </a:lnTo>
                    <a:moveTo>
                      <a:pt x="410991" y="678026"/>
                    </a:moveTo>
                    <a:lnTo>
                      <a:pt x="430624" y="710327"/>
                    </a:lnTo>
                    <a:moveTo>
                      <a:pt x="430624" y="710327"/>
                    </a:moveTo>
                    <a:lnTo>
                      <a:pt x="434274" y="716333"/>
                    </a:lnTo>
                    <a:lnTo>
                      <a:pt x="426991" y="746230"/>
                    </a:lnTo>
                    <a:moveTo>
                      <a:pt x="426991" y="746230"/>
                    </a:moveTo>
                    <a:lnTo>
                      <a:pt x="419216" y="778147"/>
                    </a:lnTo>
                    <a:moveTo>
                      <a:pt x="410991" y="678026"/>
                    </a:moveTo>
                    <a:lnTo>
                      <a:pt x="391358" y="645724"/>
                    </a:lnTo>
                    <a:moveTo>
                      <a:pt x="391358" y="645724"/>
                    </a:moveTo>
                    <a:lnTo>
                      <a:pt x="371725" y="613423"/>
                    </a:lnTo>
                    <a:moveTo>
                      <a:pt x="371725" y="613423"/>
                    </a:moveTo>
                    <a:lnTo>
                      <a:pt x="352091" y="581122"/>
                    </a:lnTo>
                    <a:moveTo>
                      <a:pt x="352091" y="581122"/>
                    </a:moveTo>
                    <a:lnTo>
                      <a:pt x="332458" y="548820"/>
                    </a:lnTo>
                    <a:moveTo>
                      <a:pt x="332458" y="548820"/>
                    </a:moveTo>
                    <a:lnTo>
                      <a:pt x="312825" y="516519"/>
                    </a:lnTo>
                    <a:moveTo>
                      <a:pt x="312825" y="516519"/>
                    </a:moveTo>
                    <a:lnTo>
                      <a:pt x="293191" y="484218"/>
                    </a:lnTo>
                    <a:moveTo>
                      <a:pt x="293191" y="484218"/>
                    </a:moveTo>
                    <a:lnTo>
                      <a:pt x="273558" y="451917"/>
                    </a:lnTo>
                    <a:moveTo>
                      <a:pt x="273558" y="451917"/>
                    </a:moveTo>
                    <a:lnTo>
                      <a:pt x="253925" y="419615"/>
                    </a:lnTo>
                    <a:moveTo>
                      <a:pt x="253925" y="419615"/>
                    </a:moveTo>
                    <a:lnTo>
                      <a:pt x="234292" y="387314"/>
                    </a:lnTo>
                    <a:moveTo>
                      <a:pt x="234292" y="387314"/>
                    </a:moveTo>
                    <a:lnTo>
                      <a:pt x="214658" y="355013"/>
                    </a:lnTo>
                    <a:moveTo>
                      <a:pt x="214658" y="355013"/>
                    </a:moveTo>
                    <a:lnTo>
                      <a:pt x="195025" y="322711"/>
                    </a:lnTo>
                    <a:moveTo>
                      <a:pt x="195025" y="322711"/>
                    </a:moveTo>
                    <a:lnTo>
                      <a:pt x="175392" y="290410"/>
                    </a:lnTo>
                    <a:moveTo>
                      <a:pt x="175392" y="290410"/>
                    </a:moveTo>
                    <a:lnTo>
                      <a:pt x="155758" y="258109"/>
                    </a:lnTo>
                    <a:moveTo>
                      <a:pt x="155758" y="258109"/>
                    </a:moveTo>
                    <a:lnTo>
                      <a:pt x="136125" y="225807"/>
                    </a:lnTo>
                    <a:moveTo>
                      <a:pt x="136125" y="225807"/>
                    </a:moveTo>
                    <a:lnTo>
                      <a:pt x="116492" y="193506"/>
                    </a:lnTo>
                    <a:moveTo>
                      <a:pt x="116492" y="193506"/>
                    </a:moveTo>
                    <a:lnTo>
                      <a:pt x="96859" y="161205"/>
                    </a:lnTo>
                    <a:moveTo>
                      <a:pt x="96859" y="161205"/>
                    </a:moveTo>
                    <a:lnTo>
                      <a:pt x="77225" y="128904"/>
                    </a:lnTo>
                    <a:moveTo>
                      <a:pt x="77225" y="128904"/>
                    </a:moveTo>
                    <a:lnTo>
                      <a:pt x="57592" y="96602"/>
                    </a:lnTo>
                    <a:moveTo>
                      <a:pt x="57592" y="96602"/>
                    </a:moveTo>
                    <a:lnTo>
                      <a:pt x="37959" y="64301"/>
                    </a:lnTo>
                    <a:moveTo>
                      <a:pt x="37959" y="64301"/>
                    </a:moveTo>
                    <a:lnTo>
                      <a:pt x="18325" y="32000"/>
                    </a:lnTo>
                    <a:moveTo>
                      <a:pt x="18325" y="32000"/>
                    </a:moveTo>
                    <a:lnTo>
                      <a:pt x="2200" y="5470"/>
                    </a:ln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69" name="Контур"/>
              <p:cNvSpPr/>
              <p:nvPr/>
            </p:nvSpPr>
            <p:spPr>
              <a:xfrm>
                <a:off x="338158" y="6270624"/>
                <a:ext cx="525301" cy="1008124"/>
              </a:xfrm>
              <a:custGeom>
                <a:avLst/>
                <a:gdLst/>
                <a:ahLst/>
                <a:cxnLst/>
                <a:rect l="l" t="t" r="r" b="b"/>
                <a:pathLst>
                  <a:path w="525301" h="1008124" fill="none">
                    <a:moveTo>
                      <a:pt x="525301" y="1008124"/>
                    </a:moveTo>
                    <a:lnTo>
                      <a:pt x="463466" y="993047"/>
                    </a:lnTo>
                    <a:lnTo>
                      <a:pt x="440206" y="954784"/>
                    </a:lnTo>
                    <a:moveTo>
                      <a:pt x="440206" y="954784"/>
                    </a:moveTo>
                    <a:lnTo>
                      <a:pt x="463466" y="993047"/>
                    </a:lnTo>
                    <a:lnTo>
                      <a:pt x="525301" y="1008124"/>
                    </a:lnTo>
                    <a:moveTo>
                      <a:pt x="440206" y="954784"/>
                    </a:moveTo>
                    <a:lnTo>
                      <a:pt x="463466" y="993047"/>
                    </a:lnTo>
                    <a:lnTo>
                      <a:pt x="525301" y="1008124"/>
                    </a:lnTo>
                    <a:moveTo>
                      <a:pt x="440206" y="954784"/>
                    </a:moveTo>
                    <a:lnTo>
                      <a:pt x="374760" y="847114"/>
                    </a:lnTo>
                    <a:moveTo>
                      <a:pt x="374760" y="847114"/>
                    </a:moveTo>
                    <a:lnTo>
                      <a:pt x="309314" y="739444"/>
                    </a:lnTo>
                    <a:moveTo>
                      <a:pt x="309314" y="739444"/>
                    </a:moveTo>
                    <a:lnTo>
                      <a:pt x="243868" y="631774"/>
                    </a:lnTo>
                    <a:moveTo>
                      <a:pt x="243868" y="631774"/>
                    </a:moveTo>
                    <a:lnTo>
                      <a:pt x="178422" y="524104"/>
                    </a:lnTo>
                    <a:moveTo>
                      <a:pt x="178422" y="524104"/>
                    </a:moveTo>
                    <a:lnTo>
                      <a:pt x="112976" y="416434"/>
                    </a:lnTo>
                    <a:moveTo>
                      <a:pt x="112976" y="416434"/>
                    </a:moveTo>
                    <a:lnTo>
                      <a:pt x="47530" y="308764"/>
                    </a:lnTo>
                    <a:moveTo>
                      <a:pt x="47530" y="308764"/>
                    </a:moveTo>
                    <a:lnTo>
                      <a:pt x="31404" y="282234"/>
                    </a:lnTo>
                    <a:lnTo>
                      <a:pt x="4039" y="214205"/>
                    </a:lnTo>
                    <a:lnTo>
                      <a:pt x="2848" y="192611"/>
                    </a:lnTo>
                    <a:moveTo>
                      <a:pt x="2848" y="192611"/>
                    </a:moveTo>
                    <a:lnTo>
                      <a:pt x="0" y="140990"/>
                    </a:lnTo>
                    <a:lnTo>
                      <a:pt x="19717" y="70363"/>
                    </a:lnTo>
                    <a:lnTo>
                      <a:pt x="20266" y="69560"/>
                    </a:lnTo>
                    <a:moveTo>
                      <a:pt x="20266" y="69560"/>
                    </a:moveTo>
                    <a:lnTo>
                      <a:pt x="61097" y="9827"/>
                    </a:lnTo>
                    <a:lnTo>
                      <a:pt x="7050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70" name="Контур"/>
              <p:cNvSpPr/>
              <p:nvPr/>
            </p:nvSpPr>
            <p:spPr>
              <a:xfrm>
                <a:off x="285353" y="6434758"/>
                <a:ext cx="413194" cy="721026"/>
              </a:xfrm>
              <a:custGeom>
                <a:avLst/>
                <a:gdLst/>
                <a:ahLst/>
                <a:cxnLst/>
                <a:rect l="l" t="t" r="r" b="b"/>
                <a:pathLst>
                  <a:path w="413194" h="721026" fill="none">
                    <a:moveTo>
                      <a:pt x="365059" y="684111"/>
                    </a:moveTo>
                    <a:lnTo>
                      <a:pt x="413194" y="680130"/>
                    </a:lnTo>
                    <a:lnTo>
                      <a:pt x="387498" y="721026"/>
                    </a:lnTo>
                    <a:lnTo>
                      <a:pt x="365059" y="684111"/>
                    </a:lnTo>
                    <a:lnTo>
                      <a:pt x="367864" y="688725"/>
                    </a:lnTo>
                    <a:lnTo>
                      <a:pt x="403965" y="685740"/>
                    </a:lnTo>
                    <a:lnTo>
                      <a:pt x="384693" y="716412"/>
                    </a:lnTo>
                    <a:lnTo>
                      <a:pt x="389308" y="713607"/>
                    </a:lnTo>
                    <a:lnTo>
                      <a:pt x="372479" y="685920"/>
                    </a:lnTo>
                    <a:lnTo>
                      <a:pt x="367864" y="688725"/>
                    </a:lnTo>
                    <a:lnTo>
                      <a:pt x="365059" y="684111"/>
                    </a:lnTo>
                    <a:lnTo>
                      <a:pt x="379898" y="687730"/>
                    </a:lnTo>
                    <a:lnTo>
                      <a:pt x="377093" y="683116"/>
                    </a:lnTo>
                    <a:lnTo>
                      <a:pt x="391932" y="686735"/>
                    </a:lnTo>
                    <a:lnTo>
                      <a:pt x="389127" y="682120"/>
                    </a:lnTo>
                    <a:lnTo>
                      <a:pt x="408580" y="682935"/>
                    </a:lnTo>
                    <a:lnTo>
                      <a:pt x="400346" y="700578"/>
                    </a:lnTo>
                    <a:lnTo>
                      <a:pt x="397541" y="695964"/>
                    </a:lnTo>
                    <a:lnTo>
                      <a:pt x="393922" y="710802"/>
                    </a:lnTo>
                    <a:lnTo>
                      <a:pt x="391117" y="706188"/>
                    </a:lnTo>
                    <a:lnTo>
                      <a:pt x="387498" y="721026"/>
                    </a:lnTo>
                    <a:lnTo>
                      <a:pt x="386503" y="708993"/>
                    </a:lnTo>
                    <a:lnTo>
                      <a:pt x="379083" y="707183"/>
                    </a:lnTo>
                    <a:lnTo>
                      <a:pt x="380893" y="699764"/>
                    </a:lnTo>
                    <a:lnTo>
                      <a:pt x="373474" y="697954"/>
                    </a:lnTo>
                    <a:lnTo>
                      <a:pt x="375283" y="690535"/>
                    </a:lnTo>
                    <a:lnTo>
                      <a:pt x="365059" y="684111"/>
                    </a:lnTo>
                    <a:lnTo>
                      <a:pt x="372479" y="685920"/>
                    </a:lnTo>
                    <a:lnTo>
                      <a:pt x="370669" y="693340"/>
                    </a:lnTo>
                    <a:lnTo>
                      <a:pt x="378088" y="695149"/>
                    </a:lnTo>
                    <a:lnTo>
                      <a:pt x="376279" y="702569"/>
                    </a:lnTo>
                    <a:lnTo>
                      <a:pt x="383698" y="704378"/>
                    </a:lnTo>
                    <a:lnTo>
                      <a:pt x="381888" y="711797"/>
                    </a:lnTo>
                    <a:lnTo>
                      <a:pt x="389308" y="713607"/>
                    </a:lnTo>
                    <a:lnTo>
                      <a:pt x="393922" y="710802"/>
                    </a:lnTo>
                    <a:lnTo>
                      <a:pt x="391117" y="706188"/>
                    </a:lnTo>
                    <a:lnTo>
                      <a:pt x="400346" y="700578"/>
                    </a:lnTo>
                    <a:lnTo>
                      <a:pt x="397541" y="695964"/>
                    </a:lnTo>
                    <a:lnTo>
                      <a:pt x="413194" y="680130"/>
                    </a:lnTo>
                    <a:lnTo>
                      <a:pt x="403965" y="685740"/>
                    </a:lnTo>
                    <a:lnTo>
                      <a:pt x="401160" y="681125"/>
                    </a:lnTo>
                    <a:lnTo>
                      <a:pt x="391932" y="686735"/>
                    </a:lnTo>
                    <a:lnTo>
                      <a:pt x="389127" y="682120"/>
                    </a:lnTo>
                    <a:lnTo>
                      <a:pt x="379898" y="687730"/>
                    </a:lnTo>
                    <a:lnTo>
                      <a:pt x="377093" y="683116"/>
                    </a:lnTo>
                    <a:lnTo>
                      <a:pt x="372479" y="685920"/>
                    </a:lnTo>
                    <a:moveTo>
                      <a:pt x="234167" y="468771"/>
                    </a:moveTo>
                    <a:lnTo>
                      <a:pt x="282302" y="464790"/>
                    </a:lnTo>
                    <a:lnTo>
                      <a:pt x="256606" y="505686"/>
                    </a:lnTo>
                    <a:lnTo>
                      <a:pt x="234167" y="468771"/>
                    </a:lnTo>
                    <a:lnTo>
                      <a:pt x="236972" y="473385"/>
                    </a:lnTo>
                    <a:lnTo>
                      <a:pt x="273073" y="470400"/>
                    </a:lnTo>
                    <a:lnTo>
                      <a:pt x="253801" y="501072"/>
                    </a:lnTo>
                    <a:lnTo>
                      <a:pt x="258416" y="498267"/>
                    </a:lnTo>
                    <a:lnTo>
                      <a:pt x="241587" y="470580"/>
                    </a:lnTo>
                    <a:lnTo>
                      <a:pt x="236972" y="473385"/>
                    </a:lnTo>
                    <a:lnTo>
                      <a:pt x="234167" y="468771"/>
                    </a:lnTo>
                    <a:lnTo>
                      <a:pt x="249006" y="472390"/>
                    </a:lnTo>
                    <a:lnTo>
                      <a:pt x="246201" y="467776"/>
                    </a:lnTo>
                    <a:lnTo>
                      <a:pt x="261040" y="471395"/>
                    </a:lnTo>
                    <a:lnTo>
                      <a:pt x="258235" y="466780"/>
                    </a:lnTo>
                    <a:lnTo>
                      <a:pt x="277688" y="467595"/>
                    </a:lnTo>
                    <a:lnTo>
                      <a:pt x="269454" y="485238"/>
                    </a:lnTo>
                    <a:lnTo>
                      <a:pt x="266649" y="480624"/>
                    </a:lnTo>
                    <a:lnTo>
                      <a:pt x="263030" y="495462"/>
                    </a:lnTo>
                    <a:lnTo>
                      <a:pt x="260225" y="490848"/>
                    </a:lnTo>
                    <a:lnTo>
                      <a:pt x="256606" y="505686"/>
                    </a:lnTo>
                    <a:lnTo>
                      <a:pt x="255611" y="493653"/>
                    </a:lnTo>
                    <a:lnTo>
                      <a:pt x="248192" y="491843"/>
                    </a:lnTo>
                    <a:lnTo>
                      <a:pt x="250001" y="484424"/>
                    </a:lnTo>
                    <a:lnTo>
                      <a:pt x="242582" y="482614"/>
                    </a:lnTo>
                    <a:lnTo>
                      <a:pt x="244391" y="475195"/>
                    </a:lnTo>
                    <a:lnTo>
                      <a:pt x="234167" y="468771"/>
                    </a:lnTo>
                    <a:lnTo>
                      <a:pt x="241587" y="470580"/>
                    </a:lnTo>
                    <a:lnTo>
                      <a:pt x="239777" y="478000"/>
                    </a:lnTo>
                    <a:lnTo>
                      <a:pt x="247196" y="479809"/>
                    </a:lnTo>
                    <a:lnTo>
                      <a:pt x="245387" y="487229"/>
                    </a:lnTo>
                    <a:lnTo>
                      <a:pt x="252806" y="489038"/>
                    </a:lnTo>
                    <a:lnTo>
                      <a:pt x="250996" y="496457"/>
                    </a:lnTo>
                    <a:lnTo>
                      <a:pt x="258416" y="498267"/>
                    </a:lnTo>
                    <a:lnTo>
                      <a:pt x="263030" y="495462"/>
                    </a:lnTo>
                    <a:lnTo>
                      <a:pt x="260225" y="490848"/>
                    </a:lnTo>
                    <a:lnTo>
                      <a:pt x="269454" y="485238"/>
                    </a:lnTo>
                    <a:lnTo>
                      <a:pt x="266649" y="480624"/>
                    </a:lnTo>
                    <a:lnTo>
                      <a:pt x="282302" y="464790"/>
                    </a:lnTo>
                    <a:lnTo>
                      <a:pt x="273073" y="470400"/>
                    </a:lnTo>
                    <a:lnTo>
                      <a:pt x="270268" y="465785"/>
                    </a:lnTo>
                    <a:lnTo>
                      <a:pt x="261040" y="471395"/>
                    </a:lnTo>
                    <a:lnTo>
                      <a:pt x="258235" y="466780"/>
                    </a:lnTo>
                    <a:lnTo>
                      <a:pt x="249006" y="472390"/>
                    </a:lnTo>
                    <a:lnTo>
                      <a:pt x="246201" y="467776"/>
                    </a:lnTo>
                    <a:lnTo>
                      <a:pt x="241587" y="470580"/>
                    </a:lnTo>
                    <a:moveTo>
                      <a:pt x="103275" y="253431"/>
                    </a:moveTo>
                    <a:lnTo>
                      <a:pt x="151410" y="249450"/>
                    </a:lnTo>
                    <a:lnTo>
                      <a:pt x="125714" y="290346"/>
                    </a:lnTo>
                    <a:lnTo>
                      <a:pt x="103275" y="253431"/>
                    </a:lnTo>
                    <a:lnTo>
                      <a:pt x="106080" y="258045"/>
                    </a:lnTo>
                    <a:lnTo>
                      <a:pt x="142181" y="255060"/>
                    </a:lnTo>
                    <a:lnTo>
                      <a:pt x="122909" y="285732"/>
                    </a:lnTo>
                    <a:lnTo>
                      <a:pt x="127524" y="282927"/>
                    </a:lnTo>
                    <a:lnTo>
                      <a:pt x="110695" y="255240"/>
                    </a:lnTo>
                    <a:lnTo>
                      <a:pt x="106080" y="258045"/>
                    </a:lnTo>
                    <a:lnTo>
                      <a:pt x="103275" y="253431"/>
                    </a:lnTo>
                    <a:lnTo>
                      <a:pt x="118114" y="257050"/>
                    </a:lnTo>
                    <a:lnTo>
                      <a:pt x="115309" y="252436"/>
                    </a:lnTo>
                    <a:lnTo>
                      <a:pt x="130148" y="256055"/>
                    </a:lnTo>
                    <a:lnTo>
                      <a:pt x="127343" y="251440"/>
                    </a:lnTo>
                    <a:lnTo>
                      <a:pt x="146796" y="252255"/>
                    </a:lnTo>
                    <a:lnTo>
                      <a:pt x="138562" y="269898"/>
                    </a:lnTo>
                    <a:lnTo>
                      <a:pt x="135757" y="265284"/>
                    </a:lnTo>
                    <a:lnTo>
                      <a:pt x="132138" y="280122"/>
                    </a:lnTo>
                    <a:lnTo>
                      <a:pt x="129333" y="275508"/>
                    </a:lnTo>
                    <a:lnTo>
                      <a:pt x="125714" y="290346"/>
                    </a:lnTo>
                    <a:lnTo>
                      <a:pt x="124719" y="278313"/>
                    </a:lnTo>
                    <a:lnTo>
                      <a:pt x="117300" y="276503"/>
                    </a:lnTo>
                    <a:lnTo>
                      <a:pt x="119109" y="269084"/>
                    </a:lnTo>
                    <a:lnTo>
                      <a:pt x="111690" y="267274"/>
                    </a:lnTo>
                    <a:lnTo>
                      <a:pt x="113500" y="259855"/>
                    </a:lnTo>
                    <a:lnTo>
                      <a:pt x="103275" y="253431"/>
                    </a:lnTo>
                    <a:lnTo>
                      <a:pt x="110695" y="255240"/>
                    </a:lnTo>
                    <a:lnTo>
                      <a:pt x="108885" y="262660"/>
                    </a:lnTo>
                    <a:lnTo>
                      <a:pt x="116304" y="264469"/>
                    </a:lnTo>
                    <a:lnTo>
                      <a:pt x="114495" y="271889"/>
                    </a:lnTo>
                    <a:lnTo>
                      <a:pt x="121914" y="273698"/>
                    </a:lnTo>
                    <a:lnTo>
                      <a:pt x="120104" y="281117"/>
                    </a:lnTo>
                    <a:lnTo>
                      <a:pt x="127524" y="282927"/>
                    </a:lnTo>
                    <a:lnTo>
                      <a:pt x="132138" y="280122"/>
                    </a:lnTo>
                    <a:lnTo>
                      <a:pt x="129333" y="275508"/>
                    </a:lnTo>
                    <a:lnTo>
                      <a:pt x="138562" y="269898"/>
                    </a:lnTo>
                    <a:lnTo>
                      <a:pt x="135757" y="265284"/>
                    </a:lnTo>
                    <a:lnTo>
                      <a:pt x="151410" y="249450"/>
                    </a:lnTo>
                    <a:lnTo>
                      <a:pt x="142181" y="255060"/>
                    </a:lnTo>
                    <a:lnTo>
                      <a:pt x="139377" y="250445"/>
                    </a:lnTo>
                    <a:lnTo>
                      <a:pt x="130148" y="256055"/>
                    </a:lnTo>
                    <a:lnTo>
                      <a:pt x="127343" y="251440"/>
                    </a:lnTo>
                    <a:lnTo>
                      <a:pt x="118114" y="257050"/>
                    </a:lnTo>
                    <a:lnTo>
                      <a:pt x="115309" y="252436"/>
                    </a:lnTo>
                    <a:lnTo>
                      <a:pt x="110695" y="255240"/>
                    </a:lnTo>
                    <a:moveTo>
                      <a:pt x="0" y="0"/>
                    </a:moveTo>
                    <a:lnTo>
                      <a:pt x="44324" y="19187"/>
                    </a:lnTo>
                    <a:lnTo>
                      <a:pt x="2379" y="43134"/>
                    </a:lnTo>
                    <a:lnTo>
                      <a:pt x="0" y="0"/>
                    </a:lnTo>
                    <a:lnTo>
                      <a:pt x="297" y="5391"/>
                    </a:lnTo>
                    <a:lnTo>
                      <a:pt x="33540" y="19782"/>
                    </a:lnTo>
                    <a:lnTo>
                      <a:pt x="2082" y="37742"/>
                    </a:lnTo>
                    <a:lnTo>
                      <a:pt x="7473" y="37445"/>
                    </a:lnTo>
                    <a:lnTo>
                      <a:pt x="5689" y="5094"/>
                    </a:lnTo>
                    <a:lnTo>
                      <a:pt x="297" y="5391"/>
                    </a:lnTo>
                    <a:lnTo>
                      <a:pt x="0" y="0"/>
                    </a:lnTo>
                    <a:lnTo>
                      <a:pt x="11378" y="10188"/>
                    </a:lnTo>
                    <a:lnTo>
                      <a:pt x="11081" y="4796"/>
                    </a:lnTo>
                    <a:lnTo>
                      <a:pt x="22459" y="14985"/>
                    </a:lnTo>
                    <a:lnTo>
                      <a:pt x="22162" y="9593"/>
                    </a:lnTo>
                    <a:lnTo>
                      <a:pt x="38932" y="19485"/>
                    </a:lnTo>
                    <a:lnTo>
                      <a:pt x="23351" y="31161"/>
                    </a:lnTo>
                    <a:lnTo>
                      <a:pt x="23054" y="25769"/>
                    </a:lnTo>
                    <a:lnTo>
                      <a:pt x="12865" y="37147"/>
                    </a:lnTo>
                    <a:lnTo>
                      <a:pt x="12568" y="31755"/>
                    </a:lnTo>
                    <a:lnTo>
                      <a:pt x="2379" y="43134"/>
                    </a:lnTo>
                    <a:lnTo>
                      <a:pt x="7176" y="32053"/>
                    </a:lnTo>
                    <a:lnTo>
                      <a:pt x="1487" y="26959"/>
                    </a:lnTo>
                    <a:lnTo>
                      <a:pt x="6581" y="21269"/>
                    </a:lnTo>
                    <a:lnTo>
                      <a:pt x="892" y="16175"/>
                    </a:lnTo>
                    <a:lnTo>
                      <a:pt x="5986" y="10486"/>
                    </a:lnTo>
                    <a:lnTo>
                      <a:pt x="0" y="0"/>
                    </a:lnTo>
                    <a:lnTo>
                      <a:pt x="5689" y="5094"/>
                    </a:lnTo>
                    <a:lnTo>
                      <a:pt x="594" y="10783"/>
                    </a:lnTo>
                    <a:lnTo>
                      <a:pt x="6284" y="15878"/>
                    </a:lnTo>
                    <a:lnTo>
                      <a:pt x="1189" y="21567"/>
                    </a:lnTo>
                    <a:lnTo>
                      <a:pt x="6879" y="26661"/>
                    </a:lnTo>
                    <a:lnTo>
                      <a:pt x="1784" y="32350"/>
                    </a:lnTo>
                    <a:lnTo>
                      <a:pt x="7473" y="37445"/>
                    </a:lnTo>
                    <a:lnTo>
                      <a:pt x="12865" y="37147"/>
                    </a:lnTo>
                    <a:lnTo>
                      <a:pt x="12568" y="31755"/>
                    </a:lnTo>
                    <a:lnTo>
                      <a:pt x="23351" y="31161"/>
                    </a:lnTo>
                    <a:lnTo>
                      <a:pt x="23054" y="25769"/>
                    </a:lnTo>
                    <a:lnTo>
                      <a:pt x="44324" y="19187"/>
                    </a:lnTo>
                    <a:lnTo>
                      <a:pt x="33540" y="19782"/>
                    </a:lnTo>
                    <a:lnTo>
                      <a:pt x="33243" y="14390"/>
                    </a:lnTo>
                    <a:lnTo>
                      <a:pt x="22459" y="14985"/>
                    </a:lnTo>
                    <a:lnTo>
                      <a:pt x="22162" y="9593"/>
                    </a:lnTo>
                    <a:lnTo>
                      <a:pt x="11378" y="10188"/>
                    </a:lnTo>
                    <a:lnTo>
                      <a:pt x="11081" y="4796"/>
                    </a:lnTo>
                    <a:lnTo>
                      <a:pt x="5689" y="509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71" name="Контур"/>
              <p:cNvSpPr/>
              <p:nvPr/>
            </p:nvSpPr>
            <p:spPr>
              <a:xfrm>
                <a:off x="338158" y="6270624"/>
                <a:ext cx="440206" cy="954784"/>
              </a:xfrm>
              <a:custGeom>
                <a:avLst/>
                <a:gdLst/>
                <a:ahLst/>
                <a:cxnLst/>
                <a:rect l="l" t="t" r="r" b="b"/>
                <a:pathLst>
                  <a:path w="440206" h="954784" fill="none">
                    <a:moveTo>
                      <a:pt x="70500" y="0"/>
                    </a:moveTo>
                    <a:lnTo>
                      <a:pt x="61097" y="9827"/>
                    </a:lnTo>
                    <a:lnTo>
                      <a:pt x="19717" y="70363"/>
                    </a:lnTo>
                    <a:lnTo>
                      <a:pt x="9211" y="107995"/>
                    </a:lnTo>
                    <a:moveTo>
                      <a:pt x="9211" y="107995"/>
                    </a:moveTo>
                    <a:lnTo>
                      <a:pt x="0" y="140990"/>
                    </a:lnTo>
                    <a:lnTo>
                      <a:pt x="4039" y="214205"/>
                    </a:lnTo>
                    <a:lnTo>
                      <a:pt x="10912" y="231292"/>
                    </a:lnTo>
                    <a:moveTo>
                      <a:pt x="10912" y="231292"/>
                    </a:moveTo>
                    <a:lnTo>
                      <a:pt x="31404" y="282234"/>
                    </a:lnTo>
                    <a:lnTo>
                      <a:pt x="68330" y="342983"/>
                    </a:lnTo>
                    <a:moveTo>
                      <a:pt x="68330" y="342983"/>
                    </a:moveTo>
                    <a:lnTo>
                      <a:pt x="133776" y="450653"/>
                    </a:lnTo>
                    <a:moveTo>
                      <a:pt x="133776" y="450653"/>
                    </a:moveTo>
                    <a:lnTo>
                      <a:pt x="199222" y="558323"/>
                    </a:lnTo>
                    <a:moveTo>
                      <a:pt x="199222" y="558323"/>
                    </a:moveTo>
                    <a:lnTo>
                      <a:pt x="264667" y="665993"/>
                    </a:lnTo>
                    <a:moveTo>
                      <a:pt x="264667" y="665993"/>
                    </a:moveTo>
                    <a:lnTo>
                      <a:pt x="330113" y="773663"/>
                    </a:lnTo>
                    <a:moveTo>
                      <a:pt x="330113" y="773663"/>
                    </a:moveTo>
                    <a:lnTo>
                      <a:pt x="395559" y="881333"/>
                    </a:lnTo>
                    <a:moveTo>
                      <a:pt x="395559" y="881333"/>
                    </a:moveTo>
                    <a:lnTo>
                      <a:pt x="440206" y="954784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72" name="Контур"/>
              <p:cNvSpPr/>
              <p:nvPr/>
            </p:nvSpPr>
            <p:spPr>
              <a:xfrm>
                <a:off x="355109" y="6381870"/>
                <a:ext cx="375668" cy="665267"/>
              </a:xfrm>
              <a:custGeom>
                <a:avLst/>
                <a:gdLst/>
                <a:ahLst/>
                <a:cxnLst/>
                <a:rect l="l" t="t" r="r" b="b"/>
                <a:pathLst>
                  <a:path w="375668" h="665267" fill="none">
                    <a:moveTo>
                      <a:pt x="35801" y="41609"/>
                    </a:moveTo>
                    <a:lnTo>
                      <a:pt x="0" y="9189"/>
                    </a:lnTo>
                    <a:lnTo>
                      <a:pt x="47417" y="0"/>
                    </a:lnTo>
                    <a:lnTo>
                      <a:pt x="35801" y="41609"/>
                    </a:lnTo>
                    <a:lnTo>
                      <a:pt x="37253" y="36408"/>
                    </a:lnTo>
                    <a:lnTo>
                      <a:pt x="10403" y="12093"/>
                    </a:lnTo>
                    <a:lnTo>
                      <a:pt x="45965" y="5201"/>
                    </a:lnTo>
                    <a:lnTo>
                      <a:pt x="40764" y="3749"/>
                    </a:lnTo>
                    <a:lnTo>
                      <a:pt x="32052" y="34956"/>
                    </a:lnTo>
                    <a:lnTo>
                      <a:pt x="37253" y="36408"/>
                    </a:lnTo>
                    <a:lnTo>
                      <a:pt x="35801" y="41609"/>
                    </a:lnTo>
                    <a:lnTo>
                      <a:pt x="28303" y="28303"/>
                    </a:lnTo>
                    <a:lnTo>
                      <a:pt x="26851" y="33504"/>
                    </a:lnTo>
                    <a:lnTo>
                      <a:pt x="19353" y="20198"/>
                    </a:lnTo>
                    <a:lnTo>
                      <a:pt x="17901" y="25399"/>
                    </a:lnTo>
                    <a:lnTo>
                      <a:pt x="5201" y="10641"/>
                    </a:lnTo>
                    <a:lnTo>
                      <a:pt x="23709" y="4595"/>
                    </a:lnTo>
                    <a:lnTo>
                      <a:pt x="22257" y="9796"/>
                    </a:lnTo>
                    <a:lnTo>
                      <a:pt x="35563" y="2297"/>
                    </a:lnTo>
                    <a:lnTo>
                      <a:pt x="34111" y="7499"/>
                    </a:lnTo>
                    <a:lnTo>
                      <a:pt x="47417" y="0"/>
                    </a:lnTo>
                    <a:lnTo>
                      <a:pt x="39312" y="8951"/>
                    </a:lnTo>
                    <a:lnTo>
                      <a:pt x="43061" y="15604"/>
                    </a:lnTo>
                    <a:lnTo>
                      <a:pt x="36408" y="19353"/>
                    </a:lnTo>
                    <a:lnTo>
                      <a:pt x="40157" y="26006"/>
                    </a:lnTo>
                    <a:lnTo>
                      <a:pt x="33504" y="29755"/>
                    </a:lnTo>
                    <a:lnTo>
                      <a:pt x="35801" y="41609"/>
                    </a:lnTo>
                    <a:lnTo>
                      <a:pt x="32052" y="34956"/>
                    </a:lnTo>
                    <a:lnTo>
                      <a:pt x="38705" y="31207"/>
                    </a:lnTo>
                    <a:lnTo>
                      <a:pt x="34956" y="24554"/>
                    </a:lnTo>
                    <a:lnTo>
                      <a:pt x="41609" y="20805"/>
                    </a:lnTo>
                    <a:lnTo>
                      <a:pt x="37860" y="14152"/>
                    </a:lnTo>
                    <a:lnTo>
                      <a:pt x="44513" y="10403"/>
                    </a:lnTo>
                    <a:lnTo>
                      <a:pt x="40764" y="3749"/>
                    </a:lnTo>
                    <a:lnTo>
                      <a:pt x="35563" y="2297"/>
                    </a:lnTo>
                    <a:lnTo>
                      <a:pt x="34111" y="7499"/>
                    </a:lnTo>
                    <a:lnTo>
                      <a:pt x="23709" y="4595"/>
                    </a:lnTo>
                    <a:lnTo>
                      <a:pt x="22257" y="9796"/>
                    </a:lnTo>
                    <a:lnTo>
                      <a:pt x="0" y="9189"/>
                    </a:lnTo>
                    <a:lnTo>
                      <a:pt x="10403" y="12093"/>
                    </a:lnTo>
                    <a:lnTo>
                      <a:pt x="8951" y="17294"/>
                    </a:lnTo>
                    <a:lnTo>
                      <a:pt x="19353" y="20198"/>
                    </a:lnTo>
                    <a:lnTo>
                      <a:pt x="17901" y="25399"/>
                    </a:lnTo>
                    <a:lnTo>
                      <a:pt x="28303" y="28303"/>
                    </a:lnTo>
                    <a:lnTo>
                      <a:pt x="26851" y="33504"/>
                    </a:lnTo>
                    <a:lnTo>
                      <a:pt x="32052" y="34956"/>
                    </a:lnTo>
                    <a:moveTo>
                      <a:pt x="113884" y="230606"/>
                    </a:moveTo>
                    <a:lnTo>
                      <a:pt x="65750" y="234587"/>
                    </a:lnTo>
                    <a:lnTo>
                      <a:pt x="91446" y="193690"/>
                    </a:lnTo>
                    <a:lnTo>
                      <a:pt x="113884" y="230606"/>
                    </a:lnTo>
                    <a:lnTo>
                      <a:pt x="111080" y="225991"/>
                    </a:lnTo>
                    <a:lnTo>
                      <a:pt x="74979" y="228977"/>
                    </a:lnTo>
                    <a:lnTo>
                      <a:pt x="94251" y="198305"/>
                    </a:lnTo>
                    <a:lnTo>
                      <a:pt x="89636" y="201110"/>
                    </a:lnTo>
                    <a:lnTo>
                      <a:pt x="106465" y="228796"/>
                    </a:lnTo>
                    <a:lnTo>
                      <a:pt x="111080" y="225991"/>
                    </a:lnTo>
                    <a:lnTo>
                      <a:pt x="113884" y="230606"/>
                    </a:lnTo>
                    <a:lnTo>
                      <a:pt x="99046" y="226987"/>
                    </a:lnTo>
                    <a:lnTo>
                      <a:pt x="101851" y="231601"/>
                    </a:lnTo>
                    <a:lnTo>
                      <a:pt x="87012" y="227982"/>
                    </a:lnTo>
                    <a:lnTo>
                      <a:pt x="89817" y="232596"/>
                    </a:lnTo>
                    <a:lnTo>
                      <a:pt x="70364" y="231782"/>
                    </a:lnTo>
                    <a:lnTo>
                      <a:pt x="78598" y="214139"/>
                    </a:lnTo>
                    <a:lnTo>
                      <a:pt x="81403" y="218753"/>
                    </a:lnTo>
                    <a:lnTo>
                      <a:pt x="85022" y="203914"/>
                    </a:lnTo>
                    <a:lnTo>
                      <a:pt x="87827" y="208529"/>
                    </a:lnTo>
                    <a:lnTo>
                      <a:pt x="91446" y="193690"/>
                    </a:lnTo>
                    <a:lnTo>
                      <a:pt x="92441" y="205724"/>
                    </a:lnTo>
                    <a:lnTo>
                      <a:pt x="99860" y="207534"/>
                    </a:lnTo>
                    <a:lnTo>
                      <a:pt x="98051" y="214953"/>
                    </a:lnTo>
                    <a:lnTo>
                      <a:pt x="105470" y="216763"/>
                    </a:lnTo>
                    <a:lnTo>
                      <a:pt x="103660" y="224182"/>
                    </a:lnTo>
                    <a:lnTo>
                      <a:pt x="113884" y="230606"/>
                    </a:lnTo>
                    <a:lnTo>
                      <a:pt x="106465" y="228796"/>
                    </a:lnTo>
                    <a:lnTo>
                      <a:pt x="108275" y="221377"/>
                    </a:lnTo>
                    <a:lnTo>
                      <a:pt x="100855" y="219567"/>
                    </a:lnTo>
                    <a:lnTo>
                      <a:pt x="102665" y="212148"/>
                    </a:lnTo>
                    <a:lnTo>
                      <a:pt x="95246" y="210339"/>
                    </a:lnTo>
                    <a:lnTo>
                      <a:pt x="97055" y="202919"/>
                    </a:lnTo>
                    <a:lnTo>
                      <a:pt x="89636" y="201110"/>
                    </a:lnTo>
                    <a:lnTo>
                      <a:pt x="85022" y="203914"/>
                    </a:lnTo>
                    <a:lnTo>
                      <a:pt x="87827" y="208529"/>
                    </a:lnTo>
                    <a:lnTo>
                      <a:pt x="78598" y="214139"/>
                    </a:lnTo>
                    <a:lnTo>
                      <a:pt x="81403" y="218753"/>
                    </a:lnTo>
                    <a:lnTo>
                      <a:pt x="65750" y="234587"/>
                    </a:lnTo>
                    <a:lnTo>
                      <a:pt x="74979" y="228977"/>
                    </a:lnTo>
                    <a:lnTo>
                      <a:pt x="77783" y="233591"/>
                    </a:lnTo>
                    <a:lnTo>
                      <a:pt x="87012" y="227982"/>
                    </a:lnTo>
                    <a:lnTo>
                      <a:pt x="89817" y="232596"/>
                    </a:lnTo>
                    <a:lnTo>
                      <a:pt x="99046" y="226987"/>
                    </a:lnTo>
                    <a:lnTo>
                      <a:pt x="101851" y="231601"/>
                    </a:lnTo>
                    <a:lnTo>
                      <a:pt x="106465" y="228796"/>
                    </a:lnTo>
                    <a:moveTo>
                      <a:pt x="244776" y="445946"/>
                    </a:moveTo>
                    <a:lnTo>
                      <a:pt x="196642" y="449927"/>
                    </a:lnTo>
                    <a:lnTo>
                      <a:pt x="222338" y="409030"/>
                    </a:lnTo>
                    <a:lnTo>
                      <a:pt x="244776" y="445946"/>
                    </a:lnTo>
                    <a:lnTo>
                      <a:pt x="241971" y="441331"/>
                    </a:lnTo>
                    <a:lnTo>
                      <a:pt x="205870" y="444317"/>
                    </a:lnTo>
                    <a:lnTo>
                      <a:pt x="225143" y="413645"/>
                    </a:lnTo>
                    <a:lnTo>
                      <a:pt x="220528" y="416450"/>
                    </a:lnTo>
                    <a:lnTo>
                      <a:pt x="237357" y="444136"/>
                    </a:lnTo>
                    <a:lnTo>
                      <a:pt x="241971" y="441331"/>
                    </a:lnTo>
                    <a:lnTo>
                      <a:pt x="244776" y="445946"/>
                    </a:lnTo>
                    <a:lnTo>
                      <a:pt x="229938" y="442327"/>
                    </a:lnTo>
                    <a:lnTo>
                      <a:pt x="232743" y="446941"/>
                    </a:lnTo>
                    <a:lnTo>
                      <a:pt x="217904" y="443322"/>
                    </a:lnTo>
                    <a:lnTo>
                      <a:pt x="220709" y="447936"/>
                    </a:lnTo>
                    <a:lnTo>
                      <a:pt x="201256" y="447122"/>
                    </a:lnTo>
                    <a:lnTo>
                      <a:pt x="209490" y="429479"/>
                    </a:lnTo>
                    <a:lnTo>
                      <a:pt x="212294" y="434093"/>
                    </a:lnTo>
                    <a:lnTo>
                      <a:pt x="215914" y="419254"/>
                    </a:lnTo>
                    <a:lnTo>
                      <a:pt x="218718" y="423869"/>
                    </a:lnTo>
                    <a:lnTo>
                      <a:pt x="222338" y="409030"/>
                    </a:lnTo>
                    <a:lnTo>
                      <a:pt x="223333" y="421064"/>
                    </a:lnTo>
                    <a:lnTo>
                      <a:pt x="230752" y="422874"/>
                    </a:lnTo>
                    <a:lnTo>
                      <a:pt x="228943" y="430293"/>
                    </a:lnTo>
                    <a:lnTo>
                      <a:pt x="236362" y="432103"/>
                    </a:lnTo>
                    <a:lnTo>
                      <a:pt x="234552" y="439522"/>
                    </a:lnTo>
                    <a:lnTo>
                      <a:pt x="244776" y="445946"/>
                    </a:lnTo>
                    <a:lnTo>
                      <a:pt x="237357" y="444136"/>
                    </a:lnTo>
                    <a:lnTo>
                      <a:pt x="239167" y="436717"/>
                    </a:lnTo>
                    <a:lnTo>
                      <a:pt x="231747" y="434907"/>
                    </a:lnTo>
                    <a:lnTo>
                      <a:pt x="233557" y="427488"/>
                    </a:lnTo>
                    <a:lnTo>
                      <a:pt x="226138" y="425678"/>
                    </a:lnTo>
                    <a:lnTo>
                      <a:pt x="227947" y="418259"/>
                    </a:lnTo>
                    <a:lnTo>
                      <a:pt x="220528" y="416450"/>
                    </a:lnTo>
                    <a:lnTo>
                      <a:pt x="215914" y="419254"/>
                    </a:lnTo>
                    <a:lnTo>
                      <a:pt x="218718" y="423869"/>
                    </a:lnTo>
                    <a:lnTo>
                      <a:pt x="209490" y="429479"/>
                    </a:lnTo>
                    <a:lnTo>
                      <a:pt x="212294" y="434093"/>
                    </a:lnTo>
                    <a:lnTo>
                      <a:pt x="196642" y="449927"/>
                    </a:lnTo>
                    <a:lnTo>
                      <a:pt x="205870" y="444317"/>
                    </a:lnTo>
                    <a:lnTo>
                      <a:pt x="208675" y="448931"/>
                    </a:lnTo>
                    <a:lnTo>
                      <a:pt x="217904" y="443322"/>
                    </a:lnTo>
                    <a:lnTo>
                      <a:pt x="220709" y="447936"/>
                    </a:lnTo>
                    <a:lnTo>
                      <a:pt x="229938" y="442327"/>
                    </a:lnTo>
                    <a:lnTo>
                      <a:pt x="232743" y="446941"/>
                    </a:lnTo>
                    <a:lnTo>
                      <a:pt x="237357" y="444136"/>
                    </a:lnTo>
                    <a:moveTo>
                      <a:pt x="375668" y="661286"/>
                    </a:moveTo>
                    <a:lnTo>
                      <a:pt x="327533" y="665267"/>
                    </a:lnTo>
                    <a:lnTo>
                      <a:pt x="353230" y="624370"/>
                    </a:lnTo>
                    <a:lnTo>
                      <a:pt x="375668" y="661286"/>
                    </a:lnTo>
                    <a:lnTo>
                      <a:pt x="372863" y="656671"/>
                    </a:lnTo>
                    <a:lnTo>
                      <a:pt x="336762" y="659657"/>
                    </a:lnTo>
                    <a:lnTo>
                      <a:pt x="356034" y="628985"/>
                    </a:lnTo>
                    <a:lnTo>
                      <a:pt x="351420" y="631790"/>
                    </a:lnTo>
                    <a:lnTo>
                      <a:pt x="368249" y="659476"/>
                    </a:lnTo>
                    <a:lnTo>
                      <a:pt x="372863" y="656671"/>
                    </a:lnTo>
                    <a:lnTo>
                      <a:pt x="375668" y="661286"/>
                    </a:lnTo>
                    <a:lnTo>
                      <a:pt x="360830" y="657667"/>
                    </a:lnTo>
                    <a:lnTo>
                      <a:pt x="363635" y="662281"/>
                    </a:lnTo>
                    <a:lnTo>
                      <a:pt x="348796" y="658662"/>
                    </a:lnTo>
                    <a:lnTo>
                      <a:pt x="351601" y="663276"/>
                    </a:lnTo>
                    <a:lnTo>
                      <a:pt x="332148" y="662462"/>
                    </a:lnTo>
                    <a:lnTo>
                      <a:pt x="340382" y="644818"/>
                    </a:lnTo>
                    <a:lnTo>
                      <a:pt x="343186" y="649433"/>
                    </a:lnTo>
                    <a:lnTo>
                      <a:pt x="346806" y="634594"/>
                    </a:lnTo>
                    <a:lnTo>
                      <a:pt x="349610" y="639209"/>
                    </a:lnTo>
                    <a:lnTo>
                      <a:pt x="353230" y="624370"/>
                    </a:lnTo>
                    <a:lnTo>
                      <a:pt x="354225" y="636404"/>
                    </a:lnTo>
                    <a:lnTo>
                      <a:pt x="361644" y="638214"/>
                    </a:lnTo>
                    <a:lnTo>
                      <a:pt x="359834" y="645633"/>
                    </a:lnTo>
                    <a:lnTo>
                      <a:pt x="367254" y="647442"/>
                    </a:lnTo>
                    <a:lnTo>
                      <a:pt x="365444" y="654862"/>
                    </a:lnTo>
                    <a:lnTo>
                      <a:pt x="375668" y="661286"/>
                    </a:lnTo>
                    <a:lnTo>
                      <a:pt x="368249" y="659476"/>
                    </a:lnTo>
                    <a:lnTo>
                      <a:pt x="370059" y="652057"/>
                    </a:lnTo>
                    <a:lnTo>
                      <a:pt x="362639" y="650247"/>
                    </a:lnTo>
                    <a:lnTo>
                      <a:pt x="364449" y="642828"/>
                    </a:lnTo>
                    <a:lnTo>
                      <a:pt x="357030" y="641018"/>
                    </a:lnTo>
                    <a:lnTo>
                      <a:pt x="358839" y="633599"/>
                    </a:lnTo>
                    <a:lnTo>
                      <a:pt x="351420" y="631790"/>
                    </a:lnTo>
                    <a:lnTo>
                      <a:pt x="346806" y="634594"/>
                    </a:lnTo>
                    <a:lnTo>
                      <a:pt x="349610" y="639209"/>
                    </a:lnTo>
                    <a:lnTo>
                      <a:pt x="340382" y="644818"/>
                    </a:lnTo>
                    <a:lnTo>
                      <a:pt x="343186" y="649433"/>
                    </a:lnTo>
                    <a:lnTo>
                      <a:pt x="327533" y="665267"/>
                    </a:lnTo>
                    <a:lnTo>
                      <a:pt x="336762" y="659657"/>
                    </a:lnTo>
                    <a:lnTo>
                      <a:pt x="339567" y="664271"/>
                    </a:lnTo>
                    <a:lnTo>
                      <a:pt x="348796" y="658662"/>
                    </a:lnTo>
                    <a:lnTo>
                      <a:pt x="351601" y="663276"/>
                    </a:lnTo>
                    <a:lnTo>
                      <a:pt x="360830" y="657667"/>
                    </a:lnTo>
                    <a:lnTo>
                      <a:pt x="363635" y="662281"/>
                    </a:lnTo>
                    <a:lnTo>
                      <a:pt x="368249" y="65947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73" name="Контур"/>
              <p:cNvSpPr/>
              <p:nvPr/>
            </p:nvSpPr>
            <p:spPr>
              <a:xfrm>
                <a:off x="778364" y="7131801"/>
                <a:ext cx="154006" cy="93607"/>
              </a:xfrm>
              <a:custGeom>
                <a:avLst/>
                <a:gdLst/>
                <a:ahLst/>
                <a:cxnLst/>
                <a:rect l="l" t="t" r="r" b="b"/>
                <a:pathLst>
                  <a:path w="154006" h="93607" fill="none">
                    <a:moveTo>
                      <a:pt x="0" y="93607"/>
                    </a:moveTo>
                    <a:lnTo>
                      <a:pt x="32301" y="73974"/>
                    </a:lnTo>
                    <a:moveTo>
                      <a:pt x="32301" y="73974"/>
                    </a:moveTo>
                    <a:lnTo>
                      <a:pt x="64603" y="54341"/>
                    </a:lnTo>
                    <a:moveTo>
                      <a:pt x="64603" y="54341"/>
                    </a:moveTo>
                    <a:lnTo>
                      <a:pt x="96904" y="34708"/>
                    </a:lnTo>
                    <a:moveTo>
                      <a:pt x="96904" y="34708"/>
                    </a:moveTo>
                    <a:lnTo>
                      <a:pt x="129206" y="15074"/>
                    </a:lnTo>
                    <a:moveTo>
                      <a:pt x="129206" y="15074"/>
                    </a:moveTo>
                    <a:lnTo>
                      <a:pt x="154006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  <p:sp>
            <p:nvSpPr>
              <p:cNvPr id="1174" name="Контур"/>
              <p:cNvSpPr/>
              <p:nvPr/>
            </p:nvSpPr>
            <p:spPr>
              <a:xfrm>
                <a:off x="408658" y="6270624"/>
                <a:ext cx="523712" cy="861177"/>
              </a:xfrm>
              <a:custGeom>
                <a:avLst/>
                <a:gdLst/>
                <a:ahLst/>
                <a:cxnLst/>
                <a:rect l="l" t="t" r="r" b="b"/>
                <a:pathLst>
                  <a:path w="523712" h="861177" fill="none">
                    <a:moveTo>
                      <a:pt x="0" y="0"/>
                    </a:moveTo>
                    <a:lnTo>
                      <a:pt x="65469" y="107655"/>
                    </a:lnTo>
                    <a:moveTo>
                      <a:pt x="65469" y="107655"/>
                    </a:moveTo>
                    <a:lnTo>
                      <a:pt x="130939" y="215311"/>
                    </a:lnTo>
                    <a:moveTo>
                      <a:pt x="130939" y="215311"/>
                    </a:moveTo>
                    <a:lnTo>
                      <a:pt x="196408" y="322967"/>
                    </a:lnTo>
                    <a:moveTo>
                      <a:pt x="196408" y="322967"/>
                    </a:moveTo>
                    <a:lnTo>
                      <a:pt x="261877" y="430623"/>
                    </a:lnTo>
                    <a:moveTo>
                      <a:pt x="261877" y="430623"/>
                    </a:moveTo>
                    <a:lnTo>
                      <a:pt x="327347" y="538279"/>
                    </a:lnTo>
                    <a:moveTo>
                      <a:pt x="327347" y="538279"/>
                    </a:moveTo>
                    <a:lnTo>
                      <a:pt x="392816" y="645934"/>
                    </a:lnTo>
                    <a:moveTo>
                      <a:pt x="392816" y="645934"/>
                    </a:moveTo>
                    <a:lnTo>
                      <a:pt x="458285" y="753590"/>
                    </a:lnTo>
                    <a:moveTo>
                      <a:pt x="458285" y="753590"/>
                    </a:moveTo>
                    <a:lnTo>
                      <a:pt x="523712" y="861177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75" name="Контур"/>
              <p:cNvSpPr/>
              <p:nvPr/>
            </p:nvSpPr>
            <p:spPr>
              <a:xfrm>
                <a:off x="488499" y="6340225"/>
                <a:ext cx="440950" cy="686836"/>
              </a:xfrm>
              <a:custGeom>
                <a:avLst/>
                <a:gdLst/>
                <a:ahLst/>
                <a:cxnLst/>
                <a:rect l="l" t="t" r="r" b="b"/>
                <a:pathLst>
                  <a:path w="440950" h="686836" fill="none">
                    <a:moveTo>
                      <a:pt x="48134" y="36910"/>
                    </a:moveTo>
                    <a:lnTo>
                      <a:pt x="0" y="40901"/>
                    </a:lnTo>
                    <a:lnTo>
                      <a:pt x="25687" y="0"/>
                    </a:lnTo>
                    <a:lnTo>
                      <a:pt x="48134" y="36910"/>
                    </a:lnTo>
                    <a:lnTo>
                      <a:pt x="45328" y="32296"/>
                    </a:lnTo>
                    <a:lnTo>
                      <a:pt x="9228" y="35290"/>
                    </a:lnTo>
                    <a:lnTo>
                      <a:pt x="28493" y="4613"/>
                    </a:lnTo>
                    <a:lnTo>
                      <a:pt x="23879" y="7419"/>
                    </a:lnTo>
                    <a:lnTo>
                      <a:pt x="40714" y="35102"/>
                    </a:lnTo>
                    <a:lnTo>
                      <a:pt x="45328" y="32296"/>
                    </a:lnTo>
                    <a:lnTo>
                      <a:pt x="48134" y="36910"/>
                    </a:lnTo>
                    <a:lnTo>
                      <a:pt x="33295" y="33294"/>
                    </a:lnTo>
                    <a:lnTo>
                      <a:pt x="36101" y="37908"/>
                    </a:lnTo>
                    <a:lnTo>
                      <a:pt x="21261" y="34292"/>
                    </a:lnTo>
                    <a:lnTo>
                      <a:pt x="24067" y="38906"/>
                    </a:lnTo>
                    <a:lnTo>
                      <a:pt x="4614" y="38096"/>
                    </a:lnTo>
                    <a:lnTo>
                      <a:pt x="12844" y="20450"/>
                    </a:lnTo>
                    <a:lnTo>
                      <a:pt x="15650" y="25064"/>
                    </a:lnTo>
                    <a:lnTo>
                      <a:pt x="19266" y="10225"/>
                    </a:lnTo>
                    <a:lnTo>
                      <a:pt x="22071" y="14839"/>
                    </a:lnTo>
                    <a:lnTo>
                      <a:pt x="25687" y="0"/>
                    </a:lnTo>
                    <a:lnTo>
                      <a:pt x="26685" y="12033"/>
                    </a:lnTo>
                    <a:lnTo>
                      <a:pt x="34105" y="13841"/>
                    </a:lnTo>
                    <a:lnTo>
                      <a:pt x="32297" y="21261"/>
                    </a:lnTo>
                    <a:lnTo>
                      <a:pt x="39717" y="23069"/>
                    </a:lnTo>
                    <a:lnTo>
                      <a:pt x="37909" y="30488"/>
                    </a:lnTo>
                    <a:lnTo>
                      <a:pt x="48134" y="36910"/>
                    </a:lnTo>
                    <a:lnTo>
                      <a:pt x="40714" y="35102"/>
                    </a:lnTo>
                    <a:lnTo>
                      <a:pt x="42522" y="27682"/>
                    </a:lnTo>
                    <a:lnTo>
                      <a:pt x="35103" y="25874"/>
                    </a:lnTo>
                    <a:lnTo>
                      <a:pt x="36911" y="18455"/>
                    </a:lnTo>
                    <a:lnTo>
                      <a:pt x="29491" y="16647"/>
                    </a:lnTo>
                    <a:lnTo>
                      <a:pt x="31299" y="9227"/>
                    </a:lnTo>
                    <a:lnTo>
                      <a:pt x="23879" y="7419"/>
                    </a:lnTo>
                    <a:lnTo>
                      <a:pt x="19266" y="10225"/>
                    </a:lnTo>
                    <a:lnTo>
                      <a:pt x="22071" y="14839"/>
                    </a:lnTo>
                    <a:lnTo>
                      <a:pt x="12844" y="20450"/>
                    </a:lnTo>
                    <a:lnTo>
                      <a:pt x="15650" y="25064"/>
                    </a:lnTo>
                    <a:lnTo>
                      <a:pt x="0" y="40901"/>
                    </a:lnTo>
                    <a:lnTo>
                      <a:pt x="9228" y="35290"/>
                    </a:lnTo>
                    <a:lnTo>
                      <a:pt x="12034" y="39904"/>
                    </a:lnTo>
                    <a:lnTo>
                      <a:pt x="21261" y="34292"/>
                    </a:lnTo>
                    <a:lnTo>
                      <a:pt x="24067" y="38906"/>
                    </a:lnTo>
                    <a:lnTo>
                      <a:pt x="33295" y="33294"/>
                    </a:lnTo>
                    <a:lnTo>
                      <a:pt x="36101" y="37908"/>
                    </a:lnTo>
                    <a:lnTo>
                      <a:pt x="40714" y="35102"/>
                    </a:lnTo>
                    <a:moveTo>
                      <a:pt x="179073" y="252222"/>
                    </a:moveTo>
                    <a:lnTo>
                      <a:pt x="130939" y="256213"/>
                    </a:lnTo>
                    <a:lnTo>
                      <a:pt x="156626" y="215311"/>
                    </a:lnTo>
                    <a:lnTo>
                      <a:pt x="179073" y="252222"/>
                    </a:lnTo>
                    <a:lnTo>
                      <a:pt x="176267" y="247608"/>
                    </a:lnTo>
                    <a:lnTo>
                      <a:pt x="140166" y="250601"/>
                    </a:lnTo>
                    <a:lnTo>
                      <a:pt x="159432" y="219925"/>
                    </a:lnTo>
                    <a:lnTo>
                      <a:pt x="154818" y="222731"/>
                    </a:lnTo>
                    <a:lnTo>
                      <a:pt x="171653" y="250414"/>
                    </a:lnTo>
                    <a:lnTo>
                      <a:pt x="176267" y="247608"/>
                    </a:lnTo>
                    <a:lnTo>
                      <a:pt x="179073" y="252222"/>
                    </a:lnTo>
                    <a:lnTo>
                      <a:pt x="164233" y="248606"/>
                    </a:lnTo>
                    <a:lnTo>
                      <a:pt x="167039" y="253220"/>
                    </a:lnTo>
                    <a:lnTo>
                      <a:pt x="152200" y="249604"/>
                    </a:lnTo>
                    <a:lnTo>
                      <a:pt x="155006" y="254217"/>
                    </a:lnTo>
                    <a:lnTo>
                      <a:pt x="135552" y="253407"/>
                    </a:lnTo>
                    <a:lnTo>
                      <a:pt x="143782" y="235762"/>
                    </a:lnTo>
                    <a:lnTo>
                      <a:pt x="146588" y="240376"/>
                    </a:lnTo>
                    <a:lnTo>
                      <a:pt x="150204" y="225537"/>
                    </a:lnTo>
                    <a:lnTo>
                      <a:pt x="153010" y="230150"/>
                    </a:lnTo>
                    <a:lnTo>
                      <a:pt x="156626" y="215311"/>
                    </a:lnTo>
                    <a:lnTo>
                      <a:pt x="157624" y="227345"/>
                    </a:lnTo>
                    <a:lnTo>
                      <a:pt x="165043" y="229153"/>
                    </a:lnTo>
                    <a:lnTo>
                      <a:pt x="163235" y="236572"/>
                    </a:lnTo>
                    <a:lnTo>
                      <a:pt x="170655" y="238380"/>
                    </a:lnTo>
                    <a:lnTo>
                      <a:pt x="168847" y="245800"/>
                    </a:lnTo>
                    <a:lnTo>
                      <a:pt x="179073" y="252222"/>
                    </a:lnTo>
                    <a:lnTo>
                      <a:pt x="171653" y="250414"/>
                    </a:lnTo>
                    <a:lnTo>
                      <a:pt x="173461" y="242994"/>
                    </a:lnTo>
                    <a:lnTo>
                      <a:pt x="166041" y="241186"/>
                    </a:lnTo>
                    <a:lnTo>
                      <a:pt x="167849" y="233766"/>
                    </a:lnTo>
                    <a:lnTo>
                      <a:pt x="160430" y="231958"/>
                    </a:lnTo>
                    <a:lnTo>
                      <a:pt x="162238" y="224539"/>
                    </a:lnTo>
                    <a:lnTo>
                      <a:pt x="154818" y="222731"/>
                    </a:lnTo>
                    <a:lnTo>
                      <a:pt x="150204" y="225537"/>
                    </a:lnTo>
                    <a:lnTo>
                      <a:pt x="153010" y="230150"/>
                    </a:lnTo>
                    <a:lnTo>
                      <a:pt x="143782" y="235762"/>
                    </a:lnTo>
                    <a:lnTo>
                      <a:pt x="146588" y="240376"/>
                    </a:lnTo>
                    <a:lnTo>
                      <a:pt x="130939" y="256213"/>
                    </a:lnTo>
                    <a:lnTo>
                      <a:pt x="140166" y="250601"/>
                    </a:lnTo>
                    <a:lnTo>
                      <a:pt x="142972" y="255215"/>
                    </a:lnTo>
                    <a:lnTo>
                      <a:pt x="152200" y="249604"/>
                    </a:lnTo>
                    <a:lnTo>
                      <a:pt x="155006" y="254217"/>
                    </a:lnTo>
                    <a:lnTo>
                      <a:pt x="164233" y="248606"/>
                    </a:lnTo>
                    <a:lnTo>
                      <a:pt x="167039" y="253220"/>
                    </a:lnTo>
                    <a:lnTo>
                      <a:pt x="171653" y="250414"/>
                    </a:lnTo>
                    <a:moveTo>
                      <a:pt x="310011" y="467533"/>
                    </a:moveTo>
                    <a:lnTo>
                      <a:pt x="261877" y="471525"/>
                    </a:lnTo>
                    <a:lnTo>
                      <a:pt x="287564" y="430623"/>
                    </a:lnTo>
                    <a:lnTo>
                      <a:pt x="310011" y="467533"/>
                    </a:lnTo>
                    <a:lnTo>
                      <a:pt x="307205" y="462920"/>
                    </a:lnTo>
                    <a:lnTo>
                      <a:pt x="271105" y="465913"/>
                    </a:lnTo>
                    <a:lnTo>
                      <a:pt x="290370" y="435237"/>
                    </a:lnTo>
                    <a:lnTo>
                      <a:pt x="285756" y="438042"/>
                    </a:lnTo>
                    <a:lnTo>
                      <a:pt x="302591" y="465725"/>
                    </a:lnTo>
                    <a:lnTo>
                      <a:pt x="307205" y="462920"/>
                    </a:lnTo>
                    <a:lnTo>
                      <a:pt x="310011" y="467533"/>
                    </a:lnTo>
                    <a:lnTo>
                      <a:pt x="295172" y="463917"/>
                    </a:lnTo>
                    <a:lnTo>
                      <a:pt x="297978" y="468531"/>
                    </a:lnTo>
                    <a:lnTo>
                      <a:pt x="283138" y="464915"/>
                    </a:lnTo>
                    <a:lnTo>
                      <a:pt x="285944" y="469529"/>
                    </a:lnTo>
                    <a:lnTo>
                      <a:pt x="266491" y="468719"/>
                    </a:lnTo>
                    <a:lnTo>
                      <a:pt x="274721" y="451074"/>
                    </a:lnTo>
                    <a:lnTo>
                      <a:pt x="277527" y="455688"/>
                    </a:lnTo>
                    <a:lnTo>
                      <a:pt x="281143" y="440848"/>
                    </a:lnTo>
                    <a:lnTo>
                      <a:pt x="283948" y="445462"/>
                    </a:lnTo>
                    <a:lnTo>
                      <a:pt x="287564" y="430623"/>
                    </a:lnTo>
                    <a:lnTo>
                      <a:pt x="288562" y="442656"/>
                    </a:lnTo>
                    <a:lnTo>
                      <a:pt x="295982" y="444464"/>
                    </a:lnTo>
                    <a:lnTo>
                      <a:pt x="294174" y="451884"/>
                    </a:lnTo>
                    <a:lnTo>
                      <a:pt x="301594" y="453692"/>
                    </a:lnTo>
                    <a:lnTo>
                      <a:pt x="299786" y="461112"/>
                    </a:lnTo>
                    <a:lnTo>
                      <a:pt x="310011" y="467533"/>
                    </a:lnTo>
                    <a:lnTo>
                      <a:pt x="302591" y="465725"/>
                    </a:lnTo>
                    <a:lnTo>
                      <a:pt x="304399" y="458306"/>
                    </a:lnTo>
                    <a:lnTo>
                      <a:pt x="296980" y="456498"/>
                    </a:lnTo>
                    <a:lnTo>
                      <a:pt x="298788" y="449078"/>
                    </a:lnTo>
                    <a:lnTo>
                      <a:pt x="291368" y="447270"/>
                    </a:lnTo>
                    <a:lnTo>
                      <a:pt x="293176" y="439850"/>
                    </a:lnTo>
                    <a:lnTo>
                      <a:pt x="285756" y="438042"/>
                    </a:lnTo>
                    <a:lnTo>
                      <a:pt x="281143" y="440848"/>
                    </a:lnTo>
                    <a:lnTo>
                      <a:pt x="283948" y="445462"/>
                    </a:lnTo>
                    <a:lnTo>
                      <a:pt x="274721" y="451074"/>
                    </a:lnTo>
                    <a:lnTo>
                      <a:pt x="277527" y="455688"/>
                    </a:lnTo>
                    <a:lnTo>
                      <a:pt x="261877" y="471525"/>
                    </a:lnTo>
                    <a:lnTo>
                      <a:pt x="271105" y="465913"/>
                    </a:lnTo>
                    <a:lnTo>
                      <a:pt x="273911" y="470527"/>
                    </a:lnTo>
                    <a:lnTo>
                      <a:pt x="283138" y="464915"/>
                    </a:lnTo>
                    <a:lnTo>
                      <a:pt x="285944" y="469529"/>
                    </a:lnTo>
                    <a:lnTo>
                      <a:pt x="295172" y="463917"/>
                    </a:lnTo>
                    <a:lnTo>
                      <a:pt x="297978" y="468531"/>
                    </a:lnTo>
                    <a:lnTo>
                      <a:pt x="302591" y="465725"/>
                    </a:lnTo>
                    <a:moveTo>
                      <a:pt x="440950" y="682845"/>
                    </a:moveTo>
                    <a:lnTo>
                      <a:pt x="392816" y="686836"/>
                    </a:lnTo>
                    <a:lnTo>
                      <a:pt x="418503" y="645934"/>
                    </a:lnTo>
                    <a:lnTo>
                      <a:pt x="440950" y="682845"/>
                    </a:lnTo>
                    <a:lnTo>
                      <a:pt x="438144" y="678231"/>
                    </a:lnTo>
                    <a:lnTo>
                      <a:pt x="402043" y="681225"/>
                    </a:lnTo>
                    <a:lnTo>
                      <a:pt x="421309" y="650548"/>
                    </a:lnTo>
                    <a:lnTo>
                      <a:pt x="416695" y="653354"/>
                    </a:lnTo>
                    <a:lnTo>
                      <a:pt x="433530" y="681037"/>
                    </a:lnTo>
                    <a:lnTo>
                      <a:pt x="438144" y="678231"/>
                    </a:lnTo>
                    <a:lnTo>
                      <a:pt x="440950" y="682845"/>
                    </a:lnTo>
                    <a:lnTo>
                      <a:pt x="426110" y="679229"/>
                    </a:lnTo>
                    <a:lnTo>
                      <a:pt x="428916" y="683843"/>
                    </a:lnTo>
                    <a:lnTo>
                      <a:pt x="414077" y="680227"/>
                    </a:lnTo>
                    <a:lnTo>
                      <a:pt x="416883" y="684841"/>
                    </a:lnTo>
                    <a:lnTo>
                      <a:pt x="397430" y="684031"/>
                    </a:lnTo>
                    <a:lnTo>
                      <a:pt x="405659" y="666385"/>
                    </a:lnTo>
                    <a:lnTo>
                      <a:pt x="408465" y="670999"/>
                    </a:lnTo>
                    <a:lnTo>
                      <a:pt x="412081" y="656160"/>
                    </a:lnTo>
                    <a:lnTo>
                      <a:pt x="414887" y="660774"/>
                    </a:lnTo>
                    <a:lnTo>
                      <a:pt x="418503" y="645934"/>
                    </a:lnTo>
                    <a:lnTo>
                      <a:pt x="419501" y="657968"/>
                    </a:lnTo>
                    <a:lnTo>
                      <a:pt x="426920" y="659776"/>
                    </a:lnTo>
                    <a:lnTo>
                      <a:pt x="425112" y="667196"/>
                    </a:lnTo>
                    <a:lnTo>
                      <a:pt x="432532" y="669004"/>
                    </a:lnTo>
                    <a:lnTo>
                      <a:pt x="430724" y="676423"/>
                    </a:lnTo>
                    <a:lnTo>
                      <a:pt x="440950" y="682845"/>
                    </a:lnTo>
                    <a:lnTo>
                      <a:pt x="433530" y="681037"/>
                    </a:lnTo>
                    <a:lnTo>
                      <a:pt x="435338" y="673617"/>
                    </a:lnTo>
                    <a:lnTo>
                      <a:pt x="427918" y="671809"/>
                    </a:lnTo>
                    <a:lnTo>
                      <a:pt x="429726" y="664390"/>
                    </a:lnTo>
                    <a:lnTo>
                      <a:pt x="422307" y="662582"/>
                    </a:lnTo>
                    <a:lnTo>
                      <a:pt x="424115" y="655162"/>
                    </a:lnTo>
                    <a:lnTo>
                      <a:pt x="416695" y="653354"/>
                    </a:lnTo>
                    <a:lnTo>
                      <a:pt x="412081" y="656160"/>
                    </a:lnTo>
                    <a:lnTo>
                      <a:pt x="414887" y="660774"/>
                    </a:lnTo>
                    <a:lnTo>
                      <a:pt x="405659" y="666385"/>
                    </a:lnTo>
                    <a:lnTo>
                      <a:pt x="408465" y="670999"/>
                    </a:lnTo>
                    <a:lnTo>
                      <a:pt x="392816" y="686836"/>
                    </a:lnTo>
                    <a:lnTo>
                      <a:pt x="402043" y="681225"/>
                    </a:lnTo>
                    <a:lnTo>
                      <a:pt x="404849" y="685839"/>
                    </a:lnTo>
                    <a:lnTo>
                      <a:pt x="414077" y="680227"/>
                    </a:lnTo>
                    <a:lnTo>
                      <a:pt x="416883" y="684841"/>
                    </a:lnTo>
                    <a:lnTo>
                      <a:pt x="426110" y="679229"/>
                    </a:lnTo>
                    <a:lnTo>
                      <a:pt x="428916" y="683843"/>
                    </a:lnTo>
                    <a:lnTo>
                      <a:pt x="433530" y="68103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76" name="Контур"/>
              <p:cNvSpPr/>
              <p:nvPr/>
            </p:nvSpPr>
            <p:spPr>
              <a:xfrm>
                <a:off x="252000" y="6084198"/>
                <a:ext cx="148181" cy="175647"/>
              </a:xfrm>
              <a:custGeom>
                <a:avLst/>
                <a:gdLst/>
                <a:ahLst/>
                <a:cxnLst/>
                <a:rect l="l" t="t" r="r" b="b"/>
                <a:pathLst>
                  <a:path w="148181" h="175647" fill="none">
                    <a:moveTo>
                      <a:pt x="0" y="175647"/>
                    </a:moveTo>
                    <a:lnTo>
                      <a:pt x="49708" y="102927"/>
                    </a:lnTo>
                    <a:lnTo>
                      <a:pt x="148181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77" name="Контур"/>
              <p:cNvSpPr/>
              <p:nvPr/>
            </p:nvSpPr>
            <p:spPr>
              <a:xfrm>
                <a:off x="408658" y="5628675"/>
                <a:ext cx="1492805" cy="813663"/>
              </a:xfrm>
              <a:custGeom>
                <a:avLst/>
                <a:gdLst/>
                <a:ahLst/>
                <a:cxnLst/>
                <a:rect l="l" t="t" r="r" b="b"/>
                <a:pathLst>
                  <a:path w="1492805" h="813663" fill="none">
                    <a:moveTo>
                      <a:pt x="0" y="641949"/>
                    </a:moveTo>
                    <a:lnTo>
                      <a:pt x="26131" y="614635"/>
                    </a:lnTo>
                    <a:moveTo>
                      <a:pt x="26131" y="614635"/>
                    </a:moveTo>
                    <a:lnTo>
                      <a:pt x="52262" y="587322"/>
                    </a:lnTo>
                    <a:moveTo>
                      <a:pt x="52262" y="587322"/>
                    </a:moveTo>
                    <a:lnTo>
                      <a:pt x="78393" y="560009"/>
                    </a:lnTo>
                    <a:moveTo>
                      <a:pt x="78393" y="560009"/>
                    </a:moveTo>
                    <a:lnTo>
                      <a:pt x="104524" y="532696"/>
                    </a:lnTo>
                    <a:moveTo>
                      <a:pt x="104524" y="532696"/>
                    </a:moveTo>
                    <a:lnTo>
                      <a:pt x="130655" y="505383"/>
                    </a:lnTo>
                    <a:moveTo>
                      <a:pt x="130655" y="505383"/>
                    </a:moveTo>
                    <a:lnTo>
                      <a:pt x="156786" y="478070"/>
                    </a:lnTo>
                    <a:moveTo>
                      <a:pt x="156786" y="478070"/>
                    </a:moveTo>
                    <a:lnTo>
                      <a:pt x="182918" y="450757"/>
                    </a:lnTo>
                    <a:moveTo>
                      <a:pt x="182918" y="450757"/>
                    </a:moveTo>
                    <a:lnTo>
                      <a:pt x="209049" y="423443"/>
                    </a:lnTo>
                    <a:moveTo>
                      <a:pt x="209049" y="423443"/>
                    </a:moveTo>
                    <a:lnTo>
                      <a:pt x="235180" y="396130"/>
                    </a:lnTo>
                    <a:moveTo>
                      <a:pt x="235180" y="396130"/>
                    </a:moveTo>
                    <a:lnTo>
                      <a:pt x="261311" y="368817"/>
                    </a:lnTo>
                    <a:moveTo>
                      <a:pt x="261311" y="368817"/>
                    </a:moveTo>
                    <a:lnTo>
                      <a:pt x="287442" y="341504"/>
                    </a:lnTo>
                    <a:moveTo>
                      <a:pt x="287442" y="341504"/>
                    </a:moveTo>
                    <a:lnTo>
                      <a:pt x="313573" y="314191"/>
                    </a:lnTo>
                    <a:moveTo>
                      <a:pt x="313573" y="314191"/>
                    </a:moveTo>
                    <a:lnTo>
                      <a:pt x="339704" y="286878"/>
                    </a:lnTo>
                    <a:moveTo>
                      <a:pt x="339704" y="286878"/>
                    </a:moveTo>
                    <a:lnTo>
                      <a:pt x="365835" y="259564"/>
                    </a:lnTo>
                    <a:moveTo>
                      <a:pt x="365835" y="259564"/>
                    </a:moveTo>
                    <a:lnTo>
                      <a:pt x="391966" y="232251"/>
                    </a:lnTo>
                    <a:moveTo>
                      <a:pt x="391966" y="232251"/>
                    </a:moveTo>
                    <a:lnTo>
                      <a:pt x="418097" y="204938"/>
                    </a:lnTo>
                    <a:moveTo>
                      <a:pt x="418097" y="204938"/>
                    </a:moveTo>
                    <a:lnTo>
                      <a:pt x="444228" y="177625"/>
                    </a:lnTo>
                    <a:moveTo>
                      <a:pt x="444228" y="177625"/>
                    </a:moveTo>
                    <a:lnTo>
                      <a:pt x="470359" y="150312"/>
                    </a:lnTo>
                    <a:moveTo>
                      <a:pt x="470359" y="150312"/>
                    </a:moveTo>
                    <a:lnTo>
                      <a:pt x="496490" y="122999"/>
                    </a:lnTo>
                    <a:moveTo>
                      <a:pt x="496490" y="122999"/>
                    </a:moveTo>
                    <a:lnTo>
                      <a:pt x="522621" y="95686"/>
                    </a:lnTo>
                    <a:moveTo>
                      <a:pt x="522621" y="95686"/>
                    </a:moveTo>
                    <a:lnTo>
                      <a:pt x="548752" y="68372"/>
                    </a:lnTo>
                    <a:moveTo>
                      <a:pt x="548752" y="68372"/>
                    </a:moveTo>
                    <a:lnTo>
                      <a:pt x="574883" y="41059"/>
                    </a:lnTo>
                    <a:moveTo>
                      <a:pt x="574883" y="41059"/>
                    </a:moveTo>
                    <a:lnTo>
                      <a:pt x="601014" y="13746"/>
                    </a:lnTo>
                    <a:moveTo>
                      <a:pt x="601014" y="13746"/>
                    </a:moveTo>
                    <a:lnTo>
                      <a:pt x="614166" y="0"/>
                    </a:lnTo>
                    <a:lnTo>
                      <a:pt x="632941" y="67"/>
                    </a:lnTo>
                    <a:moveTo>
                      <a:pt x="632941" y="67"/>
                    </a:moveTo>
                    <a:lnTo>
                      <a:pt x="670741" y="201"/>
                    </a:lnTo>
                    <a:moveTo>
                      <a:pt x="670741" y="201"/>
                    </a:moveTo>
                    <a:lnTo>
                      <a:pt x="708541" y="335"/>
                    </a:lnTo>
                    <a:moveTo>
                      <a:pt x="708541" y="335"/>
                    </a:moveTo>
                    <a:lnTo>
                      <a:pt x="725739" y="396"/>
                    </a:lnTo>
                    <a:lnTo>
                      <a:pt x="739875" y="15383"/>
                    </a:lnTo>
                    <a:moveTo>
                      <a:pt x="739875" y="15383"/>
                    </a:moveTo>
                    <a:lnTo>
                      <a:pt x="765811" y="42881"/>
                    </a:lnTo>
                    <a:moveTo>
                      <a:pt x="765811" y="42881"/>
                    </a:moveTo>
                    <a:lnTo>
                      <a:pt x="791747" y="70380"/>
                    </a:lnTo>
                    <a:moveTo>
                      <a:pt x="791747" y="70380"/>
                    </a:moveTo>
                    <a:lnTo>
                      <a:pt x="817683" y="97878"/>
                    </a:lnTo>
                    <a:moveTo>
                      <a:pt x="817683" y="97878"/>
                    </a:moveTo>
                    <a:lnTo>
                      <a:pt x="843619" y="125376"/>
                    </a:lnTo>
                    <a:moveTo>
                      <a:pt x="843619" y="125376"/>
                    </a:moveTo>
                    <a:lnTo>
                      <a:pt x="869555" y="152875"/>
                    </a:lnTo>
                    <a:moveTo>
                      <a:pt x="869555" y="152875"/>
                    </a:moveTo>
                    <a:lnTo>
                      <a:pt x="895492" y="180373"/>
                    </a:lnTo>
                    <a:moveTo>
                      <a:pt x="895492" y="180373"/>
                    </a:moveTo>
                    <a:lnTo>
                      <a:pt x="921428" y="207871"/>
                    </a:lnTo>
                    <a:moveTo>
                      <a:pt x="921428" y="207871"/>
                    </a:moveTo>
                    <a:lnTo>
                      <a:pt x="947364" y="235370"/>
                    </a:lnTo>
                    <a:moveTo>
                      <a:pt x="947364" y="235370"/>
                    </a:moveTo>
                    <a:lnTo>
                      <a:pt x="973300" y="262868"/>
                    </a:lnTo>
                    <a:moveTo>
                      <a:pt x="973300" y="262868"/>
                    </a:moveTo>
                    <a:lnTo>
                      <a:pt x="999236" y="290366"/>
                    </a:lnTo>
                    <a:moveTo>
                      <a:pt x="999236" y="290366"/>
                    </a:moveTo>
                    <a:lnTo>
                      <a:pt x="1025172" y="317864"/>
                    </a:lnTo>
                    <a:moveTo>
                      <a:pt x="1025172" y="317864"/>
                    </a:moveTo>
                    <a:lnTo>
                      <a:pt x="1051109" y="345363"/>
                    </a:lnTo>
                    <a:moveTo>
                      <a:pt x="1051109" y="345363"/>
                    </a:moveTo>
                    <a:lnTo>
                      <a:pt x="1077045" y="372861"/>
                    </a:lnTo>
                    <a:moveTo>
                      <a:pt x="1077045" y="372861"/>
                    </a:moveTo>
                    <a:lnTo>
                      <a:pt x="1102981" y="400359"/>
                    </a:lnTo>
                    <a:moveTo>
                      <a:pt x="1102981" y="400359"/>
                    </a:moveTo>
                    <a:lnTo>
                      <a:pt x="1128917" y="427858"/>
                    </a:lnTo>
                    <a:moveTo>
                      <a:pt x="1128917" y="427858"/>
                    </a:moveTo>
                    <a:lnTo>
                      <a:pt x="1154853" y="455356"/>
                    </a:lnTo>
                    <a:moveTo>
                      <a:pt x="1154853" y="455356"/>
                    </a:moveTo>
                    <a:lnTo>
                      <a:pt x="1180789" y="482854"/>
                    </a:lnTo>
                    <a:moveTo>
                      <a:pt x="1180789" y="482854"/>
                    </a:moveTo>
                    <a:lnTo>
                      <a:pt x="1206725" y="510352"/>
                    </a:lnTo>
                    <a:moveTo>
                      <a:pt x="1206725" y="510352"/>
                    </a:moveTo>
                    <a:lnTo>
                      <a:pt x="1232662" y="537851"/>
                    </a:lnTo>
                    <a:moveTo>
                      <a:pt x="1232662" y="537851"/>
                    </a:moveTo>
                    <a:lnTo>
                      <a:pt x="1258598" y="565349"/>
                    </a:lnTo>
                    <a:moveTo>
                      <a:pt x="1258598" y="565349"/>
                    </a:moveTo>
                    <a:lnTo>
                      <a:pt x="1284534" y="592847"/>
                    </a:lnTo>
                    <a:moveTo>
                      <a:pt x="1284534" y="592847"/>
                    </a:moveTo>
                    <a:lnTo>
                      <a:pt x="1310470" y="620346"/>
                    </a:lnTo>
                    <a:moveTo>
                      <a:pt x="1310470" y="620346"/>
                    </a:moveTo>
                    <a:lnTo>
                      <a:pt x="1336406" y="647844"/>
                    </a:lnTo>
                    <a:moveTo>
                      <a:pt x="1336406" y="647844"/>
                    </a:moveTo>
                    <a:lnTo>
                      <a:pt x="1362342" y="675342"/>
                    </a:lnTo>
                    <a:moveTo>
                      <a:pt x="1362342" y="675342"/>
                    </a:moveTo>
                    <a:lnTo>
                      <a:pt x="1388278" y="702841"/>
                    </a:lnTo>
                    <a:moveTo>
                      <a:pt x="1388278" y="702841"/>
                    </a:moveTo>
                    <a:lnTo>
                      <a:pt x="1414215" y="730339"/>
                    </a:lnTo>
                    <a:moveTo>
                      <a:pt x="1414215" y="730339"/>
                    </a:moveTo>
                    <a:lnTo>
                      <a:pt x="1440151" y="757837"/>
                    </a:lnTo>
                    <a:moveTo>
                      <a:pt x="1440151" y="757837"/>
                    </a:moveTo>
                    <a:lnTo>
                      <a:pt x="1466087" y="785335"/>
                    </a:lnTo>
                    <a:moveTo>
                      <a:pt x="1466087" y="785335"/>
                    </a:moveTo>
                    <a:lnTo>
                      <a:pt x="1492023" y="812834"/>
                    </a:lnTo>
                    <a:moveTo>
                      <a:pt x="1492023" y="812834"/>
                    </a:moveTo>
                    <a:lnTo>
                      <a:pt x="1492805" y="813663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78" name="Контур"/>
              <p:cNvSpPr/>
              <p:nvPr/>
            </p:nvSpPr>
            <p:spPr>
              <a:xfrm>
                <a:off x="252000" y="5980190"/>
                <a:ext cx="148181" cy="279655"/>
              </a:xfrm>
              <a:custGeom>
                <a:avLst/>
                <a:gdLst/>
                <a:ahLst/>
                <a:cxnLst/>
                <a:rect l="l" t="t" r="r" b="b"/>
                <a:pathLst>
                  <a:path w="148181" h="279655" fill="none">
                    <a:moveTo>
                      <a:pt x="148181" y="104008"/>
                    </a:moveTo>
                    <a:lnTo>
                      <a:pt x="49708" y="206935"/>
                    </a:lnTo>
                    <a:lnTo>
                      <a:pt x="0" y="279655"/>
                    </a:lnTo>
                    <a:moveTo>
                      <a:pt x="0" y="41252"/>
                    </a:moveTo>
                    <a:lnTo>
                      <a:pt x="39468" y="0"/>
                    </a:lnTo>
                    <a:lnTo>
                      <a:pt x="63300" y="22800"/>
                    </a:lnTo>
                    <a:moveTo>
                      <a:pt x="63300" y="22800"/>
                    </a:moveTo>
                    <a:lnTo>
                      <a:pt x="82173" y="40856"/>
                    </a:lnTo>
                    <a:lnTo>
                      <a:pt x="148181" y="10400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79" name="Контур"/>
              <p:cNvSpPr/>
              <p:nvPr/>
            </p:nvSpPr>
            <p:spPr>
              <a:xfrm>
                <a:off x="277970" y="6025726"/>
                <a:ext cx="45471" cy="46147"/>
              </a:xfrm>
              <a:custGeom>
                <a:avLst/>
                <a:gdLst/>
                <a:ahLst/>
                <a:cxnLst/>
                <a:rect l="l" t="t" r="r" b="b"/>
                <a:pathLst>
                  <a:path w="45471" h="46147" fill="none">
                    <a:moveTo>
                      <a:pt x="0" y="16283"/>
                    </a:moveTo>
                    <a:lnTo>
                      <a:pt x="45471" y="0"/>
                    </a:lnTo>
                    <a:lnTo>
                      <a:pt x="31215" y="46147"/>
                    </a:lnTo>
                    <a:lnTo>
                      <a:pt x="0" y="16283"/>
                    </a:lnTo>
                    <a:lnTo>
                      <a:pt x="3902" y="20016"/>
                    </a:lnTo>
                    <a:lnTo>
                      <a:pt x="38005" y="7804"/>
                    </a:lnTo>
                    <a:lnTo>
                      <a:pt x="27313" y="42414"/>
                    </a:lnTo>
                    <a:lnTo>
                      <a:pt x="31046" y="38512"/>
                    </a:lnTo>
                    <a:lnTo>
                      <a:pt x="7635" y="16115"/>
                    </a:lnTo>
                    <a:lnTo>
                      <a:pt x="3902" y="20016"/>
                    </a:lnTo>
                    <a:lnTo>
                      <a:pt x="0" y="16283"/>
                    </a:lnTo>
                    <a:lnTo>
                      <a:pt x="15270" y="15946"/>
                    </a:lnTo>
                    <a:lnTo>
                      <a:pt x="11368" y="12213"/>
                    </a:lnTo>
                    <a:lnTo>
                      <a:pt x="26638" y="11875"/>
                    </a:lnTo>
                    <a:lnTo>
                      <a:pt x="22736" y="8142"/>
                    </a:lnTo>
                    <a:lnTo>
                      <a:pt x="41738" y="3902"/>
                    </a:lnTo>
                    <a:lnTo>
                      <a:pt x="38343" y="23074"/>
                    </a:lnTo>
                    <a:lnTo>
                      <a:pt x="34441" y="19341"/>
                    </a:lnTo>
                    <a:lnTo>
                      <a:pt x="34779" y="34610"/>
                    </a:lnTo>
                    <a:lnTo>
                      <a:pt x="30877" y="30877"/>
                    </a:lnTo>
                    <a:lnTo>
                      <a:pt x="31215" y="46147"/>
                    </a:lnTo>
                    <a:lnTo>
                      <a:pt x="27144" y="34779"/>
                    </a:lnTo>
                    <a:lnTo>
                      <a:pt x="19509" y="34948"/>
                    </a:lnTo>
                    <a:lnTo>
                      <a:pt x="19341" y="27313"/>
                    </a:lnTo>
                    <a:lnTo>
                      <a:pt x="11706" y="27482"/>
                    </a:lnTo>
                    <a:lnTo>
                      <a:pt x="11537" y="19847"/>
                    </a:lnTo>
                    <a:lnTo>
                      <a:pt x="0" y="16283"/>
                    </a:lnTo>
                    <a:lnTo>
                      <a:pt x="7635" y="16115"/>
                    </a:lnTo>
                    <a:lnTo>
                      <a:pt x="7804" y="23749"/>
                    </a:lnTo>
                    <a:lnTo>
                      <a:pt x="15439" y="23580"/>
                    </a:lnTo>
                    <a:lnTo>
                      <a:pt x="15608" y="31215"/>
                    </a:lnTo>
                    <a:lnTo>
                      <a:pt x="23242" y="31046"/>
                    </a:lnTo>
                    <a:lnTo>
                      <a:pt x="23411" y="38681"/>
                    </a:lnTo>
                    <a:lnTo>
                      <a:pt x="31046" y="38512"/>
                    </a:lnTo>
                    <a:lnTo>
                      <a:pt x="34779" y="34610"/>
                    </a:lnTo>
                    <a:lnTo>
                      <a:pt x="30877" y="30877"/>
                    </a:lnTo>
                    <a:lnTo>
                      <a:pt x="38343" y="23074"/>
                    </a:lnTo>
                    <a:lnTo>
                      <a:pt x="34441" y="19341"/>
                    </a:lnTo>
                    <a:lnTo>
                      <a:pt x="45471" y="0"/>
                    </a:lnTo>
                    <a:lnTo>
                      <a:pt x="38005" y="7804"/>
                    </a:lnTo>
                    <a:lnTo>
                      <a:pt x="34103" y="4071"/>
                    </a:lnTo>
                    <a:lnTo>
                      <a:pt x="26638" y="11875"/>
                    </a:lnTo>
                    <a:lnTo>
                      <a:pt x="22736" y="8142"/>
                    </a:lnTo>
                    <a:lnTo>
                      <a:pt x="15270" y="15946"/>
                    </a:lnTo>
                    <a:lnTo>
                      <a:pt x="11368" y="12213"/>
                    </a:lnTo>
                    <a:lnTo>
                      <a:pt x="7635" y="1611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80" name="Контур"/>
              <p:cNvSpPr/>
              <p:nvPr/>
            </p:nvSpPr>
            <p:spPr>
              <a:xfrm>
                <a:off x="400181" y="6006160"/>
                <a:ext cx="74660" cy="78038"/>
              </a:xfrm>
              <a:custGeom>
                <a:avLst/>
                <a:gdLst/>
                <a:ahLst/>
                <a:cxnLst/>
                <a:rect l="l" t="t" r="r" b="b"/>
                <a:pathLst>
                  <a:path w="74660" h="78038" fill="none">
                    <a:moveTo>
                      <a:pt x="0" y="78038"/>
                    </a:moveTo>
                    <a:lnTo>
                      <a:pt x="26131" y="50725"/>
                    </a:lnTo>
                    <a:moveTo>
                      <a:pt x="26131" y="50725"/>
                    </a:moveTo>
                    <a:lnTo>
                      <a:pt x="52262" y="23411"/>
                    </a:lnTo>
                    <a:moveTo>
                      <a:pt x="52262" y="23411"/>
                    </a:moveTo>
                    <a:lnTo>
                      <a:pt x="7466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81" name="Контур"/>
              <p:cNvSpPr/>
              <p:nvPr/>
            </p:nvSpPr>
            <p:spPr>
              <a:xfrm>
                <a:off x="474841" y="5349387"/>
                <a:ext cx="466627" cy="656773"/>
              </a:xfrm>
              <a:custGeom>
                <a:avLst/>
                <a:gdLst/>
                <a:ahLst/>
                <a:cxnLst/>
                <a:rect l="l" t="t" r="r" b="b"/>
                <a:pathLst>
                  <a:path w="466627" h="656773" fill="none">
                    <a:moveTo>
                      <a:pt x="420129" y="0"/>
                    </a:moveTo>
                    <a:lnTo>
                      <a:pt x="463811" y="41791"/>
                    </a:lnTo>
                    <a:lnTo>
                      <a:pt x="465261" y="107321"/>
                    </a:lnTo>
                    <a:moveTo>
                      <a:pt x="465261" y="107321"/>
                    </a:moveTo>
                    <a:lnTo>
                      <a:pt x="466627" y="169040"/>
                    </a:lnTo>
                    <a:lnTo>
                      <a:pt x="422199" y="215476"/>
                    </a:lnTo>
                    <a:moveTo>
                      <a:pt x="422199" y="215476"/>
                    </a:moveTo>
                    <a:lnTo>
                      <a:pt x="391910" y="247135"/>
                    </a:lnTo>
                    <a:lnTo>
                      <a:pt x="324360" y="293948"/>
                    </a:lnTo>
                    <a:moveTo>
                      <a:pt x="324360" y="293948"/>
                    </a:moveTo>
                    <a:lnTo>
                      <a:pt x="281018" y="323986"/>
                    </a:lnTo>
                    <a:lnTo>
                      <a:pt x="230369" y="376926"/>
                    </a:lnTo>
                    <a:moveTo>
                      <a:pt x="230369" y="376926"/>
                    </a:moveTo>
                    <a:lnTo>
                      <a:pt x="143266" y="467970"/>
                    </a:lnTo>
                    <a:moveTo>
                      <a:pt x="143266" y="467970"/>
                    </a:moveTo>
                    <a:lnTo>
                      <a:pt x="121741" y="490469"/>
                    </a:lnTo>
                    <a:lnTo>
                      <a:pt x="70879" y="570544"/>
                    </a:lnTo>
                    <a:moveTo>
                      <a:pt x="70879" y="570544"/>
                    </a:moveTo>
                    <a:lnTo>
                      <a:pt x="47925" y="606681"/>
                    </a:lnTo>
                    <a:lnTo>
                      <a:pt x="0" y="65677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82" name="Контур"/>
              <p:cNvSpPr/>
              <p:nvPr/>
            </p:nvSpPr>
            <p:spPr>
              <a:xfrm>
                <a:off x="619067" y="5443817"/>
                <a:ext cx="375719" cy="433631"/>
              </a:xfrm>
              <a:custGeom>
                <a:avLst/>
                <a:gdLst/>
                <a:ahLst/>
                <a:cxnLst/>
                <a:rect l="l" t="t" r="r" b="b"/>
                <a:pathLst>
                  <a:path w="375719" h="433631" fill="none">
                    <a:moveTo>
                      <a:pt x="375719" y="43189"/>
                    </a:moveTo>
                    <a:lnTo>
                      <a:pt x="332052" y="22550"/>
                    </a:lnTo>
                    <a:lnTo>
                      <a:pt x="374763" y="0"/>
                    </a:lnTo>
                    <a:lnTo>
                      <a:pt x="375719" y="43189"/>
                    </a:lnTo>
                    <a:lnTo>
                      <a:pt x="375599" y="37790"/>
                    </a:lnTo>
                    <a:lnTo>
                      <a:pt x="342849" y="22311"/>
                    </a:lnTo>
                    <a:lnTo>
                      <a:pt x="374883" y="5398"/>
                    </a:lnTo>
                    <a:lnTo>
                      <a:pt x="369484" y="5518"/>
                    </a:lnTo>
                    <a:lnTo>
                      <a:pt x="370201" y="37910"/>
                    </a:lnTo>
                    <a:lnTo>
                      <a:pt x="375599" y="37790"/>
                    </a:lnTo>
                    <a:lnTo>
                      <a:pt x="375719" y="43189"/>
                    </a:lnTo>
                    <a:lnTo>
                      <a:pt x="364682" y="32631"/>
                    </a:lnTo>
                    <a:lnTo>
                      <a:pt x="364802" y="38029"/>
                    </a:lnTo>
                    <a:lnTo>
                      <a:pt x="353766" y="27471"/>
                    </a:lnTo>
                    <a:lnTo>
                      <a:pt x="353885" y="32869"/>
                    </a:lnTo>
                    <a:lnTo>
                      <a:pt x="337450" y="22430"/>
                    </a:lnTo>
                    <a:lnTo>
                      <a:pt x="353407" y="11275"/>
                    </a:lnTo>
                    <a:lnTo>
                      <a:pt x="353527" y="16673"/>
                    </a:lnTo>
                    <a:lnTo>
                      <a:pt x="364085" y="5637"/>
                    </a:lnTo>
                    <a:lnTo>
                      <a:pt x="364205" y="11036"/>
                    </a:lnTo>
                    <a:lnTo>
                      <a:pt x="374763" y="0"/>
                    </a:lnTo>
                    <a:lnTo>
                      <a:pt x="369603" y="10916"/>
                    </a:lnTo>
                    <a:lnTo>
                      <a:pt x="375122" y="16196"/>
                    </a:lnTo>
                    <a:lnTo>
                      <a:pt x="369842" y="21714"/>
                    </a:lnTo>
                    <a:lnTo>
                      <a:pt x="375360" y="26993"/>
                    </a:lnTo>
                    <a:lnTo>
                      <a:pt x="370081" y="32511"/>
                    </a:lnTo>
                    <a:lnTo>
                      <a:pt x="375719" y="43189"/>
                    </a:lnTo>
                    <a:lnTo>
                      <a:pt x="370201" y="37910"/>
                    </a:lnTo>
                    <a:lnTo>
                      <a:pt x="375480" y="32392"/>
                    </a:lnTo>
                    <a:lnTo>
                      <a:pt x="369962" y="27112"/>
                    </a:lnTo>
                    <a:lnTo>
                      <a:pt x="375241" y="21594"/>
                    </a:lnTo>
                    <a:lnTo>
                      <a:pt x="369723" y="16315"/>
                    </a:lnTo>
                    <a:lnTo>
                      <a:pt x="375002" y="10797"/>
                    </a:lnTo>
                    <a:lnTo>
                      <a:pt x="369484" y="5518"/>
                    </a:lnTo>
                    <a:lnTo>
                      <a:pt x="364085" y="5637"/>
                    </a:lnTo>
                    <a:lnTo>
                      <a:pt x="364205" y="11036"/>
                    </a:lnTo>
                    <a:lnTo>
                      <a:pt x="353407" y="11275"/>
                    </a:lnTo>
                    <a:lnTo>
                      <a:pt x="353527" y="16673"/>
                    </a:lnTo>
                    <a:lnTo>
                      <a:pt x="332052" y="22550"/>
                    </a:lnTo>
                    <a:lnTo>
                      <a:pt x="342849" y="22311"/>
                    </a:lnTo>
                    <a:lnTo>
                      <a:pt x="342968" y="27710"/>
                    </a:lnTo>
                    <a:lnTo>
                      <a:pt x="353766" y="27471"/>
                    </a:lnTo>
                    <a:lnTo>
                      <a:pt x="353885" y="32869"/>
                    </a:lnTo>
                    <a:lnTo>
                      <a:pt x="364682" y="32631"/>
                    </a:lnTo>
                    <a:lnTo>
                      <a:pt x="364802" y="38029"/>
                    </a:lnTo>
                    <a:lnTo>
                      <a:pt x="370201" y="37910"/>
                    </a:lnTo>
                    <a:moveTo>
                      <a:pt x="185003" y="261844"/>
                    </a:moveTo>
                    <a:lnTo>
                      <a:pt x="178149" y="214034"/>
                    </a:lnTo>
                    <a:lnTo>
                      <a:pt x="220510" y="237237"/>
                    </a:lnTo>
                    <a:lnTo>
                      <a:pt x="185003" y="261844"/>
                    </a:lnTo>
                    <a:lnTo>
                      <a:pt x="189441" y="258769"/>
                    </a:lnTo>
                    <a:lnTo>
                      <a:pt x="184301" y="222911"/>
                    </a:lnTo>
                    <a:lnTo>
                      <a:pt x="216071" y="240313"/>
                    </a:lnTo>
                    <a:lnTo>
                      <a:pt x="212995" y="235875"/>
                    </a:lnTo>
                    <a:lnTo>
                      <a:pt x="186365" y="254330"/>
                    </a:lnTo>
                    <a:lnTo>
                      <a:pt x="189441" y="258769"/>
                    </a:lnTo>
                    <a:lnTo>
                      <a:pt x="185003" y="261844"/>
                    </a:lnTo>
                    <a:lnTo>
                      <a:pt x="187728" y="246816"/>
                    </a:lnTo>
                    <a:lnTo>
                      <a:pt x="183289" y="249892"/>
                    </a:lnTo>
                    <a:lnTo>
                      <a:pt x="186014" y="234863"/>
                    </a:lnTo>
                    <a:lnTo>
                      <a:pt x="181576" y="237939"/>
                    </a:lnTo>
                    <a:lnTo>
                      <a:pt x="181225" y="218472"/>
                    </a:lnTo>
                    <a:lnTo>
                      <a:pt x="199329" y="225636"/>
                    </a:lnTo>
                    <a:lnTo>
                      <a:pt x="194891" y="228712"/>
                    </a:lnTo>
                    <a:lnTo>
                      <a:pt x="209919" y="231437"/>
                    </a:lnTo>
                    <a:lnTo>
                      <a:pt x="205481" y="234512"/>
                    </a:lnTo>
                    <a:lnTo>
                      <a:pt x="220510" y="237237"/>
                    </a:lnTo>
                    <a:lnTo>
                      <a:pt x="208557" y="238951"/>
                    </a:lnTo>
                    <a:lnTo>
                      <a:pt x="207194" y="246465"/>
                    </a:lnTo>
                    <a:lnTo>
                      <a:pt x="199680" y="245103"/>
                    </a:lnTo>
                    <a:lnTo>
                      <a:pt x="198318" y="252617"/>
                    </a:lnTo>
                    <a:lnTo>
                      <a:pt x="190804" y="251254"/>
                    </a:lnTo>
                    <a:lnTo>
                      <a:pt x="185003" y="261844"/>
                    </a:lnTo>
                    <a:lnTo>
                      <a:pt x="186365" y="254330"/>
                    </a:lnTo>
                    <a:lnTo>
                      <a:pt x="193879" y="255693"/>
                    </a:lnTo>
                    <a:lnTo>
                      <a:pt x="195242" y="248178"/>
                    </a:lnTo>
                    <a:lnTo>
                      <a:pt x="202756" y="249541"/>
                    </a:lnTo>
                    <a:lnTo>
                      <a:pt x="204119" y="242027"/>
                    </a:lnTo>
                    <a:lnTo>
                      <a:pt x="211633" y="243389"/>
                    </a:lnTo>
                    <a:lnTo>
                      <a:pt x="212995" y="235875"/>
                    </a:lnTo>
                    <a:lnTo>
                      <a:pt x="209919" y="231437"/>
                    </a:lnTo>
                    <a:lnTo>
                      <a:pt x="205481" y="234512"/>
                    </a:lnTo>
                    <a:lnTo>
                      <a:pt x="199329" y="225636"/>
                    </a:lnTo>
                    <a:lnTo>
                      <a:pt x="194891" y="228712"/>
                    </a:lnTo>
                    <a:lnTo>
                      <a:pt x="178149" y="214034"/>
                    </a:lnTo>
                    <a:lnTo>
                      <a:pt x="184301" y="222911"/>
                    </a:lnTo>
                    <a:lnTo>
                      <a:pt x="179862" y="225987"/>
                    </a:lnTo>
                    <a:lnTo>
                      <a:pt x="186014" y="234863"/>
                    </a:lnTo>
                    <a:lnTo>
                      <a:pt x="181576" y="237939"/>
                    </a:lnTo>
                    <a:lnTo>
                      <a:pt x="187728" y="246816"/>
                    </a:lnTo>
                    <a:lnTo>
                      <a:pt x="183289" y="249892"/>
                    </a:lnTo>
                    <a:lnTo>
                      <a:pt x="186365" y="254330"/>
                    </a:lnTo>
                    <a:moveTo>
                      <a:pt x="16283" y="433631"/>
                    </a:moveTo>
                    <a:lnTo>
                      <a:pt x="0" y="388160"/>
                    </a:lnTo>
                    <a:lnTo>
                      <a:pt x="46147" y="402416"/>
                    </a:lnTo>
                    <a:lnTo>
                      <a:pt x="16283" y="433631"/>
                    </a:lnTo>
                    <a:lnTo>
                      <a:pt x="20016" y="429729"/>
                    </a:lnTo>
                    <a:lnTo>
                      <a:pt x="7804" y="395626"/>
                    </a:lnTo>
                    <a:lnTo>
                      <a:pt x="42414" y="406318"/>
                    </a:lnTo>
                    <a:lnTo>
                      <a:pt x="38512" y="402585"/>
                    </a:lnTo>
                    <a:lnTo>
                      <a:pt x="16114" y="425996"/>
                    </a:lnTo>
                    <a:lnTo>
                      <a:pt x="20016" y="429729"/>
                    </a:lnTo>
                    <a:lnTo>
                      <a:pt x="16283" y="433631"/>
                    </a:lnTo>
                    <a:lnTo>
                      <a:pt x="15945" y="418362"/>
                    </a:lnTo>
                    <a:lnTo>
                      <a:pt x="12212" y="422263"/>
                    </a:lnTo>
                    <a:lnTo>
                      <a:pt x="11875" y="406994"/>
                    </a:lnTo>
                    <a:lnTo>
                      <a:pt x="8142" y="410896"/>
                    </a:lnTo>
                    <a:lnTo>
                      <a:pt x="3902" y="391893"/>
                    </a:lnTo>
                    <a:lnTo>
                      <a:pt x="23074" y="395288"/>
                    </a:lnTo>
                    <a:lnTo>
                      <a:pt x="19341" y="399190"/>
                    </a:lnTo>
                    <a:lnTo>
                      <a:pt x="34610" y="398852"/>
                    </a:lnTo>
                    <a:lnTo>
                      <a:pt x="30877" y="402754"/>
                    </a:lnTo>
                    <a:lnTo>
                      <a:pt x="46147" y="402416"/>
                    </a:lnTo>
                    <a:lnTo>
                      <a:pt x="34779" y="406487"/>
                    </a:lnTo>
                    <a:lnTo>
                      <a:pt x="34948" y="414122"/>
                    </a:lnTo>
                    <a:lnTo>
                      <a:pt x="27313" y="414291"/>
                    </a:lnTo>
                    <a:lnTo>
                      <a:pt x="27482" y="421926"/>
                    </a:lnTo>
                    <a:lnTo>
                      <a:pt x="19847" y="422095"/>
                    </a:lnTo>
                    <a:lnTo>
                      <a:pt x="16283" y="433631"/>
                    </a:lnTo>
                    <a:lnTo>
                      <a:pt x="16114" y="425996"/>
                    </a:lnTo>
                    <a:lnTo>
                      <a:pt x="23749" y="425827"/>
                    </a:lnTo>
                    <a:lnTo>
                      <a:pt x="23580" y="418193"/>
                    </a:lnTo>
                    <a:lnTo>
                      <a:pt x="31215" y="418024"/>
                    </a:lnTo>
                    <a:lnTo>
                      <a:pt x="31046" y="410389"/>
                    </a:lnTo>
                    <a:lnTo>
                      <a:pt x="38681" y="410220"/>
                    </a:lnTo>
                    <a:lnTo>
                      <a:pt x="38512" y="402585"/>
                    </a:lnTo>
                    <a:lnTo>
                      <a:pt x="34610" y="398852"/>
                    </a:lnTo>
                    <a:lnTo>
                      <a:pt x="30877" y="402754"/>
                    </a:lnTo>
                    <a:lnTo>
                      <a:pt x="23074" y="395288"/>
                    </a:lnTo>
                    <a:lnTo>
                      <a:pt x="19341" y="399190"/>
                    </a:lnTo>
                    <a:lnTo>
                      <a:pt x="0" y="388160"/>
                    </a:lnTo>
                    <a:lnTo>
                      <a:pt x="7804" y="395626"/>
                    </a:lnTo>
                    <a:lnTo>
                      <a:pt x="4071" y="399528"/>
                    </a:lnTo>
                    <a:lnTo>
                      <a:pt x="11875" y="406994"/>
                    </a:lnTo>
                    <a:lnTo>
                      <a:pt x="8142" y="410896"/>
                    </a:lnTo>
                    <a:lnTo>
                      <a:pt x="15945" y="418362"/>
                    </a:lnTo>
                    <a:lnTo>
                      <a:pt x="12212" y="422263"/>
                    </a:lnTo>
                    <a:lnTo>
                      <a:pt x="16114" y="42599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83" name="Контур"/>
              <p:cNvSpPr/>
              <p:nvPr/>
            </p:nvSpPr>
            <p:spPr>
              <a:xfrm>
                <a:off x="366128" y="5349387"/>
                <a:ext cx="528842" cy="656773"/>
              </a:xfrm>
              <a:custGeom>
                <a:avLst/>
                <a:gdLst/>
                <a:ahLst/>
                <a:cxnLst/>
                <a:rect l="l" t="t" r="r" b="b"/>
                <a:pathLst>
                  <a:path w="528842" h="656773" fill="none">
                    <a:moveTo>
                      <a:pt x="108713" y="656773"/>
                    </a:moveTo>
                    <a:lnTo>
                      <a:pt x="17669" y="569670"/>
                    </a:lnTo>
                    <a:moveTo>
                      <a:pt x="17669" y="569670"/>
                    </a:moveTo>
                    <a:lnTo>
                      <a:pt x="0" y="552766"/>
                    </a:lnTo>
                    <a:lnTo>
                      <a:pt x="70199" y="479391"/>
                    </a:lnTo>
                    <a:moveTo>
                      <a:pt x="70199" y="479391"/>
                    </a:moveTo>
                    <a:lnTo>
                      <a:pt x="157303" y="388347"/>
                    </a:lnTo>
                    <a:moveTo>
                      <a:pt x="157303" y="388347"/>
                    </a:moveTo>
                    <a:lnTo>
                      <a:pt x="244406" y="297303"/>
                    </a:lnTo>
                    <a:moveTo>
                      <a:pt x="244406" y="297303"/>
                    </a:moveTo>
                    <a:lnTo>
                      <a:pt x="331510" y="206259"/>
                    </a:lnTo>
                    <a:moveTo>
                      <a:pt x="331510" y="206259"/>
                    </a:moveTo>
                    <a:lnTo>
                      <a:pt x="418613" y="115215"/>
                    </a:lnTo>
                    <a:moveTo>
                      <a:pt x="418613" y="115215"/>
                    </a:moveTo>
                    <a:lnTo>
                      <a:pt x="505716" y="24171"/>
                    </a:lnTo>
                    <a:moveTo>
                      <a:pt x="505716" y="24171"/>
                    </a:moveTo>
                    <a:lnTo>
                      <a:pt x="528842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84" name="Контур"/>
              <p:cNvSpPr/>
              <p:nvPr/>
            </p:nvSpPr>
            <p:spPr>
              <a:xfrm>
                <a:off x="323706" y="5313467"/>
                <a:ext cx="547179" cy="652697"/>
              </a:xfrm>
              <a:custGeom>
                <a:avLst/>
                <a:gdLst/>
                <a:ahLst/>
                <a:cxnLst/>
                <a:rect l="l" t="t" r="r" b="b"/>
                <a:pathLst>
                  <a:path w="547179" h="652697" fill="none">
                    <a:moveTo>
                      <a:pt x="0" y="622833"/>
                    </a:moveTo>
                    <a:lnTo>
                      <a:pt x="45471" y="606550"/>
                    </a:lnTo>
                    <a:lnTo>
                      <a:pt x="31215" y="652697"/>
                    </a:lnTo>
                    <a:lnTo>
                      <a:pt x="0" y="622833"/>
                    </a:lnTo>
                    <a:lnTo>
                      <a:pt x="3902" y="626566"/>
                    </a:lnTo>
                    <a:lnTo>
                      <a:pt x="38005" y="614354"/>
                    </a:lnTo>
                    <a:lnTo>
                      <a:pt x="27313" y="648964"/>
                    </a:lnTo>
                    <a:lnTo>
                      <a:pt x="31046" y="645062"/>
                    </a:lnTo>
                    <a:lnTo>
                      <a:pt x="7635" y="622664"/>
                    </a:lnTo>
                    <a:lnTo>
                      <a:pt x="3902" y="626566"/>
                    </a:lnTo>
                    <a:lnTo>
                      <a:pt x="0" y="622833"/>
                    </a:lnTo>
                    <a:lnTo>
                      <a:pt x="15270" y="622495"/>
                    </a:lnTo>
                    <a:lnTo>
                      <a:pt x="11368" y="618762"/>
                    </a:lnTo>
                    <a:lnTo>
                      <a:pt x="26638" y="618424"/>
                    </a:lnTo>
                    <a:lnTo>
                      <a:pt x="22736" y="614691"/>
                    </a:lnTo>
                    <a:lnTo>
                      <a:pt x="41738" y="610452"/>
                    </a:lnTo>
                    <a:lnTo>
                      <a:pt x="38343" y="629623"/>
                    </a:lnTo>
                    <a:lnTo>
                      <a:pt x="34441" y="625890"/>
                    </a:lnTo>
                    <a:lnTo>
                      <a:pt x="34779" y="641160"/>
                    </a:lnTo>
                    <a:lnTo>
                      <a:pt x="30877" y="637427"/>
                    </a:lnTo>
                    <a:lnTo>
                      <a:pt x="31215" y="652697"/>
                    </a:lnTo>
                    <a:lnTo>
                      <a:pt x="27144" y="641329"/>
                    </a:lnTo>
                    <a:lnTo>
                      <a:pt x="19509" y="641498"/>
                    </a:lnTo>
                    <a:lnTo>
                      <a:pt x="19340" y="633863"/>
                    </a:lnTo>
                    <a:lnTo>
                      <a:pt x="11706" y="634032"/>
                    </a:lnTo>
                    <a:lnTo>
                      <a:pt x="11537" y="626397"/>
                    </a:lnTo>
                    <a:lnTo>
                      <a:pt x="0" y="622833"/>
                    </a:lnTo>
                    <a:lnTo>
                      <a:pt x="7635" y="622664"/>
                    </a:lnTo>
                    <a:lnTo>
                      <a:pt x="7804" y="630299"/>
                    </a:lnTo>
                    <a:lnTo>
                      <a:pt x="15439" y="630130"/>
                    </a:lnTo>
                    <a:lnTo>
                      <a:pt x="15607" y="637765"/>
                    </a:lnTo>
                    <a:lnTo>
                      <a:pt x="23242" y="637596"/>
                    </a:lnTo>
                    <a:lnTo>
                      <a:pt x="23411" y="645231"/>
                    </a:lnTo>
                    <a:lnTo>
                      <a:pt x="31046" y="645062"/>
                    </a:lnTo>
                    <a:lnTo>
                      <a:pt x="34779" y="641160"/>
                    </a:lnTo>
                    <a:lnTo>
                      <a:pt x="30877" y="637427"/>
                    </a:lnTo>
                    <a:lnTo>
                      <a:pt x="38343" y="629623"/>
                    </a:lnTo>
                    <a:lnTo>
                      <a:pt x="34441" y="625890"/>
                    </a:lnTo>
                    <a:lnTo>
                      <a:pt x="45471" y="606550"/>
                    </a:lnTo>
                    <a:lnTo>
                      <a:pt x="38005" y="614354"/>
                    </a:lnTo>
                    <a:lnTo>
                      <a:pt x="34104" y="610621"/>
                    </a:lnTo>
                    <a:lnTo>
                      <a:pt x="26638" y="618424"/>
                    </a:lnTo>
                    <a:lnTo>
                      <a:pt x="22736" y="614691"/>
                    </a:lnTo>
                    <a:lnTo>
                      <a:pt x="15270" y="622495"/>
                    </a:lnTo>
                    <a:lnTo>
                      <a:pt x="11368" y="618762"/>
                    </a:lnTo>
                    <a:lnTo>
                      <a:pt x="7635" y="622664"/>
                    </a:lnTo>
                    <a:moveTo>
                      <a:pt x="182482" y="364176"/>
                    </a:moveTo>
                    <a:lnTo>
                      <a:pt x="198765" y="409647"/>
                    </a:lnTo>
                    <a:lnTo>
                      <a:pt x="152618" y="395391"/>
                    </a:lnTo>
                    <a:lnTo>
                      <a:pt x="182482" y="364176"/>
                    </a:lnTo>
                    <a:lnTo>
                      <a:pt x="178749" y="368078"/>
                    </a:lnTo>
                    <a:lnTo>
                      <a:pt x="190961" y="402181"/>
                    </a:lnTo>
                    <a:lnTo>
                      <a:pt x="156351" y="391489"/>
                    </a:lnTo>
                    <a:lnTo>
                      <a:pt x="160253" y="395222"/>
                    </a:lnTo>
                    <a:lnTo>
                      <a:pt x="182651" y="371811"/>
                    </a:lnTo>
                    <a:lnTo>
                      <a:pt x="178749" y="368078"/>
                    </a:lnTo>
                    <a:lnTo>
                      <a:pt x="182482" y="364176"/>
                    </a:lnTo>
                    <a:lnTo>
                      <a:pt x="182819" y="379446"/>
                    </a:lnTo>
                    <a:lnTo>
                      <a:pt x="186552" y="375544"/>
                    </a:lnTo>
                    <a:lnTo>
                      <a:pt x="186890" y="390813"/>
                    </a:lnTo>
                    <a:lnTo>
                      <a:pt x="190623" y="386912"/>
                    </a:lnTo>
                    <a:lnTo>
                      <a:pt x="194863" y="405914"/>
                    </a:lnTo>
                    <a:lnTo>
                      <a:pt x="175691" y="402519"/>
                    </a:lnTo>
                    <a:lnTo>
                      <a:pt x="179424" y="398617"/>
                    </a:lnTo>
                    <a:lnTo>
                      <a:pt x="164154" y="398955"/>
                    </a:lnTo>
                    <a:lnTo>
                      <a:pt x="167887" y="395053"/>
                    </a:lnTo>
                    <a:lnTo>
                      <a:pt x="152618" y="395391"/>
                    </a:lnTo>
                    <a:lnTo>
                      <a:pt x="163986" y="391320"/>
                    </a:lnTo>
                    <a:lnTo>
                      <a:pt x="163817" y="383685"/>
                    </a:lnTo>
                    <a:lnTo>
                      <a:pt x="171452" y="383516"/>
                    </a:lnTo>
                    <a:lnTo>
                      <a:pt x="171283" y="375881"/>
                    </a:lnTo>
                    <a:lnTo>
                      <a:pt x="178918" y="375713"/>
                    </a:lnTo>
                    <a:lnTo>
                      <a:pt x="182482" y="364176"/>
                    </a:lnTo>
                    <a:lnTo>
                      <a:pt x="182651" y="371811"/>
                    </a:lnTo>
                    <a:lnTo>
                      <a:pt x="175016" y="371980"/>
                    </a:lnTo>
                    <a:lnTo>
                      <a:pt x="175185" y="379614"/>
                    </a:lnTo>
                    <a:lnTo>
                      <a:pt x="167550" y="379783"/>
                    </a:lnTo>
                    <a:lnTo>
                      <a:pt x="167719" y="387418"/>
                    </a:lnTo>
                    <a:lnTo>
                      <a:pt x="160084" y="387587"/>
                    </a:lnTo>
                    <a:lnTo>
                      <a:pt x="160253" y="395222"/>
                    </a:lnTo>
                    <a:lnTo>
                      <a:pt x="164154" y="398955"/>
                    </a:lnTo>
                    <a:lnTo>
                      <a:pt x="167887" y="395053"/>
                    </a:lnTo>
                    <a:lnTo>
                      <a:pt x="175691" y="402519"/>
                    </a:lnTo>
                    <a:lnTo>
                      <a:pt x="179424" y="398617"/>
                    </a:lnTo>
                    <a:lnTo>
                      <a:pt x="198765" y="409647"/>
                    </a:lnTo>
                    <a:lnTo>
                      <a:pt x="190961" y="402181"/>
                    </a:lnTo>
                    <a:lnTo>
                      <a:pt x="194694" y="398279"/>
                    </a:lnTo>
                    <a:lnTo>
                      <a:pt x="186890" y="390813"/>
                    </a:lnTo>
                    <a:lnTo>
                      <a:pt x="190623" y="386912"/>
                    </a:lnTo>
                    <a:lnTo>
                      <a:pt x="182819" y="379446"/>
                    </a:lnTo>
                    <a:lnTo>
                      <a:pt x="186552" y="375544"/>
                    </a:lnTo>
                    <a:lnTo>
                      <a:pt x="182651" y="371811"/>
                    </a:lnTo>
                    <a:moveTo>
                      <a:pt x="356689" y="182088"/>
                    </a:moveTo>
                    <a:lnTo>
                      <a:pt x="372972" y="227560"/>
                    </a:lnTo>
                    <a:lnTo>
                      <a:pt x="326825" y="213303"/>
                    </a:lnTo>
                    <a:lnTo>
                      <a:pt x="356689" y="182088"/>
                    </a:lnTo>
                    <a:lnTo>
                      <a:pt x="352956" y="185990"/>
                    </a:lnTo>
                    <a:lnTo>
                      <a:pt x="365168" y="220094"/>
                    </a:lnTo>
                    <a:lnTo>
                      <a:pt x="330558" y="209401"/>
                    </a:lnTo>
                    <a:lnTo>
                      <a:pt x="334459" y="213134"/>
                    </a:lnTo>
                    <a:lnTo>
                      <a:pt x="356857" y="189723"/>
                    </a:lnTo>
                    <a:lnTo>
                      <a:pt x="352956" y="185990"/>
                    </a:lnTo>
                    <a:lnTo>
                      <a:pt x="356689" y="182088"/>
                    </a:lnTo>
                    <a:lnTo>
                      <a:pt x="357026" y="197358"/>
                    </a:lnTo>
                    <a:lnTo>
                      <a:pt x="360759" y="193456"/>
                    </a:lnTo>
                    <a:lnTo>
                      <a:pt x="361097" y="208726"/>
                    </a:lnTo>
                    <a:lnTo>
                      <a:pt x="364830" y="204824"/>
                    </a:lnTo>
                    <a:lnTo>
                      <a:pt x="369070" y="223827"/>
                    </a:lnTo>
                    <a:lnTo>
                      <a:pt x="349898" y="220431"/>
                    </a:lnTo>
                    <a:lnTo>
                      <a:pt x="353631" y="216529"/>
                    </a:lnTo>
                    <a:lnTo>
                      <a:pt x="338361" y="216867"/>
                    </a:lnTo>
                    <a:lnTo>
                      <a:pt x="342094" y="212965"/>
                    </a:lnTo>
                    <a:lnTo>
                      <a:pt x="326825" y="213303"/>
                    </a:lnTo>
                    <a:lnTo>
                      <a:pt x="338192" y="209232"/>
                    </a:lnTo>
                    <a:lnTo>
                      <a:pt x="338024" y="201597"/>
                    </a:lnTo>
                    <a:lnTo>
                      <a:pt x="345658" y="201429"/>
                    </a:lnTo>
                    <a:lnTo>
                      <a:pt x="345490" y="193794"/>
                    </a:lnTo>
                    <a:lnTo>
                      <a:pt x="353124" y="193625"/>
                    </a:lnTo>
                    <a:lnTo>
                      <a:pt x="356689" y="182088"/>
                    </a:lnTo>
                    <a:lnTo>
                      <a:pt x="356857" y="189723"/>
                    </a:lnTo>
                    <a:lnTo>
                      <a:pt x="349223" y="189892"/>
                    </a:lnTo>
                    <a:lnTo>
                      <a:pt x="349391" y="197527"/>
                    </a:lnTo>
                    <a:lnTo>
                      <a:pt x="341757" y="197696"/>
                    </a:lnTo>
                    <a:lnTo>
                      <a:pt x="341925" y="205330"/>
                    </a:lnTo>
                    <a:lnTo>
                      <a:pt x="334291" y="205499"/>
                    </a:lnTo>
                    <a:lnTo>
                      <a:pt x="334459" y="213134"/>
                    </a:lnTo>
                    <a:lnTo>
                      <a:pt x="338361" y="216867"/>
                    </a:lnTo>
                    <a:lnTo>
                      <a:pt x="342094" y="212965"/>
                    </a:lnTo>
                    <a:lnTo>
                      <a:pt x="349898" y="220431"/>
                    </a:lnTo>
                    <a:lnTo>
                      <a:pt x="353631" y="216529"/>
                    </a:lnTo>
                    <a:lnTo>
                      <a:pt x="372972" y="227560"/>
                    </a:lnTo>
                    <a:lnTo>
                      <a:pt x="365168" y="220094"/>
                    </a:lnTo>
                    <a:lnTo>
                      <a:pt x="368901" y="216192"/>
                    </a:lnTo>
                    <a:lnTo>
                      <a:pt x="361097" y="208726"/>
                    </a:lnTo>
                    <a:lnTo>
                      <a:pt x="364830" y="204824"/>
                    </a:lnTo>
                    <a:lnTo>
                      <a:pt x="357026" y="197358"/>
                    </a:lnTo>
                    <a:lnTo>
                      <a:pt x="360759" y="193456"/>
                    </a:lnTo>
                    <a:lnTo>
                      <a:pt x="356857" y="189723"/>
                    </a:lnTo>
                    <a:moveTo>
                      <a:pt x="530896" y="0"/>
                    </a:moveTo>
                    <a:lnTo>
                      <a:pt x="547179" y="45472"/>
                    </a:lnTo>
                    <a:lnTo>
                      <a:pt x="501031" y="31215"/>
                    </a:lnTo>
                    <a:lnTo>
                      <a:pt x="530896" y="0"/>
                    </a:lnTo>
                    <a:lnTo>
                      <a:pt x="527163" y="3902"/>
                    </a:lnTo>
                    <a:lnTo>
                      <a:pt x="539375" y="38006"/>
                    </a:lnTo>
                    <a:lnTo>
                      <a:pt x="504764" y="27313"/>
                    </a:lnTo>
                    <a:lnTo>
                      <a:pt x="508666" y="31046"/>
                    </a:lnTo>
                    <a:lnTo>
                      <a:pt x="531064" y="7635"/>
                    </a:lnTo>
                    <a:lnTo>
                      <a:pt x="527163" y="3902"/>
                    </a:lnTo>
                    <a:lnTo>
                      <a:pt x="530896" y="0"/>
                    </a:lnTo>
                    <a:lnTo>
                      <a:pt x="531233" y="15270"/>
                    </a:lnTo>
                    <a:lnTo>
                      <a:pt x="534966" y="11368"/>
                    </a:lnTo>
                    <a:lnTo>
                      <a:pt x="535304" y="26638"/>
                    </a:lnTo>
                    <a:lnTo>
                      <a:pt x="539037" y="22736"/>
                    </a:lnTo>
                    <a:lnTo>
                      <a:pt x="543277" y="41739"/>
                    </a:lnTo>
                    <a:lnTo>
                      <a:pt x="524105" y="38344"/>
                    </a:lnTo>
                    <a:lnTo>
                      <a:pt x="527838" y="34442"/>
                    </a:lnTo>
                    <a:lnTo>
                      <a:pt x="512568" y="34780"/>
                    </a:lnTo>
                    <a:lnTo>
                      <a:pt x="516301" y="30878"/>
                    </a:lnTo>
                    <a:lnTo>
                      <a:pt x="501031" y="31215"/>
                    </a:lnTo>
                    <a:lnTo>
                      <a:pt x="512399" y="27145"/>
                    </a:lnTo>
                    <a:lnTo>
                      <a:pt x="512231" y="19510"/>
                    </a:lnTo>
                    <a:lnTo>
                      <a:pt x="519865" y="19341"/>
                    </a:lnTo>
                    <a:lnTo>
                      <a:pt x="519697" y="11706"/>
                    </a:lnTo>
                    <a:lnTo>
                      <a:pt x="527331" y="11537"/>
                    </a:lnTo>
                    <a:lnTo>
                      <a:pt x="530896" y="0"/>
                    </a:lnTo>
                    <a:lnTo>
                      <a:pt x="531064" y="7635"/>
                    </a:lnTo>
                    <a:lnTo>
                      <a:pt x="523430" y="7804"/>
                    </a:lnTo>
                    <a:lnTo>
                      <a:pt x="523598" y="15439"/>
                    </a:lnTo>
                    <a:lnTo>
                      <a:pt x="515964" y="15608"/>
                    </a:lnTo>
                    <a:lnTo>
                      <a:pt x="516132" y="23243"/>
                    </a:lnTo>
                    <a:lnTo>
                      <a:pt x="508497" y="23412"/>
                    </a:lnTo>
                    <a:lnTo>
                      <a:pt x="508666" y="31046"/>
                    </a:lnTo>
                    <a:lnTo>
                      <a:pt x="512568" y="34780"/>
                    </a:lnTo>
                    <a:lnTo>
                      <a:pt x="516301" y="30878"/>
                    </a:lnTo>
                    <a:lnTo>
                      <a:pt x="524105" y="38344"/>
                    </a:lnTo>
                    <a:lnTo>
                      <a:pt x="527838" y="34442"/>
                    </a:lnTo>
                    <a:lnTo>
                      <a:pt x="547179" y="45472"/>
                    </a:lnTo>
                    <a:lnTo>
                      <a:pt x="539375" y="38006"/>
                    </a:lnTo>
                    <a:lnTo>
                      <a:pt x="543108" y="34104"/>
                    </a:lnTo>
                    <a:lnTo>
                      <a:pt x="535304" y="26638"/>
                    </a:lnTo>
                    <a:lnTo>
                      <a:pt x="539037" y="22736"/>
                    </a:lnTo>
                    <a:lnTo>
                      <a:pt x="531233" y="15270"/>
                    </a:lnTo>
                    <a:lnTo>
                      <a:pt x="534966" y="11368"/>
                    </a:lnTo>
                    <a:lnTo>
                      <a:pt x="531064" y="763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85" name="Контур"/>
              <p:cNvSpPr/>
              <p:nvPr/>
            </p:nvSpPr>
            <p:spPr>
              <a:xfrm>
                <a:off x="474841" y="5349387"/>
                <a:ext cx="466627" cy="656773"/>
              </a:xfrm>
              <a:custGeom>
                <a:avLst/>
                <a:gdLst/>
                <a:ahLst/>
                <a:cxnLst/>
                <a:rect l="l" t="t" r="r" b="b"/>
                <a:pathLst>
                  <a:path w="466627" h="656773" fill="none">
                    <a:moveTo>
                      <a:pt x="0" y="656773"/>
                    </a:moveTo>
                    <a:lnTo>
                      <a:pt x="47925" y="606681"/>
                    </a:lnTo>
                    <a:lnTo>
                      <a:pt x="78312" y="558841"/>
                    </a:lnTo>
                    <a:moveTo>
                      <a:pt x="78312" y="558841"/>
                    </a:moveTo>
                    <a:lnTo>
                      <a:pt x="121741" y="490469"/>
                    </a:lnTo>
                    <a:lnTo>
                      <a:pt x="152850" y="457953"/>
                    </a:lnTo>
                    <a:moveTo>
                      <a:pt x="152850" y="457953"/>
                    </a:moveTo>
                    <a:lnTo>
                      <a:pt x="239953" y="366908"/>
                    </a:lnTo>
                    <a:moveTo>
                      <a:pt x="239953" y="366908"/>
                    </a:moveTo>
                    <a:lnTo>
                      <a:pt x="281018" y="323986"/>
                    </a:lnTo>
                    <a:lnTo>
                      <a:pt x="335755" y="286051"/>
                    </a:lnTo>
                    <a:moveTo>
                      <a:pt x="335755" y="286051"/>
                    </a:moveTo>
                    <a:lnTo>
                      <a:pt x="391910" y="247135"/>
                    </a:lnTo>
                    <a:lnTo>
                      <a:pt x="431783" y="205459"/>
                    </a:lnTo>
                    <a:moveTo>
                      <a:pt x="431783" y="205459"/>
                    </a:moveTo>
                    <a:lnTo>
                      <a:pt x="466627" y="169040"/>
                    </a:lnTo>
                    <a:lnTo>
                      <a:pt x="464955" y="93461"/>
                    </a:lnTo>
                    <a:moveTo>
                      <a:pt x="464955" y="93461"/>
                    </a:moveTo>
                    <a:lnTo>
                      <a:pt x="463811" y="41791"/>
                    </a:lnTo>
                    <a:lnTo>
                      <a:pt x="42012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86" name="Контур"/>
              <p:cNvSpPr/>
              <p:nvPr/>
            </p:nvSpPr>
            <p:spPr>
              <a:xfrm>
                <a:off x="501298" y="5494755"/>
                <a:ext cx="404367" cy="399326"/>
              </a:xfrm>
              <a:custGeom>
                <a:avLst/>
                <a:gdLst/>
                <a:ahLst/>
                <a:cxnLst/>
                <a:rect l="l" t="t" r="r" b="b"/>
                <a:pathLst>
                  <a:path w="404367" h="399326" fill="none">
                    <a:moveTo>
                      <a:pt x="23162" y="357931"/>
                    </a:moveTo>
                    <a:lnTo>
                      <a:pt x="48047" y="399326"/>
                    </a:lnTo>
                    <a:lnTo>
                      <a:pt x="0" y="394397"/>
                    </a:lnTo>
                    <a:lnTo>
                      <a:pt x="23162" y="357931"/>
                    </a:lnTo>
                    <a:lnTo>
                      <a:pt x="20267" y="362489"/>
                    </a:lnTo>
                    <a:lnTo>
                      <a:pt x="38930" y="393536"/>
                    </a:lnTo>
                    <a:lnTo>
                      <a:pt x="2895" y="389838"/>
                    </a:lnTo>
                    <a:lnTo>
                      <a:pt x="7453" y="392734"/>
                    </a:lnTo>
                    <a:lnTo>
                      <a:pt x="24825" y="365384"/>
                    </a:lnTo>
                    <a:lnTo>
                      <a:pt x="20267" y="362489"/>
                    </a:lnTo>
                    <a:lnTo>
                      <a:pt x="23162" y="357931"/>
                    </a:lnTo>
                    <a:lnTo>
                      <a:pt x="26488" y="372838"/>
                    </a:lnTo>
                    <a:lnTo>
                      <a:pt x="29383" y="368280"/>
                    </a:lnTo>
                    <a:lnTo>
                      <a:pt x="32709" y="383187"/>
                    </a:lnTo>
                    <a:lnTo>
                      <a:pt x="35604" y="378629"/>
                    </a:lnTo>
                    <a:lnTo>
                      <a:pt x="43488" y="396431"/>
                    </a:lnTo>
                    <a:lnTo>
                      <a:pt x="24023" y="396861"/>
                    </a:lnTo>
                    <a:lnTo>
                      <a:pt x="26919" y="392303"/>
                    </a:lnTo>
                    <a:lnTo>
                      <a:pt x="12012" y="395629"/>
                    </a:lnTo>
                    <a:lnTo>
                      <a:pt x="14907" y="391071"/>
                    </a:lnTo>
                    <a:lnTo>
                      <a:pt x="0" y="394397"/>
                    </a:lnTo>
                    <a:lnTo>
                      <a:pt x="10349" y="388175"/>
                    </a:lnTo>
                    <a:lnTo>
                      <a:pt x="8686" y="380722"/>
                    </a:lnTo>
                    <a:lnTo>
                      <a:pt x="16139" y="379059"/>
                    </a:lnTo>
                    <a:lnTo>
                      <a:pt x="14476" y="371606"/>
                    </a:lnTo>
                    <a:lnTo>
                      <a:pt x="21930" y="369943"/>
                    </a:lnTo>
                    <a:lnTo>
                      <a:pt x="23162" y="357931"/>
                    </a:lnTo>
                    <a:lnTo>
                      <a:pt x="24825" y="365384"/>
                    </a:lnTo>
                    <a:lnTo>
                      <a:pt x="17372" y="367047"/>
                    </a:lnTo>
                    <a:lnTo>
                      <a:pt x="19035" y="374501"/>
                    </a:lnTo>
                    <a:lnTo>
                      <a:pt x="11581" y="376164"/>
                    </a:lnTo>
                    <a:lnTo>
                      <a:pt x="13244" y="383617"/>
                    </a:lnTo>
                    <a:lnTo>
                      <a:pt x="5790" y="385280"/>
                    </a:lnTo>
                    <a:lnTo>
                      <a:pt x="7453" y="392734"/>
                    </a:lnTo>
                    <a:lnTo>
                      <a:pt x="12012" y="395629"/>
                    </a:lnTo>
                    <a:lnTo>
                      <a:pt x="14907" y="391071"/>
                    </a:lnTo>
                    <a:lnTo>
                      <a:pt x="24023" y="396861"/>
                    </a:lnTo>
                    <a:lnTo>
                      <a:pt x="26919" y="392303"/>
                    </a:lnTo>
                    <a:lnTo>
                      <a:pt x="48047" y="399326"/>
                    </a:lnTo>
                    <a:lnTo>
                      <a:pt x="38930" y="393536"/>
                    </a:lnTo>
                    <a:lnTo>
                      <a:pt x="41826" y="388977"/>
                    </a:lnTo>
                    <a:lnTo>
                      <a:pt x="32709" y="383187"/>
                    </a:lnTo>
                    <a:lnTo>
                      <a:pt x="35604" y="378629"/>
                    </a:lnTo>
                    <a:lnTo>
                      <a:pt x="26488" y="372838"/>
                    </a:lnTo>
                    <a:lnTo>
                      <a:pt x="29383" y="368280"/>
                    </a:lnTo>
                    <a:lnTo>
                      <a:pt x="24825" y="365384"/>
                    </a:lnTo>
                    <a:moveTo>
                      <a:pt x="196253" y="161450"/>
                    </a:moveTo>
                    <a:lnTo>
                      <a:pt x="212536" y="206921"/>
                    </a:lnTo>
                    <a:lnTo>
                      <a:pt x="166389" y="192665"/>
                    </a:lnTo>
                    <a:lnTo>
                      <a:pt x="196253" y="161450"/>
                    </a:lnTo>
                    <a:lnTo>
                      <a:pt x="192520" y="165351"/>
                    </a:lnTo>
                    <a:lnTo>
                      <a:pt x="204732" y="199455"/>
                    </a:lnTo>
                    <a:lnTo>
                      <a:pt x="170122" y="188763"/>
                    </a:lnTo>
                    <a:lnTo>
                      <a:pt x="174024" y="192496"/>
                    </a:lnTo>
                    <a:lnTo>
                      <a:pt x="196422" y="169084"/>
                    </a:lnTo>
                    <a:lnTo>
                      <a:pt x="192520" y="165351"/>
                    </a:lnTo>
                    <a:lnTo>
                      <a:pt x="196253" y="161450"/>
                    </a:lnTo>
                    <a:lnTo>
                      <a:pt x="196591" y="176719"/>
                    </a:lnTo>
                    <a:lnTo>
                      <a:pt x="200324" y="172817"/>
                    </a:lnTo>
                    <a:lnTo>
                      <a:pt x="200661" y="188087"/>
                    </a:lnTo>
                    <a:lnTo>
                      <a:pt x="204394" y="184185"/>
                    </a:lnTo>
                    <a:lnTo>
                      <a:pt x="208634" y="203188"/>
                    </a:lnTo>
                    <a:lnTo>
                      <a:pt x="189462" y="199793"/>
                    </a:lnTo>
                    <a:lnTo>
                      <a:pt x="193195" y="195891"/>
                    </a:lnTo>
                    <a:lnTo>
                      <a:pt x="177926" y="196229"/>
                    </a:lnTo>
                    <a:lnTo>
                      <a:pt x="181659" y="192327"/>
                    </a:lnTo>
                    <a:lnTo>
                      <a:pt x="166389" y="192665"/>
                    </a:lnTo>
                    <a:lnTo>
                      <a:pt x="177757" y="188594"/>
                    </a:lnTo>
                    <a:lnTo>
                      <a:pt x="177588" y="180959"/>
                    </a:lnTo>
                    <a:lnTo>
                      <a:pt x="185223" y="180790"/>
                    </a:lnTo>
                    <a:lnTo>
                      <a:pt x="185054" y="173155"/>
                    </a:lnTo>
                    <a:lnTo>
                      <a:pt x="192689" y="172986"/>
                    </a:lnTo>
                    <a:lnTo>
                      <a:pt x="196253" y="161450"/>
                    </a:lnTo>
                    <a:lnTo>
                      <a:pt x="196422" y="169084"/>
                    </a:lnTo>
                    <a:lnTo>
                      <a:pt x="188787" y="169253"/>
                    </a:lnTo>
                    <a:lnTo>
                      <a:pt x="188956" y="176888"/>
                    </a:lnTo>
                    <a:lnTo>
                      <a:pt x="181321" y="177057"/>
                    </a:lnTo>
                    <a:lnTo>
                      <a:pt x="181490" y="184692"/>
                    </a:lnTo>
                    <a:lnTo>
                      <a:pt x="173855" y="184861"/>
                    </a:lnTo>
                    <a:lnTo>
                      <a:pt x="174024" y="192496"/>
                    </a:lnTo>
                    <a:lnTo>
                      <a:pt x="177926" y="196229"/>
                    </a:lnTo>
                    <a:lnTo>
                      <a:pt x="181659" y="192327"/>
                    </a:lnTo>
                    <a:lnTo>
                      <a:pt x="189462" y="199793"/>
                    </a:lnTo>
                    <a:lnTo>
                      <a:pt x="193195" y="195891"/>
                    </a:lnTo>
                    <a:lnTo>
                      <a:pt x="212536" y="206921"/>
                    </a:lnTo>
                    <a:lnTo>
                      <a:pt x="204732" y="199455"/>
                    </a:lnTo>
                    <a:lnTo>
                      <a:pt x="208465" y="195553"/>
                    </a:lnTo>
                    <a:lnTo>
                      <a:pt x="200661" y="188087"/>
                    </a:lnTo>
                    <a:lnTo>
                      <a:pt x="204394" y="184185"/>
                    </a:lnTo>
                    <a:lnTo>
                      <a:pt x="196591" y="176719"/>
                    </a:lnTo>
                    <a:lnTo>
                      <a:pt x="200324" y="172817"/>
                    </a:lnTo>
                    <a:lnTo>
                      <a:pt x="196422" y="169084"/>
                    </a:lnTo>
                    <a:moveTo>
                      <a:pt x="388084" y="0"/>
                    </a:moveTo>
                    <a:lnTo>
                      <a:pt x="404367" y="45471"/>
                    </a:lnTo>
                    <a:lnTo>
                      <a:pt x="358220" y="31214"/>
                    </a:lnTo>
                    <a:lnTo>
                      <a:pt x="388084" y="0"/>
                    </a:lnTo>
                    <a:lnTo>
                      <a:pt x="384351" y="3901"/>
                    </a:lnTo>
                    <a:lnTo>
                      <a:pt x="396563" y="38005"/>
                    </a:lnTo>
                    <a:lnTo>
                      <a:pt x="361953" y="27312"/>
                    </a:lnTo>
                    <a:lnTo>
                      <a:pt x="365855" y="31045"/>
                    </a:lnTo>
                    <a:lnTo>
                      <a:pt x="388253" y="7634"/>
                    </a:lnTo>
                    <a:lnTo>
                      <a:pt x="384351" y="3901"/>
                    </a:lnTo>
                    <a:lnTo>
                      <a:pt x="388084" y="0"/>
                    </a:lnTo>
                    <a:lnTo>
                      <a:pt x="388422" y="15269"/>
                    </a:lnTo>
                    <a:lnTo>
                      <a:pt x="392155" y="11367"/>
                    </a:lnTo>
                    <a:lnTo>
                      <a:pt x="392492" y="26637"/>
                    </a:lnTo>
                    <a:lnTo>
                      <a:pt x="396225" y="22735"/>
                    </a:lnTo>
                    <a:lnTo>
                      <a:pt x="400465" y="41738"/>
                    </a:lnTo>
                    <a:lnTo>
                      <a:pt x="381293" y="38343"/>
                    </a:lnTo>
                    <a:lnTo>
                      <a:pt x="385026" y="34441"/>
                    </a:lnTo>
                    <a:lnTo>
                      <a:pt x="369756" y="34779"/>
                    </a:lnTo>
                    <a:lnTo>
                      <a:pt x="373489" y="30877"/>
                    </a:lnTo>
                    <a:lnTo>
                      <a:pt x="358220" y="31214"/>
                    </a:lnTo>
                    <a:lnTo>
                      <a:pt x="369588" y="27144"/>
                    </a:lnTo>
                    <a:lnTo>
                      <a:pt x="369419" y="19509"/>
                    </a:lnTo>
                    <a:lnTo>
                      <a:pt x="377054" y="19340"/>
                    </a:lnTo>
                    <a:lnTo>
                      <a:pt x="376885" y="11705"/>
                    </a:lnTo>
                    <a:lnTo>
                      <a:pt x="384520" y="11536"/>
                    </a:lnTo>
                    <a:lnTo>
                      <a:pt x="388084" y="0"/>
                    </a:lnTo>
                    <a:lnTo>
                      <a:pt x="388253" y="7634"/>
                    </a:lnTo>
                    <a:lnTo>
                      <a:pt x="380618" y="7803"/>
                    </a:lnTo>
                    <a:lnTo>
                      <a:pt x="380787" y="15438"/>
                    </a:lnTo>
                    <a:lnTo>
                      <a:pt x="373152" y="15607"/>
                    </a:lnTo>
                    <a:lnTo>
                      <a:pt x="373321" y="23242"/>
                    </a:lnTo>
                    <a:lnTo>
                      <a:pt x="365686" y="23411"/>
                    </a:lnTo>
                    <a:lnTo>
                      <a:pt x="365855" y="31045"/>
                    </a:lnTo>
                    <a:lnTo>
                      <a:pt x="369756" y="34779"/>
                    </a:lnTo>
                    <a:lnTo>
                      <a:pt x="373489" y="30877"/>
                    </a:lnTo>
                    <a:lnTo>
                      <a:pt x="381293" y="38343"/>
                    </a:lnTo>
                    <a:lnTo>
                      <a:pt x="385026" y="34441"/>
                    </a:lnTo>
                    <a:lnTo>
                      <a:pt x="404367" y="45471"/>
                    </a:lnTo>
                    <a:lnTo>
                      <a:pt x="396563" y="38005"/>
                    </a:lnTo>
                    <a:lnTo>
                      <a:pt x="400296" y="34103"/>
                    </a:lnTo>
                    <a:lnTo>
                      <a:pt x="392492" y="26637"/>
                    </a:lnTo>
                    <a:lnTo>
                      <a:pt x="396225" y="22735"/>
                    </a:lnTo>
                    <a:lnTo>
                      <a:pt x="388422" y="15269"/>
                    </a:lnTo>
                    <a:lnTo>
                      <a:pt x="392155" y="11367"/>
                    </a:lnTo>
                    <a:lnTo>
                      <a:pt x="388253" y="76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87" name="Контур"/>
              <p:cNvSpPr/>
              <p:nvPr/>
            </p:nvSpPr>
            <p:spPr>
              <a:xfrm>
                <a:off x="1526977" y="9506868"/>
                <a:ext cx="855941" cy="491636"/>
              </a:xfrm>
              <a:custGeom>
                <a:avLst/>
                <a:gdLst/>
                <a:ahLst/>
                <a:cxnLst/>
                <a:rect l="l" t="t" r="r" b="b"/>
                <a:pathLst>
                  <a:path w="855941" h="491636" fill="none">
                    <a:moveTo>
                      <a:pt x="855941" y="0"/>
                    </a:moveTo>
                    <a:lnTo>
                      <a:pt x="742267" y="54352"/>
                    </a:lnTo>
                    <a:moveTo>
                      <a:pt x="742267" y="54352"/>
                    </a:moveTo>
                    <a:lnTo>
                      <a:pt x="628592" y="108704"/>
                    </a:lnTo>
                    <a:moveTo>
                      <a:pt x="628592" y="108704"/>
                    </a:moveTo>
                    <a:lnTo>
                      <a:pt x="514918" y="163056"/>
                    </a:lnTo>
                    <a:moveTo>
                      <a:pt x="514918" y="163056"/>
                    </a:moveTo>
                    <a:lnTo>
                      <a:pt x="401244" y="217408"/>
                    </a:lnTo>
                    <a:moveTo>
                      <a:pt x="401244" y="217408"/>
                    </a:moveTo>
                    <a:lnTo>
                      <a:pt x="343560" y="244988"/>
                    </a:lnTo>
                    <a:lnTo>
                      <a:pt x="355105" y="269136"/>
                    </a:lnTo>
                    <a:lnTo>
                      <a:pt x="325196" y="287877"/>
                    </a:lnTo>
                    <a:moveTo>
                      <a:pt x="325196" y="287877"/>
                    </a:moveTo>
                    <a:lnTo>
                      <a:pt x="218423" y="354778"/>
                    </a:lnTo>
                    <a:moveTo>
                      <a:pt x="218423" y="354778"/>
                    </a:moveTo>
                    <a:lnTo>
                      <a:pt x="111651" y="421679"/>
                    </a:lnTo>
                    <a:moveTo>
                      <a:pt x="111651" y="421679"/>
                    </a:moveTo>
                    <a:lnTo>
                      <a:pt x="4879" y="488579"/>
                    </a:lnTo>
                    <a:moveTo>
                      <a:pt x="4879" y="488579"/>
                    </a:moveTo>
                    <a:lnTo>
                      <a:pt x="0" y="49163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88" name="Контур"/>
              <p:cNvSpPr/>
              <p:nvPr/>
            </p:nvSpPr>
            <p:spPr>
              <a:xfrm>
                <a:off x="1573349" y="9512503"/>
                <a:ext cx="672601" cy="418360"/>
              </a:xfrm>
              <a:custGeom>
                <a:avLst/>
                <a:gdLst/>
                <a:ahLst/>
                <a:cxnLst/>
                <a:rect l="l" t="t" r="r" b="b"/>
                <a:pathLst>
                  <a:path w="672601" h="418360" fill="none">
                    <a:moveTo>
                      <a:pt x="672601" y="0"/>
                    </a:moveTo>
                    <a:lnTo>
                      <a:pt x="671749" y="48291"/>
                    </a:lnTo>
                    <a:lnTo>
                      <a:pt x="633627" y="18635"/>
                    </a:lnTo>
                    <a:lnTo>
                      <a:pt x="672601" y="0"/>
                    </a:lnTo>
                    <a:lnTo>
                      <a:pt x="667730" y="2329"/>
                    </a:lnTo>
                    <a:lnTo>
                      <a:pt x="667090" y="38548"/>
                    </a:lnTo>
                    <a:lnTo>
                      <a:pt x="638499" y="16305"/>
                    </a:lnTo>
                    <a:lnTo>
                      <a:pt x="640828" y="21177"/>
                    </a:lnTo>
                    <a:lnTo>
                      <a:pt x="670059" y="7201"/>
                    </a:lnTo>
                    <a:lnTo>
                      <a:pt x="667730" y="2329"/>
                    </a:lnTo>
                    <a:lnTo>
                      <a:pt x="672601" y="0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9420" y="434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33627" y="18635"/>
                    </a:lnTo>
                    <a:lnTo>
                      <a:pt x="645700" y="18848"/>
                    </a:lnTo>
                    <a:lnTo>
                      <a:pt x="648242" y="11646"/>
                    </a:lnTo>
                    <a:lnTo>
                      <a:pt x="655444" y="14189"/>
                    </a:lnTo>
                    <a:lnTo>
                      <a:pt x="657986" y="6988"/>
                    </a:lnTo>
                    <a:lnTo>
                      <a:pt x="665187" y="9530"/>
                    </a:lnTo>
                    <a:lnTo>
                      <a:pt x="672601" y="0"/>
                    </a:lnTo>
                    <a:lnTo>
                      <a:pt x="670059" y="7201"/>
                    </a:lnTo>
                    <a:lnTo>
                      <a:pt x="662858" y="4658"/>
                    </a:lnTo>
                    <a:lnTo>
                      <a:pt x="660315" y="11859"/>
                    </a:lnTo>
                    <a:lnTo>
                      <a:pt x="653114" y="9317"/>
                    </a:lnTo>
                    <a:lnTo>
                      <a:pt x="650572" y="16518"/>
                    </a:lnTo>
                    <a:lnTo>
                      <a:pt x="643371" y="13976"/>
                    </a:lnTo>
                    <a:lnTo>
                      <a:pt x="640828" y="21177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71749" y="48291"/>
                    </a:lnTo>
                    <a:lnTo>
                      <a:pt x="667090" y="38548"/>
                    </a:lnTo>
                    <a:lnTo>
                      <a:pt x="671962" y="36218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70059" y="7201"/>
                    </a:lnTo>
                    <a:moveTo>
                      <a:pt x="445252" y="108703"/>
                    </a:moveTo>
                    <a:lnTo>
                      <a:pt x="444400" y="156995"/>
                    </a:lnTo>
                    <a:lnTo>
                      <a:pt x="406278" y="127338"/>
                    </a:lnTo>
                    <a:lnTo>
                      <a:pt x="445252" y="108703"/>
                    </a:lnTo>
                    <a:lnTo>
                      <a:pt x="440381" y="111033"/>
                    </a:lnTo>
                    <a:lnTo>
                      <a:pt x="439741" y="147251"/>
                    </a:lnTo>
                    <a:lnTo>
                      <a:pt x="411150" y="125009"/>
                    </a:lnTo>
                    <a:lnTo>
                      <a:pt x="413479" y="129880"/>
                    </a:lnTo>
                    <a:lnTo>
                      <a:pt x="442710" y="115904"/>
                    </a:lnTo>
                    <a:lnTo>
                      <a:pt x="440381" y="111033"/>
                    </a:lnTo>
                    <a:lnTo>
                      <a:pt x="445252" y="108703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2071" y="1521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06278" y="127338"/>
                    </a:lnTo>
                    <a:lnTo>
                      <a:pt x="418351" y="127551"/>
                    </a:lnTo>
                    <a:lnTo>
                      <a:pt x="420894" y="120350"/>
                    </a:lnTo>
                    <a:lnTo>
                      <a:pt x="428095" y="122892"/>
                    </a:lnTo>
                    <a:lnTo>
                      <a:pt x="430637" y="115691"/>
                    </a:lnTo>
                    <a:lnTo>
                      <a:pt x="437838" y="118234"/>
                    </a:lnTo>
                    <a:lnTo>
                      <a:pt x="445252" y="108703"/>
                    </a:lnTo>
                    <a:lnTo>
                      <a:pt x="442710" y="115904"/>
                    </a:lnTo>
                    <a:lnTo>
                      <a:pt x="435509" y="113362"/>
                    </a:lnTo>
                    <a:lnTo>
                      <a:pt x="432966" y="120563"/>
                    </a:lnTo>
                    <a:lnTo>
                      <a:pt x="425765" y="118021"/>
                    </a:lnTo>
                    <a:lnTo>
                      <a:pt x="423223" y="125222"/>
                    </a:lnTo>
                    <a:lnTo>
                      <a:pt x="416022" y="122679"/>
                    </a:lnTo>
                    <a:lnTo>
                      <a:pt x="413479" y="129880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44400" y="156995"/>
                    </a:lnTo>
                    <a:lnTo>
                      <a:pt x="439741" y="147251"/>
                    </a:lnTo>
                    <a:lnTo>
                      <a:pt x="444613" y="144922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42710" y="115904"/>
                    </a:lnTo>
                    <a:moveTo>
                      <a:pt x="250152" y="236483"/>
                    </a:moveTo>
                    <a:lnTo>
                      <a:pt x="254785" y="284559"/>
                    </a:lnTo>
                    <a:lnTo>
                      <a:pt x="213544" y="259420"/>
                    </a:lnTo>
                    <a:lnTo>
                      <a:pt x="250152" y="236483"/>
                    </a:lnTo>
                    <a:lnTo>
                      <a:pt x="245576" y="239350"/>
                    </a:lnTo>
                    <a:lnTo>
                      <a:pt x="249051" y="275407"/>
                    </a:lnTo>
                    <a:lnTo>
                      <a:pt x="218120" y="256553"/>
                    </a:lnTo>
                    <a:lnTo>
                      <a:pt x="220987" y="261129"/>
                    </a:lnTo>
                    <a:lnTo>
                      <a:pt x="248443" y="243926"/>
                    </a:lnTo>
                    <a:lnTo>
                      <a:pt x="245576" y="239350"/>
                    </a:lnTo>
                    <a:lnTo>
                      <a:pt x="250152" y="236483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51918" y="279983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13544" y="259420"/>
                    </a:lnTo>
                    <a:lnTo>
                      <a:pt x="225563" y="258262"/>
                    </a:lnTo>
                    <a:lnTo>
                      <a:pt x="227272" y="250819"/>
                    </a:lnTo>
                    <a:lnTo>
                      <a:pt x="234715" y="252527"/>
                    </a:lnTo>
                    <a:lnTo>
                      <a:pt x="236424" y="245084"/>
                    </a:lnTo>
                    <a:lnTo>
                      <a:pt x="243867" y="246793"/>
                    </a:lnTo>
                    <a:lnTo>
                      <a:pt x="250152" y="236483"/>
                    </a:lnTo>
                    <a:lnTo>
                      <a:pt x="248443" y="243926"/>
                    </a:lnTo>
                    <a:lnTo>
                      <a:pt x="241000" y="242217"/>
                    </a:lnTo>
                    <a:lnTo>
                      <a:pt x="239291" y="249660"/>
                    </a:lnTo>
                    <a:lnTo>
                      <a:pt x="231848" y="247951"/>
                    </a:lnTo>
                    <a:lnTo>
                      <a:pt x="230139" y="255394"/>
                    </a:lnTo>
                    <a:lnTo>
                      <a:pt x="222696" y="253686"/>
                    </a:lnTo>
                    <a:lnTo>
                      <a:pt x="220987" y="261129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54785" y="284559"/>
                    </a:lnTo>
                    <a:lnTo>
                      <a:pt x="249051" y="275407"/>
                    </a:lnTo>
                    <a:lnTo>
                      <a:pt x="253627" y="272540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8443" y="243926"/>
                    </a:lnTo>
                    <a:moveTo>
                      <a:pt x="36608" y="370284"/>
                    </a:moveTo>
                    <a:lnTo>
                      <a:pt x="41241" y="418360"/>
                    </a:lnTo>
                    <a:lnTo>
                      <a:pt x="0" y="393221"/>
                    </a:lnTo>
                    <a:lnTo>
                      <a:pt x="36608" y="370284"/>
                    </a:lnTo>
                    <a:lnTo>
                      <a:pt x="32032" y="373151"/>
                    </a:lnTo>
                    <a:lnTo>
                      <a:pt x="35507" y="409208"/>
                    </a:lnTo>
                    <a:lnTo>
                      <a:pt x="4576" y="390354"/>
                    </a:lnTo>
                    <a:lnTo>
                      <a:pt x="7443" y="394930"/>
                    </a:lnTo>
                    <a:lnTo>
                      <a:pt x="34899" y="377727"/>
                    </a:lnTo>
                    <a:lnTo>
                      <a:pt x="32032" y="373151"/>
                    </a:lnTo>
                    <a:lnTo>
                      <a:pt x="36608" y="370284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8374" y="413784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0" y="393221"/>
                    </a:lnTo>
                    <a:lnTo>
                      <a:pt x="12019" y="392063"/>
                    </a:lnTo>
                    <a:lnTo>
                      <a:pt x="13728" y="384620"/>
                    </a:lnTo>
                    <a:lnTo>
                      <a:pt x="21171" y="386329"/>
                    </a:lnTo>
                    <a:lnTo>
                      <a:pt x="22880" y="378886"/>
                    </a:lnTo>
                    <a:lnTo>
                      <a:pt x="30323" y="380594"/>
                    </a:lnTo>
                    <a:lnTo>
                      <a:pt x="36608" y="370284"/>
                    </a:lnTo>
                    <a:lnTo>
                      <a:pt x="34899" y="377727"/>
                    </a:lnTo>
                    <a:lnTo>
                      <a:pt x="27456" y="376018"/>
                    </a:lnTo>
                    <a:lnTo>
                      <a:pt x="25747" y="383462"/>
                    </a:lnTo>
                    <a:lnTo>
                      <a:pt x="18304" y="381753"/>
                    </a:lnTo>
                    <a:lnTo>
                      <a:pt x="16595" y="389196"/>
                    </a:lnTo>
                    <a:lnTo>
                      <a:pt x="9152" y="387487"/>
                    </a:lnTo>
                    <a:lnTo>
                      <a:pt x="7443" y="394930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41241" y="418360"/>
                    </a:lnTo>
                    <a:lnTo>
                      <a:pt x="35507" y="409208"/>
                    </a:lnTo>
                    <a:lnTo>
                      <a:pt x="40083" y="406341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899" y="3777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89" name="Контур"/>
              <p:cNvSpPr/>
              <p:nvPr/>
            </p:nvSpPr>
            <p:spPr>
              <a:xfrm>
                <a:off x="1367043" y="9743275"/>
                <a:ext cx="159934" cy="255229"/>
              </a:xfrm>
              <a:custGeom>
                <a:avLst/>
                <a:gdLst/>
                <a:ahLst/>
                <a:cxnLst/>
                <a:rect l="l" t="t" r="r" b="b"/>
                <a:pathLst>
                  <a:path w="159934" h="255229" fill="none">
                    <a:moveTo>
                      <a:pt x="0" y="0"/>
                    </a:moveTo>
                    <a:lnTo>
                      <a:pt x="159934" y="255229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190" name="Контур"/>
              <p:cNvSpPr/>
              <p:nvPr/>
            </p:nvSpPr>
            <p:spPr>
              <a:xfrm>
                <a:off x="1367043" y="9106704"/>
                <a:ext cx="1015875" cy="636571"/>
              </a:xfrm>
              <a:custGeom>
                <a:avLst/>
                <a:gdLst/>
                <a:ahLst/>
                <a:cxnLst/>
                <a:rect l="l" t="t" r="r" b="b"/>
                <a:pathLst>
                  <a:path w="1015875" h="636571" fill="none">
                    <a:moveTo>
                      <a:pt x="0" y="636571"/>
                    </a:moveTo>
                    <a:lnTo>
                      <a:pt x="106770" y="569667"/>
                    </a:lnTo>
                    <a:moveTo>
                      <a:pt x="106770" y="569667"/>
                    </a:moveTo>
                    <a:lnTo>
                      <a:pt x="213540" y="502762"/>
                    </a:lnTo>
                    <a:moveTo>
                      <a:pt x="213540" y="502762"/>
                    </a:moveTo>
                    <a:lnTo>
                      <a:pt x="320310" y="435858"/>
                    </a:lnTo>
                    <a:moveTo>
                      <a:pt x="320310" y="435858"/>
                    </a:moveTo>
                    <a:lnTo>
                      <a:pt x="427080" y="368953"/>
                    </a:lnTo>
                    <a:moveTo>
                      <a:pt x="427080" y="368953"/>
                    </a:moveTo>
                    <a:lnTo>
                      <a:pt x="533849" y="302049"/>
                    </a:lnTo>
                    <a:moveTo>
                      <a:pt x="533849" y="302049"/>
                    </a:moveTo>
                    <a:lnTo>
                      <a:pt x="640619" y="235144"/>
                    </a:lnTo>
                    <a:moveTo>
                      <a:pt x="640619" y="235144"/>
                    </a:moveTo>
                    <a:lnTo>
                      <a:pt x="747389" y="168240"/>
                    </a:lnTo>
                    <a:moveTo>
                      <a:pt x="747389" y="168240"/>
                    </a:moveTo>
                    <a:lnTo>
                      <a:pt x="854159" y="101335"/>
                    </a:lnTo>
                    <a:moveTo>
                      <a:pt x="854159" y="101335"/>
                    </a:moveTo>
                    <a:lnTo>
                      <a:pt x="960929" y="34431"/>
                    </a:lnTo>
                    <a:moveTo>
                      <a:pt x="960929" y="34431"/>
                    </a:moveTo>
                    <a:lnTo>
                      <a:pt x="101587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91" name="Контур"/>
              <p:cNvSpPr/>
              <p:nvPr/>
            </p:nvSpPr>
            <p:spPr>
              <a:xfrm>
                <a:off x="1497851" y="9138817"/>
                <a:ext cx="895401" cy="583312"/>
              </a:xfrm>
              <a:custGeom>
                <a:avLst/>
                <a:gdLst/>
                <a:ahLst/>
                <a:cxnLst/>
                <a:rect l="l" t="t" r="r" b="b"/>
                <a:pathLst>
                  <a:path w="895401" h="583312" fill="none">
                    <a:moveTo>
                      <a:pt x="4636" y="583312"/>
                    </a:moveTo>
                    <a:lnTo>
                      <a:pt x="0" y="535236"/>
                    </a:lnTo>
                    <a:lnTo>
                      <a:pt x="41242" y="560373"/>
                    </a:lnTo>
                    <a:lnTo>
                      <a:pt x="4636" y="583312"/>
                    </a:lnTo>
                    <a:lnTo>
                      <a:pt x="9211" y="580445"/>
                    </a:lnTo>
                    <a:lnTo>
                      <a:pt x="5735" y="544388"/>
                    </a:lnTo>
                    <a:lnTo>
                      <a:pt x="36666" y="563241"/>
                    </a:lnTo>
                    <a:lnTo>
                      <a:pt x="33799" y="558665"/>
                    </a:lnTo>
                    <a:lnTo>
                      <a:pt x="6344" y="575869"/>
                    </a:lnTo>
                    <a:lnTo>
                      <a:pt x="9211" y="580445"/>
                    </a:lnTo>
                    <a:lnTo>
                      <a:pt x="4636" y="583312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2868" y="539812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41242" y="560373"/>
                    </a:lnTo>
                    <a:lnTo>
                      <a:pt x="29223" y="561532"/>
                    </a:lnTo>
                    <a:lnTo>
                      <a:pt x="27515" y="568975"/>
                    </a:lnTo>
                    <a:lnTo>
                      <a:pt x="20072" y="567267"/>
                    </a:lnTo>
                    <a:lnTo>
                      <a:pt x="18363" y="574710"/>
                    </a:lnTo>
                    <a:lnTo>
                      <a:pt x="10920" y="573001"/>
                    </a:lnTo>
                    <a:lnTo>
                      <a:pt x="4636" y="583312"/>
                    </a:lnTo>
                    <a:lnTo>
                      <a:pt x="6344" y="575869"/>
                    </a:lnTo>
                    <a:lnTo>
                      <a:pt x="13787" y="577577"/>
                    </a:lnTo>
                    <a:lnTo>
                      <a:pt x="15496" y="570134"/>
                    </a:lnTo>
                    <a:lnTo>
                      <a:pt x="22939" y="571843"/>
                    </a:lnTo>
                    <a:lnTo>
                      <a:pt x="24647" y="564399"/>
                    </a:lnTo>
                    <a:lnTo>
                      <a:pt x="32091" y="566108"/>
                    </a:lnTo>
                    <a:lnTo>
                      <a:pt x="33799" y="558665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0" y="535236"/>
                    </a:lnTo>
                    <a:lnTo>
                      <a:pt x="5735" y="544388"/>
                    </a:lnTo>
                    <a:lnTo>
                      <a:pt x="1159" y="547255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344" y="575869"/>
                    </a:lnTo>
                    <a:moveTo>
                      <a:pt x="218175" y="449503"/>
                    </a:moveTo>
                    <a:lnTo>
                      <a:pt x="213540" y="401427"/>
                    </a:lnTo>
                    <a:lnTo>
                      <a:pt x="254782" y="426564"/>
                    </a:lnTo>
                    <a:lnTo>
                      <a:pt x="218175" y="449503"/>
                    </a:lnTo>
                    <a:lnTo>
                      <a:pt x="222751" y="446636"/>
                    </a:lnTo>
                    <a:lnTo>
                      <a:pt x="219274" y="410579"/>
                    </a:lnTo>
                    <a:lnTo>
                      <a:pt x="250206" y="429432"/>
                    </a:lnTo>
                    <a:lnTo>
                      <a:pt x="247339" y="424856"/>
                    </a:lnTo>
                    <a:lnTo>
                      <a:pt x="219884" y="442060"/>
                    </a:lnTo>
                    <a:lnTo>
                      <a:pt x="222751" y="446636"/>
                    </a:lnTo>
                    <a:lnTo>
                      <a:pt x="218175" y="449503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16407" y="406003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54782" y="426564"/>
                    </a:lnTo>
                    <a:lnTo>
                      <a:pt x="242763" y="427723"/>
                    </a:lnTo>
                    <a:lnTo>
                      <a:pt x="241054" y="435166"/>
                    </a:lnTo>
                    <a:lnTo>
                      <a:pt x="233611" y="433458"/>
                    </a:lnTo>
                    <a:lnTo>
                      <a:pt x="231903" y="440901"/>
                    </a:lnTo>
                    <a:lnTo>
                      <a:pt x="224459" y="439193"/>
                    </a:lnTo>
                    <a:lnTo>
                      <a:pt x="218175" y="449503"/>
                    </a:lnTo>
                    <a:lnTo>
                      <a:pt x="219884" y="442060"/>
                    </a:lnTo>
                    <a:lnTo>
                      <a:pt x="227327" y="443768"/>
                    </a:lnTo>
                    <a:lnTo>
                      <a:pt x="229035" y="436325"/>
                    </a:lnTo>
                    <a:lnTo>
                      <a:pt x="236479" y="438034"/>
                    </a:lnTo>
                    <a:lnTo>
                      <a:pt x="238187" y="430590"/>
                    </a:lnTo>
                    <a:lnTo>
                      <a:pt x="245630" y="432299"/>
                    </a:lnTo>
                    <a:lnTo>
                      <a:pt x="247339" y="424856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13540" y="401427"/>
                    </a:lnTo>
                    <a:lnTo>
                      <a:pt x="219274" y="410579"/>
                    </a:lnTo>
                    <a:lnTo>
                      <a:pt x="214699" y="413446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19884" y="442060"/>
                    </a:lnTo>
                    <a:moveTo>
                      <a:pt x="431715" y="315694"/>
                    </a:moveTo>
                    <a:lnTo>
                      <a:pt x="427079" y="267618"/>
                    </a:lnTo>
                    <a:lnTo>
                      <a:pt x="468321" y="292755"/>
                    </a:lnTo>
                    <a:lnTo>
                      <a:pt x="431715" y="315694"/>
                    </a:lnTo>
                    <a:lnTo>
                      <a:pt x="436291" y="312827"/>
                    </a:lnTo>
                    <a:lnTo>
                      <a:pt x="432814" y="276770"/>
                    </a:lnTo>
                    <a:lnTo>
                      <a:pt x="463746" y="295623"/>
                    </a:lnTo>
                    <a:lnTo>
                      <a:pt x="460878" y="291047"/>
                    </a:lnTo>
                    <a:lnTo>
                      <a:pt x="433423" y="308251"/>
                    </a:lnTo>
                    <a:lnTo>
                      <a:pt x="436291" y="312827"/>
                    </a:lnTo>
                    <a:lnTo>
                      <a:pt x="431715" y="315694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29947" y="272194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68321" y="292755"/>
                    </a:lnTo>
                    <a:lnTo>
                      <a:pt x="456302" y="293914"/>
                    </a:lnTo>
                    <a:lnTo>
                      <a:pt x="454594" y="301357"/>
                    </a:lnTo>
                    <a:lnTo>
                      <a:pt x="447151" y="299649"/>
                    </a:lnTo>
                    <a:lnTo>
                      <a:pt x="445442" y="307092"/>
                    </a:lnTo>
                    <a:lnTo>
                      <a:pt x="437999" y="305384"/>
                    </a:lnTo>
                    <a:lnTo>
                      <a:pt x="431715" y="315694"/>
                    </a:lnTo>
                    <a:lnTo>
                      <a:pt x="433423" y="308251"/>
                    </a:lnTo>
                    <a:lnTo>
                      <a:pt x="440866" y="309959"/>
                    </a:lnTo>
                    <a:lnTo>
                      <a:pt x="442575" y="302516"/>
                    </a:lnTo>
                    <a:lnTo>
                      <a:pt x="450018" y="304225"/>
                    </a:lnTo>
                    <a:lnTo>
                      <a:pt x="451727" y="296782"/>
                    </a:lnTo>
                    <a:lnTo>
                      <a:pt x="459170" y="298490"/>
                    </a:lnTo>
                    <a:lnTo>
                      <a:pt x="460878" y="291047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27079" y="267618"/>
                    </a:lnTo>
                    <a:lnTo>
                      <a:pt x="432814" y="276770"/>
                    </a:lnTo>
                    <a:lnTo>
                      <a:pt x="428238" y="279637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423" y="308251"/>
                    </a:lnTo>
                    <a:moveTo>
                      <a:pt x="645254" y="181885"/>
                    </a:moveTo>
                    <a:lnTo>
                      <a:pt x="640619" y="133809"/>
                    </a:lnTo>
                    <a:lnTo>
                      <a:pt x="681861" y="158946"/>
                    </a:lnTo>
                    <a:lnTo>
                      <a:pt x="645254" y="181885"/>
                    </a:lnTo>
                    <a:lnTo>
                      <a:pt x="649830" y="179018"/>
                    </a:lnTo>
                    <a:lnTo>
                      <a:pt x="646354" y="142961"/>
                    </a:lnTo>
                    <a:lnTo>
                      <a:pt x="677285" y="161814"/>
                    </a:lnTo>
                    <a:lnTo>
                      <a:pt x="674418" y="157238"/>
                    </a:lnTo>
                    <a:lnTo>
                      <a:pt x="646963" y="174442"/>
                    </a:lnTo>
                    <a:lnTo>
                      <a:pt x="649830" y="179018"/>
                    </a:lnTo>
                    <a:lnTo>
                      <a:pt x="645254" y="181885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3486" y="138385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81861" y="158946"/>
                    </a:lnTo>
                    <a:lnTo>
                      <a:pt x="669842" y="160105"/>
                    </a:lnTo>
                    <a:lnTo>
                      <a:pt x="668134" y="167548"/>
                    </a:lnTo>
                    <a:lnTo>
                      <a:pt x="660690" y="165840"/>
                    </a:lnTo>
                    <a:lnTo>
                      <a:pt x="658982" y="173283"/>
                    </a:lnTo>
                    <a:lnTo>
                      <a:pt x="651539" y="171575"/>
                    </a:lnTo>
                    <a:lnTo>
                      <a:pt x="645254" y="181885"/>
                    </a:lnTo>
                    <a:lnTo>
                      <a:pt x="646963" y="174442"/>
                    </a:lnTo>
                    <a:lnTo>
                      <a:pt x="654406" y="176150"/>
                    </a:lnTo>
                    <a:lnTo>
                      <a:pt x="656114" y="168707"/>
                    </a:lnTo>
                    <a:lnTo>
                      <a:pt x="663558" y="170416"/>
                    </a:lnTo>
                    <a:lnTo>
                      <a:pt x="665266" y="162973"/>
                    </a:lnTo>
                    <a:lnTo>
                      <a:pt x="672709" y="164681"/>
                    </a:lnTo>
                    <a:lnTo>
                      <a:pt x="674418" y="157238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40619" y="133809"/>
                    </a:lnTo>
                    <a:lnTo>
                      <a:pt x="646354" y="142961"/>
                    </a:lnTo>
                    <a:lnTo>
                      <a:pt x="641778" y="145828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6963" y="174442"/>
                    </a:lnTo>
                    <a:moveTo>
                      <a:pt x="858794" y="48076"/>
                    </a:moveTo>
                    <a:lnTo>
                      <a:pt x="854159" y="0"/>
                    </a:lnTo>
                    <a:lnTo>
                      <a:pt x="895401" y="25137"/>
                    </a:lnTo>
                    <a:lnTo>
                      <a:pt x="858794" y="48076"/>
                    </a:lnTo>
                    <a:lnTo>
                      <a:pt x="863370" y="45209"/>
                    </a:lnTo>
                    <a:lnTo>
                      <a:pt x="859893" y="9152"/>
                    </a:lnTo>
                    <a:lnTo>
                      <a:pt x="890825" y="28005"/>
                    </a:lnTo>
                    <a:lnTo>
                      <a:pt x="887957" y="23429"/>
                    </a:lnTo>
                    <a:lnTo>
                      <a:pt x="860502" y="40633"/>
                    </a:lnTo>
                    <a:lnTo>
                      <a:pt x="863370" y="45209"/>
                    </a:lnTo>
                    <a:lnTo>
                      <a:pt x="858794" y="48076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57026" y="4576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95401" y="25137"/>
                    </a:lnTo>
                    <a:lnTo>
                      <a:pt x="883382" y="26296"/>
                    </a:lnTo>
                    <a:lnTo>
                      <a:pt x="881673" y="33739"/>
                    </a:lnTo>
                    <a:lnTo>
                      <a:pt x="874230" y="32031"/>
                    </a:lnTo>
                    <a:lnTo>
                      <a:pt x="872521" y="39474"/>
                    </a:lnTo>
                    <a:lnTo>
                      <a:pt x="865078" y="37766"/>
                    </a:lnTo>
                    <a:lnTo>
                      <a:pt x="858794" y="48076"/>
                    </a:lnTo>
                    <a:lnTo>
                      <a:pt x="860502" y="40633"/>
                    </a:lnTo>
                    <a:lnTo>
                      <a:pt x="867946" y="42341"/>
                    </a:lnTo>
                    <a:lnTo>
                      <a:pt x="869654" y="34898"/>
                    </a:lnTo>
                    <a:lnTo>
                      <a:pt x="877097" y="36607"/>
                    </a:lnTo>
                    <a:lnTo>
                      <a:pt x="878806" y="29164"/>
                    </a:lnTo>
                    <a:lnTo>
                      <a:pt x="886249" y="30872"/>
                    </a:lnTo>
                    <a:lnTo>
                      <a:pt x="887957" y="23429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54159" y="0"/>
                    </a:lnTo>
                    <a:lnTo>
                      <a:pt x="859893" y="9152"/>
                    </a:lnTo>
                    <a:lnTo>
                      <a:pt x="855317" y="12019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0502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92" name="Контур"/>
              <p:cNvSpPr/>
              <p:nvPr/>
            </p:nvSpPr>
            <p:spPr>
              <a:xfrm>
                <a:off x="1367043" y="9106704"/>
                <a:ext cx="1015875" cy="636571"/>
              </a:xfrm>
              <a:custGeom>
                <a:avLst/>
                <a:gdLst/>
                <a:ahLst/>
                <a:cxnLst/>
                <a:rect l="l" t="t" r="r" b="b"/>
                <a:pathLst>
                  <a:path w="1015875" h="636571" fill="none">
                    <a:moveTo>
                      <a:pt x="0" y="636571"/>
                    </a:moveTo>
                    <a:lnTo>
                      <a:pt x="106770" y="569667"/>
                    </a:lnTo>
                    <a:moveTo>
                      <a:pt x="106770" y="569667"/>
                    </a:moveTo>
                    <a:lnTo>
                      <a:pt x="213540" y="502762"/>
                    </a:lnTo>
                    <a:moveTo>
                      <a:pt x="213540" y="502762"/>
                    </a:moveTo>
                    <a:lnTo>
                      <a:pt x="320310" y="435858"/>
                    </a:lnTo>
                    <a:moveTo>
                      <a:pt x="320310" y="435858"/>
                    </a:moveTo>
                    <a:lnTo>
                      <a:pt x="427080" y="368953"/>
                    </a:lnTo>
                    <a:moveTo>
                      <a:pt x="427080" y="368953"/>
                    </a:moveTo>
                    <a:lnTo>
                      <a:pt x="533849" y="302049"/>
                    </a:lnTo>
                    <a:moveTo>
                      <a:pt x="533849" y="302049"/>
                    </a:moveTo>
                    <a:lnTo>
                      <a:pt x="640619" y="235144"/>
                    </a:lnTo>
                    <a:moveTo>
                      <a:pt x="640619" y="235144"/>
                    </a:moveTo>
                    <a:lnTo>
                      <a:pt x="747389" y="168240"/>
                    </a:lnTo>
                    <a:moveTo>
                      <a:pt x="747389" y="168240"/>
                    </a:moveTo>
                    <a:lnTo>
                      <a:pt x="854159" y="101335"/>
                    </a:lnTo>
                    <a:moveTo>
                      <a:pt x="854159" y="101335"/>
                    </a:moveTo>
                    <a:lnTo>
                      <a:pt x="960929" y="34431"/>
                    </a:lnTo>
                    <a:moveTo>
                      <a:pt x="960929" y="34431"/>
                    </a:moveTo>
                    <a:lnTo>
                      <a:pt x="101587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93" name="Контур"/>
              <p:cNvSpPr/>
              <p:nvPr/>
            </p:nvSpPr>
            <p:spPr>
              <a:xfrm>
                <a:off x="1497851" y="9138817"/>
                <a:ext cx="895401" cy="583312"/>
              </a:xfrm>
              <a:custGeom>
                <a:avLst/>
                <a:gdLst/>
                <a:ahLst/>
                <a:cxnLst/>
                <a:rect l="l" t="t" r="r" b="b"/>
                <a:pathLst>
                  <a:path w="895401" h="583312" fill="none">
                    <a:moveTo>
                      <a:pt x="4636" y="583312"/>
                    </a:moveTo>
                    <a:lnTo>
                      <a:pt x="0" y="535236"/>
                    </a:lnTo>
                    <a:lnTo>
                      <a:pt x="41242" y="560373"/>
                    </a:lnTo>
                    <a:lnTo>
                      <a:pt x="4636" y="583312"/>
                    </a:lnTo>
                    <a:lnTo>
                      <a:pt x="9211" y="580445"/>
                    </a:lnTo>
                    <a:lnTo>
                      <a:pt x="5735" y="544388"/>
                    </a:lnTo>
                    <a:lnTo>
                      <a:pt x="36666" y="563241"/>
                    </a:lnTo>
                    <a:lnTo>
                      <a:pt x="33799" y="558665"/>
                    </a:lnTo>
                    <a:lnTo>
                      <a:pt x="6344" y="575869"/>
                    </a:lnTo>
                    <a:lnTo>
                      <a:pt x="9211" y="580445"/>
                    </a:lnTo>
                    <a:lnTo>
                      <a:pt x="4636" y="583312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2868" y="539812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41242" y="560373"/>
                    </a:lnTo>
                    <a:lnTo>
                      <a:pt x="29223" y="561532"/>
                    </a:lnTo>
                    <a:lnTo>
                      <a:pt x="27515" y="568975"/>
                    </a:lnTo>
                    <a:lnTo>
                      <a:pt x="20072" y="567267"/>
                    </a:lnTo>
                    <a:lnTo>
                      <a:pt x="18363" y="574710"/>
                    </a:lnTo>
                    <a:lnTo>
                      <a:pt x="10920" y="573001"/>
                    </a:lnTo>
                    <a:lnTo>
                      <a:pt x="4636" y="583312"/>
                    </a:lnTo>
                    <a:lnTo>
                      <a:pt x="6344" y="575869"/>
                    </a:lnTo>
                    <a:lnTo>
                      <a:pt x="13787" y="577577"/>
                    </a:lnTo>
                    <a:lnTo>
                      <a:pt x="15496" y="570134"/>
                    </a:lnTo>
                    <a:lnTo>
                      <a:pt x="22939" y="571843"/>
                    </a:lnTo>
                    <a:lnTo>
                      <a:pt x="24647" y="564399"/>
                    </a:lnTo>
                    <a:lnTo>
                      <a:pt x="32091" y="566108"/>
                    </a:lnTo>
                    <a:lnTo>
                      <a:pt x="33799" y="558665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0" y="535236"/>
                    </a:lnTo>
                    <a:lnTo>
                      <a:pt x="5735" y="544388"/>
                    </a:lnTo>
                    <a:lnTo>
                      <a:pt x="1159" y="547255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344" y="575869"/>
                    </a:lnTo>
                    <a:moveTo>
                      <a:pt x="218175" y="449503"/>
                    </a:moveTo>
                    <a:lnTo>
                      <a:pt x="213540" y="401427"/>
                    </a:lnTo>
                    <a:lnTo>
                      <a:pt x="254782" y="426564"/>
                    </a:lnTo>
                    <a:lnTo>
                      <a:pt x="218175" y="449503"/>
                    </a:lnTo>
                    <a:lnTo>
                      <a:pt x="222751" y="446636"/>
                    </a:lnTo>
                    <a:lnTo>
                      <a:pt x="219274" y="410579"/>
                    </a:lnTo>
                    <a:lnTo>
                      <a:pt x="250206" y="429432"/>
                    </a:lnTo>
                    <a:lnTo>
                      <a:pt x="247339" y="424856"/>
                    </a:lnTo>
                    <a:lnTo>
                      <a:pt x="219884" y="442060"/>
                    </a:lnTo>
                    <a:lnTo>
                      <a:pt x="222751" y="446636"/>
                    </a:lnTo>
                    <a:lnTo>
                      <a:pt x="218175" y="449503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16407" y="406003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54782" y="426564"/>
                    </a:lnTo>
                    <a:lnTo>
                      <a:pt x="242763" y="427723"/>
                    </a:lnTo>
                    <a:lnTo>
                      <a:pt x="241054" y="435166"/>
                    </a:lnTo>
                    <a:lnTo>
                      <a:pt x="233611" y="433458"/>
                    </a:lnTo>
                    <a:lnTo>
                      <a:pt x="231903" y="440901"/>
                    </a:lnTo>
                    <a:lnTo>
                      <a:pt x="224459" y="439193"/>
                    </a:lnTo>
                    <a:lnTo>
                      <a:pt x="218175" y="449503"/>
                    </a:lnTo>
                    <a:lnTo>
                      <a:pt x="219884" y="442060"/>
                    </a:lnTo>
                    <a:lnTo>
                      <a:pt x="227327" y="443768"/>
                    </a:lnTo>
                    <a:lnTo>
                      <a:pt x="229035" y="436325"/>
                    </a:lnTo>
                    <a:lnTo>
                      <a:pt x="236479" y="438034"/>
                    </a:lnTo>
                    <a:lnTo>
                      <a:pt x="238187" y="430590"/>
                    </a:lnTo>
                    <a:lnTo>
                      <a:pt x="245630" y="432299"/>
                    </a:lnTo>
                    <a:lnTo>
                      <a:pt x="247339" y="424856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13540" y="401427"/>
                    </a:lnTo>
                    <a:lnTo>
                      <a:pt x="219274" y="410579"/>
                    </a:lnTo>
                    <a:lnTo>
                      <a:pt x="214699" y="413446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19884" y="442060"/>
                    </a:lnTo>
                    <a:moveTo>
                      <a:pt x="431715" y="315694"/>
                    </a:moveTo>
                    <a:lnTo>
                      <a:pt x="427079" y="267618"/>
                    </a:lnTo>
                    <a:lnTo>
                      <a:pt x="468321" y="292755"/>
                    </a:lnTo>
                    <a:lnTo>
                      <a:pt x="431715" y="315694"/>
                    </a:lnTo>
                    <a:lnTo>
                      <a:pt x="436291" y="312827"/>
                    </a:lnTo>
                    <a:lnTo>
                      <a:pt x="432814" y="276770"/>
                    </a:lnTo>
                    <a:lnTo>
                      <a:pt x="463746" y="295623"/>
                    </a:lnTo>
                    <a:lnTo>
                      <a:pt x="460878" y="291047"/>
                    </a:lnTo>
                    <a:lnTo>
                      <a:pt x="433423" y="308251"/>
                    </a:lnTo>
                    <a:lnTo>
                      <a:pt x="436291" y="312827"/>
                    </a:lnTo>
                    <a:lnTo>
                      <a:pt x="431715" y="315694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29947" y="272194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68321" y="292755"/>
                    </a:lnTo>
                    <a:lnTo>
                      <a:pt x="456302" y="293914"/>
                    </a:lnTo>
                    <a:lnTo>
                      <a:pt x="454594" y="301357"/>
                    </a:lnTo>
                    <a:lnTo>
                      <a:pt x="447151" y="299649"/>
                    </a:lnTo>
                    <a:lnTo>
                      <a:pt x="445442" y="307092"/>
                    </a:lnTo>
                    <a:lnTo>
                      <a:pt x="437999" y="305384"/>
                    </a:lnTo>
                    <a:lnTo>
                      <a:pt x="431715" y="315694"/>
                    </a:lnTo>
                    <a:lnTo>
                      <a:pt x="433423" y="308251"/>
                    </a:lnTo>
                    <a:lnTo>
                      <a:pt x="440866" y="309959"/>
                    </a:lnTo>
                    <a:lnTo>
                      <a:pt x="442575" y="302516"/>
                    </a:lnTo>
                    <a:lnTo>
                      <a:pt x="450018" y="304225"/>
                    </a:lnTo>
                    <a:lnTo>
                      <a:pt x="451727" y="296782"/>
                    </a:lnTo>
                    <a:lnTo>
                      <a:pt x="459170" y="298490"/>
                    </a:lnTo>
                    <a:lnTo>
                      <a:pt x="460878" y="291047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27079" y="267618"/>
                    </a:lnTo>
                    <a:lnTo>
                      <a:pt x="432814" y="276770"/>
                    </a:lnTo>
                    <a:lnTo>
                      <a:pt x="428238" y="279637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423" y="308251"/>
                    </a:lnTo>
                    <a:moveTo>
                      <a:pt x="645254" y="181885"/>
                    </a:moveTo>
                    <a:lnTo>
                      <a:pt x="640619" y="133809"/>
                    </a:lnTo>
                    <a:lnTo>
                      <a:pt x="681861" y="158946"/>
                    </a:lnTo>
                    <a:lnTo>
                      <a:pt x="645254" y="181885"/>
                    </a:lnTo>
                    <a:lnTo>
                      <a:pt x="649830" y="179018"/>
                    </a:lnTo>
                    <a:lnTo>
                      <a:pt x="646354" y="142961"/>
                    </a:lnTo>
                    <a:lnTo>
                      <a:pt x="677285" y="161814"/>
                    </a:lnTo>
                    <a:lnTo>
                      <a:pt x="674418" y="157238"/>
                    </a:lnTo>
                    <a:lnTo>
                      <a:pt x="646963" y="174442"/>
                    </a:lnTo>
                    <a:lnTo>
                      <a:pt x="649830" y="179018"/>
                    </a:lnTo>
                    <a:lnTo>
                      <a:pt x="645254" y="181885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3486" y="138385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81861" y="158946"/>
                    </a:lnTo>
                    <a:lnTo>
                      <a:pt x="669842" y="160105"/>
                    </a:lnTo>
                    <a:lnTo>
                      <a:pt x="668134" y="167548"/>
                    </a:lnTo>
                    <a:lnTo>
                      <a:pt x="660690" y="165840"/>
                    </a:lnTo>
                    <a:lnTo>
                      <a:pt x="658982" y="173283"/>
                    </a:lnTo>
                    <a:lnTo>
                      <a:pt x="651539" y="171575"/>
                    </a:lnTo>
                    <a:lnTo>
                      <a:pt x="645254" y="181885"/>
                    </a:lnTo>
                    <a:lnTo>
                      <a:pt x="646963" y="174442"/>
                    </a:lnTo>
                    <a:lnTo>
                      <a:pt x="654406" y="176150"/>
                    </a:lnTo>
                    <a:lnTo>
                      <a:pt x="656114" y="168707"/>
                    </a:lnTo>
                    <a:lnTo>
                      <a:pt x="663558" y="170416"/>
                    </a:lnTo>
                    <a:lnTo>
                      <a:pt x="665266" y="162973"/>
                    </a:lnTo>
                    <a:lnTo>
                      <a:pt x="672709" y="164681"/>
                    </a:lnTo>
                    <a:lnTo>
                      <a:pt x="674418" y="157238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40619" y="133809"/>
                    </a:lnTo>
                    <a:lnTo>
                      <a:pt x="646354" y="142961"/>
                    </a:lnTo>
                    <a:lnTo>
                      <a:pt x="641778" y="145828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6963" y="174442"/>
                    </a:lnTo>
                    <a:moveTo>
                      <a:pt x="858794" y="48076"/>
                    </a:moveTo>
                    <a:lnTo>
                      <a:pt x="854159" y="0"/>
                    </a:lnTo>
                    <a:lnTo>
                      <a:pt x="895401" y="25137"/>
                    </a:lnTo>
                    <a:lnTo>
                      <a:pt x="858794" y="48076"/>
                    </a:lnTo>
                    <a:lnTo>
                      <a:pt x="863370" y="45209"/>
                    </a:lnTo>
                    <a:lnTo>
                      <a:pt x="859893" y="9152"/>
                    </a:lnTo>
                    <a:lnTo>
                      <a:pt x="890825" y="28005"/>
                    </a:lnTo>
                    <a:lnTo>
                      <a:pt x="887957" y="23429"/>
                    </a:lnTo>
                    <a:lnTo>
                      <a:pt x="860502" y="40633"/>
                    </a:lnTo>
                    <a:lnTo>
                      <a:pt x="863370" y="45209"/>
                    </a:lnTo>
                    <a:lnTo>
                      <a:pt x="858794" y="48076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57026" y="4576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95401" y="25137"/>
                    </a:lnTo>
                    <a:lnTo>
                      <a:pt x="883382" y="26296"/>
                    </a:lnTo>
                    <a:lnTo>
                      <a:pt x="881673" y="33739"/>
                    </a:lnTo>
                    <a:lnTo>
                      <a:pt x="874230" y="32031"/>
                    </a:lnTo>
                    <a:lnTo>
                      <a:pt x="872521" y="39474"/>
                    </a:lnTo>
                    <a:lnTo>
                      <a:pt x="865078" y="37766"/>
                    </a:lnTo>
                    <a:lnTo>
                      <a:pt x="858794" y="48076"/>
                    </a:lnTo>
                    <a:lnTo>
                      <a:pt x="860502" y="40633"/>
                    </a:lnTo>
                    <a:lnTo>
                      <a:pt x="867946" y="42341"/>
                    </a:lnTo>
                    <a:lnTo>
                      <a:pt x="869654" y="34898"/>
                    </a:lnTo>
                    <a:lnTo>
                      <a:pt x="877097" y="36607"/>
                    </a:lnTo>
                    <a:lnTo>
                      <a:pt x="878806" y="29164"/>
                    </a:lnTo>
                    <a:lnTo>
                      <a:pt x="886249" y="30872"/>
                    </a:lnTo>
                    <a:lnTo>
                      <a:pt x="887957" y="23429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54159" y="0"/>
                    </a:lnTo>
                    <a:lnTo>
                      <a:pt x="859893" y="9152"/>
                    </a:lnTo>
                    <a:lnTo>
                      <a:pt x="855317" y="12019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0502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94" name="Контур"/>
              <p:cNvSpPr/>
              <p:nvPr/>
            </p:nvSpPr>
            <p:spPr>
              <a:xfrm>
                <a:off x="1526977" y="9506868"/>
                <a:ext cx="855941" cy="491636"/>
              </a:xfrm>
              <a:custGeom>
                <a:avLst/>
                <a:gdLst/>
                <a:ahLst/>
                <a:cxnLst/>
                <a:rect l="l" t="t" r="r" b="b"/>
                <a:pathLst>
                  <a:path w="855941" h="491636" fill="none">
                    <a:moveTo>
                      <a:pt x="855941" y="0"/>
                    </a:moveTo>
                    <a:lnTo>
                      <a:pt x="742267" y="54352"/>
                    </a:lnTo>
                    <a:moveTo>
                      <a:pt x="742267" y="54352"/>
                    </a:moveTo>
                    <a:lnTo>
                      <a:pt x="628592" y="108704"/>
                    </a:lnTo>
                    <a:moveTo>
                      <a:pt x="628592" y="108704"/>
                    </a:moveTo>
                    <a:lnTo>
                      <a:pt x="514918" y="163056"/>
                    </a:lnTo>
                    <a:moveTo>
                      <a:pt x="514918" y="163056"/>
                    </a:moveTo>
                    <a:lnTo>
                      <a:pt x="401244" y="217408"/>
                    </a:lnTo>
                    <a:moveTo>
                      <a:pt x="401244" y="217408"/>
                    </a:moveTo>
                    <a:lnTo>
                      <a:pt x="343560" y="244988"/>
                    </a:lnTo>
                    <a:lnTo>
                      <a:pt x="355105" y="269136"/>
                    </a:lnTo>
                    <a:lnTo>
                      <a:pt x="325196" y="287877"/>
                    </a:lnTo>
                    <a:moveTo>
                      <a:pt x="325196" y="287877"/>
                    </a:moveTo>
                    <a:lnTo>
                      <a:pt x="218423" y="354778"/>
                    </a:lnTo>
                    <a:moveTo>
                      <a:pt x="218423" y="354778"/>
                    </a:moveTo>
                    <a:lnTo>
                      <a:pt x="111651" y="421679"/>
                    </a:lnTo>
                    <a:moveTo>
                      <a:pt x="111651" y="421679"/>
                    </a:moveTo>
                    <a:lnTo>
                      <a:pt x="4879" y="488579"/>
                    </a:lnTo>
                    <a:moveTo>
                      <a:pt x="4879" y="488579"/>
                    </a:moveTo>
                    <a:lnTo>
                      <a:pt x="0" y="49163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95" name="Контур"/>
              <p:cNvSpPr/>
              <p:nvPr/>
            </p:nvSpPr>
            <p:spPr>
              <a:xfrm>
                <a:off x="1573349" y="9512503"/>
                <a:ext cx="672601" cy="418360"/>
              </a:xfrm>
              <a:custGeom>
                <a:avLst/>
                <a:gdLst/>
                <a:ahLst/>
                <a:cxnLst/>
                <a:rect l="l" t="t" r="r" b="b"/>
                <a:pathLst>
                  <a:path w="672601" h="418360" fill="none">
                    <a:moveTo>
                      <a:pt x="672601" y="0"/>
                    </a:moveTo>
                    <a:lnTo>
                      <a:pt x="671749" y="48291"/>
                    </a:lnTo>
                    <a:lnTo>
                      <a:pt x="633627" y="18635"/>
                    </a:lnTo>
                    <a:lnTo>
                      <a:pt x="672601" y="0"/>
                    </a:lnTo>
                    <a:lnTo>
                      <a:pt x="667730" y="2329"/>
                    </a:lnTo>
                    <a:lnTo>
                      <a:pt x="667090" y="38548"/>
                    </a:lnTo>
                    <a:lnTo>
                      <a:pt x="638499" y="16305"/>
                    </a:lnTo>
                    <a:lnTo>
                      <a:pt x="640828" y="21177"/>
                    </a:lnTo>
                    <a:lnTo>
                      <a:pt x="670059" y="7201"/>
                    </a:lnTo>
                    <a:lnTo>
                      <a:pt x="667730" y="2329"/>
                    </a:lnTo>
                    <a:lnTo>
                      <a:pt x="672601" y="0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9420" y="434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33627" y="18635"/>
                    </a:lnTo>
                    <a:lnTo>
                      <a:pt x="645700" y="18848"/>
                    </a:lnTo>
                    <a:lnTo>
                      <a:pt x="648242" y="11646"/>
                    </a:lnTo>
                    <a:lnTo>
                      <a:pt x="655444" y="14189"/>
                    </a:lnTo>
                    <a:lnTo>
                      <a:pt x="657986" y="6988"/>
                    </a:lnTo>
                    <a:lnTo>
                      <a:pt x="665187" y="9530"/>
                    </a:lnTo>
                    <a:lnTo>
                      <a:pt x="672601" y="0"/>
                    </a:lnTo>
                    <a:lnTo>
                      <a:pt x="670059" y="7201"/>
                    </a:lnTo>
                    <a:lnTo>
                      <a:pt x="662858" y="4658"/>
                    </a:lnTo>
                    <a:lnTo>
                      <a:pt x="660315" y="11859"/>
                    </a:lnTo>
                    <a:lnTo>
                      <a:pt x="653114" y="9317"/>
                    </a:lnTo>
                    <a:lnTo>
                      <a:pt x="650572" y="16518"/>
                    </a:lnTo>
                    <a:lnTo>
                      <a:pt x="643371" y="13976"/>
                    </a:lnTo>
                    <a:lnTo>
                      <a:pt x="640828" y="21177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71749" y="48291"/>
                    </a:lnTo>
                    <a:lnTo>
                      <a:pt x="667090" y="38548"/>
                    </a:lnTo>
                    <a:lnTo>
                      <a:pt x="671962" y="36218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70059" y="7201"/>
                    </a:lnTo>
                    <a:moveTo>
                      <a:pt x="445252" y="108703"/>
                    </a:moveTo>
                    <a:lnTo>
                      <a:pt x="444400" y="156995"/>
                    </a:lnTo>
                    <a:lnTo>
                      <a:pt x="406278" y="127338"/>
                    </a:lnTo>
                    <a:lnTo>
                      <a:pt x="445252" y="108703"/>
                    </a:lnTo>
                    <a:lnTo>
                      <a:pt x="440381" y="111033"/>
                    </a:lnTo>
                    <a:lnTo>
                      <a:pt x="439741" y="147251"/>
                    </a:lnTo>
                    <a:lnTo>
                      <a:pt x="411150" y="125009"/>
                    </a:lnTo>
                    <a:lnTo>
                      <a:pt x="413479" y="129880"/>
                    </a:lnTo>
                    <a:lnTo>
                      <a:pt x="442710" y="115904"/>
                    </a:lnTo>
                    <a:lnTo>
                      <a:pt x="440381" y="111033"/>
                    </a:lnTo>
                    <a:lnTo>
                      <a:pt x="445252" y="108703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2071" y="1521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06278" y="127338"/>
                    </a:lnTo>
                    <a:lnTo>
                      <a:pt x="418351" y="127551"/>
                    </a:lnTo>
                    <a:lnTo>
                      <a:pt x="420894" y="120350"/>
                    </a:lnTo>
                    <a:lnTo>
                      <a:pt x="428095" y="122892"/>
                    </a:lnTo>
                    <a:lnTo>
                      <a:pt x="430637" y="115691"/>
                    </a:lnTo>
                    <a:lnTo>
                      <a:pt x="437838" y="118234"/>
                    </a:lnTo>
                    <a:lnTo>
                      <a:pt x="445252" y="108703"/>
                    </a:lnTo>
                    <a:lnTo>
                      <a:pt x="442710" y="115904"/>
                    </a:lnTo>
                    <a:lnTo>
                      <a:pt x="435509" y="113362"/>
                    </a:lnTo>
                    <a:lnTo>
                      <a:pt x="432966" y="120563"/>
                    </a:lnTo>
                    <a:lnTo>
                      <a:pt x="425765" y="118021"/>
                    </a:lnTo>
                    <a:lnTo>
                      <a:pt x="423223" y="125222"/>
                    </a:lnTo>
                    <a:lnTo>
                      <a:pt x="416022" y="122679"/>
                    </a:lnTo>
                    <a:lnTo>
                      <a:pt x="413479" y="129880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44400" y="156995"/>
                    </a:lnTo>
                    <a:lnTo>
                      <a:pt x="439741" y="147251"/>
                    </a:lnTo>
                    <a:lnTo>
                      <a:pt x="444613" y="144922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42710" y="115904"/>
                    </a:lnTo>
                    <a:moveTo>
                      <a:pt x="250152" y="236483"/>
                    </a:moveTo>
                    <a:lnTo>
                      <a:pt x="254785" y="284559"/>
                    </a:lnTo>
                    <a:lnTo>
                      <a:pt x="213544" y="259420"/>
                    </a:lnTo>
                    <a:lnTo>
                      <a:pt x="250152" y="236483"/>
                    </a:lnTo>
                    <a:lnTo>
                      <a:pt x="245576" y="239350"/>
                    </a:lnTo>
                    <a:lnTo>
                      <a:pt x="249051" y="275407"/>
                    </a:lnTo>
                    <a:lnTo>
                      <a:pt x="218120" y="256553"/>
                    </a:lnTo>
                    <a:lnTo>
                      <a:pt x="220987" y="261129"/>
                    </a:lnTo>
                    <a:lnTo>
                      <a:pt x="248443" y="243926"/>
                    </a:lnTo>
                    <a:lnTo>
                      <a:pt x="245576" y="239350"/>
                    </a:lnTo>
                    <a:lnTo>
                      <a:pt x="250152" y="236483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51918" y="279983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13544" y="259420"/>
                    </a:lnTo>
                    <a:lnTo>
                      <a:pt x="225563" y="258262"/>
                    </a:lnTo>
                    <a:lnTo>
                      <a:pt x="227272" y="250819"/>
                    </a:lnTo>
                    <a:lnTo>
                      <a:pt x="234715" y="252527"/>
                    </a:lnTo>
                    <a:lnTo>
                      <a:pt x="236424" y="245084"/>
                    </a:lnTo>
                    <a:lnTo>
                      <a:pt x="243867" y="246793"/>
                    </a:lnTo>
                    <a:lnTo>
                      <a:pt x="250152" y="236483"/>
                    </a:lnTo>
                    <a:lnTo>
                      <a:pt x="248443" y="243926"/>
                    </a:lnTo>
                    <a:lnTo>
                      <a:pt x="241000" y="242217"/>
                    </a:lnTo>
                    <a:lnTo>
                      <a:pt x="239291" y="249660"/>
                    </a:lnTo>
                    <a:lnTo>
                      <a:pt x="231848" y="247951"/>
                    </a:lnTo>
                    <a:lnTo>
                      <a:pt x="230139" y="255394"/>
                    </a:lnTo>
                    <a:lnTo>
                      <a:pt x="222696" y="253686"/>
                    </a:lnTo>
                    <a:lnTo>
                      <a:pt x="220987" y="261129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54785" y="284559"/>
                    </a:lnTo>
                    <a:lnTo>
                      <a:pt x="249051" y="275407"/>
                    </a:lnTo>
                    <a:lnTo>
                      <a:pt x="253627" y="272540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8443" y="243926"/>
                    </a:lnTo>
                    <a:moveTo>
                      <a:pt x="36608" y="370284"/>
                    </a:moveTo>
                    <a:lnTo>
                      <a:pt x="41241" y="418360"/>
                    </a:lnTo>
                    <a:lnTo>
                      <a:pt x="0" y="393221"/>
                    </a:lnTo>
                    <a:lnTo>
                      <a:pt x="36608" y="370284"/>
                    </a:lnTo>
                    <a:lnTo>
                      <a:pt x="32032" y="373151"/>
                    </a:lnTo>
                    <a:lnTo>
                      <a:pt x="35507" y="409208"/>
                    </a:lnTo>
                    <a:lnTo>
                      <a:pt x="4576" y="390354"/>
                    </a:lnTo>
                    <a:lnTo>
                      <a:pt x="7443" y="394930"/>
                    </a:lnTo>
                    <a:lnTo>
                      <a:pt x="34899" y="377727"/>
                    </a:lnTo>
                    <a:lnTo>
                      <a:pt x="32032" y="373151"/>
                    </a:lnTo>
                    <a:lnTo>
                      <a:pt x="36608" y="370284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8374" y="413784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0" y="393221"/>
                    </a:lnTo>
                    <a:lnTo>
                      <a:pt x="12019" y="392063"/>
                    </a:lnTo>
                    <a:lnTo>
                      <a:pt x="13728" y="384620"/>
                    </a:lnTo>
                    <a:lnTo>
                      <a:pt x="21171" y="386329"/>
                    </a:lnTo>
                    <a:lnTo>
                      <a:pt x="22880" y="378886"/>
                    </a:lnTo>
                    <a:lnTo>
                      <a:pt x="30323" y="380594"/>
                    </a:lnTo>
                    <a:lnTo>
                      <a:pt x="36608" y="370284"/>
                    </a:lnTo>
                    <a:lnTo>
                      <a:pt x="34899" y="377727"/>
                    </a:lnTo>
                    <a:lnTo>
                      <a:pt x="27456" y="376018"/>
                    </a:lnTo>
                    <a:lnTo>
                      <a:pt x="25747" y="383462"/>
                    </a:lnTo>
                    <a:lnTo>
                      <a:pt x="18304" y="381753"/>
                    </a:lnTo>
                    <a:lnTo>
                      <a:pt x="16595" y="389196"/>
                    </a:lnTo>
                    <a:lnTo>
                      <a:pt x="9152" y="387487"/>
                    </a:lnTo>
                    <a:lnTo>
                      <a:pt x="7443" y="394930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41241" y="418360"/>
                    </a:lnTo>
                    <a:lnTo>
                      <a:pt x="35507" y="409208"/>
                    </a:lnTo>
                    <a:lnTo>
                      <a:pt x="40083" y="406341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899" y="3777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96" name="Контур"/>
              <p:cNvSpPr/>
              <p:nvPr/>
            </p:nvSpPr>
            <p:spPr>
              <a:xfrm>
                <a:off x="1367043" y="9106704"/>
                <a:ext cx="1015875" cy="636571"/>
              </a:xfrm>
              <a:custGeom>
                <a:avLst/>
                <a:gdLst/>
                <a:ahLst/>
                <a:cxnLst/>
                <a:rect l="l" t="t" r="r" b="b"/>
                <a:pathLst>
                  <a:path w="1015875" h="636571" fill="none">
                    <a:moveTo>
                      <a:pt x="0" y="636571"/>
                    </a:moveTo>
                    <a:lnTo>
                      <a:pt x="106770" y="569667"/>
                    </a:lnTo>
                    <a:moveTo>
                      <a:pt x="106770" y="569667"/>
                    </a:moveTo>
                    <a:lnTo>
                      <a:pt x="213540" y="502762"/>
                    </a:lnTo>
                    <a:moveTo>
                      <a:pt x="213540" y="502762"/>
                    </a:moveTo>
                    <a:lnTo>
                      <a:pt x="320310" y="435858"/>
                    </a:lnTo>
                    <a:moveTo>
                      <a:pt x="320310" y="435858"/>
                    </a:moveTo>
                    <a:lnTo>
                      <a:pt x="427080" y="368953"/>
                    </a:lnTo>
                    <a:moveTo>
                      <a:pt x="427080" y="368953"/>
                    </a:moveTo>
                    <a:lnTo>
                      <a:pt x="533849" y="302049"/>
                    </a:lnTo>
                    <a:moveTo>
                      <a:pt x="533849" y="302049"/>
                    </a:moveTo>
                    <a:lnTo>
                      <a:pt x="640619" y="235144"/>
                    </a:lnTo>
                    <a:moveTo>
                      <a:pt x="640619" y="235144"/>
                    </a:moveTo>
                    <a:lnTo>
                      <a:pt x="747389" y="168240"/>
                    </a:lnTo>
                    <a:moveTo>
                      <a:pt x="747389" y="168240"/>
                    </a:moveTo>
                    <a:lnTo>
                      <a:pt x="854159" y="101335"/>
                    </a:lnTo>
                    <a:moveTo>
                      <a:pt x="854159" y="101335"/>
                    </a:moveTo>
                    <a:lnTo>
                      <a:pt x="960929" y="34431"/>
                    </a:lnTo>
                    <a:moveTo>
                      <a:pt x="960929" y="34431"/>
                    </a:moveTo>
                    <a:lnTo>
                      <a:pt x="101587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97" name="Контур"/>
              <p:cNvSpPr/>
              <p:nvPr/>
            </p:nvSpPr>
            <p:spPr>
              <a:xfrm>
                <a:off x="1497851" y="9138817"/>
                <a:ext cx="895401" cy="583312"/>
              </a:xfrm>
              <a:custGeom>
                <a:avLst/>
                <a:gdLst/>
                <a:ahLst/>
                <a:cxnLst/>
                <a:rect l="l" t="t" r="r" b="b"/>
                <a:pathLst>
                  <a:path w="895401" h="583312" fill="none">
                    <a:moveTo>
                      <a:pt x="4636" y="583312"/>
                    </a:moveTo>
                    <a:lnTo>
                      <a:pt x="0" y="535236"/>
                    </a:lnTo>
                    <a:lnTo>
                      <a:pt x="41242" y="560373"/>
                    </a:lnTo>
                    <a:lnTo>
                      <a:pt x="4636" y="583312"/>
                    </a:lnTo>
                    <a:lnTo>
                      <a:pt x="9211" y="580445"/>
                    </a:lnTo>
                    <a:lnTo>
                      <a:pt x="5735" y="544388"/>
                    </a:lnTo>
                    <a:lnTo>
                      <a:pt x="36666" y="563241"/>
                    </a:lnTo>
                    <a:lnTo>
                      <a:pt x="33799" y="558665"/>
                    </a:lnTo>
                    <a:lnTo>
                      <a:pt x="6344" y="575869"/>
                    </a:lnTo>
                    <a:lnTo>
                      <a:pt x="9211" y="580445"/>
                    </a:lnTo>
                    <a:lnTo>
                      <a:pt x="4636" y="583312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2868" y="539812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41242" y="560373"/>
                    </a:lnTo>
                    <a:lnTo>
                      <a:pt x="29223" y="561532"/>
                    </a:lnTo>
                    <a:lnTo>
                      <a:pt x="27515" y="568975"/>
                    </a:lnTo>
                    <a:lnTo>
                      <a:pt x="20072" y="567267"/>
                    </a:lnTo>
                    <a:lnTo>
                      <a:pt x="18363" y="574710"/>
                    </a:lnTo>
                    <a:lnTo>
                      <a:pt x="10920" y="573001"/>
                    </a:lnTo>
                    <a:lnTo>
                      <a:pt x="4636" y="583312"/>
                    </a:lnTo>
                    <a:lnTo>
                      <a:pt x="6344" y="575869"/>
                    </a:lnTo>
                    <a:lnTo>
                      <a:pt x="13787" y="577577"/>
                    </a:lnTo>
                    <a:lnTo>
                      <a:pt x="15496" y="570134"/>
                    </a:lnTo>
                    <a:lnTo>
                      <a:pt x="22939" y="571843"/>
                    </a:lnTo>
                    <a:lnTo>
                      <a:pt x="24647" y="564399"/>
                    </a:lnTo>
                    <a:lnTo>
                      <a:pt x="32091" y="566108"/>
                    </a:lnTo>
                    <a:lnTo>
                      <a:pt x="33799" y="558665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0" y="535236"/>
                    </a:lnTo>
                    <a:lnTo>
                      <a:pt x="5735" y="544388"/>
                    </a:lnTo>
                    <a:lnTo>
                      <a:pt x="1159" y="547255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344" y="575869"/>
                    </a:lnTo>
                    <a:moveTo>
                      <a:pt x="218175" y="449503"/>
                    </a:moveTo>
                    <a:lnTo>
                      <a:pt x="213540" y="401427"/>
                    </a:lnTo>
                    <a:lnTo>
                      <a:pt x="254782" y="426564"/>
                    </a:lnTo>
                    <a:lnTo>
                      <a:pt x="218175" y="449503"/>
                    </a:lnTo>
                    <a:lnTo>
                      <a:pt x="222751" y="446636"/>
                    </a:lnTo>
                    <a:lnTo>
                      <a:pt x="219274" y="410579"/>
                    </a:lnTo>
                    <a:lnTo>
                      <a:pt x="250206" y="429432"/>
                    </a:lnTo>
                    <a:lnTo>
                      <a:pt x="247339" y="424856"/>
                    </a:lnTo>
                    <a:lnTo>
                      <a:pt x="219884" y="442060"/>
                    </a:lnTo>
                    <a:lnTo>
                      <a:pt x="222751" y="446636"/>
                    </a:lnTo>
                    <a:lnTo>
                      <a:pt x="218175" y="449503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16407" y="406003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54782" y="426564"/>
                    </a:lnTo>
                    <a:lnTo>
                      <a:pt x="242763" y="427723"/>
                    </a:lnTo>
                    <a:lnTo>
                      <a:pt x="241054" y="435166"/>
                    </a:lnTo>
                    <a:lnTo>
                      <a:pt x="233611" y="433458"/>
                    </a:lnTo>
                    <a:lnTo>
                      <a:pt x="231903" y="440901"/>
                    </a:lnTo>
                    <a:lnTo>
                      <a:pt x="224459" y="439193"/>
                    </a:lnTo>
                    <a:lnTo>
                      <a:pt x="218175" y="449503"/>
                    </a:lnTo>
                    <a:lnTo>
                      <a:pt x="219884" y="442060"/>
                    </a:lnTo>
                    <a:lnTo>
                      <a:pt x="227327" y="443768"/>
                    </a:lnTo>
                    <a:lnTo>
                      <a:pt x="229035" y="436325"/>
                    </a:lnTo>
                    <a:lnTo>
                      <a:pt x="236479" y="438034"/>
                    </a:lnTo>
                    <a:lnTo>
                      <a:pt x="238187" y="430590"/>
                    </a:lnTo>
                    <a:lnTo>
                      <a:pt x="245630" y="432299"/>
                    </a:lnTo>
                    <a:lnTo>
                      <a:pt x="247339" y="424856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13540" y="401427"/>
                    </a:lnTo>
                    <a:lnTo>
                      <a:pt x="219274" y="410579"/>
                    </a:lnTo>
                    <a:lnTo>
                      <a:pt x="214699" y="413446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19884" y="442060"/>
                    </a:lnTo>
                    <a:moveTo>
                      <a:pt x="431715" y="315694"/>
                    </a:moveTo>
                    <a:lnTo>
                      <a:pt x="427079" y="267618"/>
                    </a:lnTo>
                    <a:lnTo>
                      <a:pt x="468321" y="292755"/>
                    </a:lnTo>
                    <a:lnTo>
                      <a:pt x="431715" y="315694"/>
                    </a:lnTo>
                    <a:lnTo>
                      <a:pt x="436291" y="312827"/>
                    </a:lnTo>
                    <a:lnTo>
                      <a:pt x="432814" y="276770"/>
                    </a:lnTo>
                    <a:lnTo>
                      <a:pt x="463746" y="295623"/>
                    </a:lnTo>
                    <a:lnTo>
                      <a:pt x="460878" y="291047"/>
                    </a:lnTo>
                    <a:lnTo>
                      <a:pt x="433423" y="308251"/>
                    </a:lnTo>
                    <a:lnTo>
                      <a:pt x="436291" y="312827"/>
                    </a:lnTo>
                    <a:lnTo>
                      <a:pt x="431715" y="315694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29947" y="272194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68321" y="292755"/>
                    </a:lnTo>
                    <a:lnTo>
                      <a:pt x="456302" y="293914"/>
                    </a:lnTo>
                    <a:lnTo>
                      <a:pt x="454594" y="301357"/>
                    </a:lnTo>
                    <a:lnTo>
                      <a:pt x="447151" y="299649"/>
                    </a:lnTo>
                    <a:lnTo>
                      <a:pt x="445442" y="307092"/>
                    </a:lnTo>
                    <a:lnTo>
                      <a:pt x="437999" y="305384"/>
                    </a:lnTo>
                    <a:lnTo>
                      <a:pt x="431715" y="315694"/>
                    </a:lnTo>
                    <a:lnTo>
                      <a:pt x="433423" y="308251"/>
                    </a:lnTo>
                    <a:lnTo>
                      <a:pt x="440866" y="309959"/>
                    </a:lnTo>
                    <a:lnTo>
                      <a:pt x="442575" y="302516"/>
                    </a:lnTo>
                    <a:lnTo>
                      <a:pt x="450018" y="304225"/>
                    </a:lnTo>
                    <a:lnTo>
                      <a:pt x="451727" y="296782"/>
                    </a:lnTo>
                    <a:lnTo>
                      <a:pt x="459170" y="298490"/>
                    </a:lnTo>
                    <a:lnTo>
                      <a:pt x="460878" y="291047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27079" y="267618"/>
                    </a:lnTo>
                    <a:lnTo>
                      <a:pt x="432814" y="276770"/>
                    </a:lnTo>
                    <a:lnTo>
                      <a:pt x="428238" y="279637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423" y="308251"/>
                    </a:lnTo>
                    <a:moveTo>
                      <a:pt x="645254" y="181885"/>
                    </a:moveTo>
                    <a:lnTo>
                      <a:pt x="640619" y="133809"/>
                    </a:lnTo>
                    <a:lnTo>
                      <a:pt x="681861" y="158946"/>
                    </a:lnTo>
                    <a:lnTo>
                      <a:pt x="645254" y="181885"/>
                    </a:lnTo>
                    <a:lnTo>
                      <a:pt x="649830" y="179018"/>
                    </a:lnTo>
                    <a:lnTo>
                      <a:pt x="646354" y="142961"/>
                    </a:lnTo>
                    <a:lnTo>
                      <a:pt x="677285" y="161814"/>
                    </a:lnTo>
                    <a:lnTo>
                      <a:pt x="674418" y="157238"/>
                    </a:lnTo>
                    <a:lnTo>
                      <a:pt x="646963" y="174442"/>
                    </a:lnTo>
                    <a:lnTo>
                      <a:pt x="649830" y="179018"/>
                    </a:lnTo>
                    <a:lnTo>
                      <a:pt x="645254" y="181885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3486" y="138385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81861" y="158946"/>
                    </a:lnTo>
                    <a:lnTo>
                      <a:pt x="669842" y="160105"/>
                    </a:lnTo>
                    <a:lnTo>
                      <a:pt x="668134" y="167548"/>
                    </a:lnTo>
                    <a:lnTo>
                      <a:pt x="660690" y="165840"/>
                    </a:lnTo>
                    <a:lnTo>
                      <a:pt x="658982" y="173283"/>
                    </a:lnTo>
                    <a:lnTo>
                      <a:pt x="651539" y="171575"/>
                    </a:lnTo>
                    <a:lnTo>
                      <a:pt x="645254" y="181885"/>
                    </a:lnTo>
                    <a:lnTo>
                      <a:pt x="646963" y="174442"/>
                    </a:lnTo>
                    <a:lnTo>
                      <a:pt x="654406" y="176150"/>
                    </a:lnTo>
                    <a:lnTo>
                      <a:pt x="656114" y="168707"/>
                    </a:lnTo>
                    <a:lnTo>
                      <a:pt x="663558" y="170416"/>
                    </a:lnTo>
                    <a:lnTo>
                      <a:pt x="665266" y="162973"/>
                    </a:lnTo>
                    <a:lnTo>
                      <a:pt x="672709" y="164681"/>
                    </a:lnTo>
                    <a:lnTo>
                      <a:pt x="674418" y="157238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40619" y="133809"/>
                    </a:lnTo>
                    <a:lnTo>
                      <a:pt x="646354" y="142961"/>
                    </a:lnTo>
                    <a:lnTo>
                      <a:pt x="641778" y="145828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6963" y="174442"/>
                    </a:lnTo>
                    <a:moveTo>
                      <a:pt x="858794" y="48076"/>
                    </a:moveTo>
                    <a:lnTo>
                      <a:pt x="854159" y="0"/>
                    </a:lnTo>
                    <a:lnTo>
                      <a:pt x="895401" y="25137"/>
                    </a:lnTo>
                    <a:lnTo>
                      <a:pt x="858794" y="48076"/>
                    </a:lnTo>
                    <a:lnTo>
                      <a:pt x="863370" y="45209"/>
                    </a:lnTo>
                    <a:lnTo>
                      <a:pt x="859893" y="9152"/>
                    </a:lnTo>
                    <a:lnTo>
                      <a:pt x="890825" y="28005"/>
                    </a:lnTo>
                    <a:lnTo>
                      <a:pt x="887957" y="23429"/>
                    </a:lnTo>
                    <a:lnTo>
                      <a:pt x="860502" y="40633"/>
                    </a:lnTo>
                    <a:lnTo>
                      <a:pt x="863370" y="45209"/>
                    </a:lnTo>
                    <a:lnTo>
                      <a:pt x="858794" y="48076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57026" y="4576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95401" y="25137"/>
                    </a:lnTo>
                    <a:lnTo>
                      <a:pt x="883382" y="26296"/>
                    </a:lnTo>
                    <a:lnTo>
                      <a:pt x="881673" y="33739"/>
                    </a:lnTo>
                    <a:lnTo>
                      <a:pt x="874230" y="32031"/>
                    </a:lnTo>
                    <a:lnTo>
                      <a:pt x="872521" y="39474"/>
                    </a:lnTo>
                    <a:lnTo>
                      <a:pt x="865078" y="37766"/>
                    </a:lnTo>
                    <a:lnTo>
                      <a:pt x="858794" y="48076"/>
                    </a:lnTo>
                    <a:lnTo>
                      <a:pt x="860502" y="40633"/>
                    </a:lnTo>
                    <a:lnTo>
                      <a:pt x="867946" y="42341"/>
                    </a:lnTo>
                    <a:lnTo>
                      <a:pt x="869654" y="34898"/>
                    </a:lnTo>
                    <a:lnTo>
                      <a:pt x="877097" y="36607"/>
                    </a:lnTo>
                    <a:lnTo>
                      <a:pt x="878806" y="29164"/>
                    </a:lnTo>
                    <a:lnTo>
                      <a:pt x="886249" y="30872"/>
                    </a:lnTo>
                    <a:lnTo>
                      <a:pt x="887957" y="23429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54159" y="0"/>
                    </a:lnTo>
                    <a:lnTo>
                      <a:pt x="859893" y="9152"/>
                    </a:lnTo>
                    <a:lnTo>
                      <a:pt x="855317" y="12019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0502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98" name="Контур"/>
              <p:cNvSpPr/>
              <p:nvPr/>
            </p:nvSpPr>
            <p:spPr>
              <a:xfrm>
                <a:off x="1770704" y="7500570"/>
                <a:ext cx="567283" cy="1374133"/>
              </a:xfrm>
              <a:custGeom>
                <a:avLst/>
                <a:gdLst/>
                <a:ahLst/>
                <a:cxnLst/>
                <a:rect l="l" t="t" r="r" b="b"/>
                <a:pathLst>
                  <a:path w="567283" h="1374133" fill="none">
                    <a:moveTo>
                      <a:pt x="181674" y="1374133"/>
                    </a:moveTo>
                    <a:lnTo>
                      <a:pt x="213705" y="1354061"/>
                    </a:lnTo>
                    <a:moveTo>
                      <a:pt x="213705" y="1354061"/>
                    </a:moveTo>
                    <a:lnTo>
                      <a:pt x="245735" y="1333989"/>
                    </a:lnTo>
                    <a:moveTo>
                      <a:pt x="245735" y="1333989"/>
                    </a:moveTo>
                    <a:lnTo>
                      <a:pt x="277766" y="1313917"/>
                    </a:lnTo>
                    <a:moveTo>
                      <a:pt x="277766" y="1313917"/>
                    </a:moveTo>
                    <a:lnTo>
                      <a:pt x="309796" y="1293846"/>
                    </a:lnTo>
                    <a:moveTo>
                      <a:pt x="309796" y="1293846"/>
                    </a:moveTo>
                    <a:lnTo>
                      <a:pt x="341827" y="1273774"/>
                    </a:lnTo>
                    <a:moveTo>
                      <a:pt x="341827" y="1273774"/>
                    </a:moveTo>
                    <a:lnTo>
                      <a:pt x="373858" y="1253702"/>
                    </a:lnTo>
                    <a:moveTo>
                      <a:pt x="373858" y="1253702"/>
                    </a:moveTo>
                    <a:lnTo>
                      <a:pt x="405888" y="1233630"/>
                    </a:lnTo>
                    <a:moveTo>
                      <a:pt x="405888" y="1233630"/>
                    </a:moveTo>
                    <a:lnTo>
                      <a:pt x="437919" y="1213558"/>
                    </a:lnTo>
                    <a:moveTo>
                      <a:pt x="437919" y="1213558"/>
                    </a:moveTo>
                    <a:lnTo>
                      <a:pt x="469949" y="1193486"/>
                    </a:lnTo>
                    <a:moveTo>
                      <a:pt x="469949" y="1193486"/>
                    </a:moveTo>
                    <a:lnTo>
                      <a:pt x="501980" y="1173414"/>
                    </a:lnTo>
                    <a:moveTo>
                      <a:pt x="501980" y="1173414"/>
                    </a:moveTo>
                    <a:lnTo>
                      <a:pt x="530674" y="1155433"/>
                    </a:lnTo>
                    <a:moveTo>
                      <a:pt x="530674" y="1155433"/>
                    </a:moveTo>
                    <a:lnTo>
                      <a:pt x="567283" y="1132483"/>
                    </a:lnTo>
                    <a:moveTo>
                      <a:pt x="567283" y="1132483"/>
                    </a:moveTo>
                    <a:lnTo>
                      <a:pt x="550353" y="1098686"/>
                    </a:lnTo>
                    <a:moveTo>
                      <a:pt x="550353" y="1098686"/>
                    </a:moveTo>
                    <a:lnTo>
                      <a:pt x="533423" y="1064889"/>
                    </a:lnTo>
                    <a:moveTo>
                      <a:pt x="533423" y="1064889"/>
                    </a:moveTo>
                    <a:lnTo>
                      <a:pt x="516494" y="1031093"/>
                    </a:lnTo>
                    <a:moveTo>
                      <a:pt x="516494" y="1031093"/>
                    </a:moveTo>
                    <a:lnTo>
                      <a:pt x="499564" y="997296"/>
                    </a:lnTo>
                    <a:moveTo>
                      <a:pt x="499564" y="997296"/>
                    </a:moveTo>
                    <a:lnTo>
                      <a:pt x="482635" y="963499"/>
                    </a:lnTo>
                    <a:moveTo>
                      <a:pt x="482635" y="963499"/>
                    </a:moveTo>
                    <a:lnTo>
                      <a:pt x="465705" y="929702"/>
                    </a:lnTo>
                    <a:moveTo>
                      <a:pt x="465705" y="929702"/>
                    </a:moveTo>
                    <a:lnTo>
                      <a:pt x="448776" y="895905"/>
                    </a:lnTo>
                    <a:moveTo>
                      <a:pt x="448776" y="895905"/>
                    </a:moveTo>
                    <a:lnTo>
                      <a:pt x="431846" y="862108"/>
                    </a:lnTo>
                    <a:moveTo>
                      <a:pt x="431846" y="862108"/>
                    </a:moveTo>
                    <a:lnTo>
                      <a:pt x="414917" y="828311"/>
                    </a:lnTo>
                    <a:moveTo>
                      <a:pt x="414917" y="828311"/>
                    </a:moveTo>
                    <a:lnTo>
                      <a:pt x="397987" y="794514"/>
                    </a:lnTo>
                    <a:moveTo>
                      <a:pt x="397987" y="794514"/>
                    </a:moveTo>
                    <a:lnTo>
                      <a:pt x="381058" y="760717"/>
                    </a:lnTo>
                    <a:moveTo>
                      <a:pt x="381058" y="760717"/>
                    </a:moveTo>
                    <a:lnTo>
                      <a:pt x="364788" y="728237"/>
                    </a:lnTo>
                    <a:moveTo>
                      <a:pt x="468384" y="665714"/>
                    </a:moveTo>
                    <a:lnTo>
                      <a:pt x="485313" y="699511"/>
                    </a:lnTo>
                    <a:moveTo>
                      <a:pt x="485313" y="699511"/>
                    </a:moveTo>
                    <a:lnTo>
                      <a:pt x="502242" y="733308"/>
                    </a:lnTo>
                    <a:moveTo>
                      <a:pt x="502242" y="733308"/>
                    </a:moveTo>
                    <a:lnTo>
                      <a:pt x="519172" y="767105"/>
                    </a:lnTo>
                    <a:moveTo>
                      <a:pt x="519172" y="767105"/>
                    </a:moveTo>
                    <a:lnTo>
                      <a:pt x="523996" y="776737"/>
                    </a:lnTo>
                    <a:lnTo>
                      <a:pt x="537835" y="768113"/>
                    </a:lnTo>
                    <a:moveTo>
                      <a:pt x="0" y="0"/>
                    </a:moveTo>
                    <a:lnTo>
                      <a:pt x="16930" y="33797"/>
                    </a:lnTo>
                    <a:moveTo>
                      <a:pt x="16930" y="33797"/>
                    </a:moveTo>
                    <a:lnTo>
                      <a:pt x="33859" y="67594"/>
                    </a:lnTo>
                    <a:moveTo>
                      <a:pt x="33859" y="67594"/>
                    </a:moveTo>
                    <a:lnTo>
                      <a:pt x="50789" y="101391"/>
                    </a:lnTo>
                    <a:moveTo>
                      <a:pt x="50789" y="101391"/>
                    </a:moveTo>
                    <a:lnTo>
                      <a:pt x="67718" y="135188"/>
                    </a:lnTo>
                    <a:moveTo>
                      <a:pt x="67718" y="135188"/>
                    </a:moveTo>
                    <a:lnTo>
                      <a:pt x="84648" y="168985"/>
                    </a:lnTo>
                    <a:moveTo>
                      <a:pt x="84648" y="168985"/>
                    </a:moveTo>
                    <a:lnTo>
                      <a:pt x="101577" y="202782"/>
                    </a:lnTo>
                    <a:moveTo>
                      <a:pt x="101577" y="202782"/>
                    </a:moveTo>
                    <a:lnTo>
                      <a:pt x="118507" y="236579"/>
                    </a:lnTo>
                    <a:moveTo>
                      <a:pt x="118507" y="236579"/>
                    </a:moveTo>
                    <a:lnTo>
                      <a:pt x="135436" y="270376"/>
                    </a:lnTo>
                    <a:moveTo>
                      <a:pt x="135436" y="270376"/>
                    </a:moveTo>
                    <a:lnTo>
                      <a:pt x="152366" y="304173"/>
                    </a:lnTo>
                    <a:moveTo>
                      <a:pt x="152366" y="304173"/>
                    </a:moveTo>
                    <a:lnTo>
                      <a:pt x="169295" y="337970"/>
                    </a:lnTo>
                    <a:moveTo>
                      <a:pt x="169295" y="337970"/>
                    </a:moveTo>
                    <a:lnTo>
                      <a:pt x="186225" y="371767"/>
                    </a:lnTo>
                    <a:moveTo>
                      <a:pt x="186225" y="371767"/>
                    </a:moveTo>
                    <a:lnTo>
                      <a:pt x="203154" y="405563"/>
                    </a:lnTo>
                    <a:moveTo>
                      <a:pt x="203154" y="405563"/>
                    </a:moveTo>
                    <a:lnTo>
                      <a:pt x="220084" y="439360"/>
                    </a:lnTo>
                    <a:moveTo>
                      <a:pt x="220084" y="439360"/>
                    </a:moveTo>
                    <a:lnTo>
                      <a:pt x="237013" y="473157"/>
                    </a:lnTo>
                    <a:moveTo>
                      <a:pt x="237013" y="473157"/>
                    </a:moveTo>
                    <a:lnTo>
                      <a:pt x="253943" y="506954"/>
                    </a:lnTo>
                    <a:moveTo>
                      <a:pt x="253943" y="506954"/>
                    </a:moveTo>
                    <a:lnTo>
                      <a:pt x="270872" y="540751"/>
                    </a:lnTo>
                    <a:moveTo>
                      <a:pt x="270872" y="540751"/>
                    </a:moveTo>
                    <a:lnTo>
                      <a:pt x="287802" y="574548"/>
                    </a:lnTo>
                    <a:moveTo>
                      <a:pt x="287802" y="574548"/>
                    </a:moveTo>
                    <a:lnTo>
                      <a:pt x="304732" y="608345"/>
                    </a:lnTo>
                    <a:moveTo>
                      <a:pt x="304732" y="608345"/>
                    </a:moveTo>
                    <a:lnTo>
                      <a:pt x="321661" y="642142"/>
                    </a:lnTo>
                    <a:moveTo>
                      <a:pt x="321661" y="642142"/>
                    </a:moveTo>
                    <a:lnTo>
                      <a:pt x="338591" y="675939"/>
                    </a:lnTo>
                    <a:moveTo>
                      <a:pt x="338591" y="675939"/>
                    </a:moveTo>
                    <a:lnTo>
                      <a:pt x="355520" y="709736"/>
                    </a:lnTo>
                    <a:moveTo>
                      <a:pt x="355520" y="709736"/>
                    </a:moveTo>
                    <a:lnTo>
                      <a:pt x="364788" y="728237"/>
                    </a:lnTo>
                    <a:moveTo>
                      <a:pt x="193712" y="81645"/>
                    </a:moveTo>
                    <a:lnTo>
                      <a:pt x="191875" y="92173"/>
                    </a:lnTo>
                    <a:lnTo>
                      <a:pt x="198863" y="118370"/>
                    </a:lnTo>
                    <a:moveTo>
                      <a:pt x="198863" y="118370"/>
                    </a:moveTo>
                    <a:lnTo>
                      <a:pt x="204165" y="138248"/>
                    </a:lnTo>
                    <a:lnTo>
                      <a:pt x="211880" y="153650"/>
                    </a:lnTo>
                    <a:moveTo>
                      <a:pt x="211880" y="153650"/>
                    </a:moveTo>
                    <a:lnTo>
                      <a:pt x="228810" y="187447"/>
                    </a:lnTo>
                    <a:moveTo>
                      <a:pt x="228810" y="187447"/>
                    </a:moveTo>
                    <a:lnTo>
                      <a:pt x="245740" y="221244"/>
                    </a:lnTo>
                    <a:moveTo>
                      <a:pt x="245740" y="221244"/>
                    </a:moveTo>
                    <a:lnTo>
                      <a:pt x="262669" y="255041"/>
                    </a:lnTo>
                    <a:moveTo>
                      <a:pt x="262669" y="255041"/>
                    </a:moveTo>
                    <a:lnTo>
                      <a:pt x="279599" y="288838"/>
                    </a:lnTo>
                    <a:moveTo>
                      <a:pt x="279599" y="288838"/>
                    </a:moveTo>
                    <a:lnTo>
                      <a:pt x="296528" y="322635"/>
                    </a:lnTo>
                    <a:moveTo>
                      <a:pt x="296528" y="322635"/>
                    </a:moveTo>
                    <a:lnTo>
                      <a:pt x="313458" y="356432"/>
                    </a:lnTo>
                    <a:moveTo>
                      <a:pt x="313458" y="356432"/>
                    </a:moveTo>
                    <a:lnTo>
                      <a:pt x="330387" y="390229"/>
                    </a:lnTo>
                    <a:moveTo>
                      <a:pt x="330387" y="390229"/>
                    </a:moveTo>
                    <a:lnTo>
                      <a:pt x="347317" y="424026"/>
                    </a:lnTo>
                    <a:moveTo>
                      <a:pt x="347317" y="424026"/>
                    </a:moveTo>
                    <a:lnTo>
                      <a:pt x="364246" y="457822"/>
                    </a:lnTo>
                    <a:moveTo>
                      <a:pt x="364246" y="457822"/>
                    </a:moveTo>
                    <a:lnTo>
                      <a:pt x="381176" y="491619"/>
                    </a:lnTo>
                    <a:moveTo>
                      <a:pt x="381176" y="491619"/>
                    </a:moveTo>
                    <a:lnTo>
                      <a:pt x="398105" y="525416"/>
                    </a:lnTo>
                    <a:moveTo>
                      <a:pt x="398105" y="525416"/>
                    </a:moveTo>
                    <a:lnTo>
                      <a:pt x="415035" y="559213"/>
                    </a:lnTo>
                    <a:moveTo>
                      <a:pt x="415035" y="559213"/>
                    </a:moveTo>
                    <a:lnTo>
                      <a:pt x="431965" y="593010"/>
                    </a:lnTo>
                    <a:moveTo>
                      <a:pt x="431965" y="593010"/>
                    </a:moveTo>
                    <a:lnTo>
                      <a:pt x="448894" y="626807"/>
                    </a:lnTo>
                    <a:moveTo>
                      <a:pt x="448894" y="626807"/>
                    </a:moveTo>
                    <a:lnTo>
                      <a:pt x="465824" y="660604"/>
                    </a:lnTo>
                    <a:moveTo>
                      <a:pt x="465824" y="660604"/>
                    </a:moveTo>
                    <a:lnTo>
                      <a:pt x="468384" y="66571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99" name="Контур"/>
              <p:cNvSpPr/>
              <p:nvPr/>
            </p:nvSpPr>
            <p:spPr>
              <a:xfrm>
                <a:off x="863459" y="7208654"/>
                <a:ext cx="115258" cy="70094"/>
              </a:xfrm>
              <a:custGeom>
                <a:avLst/>
                <a:gdLst/>
                <a:ahLst/>
                <a:cxnLst/>
                <a:rect l="l" t="t" r="r" b="b"/>
                <a:pathLst>
                  <a:path w="115258" h="70094" fill="none">
                    <a:moveTo>
                      <a:pt x="0" y="70094"/>
                    </a:moveTo>
                    <a:lnTo>
                      <a:pt x="40129" y="45689"/>
                    </a:lnTo>
                    <a:lnTo>
                      <a:pt x="115258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00" name="Контур"/>
              <p:cNvSpPr/>
              <p:nvPr/>
            </p:nvSpPr>
            <p:spPr>
              <a:xfrm>
                <a:off x="1770704" y="7054673"/>
                <a:ext cx="612214" cy="527542"/>
              </a:xfrm>
              <a:custGeom>
                <a:avLst/>
                <a:gdLst/>
                <a:ahLst/>
                <a:cxnLst/>
                <a:rect l="l" t="t" r="r" b="b"/>
                <a:pathLst>
                  <a:path w="612214" h="527542" fill="none">
                    <a:moveTo>
                      <a:pt x="612214" y="203083"/>
                    </a:moveTo>
                    <a:lnTo>
                      <a:pt x="580350" y="223418"/>
                    </a:lnTo>
                    <a:moveTo>
                      <a:pt x="580350" y="223418"/>
                    </a:moveTo>
                    <a:lnTo>
                      <a:pt x="548486" y="243753"/>
                    </a:lnTo>
                    <a:moveTo>
                      <a:pt x="548486" y="243753"/>
                    </a:moveTo>
                    <a:lnTo>
                      <a:pt x="516622" y="264088"/>
                    </a:lnTo>
                    <a:moveTo>
                      <a:pt x="516622" y="264088"/>
                    </a:moveTo>
                    <a:lnTo>
                      <a:pt x="484758" y="284423"/>
                    </a:lnTo>
                    <a:moveTo>
                      <a:pt x="484758" y="284423"/>
                    </a:moveTo>
                    <a:lnTo>
                      <a:pt x="452893" y="304758"/>
                    </a:lnTo>
                    <a:moveTo>
                      <a:pt x="452893" y="304758"/>
                    </a:moveTo>
                    <a:lnTo>
                      <a:pt x="421029" y="325093"/>
                    </a:lnTo>
                    <a:moveTo>
                      <a:pt x="421029" y="325093"/>
                    </a:moveTo>
                    <a:lnTo>
                      <a:pt x="389165" y="345428"/>
                    </a:lnTo>
                    <a:moveTo>
                      <a:pt x="389165" y="345428"/>
                    </a:moveTo>
                    <a:lnTo>
                      <a:pt x="357301" y="365763"/>
                    </a:lnTo>
                    <a:moveTo>
                      <a:pt x="357301" y="365763"/>
                    </a:moveTo>
                    <a:lnTo>
                      <a:pt x="325437" y="386098"/>
                    </a:lnTo>
                    <a:moveTo>
                      <a:pt x="325437" y="386098"/>
                    </a:moveTo>
                    <a:lnTo>
                      <a:pt x="293572" y="406433"/>
                    </a:lnTo>
                    <a:moveTo>
                      <a:pt x="293572" y="406433"/>
                    </a:moveTo>
                    <a:lnTo>
                      <a:pt x="261708" y="426768"/>
                    </a:lnTo>
                    <a:moveTo>
                      <a:pt x="261708" y="426768"/>
                    </a:moveTo>
                    <a:lnTo>
                      <a:pt x="251858" y="433054"/>
                    </a:lnTo>
                    <a:lnTo>
                      <a:pt x="231936" y="449939"/>
                    </a:lnTo>
                    <a:moveTo>
                      <a:pt x="231936" y="449939"/>
                    </a:moveTo>
                    <a:lnTo>
                      <a:pt x="218905" y="460983"/>
                    </a:lnTo>
                    <a:lnTo>
                      <a:pt x="208619" y="478968"/>
                    </a:lnTo>
                    <a:moveTo>
                      <a:pt x="208619" y="478968"/>
                    </a:moveTo>
                    <a:lnTo>
                      <a:pt x="199408" y="495076"/>
                    </a:lnTo>
                    <a:lnTo>
                      <a:pt x="196082" y="514031"/>
                    </a:lnTo>
                    <a:moveTo>
                      <a:pt x="196082" y="514031"/>
                    </a:moveTo>
                    <a:lnTo>
                      <a:pt x="193712" y="527542"/>
                    </a:lnTo>
                    <a:moveTo>
                      <a:pt x="0" y="445897"/>
                    </a:moveTo>
                    <a:lnTo>
                      <a:pt x="30555" y="423644"/>
                    </a:lnTo>
                    <a:moveTo>
                      <a:pt x="30555" y="423644"/>
                    </a:moveTo>
                    <a:lnTo>
                      <a:pt x="61110" y="401390"/>
                    </a:lnTo>
                    <a:moveTo>
                      <a:pt x="61110" y="401390"/>
                    </a:moveTo>
                    <a:lnTo>
                      <a:pt x="91665" y="379136"/>
                    </a:lnTo>
                    <a:moveTo>
                      <a:pt x="91665" y="379136"/>
                    </a:moveTo>
                    <a:lnTo>
                      <a:pt x="122221" y="356883"/>
                    </a:lnTo>
                    <a:moveTo>
                      <a:pt x="122221" y="356883"/>
                    </a:moveTo>
                    <a:lnTo>
                      <a:pt x="152776" y="334629"/>
                    </a:lnTo>
                    <a:moveTo>
                      <a:pt x="152776" y="334629"/>
                    </a:moveTo>
                    <a:lnTo>
                      <a:pt x="183331" y="312375"/>
                    </a:lnTo>
                    <a:moveTo>
                      <a:pt x="183331" y="312375"/>
                    </a:moveTo>
                    <a:lnTo>
                      <a:pt x="213886" y="290122"/>
                    </a:lnTo>
                    <a:moveTo>
                      <a:pt x="213886" y="290122"/>
                    </a:moveTo>
                    <a:lnTo>
                      <a:pt x="244441" y="267868"/>
                    </a:lnTo>
                    <a:moveTo>
                      <a:pt x="244441" y="267868"/>
                    </a:moveTo>
                    <a:lnTo>
                      <a:pt x="274996" y="245614"/>
                    </a:lnTo>
                    <a:moveTo>
                      <a:pt x="274996" y="245614"/>
                    </a:moveTo>
                    <a:lnTo>
                      <a:pt x="305551" y="223361"/>
                    </a:lnTo>
                    <a:moveTo>
                      <a:pt x="305551" y="223361"/>
                    </a:moveTo>
                    <a:lnTo>
                      <a:pt x="325996" y="208470"/>
                    </a:lnTo>
                    <a:lnTo>
                      <a:pt x="336106" y="201107"/>
                    </a:lnTo>
                    <a:moveTo>
                      <a:pt x="336106" y="201107"/>
                    </a:moveTo>
                    <a:lnTo>
                      <a:pt x="366661" y="178854"/>
                    </a:lnTo>
                    <a:moveTo>
                      <a:pt x="366661" y="178854"/>
                    </a:moveTo>
                    <a:lnTo>
                      <a:pt x="397217" y="156600"/>
                    </a:lnTo>
                    <a:moveTo>
                      <a:pt x="397217" y="156600"/>
                    </a:moveTo>
                    <a:lnTo>
                      <a:pt x="427772" y="134346"/>
                    </a:lnTo>
                    <a:moveTo>
                      <a:pt x="427772" y="134346"/>
                    </a:moveTo>
                    <a:lnTo>
                      <a:pt x="458327" y="112093"/>
                    </a:lnTo>
                    <a:moveTo>
                      <a:pt x="458327" y="112093"/>
                    </a:moveTo>
                    <a:lnTo>
                      <a:pt x="488882" y="89839"/>
                    </a:lnTo>
                    <a:moveTo>
                      <a:pt x="488882" y="89839"/>
                    </a:moveTo>
                    <a:lnTo>
                      <a:pt x="519437" y="67585"/>
                    </a:lnTo>
                    <a:moveTo>
                      <a:pt x="519437" y="67585"/>
                    </a:moveTo>
                    <a:lnTo>
                      <a:pt x="546424" y="47930"/>
                    </a:lnTo>
                    <a:lnTo>
                      <a:pt x="549992" y="45331"/>
                    </a:lnTo>
                    <a:moveTo>
                      <a:pt x="549992" y="45331"/>
                    </a:moveTo>
                    <a:lnTo>
                      <a:pt x="580544" y="23073"/>
                    </a:lnTo>
                    <a:moveTo>
                      <a:pt x="580544" y="23073"/>
                    </a:moveTo>
                    <a:lnTo>
                      <a:pt x="611096" y="815"/>
                    </a:lnTo>
                    <a:moveTo>
                      <a:pt x="611096" y="815"/>
                    </a:moveTo>
                    <a:lnTo>
                      <a:pt x="612214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01" name="Контур"/>
              <p:cNvSpPr/>
              <p:nvPr/>
            </p:nvSpPr>
            <p:spPr>
              <a:xfrm>
                <a:off x="863459" y="7131801"/>
                <a:ext cx="115258" cy="146947"/>
              </a:xfrm>
              <a:custGeom>
                <a:avLst/>
                <a:gdLst/>
                <a:ahLst/>
                <a:cxnLst/>
                <a:rect l="l" t="t" r="r" b="b"/>
                <a:pathLst>
                  <a:path w="115258" h="146947" fill="none">
                    <a:moveTo>
                      <a:pt x="115258" y="76853"/>
                    </a:moveTo>
                    <a:lnTo>
                      <a:pt x="40129" y="122542"/>
                    </a:lnTo>
                    <a:lnTo>
                      <a:pt x="0" y="146947"/>
                    </a:lnTo>
                    <a:moveTo>
                      <a:pt x="68911" y="0"/>
                    </a:moveTo>
                    <a:lnTo>
                      <a:pt x="115258" y="76853"/>
                    </a:lnTo>
                    <a:moveTo>
                      <a:pt x="0" y="146947"/>
                    </a:moveTo>
                    <a:lnTo>
                      <a:pt x="40129" y="122542"/>
                    </a:lnTo>
                    <a:lnTo>
                      <a:pt x="115258" y="7685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02" name="Контур"/>
              <p:cNvSpPr/>
              <p:nvPr/>
            </p:nvSpPr>
            <p:spPr>
              <a:xfrm>
                <a:off x="978717" y="6563611"/>
                <a:ext cx="925792" cy="645043"/>
              </a:xfrm>
              <a:custGeom>
                <a:avLst/>
                <a:gdLst/>
                <a:ahLst/>
                <a:cxnLst/>
                <a:rect l="l" t="t" r="r" b="b"/>
                <a:pathLst>
                  <a:path w="925792" h="645043" fill="none">
                    <a:moveTo>
                      <a:pt x="0" y="645043"/>
                    </a:moveTo>
                    <a:lnTo>
                      <a:pt x="32296" y="625402"/>
                    </a:lnTo>
                    <a:moveTo>
                      <a:pt x="32296" y="625402"/>
                    </a:moveTo>
                    <a:lnTo>
                      <a:pt x="64593" y="605761"/>
                    </a:lnTo>
                    <a:moveTo>
                      <a:pt x="64593" y="605761"/>
                    </a:moveTo>
                    <a:lnTo>
                      <a:pt x="96890" y="586120"/>
                    </a:lnTo>
                    <a:moveTo>
                      <a:pt x="96890" y="586120"/>
                    </a:moveTo>
                    <a:lnTo>
                      <a:pt x="129186" y="566479"/>
                    </a:lnTo>
                    <a:moveTo>
                      <a:pt x="129186" y="566479"/>
                    </a:moveTo>
                    <a:lnTo>
                      <a:pt x="161483" y="546838"/>
                    </a:lnTo>
                    <a:moveTo>
                      <a:pt x="161483" y="546838"/>
                    </a:moveTo>
                    <a:lnTo>
                      <a:pt x="193779" y="527197"/>
                    </a:lnTo>
                    <a:moveTo>
                      <a:pt x="193779" y="527197"/>
                    </a:moveTo>
                    <a:lnTo>
                      <a:pt x="226076" y="507556"/>
                    </a:lnTo>
                    <a:moveTo>
                      <a:pt x="226076" y="507556"/>
                    </a:moveTo>
                    <a:lnTo>
                      <a:pt x="258373" y="487915"/>
                    </a:lnTo>
                    <a:moveTo>
                      <a:pt x="258373" y="487915"/>
                    </a:moveTo>
                    <a:lnTo>
                      <a:pt x="290669" y="468274"/>
                    </a:lnTo>
                    <a:moveTo>
                      <a:pt x="290669" y="468274"/>
                    </a:moveTo>
                    <a:lnTo>
                      <a:pt x="322966" y="448633"/>
                    </a:lnTo>
                    <a:moveTo>
                      <a:pt x="322966" y="448633"/>
                    </a:moveTo>
                    <a:lnTo>
                      <a:pt x="355262" y="428991"/>
                    </a:lnTo>
                    <a:moveTo>
                      <a:pt x="355262" y="428991"/>
                    </a:moveTo>
                    <a:lnTo>
                      <a:pt x="387559" y="409350"/>
                    </a:lnTo>
                    <a:moveTo>
                      <a:pt x="387559" y="409350"/>
                    </a:moveTo>
                    <a:lnTo>
                      <a:pt x="419855" y="389709"/>
                    </a:lnTo>
                    <a:moveTo>
                      <a:pt x="419855" y="389709"/>
                    </a:moveTo>
                    <a:lnTo>
                      <a:pt x="452152" y="370068"/>
                    </a:lnTo>
                    <a:moveTo>
                      <a:pt x="452152" y="370068"/>
                    </a:moveTo>
                    <a:lnTo>
                      <a:pt x="484449" y="350427"/>
                    </a:lnTo>
                    <a:moveTo>
                      <a:pt x="484449" y="350427"/>
                    </a:moveTo>
                    <a:lnTo>
                      <a:pt x="516745" y="330786"/>
                    </a:lnTo>
                    <a:moveTo>
                      <a:pt x="516745" y="330786"/>
                    </a:moveTo>
                    <a:lnTo>
                      <a:pt x="549042" y="311145"/>
                    </a:lnTo>
                    <a:moveTo>
                      <a:pt x="549042" y="311145"/>
                    </a:moveTo>
                    <a:lnTo>
                      <a:pt x="581338" y="291504"/>
                    </a:lnTo>
                    <a:moveTo>
                      <a:pt x="581338" y="291504"/>
                    </a:moveTo>
                    <a:lnTo>
                      <a:pt x="613635" y="271863"/>
                    </a:lnTo>
                    <a:moveTo>
                      <a:pt x="613635" y="271863"/>
                    </a:moveTo>
                    <a:lnTo>
                      <a:pt x="645932" y="252222"/>
                    </a:lnTo>
                    <a:moveTo>
                      <a:pt x="645932" y="252222"/>
                    </a:moveTo>
                    <a:lnTo>
                      <a:pt x="678228" y="232581"/>
                    </a:lnTo>
                    <a:moveTo>
                      <a:pt x="678228" y="232581"/>
                    </a:moveTo>
                    <a:lnTo>
                      <a:pt x="693831" y="223092"/>
                    </a:lnTo>
                    <a:lnTo>
                      <a:pt x="707913" y="209549"/>
                    </a:lnTo>
                    <a:moveTo>
                      <a:pt x="707913" y="209549"/>
                    </a:moveTo>
                    <a:lnTo>
                      <a:pt x="735158" y="183346"/>
                    </a:lnTo>
                    <a:moveTo>
                      <a:pt x="735158" y="183346"/>
                    </a:moveTo>
                    <a:lnTo>
                      <a:pt x="762402" y="157143"/>
                    </a:lnTo>
                    <a:moveTo>
                      <a:pt x="762402" y="157143"/>
                    </a:moveTo>
                    <a:lnTo>
                      <a:pt x="789647" y="130940"/>
                    </a:lnTo>
                    <a:moveTo>
                      <a:pt x="789647" y="130940"/>
                    </a:moveTo>
                    <a:lnTo>
                      <a:pt x="816891" y="104738"/>
                    </a:lnTo>
                    <a:moveTo>
                      <a:pt x="816891" y="104738"/>
                    </a:moveTo>
                    <a:lnTo>
                      <a:pt x="844135" y="78535"/>
                    </a:lnTo>
                    <a:moveTo>
                      <a:pt x="844135" y="78535"/>
                    </a:moveTo>
                    <a:lnTo>
                      <a:pt x="871380" y="52332"/>
                    </a:lnTo>
                    <a:moveTo>
                      <a:pt x="871380" y="52332"/>
                    </a:moveTo>
                    <a:lnTo>
                      <a:pt x="898624" y="26129"/>
                    </a:lnTo>
                    <a:moveTo>
                      <a:pt x="898624" y="26129"/>
                    </a:moveTo>
                    <a:lnTo>
                      <a:pt x="925792" y="0"/>
                    </a:lnTo>
                    <a:moveTo>
                      <a:pt x="0" y="645043"/>
                    </a:moveTo>
                    <a:lnTo>
                      <a:pt x="32296" y="625402"/>
                    </a:lnTo>
                    <a:moveTo>
                      <a:pt x="32296" y="625402"/>
                    </a:moveTo>
                    <a:lnTo>
                      <a:pt x="64593" y="605761"/>
                    </a:lnTo>
                    <a:moveTo>
                      <a:pt x="64593" y="605761"/>
                    </a:moveTo>
                    <a:lnTo>
                      <a:pt x="96890" y="586120"/>
                    </a:lnTo>
                    <a:moveTo>
                      <a:pt x="96890" y="586120"/>
                    </a:moveTo>
                    <a:lnTo>
                      <a:pt x="129186" y="566479"/>
                    </a:lnTo>
                    <a:moveTo>
                      <a:pt x="129186" y="566479"/>
                    </a:moveTo>
                    <a:lnTo>
                      <a:pt x="161483" y="546838"/>
                    </a:lnTo>
                    <a:moveTo>
                      <a:pt x="161483" y="546838"/>
                    </a:moveTo>
                    <a:lnTo>
                      <a:pt x="193779" y="527197"/>
                    </a:lnTo>
                    <a:moveTo>
                      <a:pt x="193779" y="527197"/>
                    </a:moveTo>
                    <a:lnTo>
                      <a:pt x="226076" y="507556"/>
                    </a:lnTo>
                    <a:moveTo>
                      <a:pt x="226076" y="507556"/>
                    </a:moveTo>
                    <a:lnTo>
                      <a:pt x="258373" y="487915"/>
                    </a:lnTo>
                    <a:moveTo>
                      <a:pt x="258373" y="487915"/>
                    </a:moveTo>
                    <a:lnTo>
                      <a:pt x="290669" y="468274"/>
                    </a:lnTo>
                    <a:moveTo>
                      <a:pt x="290669" y="468274"/>
                    </a:moveTo>
                    <a:lnTo>
                      <a:pt x="322966" y="448633"/>
                    </a:lnTo>
                    <a:moveTo>
                      <a:pt x="322966" y="448633"/>
                    </a:moveTo>
                    <a:lnTo>
                      <a:pt x="355262" y="428991"/>
                    </a:lnTo>
                    <a:moveTo>
                      <a:pt x="355262" y="428991"/>
                    </a:moveTo>
                    <a:lnTo>
                      <a:pt x="387559" y="409350"/>
                    </a:lnTo>
                    <a:moveTo>
                      <a:pt x="387559" y="409350"/>
                    </a:moveTo>
                    <a:lnTo>
                      <a:pt x="419855" y="389709"/>
                    </a:lnTo>
                    <a:moveTo>
                      <a:pt x="419855" y="389709"/>
                    </a:moveTo>
                    <a:lnTo>
                      <a:pt x="452152" y="370068"/>
                    </a:lnTo>
                    <a:moveTo>
                      <a:pt x="452152" y="370068"/>
                    </a:moveTo>
                    <a:lnTo>
                      <a:pt x="484449" y="350427"/>
                    </a:lnTo>
                    <a:moveTo>
                      <a:pt x="484449" y="350427"/>
                    </a:moveTo>
                    <a:lnTo>
                      <a:pt x="516745" y="330786"/>
                    </a:lnTo>
                    <a:moveTo>
                      <a:pt x="516745" y="330786"/>
                    </a:moveTo>
                    <a:lnTo>
                      <a:pt x="549042" y="311145"/>
                    </a:lnTo>
                    <a:moveTo>
                      <a:pt x="549042" y="311145"/>
                    </a:moveTo>
                    <a:lnTo>
                      <a:pt x="581338" y="291504"/>
                    </a:lnTo>
                    <a:moveTo>
                      <a:pt x="581338" y="291504"/>
                    </a:moveTo>
                    <a:lnTo>
                      <a:pt x="613635" y="271863"/>
                    </a:lnTo>
                    <a:moveTo>
                      <a:pt x="613635" y="271863"/>
                    </a:moveTo>
                    <a:lnTo>
                      <a:pt x="645932" y="252222"/>
                    </a:lnTo>
                    <a:moveTo>
                      <a:pt x="645932" y="252222"/>
                    </a:moveTo>
                    <a:lnTo>
                      <a:pt x="678228" y="232581"/>
                    </a:lnTo>
                    <a:moveTo>
                      <a:pt x="678228" y="232581"/>
                    </a:moveTo>
                    <a:lnTo>
                      <a:pt x="693831" y="223092"/>
                    </a:lnTo>
                    <a:lnTo>
                      <a:pt x="707913" y="209549"/>
                    </a:lnTo>
                    <a:moveTo>
                      <a:pt x="707913" y="209549"/>
                    </a:moveTo>
                    <a:lnTo>
                      <a:pt x="735158" y="183346"/>
                    </a:lnTo>
                    <a:moveTo>
                      <a:pt x="735158" y="183346"/>
                    </a:moveTo>
                    <a:lnTo>
                      <a:pt x="762402" y="157143"/>
                    </a:lnTo>
                    <a:moveTo>
                      <a:pt x="762402" y="157143"/>
                    </a:moveTo>
                    <a:lnTo>
                      <a:pt x="789647" y="130940"/>
                    </a:lnTo>
                    <a:moveTo>
                      <a:pt x="789647" y="130940"/>
                    </a:moveTo>
                    <a:lnTo>
                      <a:pt x="816891" y="104738"/>
                    </a:lnTo>
                    <a:moveTo>
                      <a:pt x="816891" y="104738"/>
                    </a:moveTo>
                    <a:lnTo>
                      <a:pt x="844135" y="78535"/>
                    </a:lnTo>
                    <a:moveTo>
                      <a:pt x="844135" y="78535"/>
                    </a:moveTo>
                    <a:lnTo>
                      <a:pt x="871380" y="52332"/>
                    </a:lnTo>
                    <a:moveTo>
                      <a:pt x="871380" y="52332"/>
                    </a:moveTo>
                    <a:lnTo>
                      <a:pt x="898624" y="26129"/>
                    </a:lnTo>
                    <a:moveTo>
                      <a:pt x="898624" y="26129"/>
                    </a:moveTo>
                    <a:lnTo>
                      <a:pt x="925792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03" name="Контур"/>
              <p:cNvSpPr/>
              <p:nvPr/>
            </p:nvSpPr>
            <p:spPr>
              <a:xfrm>
                <a:off x="932370" y="6442338"/>
                <a:ext cx="969093" cy="689463"/>
              </a:xfrm>
              <a:custGeom>
                <a:avLst/>
                <a:gdLst/>
                <a:ahLst/>
                <a:cxnLst/>
                <a:rect l="l" t="t" r="r" b="b"/>
                <a:pathLst>
                  <a:path w="969093" h="689463" fill="none">
                    <a:moveTo>
                      <a:pt x="0" y="689463"/>
                    </a:moveTo>
                    <a:lnTo>
                      <a:pt x="32302" y="669830"/>
                    </a:lnTo>
                    <a:moveTo>
                      <a:pt x="32302" y="669830"/>
                    </a:moveTo>
                    <a:lnTo>
                      <a:pt x="64603" y="650197"/>
                    </a:lnTo>
                    <a:moveTo>
                      <a:pt x="64603" y="650197"/>
                    </a:moveTo>
                    <a:lnTo>
                      <a:pt x="96904" y="630563"/>
                    </a:lnTo>
                    <a:moveTo>
                      <a:pt x="96904" y="630563"/>
                    </a:moveTo>
                    <a:lnTo>
                      <a:pt x="129206" y="610930"/>
                    </a:lnTo>
                    <a:moveTo>
                      <a:pt x="129206" y="610930"/>
                    </a:moveTo>
                    <a:lnTo>
                      <a:pt x="161507" y="591297"/>
                    </a:lnTo>
                    <a:moveTo>
                      <a:pt x="161507" y="591297"/>
                    </a:moveTo>
                    <a:lnTo>
                      <a:pt x="193808" y="571664"/>
                    </a:lnTo>
                    <a:moveTo>
                      <a:pt x="193808" y="571664"/>
                    </a:moveTo>
                    <a:lnTo>
                      <a:pt x="226110" y="552030"/>
                    </a:lnTo>
                    <a:moveTo>
                      <a:pt x="226110" y="552030"/>
                    </a:moveTo>
                    <a:lnTo>
                      <a:pt x="258411" y="532397"/>
                    </a:lnTo>
                    <a:moveTo>
                      <a:pt x="258411" y="532397"/>
                    </a:moveTo>
                    <a:lnTo>
                      <a:pt x="290712" y="512764"/>
                    </a:lnTo>
                    <a:moveTo>
                      <a:pt x="290712" y="512764"/>
                    </a:moveTo>
                    <a:lnTo>
                      <a:pt x="323014" y="493131"/>
                    </a:lnTo>
                    <a:moveTo>
                      <a:pt x="323014" y="493131"/>
                    </a:moveTo>
                    <a:lnTo>
                      <a:pt x="355315" y="473497"/>
                    </a:lnTo>
                    <a:moveTo>
                      <a:pt x="355315" y="473497"/>
                    </a:moveTo>
                    <a:lnTo>
                      <a:pt x="387616" y="453864"/>
                    </a:lnTo>
                    <a:moveTo>
                      <a:pt x="387616" y="453864"/>
                    </a:moveTo>
                    <a:lnTo>
                      <a:pt x="419918" y="434231"/>
                    </a:lnTo>
                    <a:moveTo>
                      <a:pt x="419918" y="434231"/>
                    </a:moveTo>
                    <a:lnTo>
                      <a:pt x="452219" y="414598"/>
                    </a:lnTo>
                    <a:moveTo>
                      <a:pt x="452219" y="414598"/>
                    </a:moveTo>
                    <a:lnTo>
                      <a:pt x="484520" y="394964"/>
                    </a:lnTo>
                    <a:moveTo>
                      <a:pt x="484520" y="394964"/>
                    </a:moveTo>
                    <a:lnTo>
                      <a:pt x="516821" y="375331"/>
                    </a:lnTo>
                    <a:moveTo>
                      <a:pt x="516821" y="375331"/>
                    </a:moveTo>
                    <a:lnTo>
                      <a:pt x="549123" y="355698"/>
                    </a:lnTo>
                    <a:moveTo>
                      <a:pt x="549123" y="355698"/>
                    </a:moveTo>
                    <a:lnTo>
                      <a:pt x="581424" y="336065"/>
                    </a:lnTo>
                    <a:moveTo>
                      <a:pt x="581424" y="336065"/>
                    </a:moveTo>
                    <a:lnTo>
                      <a:pt x="613725" y="316431"/>
                    </a:lnTo>
                    <a:moveTo>
                      <a:pt x="613725" y="316431"/>
                    </a:moveTo>
                    <a:lnTo>
                      <a:pt x="646027" y="296798"/>
                    </a:lnTo>
                    <a:moveTo>
                      <a:pt x="646027" y="296798"/>
                    </a:moveTo>
                    <a:lnTo>
                      <a:pt x="678328" y="277165"/>
                    </a:lnTo>
                    <a:moveTo>
                      <a:pt x="678328" y="277165"/>
                    </a:moveTo>
                    <a:lnTo>
                      <a:pt x="685188" y="272995"/>
                    </a:lnTo>
                    <a:lnTo>
                      <a:pt x="706649" y="252359"/>
                    </a:lnTo>
                    <a:moveTo>
                      <a:pt x="706649" y="252359"/>
                    </a:moveTo>
                    <a:lnTo>
                      <a:pt x="733896" y="226159"/>
                    </a:lnTo>
                    <a:moveTo>
                      <a:pt x="733896" y="226159"/>
                    </a:moveTo>
                    <a:lnTo>
                      <a:pt x="761143" y="199959"/>
                    </a:lnTo>
                    <a:moveTo>
                      <a:pt x="761143" y="199959"/>
                    </a:moveTo>
                    <a:lnTo>
                      <a:pt x="788390" y="173760"/>
                    </a:lnTo>
                    <a:moveTo>
                      <a:pt x="788390" y="173760"/>
                    </a:moveTo>
                    <a:lnTo>
                      <a:pt x="815637" y="147560"/>
                    </a:lnTo>
                    <a:moveTo>
                      <a:pt x="815637" y="147560"/>
                    </a:moveTo>
                    <a:lnTo>
                      <a:pt x="842884" y="121360"/>
                    </a:lnTo>
                    <a:moveTo>
                      <a:pt x="842884" y="121360"/>
                    </a:moveTo>
                    <a:lnTo>
                      <a:pt x="870131" y="95160"/>
                    </a:lnTo>
                    <a:moveTo>
                      <a:pt x="870131" y="95160"/>
                    </a:moveTo>
                    <a:lnTo>
                      <a:pt x="897378" y="68960"/>
                    </a:lnTo>
                    <a:moveTo>
                      <a:pt x="897378" y="68960"/>
                    </a:moveTo>
                    <a:lnTo>
                      <a:pt x="924625" y="42760"/>
                    </a:lnTo>
                    <a:moveTo>
                      <a:pt x="924625" y="42760"/>
                    </a:moveTo>
                    <a:lnTo>
                      <a:pt x="951872" y="16560"/>
                    </a:lnTo>
                    <a:moveTo>
                      <a:pt x="951872" y="16560"/>
                    </a:moveTo>
                    <a:lnTo>
                      <a:pt x="969093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  <p:sp>
            <p:nvSpPr>
              <p:cNvPr id="1204" name="Контур"/>
              <p:cNvSpPr/>
              <p:nvPr/>
            </p:nvSpPr>
            <p:spPr>
              <a:xfrm>
                <a:off x="1316712" y="4222954"/>
                <a:ext cx="4028804" cy="5965046"/>
              </a:xfrm>
              <a:custGeom>
                <a:avLst/>
                <a:gdLst/>
                <a:ahLst/>
                <a:cxnLst/>
                <a:rect l="l" t="t" r="r" b="b"/>
                <a:pathLst>
                  <a:path w="4028804" h="5965046" fill="none">
                    <a:moveTo>
                      <a:pt x="438636" y="2671389"/>
                    </a:moveTo>
                    <a:lnTo>
                      <a:pt x="465880" y="2645186"/>
                    </a:lnTo>
                    <a:moveTo>
                      <a:pt x="465880" y="2645186"/>
                    </a:moveTo>
                    <a:lnTo>
                      <a:pt x="493124" y="2618983"/>
                    </a:lnTo>
                    <a:moveTo>
                      <a:pt x="493124" y="2618983"/>
                    </a:moveTo>
                    <a:lnTo>
                      <a:pt x="520369" y="2592781"/>
                    </a:lnTo>
                    <a:moveTo>
                      <a:pt x="520369" y="2592781"/>
                    </a:moveTo>
                    <a:lnTo>
                      <a:pt x="547613" y="2566578"/>
                    </a:lnTo>
                    <a:moveTo>
                      <a:pt x="547613" y="2566578"/>
                    </a:moveTo>
                    <a:lnTo>
                      <a:pt x="574857" y="2540375"/>
                    </a:lnTo>
                    <a:moveTo>
                      <a:pt x="574857" y="2540375"/>
                    </a:moveTo>
                    <a:lnTo>
                      <a:pt x="602101" y="2514172"/>
                    </a:lnTo>
                    <a:moveTo>
                      <a:pt x="602101" y="2514172"/>
                    </a:moveTo>
                    <a:lnTo>
                      <a:pt x="610347" y="2506241"/>
                    </a:lnTo>
                    <a:lnTo>
                      <a:pt x="624482" y="2492646"/>
                    </a:lnTo>
                    <a:moveTo>
                      <a:pt x="584751" y="2219384"/>
                    </a:moveTo>
                    <a:lnTo>
                      <a:pt x="590599" y="2225585"/>
                    </a:lnTo>
                    <a:lnTo>
                      <a:pt x="589887" y="2254853"/>
                    </a:lnTo>
                    <a:moveTo>
                      <a:pt x="589887" y="2254853"/>
                    </a:moveTo>
                    <a:lnTo>
                      <a:pt x="588966" y="2292642"/>
                    </a:lnTo>
                    <a:moveTo>
                      <a:pt x="588966" y="2292642"/>
                    </a:moveTo>
                    <a:lnTo>
                      <a:pt x="588046" y="2330430"/>
                    </a:lnTo>
                    <a:moveTo>
                      <a:pt x="588046" y="2330430"/>
                    </a:moveTo>
                    <a:lnTo>
                      <a:pt x="587797" y="2340657"/>
                    </a:lnTo>
                    <a:moveTo>
                      <a:pt x="1066206" y="2134708"/>
                    </a:moveTo>
                    <a:lnTo>
                      <a:pt x="1038708" y="2160644"/>
                    </a:lnTo>
                    <a:moveTo>
                      <a:pt x="1038708" y="2160644"/>
                    </a:moveTo>
                    <a:lnTo>
                      <a:pt x="1011210" y="2186580"/>
                    </a:lnTo>
                    <a:moveTo>
                      <a:pt x="1011210" y="2186580"/>
                    </a:moveTo>
                    <a:lnTo>
                      <a:pt x="983711" y="2212516"/>
                    </a:lnTo>
                    <a:moveTo>
                      <a:pt x="983711" y="2212516"/>
                    </a:moveTo>
                    <a:lnTo>
                      <a:pt x="956213" y="2238453"/>
                    </a:lnTo>
                    <a:moveTo>
                      <a:pt x="956213" y="2238453"/>
                    </a:moveTo>
                    <a:lnTo>
                      <a:pt x="928715" y="2264389"/>
                    </a:lnTo>
                    <a:moveTo>
                      <a:pt x="928715" y="2264389"/>
                    </a:moveTo>
                    <a:lnTo>
                      <a:pt x="901216" y="2290325"/>
                    </a:lnTo>
                    <a:moveTo>
                      <a:pt x="901216" y="2290325"/>
                    </a:moveTo>
                    <a:lnTo>
                      <a:pt x="873718" y="2316261"/>
                    </a:lnTo>
                    <a:moveTo>
                      <a:pt x="873718" y="2316261"/>
                    </a:moveTo>
                    <a:lnTo>
                      <a:pt x="846774" y="2341674"/>
                    </a:lnTo>
                    <a:lnTo>
                      <a:pt x="846144" y="2342102"/>
                    </a:lnTo>
                    <a:moveTo>
                      <a:pt x="846144" y="2342102"/>
                    </a:moveTo>
                    <a:lnTo>
                      <a:pt x="814873" y="2363340"/>
                    </a:lnTo>
                    <a:moveTo>
                      <a:pt x="814873" y="2363340"/>
                    </a:moveTo>
                    <a:lnTo>
                      <a:pt x="783603" y="2384577"/>
                    </a:lnTo>
                    <a:moveTo>
                      <a:pt x="783603" y="2384577"/>
                    </a:moveTo>
                    <a:lnTo>
                      <a:pt x="752333" y="2405814"/>
                    </a:lnTo>
                    <a:moveTo>
                      <a:pt x="752333" y="2405814"/>
                    </a:moveTo>
                    <a:lnTo>
                      <a:pt x="721063" y="2427052"/>
                    </a:lnTo>
                    <a:moveTo>
                      <a:pt x="721063" y="2427052"/>
                    </a:moveTo>
                    <a:lnTo>
                      <a:pt x="689793" y="2448289"/>
                    </a:lnTo>
                    <a:moveTo>
                      <a:pt x="689793" y="2448289"/>
                    </a:moveTo>
                    <a:lnTo>
                      <a:pt x="658523" y="2469526"/>
                    </a:lnTo>
                    <a:moveTo>
                      <a:pt x="658523" y="2469526"/>
                    </a:moveTo>
                    <a:lnTo>
                      <a:pt x="627253" y="2490764"/>
                    </a:lnTo>
                    <a:moveTo>
                      <a:pt x="627253" y="2490764"/>
                    </a:moveTo>
                    <a:lnTo>
                      <a:pt x="624482" y="2492646"/>
                    </a:lnTo>
                    <a:moveTo>
                      <a:pt x="584751" y="2219384"/>
                    </a:moveTo>
                    <a:lnTo>
                      <a:pt x="590599" y="2225585"/>
                    </a:lnTo>
                    <a:lnTo>
                      <a:pt x="589887" y="2254853"/>
                    </a:lnTo>
                    <a:moveTo>
                      <a:pt x="589887" y="2254853"/>
                    </a:moveTo>
                    <a:lnTo>
                      <a:pt x="588966" y="2292642"/>
                    </a:lnTo>
                    <a:moveTo>
                      <a:pt x="588966" y="2292642"/>
                    </a:moveTo>
                    <a:lnTo>
                      <a:pt x="588046" y="2330430"/>
                    </a:lnTo>
                    <a:moveTo>
                      <a:pt x="588046" y="2330430"/>
                    </a:moveTo>
                    <a:lnTo>
                      <a:pt x="587797" y="2340657"/>
                    </a:lnTo>
                    <a:moveTo>
                      <a:pt x="1742" y="1138801"/>
                    </a:moveTo>
                    <a:lnTo>
                      <a:pt x="1176" y="1176597"/>
                    </a:lnTo>
                    <a:moveTo>
                      <a:pt x="1176" y="1176597"/>
                    </a:moveTo>
                    <a:lnTo>
                      <a:pt x="610" y="1214392"/>
                    </a:lnTo>
                    <a:moveTo>
                      <a:pt x="610" y="1214392"/>
                    </a:moveTo>
                    <a:lnTo>
                      <a:pt x="43" y="1252188"/>
                    </a:lnTo>
                    <a:moveTo>
                      <a:pt x="43" y="1252188"/>
                    </a:moveTo>
                    <a:lnTo>
                      <a:pt x="0" y="1255097"/>
                    </a:lnTo>
                    <a:lnTo>
                      <a:pt x="23940" y="1280479"/>
                    </a:lnTo>
                    <a:moveTo>
                      <a:pt x="23940" y="1280479"/>
                    </a:moveTo>
                    <a:lnTo>
                      <a:pt x="49876" y="1307977"/>
                    </a:lnTo>
                    <a:moveTo>
                      <a:pt x="49876" y="1307977"/>
                    </a:moveTo>
                    <a:lnTo>
                      <a:pt x="75812" y="1335476"/>
                    </a:lnTo>
                    <a:moveTo>
                      <a:pt x="75812" y="1335476"/>
                    </a:moveTo>
                    <a:lnTo>
                      <a:pt x="101748" y="1362974"/>
                    </a:lnTo>
                    <a:moveTo>
                      <a:pt x="101748" y="1362974"/>
                    </a:moveTo>
                    <a:lnTo>
                      <a:pt x="127684" y="1390472"/>
                    </a:lnTo>
                    <a:moveTo>
                      <a:pt x="127684" y="1390472"/>
                    </a:moveTo>
                    <a:lnTo>
                      <a:pt x="153620" y="1417970"/>
                    </a:lnTo>
                    <a:moveTo>
                      <a:pt x="153620" y="1417970"/>
                    </a:moveTo>
                    <a:lnTo>
                      <a:pt x="179557" y="1445469"/>
                    </a:lnTo>
                    <a:moveTo>
                      <a:pt x="179557" y="1445469"/>
                    </a:moveTo>
                    <a:lnTo>
                      <a:pt x="205493" y="1472967"/>
                    </a:lnTo>
                    <a:moveTo>
                      <a:pt x="205493" y="1472967"/>
                    </a:moveTo>
                    <a:lnTo>
                      <a:pt x="231429" y="1500465"/>
                    </a:lnTo>
                    <a:moveTo>
                      <a:pt x="231429" y="1500465"/>
                    </a:moveTo>
                    <a:lnTo>
                      <a:pt x="257365" y="1527963"/>
                    </a:lnTo>
                    <a:moveTo>
                      <a:pt x="257365" y="1527963"/>
                    </a:moveTo>
                    <a:lnTo>
                      <a:pt x="283301" y="1555462"/>
                    </a:lnTo>
                    <a:moveTo>
                      <a:pt x="283301" y="1555462"/>
                    </a:moveTo>
                    <a:lnTo>
                      <a:pt x="309237" y="1582960"/>
                    </a:lnTo>
                    <a:moveTo>
                      <a:pt x="309237" y="1582960"/>
                    </a:moveTo>
                    <a:lnTo>
                      <a:pt x="335174" y="1610458"/>
                    </a:lnTo>
                    <a:moveTo>
                      <a:pt x="335174" y="1610458"/>
                    </a:moveTo>
                    <a:lnTo>
                      <a:pt x="361110" y="1637957"/>
                    </a:lnTo>
                    <a:moveTo>
                      <a:pt x="361110" y="1637957"/>
                    </a:moveTo>
                    <a:lnTo>
                      <a:pt x="387046" y="1665455"/>
                    </a:lnTo>
                    <a:moveTo>
                      <a:pt x="387046" y="1665455"/>
                    </a:moveTo>
                    <a:lnTo>
                      <a:pt x="412982" y="1692953"/>
                    </a:lnTo>
                    <a:moveTo>
                      <a:pt x="412982" y="1692953"/>
                    </a:moveTo>
                    <a:lnTo>
                      <a:pt x="438918" y="1720451"/>
                    </a:lnTo>
                    <a:moveTo>
                      <a:pt x="438918" y="1720451"/>
                    </a:moveTo>
                    <a:lnTo>
                      <a:pt x="464855" y="1747950"/>
                    </a:lnTo>
                    <a:moveTo>
                      <a:pt x="464855" y="1747950"/>
                    </a:moveTo>
                    <a:lnTo>
                      <a:pt x="490791" y="1775448"/>
                    </a:lnTo>
                    <a:moveTo>
                      <a:pt x="490791" y="1775448"/>
                    </a:moveTo>
                    <a:lnTo>
                      <a:pt x="516727" y="1802946"/>
                    </a:lnTo>
                    <a:moveTo>
                      <a:pt x="516727" y="1802946"/>
                    </a:moveTo>
                    <a:lnTo>
                      <a:pt x="542663" y="1830445"/>
                    </a:lnTo>
                    <a:moveTo>
                      <a:pt x="542663" y="1830445"/>
                    </a:moveTo>
                    <a:lnTo>
                      <a:pt x="568599" y="1857943"/>
                    </a:lnTo>
                    <a:moveTo>
                      <a:pt x="568599" y="1857943"/>
                    </a:moveTo>
                    <a:lnTo>
                      <a:pt x="594535" y="1885441"/>
                    </a:lnTo>
                    <a:moveTo>
                      <a:pt x="594535" y="1885441"/>
                    </a:moveTo>
                    <a:lnTo>
                      <a:pt x="620472" y="1912939"/>
                    </a:lnTo>
                    <a:moveTo>
                      <a:pt x="620472" y="1912939"/>
                    </a:moveTo>
                    <a:lnTo>
                      <a:pt x="646408" y="1940438"/>
                    </a:lnTo>
                    <a:moveTo>
                      <a:pt x="646408" y="1940438"/>
                    </a:moveTo>
                    <a:lnTo>
                      <a:pt x="672344" y="1967936"/>
                    </a:lnTo>
                    <a:moveTo>
                      <a:pt x="672344" y="1967936"/>
                    </a:moveTo>
                    <a:lnTo>
                      <a:pt x="698280" y="1995434"/>
                    </a:lnTo>
                    <a:moveTo>
                      <a:pt x="698280" y="1995434"/>
                    </a:moveTo>
                    <a:lnTo>
                      <a:pt x="724216" y="2022932"/>
                    </a:lnTo>
                    <a:moveTo>
                      <a:pt x="724216" y="2022932"/>
                    </a:moveTo>
                    <a:lnTo>
                      <a:pt x="746492" y="2046550"/>
                    </a:lnTo>
                    <a:lnTo>
                      <a:pt x="751824" y="2046706"/>
                    </a:lnTo>
                    <a:moveTo>
                      <a:pt x="751824" y="2046706"/>
                    </a:moveTo>
                    <a:lnTo>
                      <a:pt x="789608" y="2047811"/>
                    </a:lnTo>
                    <a:moveTo>
                      <a:pt x="789608" y="2047811"/>
                    </a:moveTo>
                    <a:lnTo>
                      <a:pt x="827392" y="2048915"/>
                    </a:lnTo>
                    <a:moveTo>
                      <a:pt x="827392" y="2048915"/>
                    </a:moveTo>
                    <a:lnTo>
                      <a:pt x="860996" y="2049898"/>
                    </a:lnTo>
                    <a:lnTo>
                      <a:pt x="864038" y="2047028"/>
                    </a:lnTo>
                    <a:moveTo>
                      <a:pt x="864038" y="2047028"/>
                    </a:moveTo>
                    <a:lnTo>
                      <a:pt x="891536" y="2021092"/>
                    </a:lnTo>
                    <a:moveTo>
                      <a:pt x="891536" y="2021092"/>
                    </a:moveTo>
                    <a:lnTo>
                      <a:pt x="919035" y="1995156"/>
                    </a:lnTo>
                    <a:moveTo>
                      <a:pt x="919035" y="1995156"/>
                    </a:moveTo>
                    <a:lnTo>
                      <a:pt x="946533" y="1969220"/>
                    </a:lnTo>
                    <a:moveTo>
                      <a:pt x="946533" y="1969220"/>
                    </a:moveTo>
                    <a:lnTo>
                      <a:pt x="974031" y="1943284"/>
                    </a:lnTo>
                    <a:moveTo>
                      <a:pt x="974031" y="1943284"/>
                    </a:moveTo>
                    <a:lnTo>
                      <a:pt x="1001530" y="1917348"/>
                    </a:lnTo>
                    <a:moveTo>
                      <a:pt x="1001530" y="1917348"/>
                    </a:moveTo>
                    <a:lnTo>
                      <a:pt x="1029028" y="1891412"/>
                    </a:lnTo>
                    <a:moveTo>
                      <a:pt x="1029028" y="1891412"/>
                    </a:moveTo>
                    <a:lnTo>
                      <a:pt x="1056526" y="1865475"/>
                    </a:lnTo>
                    <a:moveTo>
                      <a:pt x="1056526" y="1865475"/>
                    </a:moveTo>
                    <a:lnTo>
                      <a:pt x="1066206" y="1856345"/>
                    </a:lnTo>
                    <a:moveTo>
                      <a:pt x="104646" y="1033299"/>
                    </a:moveTo>
                    <a:lnTo>
                      <a:pt x="78381" y="1060483"/>
                    </a:lnTo>
                    <a:moveTo>
                      <a:pt x="78381" y="1060483"/>
                    </a:moveTo>
                    <a:lnTo>
                      <a:pt x="52115" y="1087667"/>
                    </a:lnTo>
                    <a:moveTo>
                      <a:pt x="52115" y="1087667"/>
                    </a:moveTo>
                    <a:lnTo>
                      <a:pt x="31134" y="1109382"/>
                    </a:lnTo>
                    <a:lnTo>
                      <a:pt x="25759" y="1114762"/>
                    </a:lnTo>
                    <a:moveTo>
                      <a:pt x="25759" y="1114762"/>
                    </a:moveTo>
                    <a:lnTo>
                      <a:pt x="1742" y="1138801"/>
                    </a:lnTo>
                    <a:moveTo>
                      <a:pt x="1659131" y="4424580"/>
                    </a:moveTo>
                    <a:lnTo>
                      <a:pt x="1652598" y="4461811"/>
                    </a:lnTo>
                    <a:moveTo>
                      <a:pt x="1652598" y="4461811"/>
                    </a:moveTo>
                    <a:lnTo>
                      <a:pt x="1646064" y="4499043"/>
                    </a:lnTo>
                    <a:moveTo>
                      <a:pt x="1646064" y="4499043"/>
                    </a:moveTo>
                    <a:lnTo>
                      <a:pt x="1639531" y="4536274"/>
                    </a:lnTo>
                    <a:moveTo>
                      <a:pt x="1639531" y="4536274"/>
                    </a:moveTo>
                    <a:lnTo>
                      <a:pt x="1632998" y="4573505"/>
                    </a:lnTo>
                    <a:moveTo>
                      <a:pt x="1632998" y="4573505"/>
                    </a:moveTo>
                    <a:lnTo>
                      <a:pt x="1626464" y="4610736"/>
                    </a:lnTo>
                    <a:moveTo>
                      <a:pt x="1626464" y="4610736"/>
                    </a:moveTo>
                    <a:lnTo>
                      <a:pt x="1619931" y="4647967"/>
                    </a:lnTo>
                    <a:moveTo>
                      <a:pt x="1619931" y="4647967"/>
                    </a:moveTo>
                    <a:lnTo>
                      <a:pt x="1619267" y="4651749"/>
                    </a:lnTo>
                    <a:moveTo>
                      <a:pt x="1659131" y="4424580"/>
                    </a:moveTo>
                    <a:lnTo>
                      <a:pt x="1652598" y="4461811"/>
                    </a:lnTo>
                    <a:moveTo>
                      <a:pt x="1652598" y="4461811"/>
                    </a:moveTo>
                    <a:lnTo>
                      <a:pt x="1646064" y="4499043"/>
                    </a:lnTo>
                    <a:moveTo>
                      <a:pt x="1646064" y="4499043"/>
                    </a:moveTo>
                    <a:lnTo>
                      <a:pt x="1639531" y="4536274"/>
                    </a:lnTo>
                    <a:moveTo>
                      <a:pt x="1639531" y="4536274"/>
                    </a:moveTo>
                    <a:lnTo>
                      <a:pt x="1632998" y="4573505"/>
                    </a:lnTo>
                    <a:moveTo>
                      <a:pt x="1632998" y="4573505"/>
                    </a:moveTo>
                    <a:lnTo>
                      <a:pt x="1626464" y="4610736"/>
                    </a:lnTo>
                    <a:moveTo>
                      <a:pt x="1626464" y="4610736"/>
                    </a:moveTo>
                    <a:lnTo>
                      <a:pt x="1619931" y="4647967"/>
                    </a:lnTo>
                    <a:moveTo>
                      <a:pt x="1619931" y="4647967"/>
                    </a:moveTo>
                    <a:lnTo>
                      <a:pt x="1619267" y="4651749"/>
                    </a:lnTo>
                    <a:moveTo>
                      <a:pt x="1226538" y="4281444"/>
                    </a:moveTo>
                    <a:lnTo>
                      <a:pt x="1258568" y="4261373"/>
                    </a:lnTo>
                    <a:moveTo>
                      <a:pt x="1258568" y="4261373"/>
                    </a:moveTo>
                    <a:lnTo>
                      <a:pt x="1290599" y="4241302"/>
                    </a:lnTo>
                    <a:moveTo>
                      <a:pt x="1290599" y="4241302"/>
                    </a:moveTo>
                    <a:lnTo>
                      <a:pt x="1322630" y="4221230"/>
                    </a:lnTo>
                    <a:moveTo>
                      <a:pt x="1322630" y="4221230"/>
                    </a:moveTo>
                    <a:lnTo>
                      <a:pt x="1354661" y="4201159"/>
                    </a:lnTo>
                    <a:moveTo>
                      <a:pt x="1354661" y="4201159"/>
                    </a:moveTo>
                    <a:lnTo>
                      <a:pt x="1386692" y="4181088"/>
                    </a:lnTo>
                    <a:moveTo>
                      <a:pt x="1386692" y="4181088"/>
                    </a:moveTo>
                    <a:lnTo>
                      <a:pt x="1418723" y="4161016"/>
                    </a:lnTo>
                    <a:moveTo>
                      <a:pt x="1418723" y="4161016"/>
                    </a:moveTo>
                    <a:lnTo>
                      <a:pt x="1450754" y="4140945"/>
                    </a:lnTo>
                    <a:moveTo>
                      <a:pt x="1450754" y="4140945"/>
                    </a:moveTo>
                    <a:lnTo>
                      <a:pt x="1482785" y="4120873"/>
                    </a:lnTo>
                    <a:moveTo>
                      <a:pt x="1482785" y="4120873"/>
                    </a:moveTo>
                    <a:lnTo>
                      <a:pt x="1514816" y="4100802"/>
                    </a:lnTo>
                    <a:moveTo>
                      <a:pt x="1514816" y="4100802"/>
                    </a:moveTo>
                    <a:lnTo>
                      <a:pt x="1546847" y="4080731"/>
                    </a:lnTo>
                    <a:moveTo>
                      <a:pt x="1546847" y="4080731"/>
                    </a:moveTo>
                    <a:lnTo>
                      <a:pt x="1578878" y="4060659"/>
                    </a:lnTo>
                    <a:moveTo>
                      <a:pt x="1578878" y="4060659"/>
                    </a:moveTo>
                    <a:lnTo>
                      <a:pt x="1610909" y="4040588"/>
                    </a:lnTo>
                    <a:moveTo>
                      <a:pt x="1610909" y="4040588"/>
                    </a:moveTo>
                    <a:lnTo>
                      <a:pt x="1642940" y="4020517"/>
                    </a:lnTo>
                    <a:moveTo>
                      <a:pt x="1642940" y="4020517"/>
                    </a:moveTo>
                    <a:lnTo>
                      <a:pt x="1674970" y="4000445"/>
                    </a:lnTo>
                    <a:moveTo>
                      <a:pt x="1674970" y="4000445"/>
                    </a:moveTo>
                    <a:lnTo>
                      <a:pt x="1707001" y="3980374"/>
                    </a:lnTo>
                    <a:moveTo>
                      <a:pt x="1707001" y="3980374"/>
                    </a:moveTo>
                    <a:lnTo>
                      <a:pt x="1739032" y="3960302"/>
                    </a:lnTo>
                    <a:moveTo>
                      <a:pt x="1739032" y="3960302"/>
                    </a:moveTo>
                    <a:lnTo>
                      <a:pt x="1771063" y="3940231"/>
                    </a:lnTo>
                    <a:moveTo>
                      <a:pt x="1771063" y="3940231"/>
                    </a:moveTo>
                    <a:lnTo>
                      <a:pt x="1803094" y="3920160"/>
                    </a:lnTo>
                    <a:moveTo>
                      <a:pt x="1803094" y="3920160"/>
                    </a:moveTo>
                    <a:lnTo>
                      <a:pt x="1835125" y="3900088"/>
                    </a:lnTo>
                    <a:moveTo>
                      <a:pt x="1835125" y="3900088"/>
                    </a:moveTo>
                    <a:lnTo>
                      <a:pt x="1867156" y="3880017"/>
                    </a:lnTo>
                    <a:moveTo>
                      <a:pt x="1867156" y="3880017"/>
                    </a:moveTo>
                    <a:lnTo>
                      <a:pt x="1899187" y="3859946"/>
                    </a:lnTo>
                    <a:moveTo>
                      <a:pt x="1899187" y="3859946"/>
                    </a:moveTo>
                    <a:lnTo>
                      <a:pt x="1900506" y="3859119"/>
                    </a:lnTo>
                    <a:lnTo>
                      <a:pt x="1931218" y="3839874"/>
                    </a:lnTo>
                    <a:moveTo>
                      <a:pt x="1931218" y="3839874"/>
                    </a:moveTo>
                    <a:lnTo>
                      <a:pt x="1963249" y="3819803"/>
                    </a:lnTo>
                    <a:moveTo>
                      <a:pt x="1963249" y="3819803"/>
                    </a:moveTo>
                    <a:lnTo>
                      <a:pt x="1995280" y="3799732"/>
                    </a:lnTo>
                    <a:moveTo>
                      <a:pt x="1995280" y="3799732"/>
                    </a:moveTo>
                    <a:lnTo>
                      <a:pt x="2027311" y="3779660"/>
                    </a:lnTo>
                    <a:moveTo>
                      <a:pt x="2027311" y="3779660"/>
                    </a:moveTo>
                    <a:lnTo>
                      <a:pt x="2059342" y="3759589"/>
                    </a:lnTo>
                    <a:moveTo>
                      <a:pt x="2059342" y="3759589"/>
                    </a:moveTo>
                    <a:lnTo>
                      <a:pt x="2091373" y="3739518"/>
                    </a:lnTo>
                    <a:moveTo>
                      <a:pt x="2091373" y="3739518"/>
                    </a:moveTo>
                    <a:lnTo>
                      <a:pt x="2123404" y="3719446"/>
                    </a:lnTo>
                    <a:moveTo>
                      <a:pt x="2123404" y="3719446"/>
                    </a:moveTo>
                    <a:lnTo>
                      <a:pt x="2155435" y="3699375"/>
                    </a:lnTo>
                    <a:moveTo>
                      <a:pt x="2155435" y="3699375"/>
                    </a:moveTo>
                    <a:lnTo>
                      <a:pt x="2187466" y="3679304"/>
                    </a:lnTo>
                    <a:moveTo>
                      <a:pt x="2187466" y="3679304"/>
                    </a:moveTo>
                    <a:lnTo>
                      <a:pt x="2219497" y="3659232"/>
                    </a:lnTo>
                    <a:moveTo>
                      <a:pt x="2219497" y="3659232"/>
                    </a:moveTo>
                    <a:lnTo>
                      <a:pt x="2251528" y="3639161"/>
                    </a:lnTo>
                    <a:moveTo>
                      <a:pt x="2251528" y="3639161"/>
                    </a:moveTo>
                    <a:lnTo>
                      <a:pt x="2283558" y="3619090"/>
                    </a:lnTo>
                    <a:moveTo>
                      <a:pt x="2283558" y="3619090"/>
                    </a:moveTo>
                    <a:lnTo>
                      <a:pt x="2315589" y="3599019"/>
                    </a:lnTo>
                    <a:moveTo>
                      <a:pt x="2315589" y="3599019"/>
                    </a:moveTo>
                    <a:lnTo>
                      <a:pt x="2347620" y="3578947"/>
                    </a:lnTo>
                    <a:moveTo>
                      <a:pt x="2347620" y="3578947"/>
                    </a:moveTo>
                    <a:lnTo>
                      <a:pt x="2379651" y="3558876"/>
                    </a:lnTo>
                    <a:moveTo>
                      <a:pt x="2379651" y="3558876"/>
                    </a:moveTo>
                    <a:lnTo>
                      <a:pt x="2411682" y="3538805"/>
                    </a:lnTo>
                    <a:moveTo>
                      <a:pt x="2411682" y="3538805"/>
                    </a:moveTo>
                    <a:lnTo>
                      <a:pt x="2443713" y="3518733"/>
                    </a:lnTo>
                    <a:moveTo>
                      <a:pt x="2443713" y="3518733"/>
                    </a:moveTo>
                    <a:lnTo>
                      <a:pt x="2475744" y="3498662"/>
                    </a:lnTo>
                    <a:moveTo>
                      <a:pt x="2475744" y="3498662"/>
                    </a:moveTo>
                    <a:lnTo>
                      <a:pt x="2507775" y="3478591"/>
                    </a:lnTo>
                    <a:moveTo>
                      <a:pt x="2507775" y="3478591"/>
                    </a:moveTo>
                    <a:lnTo>
                      <a:pt x="2539806" y="3458519"/>
                    </a:lnTo>
                    <a:moveTo>
                      <a:pt x="2539806" y="3458519"/>
                    </a:moveTo>
                    <a:lnTo>
                      <a:pt x="2571837" y="3438448"/>
                    </a:lnTo>
                    <a:moveTo>
                      <a:pt x="2571837" y="3438448"/>
                    </a:moveTo>
                    <a:lnTo>
                      <a:pt x="2603868" y="3418377"/>
                    </a:lnTo>
                    <a:moveTo>
                      <a:pt x="2603868" y="3418377"/>
                    </a:moveTo>
                    <a:lnTo>
                      <a:pt x="2635899" y="3398306"/>
                    </a:lnTo>
                    <a:moveTo>
                      <a:pt x="2635899" y="3398306"/>
                    </a:moveTo>
                    <a:lnTo>
                      <a:pt x="2663166" y="3381219"/>
                    </a:lnTo>
                    <a:moveTo>
                      <a:pt x="1066206" y="4023677"/>
                    </a:moveTo>
                    <a:lnTo>
                      <a:pt x="1086171" y="4055775"/>
                    </a:lnTo>
                    <a:moveTo>
                      <a:pt x="1086171" y="4055775"/>
                    </a:moveTo>
                    <a:lnTo>
                      <a:pt x="1106136" y="4087872"/>
                    </a:lnTo>
                    <a:moveTo>
                      <a:pt x="1106136" y="4087872"/>
                    </a:moveTo>
                    <a:lnTo>
                      <a:pt x="1126100" y="4119970"/>
                    </a:lnTo>
                    <a:moveTo>
                      <a:pt x="1126100" y="4119970"/>
                    </a:moveTo>
                    <a:lnTo>
                      <a:pt x="1146065" y="4152067"/>
                    </a:lnTo>
                    <a:moveTo>
                      <a:pt x="1146065" y="4152067"/>
                    </a:moveTo>
                    <a:lnTo>
                      <a:pt x="1166030" y="4184165"/>
                    </a:lnTo>
                    <a:moveTo>
                      <a:pt x="1166030" y="4184165"/>
                    </a:moveTo>
                    <a:lnTo>
                      <a:pt x="1185994" y="4216262"/>
                    </a:lnTo>
                    <a:moveTo>
                      <a:pt x="1185994" y="4216262"/>
                    </a:moveTo>
                    <a:lnTo>
                      <a:pt x="1205959" y="4248360"/>
                    </a:lnTo>
                    <a:moveTo>
                      <a:pt x="1205959" y="4248360"/>
                    </a:moveTo>
                    <a:lnTo>
                      <a:pt x="1225924" y="4280458"/>
                    </a:lnTo>
                    <a:moveTo>
                      <a:pt x="1225924" y="4280458"/>
                    </a:moveTo>
                    <a:lnTo>
                      <a:pt x="1226538" y="4281444"/>
                    </a:lnTo>
                    <a:moveTo>
                      <a:pt x="991827" y="4045729"/>
                    </a:moveTo>
                    <a:lnTo>
                      <a:pt x="993086" y="4044944"/>
                    </a:lnTo>
                    <a:moveTo>
                      <a:pt x="993086" y="4044944"/>
                    </a:moveTo>
                    <a:lnTo>
                      <a:pt x="1025167" y="4024953"/>
                    </a:lnTo>
                    <a:moveTo>
                      <a:pt x="1025167" y="4024953"/>
                    </a:moveTo>
                    <a:lnTo>
                      <a:pt x="1055315" y="4006167"/>
                    </a:lnTo>
                    <a:lnTo>
                      <a:pt x="1056518" y="4008101"/>
                    </a:lnTo>
                    <a:moveTo>
                      <a:pt x="1056518" y="4008101"/>
                    </a:moveTo>
                    <a:lnTo>
                      <a:pt x="1066206" y="4023677"/>
                    </a:lnTo>
                    <a:moveTo>
                      <a:pt x="1284344" y="2895590"/>
                    </a:moveTo>
                    <a:lnTo>
                      <a:pt x="1314899" y="2873336"/>
                    </a:lnTo>
                    <a:moveTo>
                      <a:pt x="1314899" y="2873336"/>
                    </a:moveTo>
                    <a:lnTo>
                      <a:pt x="1345455" y="2851083"/>
                    </a:lnTo>
                    <a:moveTo>
                      <a:pt x="1345455" y="2851083"/>
                    </a:moveTo>
                    <a:lnTo>
                      <a:pt x="1376010" y="2828829"/>
                    </a:lnTo>
                    <a:moveTo>
                      <a:pt x="1376010" y="2828829"/>
                    </a:moveTo>
                    <a:lnTo>
                      <a:pt x="1406565" y="2806576"/>
                    </a:lnTo>
                    <a:moveTo>
                      <a:pt x="1406565" y="2806576"/>
                    </a:moveTo>
                    <a:lnTo>
                      <a:pt x="1437120" y="2784322"/>
                    </a:lnTo>
                    <a:moveTo>
                      <a:pt x="1437120" y="2784322"/>
                    </a:moveTo>
                    <a:lnTo>
                      <a:pt x="1467675" y="2762068"/>
                    </a:lnTo>
                    <a:moveTo>
                      <a:pt x="1467675" y="2762068"/>
                    </a:moveTo>
                    <a:lnTo>
                      <a:pt x="1498230" y="2739815"/>
                    </a:lnTo>
                    <a:moveTo>
                      <a:pt x="1498230" y="2739815"/>
                    </a:moveTo>
                    <a:lnTo>
                      <a:pt x="1528786" y="2717561"/>
                    </a:lnTo>
                    <a:moveTo>
                      <a:pt x="1528786" y="2717561"/>
                    </a:moveTo>
                    <a:lnTo>
                      <a:pt x="1559341" y="2695308"/>
                    </a:lnTo>
                    <a:moveTo>
                      <a:pt x="1559341" y="2695308"/>
                    </a:moveTo>
                    <a:lnTo>
                      <a:pt x="1589896" y="2673054"/>
                    </a:lnTo>
                    <a:moveTo>
                      <a:pt x="1589896" y="2673054"/>
                    </a:moveTo>
                    <a:lnTo>
                      <a:pt x="1620451" y="2650801"/>
                    </a:lnTo>
                    <a:moveTo>
                      <a:pt x="1620451" y="2650801"/>
                    </a:moveTo>
                    <a:lnTo>
                      <a:pt x="1651006" y="2628547"/>
                    </a:lnTo>
                    <a:moveTo>
                      <a:pt x="1651006" y="2628547"/>
                    </a:moveTo>
                    <a:lnTo>
                      <a:pt x="1681561" y="2606293"/>
                    </a:lnTo>
                    <a:moveTo>
                      <a:pt x="1681561" y="2606293"/>
                    </a:moveTo>
                    <a:lnTo>
                      <a:pt x="1712117" y="2584040"/>
                    </a:lnTo>
                    <a:moveTo>
                      <a:pt x="1712117" y="2584040"/>
                    </a:moveTo>
                    <a:lnTo>
                      <a:pt x="1742672" y="2561786"/>
                    </a:lnTo>
                    <a:moveTo>
                      <a:pt x="1742672" y="2561786"/>
                    </a:moveTo>
                    <a:lnTo>
                      <a:pt x="1773227" y="2539533"/>
                    </a:lnTo>
                    <a:moveTo>
                      <a:pt x="1773227" y="2539533"/>
                    </a:moveTo>
                    <a:lnTo>
                      <a:pt x="1803782" y="2517279"/>
                    </a:lnTo>
                    <a:moveTo>
                      <a:pt x="1803782" y="2517279"/>
                    </a:moveTo>
                    <a:lnTo>
                      <a:pt x="1834337" y="2495025"/>
                    </a:lnTo>
                    <a:moveTo>
                      <a:pt x="1834337" y="2495025"/>
                    </a:moveTo>
                    <a:lnTo>
                      <a:pt x="1864892" y="2472772"/>
                    </a:lnTo>
                    <a:moveTo>
                      <a:pt x="1864892" y="2472772"/>
                    </a:moveTo>
                    <a:lnTo>
                      <a:pt x="1895448" y="2450518"/>
                    </a:lnTo>
                    <a:moveTo>
                      <a:pt x="1895448" y="2450518"/>
                    </a:moveTo>
                    <a:lnTo>
                      <a:pt x="1926003" y="2428265"/>
                    </a:lnTo>
                    <a:moveTo>
                      <a:pt x="1926003" y="2428265"/>
                    </a:moveTo>
                    <a:lnTo>
                      <a:pt x="1956558" y="2406011"/>
                    </a:lnTo>
                    <a:moveTo>
                      <a:pt x="1956558" y="2406011"/>
                    </a:moveTo>
                    <a:lnTo>
                      <a:pt x="1987113" y="2383758"/>
                    </a:lnTo>
                    <a:moveTo>
                      <a:pt x="1987113" y="2383758"/>
                    </a:moveTo>
                    <a:lnTo>
                      <a:pt x="2017668" y="2361504"/>
                    </a:lnTo>
                    <a:moveTo>
                      <a:pt x="2017668" y="2361504"/>
                    </a:moveTo>
                    <a:lnTo>
                      <a:pt x="2048223" y="2339250"/>
                    </a:lnTo>
                    <a:moveTo>
                      <a:pt x="2048223" y="2339250"/>
                    </a:moveTo>
                    <a:lnTo>
                      <a:pt x="2078779" y="2316997"/>
                    </a:lnTo>
                    <a:moveTo>
                      <a:pt x="2078779" y="2316997"/>
                    </a:moveTo>
                    <a:lnTo>
                      <a:pt x="2109334" y="2294743"/>
                    </a:lnTo>
                    <a:moveTo>
                      <a:pt x="2109334" y="2294743"/>
                    </a:moveTo>
                    <a:lnTo>
                      <a:pt x="2139889" y="2272490"/>
                    </a:lnTo>
                    <a:moveTo>
                      <a:pt x="2139889" y="2272490"/>
                    </a:moveTo>
                    <a:lnTo>
                      <a:pt x="2170444" y="2250236"/>
                    </a:lnTo>
                    <a:moveTo>
                      <a:pt x="2170444" y="2250236"/>
                    </a:moveTo>
                    <a:lnTo>
                      <a:pt x="2200999" y="2227982"/>
                    </a:lnTo>
                    <a:moveTo>
                      <a:pt x="2200999" y="2227982"/>
                    </a:moveTo>
                    <a:lnTo>
                      <a:pt x="2231554" y="2205729"/>
                    </a:lnTo>
                    <a:moveTo>
                      <a:pt x="2231554" y="2205729"/>
                    </a:moveTo>
                    <a:lnTo>
                      <a:pt x="2262110" y="2183475"/>
                    </a:lnTo>
                    <a:moveTo>
                      <a:pt x="2262110" y="2183475"/>
                    </a:moveTo>
                    <a:lnTo>
                      <a:pt x="2292665" y="2161222"/>
                    </a:lnTo>
                    <a:moveTo>
                      <a:pt x="2292665" y="2161222"/>
                    </a:moveTo>
                    <a:lnTo>
                      <a:pt x="2323220" y="2138968"/>
                    </a:lnTo>
                    <a:moveTo>
                      <a:pt x="2323220" y="2138968"/>
                    </a:moveTo>
                    <a:lnTo>
                      <a:pt x="2353775" y="2116715"/>
                    </a:lnTo>
                    <a:moveTo>
                      <a:pt x="2353775" y="2116715"/>
                    </a:moveTo>
                    <a:lnTo>
                      <a:pt x="2384330" y="2094461"/>
                    </a:lnTo>
                    <a:moveTo>
                      <a:pt x="2384330" y="2094461"/>
                    </a:moveTo>
                    <a:lnTo>
                      <a:pt x="2414885" y="2072207"/>
                    </a:lnTo>
                    <a:moveTo>
                      <a:pt x="2414885" y="2072207"/>
                    </a:moveTo>
                    <a:lnTo>
                      <a:pt x="2445441" y="2049954"/>
                    </a:lnTo>
                    <a:moveTo>
                      <a:pt x="2445441" y="2049954"/>
                    </a:moveTo>
                    <a:lnTo>
                      <a:pt x="2475996" y="2027700"/>
                    </a:lnTo>
                    <a:moveTo>
                      <a:pt x="2475996" y="2027700"/>
                    </a:moveTo>
                    <a:lnTo>
                      <a:pt x="2506551" y="2005447"/>
                    </a:lnTo>
                    <a:moveTo>
                      <a:pt x="2506551" y="2005447"/>
                    </a:moveTo>
                    <a:lnTo>
                      <a:pt x="2537106" y="1983193"/>
                    </a:lnTo>
                    <a:moveTo>
                      <a:pt x="2537106" y="1983193"/>
                    </a:moveTo>
                    <a:lnTo>
                      <a:pt x="2567661" y="1960939"/>
                    </a:lnTo>
                    <a:moveTo>
                      <a:pt x="2567661" y="1960939"/>
                    </a:moveTo>
                    <a:lnTo>
                      <a:pt x="2598216" y="1938686"/>
                    </a:lnTo>
                    <a:moveTo>
                      <a:pt x="2598216" y="1938686"/>
                    </a:moveTo>
                    <a:lnTo>
                      <a:pt x="2628771" y="1916432"/>
                    </a:lnTo>
                    <a:moveTo>
                      <a:pt x="2628771" y="1916432"/>
                    </a:moveTo>
                    <a:lnTo>
                      <a:pt x="2659327" y="1894179"/>
                    </a:lnTo>
                    <a:moveTo>
                      <a:pt x="2659327" y="1894179"/>
                    </a:moveTo>
                    <a:lnTo>
                      <a:pt x="2689882" y="1871925"/>
                    </a:lnTo>
                    <a:moveTo>
                      <a:pt x="2689882" y="1871925"/>
                    </a:moveTo>
                    <a:lnTo>
                      <a:pt x="2720437" y="1849672"/>
                    </a:lnTo>
                    <a:moveTo>
                      <a:pt x="2720437" y="1849672"/>
                    </a:moveTo>
                    <a:lnTo>
                      <a:pt x="2750992" y="1827418"/>
                    </a:lnTo>
                    <a:moveTo>
                      <a:pt x="2750992" y="1827418"/>
                    </a:moveTo>
                    <a:lnTo>
                      <a:pt x="2781547" y="1805164"/>
                    </a:lnTo>
                    <a:moveTo>
                      <a:pt x="2781547" y="1805164"/>
                    </a:moveTo>
                    <a:lnTo>
                      <a:pt x="2812102" y="1782911"/>
                    </a:lnTo>
                    <a:moveTo>
                      <a:pt x="2812102" y="1782911"/>
                    </a:moveTo>
                    <a:lnTo>
                      <a:pt x="2842658" y="1760657"/>
                    </a:lnTo>
                    <a:moveTo>
                      <a:pt x="2842658" y="1760657"/>
                    </a:moveTo>
                    <a:lnTo>
                      <a:pt x="2873213" y="1738404"/>
                    </a:lnTo>
                    <a:moveTo>
                      <a:pt x="2873213" y="1738404"/>
                    </a:moveTo>
                    <a:lnTo>
                      <a:pt x="2903768" y="1716150"/>
                    </a:lnTo>
                    <a:moveTo>
                      <a:pt x="2903768" y="1716150"/>
                    </a:moveTo>
                    <a:lnTo>
                      <a:pt x="2934323" y="1693896"/>
                    </a:lnTo>
                    <a:moveTo>
                      <a:pt x="2934323" y="1693896"/>
                    </a:moveTo>
                    <a:lnTo>
                      <a:pt x="2964878" y="1671643"/>
                    </a:lnTo>
                    <a:moveTo>
                      <a:pt x="2964878" y="1671643"/>
                    </a:moveTo>
                    <a:lnTo>
                      <a:pt x="2995433" y="1649389"/>
                    </a:lnTo>
                    <a:moveTo>
                      <a:pt x="2995433" y="1649389"/>
                    </a:moveTo>
                    <a:lnTo>
                      <a:pt x="3025989" y="1627136"/>
                    </a:lnTo>
                    <a:moveTo>
                      <a:pt x="3025989" y="1627136"/>
                    </a:moveTo>
                    <a:lnTo>
                      <a:pt x="3056544" y="1604882"/>
                    </a:lnTo>
                    <a:moveTo>
                      <a:pt x="3056544" y="1604882"/>
                    </a:moveTo>
                    <a:lnTo>
                      <a:pt x="3087099" y="1582629"/>
                    </a:lnTo>
                    <a:moveTo>
                      <a:pt x="3087099" y="1582629"/>
                    </a:moveTo>
                    <a:lnTo>
                      <a:pt x="3117654" y="1560375"/>
                    </a:lnTo>
                    <a:moveTo>
                      <a:pt x="3117654" y="1560375"/>
                    </a:moveTo>
                    <a:lnTo>
                      <a:pt x="3148209" y="1538121"/>
                    </a:lnTo>
                    <a:moveTo>
                      <a:pt x="3148209" y="1538121"/>
                    </a:moveTo>
                    <a:lnTo>
                      <a:pt x="3178764" y="1515868"/>
                    </a:lnTo>
                    <a:moveTo>
                      <a:pt x="3178764" y="1515868"/>
                    </a:moveTo>
                    <a:lnTo>
                      <a:pt x="3209320" y="1493614"/>
                    </a:lnTo>
                    <a:moveTo>
                      <a:pt x="3209320" y="1493614"/>
                    </a:moveTo>
                    <a:lnTo>
                      <a:pt x="3239875" y="1471361"/>
                    </a:lnTo>
                    <a:moveTo>
                      <a:pt x="3239875" y="1471361"/>
                    </a:moveTo>
                    <a:lnTo>
                      <a:pt x="3270430" y="1449107"/>
                    </a:lnTo>
                    <a:moveTo>
                      <a:pt x="3270430" y="1449107"/>
                    </a:moveTo>
                    <a:lnTo>
                      <a:pt x="3300985" y="1426853"/>
                    </a:lnTo>
                    <a:moveTo>
                      <a:pt x="3300985" y="1426853"/>
                    </a:moveTo>
                    <a:lnTo>
                      <a:pt x="3331540" y="1404600"/>
                    </a:lnTo>
                    <a:moveTo>
                      <a:pt x="3331540" y="1404600"/>
                    </a:moveTo>
                    <a:lnTo>
                      <a:pt x="3362095" y="1382346"/>
                    </a:lnTo>
                    <a:moveTo>
                      <a:pt x="3362095" y="1382346"/>
                    </a:moveTo>
                    <a:lnTo>
                      <a:pt x="3392651" y="1360093"/>
                    </a:lnTo>
                    <a:moveTo>
                      <a:pt x="3392651" y="1360093"/>
                    </a:moveTo>
                    <a:lnTo>
                      <a:pt x="3423206" y="1337839"/>
                    </a:lnTo>
                    <a:moveTo>
                      <a:pt x="3423206" y="1337839"/>
                    </a:moveTo>
                    <a:lnTo>
                      <a:pt x="3453761" y="1315585"/>
                    </a:lnTo>
                    <a:moveTo>
                      <a:pt x="3453761" y="1315585"/>
                    </a:moveTo>
                    <a:lnTo>
                      <a:pt x="3484316" y="1293332"/>
                    </a:lnTo>
                    <a:moveTo>
                      <a:pt x="3484316" y="1293332"/>
                    </a:moveTo>
                    <a:lnTo>
                      <a:pt x="3514871" y="1271078"/>
                    </a:lnTo>
                    <a:moveTo>
                      <a:pt x="3514871" y="1271078"/>
                    </a:moveTo>
                    <a:lnTo>
                      <a:pt x="3545426" y="1248825"/>
                    </a:lnTo>
                    <a:moveTo>
                      <a:pt x="3545426" y="1248825"/>
                    </a:moveTo>
                    <a:lnTo>
                      <a:pt x="3575982" y="1226571"/>
                    </a:lnTo>
                    <a:moveTo>
                      <a:pt x="3575982" y="1226571"/>
                    </a:moveTo>
                    <a:lnTo>
                      <a:pt x="3606537" y="1204318"/>
                    </a:lnTo>
                    <a:moveTo>
                      <a:pt x="3606537" y="1204318"/>
                    </a:moveTo>
                    <a:lnTo>
                      <a:pt x="3637092" y="1182064"/>
                    </a:lnTo>
                    <a:moveTo>
                      <a:pt x="3637092" y="1182064"/>
                    </a:moveTo>
                    <a:lnTo>
                      <a:pt x="3667647" y="1159810"/>
                    </a:lnTo>
                    <a:moveTo>
                      <a:pt x="3667647" y="1159810"/>
                    </a:moveTo>
                    <a:lnTo>
                      <a:pt x="3698202" y="1137557"/>
                    </a:lnTo>
                    <a:moveTo>
                      <a:pt x="3698202" y="1137557"/>
                    </a:moveTo>
                    <a:lnTo>
                      <a:pt x="3728757" y="1115303"/>
                    </a:lnTo>
                    <a:moveTo>
                      <a:pt x="3728757" y="1115303"/>
                    </a:moveTo>
                    <a:lnTo>
                      <a:pt x="3759313" y="1093050"/>
                    </a:lnTo>
                    <a:moveTo>
                      <a:pt x="3759313" y="1093050"/>
                    </a:moveTo>
                    <a:lnTo>
                      <a:pt x="3789868" y="1070796"/>
                    </a:lnTo>
                    <a:moveTo>
                      <a:pt x="3789868" y="1070796"/>
                    </a:moveTo>
                    <a:lnTo>
                      <a:pt x="3820423" y="1048542"/>
                    </a:lnTo>
                    <a:moveTo>
                      <a:pt x="3820423" y="1048542"/>
                    </a:moveTo>
                    <a:lnTo>
                      <a:pt x="3850978" y="1026289"/>
                    </a:lnTo>
                    <a:moveTo>
                      <a:pt x="3850978" y="1026289"/>
                    </a:moveTo>
                    <a:lnTo>
                      <a:pt x="3881533" y="1004035"/>
                    </a:lnTo>
                    <a:moveTo>
                      <a:pt x="3881533" y="1004035"/>
                    </a:moveTo>
                    <a:lnTo>
                      <a:pt x="3912088" y="981782"/>
                    </a:lnTo>
                    <a:moveTo>
                      <a:pt x="3912088" y="981782"/>
                    </a:moveTo>
                    <a:lnTo>
                      <a:pt x="3942643" y="959528"/>
                    </a:lnTo>
                    <a:moveTo>
                      <a:pt x="3942643" y="959528"/>
                    </a:moveTo>
                    <a:lnTo>
                      <a:pt x="3973199" y="937275"/>
                    </a:lnTo>
                    <a:moveTo>
                      <a:pt x="3973199" y="937275"/>
                    </a:moveTo>
                    <a:lnTo>
                      <a:pt x="4003754" y="915021"/>
                    </a:lnTo>
                    <a:moveTo>
                      <a:pt x="4003754" y="915021"/>
                    </a:moveTo>
                    <a:lnTo>
                      <a:pt x="4028804" y="896776"/>
                    </a:lnTo>
                    <a:moveTo>
                      <a:pt x="1284344" y="2895590"/>
                    </a:moveTo>
                    <a:lnTo>
                      <a:pt x="1252480" y="2915925"/>
                    </a:lnTo>
                    <a:moveTo>
                      <a:pt x="1252480" y="2915925"/>
                    </a:moveTo>
                    <a:lnTo>
                      <a:pt x="1220616" y="2936260"/>
                    </a:lnTo>
                    <a:moveTo>
                      <a:pt x="1220616" y="2936260"/>
                    </a:moveTo>
                    <a:lnTo>
                      <a:pt x="1188752" y="2956595"/>
                    </a:lnTo>
                    <a:moveTo>
                      <a:pt x="1188752" y="2956595"/>
                    </a:moveTo>
                    <a:lnTo>
                      <a:pt x="1156888" y="2976931"/>
                    </a:lnTo>
                    <a:moveTo>
                      <a:pt x="1156888" y="2976931"/>
                    </a:moveTo>
                    <a:lnTo>
                      <a:pt x="1125024" y="2997266"/>
                    </a:lnTo>
                    <a:moveTo>
                      <a:pt x="1125024" y="2997266"/>
                    </a:moveTo>
                    <a:lnTo>
                      <a:pt x="1093160" y="3017601"/>
                    </a:lnTo>
                    <a:moveTo>
                      <a:pt x="1093160" y="3017601"/>
                    </a:moveTo>
                    <a:lnTo>
                      <a:pt x="1066206" y="3034802"/>
                    </a:lnTo>
                    <a:moveTo>
                      <a:pt x="1066206" y="2831719"/>
                    </a:moveTo>
                    <a:lnTo>
                      <a:pt x="1096758" y="2809460"/>
                    </a:lnTo>
                    <a:moveTo>
                      <a:pt x="1096758" y="2809460"/>
                    </a:moveTo>
                    <a:lnTo>
                      <a:pt x="1127309" y="2787201"/>
                    </a:lnTo>
                    <a:moveTo>
                      <a:pt x="1127309" y="2787201"/>
                    </a:moveTo>
                    <a:lnTo>
                      <a:pt x="1128396" y="2786410"/>
                    </a:lnTo>
                    <a:lnTo>
                      <a:pt x="1157864" y="2764947"/>
                    </a:lnTo>
                    <a:moveTo>
                      <a:pt x="1157864" y="2764947"/>
                    </a:moveTo>
                    <a:lnTo>
                      <a:pt x="1188419" y="2742694"/>
                    </a:lnTo>
                    <a:moveTo>
                      <a:pt x="1188419" y="2742694"/>
                    </a:moveTo>
                    <a:lnTo>
                      <a:pt x="1218974" y="2720440"/>
                    </a:lnTo>
                    <a:moveTo>
                      <a:pt x="1218974" y="2720440"/>
                    </a:moveTo>
                    <a:lnTo>
                      <a:pt x="1249529" y="2698186"/>
                    </a:lnTo>
                    <a:moveTo>
                      <a:pt x="1249529" y="2698186"/>
                    </a:moveTo>
                    <a:lnTo>
                      <a:pt x="1280084" y="2675932"/>
                    </a:lnTo>
                    <a:moveTo>
                      <a:pt x="1280084" y="2675932"/>
                    </a:moveTo>
                    <a:lnTo>
                      <a:pt x="1310639" y="2653678"/>
                    </a:lnTo>
                    <a:moveTo>
                      <a:pt x="1310639" y="2653678"/>
                    </a:moveTo>
                    <a:lnTo>
                      <a:pt x="1341194" y="2631425"/>
                    </a:lnTo>
                    <a:moveTo>
                      <a:pt x="1341194" y="2631425"/>
                    </a:moveTo>
                    <a:lnTo>
                      <a:pt x="1371749" y="2609171"/>
                    </a:lnTo>
                    <a:moveTo>
                      <a:pt x="1371749" y="2609171"/>
                    </a:moveTo>
                    <a:lnTo>
                      <a:pt x="1402304" y="2586917"/>
                    </a:lnTo>
                    <a:moveTo>
                      <a:pt x="1402304" y="2586917"/>
                    </a:moveTo>
                    <a:lnTo>
                      <a:pt x="1432859" y="2564663"/>
                    </a:lnTo>
                    <a:moveTo>
                      <a:pt x="1432859" y="2564663"/>
                    </a:moveTo>
                    <a:lnTo>
                      <a:pt x="1463414" y="2542409"/>
                    </a:lnTo>
                    <a:moveTo>
                      <a:pt x="1463414" y="2542409"/>
                    </a:moveTo>
                    <a:lnTo>
                      <a:pt x="1493969" y="2520156"/>
                    </a:lnTo>
                    <a:moveTo>
                      <a:pt x="1493969" y="2520156"/>
                    </a:moveTo>
                    <a:lnTo>
                      <a:pt x="1524524" y="2497902"/>
                    </a:lnTo>
                    <a:moveTo>
                      <a:pt x="1524524" y="2497902"/>
                    </a:moveTo>
                    <a:lnTo>
                      <a:pt x="1555079" y="2475648"/>
                    </a:lnTo>
                    <a:moveTo>
                      <a:pt x="1555079" y="2475648"/>
                    </a:moveTo>
                    <a:lnTo>
                      <a:pt x="1585634" y="2453394"/>
                    </a:lnTo>
                    <a:moveTo>
                      <a:pt x="1585634" y="2453394"/>
                    </a:moveTo>
                    <a:lnTo>
                      <a:pt x="1616189" y="2431140"/>
                    </a:lnTo>
                    <a:moveTo>
                      <a:pt x="1616189" y="2431140"/>
                    </a:moveTo>
                    <a:lnTo>
                      <a:pt x="1646744" y="2408887"/>
                    </a:lnTo>
                    <a:moveTo>
                      <a:pt x="1646744" y="2408887"/>
                    </a:moveTo>
                    <a:lnTo>
                      <a:pt x="1677299" y="2386633"/>
                    </a:lnTo>
                    <a:moveTo>
                      <a:pt x="1677299" y="2386633"/>
                    </a:moveTo>
                    <a:lnTo>
                      <a:pt x="1707854" y="2364379"/>
                    </a:lnTo>
                    <a:moveTo>
                      <a:pt x="1707854" y="2364379"/>
                    </a:moveTo>
                    <a:lnTo>
                      <a:pt x="1738409" y="2342125"/>
                    </a:lnTo>
                    <a:moveTo>
                      <a:pt x="1738409" y="2342125"/>
                    </a:moveTo>
                    <a:lnTo>
                      <a:pt x="1768964" y="2319871"/>
                    </a:lnTo>
                    <a:moveTo>
                      <a:pt x="1768964" y="2319871"/>
                    </a:moveTo>
                    <a:lnTo>
                      <a:pt x="1799519" y="2297618"/>
                    </a:lnTo>
                    <a:moveTo>
                      <a:pt x="1799519" y="2297618"/>
                    </a:moveTo>
                    <a:lnTo>
                      <a:pt x="1830074" y="2275364"/>
                    </a:lnTo>
                    <a:moveTo>
                      <a:pt x="1830074" y="2275364"/>
                    </a:moveTo>
                    <a:lnTo>
                      <a:pt x="1855866" y="2256579"/>
                    </a:lnTo>
                    <a:lnTo>
                      <a:pt x="1860629" y="2253110"/>
                    </a:lnTo>
                    <a:moveTo>
                      <a:pt x="1860629" y="2253110"/>
                    </a:moveTo>
                    <a:lnTo>
                      <a:pt x="1891184" y="2230856"/>
                    </a:lnTo>
                    <a:moveTo>
                      <a:pt x="1891184" y="2230856"/>
                    </a:moveTo>
                    <a:lnTo>
                      <a:pt x="1921739" y="2208602"/>
                    </a:lnTo>
                    <a:moveTo>
                      <a:pt x="1921739" y="2208602"/>
                    </a:moveTo>
                    <a:lnTo>
                      <a:pt x="1952294" y="2186349"/>
                    </a:lnTo>
                    <a:moveTo>
                      <a:pt x="1952294" y="2186349"/>
                    </a:moveTo>
                    <a:lnTo>
                      <a:pt x="1982849" y="2164095"/>
                    </a:lnTo>
                    <a:moveTo>
                      <a:pt x="1982849" y="2164095"/>
                    </a:moveTo>
                    <a:lnTo>
                      <a:pt x="2013404" y="2141841"/>
                    </a:lnTo>
                    <a:moveTo>
                      <a:pt x="2013404" y="2141841"/>
                    </a:moveTo>
                    <a:lnTo>
                      <a:pt x="2043959" y="2119587"/>
                    </a:lnTo>
                    <a:moveTo>
                      <a:pt x="2043959" y="2119587"/>
                    </a:moveTo>
                    <a:lnTo>
                      <a:pt x="2074514" y="2097334"/>
                    </a:lnTo>
                    <a:moveTo>
                      <a:pt x="2074514" y="2097334"/>
                    </a:moveTo>
                    <a:lnTo>
                      <a:pt x="2105069" y="2075080"/>
                    </a:lnTo>
                    <a:moveTo>
                      <a:pt x="2105069" y="2075080"/>
                    </a:moveTo>
                    <a:lnTo>
                      <a:pt x="2135624" y="2052826"/>
                    </a:lnTo>
                    <a:moveTo>
                      <a:pt x="2135624" y="2052826"/>
                    </a:moveTo>
                    <a:lnTo>
                      <a:pt x="2166179" y="2030572"/>
                    </a:lnTo>
                    <a:moveTo>
                      <a:pt x="2166179" y="2030572"/>
                    </a:moveTo>
                    <a:lnTo>
                      <a:pt x="2196734" y="2008318"/>
                    </a:lnTo>
                    <a:moveTo>
                      <a:pt x="2196734" y="2008318"/>
                    </a:moveTo>
                    <a:lnTo>
                      <a:pt x="2227290" y="1986065"/>
                    </a:lnTo>
                    <a:moveTo>
                      <a:pt x="2227290" y="1986065"/>
                    </a:moveTo>
                    <a:lnTo>
                      <a:pt x="2257845" y="1963811"/>
                    </a:lnTo>
                    <a:moveTo>
                      <a:pt x="2257845" y="1963811"/>
                    </a:moveTo>
                    <a:lnTo>
                      <a:pt x="2288400" y="1941557"/>
                    </a:lnTo>
                    <a:moveTo>
                      <a:pt x="2288400" y="1941557"/>
                    </a:moveTo>
                    <a:lnTo>
                      <a:pt x="2318955" y="1919303"/>
                    </a:lnTo>
                    <a:moveTo>
                      <a:pt x="2318955" y="1919303"/>
                    </a:moveTo>
                    <a:lnTo>
                      <a:pt x="2349510" y="1897049"/>
                    </a:lnTo>
                    <a:moveTo>
                      <a:pt x="2349510" y="1897049"/>
                    </a:moveTo>
                    <a:lnTo>
                      <a:pt x="2380065" y="1874796"/>
                    </a:lnTo>
                    <a:moveTo>
                      <a:pt x="2380065" y="1874796"/>
                    </a:moveTo>
                    <a:lnTo>
                      <a:pt x="2410620" y="1852542"/>
                    </a:lnTo>
                    <a:moveTo>
                      <a:pt x="2410620" y="1852542"/>
                    </a:moveTo>
                    <a:lnTo>
                      <a:pt x="2441175" y="1830288"/>
                    </a:lnTo>
                    <a:moveTo>
                      <a:pt x="2441175" y="1830288"/>
                    </a:moveTo>
                    <a:lnTo>
                      <a:pt x="2471730" y="1808034"/>
                    </a:lnTo>
                    <a:moveTo>
                      <a:pt x="2471730" y="1808034"/>
                    </a:moveTo>
                    <a:lnTo>
                      <a:pt x="2502285" y="1785781"/>
                    </a:lnTo>
                    <a:moveTo>
                      <a:pt x="2502285" y="1785781"/>
                    </a:moveTo>
                    <a:lnTo>
                      <a:pt x="2532840" y="1763527"/>
                    </a:lnTo>
                    <a:moveTo>
                      <a:pt x="2532840" y="1763527"/>
                    </a:moveTo>
                    <a:lnTo>
                      <a:pt x="2563395" y="1741273"/>
                    </a:lnTo>
                    <a:moveTo>
                      <a:pt x="2563395" y="1741273"/>
                    </a:moveTo>
                    <a:lnTo>
                      <a:pt x="2583336" y="1726749"/>
                    </a:lnTo>
                    <a:lnTo>
                      <a:pt x="2593950" y="1719019"/>
                    </a:lnTo>
                    <a:moveTo>
                      <a:pt x="2593950" y="1719019"/>
                    </a:moveTo>
                    <a:lnTo>
                      <a:pt x="2624505" y="1696765"/>
                    </a:lnTo>
                    <a:moveTo>
                      <a:pt x="2624505" y="1696765"/>
                    </a:moveTo>
                    <a:lnTo>
                      <a:pt x="2655060" y="1674512"/>
                    </a:lnTo>
                    <a:moveTo>
                      <a:pt x="2655060" y="1674512"/>
                    </a:moveTo>
                    <a:lnTo>
                      <a:pt x="2685615" y="1652258"/>
                    </a:lnTo>
                    <a:moveTo>
                      <a:pt x="2685615" y="1652258"/>
                    </a:moveTo>
                    <a:lnTo>
                      <a:pt x="2716170" y="1630004"/>
                    </a:lnTo>
                    <a:moveTo>
                      <a:pt x="2716170" y="1630004"/>
                    </a:moveTo>
                    <a:lnTo>
                      <a:pt x="2746725" y="1607750"/>
                    </a:lnTo>
                    <a:moveTo>
                      <a:pt x="2746725" y="1607750"/>
                    </a:moveTo>
                    <a:lnTo>
                      <a:pt x="2777280" y="1585496"/>
                    </a:lnTo>
                    <a:moveTo>
                      <a:pt x="2777280" y="1585496"/>
                    </a:moveTo>
                    <a:lnTo>
                      <a:pt x="2807835" y="1563243"/>
                    </a:lnTo>
                    <a:moveTo>
                      <a:pt x="2807835" y="1563243"/>
                    </a:moveTo>
                    <a:lnTo>
                      <a:pt x="2838390" y="1540989"/>
                    </a:lnTo>
                    <a:moveTo>
                      <a:pt x="2838390" y="1540989"/>
                    </a:moveTo>
                    <a:lnTo>
                      <a:pt x="2868945" y="1518735"/>
                    </a:lnTo>
                    <a:moveTo>
                      <a:pt x="2868945" y="1518735"/>
                    </a:moveTo>
                    <a:lnTo>
                      <a:pt x="2899500" y="1496481"/>
                    </a:lnTo>
                    <a:moveTo>
                      <a:pt x="2899500" y="1496481"/>
                    </a:moveTo>
                    <a:lnTo>
                      <a:pt x="2930055" y="1474227"/>
                    </a:lnTo>
                    <a:moveTo>
                      <a:pt x="2930055" y="1474227"/>
                    </a:moveTo>
                    <a:lnTo>
                      <a:pt x="2960610" y="1451974"/>
                    </a:lnTo>
                    <a:moveTo>
                      <a:pt x="2960610" y="1451974"/>
                    </a:moveTo>
                    <a:lnTo>
                      <a:pt x="2991165" y="1429720"/>
                    </a:lnTo>
                    <a:moveTo>
                      <a:pt x="2991165" y="1429720"/>
                    </a:moveTo>
                    <a:lnTo>
                      <a:pt x="3021720" y="1407466"/>
                    </a:lnTo>
                    <a:moveTo>
                      <a:pt x="3021720" y="1407466"/>
                    </a:moveTo>
                    <a:lnTo>
                      <a:pt x="3052275" y="1385212"/>
                    </a:lnTo>
                    <a:moveTo>
                      <a:pt x="3052275" y="1385212"/>
                    </a:moveTo>
                    <a:lnTo>
                      <a:pt x="3082830" y="1362958"/>
                    </a:lnTo>
                    <a:moveTo>
                      <a:pt x="3082830" y="1362958"/>
                    </a:moveTo>
                    <a:lnTo>
                      <a:pt x="3113385" y="1340705"/>
                    </a:lnTo>
                    <a:moveTo>
                      <a:pt x="3113385" y="1340705"/>
                    </a:moveTo>
                    <a:lnTo>
                      <a:pt x="3143940" y="1318451"/>
                    </a:lnTo>
                    <a:moveTo>
                      <a:pt x="3143940" y="1318451"/>
                    </a:moveTo>
                    <a:lnTo>
                      <a:pt x="3174495" y="1296197"/>
                    </a:lnTo>
                    <a:moveTo>
                      <a:pt x="3174495" y="1296197"/>
                    </a:moveTo>
                    <a:lnTo>
                      <a:pt x="3205050" y="1273943"/>
                    </a:lnTo>
                    <a:moveTo>
                      <a:pt x="3205050" y="1273943"/>
                    </a:moveTo>
                    <a:lnTo>
                      <a:pt x="3235605" y="1251690"/>
                    </a:lnTo>
                    <a:moveTo>
                      <a:pt x="3235605" y="1251690"/>
                    </a:moveTo>
                    <a:lnTo>
                      <a:pt x="3266160" y="1229436"/>
                    </a:lnTo>
                    <a:moveTo>
                      <a:pt x="3266160" y="1229436"/>
                    </a:moveTo>
                    <a:lnTo>
                      <a:pt x="3296715" y="1207182"/>
                    </a:lnTo>
                    <a:moveTo>
                      <a:pt x="3296715" y="1207182"/>
                    </a:moveTo>
                    <a:lnTo>
                      <a:pt x="3310806" y="1196919"/>
                    </a:lnTo>
                    <a:lnTo>
                      <a:pt x="3327270" y="1184928"/>
                    </a:lnTo>
                    <a:moveTo>
                      <a:pt x="3327270" y="1184928"/>
                    </a:moveTo>
                    <a:lnTo>
                      <a:pt x="3350028" y="1168353"/>
                    </a:lnTo>
                    <a:moveTo>
                      <a:pt x="1680083" y="1555702"/>
                    </a:moveTo>
                    <a:lnTo>
                      <a:pt x="1652585" y="1581639"/>
                    </a:lnTo>
                    <a:moveTo>
                      <a:pt x="1652585" y="1581639"/>
                    </a:moveTo>
                    <a:lnTo>
                      <a:pt x="1625087" y="1607575"/>
                    </a:lnTo>
                    <a:moveTo>
                      <a:pt x="1625087" y="1607575"/>
                    </a:moveTo>
                    <a:lnTo>
                      <a:pt x="1597589" y="1633511"/>
                    </a:lnTo>
                    <a:moveTo>
                      <a:pt x="1597589" y="1633511"/>
                    </a:moveTo>
                    <a:lnTo>
                      <a:pt x="1570090" y="1659447"/>
                    </a:lnTo>
                    <a:moveTo>
                      <a:pt x="1570090" y="1659447"/>
                    </a:moveTo>
                    <a:lnTo>
                      <a:pt x="1542592" y="1685383"/>
                    </a:lnTo>
                    <a:moveTo>
                      <a:pt x="1542592" y="1685383"/>
                    </a:moveTo>
                    <a:lnTo>
                      <a:pt x="1515094" y="1711320"/>
                    </a:lnTo>
                    <a:moveTo>
                      <a:pt x="1515094" y="1711320"/>
                    </a:moveTo>
                    <a:lnTo>
                      <a:pt x="1487596" y="1737256"/>
                    </a:lnTo>
                    <a:moveTo>
                      <a:pt x="1487596" y="1737256"/>
                    </a:moveTo>
                    <a:lnTo>
                      <a:pt x="1460097" y="1763192"/>
                    </a:lnTo>
                    <a:moveTo>
                      <a:pt x="1460097" y="1763192"/>
                    </a:moveTo>
                    <a:lnTo>
                      <a:pt x="1432599" y="1789128"/>
                    </a:lnTo>
                    <a:moveTo>
                      <a:pt x="1432599" y="1789128"/>
                    </a:moveTo>
                    <a:lnTo>
                      <a:pt x="1405101" y="1815064"/>
                    </a:lnTo>
                    <a:moveTo>
                      <a:pt x="1405101" y="1815064"/>
                    </a:moveTo>
                    <a:lnTo>
                      <a:pt x="1377603" y="1841001"/>
                    </a:lnTo>
                    <a:moveTo>
                      <a:pt x="1377603" y="1841001"/>
                    </a:moveTo>
                    <a:lnTo>
                      <a:pt x="1350105" y="1866937"/>
                    </a:lnTo>
                    <a:moveTo>
                      <a:pt x="1350105" y="1866937"/>
                    </a:moveTo>
                    <a:lnTo>
                      <a:pt x="1322606" y="1892873"/>
                    </a:lnTo>
                    <a:moveTo>
                      <a:pt x="1322606" y="1892873"/>
                    </a:moveTo>
                    <a:lnTo>
                      <a:pt x="1295108" y="1918809"/>
                    </a:lnTo>
                    <a:moveTo>
                      <a:pt x="1295108" y="1918809"/>
                    </a:moveTo>
                    <a:lnTo>
                      <a:pt x="1267610" y="1944745"/>
                    </a:lnTo>
                    <a:moveTo>
                      <a:pt x="1267610" y="1944745"/>
                    </a:moveTo>
                    <a:lnTo>
                      <a:pt x="1240112" y="1970682"/>
                    </a:lnTo>
                    <a:moveTo>
                      <a:pt x="1240112" y="1970682"/>
                    </a:moveTo>
                    <a:lnTo>
                      <a:pt x="1212613" y="1996618"/>
                    </a:lnTo>
                    <a:moveTo>
                      <a:pt x="1212613" y="1996618"/>
                    </a:moveTo>
                    <a:lnTo>
                      <a:pt x="1185115" y="2022554"/>
                    </a:lnTo>
                    <a:moveTo>
                      <a:pt x="1185115" y="2022554"/>
                    </a:moveTo>
                    <a:lnTo>
                      <a:pt x="1157617" y="2048490"/>
                    </a:lnTo>
                    <a:moveTo>
                      <a:pt x="1157617" y="2048490"/>
                    </a:moveTo>
                    <a:lnTo>
                      <a:pt x="1130119" y="2074427"/>
                    </a:lnTo>
                    <a:moveTo>
                      <a:pt x="1130119" y="2074427"/>
                    </a:moveTo>
                    <a:lnTo>
                      <a:pt x="1102620" y="2100363"/>
                    </a:lnTo>
                    <a:moveTo>
                      <a:pt x="1102620" y="2100363"/>
                    </a:moveTo>
                    <a:lnTo>
                      <a:pt x="1075122" y="2126299"/>
                    </a:lnTo>
                    <a:moveTo>
                      <a:pt x="1075122" y="2126299"/>
                    </a:moveTo>
                    <a:lnTo>
                      <a:pt x="1066206" y="2134708"/>
                    </a:lnTo>
                    <a:moveTo>
                      <a:pt x="1066206" y="1856345"/>
                    </a:moveTo>
                    <a:lnTo>
                      <a:pt x="1093705" y="1830409"/>
                    </a:lnTo>
                    <a:moveTo>
                      <a:pt x="1093705" y="1830409"/>
                    </a:moveTo>
                    <a:lnTo>
                      <a:pt x="1121203" y="1804473"/>
                    </a:lnTo>
                    <a:moveTo>
                      <a:pt x="1121203" y="1804473"/>
                    </a:moveTo>
                    <a:lnTo>
                      <a:pt x="1148701" y="1778537"/>
                    </a:lnTo>
                    <a:moveTo>
                      <a:pt x="1148701" y="1778537"/>
                    </a:moveTo>
                    <a:lnTo>
                      <a:pt x="1176199" y="1752601"/>
                    </a:lnTo>
                    <a:moveTo>
                      <a:pt x="1176199" y="1752601"/>
                    </a:moveTo>
                    <a:lnTo>
                      <a:pt x="1203698" y="1726664"/>
                    </a:lnTo>
                    <a:moveTo>
                      <a:pt x="1203698" y="1726664"/>
                    </a:moveTo>
                    <a:lnTo>
                      <a:pt x="1231196" y="1700728"/>
                    </a:lnTo>
                    <a:moveTo>
                      <a:pt x="1231196" y="1700728"/>
                    </a:moveTo>
                    <a:lnTo>
                      <a:pt x="1258694" y="1674792"/>
                    </a:lnTo>
                    <a:moveTo>
                      <a:pt x="1258694" y="1674792"/>
                    </a:moveTo>
                    <a:lnTo>
                      <a:pt x="1286192" y="1648856"/>
                    </a:lnTo>
                    <a:moveTo>
                      <a:pt x="1286192" y="1648856"/>
                    </a:moveTo>
                    <a:lnTo>
                      <a:pt x="1313691" y="1622920"/>
                    </a:lnTo>
                    <a:moveTo>
                      <a:pt x="1313691" y="1622920"/>
                    </a:moveTo>
                    <a:lnTo>
                      <a:pt x="1341189" y="1596984"/>
                    </a:lnTo>
                    <a:moveTo>
                      <a:pt x="1341189" y="1596984"/>
                    </a:moveTo>
                    <a:lnTo>
                      <a:pt x="1368687" y="1571047"/>
                    </a:lnTo>
                    <a:moveTo>
                      <a:pt x="1368687" y="1571047"/>
                    </a:moveTo>
                    <a:lnTo>
                      <a:pt x="1396185" y="1545111"/>
                    </a:lnTo>
                    <a:moveTo>
                      <a:pt x="1396185" y="1545111"/>
                    </a:moveTo>
                    <a:lnTo>
                      <a:pt x="1423684" y="1519175"/>
                    </a:lnTo>
                    <a:moveTo>
                      <a:pt x="1423684" y="1519175"/>
                    </a:moveTo>
                    <a:lnTo>
                      <a:pt x="1451182" y="1493239"/>
                    </a:lnTo>
                    <a:moveTo>
                      <a:pt x="1451182" y="1493239"/>
                    </a:moveTo>
                    <a:lnTo>
                      <a:pt x="1478680" y="1467303"/>
                    </a:lnTo>
                    <a:moveTo>
                      <a:pt x="1478680" y="1467303"/>
                    </a:moveTo>
                    <a:lnTo>
                      <a:pt x="1506178" y="1441366"/>
                    </a:lnTo>
                    <a:moveTo>
                      <a:pt x="1506178" y="1441366"/>
                    </a:moveTo>
                    <a:lnTo>
                      <a:pt x="1533677" y="1415430"/>
                    </a:lnTo>
                    <a:moveTo>
                      <a:pt x="1533677" y="1415430"/>
                    </a:moveTo>
                    <a:lnTo>
                      <a:pt x="1561175" y="1389494"/>
                    </a:lnTo>
                    <a:moveTo>
                      <a:pt x="1561175" y="1389494"/>
                    </a:moveTo>
                    <a:lnTo>
                      <a:pt x="1588673" y="1363558"/>
                    </a:lnTo>
                    <a:moveTo>
                      <a:pt x="1588673" y="1363558"/>
                    </a:moveTo>
                    <a:lnTo>
                      <a:pt x="1616171" y="1337622"/>
                    </a:lnTo>
                    <a:moveTo>
                      <a:pt x="1616171" y="1337622"/>
                    </a:moveTo>
                    <a:lnTo>
                      <a:pt x="1643670" y="1311685"/>
                    </a:lnTo>
                    <a:moveTo>
                      <a:pt x="1643670" y="1311685"/>
                    </a:moveTo>
                    <a:lnTo>
                      <a:pt x="1671168" y="1285749"/>
                    </a:lnTo>
                    <a:moveTo>
                      <a:pt x="1671168" y="1285749"/>
                    </a:moveTo>
                    <a:lnTo>
                      <a:pt x="1698666" y="1259813"/>
                    </a:lnTo>
                    <a:moveTo>
                      <a:pt x="1698666" y="1259813"/>
                    </a:moveTo>
                    <a:lnTo>
                      <a:pt x="1726164" y="1233877"/>
                    </a:lnTo>
                    <a:moveTo>
                      <a:pt x="1726164" y="1233877"/>
                    </a:moveTo>
                    <a:lnTo>
                      <a:pt x="1753663" y="1207941"/>
                    </a:lnTo>
                    <a:moveTo>
                      <a:pt x="1753663" y="1207941"/>
                    </a:moveTo>
                    <a:lnTo>
                      <a:pt x="1781161" y="1182004"/>
                    </a:lnTo>
                    <a:moveTo>
                      <a:pt x="1781161" y="1182004"/>
                    </a:moveTo>
                    <a:lnTo>
                      <a:pt x="1808659" y="1156068"/>
                    </a:lnTo>
                    <a:moveTo>
                      <a:pt x="1808659" y="1156068"/>
                    </a:moveTo>
                    <a:lnTo>
                      <a:pt x="1836157" y="1130132"/>
                    </a:lnTo>
                    <a:moveTo>
                      <a:pt x="1836157" y="1130132"/>
                    </a:moveTo>
                    <a:lnTo>
                      <a:pt x="1863656" y="1104196"/>
                    </a:lnTo>
                    <a:moveTo>
                      <a:pt x="1863656" y="1104196"/>
                    </a:moveTo>
                    <a:lnTo>
                      <a:pt x="1891154" y="1078260"/>
                    </a:lnTo>
                    <a:moveTo>
                      <a:pt x="1891154" y="1078260"/>
                    </a:moveTo>
                    <a:lnTo>
                      <a:pt x="1918652" y="1052323"/>
                    </a:lnTo>
                    <a:moveTo>
                      <a:pt x="1918652" y="1052323"/>
                    </a:moveTo>
                    <a:lnTo>
                      <a:pt x="1946151" y="1026387"/>
                    </a:lnTo>
                    <a:moveTo>
                      <a:pt x="1946151" y="1026387"/>
                    </a:moveTo>
                    <a:lnTo>
                      <a:pt x="1973649" y="1000451"/>
                    </a:lnTo>
                    <a:moveTo>
                      <a:pt x="1973649" y="1000451"/>
                    </a:moveTo>
                    <a:lnTo>
                      <a:pt x="2001147" y="974515"/>
                    </a:lnTo>
                    <a:moveTo>
                      <a:pt x="2001147" y="974515"/>
                    </a:moveTo>
                    <a:lnTo>
                      <a:pt x="2028645" y="948579"/>
                    </a:lnTo>
                    <a:moveTo>
                      <a:pt x="2028645" y="948579"/>
                    </a:moveTo>
                    <a:lnTo>
                      <a:pt x="2056144" y="922643"/>
                    </a:lnTo>
                    <a:moveTo>
                      <a:pt x="2056144" y="922643"/>
                    </a:moveTo>
                    <a:lnTo>
                      <a:pt x="2062697" y="916461"/>
                    </a:lnTo>
                    <a:lnTo>
                      <a:pt x="2083642" y="896707"/>
                    </a:lnTo>
                    <a:moveTo>
                      <a:pt x="2083642" y="896707"/>
                    </a:moveTo>
                    <a:lnTo>
                      <a:pt x="2102184" y="879219"/>
                    </a:lnTo>
                    <a:lnTo>
                      <a:pt x="2102543" y="866912"/>
                    </a:lnTo>
                    <a:moveTo>
                      <a:pt x="2102543" y="866912"/>
                    </a:moveTo>
                    <a:lnTo>
                      <a:pt x="2103648" y="829128"/>
                    </a:lnTo>
                    <a:moveTo>
                      <a:pt x="2103648" y="829128"/>
                    </a:moveTo>
                    <a:lnTo>
                      <a:pt x="2104415" y="802883"/>
                    </a:lnTo>
                    <a:lnTo>
                      <a:pt x="2096495" y="794485"/>
                    </a:lnTo>
                    <a:moveTo>
                      <a:pt x="2096495" y="794485"/>
                    </a:moveTo>
                    <a:lnTo>
                      <a:pt x="2070559" y="766987"/>
                    </a:lnTo>
                    <a:moveTo>
                      <a:pt x="2070559" y="766987"/>
                    </a:moveTo>
                    <a:lnTo>
                      <a:pt x="2044623" y="739488"/>
                    </a:lnTo>
                    <a:moveTo>
                      <a:pt x="2044623" y="739488"/>
                    </a:moveTo>
                    <a:lnTo>
                      <a:pt x="2018687" y="711990"/>
                    </a:lnTo>
                    <a:moveTo>
                      <a:pt x="2018687" y="711990"/>
                    </a:moveTo>
                    <a:lnTo>
                      <a:pt x="2016358" y="709521"/>
                    </a:lnTo>
                    <a:lnTo>
                      <a:pt x="1992751" y="684492"/>
                    </a:lnTo>
                    <a:moveTo>
                      <a:pt x="1992751" y="684492"/>
                    </a:moveTo>
                    <a:lnTo>
                      <a:pt x="1966814" y="656993"/>
                    </a:lnTo>
                    <a:moveTo>
                      <a:pt x="1966814" y="656993"/>
                    </a:moveTo>
                    <a:lnTo>
                      <a:pt x="1940878" y="629495"/>
                    </a:lnTo>
                    <a:moveTo>
                      <a:pt x="1940878" y="629495"/>
                    </a:moveTo>
                    <a:lnTo>
                      <a:pt x="1914942" y="601997"/>
                    </a:lnTo>
                    <a:moveTo>
                      <a:pt x="1914942" y="601997"/>
                    </a:moveTo>
                    <a:lnTo>
                      <a:pt x="1889006" y="574498"/>
                    </a:lnTo>
                    <a:moveTo>
                      <a:pt x="1889006" y="574498"/>
                    </a:moveTo>
                    <a:lnTo>
                      <a:pt x="1863070" y="547000"/>
                    </a:lnTo>
                    <a:moveTo>
                      <a:pt x="1863070" y="547000"/>
                    </a:moveTo>
                    <a:lnTo>
                      <a:pt x="1837134" y="519502"/>
                    </a:lnTo>
                    <a:moveTo>
                      <a:pt x="1837134" y="519502"/>
                    </a:moveTo>
                    <a:lnTo>
                      <a:pt x="1811197" y="492004"/>
                    </a:lnTo>
                    <a:moveTo>
                      <a:pt x="1811197" y="492004"/>
                    </a:moveTo>
                    <a:lnTo>
                      <a:pt x="1785261" y="464505"/>
                    </a:lnTo>
                    <a:moveTo>
                      <a:pt x="1785261" y="464505"/>
                    </a:moveTo>
                    <a:lnTo>
                      <a:pt x="1759325" y="437007"/>
                    </a:lnTo>
                    <a:moveTo>
                      <a:pt x="1759325" y="437007"/>
                    </a:moveTo>
                    <a:lnTo>
                      <a:pt x="1733389" y="409509"/>
                    </a:lnTo>
                    <a:moveTo>
                      <a:pt x="1733389" y="409509"/>
                    </a:moveTo>
                    <a:lnTo>
                      <a:pt x="1711605" y="386413"/>
                    </a:lnTo>
                    <a:lnTo>
                      <a:pt x="1707453" y="382011"/>
                    </a:lnTo>
                    <a:moveTo>
                      <a:pt x="1707453" y="382011"/>
                    </a:moveTo>
                    <a:lnTo>
                      <a:pt x="1681517" y="354512"/>
                    </a:lnTo>
                    <a:moveTo>
                      <a:pt x="1681517" y="354512"/>
                    </a:moveTo>
                    <a:lnTo>
                      <a:pt x="1655580" y="327014"/>
                    </a:lnTo>
                    <a:moveTo>
                      <a:pt x="1655580" y="327014"/>
                    </a:moveTo>
                    <a:lnTo>
                      <a:pt x="1629644" y="299516"/>
                    </a:lnTo>
                    <a:moveTo>
                      <a:pt x="1629644" y="299516"/>
                    </a:moveTo>
                    <a:lnTo>
                      <a:pt x="1603708" y="272018"/>
                    </a:lnTo>
                    <a:moveTo>
                      <a:pt x="1603708" y="272018"/>
                    </a:moveTo>
                    <a:lnTo>
                      <a:pt x="1577772" y="244519"/>
                    </a:lnTo>
                    <a:moveTo>
                      <a:pt x="1577772" y="244519"/>
                    </a:moveTo>
                    <a:lnTo>
                      <a:pt x="1551835" y="217021"/>
                    </a:lnTo>
                    <a:moveTo>
                      <a:pt x="1551835" y="217021"/>
                    </a:moveTo>
                    <a:lnTo>
                      <a:pt x="1525899" y="189523"/>
                    </a:lnTo>
                    <a:moveTo>
                      <a:pt x="1525899" y="189523"/>
                    </a:moveTo>
                    <a:lnTo>
                      <a:pt x="1499963" y="162025"/>
                    </a:lnTo>
                    <a:moveTo>
                      <a:pt x="1499963" y="162025"/>
                    </a:moveTo>
                    <a:lnTo>
                      <a:pt x="1474027" y="134526"/>
                    </a:lnTo>
                    <a:moveTo>
                      <a:pt x="1474027" y="134526"/>
                    </a:moveTo>
                    <a:lnTo>
                      <a:pt x="1448091" y="107028"/>
                    </a:lnTo>
                    <a:moveTo>
                      <a:pt x="1448091" y="107028"/>
                    </a:moveTo>
                    <a:lnTo>
                      <a:pt x="1422154" y="79530"/>
                    </a:lnTo>
                    <a:moveTo>
                      <a:pt x="1422154" y="79530"/>
                    </a:moveTo>
                    <a:lnTo>
                      <a:pt x="1396218" y="52032"/>
                    </a:lnTo>
                    <a:moveTo>
                      <a:pt x="1396218" y="52032"/>
                    </a:moveTo>
                    <a:lnTo>
                      <a:pt x="1370282" y="24534"/>
                    </a:lnTo>
                    <a:moveTo>
                      <a:pt x="1370282" y="24534"/>
                    </a:moveTo>
                    <a:lnTo>
                      <a:pt x="1347910" y="814"/>
                    </a:lnTo>
                    <a:lnTo>
                      <a:pt x="1342716" y="781"/>
                    </a:lnTo>
                    <a:moveTo>
                      <a:pt x="1342716" y="781"/>
                    </a:moveTo>
                    <a:lnTo>
                      <a:pt x="1304916" y="545"/>
                    </a:lnTo>
                    <a:moveTo>
                      <a:pt x="1304916" y="545"/>
                    </a:moveTo>
                    <a:lnTo>
                      <a:pt x="1267117" y="308"/>
                    </a:lnTo>
                    <a:moveTo>
                      <a:pt x="1267117" y="308"/>
                    </a:moveTo>
                    <a:lnTo>
                      <a:pt x="1229318" y="72"/>
                    </a:lnTo>
                    <a:moveTo>
                      <a:pt x="1229318" y="72"/>
                    </a:moveTo>
                    <a:lnTo>
                      <a:pt x="1217881" y="0"/>
                    </a:lnTo>
                    <a:moveTo>
                      <a:pt x="1459789" y="5095728"/>
                    </a:moveTo>
                    <a:lnTo>
                      <a:pt x="1476107" y="5129824"/>
                    </a:lnTo>
                    <a:moveTo>
                      <a:pt x="1476107" y="5129824"/>
                    </a:moveTo>
                    <a:lnTo>
                      <a:pt x="1492425" y="5163921"/>
                    </a:lnTo>
                    <a:moveTo>
                      <a:pt x="1492425" y="5163921"/>
                    </a:moveTo>
                    <a:lnTo>
                      <a:pt x="1508743" y="5198017"/>
                    </a:lnTo>
                    <a:moveTo>
                      <a:pt x="1508743" y="5198017"/>
                    </a:moveTo>
                    <a:lnTo>
                      <a:pt x="1525061" y="5232114"/>
                    </a:lnTo>
                    <a:moveTo>
                      <a:pt x="1525061" y="5232114"/>
                    </a:moveTo>
                    <a:lnTo>
                      <a:pt x="1541379" y="5266210"/>
                    </a:lnTo>
                    <a:moveTo>
                      <a:pt x="1541379" y="5266210"/>
                    </a:moveTo>
                    <a:lnTo>
                      <a:pt x="1557697" y="5300306"/>
                    </a:lnTo>
                    <a:moveTo>
                      <a:pt x="1557697" y="5300306"/>
                    </a:moveTo>
                    <a:lnTo>
                      <a:pt x="1574014" y="5334403"/>
                    </a:lnTo>
                    <a:moveTo>
                      <a:pt x="1574014" y="5334403"/>
                    </a:moveTo>
                    <a:lnTo>
                      <a:pt x="1590332" y="5368499"/>
                    </a:lnTo>
                    <a:moveTo>
                      <a:pt x="1590332" y="5368499"/>
                    </a:moveTo>
                    <a:lnTo>
                      <a:pt x="1606650" y="5402596"/>
                    </a:lnTo>
                    <a:moveTo>
                      <a:pt x="1606650" y="5402596"/>
                    </a:moveTo>
                    <a:lnTo>
                      <a:pt x="1622968" y="5436692"/>
                    </a:lnTo>
                    <a:moveTo>
                      <a:pt x="1622968" y="5436692"/>
                    </a:moveTo>
                    <a:lnTo>
                      <a:pt x="1639286" y="5470788"/>
                    </a:lnTo>
                    <a:moveTo>
                      <a:pt x="1639286" y="5470788"/>
                    </a:moveTo>
                    <a:lnTo>
                      <a:pt x="1655604" y="5504885"/>
                    </a:lnTo>
                    <a:moveTo>
                      <a:pt x="1655604" y="5504885"/>
                    </a:moveTo>
                    <a:lnTo>
                      <a:pt x="1671922" y="5538981"/>
                    </a:lnTo>
                    <a:moveTo>
                      <a:pt x="1671922" y="5538981"/>
                    </a:moveTo>
                    <a:lnTo>
                      <a:pt x="1688240" y="5573078"/>
                    </a:lnTo>
                    <a:moveTo>
                      <a:pt x="1688240" y="5573078"/>
                    </a:moveTo>
                    <a:lnTo>
                      <a:pt x="1704558" y="5607174"/>
                    </a:lnTo>
                    <a:moveTo>
                      <a:pt x="1704558" y="5607174"/>
                    </a:moveTo>
                    <a:lnTo>
                      <a:pt x="1720876" y="5641270"/>
                    </a:lnTo>
                    <a:moveTo>
                      <a:pt x="1720876" y="5641270"/>
                    </a:moveTo>
                    <a:lnTo>
                      <a:pt x="1737194" y="5675367"/>
                    </a:lnTo>
                    <a:moveTo>
                      <a:pt x="1737194" y="5675367"/>
                    </a:moveTo>
                    <a:lnTo>
                      <a:pt x="1753512" y="5709463"/>
                    </a:lnTo>
                    <a:moveTo>
                      <a:pt x="1753512" y="5709463"/>
                    </a:moveTo>
                    <a:lnTo>
                      <a:pt x="1769830" y="5743560"/>
                    </a:lnTo>
                    <a:moveTo>
                      <a:pt x="1769830" y="5743560"/>
                    </a:moveTo>
                    <a:lnTo>
                      <a:pt x="1786148" y="5777656"/>
                    </a:lnTo>
                    <a:moveTo>
                      <a:pt x="1786148" y="5777656"/>
                    </a:moveTo>
                    <a:lnTo>
                      <a:pt x="1802466" y="5811752"/>
                    </a:lnTo>
                    <a:moveTo>
                      <a:pt x="1802466" y="5811752"/>
                    </a:moveTo>
                    <a:lnTo>
                      <a:pt x="1818784" y="5845849"/>
                    </a:lnTo>
                    <a:moveTo>
                      <a:pt x="1818784" y="5845849"/>
                    </a:moveTo>
                    <a:lnTo>
                      <a:pt x="1835102" y="5879945"/>
                    </a:lnTo>
                    <a:moveTo>
                      <a:pt x="1835102" y="5879945"/>
                    </a:moveTo>
                    <a:lnTo>
                      <a:pt x="1851420" y="5914042"/>
                    </a:lnTo>
                    <a:moveTo>
                      <a:pt x="1851420" y="5914042"/>
                    </a:moveTo>
                    <a:lnTo>
                      <a:pt x="1867737" y="5948138"/>
                    </a:lnTo>
                    <a:moveTo>
                      <a:pt x="1867737" y="5948138"/>
                    </a:moveTo>
                    <a:lnTo>
                      <a:pt x="1875829" y="5965046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05" name="Контур"/>
              <p:cNvSpPr/>
              <p:nvPr/>
            </p:nvSpPr>
            <p:spPr>
              <a:xfrm>
                <a:off x="2382918" y="9046189"/>
                <a:ext cx="393583" cy="272493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272493" fill="none">
                    <a:moveTo>
                      <a:pt x="0" y="60515"/>
                    </a:moveTo>
                    <a:lnTo>
                      <a:pt x="96574" y="0"/>
                    </a:lnTo>
                    <a:lnTo>
                      <a:pt x="108131" y="3353"/>
                    </a:lnTo>
                    <a:moveTo>
                      <a:pt x="108131" y="3353"/>
                    </a:moveTo>
                    <a:lnTo>
                      <a:pt x="229142" y="38455"/>
                    </a:lnTo>
                    <a:moveTo>
                      <a:pt x="229142" y="38455"/>
                    </a:moveTo>
                    <a:lnTo>
                      <a:pt x="290029" y="56117"/>
                    </a:lnTo>
                    <a:lnTo>
                      <a:pt x="317054" y="112587"/>
                    </a:lnTo>
                    <a:moveTo>
                      <a:pt x="317054" y="112587"/>
                    </a:moveTo>
                    <a:lnTo>
                      <a:pt x="371448" y="226241"/>
                    </a:lnTo>
                    <a:moveTo>
                      <a:pt x="371448" y="226241"/>
                    </a:moveTo>
                    <a:lnTo>
                      <a:pt x="393583" y="27249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06" name="Контур"/>
              <p:cNvSpPr/>
              <p:nvPr/>
            </p:nvSpPr>
            <p:spPr>
              <a:xfrm>
                <a:off x="2476005" y="9065932"/>
                <a:ext cx="223550" cy="155122"/>
              </a:xfrm>
              <a:custGeom>
                <a:avLst/>
                <a:gdLst/>
                <a:ahLst/>
                <a:cxnLst/>
                <a:rect l="l" t="t" r="r" b="b"/>
                <a:pathLst>
                  <a:path w="223550" h="155122" fill="none">
                    <a:moveTo>
                      <a:pt x="0" y="35472"/>
                    </a:moveTo>
                    <a:lnTo>
                      <a:pt x="32780" y="0"/>
                    </a:lnTo>
                    <a:lnTo>
                      <a:pt x="41489" y="47507"/>
                    </a:lnTo>
                    <a:lnTo>
                      <a:pt x="0" y="35472"/>
                    </a:lnTo>
                    <a:lnTo>
                      <a:pt x="5186" y="36976"/>
                    </a:lnTo>
                    <a:lnTo>
                      <a:pt x="29771" y="10372"/>
                    </a:lnTo>
                    <a:lnTo>
                      <a:pt x="36303" y="46002"/>
                    </a:lnTo>
                    <a:lnTo>
                      <a:pt x="37808" y="40816"/>
                    </a:lnTo>
                    <a:lnTo>
                      <a:pt x="6690" y="31790"/>
                    </a:lnTo>
                    <a:lnTo>
                      <a:pt x="5186" y="36976"/>
                    </a:lnTo>
                    <a:lnTo>
                      <a:pt x="0" y="35472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31275" y="518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41489" y="47507"/>
                    </a:lnTo>
                    <a:lnTo>
                      <a:pt x="32621" y="39312"/>
                    </a:lnTo>
                    <a:lnTo>
                      <a:pt x="25931" y="42994"/>
                    </a:lnTo>
                    <a:lnTo>
                      <a:pt x="22249" y="36303"/>
                    </a:lnTo>
                    <a:lnTo>
                      <a:pt x="15558" y="39985"/>
                    </a:lnTo>
                    <a:lnTo>
                      <a:pt x="11876" y="33294"/>
                    </a:lnTo>
                    <a:lnTo>
                      <a:pt x="0" y="35472"/>
                    </a:lnTo>
                    <a:lnTo>
                      <a:pt x="6690" y="31790"/>
                    </a:lnTo>
                    <a:lnTo>
                      <a:pt x="10372" y="38480"/>
                    </a:lnTo>
                    <a:lnTo>
                      <a:pt x="17063" y="34799"/>
                    </a:lnTo>
                    <a:lnTo>
                      <a:pt x="20745" y="41489"/>
                    </a:lnTo>
                    <a:lnTo>
                      <a:pt x="27435" y="37807"/>
                    </a:lnTo>
                    <a:lnTo>
                      <a:pt x="31117" y="44498"/>
                    </a:lnTo>
                    <a:lnTo>
                      <a:pt x="37808" y="40816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2780" y="0"/>
                    </a:lnTo>
                    <a:lnTo>
                      <a:pt x="29771" y="10372"/>
                    </a:lnTo>
                    <a:lnTo>
                      <a:pt x="24585" y="8868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6690" y="31790"/>
                    </a:lnTo>
                    <a:moveTo>
                      <a:pt x="175258" y="116155"/>
                    </a:moveTo>
                    <a:lnTo>
                      <a:pt x="223550" y="116990"/>
                    </a:lnTo>
                    <a:lnTo>
                      <a:pt x="193907" y="155122"/>
                    </a:lnTo>
                    <a:lnTo>
                      <a:pt x="175258" y="116155"/>
                    </a:lnTo>
                    <a:lnTo>
                      <a:pt x="177589" y="121026"/>
                    </a:lnTo>
                    <a:lnTo>
                      <a:pt x="213808" y="121652"/>
                    </a:lnTo>
                    <a:lnTo>
                      <a:pt x="191576" y="150252"/>
                    </a:lnTo>
                    <a:lnTo>
                      <a:pt x="196447" y="147920"/>
                    </a:lnTo>
                    <a:lnTo>
                      <a:pt x="182460" y="118695"/>
                    </a:lnTo>
                    <a:lnTo>
                      <a:pt x="177589" y="121026"/>
                    </a:lnTo>
                    <a:lnTo>
                      <a:pt x="175258" y="116155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218679" y="119321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193907" y="155122"/>
                    </a:lnTo>
                    <a:lnTo>
                      <a:pt x="194116" y="143050"/>
                    </a:lnTo>
                    <a:lnTo>
                      <a:pt x="186914" y="140510"/>
                    </a:lnTo>
                    <a:lnTo>
                      <a:pt x="189454" y="133308"/>
                    </a:lnTo>
                    <a:lnTo>
                      <a:pt x="182252" y="130768"/>
                    </a:lnTo>
                    <a:lnTo>
                      <a:pt x="184791" y="123566"/>
                    </a:lnTo>
                    <a:lnTo>
                      <a:pt x="175258" y="116155"/>
                    </a:lnTo>
                    <a:lnTo>
                      <a:pt x="182460" y="118695"/>
                    </a:lnTo>
                    <a:lnTo>
                      <a:pt x="179921" y="125897"/>
                    </a:lnTo>
                    <a:lnTo>
                      <a:pt x="187123" y="128437"/>
                    </a:lnTo>
                    <a:lnTo>
                      <a:pt x="184583" y="135639"/>
                    </a:lnTo>
                    <a:lnTo>
                      <a:pt x="191785" y="138179"/>
                    </a:lnTo>
                    <a:lnTo>
                      <a:pt x="189245" y="145381"/>
                    </a:lnTo>
                    <a:lnTo>
                      <a:pt x="196447" y="147920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23550" y="116990"/>
                    </a:lnTo>
                    <a:lnTo>
                      <a:pt x="213808" y="121652"/>
                    </a:lnTo>
                    <a:lnTo>
                      <a:pt x="211477" y="116781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182460" y="11869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07" name="Контур"/>
              <p:cNvSpPr/>
              <p:nvPr/>
            </p:nvSpPr>
            <p:spPr>
              <a:xfrm>
                <a:off x="2382918" y="9046189"/>
                <a:ext cx="393583" cy="460679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460679" fill="none">
                    <a:moveTo>
                      <a:pt x="393583" y="272493"/>
                    </a:moveTo>
                    <a:lnTo>
                      <a:pt x="0" y="460679"/>
                    </a:lnTo>
                    <a:moveTo>
                      <a:pt x="0" y="60515"/>
                    </a:moveTo>
                    <a:lnTo>
                      <a:pt x="96574" y="0"/>
                    </a:lnTo>
                    <a:lnTo>
                      <a:pt x="108131" y="3353"/>
                    </a:lnTo>
                    <a:moveTo>
                      <a:pt x="108131" y="3353"/>
                    </a:moveTo>
                    <a:lnTo>
                      <a:pt x="229142" y="38455"/>
                    </a:lnTo>
                    <a:moveTo>
                      <a:pt x="229142" y="38455"/>
                    </a:moveTo>
                    <a:lnTo>
                      <a:pt x="290029" y="56117"/>
                    </a:lnTo>
                    <a:lnTo>
                      <a:pt x="317054" y="112587"/>
                    </a:lnTo>
                    <a:moveTo>
                      <a:pt x="317054" y="112587"/>
                    </a:moveTo>
                    <a:lnTo>
                      <a:pt x="371448" y="226241"/>
                    </a:lnTo>
                    <a:moveTo>
                      <a:pt x="371448" y="226241"/>
                    </a:moveTo>
                    <a:lnTo>
                      <a:pt x="393583" y="27249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08" name="Контур"/>
              <p:cNvSpPr/>
              <p:nvPr/>
            </p:nvSpPr>
            <p:spPr>
              <a:xfrm>
                <a:off x="2476005" y="9065932"/>
                <a:ext cx="223550" cy="155122"/>
              </a:xfrm>
              <a:custGeom>
                <a:avLst/>
                <a:gdLst/>
                <a:ahLst/>
                <a:cxnLst/>
                <a:rect l="l" t="t" r="r" b="b"/>
                <a:pathLst>
                  <a:path w="223550" h="155122" fill="none">
                    <a:moveTo>
                      <a:pt x="0" y="35472"/>
                    </a:moveTo>
                    <a:lnTo>
                      <a:pt x="32780" y="0"/>
                    </a:lnTo>
                    <a:lnTo>
                      <a:pt x="41489" y="47507"/>
                    </a:lnTo>
                    <a:lnTo>
                      <a:pt x="0" y="35472"/>
                    </a:lnTo>
                    <a:lnTo>
                      <a:pt x="5186" y="36976"/>
                    </a:lnTo>
                    <a:lnTo>
                      <a:pt x="29771" y="10372"/>
                    </a:lnTo>
                    <a:lnTo>
                      <a:pt x="36303" y="46002"/>
                    </a:lnTo>
                    <a:lnTo>
                      <a:pt x="37808" y="40816"/>
                    </a:lnTo>
                    <a:lnTo>
                      <a:pt x="6690" y="31790"/>
                    </a:lnTo>
                    <a:lnTo>
                      <a:pt x="5186" y="36976"/>
                    </a:lnTo>
                    <a:lnTo>
                      <a:pt x="0" y="35472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31275" y="518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41489" y="47507"/>
                    </a:lnTo>
                    <a:lnTo>
                      <a:pt x="32621" y="39312"/>
                    </a:lnTo>
                    <a:lnTo>
                      <a:pt x="25931" y="42994"/>
                    </a:lnTo>
                    <a:lnTo>
                      <a:pt x="22249" y="36303"/>
                    </a:lnTo>
                    <a:lnTo>
                      <a:pt x="15558" y="39985"/>
                    </a:lnTo>
                    <a:lnTo>
                      <a:pt x="11876" y="33294"/>
                    </a:lnTo>
                    <a:lnTo>
                      <a:pt x="0" y="35472"/>
                    </a:lnTo>
                    <a:lnTo>
                      <a:pt x="6690" y="31790"/>
                    </a:lnTo>
                    <a:lnTo>
                      <a:pt x="10372" y="38480"/>
                    </a:lnTo>
                    <a:lnTo>
                      <a:pt x="17063" y="34799"/>
                    </a:lnTo>
                    <a:lnTo>
                      <a:pt x="20745" y="41489"/>
                    </a:lnTo>
                    <a:lnTo>
                      <a:pt x="27435" y="37807"/>
                    </a:lnTo>
                    <a:lnTo>
                      <a:pt x="31117" y="44498"/>
                    </a:lnTo>
                    <a:lnTo>
                      <a:pt x="37808" y="40816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2780" y="0"/>
                    </a:lnTo>
                    <a:lnTo>
                      <a:pt x="29771" y="10372"/>
                    </a:lnTo>
                    <a:lnTo>
                      <a:pt x="24585" y="8868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6690" y="31790"/>
                    </a:lnTo>
                    <a:moveTo>
                      <a:pt x="175258" y="116155"/>
                    </a:moveTo>
                    <a:lnTo>
                      <a:pt x="223550" y="116990"/>
                    </a:lnTo>
                    <a:lnTo>
                      <a:pt x="193907" y="155122"/>
                    </a:lnTo>
                    <a:lnTo>
                      <a:pt x="175258" y="116155"/>
                    </a:lnTo>
                    <a:lnTo>
                      <a:pt x="177589" y="121026"/>
                    </a:lnTo>
                    <a:lnTo>
                      <a:pt x="213808" y="121652"/>
                    </a:lnTo>
                    <a:lnTo>
                      <a:pt x="191576" y="150252"/>
                    </a:lnTo>
                    <a:lnTo>
                      <a:pt x="196447" y="147920"/>
                    </a:lnTo>
                    <a:lnTo>
                      <a:pt x="182460" y="118695"/>
                    </a:lnTo>
                    <a:lnTo>
                      <a:pt x="177589" y="121026"/>
                    </a:lnTo>
                    <a:lnTo>
                      <a:pt x="175258" y="116155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218679" y="119321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193907" y="155122"/>
                    </a:lnTo>
                    <a:lnTo>
                      <a:pt x="194116" y="143050"/>
                    </a:lnTo>
                    <a:lnTo>
                      <a:pt x="186914" y="140510"/>
                    </a:lnTo>
                    <a:lnTo>
                      <a:pt x="189454" y="133308"/>
                    </a:lnTo>
                    <a:lnTo>
                      <a:pt x="182252" y="130768"/>
                    </a:lnTo>
                    <a:lnTo>
                      <a:pt x="184791" y="123566"/>
                    </a:lnTo>
                    <a:lnTo>
                      <a:pt x="175258" y="116155"/>
                    </a:lnTo>
                    <a:lnTo>
                      <a:pt x="182460" y="118695"/>
                    </a:lnTo>
                    <a:lnTo>
                      <a:pt x="179921" y="125897"/>
                    </a:lnTo>
                    <a:lnTo>
                      <a:pt x="187123" y="128437"/>
                    </a:lnTo>
                    <a:lnTo>
                      <a:pt x="184583" y="135639"/>
                    </a:lnTo>
                    <a:lnTo>
                      <a:pt x="191785" y="138179"/>
                    </a:lnTo>
                    <a:lnTo>
                      <a:pt x="189245" y="145381"/>
                    </a:lnTo>
                    <a:lnTo>
                      <a:pt x="196447" y="147920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23550" y="116990"/>
                    </a:lnTo>
                    <a:lnTo>
                      <a:pt x="213808" y="121652"/>
                    </a:lnTo>
                    <a:lnTo>
                      <a:pt x="211477" y="116781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182460" y="11869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09" name="Контур"/>
              <p:cNvSpPr/>
              <p:nvPr/>
            </p:nvSpPr>
            <p:spPr>
              <a:xfrm>
                <a:off x="2382918" y="9046189"/>
                <a:ext cx="393583" cy="272493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272493" fill="none">
                    <a:moveTo>
                      <a:pt x="0" y="60515"/>
                    </a:moveTo>
                    <a:lnTo>
                      <a:pt x="96574" y="0"/>
                    </a:lnTo>
                    <a:lnTo>
                      <a:pt x="108131" y="3353"/>
                    </a:lnTo>
                    <a:moveTo>
                      <a:pt x="108131" y="3353"/>
                    </a:moveTo>
                    <a:lnTo>
                      <a:pt x="229142" y="38455"/>
                    </a:lnTo>
                    <a:moveTo>
                      <a:pt x="229142" y="38455"/>
                    </a:moveTo>
                    <a:lnTo>
                      <a:pt x="290029" y="56117"/>
                    </a:lnTo>
                    <a:lnTo>
                      <a:pt x="317054" y="112587"/>
                    </a:lnTo>
                    <a:moveTo>
                      <a:pt x="317054" y="112587"/>
                    </a:moveTo>
                    <a:lnTo>
                      <a:pt x="371448" y="226241"/>
                    </a:lnTo>
                    <a:moveTo>
                      <a:pt x="371448" y="226241"/>
                    </a:moveTo>
                    <a:lnTo>
                      <a:pt x="393583" y="27249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0" name="Контур"/>
              <p:cNvSpPr/>
              <p:nvPr/>
            </p:nvSpPr>
            <p:spPr>
              <a:xfrm>
                <a:off x="2476005" y="9065932"/>
                <a:ext cx="223550" cy="155122"/>
              </a:xfrm>
              <a:custGeom>
                <a:avLst/>
                <a:gdLst/>
                <a:ahLst/>
                <a:cxnLst/>
                <a:rect l="l" t="t" r="r" b="b"/>
                <a:pathLst>
                  <a:path w="223550" h="155122" fill="none">
                    <a:moveTo>
                      <a:pt x="0" y="35472"/>
                    </a:moveTo>
                    <a:lnTo>
                      <a:pt x="32780" y="0"/>
                    </a:lnTo>
                    <a:lnTo>
                      <a:pt x="41489" y="47507"/>
                    </a:lnTo>
                    <a:lnTo>
                      <a:pt x="0" y="35472"/>
                    </a:lnTo>
                    <a:lnTo>
                      <a:pt x="5186" y="36976"/>
                    </a:lnTo>
                    <a:lnTo>
                      <a:pt x="29771" y="10372"/>
                    </a:lnTo>
                    <a:lnTo>
                      <a:pt x="36303" y="46002"/>
                    </a:lnTo>
                    <a:lnTo>
                      <a:pt x="37808" y="40816"/>
                    </a:lnTo>
                    <a:lnTo>
                      <a:pt x="6690" y="31790"/>
                    </a:lnTo>
                    <a:lnTo>
                      <a:pt x="5186" y="36976"/>
                    </a:lnTo>
                    <a:lnTo>
                      <a:pt x="0" y="35472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31275" y="518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41489" y="47507"/>
                    </a:lnTo>
                    <a:lnTo>
                      <a:pt x="32621" y="39312"/>
                    </a:lnTo>
                    <a:lnTo>
                      <a:pt x="25931" y="42994"/>
                    </a:lnTo>
                    <a:lnTo>
                      <a:pt x="22249" y="36303"/>
                    </a:lnTo>
                    <a:lnTo>
                      <a:pt x="15558" y="39985"/>
                    </a:lnTo>
                    <a:lnTo>
                      <a:pt x="11876" y="33294"/>
                    </a:lnTo>
                    <a:lnTo>
                      <a:pt x="0" y="35472"/>
                    </a:lnTo>
                    <a:lnTo>
                      <a:pt x="6690" y="31790"/>
                    </a:lnTo>
                    <a:lnTo>
                      <a:pt x="10372" y="38480"/>
                    </a:lnTo>
                    <a:lnTo>
                      <a:pt x="17063" y="34799"/>
                    </a:lnTo>
                    <a:lnTo>
                      <a:pt x="20745" y="41489"/>
                    </a:lnTo>
                    <a:lnTo>
                      <a:pt x="27435" y="37807"/>
                    </a:lnTo>
                    <a:lnTo>
                      <a:pt x="31117" y="44498"/>
                    </a:lnTo>
                    <a:lnTo>
                      <a:pt x="37808" y="40816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2780" y="0"/>
                    </a:lnTo>
                    <a:lnTo>
                      <a:pt x="29771" y="10372"/>
                    </a:lnTo>
                    <a:lnTo>
                      <a:pt x="24585" y="8868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6690" y="31790"/>
                    </a:lnTo>
                    <a:moveTo>
                      <a:pt x="175258" y="116155"/>
                    </a:moveTo>
                    <a:lnTo>
                      <a:pt x="223550" y="116990"/>
                    </a:lnTo>
                    <a:lnTo>
                      <a:pt x="193907" y="155122"/>
                    </a:lnTo>
                    <a:lnTo>
                      <a:pt x="175258" y="116155"/>
                    </a:lnTo>
                    <a:lnTo>
                      <a:pt x="177589" y="121026"/>
                    </a:lnTo>
                    <a:lnTo>
                      <a:pt x="213808" y="121652"/>
                    </a:lnTo>
                    <a:lnTo>
                      <a:pt x="191576" y="150252"/>
                    </a:lnTo>
                    <a:lnTo>
                      <a:pt x="196447" y="147920"/>
                    </a:lnTo>
                    <a:lnTo>
                      <a:pt x="182460" y="118695"/>
                    </a:lnTo>
                    <a:lnTo>
                      <a:pt x="177589" y="121026"/>
                    </a:lnTo>
                    <a:lnTo>
                      <a:pt x="175258" y="116155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218679" y="119321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193907" y="155122"/>
                    </a:lnTo>
                    <a:lnTo>
                      <a:pt x="194116" y="143050"/>
                    </a:lnTo>
                    <a:lnTo>
                      <a:pt x="186914" y="140510"/>
                    </a:lnTo>
                    <a:lnTo>
                      <a:pt x="189454" y="133308"/>
                    </a:lnTo>
                    <a:lnTo>
                      <a:pt x="182252" y="130768"/>
                    </a:lnTo>
                    <a:lnTo>
                      <a:pt x="184791" y="123566"/>
                    </a:lnTo>
                    <a:lnTo>
                      <a:pt x="175258" y="116155"/>
                    </a:lnTo>
                    <a:lnTo>
                      <a:pt x="182460" y="118695"/>
                    </a:lnTo>
                    <a:lnTo>
                      <a:pt x="179921" y="125897"/>
                    </a:lnTo>
                    <a:lnTo>
                      <a:pt x="187123" y="128437"/>
                    </a:lnTo>
                    <a:lnTo>
                      <a:pt x="184583" y="135639"/>
                    </a:lnTo>
                    <a:lnTo>
                      <a:pt x="191785" y="138179"/>
                    </a:lnTo>
                    <a:lnTo>
                      <a:pt x="189245" y="145381"/>
                    </a:lnTo>
                    <a:lnTo>
                      <a:pt x="196447" y="147920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23550" y="116990"/>
                    </a:lnTo>
                    <a:lnTo>
                      <a:pt x="213808" y="121652"/>
                    </a:lnTo>
                    <a:lnTo>
                      <a:pt x="211477" y="116781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182460" y="11869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1" name="Контур"/>
              <p:cNvSpPr/>
              <p:nvPr/>
            </p:nvSpPr>
            <p:spPr>
              <a:xfrm>
                <a:off x="2382918" y="9318682"/>
                <a:ext cx="393583" cy="188186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188186" fill="none">
                    <a:moveTo>
                      <a:pt x="393583" y="0"/>
                    </a:moveTo>
                    <a:lnTo>
                      <a:pt x="0" y="18818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2" name="Контур"/>
              <p:cNvSpPr/>
              <p:nvPr/>
            </p:nvSpPr>
            <p:spPr>
              <a:xfrm>
                <a:off x="2916492" y="8874703"/>
                <a:ext cx="93669" cy="306767"/>
              </a:xfrm>
              <a:custGeom>
                <a:avLst/>
                <a:gdLst/>
                <a:ahLst/>
                <a:cxnLst/>
                <a:rect l="l" t="t" r="r" b="b"/>
                <a:pathLst>
                  <a:path w="93669" h="306767" fill="none">
                    <a:moveTo>
                      <a:pt x="52423" y="220585"/>
                    </a:moveTo>
                    <a:lnTo>
                      <a:pt x="68741" y="254681"/>
                    </a:lnTo>
                    <a:moveTo>
                      <a:pt x="68741" y="254681"/>
                    </a:moveTo>
                    <a:lnTo>
                      <a:pt x="85059" y="288777"/>
                    </a:lnTo>
                    <a:moveTo>
                      <a:pt x="85059" y="288777"/>
                    </a:moveTo>
                    <a:lnTo>
                      <a:pt x="93669" y="306767"/>
                    </a:lnTo>
                    <a:moveTo>
                      <a:pt x="19487" y="0"/>
                    </a:moveTo>
                    <a:lnTo>
                      <a:pt x="12953" y="37231"/>
                    </a:lnTo>
                    <a:moveTo>
                      <a:pt x="12953" y="37231"/>
                    </a:moveTo>
                    <a:lnTo>
                      <a:pt x="6420" y="74462"/>
                    </a:lnTo>
                    <a:moveTo>
                      <a:pt x="6420" y="74462"/>
                    </a:moveTo>
                    <a:lnTo>
                      <a:pt x="0" y="111048"/>
                    </a:lnTo>
                    <a:lnTo>
                      <a:pt x="283" y="111639"/>
                    </a:lnTo>
                    <a:moveTo>
                      <a:pt x="283" y="111639"/>
                    </a:moveTo>
                    <a:lnTo>
                      <a:pt x="16601" y="145735"/>
                    </a:lnTo>
                    <a:moveTo>
                      <a:pt x="16601" y="145735"/>
                    </a:moveTo>
                    <a:lnTo>
                      <a:pt x="32919" y="179832"/>
                    </a:lnTo>
                    <a:moveTo>
                      <a:pt x="32919" y="179832"/>
                    </a:moveTo>
                    <a:lnTo>
                      <a:pt x="49237" y="213928"/>
                    </a:lnTo>
                    <a:moveTo>
                      <a:pt x="49237" y="213928"/>
                    </a:moveTo>
                    <a:lnTo>
                      <a:pt x="52423" y="220585"/>
                    </a:lnTo>
                    <a:moveTo>
                      <a:pt x="19487" y="0"/>
                    </a:moveTo>
                    <a:lnTo>
                      <a:pt x="12953" y="37231"/>
                    </a:lnTo>
                    <a:moveTo>
                      <a:pt x="12953" y="37231"/>
                    </a:moveTo>
                    <a:lnTo>
                      <a:pt x="6420" y="74462"/>
                    </a:lnTo>
                    <a:moveTo>
                      <a:pt x="6420" y="74462"/>
                    </a:moveTo>
                    <a:lnTo>
                      <a:pt x="0" y="111048"/>
                    </a:lnTo>
                    <a:lnTo>
                      <a:pt x="283" y="111639"/>
                    </a:lnTo>
                    <a:moveTo>
                      <a:pt x="283" y="111639"/>
                    </a:moveTo>
                    <a:lnTo>
                      <a:pt x="16601" y="145735"/>
                    </a:lnTo>
                    <a:moveTo>
                      <a:pt x="16601" y="145735"/>
                    </a:moveTo>
                    <a:lnTo>
                      <a:pt x="32919" y="179832"/>
                    </a:lnTo>
                    <a:moveTo>
                      <a:pt x="32919" y="179832"/>
                    </a:moveTo>
                    <a:lnTo>
                      <a:pt x="49237" y="213928"/>
                    </a:lnTo>
                    <a:moveTo>
                      <a:pt x="49237" y="213928"/>
                    </a:moveTo>
                    <a:lnTo>
                      <a:pt x="52423" y="220585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13" name="Контур"/>
              <p:cNvSpPr/>
              <p:nvPr/>
            </p:nvSpPr>
            <p:spPr>
              <a:xfrm>
                <a:off x="765418" y="9743275"/>
                <a:ext cx="601625" cy="444725"/>
              </a:xfrm>
              <a:custGeom>
                <a:avLst/>
                <a:gdLst/>
                <a:ahLst/>
                <a:cxnLst/>
                <a:rect l="l" t="t" r="r" b="b"/>
                <a:pathLst>
                  <a:path w="601625" h="444725" fill="none">
                    <a:moveTo>
                      <a:pt x="0" y="444725"/>
                    </a:moveTo>
                    <a:lnTo>
                      <a:pt x="41021" y="408876"/>
                    </a:lnTo>
                    <a:moveTo>
                      <a:pt x="41021" y="408876"/>
                    </a:moveTo>
                    <a:lnTo>
                      <a:pt x="135896" y="325963"/>
                    </a:lnTo>
                    <a:moveTo>
                      <a:pt x="135896" y="325963"/>
                    </a:moveTo>
                    <a:lnTo>
                      <a:pt x="230772" y="243049"/>
                    </a:lnTo>
                    <a:moveTo>
                      <a:pt x="230772" y="243049"/>
                    </a:moveTo>
                    <a:lnTo>
                      <a:pt x="273894" y="205364"/>
                    </a:lnTo>
                    <a:lnTo>
                      <a:pt x="332136" y="168869"/>
                    </a:lnTo>
                    <a:moveTo>
                      <a:pt x="332136" y="168869"/>
                    </a:moveTo>
                    <a:lnTo>
                      <a:pt x="438905" y="101964"/>
                    </a:lnTo>
                    <a:moveTo>
                      <a:pt x="438905" y="101964"/>
                    </a:moveTo>
                    <a:lnTo>
                      <a:pt x="545675" y="35060"/>
                    </a:lnTo>
                    <a:moveTo>
                      <a:pt x="545675" y="35060"/>
                    </a:moveTo>
                    <a:lnTo>
                      <a:pt x="60162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4" name="Контур"/>
              <p:cNvSpPr/>
              <p:nvPr/>
            </p:nvSpPr>
            <p:spPr>
              <a:xfrm>
                <a:off x="829810" y="9842921"/>
                <a:ext cx="439794" cy="345079"/>
              </a:xfrm>
              <a:custGeom>
                <a:avLst/>
                <a:gdLst/>
                <a:ahLst/>
                <a:cxnLst/>
                <a:rect l="l" t="t" r="r" b="b"/>
                <a:pathLst>
                  <a:path w="439794" h="345079" fill="none">
                    <a:moveTo>
                      <a:pt x="10911" y="345079"/>
                    </a:moveTo>
                    <a:lnTo>
                      <a:pt x="0" y="303148"/>
                    </a:lnTo>
                    <a:lnTo>
                      <a:pt x="44692" y="321463"/>
                    </a:lnTo>
                    <a:lnTo>
                      <a:pt x="17669" y="345079"/>
                    </a:lnTo>
                    <a:moveTo>
                      <a:pt x="15902" y="345079"/>
                    </a:moveTo>
                    <a:lnTo>
                      <a:pt x="7107" y="311281"/>
                    </a:lnTo>
                    <a:lnTo>
                      <a:pt x="40626" y="325017"/>
                    </a:lnTo>
                    <a:lnTo>
                      <a:pt x="37072" y="320951"/>
                    </a:lnTo>
                    <a:lnTo>
                      <a:pt x="12676" y="342271"/>
                    </a:lnTo>
                    <a:lnTo>
                      <a:pt x="15129" y="345079"/>
                    </a:lnTo>
                    <a:moveTo>
                      <a:pt x="12487" y="345079"/>
                    </a:move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3553" y="307215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44692" y="321463"/>
                    </a:lnTo>
                    <a:lnTo>
                      <a:pt x="33006" y="324504"/>
                    </a:lnTo>
                    <a:lnTo>
                      <a:pt x="32493" y="332124"/>
                    </a:lnTo>
                    <a:lnTo>
                      <a:pt x="24874" y="331611"/>
                    </a:lnTo>
                    <a:lnTo>
                      <a:pt x="24361" y="339231"/>
                    </a:lnTo>
                    <a:lnTo>
                      <a:pt x="16742" y="338718"/>
                    </a:lnTo>
                    <a:lnTo>
                      <a:pt x="14135" y="345079"/>
                    </a:lnTo>
                    <a:moveTo>
                      <a:pt x="12487" y="345079"/>
                    </a:moveTo>
                    <a:lnTo>
                      <a:pt x="12676" y="342271"/>
                    </a:lnTo>
                    <a:lnTo>
                      <a:pt x="20295" y="342784"/>
                    </a:lnTo>
                    <a:lnTo>
                      <a:pt x="20808" y="335165"/>
                    </a:lnTo>
                    <a:lnTo>
                      <a:pt x="28427" y="335677"/>
                    </a:lnTo>
                    <a:lnTo>
                      <a:pt x="28940" y="328058"/>
                    </a:lnTo>
                    <a:lnTo>
                      <a:pt x="36560" y="328570"/>
                    </a:lnTo>
                    <a:lnTo>
                      <a:pt x="37072" y="320951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0" y="303148"/>
                    </a:lnTo>
                    <a:lnTo>
                      <a:pt x="7107" y="311281"/>
                    </a:lnTo>
                    <a:lnTo>
                      <a:pt x="3041" y="314834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2676" y="342271"/>
                    </a:lnTo>
                    <a:moveTo>
                      <a:pt x="201914" y="184064"/>
                    </a:moveTo>
                    <a:lnTo>
                      <a:pt x="189751" y="137322"/>
                    </a:lnTo>
                    <a:lnTo>
                      <a:pt x="234443" y="155637"/>
                    </a:lnTo>
                    <a:lnTo>
                      <a:pt x="201914" y="184064"/>
                    </a:lnTo>
                    <a:lnTo>
                      <a:pt x="205980" y="180511"/>
                    </a:lnTo>
                    <a:lnTo>
                      <a:pt x="196858" y="145454"/>
                    </a:lnTo>
                    <a:lnTo>
                      <a:pt x="230377" y="159190"/>
                    </a:lnTo>
                    <a:lnTo>
                      <a:pt x="226823" y="155124"/>
                    </a:lnTo>
                    <a:lnTo>
                      <a:pt x="202427" y="176445"/>
                    </a:lnTo>
                    <a:lnTo>
                      <a:pt x="205980" y="180511"/>
                    </a:lnTo>
                    <a:lnTo>
                      <a:pt x="201914" y="184064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193305" y="141388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34443" y="155637"/>
                    </a:lnTo>
                    <a:lnTo>
                      <a:pt x="222757" y="158678"/>
                    </a:lnTo>
                    <a:lnTo>
                      <a:pt x="222245" y="166297"/>
                    </a:lnTo>
                    <a:lnTo>
                      <a:pt x="214625" y="165784"/>
                    </a:lnTo>
                    <a:lnTo>
                      <a:pt x="214112" y="173404"/>
                    </a:lnTo>
                    <a:lnTo>
                      <a:pt x="206493" y="172891"/>
                    </a:lnTo>
                    <a:lnTo>
                      <a:pt x="201914" y="184064"/>
                    </a:lnTo>
                    <a:lnTo>
                      <a:pt x="202427" y="176445"/>
                    </a:lnTo>
                    <a:lnTo>
                      <a:pt x="210046" y="176957"/>
                    </a:lnTo>
                    <a:lnTo>
                      <a:pt x="210559" y="169338"/>
                    </a:lnTo>
                    <a:lnTo>
                      <a:pt x="218179" y="169850"/>
                    </a:lnTo>
                    <a:lnTo>
                      <a:pt x="218691" y="162231"/>
                    </a:lnTo>
                    <a:lnTo>
                      <a:pt x="226311" y="162744"/>
                    </a:lnTo>
                    <a:lnTo>
                      <a:pt x="226823" y="155124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189751" y="137322"/>
                    </a:lnTo>
                    <a:lnTo>
                      <a:pt x="196858" y="145454"/>
                    </a:lnTo>
                    <a:lnTo>
                      <a:pt x="192792" y="149007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202427" y="176445"/>
                    </a:lnTo>
                    <a:moveTo>
                      <a:pt x="403187" y="48077"/>
                    </a:moveTo>
                    <a:lnTo>
                      <a:pt x="398552" y="0"/>
                    </a:lnTo>
                    <a:lnTo>
                      <a:pt x="439794" y="25138"/>
                    </a:lnTo>
                    <a:lnTo>
                      <a:pt x="403187" y="48077"/>
                    </a:lnTo>
                    <a:lnTo>
                      <a:pt x="407763" y="45209"/>
                    </a:lnTo>
                    <a:lnTo>
                      <a:pt x="404286" y="9152"/>
                    </a:lnTo>
                    <a:lnTo>
                      <a:pt x="435218" y="28005"/>
                    </a:lnTo>
                    <a:lnTo>
                      <a:pt x="432350" y="23429"/>
                    </a:lnTo>
                    <a:lnTo>
                      <a:pt x="404895" y="40633"/>
                    </a:lnTo>
                    <a:lnTo>
                      <a:pt x="407763" y="45209"/>
                    </a:lnTo>
                    <a:lnTo>
                      <a:pt x="403187" y="48077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1419" y="4576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39794" y="25138"/>
                    </a:lnTo>
                    <a:lnTo>
                      <a:pt x="427775" y="26297"/>
                    </a:lnTo>
                    <a:lnTo>
                      <a:pt x="426066" y="33740"/>
                    </a:lnTo>
                    <a:lnTo>
                      <a:pt x="418623" y="32031"/>
                    </a:lnTo>
                    <a:lnTo>
                      <a:pt x="416914" y="39475"/>
                    </a:lnTo>
                    <a:lnTo>
                      <a:pt x="409471" y="37766"/>
                    </a:lnTo>
                    <a:lnTo>
                      <a:pt x="403187" y="48077"/>
                    </a:lnTo>
                    <a:lnTo>
                      <a:pt x="404895" y="40633"/>
                    </a:lnTo>
                    <a:lnTo>
                      <a:pt x="412338" y="42342"/>
                    </a:lnTo>
                    <a:lnTo>
                      <a:pt x="414047" y="34899"/>
                    </a:lnTo>
                    <a:lnTo>
                      <a:pt x="421490" y="36607"/>
                    </a:lnTo>
                    <a:lnTo>
                      <a:pt x="423199" y="29164"/>
                    </a:lnTo>
                    <a:lnTo>
                      <a:pt x="430642" y="30873"/>
                    </a:lnTo>
                    <a:lnTo>
                      <a:pt x="432350" y="23429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398552" y="0"/>
                    </a:lnTo>
                    <a:lnTo>
                      <a:pt x="404286" y="9152"/>
                    </a:lnTo>
                    <a:lnTo>
                      <a:pt x="399710" y="12020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4895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5" name="Контур"/>
              <p:cNvSpPr/>
              <p:nvPr/>
            </p:nvSpPr>
            <p:spPr>
              <a:xfrm>
                <a:off x="252000" y="8874703"/>
                <a:ext cx="1700378" cy="1065541"/>
              </a:xfrm>
              <a:custGeom>
                <a:avLst/>
                <a:gdLst/>
                <a:ahLst/>
                <a:cxnLst/>
                <a:rect l="l" t="t" r="r" b="b"/>
                <a:pathLst>
                  <a:path w="1700378" h="1065541" fill="none">
                    <a:moveTo>
                      <a:pt x="0" y="1065541"/>
                    </a:moveTo>
                    <a:lnTo>
                      <a:pt x="29925" y="1046789"/>
                    </a:lnTo>
                    <a:moveTo>
                      <a:pt x="29925" y="1046789"/>
                    </a:moveTo>
                    <a:lnTo>
                      <a:pt x="61956" y="1026717"/>
                    </a:lnTo>
                    <a:moveTo>
                      <a:pt x="61956" y="1026717"/>
                    </a:moveTo>
                    <a:lnTo>
                      <a:pt x="93986" y="1006645"/>
                    </a:lnTo>
                    <a:moveTo>
                      <a:pt x="93986" y="1006645"/>
                    </a:moveTo>
                    <a:lnTo>
                      <a:pt x="126017" y="986573"/>
                    </a:lnTo>
                    <a:moveTo>
                      <a:pt x="126017" y="986573"/>
                    </a:moveTo>
                    <a:lnTo>
                      <a:pt x="158047" y="966501"/>
                    </a:lnTo>
                    <a:moveTo>
                      <a:pt x="158047" y="966501"/>
                    </a:moveTo>
                    <a:lnTo>
                      <a:pt x="190078" y="946429"/>
                    </a:lnTo>
                    <a:moveTo>
                      <a:pt x="190078" y="946429"/>
                    </a:moveTo>
                    <a:lnTo>
                      <a:pt x="222109" y="926357"/>
                    </a:lnTo>
                    <a:moveTo>
                      <a:pt x="222109" y="926357"/>
                    </a:moveTo>
                    <a:lnTo>
                      <a:pt x="254139" y="906285"/>
                    </a:lnTo>
                    <a:moveTo>
                      <a:pt x="254139" y="906285"/>
                    </a:moveTo>
                    <a:lnTo>
                      <a:pt x="286170" y="886213"/>
                    </a:lnTo>
                    <a:moveTo>
                      <a:pt x="286170" y="886213"/>
                    </a:moveTo>
                    <a:lnTo>
                      <a:pt x="318200" y="866141"/>
                    </a:lnTo>
                    <a:moveTo>
                      <a:pt x="318200" y="866141"/>
                    </a:moveTo>
                    <a:lnTo>
                      <a:pt x="350231" y="846069"/>
                    </a:lnTo>
                    <a:moveTo>
                      <a:pt x="350231" y="846069"/>
                    </a:moveTo>
                    <a:lnTo>
                      <a:pt x="382261" y="825997"/>
                    </a:lnTo>
                    <a:moveTo>
                      <a:pt x="382261" y="825997"/>
                    </a:moveTo>
                    <a:lnTo>
                      <a:pt x="414292" y="805925"/>
                    </a:lnTo>
                    <a:moveTo>
                      <a:pt x="414292" y="805925"/>
                    </a:moveTo>
                    <a:lnTo>
                      <a:pt x="446323" y="785853"/>
                    </a:lnTo>
                    <a:moveTo>
                      <a:pt x="446323" y="785853"/>
                    </a:moveTo>
                    <a:lnTo>
                      <a:pt x="478353" y="765781"/>
                    </a:lnTo>
                    <a:moveTo>
                      <a:pt x="478353" y="765781"/>
                    </a:moveTo>
                    <a:lnTo>
                      <a:pt x="510384" y="745710"/>
                    </a:lnTo>
                    <a:moveTo>
                      <a:pt x="510384" y="745710"/>
                    </a:moveTo>
                    <a:lnTo>
                      <a:pt x="542414" y="725638"/>
                    </a:lnTo>
                    <a:moveTo>
                      <a:pt x="542414" y="725638"/>
                    </a:moveTo>
                    <a:lnTo>
                      <a:pt x="574445" y="705566"/>
                    </a:lnTo>
                    <a:moveTo>
                      <a:pt x="574445" y="705566"/>
                    </a:moveTo>
                    <a:lnTo>
                      <a:pt x="606475" y="685494"/>
                    </a:lnTo>
                    <a:moveTo>
                      <a:pt x="606475" y="685494"/>
                    </a:moveTo>
                    <a:lnTo>
                      <a:pt x="638506" y="665422"/>
                    </a:lnTo>
                    <a:moveTo>
                      <a:pt x="638506" y="665422"/>
                    </a:moveTo>
                    <a:lnTo>
                      <a:pt x="670537" y="645350"/>
                    </a:lnTo>
                    <a:moveTo>
                      <a:pt x="670537" y="645350"/>
                    </a:moveTo>
                    <a:lnTo>
                      <a:pt x="702567" y="625278"/>
                    </a:lnTo>
                    <a:moveTo>
                      <a:pt x="702567" y="625278"/>
                    </a:moveTo>
                    <a:lnTo>
                      <a:pt x="734598" y="605206"/>
                    </a:lnTo>
                    <a:moveTo>
                      <a:pt x="734598" y="605206"/>
                    </a:moveTo>
                    <a:lnTo>
                      <a:pt x="766628" y="585134"/>
                    </a:lnTo>
                    <a:moveTo>
                      <a:pt x="766628" y="585134"/>
                    </a:moveTo>
                    <a:lnTo>
                      <a:pt x="798659" y="565062"/>
                    </a:lnTo>
                    <a:moveTo>
                      <a:pt x="798659" y="565062"/>
                    </a:moveTo>
                    <a:lnTo>
                      <a:pt x="830689" y="544990"/>
                    </a:lnTo>
                    <a:moveTo>
                      <a:pt x="830689" y="544990"/>
                    </a:moveTo>
                    <a:lnTo>
                      <a:pt x="862720" y="524918"/>
                    </a:lnTo>
                    <a:moveTo>
                      <a:pt x="862720" y="524918"/>
                    </a:moveTo>
                    <a:lnTo>
                      <a:pt x="894750" y="504846"/>
                    </a:lnTo>
                    <a:moveTo>
                      <a:pt x="894750" y="504846"/>
                    </a:moveTo>
                    <a:lnTo>
                      <a:pt x="926781" y="484774"/>
                    </a:lnTo>
                    <a:moveTo>
                      <a:pt x="926781" y="484774"/>
                    </a:moveTo>
                    <a:lnTo>
                      <a:pt x="958812" y="464702"/>
                    </a:lnTo>
                    <a:moveTo>
                      <a:pt x="958812" y="464702"/>
                    </a:moveTo>
                    <a:lnTo>
                      <a:pt x="990842" y="444630"/>
                    </a:lnTo>
                    <a:moveTo>
                      <a:pt x="990842" y="444630"/>
                    </a:moveTo>
                    <a:lnTo>
                      <a:pt x="1022873" y="424558"/>
                    </a:lnTo>
                    <a:moveTo>
                      <a:pt x="1022873" y="424558"/>
                    </a:moveTo>
                    <a:lnTo>
                      <a:pt x="1054903" y="404486"/>
                    </a:lnTo>
                    <a:moveTo>
                      <a:pt x="1054903" y="404486"/>
                    </a:moveTo>
                    <a:lnTo>
                      <a:pt x="1086934" y="384415"/>
                    </a:lnTo>
                    <a:moveTo>
                      <a:pt x="1086934" y="384415"/>
                    </a:moveTo>
                    <a:lnTo>
                      <a:pt x="1118964" y="364343"/>
                    </a:lnTo>
                    <a:moveTo>
                      <a:pt x="1118964" y="364343"/>
                    </a:moveTo>
                    <a:lnTo>
                      <a:pt x="1150995" y="344271"/>
                    </a:lnTo>
                    <a:moveTo>
                      <a:pt x="1150995" y="344271"/>
                    </a:moveTo>
                    <a:lnTo>
                      <a:pt x="1183026" y="324199"/>
                    </a:lnTo>
                    <a:moveTo>
                      <a:pt x="1183026" y="324199"/>
                    </a:moveTo>
                    <a:lnTo>
                      <a:pt x="1215056" y="304127"/>
                    </a:lnTo>
                    <a:moveTo>
                      <a:pt x="1215056" y="304127"/>
                    </a:moveTo>
                    <a:lnTo>
                      <a:pt x="1247087" y="284055"/>
                    </a:lnTo>
                    <a:moveTo>
                      <a:pt x="1247087" y="284055"/>
                    </a:moveTo>
                    <a:lnTo>
                      <a:pt x="1279117" y="263983"/>
                    </a:lnTo>
                    <a:moveTo>
                      <a:pt x="1279117" y="263983"/>
                    </a:moveTo>
                    <a:lnTo>
                      <a:pt x="1311148" y="243911"/>
                    </a:lnTo>
                    <a:moveTo>
                      <a:pt x="1311148" y="243911"/>
                    </a:moveTo>
                    <a:lnTo>
                      <a:pt x="1343178" y="223839"/>
                    </a:lnTo>
                    <a:moveTo>
                      <a:pt x="1343178" y="223839"/>
                    </a:moveTo>
                    <a:lnTo>
                      <a:pt x="1375209" y="203767"/>
                    </a:lnTo>
                    <a:moveTo>
                      <a:pt x="1375209" y="203767"/>
                    </a:moveTo>
                    <a:lnTo>
                      <a:pt x="1407240" y="183695"/>
                    </a:lnTo>
                    <a:moveTo>
                      <a:pt x="1407240" y="183695"/>
                    </a:moveTo>
                    <a:lnTo>
                      <a:pt x="1439270" y="163623"/>
                    </a:lnTo>
                    <a:moveTo>
                      <a:pt x="1439270" y="163623"/>
                    </a:moveTo>
                    <a:lnTo>
                      <a:pt x="1471301" y="143551"/>
                    </a:lnTo>
                    <a:moveTo>
                      <a:pt x="1471301" y="143551"/>
                    </a:moveTo>
                    <a:lnTo>
                      <a:pt x="1503331" y="123479"/>
                    </a:lnTo>
                    <a:moveTo>
                      <a:pt x="1503331" y="123479"/>
                    </a:moveTo>
                    <a:lnTo>
                      <a:pt x="1535362" y="103407"/>
                    </a:lnTo>
                    <a:moveTo>
                      <a:pt x="1535362" y="103407"/>
                    </a:moveTo>
                    <a:lnTo>
                      <a:pt x="1567392" y="83335"/>
                    </a:lnTo>
                    <a:moveTo>
                      <a:pt x="1567392" y="83335"/>
                    </a:moveTo>
                    <a:lnTo>
                      <a:pt x="1599423" y="63263"/>
                    </a:lnTo>
                    <a:moveTo>
                      <a:pt x="1599423" y="63263"/>
                    </a:moveTo>
                    <a:lnTo>
                      <a:pt x="1631453" y="43192"/>
                    </a:lnTo>
                    <a:moveTo>
                      <a:pt x="1631453" y="43192"/>
                    </a:moveTo>
                    <a:lnTo>
                      <a:pt x="1663484" y="23120"/>
                    </a:lnTo>
                    <a:moveTo>
                      <a:pt x="1663484" y="23120"/>
                    </a:moveTo>
                    <a:lnTo>
                      <a:pt x="1695515" y="3048"/>
                    </a:lnTo>
                    <a:moveTo>
                      <a:pt x="1695515" y="3048"/>
                    </a:moveTo>
                    <a:lnTo>
                      <a:pt x="1700378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16" name="Контур"/>
              <p:cNvSpPr/>
              <p:nvPr/>
            </p:nvSpPr>
            <p:spPr>
              <a:xfrm>
                <a:off x="765418" y="9743275"/>
                <a:ext cx="601625" cy="444725"/>
              </a:xfrm>
              <a:custGeom>
                <a:avLst/>
                <a:gdLst/>
                <a:ahLst/>
                <a:cxnLst/>
                <a:rect l="l" t="t" r="r" b="b"/>
                <a:pathLst>
                  <a:path w="601625" h="444725" fill="none">
                    <a:moveTo>
                      <a:pt x="0" y="444725"/>
                    </a:moveTo>
                    <a:lnTo>
                      <a:pt x="41021" y="408876"/>
                    </a:lnTo>
                    <a:moveTo>
                      <a:pt x="41021" y="408876"/>
                    </a:moveTo>
                    <a:lnTo>
                      <a:pt x="135896" y="325963"/>
                    </a:lnTo>
                    <a:moveTo>
                      <a:pt x="135896" y="325963"/>
                    </a:moveTo>
                    <a:lnTo>
                      <a:pt x="230772" y="243049"/>
                    </a:lnTo>
                    <a:moveTo>
                      <a:pt x="230772" y="243049"/>
                    </a:moveTo>
                    <a:lnTo>
                      <a:pt x="273894" y="205364"/>
                    </a:lnTo>
                    <a:lnTo>
                      <a:pt x="332136" y="168869"/>
                    </a:lnTo>
                    <a:moveTo>
                      <a:pt x="332136" y="168869"/>
                    </a:moveTo>
                    <a:lnTo>
                      <a:pt x="438905" y="101964"/>
                    </a:lnTo>
                    <a:moveTo>
                      <a:pt x="438905" y="101964"/>
                    </a:moveTo>
                    <a:lnTo>
                      <a:pt x="545675" y="35060"/>
                    </a:lnTo>
                    <a:moveTo>
                      <a:pt x="545675" y="35060"/>
                    </a:moveTo>
                    <a:lnTo>
                      <a:pt x="60162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7" name="Контур"/>
              <p:cNvSpPr/>
              <p:nvPr/>
            </p:nvSpPr>
            <p:spPr>
              <a:xfrm>
                <a:off x="829810" y="9842921"/>
                <a:ext cx="439794" cy="345079"/>
              </a:xfrm>
              <a:custGeom>
                <a:avLst/>
                <a:gdLst/>
                <a:ahLst/>
                <a:cxnLst/>
                <a:rect l="l" t="t" r="r" b="b"/>
                <a:pathLst>
                  <a:path w="439794" h="345079" fill="none">
                    <a:moveTo>
                      <a:pt x="10911" y="345079"/>
                    </a:moveTo>
                    <a:lnTo>
                      <a:pt x="0" y="303148"/>
                    </a:lnTo>
                    <a:lnTo>
                      <a:pt x="44692" y="321463"/>
                    </a:lnTo>
                    <a:lnTo>
                      <a:pt x="17669" y="345079"/>
                    </a:lnTo>
                    <a:moveTo>
                      <a:pt x="15902" y="345079"/>
                    </a:moveTo>
                    <a:lnTo>
                      <a:pt x="7107" y="311281"/>
                    </a:lnTo>
                    <a:lnTo>
                      <a:pt x="40626" y="325017"/>
                    </a:lnTo>
                    <a:lnTo>
                      <a:pt x="37072" y="320951"/>
                    </a:lnTo>
                    <a:lnTo>
                      <a:pt x="12676" y="342271"/>
                    </a:lnTo>
                    <a:lnTo>
                      <a:pt x="15129" y="345079"/>
                    </a:lnTo>
                    <a:moveTo>
                      <a:pt x="12487" y="345079"/>
                    </a:move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3553" y="307215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44692" y="321463"/>
                    </a:lnTo>
                    <a:lnTo>
                      <a:pt x="33006" y="324504"/>
                    </a:lnTo>
                    <a:lnTo>
                      <a:pt x="32493" y="332124"/>
                    </a:lnTo>
                    <a:lnTo>
                      <a:pt x="24874" y="331611"/>
                    </a:lnTo>
                    <a:lnTo>
                      <a:pt x="24361" y="339231"/>
                    </a:lnTo>
                    <a:lnTo>
                      <a:pt x="16742" y="338718"/>
                    </a:lnTo>
                    <a:lnTo>
                      <a:pt x="14135" y="345079"/>
                    </a:lnTo>
                    <a:moveTo>
                      <a:pt x="12487" y="345079"/>
                    </a:moveTo>
                    <a:lnTo>
                      <a:pt x="12676" y="342271"/>
                    </a:lnTo>
                    <a:lnTo>
                      <a:pt x="20295" y="342784"/>
                    </a:lnTo>
                    <a:lnTo>
                      <a:pt x="20808" y="335165"/>
                    </a:lnTo>
                    <a:lnTo>
                      <a:pt x="28427" y="335677"/>
                    </a:lnTo>
                    <a:lnTo>
                      <a:pt x="28940" y="328058"/>
                    </a:lnTo>
                    <a:lnTo>
                      <a:pt x="36560" y="328570"/>
                    </a:lnTo>
                    <a:lnTo>
                      <a:pt x="37072" y="320951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0" y="303148"/>
                    </a:lnTo>
                    <a:lnTo>
                      <a:pt x="7107" y="311281"/>
                    </a:lnTo>
                    <a:lnTo>
                      <a:pt x="3041" y="314834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2676" y="342271"/>
                    </a:lnTo>
                    <a:moveTo>
                      <a:pt x="201914" y="184064"/>
                    </a:moveTo>
                    <a:lnTo>
                      <a:pt x="189751" y="137322"/>
                    </a:lnTo>
                    <a:lnTo>
                      <a:pt x="234443" y="155637"/>
                    </a:lnTo>
                    <a:lnTo>
                      <a:pt x="201914" y="184064"/>
                    </a:lnTo>
                    <a:lnTo>
                      <a:pt x="205980" y="180511"/>
                    </a:lnTo>
                    <a:lnTo>
                      <a:pt x="196858" y="145454"/>
                    </a:lnTo>
                    <a:lnTo>
                      <a:pt x="230377" y="159190"/>
                    </a:lnTo>
                    <a:lnTo>
                      <a:pt x="226823" y="155124"/>
                    </a:lnTo>
                    <a:lnTo>
                      <a:pt x="202427" y="176445"/>
                    </a:lnTo>
                    <a:lnTo>
                      <a:pt x="205980" y="180511"/>
                    </a:lnTo>
                    <a:lnTo>
                      <a:pt x="201914" y="184064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193305" y="141388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34443" y="155637"/>
                    </a:lnTo>
                    <a:lnTo>
                      <a:pt x="222757" y="158678"/>
                    </a:lnTo>
                    <a:lnTo>
                      <a:pt x="222245" y="166297"/>
                    </a:lnTo>
                    <a:lnTo>
                      <a:pt x="214625" y="165784"/>
                    </a:lnTo>
                    <a:lnTo>
                      <a:pt x="214112" y="173404"/>
                    </a:lnTo>
                    <a:lnTo>
                      <a:pt x="206493" y="172891"/>
                    </a:lnTo>
                    <a:lnTo>
                      <a:pt x="201914" y="184064"/>
                    </a:lnTo>
                    <a:lnTo>
                      <a:pt x="202427" y="176445"/>
                    </a:lnTo>
                    <a:lnTo>
                      <a:pt x="210046" y="176957"/>
                    </a:lnTo>
                    <a:lnTo>
                      <a:pt x="210559" y="169338"/>
                    </a:lnTo>
                    <a:lnTo>
                      <a:pt x="218179" y="169850"/>
                    </a:lnTo>
                    <a:lnTo>
                      <a:pt x="218691" y="162231"/>
                    </a:lnTo>
                    <a:lnTo>
                      <a:pt x="226311" y="162744"/>
                    </a:lnTo>
                    <a:lnTo>
                      <a:pt x="226823" y="155124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189751" y="137322"/>
                    </a:lnTo>
                    <a:lnTo>
                      <a:pt x="196858" y="145454"/>
                    </a:lnTo>
                    <a:lnTo>
                      <a:pt x="192792" y="149007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202427" y="176445"/>
                    </a:lnTo>
                    <a:moveTo>
                      <a:pt x="403187" y="48077"/>
                    </a:moveTo>
                    <a:lnTo>
                      <a:pt x="398552" y="0"/>
                    </a:lnTo>
                    <a:lnTo>
                      <a:pt x="439794" y="25138"/>
                    </a:lnTo>
                    <a:lnTo>
                      <a:pt x="403187" y="48077"/>
                    </a:lnTo>
                    <a:lnTo>
                      <a:pt x="407763" y="45209"/>
                    </a:lnTo>
                    <a:lnTo>
                      <a:pt x="404286" y="9152"/>
                    </a:lnTo>
                    <a:lnTo>
                      <a:pt x="435218" y="28005"/>
                    </a:lnTo>
                    <a:lnTo>
                      <a:pt x="432350" y="23429"/>
                    </a:lnTo>
                    <a:lnTo>
                      <a:pt x="404895" y="40633"/>
                    </a:lnTo>
                    <a:lnTo>
                      <a:pt x="407763" y="45209"/>
                    </a:lnTo>
                    <a:lnTo>
                      <a:pt x="403187" y="48077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1419" y="4576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39794" y="25138"/>
                    </a:lnTo>
                    <a:lnTo>
                      <a:pt x="427775" y="26297"/>
                    </a:lnTo>
                    <a:lnTo>
                      <a:pt x="426066" y="33740"/>
                    </a:lnTo>
                    <a:lnTo>
                      <a:pt x="418623" y="32031"/>
                    </a:lnTo>
                    <a:lnTo>
                      <a:pt x="416914" y="39475"/>
                    </a:lnTo>
                    <a:lnTo>
                      <a:pt x="409471" y="37766"/>
                    </a:lnTo>
                    <a:lnTo>
                      <a:pt x="403187" y="48077"/>
                    </a:lnTo>
                    <a:lnTo>
                      <a:pt x="404895" y="40633"/>
                    </a:lnTo>
                    <a:lnTo>
                      <a:pt x="412338" y="42342"/>
                    </a:lnTo>
                    <a:lnTo>
                      <a:pt x="414047" y="34899"/>
                    </a:lnTo>
                    <a:lnTo>
                      <a:pt x="421490" y="36607"/>
                    </a:lnTo>
                    <a:lnTo>
                      <a:pt x="423199" y="29164"/>
                    </a:lnTo>
                    <a:lnTo>
                      <a:pt x="430642" y="30873"/>
                    </a:lnTo>
                    <a:lnTo>
                      <a:pt x="432350" y="23429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398552" y="0"/>
                    </a:lnTo>
                    <a:lnTo>
                      <a:pt x="404286" y="9152"/>
                    </a:lnTo>
                    <a:lnTo>
                      <a:pt x="399710" y="12020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4895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8" name="Контур"/>
              <p:cNvSpPr/>
              <p:nvPr/>
            </p:nvSpPr>
            <p:spPr>
              <a:xfrm>
                <a:off x="1224543" y="9998504"/>
                <a:ext cx="302434" cy="189496"/>
              </a:xfrm>
              <a:custGeom>
                <a:avLst/>
                <a:gdLst/>
                <a:ahLst/>
                <a:cxnLst/>
                <a:rect l="l" t="t" r="r" b="b"/>
                <a:pathLst>
                  <a:path w="302434" h="189496" fill="none">
                    <a:moveTo>
                      <a:pt x="302434" y="0"/>
                    </a:moveTo>
                    <a:lnTo>
                      <a:pt x="195661" y="66901"/>
                    </a:lnTo>
                    <a:moveTo>
                      <a:pt x="195661" y="66901"/>
                    </a:moveTo>
                    <a:lnTo>
                      <a:pt x="88889" y="133801"/>
                    </a:lnTo>
                    <a:moveTo>
                      <a:pt x="88889" y="133801"/>
                    </a:moveTo>
                    <a:lnTo>
                      <a:pt x="0" y="18949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9" name="Контур"/>
              <p:cNvSpPr/>
              <p:nvPr/>
            </p:nvSpPr>
            <p:spPr>
              <a:xfrm>
                <a:off x="1141380" y="10019645"/>
                <a:ext cx="254786" cy="168355"/>
              </a:xfrm>
              <a:custGeom>
                <a:avLst/>
                <a:gdLst/>
                <a:ahLst/>
                <a:cxnLst/>
                <a:rect l="l" t="t" r="r" b="b"/>
                <a:pathLst>
                  <a:path w="254786" h="168355" fill="none">
                    <a:moveTo>
                      <a:pt x="250153" y="0"/>
                    </a:moveTo>
                    <a:lnTo>
                      <a:pt x="254786" y="48076"/>
                    </a:lnTo>
                    <a:lnTo>
                      <a:pt x="213545" y="22937"/>
                    </a:lnTo>
                    <a:lnTo>
                      <a:pt x="250153" y="0"/>
                    </a:lnTo>
                    <a:lnTo>
                      <a:pt x="245577" y="2867"/>
                    </a:lnTo>
                    <a:lnTo>
                      <a:pt x="249052" y="38925"/>
                    </a:lnTo>
                    <a:lnTo>
                      <a:pt x="218121" y="20070"/>
                    </a:lnTo>
                    <a:lnTo>
                      <a:pt x="220988" y="24646"/>
                    </a:lnTo>
                    <a:lnTo>
                      <a:pt x="248444" y="7443"/>
                    </a:lnTo>
                    <a:lnTo>
                      <a:pt x="245577" y="2867"/>
                    </a:lnTo>
                    <a:lnTo>
                      <a:pt x="250153" y="0"/>
                    </a:lnTo>
                    <a:lnTo>
                      <a:pt x="246735" y="14886"/>
                    </a:lnTo>
                    <a:lnTo>
                      <a:pt x="251311" y="12019"/>
                    </a:lnTo>
                    <a:lnTo>
                      <a:pt x="247894" y="26905"/>
                    </a:lnTo>
                    <a:lnTo>
                      <a:pt x="252470" y="24038"/>
                    </a:lnTo>
                    <a:lnTo>
                      <a:pt x="251919" y="43501"/>
                    </a:lnTo>
                    <a:lnTo>
                      <a:pt x="234166" y="35507"/>
                    </a:lnTo>
                    <a:lnTo>
                      <a:pt x="238742" y="32640"/>
                    </a:lnTo>
                    <a:lnTo>
                      <a:pt x="223855" y="29222"/>
                    </a:lnTo>
                    <a:lnTo>
                      <a:pt x="228431" y="26355"/>
                    </a:lnTo>
                    <a:lnTo>
                      <a:pt x="213545" y="22937"/>
                    </a:lnTo>
                    <a:lnTo>
                      <a:pt x="225564" y="21779"/>
                    </a:lnTo>
                    <a:lnTo>
                      <a:pt x="227273" y="14336"/>
                    </a:lnTo>
                    <a:lnTo>
                      <a:pt x="234716" y="16045"/>
                    </a:lnTo>
                    <a:lnTo>
                      <a:pt x="236425" y="8602"/>
                    </a:lnTo>
                    <a:lnTo>
                      <a:pt x="243868" y="10310"/>
                    </a:lnTo>
                    <a:lnTo>
                      <a:pt x="250153" y="0"/>
                    </a:lnTo>
                    <a:lnTo>
                      <a:pt x="248444" y="7443"/>
                    </a:lnTo>
                    <a:lnTo>
                      <a:pt x="241001" y="5734"/>
                    </a:lnTo>
                    <a:lnTo>
                      <a:pt x="239292" y="13178"/>
                    </a:lnTo>
                    <a:lnTo>
                      <a:pt x="231849" y="11469"/>
                    </a:lnTo>
                    <a:lnTo>
                      <a:pt x="230140" y="18912"/>
                    </a:lnTo>
                    <a:lnTo>
                      <a:pt x="222697" y="17203"/>
                    </a:lnTo>
                    <a:lnTo>
                      <a:pt x="220988" y="24646"/>
                    </a:lnTo>
                    <a:lnTo>
                      <a:pt x="223855" y="29222"/>
                    </a:lnTo>
                    <a:lnTo>
                      <a:pt x="228431" y="26355"/>
                    </a:lnTo>
                    <a:lnTo>
                      <a:pt x="234166" y="35507"/>
                    </a:lnTo>
                    <a:lnTo>
                      <a:pt x="238742" y="32640"/>
                    </a:lnTo>
                    <a:lnTo>
                      <a:pt x="254786" y="48076"/>
                    </a:lnTo>
                    <a:lnTo>
                      <a:pt x="249052" y="38925"/>
                    </a:lnTo>
                    <a:lnTo>
                      <a:pt x="253628" y="36057"/>
                    </a:lnTo>
                    <a:lnTo>
                      <a:pt x="247894" y="26905"/>
                    </a:lnTo>
                    <a:lnTo>
                      <a:pt x="252470" y="24038"/>
                    </a:lnTo>
                    <a:lnTo>
                      <a:pt x="246735" y="14886"/>
                    </a:lnTo>
                    <a:lnTo>
                      <a:pt x="251311" y="12019"/>
                    </a:lnTo>
                    <a:lnTo>
                      <a:pt x="248444" y="7443"/>
                    </a:lnTo>
                    <a:moveTo>
                      <a:pt x="36608" y="133801"/>
                    </a:moveTo>
                    <a:lnTo>
                      <a:pt x="39938" y="168355"/>
                    </a:lnTo>
                    <a:moveTo>
                      <a:pt x="19058" y="168355"/>
                    </a:moveTo>
                    <a:lnTo>
                      <a:pt x="0" y="156738"/>
                    </a:lnTo>
                    <a:lnTo>
                      <a:pt x="36608" y="133801"/>
                    </a:lnTo>
                    <a:lnTo>
                      <a:pt x="32032" y="136668"/>
                    </a:lnTo>
                    <a:lnTo>
                      <a:pt x="35086" y="168355"/>
                    </a:lnTo>
                    <a:moveTo>
                      <a:pt x="28338" y="168355"/>
                    </a:moveTo>
                    <a:lnTo>
                      <a:pt x="4576" y="153871"/>
                    </a:lnTo>
                    <a:lnTo>
                      <a:pt x="7443" y="158447"/>
                    </a:lnTo>
                    <a:lnTo>
                      <a:pt x="34899" y="141244"/>
                    </a:lnTo>
                    <a:lnTo>
                      <a:pt x="32032" y="136668"/>
                    </a:lnTo>
                    <a:lnTo>
                      <a:pt x="36608" y="133801"/>
                    </a:lnTo>
                    <a:lnTo>
                      <a:pt x="33190" y="148687"/>
                    </a:lnTo>
                    <a:lnTo>
                      <a:pt x="37766" y="145820"/>
                    </a:lnTo>
                    <a:lnTo>
                      <a:pt x="34349" y="160706"/>
                    </a:lnTo>
                    <a:lnTo>
                      <a:pt x="38925" y="157839"/>
                    </a:lnTo>
                    <a:lnTo>
                      <a:pt x="38627" y="168355"/>
                    </a:lnTo>
                    <a:moveTo>
                      <a:pt x="22141" y="168355"/>
                    </a:moveTo>
                    <a:lnTo>
                      <a:pt x="25197" y="166440"/>
                    </a:lnTo>
                    <a:lnTo>
                      <a:pt x="10311" y="163023"/>
                    </a:lnTo>
                    <a:lnTo>
                      <a:pt x="14887" y="160156"/>
                    </a:lnTo>
                    <a:lnTo>
                      <a:pt x="0" y="156738"/>
                    </a:lnTo>
                    <a:lnTo>
                      <a:pt x="12019" y="155580"/>
                    </a:lnTo>
                    <a:lnTo>
                      <a:pt x="13728" y="148137"/>
                    </a:lnTo>
                    <a:lnTo>
                      <a:pt x="21171" y="149845"/>
                    </a:lnTo>
                    <a:lnTo>
                      <a:pt x="22880" y="142402"/>
                    </a:lnTo>
                    <a:lnTo>
                      <a:pt x="30323" y="144111"/>
                    </a:lnTo>
                    <a:lnTo>
                      <a:pt x="36608" y="133801"/>
                    </a:lnTo>
                    <a:lnTo>
                      <a:pt x="34899" y="141244"/>
                    </a:lnTo>
                    <a:lnTo>
                      <a:pt x="27456" y="139535"/>
                    </a:lnTo>
                    <a:lnTo>
                      <a:pt x="25747" y="146978"/>
                    </a:lnTo>
                    <a:lnTo>
                      <a:pt x="18304" y="145269"/>
                    </a:lnTo>
                    <a:lnTo>
                      <a:pt x="16595" y="152713"/>
                    </a:lnTo>
                    <a:lnTo>
                      <a:pt x="9152" y="151004"/>
                    </a:lnTo>
                    <a:lnTo>
                      <a:pt x="7443" y="158447"/>
                    </a:lnTo>
                    <a:lnTo>
                      <a:pt x="10311" y="163023"/>
                    </a:lnTo>
                    <a:lnTo>
                      <a:pt x="14887" y="160156"/>
                    </a:lnTo>
                    <a:lnTo>
                      <a:pt x="20024" y="168355"/>
                    </a:lnTo>
                    <a:moveTo>
                      <a:pt x="22141" y="168355"/>
                    </a:moveTo>
                    <a:lnTo>
                      <a:pt x="25197" y="166440"/>
                    </a:lnTo>
                    <a:lnTo>
                      <a:pt x="27187" y="168355"/>
                    </a:lnTo>
                    <a:moveTo>
                      <a:pt x="39141" y="168355"/>
                    </a:moveTo>
                    <a:lnTo>
                      <a:pt x="34349" y="160706"/>
                    </a:lnTo>
                    <a:lnTo>
                      <a:pt x="38925" y="157839"/>
                    </a:lnTo>
                    <a:lnTo>
                      <a:pt x="33190" y="148687"/>
                    </a:lnTo>
                    <a:lnTo>
                      <a:pt x="37766" y="145820"/>
                    </a:lnTo>
                    <a:lnTo>
                      <a:pt x="34899" y="14124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20" name="Контур"/>
              <p:cNvSpPr/>
              <p:nvPr/>
            </p:nvSpPr>
            <p:spPr>
              <a:xfrm>
                <a:off x="252000" y="6894343"/>
                <a:ext cx="1503348" cy="907943"/>
              </a:xfrm>
              <a:custGeom>
                <a:avLst/>
                <a:gdLst/>
                <a:ahLst/>
                <a:cxnLst/>
                <a:rect l="l" t="t" r="r" b="b"/>
                <a:pathLst>
                  <a:path w="1503348" h="907943" fill="none">
                    <a:moveTo>
                      <a:pt x="0" y="907943"/>
                    </a:moveTo>
                    <a:lnTo>
                      <a:pt x="32937" y="889976"/>
                    </a:lnTo>
                    <a:moveTo>
                      <a:pt x="32937" y="889976"/>
                    </a:moveTo>
                    <a:lnTo>
                      <a:pt x="66120" y="871874"/>
                    </a:lnTo>
                    <a:moveTo>
                      <a:pt x="66120" y="871874"/>
                    </a:moveTo>
                    <a:lnTo>
                      <a:pt x="99304" y="853772"/>
                    </a:lnTo>
                    <a:moveTo>
                      <a:pt x="99304" y="853772"/>
                    </a:moveTo>
                    <a:lnTo>
                      <a:pt x="100518" y="853110"/>
                    </a:lnTo>
                    <a:moveTo>
                      <a:pt x="100518" y="853110"/>
                    </a:moveTo>
                    <a:lnTo>
                      <a:pt x="132815" y="833469"/>
                    </a:lnTo>
                    <a:moveTo>
                      <a:pt x="132815" y="833469"/>
                    </a:moveTo>
                    <a:lnTo>
                      <a:pt x="165112" y="813829"/>
                    </a:lnTo>
                    <a:moveTo>
                      <a:pt x="165112" y="813829"/>
                    </a:moveTo>
                    <a:lnTo>
                      <a:pt x="197408" y="794188"/>
                    </a:lnTo>
                    <a:moveTo>
                      <a:pt x="197408" y="794188"/>
                    </a:moveTo>
                    <a:lnTo>
                      <a:pt x="229705" y="774547"/>
                    </a:lnTo>
                    <a:moveTo>
                      <a:pt x="229705" y="774547"/>
                    </a:moveTo>
                    <a:lnTo>
                      <a:pt x="262002" y="754906"/>
                    </a:lnTo>
                    <a:moveTo>
                      <a:pt x="262002" y="754906"/>
                    </a:moveTo>
                    <a:lnTo>
                      <a:pt x="294299" y="735265"/>
                    </a:lnTo>
                    <a:moveTo>
                      <a:pt x="294299" y="735265"/>
                    </a:moveTo>
                    <a:lnTo>
                      <a:pt x="326595" y="715625"/>
                    </a:lnTo>
                    <a:moveTo>
                      <a:pt x="326595" y="715625"/>
                    </a:moveTo>
                    <a:lnTo>
                      <a:pt x="358892" y="695984"/>
                    </a:lnTo>
                    <a:moveTo>
                      <a:pt x="358892" y="695984"/>
                    </a:moveTo>
                    <a:lnTo>
                      <a:pt x="391189" y="676343"/>
                    </a:lnTo>
                    <a:moveTo>
                      <a:pt x="391189" y="676343"/>
                    </a:moveTo>
                    <a:lnTo>
                      <a:pt x="423486" y="656702"/>
                    </a:lnTo>
                    <a:moveTo>
                      <a:pt x="423486" y="656702"/>
                    </a:moveTo>
                    <a:lnTo>
                      <a:pt x="455782" y="637062"/>
                    </a:lnTo>
                    <a:moveTo>
                      <a:pt x="455782" y="637062"/>
                    </a:moveTo>
                    <a:lnTo>
                      <a:pt x="488079" y="617421"/>
                    </a:lnTo>
                    <a:moveTo>
                      <a:pt x="488079" y="617421"/>
                    </a:moveTo>
                    <a:lnTo>
                      <a:pt x="520376" y="597780"/>
                    </a:lnTo>
                    <a:moveTo>
                      <a:pt x="520376" y="597780"/>
                    </a:moveTo>
                    <a:lnTo>
                      <a:pt x="552673" y="578139"/>
                    </a:lnTo>
                    <a:moveTo>
                      <a:pt x="552673" y="578139"/>
                    </a:moveTo>
                    <a:lnTo>
                      <a:pt x="584969" y="558498"/>
                    </a:lnTo>
                    <a:moveTo>
                      <a:pt x="584969" y="558498"/>
                    </a:moveTo>
                    <a:lnTo>
                      <a:pt x="617266" y="538858"/>
                    </a:lnTo>
                    <a:moveTo>
                      <a:pt x="617266" y="538858"/>
                    </a:moveTo>
                    <a:lnTo>
                      <a:pt x="649563" y="519217"/>
                    </a:lnTo>
                    <a:moveTo>
                      <a:pt x="649563" y="519217"/>
                    </a:moveTo>
                    <a:lnTo>
                      <a:pt x="681860" y="499576"/>
                    </a:lnTo>
                    <a:moveTo>
                      <a:pt x="681860" y="499576"/>
                    </a:moveTo>
                    <a:lnTo>
                      <a:pt x="714156" y="479935"/>
                    </a:lnTo>
                    <a:moveTo>
                      <a:pt x="714156" y="479935"/>
                    </a:moveTo>
                    <a:lnTo>
                      <a:pt x="746453" y="460295"/>
                    </a:lnTo>
                    <a:moveTo>
                      <a:pt x="746453" y="460295"/>
                    </a:moveTo>
                    <a:lnTo>
                      <a:pt x="778750" y="440654"/>
                    </a:lnTo>
                    <a:moveTo>
                      <a:pt x="778750" y="440654"/>
                    </a:moveTo>
                    <a:lnTo>
                      <a:pt x="811046" y="421013"/>
                    </a:lnTo>
                    <a:moveTo>
                      <a:pt x="811046" y="421013"/>
                    </a:moveTo>
                    <a:lnTo>
                      <a:pt x="843343" y="401372"/>
                    </a:lnTo>
                    <a:moveTo>
                      <a:pt x="843343" y="401372"/>
                    </a:moveTo>
                    <a:lnTo>
                      <a:pt x="875640" y="381731"/>
                    </a:lnTo>
                    <a:moveTo>
                      <a:pt x="875640" y="381731"/>
                    </a:moveTo>
                    <a:lnTo>
                      <a:pt x="907937" y="362091"/>
                    </a:lnTo>
                    <a:moveTo>
                      <a:pt x="907937" y="362091"/>
                    </a:moveTo>
                    <a:lnTo>
                      <a:pt x="940233" y="342450"/>
                    </a:lnTo>
                    <a:moveTo>
                      <a:pt x="940233" y="342450"/>
                    </a:moveTo>
                    <a:lnTo>
                      <a:pt x="972530" y="322809"/>
                    </a:lnTo>
                    <a:moveTo>
                      <a:pt x="972530" y="322809"/>
                    </a:moveTo>
                    <a:lnTo>
                      <a:pt x="1004827" y="303168"/>
                    </a:lnTo>
                    <a:moveTo>
                      <a:pt x="1004827" y="303168"/>
                    </a:moveTo>
                    <a:lnTo>
                      <a:pt x="1037124" y="283528"/>
                    </a:lnTo>
                    <a:moveTo>
                      <a:pt x="1037124" y="283528"/>
                    </a:moveTo>
                    <a:lnTo>
                      <a:pt x="1069420" y="263887"/>
                    </a:lnTo>
                    <a:moveTo>
                      <a:pt x="1069420" y="263887"/>
                    </a:moveTo>
                    <a:lnTo>
                      <a:pt x="1101717" y="244246"/>
                    </a:lnTo>
                    <a:moveTo>
                      <a:pt x="1101717" y="244246"/>
                    </a:moveTo>
                    <a:lnTo>
                      <a:pt x="1134014" y="224605"/>
                    </a:lnTo>
                    <a:moveTo>
                      <a:pt x="1134014" y="224605"/>
                    </a:moveTo>
                    <a:lnTo>
                      <a:pt x="1166311" y="204964"/>
                    </a:lnTo>
                    <a:moveTo>
                      <a:pt x="1166311" y="204964"/>
                    </a:moveTo>
                    <a:lnTo>
                      <a:pt x="1198607" y="185324"/>
                    </a:lnTo>
                    <a:moveTo>
                      <a:pt x="1198607" y="185324"/>
                    </a:moveTo>
                    <a:lnTo>
                      <a:pt x="1230904" y="165683"/>
                    </a:lnTo>
                    <a:moveTo>
                      <a:pt x="1230904" y="165683"/>
                    </a:moveTo>
                    <a:lnTo>
                      <a:pt x="1263201" y="146042"/>
                    </a:lnTo>
                    <a:moveTo>
                      <a:pt x="1263201" y="146042"/>
                    </a:moveTo>
                    <a:lnTo>
                      <a:pt x="1295498" y="126401"/>
                    </a:lnTo>
                    <a:moveTo>
                      <a:pt x="1295498" y="126401"/>
                    </a:moveTo>
                    <a:lnTo>
                      <a:pt x="1327794" y="106761"/>
                    </a:lnTo>
                    <a:moveTo>
                      <a:pt x="1327794" y="106761"/>
                    </a:moveTo>
                    <a:lnTo>
                      <a:pt x="1360091" y="87120"/>
                    </a:lnTo>
                    <a:moveTo>
                      <a:pt x="1360091" y="87120"/>
                    </a:moveTo>
                    <a:lnTo>
                      <a:pt x="1392388" y="67479"/>
                    </a:lnTo>
                    <a:moveTo>
                      <a:pt x="1392388" y="67479"/>
                    </a:moveTo>
                    <a:lnTo>
                      <a:pt x="1424685" y="47838"/>
                    </a:lnTo>
                    <a:moveTo>
                      <a:pt x="1424685" y="47838"/>
                    </a:moveTo>
                    <a:lnTo>
                      <a:pt x="1456981" y="28197"/>
                    </a:lnTo>
                    <a:moveTo>
                      <a:pt x="1456981" y="28197"/>
                    </a:moveTo>
                    <a:lnTo>
                      <a:pt x="1489278" y="8557"/>
                    </a:lnTo>
                    <a:moveTo>
                      <a:pt x="1489278" y="8557"/>
                    </a:moveTo>
                    <a:lnTo>
                      <a:pt x="1503348" y="0"/>
                    </a:lnTo>
                    <a:moveTo>
                      <a:pt x="100518" y="853110"/>
                    </a:moveTo>
                    <a:lnTo>
                      <a:pt x="165112" y="813829"/>
                    </a:lnTo>
                    <a:moveTo>
                      <a:pt x="175877" y="807282"/>
                    </a:moveTo>
                    <a:lnTo>
                      <a:pt x="181260" y="804008"/>
                    </a:lnTo>
                    <a:moveTo>
                      <a:pt x="192026" y="797461"/>
                    </a:moveTo>
                    <a:lnTo>
                      <a:pt x="197408" y="794188"/>
                    </a:lnTo>
                    <a:moveTo>
                      <a:pt x="208174" y="787641"/>
                    </a:moveTo>
                    <a:lnTo>
                      <a:pt x="272767" y="748359"/>
                    </a:lnTo>
                    <a:moveTo>
                      <a:pt x="283533" y="741812"/>
                    </a:moveTo>
                    <a:lnTo>
                      <a:pt x="288916" y="738539"/>
                    </a:lnTo>
                    <a:moveTo>
                      <a:pt x="299681" y="731992"/>
                    </a:moveTo>
                    <a:lnTo>
                      <a:pt x="305064" y="728718"/>
                    </a:lnTo>
                    <a:moveTo>
                      <a:pt x="315830" y="722172"/>
                    </a:moveTo>
                    <a:lnTo>
                      <a:pt x="380423" y="682890"/>
                    </a:lnTo>
                    <a:moveTo>
                      <a:pt x="391189" y="676343"/>
                    </a:moveTo>
                    <a:lnTo>
                      <a:pt x="396572" y="673070"/>
                    </a:lnTo>
                    <a:moveTo>
                      <a:pt x="407337" y="666523"/>
                    </a:moveTo>
                    <a:lnTo>
                      <a:pt x="412720" y="663249"/>
                    </a:lnTo>
                    <a:moveTo>
                      <a:pt x="423486" y="656702"/>
                    </a:moveTo>
                    <a:lnTo>
                      <a:pt x="488079" y="617421"/>
                    </a:lnTo>
                    <a:moveTo>
                      <a:pt x="498845" y="610874"/>
                    </a:moveTo>
                    <a:lnTo>
                      <a:pt x="504227" y="607600"/>
                    </a:lnTo>
                    <a:moveTo>
                      <a:pt x="514993" y="601053"/>
                    </a:moveTo>
                    <a:lnTo>
                      <a:pt x="520376" y="597780"/>
                    </a:lnTo>
                    <a:moveTo>
                      <a:pt x="531141" y="591233"/>
                    </a:moveTo>
                    <a:lnTo>
                      <a:pt x="595735" y="551951"/>
                    </a:lnTo>
                    <a:moveTo>
                      <a:pt x="606500" y="545405"/>
                    </a:moveTo>
                    <a:lnTo>
                      <a:pt x="611883" y="542131"/>
                    </a:lnTo>
                    <a:moveTo>
                      <a:pt x="622649" y="535584"/>
                    </a:moveTo>
                    <a:lnTo>
                      <a:pt x="628032" y="532311"/>
                    </a:lnTo>
                    <a:moveTo>
                      <a:pt x="638797" y="525764"/>
                    </a:moveTo>
                    <a:lnTo>
                      <a:pt x="703391" y="486482"/>
                    </a:lnTo>
                    <a:moveTo>
                      <a:pt x="714156" y="479935"/>
                    </a:moveTo>
                    <a:lnTo>
                      <a:pt x="719539" y="476662"/>
                    </a:lnTo>
                    <a:moveTo>
                      <a:pt x="730305" y="470115"/>
                    </a:moveTo>
                    <a:lnTo>
                      <a:pt x="735687" y="466841"/>
                    </a:lnTo>
                    <a:moveTo>
                      <a:pt x="746453" y="460295"/>
                    </a:moveTo>
                    <a:lnTo>
                      <a:pt x="811046" y="421013"/>
                    </a:lnTo>
                    <a:moveTo>
                      <a:pt x="821812" y="414466"/>
                    </a:moveTo>
                    <a:lnTo>
                      <a:pt x="827195" y="411193"/>
                    </a:lnTo>
                    <a:moveTo>
                      <a:pt x="837960" y="404646"/>
                    </a:moveTo>
                    <a:lnTo>
                      <a:pt x="843343" y="401372"/>
                    </a:lnTo>
                    <a:moveTo>
                      <a:pt x="854109" y="394825"/>
                    </a:moveTo>
                    <a:lnTo>
                      <a:pt x="918702" y="355544"/>
                    </a:lnTo>
                    <a:moveTo>
                      <a:pt x="929468" y="348997"/>
                    </a:moveTo>
                    <a:lnTo>
                      <a:pt x="934851" y="345723"/>
                    </a:lnTo>
                    <a:moveTo>
                      <a:pt x="945616" y="339176"/>
                    </a:moveTo>
                    <a:lnTo>
                      <a:pt x="950999" y="335903"/>
                    </a:lnTo>
                    <a:moveTo>
                      <a:pt x="961765" y="329356"/>
                    </a:moveTo>
                    <a:lnTo>
                      <a:pt x="1026358" y="290074"/>
                    </a:lnTo>
                    <a:moveTo>
                      <a:pt x="1037124" y="283528"/>
                    </a:moveTo>
                    <a:lnTo>
                      <a:pt x="1042507" y="280254"/>
                    </a:lnTo>
                    <a:moveTo>
                      <a:pt x="1053272" y="273707"/>
                    </a:moveTo>
                    <a:lnTo>
                      <a:pt x="1058655" y="270434"/>
                    </a:lnTo>
                    <a:moveTo>
                      <a:pt x="1069420" y="263887"/>
                    </a:moveTo>
                    <a:lnTo>
                      <a:pt x="1134014" y="224605"/>
                    </a:lnTo>
                    <a:moveTo>
                      <a:pt x="1144780" y="218058"/>
                    </a:moveTo>
                    <a:lnTo>
                      <a:pt x="1150162" y="214785"/>
                    </a:lnTo>
                    <a:moveTo>
                      <a:pt x="1160928" y="208238"/>
                    </a:moveTo>
                    <a:lnTo>
                      <a:pt x="1166311" y="204964"/>
                    </a:lnTo>
                    <a:moveTo>
                      <a:pt x="1177076" y="198417"/>
                    </a:moveTo>
                    <a:lnTo>
                      <a:pt x="1241670" y="159136"/>
                    </a:lnTo>
                    <a:moveTo>
                      <a:pt x="1252435" y="152589"/>
                    </a:moveTo>
                    <a:lnTo>
                      <a:pt x="1257818" y="149316"/>
                    </a:lnTo>
                    <a:moveTo>
                      <a:pt x="1268584" y="142769"/>
                    </a:moveTo>
                    <a:lnTo>
                      <a:pt x="1273967" y="139495"/>
                    </a:lnTo>
                    <a:moveTo>
                      <a:pt x="1284732" y="132948"/>
                    </a:moveTo>
                    <a:lnTo>
                      <a:pt x="1349326" y="93667"/>
                    </a:lnTo>
                    <a:moveTo>
                      <a:pt x="1360091" y="87120"/>
                    </a:moveTo>
                    <a:lnTo>
                      <a:pt x="1365474" y="83846"/>
                    </a:lnTo>
                    <a:moveTo>
                      <a:pt x="1376240" y="77299"/>
                    </a:moveTo>
                    <a:lnTo>
                      <a:pt x="1381622" y="74026"/>
                    </a:lnTo>
                    <a:moveTo>
                      <a:pt x="1392388" y="67479"/>
                    </a:moveTo>
                    <a:lnTo>
                      <a:pt x="1456981" y="28197"/>
                    </a:lnTo>
                    <a:moveTo>
                      <a:pt x="1467747" y="21650"/>
                    </a:moveTo>
                    <a:lnTo>
                      <a:pt x="1473130" y="18377"/>
                    </a:lnTo>
                    <a:moveTo>
                      <a:pt x="1483895" y="11830"/>
                    </a:moveTo>
                    <a:lnTo>
                      <a:pt x="1489278" y="8557"/>
                    </a:lnTo>
                    <a:moveTo>
                      <a:pt x="1500044" y="2010"/>
                    </a:moveTo>
                    <a:lnTo>
                      <a:pt x="1503348" y="0"/>
                    </a:lnTo>
                    <a:moveTo>
                      <a:pt x="0" y="754170"/>
                    </a:moveTo>
                    <a:lnTo>
                      <a:pt x="20562" y="742954"/>
                    </a:lnTo>
                    <a:moveTo>
                      <a:pt x="20562" y="742954"/>
                    </a:moveTo>
                    <a:lnTo>
                      <a:pt x="33108" y="736110"/>
                    </a:lnTo>
                    <a:lnTo>
                      <a:pt x="53194" y="723895"/>
                    </a:lnTo>
                    <a:moveTo>
                      <a:pt x="53194" y="723895"/>
                    </a:moveTo>
                    <a:lnTo>
                      <a:pt x="85491" y="704255"/>
                    </a:lnTo>
                    <a:moveTo>
                      <a:pt x="85491" y="704255"/>
                    </a:moveTo>
                    <a:lnTo>
                      <a:pt x="117788" y="684614"/>
                    </a:lnTo>
                    <a:moveTo>
                      <a:pt x="117788" y="684614"/>
                    </a:moveTo>
                    <a:lnTo>
                      <a:pt x="150085" y="664974"/>
                    </a:lnTo>
                    <a:moveTo>
                      <a:pt x="150085" y="664974"/>
                    </a:moveTo>
                    <a:lnTo>
                      <a:pt x="182382" y="645334"/>
                    </a:lnTo>
                    <a:moveTo>
                      <a:pt x="182382" y="645334"/>
                    </a:moveTo>
                    <a:lnTo>
                      <a:pt x="214679" y="625693"/>
                    </a:lnTo>
                    <a:moveTo>
                      <a:pt x="214679" y="625693"/>
                    </a:moveTo>
                    <a:lnTo>
                      <a:pt x="246976" y="606053"/>
                    </a:lnTo>
                    <a:moveTo>
                      <a:pt x="246976" y="606053"/>
                    </a:moveTo>
                    <a:lnTo>
                      <a:pt x="279273" y="586412"/>
                    </a:lnTo>
                    <a:moveTo>
                      <a:pt x="279273" y="586412"/>
                    </a:moveTo>
                    <a:lnTo>
                      <a:pt x="311570" y="566772"/>
                    </a:lnTo>
                    <a:moveTo>
                      <a:pt x="311570" y="566772"/>
                    </a:moveTo>
                    <a:lnTo>
                      <a:pt x="343867" y="547132"/>
                    </a:lnTo>
                    <a:moveTo>
                      <a:pt x="343867" y="547132"/>
                    </a:moveTo>
                    <a:lnTo>
                      <a:pt x="376164" y="527491"/>
                    </a:lnTo>
                    <a:moveTo>
                      <a:pt x="376164" y="527491"/>
                    </a:moveTo>
                    <a:lnTo>
                      <a:pt x="408461" y="507851"/>
                    </a:lnTo>
                    <a:moveTo>
                      <a:pt x="408461" y="507851"/>
                    </a:moveTo>
                    <a:lnTo>
                      <a:pt x="419216" y="501311"/>
                    </a:lnTo>
                    <a:moveTo>
                      <a:pt x="0" y="754170"/>
                    </a:moveTo>
                    <a:lnTo>
                      <a:pt x="20562" y="742954"/>
                    </a:lnTo>
                    <a:moveTo>
                      <a:pt x="20562" y="742954"/>
                    </a:moveTo>
                    <a:lnTo>
                      <a:pt x="33108" y="736110"/>
                    </a:lnTo>
                    <a:lnTo>
                      <a:pt x="53194" y="723895"/>
                    </a:lnTo>
                    <a:moveTo>
                      <a:pt x="53194" y="723895"/>
                    </a:moveTo>
                    <a:lnTo>
                      <a:pt x="85491" y="704255"/>
                    </a:lnTo>
                    <a:moveTo>
                      <a:pt x="85491" y="704255"/>
                    </a:moveTo>
                    <a:lnTo>
                      <a:pt x="117788" y="684614"/>
                    </a:lnTo>
                    <a:moveTo>
                      <a:pt x="117788" y="684614"/>
                    </a:moveTo>
                    <a:lnTo>
                      <a:pt x="150085" y="664974"/>
                    </a:lnTo>
                    <a:moveTo>
                      <a:pt x="150085" y="664974"/>
                    </a:moveTo>
                    <a:lnTo>
                      <a:pt x="182382" y="645334"/>
                    </a:lnTo>
                    <a:moveTo>
                      <a:pt x="182382" y="645334"/>
                    </a:moveTo>
                    <a:lnTo>
                      <a:pt x="214679" y="625693"/>
                    </a:lnTo>
                    <a:moveTo>
                      <a:pt x="214679" y="625693"/>
                    </a:moveTo>
                    <a:lnTo>
                      <a:pt x="246976" y="606053"/>
                    </a:lnTo>
                    <a:moveTo>
                      <a:pt x="246976" y="606053"/>
                    </a:moveTo>
                    <a:lnTo>
                      <a:pt x="279273" y="586412"/>
                    </a:lnTo>
                    <a:moveTo>
                      <a:pt x="279273" y="586412"/>
                    </a:moveTo>
                    <a:lnTo>
                      <a:pt x="311570" y="566772"/>
                    </a:lnTo>
                    <a:moveTo>
                      <a:pt x="311570" y="566772"/>
                    </a:moveTo>
                    <a:lnTo>
                      <a:pt x="343867" y="547132"/>
                    </a:lnTo>
                    <a:moveTo>
                      <a:pt x="343867" y="547132"/>
                    </a:moveTo>
                    <a:lnTo>
                      <a:pt x="376164" y="527491"/>
                    </a:lnTo>
                    <a:moveTo>
                      <a:pt x="376164" y="527491"/>
                    </a:moveTo>
                    <a:lnTo>
                      <a:pt x="408461" y="507851"/>
                    </a:lnTo>
                    <a:moveTo>
                      <a:pt x="408461" y="507851"/>
                    </a:moveTo>
                    <a:lnTo>
                      <a:pt x="419216" y="501311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21" name="Контур"/>
              <p:cNvSpPr/>
              <p:nvPr/>
            </p:nvSpPr>
            <p:spPr>
              <a:xfrm>
                <a:off x="252000" y="7295533"/>
                <a:ext cx="410991" cy="249807"/>
              </a:xfrm>
              <a:custGeom>
                <a:avLst/>
                <a:gdLst/>
                <a:ahLst/>
                <a:cxnLst/>
                <a:rect l="l" t="t" r="r" b="b"/>
                <a:pathLst>
                  <a:path w="410991" h="249807" fill="none">
                    <a:moveTo>
                      <a:pt x="0" y="249807"/>
                    </a:moveTo>
                    <a:lnTo>
                      <a:pt x="6487" y="245864"/>
                    </a:lnTo>
                    <a:moveTo>
                      <a:pt x="6487" y="245864"/>
                    </a:moveTo>
                    <a:lnTo>
                      <a:pt x="38789" y="226231"/>
                    </a:lnTo>
                    <a:moveTo>
                      <a:pt x="38789" y="226231"/>
                    </a:moveTo>
                    <a:lnTo>
                      <a:pt x="71090" y="206597"/>
                    </a:lnTo>
                    <a:moveTo>
                      <a:pt x="71090" y="206597"/>
                    </a:moveTo>
                    <a:lnTo>
                      <a:pt x="103391" y="186964"/>
                    </a:lnTo>
                    <a:moveTo>
                      <a:pt x="103391" y="186964"/>
                    </a:moveTo>
                    <a:lnTo>
                      <a:pt x="135693" y="167331"/>
                    </a:lnTo>
                    <a:moveTo>
                      <a:pt x="135693" y="167331"/>
                    </a:moveTo>
                    <a:lnTo>
                      <a:pt x="167994" y="147697"/>
                    </a:lnTo>
                    <a:moveTo>
                      <a:pt x="167994" y="147697"/>
                    </a:moveTo>
                    <a:lnTo>
                      <a:pt x="200295" y="128064"/>
                    </a:lnTo>
                    <a:moveTo>
                      <a:pt x="200295" y="128064"/>
                    </a:moveTo>
                    <a:lnTo>
                      <a:pt x="232597" y="108431"/>
                    </a:lnTo>
                    <a:moveTo>
                      <a:pt x="232597" y="108431"/>
                    </a:moveTo>
                    <a:lnTo>
                      <a:pt x="264898" y="88798"/>
                    </a:lnTo>
                    <a:moveTo>
                      <a:pt x="264898" y="88798"/>
                    </a:moveTo>
                    <a:lnTo>
                      <a:pt x="297199" y="69164"/>
                    </a:lnTo>
                    <a:moveTo>
                      <a:pt x="297199" y="69164"/>
                    </a:moveTo>
                    <a:lnTo>
                      <a:pt x="329500" y="49531"/>
                    </a:lnTo>
                    <a:moveTo>
                      <a:pt x="329500" y="49531"/>
                    </a:moveTo>
                    <a:lnTo>
                      <a:pt x="361802" y="29898"/>
                    </a:lnTo>
                    <a:moveTo>
                      <a:pt x="361802" y="29898"/>
                    </a:moveTo>
                    <a:lnTo>
                      <a:pt x="394103" y="10265"/>
                    </a:lnTo>
                    <a:moveTo>
                      <a:pt x="394103" y="10265"/>
                    </a:moveTo>
                    <a:lnTo>
                      <a:pt x="410991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</p:grpSp>
        <p:grpSp>
          <p:nvGrpSpPr>
            <p:cNvPr id="1226" name="Санитарно-защитные зоны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1223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 fill="none">
                    <a:moveTo>
                      <a:pt x="3093117" y="3718197"/>
                    </a:moveTo>
                    <a:lnTo>
                      <a:pt x="3093706" y="3740314"/>
                    </a:lnTo>
                    <a:lnTo>
                      <a:pt x="5842823" y="5559569"/>
                    </a:lnTo>
                    <a:lnTo>
                      <a:pt x="6182590" y="5519971"/>
                    </a:lnTo>
                    <a:lnTo>
                      <a:pt x="6707175" y="5387913"/>
                    </a:lnTo>
                    <a:lnTo>
                      <a:pt x="6715481" y="5381667"/>
                    </a:lnTo>
                    <a:lnTo>
                      <a:pt x="6372458" y="4651815"/>
                    </a:lnTo>
                    <a:lnTo>
                      <a:pt x="6645414" y="4465853"/>
                    </a:lnTo>
                    <a:lnTo>
                      <a:pt x="6717985" y="4384114"/>
                    </a:lnTo>
                    <a:lnTo>
                      <a:pt x="7276391" y="3955925"/>
                    </a:lnTo>
                    <a:lnTo>
                      <a:pt x="7435658" y="3886348"/>
                    </a:lnTo>
                    <a:lnTo>
                      <a:pt x="8398516" y="3233838"/>
                    </a:lnTo>
                    <a:lnTo>
                      <a:pt x="10044000" y="1961200"/>
                    </a:lnTo>
                    <a:moveTo>
                      <a:pt x="6964950" y="0"/>
                    </a:moveTo>
                    <a:lnTo>
                      <a:pt x="6543666" y="397830"/>
                    </a:lnTo>
                    <a:lnTo>
                      <a:pt x="6539613" y="409858"/>
                    </a:lnTo>
                    <a:lnTo>
                      <a:pt x="6661031" y="551626"/>
                    </a:lnTo>
                    <a:lnTo>
                      <a:pt x="5317103" y="1848974"/>
                    </a:lnTo>
                    <a:lnTo>
                      <a:pt x="5222380" y="1807341"/>
                    </a:lnTo>
                    <a:lnTo>
                      <a:pt x="4806765" y="2199209"/>
                    </a:lnTo>
                    <a:lnTo>
                      <a:pt x="4588149" y="2569382"/>
                    </a:lnTo>
                    <a:lnTo>
                      <a:pt x="4346893" y="2795360"/>
                    </a:lnTo>
                    <a:lnTo>
                      <a:pt x="3093117" y="3718197"/>
                    </a:lnTo>
                    <a:moveTo>
                      <a:pt x="7572748" y="1092910"/>
                    </a:moveTo>
                    <a:lnTo>
                      <a:pt x="7583843" y="1228281"/>
                    </a:lnTo>
                    <a:lnTo>
                      <a:pt x="7615101" y="1360422"/>
                    </a:lnTo>
                    <a:lnTo>
                      <a:pt x="7665875" y="1486420"/>
                    </a:lnTo>
                    <a:lnTo>
                      <a:pt x="8172362" y="2227918"/>
                    </a:lnTo>
                    <a:lnTo>
                      <a:pt x="8201481" y="2369711"/>
                    </a:lnTo>
                    <a:lnTo>
                      <a:pt x="8250547" y="2503678"/>
                    </a:lnTo>
                    <a:lnTo>
                      <a:pt x="8320197" y="2628315"/>
                    </a:lnTo>
                    <a:lnTo>
                      <a:pt x="8544306" y="2888756"/>
                    </a:lnTo>
                    <a:lnTo>
                      <a:pt x="8712702" y="2990912"/>
                    </a:lnTo>
                    <a:lnTo>
                      <a:pt x="10044000" y="1961212"/>
                    </a:lnTo>
                    <a:moveTo>
                      <a:pt x="8390301" y="0"/>
                    </a:moveTo>
                    <a:lnTo>
                      <a:pt x="7913279" y="382615"/>
                    </a:lnTo>
                    <a:lnTo>
                      <a:pt x="7729196" y="580584"/>
                    </a:lnTo>
                    <a:lnTo>
                      <a:pt x="7661300" y="698304"/>
                    </a:lnTo>
                    <a:lnTo>
                      <a:pt x="7612015" y="824876"/>
                    </a:lnTo>
                    <a:lnTo>
                      <a:pt x="7582259" y="957399"/>
                    </a:lnTo>
                    <a:lnTo>
                      <a:pt x="7572748" y="1092910"/>
                    </a:lnTo>
                    <a:moveTo>
                      <a:pt x="7446378" y="0"/>
                    </a:moveTo>
                    <a:lnTo>
                      <a:pt x="8341173" y="1044344"/>
                    </a:lnTo>
                    <a:lnTo>
                      <a:pt x="8658721" y="1343834"/>
                    </a:lnTo>
                    <a:lnTo>
                      <a:pt x="8967544" y="1552929"/>
                    </a:lnTo>
                    <a:lnTo>
                      <a:pt x="9285172" y="1716349"/>
                    </a:lnTo>
                    <a:lnTo>
                      <a:pt x="10034361" y="1963874"/>
                    </a:lnTo>
                    <a:lnTo>
                      <a:pt x="10044000" y="1956319"/>
                    </a:lnTo>
                    <a:moveTo>
                      <a:pt x="7982786" y="8604000"/>
                    </a:moveTo>
                    <a:lnTo>
                      <a:pt x="7925508" y="8483048"/>
                    </a:lnTo>
                    <a:lnTo>
                      <a:pt x="7864329" y="8394931"/>
                    </a:lnTo>
                    <a:lnTo>
                      <a:pt x="7797543" y="8243788"/>
                    </a:lnTo>
                    <a:lnTo>
                      <a:pt x="7770721" y="8226972"/>
                    </a:lnTo>
                    <a:lnTo>
                      <a:pt x="7480793" y="8338750"/>
                    </a:lnTo>
                    <a:lnTo>
                      <a:pt x="7339450" y="8373257"/>
                    </a:lnTo>
                    <a:lnTo>
                      <a:pt x="7224145" y="8375217"/>
                    </a:lnTo>
                    <a:lnTo>
                      <a:pt x="6744061" y="8604000"/>
                    </a:lnTo>
                    <a:moveTo>
                      <a:pt x="2989745" y="7265140"/>
                    </a:moveTo>
                    <a:lnTo>
                      <a:pt x="2983853" y="7276264"/>
                    </a:lnTo>
                    <a:lnTo>
                      <a:pt x="3079611" y="7419542"/>
                    </a:lnTo>
                    <a:lnTo>
                      <a:pt x="3181019" y="7363525"/>
                    </a:lnTo>
                    <a:lnTo>
                      <a:pt x="3285198" y="7370695"/>
                    </a:lnTo>
                    <a:lnTo>
                      <a:pt x="3483291" y="7754875"/>
                    </a:lnTo>
                    <a:lnTo>
                      <a:pt x="3809656" y="7673760"/>
                    </a:lnTo>
                    <a:lnTo>
                      <a:pt x="4871103" y="7546673"/>
                    </a:lnTo>
                    <a:lnTo>
                      <a:pt x="4902181" y="7535473"/>
                    </a:lnTo>
                    <a:lnTo>
                      <a:pt x="4912393" y="7504939"/>
                    </a:lnTo>
                    <a:lnTo>
                      <a:pt x="4704771" y="7121368"/>
                    </a:lnTo>
                    <a:lnTo>
                      <a:pt x="4428643" y="6663170"/>
                    </a:lnTo>
                    <a:lnTo>
                      <a:pt x="4334638" y="6612567"/>
                    </a:lnTo>
                    <a:lnTo>
                      <a:pt x="4298777" y="6615641"/>
                    </a:lnTo>
                    <a:lnTo>
                      <a:pt x="3424599" y="7165720"/>
                    </a:lnTo>
                    <a:lnTo>
                      <a:pt x="3291581" y="7061550"/>
                    </a:lnTo>
                    <a:lnTo>
                      <a:pt x="2989745" y="7265140"/>
                    </a:lnTo>
                    <a:moveTo>
                      <a:pt x="3595281" y="7136471"/>
                    </a:moveTo>
                    <a:lnTo>
                      <a:pt x="3609515" y="7188331"/>
                    </a:lnTo>
                    <a:lnTo>
                      <a:pt x="3690206" y="7327643"/>
                    </a:lnTo>
                    <a:lnTo>
                      <a:pt x="3825237" y="7466065"/>
                    </a:lnTo>
                    <a:lnTo>
                      <a:pt x="3925489" y="7501214"/>
                    </a:lnTo>
                    <a:lnTo>
                      <a:pt x="4039473" y="7493610"/>
                    </a:lnTo>
                    <a:lnTo>
                      <a:pt x="4147827" y="7455966"/>
                    </a:lnTo>
                    <a:lnTo>
                      <a:pt x="4785367" y="7076557"/>
                    </a:lnTo>
                    <a:lnTo>
                      <a:pt x="5312426" y="6801449"/>
                    </a:lnTo>
                    <a:lnTo>
                      <a:pt x="5491057" y="6730880"/>
                    </a:lnTo>
                    <a:lnTo>
                      <a:pt x="6120282" y="6377605"/>
                    </a:lnTo>
                    <a:lnTo>
                      <a:pt x="6195716" y="6319318"/>
                    </a:lnTo>
                    <a:lnTo>
                      <a:pt x="6236075" y="6245736"/>
                    </a:lnTo>
                    <a:lnTo>
                      <a:pt x="6253530" y="6172714"/>
                    </a:lnTo>
                    <a:lnTo>
                      <a:pt x="6238004" y="6085092"/>
                    </a:lnTo>
                    <a:lnTo>
                      <a:pt x="6199291" y="5998056"/>
                    </a:lnTo>
                    <a:lnTo>
                      <a:pt x="5999771" y="5677643"/>
                    </a:lnTo>
                    <a:lnTo>
                      <a:pt x="5942478" y="5636291"/>
                    </a:lnTo>
                    <a:lnTo>
                      <a:pt x="5798958" y="5627228"/>
                    </a:lnTo>
                    <a:lnTo>
                      <a:pt x="5165609" y="6031287"/>
                    </a:lnTo>
                    <a:lnTo>
                      <a:pt x="4314883" y="6611748"/>
                    </a:lnTo>
                    <a:lnTo>
                      <a:pt x="3664084" y="7017781"/>
                    </a:lnTo>
                    <a:lnTo>
                      <a:pt x="3601393" y="7086858"/>
                    </a:lnTo>
                    <a:lnTo>
                      <a:pt x="3595281" y="7136471"/>
                    </a:lnTo>
                    <a:moveTo>
                      <a:pt x="5266823" y="7520346"/>
                    </a:moveTo>
                    <a:lnTo>
                      <a:pt x="5260265" y="7527906"/>
                    </a:lnTo>
                    <a:lnTo>
                      <a:pt x="5406168" y="7851188"/>
                    </a:lnTo>
                    <a:lnTo>
                      <a:pt x="5582668" y="7785221"/>
                    </a:lnTo>
                    <a:lnTo>
                      <a:pt x="5621163" y="7824962"/>
                    </a:lnTo>
                    <a:lnTo>
                      <a:pt x="5688542" y="7802767"/>
                    </a:lnTo>
                    <a:lnTo>
                      <a:pt x="5723600" y="7839478"/>
                    </a:lnTo>
                    <a:lnTo>
                      <a:pt x="5853970" y="7784398"/>
                    </a:lnTo>
                    <a:lnTo>
                      <a:pt x="5899006" y="7867424"/>
                    </a:lnTo>
                    <a:lnTo>
                      <a:pt x="6027502" y="7840604"/>
                    </a:lnTo>
                    <a:lnTo>
                      <a:pt x="6063526" y="7877980"/>
                    </a:lnTo>
                    <a:lnTo>
                      <a:pt x="7580248" y="7165100"/>
                    </a:lnTo>
                    <a:lnTo>
                      <a:pt x="7238605" y="6466804"/>
                    </a:lnTo>
                    <a:lnTo>
                      <a:pt x="6998045" y="6587164"/>
                    </a:lnTo>
                    <a:lnTo>
                      <a:pt x="6411172" y="6931140"/>
                    </a:lnTo>
                    <a:lnTo>
                      <a:pt x="5266823" y="7520346"/>
                    </a:lnTo>
                    <a:moveTo>
                      <a:pt x="4641167" y="7162269"/>
                    </a:moveTo>
                    <a:lnTo>
                      <a:pt x="4639822" y="7183543"/>
                    </a:lnTo>
                    <a:lnTo>
                      <a:pt x="4842028" y="7524461"/>
                    </a:lnTo>
                    <a:lnTo>
                      <a:pt x="4911745" y="7539969"/>
                    </a:lnTo>
                    <a:lnTo>
                      <a:pt x="5368297" y="7345570"/>
                    </a:lnTo>
                    <a:lnTo>
                      <a:pt x="7111984" y="6318386"/>
                    </a:lnTo>
                    <a:lnTo>
                      <a:pt x="7140200" y="6261690"/>
                    </a:lnTo>
                    <a:lnTo>
                      <a:pt x="7005148" y="5978832"/>
                    </a:lnTo>
                    <a:lnTo>
                      <a:pt x="6917300" y="5968549"/>
                    </a:lnTo>
                    <a:lnTo>
                      <a:pt x="6590836" y="6146604"/>
                    </a:lnTo>
                    <a:lnTo>
                      <a:pt x="6558831" y="6140117"/>
                    </a:lnTo>
                    <a:lnTo>
                      <a:pt x="5495569" y="6728577"/>
                    </a:lnTo>
                    <a:lnTo>
                      <a:pt x="5313477" y="6800903"/>
                    </a:lnTo>
                    <a:lnTo>
                      <a:pt x="4641167" y="7162269"/>
                    </a:lnTo>
                    <a:moveTo>
                      <a:pt x="2628525" y="6656774"/>
                    </a:moveTo>
                    <a:lnTo>
                      <a:pt x="2816637" y="7005264"/>
                    </a:lnTo>
                    <a:lnTo>
                      <a:pt x="3078904" y="7419239"/>
                    </a:lnTo>
                    <a:lnTo>
                      <a:pt x="3181075" y="7362651"/>
                    </a:lnTo>
                    <a:lnTo>
                      <a:pt x="3277812" y="7367034"/>
                    </a:lnTo>
                    <a:lnTo>
                      <a:pt x="3354012" y="7482230"/>
                    </a:lnTo>
                    <a:lnTo>
                      <a:pt x="3449423" y="7490419"/>
                    </a:lnTo>
                    <a:lnTo>
                      <a:pt x="3568918" y="7412170"/>
                    </a:lnTo>
                    <a:lnTo>
                      <a:pt x="3655899" y="7322479"/>
                    </a:lnTo>
                    <a:lnTo>
                      <a:pt x="3714803" y="7212277"/>
                    </a:lnTo>
                    <a:lnTo>
                      <a:pt x="3741066" y="7090039"/>
                    </a:lnTo>
                    <a:lnTo>
                      <a:pt x="3739686" y="6963525"/>
                    </a:lnTo>
                    <a:lnTo>
                      <a:pt x="3713918" y="6841342"/>
                    </a:lnTo>
                    <a:lnTo>
                      <a:pt x="3598016" y="6613018"/>
                    </a:lnTo>
                    <a:lnTo>
                      <a:pt x="3491253" y="6474330"/>
                    </a:lnTo>
                    <a:lnTo>
                      <a:pt x="3336611" y="6369526"/>
                    </a:lnTo>
                    <a:lnTo>
                      <a:pt x="3152736" y="6336737"/>
                    </a:lnTo>
                    <a:lnTo>
                      <a:pt x="2971512" y="6381524"/>
                    </a:lnTo>
                    <a:lnTo>
                      <a:pt x="2665081" y="6572812"/>
                    </a:lnTo>
                    <a:lnTo>
                      <a:pt x="2631492" y="6618339"/>
                    </a:lnTo>
                    <a:lnTo>
                      <a:pt x="2628525" y="6656774"/>
                    </a:lnTo>
                    <a:moveTo>
                      <a:pt x="3272543" y="5012406"/>
                    </a:moveTo>
                    <a:lnTo>
                      <a:pt x="3281142" y="5137681"/>
                    </a:lnTo>
                    <a:lnTo>
                      <a:pt x="3307110" y="5260458"/>
                    </a:lnTo>
                    <a:lnTo>
                      <a:pt x="3408917" y="5489577"/>
                    </a:lnTo>
                    <a:lnTo>
                      <a:pt x="3832260" y="6100047"/>
                    </a:lnTo>
                    <a:lnTo>
                      <a:pt x="3918601" y="6189607"/>
                    </a:lnTo>
                    <a:lnTo>
                      <a:pt x="4012856" y="6220699"/>
                    </a:lnTo>
                    <a:lnTo>
                      <a:pt x="4112736" y="6192015"/>
                    </a:lnTo>
                    <a:lnTo>
                      <a:pt x="4583069" y="5900237"/>
                    </a:lnTo>
                    <a:lnTo>
                      <a:pt x="5008862" y="6530792"/>
                    </a:lnTo>
                    <a:lnTo>
                      <a:pt x="5097804" y="6577386"/>
                    </a:lnTo>
                    <a:lnTo>
                      <a:pt x="5174247" y="6562482"/>
                    </a:lnTo>
                    <a:lnTo>
                      <a:pt x="6628391" y="5651297"/>
                    </a:lnTo>
                    <a:lnTo>
                      <a:pt x="6723968" y="5554458"/>
                    </a:lnTo>
                    <a:lnTo>
                      <a:pt x="6742340" y="5500754"/>
                    </a:lnTo>
                    <a:lnTo>
                      <a:pt x="6734218" y="5415860"/>
                    </a:lnTo>
                    <a:lnTo>
                      <a:pt x="5772805" y="3406047"/>
                    </a:lnTo>
                    <a:lnTo>
                      <a:pt x="5663009" y="3275611"/>
                    </a:lnTo>
                    <a:lnTo>
                      <a:pt x="5576586" y="3233345"/>
                    </a:lnTo>
                    <a:lnTo>
                      <a:pt x="5468556" y="3214620"/>
                    </a:lnTo>
                    <a:lnTo>
                      <a:pt x="5258794" y="3255471"/>
                    </a:lnTo>
                    <a:lnTo>
                      <a:pt x="3571031" y="4343973"/>
                    </a:lnTo>
                    <a:lnTo>
                      <a:pt x="3483736" y="4434142"/>
                    </a:lnTo>
                    <a:lnTo>
                      <a:pt x="3350769" y="4646484"/>
                    </a:lnTo>
                    <a:lnTo>
                      <a:pt x="3307632" y="4764414"/>
                    </a:lnTo>
                    <a:lnTo>
                      <a:pt x="3281404" y="4887139"/>
                    </a:lnTo>
                    <a:lnTo>
                      <a:pt x="3272543" y="5012406"/>
                    </a:lnTo>
                    <a:moveTo>
                      <a:pt x="4183059" y="5153157"/>
                    </a:moveTo>
                    <a:lnTo>
                      <a:pt x="4182722" y="5219469"/>
                    </a:lnTo>
                    <a:lnTo>
                      <a:pt x="4204916" y="5285679"/>
                    </a:lnTo>
                    <a:lnTo>
                      <a:pt x="5130615" y="6770961"/>
                    </a:lnTo>
                    <a:lnTo>
                      <a:pt x="5210278" y="6814266"/>
                    </a:lnTo>
                    <a:lnTo>
                      <a:pt x="5311626" y="6800594"/>
                    </a:lnTo>
                    <a:lnTo>
                      <a:pt x="5491465" y="6729839"/>
                    </a:lnTo>
                    <a:lnTo>
                      <a:pt x="6555862" y="6140426"/>
                    </a:lnTo>
                    <a:lnTo>
                      <a:pt x="6587874" y="6146891"/>
                    </a:lnTo>
                    <a:lnTo>
                      <a:pt x="6983026" y="5925223"/>
                    </a:lnTo>
                    <a:lnTo>
                      <a:pt x="6789564" y="5517790"/>
                    </a:lnTo>
                    <a:lnTo>
                      <a:pt x="6766643" y="5501923"/>
                    </a:lnTo>
                    <a:lnTo>
                      <a:pt x="6769346" y="5486550"/>
                    </a:lnTo>
                    <a:lnTo>
                      <a:pt x="6073140" y="4056454"/>
                    </a:lnTo>
                    <a:lnTo>
                      <a:pt x="5861310" y="4088011"/>
                    </a:lnTo>
                    <a:lnTo>
                      <a:pt x="5612177" y="4192336"/>
                    </a:lnTo>
                    <a:lnTo>
                      <a:pt x="4245719" y="5048947"/>
                    </a:lnTo>
                    <a:lnTo>
                      <a:pt x="4203255" y="5098104"/>
                    </a:lnTo>
                    <a:lnTo>
                      <a:pt x="4183059" y="5153157"/>
                    </a:lnTo>
                    <a:moveTo>
                      <a:pt x="409744" y="8604000"/>
                    </a:moveTo>
                    <a:lnTo>
                      <a:pt x="1191924" y="8110069"/>
                    </a:lnTo>
                    <a:lnTo>
                      <a:pt x="1252627" y="8044100"/>
                    </a:lnTo>
                    <a:lnTo>
                      <a:pt x="1311534" y="7933896"/>
                    </a:lnTo>
                    <a:lnTo>
                      <a:pt x="1337796" y="7811660"/>
                    </a:lnTo>
                    <a:lnTo>
                      <a:pt x="1329328" y="7687006"/>
                    </a:lnTo>
                    <a:lnTo>
                      <a:pt x="1286831" y="7569396"/>
                    </a:lnTo>
                    <a:lnTo>
                      <a:pt x="847482" y="6885088"/>
                    </a:lnTo>
                    <a:lnTo>
                      <a:pt x="557060" y="6516611"/>
                    </a:lnTo>
                    <a:lnTo>
                      <a:pt x="458777" y="6439470"/>
                    </a:lnTo>
                    <a:lnTo>
                      <a:pt x="281367" y="6381330"/>
                    </a:lnTo>
                    <a:lnTo>
                      <a:pt x="95594" y="6400463"/>
                    </a:lnTo>
                    <a:lnTo>
                      <a:pt x="0" y="6446863"/>
                    </a:lnTo>
                    <a:moveTo>
                      <a:pt x="0" y="8432682"/>
                    </a:moveTo>
                    <a:lnTo>
                      <a:pt x="165330" y="8604000"/>
                    </a:lnTo>
                    <a:moveTo>
                      <a:pt x="511957" y="8604000"/>
                    </a:moveTo>
                    <a:lnTo>
                      <a:pt x="785464" y="8365015"/>
                    </a:lnTo>
                    <a:lnTo>
                      <a:pt x="2226275" y="7461855"/>
                    </a:lnTo>
                    <a:lnTo>
                      <a:pt x="2722280" y="7063569"/>
                    </a:lnTo>
                    <a:lnTo>
                      <a:pt x="5252892" y="5491862"/>
                    </a:lnTo>
                    <a:lnTo>
                      <a:pt x="5402225" y="5354797"/>
                    </a:lnTo>
                    <a:lnTo>
                      <a:pt x="5436100" y="5264514"/>
                    </a:lnTo>
                    <a:lnTo>
                      <a:pt x="5448291" y="5171476"/>
                    </a:lnTo>
                    <a:lnTo>
                      <a:pt x="5437644" y="5075470"/>
                    </a:lnTo>
                    <a:lnTo>
                      <a:pt x="5354069" y="4783193"/>
                    </a:lnTo>
                    <a:lnTo>
                      <a:pt x="5197005" y="4425759"/>
                    </a:lnTo>
                    <a:lnTo>
                      <a:pt x="4914489" y="3965918"/>
                    </a:lnTo>
                    <a:lnTo>
                      <a:pt x="4560535" y="3556968"/>
                    </a:lnTo>
                    <a:lnTo>
                      <a:pt x="4280730" y="3304877"/>
                    </a:lnTo>
                    <a:lnTo>
                      <a:pt x="4156052" y="3220592"/>
                    </a:lnTo>
                    <a:lnTo>
                      <a:pt x="4017576" y="3190607"/>
                    </a:lnTo>
                    <a:lnTo>
                      <a:pt x="3878438" y="3200506"/>
                    </a:lnTo>
                    <a:lnTo>
                      <a:pt x="3746256" y="3250263"/>
                    </a:lnTo>
                    <a:lnTo>
                      <a:pt x="3579529" y="3358927"/>
                    </a:lnTo>
                    <a:lnTo>
                      <a:pt x="2703113" y="4001608"/>
                    </a:lnTo>
                    <a:lnTo>
                      <a:pt x="2635504" y="4023743"/>
                    </a:lnTo>
                    <a:lnTo>
                      <a:pt x="1689482" y="4961498"/>
                    </a:lnTo>
                    <a:lnTo>
                      <a:pt x="1423888" y="5194931"/>
                    </a:lnTo>
                    <a:lnTo>
                      <a:pt x="787507" y="5577333"/>
                    </a:lnTo>
                    <a:lnTo>
                      <a:pt x="585876" y="5721318"/>
                    </a:lnTo>
                    <a:lnTo>
                      <a:pt x="0" y="6068527"/>
                    </a:lnTo>
                    <a:moveTo>
                      <a:pt x="0" y="7236018"/>
                    </a:moveTo>
                    <a:lnTo>
                      <a:pt x="298230" y="7656119"/>
                    </a:lnTo>
                    <a:lnTo>
                      <a:pt x="564545" y="8066374"/>
                    </a:lnTo>
                    <a:lnTo>
                      <a:pt x="735063" y="8195044"/>
                    </a:lnTo>
                    <a:lnTo>
                      <a:pt x="916496" y="8240644"/>
                    </a:lnTo>
                    <a:lnTo>
                      <a:pt x="999168" y="8230366"/>
                    </a:lnTo>
                    <a:lnTo>
                      <a:pt x="2226276" y="7461855"/>
                    </a:lnTo>
                    <a:lnTo>
                      <a:pt x="2334887" y="7374760"/>
                    </a:lnTo>
                    <a:lnTo>
                      <a:pt x="2379399" y="7292993"/>
                    </a:lnTo>
                    <a:lnTo>
                      <a:pt x="2373778" y="7230793"/>
                    </a:lnTo>
                    <a:lnTo>
                      <a:pt x="2387147" y="7076546"/>
                    </a:lnTo>
                    <a:lnTo>
                      <a:pt x="2375566" y="6999927"/>
                    </a:lnTo>
                    <a:lnTo>
                      <a:pt x="2392007" y="6847856"/>
                    </a:lnTo>
                    <a:lnTo>
                      <a:pt x="2383410" y="6785668"/>
                    </a:lnTo>
                    <a:lnTo>
                      <a:pt x="2340523" y="6667286"/>
                    </a:lnTo>
                    <a:lnTo>
                      <a:pt x="2172938" y="6312528"/>
                    </a:lnTo>
                    <a:lnTo>
                      <a:pt x="2099577" y="6211161"/>
                    </a:lnTo>
                    <a:lnTo>
                      <a:pt x="2001022" y="6133834"/>
                    </a:lnTo>
                    <a:lnTo>
                      <a:pt x="1856786" y="6076090"/>
                    </a:lnTo>
                    <a:lnTo>
                      <a:pt x="1560903" y="6044147"/>
                    </a:lnTo>
                    <a:lnTo>
                      <a:pt x="1437482" y="6065666"/>
                    </a:lnTo>
                    <a:lnTo>
                      <a:pt x="1013232" y="6258297"/>
                    </a:lnTo>
                    <a:lnTo>
                      <a:pt x="903545" y="6197893"/>
                    </a:lnTo>
                    <a:lnTo>
                      <a:pt x="782133" y="6167312"/>
                    </a:lnTo>
                    <a:lnTo>
                      <a:pt x="656943" y="6171455"/>
                    </a:lnTo>
                    <a:lnTo>
                      <a:pt x="537722" y="6209897"/>
                    </a:lnTo>
                    <a:lnTo>
                      <a:pt x="5332" y="6555805"/>
                    </a:lnTo>
                    <a:lnTo>
                      <a:pt x="0" y="6563112"/>
                    </a:lnTo>
                    <a:moveTo>
                      <a:pt x="1606914" y="6684507"/>
                    </a:moveTo>
                    <a:lnTo>
                      <a:pt x="1611191" y="6747156"/>
                    </a:lnTo>
                    <a:lnTo>
                      <a:pt x="1645460" y="6867687"/>
                    </a:lnTo>
                    <a:lnTo>
                      <a:pt x="1831116" y="7212365"/>
                    </a:lnTo>
                    <a:lnTo>
                      <a:pt x="1978079" y="7327742"/>
                    </a:lnTo>
                    <a:lnTo>
                      <a:pt x="2081824" y="7356001"/>
                    </a:lnTo>
                    <a:lnTo>
                      <a:pt x="2167993" y="7341424"/>
                    </a:lnTo>
                    <a:lnTo>
                      <a:pt x="4104738" y="6164636"/>
                    </a:lnTo>
                    <a:lnTo>
                      <a:pt x="4160836" y="6083524"/>
                    </a:lnTo>
                    <a:lnTo>
                      <a:pt x="4172252" y="5992753"/>
                    </a:lnTo>
                    <a:lnTo>
                      <a:pt x="4163700" y="5930308"/>
                    </a:lnTo>
                    <a:lnTo>
                      <a:pt x="4121116" y="5812521"/>
                    </a:lnTo>
                    <a:lnTo>
                      <a:pt x="3870157" y="5429957"/>
                    </a:lnTo>
                    <a:lnTo>
                      <a:pt x="3828251" y="5317954"/>
                    </a:lnTo>
                    <a:lnTo>
                      <a:pt x="3444447" y="4768011"/>
                    </a:lnTo>
                    <a:lnTo>
                      <a:pt x="3345892" y="4690684"/>
                    </a:lnTo>
                    <a:lnTo>
                      <a:pt x="3229916" y="4643470"/>
                    </a:lnTo>
                    <a:lnTo>
                      <a:pt x="3105304" y="4630157"/>
                    </a:lnTo>
                    <a:lnTo>
                      <a:pt x="2981972" y="4651676"/>
                    </a:lnTo>
                    <a:lnTo>
                      <a:pt x="2359049" y="4995109"/>
                    </a:lnTo>
                    <a:lnTo>
                      <a:pt x="2196922" y="5105275"/>
                    </a:lnTo>
                    <a:lnTo>
                      <a:pt x="2116262" y="5201042"/>
                    </a:lnTo>
                    <a:lnTo>
                      <a:pt x="2086636" y="5256401"/>
                    </a:lnTo>
                    <a:lnTo>
                      <a:pt x="2051913" y="5376744"/>
                    </a:lnTo>
                    <a:lnTo>
                      <a:pt x="2047374" y="5439357"/>
                    </a:lnTo>
                    <a:lnTo>
                      <a:pt x="2064573" y="5563408"/>
                    </a:lnTo>
                    <a:lnTo>
                      <a:pt x="2145583" y="5727408"/>
                    </a:lnTo>
                    <a:lnTo>
                      <a:pt x="2271303" y="5863890"/>
                    </a:lnTo>
                    <a:lnTo>
                      <a:pt x="2270758" y="5934539"/>
                    </a:lnTo>
                    <a:lnTo>
                      <a:pt x="2196325" y="6050295"/>
                    </a:lnTo>
                    <a:lnTo>
                      <a:pt x="2127825" y="6110911"/>
                    </a:lnTo>
                    <a:lnTo>
                      <a:pt x="1805813" y="6312027"/>
                    </a:lnTo>
                    <a:lnTo>
                      <a:pt x="1712799" y="6395518"/>
                    </a:lnTo>
                    <a:lnTo>
                      <a:pt x="1646176" y="6501551"/>
                    </a:lnTo>
                    <a:lnTo>
                      <a:pt x="1611453" y="6621894"/>
                    </a:lnTo>
                    <a:lnTo>
                      <a:pt x="1606914" y="6684507"/>
                    </a:lnTo>
                    <a:moveTo>
                      <a:pt x="2157893" y="5017806"/>
                    </a:moveTo>
                    <a:lnTo>
                      <a:pt x="2166492" y="5143082"/>
                    </a:lnTo>
                    <a:lnTo>
                      <a:pt x="2192460" y="5265945"/>
                    </a:lnTo>
                    <a:lnTo>
                      <a:pt x="2294091" y="5494813"/>
                    </a:lnTo>
                    <a:lnTo>
                      <a:pt x="2566607" y="5863091"/>
                    </a:lnTo>
                    <a:lnTo>
                      <a:pt x="2642982" y="6020408"/>
                    </a:lnTo>
                    <a:lnTo>
                      <a:pt x="3032733" y="6599774"/>
                    </a:lnTo>
                    <a:lnTo>
                      <a:pt x="3150808" y="6673497"/>
                    </a:lnTo>
                    <a:lnTo>
                      <a:pt x="3221314" y="6688021"/>
                    </a:lnTo>
                    <a:lnTo>
                      <a:pt x="3384403" y="6652130"/>
                    </a:lnTo>
                    <a:lnTo>
                      <a:pt x="5167759" y="5530448"/>
                    </a:lnTo>
                    <a:lnTo>
                      <a:pt x="5306616" y="5398574"/>
                    </a:lnTo>
                    <a:lnTo>
                      <a:pt x="5341452" y="5325143"/>
                    </a:lnTo>
                    <a:lnTo>
                      <a:pt x="5348749" y="5245119"/>
                    </a:lnTo>
                    <a:lnTo>
                      <a:pt x="5317429" y="5101405"/>
                    </a:lnTo>
                    <a:lnTo>
                      <a:pt x="4906184" y="4492529"/>
                    </a:lnTo>
                    <a:lnTo>
                      <a:pt x="4830309" y="4294110"/>
                    </a:lnTo>
                    <a:lnTo>
                      <a:pt x="4569567" y="3919060"/>
                    </a:lnTo>
                    <a:lnTo>
                      <a:pt x="4396020" y="3739127"/>
                    </a:lnTo>
                    <a:lnTo>
                      <a:pt x="4291970" y="3668822"/>
                    </a:lnTo>
                    <a:lnTo>
                      <a:pt x="4179182" y="3613631"/>
                    </a:lnTo>
                    <a:lnTo>
                      <a:pt x="3936169" y="3552808"/>
                    </a:lnTo>
                    <a:lnTo>
                      <a:pt x="3685887" y="3561275"/>
                    </a:lnTo>
                    <a:lnTo>
                      <a:pt x="3447392" y="3638465"/>
                    </a:lnTo>
                    <a:lnTo>
                      <a:pt x="3103101" y="3860134"/>
                    </a:lnTo>
                    <a:lnTo>
                      <a:pt x="2460064" y="4346177"/>
                    </a:lnTo>
                    <a:lnTo>
                      <a:pt x="2369083" y="4439545"/>
                    </a:lnTo>
                    <a:lnTo>
                      <a:pt x="2236116" y="4651887"/>
                    </a:lnTo>
                    <a:lnTo>
                      <a:pt x="2192982" y="4769814"/>
                    </a:lnTo>
                    <a:lnTo>
                      <a:pt x="2166754" y="4892539"/>
                    </a:lnTo>
                    <a:lnTo>
                      <a:pt x="2157893" y="5017806"/>
                    </a:lnTo>
                    <a:moveTo>
                      <a:pt x="2428796" y="596008"/>
                    </a:moveTo>
                    <a:lnTo>
                      <a:pt x="2436727" y="622768"/>
                    </a:lnTo>
                    <a:lnTo>
                      <a:pt x="2783172" y="994942"/>
                    </a:lnTo>
                    <a:lnTo>
                      <a:pt x="2896663" y="1054564"/>
                    </a:lnTo>
                    <a:lnTo>
                      <a:pt x="2998674" y="1042848"/>
                    </a:lnTo>
                    <a:lnTo>
                      <a:pt x="3071887" y="1003964"/>
                    </a:lnTo>
                    <a:lnTo>
                      <a:pt x="3281751" y="802121"/>
                    </a:lnTo>
                    <a:lnTo>
                      <a:pt x="3305930" y="717257"/>
                    </a:lnTo>
                    <a:lnTo>
                      <a:pt x="3307277" y="671863"/>
                    </a:lnTo>
                    <a:lnTo>
                      <a:pt x="2903258" y="228595"/>
                    </a:lnTo>
                    <a:lnTo>
                      <a:pt x="2847056" y="200635"/>
                    </a:lnTo>
                    <a:lnTo>
                      <a:pt x="2441888" y="565559"/>
                    </a:lnTo>
                    <a:lnTo>
                      <a:pt x="2428796" y="596008"/>
                    </a:lnTo>
                    <a:moveTo>
                      <a:pt x="2294315" y="253462"/>
                    </a:moveTo>
                    <a:lnTo>
                      <a:pt x="2304339" y="362996"/>
                    </a:lnTo>
                    <a:lnTo>
                      <a:pt x="2332251" y="469386"/>
                    </a:lnTo>
                    <a:lnTo>
                      <a:pt x="2438243" y="661294"/>
                    </a:lnTo>
                    <a:lnTo>
                      <a:pt x="4312176" y="2662190"/>
                    </a:lnTo>
                    <a:lnTo>
                      <a:pt x="4397698" y="2738842"/>
                    </a:lnTo>
                    <a:lnTo>
                      <a:pt x="4540621" y="2820792"/>
                    </a:lnTo>
                    <a:lnTo>
                      <a:pt x="4699289" y="2865152"/>
                    </a:lnTo>
                    <a:lnTo>
                      <a:pt x="4863992" y="2869202"/>
                    </a:lnTo>
                    <a:lnTo>
                      <a:pt x="5024650" y="2832696"/>
                    </a:lnTo>
                    <a:lnTo>
                      <a:pt x="5124625" y="2786831"/>
                    </a:lnTo>
                    <a:lnTo>
                      <a:pt x="5491799" y="2497968"/>
                    </a:lnTo>
                    <a:lnTo>
                      <a:pt x="5645369" y="2432930"/>
                    </a:lnTo>
                    <a:lnTo>
                      <a:pt x="5777281" y="2333758"/>
                    </a:lnTo>
                    <a:lnTo>
                      <a:pt x="7163974" y="988942"/>
                    </a:lnTo>
                    <a:lnTo>
                      <a:pt x="7282590" y="804637"/>
                    </a:lnTo>
                    <a:lnTo>
                      <a:pt x="7317598" y="700365"/>
                    </a:lnTo>
                    <a:lnTo>
                      <a:pt x="7334466" y="596012"/>
                    </a:lnTo>
                    <a:lnTo>
                      <a:pt x="7476238" y="428914"/>
                    </a:lnTo>
                    <a:lnTo>
                      <a:pt x="7925762" y="0"/>
                    </a:lnTo>
                    <a:moveTo>
                      <a:pt x="2343264" y="0"/>
                    </a:moveTo>
                    <a:lnTo>
                      <a:pt x="2313292" y="89805"/>
                    </a:lnTo>
                    <a:lnTo>
                      <a:pt x="2294315" y="253462"/>
                    </a:lnTo>
                  </a:path>
                </a:pathLst>
              </a:custGeom>
              <a:noFill/>
              <a:ln w="14040" cap="flat">
                <a:solidFill>
                  <a:srgbClr val="000000"/>
                </a:solidFill>
                <a:round/>
              </a:ln>
            </p:spPr>
          </p:sp>
          <p:sp>
            <p:nvSpPr>
              <p:cNvPr id="1224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 fill="none">
                    <a:moveTo>
                      <a:pt x="5467165" y="4618684"/>
                    </a:moveTo>
                    <a:lnTo>
                      <a:pt x="5487594" y="4840384"/>
                    </a:lnTo>
                    <a:lnTo>
                      <a:pt x="5531318" y="4982447"/>
                    </a:lnTo>
                    <a:lnTo>
                      <a:pt x="6087024" y="6111200"/>
                    </a:lnTo>
                    <a:lnTo>
                      <a:pt x="6179217" y="6227791"/>
                    </a:lnTo>
                    <a:lnTo>
                      <a:pt x="6362072" y="6391869"/>
                    </a:lnTo>
                    <a:lnTo>
                      <a:pt x="6455459" y="6509628"/>
                    </a:lnTo>
                    <a:lnTo>
                      <a:pt x="6565413" y="6609644"/>
                    </a:lnTo>
                    <a:lnTo>
                      <a:pt x="6757349" y="6722469"/>
                    </a:lnTo>
                    <a:lnTo>
                      <a:pt x="6971383" y="6784779"/>
                    </a:lnTo>
                    <a:lnTo>
                      <a:pt x="7175089" y="6813506"/>
                    </a:lnTo>
                    <a:lnTo>
                      <a:pt x="7397102" y="6796796"/>
                    </a:lnTo>
                    <a:lnTo>
                      <a:pt x="7608220" y="6726096"/>
                    </a:lnTo>
                    <a:lnTo>
                      <a:pt x="7736480" y="6650975"/>
                    </a:lnTo>
                    <a:lnTo>
                      <a:pt x="8688385" y="5844238"/>
                    </a:lnTo>
                    <a:lnTo>
                      <a:pt x="8779148" y="5726526"/>
                    </a:lnTo>
                    <a:lnTo>
                      <a:pt x="8849296" y="5595482"/>
                    </a:lnTo>
                    <a:lnTo>
                      <a:pt x="8896920" y="5454677"/>
                    </a:lnTo>
                    <a:lnTo>
                      <a:pt x="8920720" y="5307956"/>
                    </a:lnTo>
                    <a:lnTo>
                      <a:pt x="8910472" y="5085273"/>
                    </a:lnTo>
                    <a:lnTo>
                      <a:pt x="8846549" y="4783499"/>
                    </a:lnTo>
                    <a:lnTo>
                      <a:pt x="8313181" y="3557008"/>
                    </a:lnTo>
                    <a:lnTo>
                      <a:pt x="8159621" y="3332912"/>
                    </a:lnTo>
                    <a:lnTo>
                      <a:pt x="8005716" y="3176205"/>
                    </a:lnTo>
                    <a:lnTo>
                      <a:pt x="7818334" y="3061385"/>
                    </a:lnTo>
                    <a:lnTo>
                      <a:pt x="7608709" y="2995401"/>
                    </a:lnTo>
                    <a:lnTo>
                      <a:pt x="7462744" y="2980614"/>
                    </a:lnTo>
                    <a:lnTo>
                      <a:pt x="7244145" y="3003221"/>
                    </a:lnTo>
                    <a:lnTo>
                      <a:pt x="6935940" y="3116603"/>
                    </a:lnTo>
                    <a:lnTo>
                      <a:pt x="6748863" y="3227023"/>
                    </a:lnTo>
                    <a:lnTo>
                      <a:pt x="5724460" y="4017096"/>
                    </a:lnTo>
                    <a:lnTo>
                      <a:pt x="5629444" y="4131401"/>
                    </a:lnTo>
                    <a:lnTo>
                      <a:pt x="5525286" y="4328176"/>
                    </a:lnTo>
                    <a:lnTo>
                      <a:pt x="5484189" y="4471023"/>
                    </a:lnTo>
                    <a:lnTo>
                      <a:pt x="5467165" y="4618684"/>
                    </a:lnTo>
                    <a:moveTo>
                      <a:pt x="4140270" y="5877092"/>
                    </a:moveTo>
                    <a:lnTo>
                      <a:pt x="4156050" y="5987285"/>
                    </a:lnTo>
                    <a:lnTo>
                      <a:pt x="4198398" y="6090231"/>
                    </a:lnTo>
                    <a:lnTo>
                      <a:pt x="4527484" y="6557330"/>
                    </a:lnTo>
                    <a:lnTo>
                      <a:pt x="4617277" y="6623122"/>
                    </a:lnTo>
                    <a:lnTo>
                      <a:pt x="4720474" y="6664859"/>
                    </a:lnTo>
                    <a:lnTo>
                      <a:pt x="4830759" y="6679984"/>
                    </a:lnTo>
                    <a:lnTo>
                      <a:pt x="4941383" y="6667575"/>
                    </a:lnTo>
                    <a:lnTo>
                      <a:pt x="5077998" y="6609603"/>
                    </a:lnTo>
                    <a:lnTo>
                      <a:pt x="5426502" y="6385874"/>
                    </a:lnTo>
                    <a:lnTo>
                      <a:pt x="5527083" y="6286431"/>
                    </a:lnTo>
                    <a:lnTo>
                      <a:pt x="5693901" y="6213203"/>
                    </a:lnTo>
                    <a:lnTo>
                      <a:pt x="6579809" y="5666400"/>
                    </a:lnTo>
                    <a:lnTo>
                      <a:pt x="6707118" y="5531970"/>
                    </a:lnTo>
                    <a:lnTo>
                      <a:pt x="6766417" y="5437759"/>
                    </a:lnTo>
                    <a:lnTo>
                      <a:pt x="6800776" y="5331875"/>
                    </a:lnTo>
                    <a:lnTo>
                      <a:pt x="6808088" y="5220797"/>
                    </a:lnTo>
                    <a:lnTo>
                      <a:pt x="6787910" y="5111325"/>
                    </a:lnTo>
                    <a:lnTo>
                      <a:pt x="6759609" y="5042305"/>
                    </a:lnTo>
                    <a:lnTo>
                      <a:pt x="6553897" y="4645621"/>
                    </a:lnTo>
                    <a:lnTo>
                      <a:pt x="6484879" y="4558353"/>
                    </a:lnTo>
                    <a:lnTo>
                      <a:pt x="6396517" y="4490654"/>
                    </a:lnTo>
                    <a:lnTo>
                      <a:pt x="6294237" y="4446719"/>
                    </a:lnTo>
                    <a:lnTo>
                      <a:pt x="6184301" y="4429234"/>
                    </a:lnTo>
                    <a:lnTo>
                      <a:pt x="6073437" y="4439273"/>
                    </a:lnTo>
                    <a:lnTo>
                      <a:pt x="5935611" y="4494308"/>
                    </a:lnTo>
                    <a:lnTo>
                      <a:pt x="5560680" y="4722237"/>
                    </a:lnTo>
                    <a:lnTo>
                      <a:pt x="4307365" y="5518888"/>
                    </a:lnTo>
                    <a:lnTo>
                      <a:pt x="4230098" y="5599024"/>
                    </a:lnTo>
                    <a:lnTo>
                      <a:pt x="4174869" y="5695676"/>
                    </a:lnTo>
                    <a:lnTo>
                      <a:pt x="4152023" y="5766395"/>
                    </a:lnTo>
                    <a:lnTo>
                      <a:pt x="4140270" y="5877092"/>
                    </a:lnTo>
                    <a:moveTo>
                      <a:pt x="3471200" y="4353881"/>
                    </a:moveTo>
                    <a:lnTo>
                      <a:pt x="3492294" y="4660196"/>
                    </a:lnTo>
                    <a:lnTo>
                      <a:pt x="3524289" y="4777079"/>
                    </a:lnTo>
                    <a:lnTo>
                      <a:pt x="3545113" y="4925258"/>
                    </a:lnTo>
                    <a:lnTo>
                      <a:pt x="3591226" y="5026574"/>
                    </a:lnTo>
                    <a:lnTo>
                      <a:pt x="3816544" y="5332184"/>
                    </a:lnTo>
                    <a:lnTo>
                      <a:pt x="3900217" y="5405603"/>
                    </a:lnTo>
                    <a:lnTo>
                      <a:pt x="4034807" y="5467469"/>
                    </a:lnTo>
                    <a:lnTo>
                      <a:pt x="4219170" y="5478329"/>
                    </a:lnTo>
                    <a:lnTo>
                      <a:pt x="4412626" y="5404462"/>
                    </a:lnTo>
                    <a:lnTo>
                      <a:pt x="4588225" y="5263721"/>
                    </a:lnTo>
                    <a:lnTo>
                      <a:pt x="6032442" y="4341979"/>
                    </a:lnTo>
                    <a:lnTo>
                      <a:pt x="6110970" y="4263148"/>
                    </a:lnTo>
                    <a:lnTo>
                      <a:pt x="6167777" y="4167416"/>
                    </a:lnTo>
                    <a:lnTo>
                      <a:pt x="6199346" y="4060667"/>
                    </a:lnTo>
                    <a:lnTo>
                      <a:pt x="6203742" y="3949436"/>
                    </a:lnTo>
                    <a:lnTo>
                      <a:pt x="6180699" y="3840530"/>
                    </a:lnTo>
                    <a:lnTo>
                      <a:pt x="6114367" y="3686591"/>
                    </a:lnTo>
                    <a:lnTo>
                      <a:pt x="5895213" y="3234340"/>
                    </a:lnTo>
                    <a:lnTo>
                      <a:pt x="5833912" y="3140928"/>
                    </a:lnTo>
                    <a:lnTo>
                      <a:pt x="5751842" y="3065722"/>
                    </a:lnTo>
                    <a:lnTo>
                      <a:pt x="5653821" y="3012966"/>
                    </a:lnTo>
                    <a:lnTo>
                      <a:pt x="5545845" y="2985887"/>
                    </a:lnTo>
                    <a:lnTo>
                      <a:pt x="5434528" y="2986140"/>
                    </a:lnTo>
                    <a:lnTo>
                      <a:pt x="4972312" y="3084319"/>
                    </a:lnTo>
                    <a:lnTo>
                      <a:pt x="4838539" y="3148501"/>
                    </a:lnTo>
                    <a:lnTo>
                      <a:pt x="4090117" y="3677308"/>
                    </a:lnTo>
                    <a:lnTo>
                      <a:pt x="3628773" y="4028580"/>
                    </a:lnTo>
                    <a:lnTo>
                      <a:pt x="3515905" y="4174688"/>
                    </a:lnTo>
                    <a:lnTo>
                      <a:pt x="3489134" y="4244016"/>
                    </a:lnTo>
                    <a:lnTo>
                      <a:pt x="3471200" y="4353881"/>
                    </a:lnTo>
                    <a:moveTo>
                      <a:pt x="5126138" y="3139805"/>
                    </a:moveTo>
                    <a:lnTo>
                      <a:pt x="5137951" y="3250773"/>
                    </a:lnTo>
                    <a:lnTo>
                      <a:pt x="5177748" y="3380004"/>
                    </a:lnTo>
                    <a:lnTo>
                      <a:pt x="5261171" y="3502406"/>
                    </a:lnTo>
                    <a:lnTo>
                      <a:pt x="5354299" y="3579538"/>
                    </a:lnTo>
                    <a:lnTo>
                      <a:pt x="5881823" y="4656295"/>
                    </a:lnTo>
                    <a:lnTo>
                      <a:pt x="6015711" y="4783501"/>
                    </a:lnTo>
                    <a:lnTo>
                      <a:pt x="6116935" y="4829818"/>
                    </a:lnTo>
                    <a:lnTo>
                      <a:pt x="6226432" y="4849869"/>
                    </a:lnTo>
                    <a:lnTo>
                      <a:pt x="6373692" y="4833864"/>
                    </a:lnTo>
                    <a:lnTo>
                      <a:pt x="6584028" y="4740239"/>
                    </a:lnTo>
                    <a:lnTo>
                      <a:pt x="6856824" y="4544032"/>
                    </a:lnTo>
                    <a:lnTo>
                      <a:pt x="8022504" y="3626382"/>
                    </a:lnTo>
                    <a:lnTo>
                      <a:pt x="8094277" y="3555519"/>
                    </a:lnTo>
                    <a:lnTo>
                      <a:pt x="8153002" y="3460950"/>
                    </a:lnTo>
                    <a:lnTo>
                      <a:pt x="8178415" y="3391112"/>
                    </a:lnTo>
                    <a:lnTo>
                      <a:pt x="8194205" y="3280920"/>
                    </a:lnTo>
                    <a:lnTo>
                      <a:pt x="8172429" y="3134120"/>
                    </a:lnTo>
                    <a:lnTo>
                      <a:pt x="8044080" y="2768185"/>
                    </a:lnTo>
                    <a:lnTo>
                      <a:pt x="7691914" y="2325051"/>
                    </a:lnTo>
                    <a:lnTo>
                      <a:pt x="7517736" y="2076484"/>
                    </a:lnTo>
                    <a:lnTo>
                      <a:pt x="7489896" y="1965518"/>
                    </a:lnTo>
                    <a:lnTo>
                      <a:pt x="7426148" y="1849042"/>
                    </a:lnTo>
                    <a:lnTo>
                      <a:pt x="7327717" y="1716988"/>
                    </a:lnTo>
                    <a:lnTo>
                      <a:pt x="7244136" y="1643465"/>
                    </a:lnTo>
                    <a:lnTo>
                      <a:pt x="7109624" y="1581433"/>
                    </a:lnTo>
                    <a:lnTo>
                      <a:pt x="6999438" y="1565598"/>
                    </a:lnTo>
                    <a:lnTo>
                      <a:pt x="6852899" y="1587238"/>
                    </a:lnTo>
                    <a:lnTo>
                      <a:pt x="6751994" y="1634247"/>
                    </a:lnTo>
                    <a:lnTo>
                      <a:pt x="5710630" y="2413918"/>
                    </a:lnTo>
                    <a:lnTo>
                      <a:pt x="5472985" y="2612040"/>
                    </a:lnTo>
                    <a:lnTo>
                      <a:pt x="5291982" y="2770411"/>
                    </a:lnTo>
                    <a:lnTo>
                      <a:pt x="5220034" y="2855104"/>
                    </a:lnTo>
                    <a:lnTo>
                      <a:pt x="5153145" y="2994214"/>
                    </a:lnTo>
                    <a:lnTo>
                      <a:pt x="5126138" y="3139805"/>
                    </a:lnTo>
                    <a:moveTo>
                      <a:pt x="9897806" y="0"/>
                    </a:moveTo>
                    <a:lnTo>
                      <a:pt x="10044000" y="169836"/>
                    </a:lnTo>
                    <a:moveTo>
                      <a:pt x="7999399" y="5311723"/>
                    </a:moveTo>
                    <a:lnTo>
                      <a:pt x="8005419" y="5534794"/>
                    </a:lnTo>
                    <a:lnTo>
                      <a:pt x="8029840" y="5756608"/>
                    </a:lnTo>
                    <a:lnTo>
                      <a:pt x="8072494" y="5975646"/>
                    </a:lnTo>
                    <a:lnTo>
                      <a:pt x="8133090" y="6190415"/>
                    </a:lnTo>
                    <a:lnTo>
                      <a:pt x="8211216" y="6399445"/>
                    </a:lnTo>
                    <a:lnTo>
                      <a:pt x="8485977" y="6982061"/>
                    </a:lnTo>
                    <a:lnTo>
                      <a:pt x="8567963" y="7189715"/>
                    </a:lnTo>
                    <a:lnTo>
                      <a:pt x="9160770" y="8429047"/>
                    </a:lnTo>
                    <a:lnTo>
                      <a:pt x="9270499" y="8604000"/>
                    </a:lnTo>
                    <a:moveTo>
                      <a:pt x="10044000" y="1233542"/>
                    </a:moveTo>
                    <a:lnTo>
                      <a:pt x="9945618" y="1323207"/>
                    </a:lnTo>
                    <a:lnTo>
                      <a:pt x="9655723" y="1662043"/>
                    </a:lnTo>
                    <a:lnTo>
                      <a:pt x="8418720" y="3669828"/>
                    </a:lnTo>
                    <a:lnTo>
                      <a:pt x="8317512" y="3868547"/>
                    </a:lnTo>
                    <a:lnTo>
                      <a:pt x="8232986" y="4075073"/>
                    </a:lnTo>
                    <a:lnTo>
                      <a:pt x="8165804" y="4287874"/>
                    </a:lnTo>
                    <a:lnTo>
                      <a:pt x="8042599" y="4867895"/>
                    </a:lnTo>
                    <a:lnTo>
                      <a:pt x="8011820" y="5088916"/>
                    </a:lnTo>
                    <a:lnTo>
                      <a:pt x="7999399" y="5311723"/>
                    </a:lnTo>
                    <a:moveTo>
                      <a:pt x="7221339" y="7359887"/>
                    </a:moveTo>
                    <a:lnTo>
                      <a:pt x="7238916" y="7469809"/>
                    </a:lnTo>
                    <a:lnTo>
                      <a:pt x="7265570" y="7539479"/>
                    </a:lnTo>
                    <a:lnTo>
                      <a:pt x="7778671" y="8604000"/>
                    </a:lnTo>
                    <a:moveTo>
                      <a:pt x="9468650" y="8604000"/>
                    </a:moveTo>
                    <a:lnTo>
                      <a:pt x="9853822" y="8426472"/>
                    </a:lnTo>
                    <a:lnTo>
                      <a:pt x="10044000" y="8352153"/>
                    </a:lnTo>
                    <a:moveTo>
                      <a:pt x="10044000" y="6491332"/>
                    </a:moveTo>
                    <a:lnTo>
                      <a:pt x="9579592" y="5529863"/>
                    </a:lnTo>
                    <a:lnTo>
                      <a:pt x="9516631" y="5438260"/>
                    </a:lnTo>
                    <a:lnTo>
                      <a:pt x="9433009" y="5364781"/>
                    </a:lnTo>
                    <a:lnTo>
                      <a:pt x="9262213" y="5294525"/>
                    </a:lnTo>
                    <a:lnTo>
                      <a:pt x="9114109" y="5291828"/>
                    </a:lnTo>
                    <a:lnTo>
                      <a:pt x="9006857" y="5321643"/>
                    </a:lnTo>
                    <a:lnTo>
                      <a:pt x="8331384" y="5679472"/>
                    </a:lnTo>
                    <a:lnTo>
                      <a:pt x="8187622" y="5724058"/>
                    </a:lnTo>
                    <a:lnTo>
                      <a:pt x="8067590" y="5810860"/>
                    </a:lnTo>
                    <a:lnTo>
                      <a:pt x="7999598" y="5899353"/>
                    </a:lnTo>
                    <a:lnTo>
                      <a:pt x="7268144" y="7143974"/>
                    </a:lnTo>
                    <a:lnTo>
                      <a:pt x="7231284" y="7249013"/>
                    </a:lnTo>
                    <a:lnTo>
                      <a:pt x="7221339" y="7359887"/>
                    </a:lnTo>
                    <a:moveTo>
                      <a:pt x="8935500" y="8604000"/>
                    </a:moveTo>
                    <a:lnTo>
                      <a:pt x="8885809" y="8467576"/>
                    </a:lnTo>
                    <a:lnTo>
                      <a:pt x="8640214" y="7948610"/>
                    </a:lnTo>
                    <a:lnTo>
                      <a:pt x="8525900" y="7767295"/>
                    </a:lnTo>
                    <a:lnTo>
                      <a:pt x="8365295" y="7613107"/>
                    </a:lnTo>
                    <a:lnTo>
                      <a:pt x="8171752" y="7503062"/>
                    </a:lnTo>
                    <a:lnTo>
                      <a:pt x="7957116" y="7443897"/>
                    </a:lnTo>
                    <a:lnTo>
                      <a:pt x="7808766" y="7434645"/>
                    </a:lnTo>
                    <a:lnTo>
                      <a:pt x="7588440" y="7466679"/>
                    </a:lnTo>
                    <a:lnTo>
                      <a:pt x="7278059" y="7597014"/>
                    </a:lnTo>
                    <a:lnTo>
                      <a:pt x="6960573" y="7658458"/>
                    </a:lnTo>
                    <a:lnTo>
                      <a:pt x="5916135" y="8148834"/>
                    </a:lnTo>
                    <a:lnTo>
                      <a:pt x="5742971" y="8288775"/>
                    </a:lnTo>
                    <a:lnTo>
                      <a:pt x="5609459" y="8466944"/>
                    </a:lnTo>
                    <a:lnTo>
                      <a:pt x="5546631" y="8601654"/>
                    </a:lnTo>
                    <a:lnTo>
                      <a:pt x="5545886" y="8604000"/>
                    </a:lnTo>
                    <a:moveTo>
                      <a:pt x="8923100" y="7533086"/>
                    </a:moveTo>
                    <a:lnTo>
                      <a:pt x="8939699" y="7755620"/>
                    </a:lnTo>
                    <a:lnTo>
                      <a:pt x="8974616" y="7976024"/>
                    </a:lnTo>
                    <a:lnTo>
                      <a:pt x="9027615" y="8192791"/>
                    </a:lnTo>
                    <a:lnTo>
                      <a:pt x="9098334" y="8404442"/>
                    </a:lnTo>
                    <a:lnTo>
                      <a:pt x="9183919" y="8604000"/>
                    </a:lnTo>
                    <a:moveTo>
                      <a:pt x="10044000" y="5263592"/>
                    </a:moveTo>
                    <a:lnTo>
                      <a:pt x="9893614" y="5369108"/>
                    </a:lnTo>
                    <a:lnTo>
                      <a:pt x="9575713" y="5681820"/>
                    </a:lnTo>
                    <a:lnTo>
                      <a:pt x="9313620" y="6042593"/>
                    </a:lnTo>
                    <a:lnTo>
                      <a:pt x="9205800" y="6237970"/>
                    </a:lnTo>
                    <a:lnTo>
                      <a:pt x="9114483" y="6441582"/>
                    </a:lnTo>
                    <a:lnTo>
                      <a:pt x="9040290" y="6652042"/>
                    </a:lnTo>
                    <a:lnTo>
                      <a:pt x="8983731" y="6867909"/>
                    </a:lnTo>
                    <a:lnTo>
                      <a:pt x="8945193" y="7087708"/>
                    </a:lnTo>
                    <a:lnTo>
                      <a:pt x="8924937" y="7309940"/>
                    </a:lnTo>
                    <a:lnTo>
                      <a:pt x="8923100" y="7533086"/>
                    </a:lnTo>
                    <a:moveTo>
                      <a:pt x="4138942" y="5723683"/>
                    </a:moveTo>
                    <a:lnTo>
                      <a:pt x="4156924" y="5943206"/>
                    </a:lnTo>
                    <a:lnTo>
                      <a:pt x="4192739" y="6160528"/>
                    </a:lnTo>
                    <a:lnTo>
                      <a:pt x="4246150" y="6374212"/>
                    </a:lnTo>
                    <a:lnTo>
                      <a:pt x="4316800" y="6582830"/>
                    </a:lnTo>
                    <a:lnTo>
                      <a:pt x="4782068" y="7568853"/>
                    </a:lnTo>
                    <a:lnTo>
                      <a:pt x="4990261" y="7927315"/>
                    </a:lnTo>
                    <a:lnTo>
                      <a:pt x="5272604" y="8272468"/>
                    </a:lnTo>
                    <a:lnTo>
                      <a:pt x="5607909" y="8566440"/>
                    </a:lnTo>
                    <a:lnTo>
                      <a:pt x="5668561" y="8604000"/>
                    </a:lnTo>
                    <a:moveTo>
                      <a:pt x="8971458" y="8604000"/>
                    </a:moveTo>
                    <a:lnTo>
                      <a:pt x="9242543" y="8500764"/>
                    </a:lnTo>
                    <a:lnTo>
                      <a:pt x="10044000" y="8118306"/>
                    </a:lnTo>
                    <a:moveTo>
                      <a:pt x="10044000" y="934928"/>
                    </a:moveTo>
                    <a:lnTo>
                      <a:pt x="9750401" y="751492"/>
                    </a:lnTo>
                    <a:lnTo>
                      <a:pt x="9349734" y="583355"/>
                    </a:lnTo>
                    <a:lnTo>
                      <a:pt x="8927287" y="481663"/>
                    </a:lnTo>
                    <a:lnTo>
                      <a:pt x="8493995" y="449055"/>
                    </a:lnTo>
                    <a:lnTo>
                      <a:pt x="8276789" y="458992"/>
                    </a:lnTo>
                    <a:lnTo>
                      <a:pt x="7848284" y="531024"/>
                    </a:lnTo>
                    <a:lnTo>
                      <a:pt x="7436885" y="670861"/>
                    </a:lnTo>
                    <a:lnTo>
                      <a:pt x="7053243" y="874880"/>
                    </a:lnTo>
                    <a:lnTo>
                      <a:pt x="5856428" y="1697455"/>
                    </a:lnTo>
                    <a:lnTo>
                      <a:pt x="5683903" y="1834142"/>
                    </a:lnTo>
                    <a:lnTo>
                      <a:pt x="5374837" y="2147522"/>
                    </a:lnTo>
                    <a:lnTo>
                      <a:pt x="5120793" y="2506954"/>
                    </a:lnTo>
                    <a:lnTo>
                      <a:pt x="4928524" y="2902887"/>
                    </a:lnTo>
                    <a:lnTo>
                      <a:pt x="4857220" y="3111282"/>
                    </a:lnTo>
                    <a:lnTo>
                      <a:pt x="4803139" y="3324796"/>
                    </a:lnTo>
                    <a:lnTo>
                      <a:pt x="4766641" y="3542008"/>
                    </a:lnTo>
                    <a:lnTo>
                      <a:pt x="4748141" y="3759485"/>
                    </a:lnTo>
                    <a:lnTo>
                      <a:pt x="4626890" y="4061025"/>
                    </a:lnTo>
                    <a:lnTo>
                      <a:pt x="4403906" y="4442042"/>
                    </a:lnTo>
                    <a:lnTo>
                      <a:pt x="4316542" y="4644232"/>
                    </a:lnTo>
                    <a:lnTo>
                      <a:pt x="4245947" y="4852868"/>
                    </a:lnTo>
                    <a:lnTo>
                      <a:pt x="4192593" y="5066566"/>
                    </a:lnTo>
                    <a:lnTo>
                      <a:pt x="4156837" y="5283901"/>
                    </a:lnTo>
                    <a:lnTo>
                      <a:pt x="4138912" y="5503426"/>
                    </a:lnTo>
                    <a:lnTo>
                      <a:pt x="4138942" y="5723683"/>
                    </a:lnTo>
                    <a:moveTo>
                      <a:pt x="4817020" y="7512394"/>
                    </a:moveTo>
                    <a:lnTo>
                      <a:pt x="4838410" y="7658969"/>
                    </a:lnTo>
                    <a:lnTo>
                      <a:pt x="5003191" y="8036670"/>
                    </a:lnTo>
                    <a:lnTo>
                      <a:pt x="5081590" y="8153614"/>
                    </a:lnTo>
                    <a:lnTo>
                      <a:pt x="5166781" y="8225265"/>
                    </a:lnTo>
                    <a:lnTo>
                      <a:pt x="5339061" y="8291806"/>
                    </a:lnTo>
                    <a:lnTo>
                      <a:pt x="5556402" y="8273642"/>
                    </a:lnTo>
                    <a:lnTo>
                      <a:pt x="6072744" y="8335734"/>
                    </a:lnTo>
                    <a:lnTo>
                      <a:pt x="6217575" y="8304656"/>
                    </a:lnTo>
                    <a:lnTo>
                      <a:pt x="6599249" y="8144277"/>
                    </a:lnTo>
                    <a:lnTo>
                      <a:pt x="7564273" y="7686493"/>
                    </a:lnTo>
                    <a:lnTo>
                      <a:pt x="7661362" y="7611297"/>
                    </a:lnTo>
                    <a:lnTo>
                      <a:pt x="7730401" y="7523972"/>
                    </a:lnTo>
                    <a:lnTo>
                      <a:pt x="7785294" y="7386390"/>
                    </a:lnTo>
                    <a:lnTo>
                      <a:pt x="7795329" y="7275526"/>
                    </a:lnTo>
                    <a:lnTo>
                      <a:pt x="7777843" y="7165591"/>
                    </a:lnTo>
                    <a:lnTo>
                      <a:pt x="7751243" y="7095897"/>
                    </a:lnTo>
                    <a:lnTo>
                      <a:pt x="7366839" y="6315511"/>
                    </a:lnTo>
                    <a:lnTo>
                      <a:pt x="7289936" y="6235029"/>
                    </a:lnTo>
                    <a:lnTo>
                      <a:pt x="7195630" y="6175887"/>
                    </a:lnTo>
                    <a:lnTo>
                      <a:pt x="7089691" y="6141707"/>
                    </a:lnTo>
                    <a:lnTo>
                      <a:pt x="6978602" y="6134579"/>
                    </a:lnTo>
                    <a:lnTo>
                      <a:pt x="6800441" y="6183238"/>
                    </a:lnTo>
                    <a:lnTo>
                      <a:pt x="6261046" y="6507337"/>
                    </a:lnTo>
                    <a:lnTo>
                      <a:pt x="5028480" y="7139964"/>
                    </a:lnTo>
                    <a:lnTo>
                      <a:pt x="4942146" y="7210125"/>
                    </a:lnTo>
                    <a:lnTo>
                      <a:pt x="4875622" y="7299380"/>
                    </a:lnTo>
                    <a:lnTo>
                      <a:pt x="4833045" y="7402236"/>
                    </a:lnTo>
                    <a:lnTo>
                      <a:pt x="4817020" y="7512394"/>
                    </a:lnTo>
                    <a:moveTo>
                      <a:pt x="8730320" y="5750995"/>
                    </a:moveTo>
                    <a:lnTo>
                      <a:pt x="8747532" y="5860974"/>
                    </a:lnTo>
                    <a:lnTo>
                      <a:pt x="8773955" y="5930732"/>
                    </a:lnTo>
                    <a:lnTo>
                      <a:pt x="9516629" y="7484697"/>
                    </a:lnTo>
                    <a:lnTo>
                      <a:pt x="9734593" y="7913021"/>
                    </a:lnTo>
                    <a:lnTo>
                      <a:pt x="9792939" y="8000563"/>
                    </a:lnTo>
                    <a:lnTo>
                      <a:pt x="9938916" y="8113691"/>
                    </a:lnTo>
                    <a:lnTo>
                      <a:pt x="10044000" y="8149521"/>
                    </a:lnTo>
                    <a:moveTo>
                      <a:pt x="10044000" y="4804552"/>
                    </a:moveTo>
                    <a:lnTo>
                      <a:pt x="8953609" y="5348102"/>
                    </a:lnTo>
                    <a:lnTo>
                      <a:pt x="8839665" y="5442667"/>
                    </a:lnTo>
                    <a:lnTo>
                      <a:pt x="8777840" y="5535239"/>
                    </a:lnTo>
                    <a:lnTo>
                      <a:pt x="8740633" y="5640156"/>
                    </a:lnTo>
                    <a:lnTo>
                      <a:pt x="8730320" y="5750995"/>
                    </a:lnTo>
                    <a:moveTo>
                      <a:pt x="5002043" y="6492895"/>
                    </a:moveTo>
                    <a:lnTo>
                      <a:pt x="5012646" y="6603704"/>
                    </a:lnTo>
                    <a:lnTo>
                      <a:pt x="5034758" y="6674657"/>
                    </a:lnTo>
                    <a:lnTo>
                      <a:pt x="5130746" y="6842683"/>
                    </a:lnTo>
                    <a:lnTo>
                      <a:pt x="5197666" y="6926996"/>
                    </a:lnTo>
                    <a:lnTo>
                      <a:pt x="5285864" y="6994912"/>
                    </a:lnTo>
                    <a:lnTo>
                      <a:pt x="5388033" y="7039101"/>
                    </a:lnTo>
                    <a:lnTo>
                      <a:pt x="5497927" y="7056855"/>
                    </a:lnTo>
                    <a:lnTo>
                      <a:pt x="5608817" y="7047088"/>
                    </a:lnTo>
                    <a:lnTo>
                      <a:pt x="6077857" y="6829603"/>
                    </a:lnTo>
                    <a:lnTo>
                      <a:pt x="6663405" y="6509752"/>
                    </a:lnTo>
                    <a:lnTo>
                      <a:pt x="6771562" y="6475374"/>
                    </a:lnTo>
                    <a:lnTo>
                      <a:pt x="6947857" y="6377179"/>
                    </a:lnTo>
                    <a:lnTo>
                      <a:pt x="7056446" y="6276476"/>
                    </a:lnTo>
                    <a:lnTo>
                      <a:pt x="7113082" y="6180641"/>
                    </a:lnTo>
                    <a:lnTo>
                      <a:pt x="7144458" y="6073836"/>
                    </a:lnTo>
                    <a:lnTo>
                      <a:pt x="7148656" y="5962598"/>
                    </a:lnTo>
                    <a:lnTo>
                      <a:pt x="7125416" y="5853732"/>
                    </a:lnTo>
                    <a:lnTo>
                      <a:pt x="7039753" y="5665569"/>
                    </a:lnTo>
                    <a:lnTo>
                      <a:pt x="6811099" y="5249872"/>
                    </a:lnTo>
                    <a:lnTo>
                      <a:pt x="6639571" y="5019827"/>
                    </a:lnTo>
                    <a:lnTo>
                      <a:pt x="6556841" y="4945347"/>
                    </a:lnTo>
                    <a:lnTo>
                      <a:pt x="6458357" y="4893455"/>
                    </a:lnTo>
                    <a:lnTo>
                      <a:pt x="6313057" y="4864667"/>
                    </a:lnTo>
                    <a:lnTo>
                      <a:pt x="6202226" y="4875090"/>
                    </a:lnTo>
                    <a:lnTo>
                      <a:pt x="6064593" y="4930600"/>
                    </a:lnTo>
                    <a:lnTo>
                      <a:pt x="5224132" y="5445548"/>
                    </a:lnTo>
                    <a:lnTo>
                      <a:pt x="5094727" y="5565259"/>
                    </a:lnTo>
                    <a:lnTo>
                      <a:pt x="5028712" y="5697864"/>
                    </a:lnTo>
                    <a:lnTo>
                      <a:pt x="5009330" y="5844718"/>
                    </a:lnTo>
                    <a:lnTo>
                      <a:pt x="5038684" y="5989908"/>
                    </a:lnTo>
                    <a:lnTo>
                      <a:pt x="5125550" y="6183534"/>
                    </a:lnTo>
                    <a:lnTo>
                      <a:pt x="5030592" y="6347543"/>
                    </a:lnTo>
                    <a:lnTo>
                      <a:pt x="5002043" y="6492895"/>
                    </a:lnTo>
                    <a:moveTo>
                      <a:pt x="2653360" y="7262875"/>
                    </a:moveTo>
                    <a:lnTo>
                      <a:pt x="2658291" y="7337027"/>
                    </a:lnTo>
                    <a:lnTo>
                      <a:pt x="2688318" y="7444219"/>
                    </a:lnTo>
                    <a:lnTo>
                      <a:pt x="2739778" y="7556220"/>
                    </a:lnTo>
                    <a:lnTo>
                      <a:pt x="2801733" y="7648590"/>
                    </a:lnTo>
                    <a:lnTo>
                      <a:pt x="2884524" y="7723002"/>
                    </a:lnTo>
                    <a:lnTo>
                      <a:pt x="2986172" y="7779974"/>
                    </a:lnTo>
                    <a:lnTo>
                      <a:pt x="3093950" y="7987153"/>
                    </a:lnTo>
                    <a:lnTo>
                      <a:pt x="3191386" y="8098711"/>
                    </a:lnTo>
                    <a:lnTo>
                      <a:pt x="3319773" y="8172594"/>
                    </a:lnTo>
                    <a:lnTo>
                      <a:pt x="3428086" y="8198279"/>
                    </a:lnTo>
                    <a:lnTo>
                      <a:pt x="3539390" y="8196589"/>
                    </a:lnTo>
                    <a:lnTo>
                      <a:pt x="3897688" y="8116941"/>
                    </a:lnTo>
                    <a:lnTo>
                      <a:pt x="4378162" y="8080507"/>
                    </a:lnTo>
                    <a:lnTo>
                      <a:pt x="5009331" y="7977367"/>
                    </a:lnTo>
                    <a:lnTo>
                      <a:pt x="5138991" y="7905737"/>
                    </a:lnTo>
                    <a:lnTo>
                      <a:pt x="5217017" y="7826344"/>
                    </a:lnTo>
                    <a:lnTo>
                      <a:pt x="5273168" y="7730224"/>
                    </a:lnTo>
                    <a:lnTo>
                      <a:pt x="5308283" y="7586317"/>
                    </a:lnTo>
                    <a:lnTo>
                      <a:pt x="5294770" y="7438809"/>
                    </a:lnTo>
                    <a:lnTo>
                      <a:pt x="5253407" y="7335461"/>
                    </a:lnTo>
                    <a:lnTo>
                      <a:pt x="5067060" y="7053433"/>
                    </a:lnTo>
                    <a:lnTo>
                      <a:pt x="4923774" y="6770205"/>
                    </a:lnTo>
                    <a:lnTo>
                      <a:pt x="4685345" y="6383665"/>
                    </a:lnTo>
                    <a:lnTo>
                      <a:pt x="4552170" y="6245827"/>
                    </a:lnTo>
                    <a:lnTo>
                      <a:pt x="4452628" y="6195999"/>
                    </a:lnTo>
                    <a:lnTo>
                      <a:pt x="4343899" y="6172133"/>
                    </a:lnTo>
                    <a:lnTo>
                      <a:pt x="4196169" y="6182977"/>
                    </a:lnTo>
                    <a:lnTo>
                      <a:pt x="4092090" y="6222465"/>
                    </a:lnTo>
                    <a:lnTo>
                      <a:pt x="3394556" y="6668208"/>
                    </a:lnTo>
                    <a:lnTo>
                      <a:pt x="3173471" y="6712973"/>
                    </a:lnTo>
                    <a:lnTo>
                      <a:pt x="2863157" y="6889609"/>
                    </a:lnTo>
                    <a:lnTo>
                      <a:pt x="2777215" y="6960084"/>
                    </a:lnTo>
                    <a:lnTo>
                      <a:pt x="2711067" y="7049616"/>
                    </a:lnTo>
                    <a:lnTo>
                      <a:pt x="2668922" y="7152649"/>
                    </a:lnTo>
                    <a:lnTo>
                      <a:pt x="2653360" y="7262875"/>
                    </a:lnTo>
                    <a:moveTo>
                      <a:pt x="812899" y="5969438"/>
                    </a:moveTo>
                    <a:lnTo>
                      <a:pt x="833361" y="6191138"/>
                    </a:lnTo>
                    <a:lnTo>
                      <a:pt x="877106" y="6333195"/>
                    </a:lnTo>
                    <a:lnTo>
                      <a:pt x="1403664" y="7390419"/>
                    </a:lnTo>
                    <a:lnTo>
                      <a:pt x="1478221" y="7510107"/>
                    </a:lnTo>
                    <a:lnTo>
                      <a:pt x="1622923" y="7664441"/>
                    </a:lnTo>
                    <a:lnTo>
                      <a:pt x="1799658" y="7780731"/>
                    </a:lnTo>
                    <a:lnTo>
                      <a:pt x="1998656" y="7852551"/>
                    </a:lnTo>
                    <a:lnTo>
                      <a:pt x="2208923" y="7875930"/>
                    </a:lnTo>
                    <a:lnTo>
                      <a:pt x="2418837" y="7849578"/>
                    </a:lnTo>
                    <a:lnTo>
                      <a:pt x="2616802" y="7774952"/>
                    </a:lnTo>
                    <a:lnTo>
                      <a:pt x="4252285" y="6750418"/>
                    </a:lnTo>
                    <a:lnTo>
                      <a:pt x="4413624" y="6597031"/>
                    </a:lnTo>
                    <a:lnTo>
                      <a:pt x="4532390" y="6408711"/>
                    </a:lnTo>
                    <a:lnTo>
                      <a:pt x="4584192" y="6269390"/>
                    </a:lnTo>
                    <a:lnTo>
                      <a:pt x="4617308" y="6049226"/>
                    </a:lnTo>
                    <a:lnTo>
                      <a:pt x="4595363" y="5827669"/>
                    </a:lnTo>
                    <a:lnTo>
                      <a:pt x="4519700" y="5618280"/>
                    </a:lnTo>
                    <a:lnTo>
                      <a:pt x="4372888" y="5363785"/>
                    </a:lnTo>
                    <a:lnTo>
                      <a:pt x="4311960" y="5227160"/>
                    </a:lnTo>
                    <a:lnTo>
                      <a:pt x="4065931" y="4853998"/>
                    </a:lnTo>
                    <a:lnTo>
                      <a:pt x="3794105" y="4520252"/>
                    </a:lnTo>
                    <a:lnTo>
                      <a:pt x="3631986" y="4367654"/>
                    </a:lnTo>
                    <a:lnTo>
                      <a:pt x="3437366" y="4259523"/>
                    </a:lnTo>
                    <a:lnTo>
                      <a:pt x="3148101" y="4195513"/>
                    </a:lnTo>
                    <a:lnTo>
                      <a:pt x="2853724" y="4228896"/>
                    </a:lnTo>
                    <a:lnTo>
                      <a:pt x="2648608" y="4316193"/>
                    </a:lnTo>
                    <a:lnTo>
                      <a:pt x="2028839" y="4658215"/>
                    </a:lnTo>
                    <a:lnTo>
                      <a:pt x="1182548" y="5270727"/>
                    </a:lnTo>
                    <a:lnTo>
                      <a:pt x="1020246" y="5423011"/>
                    </a:lnTo>
                    <a:lnTo>
                      <a:pt x="900224" y="5610531"/>
                    </a:lnTo>
                    <a:lnTo>
                      <a:pt x="847489" y="5749501"/>
                    </a:lnTo>
                    <a:lnTo>
                      <a:pt x="812899" y="5969438"/>
                    </a:lnTo>
                    <a:moveTo>
                      <a:pt x="0" y="2213000"/>
                    </a:moveTo>
                    <a:lnTo>
                      <a:pt x="296086" y="2495180"/>
                    </a:lnTo>
                    <a:lnTo>
                      <a:pt x="242661" y="2793110"/>
                    </a:lnTo>
                    <a:lnTo>
                      <a:pt x="256394" y="3187546"/>
                    </a:lnTo>
                    <a:lnTo>
                      <a:pt x="308464" y="3403991"/>
                    </a:lnTo>
                    <a:lnTo>
                      <a:pt x="412081" y="3601051"/>
                    </a:lnTo>
                    <a:lnTo>
                      <a:pt x="560900" y="3766645"/>
                    </a:lnTo>
                    <a:lnTo>
                      <a:pt x="681061" y="3854612"/>
                    </a:lnTo>
                    <a:lnTo>
                      <a:pt x="1093160" y="4106085"/>
                    </a:lnTo>
                    <a:lnTo>
                      <a:pt x="1298498" y="4191685"/>
                    </a:lnTo>
                    <a:lnTo>
                      <a:pt x="1518734" y="4224320"/>
                    </a:lnTo>
                    <a:lnTo>
                      <a:pt x="1667110" y="4215471"/>
                    </a:lnTo>
                    <a:lnTo>
                      <a:pt x="1812005" y="4182322"/>
                    </a:lnTo>
                    <a:lnTo>
                      <a:pt x="2014230" y="4089186"/>
                    </a:lnTo>
                    <a:lnTo>
                      <a:pt x="2728724" y="3490470"/>
                    </a:lnTo>
                    <a:lnTo>
                      <a:pt x="2949182" y="3257712"/>
                    </a:lnTo>
                    <a:lnTo>
                      <a:pt x="3248241" y="2840361"/>
                    </a:lnTo>
                    <a:lnTo>
                      <a:pt x="3362651" y="2640476"/>
                    </a:lnTo>
                    <a:lnTo>
                      <a:pt x="3537749" y="2188893"/>
                    </a:lnTo>
                    <a:lnTo>
                      <a:pt x="3671655" y="1635607"/>
                    </a:lnTo>
                    <a:lnTo>
                      <a:pt x="3811868" y="1441097"/>
                    </a:lnTo>
                    <a:lnTo>
                      <a:pt x="3878265" y="1308110"/>
                    </a:lnTo>
                    <a:lnTo>
                      <a:pt x="3967225" y="1090306"/>
                    </a:lnTo>
                    <a:lnTo>
                      <a:pt x="4011182" y="872049"/>
                    </a:lnTo>
                    <a:lnTo>
                      <a:pt x="4010002" y="723413"/>
                    </a:lnTo>
                    <a:lnTo>
                      <a:pt x="3984373" y="577000"/>
                    </a:lnTo>
                    <a:lnTo>
                      <a:pt x="3934996" y="436804"/>
                    </a:lnTo>
                    <a:lnTo>
                      <a:pt x="3863215" y="306645"/>
                    </a:lnTo>
                    <a:lnTo>
                      <a:pt x="3770809" y="189865"/>
                    </a:lnTo>
                    <a:lnTo>
                      <a:pt x="3591222" y="0"/>
                    </a:lnTo>
                    <a:moveTo>
                      <a:pt x="2386150" y="7007386"/>
                    </a:moveTo>
                    <a:lnTo>
                      <a:pt x="2394916" y="7081185"/>
                    </a:lnTo>
                    <a:lnTo>
                      <a:pt x="2430452" y="7186676"/>
                    </a:lnTo>
                    <a:lnTo>
                      <a:pt x="2655561" y="7558058"/>
                    </a:lnTo>
                    <a:lnTo>
                      <a:pt x="2801818" y="7670828"/>
                    </a:lnTo>
                    <a:lnTo>
                      <a:pt x="2981057" y="7715349"/>
                    </a:lnTo>
                    <a:lnTo>
                      <a:pt x="3091952" y="7705652"/>
                    </a:lnTo>
                    <a:lnTo>
                      <a:pt x="3197071" y="7669027"/>
                    </a:lnTo>
                    <a:lnTo>
                      <a:pt x="3590493" y="7428580"/>
                    </a:lnTo>
                    <a:lnTo>
                      <a:pt x="3707508" y="7285695"/>
                    </a:lnTo>
                    <a:lnTo>
                      <a:pt x="3756848" y="7152736"/>
                    </a:lnTo>
                    <a:lnTo>
                      <a:pt x="3774232" y="7042950"/>
                    </a:lnTo>
                    <a:lnTo>
                      <a:pt x="3764153" y="6932090"/>
                    </a:lnTo>
                    <a:lnTo>
                      <a:pt x="3727169" y="6827095"/>
                    </a:lnTo>
                    <a:lnTo>
                      <a:pt x="3515476" y="6488265"/>
                    </a:lnTo>
                    <a:lnTo>
                      <a:pt x="3368431" y="6376526"/>
                    </a:lnTo>
                    <a:lnTo>
                      <a:pt x="3188885" y="6333265"/>
                    </a:lnTo>
                    <a:lnTo>
                      <a:pt x="3078062" y="6343742"/>
                    </a:lnTo>
                    <a:lnTo>
                      <a:pt x="2973200" y="6381104"/>
                    </a:lnTo>
                    <a:lnTo>
                      <a:pt x="2547010" y="6646341"/>
                    </a:lnTo>
                    <a:lnTo>
                      <a:pt x="2432733" y="6791426"/>
                    </a:lnTo>
                    <a:lnTo>
                      <a:pt x="2395982" y="6896503"/>
                    </a:lnTo>
                    <a:lnTo>
                      <a:pt x="2386150" y="7007386"/>
                    </a:lnTo>
                    <a:moveTo>
                      <a:pt x="0" y="7739394"/>
                    </a:moveTo>
                    <a:lnTo>
                      <a:pt x="135762" y="7740155"/>
                    </a:lnTo>
                    <a:lnTo>
                      <a:pt x="358136" y="7721514"/>
                    </a:lnTo>
                    <a:lnTo>
                      <a:pt x="794483" y="7629582"/>
                    </a:lnTo>
                    <a:lnTo>
                      <a:pt x="1005474" y="7556921"/>
                    </a:lnTo>
                    <a:lnTo>
                      <a:pt x="1405900" y="7360686"/>
                    </a:lnTo>
                    <a:lnTo>
                      <a:pt x="1768565" y="7101220"/>
                    </a:lnTo>
                    <a:lnTo>
                      <a:pt x="2083579" y="6785600"/>
                    </a:lnTo>
                    <a:lnTo>
                      <a:pt x="2937021" y="5689673"/>
                    </a:lnTo>
                    <a:lnTo>
                      <a:pt x="3154904" y="5310381"/>
                    </a:lnTo>
                    <a:lnTo>
                      <a:pt x="3376361" y="4842642"/>
                    </a:lnTo>
                    <a:lnTo>
                      <a:pt x="3576215" y="4472298"/>
                    </a:lnTo>
                    <a:lnTo>
                      <a:pt x="3667020" y="4268455"/>
                    </a:lnTo>
                    <a:lnTo>
                      <a:pt x="3740681" y="4057811"/>
                    </a:lnTo>
                    <a:lnTo>
                      <a:pt x="3796696" y="3841801"/>
                    </a:lnTo>
                    <a:lnTo>
                      <a:pt x="3834682" y="3621904"/>
                    </a:lnTo>
                    <a:lnTo>
                      <a:pt x="3854380" y="3399602"/>
                    </a:lnTo>
                    <a:lnTo>
                      <a:pt x="3856198" y="3193010"/>
                    </a:lnTo>
                    <a:lnTo>
                      <a:pt x="3943347" y="2843089"/>
                    </a:lnTo>
                    <a:lnTo>
                      <a:pt x="3974393" y="2622106"/>
                    </a:lnTo>
                    <a:lnTo>
                      <a:pt x="3987088" y="2399314"/>
                    </a:lnTo>
                    <a:lnTo>
                      <a:pt x="3981338" y="2176235"/>
                    </a:lnTo>
                    <a:lnTo>
                      <a:pt x="3957188" y="1954393"/>
                    </a:lnTo>
                    <a:lnTo>
                      <a:pt x="3914801" y="1735303"/>
                    </a:lnTo>
                    <a:lnTo>
                      <a:pt x="3854467" y="1520462"/>
                    </a:lnTo>
                    <a:lnTo>
                      <a:pt x="3776498" y="1311075"/>
                    </a:lnTo>
                    <a:lnTo>
                      <a:pt x="3635036" y="984814"/>
                    </a:lnTo>
                    <a:lnTo>
                      <a:pt x="3529371" y="788372"/>
                    </a:lnTo>
                    <a:lnTo>
                      <a:pt x="3271031" y="424560"/>
                    </a:lnTo>
                    <a:lnTo>
                      <a:pt x="2938985" y="42402"/>
                    </a:lnTo>
                    <a:lnTo>
                      <a:pt x="2895360" y="0"/>
                    </a:lnTo>
                    <a:moveTo>
                      <a:pt x="2866782" y="6676559"/>
                    </a:moveTo>
                    <a:lnTo>
                      <a:pt x="2876702" y="6787433"/>
                    </a:lnTo>
                    <a:lnTo>
                      <a:pt x="2913537" y="6892480"/>
                    </a:lnTo>
                    <a:lnTo>
                      <a:pt x="3123014" y="7228460"/>
                    </a:lnTo>
                    <a:lnTo>
                      <a:pt x="3205820" y="7302854"/>
                    </a:lnTo>
                    <a:lnTo>
                      <a:pt x="3304356" y="7354642"/>
                    </a:lnTo>
                    <a:lnTo>
                      <a:pt x="3486877" y="7382828"/>
                    </a:lnTo>
                    <a:lnTo>
                      <a:pt x="3665347" y="7335322"/>
                    </a:lnTo>
                    <a:lnTo>
                      <a:pt x="4287271" y="6952984"/>
                    </a:lnTo>
                    <a:lnTo>
                      <a:pt x="4409217" y="6814282"/>
                    </a:lnTo>
                    <a:lnTo>
                      <a:pt x="4451590" y="6711345"/>
                    </a:lnTo>
                    <a:lnTo>
                      <a:pt x="4467399" y="6601157"/>
                    </a:lnTo>
                    <a:lnTo>
                      <a:pt x="4455671" y="6490456"/>
                    </a:lnTo>
                    <a:lnTo>
                      <a:pt x="4417130" y="6386025"/>
                    </a:lnTo>
                    <a:lnTo>
                      <a:pt x="4201282" y="6051018"/>
                    </a:lnTo>
                    <a:lnTo>
                      <a:pt x="4117808" y="5977374"/>
                    </a:lnTo>
                    <a:lnTo>
                      <a:pt x="4018809" y="5926474"/>
                    </a:lnTo>
                    <a:lnTo>
                      <a:pt x="3836042" y="5899933"/>
                    </a:lnTo>
                    <a:lnTo>
                      <a:pt x="3658007" y="5949047"/>
                    </a:lnTo>
                    <a:lnTo>
                      <a:pt x="3023423" y="6350747"/>
                    </a:lnTo>
                    <a:lnTo>
                      <a:pt x="2910944" y="6497231"/>
                    </a:lnTo>
                    <a:lnTo>
                      <a:pt x="2875491" y="6602752"/>
                    </a:lnTo>
                    <a:lnTo>
                      <a:pt x="2866782" y="6676559"/>
                    </a:lnTo>
                    <a:moveTo>
                      <a:pt x="0" y="3795240"/>
                    </a:moveTo>
                    <a:lnTo>
                      <a:pt x="337152" y="3423476"/>
                    </a:lnTo>
                    <a:lnTo>
                      <a:pt x="409760" y="3294458"/>
                    </a:lnTo>
                    <a:lnTo>
                      <a:pt x="436582" y="3148780"/>
                    </a:lnTo>
                    <a:lnTo>
                      <a:pt x="431685" y="3074625"/>
                    </a:lnTo>
                    <a:lnTo>
                      <a:pt x="401711" y="2967418"/>
                    </a:lnTo>
                    <a:lnTo>
                      <a:pt x="322779" y="2842074"/>
                    </a:lnTo>
                    <a:lnTo>
                      <a:pt x="0" y="2536808"/>
                    </a:lnTo>
                    <a:moveTo>
                      <a:pt x="4742115" y="8604000"/>
                    </a:moveTo>
                    <a:lnTo>
                      <a:pt x="4790846" y="8498842"/>
                    </a:lnTo>
                    <a:lnTo>
                      <a:pt x="5115494" y="8175050"/>
                    </a:lnTo>
                    <a:lnTo>
                      <a:pt x="5517223" y="7854853"/>
                    </a:lnTo>
                    <a:lnTo>
                      <a:pt x="5592080" y="7727031"/>
                    </a:lnTo>
                    <a:lnTo>
                      <a:pt x="5612746" y="7655643"/>
                    </a:lnTo>
                    <a:lnTo>
                      <a:pt x="5621096" y="7544640"/>
                    </a:lnTo>
                    <a:lnTo>
                      <a:pt x="5611345" y="7470965"/>
                    </a:lnTo>
                    <a:lnTo>
                      <a:pt x="5574403" y="7365956"/>
                    </a:lnTo>
                    <a:lnTo>
                      <a:pt x="5449722" y="7167196"/>
                    </a:lnTo>
                    <a:lnTo>
                      <a:pt x="5337571" y="7070431"/>
                    </a:lnTo>
                    <a:lnTo>
                      <a:pt x="5200074" y="7015327"/>
                    </a:lnTo>
                    <a:lnTo>
                      <a:pt x="5015398" y="7013638"/>
                    </a:lnTo>
                    <a:lnTo>
                      <a:pt x="4779817" y="7107639"/>
                    </a:lnTo>
                    <a:lnTo>
                      <a:pt x="4273054" y="7186334"/>
                    </a:lnTo>
                    <a:lnTo>
                      <a:pt x="3723286" y="7232602"/>
                    </a:lnTo>
                    <a:lnTo>
                      <a:pt x="3618835" y="7079423"/>
                    </a:lnTo>
                    <a:lnTo>
                      <a:pt x="3467590" y="6973437"/>
                    </a:lnTo>
                    <a:lnTo>
                      <a:pt x="3205891" y="6907850"/>
                    </a:lnTo>
                    <a:lnTo>
                      <a:pt x="3021513" y="6914172"/>
                    </a:lnTo>
                    <a:lnTo>
                      <a:pt x="2885182" y="6972811"/>
                    </a:lnTo>
                    <a:lnTo>
                      <a:pt x="1969049" y="7564416"/>
                    </a:lnTo>
                    <a:lnTo>
                      <a:pt x="1417273" y="8141226"/>
                    </a:lnTo>
                    <a:lnTo>
                      <a:pt x="1188946" y="8309780"/>
                    </a:lnTo>
                    <a:lnTo>
                      <a:pt x="550517" y="8604000"/>
                    </a:lnTo>
                    <a:moveTo>
                      <a:pt x="434945" y="8604000"/>
                    </a:moveTo>
                    <a:lnTo>
                      <a:pt x="1185255" y="8159828"/>
                    </a:lnTo>
                    <a:lnTo>
                      <a:pt x="1287733" y="8052869"/>
                    </a:lnTo>
                    <a:lnTo>
                      <a:pt x="1338606" y="7953855"/>
                    </a:lnTo>
                    <a:lnTo>
                      <a:pt x="1363619" y="7845384"/>
                    </a:lnTo>
                    <a:lnTo>
                      <a:pt x="1354332" y="7697548"/>
                    </a:lnTo>
                    <a:lnTo>
                      <a:pt x="1297404" y="7560494"/>
                    </a:lnTo>
                    <a:lnTo>
                      <a:pt x="965545" y="7031530"/>
                    </a:lnTo>
                    <a:lnTo>
                      <a:pt x="638559" y="6589465"/>
                    </a:lnTo>
                    <a:lnTo>
                      <a:pt x="450280" y="6432274"/>
                    </a:lnTo>
                    <a:lnTo>
                      <a:pt x="273475" y="6378909"/>
                    </a:lnTo>
                    <a:lnTo>
                      <a:pt x="90125" y="6401057"/>
                    </a:lnTo>
                    <a:lnTo>
                      <a:pt x="0" y="6457061"/>
                    </a:lnTo>
                    <a:moveTo>
                      <a:pt x="2413797" y="8604000"/>
                    </a:moveTo>
                    <a:lnTo>
                      <a:pt x="2419464" y="8396896"/>
                    </a:lnTo>
                    <a:lnTo>
                      <a:pt x="2392953" y="8250641"/>
                    </a:lnTo>
                    <a:lnTo>
                      <a:pt x="2309130" y="8044383"/>
                    </a:lnTo>
                    <a:lnTo>
                      <a:pt x="1929724" y="7481435"/>
                    </a:lnTo>
                    <a:lnTo>
                      <a:pt x="1770310" y="7326021"/>
                    </a:lnTo>
                    <a:lnTo>
                      <a:pt x="1510135" y="7189144"/>
                    </a:lnTo>
                    <a:lnTo>
                      <a:pt x="1346958" y="7074436"/>
                    </a:lnTo>
                    <a:lnTo>
                      <a:pt x="1211613" y="7012993"/>
                    </a:lnTo>
                    <a:lnTo>
                      <a:pt x="920039" y="6960500"/>
                    </a:lnTo>
                    <a:lnTo>
                      <a:pt x="698773" y="6985214"/>
                    </a:lnTo>
                    <a:lnTo>
                      <a:pt x="490345" y="7063489"/>
                    </a:lnTo>
                    <a:lnTo>
                      <a:pt x="0" y="7356949"/>
                    </a:lnTo>
                    <a:moveTo>
                      <a:pt x="938660" y="8604000"/>
                    </a:moveTo>
                    <a:lnTo>
                      <a:pt x="2091042" y="7949557"/>
                    </a:lnTo>
                    <a:lnTo>
                      <a:pt x="3186318" y="7160133"/>
                    </a:lnTo>
                    <a:lnTo>
                      <a:pt x="3917906" y="6494376"/>
                    </a:lnTo>
                    <a:lnTo>
                      <a:pt x="5527832" y="5275771"/>
                    </a:lnTo>
                    <a:lnTo>
                      <a:pt x="6469963" y="4488898"/>
                    </a:lnTo>
                    <a:lnTo>
                      <a:pt x="6761114" y="4151139"/>
                    </a:lnTo>
                    <a:lnTo>
                      <a:pt x="6992702" y="3770066"/>
                    </a:lnTo>
                    <a:lnTo>
                      <a:pt x="7084117" y="3566496"/>
                    </a:lnTo>
                    <a:lnTo>
                      <a:pt x="7158408" y="3356073"/>
                    </a:lnTo>
                    <a:lnTo>
                      <a:pt x="7215069" y="3140234"/>
                    </a:lnTo>
                    <a:lnTo>
                      <a:pt x="7253714" y="2920451"/>
                    </a:lnTo>
                    <a:lnTo>
                      <a:pt x="7274076" y="2698229"/>
                    </a:lnTo>
                    <a:lnTo>
                      <a:pt x="7276017" y="2475086"/>
                    </a:lnTo>
                    <a:lnTo>
                      <a:pt x="7259525" y="2252543"/>
                    </a:lnTo>
                    <a:lnTo>
                      <a:pt x="7224712" y="2032123"/>
                    </a:lnTo>
                    <a:lnTo>
                      <a:pt x="7171815" y="1815329"/>
                    </a:lnTo>
                    <a:lnTo>
                      <a:pt x="7101197" y="1603645"/>
                    </a:lnTo>
                    <a:lnTo>
                      <a:pt x="7013340" y="1398515"/>
                    </a:lnTo>
                    <a:lnTo>
                      <a:pt x="6788419" y="1013470"/>
                    </a:lnTo>
                    <a:lnTo>
                      <a:pt x="5950585" y="0"/>
                    </a:lnTo>
                    <a:moveTo>
                      <a:pt x="470777" y="0"/>
                    </a:moveTo>
                    <a:lnTo>
                      <a:pt x="339288" y="267170"/>
                    </a:lnTo>
                    <a:lnTo>
                      <a:pt x="237343" y="552447"/>
                    </a:lnTo>
                    <a:lnTo>
                      <a:pt x="133466" y="931275"/>
                    </a:lnTo>
                    <a:lnTo>
                      <a:pt x="0" y="1063561"/>
                    </a:lnTo>
                    <a:moveTo>
                      <a:pt x="35063" y="8604000"/>
                    </a:moveTo>
                    <a:lnTo>
                      <a:pt x="44829" y="8195822"/>
                    </a:lnTo>
                    <a:lnTo>
                      <a:pt x="31061" y="7168584"/>
                    </a:lnTo>
                    <a:lnTo>
                      <a:pt x="0" y="6845736"/>
                    </a:lnTo>
                    <a:moveTo>
                      <a:pt x="933998" y="7888479"/>
                    </a:moveTo>
                    <a:lnTo>
                      <a:pt x="955629" y="8035018"/>
                    </a:lnTo>
                    <a:lnTo>
                      <a:pt x="1018206" y="8185055"/>
                    </a:lnTo>
                    <a:lnTo>
                      <a:pt x="999475" y="8335827"/>
                    </a:lnTo>
                    <a:lnTo>
                      <a:pt x="1016119" y="8445893"/>
                    </a:lnTo>
                    <a:lnTo>
                      <a:pt x="1059403" y="8548753"/>
                    </a:lnTo>
                    <a:lnTo>
                      <a:pt x="1091279" y="8604000"/>
                    </a:lnTo>
                    <a:moveTo>
                      <a:pt x="2212583" y="8604000"/>
                    </a:moveTo>
                    <a:lnTo>
                      <a:pt x="2538682" y="8267864"/>
                    </a:lnTo>
                    <a:lnTo>
                      <a:pt x="2859917" y="8050358"/>
                    </a:lnTo>
                    <a:lnTo>
                      <a:pt x="2964676" y="7898258"/>
                    </a:lnTo>
                    <a:lnTo>
                      <a:pt x="2987613" y="7827569"/>
                    </a:lnTo>
                    <a:lnTo>
                      <a:pt x="2999511" y="7716887"/>
                    </a:lnTo>
                    <a:lnTo>
                      <a:pt x="2992121" y="7642938"/>
                    </a:lnTo>
                    <a:lnTo>
                      <a:pt x="2958556" y="7536800"/>
                    </a:lnTo>
                    <a:lnTo>
                      <a:pt x="2655009" y="7020160"/>
                    </a:lnTo>
                    <a:lnTo>
                      <a:pt x="2571561" y="6946483"/>
                    </a:lnTo>
                    <a:lnTo>
                      <a:pt x="2472584" y="6895546"/>
                    </a:lnTo>
                    <a:lnTo>
                      <a:pt x="2289826" y="6868937"/>
                    </a:lnTo>
                    <a:lnTo>
                      <a:pt x="2111773" y="6917980"/>
                    </a:lnTo>
                    <a:lnTo>
                      <a:pt x="1114236" y="7536707"/>
                    </a:lnTo>
                    <a:lnTo>
                      <a:pt x="1034057" y="7613929"/>
                    </a:lnTo>
                    <a:lnTo>
                      <a:pt x="975288" y="7708468"/>
                    </a:lnTo>
                    <a:lnTo>
                      <a:pt x="941525" y="7814544"/>
                    </a:lnTo>
                    <a:lnTo>
                      <a:pt x="933998" y="7888479"/>
                    </a:lnTo>
                    <a:moveTo>
                      <a:pt x="0" y="7237114"/>
                    </a:moveTo>
                    <a:lnTo>
                      <a:pt x="225572" y="7544500"/>
                    </a:lnTo>
                    <a:lnTo>
                      <a:pt x="548038" y="8054714"/>
                    </a:lnTo>
                    <a:lnTo>
                      <a:pt x="689542" y="8173390"/>
                    </a:lnTo>
                    <a:lnTo>
                      <a:pt x="829875" y="8220808"/>
                    </a:lnTo>
                    <a:lnTo>
                      <a:pt x="1046705" y="8204256"/>
                    </a:lnTo>
                    <a:lnTo>
                      <a:pt x="1234344" y="8217738"/>
                    </a:lnTo>
                    <a:lnTo>
                      <a:pt x="1409079" y="8157084"/>
                    </a:lnTo>
                    <a:lnTo>
                      <a:pt x="2233611" y="7652100"/>
                    </a:lnTo>
                    <a:lnTo>
                      <a:pt x="2343870" y="7503939"/>
                    </a:lnTo>
                    <a:lnTo>
                      <a:pt x="2377732" y="7397894"/>
                    </a:lnTo>
                    <a:lnTo>
                      <a:pt x="2385327" y="7323966"/>
                    </a:lnTo>
                    <a:lnTo>
                      <a:pt x="2374890" y="7050040"/>
                    </a:lnTo>
                    <a:lnTo>
                      <a:pt x="2395847" y="6860051"/>
                    </a:lnTo>
                    <a:lnTo>
                      <a:pt x="2366335" y="6714893"/>
                    </a:lnTo>
                    <a:lnTo>
                      <a:pt x="2136316" y="6252550"/>
                    </a:lnTo>
                    <a:lnTo>
                      <a:pt x="2030638" y="6148756"/>
                    </a:lnTo>
                    <a:lnTo>
                      <a:pt x="1860850" y="6076091"/>
                    </a:lnTo>
                    <a:lnTo>
                      <a:pt x="1494593" y="6051787"/>
                    </a:lnTo>
                    <a:lnTo>
                      <a:pt x="1016050" y="6228731"/>
                    </a:lnTo>
                    <a:lnTo>
                      <a:pt x="918208" y="6180724"/>
                    </a:lnTo>
                    <a:lnTo>
                      <a:pt x="809555" y="6156516"/>
                    </a:lnTo>
                    <a:lnTo>
                      <a:pt x="698284" y="6159722"/>
                    </a:lnTo>
                    <a:lnTo>
                      <a:pt x="591203" y="6190145"/>
                    </a:lnTo>
                    <a:lnTo>
                      <a:pt x="114188" y="6479175"/>
                    </a:lnTo>
                    <a:lnTo>
                      <a:pt x="0" y="6569382"/>
                    </a:lnTo>
                  </a:path>
                </a:pathLst>
              </a:custGeom>
              <a:noFill/>
              <a:ln w="14040" cap="flat">
                <a:solidFill>
                  <a:srgbClr val="000000"/>
                </a:solidFill>
                <a:custDash>
                  <a:ds d="599999" sp="466666"/>
                </a:custDash>
                <a:round/>
              </a:ln>
            </p:spPr>
          </p:sp>
          <p:sp>
            <p:nvSpPr>
              <p:cNvPr id="1225" name="Контур"/>
              <p:cNvSpPr/>
              <p:nvPr/>
            </p:nvSpPr>
            <p:spPr>
              <a:xfrm>
                <a:off x="3584311" y="1584000"/>
                <a:ext cx="5066891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5066891" h="8604000" fill="none">
                    <a:moveTo>
                      <a:pt x="4180905" y="0"/>
                    </a:moveTo>
                    <a:lnTo>
                      <a:pt x="4227327" y="71361"/>
                    </a:lnTo>
                    <a:lnTo>
                      <a:pt x="4878221" y="26785"/>
                    </a:lnTo>
                    <a:lnTo>
                      <a:pt x="4976015" y="0"/>
                    </a:lnTo>
                    <a:moveTo>
                      <a:pt x="4534761" y="8604000"/>
                    </a:moveTo>
                    <a:lnTo>
                      <a:pt x="4573075" y="8589565"/>
                    </a:lnTo>
                    <a:lnTo>
                      <a:pt x="4763069" y="8410463"/>
                    </a:lnTo>
                    <a:lnTo>
                      <a:pt x="4849175" y="8290996"/>
                    </a:lnTo>
                    <a:lnTo>
                      <a:pt x="4969361" y="8080527"/>
                    </a:lnTo>
                    <a:lnTo>
                      <a:pt x="5044799" y="7871612"/>
                    </a:lnTo>
                    <a:lnTo>
                      <a:pt x="5066891" y="7650190"/>
                    </a:lnTo>
                    <a:lnTo>
                      <a:pt x="5023340" y="7379651"/>
                    </a:lnTo>
                    <a:lnTo>
                      <a:pt x="4808970" y="6921856"/>
                    </a:lnTo>
                    <a:lnTo>
                      <a:pt x="4711944" y="6761488"/>
                    </a:lnTo>
                    <a:lnTo>
                      <a:pt x="4520847" y="6574665"/>
                    </a:lnTo>
                    <a:lnTo>
                      <a:pt x="4255784" y="6443360"/>
                    </a:lnTo>
                    <a:lnTo>
                      <a:pt x="3991375" y="6404534"/>
                    </a:lnTo>
                    <a:lnTo>
                      <a:pt x="3699750" y="6454110"/>
                    </a:lnTo>
                    <a:lnTo>
                      <a:pt x="2721173" y="6906764"/>
                    </a:lnTo>
                    <a:lnTo>
                      <a:pt x="2562796" y="6874298"/>
                    </a:lnTo>
                    <a:lnTo>
                      <a:pt x="2354500" y="6716558"/>
                    </a:lnTo>
                    <a:lnTo>
                      <a:pt x="2178973" y="6648900"/>
                    </a:lnTo>
                    <a:lnTo>
                      <a:pt x="1993211" y="6619210"/>
                    </a:lnTo>
                    <a:lnTo>
                      <a:pt x="1790349" y="6632505"/>
                    </a:lnTo>
                    <a:lnTo>
                      <a:pt x="1490411" y="6737201"/>
                    </a:lnTo>
                    <a:lnTo>
                      <a:pt x="1350299" y="6811286"/>
                    </a:lnTo>
                    <a:lnTo>
                      <a:pt x="1110809" y="6977558"/>
                    </a:lnTo>
                    <a:lnTo>
                      <a:pt x="576995" y="7455543"/>
                    </a:lnTo>
                    <a:lnTo>
                      <a:pt x="386735" y="7676655"/>
                    </a:lnTo>
                    <a:lnTo>
                      <a:pt x="223355" y="7942715"/>
                    </a:lnTo>
                    <a:lnTo>
                      <a:pt x="40247" y="8372311"/>
                    </a:lnTo>
                    <a:lnTo>
                      <a:pt x="4122" y="8557654"/>
                    </a:lnTo>
                    <a:lnTo>
                      <a:pt x="0" y="8604000"/>
                    </a:lnTo>
                  </a:path>
                </a:pathLst>
              </a:custGeom>
              <a:noFill/>
              <a:ln w="14040" cap="flat">
                <a:solidFill>
                  <a:srgbClr val="000000"/>
                </a:solidFill>
                <a:custDash>
                  <a:ds d="599999" sp="200000"/>
                  <a:ds d="100000" sp="200000"/>
                </a:custDash>
                <a:round/>
              </a:ln>
            </p:spPr>
          </p:sp>
        </p:grpSp>
        <p:sp>
          <p:nvSpPr>
            <p:cNvPr id="1227" name="Железная дорога: штрихи"/>
            <p:cNvSpPr/>
            <p:nvPr/>
          </p:nvSpPr>
          <p:spPr>
            <a:xfrm>
              <a:off x="252000" y="1584000"/>
              <a:ext cx="8804645" cy="6265587"/>
            </a:xfrm>
            <a:custGeom>
              <a:avLst/>
              <a:gdLst/>
              <a:ahLst/>
              <a:cxnLst/>
              <a:rect l="l" t="t" r="r" b="b"/>
              <a:pathLst>
                <a:path w="8804645" h="6265587" fill="none">
                  <a:moveTo>
                    <a:pt x="0" y="6265587"/>
                  </a:moveTo>
                  <a:lnTo>
                    <a:pt x="733293" y="5826607"/>
                  </a:lnTo>
                  <a:lnTo>
                    <a:pt x="948603" y="5701252"/>
                  </a:lnTo>
                  <a:lnTo>
                    <a:pt x="1761370" y="5269807"/>
                  </a:lnTo>
                  <a:lnTo>
                    <a:pt x="2643892" y="4777369"/>
                  </a:lnTo>
                  <a:lnTo>
                    <a:pt x="3071303" y="4483995"/>
                  </a:lnTo>
                  <a:lnTo>
                    <a:pt x="3647084" y="4053488"/>
                  </a:lnTo>
                  <a:lnTo>
                    <a:pt x="4435134" y="3503580"/>
                  </a:lnTo>
                  <a:lnTo>
                    <a:pt x="5222932" y="2917249"/>
                  </a:lnTo>
                  <a:moveTo>
                    <a:pt x="5286605" y="2871423"/>
                  </a:moveTo>
                  <a:lnTo>
                    <a:pt x="6253293" y="2174981"/>
                  </a:lnTo>
                  <a:lnTo>
                    <a:pt x="6735078" y="1817728"/>
                  </a:lnTo>
                  <a:lnTo>
                    <a:pt x="6968243" y="1622389"/>
                  </a:lnTo>
                  <a:lnTo>
                    <a:pt x="7252887" y="1359987"/>
                  </a:lnTo>
                  <a:lnTo>
                    <a:pt x="7625411" y="1027451"/>
                  </a:lnTo>
                  <a:lnTo>
                    <a:pt x="8500412" y="218973"/>
                  </a:lnTo>
                  <a:lnTo>
                    <a:pt x="8688169" y="75444"/>
                  </a:lnTo>
                  <a:lnTo>
                    <a:pt x="8804645" y="0"/>
                  </a:lnTo>
                  <a:moveTo>
                    <a:pt x="5222932" y="2917249"/>
                  </a:moveTo>
                  <a:lnTo>
                    <a:pt x="5286605" y="2871423"/>
                  </a:lnTo>
                </a:path>
              </a:pathLst>
            </a:custGeom>
            <a:noFill/>
            <a:ln w="14976" cap="flat">
              <a:solidFill>
                <a:srgbClr val="FFFFFF"/>
              </a:solidFill>
              <a:custDash>
                <a:ds d="481250" sp="481250"/>
              </a:custDash>
              <a:round/>
            </a:ln>
          </p:spPr>
        </p:sp>
        <p:grpSp>
          <p:nvGrpSpPr>
            <p:cNvPr id="1230" name="Граница района"/>
            <p:cNvGrpSpPr/>
            <p:nvPr/>
          </p:nvGrpSpPr>
          <p:grpSpPr>
            <a:xfrm>
              <a:off x="252000" y="1584000"/>
              <a:ext cx="8790320" cy="6226254"/>
              <a:chOff x="252000" y="1584000"/>
              <a:chExt cx="8790320" cy="6226254"/>
            </a:xfrm>
          </p:grpSpPr>
          <p:sp>
            <p:nvSpPr>
              <p:cNvPr id="1228" name="Контур"/>
              <p:cNvSpPr/>
              <p:nvPr/>
            </p:nvSpPr>
            <p:spPr>
              <a:xfrm>
                <a:off x="252000" y="1584000"/>
                <a:ext cx="8790320" cy="6226254"/>
              </a:xfrm>
              <a:custGeom>
                <a:avLst/>
                <a:gdLst/>
                <a:ahLst/>
                <a:cxnLst/>
                <a:rect l="l" t="t" r="r" b="b"/>
                <a:pathLst>
                  <a:path w="8790320" h="6226254" fill="none">
                    <a:moveTo>
                      <a:pt x="8790320" y="0"/>
                    </a:moveTo>
                    <a:lnTo>
                      <a:pt x="8270831" y="390103"/>
                    </a:lnTo>
                    <a:lnTo>
                      <a:pt x="6900457" y="1744054"/>
                    </a:lnTo>
                    <a:lnTo>
                      <a:pt x="5248403" y="2936674"/>
                    </a:lnTo>
                    <a:lnTo>
                      <a:pt x="2776979" y="4745490"/>
                    </a:lnTo>
                    <a:lnTo>
                      <a:pt x="2048221" y="5122920"/>
                    </a:lnTo>
                    <a:lnTo>
                      <a:pt x="0" y="6226254"/>
                    </a:lnTo>
                  </a:path>
                </a:pathLst>
              </a:custGeom>
              <a:noFill/>
              <a:ln w="43056" cap="flat">
                <a:solidFill>
                  <a:srgbClr val="E30613"/>
                </a:solidFill>
                <a:round/>
              </a:ln>
            </p:spPr>
          </p:sp>
          <p:sp>
            <p:nvSpPr>
              <p:cNvPr id="1229" name="Контур"/>
              <p:cNvSpPr/>
              <p:nvPr/>
            </p:nvSpPr>
            <p:spPr>
              <a:xfrm>
                <a:off x="4180217" y="5032154"/>
                <a:ext cx="1837620" cy="1603260"/>
              </a:xfrm>
              <a:custGeom>
                <a:avLst/>
                <a:gdLst/>
                <a:ahLst/>
                <a:cxnLst/>
                <a:rect l="l" t="t" r="r" b="b"/>
                <a:pathLst>
                  <a:path w="1837620" h="1603260" fill="none">
                    <a:moveTo>
                      <a:pt x="1275660" y="908370"/>
                    </a:moveTo>
                    <a:lnTo>
                      <a:pt x="244260" y="1565190"/>
                    </a:lnTo>
                    <a:lnTo>
                      <a:pt x="227970" y="1603260"/>
                    </a:lnTo>
                    <a:lnTo>
                      <a:pt x="49230" y="1358910"/>
                    </a:lnTo>
                    <a:lnTo>
                      <a:pt x="81810" y="1337310"/>
                    </a:lnTo>
                    <a:lnTo>
                      <a:pt x="59040" y="1302570"/>
                    </a:lnTo>
                    <a:lnTo>
                      <a:pt x="107100" y="1267560"/>
                    </a:lnTo>
                    <a:lnTo>
                      <a:pt x="5670" y="1127430"/>
                    </a:lnTo>
                    <a:lnTo>
                      <a:pt x="91170" y="1065330"/>
                    </a:lnTo>
                    <a:lnTo>
                      <a:pt x="7830" y="951390"/>
                    </a:lnTo>
                    <a:lnTo>
                      <a:pt x="0" y="930960"/>
                    </a:lnTo>
                    <a:lnTo>
                      <a:pt x="93870" y="854280"/>
                    </a:lnTo>
                    <a:lnTo>
                      <a:pt x="318510" y="689310"/>
                    </a:lnTo>
                    <a:lnTo>
                      <a:pt x="1174410" y="76140"/>
                    </a:lnTo>
                    <a:lnTo>
                      <a:pt x="1195740" y="68580"/>
                    </a:lnTo>
                    <a:lnTo>
                      <a:pt x="1570590" y="0"/>
                    </a:lnTo>
                    <a:lnTo>
                      <a:pt x="1697670" y="263070"/>
                    </a:lnTo>
                    <a:lnTo>
                      <a:pt x="1666440" y="312120"/>
                    </a:lnTo>
                    <a:lnTo>
                      <a:pt x="1735290" y="420930"/>
                    </a:lnTo>
                    <a:lnTo>
                      <a:pt x="1776600" y="425070"/>
                    </a:lnTo>
                    <a:lnTo>
                      <a:pt x="1837620" y="551520"/>
                    </a:lnTo>
                    <a:lnTo>
                      <a:pt x="1275660" y="908370"/>
                    </a:lnTo>
                    <a:close/>
                  </a:path>
                </a:pathLst>
              </a:custGeom>
              <a:noFill/>
              <a:ln w="86400" cap="flat">
                <a:solidFill>
                  <a:srgbClr val="FF00FF"/>
                </a:solidFill>
                <a:custDash>
                  <a:ds d="100000" sp="100000"/>
                </a:custDash>
                <a:round/>
              </a:ln>
            </p:spPr>
          </p:sp>
        </p:grpSp>
        <p:grpSp>
          <p:nvGrpSpPr>
            <p:cNvPr id="1254" name="Подписи"/>
            <p:cNvGrpSpPr/>
            <p:nvPr/>
          </p:nvGrpSpPr>
          <p:grpSpPr>
            <a:xfrm>
              <a:off x="267250" y="1737172"/>
              <a:ext cx="9978802" cy="7927370"/>
              <a:chOff x="267250" y="1737172"/>
              <a:chExt cx="9978802" cy="7927370"/>
            </a:xfrm>
          </p:grpSpPr>
          <p:sp>
            <p:nvSpPr>
              <p:cNvPr id="1231" name="Надпись"/>
              <p:cNvSpPr txBox="1"/>
              <p:nvPr/>
            </p:nvSpPr>
            <p:spPr>
              <a:xfrm>
                <a:off x="4445325" y="4037889"/>
                <a:ext cx="1400143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ст. ж/д Калошино</a:t>
                </a:r>
              </a:p>
            </p:txBody>
          </p:sp>
          <p:sp>
            <p:nvSpPr>
              <p:cNvPr id="1232" name="Надпись"/>
              <p:cNvSpPr txBox="1"/>
              <p:nvPr/>
            </p:nvSpPr>
            <p:spPr>
              <a:xfrm rot="19361858">
                <a:off x="6333208" y="5629713"/>
                <a:ext cx="162820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2-й Иртышский пр-д</a:t>
                </a:r>
              </a:p>
            </p:txBody>
          </p:sp>
          <p:sp>
            <p:nvSpPr>
              <p:cNvPr id="1233" name="Надпись"/>
              <p:cNvSpPr txBox="1"/>
              <p:nvPr/>
            </p:nvSpPr>
            <p:spPr>
              <a:xfrm rot="3862311">
                <a:off x="6203876" y="6693771"/>
                <a:ext cx="116937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 Тагильская</a:t>
                </a:r>
              </a:p>
            </p:txBody>
          </p:sp>
          <p:sp>
            <p:nvSpPr>
              <p:cNvPr id="1234" name="Надпись"/>
              <p:cNvSpPr txBox="1"/>
              <p:nvPr/>
            </p:nvSpPr>
            <p:spPr>
              <a:xfrm rot="19474228">
                <a:off x="2628333" y="6335302"/>
                <a:ext cx="16000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1-й Иртышский пр-д</a:t>
                </a:r>
              </a:p>
            </p:txBody>
          </p:sp>
          <p:sp>
            <p:nvSpPr>
              <p:cNvPr id="1235" name="Надпись"/>
              <p:cNvSpPr txBox="1"/>
              <p:nvPr/>
            </p:nvSpPr>
            <p:spPr>
              <a:xfrm rot="2833325">
                <a:off x="267250" y="3499176"/>
                <a:ext cx="228037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 № 1286</a:t>
                </a:r>
              </a:p>
            </p:txBody>
          </p:sp>
          <p:sp>
            <p:nvSpPr>
              <p:cNvPr id="1236" name="Надпись"/>
              <p:cNvSpPr txBox="1"/>
              <p:nvPr/>
            </p:nvSpPr>
            <p:spPr>
              <a:xfrm rot="19595574">
                <a:off x="4414812" y="6753045"/>
                <a:ext cx="22425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 № 1913</a:t>
                </a:r>
              </a:p>
            </p:txBody>
          </p:sp>
          <p:sp>
            <p:nvSpPr>
              <p:cNvPr id="1237" name="Надпись"/>
              <p:cNvSpPr txBox="1"/>
              <p:nvPr/>
            </p:nvSpPr>
            <p:spPr>
              <a:xfrm>
                <a:off x="2985877" y="437797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238" name="Надпись"/>
              <p:cNvSpPr txBox="1"/>
              <p:nvPr/>
            </p:nvSpPr>
            <p:spPr>
              <a:xfrm>
                <a:off x="2294648" y="4542136"/>
                <a:ext cx="166789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«Квартал Метроном»</a:t>
                </a:r>
              </a:p>
            </p:txBody>
          </p:sp>
          <p:sp>
            <p:nvSpPr>
              <p:cNvPr id="1239" name="Надпись"/>
              <p:cNvSpPr txBox="1"/>
              <p:nvPr/>
            </p:nvSpPr>
            <p:spPr>
              <a:xfrm>
                <a:off x="9403972" y="4863933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240" name="Надпись"/>
              <p:cNvSpPr txBox="1"/>
              <p:nvPr/>
            </p:nvSpPr>
            <p:spPr>
              <a:xfrm>
                <a:off x="8847332" y="5028093"/>
                <a:ext cx="139872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«2-й Иртышский»</a:t>
                </a:r>
              </a:p>
            </p:txBody>
          </p:sp>
          <p:sp>
            <p:nvSpPr>
              <p:cNvPr id="1241" name="Надпись"/>
              <p:cNvSpPr txBox="1"/>
              <p:nvPr/>
            </p:nvSpPr>
            <p:spPr>
              <a:xfrm>
                <a:off x="5832834" y="9294998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242" name="Надпись"/>
              <p:cNvSpPr txBox="1"/>
              <p:nvPr/>
            </p:nvSpPr>
            <p:spPr>
              <a:xfrm>
                <a:off x="5280961" y="9459158"/>
                <a:ext cx="138918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«Level Амурская»</a:t>
                </a:r>
              </a:p>
            </p:txBody>
          </p:sp>
          <p:sp>
            <p:nvSpPr>
              <p:cNvPr id="1243" name="Надпись"/>
              <p:cNvSpPr txBox="1"/>
              <p:nvPr/>
            </p:nvSpPr>
            <p:spPr>
              <a:xfrm>
                <a:off x="5144947" y="240851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244" name="Надпись"/>
              <p:cNvSpPr txBox="1"/>
              <p:nvPr/>
            </p:nvSpPr>
            <p:spPr>
              <a:xfrm>
                <a:off x="4582546" y="2572676"/>
                <a:ext cx="141024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«Открытый парк»</a:t>
                </a:r>
              </a:p>
            </p:txBody>
          </p:sp>
          <p:sp>
            <p:nvSpPr>
              <p:cNvPr id="1245" name="Надпись"/>
              <p:cNvSpPr txBox="1"/>
              <p:nvPr/>
            </p:nvSpPr>
            <p:spPr>
              <a:xfrm>
                <a:off x="7565798" y="2499465"/>
                <a:ext cx="124307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Объединённый</a:t>
                </a:r>
              </a:p>
            </p:txBody>
          </p:sp>
          <p:sp>
            <p:nvSpPr>
              <p:cNvPr id="1246" name="Надпись"/>
              <p:cNvSpPr txBox="1"/>
              <p:nvPr/>
            </p:nvSpPr>
            <p:spPr>
              <a:xfrm>
                <a:off x="7944455" y="2663625"/>
                <a:ext cx="48576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архив</a:t>
                </a:r>
              </a:p>
            </p:txBody>
          </p:sp>
          <p:sp>
            <p:nvSpPr>
              <p:cNvPr id="1247" name="Надпись"/>
              <p:cNvSpPr txBox="1"/>
              <p:nvPr/>
            </p:nvSpPr>
            <p:spPr>
              <a:xfrm>
                <a:off x="6876008" y="2286886"/>
                <a:ext cx="108856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«Эврика»</a:t>
                </a:r>
              </a:p>
            </p:txBody>
          </p:sp>
          <p:sp>
            <p:nvSpPr>
              <p:cNvPr id="1248" name="Надпись"/>
              <p:cNvSpPr txBox="1"/>
              <p:nvPr/>
            </p:nvSpPr>
            <p:spPr>
              <a:xfrm>
                <a:off x="6304468" y="8718816"/>
                <a:ext cx="6482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Димари</a:t>
                </a:r>
              </a:p>
            </p:txBody>
          </p:sp>
          <p:sp>
            <p:nvSpPr>
              <p:cNvPr id="1249" name="Надпись"/>
              <p:cNvSpPr txBox="1"/>
              <p:nvPr/>
            </p:nvSpPr>
            <p:spPr>
              <a:xfrm>
                <a:off x="5641453" y="2814380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Строитель-4</a:t>
                </a:r>
              </a:p>
            </p:txBody>
          </p:sp>
          <p:sp>
            <p:nvSpPr>
              <p:cNvPr id="1250" name="Надпись"/>
              <p:cNvSpPr txBox="1"/>
              <p:nvPr/>
            </p:nvSpPr>
            <p:spPr>
              <a:xfrm>
                <a:off x="5407180" y="3579364"/>
                <a:ext cx="1054706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«Статор»</a:t>
                </a:r>
              </a:p>
            </p:txBody>
          </p:sp>
          <p:sp>
            <p:nvSpPr>
              <p:cNvPr id="1251" name="Надпись"/>
              <p:cNvSpPr txBox="1"/>
              <p:nvPr/>
            </p:nvSpPr>
            <p:spPr>
              <a:xfrm>
                <a:off x="4351346" y="4598472"/>
                <a:ext cx="572262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Гранит</a:t>
                </a:r>
              </a:p>
            </p:txBody>
          </p:sp>
          <p:sp>
            <p:nvSpPr>
              <p:cNvPr id="1252" name="Надпись"/>
              <p:cNvSpPr txBox="1"/>
              <p:nvPr/>
            </p:nvSpPr>
            <p:spPr>
              <a:xfrm>
                <a:off x="3830604" y="9497783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Детский сад</a:t>
                </a:r>
              </a:p>
            </p:txBody>
          </p:sp>
          <p:sp>
            <p:nvSpPr>
              <p:cNvPr id="1253" name="Надпись"/>
              <p:cNvSpPr txBox="1"/>
              <p:nvPr/>
            </p:nvSpPr>
            <p:spPr>
              <a:xfrm>
                <a:off x="7852117" y="1737172"/>
                <a:ext cx="119768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«Иртыш 2»</a:t>
                </a:r>
              </a:p>
            </p:txBody>
          </p:sp>
        </p:grpSp>
      </p:grpSp>
      <p:grpSp>
        <p:nvGrpSpPr>
          <p:cNvPr id="1334" name="Легенда"/>
          <p:cNvGrpSpPr/>
          <p:nvPr/>
        </p:nvGrpSpPr>
        <p:grpSpPr>
          <a:xfrm>
            <a:off x="10532378" y="1588999"/>
            <a:ext cx="4368407" cy="8178700"/>
            <a:chOff x="10532378" y="1588999"/>
            <a:chExt cx="4368407" cy="8178700"/>
          </a:xfrm>
        </p:grpSpPr>
        <p:sp>
          <p:nvSpPr>
            <p:cNvPr id="1256" name="Надпись"/>
            <p:cNvSpPr txBox="1"/>
            <p:nvPr/>
          </p:nvSpPr>
          <p:spPr>
            <a:xfrm>
              <a:off x="10532378" y="1588999"/>
              <a:ext cx="2124977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Условные обозначения</a:t>
              </a:r>
            </a:p>
          </p:txBody>
        </p:sp>
        <p:sp>
          <p:nvSpPr>
            <p:cNvPr id="1257" name="Надпись"/>
            <p:cNvSpPr txBox="1"/>
            <p:nvPr/>
          </p:nvSpPr>
          <p:spPr>
            <a:xfrm>
              <a:off x="10535299" y="1905276"/>
              <a:ext cx="64265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Границы</a:t>
              </a:r>
            </a:p>
          </p:txBody>
        </p:sp>
        <p:sp>
          <p:nvSpPr>
            <p:cNvPr id="1259" name="Контур"/>
            <p:cNvSpPr/>
            <p:nvPr/>
          </p:nvSpPr>
          <p:spPr>
            <a:xfrm>
              <a:off x="10548000" y="2215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8333" sp="108333"/>
              </a:custDash>
              <a:miter lim="1000000"/>
            </a:ln>
          </p:spPr>
        </p:sp>
        <p:sp>
          <p:nvSpPr>
            <p:cNvPr id="1258" name="Надпись"/>
            <p:cNvSpPr txBox="1"/>
            <p:nvPr/>
          </p:nvSpPr>
          <p:spPr>
            <a:xfrm>
              <a:off x="11093299" y="2139276"/>
              <a:ext cx="268169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разрабатываемой территории (1,66 га)</a:t>
              </a:r>
            </a:p>
          </p:txBody>
        </p:sp>
        <p:sp>
          <p:nvSpPr>
            <p:cNvPr id="1261" name="Контур"/>
            <p:cNvSpPr/>
            <p:nvPr/>
          </p:nvSpPr>
          <p:spPr>
            <a:xfrm>
              <a:off x="10548000" y="2449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43200" cap="flat">
              <a:solidFill>
                <a:srgbClr val="E30613"/>
              </a:solidFill>
              <a:miter lim="1000000"/>
            </a:ln>
          </p:spPr>
        </p:sp>
        <p:sp>
          <p:nvSpPr>
            <p:cNvPr id="1260" name="Надпись"/>
            <p:cNvSpPr txBox="1"/>
            <p:nvPr/>
          </p:nvSpPr>
          <p:spPr>
            <a:xfrm>
              <a:off x="11093299" y="2373276"/>
              <a:ext cx="53407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района</a:t>
              </a:r>
            </a:p>
          </p:txBody>
        </p:sp>
        <p:sp>
          <p:nvSpPr>
            <p:cNvPr id="1263" name="Контур"/>
            <p:cNvSpPr/>
            <p:nvPr/>
          </p:nvSpPr>
          <p:spPr>
            <a:xfrm>
              <a:off x="10548000" y="2683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2600" cap="flat">
              <a:solidFill>
                <a:srgbClr val="0000FF"/>
              </a:solidFill>
              <a:miter lim="1000000"/>
            </a:ln>
          </p:spPr>
        </p:sp>
        <p:sp>
          <p:nvSpPr>
            <p:cNvPr id="1262" name="Надпись"/>
            <p:cNvSpPr txBox="1"/>
            <p:nvPr/>
          </p:nvSpPr>
          <p:spPr>
            <a:xfrm>
              <a:off x="11093299" y="2607276"/>
              <a:ext cx="247247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земельных участков, поставленных</a:t>
              </a:r>
            </a:p>
          </p:txBody>
        </p:sp>
        <p:sp>
          <p:nvSpPr>
            <p:cNvPr id="1264" name="Надпись"/>
            <p:cNvSpPr txBox="1"/>
            <p:nvPr/>
          </p:nvSpPr>
          <p:spPr>
            <a:xfrm>
              <a:off x="11093299" y="2758476"/>
              <a:ext cx="1460805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на кадастровый учёт</a:t>
              </a:r>
            </a:p>
          </p:txBody>
        </p:sp>
        <p:sp>
          <p:nvSpPr>
            <p:cNvPr id="1265" name="Надпись"/>
            <p:cNvSpPr txBox="1"/>
            <p:nvPr/>
          </p:nvSpPr>
          <p:spPr>
            <a:xfrm>
              <a:off x="10535299" y="2992476"/>
              <a:ext cx="74052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Застройка</a:t>
              </a:r>
            </a:p>
          </p:txBody>
        </p:sp>
        <p:sp>
          <p:nvSpPr>
            <p:cNvPr id="1266" name="Контур"/>
            <p:cNvSpPr/>
            <p:nvPr/>
          </p:nvSpPr>
          <p:spPr>
            <a:xfrm>
              <a:off x="10548000" y="324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68" name="Контур"/>
            <p:cNvSpPr/>
            <p:nvPr/>
          </p:nvSpPr>
          <p:spPr>
            <a:xfrm>
              <a:off x="10548000" y="324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8C8C8C"/>
              </a:solidFill>
              <a:miter lim="1000000"/>
            </a:ln>
          </p:spPr>
        </p:sp>
        <p:sp>
          <p:nvSpPr>
            <p:cNvPr id="1267" name="Надпись"/>
            <p:cNvSpPr txBox="1"/>
            <p:nvPr/>
          </p:nvSpPr>
          <p:spPr>
            <a:xfrm>
              <a:off x="11093299" y="3226476"/>
              <a:ext cx="106269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существующая</a:t>
              </a:r>
            </a:p>
          </p:txBody>
        </p:sp>
        <p:sp>
          <p:nvSpPr>
            <p:cNvPr id="1269" name="Надпись"/>
            <p:cNvSpPr txBox="1"/>
            <p:nvPr/>
          </p:nvSpPr>
          <p:spPr>
            <a:xfrm>
              <a:off x="10535299" y="3460476"/>
              <a:ext cx="4104817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Функциональные зоны специализированного назначения</a:t>
              </a:r>
            </a:p>
          </p:txBody>
        </p:sp>
        <p:sp>
          <p:nvSpPr>
            <p:cNvPr id="1270" name="Контур"/>
            <p:cNvSpPr/>
            <p:nvPr/>
          </p:nvSpPr>
          <p:spPr>
            <a:xfrm>
              <a:off x="10548000" y="3716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CBB2CC"/>
            </a:solidFill>
            <a:ln>
              <a:noFill/>
            </a:ln>
          </p:spPr>
        </p:sp>
        <p:sp>
          <p:nvSpPr>
            <p:cNvPr id="1272" name="Контур"/>
            <p:cNvSpPr/>
            <p:nvPr/>
          </p:nvSpPr>
          <p:spPr>
            <a:xfrm>
              <a:off x="10548000" y="3716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71" name="Надпись"/>
            <p:cNvSpPr txBox="1"/>
            <p:nvPr/>
          </p:nvSpPr>
          <p:spPr>
            <a:xfrm>
              <a:off x="11093299" y="3694476"/>
              <a:ext cx="234038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административно-делового вида</a:t>
              </a:r>
            </a:p>
          </p:txBody>
        </p:sp>
        <p:sp>
          <p:nvSpPr>
            <p:cNvPr id="1273" name="Контур"/>
            <p:cNvSpPr/>
            <p:nvPr/>
          </p:nvSpPr>
          <p:spPr>
            <a:xfrm>
              <a:off x="10548000" y="3950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F4B598"/>
            </a:solidFill>
            <a:ln>
              <a:noFill/>
            </a:ln>
          </p:spPr>
        </p:sp>
        <p:sp>
          <p:nvSpPr>
            <p:cNvPr id="1275" name="Контур"/>
            <p:cNvSpPr/>
            <p:nvPr/>
          </p:nvSpPr>
          <p:spPr>
            <a:xfrm>
              <a:off x="10548000" y="3950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74" name="Надпись"/>
            <p:cNvSpPr txBox="1"/>
            <p:nvPr/>
          </p:nvSpPr>
          <p:spPr>
            <a:xfrm>
              <a:off x="11093299" y="3928476"/>
              <a:ext cx="164110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торгово-бытового вида</a:t>
              </a:r>
            </a:p>
          </p:txBody>
        </p:sp>
        <p:sp>
          <p:nvSpPr>
            <p:cNvPr id="1276" name="Контур"/>
            <p:cNvSpPr/>
            <p:nvPr/>
          </p:nvSpPr>
          <p:spPr>
            <a:xfrm>
              <a:off x="10548000" y="4184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B0D9D5"/>
            </a:solidFill>
            <a:ln>
              <a:noFill/>
            </a:ln>
          </p:spPr>
        </p:sp>
        <p:sp>
          <p:nvSpPr>
            <p:cNvPr id="1278" name="Контур"/>
            <p:cNvSpPr/>
            <p:nvPr/>
          </p:nvSpPr>
          <p:spPr>
            <a:xfrm>
              <a:off x="10548000" y="4184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77" name="Надпись"/>
            <p:cNvSpPr txBox="1"/>
            <p:nvPr/>
          </p:nvSpPr>
          <p:spPr>
            <a:xfrm>
              <a:off x="11093299" y="4162476"/>
              <a:ext cx="232294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лечебно-оздоровительного вида</a:t>
              </a:r>
            </a:p>
          </p:txBody>
        </p:sp>
        <p:sp>
          <p:nvSpPr>
            <p:cNvPr id="1279" name="Контур"/>
            <p:cNvSpPr/>
            <p:nvPr/>
          </p:nvSpPr>
          <p:spPr>
            <a:xfrm>
              <a:off x="10548000" y="441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B9E592"/>
            </a:solidFill>
            <a:ln>
              <a:noFill/>
            </a:ln>
          </p:spPr>
        </p:sp>
        <p:sp>
          <p:nvSpPr>
            <p:cNvPr id="1281" name="Контур"/>
            <p:cNvSpPr/>
            <p:nvPr/>
          </p:nvSpPr>
          <p:spPr>
            <a:xfrm>
              <a:off x="10548000" y="441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80" name="Надпись"/>
            <p:cNvSpPr txBox="1"/>
            <p:nvPr/>
          </p:nvSpPr>
          <p:spPr>
            <a:xfrm>
              <a:off x="11093299" y="4396476"/>
              <a:ext cx="236204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спортивно-рекреационного вида</a:t>
              </a:r>
            </a:p>
          </p:txBody>
        </p:sp>
        <p:sp>
          <p:nvSpPr>
            <p:cNvPr id="1282" name="Контур"/>
            <p:cNvSpPr/>
            <p:nvPr/>
          </p:nvSpPr>
          <p:spPr>
            <a:xfrm>
              <a:off x="10548000" y="4652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CDE1B7"/>
            </a:solidFill>
            <a:ln>
              <a:noFill/>
            </a:ln>
          </p:spPr>
        </p:sp>
        <p:sp>
          <p:nvSpPr>
            <p:cNvPr id="1284" name="Контур"/>
            <p:cNvSpPr/>
            <p:nvPr/>
          </p:nvSpPr>
          <p:spPr>
            <a:xfrm>
              <a:off x="10548000" y="4652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83" name="Надпись"/>
            <p:cNvSpPr txBox="1"/>
            <p:nvPr/>
          </p:nvSpPr>
          <p:spPr>
            <a:xfrm>
              <a:off x="11093299" y="4630476"/>
              <a:ext cx="211926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учебно-воспитательного вида</a:t>
              </a:r>
            </a:p>
          </p:txBody>
        </p:sp>
        <p:sp>
          <p:nvSpPr>
            <p:cNvPr id="1285" name="Контур"/>
            <p:cNvSpPr/>
            <p:nvPr/>
          </p:nvSpPr>
          <p:spPr>
            <a:xfrm>
              <a:off x="10548000" y="4886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F9E79F"/>
            </a:solidFill>
            <a:ln>
              <a:noFill/>
            </a:ln>
          </p:spPr>
        </p:sp>
        <p:sp>
          <p:nvSpPr>
            <p:cNvPr id="1287" name="Контур"/>
            <p:cNvSpPr/>
            <p:nvPr/>
          </p:nvSpPr>
          <p:spPr>
            <a:xfrm>
              <a:off x="10548000" y="4886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86" name="Надпись"/>
            <p:cNvSpPr txBox="1"/>
            <p:nvPr/>
          </p:nvSpPr>
          <p:spPr>
            <a:xfrm>
              <a:off x="11093299" y="4864476"/>
              <a:ext cx="252741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многоквартирной жилой застройки</a:t>
              </a:r>
            </a:p>
          </p:txBody>
        </p:sp>
        <p:sp>
          <p:nvSpPr>
            <p:cNvPr id="1288" name="Контур"/>
            <p:cNvSpPr/>
            <p:nvPr/>
          </p:nvSpPr>
          <p:spPr>
            <a:xfrm>
              <a:off x="10548000" y="5120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CFD1EB"/>
            </a:solidFill>
            <a:ln>
              <a:noFill/>
            </a:ln>
          </p:spPr>
        </p:sp>
        <p:sp>
          <p:nvSpPr>
            <p:cNvPr id="1290" name="Контур"/>
            <p:cNvSpPr/>
            <p:nvPr/>
          </p:nvSpPr>
          <p:spPr>
            <a:xfrm>
              <a:off x="10548000" y="5120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89" name="Надпись"/>
            <p:cNvSpPr txBox="1"/>
            <p:nvPr/>
          </p:nvSpPr>
          <p:spPr>
            <a:xfrm>
              <a:off x="11093299" y="5098476"/>
              <a:ext cx="177742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производственного вида</a:t>
              </a:r>
            </a:p>
          </p:txBody>
        </p:sp>
        <p:sp>
          <p:nvSpPr>
            <p:cNvPr id="1291" name="Контур"/>
            <p:cNvSpPr/>
            <p:nvPr/>
          </p:nvSpPr>
          <p:spPr>
            <a:xfrm>
              <a:off x="10548000" y="5354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DCD5B6"/>
            </a:solidFill>
            <a:ln>
              <a:noFill/>
            </a:ln>
          </p:spPr>
        </p:sp>
        <p:sp>
          <p:nvSpPr>
            <p:cNvPr id="1293" name="Контур"/>
            <p:cNvSpPr/>
            <p:nvPr/>
          </p:nvSpPr>
          <p:spPr>
            <a:xfrm>
              <a:off x="10548000" y="5354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92" name="Надпись"/>
            <p:cNvSpPr txBox="1"/>
            <p:nvPr/>
          </p:nvSpPr>
          <p:spPr>
            <a:xfrm>
              <a:off x="11093299" y="5332476"/>
              <a:ext cx="216444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коммунально-складского вида</a:t>
              </a:r>
            </a:p>
          </p:txBody>
        </p:sp>
        <p:sp>
          <p:nvSpPr>
            <p:cNvPr id="1294" name="Контур"/>
            <p:cNvSpPr/>
            <p:nvPr/>
          </p:nvSpPr>
          <p:spPr>
            <a:xfrm>
              <a:off x="10548000" y="558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D7C6C1"/>
            </a:solidFill>
            <a:ln>
              <a:noFill/>
            </a:ln>
          </p:spPr>
        </p:sp>
        <p:sp>
          <p:nvSpPr>
            <p:cNvPr id="1296" name="Контур"/>
            <p:cNvSpPr/>
            <p:nvPr/>
          </p:nvSpPr>
          <p:spPr>
            <a:xfrm>
              <a:off x="10548000" y="558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95" name="Надпись"/>
            <p:cNvSpPr txBox="1"/>
            <p:nvPr/>
          </p:nvSpPr>
          <p:spPr>
            <a:xfrm>
              <a:off x="11093299" y="5566476"/>
              <a:ext cx="220195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жилищно-коммунального вида</a:t>
              </a:r>
            </a:p>
          </p:txBody>
        </p:sp>
        <p:sp>
          <p:nvSpPr>
            <p:cNvPr id="1297" name="Контур"/>
            <p:cNvSpPr/>
            <p:nvPr/>
          </p:nvSpPr>
          <p:spPr>
            <a:xfrm>
              <a:off x="10548000" y="5822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C0E3B5"/>
            </a:solidFill>
            <a:ln>
              <a:noFill/>
            </a:ln>
          </p:spPr>
        </p:sp>
        <p:sp>
          <p:nvSpPr>
            <p:cNvPr id="1299" name="Контур"/>
            <p:cNvSpPr/>
            <p:nvPr/>
          </p:nvSpPr>
          <p:spPr>
            <a:xfrm>
              <a:off x="10548000" y="5822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98" name="Надпись"/>
            <p:cNvSpPr txBox="1"/>
            <p:nvPr/>
          </p:nvSpPr>
          <p:spPr>
            <a:xfrm>
              <a:off x="11093299" y="5800476"/>
              <a:ext cx="232149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природно-рекреационного вида</a:t>
              </a:r>
            </a:p>
          </p:txBody>
        </p:sp>
        <p:sp>
          <p:nvSpPr>
            <p:cNvPr id="1300" name="Надпись"/>
            <p:cNvSpPr txBox="1"/>
            <p:nvPr/>
          </p:nvSpPr>
          <p:spPr>
            <a:xfrm>
              <a:off x="10535299" y="6034476"/>
              <a:ext cx="217421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Транспортная инфраструктура</a:t>
              </a:r>
            </a:p>
          </p:txBody>
        </p:sp>
        <p:sp>
          <p:nvSpPr>
            <p:cNvPr id="1301" name="Контур"/>
            <p:cNvSpPr/>
            <p:nvPr/>
          </p:nvSpPr>
          <p:spPr>
            <a:xfrm>
              <a:off x="10548000" y="6290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ADA4A0"/>
            </a:solidFill>
            <a:ln>
              <a:noFill/>
            </a:ln>
          </p:spPr>
        </p:sp>
        <p:sp>
          <p:nvSpPr>
            <p:cNvPr id="1303" name="Контур"/>
            <p:cNvSpPr/>
            <p:nvPr/>
          </p:nvSpPr>
          <p:spPr>
            <a:xfrm>
              <a:off x="10548000" y="6290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302" name="Надпись"/>
            <p:cNvSpPr txBox="1"/>
            <p:nvPr/>
          </p:nvSpPr>
          <p:spPr>
            <a:xfrm>
              <a:off x="11093299" y="6268476"/>
              <a:ext cx="3099625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территории железнодорожного транспорта</a:t>
              </a:r>
            </a:p>
          </p:txBody>
        </p:sp>
        <p:sp>
          <p:nvSpPr>
            <p:cNvPr id="1304" name="Контур"/>
            <p:cNvSpPr/>
            <p:nvPr/>
          </p:nvSpPr>
          <p:spPr>
            <a:xfrm>
              <a:off x="10548000" y="6524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06" name="Контур"/>
            <p:cNvSpPr/>
            <p:nvPr/>
          </p:nvSpPr>
          <p:spPr>
            <a:xfrm>
              <a:off x="10548000" y="6524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305" name="Надпись"/>
            <p:cNvSpPr txBox="1"/>
            <p:nvPr/>
          </p:nvSpPr>
          <p:spPr>
            <a:xfrm>
              <a:off x="11093299" y="6502476"/>
              <a:ext cx="345322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территории автодорог, улиц и местных проездов</a:t>
              </a:r>
            </a:p>
          </p:txBody>
        </p:sp>
        <p:sp>
          <p:nvSpPr>
            <p:cNvPr id="1307" name="Надпись"/>
            <p:cNvSpPr txBox="1"/>
            <p:nvPr/>
          </p:nvSpPr>
          <p:spPr>
            <a:xfrm>
              <a:off x="10535299" y="6736476"/>
              <a:ext cx="408117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Линии градостроительного регулирования, действующие</a:t>
              </a:r>
            </a:p>
          </p:txBody>
        </p:sp>
        <p:sp>
          <p:nvSpPr>
            <p:cNvPr id="1309" name="Контур"/>
            <p:cNvSpPr/>
            <p:nvPr/>
          </p:nvSpPr>
          <p:spPr>
            <a:xfrm>
              <a:off x="10548000" y="70466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37800" y="0"/>
                  </a:lnTo>
                  <a:moveTo>
                    <a:pt x="37800" y="0"/>
                  </a:moveTo>
                  <a:lnTo>
                    <a:pt x="75600" y="0"/>
                  </a:lnTo>
                  <a:moveTo>
                    <a:pt x="75600" y="0"/>
                  </a:moveTo>
                  <a:lnTo>
                    <a:pt x="113400" y="0"/>
                  </a:lnTo>
                  <a:moveTo>
                    <a:pt x="113400" y="0"/>
                  </a:moveTo>
                  <a:lnTo>
                    <a:pt x="151200" y="0"/>
                  </a:lnTo>
                  <a:moveTo>
                    <a:pt x="151200" y="0"/>
                  </a:moveTo>
                  <a:lnTo>
                    <a:pt x="189000" y="0"/>
                  </a:lnTo>
                  <a:moveTo>
                    <a:pt x="189000" y="0"/>
                  </a:moveTo>
                  <a:lnTo>
                    <a:pt x="226800" y="0"/>
                  </a:lnTo>
                  <a:moveTo>
                    <a:pt x="226800" y="0"/>
                  </a:moveTo>
                  <a:lnTo>
                    <a:pt x="264600" y="0"/>
                  </a:lnTo>
                  <a:moveTo>
                    <a:pt x="264600" y="0"/>
                  </a:moveTo>
                  <a:lnTo>
                    <a:pt x="302400" y="0"/>
                  </a:lnTo>
                  <a:moveTo>
                    <a:pt x="302400" y="0"/>
                  </a:moveTo>
                  <a:lnTo>
                    <a:pt x="340200" y="0"/>
                  </a:lnTo>
                  <a:moveTo>
                    <a:pt x="340200" y="0"/>
                  </a:moveTo>
                  <a:lnTo>
                    <a:pt x="378000" y="0"/>
                  </a:lnTo>
                  <a:moveTo>
                    <a:pt x="378000" y="0"/>
                  </a:moveTo>
                  <a:lnTo>
                    <a:pt x="415800" y="0"/>
                  </a:lnTo>
                  <a:moveTo>
                    <a:pt x="415800" y="0"/>
                  </a:moveTo>
                  <a:lnTo>
                    <a:pt x="453600" y="0"/>
                  </a:lnTo>
                  <a:moveTo>
                    <a:pt x="453600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F0000"/>
              </a:solidFill>
              <a:miter lim="1000000"/>
            </a:ln>
          </p:spPr>
        </p:sp>
        <p:sp>
          <p:nvSpPr>
            <p:cNvPr id="1308" name="Надпись"/>
            <p:cNvSpPr txBox="1"/>
            <p:nvPr/>
          </p:nvSpPr>
          <p:spPr>
            <a:xfrm>
              <a:off x="11093299" y="6970476"/>
              <a:ext cx="3727177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красные линии, обозначающие границы территорий</a:t>
              </a:r>
            </a:p>
          </p:txBody>
        </p:sp>
        <p:sp>
          <p:nvSpPr>
            <p:cNvPr id="1310" name="Надпись"/>
            <p:cNvSpPr txBox="1"/>
            <p:nvPr/>
          </p:nvSpPr>
          <p:spPr>
            <a:xfrm>
              <a:off x="11093299" y="7121676"/>
              <a:ext cx="313211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общего пользования улично-дорожной сети</a:t>
              </a:r>
            </a:p>
          </p:txBody>
        </p:sp>
        <p:sp>
          <p:nvSpPr>
            <p:cNvPr id="1311" name="Надпись"/>
            <p:cNvSpPr txBox="1"/>
            <p:nvPr/>
          </p:nvSpPr>
          <p:spPr>
            <a:xfrm>
              <a:off x="11093299" y="7272876"/>
              <a:ext cx="109069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города Москвы</a:t>
              </a:r>
            </a:p>
          </p:txBody>
        </p:sp>
        <p:sp>
          <p:nvSpPr>
            <p:cNvPr id="1313" name="Контур"/>
            <p:cNvSpPr/>
            <p:nvPr/>
          </p:nvSpPr>
          <p:spPr>
            <a:xfrm>
              <a:off x="10548000" y="7583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4040" cap="flat">
              <a:solidFill>
                <a:srgbClr val="000000"/>
              </a:solidFill>
              <a:miter lim="1000000"/>
            </a:ln>
          </p:spPr>
        </p:sp>
        <p:sp>
          <p:nvSpPr>
            <p:cNvPr id="1312" name="Надпись"/>
            <p:cNvSpPr txBox="1"/>
            <p:nvPr/>
          </p:nvSpPr>
          <p:spPr>
            <a:xfrm>
              <a:off x="11093299" y="7506876"/>
              <a:ext cx="356629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санитарно-защитных зон (установленных)</a:t>
              </a:r>
            </a:p>
          </p:txBody>
        </p:sp>
        <p:sp>
          <p:nvSpPr>
            <p:cNvPr id="1315" name="Контур"/>
            <p:cNvSpPr/>
            <p:nvPr/>
          </p:nvSpPr>
          <p:spPr>
            <a:xfrm>
              <a:off x="10548000" y="7817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4040" cap="flat">
              <a:solidFill>
                <a:srgbClr val="000000"/>
              </a:solidFill>
              <a:custDash>
                <a:ds d="714285" sp="238095"/>
                <a:ds d="119047" sp="238095"/>
              </a:custDash>
              <a:miter lim="1000000"/>
            </a:ln>
          </p:spPr>
        </p:sp>
        <p:sp>
          <p:nvSpPr>
            <p:cNvPr id="1314" name="Надпись"/>
            <p:cNvSpPr txBox="1"/>
            <p:nvPr/>
          </p:nvSpPr>
          <p:spPr>
            <a:xfrm>
              <a:off x="11093299" y="7740876"/>
              <a:ext cx="323620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санитарно-защитных зон (расчётных)</a:t>
              </a:r>
            </a:p>
          </p:txBody>
        </p:sp>
        <p:sp>
          <p:nvSpPr>
            <p:cNvPr id="1317" name="Контур"/>
            <p:cNvSpPr/>
            <p:nvPr/>
          </p:nvSpPr>
          <p:spPr>
            <a:xfrm>
              <a:off x="10548000" y="8051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4040" cap="flat">
              <a:solidFill>
                <a:srgbClr val="000000"/>
              </a:solidFill>
              <a:custDash>
                <a:ds d="526315" sp="409356"/>
              </a:custDash>
              <a:miter lim="1000000"/>
            </a:ln>
          </p:spPr>
        </p:sp>
        <p:sp>
          <p:nvSpPr>
            <p:cNvPr id="1316" name="Надпись"/>
            <p:cNvSpPr txBox="1"/>
            <p:nvPr/>
          </p:nvSpPr>
          <p:spPr>
            <a:xfrm>
              <a:off x="11093299" y="7974876"/>
              <a:ext cx="377869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санитарно-защитных зон (ориентировочных)</a:t>
              </a:r>
            </a:p>
          </p:txBody>
        </p:sp>
        <p:sp>
          <p:nvSpPr>
            <p:cNvPr id="1319" name="Контур"/>
            <p:cNvSpPr/>
            <p:nvPr/>
          </p:nvSpPr>
          <p:spPr>
            <a:xfrm>
              <a:off x="10548000" y="8285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75600" y="0"/>
                  </a:lnTo>
                  <a:moveTo>
                    <a:pt x="88200" y="0"/>
                  </a:moveTo>
                  <a:lnTo>
                    <a:pt x="94500" y="0"/>
                  </a:lnTo>
                  <a:moveTo>
                    <a:pt x="107100" y="0"/>
                  </a:moveTo>
                  <a:lnTo>
                    <a:pt x="113400" y="0"/>
                  </a:lnTo>
                  <a:moveTo>
                    <a:pt x="126000" y="0"/>
                  </a:moveTo>
                  <a:lnTo>
                    <a:pt x="201600" y="0"/>
                  </a:lnTo>
                  <a:moveTo>
                    <a:pt x="214200" y="0"/>
                  </a:moveTo>
                  <a:lnTo>
                    <a:pt x="220500" y="0"/>
                  </a:lnTo>
                  <a:moveTo>
                    <a:pt x="233100" y="0"/>
                  </a:moveTo>
                  <a:lnTo>
                    <a:pt x="239400" y="0"/>
                  </a:lnTo>
                  <a:moveTo>
                    <a:pt x="252000" y="0"/>
                  </a:moveTo>
                  <a:lnTo>
                    <a:pt x="327600" y="0"/>
                  </a:lnTo>
                  <a:moveTo>
                    <a:pt x="340200" y="0"/>
                  </a:moveTo>
                  <a:lnTo>
                    <a:pt x="346500" y="0"/>
                  </a:lnTo>
                  <a:moveTo>
                    <a:pt x="359100" y="0"/>
                  </a:moveTo>
                  <a:lnTo>
                    <a:pt x="365400" y="0"/>
                  </a:lnTo>
                  <a:moveTo>
                    <a:pt x="378000" y="0"/>
                  </a:moveTo>
                  <a:lnTo>
                    <a:pt x="453600" y="0"/>
                  </a:lnTo>
                  <a:moveTo>
                    <a:pt x="466200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E0004"/>
              </a:solidFill>
              <a:miter lim="1000000"/>
            </a:ln>
          </p:spPr>
        </p:sp>
        <p:sp>
          <p:nvSpPr>
            <p:cNvPr id="1318" name="Надпись"/>
            <p:cNvSpPr txBox="1"/>
            <p:nvPr/>
          </p:nvSpPr>
          <p:spPr>
            <a:xfrm>
              <a:off x="11093299" y="8208876"/>
              <a:ext cx="272634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полос отвода железных дорог</a:t>
              </a:r>
            </a:p>
          </p:txBody>
        </p:sp>
        <p:sp>
          <p:nvSpPr>
            <p:cNvPr id="1320" name="Контур"/>
            <p:cNvSpPr/>
            <p:nvPr/>
          </p:nvSpPr>
          <p:spPr>
            <a:xfrm>
              <a:off x="10548000" y="8519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114146" y="0"/>
                  </a:lnTo>
                  <a:moveTo>
                    <a:pt x="114146" y="0"/>
                  </a:moveTo>
                  <a:lnTo>
                    <a:pt x="228293" y="0"/>
                  </a:lnTo>
                  <a:moveTo>
                    <a:pt x="228293" y="0"/>
                  </a:moveTo>
                  <a:lnTo>
                    <a:pt x="342439" y="0"/>
                  </a:lnTo>
                  <a:moveTo>
                    <a:pt x="342439" y="0"/>
                  </a:moveTo>
                  <a:lnTo>
                    <a:pt x="456585" y="0"/>
                  </a:lnTo>
                  <a:moveTo>
                    <a:pt x="456585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F0101"/>
              </a:solidFill>
              <a:miter lim="1000000"/>
            </a:ln>
          </p:spPr>
        </p:sp>
        <p:sp>
          <p:nvSpPr>
            <p:cNvPr id="1322" name="Контур"/>
            <p:cNvSpPr/>
            <p:nvPr/>
          </p:nvSpPr>
          <p:spPr>
            <a:xfrm>
              <a:off x="10647483" y="8465020"/>
              <a:ext cx="271493" cy="43200"/>
            </a:xfrm>
            <a:custGeom>
              <a:avLst/>
              <a:gdLst/>
              <a:ahLst/>
              <a:cxnLst/>
              <a:rect l="l" t="t" r="r" b="b"/>
              <a:pathLst>
                <a:path w="271493" h="43200" fill="none">
                  <a:moveTo>
                    <a:pt x="43200" y="0"/>
                  </a:moveTo>
                  <a:lnTo>
                    <a:pt x="21600" y="43200"/>
                  </a:lnTo>
                  <a:lnTo>
                    <a:pt x="0" y="0"/>
                  </a:lnTo>
                  <a:lnTo>
                    <a:pt x="43200" y="0"/>
                  </a:lnTo>
                  <a:lnTo>
                    <a:pt x="37800" y="0"/>
                  </a:lnTo>
                  <a:lnTo>
                    <a:pt x="21600" y="32400"/>
                  </a:lnTo>
                  <a:lnTo>
                    <a:pt x="5400" y="0"/>
                  </a:lnTo>
                  <a:lnTo>
                    <a:pt x="5400" y="5400"/>
                  </a:lnTo>
                  <a:lnTo>
                    <a:pt x="37800" y="5400"/>
                  </a:lnTo>
                  <a:lnTo>
                    <a:pt x="37800" y="0"/>
                  </a:lnTo>
                  <a:lnTo>
                    <a:pt x="43200" y="0"/>
                  </a:lnTo>
                  <a:lnTo>
                    <a:pt x="32400" y="10800"/>
                  </a:lnTo>
                  <a:lnTo>
                    <a:pt x="37800" y="10800"/>
                  </a:lnTo>
                  <a:lnTo>
                    <a:pt x="27000" y="21600"/>
                  </a:lnTo>
                  <a:lnTo>
                    <a:pt x="32400" y="21600"/>
                  </a:lnTo>
                  <a:lnTo>
                    <a:pt x="21600" y="32400"/>
                  </a:lnTo>
                  <a:lnTo>
                    <a:pt x="27000" y="32400"/>
                  </a:lnTo>
                  <a:lnTo>
                    <a:pt x="21600" y="37800"/>
                  </a:lnTo>
                  <a:lnTo>
                    <a:pt x="16200" y="32400"/>
                  </a:lnTo>
                  <a:lnTo>
                    <a:pt x="21600" y="32400"/>
                  </a:lnTo>
                  <a:lnTo>
                    <a:pt x="10800" y="21600"/>
                  </a:lnTo>
                  <a:lnTo>
                    <a:pt x="16200" y="21600"/>
                  </a:lnTo>
                  <a:lnTo>
                    <a:pt x="5400" y="10800"/>
                  </a:lnTo>
                  <a:lnTo>
                    <a:pt x="10800" y="10800"/>
                  </a:lnTo>
                  <a:lnTo>
                    <a:pt x="0" y="0"/>
                  </a:lnTo>
                  <a:lnTo>
                    <a:pt x="10800" y="5400"/>
                  </a:lnTo>
                  <a:lnTo>
                    <a:pt x="16200" y="0"/>
                  </a:lnTo>
                  <a:lnTo>
                    <a:pt x="21600" y="5400"/>
                  </a:lnTo>
                  <a:lnTo>
                    <a:pt x="27000" y="0"/>
                  </a:lnTo>
                  <a:lnTo>
                    <a:pt x="32400" y="5400"/>
                  </a:lnTo>
                  <a:lnTo>
                    <a:pt x="43200" y="0"/>
                  </a:lnTo>
                  <a:lnTo>
                    <a:pt x="37800" y="5400"/>
                  </a:lnTo>
                  <a:lnTo>
                    <a:pt x="32400" y="0"/>
                  </a:lnTo>
                  <a:lnTo>
                    <a:pt x="27000" y="5400"/>
                  </a:lnTo>
                  <a:lnTo>
                    <a:pt x="21600" y="0"/>
                  </a:lnTo>
                  <a:lnTo>
                    <a:pt x="16200" y="5400"/>
                  </a:lnTo>
                  <a:lnTo>
                    <a:pt x="10800" y="0"/>
                  </a:lnTo>
                  <a:lnTo>
                    <a:pt x="5400" y="5400"/>
                  </a:lnTo>
                  <a:lnTo>
                    <a:pt x="5400" y="10800"/>
                  </a:lnTo>
                  <a:lnTo>
                    <a:pt x="10800" y="10800"/>
                  </a:lnTo>
                  <a:lnTo>
                    <a:pt x="10800" y="21600"/>
                  </a:lnTo>
                  <a:lnTo>
                    <a:pt x="16200" y="21600"/>
                  </a:lnTo>
                  <a:lnTo>
                    <a:pt x="16200" y="32400"/>
                  </a:lnTo>
                  <a:lnTo>
                    <a:pt x="21600" y="43200"/>
                  </a:lnTo>
                  <a:lnTo>
                    <a:pt x="21600" y="32400"/>
                  </a:lnTo>
                  <a:lnTo>
                    <a:pt x="27000" y="32400"/>
                  </a:lnTo>
                  <a:lnTo>
                    <a:pt x="27000" y="21600"/>
                  </a:lnTo>
                  <a:lnTo>
                    <a:pt x="32400" y="21600"/>
                  </a:lnTo>
                  <a:lnTo>
                    <a:pt x="32400" y="10800"/>
                  </a:lnTo>
                  <a:lnTo>
                    <a:pt x="37800" y="10800"/>
                  </a:lnTo>
                  <a:lnTo>
                    <a:pt x="37800" y="5400"/>
                  </a:lnTo>
                  <a:moveTo>
                    <a:pt x="271493" y="0"/>
                  </a:moveTo>
                  <a:lnTo>
                    <a:pt x="249893" y="43200"/>
                  </a:lnTo>
                  <a:lnTo>
                    <a:pt x="228293" y="0"/>
                  </a:lnTo>
                  <a:lnTo>
                    <a:pt x="271493" y="0"/>
                  </a:lnTo>
                  <a:lnTo>
                    <a:pt x="266093" y="0"/>
                  </a:lnTo>
                  <a:lnTo>
                    <a:pt x="249893" y="32400"/>
                  </a:lnTo>
                  <a:lnTo>
                    <a:pt x="233693" y="0"/>
                  </a:lnTo>
                  <a:lnTo>
                    <a:pt x="233693" y="5400"/>
                  </a:lnTo>
                  <a:lnTo>
                    <a:pt x="266093" y="5400"/>
                  </a:lnTo>
                  <a:lnTo>
                    <a:pt x="266093" y="0"/>
                  </a:lnTo>
                  <a:lnTo>
                    <a:pt x="271493" y="0"/>
                  </a:lnTo>
                  <a:lnTo>
                    <a:pt x="260693" y="10800"/>
                  </a:lnTo>
                  <a:lnTo>
                    <a:pt x="266093" y="10800"/>
                  </a:lnTo>
                  <a:lnTo>
                    <a:pt x="255293" y="21600"/>
                  </a:lnTo>
                  <a:lnTo>
                    <a:pt x="260693" y="21600"/>
                  </a:lnTo>
                  <a:lnTo>
                    <a:pt x="249893" y="32400"/>
                  </a:lnTo>
                  <a:lnTo>
                    <a:pt x="255293" y="32400"/>
                  </a:lnTo>
                  <a:lnTo>
                    <a:pt x="249893" y="37800"/>
                  </a:lnTo>
                  <a:lnTo>
                    <a:pt x="244493" y="32400"/>
                  </a:lnTo>
                  <a:lnTo>
                    <a:pt x="249893" y="32400"/>
                  </a:lnTo>
                  <a:lnTo>
                    <a:pt x="239093" y="21600"/>
                  </a:lnTo>
                  <a:lnTo>
                    <a:pt x="244493" y="21600"/>
                  </a:lnTo>
                  <a:lnTo>
                    <a:pt x="233693" y="10800"/>
                  </a:lnTo>
                  <a:lnTo>
                    <a:pt x="239093" y="10800"/>
                  </a:lnTo>
                  <a:lnTo>
                    <a:pt x="228293" y="0"/>
                  </a:lnTo>
                  <a:lnTo>
                    <a:pt x="239093" y="5400"/>
                  </a:lnTo>
                  <a:lnTo>
                    <a:pt x="244493" y="0"/>
                  </a:lnTo>
                  <a:lnTo>
                    <a:pt x="249893" y="5400"/>
                  </a:lnTo>
                  <a:lnTo>
                    <a:pt x="255293" y="0"/>
                  </a:lnTo>
                  <a:lnTo>
                    <a:pt x="260693" y="5400"/>
                  </a:lnTo>
                  <a:lnTo>
                    <a:pt x="271493" y="0"/>
                  </a:lnTo>
                  <a:lnTo>
                    <a:pt x="266093" y="5400"/>
                  </a:lnTo>
                  <a:lnTo>
                    <a:pt x="260693" y="0"/>
                  </a:lnTo>
                  <a:lnTo>
                    <a:pt x="255293" y="5400"/>
                  </a:lnTo>
                  <a:lnTo>
                    <a:pt x="249893" y="0"/>
                  </a:lnTo>
                  <a:lnTo>
                    <a:pt x="244493" y="5400"/>
                  </a:lnTo>
                  <a:lnTo>
                    <a:pt x="239093" y="0"/>
                  </a:lnTo>
                  <a:lnTo>
                    <a:pt x="233693" y="5400"/>
                  </a:lnTo>
                  <a:lnTo>
                    <a:pt x="233693" y="10800"/>
                  </a:lnTo>
                  <a:lnTo>
                    <a:pt x="239093" y="10800"/>
                  </a:lnTo>
                  <a:lnTo>
                    <a:pt x="239093" y="21600"/>
                  </a:lnTo>
                  <a:lnTo>
                    <a:pt x="244493" y="21600"/>
                  </a:lnTo>
                  <a:lnTo>
                    <a:pt x="244493" y="32400"/>
                  </a:lnTo>
                  <a:lnTo>
                    <a:pt x="249893" y="43200"/>
                  </a:lnTo>
                  <a:lnTo>
                    <a:pt x="249893" y="32400"/>
                  </a:lnTo>
                  <a:lnTo>
                    <a:pt x="255293" y="32400"/>
                  </a:lnTo>
                  <a:lnTo>
                    <a:pt x="255293" y="21600"/>
                  </a:lnTo>
                  <a:lnTo>
                    <a:pt x="260693" y="21600"/>
                  </a:lnTo>
                  <a:lnTo>
                    <a:pt x="260693" y="10800"/>
                  </a:lnTo>
                  <a:lnTo>
                    <a:pt x="266093" y="10800"/>
                  </a:lnTo>
                  <a:lnTo>
                    <a:pt x="266093" y="5400"/>
                  </a:lnTo>
                </a:path>
              </a:pathLst>
            </a:custGeom>
            <a:noFill/>
            <a:ln w="5184" cap="flat">
              <a:solidFill>
                <a:srgbClr val="FF0101"/>
              </a:solidFill>
              <a:round/>
            </a:ln>
          </p:spPr>
        </p:sp>
        <p:sp>
          <p:nvSpPr>
            <p:cNvPr id="1321" name="Надпись"/>
            <p:cNvSpPr txBox="1"/>
            <p:nvPr/>
          </p:nvSpPr>
          <p:spPr>
            <a:xfrm>
              <a:off x="11093299" y="8442876"/>
              <a:ext cx="294362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объектов природного комплекса</a:t>
              </a:r>
            </a:p>
          </p:txBody>
        </p:sp>
        <p:sp>
          <p:nvSpPr>
            <p:cNvPr id="1324" name="Контур"/>
            <p:cNvSpPr/>
            <p:nvPr/>
          </p:nvSpPr>
          <p:spPr>
            <a:xfrm>
              <a:off x="10548000" y="8753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37800" y="0"/>
                  </a:lnTo>
                  <a:moveTo>
                    <a:pt x="37800" y="0"/>
                  </a:moveTo>
                  <a:lnTo>
                    <a:pt x="75600" y="0"/>
                  </a:lnTo>
                  <a:moveTo>
                    <a:pt x="75600" y="0"/>
                  </a:moveTo>
                  <a:lnTo>
                    <a:pt x="113400" y="0"/>
                  </a:lnTo>
                  <a:moveTo>
                    <a:pt x="113400" y="0"/>
                  </a:moveTo>
                  <a:lnTo>
                    <a:pt x="151200" y="0"/>
                  </a:lnTo>
                  <a:moveTo>
                    <a:pt x="151200" y="0"/>
                  </a:moveTo>
                  <a:lnTo>
                    <a:pt x="189000" y="0"/>
                  </a:lnTo>
                  <a:moveTo>
                    <a:pt x="189000" y="0"/>
                  </a:moveTo>
                  <a:lnTo>
                    <a:pt x="226800" y="0"/>
                  </a:lnTo>
                  <a:moveTo>
                    <a:pt x="226800" y="0"/>
                  </a:moveTo>
                  <a:lnTo>
                    <a:pt x="264600" y="0"/>
                  </a:lnTo>
                  <a:moveTo>
                    <a:pt x="264600" y="0"/>
                  </a:moveTo>
                  <a:lnTo>
                    <a:pt x="302400" y="0"/>
                  </a:lnTo>
                  <a:moveTo>
                    <a:pt x="302400" y="0"/>
                  </a:moveTo>
                  <a:lnTo>
                    <a:pt x="340200" y="0"/>
                  </a:lnTo>
                  <a:moveTo>
                    <a:pt x="340200" y="0"/>
                  </a:moveTo>
                  <a:lnTo>
                    <a:pt x="378000" y="0"/>
                  </a:lnTo>
                  <a:moveTo>
                    <a:pt x="378000" y="0"/>
                  </a:moveTo>
                  <a:lnTo>
                    <a:pt x="415800" y="0"/>
                  </a:lnTo>
                  <a:moveTo>
                    <a:pt x="415800" y="0"/>
                  </a:moveTo>
                  <a:lnTo>
                    <a:pt x="453600" y="0"/>
                  </a:lnTo>
                  <a:moveTo>
                    <a:pt x="453600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E0004"/>
              </a:solidFill>
              <a:miter lim="1000000"/>
            </a:ln>
          </p:spPr>
        </p:sp>
        <p:sp>
          <p:nvSpPr>
            <p:cNvPr id="1323" name="Надпись"/>
            <p:cNvSpPr txBox="1"/>
            <p:nvPr/>
          </p:nvSpPr>
          <p:spPr>
            <a:xfrm>
              <a:off x="11093299" y="8676876"/>
              <a:ext cx="183514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линии застройки</a:t>
              </a:r>
            </a:p>
          </p:txBody>
        </p:sp>
        <p:sp>
          <p:nvSpPr>
            <p:cNvPr id="1326" name="Контур"/>
            <p:cNvSpPr/>
            <p:nvPr/>
          </p:nvSpPr>
          <p:spPr>
            <a:xfrm>
              <a:off x="10548000" y="8987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21600" cap="flat">
              <a:solidFill>
                <a:srgbClr val="FE0004"/>
              </a:solidFill>
              <a:custDash>
                <a:ds d="250000" sp="83333"/>
              </a:custDash>
              <a:miter lim="1000000"/>
            </a:ln>
          </p:spPr>
        </p:sp>
        <p:sp>
          <p:nvSpPr>
            <p:cNvPr id="1325" name="Надпись"/>
            <p:cNvSpPr txBox="1"/>
            <p:nvPr/>
          </p:nvSpPr>
          <p:spPr>
            <a:xfrm>
              <a:off x="10561752" y="8927260"/>
              <a:ext cx="440496" cy="548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354" dirty="0">
                  <a:solidFill>
                    <a:srgbClr val="FE0004"/>
                  </a:solidFill>
                  <a:latin typeface="Montserrat"/>
                  <a:cs typeface="Montserrat"/>
                </a:rPr>
                <a:t>техническая зона</a:t>
              </a:r>
            </a:p>
          </p:txBody>
        </p:sp>
        <p:sp>
          <p:nvSpPr>
            <p:cNvPr id="1327" name="Надпись"/>
            <p:cNvSpPr txBox="1"/>
            <p:nvPr/>
          </p:nvSpPr>
          <p:spPr>
            <a:xfrm>
              <a:off x="11093299" y="8910876"/>
              <a:ext cx="380748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техническых зон инженерных коммуникаций</a:t>
              </a:r>
            </a:p>
          </p:txBody>
        </p:sp>
        <p:sp>
          <p:nvSpPr>
            <p:cNvPr id="1329" name="Контур"/>
            <p:cNvSpPr/>
            <p:nvPr/>
          </p:nvSpPr>
          <p:spPr>
            <a:xfrm>
              <a:off x="10548000" y="9221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21600" cap="flat">
              <a:solidFill>
                <a:srgbClr val="FE0004"/>
              </a:solidFill>
              <a:custDash>
                <a:ds d="250000" sp="83333"/>
              </a:custDash>
              <a:miter lim="1000000"/>
            </a:ln>
          </p:spPr>
        </p:sp>
        <p:sp>
          <p:nvSpPr>
            <p:cNvPr id="1328" name="Надпись"/>
            <p:cNvSpPr txBox="1"/>
            <p:nvPr/>
          </p:nvSpPr>
          <p:spPr>
            <a:xfrm>
              <a:off x="11093299" y="9144876"/>
              <a:ext cx="297982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охранных зон электроэнергетики</a:t>
              </a:r>
            </a:p>
          </p:txBody>
        </p:sp>
        <p:sp>
          <p:nvSpPr>
            <p:cNvPr id="1330" name="Надпись"/>
            <p:cNvSpPr txBox="1"/>
            <p:nvPr/>
          </p:nvSpPr>
          <p:spPr>
            <a:xfrm>
              <a:off x="10535299" y="9378876"/>
              <a:ext cx="76034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Транспорт</a:t>
              </a:r>
            </a:p>
          </p:txBody>
        </p:sp>
        <p:sp>
          <p:nvSpPr>
            <p:cNvPr id="1331" name="Контур"/>
            <p:cNvSpPr/>
            <p:nvPr/>
          </p:nvSpPr>
          <p:spPr>
            <a:xfrm>
              <a:off x="10548000" y="9689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miter lim="1000000"/>
            </a:ln>
          </p:spPr>
        </p:sp>
        <p:sp>
          <p:nvSpPr>
            <p:cNvPr id="1333" name="Контур"/>
            <p:cNvSpPr/>
            <p:nvPr/>
          </p:nvSpPr>
          <p:spPr>
            <a:xfrm>
              <a:off x="10548000" y="9689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5120" cap="flat">
              <a:solidFill>
                <a:srgbClr val="FFFFFF"/>
              </a:solidFill>
              <a:custDash>
                <a:ds d="442176" sp="442176"/>
              </a:custDash>
              <a:miter lim="1000000"/>
            </a:ln>
          </p:spPr>
        </p:sp>
        <p:sp>
          <p:nvSpPr>
            <p:cNvPr id="1332" name="Надпись"/>
            <p:cNvSpPr txBox="1"/>
            <p:nvPr/>
          </p:nvSpPr>
          <p:spPr>
            <a:xfrm>
              <a:off x="11093299" y="9612876"/>
              <a:ext cx="170384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железнодорожные пути</a:t>
              </a:r>
            </a:p>
          </p:txBody>
        </p:sp>
      </p:grpSp>
      <p:grpSp>
        <p:nvGrpSpPr>
          <p:cNvPr id="1338" name="Округ и район"/>
          <p:cNvGrpSpPr/>
          <p:nvPr/>
        </p:nvGrpSpPr>
        <p:grpSpPr>
          <a:xfrm>
            <a:off x="693690" y="1685390"/>
            <a:ext cx="2716621" cy="610197"/>
            <a:chOff x="693690" y="1685390"/>
            <a:chExt cx="2716621" cy="610197"/>
          </a:xfrm>
        </p:grpSpPr>
        <p:sp>
          <p:nvSpPr>
            <p:cNvPr id="1335" name="Надпись"/>
            <p:cNvSpPr txBox="1"/>
            <p:nvPr/>
          </p:nvSpPr>
          <p:spPr>
            <a:xfrm>
              <a:off x="1459907" y="1685390"/>
              <a:ext cx="1184186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Восточный</a:t>
              </a:r>
            </a:p>
          </p:txBody>
        </p:sp>
        <p:sp>
          <p:nvSpPr>
            <p:cNvPr id="1336" name="Надпись"/>
            <p:cNvSpPr txBox="1"/>
            <p:nvPr/>
          </p:nvSpPr>
          <p:spPr>
            <a:xfrm>
              <a:off x="693690" y="1879790"/>
              <a:ext cx="2716621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административный округ</a:t>
              </a:r>
            </a:p>
          </p:txBody>
        </p:sp>
        <p:sp>
          <p:nvSpPr>
            <p:cNvPr id="1337" name="Надпись"/>
            <p:cNvSpPr txBox="1"/>
            <p:nvPr/>
          </p:nvSpPr>
          <p:spPr>
            <a:xfrm>
              <a:off x="934425" y="2074190"/>
              <a:ext cx="2235150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район Метрогородок</a:t>
              </a:r>
            </a:p>
          </p:txBody>
        </p:sp>
      </p:grpSp>
      <p:sp>
        <p:nvSpPr>
          <p:cNvPr id="1339" name="Округ и район"/>
          <p:cNvSpPr txBox="1"/>
          <p:nvPr/>
        </p:nvSpPr>
        <p:spPr>
          <a:xfrm>
            <a:off x="7589222" y="9904190"/>
            <a:ext cx="1813555" cy="22139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/>
            <a:r>
              <a:rPr lang="ru-RU" sz="1430" b="1" dirty="0">
                <a:solidFill>
                  <a:srgbClr val="9E1717"/>
                </a:solidFill>
                <a:effectLst>
                  <a:glow rad="34560">
                    <a:srgbClr val="FFFFFF"/>
                  </a:glow>
                </a:effectLst>
                <a:latin typeface="Montserrat"/>
                <a:cs typeface="Montserrat"/>
              </a:rPr>
              <a:t>район Гольяново</a:t>
            </a:r>
          </a:p>
        </p:txBody>
      </p:sp>
      <p:grpSp>
        <p:nvGrpSpPr>
          <p:cNvPr id="1350" name="Оформление"/>
          <p:cNvGrpSpPr/>
          <p:nvPr/>
        </p:nvGrpSpPr>
        <p:grpSpPr>
          <a:xfrm>
            <a:off x="0" y="0"/>
            <a:ext cx="15120000" cy="10490400"/>
            <a:chOff x="0" y="0"/>
            <a:chExt cx="15120000" cy="10490400"/>
          </a:xfrm>
        </p:grpSpPr>
        <p:sp>
          <p:nvSpPr>
            <p:cNvPr id="1340" name="Контур"/>
            <p:cNvSpPr/>
            <p:nvPr/>
          </p:nvSpPr>
          <p:spPr>
            <a:xfrm>
              <a:off x="9522000" y="0"/>
              <a:ext cx="5598000" cy="1002600"/>
            </a:xfrm>
            <a:custGeom>
              <a:avLst/>
              <a:gdLst/>
              <a:ahLst/>
              <a:cxnLst/>
              <a:rect l="l" t="t" r="r" b="b"/>
              <a:pathLst>
                <a:path w="5598000" h="1002600">
                  <a:moveTo>
                    <a:pt x="0" y="0"/>
                  </a:moveTo>
                  <a:lnTo>
                    <a:pt x="5598000" y="0"/>
                  </a:lnTo>
                  <a:lnTo>
                    <a:pt x="5598000" y="1002600"/>
                  </a:lnTo>
                  <a:lnTo>
                    <a:pt x="0" y="100260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pic>
          <p:nvPicPr>
            <p:cNvPr id="1341" name="Рисунок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543600" cy="1000800"/>
            </a:xfrm>
            <a:prstGeom prst="rect">
              <a:avLst/>
            </a:prstGeom>
          </p:spPr>
        </p:pic>
        <p:sp>
          <p:nvSpPr>
            <p:cNvPr id="1342" name="Надпись"/>
            <p:cNvSpPr txBox="1"/>
            <p:nvPr/>
          </p:nvSpPr>
          <p:spPr>
            <a:xfrm>
              <a:off x="12722390" y="354701"/>
              <a:ext cx="2145610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ППТ КРТ № 3229</a:t>
              </a:r>
            </a:p>
          </p:txBody>
        </p:sp>
        <p:sp>
          <p:nvSpPr>
            <p:cNvPr id="1343" name="Надпись"/>
            <p:cNvSpPr txBox="1"/>
            <p:nvPr/>
          </p:nvSpPr>
          <p:spPr>
            <a:xfrm>
              <a:off x="11718334" y="642701"/>
              <a:ext cx="314966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1344" name="Контур"/>
            <p:cNvSpPr/>
            <p:nvPr/>
          </p:nvSpPr>
          <p:spPr>
            <a:xfrm>
              <a:off x="0" y="1260000"/>
              <a:ext cx="1638000" cy="1"/>
            </a:xfrm>
            <a:custGeom>
              <a:avLst/>
              <a:gdLst/>
              <a:ahLst/>
              <a:cxnLst/>
              <a:rect l="l" t="t" r="r" b="b"/>
              <a:pathLst>
                <a:path w="1638000" h="1" fill="none">
                  <a:moveTo>
                    <a:pt x="0" y="0"/>
                  </a:moveTo>
                  <a:lnTo>
                    <a:pt x="1638000" y="0"/>
                  </a:lnTo>
                </a:path>
              </a:pathLst>
            </a:custGeom>
            <a:noFill/>
            <a:ln w="38160" cap="flat">
              <a:solidFill>
                <a:srgbClr val="E93939"/>
              </a:solidFill>
              <a:miter lim="1000000"/>
            </a:ln>
          </p:spPr>
        </p:sp>
        <p:sp>
          <p:nvSpPr>
            <p:cNvPr id="1345" name="Контур"/>
            <p:cNvSpPr/>
            <p:nvPr/>
          </p:nvSpPr>
          <p:spPr>
            <a:xfrm>
              <a:off x="1584000" y="1188000"/>
              <a:ext cx="180000" cy="144000"/>
            </a:xfrm>
            <a:custGeom>
              <a:avLst/>
              <a:gdLst/>
              <a:ahLst/>
              <a:cxnLst/>
              <a:rect l="l" t="t" r="r" b="b"/>
              <a:pathLst>
                <a:path w="180000" h="144000">
                  <a:moveTo>
                    <a:pt x="0" y="0"/>
                  </a:moveTo>
                  <a:lnTo>
                    <a:pt x="180000" y="72000"/>
                  </a:lnTo>
                  <a:lnTo>
                    <a:pt x="0" y="144000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346" name="Надпись"/>
            <p:cNvSpPr txBox="1"/>
            <p:nvPr/>
          </p:nvSpPr>
          <p:spPr>
            <a:xfrm>
              <a:off x="1813139" y="985516"/>
              <a:ext cx="8431244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Схема существующего использования территорий с границами</a:t>
              </a:r>
            </a:p>
          </p:txBody>
        </p:sp>
        <p:sp>
          <p:nvSpPr>
            <p:cNvPr id="1347" name="Надпись"/>
            <p:cNvSpPr txBox="1"/>
            <p:nvPr/>
          </p:nvSpPr>
          <p:spPr>
            <a:xfrm>
              <a:off x="1813139" y="1251916"/>
              <a:ext cx="7142828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зон с особыми условиями использования территорий</a:t>
              </a:r>
            </a:p>
          </p:txBody>
        </p:sp>
        <p:sp>
          <p:nvSpPr>
            <p:cNvPr id="1348" name="Контур"/>
            <p:cNvSpPr/>
            <p:nvPr/>
          </p:nvSpPr>
          <p:spPr>
            <a:xfrm>
              <a:off x="14364000" y="10033200"/>
              <a:ext cx="640800" cy="457200"/>
            </a:xfrm>
            <a:custGeom>
              <a:avLst/>
              <a:gdLst/>
              <a:ahLst/>
              <a:cxnLst/>
              <a:rect l="l" t="t" r="r" b="b"/>
              <a:pathLst>
                <a:path w="640800" h="457200">
                  <a:moveTo>
                    <a:pt x="86868" y="457200"/>
                  </a:moveTo>
                  <a:lnTo>
                    <a:pt x="467064" y="457200"/>
                  </a:lnTo>
                  <a:lnTo>
                    <a:pt x="640800" y="283464"/>
                  </a:lnTo>
                  <a:lnTo>
                    <a:pt x="640800" y="41148"/>
                  </a:lnTo>
                  <a:lnTo>
                    <a:pt x="599652" y="0"/>
                  </a:lnTo>
                  <a:lnTo>
                    <a:pt x="137160" y="0"/>
                  </a:lnTo>
                  <a:lnTo>
                    <a:pt x="0" y="137160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349" name="Надпись"/>
            <p:cNvSpPr txBox="1"/>
            <p:nvPr/>
          </p:nvSpPr>
          <p:spPr>
            <a:xfrm>
              <a:off x="14574858" y="10122113"/>
              <a:ext cx="219084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2000" b="1" dirty="0">
                  <a:solidFill>
                    <a:srgbClr val="FFFFFF"/>
                  </a:solidFill>
                  <a:latin typeface="Montserrat"/>
                  <a:cs typeface="Montserrat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Карта"/>
          <p:cNvGrpSpPr/>
          <p:nvPr/>
        </p:nvGrpSpPr>
        <p:grpSpPr>
          <a:xfrm>
            <a:off x="252000" y="1584000"/>
            <a:ext cx="10044000" cy="8604000"/>
            <a:chOff x="252000" y="1584000"/>
            <a:chExt cx="10044000" cy="8604000"/>
          </a:xfrm>
        </p:grpSpPr>
        <p:grpSp>
          <p:nvGrpSpPr>
            <p:cNvPr id="19" name="Подложка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pic>
            <p:nvPicPr>
              <p:cNvPr id="2" name="Рисунок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2000" y="1584000"/>
                <a:ext cx="2774424" cy="1499167"/>
              </a:xfrm>
              <a:prstGeom prst="rect">
                <a:avLst/>
              </a:prstGeom>
            </p:spPr>
          </p:pic>
          <p:pic>
            <p:nvPicPr>
              <p:cNvPr id="3" name="Рисунок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000" y="3048898"/>
                <a:ext cx="2785781" cy="3133626"/>
              </a:xfrm>
              <a:prstGeom prst="rect">
                <a:avLst/>
              </a:prstGeom>
            </p:spPr>
          </p:pic>
          <p:pic>
            <p:nvPicPr>
              <p:cNvPr id="4" name="Рисунок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2000" y="6148212"/>
                <a:ext cx="2797139" cy="3133915"/>
              </a:xfrm>
              <a:prstGeom prst="rect">
                <a:avLst/>
              </a:prstGeom>
            </p:spPr>
          </p:pic>
          <p:pic>
            <p:nvPicPr>
              <p:cNvPr id="5" name="Рисунок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2000" y="9247773"/>
                <a:ext cx="2800669" cy="940227"/>
              </a:xfrm>
              <a:prstGeom prst="rect">
                <a:avLst/>
              </a:prstGeom>
            </p:spPr>
          </p:pic>
          <p:pic>
            <p:nvPicPr>
              <p:cNvPr id="6" name="Рисунок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97003" y="1584000"/>
                <a:ext cx="3128614" cy="1489199"/>
              </a:xfrm>
              <a:prstGeom prst="rect">
                <a:avLst/>
              </a:prstGeom>
            </p:spPr>
          </p:pic>
          <p:pic>
            <p:nvPicPr>
              <p:cNvPr id="7" name="Рисунок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21587267">
                <a:off x="3008082" y="3043192"/>
                <a:ext cx="3123426" cy="3123550"/>
              </a:xfrm>
              <a:prstGeom prst="rect">
                <a:avLst/>
              </a:prstGeom>
            </p:spPr>
          </p:pic>
          <p:pic>
            <p:nvPicPr>
              <p:cNvPr id="8" name="Рисунок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21587268">
                <a:off x="3019438" y="6142506"/>
                <a:ext cx="3123674" cy="3123797"/>
              </a:xfrm>
              <a:prstGeom prst="rect">
                <a:avLst/>
              </a:prstGeom>
            </p:spPr>
          </p:pic>
          <p:pic>
            <p:nvPicPr>
              <p:cNvPr id="9" name="Рисунок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25082" y="9236292"/>
                <a:ext cx="3127387" cy="951708"/>
              </a:xfrm>
              <a:prstGeom prst="rect">
                <a:avLst/>
              </a:prstGeom>
            </p:spPr>
          </p:pic>
          <p:pic>
            <p:nvPicPr>
              <p:cNvPr id="10" name="Рисунок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096121" y="1584000"/>
                <a:ext cx="3128688" cy="1477721"/>
              </a:xfrm>
              <a:prstGeom prst="rect">
                <a:avLst/>
              </a:prstGeom>
            </p:spPr>
          </p:pic>
          <p:pic>
            <p:nvPicPr>
              <p:cNvPr id="11" name="Рисунок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 rot="21586994">
                <a:off x="6107397" y="3031590"/>
                <a:ext cx="3123426" cy="3123550"/>
              </a:xfrm>
              <a:prstGeom prst="rect">
                <a:avLst/>
              </a:prstGeom>
            </p:spPr>
          </p:pic>
          <p:pic>
            <p:nvPicPr>
              <p:cNvPr id="12" name="Рисунок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 rot="21586995">
                <a:off x="6118998" y="6130903"/>
                <a:ext cx="3123674" cy="3123798"/>
              </a:xfrm>
              <a:prstGeom prst="rect">
                <a:avLst/>
              </a:prstGeom>
            </p:spPr>
          </p:pic>
          <p:pic>
            <p:nvPicPr>
              <p:cNvPr id="13" name="Рисунок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24765" y="9224565"/>
                <a:ext cx="3127506" cy="963435"/>
              </a:xfrm>
              <a:prstGeom prst="rect">
                <a:avLst/>
              </a:prstGeom>
            </p:spPr>
          </p:pic>
          <p:pic>
            <p:nvPicPr>
              <p:cNvPr id="14" name="Рисунок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195241" y="1584000"/>
                <a:ext cx="1100759" cy="1465997"/>
              </a:xfrm>
              <a:prstGeom prst="rect">
                <a:avLst/>
              </a:prstGeom>
            </p:spPr>
          </p:pic>
          <p:pic>
            <p:nvPicPr>
              <p:cNvPr id="15" name="Рисунок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200752" y="3021555"/>
                <a:ext cx="1095248" cy="3127758"/>
              </a:xfrm>
              <a:prstGeom prst="rect">
                <a:avLst/>
              </a:prstGeom>
            </p:spPr>
          </p:pic>
          <p:pic>
            <p:nvPicPr>
              <p:cNvPr id="16" name="Рисунок"/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212599" y="6120914"/>
                <a:ext cx="1083401" cy="3127960"/>
              </a:xfrm>
              <a:prstGeom prst="rect">
                <a:avLst/>
              </a:prstGeom>
            </p:spPr>
          </p:pic>
          <p:pic>
            <p:nvPicPr>
              <p:cNvPr id="17" name="Рисунок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224447" y="9220519"/>
                <a:ext cx="1071553" cy="967481"/>
              </a:xfrm>
              <a:prstGeom prst="rect">
                <a:avLst/>
              </a:prstGeom>
            </p:spPr>
          </p:pic>
          <p:sp>
            <p:nvSpPr>
              <p:cNvPr id="18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>
                    <a:moveTo>
                      <a:pt x="0" y="0"/>
                    </a:moveTo>
                    <a:lnTo>
                      <a:pt x="10044000" y="0"/>
                    </a:lnTo>
                    <a:lnTo>
                      <a:pt x="10044000" y="8604000"/>
                    </a:lnTo>
                    <a:lnTo>
                      <a:pt x="0" y="8604000"/>
                    </a:lnTo>
                    <a:close/>
                  </a:path>
                </a:pathLst>
              </a:custGeom>
              <a:solidFill>
                <a:srgbClr val="FFFFFF">
                  <a:alpha val="15000"/>
                </a:srgbClr>
              </a:solidFill>
              <a:ln>
                <a:noFill/>
              </a:ln>
            </p:spPr>
          </p:sp>
        </p:grpSp>
        <p:grpSp>
          <p:nvGrpSpPr>
            <p:cNvPr id="80" name="Земельные участки (ЕГРН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20" name="Контур"/>
              <p:cNvSpPr/>
              <p:nvPr/>
            </p:nvSpPr>
            <p:spPr>
              <a:xfrm>
                <a:off x="8379932" y="5987418"/>
                <a:ext cx="1916068" cy="1258727"/>
              </a:xfrm>
              <a:custGeom>
                <a:avLst/>
                <a:gdLst/>
                <a:ahLst/>
                <a:cxnLst/>
                <a:rect l="l" t="t" r="r" b="b"/>
                <a:pathLst>
                  <a:path w="1916068" h="1258727" fill="none">
                    <a:moveTo>
                      <a:pt x="1916068" y="258325"/>
                    </a:moveTo>
                    <a:lnTo>
                      <a:pt x="1733118" y="364412"/>
                    </a:lnTo>
                    <a:lnTo>
                      <a:pt x="1382930" y="454319"/>
                    </a:lnTo>
                    <a:lnTo>
                      <a:pt x="1359440" y="464489"/>
                    </a:lnTo>
                    <a:lnTo>
                      <a:pt x="1203651" y="503368"/>
                    </a:lnTo>
                    <a:lnTo>
                      <a:pt x="956606" y="0"/>
                    </a:lnTo>
                    <a:lnTo>
                      <a:pt x="0" y="451160"/>
                    </a:lnTo>
                    <a:lnTo>
                      <a:pt x="375922" y="1246577"/>
                    </a:lnTo>
                    <a:lnTo>
                      <a:pt x="381592" y="1258727"/>
                    </a:lnTo>
                    <a:lnTo>
                      <a:pt x="1916068" y="526497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21" name="Контур"/>
              <p:cNvSpPr/>
              <p:nvPr/>
            </p:nvSpPr>
            <p:spPr>
              <a:xfrm>
                <a:off x="7290598" y="2673277"/>
                <a:ext cx="2138206" cy="4052304"/>
              </a:xfrm>
              <a:custGeom>
                <a:avLst/>
                <a:gdLst/>
                <a:ahLst/>
                <a:cxnLst/>
                <a:rect l="l" t="t" r="r" b="b"/>
                <a:pathLst>
                  <a:path w="2138206" h="4052304" fill="none">
                    <a:moveTo>
                      <a:pt x="2045940" y="3314141"/>
                    </a:moveTo>
                    <a:lnTo>
                      <a:pt x="2019481" y="3260411"/>
                    </a:lnTo>
                    <a:lnTo>
                      <a:pt x="1929933" y="3077892"/>
                    </a:lnTo>
                    <a:lnTo>
                      <a:pt x="767587" y="3637500"/>
                    </a:lnTo>
                    <a:lnTo>
                      <a:pt x="399219" y="3814886"/>
                    </a:lnTo>
                    <a:lnTo>
                      <a:pt x="215979" y="3903174"/>
                    </a:lnTo>
                    <a:lnTo>
                      <a:pt x="287078" y="4052304"/>
                    </a:lnTo>
                    <a:lnTo>
                      <a:pt x="839496" y="3790499"/>
                    </a:lnTo>
                    <a:lnTo>
                      <a:pt x="1053425" y="3689161"/>
                    </a:lnTo>
                    <a:lnTo>
                      <a:pt x="1089334" y="3765301"/>
                    </a:lnTo>
                    <a:lnTo>
                      <a:pt x="2045940" y="3314141"/>
                    </a:lnTo>
                    <a:close/>
                    <a:moveTo>
                      <a:pt x="399219" y="3814886"/>
                    </a:moveTo>
                    <a:lnTo>
                      <a:pt x="1929933" y="3077892"/>
                    </a:lnTo>
                    <a:lnTo>
                      <a:pt x="1768026" y="2747953"/>
                    </a:lnTo>
                    <a:lnTo>
                      <a:pt x="1540061" y="2230455"/>
                    </a:lnTo>
                    <a:lnTo>
                      <a:pt x="1542582" y="2207595"/>
                    </a:lnTo>
                    <a:lnTo>
                      <a:pt x="1564361" y="2201475"/>
                    </a:lnTo>
                    <a:lnTo>
                      <a:pt x="1492723" y="2058106"/>
                    </a:lnTo>
                    <a:lnTo>
                      <a:pt x="1484893" y="2051356"/>
                    </a:lnTo>
                    <a:lnTo>
                      <a:pt x="449175" y="2852433"/>
                    </a:lnTo>
                    <a:lnTo>
                      <a:pt x="508394" y="2923443"/>
                    </a:lnTo>
                    <a:lnTo>
                      <a:pt x="459884" y="2960972"/>
                    </a:lnTo>
                    <a:lnTo>
                      <a:pt x="427125" y="2920653"/>
                    </a:lnTo>
                    <a:lnTo>
                      <a:pt x="375555" y="2961602"/>
                    </a:lnTo>
                    <a:lnTo>
                      <a:pt x="349005" y="2929922"/>
                    </a:lnTo>
                    <a:lnTo>
                      <a:pt x="92776" y="3128099"/>
                    </a:lnTo>
                    <a:lnTo>
                      <a:pt x="126795" y="3170759"/>
                    </a:lnTo>
                    <a:lnTo>
                      <a:pt x="100605" y="3194698"/>
                    </a:lnTo>
                    <a:lnTo>
                      <a:pt x="399219" y="3814886"/>
                    </a:lnTo>
                    <a:close/>
                    <a:moveTo>
                      <a:pt x="307516" y="2870342"/>
                    </a:moveTo>
                    <a:lnTo>
                      <a:pt x="346215" y="2919842"/>
                    </a:lnTo>
                    <a:lnTo>
                      <a:pt x="352245" y="2927402"/>
                    </a:lnTo>
                    <a:lnTo>
                      <a:pt x="362145" y="2940002"/>
                    </a:lnTo>
                    <a:lnTo>
                      <a:pt x="412635" y="2900133"/>
                    </a:lnTo>
                    <a:lnTo>
                      <a:pt x="456914" y="2955482"/>
                    </a:lnTo>
                    <a:lnTo>
                      <a:pt x="499574" y="2922453"/>
                    </a:lnTo>
                    <a:lnTo>
                      <a:pt x="400576" y="2798163"/>
                    </a:lnTo>
                    <a:lnTo>
                      <a:pt x="399316" y="2797713"/>
                    </a:lnTo>
                    <a:lnTo>
                      <a:pt x="307516" y="2870342"/>
                    </a:lnTo>
                    <a:close/>
                    <a:moveTo>
                      <a:pt x="404093" y="1647791"/>
                    </a:moveTo>
                    <a:lnTo>
                      <a:pt x="518753" y="1563013"/>
                    </a:lnTo>
                    <a:lnTo>
                      <a:pt x="419575" y="1428733"/>
                    </a:lnTo>
                    <a:lnTo>
                      <a:pt x="398425" y="1444123"/>
                    </a:lnTo>
                    <a:lnTo>
                      <a:pt x="90810" y="1040474"/>
                    </a:lnTo>
                    <a:lnTo>
                      <a:pt x="46080" y="1070533"/>
                    </a:lnTo>
                    <a:lnTo>
                      <a:pt x="0" y="1104373"/>
                    </a:lnTo>
                    <a:lnTo>
                      <a:pt x="404093" y="1647791"/>
                    </a:lnTo>
                    <a:close/>
                    <a:moveTo>
                      <a:pt x="1436397" y="0"/>
                    </a:moveTo>
                    <a:lnTo>
                      <a:pt x="1313818" y="84149"/>
                    </a:lnTo>
                    <a:lnTo>
                      <a:pt x="1309858" y="78749"/>
                    </a:lnTo>
                    <a:lnTo>
                      <a:pt x="1066858" y="258296"/>
                    </a:lnTo>
                    <a:lnTo>
                      <a:pt x="1080538" y="313015"/>
                    </a:lnTo>
                    <a:lnTo>
                      <a:pt x="1101417" y="341725"/>
                    </a:lnTo>
                    <a:lnTo>
                      <a:pt x="1275477" y="214737"/>
                    </a:lnTo>
                    <a:lnTo>
                      <a:pt x="1439184" y="439377"/>
                    </a:lnTo>
                    <a:lnTo>
                      <a:pt x="1130665" y="664733"/>
                    </a:lnTo>
                    <a:lnTo>
                      <a:pt x="1162884" y="707933"/>
                    </a:lnTo>
                    <a:lnTo>
                      <a:pt x="591926" y="1125256"/>
                    </a:lnTo>
                    <a:lnTo>
                      <a:pt x="623335" y="1168276"/>
                    </a:lnTo>
                    <a:lnTo>
                      <a:pt x="536755" y="1231815"/>
                    </a:lnTo>
                    <a:lnTo>
                      <a:pt x="435867" y="1096366"/>
                    </a:lnTo>
                    <a:lnTo>
                      <a:pt x="397707" y="1124805"/>
                    </a:lnTo>
                    <a:lnTo>
                      <a:pt x="336598" y="1045965"/>
                    </a:lnTo>
                    <a:lnTo>
                      <a:pt x="376738" y="1014466"/>
                    </a:lnTo>
                    <a:lnTo>
                      <a:pt x="308699" y="919966"/>
                    </a:lnTo>
                    <a:lnTo>
                      <a:pt x="890638" y="495533"/>
                    </a:lnTo>
                    <a:lnTo>
                      <a:pt x="869578" y="466643"/>
                    </a:lnTo>
                    <a:lnTo>
                      <a:pt x="894868" y="448193"/>
                    </a:lnTo>
                    <a:lnTo>
                      <a:pt x="859859" y="407603"/>
                    </a:lnTo>
                    <a:lnTo>
                      <a:pt x="103230" y="955514"/>
                    </a:lnTo>
                    <a:lnTo>
                      <a:pt x="12060" y="1016893"/>
                    </a:lnTo>
                    <a:lnTo>
                      <a:pt x="46080" y="1070533"/>
                    </a:lnTo>
                    <a:lnTo>
                      <a:pt x="90810" y="1040474"/>
                    </a:lnTo>
                    <a:lnTo>
                      <a:pt x="398425" y="1444123"/>
                    </a:lnTo>
                    <a:lnTo>
                      <a:pt x="419575" y="1428733"/>
                    </a:lnTo>
                    <a:lnTo>
                      <a:pt x="518753" y="1563013"/>
                    </a:lnTo>
                    <a:lnTo>
                      <a:pt x="404093" y="1647791"/>
                    </a:lnTo>
                    <a:lnTo>
                      <a:pt x="476992" y="1748501"/>
                    </a:lnTo>
                    <a:lnTo>
                      <a:pt x="487972" y="1754891"/>
                    </a:lnTo>
                    <a:lnTo>
                      <a:pt x="608840" y="1906271"/>
                    </a:lnTo>
                    <a:lnTo>
                      <a:pt x="621530" y="1964411"/>
                    </a:lnTo>
                    <a:lnTo>
                      <a:pt x="699108" y="2202729"/>
                    </a:lnTo>
                    <a:lnTo>
                      <a:pt x="819437" y="2107871"/>
                    </a:lnTo>
                    <a:lnTo>
                      <a:pt x="813767" y="2101391"/>
                    </a:lnTo>
                    <a:lnTo>
                      <a:pt x="2092665" y="1117077"/>
                    </a:lnTo>
                    <a:lnTo>
                      <a:pt x="2032096" y="1040577"/>
                    </a:lnTo>
                    <a:lnTo>
                      <a:pt x="2115436" y="971458"/>
                    </a:lnTo>
                    <a:lnTo>
                      <a:pt x="2090236" y="937708"/>
                    </a:lnTo>
                    <a:lnTo>
                      <a:pt x="2138206" y="901888"/>
                    </a:lnTo>
                    <a:lnTo>
                      <a:pt x="1505606" y="80190"/>
                    </a:lnTo>
                    <a:lnTo>
                      <a:pt x="1436397" y="0"/>
                    </a:lnTo>
                    <a:close/>
                    <a:moveTo>
                      <a:pt x="308699" y="919966"/>
                    </a:moveTo>
                    <a:lnTo>
                      <a:pt x="376738" y="1014466"/>
                    </a:lnTo>
                    <a:lnTo>
                      <a:pt x="336598" y="1045965"/>
                    </a:lnTo>
                    <a:lnTo>
                      <a:pt x="397707" y="1124805"/>
                    </a:lnTo>
                    <a:lnTo>
                      <a:pt x="435867" y="1096366"/>
                    </a:lnTo>
                    <a:lnTo>
                      <a:pt x="536755" y="1231815"/>
                    </a:lnTo>
                    <a:lnTo>
                      <a:pt x="623335" y="1168276"/>
                    </a:lnTo>
                    <a:lnTo>
                      <a:pt x="591926" y="1125256"/>
                    </a:lnTo>
                    <a:lnTo>
                      <a:pt x="1162884" y="707933"/>
                    </a:lnTo>
                    <a:lnTo>
                      <a:pt x="1130665" y="664733"/>
                    </a:lnTo>
                    <a:lnTo>
                      <a:pt x="1439184" y="439377"/>
                    </a:lnTo>
                    <a:lnTo>
                      <a:pt x="1275477" y="214737"/>
                    </a:lnTo>
                    <a:lnTo>
                      <a:pt x="308699" y="919966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22" name="Контур"/>
              <p:cNvSpPr/>
              <p:nvPr/>
            </p:nvSpPr>
            <p:spPr>
              <a:xfrm>
                <a:off x="8775581" y="1584000"/>
                <a:ext cx="1520419" cy="4349688"/>
              </a:xfrm>
              <a:custGeom>
                <a:avLst/>
                <a:gdLst/>
                <a:ahLst/>
                <a:cxnLst/>
                <a:rect l="l" t="t" r="r" b="b"/>
                <a:pathLst>
                  <a:path w="1520419" h="4349688" fill="none">
                    <a:moveTo>
                      <a:pt x="1520419" y="2953652"/>
                    </a:moveTo>
                    <a:lnTo>
                      <a:pt x="1175668" y="2231287"/>
                    </a:lnTo>
                    <a:lnTo>
                      <a:pt x="1015468" y="2355215"/>
                    </a:lnTo>
                    <a:lnTo>
                      <a:pt x="1520419" y="3413286"/>
                    </a:lnTo>
                    <a:moveTo>
                      <a:pt x="534588" y="4349688"/>
                    </a:moveTo>
                    <a:lnTo>
                      <a:pt x="1520419" y="3879398"/>
                    </a:lnTo>
                    <a:moveTo>
                      <a:pt x="1520419" y="3413286"/>
                    </a:moveTo>
                    <a:lnTo>
                      <a:pt x="1015468" y="2355215"/>
                    </a:lnTo>
                    <a:lnTo>
                      <a:pt x="0" y="3140633"/>
                    </a:lnTo>
                    <a:lnTo>
                      <a:pt x="7740" y="3147383"/>
                    </a:lnTo>
                    <a:lnTo>
                      <a:pt x="79378" y="3290752"/>
                    </a:lnTo>
                    <a:lnTo>
                      <a:pt x="62548" y="3336922"/>
                    </a:lnTo>
                    <a:lnTo>
                      <a:pt x="283043" y="3837230"/>
                    </a:lnTo>
                    <a:lnTo>
                      <a:pt x="534588" y="4349688"/>
                    </a:lnTo>
                    <a:lnTo>
                      <a:pt x="534588" y="4349688"/>
                    </a:lnTo>
                    <a:moveTo>
                      <a:pt x="204569" y="3082765"/>
                    </a:moveTo>
                    <a:lnTo>
                      <a:pt x="139229" y="3134244"/>
                    </a:lnTo>
                    <a:lnTo>
                      <a:pt x="101250" y="3084924"/>
                    </a:lnTo>
                    <a:lnTo>
                      <a:pt x="166770" y="3033625"/>
                    </a:lnTo>
                    <a:lnTo>
                      <a:pt x="204569" y="3082765"/>
                    </a:lnTo>
                    <a:lnTo>
                      <a:pt x="204569" y="3082765"/>
                    </a:lnTo>
                    <a:moveTo>
                      <a:pt x="1135430" y="3368609"/>
                    </a:moveTo>
                    <a:lnTo>
                      <a:pt x="1100241" y="3295529"/>
                    </a:lnTo>
                    <a:lnTo>
                      <a:pt x="1150191" y="3273030"/>
                    </a:lnTo>
                    <a:lnTo>
                      <a:pt x="1185740" y="3346469"/>
                    </a:lnTo>
                    <a:lnTo>
                      <a:pt x="1135430" y="3368609"/>
                    </a:lnTo>
                    <a:lnTo>
                      <a:pt x="1135430" y="3368609"/>
                    </a:lnTo>
                    <a:moveTo>
                      <a:pt x="649276" y="81649"/>
                    </a:moveTo>
                    <a:lnTo>
                      <a:pt x="726584" y="289278"/>
                    </a:lnTo>
                    <a:lnTo>
                      <a:pt x="740354" y="326358"/>
                    </a:lnTo>
                    <a:lnTo>
                      <a:pt x="817843" y="310339"/>
                    </a:lnTo>
                    <a:lnTo>
                      <a:pt x="836294" y="209359"/>
                    </a:lnTo>
                    <a:lnTo>
                      <a:pt x="878735" y="0"/>
                    </a:lnTo>
                    <a:moveTo>
                      <a:pt x="753863" y="0"/>
                    </a:moveTo>
                    <a:lnTo>
                      <a:pt x="692566" y="41420"/>
                    </a:lnTo>
                    <a:lnTo>
                      <a:pt x="649276" y="81649"/>
                    </a:lnTo>
                    <a:lnTo>
                      <a:pt x="649276" y="81649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23" name="Контур"/>
              <p:cNvSpPr/>
              <p:nvPr/>
            </p:nvSpPr>
            <p:spPr>
              <a:xfrm>
                <a:off x="8830659" y="4874752"/>
                <a:ext cx="24300" cy="46170"/>
              </a:xfrm>
              <a:custGeom>
                <a:avLst/>
                <a:gdLst/>
                <a:ahLst/>
                <a:cxnLst/>
                <a:rect l="l" t="t" r="r" b="b"/>
                <a:pathLst>
                  <a:path w="24300" h="46170" fill="none">
                    <a:moveTo>
                      <a:pt x="7470" y="46170"/>
                    </a:moveTo>
                    <a:lnTo>
                      <a:pt x="24300" y="0"/>
                    </a:lnTo>
                    <a:lnTo>
                      <a:pt x="2521" y="6120"/>
                    </a:lnTo>
                    <a:lnTo>
                      <a:pt x="0" y="28980"/>
                    </a:lnTo>
                    <a:lnTo>
                      <a:pt x="7470" y="4617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24" name="Контур"/>
              <p:cNvSpPr/>
              <p:nvPr/>
            </p:nvSpPr>
            <p:spPr>
              <a:xfrm>
                <a:off x="8836170" y="1584000"/>
                <a:ext cx="1459830" cy="8076656"/>
              </a:xfrm>
              <a:custGeom>
                <a:avLst/>
                <a:gdLst/>
                <a:ahLst/>
                <a:cxnLst/>
                <a:rect l="l" t="t" r="r" b="b"/>
                <a:pathLst>
                  <a:path w="1459830" h="8076656" fill="none">
                    <a:moveTo>
                      <a:pt x="401759" y="0"/>
                    </a:moveTo>
                    <a:lnTo>
                      <a:pt x="484198" y="116568"/>
                    </a:lnTo>
                    <a:lnTo>
                      <a:pt x="588687" y="81649"/>
                    </a:lnTo>
                    <a:lnTo>
                      <a:pt x="631977" y="41420"/>
                    </a:lnTo>
                    <a:lnTo>
                      <a:pt x="693274" y="0"/>
                    </a:lnTo>
                    <a:moveTo>
                      <a:pt x="0" y="207014"/>
                    </a:moveTo>
                    <a:lnTo>
                      <a:pt x="97379" y="327614"/>
                    </a:lnTo>
                    <a:lnTo>
                      <a:pt x="126628" y="363614"/>
                    </a:lnTo>
                    <a:lnTo>
                      <a:pt x="226348" y="293325"/>
                    </a:lnTo>
                    <a:lnTo>
                      <a:pt x="319947" y="426255"/>
                    </a:lnTo>
                    <a:lnTo>
                      <a:pt x="584905" y="328337"/>
                    </a:lnTo>
                    <a:lnTo>
                      <a:pt x="597325" y="357047"/>
                    </a:lnTo>
                    <a:lnTo>
                      <a:pt x="679765" y="326358"/>
                    </a:lnTo>
                    <a:lnTo>
                      <a:pt x="588687" y="81649"/>
                    </a:lnTo>
                    <a:lnTo>
                      <a:pt x="484198" y="116568"/>
                    </a:lnTo>
                    <a:lnTo>
                      <a:pt x="401759" y="0"/>
                    </a:lnTo>
                    <a:moveTo>
                      <a:pt x="290207" y="0"/>
                    </a:moveTo>
                    <a:lnTo>
                      <a:pt x="258570" y="22517"/>
                    </a:lnTo>
                    <a:lnTo>
                      <a:pt x="71550" y="154185"/>
                    </a:lnTo>
                    <a:lnTo>
                      <a:pt x="73350" y="155625"/>
                    </a:lnTo>
                    <a:lnTo>
                      <a:pt x="27900" y="185504"/>
                    </a:lnTo>
                    <a:lnTo>
                      <a:pt x="0" y="207014"/>
                    </a:lnTo>
                    <a:lnTo>
                      <a:pt x="0" y="207014"/>
                    </a:lnTo>
                    <a:moveTo>
                      <a:pt x="1459830" y="1964635"/>
                    </a:moveTo>
                    <a:lnTo>
                      <a:pt x="1115079" y="2231287"/>
                    </a:lnTo>
                    <a:lnTo>
                      <a:pt x="1459830" y="2953652"/>
                    </a:lnTo>
                    <a:moveTo>
                      <a:pt x="949622" y="7772637"/>
                    </a:moveTo>
                    <a:lnTo>
                      <a:pt x="1071030" y="8026076"/>
                    </a:lnTo>
                    <a:lnTo>
                      <a:pt x="1095149" y="8076656"/>
                    </a:lnTo>
                    <a:lnTo>
                      <a:pt x="1459830" y="7902065"/>
                    </a:lnTo>
                    <a:moveTo>
                      <a:pt x="1459830" y="7543880"/>
                    </a:moveTo>
                    <a:lnTo>
                      <a:pt x="1453800" y="7531352"/>
                    </a:lnTo>
                    <a:lnTo>
                      <a:pt x="949622" y="7772637"/>
                    </a:lnTo>
                    <a:lnTo>
                      <a:pt x="949622" y="7772637"/>
                    </a:lnTo>
                    <a:moveTo>
                      <a:pt x="851263" y="6273157"/>
                    </a:moveTo>
                    <a:lnTo>
                      <a:pt x="909942" y="6394836"/>
                    </a:lnTo>
                    <a:lnTo>
                      <a:pt x="1453800" y="7531352"/>
                    </a:lnTo>
                    <a:lnTo>
                      <a:pt x="1459830" y="7543880"/>
                    </a:lnTo>
                    <a:moveTo>
                      <a:pt x="1459830" y="7233809"/>
                    </a:moveTo>
                    <a:lnTo>
                      <a:pt x="1272726" y="6842586"/>
                    </a:lnTo>
                    <a:lnTo>
                      <a:pt x="1229167" y="6751056"/>
                    </a:lnTo>
                    <a:lnTo>
                      <a:pt x="1012272" y="6295478"/>
                    </a:lnTo>
                    <a:lnTo>
                      <a:pt x="973213" y="6214388"/>
                    </a:lnTo>
                    <a:lnTo>
                      <a:pt x="892663" y="6253267"/>
                    </a:lnTo>
                    <a:lnTo>
                      <a:pt x="851263" y="6273157"/>
                    </a:lnTo>
                    <a:lnTo>
                      <a:pt x="851263" y="6273157"/>
                    </a:lnTo>
                    <a:moveTo>
                      <a:pt x="1459830" y="5979892"/>
                    </a:moveTo>
                    <a:lnTo>
                      <a:pt x="973213" y="6214388"/>
                    </a:lnTo>
                    <a:lnTo>
                      <a:pt x="1012272" y="6295478"/>
                    </a:lnTo>
                    <a:lnTo>
                      <a:pt x="1459830" y="6079782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25" name="Контур"/>
              <p:cNvSpPr/>
              <p:nvPr/>
            </p:nvSpPr>
            <p:spPr>
              <a:xfrm>
                <a:off x="9242564" y="7978836"/>
                <a:ext cx="1047406" cy="1377801"/>
              </a:xfrm>
              <a:custGeom>
                <a:avLst/>
                <a:gdLst/>
                <a:ahLst/>
                <a:cxnLst/>
                <a:rect l="l" t="t" r="r" b="b"/>
                <a:pathLst>
                  <a:path w="1047406" h="1377801" fill="none">
                    <a:moveTo>
                      <a:pt x="0" y="242635"/>
                    </a:moveTo>
                    <a:lnTo>
                      <a:pt x="543228" y="1377801"/>
                    </a:lnTo>
                    <a:lnTo>
                      <a:pt x="1047406" y="1136516"/>
                    </a:lnTo>
                    <a:lnTo>
                      <a:pt x="503548" y="0"/>
                    </a:lnTo>
                    <a:lnTo>
                      <a:pt x="0" y="242635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26" name="Контур"/>
              <p:cNvSpPr/>
              <p:nvPr/>
            </p:nvSpPr>
            <p:spPr>
              <a:xfrm>
                <a:off x="8726995" y="1584000"/>
                <a:ext cx="1569005" cy="7233809"/>
              </a:xfrm>
              <a:custGeom>
                <a:avLst/>
                <a:gdLst/>
                <a:ahLst/>
                <a:cxnLst/>
                <a:rect l="l" t="t" r="r" b="b"/>
                <a:pathLst>
                  <a:path w="1569005" h="7233809" fill="none">
                    <a:moveTo>
                      <a:pt x="612063" y="4408638"/>
                    </a:moveTo>
                    <a:lnTo>
                      <a:pt x="1569005" y="3951996"/>
                    </a:lnTo>
                    <a:moveTo>
                      <a:pt x="1569005" y="3879398"/>
                    </a:moveTo>
                    <a:lnTo>
                      <a:pt x="583174" y="4349688"/>
                    </a:lnTo>
                    <a:lnTo>
                      <a:pt x="612063" y="4408638"/>
                    </a:lnTo>
                    <a:lnTo>
                      <a:pt x="612063" y="4408638"/>
                    </a:lnTo>
                    <a:moveTo>
                      <a:pt x="1569005" y="6079782"/>
                    </a:moveTo>
                    <a:lnTo>
                      <a:pt x="1121447" y="6295478"/>
                    </a:lnTo>
                    <a:lnTo>
                      <a:pt x="1338342" y="6751056"/>
                    </a:lnTo>
                    <a:lnTo>
                      <a:pt x="1381901" y="6842586"/>
                    </a:lnTo>
                    <a:lnTo>
                      <a:pt x="1569005" y="7233809"/>
                    </a:lnTo>
                    <a:moveTo>
                      <a:pt x="1012377" y="4867907"/>
                    </a:moveTo>
                    <a:lnTo>
                      <a:pt x="1035867" y="4857737"/>
                    </a:lnTo>
                    <a:lnTo>
                      <a:pt x="1386055" y="4767830"/>
                    </a:lnTo>
                    <a:lnTo>
                      <a:pt x="1569005" y="4661743"/>
                    </a:lnTo>
                    <a:moveTo>
                      <a:pt x="1569005" y="3951996"/>
                    </a:moveTo>
                    <a:lnTo>
                      <a:pt x="612063" y="4408638"/>
                    </a:lnTo>
                    <a:lnTo>
                      <a:pt x="856588" y="4906786"/>
                    </a:lnTo>
                    <a:lnTo>
                      <a:pt x="1012377" y="4867907"/>
                    </a:lnTo>
                    <a:lnTo>
                      <a:pt x="1012377" y="4867907"/>
                    </a:lnTo>
                    <a:moveTo>
                      <a:pt x="0" y="1089277"/>
                    </a:moveTo>
                    <a:lnTo>
                      <a:pt x="69209" y="1169467"/>
                    </a:lnTo>
                    <a:lnTo>
                      <a:pt x="701809" y="1991165"/>
                    </a:lnTo>
                    <a:lnTo>
                      <a:pt x="653839" y="2026985"/>
                    </a:lnTo>
                    <a:lnTo>
                      <a:pt x="679039" y="2060735"/>
                    </a:lnTo>
                    <a:lnTo>
                      <a:pt x="595699" y="2129854"/>
                    </a:lnTo>
                    <a:lnTo>
                      <a:pt x="656268" y="2206354"/>
                    </a:lnTo>
                    <a:lnTo>
                      <a:pt x="1175927" y="1801090"/>
                    </a:lnTo>
                    <a:lnTo>
                      <a:pt x="1216788" y="1672571"/>
                    </a:lnTo>
                    <a:lnTo>
                      <a:pt x="1212918" y="1667711"/>
                    </a:lnTo>
                    <a:lnTo>
                      <a:pt x="1334327" y="1573843"/>
                    </a:lnTo>
                    <a:lnTo>
                      <a:pt x="1355747" y="1601563"/>
                    </a:lnTo>
                    <a:lnTo>
                      <a:pt x="1504787" y="1486634"/>
                    </a:lnTo>
                    <a:lnTo>
                      <a:pt x="1483187" y="1458645"/>
                    </a:lnTo>
                    <a:lnTo>
                      <a:pt x="1569005" y="1392296"/>
                    </a:lnTo>
                    <a:moveTo>
                      <a:pt x="927920" y="0"/>
                    </a:moveTo>
                    <a:lnTo>
                      <a:pt x="848069" y="411408"/>
                    </a:lnTo>
                    <a:lnTo>
                      <a:pt x="832589" y="427967"/>
                    </a:lnTo>
                    <a:lnTo>
                      <a:pt x="0" y="1089277"/>
                    </a:lnTo>
                    <a:lnTo>
                      <a:pt x="0" y="1089277"/>
                    </a:lnTo>
                    <a:moveTo>
                      <a:pt x="1424422" y="826129"/>
                    </a:moveTo>
                    <a:lnTo>
                      <a:pt x="1420642" y="785989"/>
                    </a:lnTo>
                    <a:lnTo>
                      <a:pt x="1436662" y="756109"/>
                    </a:lnTo>
                    <a:lnTo>
                      <a:pt x="1467082" y="728030"/>
                    </a:lnTo>
                    <a:lnTo>
                      <a:pt x="1558882" y="657291"/>
                    </a:lnTo>
                    <a:lnTo>
                      <a:pt x="1564552" y="664131"/>
                    </a:lnTo>
                    <a:lnTo>
                      <a:pt x="1569005" y="666841"/>
                    </a:lnTo>
                    <a:moveTo>
                      <a:pt x="1569005" y="1002007"/>
                    </a:moveTo>
                    <a:lnTo>
                      <a:pt x="1560320" y="998478"/>
                    </a:lnTo>
                    <a:lnTo>
                      <a:pt x="1424422" y="826129"/>
                    </a:lnTo>
                    <a:lnTo>
                      <a:pt x="1424422" y="826129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27" name="Контур"/>
              <p:cNvSpPr/>
              <p:nvPr/>
            </p:nvSpPr>
            <p:spPr>
              <a:xfrm>
                <a:off x="6729455" y="2176653"/>
                <a:ext cx="2004203" cy="1211656"/>
              </a:xfrm>
              <a:custGeom>
                <a:avLst/>
                <a:gdLst/>
                <a:ahLst/>
                <a:cxnLst/>
                <a:rect l="l" t="t" r="r" b="b"/>
                <a:pathLst>
                  <a:path w="2004203" h="1211656" fill="none">
                    <a:moveTo>
                      <a:pt x="0" y="1169356"/>
                    </a:moveTo>
                    <a:lnTo>
                      <a:pt x="38879" y="1211656"/>
                    </a:lnTo>
                    <a:lnTo>
                      <a:pt x="53729" y="1207336"/>
                    </a:lnTo>
                    <a:lnTo>
                      <a:pt x="1116089" y="164880"/>
                    </a:lnTo>
                    <a:lnTo>
                      <a:pt x="1126979" y="175230"/>
                    </a:lnTo>
                    <a:lnTo>
                      <a:pt x="1208159" y="101342"/>
                    </a:lnTo>
                    <a:lnTo>
                      <a:pt x="1166399" y="45542"/>
                    </a:lnTo>
                    <a:lnTo>
                      <a:pt x="1073699" y="124200"/>
                    </a:lnTo>
                    <a:lnTo>
                      <a:pt x="837359" y="352257"/>
                    </a:lnTo>
                    <a:lnTo>
                      <a:pt x="741869" y="449726"/>
                    </a:lnTo>
                    <a:lnTo>
                      <a:pt x="656190" y="530095"/>
                    </a:lnTo>
                    <a:lnTo>
                      <a:pt x="654210" y="528025"/>
                    </a:lnTo>
                    <a:lnTo>
                      <a:pt x="524970" y="645023"/>
                    </a:lnTo>
                    <a:lnTo>
                      <a:pt x="295920" y="879560"/>
                    </a:lnTo>
                    <a:lnTo>
                      <a:pt x="293490" y="877220"/>
                    </a:lnTo>
                    <a:lnTo>
                      <a:pt x="219870" y="950299"/>
                    </a:lnTo>
                    <a:lnTo>
                      <a:pt x="0" y="1169356"/>
                    </a:lnTo>
                    <a:close/>
                    <a:moveTo>
                      <a:pt x="920251" y="0"/>
                    </a:moveTo>
                    <a:lnTo>
                      <a:pt x="806131" y="125279"/>
                    </a:lnTo>
                    <a:lnTo>
                      <a:pt x="647641" y="301316"/>
                    </a:lnTo>
                    <a:lnTo>
                      <a:pt x="535411" y="425695"/>
                    </a:lnTo>
                    <a:lnTo>
                      <a:pt x="581940" y="468895"/>
                    </a:lnTo>
                    <a:lnTo>
                      <a:pt x="639991" y="405176"/>
                    </a:lnTo>
                    <a:lnTo>
                      <a:pt x="667800" y="430646"/>
                    </a:lnTo>
                    <a:lnTo>
                      <a:pt x="708120" y="390236"/>
                    </a:lnTo>
                    <a:lnTo>
                      <a:pt x="720450" y="401666"/>
                    </a:lnTo>
                    <a:lnTo>
                      <a:pt x="1012770" y="80820"/>
                    </a:lnTo>
                    <a:lnTo>
                      <a:pt x="1007730" y="76410"/>
                    </a:lnTo>
                    <a:lnTo>
                      <a:pt x="920251" y="0"/>
                    </a:lnTo>
                    <a:close/>
                    <a:moveTo>
                      <a:pt x="1978914" y="20077"/>
                    </a:moveTo>
                    <a:lnTo>
                      <a:pt x="1764084" y="157145"/>
                    </a:lnTo>
                    <a:lnTo>
                      <a:pt x="1438195" y="404101"/>
                    </a:lnTo>
                    <a:lnTo>
                      <a:pt x="1176295" y="584908"/>
                    </a:lnTo>
                    <a:lnTo>
                      <a:pt x="1218325" y="626038"/>
                    </a:lnTo>
                    <a:lnTo>
                      <a:pt x="1367812" y="824668"/>
                    </a:lnTo>
                    <a:lnTo>
                      <a:pt x="1568962" y="676710"/>
                    </a:lnTo>
                    <a:lnTo>
                      <a:pt x="1542232" y="641610"/>
                    </a:lnTo>
                    <a:lnTo>
                      <a:pt x="1765252" y="485643"/>
                    </a:lnTo>
                    <a:lnTo>
                      <a:pt x="1853002" y="429754"/>
                    </a:lnTo>
                    <a:lnTo>
                      <a:pt x="1941472" y="358295"/>
                    </a:lnTo>
                    <a:lnTo>
                      <a:pt x="1812144" y="172895"/>
                    </a:lnTo>
                    <a:lnTo>
                      <a:pt x="1829694" y="160565"/>
                    </a:lnTo>
                    <a:lnTo>
                      <a:pt x="1835634" y="169115"/>
                    </a:lnTo>
                    <a:lnTo>
                      <a:pt x="2004203" y="56707"/>
                    </a:lnTo>
                    <a:lnTo>
                      <a:pt x="1978914" y="20077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28" name="Контур"/>
              <p:cNvSpPr/>
              <p:nvPr/>
            </p:nvSpPr>
            <p:spPr>
              <a:xfrm>
                <a:off x="7154347" y="1584000"/>
                <a:ext cx="1730147" cy="992517"/>
              </a:xfrm>
              <a:custGeom>
                <a:avLst/>
                <a:gdLst/>
                <a:ahLst/>
                <a:cxnLst/>
                <a:rect l="l" t="t" r="r" b="b"/>
                <a:pathLst>
                  <a:path w="1730147" h="992517" fill="none">
                    <a:moveTo>
                      <a:pt x="0" y="942927"/>
                    </a:moveTo>
                    <a:lnTo>
                      <a:pt x="51210" y="992517"/>
                    </a:lnTo>
                    <a:lnTo>
                      <a:pt x="155340" y="879569"/>
                    </a:lnTo>
                    <a:lnTo>
                      <a:pt x="317340" y="700201"/>
                    </a:lnTo>
                    <a:lnTo>
                      <a:pt x="445050" y="548733"/>
                    </a:lnTo>
                    <a:lnTo>
                      <a:pt x="937272" y="0"/>
                    </a:lnTo>
                    <a:moveTo>
                      <a:pt x="852320" y="0"/>
                    </a:moveTo>
                    <a:lnTo>
                      <a:pt x="756631" y="106029"/>
                    </a:lnTo>
                    <a:lnTo>
                      <a:pt x="608311" y="269826"/>
                    </a:lnTo>
                    <a:lnTo>
                      <a:pt x="484291" y="407525"/>
                    </a:lnTo>
                    <a:lnTo>
                      <a:pt x="399691" y="500853"/>
                    </a:lnTo>
                    <a:lnTo>
                      <a:pt x="331741" y="575912"/>
                    </a:lnTo>
                    <a:lnTo>
                      <a:pt x="204300" y="716850"/>
                    </a:lnTo>
                    <a:lnTo>
                      <a:pt x="0" y="942927"/>
                    </a:lnTo>
                    <a:lnTo>
                      <a:pt x="0" y="942927"/>
                    </a:lnTo>
                    <a:moveTo>
                      <a:pt x="1415612" y="0"/>
                    </a:moveTo>
                    <a:lnTo>
                      <a:pt x="695248" y="564395"/>
                    </a:lnTo>
                    <a:lnTo>
                      <a:pt x="717298" y="591575"/>
                    </a:lnTo>
                    <a:lnTo>
                      <a:pt x="792717" y="685445"/>
                    </a:lnTo>
                    <a:lnTo>
                      <a:pt x="1730147" y="0"/>
                    </a:lnTo>
                    <a:moveTo>
                      <a:pt x="952560" y="0"/>
                    </a:moveTo>
                    <a:lnTo>
                      <a:pt x="912870" y="44470"/>
                    </a:lnTo>
                    <a:lnTo>
                      <a:pt x="559170" y="434345"/>
                    </a:lnTo>
                    <a:lnTo>
                      <a:pt x="454860" y="551703"/>
                    </a:lnTo>
                    <a:lnTo>
                      <a:pt x="482219" y="576093"/>
                    </a:lnTo>
                    <a:lnTo>
                      <a:pt x="493019" y="586893"/>
                    </a:lnTo>
                    <a:lnTo>
                      <a:pt x="557099" y="521464"/>
                    </a:lnTo>
                    <a:lnTo>
                      <a:pt x="592109" y="552694"/>
                    </a:lnTo>
                    <a:lnTo>
                      <a:pt x="630989" y="509855"/>
                    </a:lnTo>
                    <a:lnTo>
                      <a:pt x="645839" y="520655"/>
                    </a:lnTo>
                    <a:lnTo>
                      <a:pt x="685799" y="474395"/>
                    </a:lnTo>
                    <a:lnTo>
                      <a:pt x="732959" y="441186"/>
                    </a:lnTo>
                    <a:lnTo>
                      <a:pt x="740429" y="447846"/>
                    </a:lnTo>
                    <a:lnTo>
                      <a:pt x="767519" y="417606"/>
                    </a:lnTo>
                    <a:lnTo>
                      <a:pt x="1226517" y="148151"/>
                    </a:lnTo>
                    <a:lnTo>
                      <a:pt x="1415611" y="0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29" name="Контур"/>
              <p:cNvSpPr/>
              <p:nvPr/>
            </p:nvSpPr>
            <p:spPr>
              <a:xfrm>
                <a:off x="7795461" y="8603059"/>
                <a:ext cx="162809" cy="145439"/>
              </a:xfrm>
              <a:custGeom>
                <a:avLst/>
                <a:gdLst/>
                <a:ahLst/>
                <a:cxnLst/>
                <a:rect l="l" t="t" r="r" b="b"/>
                <a:pathLst>
                  <a:path w="162809" h="145439" fill="none">
                    <a:moveTo>
                      <a:pt x="120330" y="0"/>
                    </a:moveTo>
                    <a:lnTo>
                      <a:pt x="51660" y="33570"/>
                    </a:lnTo>
                    <a:lnTo>
                      <a:pt x="0" y="57419"/>
                    </a:lnTo>
                    <a:lnTo>
                      <a:pt x="42389" y="145439"/>
                    </a:lnTo>
                    <a:lnTo>
                      <a:pt x="162809" y="87390"/>
                    </a:lnTo>
                    <a:lnTo>
                      <a:pt x="12033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30" name="Контур"/>
              <p:cNvSpPr/>
              <p:nvPr/>
            </p:nvSpPr>
            <p:spPr>
              <a:xfrm>
                <a:off x="7627616" y="6912808"/>
                <a:ext cx="2668384" cy="3275192"/>
              </a:xfrm>
              <a:custGeom>
                <a:avLst/>
                <a:gdLst/>
                <a:ahLst/>
                <a:cxnLst/>
                <a:rect l="l" t="t" r="r" b="b"/>
                <a:pathLst>
                  <a:path w="2668384" h="3275192" fill="none">
                    <a:moveTo>
                      <a:pt x="2668384" y="0"/>
                    </a:moveTo>
                    <a:lnTo>
                      <a:pt x="2064862" y="287983"/>
                    </a:lnTo>
                    <a:lnTo>
                      <a:pt x="1839773" y="395441"/>
                    </a:lnTo>
                    <a:lnTo>
                      <a:pt x="1074596" y="760563"/>
                    </a:lnTo>
                    <a:lnTo>
                      <a:pt x="0" y="1273372"/>
                    </a:lnTo>
                    <a:lnTo>
                      <a:pt x="219505" y="1723821"/>
                    </a:lnTo>
                    <a:lnTo>
                      <a:pt x="288175" y="1690251"/>
                    </a:lnTo>
                    <a:lnTo>
                      <a:pt x="330654" y="1777641"/>
                    </a:lnTo>
                    <a:lnTo>
                      <a:pt x="482753" y="1704383"/>
                    </a:lnTo>
                    <a:lnTo>
                      <a:pt x="2059817" y="944349"/>
                    </a:lnTo>
                    <a:lnTo>
                      <a:pt x="2101217" y="924459"/>
                    </a:lnTo>
                    <a:lnTo>
                      <a:pt x="2181767" y="885580"/>
                    </a:lnTo>
                    <a:lnTo>
                      <a:pt x="2668384" y="651084"/>
                    </a:lnTo>
                    <a:moveTo>
                      <a:pt x="2668384" y="2573278"/>
                    </a:moveTo>
                    <a:lnTo>
                      <a:pt x="1469677" y="3146989"/>
                    </a:lnTo>
                    <a:lnTo>
                      <a:pt x="1201781" y="3275192"/>
                    </a:lnTo>
                    <a:moveTo>
                      <a:pt x="1491441" y="3275192"/>
                    </a:moveTo>
                    <a:lnTo>
                      <a:pt x="1803214" y="3126382"/>
                    </a:lnTo>
                    <a:lnTo>
                      <a:pt x="2174463" y="2952685"/>
                    </a:lnTo>
                    <a:lnTo>
                      <a:pt x="2372642" y="2853687"/>
                    </a:lnTo>
                    <a:lnTo>
                      <a:pt x="2419712" y="2830828"/>
                    </a:lnTo>
                    <a:lnTo>
                      <a:pt x="2564341" y="2764409"/>
                    </a:lnTo>
                    <a:lnTo>
                      <a:pt x="2668384" y="2718298"/>
                    </a:lnTo>
                    <a:moveTo>
                      <a:pt x="1614948" y="1308663"/>
                    </a:moveTo>
                    <a:lnTo>
                      <a:pt x="268913" y="1957279"/>
                    </a:lnTo>
                    <a:lnTo>
                      <a:pt x="544757" y="2529587"/>
                    </a:lnTo>
                    <a:lnTo>
                      <a:pt x="591557" y="2506998"/>
                    </a:lnTo>
                    <a:lnTo>
                      <a:pt x="871451" y="3084166"/>
                    </a:lnTo>
                    <a:lnTo>
                      <a:pt x="823301" y="3107475"/>
                    </a:lnTo>
                    <a:lnTo>
                      <a:pt x="901510" y="3269744"/>
                    </a:lnTo>
                    <a:lnTo>
                      <a:pt x="905621" y="3275192"/>
                    </a:lnTo>
                    <a:moveTo>
                      <a:pt x="1201778" y="3275192"/>
                    </a:moveTo>
                    <a:lnTo>
                      <a:pt x="2303703" y="2747848"/>
                    </a:lnTo>
                    <a:lnTo>
                      <a:pt x="1614948" y="1308663"/>
                    </a:lnTo>
                    <a:lnTo>
                      <a:pt x="1614948" y="1308663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31" name="Контур"/>
              <p:cNvSpPr/>
              <p:nvPr/>
            </p:nvSpPr>
            <p:spPr>
              <a:xfrm>
                <a:off x="7578206" y="7857157"/>
                <a:ext cx="2167906" cy="1012930"/>
              </a:xfrm>
              <a:custGeom>
                <a:avLst/>
                <a:gdLst/>
                <a:ahLst/>
                <a:cxnLst/>
                <a:rect l="l" t="t" r="r" b="b"/>
                <a:pathLst>
                  <a:path w="2167906" h="1012930" fill="none">
                    <a:moveTo>
                      <a:pt x="259644" y="891341"/>
                    </a:moveTo>
                    <a:lnTo>
                      <a:pt x="318323" y="1012930"/>
                    </a:lnTo>
                    <a:lnTo>
                      <a:pt x="403643" y="971801"/>
                    </a:lnTo>
                    <a:lnTo>
                      <a:pt x="1664358" y="364314"/>
                    </a:lnTo>
                    <a:lnTo>
                      <a:pt x="2167906" y="121679"/>
                    </a:lnTo>
                    <a:lnTo>
                      <a:pt x="2109227" y="0"/>
                    </a:lnTo>
                    <a:lnTo>
                      <a:pt x="532163" y="760034"/>
                    </a:lnTo>
                    <a:lnTo>
                      <a:pt x="380064" y="833292"/>
                    </a:lnTo>
                    <a:lnTo>
                      <a:pt x="259644" y="891341"/>
                    </a:lnTo>
                    <a:close/>
                    <a:moveTo>
                      <a:pt x="0" y="352603"/>
                    </a:moveTo>
                    <a:lnTo>
                      <a:pt x="217255" y="803321"/>
                    </a:lnTo>
                    <a:lnTo>
                      <a:pt x="268915" y="779472"/>
                    </a:lnTo>
                    <a:lnTo>
                      <a:pt x="49410" y="329023"/>
                    </a:lnTo>
                    <a:lnTo>
                      <a:pt x="0" y="352603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32" name="Контур"/>
              <p:cNvSpPr/>
              <p:nvPr/>
            </p:nvSpPr>
            <p:spPr>
              <a:xfrm>
                <a:off x="7398480" y="6513915"/>
                <a:ext cx="2897520" cy="1574075"/>
              </a:xfrm>
              <a:custGeom>
                <a:avLst/>
                <a:gdLst/>
                <a:ahLst/>
                <a:cxnLst/>
                <a:rect l="l" t="t" r="r" b="b"/>
                <a:pathLst>
                  <a:path w="2897520" h="1574075" fill="none">
                    <a:moveTo>
                      <a:pt x="121047" y="1574075"/>
                    </a:moveTo>
                    <a:lnTo>
                      <a:pt x="132027" y="1543026"/>
                    </a:lnTo>
                    <a:lnTo>
                      <a:pt x="146337" y="1502346"/>
                    </a:lnTo>
                    <a:lnTo>
                      <a:pt x="506876" y="1330270"/>
                    </a:lnTo>
                    <a:lnTo>
                      <a:pt x="1262333" y="969737"/>
                    </a:lnTo>
                    <a:lnTo>
                      <a:pt x="1941380" y="645744"/>
                    </a:lnTo>
                    <a:lnTo>
                      <a:pt x="2897520" y="189452"/>
                    </a:lnTo>
                    <a:moveTo>
                      <a:pt x="2897520" y="0"/>
                    </a:moveTo>
                    <a:lnTo>
                      <a:pt x="1363044" y="732230"/>
                    </a:lnTo>
                    <a:lnTo>
                      <a:pt x="72179" y="1348267"/>
                    </a:lnTo>
                    <a:lnTo>
                      <a:pt x="0" y="1322886"/>
                    </a:lnTo>
                    <a:lnTo>
                      <a:pt x="101608" y="1533666"/>
                    </a:lnTo>
                    <a:lnTo>
                      <a:pt x="111147" y="1553556"/>
                    </a:lnTo>
                    <a:lnTo>
                      <a:pt x="121047" y="1574075"/>
                    </a:lnTo>
                    <a:lnTo>
                      <a:pt x="121047" y="1574075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33" name="Контур"/>
              <p:cNvSpPr/>
              <p:nvPr/>
            </p:nvSpPr>
            <p:spPr>
              <a:xfrm>
                <a:off x="5731713" y="1787684"/>
                <a:ext cx="3201836" cy="4231034"/>
              </a:xfrm>
              <a:custGeom>
                <a:avLst/>
                <a:gdLst/>
                <a:ahLst/>
                <a:cxnLst/>
                <a:rect l="l" t="t" r="r" b="b"/>
                <a:pathLst>
                  <a:path w="3201836" h="4231034" fill="none">
                    <a:moveTo>
                      <a:pt x="484469" y="2591964"/>
                    </a:moveTo>
                    <a:lnTo>
                      <a:pt x="116819" y="2902999"/>
                    </a:lnTo>
                    <a:lnTo>
                      <a:pt x="98459" y="2943589"/>
                    </a:lnTo>
                    <a:lnTo>
                      <a:pt x="99089" y="2972119"/>
                    </a:lnTo>
                    <a:lnTo>
                      <a:pt x="115558" y="3012348"/>
                    </a:lnTo>
                    <a:lnTo>
                      <a:pt x="195118" y="2975809"/>
                    </a:lnTo>
                    <a:lnTo>
                      <a:pt x="258027" y="3118009"/>
                    </a:lnTo>
                    <a:lnTo>
                      <a:pt x="290336" y="3156079"/>
                    </a:lnTo>
                    <a:lnTo>
                      <a:pt x="295826" y="3202788"/>
                    </a:lnTo>
                    <a:lnTo>
                      <a:pt x="690287" y="4045995"/>
                    </a:lnTo>
                    <a:lnTo>
                      <a:pt x="782715" y="4231034"/>
                    </a:lnTo>
                    <a:lnTo>
                      <a:pt x="1013835" y="4086407"/>
                    </a:lnTo>
                    <a:lnTo>
                      <a:pt x="2267172" y="3116762"/>
                    </a:lnTo>
                    <a:lnTo>
                      <a:pt x="2180415" y="2850004"/>
                    </a:lnTo>
                    <a:lnTo>
                      <a:pt x="2167725" y="2791864"/>
                    </a:lnTo>
                    <a:lnTo>
                      <a:pt x="2046857" y="2640484"/>
                    </a:lnTo>
                    <a:lnTo>
                      <a:pt x="2035877" y="2634094"/>
                    </a:lnTo>
                    <a:lnTo>
                      <a:pt x="1558885" y="1989966"/>
                    </a:lnTo>
                    <a:lnTo>
                      <a:pt x="1604965" y="1956126"/>
                    </a:lnTo>
                    <a:lnTo>
                      <a:pt x="1570945" y="1902486"/>
                    </a:lnTo>
                    <a:lnTo>
                      <a:pt x="1507586" y="1819506"/>
                    </a:lnTo>
                    <a:lnTo>
                      <a:pt x="842218" y="2310088"/>
                    </a:lnTo>
                    <a:lnTo>
                      <a:pt x="811528" y="2342488"/>
                    </a:lnTo>
                    <a:lnTo>
                      <a:pt x="486539" y="2594574"/>
                    </a:lnTo>
                    <a:lnTo>
                      <a:pt x="484469" y="2591964"/>
                    </a:lnTo>
                    <a:close/>
                    <a:moveTo>
                      <a:pt x="1713229" y="2639222"/>
                    </a:moveTo>
                    <a:lnTo>
                      <a:pt x="1757059" y="2609972"/>
                    </a:lnTo>
                    <a:lnTo>
                      <a:pt x="1787839" y="2656682"/>
                    </a:lnTo>
                    <a:lnTo>
                      <a:pt x="1744639" y="2685842"/>
                    </a:lnTo>
                    <a:lnTo>
                      <a:pt x="1713229" y="2639222"/>
                    </a:lnTo>
                    <a:close/>
                    <a:moveTo>
                      <a:pt x="3101757" y="0"/>
                    </a:moveTo>
                    <a:lnTo>
                      <a:pt x="2912938" y="156868"/>
                    </a:lnTo>
                    <a:lnTo>
                      <a:pt x="2878558" y="174057"/>
                    </a:lnTo>
                    <a:lnTo>
                      <a:pt x="2850838" y="198087"/>
                    </a:lnTo>
                    <a:lnTo>
                      <a:pt x="2813038" y="240746"/>
                    </a:lnTo>
                    <a:lnTo>
                      <a:pt x="2335498" y="688760"/>
                    </a:lnTo>
                    <a:lnTo>
                      <a:pt x="2121298" y="922307"/>
                    </a:lnTo>
                    <a:lnTo>
                      <a:pt x="1946788" y="1093755"/>
                    </a:lnTo>
                    <a:lnTo>
                      <a:pt x="1361339" y="1623937"/>
                    </a:lnTo>
                    <a:lnTo>
                      <a:pt x="1218329" y="1743005"/>
                    </a:lnTo>
                    <a:lnTo>
                      <a:pt x="974250" y="1926872"/>
                    </a:lnTo>
                    <a:lnTo>
                      <a:pt x="115651" y="2548942"/>
                    </a:lnTo>
                    <a:lnTo>
                      <a:pt x="200070" y="2665582"/>
                    </a:lnTo>
                    <a:lnTo>
                      <a:pt x="418770" y="2507184"/>
                    </a:lnTo>
                    <a:lnTo>
                      <a:pt x="486539" y="2594574"/>
                    </a:lnTo>
                    <a:lnTo>
                      <a:pt x="811528" y="2342488"/>
                    </a:lnTo>
                    <a:lnTo>
                      <a:pt x="842218" y="2310088"/>
                    </a:lnTo>
                    <a:lnTo>
                      <a:pt x="1507586" y="1819506"/>
                    </a:lnTo>
                    <a:lnTo>
                      <a:pt x="1570945" y="1902486"/>
                    </a:lnTo>
                    <a:lnTo>
                      <a:pt x="1662115" y="1841107"/>
                    </a:lnTo>
                    <a:lnTo>
                      <a:pt x="2422884" y="1290136"/>
                    </a:lnTo>
                    <a:lnTo>
                      <a:pt x="2216067" y="1015007"/>
                    </a:lnTo>
                    <a:lnTo>
                      <a:pt x="2174037" y="973877"/>
                    </a:lnTo>
                    <a:lnTo>
                      <a:pt x="2435937" y="793070"/>
                    </a:lnTo>
                    <a:lnTo>
                      <a:pt x="2761826" y="546114"/>
                    </a:lnTo>
                    <a:lnTo>
                      <a:pt x="2976656" y="409046"/>
                    </a:lnTo>
                    <a:lnTo>
                      <a:pt x="2933096" y="348746"/>
                    </a:lnTo>
                    <a:lnTo>
                      <a:pt x="3201836" y="123930"/>
                    </a:lnTo>
                    <a:lnTo>
                      <a:pt x="3101757" y="0"/>
                    </a:lnTo>
                    <a:close/>
                    <a:moveTo>
                      <a:pt x="444149" y="2539944"/>
                    </a:moveTo>
                    <a:lnTo>
                      <a:pt x="0" y="2891389"/>
                    </a:lnTo>
                    <a:lnTo>
                      <a:pt x="16920" y="2928198"/>
                    </a:lnTo>
                    <a:lnTo>
                      <a:pt x="37709" y="2973378"/>
                    </a:lnTo>
                    <a:lnTo>
                      <a:pt x="116819" y="2902999"/>
                    </a:lnTo>
                    <a:lnTo>
                      <a:pt x="484469" y="2591964"/>
                    </a:lnTo>
                    <a:lnTo>
                      <a:pt x="444149" y="2539944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34" name="Контур"/>
              <p:cNvSpPr/>
              <p:nvPr/>
            </p:nvSpPr>
            <p:spPr>
              <a:xfrm>
                <a:off x="5909649" y="1584000"/>
                <a:ext cx="2196646" cy="2193191"/>
              </a:xfrm>
              <a:custGeom>
                <a:avLst/>
                <a:gdLst/>
                <a:ahLst/>
                <a:cxnLst/>
                <a:rect l="l" t="t" r="r" b="b"/>
                <a:pathLst>
                  <a:path w="2196646" h="2193191" fill="none">
                    <a:moveTo>
                      <a:pt x="1894490" y="0"/>
                    </a:moveTo>
                    <a:lnTo>
                      <a:pt x="1089360" y="886227"/>
                    </a:lnTo>
                    <a:lnTo>
                      <a:pt x="1037880" y="937256"/>
                    </a:lnTo>
                    <a:lnTo>
                      <a:pt x="1018980" y="921416"/>
                    </a:lnTo>
                    <a:lnTo>
                      <a:pt x="996750" y="942926"/>
                    </a:lnTo>
                    <a:lnTo>
                      <a:pt x="977310" y="927176"/>
                    </a:lnTo>
                    <a:lnTo>
                      <a:pt x="520741" y="1391659"/>
                    </a:lnTo>
                    <a:lnTo>
                      <a:pt x="572940" y="1440169"/>
                    </a:lnTo>
                    <a:lnTo>
                      <a:pt x="534780" y="1475809"/>
                    </a:lnTo>
                    <a:lnTo>
                      <a:pt x="484021" y="1424779"/>
                    </a:lnTo>
                    <a:lnTo>
                      <a:pt x="434251" y="1474278"/>
                    </a:lnTo>
                    <a:lnTo>
                      <a:pt x="479700" y="1519998"/>
                    </a:lnTo>
                    <a:lnTo>
                      <a:pt x="437670" y="1562118"/>
                    </a:lnTo>
                    <a:lnTo>
                      <a:pt x="446580" y="1571028"/>
                    </a:lnTo>
                    <a:lnTo>
                      <a:pt x="0" y="2067821"/>
                    </a:lnTo>
                    <a:lnTo>
                      <a:pt x="137068" y="2193191"/>
                    </a:lnTo>
                    <a:lnTo>
                      <a:pt x="499678" y="1789636"/>
                    </a:lnTo>
                    <a:lnTo>
                      <a:pt x="560157" y="1846516"/>
                    </a:lnTo>
                    <a:lnTo>
                      <a:pt x="602367" y="1897546"/>
                    </a:lnTo>
                    <a:lnTo>
                      <a:pt x="612897" y="1888006"/>
                    </a:lnTo>
                    <a:lnTo>
                      <a:pt x="661046" y="1946236"/>
                    </a:lnTo>
                    <a:lnTo>
                      <a:pt x="706406" y="1907897"/>
                    </a:lnTo>
                    <a:lnTo>
                      <a:pt x="855265" y="1800529"/>
                    </a:lnTo>
                    <a:lnTo>
                      <a:pt x="819806" y="1762009"/>
                    </a:lnTo>
                    <a:lnTo>
                      <a:pt x="1113296" y="1469873"/>
                    </a:lnTo>
                    <a:lnTo>
                      <a:pt x="1115726" y="1472213"/>
                    </a:lnTo>
                    <a:lnTo>
                      <a:pt x="1344776" y="1237676"/>
                    </a:lnTo>
                    <a:lnTo>
                      <a:pt x="1561675" y="1042379"/>
                    </a:lnTo>
                    <a:lnTo>
                      <a:pt x="1893505" y="716853"/>
                    </a:lnTo>
                    <a:lnTo>
                      <a:pt x="1984045" y="639995"/>
                    </a:lnTo>
                    <a:lnTo>
                      <a:pt x="1928606" y="576995"/>
                    </a:lnTo>
                    <a:lnTo>
                      <a:pt x="1823846" y="665823"/>
                    </a:lnTo>
                    <a:lnTo>
                      <a:pt x="1832576" y="673473"/>
                    </a:lnTo>
                    <a:lnTo>
                      <a:pt x="1540256" y="994319"/>
                    </a:lnTo>
                    <a:lnTo>
                      <a:pt x="1527926" y="982889"/>
                    </a:lnTo>
                    <a:lnTo>
                      <a:pt x="1487606" y="1023299"/>
                    </a:lnTo>
                    <a:lnTo>
                      <a:pt x="1459797" y="997829"/>
                    </a:lnTo>
                    <a:lnTo>
                      <a:pt x="1401746" y="1061548"/>
                    </a:lnTo>
                    <a:lnTo>
                      <a:pt x="1355217" y="1018348"/>
                    </a:lnTo>
                    <a:lnTo>
                      <a:pt x="1740057" y="592653"/>
                    </a:lnTo>
                    <a:lnTo>
                      <a:pt x="1756437" y="606963"/>
                    </a:lnTo>
                    <a:lnTo>
                      <a:pt x="1699558" y="551703"/>
                    </a:lnTo>
                    <a:lnTo>
                      <a:pt x="2196646" y="0"/>
                    </a:lnTo>
                    <a:moveTo>
                      <a:pt x="2181968" y="0"/>
                    </a:moveTo>
                    <a:lnTo>
                      <a:pt x="1689748" y="548733"/>
                    </a:lnTo>
                    <a:lnTo>
                      <a:pt x="1562038" y="700201"/>
                    </a:lnTo>
                    <a:lnTo>
                      <a:pt x="1295908" y="992517"/>
                    </a:lnTo>
                    <a:lnTo>
                      <a:pt x="1244698" y="942927"/>
                    </a:lnTo>
                    <a:lnTo>
                      <a:pt x="2096823" y="0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35" name="Контур"/>
              <p:cNvSpPr/>
              <p:nvPr/>
            </p:nvSpPr>
            <p:spPr>
              <a:xfrm>
                <a:off x="5251945" y="1627464"/>
                <a:ext cx="942111" cy="952914"/>
              </a:xfrm>
              <a:custGeom>
                <a:avLst/>
                <a:gdLst/>
                <a:ahLst/>
                <a:cxnLst/>
                <a:rect l="l" t="t" r="r" b="b"/>
                <a:pathLst>
                  <a:path w="942111" h="952914" fill="none">
                    <a:moveTo>
                      <a:pt x="392489" y="0"/>
                    </a:moveTo>
                    <a:lnTo>
                      <a:pt x="0" y="370164"/>
                    </a:lnTo>
                    <a:lnTo>
                      <a:pt x="549622" y="952914"/>
                    </a:lnTo>
                    <a:lnTo>
                      <a:pt x="942111" y="582659"/>
                    </a:lnTo>
                    <a:lnTo>
                      <a:pt x="392489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36" name="Контур"/>
              <p:cNvSpPr/>
              <p:nvPr/>
            </p:nvSpPr>
            <p:spPr>
              <a:xfrm>
                <a:off x="5644434" y="1584000"/>
                <a:ext cx="1452855" cy="773453"/>
              </a:xfrm>
              <a:custGeom>
                <a:avLst/>
                <a:gdLst/>
                <a:ahLst/>
                <a:cxnLst/>
                <a:rect l="l" t="t" r="r" b="b"/>
                <a:pathLst>
                  <a:path w="1452855" h="773453" fill="none">
                    <a:moveTo>
                      <a:pt x="46083" y="0"/>
                    </a:moveTo>
                    <a:lnTo>
                      <a:pt x="0" y="43464"/>
                    </a:lnTo>
                    <a:lnTo>
                      <a:pt x="549622" y="626123"/>
                    </a:lnTo>
                    <a:lnTo>
                      <a:pt x="688490" y="773453"/>
                    </a:lnTo>
                    <a:lnTo>
                      <a:pt x="786770" y="680844"/>
                    </a:lnTo>
                    <a:lnTo>
                      <a:pt x="144547" y="0"/>
                    </a:lnTo>
                    <a:moveTo>
                      <a:pt x="144547" y="0"/>
                    </a:moveTo>
                    <a:lnTo>
                      <a:pt x="786770" y="680844"/>
                    </a:lnTo>
                    <a:lnTo>
                      <a:pt x="1285100" y="210871"/>
                    </a:lnTo>
                    <a:lnTo>
                      <a:pt x="1389590" y="59673"/>
                    </a:lnTo>
                    <a:lnTo>
                      <a:pt x="1452855" y="0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37" name="Контур"/>
              <p:cNvSpPr/>
              <p:nvPr/>
            </p:nvSpPr>
            <p:spPr>
              <a:xfrm>
                <a:off x="5423536" y="5867975"/>
                <a:ext cx="3337988" cy="2233863"/>
              </a:xfrm>
              <a:custGeom>
                <a:avLst/>
                <a:gdLst/>
                <a:ahLst/>
                <a:cxnLst/>
                <a:rect l="l" t="t" r="r" b="b"/>
                <a:pathLst>
                  <a:path w="3337988" h="2233863" fill="none">
                    <a:moveTo>
                      <a:pt x="243359" y="1480118"/>
                    </a:moveTo>
                    <a:lnTo>
                      <a:pt x="0" y="1632305"/>
                    </a:lnTo>
                    <a:lnTo>
                      <a:pt x="2070" y="1637435"/>
                    </a:lnTo>
                    <a:lnTo>
                      <a:pt x="36359" y="1722125"/>
                    </a:lnTo>
                    <a:lnTo>
                      <a:pt x="42208" y="1822294"/>
                    </a:lnTo>
                    <a:lnTo>
                      <a:pt x="252985" y="2158533"/>
                    </a:lnTo>
                    <a:lnTo>
                      <a:pt x="295554" y="2233863"/>
                    </a:lnTo>
                    <a:lnTo>
                      <a:pt x="598223" y="2043967"/>
                    </a:lnTo>
                    <a:lnTo>
                      <a:pt x="474655" y="1847227"/>
                    </a:lnTo>
                    <a:lnTo>
                      <a:pt x="416246" y="1754257"/>
                    </a:lnTo>
                    <a:lnTo>
                      <a:pt x="294298" y="1560848"/>
                    </a:lnTo>
                    <a:lnTo>
                      <a:pt x="246239" y="1484708"/>
                    </a:lnTo>
                    <a:lnTo>
                      <a:pt x="243359" y="1480118"/>
                    </a:lnTo>
                    <a:close/>
                    <a:moveTo>
                      <a:pt x="1967667" y="0"/>
                    </a:moveTo>
                    <a:lnTo>
                      <a:pt x="1313998" y="597592"/>
                    </a:lnTo>
                    <a:lnTo>
                      <a:pt x="1383926" y="742581"/>
                    </a:lnTo>
                    <a:lnTo>
                      <a:pt x="1684250" y="1365649"/>
                    </a:lnTo>
                    <a:lnTo>
                      <a:pt x="1691540" y="1362229"/>
                    </a:lnTo>
                    <a:lnTo>
                      <a:pt x="1854346" y="1698738"/>
                    </a:lnTo>
                    <a:lnTo>
                      <a:pt x="1846606" y="1702427"/>
                    </a:lnTo>
                    <a:lnTo>
                      <a:pt x="1974944" y="1968826"/>
                    </a:lnTo>
                    <a:lnTo>
                      <a:pt x="2047123" y="1994207"/>
                    </a:lnTo>
                    <a:lnTo>
                      <a:pt x="3337988" y="1378170"/>
                    </a:lnTo>
                    <a:lnTo>
                      <a:pt x="3332318" y="1366020"/>
                    </a:lnTo>
                    <a:lnTo>
                      <a:pt x="2956396" y="570603"/>
                    </a:lnTo>
                    <a:lnTo>
                      <a:pt x="2920487" y="494463"/>
                    </a:lnTo>
                    <a:lnTo>
                      <a:pt x="2706558" y="595801"/>
                    </a:lnTo>
                    <a:lnTo>
                      <a:pt x="2154140" y="857606"/>
                    </a:lnTo>
                    <a:lnTo>
                      <a:pt x="2083041" y="708476"/>
                    </a:lnTo>
                    <a:lnTo>
                      <a:pt x="2266281" y="620188"/>
                    </a:lnTo>
                    <a:lnTo>
                      <a:pt x="2061265" y="194400"/>
                    </a:lnTo>
                    <a:lnTo>
                      <a:pt x="1967667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38" name="Контур"/>
              <p:cNvSpPr/>
              <p:nvPr/>
            </p:nvSpPr>
            <p:spPr>
              <a:xfrm>
                <a:off x="6397969" y="3127583"/>
                <a:ext cx="3898031" cy="3070054"/>
              </a:xfrm>
              <a:custGeom>
                <a:avLst/>
                <a:gdLst/>
                <a:ahLst/>
                <a:cxnLst/>
                <a:rect l="l" t="t" r="r" b="b"/>
                <a:pathLst>
                  <a:path w="3898031" h="3070054" fill="none">
                    <a:moveTo>
                      <a:pt x="3898031" y="0"/>
                    </a:moveTo>
                    <a:lnTo>
                      <a:pt x="347579" y="2746508"/>
                    </a:lnTo>
                    <a:lnTo>
                      <a:pt x="122399" y="2887445"/>
                    </a:lnTo>
                    <a:lnTo>
                      <a:pt x="49049" y="2933435"/>
                    </a:lnTo>
                    <a:lnTo>
                      <a:pt x="0" y="2964124"/>
                    </a:lnTo>
                    <a:lnTo>
                      <a:pt x="45629" y="3070054"/>
                    </a:lnTo>
                    <a:lnTo>
                      <a:pt x="343528" y="2888167"/>
                    </a:lnTo>
                    <a:lnTo>
                      <a:pt x="775077" y="2535912"/>
                    </a:lnTo>
                    <a:lnTo>
                      <a:pt x="1059566" y="2318746"/>
                    </a:lnTo>
                    <a:lnTo>
                      <a:pt x="1564375" y="1936522"/>
                    </a:lnTo>
                    <a:lnTo>
                      <a:pt x="2080254" y="1543228"/>
                    </a:lnTo>
                    <a:lnTo>
                      <a:pt x="2670923" y="1098365"/>
                    </a:lnTo>
                    <a:lnTo>
                      <a:pt x="3044603" y="803980"/>
                    </a:lnTo>
                    <a:lnTo>
                      <a:pt x="3477592" y="473865"/>
                    </a:lnTo>
                    <a:lnTo>
                      <a:pt x="3898031" y="152094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39" name="Контур"/>
              <p:cNvSpPr/>
              <p:nvPr/>
            </p:nvSpPr>
            <p:spPr>
              <a:xfrm>
                <a:off x="6100967" y="6384025"/>
                <a:ext cx="322649" cy="281156"/>
              </a:xfrm>
              <a:custGeom>
                <a:avLst/>
                <a:gdLst/>
                <a:ahLst/>
                <a:cxnLst/>
                <a:rect l="l" t="t" r="r" b="b"/>
                <a:pathLst>
                  <a:path w="322649" h="281156" fill="none">
                    <a:moveTo>
                      <a:pt x="285660" y="0"/>
                    </a:moveTo>
                    <a:lnTo>
                      <a:pt x="229320" y="37439"/>
                    </a:lnTo>
                    <a:lnTo>
                      <a:pt x="227430" y="39959"/>
                    </a:lnTo>
                    <a:lnTo>
                      <a:pt x="215730" y="83069"/>
                    </a:lnTo>
                    <a:lnTo>
                      <a:pt x="214380" y="85229"/>
                    </a:lnTo>
                    <a:lnTo>
                      <a:pt x="0" y="281156"/>
                    </a:lnTo>
                    <a:lnTo>
                      <a:pt x="322649" y="81000"/>
                    </a:lnTo>
                    <a:lnTo>
                      <a:pt x="28566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40" name="Контур"/>
              <p:cNvSpPr/>
              <p:nvPr/>
            </p:nvSpPr>
            <p:spPr>
              <a:xfrm>
                <a:off x="6443598" y="3279578"/>
                <a:ext cx="3852402" cy="3135408"/>
              </a:xfrm>
              <a:custGeom>
                <a:avLst/>
                <a:gdLst/>
                <a:ahLst/>
                <a:cxnLst/>
                <a:rect l="l" t="t" r="r" b="b"/>
                <a:pathLst>
                  <a:path w="3852402" h="3135408" fill="none">
                    <a:moveTo>
                      <a:pt x="3852402" y="0"/>
                    </a:moveTo>
                    <a:lnTo>
                      <a:pt x="2998974" y="651985"/>
                    </a:lnTo>
                    <a:lnTo>
                      <a:pt x="2625294" y="946370"/>
                    </a:lnTo>
                    <a:lnTo>
                      <a:pt x="729448" y="2383917"/>
                    </a:lnTo>
                    <a:lnTo>
                      <a:pt x="297899" y="2736172"/>
                    </a:lnTo>
                    <a:lnTo>
                      <a:pt x="0" y="2918059"/>
                    </a:lnTo>
                    <a:lnTo>
                      <a:pt x="106557" y="3135408"/>
                    </a:lnTo>
                    <a:lnTo>
                      <a:pt x="309687" y="3010760"/>
                    </a:lnTo>
                    <a:lnTo>
                      <a:pt x="1199245" y="2321101"/>
                    </a:lnTo>
                    <a:lnTo>
                      <a:pt x="1154516" y="2264041"/>
                    </a:lnTo>
                    <a:lnTo>
                      <a:pt x="1246316" y="2191412"/>
                    </a:lnTo>
                    <a:lnTo>
                      <a:pt x="1292845" y="2248652"/>
                    </a:lnTo>
                    <a:lnTo>
                      <a:pt x="3852402" y="269011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41" name="Контур"/>
              <p:cNvSpPr/>
              <p:nvPr/>
            </p:nvSpPr>
            <p:spPr>
              <a:xfrm>
                <a:off x="5671862" y="4690683"/>
                <a:ext cx="775156" cy="1425414"/>
              </a:xfrm>
              <a:custGeom>
                <a:avLst/>
                <a:gdLst/>
                <a:ahLst/>
                <a:cxnLst/>
                <a:rect l="l" t="t" r="r" b="b"/>
                <a:pathLst>
                  <a:path w="775156" h="1425414" fill="none">
                    <a:moveTo>
                      <a:pt x="176670" y="0"/>
                    </a:moveTo>
                    <a:lnTo>
                      <a:pt x="97560" y="70379"/>
                    </a:lnTo>
                    <a:lnTo>
                      <a:pt x="329305" y="574107"/>
                    </a:lnTo>
                    <a:lnTo>
                      <a:pt x="558080" y="1050295"/>
                    </a:lnTo>
                    <a:lnTo>
                      <a:pt x="719807" y="1386354"/>
                    </a:lnTo>
                    <a:lnTo>
                      <a:pt x="726107" y="1401024"/>
                    </a:lnTo>
                    <a:lnTo>
                      <a:pt x="775156" y="1370335"/>
                    </a:lnTo>
                    <a:lnTo>
                      <a:pt x="764087" y="1361335"/>
                    </a:lnTo>
                    <a:lnTo>
                      <a:pt x="729257" y="1312735"/>
                    </a:lnTo>
                    <a:lnTo>
                      <a:pt x="656719" y="1170445"/>
                    </a:lnTo>
                    <a:lnTo>
                      <a:pt x="290967" y="392038"/>
                    </a:lnTo>
                    <a:lnTo>
                      <a:pt x="158940" y="69120"/>
                    </a:lnTo>
                    <a:lnTo>
                      <a:pt x="158310" y="40590"/>
                    </a:lnTo>
                    <a:lnTo>
                      <a:pt x="176670" y="0"/>
                    </a:lnTo>
                    <a:close/>
                    <a:moveTo>
                      <a:pt x="97560" y="70379"/>
                    </a:moveTo>
                    <a:lnTo>
                      <a:pt x="0" y="157138"/>
                    </a:lnTo>
                    <a:lnTo>
                      <a:pt x="56610" y="160558"/>
                    </a:lnTo>
                    <a:lnTo>
                      <a:pt x="99449" y="188008"/>
                    </a:lnTo>
                    <a:lnTo>
                      <a:pt x="423532" y="860666"/>
                    </a:lnTo>
                    <a:lnTo>
                      <a:pt x="551510" y="1110955"/>
                    </a:lnTo>
                    <a:lnTo>
                      <a:pt x="589219" y="1213824"/>
                    </a:lnTo>
                    <a:lnTo>
                      <a:pt x="681827" y="1409304"/>
                    </a:lnTo>
                    <a:lnTo>
                      <a:pt x="687227" y="1425414"/>
                    </a:lnTo>
                    <a:lnTo>
                      <a:pt x="726107" y="1401024"/>
                    </a:lnTo>
                    <a:lnTo>
                      <a:pt x="719807" y="1386354"/>
                    </a:lnTo>
                    <a:lnTo>
                      <a:pt x="558080" y="1050295"/>
                    </a:lnTo>
                    <a:lnTo>
                      <a:pt x="329305" y="574107"/>
                    </a:lnTo>
                    <a:lnTo>
                      <a:pt x="97560" y="70379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42" name="Контур"/>
              <p:cNvSpPr/>
              <p:nvPr/>
            </p:nvSpPr>
            <p:spPr>
              <a:xfrm>
                <a:off x="6330646" y="6290338"/>
                <a:ext cx="2201978" cy="3897662"/>
              </a:xfrm>
              <a:custGeom>
                <a:avLst/>
                <a:gdLst/>
                <a:ahLst/>
                <a:cxnLst/>
                <a:rect l="l" t="t" r="r" b="b"/>
                <a:pathLst>
                  <a:path w="2201978" h="3897662" fill="none">
                    <a:moveTo>
                      <a:pt x="1786347" y="3897662"/>
                    </a:moveTo>
                    <a:lnTo>
                      <a:pt x="1705644" y="3727512"/>
                    </a:lnTo>
                    <a:lnTo>
                      <a:pt x="1787004" y="3688813"/>
                    </a:lnTo>
                    <a:lnTo>
                      <a:pt x="1758025" y="3627973"/>
                    </a:lnTo>
                    <a:lnTo>
                      <a:pt x="1460576" y="3750190"/>
                    </a:lnTo>
                    <a:lnTo>
                      <a:pt x="1265637" y="3797529"/>
                    </a:lnTo>
                    <a:lnTo>
                      <a:pt x="1195258" y="3787088"/>
                    </a:lnTo>
                    <a:lnTo>
                      <a:pt x="963280" y="3897662"/>
                    </a:lnTo>
                    <a:moveTo>
                      <a:pt x="1488300" y="3065115"/>
                    </a:moveTo>
                    <a:lnTo>
                      <a:pt x="1271671" y="3140623"/>
                    </a:lnTo>
                    <a:lnTo>
                      <a:pt x="1266632" y="3129103"/>
                    </a:lnTo>
                    <a:lnTo>
                      <a:pt x="1187612" y="3160423"/>
                    </a:lnTo>
                    <a:lnTo>
                      <a:pt x="1169612" y="3116593"/>
                    </a:lnTo>
                    <a:lnTo>
                      <a:pt x="975213" y="3224321"/>
                    </a:lnTo>
                    <a:lnTo>
                      <a:pt x="859383" y="3277870"/>
                    </a:lnTo>
                    <a:lnTo>
                      <a:pt x="788374" y="3300099"/>
                    </a:lnTo>
                    <a:lnTo>
                      <a:pt x="785134" y="3293169"/>
                    </a:lnTo>
                    <a:lnTo>
                      <a:pt x="14467" y="3660541"/>
                    </a:lnTo>
                    <a:lnTo>
                      <a:pt x="115895" y="3874470"/>
                    </a:lnTo>
                    <a:lnTo>
                      <a:pt x="124328" y="3897662"/>
                    </a:lnTo>
                    <a:moveTo>
                      <a:pt x="963280" y="3897662"/>
                    </a:moveTo>
                    <a:lnTo>
                      <a:pt x="1195258" y="3787088"/>
                    </a:lnTo>
                    <a:lnTo>
                      <a:pt x="1265637" y="3797529"/>
                    </a:lnTo>
                    <a:lnTo>
                      <a:pt x="1460576" y="3750190"/>
                    </a:lnTo>
                    <a:lnTo>
                      <a:pt x="1758025" y="3627973"/>
                    </a:lnTo>
                    <a:lnTo>
                      <a:pt x="1488300" y="3065115"/>
                    </a:lnTo>
                    <a:lnTo>
                      <a:pt x="1488300" y="3065115"/>
                    </a:lnTo>
                    <a:moveTo>
                      <a:pt x="2058875" y="3897662"/>
                    </a:moveTo>
                    <a:lnTo>
                      <a:pt x="1701598" y="3154306"/>
                    </a:lnTo>
                    <a:lnTo>
                      <a:pt x="1483443" y="2726718"/>
                    </a:lnTo>
                    <a:lnTo>
                      <a:pt x="1351865" y="2481559"/>
                    </a:lnTo>
                    <a:lnTo>
                      <a:pt x="1166199" y="2082230"/>
                    </a:lnTo>
                    <a:lnTo>
                      <a:pt x="753018" y="1237583"/>
                    </a:lnTo>
                    <a:lnTo>
                      <a:pt x="668600" y="1050564"/>
                    </a:lnTo>
                    <a:lnTo>
                      <a:pt x="219509" y="124648"/>
                    </a:lnTo>
                    <a:lnTo>
                      <a:pt x="0" y="259375"/>
                    </a:lnTo>
                    <a:lnTo>
                      <a:pt x="45180" y="247226"/>
                    </a:lnTo>
                    <a:lnTo>
                      <a:pt x="101069" y="254156"/>
                    </a:lnTo>
                    <a:lnTo>
                      <a:pt x="149309" y="283316"/>
                    </a:lnTo>
                    <a:lnTo>
                      <a:pt x="178558" y="323096"/>
                    </a:lnTo>
                    <a:lnTo>
                      <a:pt x="1901388" y="3897662"/>
                    </a:lnTo>
                    <a:moveTo>
                      <a:pt x="422639" y="0"/>
                    </a:moveTo>
                    <a:lnTo>
                      <a:pt x="219509" y="124648"/>
                    </a:lnTo>
                    <a:lnTo>
                      <a:pt x="668600" y="1050564"/>
                    </a:lnTo>
                    <a:lnTo>
                      <a:pt x="753018" y="1237583"/>
                    </a:lnTo>
                    <a:lnTo>
                      <a:pt x="1166199" y="2082230"/>
                    </a:lnTo>
                    <a:lnTo>
                      <a:pt x="1351865" y="2481559"/>
                    </a:lnTo>
                    <a:lnTo>
                      <a:pt x="1483443" y="2726718"/>
                    </a:lnTo>
                    <a:lnTo>
                      <a:pt x="1701598" y="3154306"/>
                    </a:lnTo>
                    <a:lnTo>
                      <a:pt x="2058875" y="3897662"/>
                    </a:lnTo>
                    <a:moveTo>
                      <a:pt x="2201978" y="3897662"/>
                    </a:moveTo>
                    <a:lnTo>
                      <a:pt x="2198480" y="3892214"/>
                    </a:lnTo>
                    <a:lnTo>
                      <a:pt x="396538" y="153989"/>
                    </a:lnTo>
                    <a:lnTo>
                      <a:pt x="384748" y="115649"/>
                    </a:lnTo>
                    <a:lnTo>
                      <a:pt x="384659" y="75689"/>
                    </a:lnTo>
                    <a:lnTo>
                      <a:pt x="396269" y="37350"/>
                    </a:lnTo>
                    <a:lnTo>
                      <a:pt x="422639" y="0"/>
                    </a:lnTo>
                    <a:lnTo>
                      <a:pt x="422639" y="0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43" name="Контур"/>
              <p:cNvSpPr/>
              <p:nvPr/>
            </p:nvSpPr>
            <p:spPr>
              <a:xfrm>
                <a:off x="930516" y="2228733"/>
                <a:ext cx="6750642" cy="7718546"/>
              </a:xfrm>
              <a:custGeom>
                <a:avLst/>
                <a:gdLst/>
                <a:ahLst/>
                <a:cxnLst/>
                <a:rect l="l" t="t" r="r" b="b"/>
                <a:pathLst>
                  <a:path w="6750642" h="7718546" fill="none">
                    <a:moveTo>
                      <a:pt x="6627884" y="6808841"/>
                    </a:moveTo>
                    <a:lnTo>
                      <a:pt x="6598095" y="6787961"/>
                    </a:lnTo>
                    <a:lnTo>
                      <a:pt x="6044597" y="7052825"/>
                    </a:lnTo>
                    <a:lnTo>
                      <a:pt x="5994647" y="7076855"/>
                    </a:lnTo>
                    <a:lnTo>
                      <a:pt x="5278970" y="7418847"/>
                    </a:lnTo>
                    <a:lnTo>
                      <a:pt x="5422067" y="7718546"/>
                    </a:lnTo>
                    <a:lnTo>
                      <a:pt x="6185264" y="7354774"/>
                    </a:lnTo>
                    <a:lnTo>
                      <a:pt x="6188504" y="7361704"/>
                    </a:lnTo>
                    <a:lnTo>
                      <a:pt x="6259513" y="7339475"/>
                    </a:lnTo>
                    <a:lnTo>
                      <a:pt x="6375343" y="7285926"/>
                    </a:lnTo>
                    <a:lnTo>
                      <a:pt x="6569742" y="7178198"/>
                    </a:lnTo>
                    <a:lnTo>
                      <a:pt x="6587742" y="7222028"/>
                    </a:lnTo>
                    <a:lnTo>
                      <a:pt x="6666762" y="7190708"/>
                    </a:lnTo>
                    <a:lnTo>
                      <a:pt x="6671801" y="7202228"/>
                    </a:lnTo>
                    <a:lnTo>
                      <a:pt x="6730301" y="7178739"/>
                    </a:lnTo>
                    <a:lnTo>
                      <a:pt x="6701862" y="7111599"/>
                    </a:lnTo>
                    <a:lnTo>
                      <a:pt x="6715812" y="7077310"/>
                    </a:lnTo>
                    <a:lnTo>
                      <a:pt x="6750642" y="7063000"/>
                    </a:lnTo>
                    <a:lnTo>
                      <a:pt x="6627884" y="6808841"/>
                    </a:lnTo>
                    <a:close/>
                    <a:moveTo>
                      <a:pt x="5629716" y="4677829"/>
                    </a:moveTo>
                    <a:lnTo>
                      <a:pt x="4787318" y="5200090"/>
                    </a:lnTo>
                    <a:lnTo>
                      <a:pt x="4909266" y="5393499"/>
                    </a:lnTo>
                    <a:lnTo>
                      <a:pt x="4967675" y="5486469"/>
                    </a:lnTo>
                    <a:lnTo>
                      <a:pt x="5091243" y="5683209"/>
                    </a:lnTo>
                    <a:lnTo>
                      <a:pt x="4788574" y="5873105"/>
                    </a:lnTo>
                    <a:lnTo>
                      <a:pt x="4850133" y="5982725"/>
                    </a:lnTo>
                    <a:lnTo>
                      <a:pt x="4855443" y="5991545"/>
                    </a:lnTo>
                    <a:lnTo>
                      <a:pt x="5173952" y="5814878"/>
                    </a:lnTo>
                    <a:lnTo>
                      <a:pt x="5901959" y="5419606"/>
                    </a:lnTo>
                    <a:lnTo>
                      <a:pt x="5914829" y="5437066"/>
                    </a:lnTo>
                    <a:lnTo>
                      <a:pt x="6037138" y="5369117"/>
                    </a:lnTo>
                    <a:lnTo>
                      <a:pt x="5979810" y="5240328"/>
                    </a:lnTo>
                    <a:lnTo>
                      <a:pt x="5776503" y="4913539"/>
                    </a:lnTo>
                    <a:lnTo>
                      <a:pt x="5794773" y="4902199"/>
                    </a:lnTo>
                    <a:lnTo>
                      <a:pt x="5767054" y="4857559"/>
                    </a:lnTo>
                    <a:lnTo>
                      <a:pt x="5748694" y="4868989"/>
                    </a:lnTo>
                    <a:lnTo>
                      <a:pt x="5629716" y="4677829"/>
                    </a:lnTo>
                    <a:close/>
                    <a:moveTo>
                      <a:pt x="6321442" y="5944215"/>
                    </a:moveTo>
                    <a:lnTo>
                      <a:pt x="5734464" y="6288279"/>
                    </a:lnTo>
                    <a:lnTo>
                      <a:pt x="5153066" y="6588783"/>
                    </a:lnTo>
                    <a:lnTo>
                      <a:pt x="4811878" y="6762659"/>
                    </a:lnTo>
                    <a:lnTo>
                      <a:pt x="4579229" y="6883077"/>
                    </a:lnTo>
                    <a:lnTo>
                      <a:pt x="4727995" y="7212835"/>
                    </a:lnTo>
                    <a:lnTo>
                      <a:pt x="4918614" y="7137237"/>
                    </a:lnTo>
                    <a:lnTo>
                      <a:pt x="4943184" y="7186557"/>
                    </a:lnTo>
                    <a:lnTo>
                      <a:pt x="5016804" y="7155238"/>
                    </a:lnTo>
                    <a:lnTo>
                      <a:pt x="5037593" y="7200957"/>
                    </a:lnTo>
                    <a:lnTo>
                      <a:pt x="5182582" y="7136429"/>
                    </a:lnTo>
                    <a:lnTo>
                      <a:pt x="5220562" y="7229758"/>
                    </a:lnTo>
                    <a:lnTo>
                      <a:pt x="5306151" y="7191779"/>
                    </a:lnTo>
                    <a:lnTo>
                      <a:pt x="5314791" y="7211219"/>
                    </a:lnTo>
                    <a:lnTo>
                      <a:pt x="5355741" y="7192950"/>
                    </a:lnTo>
                    <a:lnTo>
                      <a:pt x="5377520" y="7239659"/>
                    </a:lnTo>
                    <a:lnTo>
                      <a:pt x="6660015" y="6643332"/>
                    </a:lnTo>
                    <a:lnTo>
                      <a:pt x="6321442" y="5944215"/>
                    </a:lnTo>
                    <a:close/>
                    <a:moveTo>
                      <a:pt x="1912300" y="3572162"/>
                    </a:moveTo>
                    <a:lnTo>
                      <a:pt x="1843001" y="3504212"/>
                    </a:lnTo>
                    <a:lnTo>
                      <a:pt x="1838861" y="3508262"/>
                    </a:lnTo>
                    <a:lnTo>
                      <a:pt x="1270151" y="4057704"/>
                    </a:lnTo>
                    <a:lnTo>
                      <a:pt x="1286891" y="4075434"/>
                    </a:lnTo>
                    <a:lnTo>
                      <a:pt x="1278521" y="4082994"/>
                    </a:lnTo>
                    <a:lnTo>
                      <a:pt x="1341790" y="4150044"/>
                    </a:lnTo>
                    <a:lnTo>
                      <a:pt x="1888360" y="3619412"/>
                    </a:lnTo>
                    <a:lnTo>
                      <a:pt x="1894750" y="3595112"/>
                    </a:lnTo>
                    <a:lnTo>
                      <a:pt x="1912300" y="3572162"/>
                    </a:lnTo>
                    <a:close/>
                    <a:moveTo>
                      <a:pt x="1379511" y="2556066"/>
                    </a:moveTo>
                    <a:lnTo>
                      <a:pt x="1847600" y="2114532"/>
                    </a:lnTo>
                    <a:lnTo>
                      <a:pt x="1736452" y="1996632"/>
                    </a:lnTo>
                    <a:lnTo>
                      <a:pt x="1618733" y="1995911"/>
                    </a:lnTo>
                    <a:lnTo>
                      <a:pt x="1521173" y="2104000"/>
                    </a:lnTo>
                    <a:lnTo>
                      <a:pt x="1441973" y="2176359"/>
                    </a:lnTo>
                    <a:lnTo>
                      <a:pt x="1353683" y="2238728"/>
                    </a:lnTo>
                    <a:lnTo>
                      <a:pt x="493194" y="3029096"/>
                    </a:lnTo>
                    <a:lnTo>
                      <a:pt x="390324" y="3134575"/>
                    </a:lnTo>
                    <a:lnTo>
                      <a:pt x="388523" y="3250854"/>
                    </a:lnTo>
                    <a:lnTo>
                      <a:pt x="1135062" y="4042313"/>
                    </a:lnTo>
                    <a:lnTo>
                      <a:pt x="1249541" y="4045734"/>
                    </a:lnTo>
                    <a:lnTo>
                      <a:pt x="2490731" y="2875031"/>
                    </a:lnTo>
                    <a:lnTo>
                      <a:pt x="2492981" y="2798711"/>
                    </a:lnTo>
                    <a:lnTo>
                      <a:pt x="2378683" y="2677572"/>
                    </a:lnTo>
                    <a:lnTo>
                      <a:pt x="1910593" y="3119105"/>
                    </a:lnTo>
                    <a:lnTo>
                      <a:pt x="1379511" y="2556066"/>
                    </a:lnTo>
                    <a:close/>
                    <a:moveTo>
                      <a:pt x="117352" y="3619940"/>
                    </a:moveTo>
                    <a:lnTo>
                      <a:pt x="90262" y="3640729"/>
                    </a:lnTo>
                    <a:lnTo>
                      <a:pt x="107272" y="3662869"/>
                    </a:lnTo>
                    <a:lnTo>
                      <a:pt x="134362" y="3641989"/>
                    </a:lnTo>
                    <a:lnTo>
                      <a:pt x="117352" y="3619940"/>
                    </a:lnTo>
                    <a:close/>
                    <a:moveTo>
                      <a:pt x="215362" y="3545421"/>
                    </a:moveTo>
                    <a:lnTo>
                      <a:pt x="215182" y="3544971"/>
                    </a:lnTo>
                    <a:lnTo>
                      <a:pt x="180803" y="3463161"/>
                    </a:lnTo>
                    <a:lnTo>
                      <a:pt x="133733" y="3440931"/>
                    </a:lnTo>
                    <a:lnTo>
                      <a:pt x="124193" y="3454521"/>
                    </a:lnTo>
                    <a:lnTo>
                      <a:pt x="90713" y="3500060"/>
                    </a:lnTo>
                    <a:lnTo>
                      <a:pt x="178462" y="3583850"/>
                    </a:lnTo>
                    <a:lnTo>
                      <a:pt x="215362" y="3545421"/>
                    </a:lnTo>
                    <a:close/>
                    <a:moveTo>
                      <a:pt x="181344" y="3371632"/>
                    </a:moveTo>
                    <a:lnTo>
                      <a:pt x="173334" y="3383692"/>
                    </a:lnTo>
                    <a:lnTo>
                      <a:pt x="160824" y="3401781"/>
                    </a:lnTo>
                    <a:lnTo>
                      <a:pt x="206273" y="3401872"/>
                    </a:lnTo>
                    <a:lnTo>
                      <a:pt x="181344" y="3371632"/>
                    </a:lnTo>
                    <a:close/>
                    <a:moveTo>
                      <a:pt x="43554" y="3454880"/>
                    </a:moveTo>
                    <a:lnTo>
                      <a:pt x="90713" y="3500060"/>
                    </a:lnTo>
                    <a:lnTo>
                      <a:pt x="124193" y="3454521"/>
                    </a:lnTo>
                    <a:lnTo>
                      <a:pt x="160824" y="3401781"/>
                    </a:lnTo>
                    <a:lnTo>
                      <a:pt x="94674" y="3401511"/>
                    </a:lnTo>
                    <a:lnTo>
                      <a:pt x="43554" y="3454880"/>
                    </a:lnTo>
                    <a:close/>
                    <a:moveTo>
                      <a:pt x="379253" y="3241584"/>
                    </a:moveTo>
                    <a:lnTo>
                      <a:pt x="287994" y="3149514"/>
                    </a:lnTo>
                    <a:lnTo>
                      <a:pt x="268554" y="3218543"/>
                    </a:lnTo>
                    <a:lnTo>
                      <a:pt x="211674" y="3325642"/>
                    </a:lnTo>
                    <a:lnTo>
                      <a:pt x="181344" y="3371632"/>
                    </a:lnTo>
                    <a:lnTo>
                      <a:pt x="206273" y="3401872"/>
                    </a:lnTo>
                    <a:lnTo>
                      <a:pt x="220313" y="3416812"/>
                    </a:lnTo>
                    <a:lnTo>
                      <a:pt x="296903" y="3326903"/>
                    </a:lnTo>
                    <a:lnTo>
                      <a:pt x="379253" y="3241584"/>
                    </a:lnTo>
                    <a:close/>
                    <a:moveTo>
                      <a:pt x="493194" y="3029096"/>
                    </a:moveTo>
                    <a:lnTo>
                      <a:pt x="447384" y="2999846"/>
                    </a:lnTo>
                    <a:lnTo>
                      <a:pt x="349014" y="3140964"/>
                    </a:lnTo>
                    <a:lnTo>
                      <a:pt x="296094" y="3120804"/>
                    </a:lnTo>
                    <a:lnTo>
                      <a:pt x="287994" y="3149514"/>
                    </a:lnTo>
                    <a:lnTo>
                      <a:pt x="379253" y="3241584"/>
                    </a:lnTo>
                    <a:lnTo>
                      <a:pt x="388523" y="3250854"/>
                    </a:lnTo>
                    <a:lnTo>
                      <a:pt x="390324" y="3134575"/>
                    </a:lnTo>
                    <a:lnTo>
                      <a:pt x="419664" y="3105145"/>
                    </a:lnTo>
                    <a:lnTo>
                      <a:pt x="493194" y="3029096"/>
                    </a:lnTo>
                    <a:close/>
                    <a:moveTo>
                      <a:pt x="146336" y="3006774"/>
                    </a:moveTo>
                    <a:lnTo>
                      <a:pt x="287994" y="3149514"/>
                    </a:lnTo>
                    <a:lnTo>
                      <a:pt x="296094" y="3120804"/>
                    </a:lnTo>
                    <a:lnTo>
                      <a:pt x="340466" y="2920646"/>
                    </a:lnTo>
                    <a:lnTo>
                      <a:pt x="308696" y="2950976"/>
                    </a:lnTo>
                    <a:lnTo>
                      <a:pt x="250466" y="3006685"/>
                    </a:lnTo>
                    <a:lnTo>
                      <a:pt x="146336" y="3006774"/>
                    </a:lnTo>
                    <a:close/>
                    <a:moveTo>
                      <a:pt x="515794" y="1529887"/>
                    </a:moveTo>
                    <a:lnTo>
                      <a:pt x="616232" y="1704936"/>
                    </a:lnTo>
                    <a:lnTo>
                      <a:pt x="473760" y="2183372"/>
                    </a:lnTo>
                    <a:lnTo>
                      <a:pt x="405627" y="2626349"/>
                    </a:lnTo>
                    <a:lnTo>
                      <a:pt x="296094" y="3120804"/>
                    </a:lnTo>
                    <a:lnTo>
                      <a:pt x="349014" y="3140964"/>
                    </a:lnTo>
                    <a:lnTo>
                      <a:pt x="488694" y="2938917"/>
                    </a:lnTo>
                    <a:lnTo>
                      <a:pt x="547375" y="2819668"/>
                    </a:lnTo>
                    <a:lnTo>
                      <a:pt x="569335" y="2761619"/>
                    </a:lnTo>
                    <a:lnTo>
                      <a:pt x="663837" y="2364812"/>
                    </a:lnTo>
                    <a:lnTo>
                      <a:pt x="672927" y="2366342"/>
                    </a:lnTo>
                    <a:lnTo>
                      <a:pt x="678237" y="2334932"/>
                    </a:lnTo>
                    <a:lnTo>
                      <a:pt x="670317" y="2333582"/>
                    </a:lnTo>
                    <a:lnTo>
                      <a:pt x="707669" y="1978625"/>
                    </a:lnTo>
                    <a:lnTo>
                      <a:pt x="703620" y="1804476"/>
                    </a:lnTo>
                    <a:lnTo>
                      <a:pt x="658532" y="1593248"/>
                    </a:lnTo>
                    <a:lnTo>
                      <a:pt x="609663" y="1486868"/>
                    </a:lnTo>
                    <a:lnTo>
                      <a:pt x="515794" y="1529887"/>
                    </a:lnTo>
                    <a:close/>
                    <a:moveTo>
                      <a:pt x="1480671" y="2460667"/>
                    </a:moveTo>
                    <a:lnTo>
                      <a:pt x="1379511" y="2556066"/>
                    </a:lnTo>
                    <a:lnTo>
                      <a:pt x="1910593" y="3119105"/>
                    </a:lnTo>
                    <a:lnTo>
                      <a:pt x="2378683" y="2677572"/>
                    </a:lnTo>
                    <a:lnTo>
                      <a:pt x="1847600" y="2114532"/>
                    </a:lnTo>
                    <a:lnTo>
                      <a:pt x="1792700" y="2166281"/>
                    </a:lnTo>
                    <a:lnTo>
                      <a:pt x="1480671" y="2460667"/>
                    </a:lnTo>
                    <a:close/>
                    <a:moveTo>
                      <a:pt x="2444669" y="172890"/>
                    </a:moveTo>
                    <a:lnTo>
                      <a:pt x="2283391" y="0"/>
                    </a:lnTo>
                    <a:lnTo>
                      <a:pt x="2310661" y="43110"/>
                    </a:lnTo>
                    <a:lnTo>
                      <a:pt x="2318851" y="76230"/>
                    </a:lnTo>
                    <a:lnTo>
                      <a:pt x="2318400" y="109889"/>
                    </a:lnTo>
                    <a:lnTo>
                      <a:pt x="2307870" y="144719"/>
                    </a:lnTo>
                    <a:lnTo>
                      <a:pt x="2287800" y="178379"/>
                    </a:lnTo>
                    <a:lnTo>
                      <a:pt x="2187270" y="292137"/>
                    </a:lnTo>
                    <a:lnTo>
                      <a:pt x="2131650" y="366476"/>
                    </a:lnTo>
                    <a:lnTo>
                      <a:pt x="2092860" y="424346"/>
                    </a:lnTo>
                    <a:lnTo>
                      <a:pt x="2011500" y="570864"/>
                    </a:lnTo>
                    <a:lnTo>
                      <a:pt x="1941209" y="731692"/>
                    </a:lnTo>
                    <a:lnTo>
                      <a:pt x="1890718" y="899721"/>
                    </a:lnTo>
                    <a:lnTo>
                      <a:pt x="1780826" y="1334147"/>
                    </a:lnTo>
                    <a:lnTo>
                      <a:pt x="1745096" y="1438366"/>
                    </a:lnTo>
                    <a:lnTo>
                      <a:pt x="1700995" y="1539345"/>
                    </a:lnTo>
                    <a:lnTo>
                      <a:pt x="1626655" y="1669394"/>
                    </a:lnTo>
                    <a:lnTo>
                      <a:pt x="1538545" y="1789092"/>
                    </a:lnTo>
                    <a:lnTo>
                      <a:pt x="1437025" y="1897721"/>
                    </a:lnTo>
                    <a:lnTo>
                      <a:pt x="819175" y="2470022"/>
                    </a:lnTo>
                    <a:lnTo>
                      <a:pt x="794245" y="2485502"/>
                    </a:lnTo>
                    <a:lnTo>
                      <a:pt x="766165" y="2494052"/>
                    </a:lnTo>
                    <a:lnTo>
                      <a:pt x="722426" y="2492612"/>
                    </a:lnTo>
                    <a:lnTo>
                      <a:pt x="694976" y="2482352"/>
                    </a:lnTo>
                    <a:lnTo>
                      <a:pt x="671126" y="2465251"/>
                    </a:lnTo>
                    <a:lnTo>
                      <a:pt x="649347" y="2425832"/>
                    </a:lnTo>
                    <a:lnTo>
                      <a:pt x="569335" y="2761619"/>
                    </a:lnTo>
                    <a:lnTo>
                      <a:pt x="520195" y="2879697"/>
                    </a:lnTo>
                    <a:lnTo>
                      <a:pt x="488694" y="2938917"/>
                    </a:lnTo>
                    <a:lnTo>
                      <a:pt x="447384" y="2999846"/>
                    </a:lnTo>
                    <a:lnTo>
                      <a:pt x="493194" y="3029096"/>
                    </a:lnTo>
                    <a:lnTo>
                      <a:pt x="1353683" y="2238728"/>
                    </a:lnTo>
                    <a:lnTo>
                      <a:pt x="1441973" y="2176359"/>
                    </a:lnTo>
                    <a:lnTo>
                      <a:pt x="1521173" y="2104000"/>
                    </a:lnTo>
                    <a:lnTo>
                      <a:pt x="1595423" y="2024531"/>
                    </a:lnTo>
                    <a:lnTo>
                      <a:pt x="1746713" y="1842913"/>
                    </a:lnTo>
                    <a:lnTo>
                      <a:pt x="1871813" y="1621246"/>
                    </a:lnTo>
                    <a:lnTo>
                      <a:pt x="1966674" y="1367178"/>
                    </a:lnTo>
                    <a:lnTo>
                      <a:pt x="2127508" y="742314"/>
                    </a:lnTo>
                    <a:lnTo>
                      <a:pt x="2138398" y="683184"/>
                    </a:lnTo>
                    <a:lnTo>
                      <a:pt x="2177458" y="581845"/>
                    </a:lnTo>
                    <a:lnTo>
                      <a:pt x="2202388" y="533696"/>
                    </a:lnTo>
                    <a:lnTo>
                      <a:pt x="2369519" y="320218"/>
                    </a:lnTo>
                    <a:lnTo>
                      <a:pt x="2359169" y="257129"/>
                    </a:lnTo>
                    <a:lnTo>
                      <a:pt x="2444669" y="172890"/>
                    </a:lnTo>
                    <a:close/>
                    <a:moveTo>
                      <a:pt x="0" y="2655596"/>
                    </a:moveTo>
                    <a:lnTo>
                      <a:pt x="308696" y="2950976"/>
                    </a:lnTo>
                    <a:lnTo>
                      <a:pt x="340466" y="2920646"/>
                    </a:lnTo>
                    <a:lnTo>
                      <a:pt x="405627" y="2626349"/>
                    </a:lnTo>
                    <a:lnTo>
                      <a:pt x="473760" y="2183372"/>
                    </a:lnTo>
                    <a:lnTo>
                      <a:pt x="452790" y="2182382"/>
                    </a:lnTo>
                    <a:lnTo>
                      <a:pt x="0" y="2655596"/>
                    </a:lnTo>
                    <a:close/>
                    <a:moveTo>
                      <a:pt x="1800532" y="1867843"/>
                    </a:moveTo>
                    <a:lnTo>
                      <a:pt x="1785233" y="1774694"/>
                    </a:lnTo>
                    <a:lnTo>
                      <a:pt x="1746713" y="1842913"/>
                    </a:lnTo>
                    <a:lnTo>
                      <a:pt x="1733573" y="1855153"/>
                    </a:lnTo>
                    <a:lnTo>
                      <a:pt x="1618733" y="1995911"/>
                    </a:lnTo>
                    <a:lnTo>
                      <a:pt x="1736452" y="1996632"/>
                    </a:lnTo>
                    <a:lnTo>
                      <a:pt x="2492981" y="2798711"/>
                    </a:lnTo>
                    <a:lnTo>
                      <a:pt x="2490731" y="2875031"/>
                    </a:lnTo>
                    <a:lnTo>
                      <a:pt x="2667490" y="2708263"/>
                    </a:lnTo>
                    <a:lnTo>
                      <a:pt x="2591171" y="2706103"/>
                    </a:lnTo>
                    <a:lnTo>
                      <a:pt x="1800532" y="1867843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44" name="Контур"/>
              <p:cNvSpPr/>
              <p:nvPr/>
            </p:nvSpPr>
            <p:spPr>
              <a:xfrm>
                <a:off x="4349337" y="1584000"/>
                <a:ext cx="1341180" cy="1155308"/>
              </a:xfrm>
              <a:custGeom>
                <a:avLst/>
                <a:gdLst/>
                <a:ahLst/>
                <a:cxnLst/>
                <a:rect l="l" t="t" r="r" b="b"/>
                <a:pathLst>
                  <a:path w="1341180" h="1155308" fill="none">
                    <a:moveTo>
                      <a:pt x="678151" y="142909"/>
                    </a:moveTo>
                    <a:lnTo>
                      <a:pt x="801719" y="273859"/>
                    </a:lnTo>
                    <a:lnTo>
                      <a:pt x="1092047" y="0"/>
                    </a:lnTo>
                    <a:moveTo>
                      <a:pt x="829654" y="0"/>
                    </a:moveTo>
                    <a:lnTo>
                      <a:pt x="678151" y="142909"/>
                    </a:lnTo>
                    <a:lnTo>
                      <a:pt x="678151" y="142909"/>
                    </a:lnTo>
                    <a:moveTo>
                      <a:pt x="116278" y="1155308"/>
                    </a:moveTo>
                    <a:lnTo>
                      <a:pt x="902608" y="413628"/>
                    </a:lnTo>
                    <a:lnTo>
                      <a:pt x="1295097" y="43464"/>
                    </a:lnTo>
                    <a:lnTo>
                      <a:pt x="1341180" y="0"/>
                    </a:lnTo>
                    <a:moveTo>
                      <a:pt x="1092047" y="0"/>
                    </a:moveTo>
                    <a:lnTo>
                      <a:pt x="801719" y="273859"/>
                    </a:lnTo>
                    <a:lnTo>
                      <a:pt x="710009" y="360347"/>
                    </a:lnTo>
                    <a:lnTo>
                      <a:pt x="0" y="1030118"/>
                    </a:lnTo>
                    <a:lnTo>
                      <a:pt x="116278" y="1155308"/>
                    </a:lnTo>
                    <a:lnTo>
                      <a:pt x="116278" y="1155308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45" name="Контур"/>
              <p:cNvSpPr/>
              <p:nvPr/>
            </p:nvSpPr>
            <p:spPr>
              <a:xfrm>
                <a:off x="4226669" y="1813308"/>
                <a:ext cx="832677" cy="800810"/>
              </a:xfrm>
              <a:custGeom>
                <a:avLst/>
                <a:gdLst/>
                <a:ahLst/>
                <a:cxnLst/>
                <a:rect l="l" t="t" r="r" b="b"/>
                <a:pathLst>
                  <a:path w="832677" h="800810" fill="none">
                    <a:moveTo>
                      <a:pt x="709109" y="0"/>
                    </a:moveTo>
                    <a:lnTo>
                      <a:pt x="0" y="668870"/>
                    </a:lnTo>
                    <a:lnTo>
                      <a:pt x="122668" y="800810"/>
                    </a:lnTo>
                    <a:lnTo>
                      <a:pt x="832677" y="131039"/>
                    </a:lnTo>
                    <a:lnTo>
                      <a:pt x="709109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46" name="Контур"/>
              <p:cNvSpPr/>
              <p:nvPr/>
            </p:nvSpPr>
            <p:spPr>
              <a:xfrm>
                <a:off x="3140651" y="1584000"/>
                <a:ext cx="2038340" cy="898178"/>
              </a:xfrm>
              <a:custGeom>
                <a:avLst/>
                <a:gdLst/>
                <a:ahLst/>
                <a:cxnLst/>
                <a:rect l="l" t="t" r="r" b="b"/>
                <a:pathLst>
                  <a:path w="2038340" h="898178" fill="none">
                    <a:moveTo>
                      <a:pt x="1886837" y="142909"/>
                    </a:moveTo>
                    <a:lnTo>
                      <a:pt x="2038340" y="0"/>
                    </a:lnTo>
                    <a:moveTo>
                      <a:pt x="1880849" y="0"/>
                    </a:moveTo>
                    <a:lnTo>
                      <a:pt x="1816908" y="60289"/>
                    </a:lnTo>
                    <a:lnTo>
                      <a:pt x="1760058" y="0"/>
                    </a:lnTo>
                    <a:moveTo>
                      <a:pt x="1160501" y="0"/>
                    </a:moveTo>
                    <a:lnTo>
                      <a:pt x="746363" y="390669"/>
                    </a:lnTo>
                    <a:lnTo>
                      <a:pt x="427948" y="51100"/>
                    </a:lnTo>
                    <a:lnTo>
                      <a:pt x="348478" y="127058"/>
                    </a:lnTo>
                    <a:lnTo>
                      <a:pt x="355408" y="134798"/>
                    </a:lnTo>
                    <a:lnTo>
                      <a:pt x="672383" y="475448"/>
                    </a:lnTo>
                    <a:lnTo>
                      <a:pt x="997189" y="802508"/>
                    </a:lnTo>
                    <a:lnTo>
                      <a:pt x="1086018" y="898178"/>
                    </a:lnTo>
                    <a:lnTo>
                      <a:pt x="1795127" y="229308"/>
                    </a:lnTo>
                    <a:lnTo>
                      <a:pt x="1918695" y="360347"/>
                    </a:lnTo>
                    <a:lnTo>
                      <a:pt x="2010405" y="273859"/>
                    </a:lnTo>
                    <a:lnTo>
                      <a:pt x="1886837" y="142909"/>
                    </a:lnTo>
                    <a:lnTo>
                      <a:pt x="1886837" y="142909"/>
                    </a:lnTo>
                    <a:moveTo>
                      <a:pt x="1816908" y="60289"/>
                    </a:moveTo>
                    <a:lnTo>
                      <a:pt x="1880849" y="0"/>
                    </a:lnTo>
                    <a:moveTo>
                      <a:pt x="1760058" y="0"/>
                    </a:moveTo>
                    <a:lnTo>
                      <a:pt x="1816908" y="60289"/>
                    </a:lnTo>
                    <a:lnTo>
                      <a:pt x="1816908" y="60289"/>
                    </a:lnTo>
                    <a:moveTo>
                      <a:pt x="482482" y="0"/>
                    </a:moveTo>
                    <a:lnTo>
                      <a:pt x="427948" y="51100"/>
                    </a:lnTo>
                    <a:lnTo>
                      <a:pt x="746363" y="390669"/>
                    </a:lnTo>
                    <a:lnTo>
                      <a:pt x="1160501" y="0"/>
                    </a:lnTo>
                    <a:moveTo>
                      <a:pt x="348478" y="127058"/>
                    </a:moveTo>
                    <a:lnTo>
                      <a:pt x="427948" y="51100"/>
                    </a:lnTo>
                    <a:lnTo>
                      <a:pt x="482482" y="0"/>
                    </a:lnTo>
                    <a:moveTo>
                      <a:pt x="338334" y="0"/>
                    </a:moveTo>
                    <a:lnTo>
                      <a:pt x="282149" y="52989"/>
                    </a:lnTo>
                    <a:lnTo>
                      <a:pt x="348478" y="127058"/>
                    </a:lnTo>
                    <a:lnTo>
                      <a:pt x="348478" y="127058"/>
                    </a:lnTo>
                    <a:moveTo>
                      <a:pt x="73979" y="249366"/>
                    </a:moveTo>
                    <a:lnTo>
                      <a:pt x="338359" y="0"/>
                    </a:lnTo>
                    <a:moveTo>
                      <a:pt x="184194" y="0"/>
                    </a:moveTo>
                    <a:lnTo>
                      <a:pt x="0" y="166656"/>
                    </a:lnTo>
                    <a:lnTo>
                      <a:pt x="73979" y="249366"/>
                    </a:lnTo>
                    <a:lnTo>
                      <a:pt x="73979" y="249366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47" name="Контур"/>
              <p:cNvSpPr/>
              <p:nvPr/>
            </p:nvSpPr>
            <p:spPr>
              <a:xfrm>
                <a:off x="4098755" y="5977663"/>
                <a:ext cx="174959" cy="185129"/>
              </a:xfrm>
              <a:custGeom>
                <a:avLst/>
                <a:gdLst/>
                <a:ahLst/>
                <a:cxnLst/>
                <a:rect l="l" t="t" r="r" b="b"/>
                <a:pathLst>
                  <a:path w="174959" h="185129" fill="none">
                    <a:moveTo>
                      <a:pt x="88740" y="0"/>
                    </a:moveTo>
                    <a:lnTo>
                      <a:pt x="2160" y="62909"/>
                    </a:lnTo>
                    <a:lnTo>
                      <a:pt x="0" y="64529"/>
                    </a:lnTo>
                    <a:lnTo>
                      <a:pt x="87209" y="185129"/>
                    </a:lnTo>
                    <a:lnTo>
                      <a:pt x="89459" y="183509"/>
                    </a:lnTo>
                    <a:lnTo>
                      <a:pt x="174959" y="121410"/>
                    </a:lnTo>
                    <a:lnTo>
                      <a:pt x="91620" y="7470"/>
                    </a:lnTo>
                    <a:lnTo>
                      <a:pt x="8874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48" name="Контур"/>
              <p:cNvSpPr/>
              <p:nvPr/>
            </p:nvSpPr>
            <p:spPr>
              <a:xfrm>
                <a:off x="5026743" y="5033760"/>
                <a:ext cx="993412" cy="908362"/>
              </a:xfrm>
              <a:custGeom>
                <a:avLst/>
                <a:gdLst/>
                <a:ahLst/>
                <a:cxnLst/>
                <a:rect l="l" t="t" r="r" b="b"/>
                <a:pathLst>
                  <a:path w="993412" h="908362" fill="none">
                    <a:moveTo>
                      <a:pt x="343080" y="71547"/>
                    </a:moveTo>
                    <a:lnTo>
                      <a:pt x="291960" y="99717"/>
                    </a:lnTo>
                    <a:lnTo>
                      <a:pt x="0" y="310223"/>
                    </a:lnTo>
                    <a:lnTo>
                      <a:pt x="431543" y="908362"/>
                    </a:lnTo>
                    <a:lnTo>
                      <a:pt x="993412" y="551518"/>
                    </a:lnTo>
                    <a:lnTo>
                      <a:pt x="932393" y="425069"/>
                    </a:lnTo>
                    <a:lnTo>
                      <a:pt x="891083" y="420928"/>
                    </a:lnTo>
                    <a:lnTo>
                      <a:pt x="822235" y="312119"/>
                    </a:lnTo>
                    <a:lnTo>
                      <a:pt x="853465" y="263069"/>
                    </a:lnTo>
                    <a:lnTo>
                      <a:pt x="726387" y="0"/>
                    </a:lnTo>
                    <a:lnTo>
                      <a:pt x="343080" y="71547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0000FF"/>
                </a:solidFill>
                <a:round/>
              </a:ln>
            </p:spPr>
          </p:sp>
          <p:sp>
            <p:nvSpPr>
              <p:cNvPr id="49" name="Контур"/>
              <p:cNvSpPr/>
              <p:nvPr/>
            </p:nvSpPr>
            <p:spPr>
              <a:xfrm>
                <a:off x="4928656" y="1584000"/>
                <a:ext cx="2292355" cy="2202094"/>
              </a:xfrm>
              <a:custGeom>
                <a:avLst/>
                <a:gdLst/>
                <a:ahLst/>
                <a:cxnLst/>
                <a:rect l="l" t="t" r="r" b="b"/>
                <a:pathLst>
                  <a:path w="2292355" h="2202094" fill="none">
                    <a:moveTo>
                      <a:pt x="131128" y="2202094"/>
                    </a:moveTo>
                    <a:lnTo>
                      <a:pt x="521097" y="1838320"/>
                    </a:lnTo>
                    <a:lnTo>
                      <a:pt x="556467" y="1799800"/>
                    </a:lnTo>
                    <a:lnTo>
                      <a:pt x="604707" y="1836970"/>
                    </a:lnTo>
                    <a:lnTo>
                      <a:pt x="674547" y="1740221"/>
                    </a:lnTo>
                    <a:lnTo>
                      <a:pt x="1965776" y="522269"/>
                    </a:lnTo>
                    <a:lnTo>
                      <a:pt x="1859578" y="408689"/>
                    </a:lnTo>
                    <a:lnTo>
                      <a:pt x="2292355" y="0"/>
                    </a:lnTo>
                    <a:moveTo>
                      <a:pt x="2168629" y="0"/>
                    </a:moveTo>
                    <a:lnTo>
                      <a:pt x="2105368" y="59673"/>
                    </a:lnTo>
                    <a:lnTo>
                      <a:pt x="2000878" y="210871"/>
                    </a:lnTo>
                    <a:lnTo>
                      <a:pt x="220139" y="1890337"/>
                    </a:lnTo>
                    <a:lnTo>
                      <a:pt x="0" y="2076454"/>
                    </a:lnTo>
                    <a:lnTo>
                      <a:pt x="110428" y="2194174"/>
                    </a:lnTo>
                    <a:lnTo>
                      <a:pt x="131128" y="2202094"/>
                    </a:lnTo>
                    <a:lnTo>
                      <a:pt x="131128" y="2202094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50" name="Контур"/>
              <p:cNvSpPr/>
              <p:nvPr/>
            </p:nvSpPr>
            <p:spPr>
              <a:xfrm>
                <a:off x="1264513" y="1636989"/>
                <a:ext cx="5068411" cy="3683138"/>
              </a:xfrm>
              <a:custGeom>
                <a:avLst/>
                <a:gdLst/>
                <a:ahLst/>
                <a:cxnLst/>
                <a:rect l="l" t="t" r="r" b="b"/>
                <a:pathLst>
                  <a:path w="5068411" h="3683138" fill="none">
                    <a:moveTo>
                      <a:pt x="3773848" y="2613682"/>
                    </a:moveTo>
                    <a:lnTo>
                      <a:pt x="2680350" y="3396669"/>
                    </a:lnTo>
                    <a:lnTo>
                      <a:pt x="2903727" y="3683138"/>
                    </a:lnTo>
                    <a:lnTo>
                      <a:pt x="3986514" y="2908341"/>
                    </a:lnTo>
                    <a:lnTo>
                      <a:pt x="3773848" y="2613682"/>
                    </a:lnTo>
                    <a:close/>
                    <a:moveTo>
                      <a:pt x="1876138" y="113667"/>
                    </a:moveTo>
                    <a:lnTo>
                      <a:pt x="1787848" y="206816"/>
                    </a:lnTo>
                    <a:lnTo>
                      <a:pt x="1963166" y="404185"/>
                    </a:lnTo>
                    <a:lnTo>
                      <a:pt x="2775134" y="1272235"/>
                    </a:lnTo>
                    <a:lnTo>
                      <a:pt x="3441394" y="1996554"/>
                    </a:lnTo>
                    <a:lnTo>
                      <a:pt x="3766830" y="2324154"/>
                    </a:lnTo>
                    <a:lnTo>
                      <a:pt x="3784469" y="2383914"/>
                    </a:lnTo>
                    <a:lnTo>
                      <a:pt x="3974999" y="2230286"/>
                    </a:lnTo>
                    <a:lnTo>
                      <a:pt x="3936929" y="2239286"/>
                    </a:lnTo>
                    <a:lnTo>
                      <a:pt x="3900569" y="2237485"/>
                    </a:lnTo>
                    <a:lnTo>
                      <a:pt x="3860520" y="2223175"/>
                    </a:lnTo>
                    <a:lnTo>
                      <a:pt x="3831270" y="2201485"/>
                    </a:lnTo>
                    <a:lnTo>
                      <a:pt x="1876138" y="113667"/>
                    </a:lnTo>
                    <a:close/>
                    <a:moveTo>
                      <a:pt x="2962156" y="845189"/>
                    </a:moveTo>
                    <a:lnTo>
                      <a:pt x="2873327" y="749519"/>
                    </a:lnTo>
                    <a:lnTo>
                      <a:pt x="2548521" y="422459"/>
                    </a:lnTo>
                    <a:lnTo>
                      <a:pt x="2231546" y="81809"/>
                    </a:lnTo>
                    <a:lnTo>
                      <a:pt x="2224616" y="74069"/>
                    </a:lnTo>
                    <a:lnTo>
                      <a:pt x="2158287" y="0"/>
                    </a:lnTo>
                    <a:lnTo>
                      <a:pt x="1950117" y="196377"/>
                    </a:lnTo>
                    <a:lnTo>
                      <a:pt x="3342937" y="1681106"/>
                    </a:lnTo>
                    <a:lnTo>
                      <a:pt x="3664143" y="2023465"/>
                    </a:lnTo>
                    <a:lnTo>
                      <a:pt x="3884282" y="1837348"/>
                    </a:lnTo>
                    <a:lnTo>
                      <a:pt x="3201102" y="1102319"/>
                    </a:lnTo>
                    <a:lnTo>
                      <a:pt x="3084824" y="977129"/>
                    </a:lnTo>
                    <a:lnTo>
                      <a:pt x="2962156" y="845189"/>
                    </a:lnTo>
                    <a:close/>
                    <a:moveTo>
                      <a:pt x="3987432" y="360639"/>
                    </a:moveTo>
                    <a:lnTo>
                      <a:pt x="3201102" y="1102319"/>
                    </a:lnTo>
                    <a:lnTo>
                      <a:pt x="3884282" y="1837348"/>
                    </a:lnTo>
                    <a:lnTo>
                      <a:pt x="5068411" y="720464"/>
                    </a:lnTo>
                    <a:lnTo>
                      <a:pt x="4929543" y="573134"/>
                    </a:lnTo>
                    <a:lnTo>
                      <a:pt x="4537054" y="943389"/>
                    </a:lnTo>
                    <a:lnTo>
                      <a:pt x="3987432" y="360639"/>
                    </a:lnTo>
                    <a:close/>
                    <a:moveTo>
                      <a:pt x="2577224" y="1473742"/>
                    </a:moveTo>
                    <a:lnTo>
                      <a:pt x="1497675" y="2492527"/>
                    </a:lnTo>
                    <a:lnTo>
                      <a:pt x="2257174" y="3297847"/>
                    </a:lnTo>
                    <a:lnTo>
                      <a:pt x="2333493" y="3300007"/>
                    </a:lnTo>
                    <a:lnTo>
                      <a:pt x="2889873" y="2775315"/>
                    </a:lnTo>
                    <a:lnTo>
                      <a:pt x="2994363" y="2624117"/>
                    </a:lnTo>
                    <a:lnTo>
                      <a:pt x="3347163" y="2291391"/>
                    </a:lnTo>
                    <a:lnTo>
                      <a:pt x="2577224" y="1473742"/>
                    </a:lnTo>
                    <a:close/>
                    <a:moveTo>
                      <a:pt x="1677503" y="1162608"/>
                    </a:moveTo>
                    <a:lnTo>
                      <a:pt x="1239569" y="693348"/>
                    </a:lnTo>
                    <a:lnTo>
                      <a:pt x="1193579" y="643938"/>
                    </a:lnTo>
                    <a:lnTo>
                      <a:pt x="0" y="1756682"/>
                    </a:lnTo>
                    <a:lnTo>
                      <a:pt x="46080" y="1806092"/>
                    </a:lnTo>
                    <a:lnTo>
                      <a:pt x="789649" y="2603312"/>
                    </a:lnTo>
                    <a:lnTo>
                      <a:pt x="801799" y="2614562"/>
                    </a:lnTo>
                    <a:lnTo>
                      <a:pt x="815209" y="2624282"/>
                    </a:lnTo>
                    <a:lnTo>
                      <a:pt x="829699" y="2632382"/>
                    </a:lnTo>
                    <a:lnTo>
                      <a:pt x="1366998" y="2131089"/>
                    </a:lnTo>
                    <a:lnTo>
                      <a:pt x="1411099" y="2030110"/>
                    </a:lnTo>
                    <a:lnTo>
                      <a:pt x="1446829" y="1925891"/>
                    </a:lnTo>
                    <a:lnTo>
                      <a:pt x="1493270" y="1742473"/>
                    </a:lnTo>
                    <a:lnTo>
                      <a:pt x="1556721" y="1491465"/>
                    </a:lnTo>
                    <a:lnTo>
                      <a:pt x="1607212" y="1323436"/>
                    </a:lnTo>
                    <a:lnTo>
                      <a:pt x="1677503" y="1162608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51" name="Контур"/>
              <p:cNvSpPr/>
              <p:nvPr/>
            </p:nvSpPr>
            <p:spPr>
              <a:xfrm>
                <a:off x="1828192" y="1584000"/>
                <a:ext cx="1195184" cy="1215597"/>
              </a:xfrm>
              <a:custGeom>
                <a:avLst/>
                <a:gdLst/>
                <a:ahLst/>
                <a:cxnLst/>
                <a:rect l="l" t="t" r="r" b="b"/>
                <a:pathLst>
                  <a:path w="1195184" h="1215597" fill="none">
                    <a:moveTo>
                      <a:pt x="1180604" y="1044959"/>
                    </a:moveTo>
                    <a:lnTo>
                      <a:pt x="796940" y="633479"/>
                    </a:lnTo>
                    <a:lnTo>
                      <a:pt x="760130" y="593969"/>
                    </a:lnTo>
                    <a:lnTo>
                      <a:pt x="205867" y="0"/>
                    </a:lnTo>
                    <a:moveTo>
                      <a:pt x="126941" y="0"/>
                    </a:moveTo>
                    <a:lnTo>
                      <a:pt x="92879" y="37678"/>
                    </a:lnTo>
                    <a:lnTo>
                      <a:pt x="57689" y="6448"/>
                    </a:lnTo>
                    <a:lnTo>
                      <a:pt x="50431" y="0"/>
                    </a:lnTo>
                    <a:moveTo>
                      <a:pt x="19814" y="0"/>
                    </a:moveTo>
                    <a:lnTo>
                      <a:pt x="0" y="21838"/>
                    </a:lnTo>
                    <a:lnTo>
                      <a:pt x="76948" y="104278"/>
                    </a:lnTo>
                    <a:lnTo>
                      <a:pt x="123028" y="153688"/>
                    </a:lnTo>
                    <a:lnTo>
                      <a:pt x="629900" y="696927"/>
                    </a:lnTo>
                    <a:lnTo>
                      <a:pt x="675890" y="746337"/>
                    </a:lnTo>
                    <a:lnTo>
                      <a:pt x="1113824" y="1215597"/>
                    </a:lnTo>
                    <a:lnTo>
                      <a:pt x="1195184" y="1069079"/>
                    </a:lnTo>
                    <a:lnTo>
                      <a:pt x="1192394" y="1062509"/>
                    </a:lnTo>
                    <a:lnTo>
                      <a:pt x="1189064" y="1056299"/>
                    </a:lnTo>
                    <a:lnTo>
                      <a:pt x="1185104" y="1050359"/>
                    </a:lnTo>
                    <a:lnTo>
                      <a:pt x="1180604" y="1044959"/>
                    </a:lnTo>
                    <a:lnTo>
                      <a:pt x="1180604" y="1044959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52" name="Контур"/>
              <p:cNvSpPr/>
              <p:nvPr/>
            </p:nvSpPr>
            <p:spPr>
              <a:xfrm>
                <a:off x="2683542" y="1929033"/>
                <a:ext cx="565825" cy="666176"/>
              </a:xfrm>
              <a:custGeom>
                <a:avLst/>
                <a:gdLst/>
                <a:ahLst/>
                <a:cxnLst/>
                <a:rect l="l" t="t" r="r" b="b"/>
                <a:pathLst>
                  <a:path w="565825" h="666176" fill="none">
                    <a:moveTo>
                      <a:pt x="530365" y="299700"/>
                    </a:moveTo>
                    <a:lnTo>
                      <a:pt x="250739" y="0"/>
                    </a:lnTo>
                    <a:lnTo>
                      <a:pt x="12150" y="222657"/>
                    </a:lnTo>
                    <a:lnTo>
                      <a:pt x="0" y="247767"/>
                    </a:lnTo>
                    <a:lnTo>
                      <a:pt x="899" y="264777"/>
                    </a:lnTo>
                    <a:lnTo>
                      <a:pt x="11609" y="284486"/>
                    </a:lnTo>
                    <a:lnTo>
                      <a:pt x="355494" y="653126"/>
                    </a:lnTo>
                    <a:lnTo>
                      <a:pt x="378624" y="666176"/>
                    </a:lnTo>
                    <a:lnTo>
                      <a:pt x="434244" y="591837"/>
                    </a:lnTo>
                    <a:lnTo>
                      <a:pt x="534774" y="478079"/>
                    </a:lnTo>
                    <a:lnTo>
                      <a:pt x="554844" y="444419"/>
                    </a:lnTo>
                    <a:lnTo>
                      <a:pt x="565374" y="409589"/>
                    </a:lnTo>
                    <a:lnTo>
                      <a:pt x="565825" y="375930"/>
                    </a:lnTo>
                    <a:lnTo>
                      <a:pt x="557635" y="342810"/>
                    </a:lnTo>
                    <a:lnTo>
                      <a:pt x="530365" y="29970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53" name="Контур"/>
              <p:cNvSpPr/>
              <p:nvPr/>
            </p:nvSpPr>
            <p:spPr>
              <a:xfrm>
                <a:off x="3014203" y="1584000"/>
                <a:ext cx="309370" cy="166656"/>
              </a:xfrm>
              <a:custGeom>
                <a:avLst/>
                <a:gdLst/>
                <a:ahLst/>
                <a:cxnLst/>
                <a:rect l="l" t="t" r="r" b="b"/>
                <a:pathLst>
                  <a:path w="309370" h="166656" fill="none">
                    <a:moveTo>
                      <a:pt x="163109" y="0"/>
                    </a:moveTo>
                    <a:lnTo>
                      <a:pt x="152999" y="9517"/>
                    </a:lnTo>
                    <a:lnTo>
                      <a:pt x="113129" y="33097"/>
                    </a:lnTo>
                    <a:lnTo>
                      <a:pt x="87479" y="40026"/>
                    </a:lnTo>
                    <a:lnTo>
                      <a:pt x="54360" y="41376"/>
                    </a:lnTo>
                    <a:lnTo>
                      <a:pt x="0" y="24996"/>
                    </a:lnTo>
                    <a:lnTo>
                      <a:pt x="126448" y="166656"/>
                    </a:lnTo>
                    <a:lnTo>
                      <a:pt x="309370" y="0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54" name="Контур"/>
              <p:cNvSpPr/>
              <p:nvPr/>
            </p:nvSpPr>
            <p:spPr>
              <a:xfrm>
                <a:off x="2715749" y="2565511"/>
                <a:ext cx="1125988" cy="1564005"/>
              </a:xfrm>
              <a:custGeom>
                <a:avLst/>
                <a:gdLst/>
                <a:ahLst/>
                <a:cxnLst/>
                <a:rect l="l" t="t" r="r" b="b"/>
                <a:pathLst>
                  <a:path w="1125988" h="1564005" fill="none">
                    <a:moveTo>
                      <a:pt x="612545" y="0"/>
                    </a:moveTo>
                    <a:lnTo>
                      <a:pt x="533885" y="93689"/>
                    </a:lnTo>
                    <a:lnTo>
                      <a:pt x="448745" y="218428"/>
                    </a:lnTo>
                    <a:lnTo>
                      <a:pt x="394205" y="317697"/>
                    </a:lnTo>
                    <a:lnTo>
                      <a:pt x="334624" y="456475"/>
                    </a:lnTo>
                    <a:lnTo>
                      <a:pt x="310684" y="528114"/>
                    </a:lnTo>
                    <a:lnTo>
                      <a:pt x="181441" y="1030400"/>
                    </a:lnTo>
                    <a:lnTo>
                      <a:pt x="86580" y="1284468"/>
                    </a:lnTo>
                    <a:lnTo>
                      <a:pt x="0" y="1437916"/>
                    </a:lnTo>
                    <a:lnTo>
                      <a:pt x="15299" y="1531065"/>
                    </a:lnTo>
                    <a:lnTo>
                      <a:pt x="46439" y="1564005"/>
                    </a:lnTo>
                    <a:lnTo>
                      <a:pt x="1125988" y="545220"/>
                    </a:lnTo>
                    <a:lnTo>
                      <a:pt x="612545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55" name="Контур"/>
              <p:cNvSpPr/>
              <p:nvPr/>
            </p:nvSpPr>
            <p:spPr>
              <a:xfrm>
                <a:off x="2034045" y="1584000"/>
                <a:ext cx="1028121" cy="1069079"/>
              </a:xfrm>
              <a:custGeom>
                <a:avLst/>
                <a:gdLst/>
                <a:ahLst/>
                <a:cxnLst/>
                <a:rect l="l" t="t" r="r" b="b"/>
                <a:pathLst>
                  <a:path w="1028121" h="1069079" fill="none">
                    <a:moveTo>
                      <a:pt x="900236" y="345033"/>
                    </a:moveTo>
                    <a:lnTo>
                      <a:pt x="578336" y="0"/>
                    </a:lnTo>
                    <a:moveTo>
                      <a:pt x="0" y="0"/>
                    </a:moveTo>
                    <a:lnTo>
                      <a:pt x="974751" y="1044959"/>
                    </a:lnTo>
                    <a:lnTo>
                      <a:pt x="989331" y="1069079"/>
                    </a:lnTo>
                    <a:lnTo>
                      <a:pt x="1028121" y="1011209"/>
                    </a:lnTo>
                    <a:lnTo>
                      <a:pt x="1004991" y="998159"/>
                    </a:lnTo>
                    <a:lnTo>
                      <a:pt x="661106" y="629519"/>
                    </a:lnTo>
                    <a:lnTo>
                      <a:pt x="649317" y="604140"/>
                    </a:lnTo>
                    <a:lnTo>
                      <a:pt x="652377" y="581910"/>
                    </a:lnTo>
                    <a:lnTo>
                      <a:pt x="661647" y="567690"/>
                    </a:lnTo>
                    <a:lnTo>
                      <a:pt x="900236" y="345033"/>
                    </a:lnTo>
                    <a:lnTo>
                      <a:pt x="900236" y="345033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56" name="Контур"/>
              <p:cNvSpPr/>
              <p:nvPr/>
            </p:nvSpPr>
            <p:spPr>
              <a:xfrm>
                <a:off x="758001" y="1737688"/>
                <a:ext cx="1700091" cy="1655983"/>
              </a:xfrm>
              <a:custGeom>
                <a:avLst/>
                <a:gdLst/>
                <a:ahLst/>
                <a:cxnLst/>
                <a:rect l="l" t="t" r="r" b="b"/>
                <a:pathLst>
                  <a:path w="1700091" h="1655983" fill="none">
                    <a:moveTo>
                      <a:pt x="1700091" y="543239"/>
                    </a:moveTo>
                    <a:lnTo>
                      <a:pt x="1193219" y="0"/>
                    </a:lnTo>
                    <a:lnTo>
                      <a:pt x="0" y="1113104"/>
                    </a:lnTo>
                    <a:lnTo>
                      <a:pt x="506512" y="1655983"/>
                    </a:lnTo>
                    <a:lnTo>
                      <a:pt x="1700091" y="543239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57" name="Контур"/>
              <p:cNvSpPr/>
              <p:nvPr/>
            </p:nvSpPr>
            <p:spPr>
              <a:xfrm>
                <a:off x="252000" y="1584000"/>
                <a:ext cx="2888651" cy="3140225"/>
              </a:xfrm>
              <a:custGeom>
                <a:avLst/>
                <a:gdLst/>
                <a:ahLst/>
                <a:cxnLst/>
                <a:rect l="l" t="t" r="r" b="b"/>
                <a:pathLst>
                  <a:path w="2888651" h="3140225" fill="none">
                    <a:moveTo>
                      <a:pt x="0" y="1418126"/>
                    </a:moveTo>
                    <a:lnTo>
                      <a:pt x="51593" y="1471177"/>
                    </a:lnTo>
                    <a:lnTo>
                      <a:pt x="118102" y="1542817"/>
                    </a:lnTo>
                    <a:lnTo>
                      <a:pt x="217822" y="1438599"/>
                    </a:lnTo>
                    <a:lnTo>
                      <a:pt x="0" y="1230170"/>
                    </a:lnTo>
                    <a:moveTo>
                      <a:pt x="0" y="40740"/>
                    </a:moveTo>
                    <a:lnTo>
                      <a:pt x="43678" y="0"/>
                    </a:lnTo>
                    <a:moveTo>
                      <a:pt x="43678" y="0"/>
                    </a:moveTo>
                    <a:lnTo>
                      <a:pt x="0" y="40740"/>
                    </a:lnTo>
                    <a:moveTo>
                      <a:pt x="0" y="336292"/>
                    </a:moveTo>
                    <a:lnTo>
                      <a:pt x="360561" y="0"/>
                    </a:lnTo>
                    <a:moveTo>
                      <a:pt x="1699220" y="153688"/>
                    </a:moveTo>
                    <a:lnTo>
                      <a:pt x="1653140" y="104278"/>
                    </a:lnTo>
                    <a:lnTo>
                      <a:pt x="1576192" y="21838"/>
                    </a:lnTo>
                    <a:lnTo>
                      <a:pt x="1555822" y="0"/>
                    </a:lnTo>
                    <a:moveTo>
                      <a:pt x="360561" y="0"/>
                    </a:moveTo>
                    <a:lnTo>
                      <a:pt x="0" y="336292"/>
                    </a:lnTo>
                    <a:moveTo>
                      <a:pt x="0" y="724353"/>
                    </a:moveTo>
                    <a:lnTo>
                      <a:pt x="459921" y="1217472"/>
                    </a:lnTo>
                    <a:lnTo>
                      <a:pt x="506001" y="1266792"/>
                    </a:lnTo>
                    <a:lnTo>
                      <a:pt x="1699220" y="153688"/>
                    </a:lnTo>
                    <a:lnTo>
                      <a:pt x="1699220" y="153688"/>
                    </a:lnTo>
                    <a:moveTo>
                      <a:pt x="2542032" y="0"/>
                    </a:moveTo>
                    <a:lnTo>
                      <a:pt x="2620544" y="82505"/>
                    </a:lnTo>
                    <a:lnTo>
                      <a:pt x="2800361" y="259805"/>
                    </a:lnTo>
                    <a:lnTo>
                      <a:pt x="2871191" y="182406"/>
                    </a:lnTo>
                    <a:lnTo>
                      <a:pt x="2888651" y="166656"/>
                    </a:lnTo>
                    <a:lnTo>
                      <a:pt x="2762203" y="24996"/>
                    </a:lnTo>
                    <a:lnTo>
                      <a:pt x="2759863" y="23736"/>
                    </a:lnTo>
                    <a:lnTo>
                      <a:pt x="2754193" y="20226"/>
                    </a:lnTo>
                    <a:lnTo>
                      <a:pt x="2748703" y="16446"/>
                    </a:lnTo>
                    <a:lnTo>
                      <a:pt x="2743393" y="12486"/>
                    </a:lnTo>
                    <a:lnTo>
                      <a:pt x="2738263" y="8166"/>
                    </a:lnTo>
                    <a:lnTo>
                      <a:pt x="2733403" y="3666"/>
                    </a:lnTo>
                    <a:lnTo>
                      <a:pt x="2729738" y="0"/>
                    </a:lnTo>
                    <a:moveTo>
                      <a:pt x="1555822" y="0"/>
                    </a:moveTo>
                    <a:lnTo>
                      <a:pt x="1576192" y="21838"/>
                    </a:lnTo>
                    <a:lnTo>
                      <a:pt x="1596006" y="0"/>
                    </a:lnTo>
                    <a:moveTo>
                      <a:pt x="1626623" y="0"/>
                    </a:moveTo>
                    <a:lnTo>
                      <a:pt x="1633881" y="6448"/>
                    </a:lnTo>
                    <a:lnTo>
                      <a:pt x="1669071" y="37678"/>
                    </a:lnTo>
                    <a:lnTo>
                      <a:pt x="1703111" y="0"/>
                    </a:lnTo>
                    <a:moveTo>
                      <a:pt x="2379511" y="2184078"/>
                    </a:moveTo>
                    <a:lnTo>
                      <a:pt x="1842212" y="2685371"/>
                    </a:lnTo>
                    <a:lnTo>
                      <a:pt x="1827722" y="2677271"/>
                    </a:lnTo>
                    <a:lnTo>
                      <a:pt x="1802162" y="2656301"/>
                    </a:lnTo>
                    <a:lnTo>
                      <a:pt x="0" y="724342"/>
                    </a:lnTo>
                    <a:moveTo>
                      <a:pt x="0" y="962200"/>
                    </a:moveTo>
                    <a:lnTo>
                      <a:pt x="401871" y="1363540"/>
                    </a:lnTo>
                    <a:lnTo>
                      <a:pt x="888044" y="1823800"/>
                    </a:lnTo>
                    <a:lnTo>
                      <a:pt x="1150121" y="2097580"/>
                    </a:lnTo>
                    <a:lnTo>
                      <a:pt x="1194310" y="2174620"/>
                    </a:lnTo>
                    <a:lnTo>
                      <a:pt x="1288179" y="2131601"/>
                    </a:lnTo>
                    <a:lnTo>
                      <a:pt x="1337048" y="2237981"/>
                    </a:lnTo>
                    <a:lnTo>
                      <a:pt x="1382136" y="2449209"/>
                    </a:lnTo>
                    <a:lnTo>
                      <a:pt x="1386185" y="2623358"/>
                    </a:lnTo>
                    <a:lnTo>
                      <a:pt x="1348833" y="2978315"/>
                    </a:lnTo>
                    <a:lnTo>
                      <a:pt x="1356753" y="2979665"/>
                    </a:lnTo>
                    <a:lnTo>
                      <a:pt x="1351443" y="3011075"/>
                    </a:lnTo>
                    <a:lnTo>
                      <a:pt x="1342353" y="3009545"/>
                    </a:lnTo>
                    <a:lnTo>
                      <a:pt x="1327863" y="3070565"/>
                    </a:lnTo>
                    <a:lnTo>
                      <a:pt x="1349642" y="3109984"/>
                    </a:lnTo>
                    <a:lnTo>
                      <a:pt x="1360982" y="3119344"/>
                    </a:lnTo>
                    <a:lnTo>
                      <a:pt x="1386812" y="3133115"/>
                    </a:lnTo>
                    <a:lnTo>
                      <a:pt x="1430101" y="3140225"/>
                    </a:lnTo>
                    <a:lnTo>
                      <a:pt x="1472761" y="3130235"/>
                    </a:lnTo>
                    <a:lnTo>
                      <a:pt x="1497691" y="3114755"/>
                    </a:lnTo>
                    <a:lnTo>
                      <a:pt x="2115541" y="2542454"/>
                    </a:lnTo>
                    <a:lnTo>
                      <a:pt x="2217061" y="2433825"/>
                    </a:lnTo>
                    <a:lnTo>
                      <a:pt x="2305171" y="2314127"/>
                    </a:lnTo>
                    <a:lnTo>
                      <a:pt x="2379511" y="2184078"/>
                    </a:lnTo>
                    <a:lnTo>
                      <a:pt x="2379511" y="2184078"/>
                    </a:lnTo>
                    <a:moveTo>
                      <a:pt x="888044" y="1823800"/>
                    </a:moveTo>
                    <a:lnTo>
                      <a:pt x="401871" y="1363540"/>
                    </a:lnTo>
                    <a:lnTo>
                      <a:pt x="0" y="962530"/>
                    </a:lnTo>
                    <a:moveTo>
                      <a:pt x="0" y="1230170"/>
                    </a:moveTo>
                    <a:lnTo>
                      <a:pt x="217822" y="1438599"/>
                    </a:lnTo>
                    <a:lnTo>
                      <a:pt x="118102" y="1542817"/>
                    </a:lnTo>
                    <a:lnTo>
                      <a:pt x="216290" y="1648477"/>
                    </a:lnTo>
                    <a:lnTo>
                      <a:pt x="321860" y="1538139"/>
                    </a:lnTo>
                    <a:lnTo>
                      <a:pt x="1267117" y="2442459"/>
                    </a:lnTo>
                    <a:lnTo>
                      <a:pt x="1294748" y="2349669"/>
                    </a:lnTo>
                    <a:lnTo>
                      <a:pt x="1150121" y="2097580"/>
                    </a:lnTo>
                    <a:lnTo>
                      <a:pt x="888044" y="1823800"/>
                    </a:lnTo>
                    <a:lnTo>
                      <a:pt x="888044" y="1823800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58" name="Контур"/>
              <p:cNvSpPr/>
              <p:nvPr/>
            </p:nvSpPr>
            <p:spPr>
              <a:xfrm>
                <a:off x="468290" y="3122139"/>
                <a:ext cx="1050827" cy="1289966"/>
              </a:xfrm>
              <a:custGeom>
                <a:avLst/>
                <a:gdLst/>
                <a:ahLst/>
                <a:cxnLst/>
                <a:rect l="l" t="t" r="r" b="b"/>
                <a:pathLst>
                  <a:path w="1050827" h="1289966" fill="none">
                    <a:moveTo>
                      <a:pt x="935986" y="1289966"/>
                    </a:moveTo>
                    <a:lnTo>
                      <a:pt x="945886" y="1256756"/>
                    </a:lnTo>
                    <a:lnTo>
                      <a:pt x="915016" y="1288976"/>
                    </a:lnTo>
                    <a:lnTo>
                      <a:pt x="935986" y="1289966"/>
                    </a:lnTo>
                    <a:close/>
                    <a:moveTo>
                      <a:pt x="105570" y="0"/>
                    </a:moveTo>
                    <a:lnTo>
                      <a:pt x="0" y="110338"/>
                    </a:lnTo>
                    <a:lnTo>
                      <a:pt x="61019" y="176128"/>
                    </a:lnTo>
                    <a:lnTo>
                      <a:pt x="186118" y="312118"/>
                    </a:lnTo>
                    <a:lnTo>
                      <a:pt x="340555" y="478258"/>
                    </a:lnTo>
                    <a:lnTo>
                      <a:pt x="415074" y="577798"/>
                    </a:lnTo>
                    <a:lnTo>
                      <a:pt x="516592" y="720267"/>
                    </a:lnTo>
                    <a:lnTo>
                      <a:pt x="583371" y="826377"/>
                    </a:lnTo>
                    <a:lnTo>
                      <a:pt x="651410" y="960747"/>
                    </a:lnTo>
                    <a:lnTo>
                      <a:pt x="718458" y="1098626"/>
                    </a:lnTo>
                    <a:lnTo>
                      <a:pt x="772277" y="1208876"/>
                    </a:lnTo>
                    <a:lnTo>
                      <a:pt x="809267" y="1280245"/>
                    </a:lnTo>
                    <a:lnTo>
                      <a:pt x="861376" y="1286456"/>
                    </a:lnTo>
                    <a:lnTo>
                      <a:pt x="915016" y="1288976"/>
                    </a:lnTo>
                    <a:lnTo>
                      <a:pt x="945886" y="1256756"/>
                    </a:lnTo>
                    <a:lnTo>
                      <a:pt x="1050827" y="904320"/>
                    </a:lnTo>
                    <a:lnTo>
                      <a:pt x="10557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59" name="Контур"/>
              <p:cNvSpPr/>
              <p:nvPr/>
            </p:nvSpPr>
            <p:spPr>
              <a:xfrm>
                <a:off x="252000" y="1584000"/>
                <a:ext cx="4796982" cy="4501726"/>
              </a:xfrm>
              <a:custGeom>
                <a:avLst/>
                <a:gdLst/>
                <a:ahLst/>
                <a:cxnLst/>
                <a:rect l="l" t="t" r="r" b="b"/>
                <a:pathLst>
                  <a:path w="4796982" h="4501726" fill="none">
                    <a:moveTo>
                      <a:pt x="2360410" y="0"/>
                    </a:moveTo>
                    <a:lnTo>
                      <a:pt x="3377522" y="1090323"/>
                    </a:lnTo>
                    <a:lnTo>
                      <a:pt x="4554435" y="2341142"/>
                    </a:lnTo>
                    <a:lnTo>
                      <a:pt x="4592684" y="2404591"/>
                    </a:lnTo>
                    <a:lnTo>
                      <a:pt x="4609063" y="2476861"/>
                    </a:lnTo>
                    <a:lnTo>
                      <a:pt x="4602223" y="2550570"/>
                    </a:lnTo>
                    <a:lnTo>
                      <a:pt x="4573243" y="2617260"/>
                    </a:lnTo>
                    <a:lnTo>
                      <a:pt x="4796982" y="2436903"/>
                    </a:lnTo>
                    <a:lnTo>
                      <a:pt x="4779343" y="2377143"/>
                    </a:lnTo>
                    <a:lnTo>
                      <a:pt x="4453907" y="2049543"/>
                    </a:lnTo>
                    <a:lnTo>
                      <a:pt x="3787647" y="1325224"/>
                    </a:lnTo>
                    <a:lnTo>
                      <a:pt x="2975679" y="457174"/>
                    </a:lnTo>
                    <a:lnTo>
                      <a:pt x="2800361" y="259805"/>
                    </a:lnTo>
                    <a:lnTo>
                      <a:pt x="2620544" y="82505"/>
                    </a:lnTo>
                    <a:lnTo>
                      <a:pt x="2542032" y="0"/>
                    </a:lnTo>
                    <a:moveTo>
                      <a:pt x="0" y="2321088"/>
                    </a:moveTo>
                    <a:lnTo>
                      <a:pt x="383147" y="1920546"/>
                    </a:lnTo>
                    <a:lnTo>
                      <a:pt x="160130" y="1707156"/>
                    </a:lnTo>
                    <a:lnTo>
                      <a:pt x="0" y="1874526"/>
                    </a:lnTo>
                    <a:moveTo>
                      <a:pt x="0" y="1874526"/>
                    </a:moveTo>
                    <a:lnTo>
                      <a:pt x="160130" y="1707156"/>
                    </a:lnTo>
                    <a:lnTo>
                      <a:pt x="216290" y="1648477"/>
                    </a:lnTo>
                    <a:lnTo>
                      <a:pt x="118102" y="1542817"/>
                    </a:lnTo>
                    <a:lnTo>
                      <a:pt x="0" y="1666259"/>
                    </a:lnTo>
                    <a:moveTo>
                      <a:pt x="0" y="1666259"/>
                    </a:moveTo>
                    <a:lnTo>
                      <a:pt x="118102" y="1542817"/>
                    </a:lnTo>
                    <a:lnTo>
                      <a:pt x="51593" y="1471177"/>
                    </a:lnTo>
                    <a:lnTo>
                      <a:pt x="0" y="1418126"/>
                    </a:lnTo>
                    <a:moveTo>
                      <a:pt x="0" y="4345244"/>
                    </a:moveTo>
                    <a:lnTo>
                      <a:pt x="48063" y="4391207"/>
                    </a:lnTo>
                    <a:lnTo>
                      <a:pt x="41853" y="4397776"/>
                    </a:lnTo>
                    <a:lnTo>
                      <a:pt x="150571" y="4501726"/>
                    </a:lnTo>
                    <a:lnTo>
                      <a:pt x="225181" y="4423698"/>
                    </a:lnTo>
                    <a:lnTo>
                      <a:pt x="116463" y="4319748"/>
                    </a:lnTo>
                    <a:lnTo>
                      <a:pt x="0" y="4208324"/>
                    </a:lnTo>
                    <a:moveTo>
                      <a:pt x="0" y="4441531"/>
                    </a:moveTo>
                    <a:lnTo>
                      <a:pt x="41853" y="4397776"/>
                    </a:lnTo>
                    <a:lnTo>
                      <a:pt x="48063" y="4391207"/>
                    </a:lnTo>
                    <a:lnTo>
                      <a:pt x="0" y="4345244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60" name="Контур"/>
              <p:cNvSpPr/>
              <p:nvPr/>
            </p:nvSpPr>
            <p:spPr>
              <a:xfrm>
                <a:off x="368463" y="5350975"/>
                <a:ext cx="575368" cy="656723"/>
              </a:xfrm>
              <a:custGeom>
                <a:avLst/>
                <a:gdLst/>
                <a:ahLst/>
                <a:cxnLst/>
                <a:rect l="l" t="t" r="r" b="b"/>
                <a:pathLst>
                  <a:path w="575368" h="656723" fill="none">
                    <a:moveTo>
                      <a:pt x="0" y="552773"/>
                    </a:moveTo>
                    <a:lnTo>
                      <a:pt x="108718" y="656723"/>
                    </a:lnTo>
                    <a:lnTo>
                      <a:pt x="156688" y="606683"/>
                    </a:lnTo>
                    <a:lnTo>
                      <a:pt x="230489" y="490405"/>
                    </a:lnTo>
                    <a:lnTo>
                      <a:pt x="389789" y="323997"/>
                    </a:lnTo>
                    <a:lnTo>
                      <a:pt x="500668" y="247138"/>
                    </a:lnTo>
                    <a:lnTo>
                      <a:pt x="575368" y="169019"/>
                    </a:lnTo>
                    <a:lnTo>
                      <a:pt x="572579" y="41760"/>
                    </a:lnTo>
                    <a:lnTo>
                      <a:pt x="528840" y="0"/>
                    </a:lnTo>
                    <a:lnTo>
                      <a:pt x="0" y="552773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61" name="Контур"/>
              <p:cNvSpPr/>
              <p:nvPr/>
            </p:nvSpPr>
            <p:spPr>
              <a:xfrm>
                <a:off x="252000" y="3232477"/>
                <a:ext cx="1131306" cy="4418883"/>
              </a:xfrm>
              <a:custGeom>
                <a:avLst/>
                <a:gdLst/>
                <a:ahLst/>
                <a:cxnLst/>
                <a:rect l="l" t="t" r="r" b="b"/>
                <a:pathLst>
                  <a:path w="1131306" h="4418883" fill="none">
                    <a:moveTo>
                      <a:pt x="339577" y="1826178"/>
                    </a:moveTo>
                    <a:lnTo>
                      <a:pt x="0" y="2181125"/>
                    </a:lnTo>
                    <a:moveTo>
                      <a:pt x="0" y="2559847"/>
                    </a:moveTo>
                    <a:lnTo>
                      <a:pt x="116463" y="2671271"/>
                    </a:lnTo>
                    <a:lnTo>
                      <a:pt x="645303" y="2118498"/>
                    </a:lnTo>
                    <a:lnTo>
                      <a:pt x="339577" y="1826178"/>
                    </a:lnTo>
                    <a:lnTo>
                      <a:pt x="339577" y="1826178"/>
                    </a:lnTo>
                    <a:moveTo>
                      <a:pt x="0" y="2181083"/>
                    </a:moveTo>
                    <a:lnTo>
                      <a:pt x="339577" y="1826178"/>
                    </a:lnTo>
                    <a:lnTo>
                      <a:pt x="0" y="1501483"/>
                    </a:lnTo>
                    <a:moveTo>
                      <a:pt x="0" y="1501483"/>
                    </a:moveTo>
                    <a:lnTo>
                      <a:pt x="339577" y="1826178"/>
                    </a:lnTo>
                    <a:lnTo>
                      <a:pt x="645303" y="2118498"/>
                    </a:lnTo>
                    <a:lnTo>
                      <a:pt x="689042" y="2160258"/>
                    </a:lnTo>
                    <a:lnTo>
                      <a:pt x="859860" y="2367888"/>
                    </a:lnTo>
                    <a:lnTo>
                      <a:pt x="890190" y="2321898"/>
                    </a:lnTo>
                    <a:lnTo>
                      <a:pt x="947070" y="2214799"/>
                    </a:lnTo>
                    <a:lnTo>
                      <a:pt x="966510" y="2145770"/>
                    </a:lnTo>
                    <a:lnTo>
                      <a:pt x="824852" y="2003030"/>
                    </a:lnTo>
                    <a:lnTo>
                      <a:pt x="784803" y="1964960"/>
                    </a:lnTo>
                    <a:lnTo>
                      <a:pt x="773193" y="1947860"/>
                    </a:lnTo>
                    <a:lnTo>
                      <a:pt x="680135" y="1812050"/>
                    </a:lnTo>
                    <a:lnTo>
                      <a:pt x="419408" y="1563830"/>
                    </a:lnTo>
                    <a:lnTo>
                      <a:pt x="263440" y="1468160"/>
                    </a:lnTo>
                    <a:lnTo>
                      <a:pt x="0" y="1217151"/>
                    </a:lnTo>
                    <a:moveTo>
                      <a:pt x="0" y="1217151"/>
                    </a:moveTo>
                    <a:lnTo>
                      <a:pt x="263440" y="1468160"/>
                    </a:lnTo>
                    <a:lnTo>
                      <a:pt x="419408" y="1563830"/>
                    </a:lnTo>
                    <a:lnTo>
                      <a:pt x="680135" y="1812050"/>
                    </a:lnTo>
                    <a:lnTo>
                      <a:pt x="784803" y="1964960"/>
                    </a:lnTo>
                    <a:lnTo>
                      <a:pt x="824852" y="2003030"/>
                    </a:lnTo>
                    <a:lnTo>
                      <a:pt x="928982" y="2002941"/>
                    </a:lnTo>
                    <a:lnTo>
                      <a:pt x="987212" y="1947232"/>
                    </a:lnTo>
                    <a:lnTo>
                      <a:pt x="678516" y="1651852"/>
                    </a:lnTo>
                    <a:lnTo>
                      <a:pt x="1131306" y="1178638"/>
                    </a:lnTo>
                    <a:lnTo>
                      <a:pt x="1025557" y="1169907"/>
                    </a:lnTo>
                    <a:lnTo>
                      <a:pt x="799661" y="716039"/>
                    </a:lnTo>
                    <a:lnTo>
                      <a:pt x="732882" y="609929"/>
                    </a:lnTo>
                    <a:lnTo>
                      <a:pt x="556845" y="367920"/>
                    </a:lnTo>
                    <a:lnTo>
                      <a:pt x="216290" y="0"/>
                    </a:lnTo>
                    <a:lnTo>
                      <a:pt x="160130" y="58679"/>
                    </a:lnTo>
                    <a:lnTo>
                      <a:pt x="383147" y="272069"/>
                    </a:lnTo>
                    <a:lnTo>
                      <a:pt x="0" y="672611"/>
                    </a:lnTo>
                    <a:moveTo>
                      <a:pt x="58138" y="3480184"/>
                    </a:moveTo>
                    <a:lnTo>
                      <a:pt x="0" y="3549608"/>
                    </a:lnTo>
                    <a:moveTo>
                      <a:pt x="0" y="4418883"/>
                    </a:moveTo>
                    <a:lnTo>
                      <a:pt x="35452" y="4399528"/>
                    </a:lnTo>
                    <a:lnTo>
                      <a:pt x="421551" y="4164722"/>
                    </a:lnTo>
                    <a:lnTo>
                      <a:pt x="436581" y="4102893"/>
                    </a:lnTo>
                    <a:lnTo>
                      <a:pt x="58138" y="3480184"/>
                    </a:lnTo>
                    <a:lnTo>
                      <a:pt x="58138" y="3480184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62" name="Контур"/>
              <p:cNvSpPr/>
              <p:nvPr/>
            </p:nvSpPr>
            <p:spPr>
              <a:xfrm>
                <a:off x="310138" y="6473895"/>
                <a:ext cx="668782" cy="923304"/>
              </a:xfrm>
              <a:custGeom>
                <a:avLst/>
                <a:gdLst/>
                <a:ahLst/>
                <a:cxnLst/>
                <a:rect l="l" t="t" r="r" b="b"/>
                <a:pathLst>
                  <a:path w="668782" h="923304" fill="none">
                    <a:moveTo>
                      <a:pt x="105750" y="152908"/>
                    </a:moveTo>
                    <a:lnTo>
                      <a:pt x="74520" y="199257"/>
                    </a:lnTo>
                    <a:lnTo>
                      <a:pt x="48870" y="180357"/>
                    </a:lnTo>
                    <a:lnTo>
                      <a:pt x="0" y="238766"/>
                    </a:lnTo>
                    <a:lnTo>
                      <a:pt x="378443" y="861475"/>
                    </a:lnTo>
                    <a:lnTo>
                      <a:pt x="363413" y="923304"/>
                    </a:lnTo>
                    <a:lnTo>
                      <a:pt x="555652" y="806396"/>
                    </a:lnTo>
                    <a:lnTo>
                      <a:pt x="493823" y="791366"/>
                    </a:lnTo>
                    <a:lnTo>
                      <a:pt x="105750" y="152908"/>
                    </a:lnTo>
                    <a:close/>
                    <a:moveTo>
                      <a:pt x="493823" y="791366"/>
                    </a:moveTo>
                    <a:lnTo>
                      <a:pt x="555652" y="806396"/>
                    </a:lnTo>
                    <a:lnTo>
                      <a:pt x="616942" y="769767"/>
                    </a:lnTo>
                    <a:lnTo>
                      <a:pt x="622522" y="765807"/>
                    </a:lnTo>
                    <a:lnTo>
                      <a:pt x="668782" y="732687"/>
                    </a:lnTo>
                    <a:lnTo>
                      <a:pt x="624592" y="659428"/>
                    </a:lnTo>
                    <a:lnTo>
                      <a:pt x="223560" y="0"/>
                    </a:lnTo>
                    <a:lnTo>
                      <a:pt x="126270" y="122488"/>
                    </a:lnTo>
                    <a:lnTo>
                      <a:pt x="105750" y="152908"/>
                    </a:lnTo>
                    <a:lnTo>
                      <a:pt x="493823" y="791366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63" name="Контур"/>
              <p:cNvSpPr/>
              <p:nvPr/>
            </p:nvSpPr>
            <p:spPr>
              <a:xfrm>
                <a:off x="252000" y="5981776"/>
                <a:ext cx="150571" cy="283064"/>
              </a:xfrm>
              <a:custGeom>
                <a:avLst/>
                <a:gdLst/>
                <a:ahLst/>
                <a:cxnLst/>
                <a:rect l="l" t="t" r="r" b="b"/>
                <a:pathLst>
                  <a:path w="150571" h="283064" fill="none">
                    <a:moveTo>
                      <a:pt x="0" y="283064"/>
                    </a:moveTo>
                    <a:lnTo>
                      <a:pt x="52021" y="206909"/>
                    </a:lnTo>
                    <a:lnTo>
                      <a:pt x="150571" y="103950"/>
                    </a:lnTo>
                    <a:lnTo>
                      <a:pt x="41853" y="0"/>
                    </a:lnTo>
                    <a:lnTo>
                      <a:pt x="0" y="43755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64" name="Контур"/>
              <p:cNvSpPr/>
              <p:nvPr/>
            </p:nvSpPr>
            <p:spPr>
              <a:xfrm>
                <a:off x="533698" y="5754174"/>
                <a:ext cx="1321281" cy="1379149"/>
              </a:xfrm>
              <a:custGeom>
                <a:avLst/>
                <a:gdLst/>
                <a:ahLst/>
                <a:cxnLst/>
                <a:rect l="l" t="t" r="r" b="b"/>
                <a:pathLst>
                  <a:path w="1321281" h="1379149" fill="none">
                    <a:moveTo>
                      <a:pt x="612000" y="19530"/>
                    </a:moveTo>
                    <a:lnTo>
                      <a:pt x="638460" y="71190"/>
                    </a:lnTo>
                    <a:lnTo>
                      <a:pt x="643320" y="80819"/>
                    </a:lnTo>
                    <a:lnTo>
                      <a:pt x="539100" y="134998"/>
                    </a:lnTo>
                    <a:lnTo>
                      <a:pt x="502470" y="138688"/>
                    </a:lnTo>
                    <a:lnTo>
                      <a:pt x="490320" y="144898"/>
                    </a:lnTo>
                    <a:lnTo>
                      <a:pt x="345150" y="285206"/>
                    </a:lnTo>
                    <a:lnTo>
                      <a:pt x="0" y="719721"/>
                    </a:lnTo>
                    <a:lnTo>
                      <a:pt x="401032" y="1379149"/>
                    </a:lnTo>
                    <a:lnTo>
                      <a:pt x="724042" y="1182862"/>
                    </a:lnTo>
                    <a:lnTo>
                      <a:pt x="1321281" y="660150"/>
                    </a:lnTo>
                    <a:lnTo>
                      <a:pt x="631350" y="0"/>
                    </a:lnTo>
                    <a:lnTo>
                      <a:pt x="612000" y="1953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65" name="Контур"/>
              <p:cNvSpPr/>
              <p:nvPr/>
            </p:nvSpPr>
            <p:spPr>
              <a:xfrm>
                <a:off x="252000" y="6613150"/>
                <a:ext cx="58138" cy="168948"/>
              </a:xfrm>
              <a:custGeom>
                <a:avLst/>
                <a:gdLst/>
                <a:ahLst/>
                <a:cxnLst/>
                <a:rect l="l" t="t" r="r" b="b"/>
                <a:pathLst>
                  <a:path w="58138" h="168948" fill="none">
                    <a:moveTo>
                      <a:pt x="17009" y="31832"/>
                    </a:moveTo>
                    <a:lnTo>
                      <a:pt x="8999" y="29762"/>
                    </a:lnTo>
                    <a:lnTo>
                      <a:pt x="0" y="23647"/>
                    </a:lnTo>
                    <a:moveTo>
                      <a:pt x="0" y="168948"/>
                    </a:moveTo>
                    <a:lnTo>
                      <a:pt x="58138" y="99511"/>
                    </a:lnTo>
                    <a:lnTo>
                      <a:pt x="17009" y="31832"/>
                    </a:lnTo>
                    <a:lnTo>
                      <a:pt x="17009" y="31832"/>
                    </a:lnTo>
                    <a:moveTo>
                      <a:pt x="0" y="23647"/>
                    </a:moveTo>
                    <a:lnTo>
                      <a:pt x="8999" y="29762"/>
                    </a:lnTo>
                    <a:lnTo>
                      <a:pt x="17009" y="31832"/>
                    </a:lnTo>
                    <a:lnTo>
                      <a:pt x="4589" y="11402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66" name="Контур"/>
              <p:cNvSpPr/>
              <p:nvPr/>
            </p:nvSpPr>
            <p:spPr>
              <a:xfrm>
                <a:off x="596054" y="3834962"/>
                <a:ext cx="6024208" cy="5532326"/>
              </a:xfrm>
              <a:custGeom>
                <a:avLst/>
                <a:gdLst/>
                <a:ahLst/>
                <a:cxnLst/>
                <a:rect l="l" t="t" r="r" b="b"/>
                <a:pathLst>
                  <a:path w="6024208" h="5532326" fill="none">
                    <a:moveTo>
                      <a:pt x="0" y="4614509"/>
                    </a:moveTo>
                    <a:lnTo>
                      <a:pt x="17820" y="4620989"/>
                    </a:lnTo>
                    <a:lnTo>
                      <a:pt x="118258" y="4747259"/>
                    </a:lnTo>
                    <a:lnTo>
                      <a:pt x="69118" y="4782988"/>
                    </a:lnTo>
                    <a:lnTo>
                      <a:pt x="99268" y="4831678"/>
                    </a:lnTo>
                    <a:lnTo>
                      <a:pt x="143908" y="4799459"/>
                    </a:lnTo>
                    <a:lnTo>
                      <a:pt x="208527" y="4890988"/>
                    </a:lnTo>
                    <a:lnTo>
                      <a:pt x="163617" y="4925368"/>
                    </a:lnTo>
                    <a:lnTo>
                      <a:pt x="338484" y="5168727"/>
                    </a:lnTo>
                    <a:lnTo>
                      <a:pt x="544130" y="5497226"/>
                    </a:lnTo>
                    <a:lnTo>
                      <a:pt x="548900" y="5494706"/>
                    </a:lnTo>
                    <a:lnTo>
                      <a:pt x="568070" y="5528456"/>
                    </a:lnTo>
                    <a:lnTo>
                      <a:pt x="574910" y="5532326"/>
                    </a:lnTo>
                    <a:lnTo>
                      <a:pt x="1514147" y="4943827"/>
                    </a:lnTo>
                    <a:lnTo>
                      <a:pt x="1497767" y="4916197"/>
                    </a:lnTo>
                    <a:lnTo>
                      <a:pt x="1596497" y="4857608"/>
                    </a:lnTo>
                    <a:lnTo>
                      <a:pt x="1496509" y="4680849"/>
                    </a:lnTo>
                    <a:lnTo>
                      <a:pt x="1601358" y="4628920"/>
                    </a:lnTo>
                    <a:lnTo>
                      <a:pt x="1433512" y="4273601"/>
                    </a:lnTo>
                    <a:lnTo>
                      <a:pt x="1405252" y="4263071"/>
                    </a:lnTo>
                    <a:lnTo>
                      <a:pt x="1233894" y="4244440"/>
                    </a:lnTo>
                    <a:lnTo>
                      <a:pt x="811075" y="4442526"/>
                    </a:lnTo>
                    <a:lnTo>
                      <a:pt x="808825" y="4437666"/>
                    </a:lnTo>
                    <a:lnTo>
                      <a:pt x="704606" y="4485635"/>
                    </a:lnTo>
                    <a:lnTo>
                      <a:pt x="706316" y="4489775"/>
                    </a:lnTo>
                    <a:lnTo>
                      <a:pt x="590847" y="4480144"/>
                    </a:lnTo>
                    <a:lnTo>
                      <a:pt x="489957" y="4504893"/>
                    </a:lnTo>
                    <a:lnTo>
                      <a:pt x="392399" y="4365303"/>
                    </a:lnTo>
                    <a:lnTo>
                      <a:pt x="79110" y="4578960"/>
                    </a:lnTo>
                    <a:lnTo>
                      <a:pt x="74790" y="4575540"/>
                    </a:lnTo>
                    <a:lnTo>
                      <a:pt x="0" y="4614509"/>
                    </a:lnTo>
                    <a:close/>
                    <a:moveTo>
                      <a:pt x="3926860" y="3431944"/>
                    </a:moveTo>
                    <a:lnTo>
                      <a:pt x="2051625" y="4607053"/>
                    </a:lnTo>
                    <a:lnTo>
                      <a:pt x="2222442" y="4942302"/>
                    </a:lnTo>
                    <a:lnTo>
                      <a:pt x="2382102" y="4814144"/>
                    </a:lnTo>
                    <a:lnTo>
                      <a:pt x="2948110" y="4459460"/>
                    </a:lnTo>
                    <a:lnTo>
                      <a:pt x="2972680" y="4443620"/>
                    </a:lnTo>
                    <a:lnTo>
                      <a:pt x="2969530" y="4439030"/>
                    </a:lnTo>
                    <a:lnTo>
                      <a:pt x="3519878" y="4090017"/>
                    </a:lnTo>
                    <a:lnTo>
                      <a:pt x="3551108" y="4139516"/>
                    </a:lnTo>
                    <a:lnTo>
                      <a:pt x="3624638" y="4113867"/>
                    </a:lnTo>
                    <a:lnTo>
                      <a:pt x="3739567" y="4042768"/>
                    </a:lnTo>
                    <a:lnTo>
                      <a:pt x="3703928" y="3985889"/>
                    </a:lnTo>
                    <a:lnTo>
                      <a:pt x="4122877" y="3723363"/>
                    </a:lnTo>
                    <a:lnTo>
                      <a:pt x="3926860" y="3431944"/>
                    </a:lnTo>
                    <a:close/>
                    <a:moveTo>
                      <a:pt x="1363766" y="3701745"/>
                    </a:moveTo>
                    <a:lnTo>
                      <a:pt x="1367096" y="3708495"/>
                    </a:lnTo>
                    <a:lnTo>
                      <a:pt x="1346036" y="3721184"/>
                    </a:lnTo>
                    <a:lnTo>
                      <a:pt x="1372046" y="3771224"/>
                    </a:lnTo>
                    <a:lnTo>
                      <a:pt x="1368896" y="3759344"/>
                    </a:lnTo>
                    <a:lnTo>
                      <a:pt x="1376366" y="3716325"/>
                    </a:lnTo>
                    <a:lnTo>
                      <a:pt x="1395896" y="3682215"/>
                    </a:lnTo>
                    <a:lnTo>
                      <a:pt x="1402466" y="3676725"/>
                    </a:lnTo>
                    <a:lnTo>
                      <a:pt x="1363766" y="3701745"/>
                    </a:lnTo>
                    <a:close/>
                    <a:moveTo>
                      <a:pt x="2155584" y="3190914"/>
                    </a:moveTo>
                    <a:lnTo>
                      <a:pt x="1363766" y="3701745"/>
                    </a:lnTo>
                    <a:lnTo>
                      <a:pt x="1367096" y="3708495"/>
                    </a:lnTo>
                    <a:lnTo>
                      <a:pt x="1346036" y="3721184"/>
                    </a:lnTo>
                    <a:lnTo>
                      <a:pt x="1715119" y="4436052"/>
                    </a:lnTo>
                    <a:lnTo>
                      <a:pt x="2061618" y="4220146"/>
                    </a:lnTo>
                    <a:lnTo>
                      <a:pt x="2118588" y="4166146"/>
                    </a:lnTo>
                    <a:lnTo>
                      <a:pt x="2292377" y="4059048"/>
                    </a:lnTo>
                    <a:lnTo>
                      <a:pt x="2258538" y="3997309"/>
                    </a:lnTo>
                    <a:lnTo>
                      <a:pt x="2361138" y="3932510"/>
                    </a:lnTo>
                    <a:lnTo>
                      <a:pt x="2367708" y="3943040"/>
                    </a:lnTo>
                    <a:lnTo>
                      <a:pt x="2391648" y="3928010"/>
                    </a:lnTo>
                    <a:lnTo>
                      <a:pt x="2385078" y="3917480"/>
                    </a:lnTo>
                    <a:lnTo>
                      <a:pt x="2492357" y="3850431"/>
                    </a:lnTo>
                    <a:lnTo>
                      <a:pt x="2376980" y="3655852"/>
                    </a:lnTo>
                    <a:lnTo>
                      <a:pt x="2411810" y="3502043"/>
                    </a:lnTo>
                    <a:lnTo>
                      <a:pt x="2468240" y="3468564"/>
                    </a:lnTo>
                    <a:lnTo>
                      <a:pt x="2474900" y="3456414"/>
                    </a:lnTo>
                    <a:lnTo>
                      <a:pt x="2471030" y="3443184"/>
                    </a:lnTo>
                    <a:lnTo>
                      <a:pt x="2387872" y="3302784"/>
                    </a:lnTo>
                    <a:lnTo>
                      <a:pt x="2364922" y="3308364"/>
                    </a:lnTo>
                    <a:lnTo>
                      <a:pt x="2276003" y="3182455"/>
                    </a:lnTo>
                    <a:lnTo>
                      <a:pt x="2185734" y="3239964"/>
                    </a:lnTo>
                    <a:lnTo>
                      <a:pt x="2155584" y="3190914"/>
                    </a:lnTo>
                    <a:close/>
                    <a:moveTo>
                      <a:pt x="2825800" y="4536139"/>
                    </a:moveTo>
                    <a:lnTo>
                      <a:pt x="2474981" y="4756005"/>
                    </a:lnTo>
                    <a:lnTo>
                      <a:pt x="2637068" y="5023214"/>
                    </a:lnTo>
                    <a:lnTo>
                      <a:pt x="2951438" y="4808388"/>
                    </a:lnTo>
                    <a:lnTo>
                      <a:pt x="2950898" y="4786248"/>
                    </a:lnTo>
                    <a:lnTo>
                      <a:pt x="2950268" y="4759158"/>
                    </a:lnTo>
                    <a:lnTo>
                      <a:pt x="2949908" y="4744668"/>
                    </a:lnTo>
                    <a:lnTo>
                      <a:pt x="2928308" y="4707678"/>
                    </a:lnTo>
                    <a:lnTo>
                      <a:pt x="2879079" y="4612818"/>
                    </a:lnTo>
                    <a:lnTo>
                      <a:pt x="2859460" y="4573849"/>
                    </a:lnTo>
                    <a:lnTo>
                      <a:pt x="2843620" y="4555849"/>
                    </a:lnTo>
                    <a:lnTo>
                      <a:pt x="2838940" y="4558729"/>
                    </a:lnTo>
                    <a:lnTo>
                      <a:pt x="2825800" y="4536139"/>
                    </a:lnTo>
                    <a:close/>
                    <a:moveTo>
                      <a:pt x="2155584" y="3190914"/>
                    </a:moveTo>
                    <a:lnTo>
                      <a:pt x="2185734" y="3239964"/>
                    </a:lnTo>
                    <a:lnTo>
                      <a:pt x="2276003" y="3182455"/>
                    </a:lnTo>
                    <a:lnTo>
                      <a:pt x="2364922" y="3308364"/>
                    </a:lnTo>
                    <a:lnTo>
                      <a:pt x="2387872" y="3302784"/>
                    </a:lnTo>
                    <a:lnTo>
                      <a:pt x="2471030" y="3443184"/>
                    </a:lnTo>
                    <a:lnTo>
                      <a:pt x="2474900" y="3456414"/>
                    </a:lnTo>
                    <a:lnTo>
                      <a:pt x="2468240" y="3468564"/>
                    </a:lnTo>
                    <a:lnTo>
                      <a:pt x="2411810" y="3502043"/>
                    </a:lnTo>
                    <a:lnTo>
                      <a:pt x="2376980" y="3655852"/>
                    </a:lnTo>
                    <a:lnTo>
                      <a:pt x="2492357" y="3850431"/>
                    </a:lnTo>
                    <a:lnTo>
                      <a:pt x="2385078" y="3917480"/>
                    </a:lnTo>
                    <a:lnTo>
                      <a:pt x="2391648" y="3928010"/>
                    </a:lnTo>
                    <a:lnTo>
                      <a:pt x="2367708" y="3943040"/>
                    </a:lnTo>
                    <a:lnTo>
                      <a:pt x="2361138" y="3932510"/>
                    </a:lnTo>
                    <a:lnTo>
                      <a:pt x="2258538" y="3997309"/>
                    </a:lnTo>
                    <a:lnTo>
                      <a:pt x="2292377" y="4059048"/>
                    </a:lnTo>
                    <a:lnTo>
                      <a:pt x="2118588" y="4166146"/>
                    </a:lnTo>
                    <a:lnTo>
                      <a:pt x="2061618" y="4220146"/>
                    </a:lnTo>
                    <a:lnTo>
                      <a:pt x="1715119" y="4436052"/>
                    </a:lnTo>
                    <a:lnTo>
                      <a:pt x="1834637" y="4674461"/>
                    </a:lnTo>
                    <a:lnTo>
                      <a:pt x="1889986" y="4647192"/>
                    </a:lnTo>
                    <a:lnTo>
                      <a:pt x="1912846" y="4693901"/>
                    </a:lnTo>
                    <a:lnTo>
                      <a:pt x="3381642" y="3773578"/>
                    </a:lnTo>
                    <a:lnTo>
                      <a:pt x="3064847" y="3294689"/>
                    </a:lnTo>
                    <a:lnTo>
                      <a:pt x="3088787" y="3278939"/>
                    </a:lnTo>
                    <a:lnTo>
                      <a:pt x="2778382" y="2830470"/>
                    </a:lnTo>
                    <a:lnTo>
                      <a:pt x="2570033" y="2948278"/>
                    </a:lnTo>
                    <a:lnTo>
                      <a:pt x="2359434" y="3080936"/>
                    </a:lnTo>
                    <a:lnTo>
                      <a:pt x="2386343" y="3118196"/>
                    </a:lnTo>
                    <a:lnTo>
                      <a:pt x="2344853" y="3144925"/>
                    </a:lnTo>
                    <a:lnTo>
                      <a:pt x="2324874" y="3117295"/>
                    </a:lnTo>
                    <a:lnTo>
                      <a:pt x="2323074" y="3103885"/>
                    </a:lnTo>
                    <a:lnTo>
                      <a:pt x="2277804" y="3133045"/>
                    </a:lnTo>
                    <a:lnTo>
                      <a:pt x="2268714" y="3118915"/>
                    </a:lnTo>
                    <a:lnTo>
                      <a:pt x="2155584" y="3190914"/>
                    </a:lnTo>
                    <a:close/>
                    <a:moveTo>
                      <a:pt x="1703779" y="4443072"/>
                    </a:moveTo>
                    <a:lnTo>
                      <a:pt x="1800257" y="4656461"/>
                    </a:lnTo>
                    <a:lnTo>
                      <a:pt x="1819877" y="4682471"/>
                    </a:lnTo>
                    <a:lnTo>
                      <a:pt x="1846426" y="4735571"/>
                    </a:lnTo>
                    <a:lnTo>
                      <a:pt x="1912846" y="4693901"/>
                    </a:lnTo>
                    <a:lnTo>
                      <a:pt x="1889986" y="4647192"/>
                    </a:lnTo>
                    <a:lnTo>
                      <a:pt x="1834637" y="4674461"/>
                    </a:lnTo>
                    <a:lnTo>
                      <a:pt x="1715119" y="4436052"/>
                    </a:lnTo>
                    <a:lnTo>
                      <a:pt x="1703779" y="4443072"/>
                    </a:lnTo>
                    <a:close/>
                    <a:moveTo>
                      <a:pt x="5152579" y="880920"/>
                    </a:moveTo>
                    <a:lnTo>
                      <a:pt x="4495310" y="1377802"/>
                    </a:lnTo>
                    <a:lnTo>
                      <a:pt x="2439084" y="2870698"/>
                    </a:lnTo>
                    <a:lnTo>
                      <a:pt x="2256115" y="2979596"/>
                    </a:lnTo>
                    <a:lnTo>
                      <a:pt x="2195275" y="3042955"/>
                    </a:lnTo>
                    <a:lnTo>
                      <a:pt x="1318857" y="3663945"/>
                    </a:lnTo>
                    <a:lnTo>
                      <a:pt x="1339287" y="3697965"/>
                    </a:lnTo>
                    <a:lnTo>
                      <a:pt x="2234965" y="3053125"/>
                    </a:lnTo>
                    <a:lnTo>
                      <a:pt x="2264665" y="3011366"/>
                    </a:lnTo>
                    <a:lnTo>
                      <a:pt x="2302915" y="2978246"/>
                    </a:lnTo>
                    <a:lnTo>
                      <a:pt x="2407494" y="2920467"/>
                    </a:lnTo>
                    <a:lnTo>
                      <a:pt x="2627544" y="2770800"/>
                    </a:lnTo>
                    <a:lnTo>
                      <a:pt x="2674974" y="2750730"/>
                    </a:lnTo>
                    <a:lnTo>
                      <a:pt x="4096160" y="1712867"/>
                    </a:lnTo>
                    <a:lnTo>
                      <a:pt x="4698079" y="1294644"/>
                    </a:lnTo>
                    <a:lnTo>
                      <a:pt x="4866109" y="1146057"/>
                    </a:lnTo>
                    <a:lnTo>
                      <a:pt x="5023248" y="1035718"/>
                    </a:lnTo>
                    <a:lnTo>
                      <a:pt x="5075808" y="1012859"/>
                    </a:lnTo>
                    <a:lnTo>
                      <a:pt x="5173368" y="926100"/>
                    </a:lnTo>
                    <a:lnTo>
                      <a:pt x="5152579" y="880920"/>
                    </a:lnTo>
                    <a:close/>
                    <a:moveTo>
                      <a:pt x="2359434" y="3080936"/>
                    </a:moveTo>
                    <a:lnTo>
                      <a:pt x="2323074" y="3103885"/>
                    </a:lnTo>
                    <a:lnTo>
                      <a:pt x="2324874" y="3117295"/>
                    </a:lnTo>
                    <a:lnTo>
                      <a:pt x="2344853" y="3144925"/>
                    </a:lnTo>
                    <a:lnTo>
                      <a:pt x="2386343" y="3118196"/>
                    </a:lnTo>
                    <a:lnTo>
                      <a:pt x="2366363" y="3090566"/>
                    </a:lnTo>
                    <a:lnTo>
                      <a:pt x="2359434" y="3080936"/>
                    </a:lnTo>
                    <a:close/>
                    <a:moveTo>
                      <a:pt x="5135659" y="844111"/>
                    </a:moveTo>
                    <a:lnTo>
                      <a:pt x="4754690" y="1145426"/>
                    </a:lnTo>
                    <a:lnTo>
                      <a:pt x="2625834" y="2674231"/>
                    </a:lnTo>
                    <a:lnTo>
                      <a:pt x="2424685" y="2847928"/>
                    </a:lnTo>
                    <a:lnTo>
                      <a:pt x="2248105" y="2955656"/>
                    </a:lnTo>
                    <a:lnTo>
                      <a:pt x="2167915" y="3025135"/>
                    </a:lnTo>
                    <a:lnTo>
                      <a:pt x="1301667" y="3635415"/>
                    </a:lnTo>
                    <a:lnTo>
                      <a:pt x="1318857" y="3663945"/>
                    </a:lnTo>
                    <a:lnTo>
                      <a:pt x="2195275" y="3042955"/>
                    </a:lnTo>
                    <a:lnTo>
                      <a:pt x="2256115" y="2979596"/>
                    </a:lnTo>
                    <a:lnTo>
                      <a:pt x="2439084" y="2870698"/>
                    </a:lnTo>
                    <a:lnTo>
                      <a:pt x="4495310" y="1377802"/>
                    </a:lnTo>
                    <a:lnTo>
                      <a:pt x="5152579" y="880920"/>
                    </a:lnTo>
                    <a:lnTo>
                      <a:pt x="5135659" y="844111"/>
                    </a:lnTo>
                    <a:close/>
                    <a:moveTo>
                      <a:pt x="1347482" y="2882210"/>
                    </a:moveTo>
                    <a:lnTo>
                      <a:pt x="1411111" y="2943410"/>
                    </a:lnTo>
                    <a:lnTo>
                      <a:pt x="1522981" y="2887432"/>
                    </a:lnTo>
                    <a:lnTo>
                      <a:pt x="1672560" y="2794283"/>
                    </a:lnTo>
                    <a:lnTo>
                      <a:pt x="1795410" y="2738664"/>
                    </a:lnTo>
                    <a:lnTo>
                      <a:pt x="2501819" y="2178873"/>
                    </a:lnTo>
                    <a:lnTo>
                      <a:pt x="2461139" y="2134953"/>
                    </a:lnTo>
                    <a:lnTo>
                      <a:pt x="3475617" y="1396245"/>
                    </a:lnTo>
                    <a:lnTo>
                      <a:pt x="3465537" y="1359076"/>
                    </a:lnTo>
                    <a:lnTo>
                      <a:pt x="3400828" y="1265836"/>
                    </a:lnTo>
                    <a:lnTo>
                      <a:pt x="3345209" y="1200766"/>
                    </a:lnTo>
                    <a:lnTo>
                      <a:pt x="2714041" y="1658228"/>
                    </a:lnTo>
                    <a:lnTo>
                      <a:pt x="2355571" y="1996354"/>
                    </a:lnTo>
                    <a:lnTo>
                      <a:pt x="2336041" y="1975384"/>
                    </a:lnTo>
                    <a:lnTo>
                      <a:pt x="2091061" y="2202630"/>
                    </a:lnTo>
                    <a:lnTo>
                      <a:pt x="2112301" y="2225670"/>
                    </a:lnTo>
                    <a:lnTo>
                      <a:pt x="1730971" y="2585485"/>
                    </a:lnTo>
                    <a:lnTo>
                      <a:pt x="1717022" y="2570725"/>
                    </a:lnTo>
                    <a:lnTo>
                      <a:pt x="1709102" y="2578645"/>
                    </a:lnTo>
                    <a:lnTo>
                      <a:pt x="1679672" y="2547505"/>
                    </a:lnTo>
                    <a:lnTo>
                      <a:pt x="1338302" y="2873390"/>
                    </a:lnTo>
                    <a:lnTo>
                      <a:pt x="1347482" y="2882210"/>
                    </a:lnTo>
                    <a:close/>
                    <a:moveTo>
                      <a:pt x="713715" y="1635355"/>
                    </a:moveTo>
                    <a:lnTo>
                      <a:pt x="631365" y="1720674"/>
                    </a:lnTo>
                    <a:lnTo>
                      <a:pt x="554775" y="1810583"/>
                    </a:lnTo>
                    <a:lnTo>
                      <a:pt x="1313554" y="2615182"/>
                    </a:lnTo>
                    <a:lnTo>
                      <a:pt x="1469524" y="2436084"/>
                    </a:lnTo>
                    <a:lnTo>
                      <a:pt x="722985" y="1644625"/>
                    </a:lnTo>
                    <a:lnTo>
                      <a:pt x="713715" y="1635355"/>
                    </a:lnTo>
                    <a:close/>
                    <a:moveTo>
                      <a:pt x="4126232" y="0"/>
                    </a:moveTo>
                    <a:lnTo>
                      <a:pt x="4015622" y="93418"/>
                    </a:lnTo>
                    <a:lnTo>
                      <a:pt x="3662822" y="426144"/>
                    </a:lnTo>
                    <a:lnTo>
                      <a:pt x="3558332" y="577342"/>
                    </a:lnTo>
                    <a:lnTo>
                      <a:pt x="1589043" y="2434825"/>
                    </a:lnTo>
                    <a:lnTo>
                      <a:pt x="1604613" y="2451475"/>
                    </a:lnTo>
                    <a:lnTo>
                      <a:pt x="2177463" y="1897983"/>
                    </a:lnTo>
                    <a:lnTo>
                      <a:pt x="2246762" y="1965933"/>
                    </a:lnTo>
                    <a:lnTo>
                      <a:pt x="2229212" y="1988883"/>
                    </a:lnTo>
                    <a:lnTo>
                      <a:pt x="2222822" y="2013183"/>
                    </a:lnTo>
                    <a:lnTo>
                      <a:pt x="1676252" y="2543815"/>
                    </a:lnTo>
                    <a:lnTo>
                      <a:pt x="1679672" y="2547505"/>
                    </a:lnTo>
                    <a:lnTo>
                      <a:pt x="2225252" y="2013903"/>
                    </a:lnTo>
                    <a:lnTo>
                      <a:pt x="2230742" y="1988793"/>
                    </a:lnTo>
                    <a:lnTo>
                      <a:pt x="2280602" y="1940913"/>
                    </a:lnTo>
                    <a:lnTo>
                      <a:pt x="2512441" y="1804296"/>
                    </a:lnTo>
                    <a:lnTo>
                      <a:pt x="2685421" y="1678928"/>
                    </a:lnTo>
                    <a:lnTo>
                      <a:pt x="3292020" y="1105816"/>
                    </a:lnTo>
                    <a:lnTo>
                      <a:pt x="3522690" y="895489"/>
                    </a:lnTo>
                    <a:lnTo>
                      <a:pt x="3876479" y="635934"/>
                    </a:lnTo>
                    <a:lnTo>
                      <a:pt x="4150169" y="377997"/>
                    </a:lnTo>
                    <a:lnTo>
                      <a:pt x="4148189" y="433527"/>
                    </a:lnTo>
                    <a:lnTo>
                      <a:pt x="4272119" y="337228"/>
                    </a:lnTo>
                    <a:lnTo>
                      <a:pt x="4229189" y="366298"/>
                    </a:lnTo>
                    <a:lnTo>
                      <a:pt x="4237649" y="351718"/>
                    </a:lnTo>
                    <a:lnTo>
                      <a:pt x="4195709" y="334438"/>
                    </a:lnTo>
                    <a:lnTo>
                      <a:pt x="4263569" y="270719"/>
                    </a:lnTo>
                    <a:lnTo>
                      <a:pt x="4265009" y="225899"/>
                    </a:lnTo>
                    <a:lnTo>
                      <a:pt x="4259700" y="189089"/>
                    </a:lnTo>
                    <a:lnTo>
                      <a:pt x="4248630" y="153629"/>
                    </a:lnTo>
                    <a:lnTo>
                      <a:pt x="4225320" y="109980"/>
                    </a:lnTo>
                    <a:lnTo>
                      <a:pt x="4126232" y="0"/>
                    </a:lnTo>
                    <a:close/>
                    <a:moveTo>
                      <a:pt x="2714041" y="1658228"/>
                    </a:moveTo>
                    <a:lnTo>
                      <a:pt x="2512441" y="1804296"/>
                    </a:lnTo>
                    <a:lnTo>
                      <a:pt x="2280602" y="1940913"/>
                    </a:lnTo>
                    <a:lnTo>
                      <a:pt x="2230742" y="1988793"/>
                    </a:lnTo>
                    <a:lnTo>
                      <a:pt x="2225252" y="2013903"/>
                    </a:lnTo>
                    <a:lnTo>
                      <a:pt x="1756352" y="2473256"/>
                    </a:lnTo>
                    <a:lnTo>
                      <a:pt x="1679672" y="2547505"/>
                    </a:lnTo>
                    <a:lnTo>
                      <a:pt x="1709102" y="2578645"/>
                    </a:lnTo>
                    <a:lnTo>
                      <a:pt x="1717022" y="2570725"/>
                    </a:lnTo>
                    <a:lnTo>
                      <a:pt x="1730971" y="2585485"/>
                    </a:lnTo>
                    <a:lnTo>
                      <a:pt x="2112301" y="2225670"/>
                    </a:lnTo>
                    <a:lnTo>
                      <a:pt x="2091061" y="2202630"/>
                    </a:lnTo>
                    <a:lnTo>
                      <a:pt x="2336041" y="1975384"/>
                    </a:lnTo>
                    <a:lnTo>
                      <a:pt x="2355571" y="1996354"/>
                    </a:lnTo>
                    <a:lnTo>
                      <a:pt x="2714041" y="1658228"/>
                    </a:lnTo>
                    <a:close/>
                    <a:moveTo>
                      <a:pt x="4823791" y="3781958"/>
                    </a:moveTo>
                    <a:lnTo>
                      <a:pt x="4478192" y="4013974"/>
                    </a:lnTo>
                    <a:lnTo>
                      <a:pt x="3972753" y="4362628"/>
                    </a:lnTo>
                    <a:lnTo>
                      <a:pt x="3981753" y="4378198"/>
                    </a:lnTo>
                    <a:lnTo>
                      <a:pt x="4291977" y="4910906"/>
                    </a:lnTo>
                    <a:lnTo>
                      <a:pt x="4362897" y="4871757"/>
                    </a:lnTo>
                    <a:lnTo>
                      <a:pt x="4444527" y="4826668"/>
                    </a:lnTo>
                    <a:lnTo>
                      <a:pt x="4548116" y="4782569"/>
                    </a:lnTo>
                    <a:lnTo>
                      <a:pt x="4578356" y="4769519"/>
                    </a:lnTo>
                    <a:lnTo>
                      <a:pt x="4600316" y="4757819"/>
                    </a:lnTo>
                    <a:lnTo>
                      <a:pt x="4971295" y="4551723"/>
                    </a:lnTo>
                    <a:lnTo>
                      <a:pt x="5135364" y="4475045"/>
                    </a:lnTo>
                    <a:lnTo>
                      <a:pt x="5146884" y="4466225"/>
                    </a:lnTo>
                    <a:lnTo>
                      <a:pt x="5184595" y="4376496"/>
                    </a:lnTo>
                    <a:lnTo>
                      <a:pt x="5123036" y="4266876"/>
                    </a:lnTo>
                    <a:lnTo>
                      <a:pt x="4843051" y="3818137"/>
                    </a:lnTo>
                    <a:lnTo>
                      <a:pt x="4823791" y="3781958"/>
                    </a:lnTo>
                    <a:close/>
                    <a:moveTo>
                      <a:pt x="2716103" y="2769360"/>
                    </a:moveTo>
                    <a:lnTo>
                      <a:pt x="2770732" y="2836140"/>
                    </a:lnTo>
                    <a:lnTo>
                      <a:pt x="2778382" y="2830470"/>
                    </a:lnTo>
                    <a:lnTo>
                      <a:pt x="3088787" y="3278939"/>
                    </a:lnTo>
                    <a:lnTo>
                      <a:pt x="3064847" y="3294689"/>
                    </a:lnTo>
                    <a:lnTo>
                      <a:pt x="3381642" y="3773578"/>
                    </a:lnTo>
                    <a:lnTo>
                      <a:pt x="4180479" y="3272917"/>
                    </a:lnTo>
                    <a:lnTo>
                      <a:pt x="3830745" y="2763968"/>
                    </a:lnTo>
                    <a:lnTo>
                      <a:pt x="3814455" y="2802038"/>
                    </a:lnTo>
                    <a:lnTo>
                      <a:pt x="3635718" y="2557688"/>
                    </a:lnTo>
                    <a:lnTo>
                      <a:pt x="3668298" y="2536089"/>
                    </a:lnTo>
                    <a:lnTo>
                      <a:pt x="3645528" y="2501349"/>
                    </a:lnTo>
                    <a:lnTo>
                      <a:pt x="3693588" y="2466339"/>
                    </a:lnTo>
                    <a:lnTo>
                      <a:pt x="3499461" y="2198320"/>
                    </a:lnTo>
                    <a:lnTo>
                      <a:pt x="3264472" y="2356987"/>
                    </a:lnTo>
                    <a:lnTo>
                      <a:pt x="2716103" y="2769360"/>
                    </a:lnTo>
                    <a:close/>
                    <a:moveTo>
                      <a:pt x="4245006" y="3646865"/>
                    </a:moveTo>
                    <a:lnTo>
                      <a:pt x="3703928" y="3985889"/>
                    </a:lnTo>
                    <a:lnTo>
                      <a:pt x="3739567" y="4042768"/>
                    </a:lnTo>
                    <a:lnTo>
                      <a:pt x="3644977" y="4101357"/>
                    </a:lnTo>
                    <a:lnTo>
                      <a:pt x="3624638" y="4113867"/>
                    </a:lnTo>
                    <a:lnTo>
                      <a:pt x="4375324" y="3852154"/>
                    </a:lnTo>
                    <a:lnTo>
                      <a:pt x="4245006" y="3646865"/>
                    </a:lnTo>
                    <a:close/>
                    <a:moveTo>
                      <a:pt x="5964178" y="3071600"/>
                    </a:moveTo>
                    <a:lnTo>
                      <a:pt x="5963368" y="3043341"/>
                    </a:lnTo>
                    <a:lnTo>
                      <a:pt x="6024208" y="3009051"/>
                    </a:lnTo>
                    <a:lnTo>
                      <a:pt x="5906310" y="2766052"/>
                    </a:lnTo>
                    <a:lnTo>
                      <a:pt x="5873101" y="2729512"/>
                    </a:lnTo>
                    <a:lnTo>
                      <a:pt x="5835661" y="2709532"/>
                    </a:lnTo>
                    <a:lnTo>
                      <a:pt x="5793992" y="2702152"/>
                    </a:lnTo>
                    <a:lnTo>
                      <a:pt x="5751962" y="2708091"/>
                    </a:lnTo>
                    <a:lnTo>
                      <a:pt x="5719832" y="2722671"/>
                    </a:lnTo>
                    <a:lnTo>
                      <a:pt x="4245006" y="3646865"/>
                    </a:lnTo>
                    <a:lnTo>
                      <a:pt x="4478192" y="4013974"/>
                    </a:lnTo>
                    <a:lnTo>
                      <a:pt x="4863841" y="3755138"/>
                    </a:lnTo>
                    <a:lnTo>
                      <a:pt x="4827482" y="3665318"/>
                    </a:lnTo>
                    <a:lnTo>
                      <a:pt x="5070841" y="3513131"/>
                    </a:lnTo>
                    <a:lnTo>
                      <a:pt x="5121780" y="3593861"/>
                    </a:lnTo>
                    <a:lnTo>
                      <a:pt x="5964178" y="3071600"/>
                    </a:lnTo>
                    <a:close/>
                    <a:moveTo>
                      <a:pt x="5059414" y="3106694"/>
                    </a:moveTo>
                    <a:lnTo>
                      <a:pt x="5504913" y="2830219"/>
                    </a:lnTo>
                    <a:lnTo>
                      <a:pt x="5719293" y="2634292"/>
                    </a:lnTo>
                    <a:lnTo>
                      <a:pt x="5720643" y="2632132"/>
                    </a:lnTo>
                    <a:lnTo>
                      <a:pt x="5732343" y="2589022"/>
                    </a:lnTo>
                    <a:lnTo>
                      <a:pt x="5734233" y="2586502"/>
                    </a:lnTo>
                    <a:lnTo>
                      <a:pt x="5790573" y="2549063"/>
                    </a:lnTo>
                    <a:lnTo>
                      <a:pt x="5691215" y="2331084"/>
                    </a:lnTo>
                    <a:lnTo>
                      <a:pt x="5545685" y="2415232"/>
                    </a:lnTo>
                    <a:lnTo>
                      <a:pt x="4459118" y="3103900"/>
                    </a:lnTo>
                    <a:lnTo>
                      <a:pt x="4507628" y="3183190"/>
                    </a:lnTo>
                    <a:lnTo>
                      <a:pt x="4238978" y="3358057"/>
                    </a:lnTo>
                    <a:lnTo>
                      <a:pt x="4367946" y="3553176"/>
                    </a:lnTo>
                    <a:lnTo>
                      <a:pt x="5059414" y="3106694"/>
                    </a:lnTo>
                    <a:close/>
                    <a:moveTo>
                      <a:pt x="4180479" y="3272917"/>
                    </a:moveTo>
                    <a:lnTo>
                      <a:pt x="4238978" y="3358057"/>
                    </a:lnTo>
                    <a:lnTo>
                      <a:pt x="4507628" y="3183190"/>
                    </a:lnTo>
                    <a:lnTo>
                      <a:pt x="4459118" y="3103900"/>
                    </a:lnTo>
                    <a:lnTo>
                      <a:pt x="4180479" y="3272917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67" name="Контур"/>
              <p:cNvSpPr/>
              <p:nvPr/>
            </p:nvSpPr>
            <p:spPr>
              <a:xfrm>
                <a:off x="4182545" y="5343983"/>
                <a:ext cx="1275651" cy="1293017"/>
              </a:xfrm>
              <a:custGeom>
                <a:avLst/>
                <a:gdLst/>
                <a:ahLst/>
                <a:cxnLst/>
                <a:rect l="l" t="t" r="r" b="b"/>
                <a:pathLst>
                  <a:path w="1275651" h="1293017" fill="none">
                    <a:moveTo>
                      <a:pt x="844198" y="0"/>
                    </a:moveTo>
                    <a:lnTo>
                      <a:pt x="93870" y="544041"/>
                    </a:lnTo>
                    <a:lnTo>
                      <a:pt x="0" y="620720"/>
                    </a:lnTo>
                    <a:lnTo>
                      <a:pt x="7830" y="641150"/>
                    </a:lnTo>
                    <a:lnTo>
                      <a:pt x="91169" y="755090"/>
                    </a:lnTo>
                    <a:lnTo>
                      <a:pt x="5669" y="817189"/>
                    </a:lnTo>
                    <a:lnTo>
                      <a:pt x="107097" y="957318"/>
                    </a:lnTo>
                    <a:lnTo>
                      <a:pt x="59037" y="992328"/>
                    </a:lnTo>
                    <a:lnTo>
                      <a:pt x="81807" y="1027068"/>
                    </a:lnTo>
                    <a:lnTo>
                      <a:pt x="49227" y="1048667"/>
                    </a:lnTo>
                    <a:lnTo>
                      <a:pt x="227964" y="1293017"/>
                    </a:lnTo>
                    <a:lnTo>
                      <a:pt x="244254" y="1254947"/>
                    </a:lnTo>
                    <a:lnTo>
                      <a:pt x="1275651" y="598139"/>
                    </a:lnTo>
                    <a:lnTo>
                      <a:pt x="844198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0000FF"/>
                </a:solidFill>
                <a:round/>
              </a:ln>
            </p:spPr>
          </p:sp>
          <p:sp>
            <p:nvSpPr>
              <p:cNvPr id="68" name="Контур"/>
              <p:cNvSpPr/>
              <p:nvPr/>
            </p:nvSpPr>
            <p:spPr>
              <a:xfrm>
                <a:off x="4426799" y="5587708"/>
                <a:ext cx="1860470" cy="1520171"/>
              </a:xfrm>
              <a:custGeom>
                <a:avLst/>
                <a:gdLst/>
                <a:ahLst/>
                <a:cxnLst/>
                <a:rect l="l" t="t" r="r" b="b"/>
                <a:pathLst>
                  <a:path w="1860470" h="1520171" fill="none">
                    <a:moveTo>
                      <a:pt x="1587956" y="0"/>
                    </a:moveTo>
                    <a:lnTo>
                      <a:pt x="1031487" y="354414"/>
                    </a:lnTo>
                    <a:lnTo>
                      <a:pt x="0" y="1011222"/>
                    </a:lnTo>
                    <a:lnTo>
                      <a:pt x="349734" y="1520171"/>
                    </a:lnTo>
                    <a:lnTo>
                      <a:pt x="628373" y="1351154"/>
                    </a:lnTo>
                    <a:lnTo>
                      <a:pt x="1714940" y="662486"/>
                    </a:lnTo>
                    <a:lnTo>
                      <a:pt x="1860470" y="578338"/>
                    </a:lnTo>
                    <a:lnTo>
                      <a:pt x="1735373" y="236879"/>
                    </a:lnTo>
                    <a:lnTo>
                      <a:pt x="1587956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69" name="Контур"/>
              <p:cNvSpPr/>
              <p:nvPr/>
            </p:nvSpPr>
            <p:spPr>
              <a:xfrm>
                <a:off x="3811190" y="8872065"/>
                <a:ext cx="6484810" cy="1315935"/>
              </a:xfrm>
              <a:custGeom>
                <a:avLst/>
                <a:gdLst/>
                <a:ahLst/>
                <a:cxnLst/>
                <a:rect l="l" t="t" r="r" b="b"/>
                <a:pathLst>
                  <a:path w="6484810" h="1315935" fill="none">
                    <a:moveTo>
                      <a:pt x="3959337" y="383219"/>
                    </a:moveTo>
                    <a:lnTo>
                      <a:pt x="3779341" y="0"/>
                    </a:lnTo>
                    <a:lnTo>
                      <a:pt x="2496846" y="596327"/>
                    </a:lnTo>
                    <a:lnTo>
                      <a:pt x="2475067" y="549618"/>
                    </a:lnTo>
                    <a:lnTo>
                      <a:pt x="2434117" y="567887"/>
                    </a:lnTo>
                    <a:lnTo>
                      <a:pt x="2425477" y="548447"/>
                    </a:lnTo>
                    <a:lnTo>
                      <a:pt x="2339888" y="586426"/>
                    </a:lnTo>
                    <a:lnTo>
                      <a:pt x="2301908" y="493097"/>
                    </a:lnTo>
                    <a:lnTo>
                      <a:pt x="2156919" y="557625"/>
                    </a:lnTo>
                    <a:lnTo>
                      <a:pt x="2136130" y="511906"/>
                    </a:lnTo>
                    <a:lnTo>
                      <a:pt x="2062510" y="543225"/>
                    </a:lnTo>
                    <a:lnTo>
                      <a:pt x="2037940" y="493905"/>
                    </a:lnTo>
                    <a:lnTo>
                      <a:pt x="1847321" y="569503"/>
                    </a:lnTo>
                    <a:lnTo>
                      <a:pt x="1698555" y="239745"/>
                    </a:lnTo>
                    <a:lnTo>
                      <a:pt x="1610175" y="285464"/>
                    </a:lnTo>
                    <a:lnTo>
                      <a:pt x="1597305" y="286454"/>
                    </a:lnTo>
                    <a:lnTo>
                      <a:pt x="1266376" y="534400"/>
                    </a:lnTo>
                    <a:lnTo>
                      <a:pt x="864076" y="953254"/>
                    </a:lnTo>
                    <a:lnTo>
                      <a:pt x="806565" y="1041093"/>
                    </a:lnTo>
                    <a:lnTo>
                      <a:pt x="758595" y="1135862"/>
                    </a:lnTo>
                    <a:lnTo>
                      <a:pt x="688875" y="1315935"/>
                    </a:lnTo>
                    <a:moveTo>
                      <a:pt x="2643784" y="1315935"/>
                    </a:moveTo>
                    <a:lnTo>
                      <a:pt x="2635351" y="1292743"/>
                    </a:lnTo>
                    <a:lnTo>
                      <a:pt x="2533923" y="1078814"/>
                    </a:lnTo>
                    <a:lnTo>
                      <a:pt x="2541393" y="1075214"/>
                    </a:lnTo>
                    <a:lnTo>
                      <a:pt x="2398296" y="775515"/>
                    </a:lnTo>
                    <a:lnTo>
                      <a:pt x="3717421" y="144629"/>
                    </a:lnTo>
                    <a:lnTo>
                      <a:pt x="3747210" y="165509"/>
                    </a:lnTo>
                    <a:lnTo>
                      <a:pt x="3869968" y="419668"/>
                    </a:lnTo>
                    <a:lnTo>
                      <a:pt x="3959337" y="383219"/>
                    </a:lnTo>
                    <a:lnTo>
                      <a:pt x="3959337" y="383219"/>
                    </a:lnTo>
                    <a:moveTo>
                      <a:pt x="5643291" y="1315935"/>
                    </a:moveTo>
                    <a:lnTo>
                      <a:pt x="6034988" y="1128428"/>
                    </a:lnTo>
                    <a:lnTo>
                      <a:pt x="6484810" y="913145"/>
                    </a:lnTo>
                    <a:moveTo>
                      <a:pt x="6484810" y="759041"/>
                    </a:moveTo>
                    <a:lnTo>
                      <a:pt x="6380767" y="805152"/>
                    </a:lnTo>
                    <a:lnTo>
                      <a:pt x="6236138" y="871571"/>
                    </a:lnTo>
                    <a:lnTo>
                      <a:pt x="6189068" y="894430"/>
                    </a:lnTo>
                    <a:lnTo>
                      <a:pt x="5990889" y="993428"/>
                    </a:lnTo>
                    <a:lnTo>
                      <a:pt x="5619640" y="1167125"/>
                    </a:lnTo>
                    <a:lnTo>
                      <a:pt x="5307867" y="1315935"/>
                    </a:lnTo>
                    <a:moveTo>
                      <a:pt x="118069" y="1259427"/>
                    </a:moveTo>
                    <a:lnTo>
                      <a:pt x="0" y="1315935"/>
                    </a:lnTo>
                    <a:moveTo>
                      <a:pt x="145100" y="1315935"/>
                    </a:moveTo>
                    <a:lnTo>
                      <a:pt x="118069" y="1259427"/>
                    </a:lnTo>
                    <a:lnTo>
                      <a:pt x="118069" y="1259427"/>
                    </a:lnTo>
                    <a:moveTo>
                      <a:pt x="590746" y="1202640"/>
                    </a:moveTo>
                    <a:lnTo>
                      <a:pt x="488326" y="1252769"/>
                    </a:lnTo>
                    <a:lnTo>
                      <a:pt x="519842" y="1315935"/>
                    </a:lnTo>
                    <a:moveTo>
                      <a:pt x="645123" y="1315935"/>
                    </a:moveTo>
                    <a:lnTo>
                      <a:pt x="590746" y="1202640"/>
                    </a:lnTo>
                    <a:lnTo>
                      <a:pt x="590746" y="1202640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70" name="Контур"/>
              <p:cNvSpPr/>
              <p:nvPr/>
            </p:nvSpPr>
            <p:spPr>
              <a:xfrm>
                <a:off x="3233122" y="7644380"/>
                <a:ext cx="3950618" cy="2460473"/>
              </a:xfrm>
              <a:custGeom>
                <a:avLst/>
                <a:gdLst/>
                <a:ahLst/>
                <a:cxnLst/>
                <a:rect l="l" t="t" r="r" b="b"/>
                <a:pathLst>
                  <a:path w="3950618" h="2460473" fill="none">
                    <a:moveTo>
                      <a:pt x="1667236" y="1521875"/>
                    </a:moveTo>
                    <a:lnTo>
                      <a:pt x="1657877" y="1523225"/>
                    </a:lnTo>
                    <a:lnTo>
                      <a:pt x="1499658" y="1544734"/>
                    </a:lnTo>
                    <a:lnTo>
                      <a:pt x="1336399" y="1564352"/>
                    </a:lnTo>
                    <a:lnTo>
                      <a:pt x="1165400" y="1580731"/>
                    </a:lnTo>
                    <a:lnTo>
                      <a:pt x="832312" y="1614569"/>
                    </a:lnTo>
                    <a:lnTo>
                      <a:pt x="501654" y="1699076"/>
                    </a:lnTo>
                    <a:lnTo>
                      <a:pt x="866056" y="2460473"/>
                    </a:lnTo>
                    <a:lnTo>
                      <a:pt x="1199325" y="2300996"/>
                    </a:lnTo>
                    <a:lnTo>
                      <a:pt x="1754265" y="1703854"/>
                    </a:lnTo>
                    <a:lnTo>
                      <a:pt x="1667236" y="1521875"/>
                    </a:lnTo>
                    <a:close/>
                    <a:moveTo>
                      <a:pt x="1317685" y="557350"/>
                    </a:moveTo>
                    <a:lnTo>
                      <a:pt x="436408" y="1112820"/>
                    </a:lnTo>
                    <a:lnTo>
                      <a:pt x="314370" y="998970"/>
                    </a:lnTo>
                    <a:lnTo>
                      <a:pt x="0" y="1213796"/>
                    </a:lnTo>
                    <a:lnTo>
                      <a:pt x="48510" y="1287866"/>
                    </a:lnTo>
                    <a:lnTo>
                      <a:pt x="99629" y="1365806"/>
                    </a:lnTo>
                    <a:lnTo>
                      <a:pt x="206458" y="1302177"/>
                    </a:lnTo>
                    <a:lnTo>
                      <a:pt x="306448" y="1309287"/>
                    </a:lnTo>
                    <a:lnTo>
                      <a:pt x="501654" y="1699076"/>
                    </a:lnTo>
                    <a:lnTo>
                      <a:pt x="832312" y="1614569"/>
                    </a:lnTo>
                    <a:lnTo>
                      <a:pt x="1165400" y="1580731"/>
                    </a:lnTo>
                    <a:lnTo>
                      <a:pt x="1336399" y="1564352"/>
                    </a:lnTo>
                    <a:lnTo>
                      <a:pt x="1499658" y="1544734"/>
                    </a:lnTo>
                    <a:lnTo>
                      <a:pt x="1657877" y="1523225"/>
                    </a:lnTo>
                    <a:lnTo>
                      <a:pt x="1821136" y="1499736"/>
                    </a:lnTo>
                    <a:lnTo>
                      <a:pt x="1877925" y="1490287"/>
                    </a:lnTo>
                    <a:lnTo>
                      <a:pt x="1641860" y="1097168"/>
                    </a:lnTo>
                    <a:lnTo>
                      <a:pt x="1317685" y="557350"/>
                    </a:lnTo>
                    <a:close/>
                    <a:moveTo>
                      <a:pt x="3772872" y="0"/>
                    </a:moveTo>
                    <a:lnTo>
                      <a:pt x="3603402" y="92518"/>
                    </a:lnTo>
                    <a:lnTo>
                      <a:pt x="3585583" y="77938"/>
                    </a:lnTo>
                    <a:lnTo>
                      <a:pt x="2503606" y="677057"/>
                    </a:lnTo>
                    <a:lnTo>
                      <a:pt x="2498296" y="665627"/>
                    </a:lnTo>
                    <a:lnTo>
                      <a:pt x="2334227" y="742305"/>
                    </a:lnTo>
                    <a:lnTo>
                      <a:pt x="1963248" y="948401"/>
                    </a:lnTo>
                    <a:lnTo>
                      <a:pt x="1941288" y="960101"/>
                    </a:lnTo>
                    <a:lnTo>
                      <a:pt x="1911048" y="973151"/>
                    </a:lnTo>
                    <a:lnTo>
                      <a:pt x="1807459" y="1017250"/>
                    </a:lnTo>
                    <a:lnTo>
                      <a:pt x="1725829" y="1062339"/>
                    </a:lnTo>
                    <a:lnTo>
                      <a:pt x="1952175" y="1472197"/>
                    </a:lnTo>
                    <a:lnTo>
                      <a:pt x="1985925" y="1455008"/>
                    </a:lnTo>
                    <a:lnTo>
                      <a:pt x="2190314" y="1378420"/>
                    </a:lnTo>
                    <a:lnTo>
                      <a:pt x="2392723" y="1285272"/>
                    </a:lnTo>
                    <a:lnTo>
                      <a:pt x="2412253" y="1258092"/>
                    </a:lnTo>
                    <a:lnTo>
                      <a:pt x="2444473" y="1241982"/>
                    </a:lnTo>
                    <a:lnTo>
                      <a:pt x="3950618" y="368819"/>
                    </a:lnTo>
                    <a:lnTo>
                      <a:pt x="3772872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71" name="Контур"/>
              <p:cNvSpPr/>
              <p:nvPr/>
            </p:nvSpPr>
            <p:spPr>
              <a:xfrm>
                <a:off x="1229824" y="8649106"/>
                <a:ext cx="4512570" cy="1538894"/>
              </a:xfrm>
              <a:custGeom>
                <a:avLst/>
                <a:gdLst/>
                <a:ahLst/>
                <a:cxnLst/>
                <a:rect l="l" t="t" r="r" b="b"/>
                <a:pathLst>
                  <a:path w="4512570" h="1538894" fill="none">
                    <a:moveTo>
                      <a:pt x="1548979" y="671124"/>
                    </a:moveTo>
                    <a:lnTo>
                      <a:pt x="1489489" y="699563"/>
                    </a:lnTo>
                    <a:lnTo>
                      <a:pt x="643042" y="1104284"/>
                    </a:lnTo>
                    <a:lnTo>
                      <a:pt x="654562" y="1128404"/>
                    </a:lnTo>
                    <a:lnTo>
                      <a:pt x="510202" y="1219483"/>
                    </a:lnTo>
                    <a:lnTo>
                      <a:pt x="635120" y="1480842"/>
                    </a:lnTo>
                    <a:lnTo>
                      <a:pt x="638899" y="1488762"/>
                    </a:lnTo>
                    <a:lnTo>
                      <a:pt x="662859" y="1538894"/>
                    </a:lnTo>
                    <a:moveTo>
                      <a:pt x="1964275" y="1538894"/>
                    </a:moveTo>
                    <a:lnTo>
                      <a:pt x="1556448" y="686693"/>
                    </a:lnTo>
                    <a:lnTo>
                      <a:pt x="1548979" y="671124"/>
                    </a:lnTo>
                    <a:lnTo>
                      <a:pt x="1548979" y="671124"/>
                    </a:lnTo>
                    <a:moveTo>
                      <a:pt x="1453578" y="890901"/>
                    </a:moveTo>
                    <a:lnTo>
                      <a:pt x="1763711" y="1538894"/>
                    </a:lnTo>
                    <a:moveTo>
                      <a:pt x="835856" y="1538894"/>
                    </a:moveTo>
                    <a:lnTo>
                      <a:pt x="763189" y="1387063"/>
                    </a:lnTo>
                    <a:lnTo>
                      <a:pt x="762019" y="1384723"/>
                    </a:lnTo>
                    <a:lnTo>
                      <a:pt x="698571" y="1252154"/>
                    </a:lnTo>
                    <a:lnTo>
                      <a:pt x="998719" y="1108517"/>
                    </a:lnTo>
                    <a:lnTo>
                      <a:pt x="1019239" y="1098707"/>
                    </a:lnTo>
                    <a:lnTo>
                      <a:pt x="1453578" y="890901"/>
                    </a:lnTo>
                    <a:lnTo>
                      <a:pt x="1453578" y="890901"/>
                    </a:lnTo>
                    <a:moveTo>
                      <a:pt x="510202" y="1219483"/>
                    </a:moveTo>
                    <a:lnTo>
                      <a:pt x="0" y="1538894"/>
                    </a:lnTo>
                    <a:moveTo>
                      <a:pt x="662859" y="1538894"/>
                    </a:moveTo>
                    <a:lnTo>
                      <a:pt x="638899" y="1488762"/>
                    </a:lnTo>
                    <a:lnTo>
                      <a:pt x="635120" y="1480842"/>
                    </a:lnTo>
                    <a:lnTo>
                      <a:pt x="510202" y="1219483"/>
                    </a:lnTo>
                    <a:lnTo>
                      <a:pt x="510202" y="1219483"/>
                    </a:lnTo>
                    <a:moveTo>
                      <a:pt x="1748332" y="0"/>
                    </a:moveTo>
                    <a:lnTo>
                      <a:pt x="1366102" y="306895"/>
                    </a:lnTo>
                    <a:lnTo>
                      <a:pt x="1251982" y="398603"/>
                    </a:lnTo>
                    <a:lnTo>
                      <a:pt x="1445481" y="454764"/>
                    </a:lnTo>
                    <a:lnTo>
                      <a:pt x="1544299" y="661314"/>
                    </a:lnTo>
                    <a:lnTo>
                      <a:pt x="1548979" y="671124"/>
                    </a:lnTo>
                    <a:lnTo>
                      <a:pt x="1556448" y="686693"/>
                    </a:lnTo>
                    <a:lnTo>
                      <a:pt x="1964275" y="1538894"/>
                    </a:lnTo>
                    <a:moveTo>
                      <a:pt x="2263571" y="1538894"/>
                    </a:moveTo>
                    <a:lnTo>
                      <a:pt x="2198679" y="1403273"/>
                    </a:lnTo>
                    <a:lnTo>
                      <a:pt x="1860286" y="696235"/>
                    </a:lnTo>
                    <a:lnTo>
                      <a:pt x="1789818" y="547646"/>
                    </a:lnTo>
                    <a:lnTo>
                      <a:pt x="1713949" y="389967"/>
                    </a:lnTo>
                    <a:lnTo>
                      <a:pt x="1689020" y="338217"/>
                    </a:lnTo>
                    <a:lnTo>
                      <a:pt x="1748332" y="0"/>
                    </a:lnTo>
                    <a:lnTo>
                      <a:pt x="1748332" y="0"/>
                    </a:lnTo>
                    <a:moveTo>
                      <a:pt x="4447771" y="237346"/>
                    </a:moveTo>
                    <a:lnTo>
                      <a:pt x="4415551" y="253366"/>
                    </a:lnTo>
                    <a:lnTo>
                      <a:pt x="4396021" y="280546"/>
                    </a:lnTo>
                    <a:lnTo>
                      <a:pt x="4193612" y="373694"/>
                    </a:lnTo>
                    <a:lnTo>
                      <a:pt x="3989223" y="450282"/>
                    </a:lnTo>
                    <a:lnTo>
                      <a:pt x="3938373" y="476111"/>
                    </a:lnTo>
                    <a:lnTo>
                      <a:pt x="3670534" y="517149"/>
                    </a:lnTo>
                    <a:lnTo>
                      <a:pt x="3757563" y="699128"/>
                    </a:lnTo>
                    <a:lnTo>
                      <a:pt x="3202623" y="1296270"/>
                    </a:lnTo>
                    <a:lnTo>
                      <a:pt x="2869354" y="1455747"/>
                    </a:lnTo>
                    <a:lnTo>
                      <a:pt x="2504952" y="694350"/>
                    </a:lnTo>
                    <a:lnTo>
                      <a:pt x="2309746" y="304561"/>
                    </a:lnTo>
                    <a:lnTo>
                      <a:pt x="2209756" y="297451"/>
                    </a:lnTo>
                    <a:lnTo>
                      <a:pt x="1789818" y="547646"/>
                    </a:lnTo>
                    <a:lnTo>
                      <a:pt x="1860286" y="696235"/>
                    </a:lnTo>
                    <a:lnTo>
                      <a:pt x="2249985" y="509759"/>
                    </a:lnTo>
                    <a:lnTo>
                      <a:pt x="2588377" y="1216797"/>
                    </a:lnTo>
                    <a:lnTo>
                      <a:pt x="2198679" y="1403273"/>
                    </a:lnTo>
                    <a:lnTo>
                      <a:pt x="2263571" y="1538894"/>
                    </a:lnTo>
                    <a:moveTo>
                      <a:pt x="2581366" y="1538894"/>
                    </a:moveTo>
                    <a:lnTo>
                      <a:pt x="2699435" y="1482386"/>
                    </a:lnTo>
                    <a:lnTo>
                      <a:pt x="2726466" y="1538894"/>
                    </a:lnTo>
                    <a:moveTo>
                      <a:pt x="3270241" y="1538894"/>
                    </a:moveTo>
                    <a:lnTo>
                      <a:pt x="3339961" y="1358821"/>
                    </a:lnTo>
                    <a:lnTo>
                      <a:pt x="3387931" y="1264052"/>
                    </a:lnTo>
                    <a:lnTo>
                      <a:pt x="3445442" y="1176213"/>
                    </a:lnTo>
                    <a:lnTo>
                      <a:pt x="3847742" y="757359"/>
                    </a:lnTo>
                    <a:lnTo>
                      <a:pt x="4178671" y="509413"/>
                    </a:lnTo>
                    <a:lnTo>
                      <a:pt x="4191541" y="508423"/>
                    </a:lnTo>
                    <a:lnTo>
                      <a:pt x="4512570" y="342286"/>
                    </a:lnTo>
                    <a:lnTo>
                      <a:pt x="4464511" y="258406"/>
                    </a:lnTo>
                    <a:lnTo>
                      <a:pt x="4447771" y="237346"/>
                    </a:lnTo>
                    <a:lnTo>
                      <a:pt x="4447771" y="237346"/>
                    </a:lnTo>
                    <a:moveTo>
                      <a:pt x="3172112" y="1425599"/>
                    </a:moveTo>
                    <a:lnTo>
                      <a:pt x="3226489" y="1538894"/>
                    </a:lnTo>
                    <a:moveTo>
                      <a:pt x="3101208" y="1538894"/>
                    </a:moveTo>
                    <a:lnTo>
                      <a:pt x="3069692" y="1475728"/>
                    </a:lnTo>
                    <a:lnTo>
                      <a:pt x="3172112" y="1425599"/>
                    </a:lnTo>
                    <a:lnTo>
                      <a:pt x="3172112" y="1425599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72" name="Контур"/>
              <p:cNvSpPr/>
              <p:nvPr/>
            </p:nvSpPr>
            <p:spPr>
              <a:xfrm>
                <a:off x="3090110" y="9158865"/>
                <a:ext cx="728091" cy="893514"/>
              </a:xfrm>
              <a:custGeom>
                <a:avLst/>
                <a:gdLst/>
                <a:ahLst/>
                <a:cxnLst/>
                <a:rect l="l" t="t" r="r" b="b"/>
                <a:pathLst>
                  <a:path w="728091" h="893514" fill="none">
                    <a:moveTo>
                      <a:pt x="389699" y="0"/>
                    </a:moveTo>
                    <a:lnTo>
                      <a:pt x="0" y="186476"/>
                    </a:lnTo>
                    <a:lnTo>
                      <a:pt x="338393" y="893514"/>
                    </a:lnTo>
                    <a:lnTo>
                      <a:pt x="728091" y="707038"/>
                    </a:lnTo>
                    <a:lnTo>
                      <a:pt x="389699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73" name="Контур"/>
              <p:cNvSpPr/>
              <p:nvPr/>
            </p:nvSpPr>
            <p:spPr>
              <a:xfrm>
                <a:off x="1928395" y="9540007"/>
                <a:ext cx="1065140" cy="647993"/>
              </a:xfrm>
              <a:custGeom>
                <a:avLst/>
                <a:gdLst/>
                <a:ahLst/>
                <a:cxnLst/>
                <a:rect l="l" t="t" r="r" b="b"/>
                <a:pathLst>
                  <a:path w="1065140" h="647993" fill="none">
                    <a:moveTo>
                      <a:pt x="755007" y="0"/>
                    </a:moveTo>
                    <a:lnTo>
                      <a:pt x="320668" y="207806"/>
                    </a:lnTo>
                    <a:lnTo>
                      <a:pt x="300148" y="217616"/>
                    </a:lnTo>
                    <a:lnTo>
                      <a:pt x="0" y="361253"/>
                    </a:lnTo>
                    <a:lnTo>
                      <a:pt x="63448" y="493822"/>
                    </a:lnTo>
                    <a:lnTo>
                      <a:pt x="64618" y="496162"/>
                    </a:lnTo>
                    <a:lnTo>
                      <a:pt x="137285" y="647993"/>
                    </a:lnTo>
                    <a:moveTo>
                      <a:pt x="1065140" y="647993"/>
                    </a:moveTo>
                    <a:lnTo>
                      <a:pt x="755007" y="0"/>
                    </a:lnTo>
                    <a:lnTo>
                      <a:pt x="755007" y="0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74" name="Контур"/>
              <p:cNvSpPr/>
              <p:nvPr/>
            </p:nvSpPr>
            <p:spPr>
              <a:xfrm>
                <a:off x="269009" y="6551743"/>
                <a:ext cx="1918771" cy="2824815"/>
              </a:xfrm>
              <a:custGeom>
                <a:avLst/>
                <a:gdLst/>
                <a:ahLst/>
                <a:cxnLst/>
                <a:rect l="l" t="t" r="r" b="b"/>
                <a:pathLst>
                  <a:path w="1918771" h="2824815" fill="none">
                    <a:moveTo>
                      <a:pt x="1685762" y="2324514"/>
                    </a:moveTo>
                    <a:lnTo>
                      <a:pt x="901955" y="2815545"/>
                    </a:lnTo>
                    <a:lnTo>
                      <a:pt x="918424" y="2824815"/>
                    </a:lnTo>
                    <a:lnTo>
                      <a:pt x="1091494" y="2766047"/>
                    </a:lnTo>
                    <a:lnTo>
                      <a:pt x="1118223" y="2771087"/>
                    </a:lnTo>
                    <a:lnTo>
                      <a:pt x="1166733" y="2799527"/>
                    </a:lnTo>
                    <a:lnTo>
                      <a:pt x="1191573" y="2805107"/>
                    </a:lnTo>
                    <a:lnTo>
                      <a:pt x="1376432" y="2692609"/>
                    </a:lnTo>
                    <a:lnTo>
                      <a:pt x="1629421" y="2539432"/>
                    </a:lnTo>
                    <a:lnTo>
                      <a:pt x="1918771" y="2357275"/>
                    </a:lnTo>
                    <a:lnTo>
                      <a:pt x="1841192" y="2227046"/>
                    </a:lnTo>
                    <a:lnTo>
                      <a:pt x="1685762" y="2324514"/>
                    </a:lnTo>
                    <a:close/>
                    <a:moveTo>
                      <a:pt x="101789" y="0"/>
                    </a:moveTo>
                    <a:lnTo>
                      <a:pt x="26549" y="100079"/>
                    </a:lnTo>
                    <a:lnTo>
                      <a:pt x="0" y="93239"/>
                    </a:lnTo>
                    <a:lnTo>
                      <a:pt x="41129" y="160918"/>
                    </a:lnTo>
                    <a:lnTo>
                      <a:pt x="89999" y="102509"/>
                    </a:lnTo>
                    <a:lnTo>
                      <a:pt x="115649" y="121409"/>
                    </a:lnTo>
                    <a:lnTo>
                      <a:pt x="146879" y="75060"/>
                    </a:lnTo>
                    <a:lnTo>
                      <a:pt x="102869" y="2700"/>
                    </a:lnTo>
                    <a:lnTo>
                      <a:pt x="101789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75" name="Контур"/>
              <p:cNvSpPr/>
              <p:nvPr/>
            </p:nvSpPr>
            <p:spPr>
              <a:xfrm>
                <a:off x="252000" y="5392735"/>
                <a:ext cx="859860" cy="1259087"/>
              </a:xfrm>
              <a:custGeom>
                <a:avLst/>
                <a:gdLst/>
                <a:ahLst/>
                <a:cxnLst/>
                <a:rect l="l" t="t" r="r" b="b"/>
                <a:pathLst>
                  <a:path w="859860" h="1259087" fill="none">
                    <a:moveTo>
                      <a:pt x="273151" y="564923"/>
                    </a:moveTo>
                    <a:lnTo>
                      <a:pt x="52021" y="795950"/>
                    </a:lnTo>
                    <a:lnTo>
                      <a:pt x="0" y="872105"/>
                    </a:lnTo>
                    <a:moveTo>
                      <a:pt x="0" y="1220415"/>
                    </a:moveTo>
                    <a:lnTo>
                      <a:pt x="4589" y="1231817"/>
                    </a:lnTo>
                    <a:lnTo>
                      <a:pt x="17009" y="1252247"/>
                    </a:lnTo>
                    <a:lnTo>
                      <a:pt x="43558" y="1259087"/>
                    </a:lnTo>
                    <a:lnTo>
                      <a:pt x="118798" y="1159008"/>
                    </a:lnTo>
                    <a:lnTo>
                      <a:pt x="92519" y="1093668"/>
                    </a:lnTo>
                    <a:lnTo>
                      <a:pt x="88470" y="1020409"/>
                    </a:lnTo>
                    <a:lnTo>
                      <a:pt x="108270" y="949849"/>
                    </a:lnTo>
                    <a:lnTo>
                      <a:pt x="149580" y="889280"/>
                    </a:lnTo>
                    <a:lnTo>
                      <a:pt x="773190" y="237509"/>
                    </a:lnTo>
                    <a:lnTo>
                      <a:pt x="839340" y="237779"/>
                    </a:lnTo>
                    <a:lnTo>
                      <a:pt x="859860" y="207630"/>
                    </a:lnTo>
                    <a:lnTo>
                      <a:pt x="689042" y="0"/>
                    </a:lnTo>
                    <a:lnTo>
                      <a:pt x="691831" y="127259"/>
                    </a:lnTo>
                    <a:lnTo>
                      <a:pt x="617131" y="205378"/>
                    </a:lnTo>
                    <a:lnTo>
                      <a:pt x="506252" y="282237"/>
                    </a:lnTo>
                    <a:lnTo>
                      <a:pt x="346952" y="448645"/>
                    </a:lnTo>
                    <a:lnTo>
                      <a:pt x="273151" y="564923"/>
                    </a:lnTo>
                    <a:lnTo>
                      <a:pt x="273151" y="564923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76" name="Контур"/>
              <p:cNvSpPr/>
              <p:nvPr/>
            </p:nvSpPr>
            <p:spPr>
              <a:xfrm>
                <a:off x="340470" y="5683613"/>
                <a:ext cx="836548" cy="943190"/>
              </a:xfrm>
              <a:custGeom>
                <a:avLst/>
                <a:gdLst/>
                <a:ahLst/>
                <a:cxnLst/>
                <a:rect l="l" t="t" r="r" b="b"/>
                <a:pathLst>
                  <a:path w="836548" h="943190" fill="none">
                    <a:moveTo>
                      <a:pt x="144809" y="710722"/>
                    </a:moveTo>
                    <a:lnTo>
                      <a:pt x="89999" y="788841"/>
                    </a:lnTo>
                    <a:lnTo>
                      <a:pt x="30328" y="868130"/>
                    </a:lnTo>
                    <a:lnTo>
                      <a:pt x="31408" y="870830"/>
                    </a:lnTo>
                    <a:lnTo>
                      <a:pt x="75418" y="943190"/>
                    </a:lnTo>
                    <a:lnTo>
                      <a:pt x="95938" y="912770"/>
                    </a:lnTo>
                    <a:lnTo>
                      <a:pt x="193228" y="790282"/>
                    </a:lnTo>
                    <a:lnTo>
                      <a:pt x="144809" y="710722"/>
                    </a:lnTo>
                    <a:close/>
                    <a:moveTo>
                      <a:pt x="61110" y="598402"/>
                    </a:moveTo>
                    <a:lnTo>
                      <a:pt x="19800" y="658971"/>
                    </a:lnTo>
                    <a:lnTo>
                      <a:pt x="0" y="729531"/>
                    </a:lnTo>
                    <a:lnTo>
                      <a:pt x="4049" y="802790"/>
                    </a:lnTo>
                    <a:lnTo>
                      <a:pt x="30328" y="868130"/>
                    </a:lnTo>
                    <a:lnTo>
                      <a:pt x="89999" y="788841"/>
                    </a:lnTo>
                    <a:lnTo>
                      <a:pt x="144809" y="710722"/>
                    </a:lnTo>
                    <a:lnTo>
                      <a:pt x="70560" y="588592"/>
                    </a:lnTo>
                    <a:lnTo>
                      <a:pt x="61110" y="598402"/>
                    </a:lnTo>
                    <a:close/>
                    <a:moveTo>
                      <a:pt x="805408" y="90541"/>
                    </a:moveTo>
                    <a:lnTo>
                      <a:pt x="768508" y="128970"/>
                    </a:lnTo>
                    <a:lnTo>
                      <a:pt x="680759" y="45180"/>
                    </a:lnTo>
                    <a:lnTo>
                      <a:pt x="581219" y="180629"/>
                    </a:lnTo>
                    <a:lnTo>
                      <a:pt x="561779" y="165329"/>
                    </a:lnTo>
                    <a:lnTo>
                      <a:pt x="511109" y="230578"/>
                    </a:lnTo>
                    <a:lnTo>
                      <a:pt x="372689" y="406256"/>
                    </a:lnTo>
                    <a:lnTo>
                      <a:pt x="236969" y="575723"/>
                    </a:lnTo>
                    <a:lnTo>
                      <a:pt x="164429" y="682822"/>
                    </a:lnTo>
                    <a:lnTo>
                      <a:pt x="144809" y="710722"/>
                    </a:lnTo>
                    <a:lnTo>
                      <a:pt x="193228" y="790282"/>
                    </a:lnTo>
                    <a:lnTo>
                      <a:pt x="538378" y="355767"/>
                    </a:lnTo>
                    <a:lnTo>
                      <a:pt x="683548" y="215459"/>
                    </a:lnTo>
                    <a:lnTo>
                      <a:pt x="695698" y="209249"/>
                    </a:lnTo>
                    <a:lnTo>
                      <a:pt x="732328" y="205559"/>
                    </a:lnTo>
                    <a:lnTo>
                      <a:pt x="814228" y="162990"/>
                    </a:lnTo>
                    <a:lnTo>
                      <a:pt x="836548" y="151380"/>
                    </a:lnTo>
                    <a:lnTo>
                      <a:pt x="831688" y="141751"/>
                    </a:lnTo>
                    <a:lnTo>
                      <a:pt x="805408" y="90541"/>
                    </a:lnTo>
                    <a:close/>
                    <a:moveTo>
                      <a:pt x="707398" y="165060"/>
                    </a:moveTo>
                    <a:lnTo>
                      <a:pt x="724408" y="187109"/>
                    </a:lnTo>
                    <a:lnTo>
                      <a:pt x="697318" y="207989"/>
                    </a:lnTo>
                    <a:lnTo>
                      <a:pt x="680308" y="185849"/>
                    </a:lnTo>
                    <a:lnTo>
                      <a:pt x="707398" y="165060"/>
                    </a:lnTo>
                    <a:close/>
                    <a:moveTo>
                      <a:pt x="70560" y="588592"/>
                    </a:moveTo>
                    <a:lnTo>
                      <a:pt x="144809" y="710722"/>
                    </a:lnTo>
                    <a:lnTo>
                      <a:pt x="164429" y="682822"/>
                    </a:lnTo>
                    <a:lnTo>
                      <a:pt x="236969" y="575723"/>
                    </a:lnTo>
                    <a:lnTo>
                      <a:pt x="372689" y="406256"/>
                    </a:lnTo>
                    <a:lnTo>
                      <a:pt x="511109" y="230578"/>
                    </a:lnTo>
                    <a:lnTo>
                      <a:pt x="561779" y="165329"/>
                    </a:lnTo>
                    <a:lnTo>
                      <a:pt x="581219" y="180629"/>
                    </a:lnTo>
                    <a:lnTo>
                      <a:pt x="680759" y="45180"/>
                    </a:lnTo>
                    <a:lnTo>
                      <a:pt x="633600" y="0"/>
                    </a:lnTo>
                    <a:lnTo>
                      <a:pt x="70560" y="588592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77" name="Контур"/>
              <p:cNvSpPr/>
              <p:nvPr/>
            </p:nvSpPr>
            <p:spPr>
              <a:xfrm>
                <a:off x="252000" y="1584000"/>
                <a:ext cx="8874876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8874876" h="8604000" fill="none">
                    <a:moveTo>
                      <a:pt x="2395679" y="6858015"/>
                    </a:moveTo>
                    <a:lnTo>
                      <a:pt x="1858201" y="7194789"/>
                    </a:lnTo>
                    <a:lnTo>
                      <a:pt x="1935780" y="7325018"/>
                    </a:lnTo>
                    <a:lnTo>
                      <a:pt x="1646430" y="7507175"/>
                    </a:lnTo>
                    <a:lnTo>
                      <a:pt x="1208582" y="7772850"/>
                    </a:lnTo>
                    <a:lnTo>
                      <a:pt x="1183742" y="7767270"/>
                    </a:lnTo>
                    <a:lnTo>
                      <a:pt x="1135232" y="7738830"/>
                    </a:lnTo>
                    <a:lnTo>
                      <a:pt x="1108503" y="7733790"/>
                    </a:lnTo>
                    <a:lnTo>
                      <a:pt x="935433" y="7792558"/>
                    </a:lnTo>
                    <a:lnTo>
                      <a:pt x="918964" y="7783288"/>
                    </a:lnTo>
                    <a:lnTo>
                      <a:pt x="0" y="8359192"/>
                    </a:lnTo>
                    <a:moveTo>
                      <a:pt x="517457" y="8604000"/>
                    </a:moveTo>
                    <a:lnTo>
                      <a:pt x="789631" y="8366123"/>
                    </a:lnTo>
                    <a:lnTo>
                      <a:pt x="2229806" y="7463709"/>
                    </a:lnTo>
                    <a:lnTo>
                      <a:pt x="2566496" y="7193264"/>
                    </a:lnTo>
                    <a:lnTo>
                      <a:pt x="2395679" y="6858015"/>
                    </a:lnTo>
                    <a:lnTo>
                      <a:pt x="2395679" y="6858015"/>
                    </a:lnTo>
                    <a:moveTo>
                      <a:pt x="0" y="8344729"/>
                    </a:moveTo>
                    <a:lnTo>
                      <a:pt x="892234" y="7780948"/>
                    </a:lnTo>
                    <a:lnTo>
                      <a:pt x="486071" y="7149960"/>
                    </a:lnTo>
                    <a:lnTo>
                      <a:pt x="270794" y="6886530"/>
                    </a:lnTo>
                    <a:lnTo>
                      <a:pt x="235785" y="6829380"/>
                    </a:lnTo>
                    <a:lnTo>
                      <a:pt x="0" y="6983095"/>
                    </a:lnTo>
                    <a:moveTo>
                      <a:pt x="202664" y="7075799"/>
                    </a:moveTo>
                    <a:lnTo>
                      <a:pt x="175124" y="7026029"/>
                    </a:lnTo>
                    <a:lnTo>
                      <a:pt x="262694" y="6976710"/>
                    </a:lnTo>
                    <a:lnTo>
                      <a:pt x="290233" y="7026479"/>
                    </a:lnTo>
                    <a:lnTo>
                      <a:pt x="202664" y="7075799"/>
                    </a:lnTo>
                    <a:lnTo>
                      <a:pt x="202664" y="7075799"/>
                    </a:lnTo>
                    <a:moveTo>
                      <a:pt x="0" y="6983095"/>
                    </a:moveTo>
                    <a:lnTo>
                      <a:pt x="235785" y="6829380"/>
                    </a:lnTo>
                    <a:lnTo>
                      <a:pt x="270794" y="6886530"/>
                    </a:lnTo>
                    <a:lnTo>
                      <a:pt x="305354" y="6866281"/>
                    </a:lnTo>
                    <a:lnTo>
                      <a:pt x="318584" y="6884551"/>
                    </a:lnTo>
                    <a:lnTo>
                      <a:pt x="349004" y="6861781"/>
                    </a:lnTo>
                    <a:lnTo>
                      <a:pt x="418844" y="6826502"/>
                    </a:lnTo>
                    <a:lnTo>
                      <a:pt x="423164" y="6829922"/>
                    </a:lnTo>
                    <a:lnTo>
                      <a:pt x="736453" y="6616265"/>
                    </a:lnTo>
                    <a:lnTo>
                      <a:pt x="834011" y="6755855"/>
                    </a:lnTo>
                    <a:lnTo>
                      <a:pt x="934901" y="6731106"/>
                    </a:lnTo>
                    <a:lnTo>
                      <a:pt x="1050370" y="6740737"/>
                    </a:lnTo>
                    <a:lnTo>
                      <a:pt x="1026880" y="6682867"/>
                    </a:lnTo>
                    <a:lnTo>
                      <a:pt x="1128130" y="6635708"/>
                    </a:lnTo>
                    <a:lnTo>
                      <a:pt x="1155129" y="6693488"/>
                    </a:lnTo>
                    <a:lnTo>
                      <a:pt x="1577948" y="6495402"/>
                    </a:lnTo>
                    <a:lnTo>
                      <a:pt x="1749306" y="6514033"/>
                    </a:lnTo>
                    <a:lnTo>
                      <a:pt x="1777566" y="6524563"/>
                    </a:lnTo>
                    <a:lnTo>
                      <a:pt x="1871704" y="6726972"/>
                    </a:lnTo>
                    <a:lnTo>
                      <a:pt x="1960354" y="6683953"/>
                    </a:lnTo>
                    <a:lnTo>
                      <a:pt x="1795657" y="6350774"/>
                    </a:lnTo>
                    <a:lnTo>
                      <a:pt x="1773158" y="6289575"/>
                    </a:lnTo>
                    <a:lnTo>
                      <a:pt x="1761908" y="6293175"/>
                    </a:lnTo>
                    <a:lnTo>
                      <a:pt x="1551312" y="5896096"/>
                    </a:lnTo>
                    <a:lnTo>
                      <a:pt x="2635450" y="5106539"/>
                    </a:lnTo>
                    <a:lnTo>
                      <a:pt x="2662089" y="5093669"/>
                    </a:lnTo>
                    <a:lnTo>
                      <a:pt x="2677119" y="5120579"/>
                    </a:lnTo>
                    <a:lnTo>
                      <a:pt x="2718069" y="5098530"/>
                    </a:lnTo>
                    <a:lnTo>
                      <a:pt x="2699529" y="5059920"/>
                    </a:lnTo>
                    <a:lnTo>
                      <a:pt x="2654980" y="5005470"/>
                    </a:lnTo>
                    <a:lnTo>
                      <a:pt x="2416751" y="5112027"/>
                    </a:lnTo>
                    <a:lnTo>
                      <a:pt x="1445205" y="5583708"/>
                    </a:lnTo>
                    <a:lnTo>
                      <a:pt x="1411726" y="5515218"/>
                    </a:lnTo>
                    <a:lnTo>
                      <a:pt x="0" y="6382230"/>
                    </a:lnTo>
                    <a:moveTo>
                      <a:pt x="4999027" y="2961330"/>
                    </a:moveTo>
                    <a:lnTo>
                      <a:pt x="3916240" y="3736127"/>
                    </a:lnTo>
                    <a:lnTo>
                      <a:pt x="2139464" y="4989626"/>
                    </a:lnTo>
                    <a:lnTo>
                      <a:pt x="2016614" y="5045245"/>
                    </a:lnTo>
                    <a:lnTo>
                      <a:pt x="1867035" y="5138394"/>
                    </a:lnTo>
                    <a:lnTo>
                      <a:pt x="1505686" y="5311910"/>
                    </a:lnTo>
                    <a:lnTo>
                      <a:pt x="0" y="6226646"/>
                    </a:lnTo>
                    <a:moveTo>
                      <a:pt x="0" y="6382230"/>
                    </a:moveTo>
                    <a:lnTo>
                      <a:pt x="1411726" y="5515218"/>
                    </a:lnTo>
                    <a:lnTo>
                      <a:pt x="1648065" y="5346561"/>
                    </a:lnTo>
                    <a:lnTo>
                      <a:pt x="1863074" y="5238203"/>
                    </a:lnTo>
                    <a:lnTo>
                      <a:pt x="2063503" y="5151175"/>
                    </a:lnTo>
                    <a:lnTo>
                      <a:pt x="2047124" y="5114905"/>
                    </a:lnTo>
                    <a:lnTo>
                      <a:pt x="2486772" y="4944809"/>
                    </a:lnTo>
                    <a:lnTo>
                      <a:pt x="2916070" y="4748973"/>
                    </a:lnTo>
                    <a:lnTo>
                      <a:pt x="3243849" y="4546117"/>
                    </a:lnTo>
                    <a:lnTo>
                      <a:pt x="5595364" y="2752626"/>
                    </a:lnTo>
                    <a:lnTo>
                      <a:pt x="6453963" y="2130556"/>
                    </a:lnTo>
                    <a:lnTo>
                      <a:pt x="6698042" y="1946689"/>
                    </a:lnTo>
                    <a:lnTo>
                      <a:pt x="6876602" y="1796211"/>
                    </a:lnTo>
                    <a:lnTo>
                      <a:pt x="7426501" y="1297439"/>
                    </a:lnTo>
                    <a:lnTo>
                      <a:pt x="7601011" y="1125991"/>
                    </a:lnTo>
                    <a:lnTo>
                      <a:pt x="7815211" y="892444"/>
                    </a:lnTo>
                    <a:lnTo>
                      <a:pt x="8292751" y="444430"/>
                    </a:lnTo>
                    <a:lnTo>
                      <a:pt x="8330551" y="401771"/>
                    </a:lnTo>
                    <a:lnTo>
                      <a:pt x="8358271" y="377741"/>
                    </a:lnTo>
                    <a:lnTo>
                      <a:pt x="8392651" y="360552"/>
                    </a:lnTo>
                    <a:lnTo>
                      <a:pt x="8609280" y="182894"/>
                    </a:lnTo>
                    <a:lnTo>
                      <a:pt x="8612070" y="185504"/>
                    </a:lnTo>
                    <a:lnTo>
                      <a:pt x="8657520" y="155625"/>
                    </a:lnTo>
                    <a:lnTo>
                      <a:pt x="8874876" y="0"/>
                    </a:lnTo>
                    <a:moveTo>
                      <a:pt x="8758770" y="0"/>
                    </a:moveTo>
                    <a:lnTo>
                      <a:pt x="7727373" y="745924"/>
                    </a:lnTo>
                    <a:lnTo>
                      <a:pt x="6544774" y="1808359"/>
                    </a:lnTo>
                    <a:lnTo>
                      <a:pt x="4999027" y="2961330"/>
                    </a:lnTo>
                    <a:lnTo>
                      <a:pt x="4999027" y="2961330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78" name="Контур"/>
              <p:cNvSpPr/>
              <p:nvPr/>
            </p:nvSpPr>
            <p:spPr>
              <a:xfrm>
                <a:off x="427124" y="8449471"/>
                <a:ext cx="287188" cy="210328"/>
              </a:xfrm>
              <a:custGeom>
                <a:avLst/>
                <a:gdLst/>
                <a:ahLst/>
                <a:cxnLst/>
                <a:rect l="l" t="t" r="r" b="b"/>
                <a:pathLst>
                  <a:path w="287188" h="210328" fill="none">
                    <a:moveTo>
                      <a:pt x="0" y="160558"/>
                    </a:moveTo>
                    <a:lnTo>
                      <a:pt x="27540" y="210328"/>
                    </a:lnTo>
                    <a:lnTo>
                      <a:pt x="115109" y="161008"/>
                    </a:lnTo>
                    <a:lnTo>
                      <a:pt x="87570" y="111239"/>
                    </a:lnTo>
                    <a:lnTo>
                      <a:pt x="0" y="160558"/>
                    </a:lnTo>
                    <a:close/>
                    <a:moveTo>
                      <a:pt x="132930" y="26910"/>
                    </a:moveTo>
                    <a:lnTo>
                      <a:pt x="199259" y="110519"/>
                    </a:lnTo>
                    <a:lnTo>
                      <a:pt x="242728" y="165329"/>
                    </a:lnTo>
                    <a:lnTo>
                      <a:pt x="287188" y="132750"/>
                    </a:lnTo>
                    <a:lnTo>
                      <a:pt x="186750" y="6480"/>
                    </a:lnTo>
                    <a:lnTo>
                      <a:pt x="168930" y="0"/>
                    </a:lnTo>
                    <a:lnTo>
                      <a:pt x="143460" y="19080"/>
                    </a:lnTo>
                    <a:lnTo>
                      <a:pt x="132930" y="2691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79" name="Контур"/>
              <p:cNvSpPr/>
              <p:nvPr/>
            </p:nvSpPr>
            <p:spPr>
              <a:xfrm>
                <a:off x="252000" y="6286437"/>
                <a:ext cx="2020306" cy="1524864"/>
              </a:xfrm>
              <a:custGeom>
                <a:avLst/>
                <a:gdLst/>
                <a:ahLst/>
                <a:cxnLst/>
                <a:rect l="l" t="t" r="r" b="b"/>
                <a:pathLst>
                  <a:path w="2020306" h="1524864" fill="none">
                    <a:moveTo>
                      <a:pt x="0" y="1524864"/>
                    </a:moveTo>
                    <a:lnTo>
                      <a:pt x="1472476" y="628103"/>
                    </a:lnTo>
                    <a:lnTo>
                      <a:pt x="1681996" y="420835"/>
                    </a:lnTo>
                    <a:lnTo>
                      <a:pt x="2020306" y="92340"/>
                    </a:lnTo>
                    <a:lnTo>
                      <a:pt x="1957037" y="25290"/>
                    </a:lnTo>
                    <a:lnTo>
                      <a:pt x="1965407" y="17730"/>
                    </a:lnTo>
                    <a:lnTo>
                      <a:pt x="1948667" y="0"/>
                    </a:lnTo>
                    <a:lnTo>
                      <a:pt x="1736357" y="205017"/>
                    </a:lnTo>
                    <a:lnTo>
                      <a:pt x="1692077" y="264687"/>
                    </a:lnTo>
                    <a:lnTo>
                      <a:pt x="1538087" y="413904"/>
                    </a:lnTo>
                    <a:lnTo>
                      <a:pt x="1402458" y="516323"/>
                    </a:lnTo>
                    <a:lnTo>
                      <a:pt x="725930" y="926805"/>
                    </a:lnTo>
                    <a:lnTo>
                      <a:pt x="642680" y="988094"/>
                    </a:lnTo>
                    <a:lnTo>
                      <a:pt x="214731" y="1243870"/>
                    </a:lnTo>
                    <a:lnTo>
                      <a:pt x="0" y="1370917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</p:grpSp>
        <p:sp>
          <p:nvSpPr>
            <p:cNvPr id="81" name="Граница района"/>
            <p:cNvSpPr/>
            <p:nvPr/>
          </p:nvSpPr>
          <p:spPr>
            <a:xfrm>
              <a:off x="252000" y="1584000"/>
              <a:ext cx="8790320" cy="6226254"/>
            </a:xfrm>
            <a:custGeom>
              <a:avLst/>
              <a:gdLst/>
              <a:ahLst/>
              <a:cxnLst/>
              <a:rect l="l" t="t" r="r" b="b"/>
              <a:pathLst>
                <a:path w="8790320" h="6226254" fill="none">
                  <a:moveTo>
                    <a:pt x="8790320" y="0"/>
                  </a:moveTo>
                  <a:lnTo>
                    <a:pt x="8270831" y="390103"/>
                  </a:lnTo>
                  <a:lnTo>
                    <a:pt x="6900457" y="1744054"/>
                  </a:lnTo>
                  <a:lnTo>
                    <a:pt x="5248403" y="2936674"/>
                  </a:lnTo>
                  <a:lnTo>
                    <a:pt x="2776979" y="4745490"/>
                  </a:lnTo>
                  <a:lnTo>
                    <a:pt x="2048221" y="5122920"/>
                  </a:lnTo>
                  <a:lnTo>
                    <a:pt x="0" y="6226254"/>
                  </a:lnTo>
                </a:path>
              </a:pathLst>
            </a:custGeom>
            <a:noFill/>
            <a:ln w="43056" cap="flat">
              <a:solidFill>
                <a:srgbClr val="E30613"/>
              </a:solidFill>
              <a:round/>
            </a:ln>
          </p:spPr>
        </p:sp>
        <p:sp>
          <p:nvSpPr>
            <p:cNvPr id="82" name="Граница территории"/>
            <p:cNvSpPr/>
            <p:nvPr/>
          </p:nvSpPr>
          <p:spPr>
            <a:xfrm>
              <a:off x="4180217" y="5032154"/>
              <a:ext cx="1837620" cy="1603260"/>
            </a:xfrm>
            <a:custGeom>
              <a:avLst/>
              <a:gdLst/>
              <a:ahLst/>
              <a:cxnLst/>
              <a:rect l="l" t="t" r="r" b="b"/>
              <a:pathLst>
                <a:path w="1837620" h="1603260" fill="none">
                  <a:moveTo>
                    <a:pt x="1275660" y="908370"/>
                  </a:moveTo>
                  <a:lnTo>
                    <a:pt x="244260" y="1565190"/>
                  </a:lnTo>
                  <a:lnTo>
                    <a:pt x="227970" y="1603260"/>
                  </a:lnTo>
                  <a:lnTo>
                    <a:pt x="49230" y="1358910"/>
                  </a:lnTo>
                  <a:lnTo>
                    <a:pt x="81810" y="1337310"/>
                  </a:lnTo>
                  <a:lnTo>
                    <a:pt x="59040" y="1302570"/>
                  </a:lnTo>
                  <a:lnTo>
                    <a:pt x="107100" y="1267560"/>
                  </a:lnTo>
                  <a:lnTo>
                    <a:pt x="5670" y="1127430"/>
                  </a:lnTo>
                  <a:lnTo>
                    <a:pt x="91170" y="1065330"/>
                  </a:lnTo>
                  <a:lnTo>
                    <a:pt x="7830" y="951390"/>
                  </a:lnTo>
                  <a:lnTo>
                    <a:pt x="0" y="930960"/>
                  </a:lnTo>
                  <a:lnTo>
                    <a:pt x="93870" y="854280"/>
                  </a:lnTo>
                  <a:lnTo>
                    <a:pt x="318510" y="689310"/>
                  </a:lnTo>
                  <a:lnTo>
                    <a:pt x="1174410" y="76140"/>
                  </a:lnTo>
                  <a:lnTo>
                    <a:pt x="1195740" y="68580"/>
                  </a:lnTo>
                  <a:lnTo>
                    <a:pt x="1570590" y="0"/>
                  </a:lnTo>
                  <a:lnTo>
                    <a:pt x="1697670" y="263070"/>
                  </a:lnTo>
                  <a:lnTo>
                    <a:pt x="1666440" y="312120"/>
                  </a:lnTo>
                  <a:lnTo>
                    <a:pt x="1735290" y="420930"/>
                  </a:lnTo>
                  <a:lnTo>
                    <a:pt x="1776600" y="425070"/>
                  </a:lnTo>
                  <a:lnTo>
                    <a:pt x="1837620" y="551520"/>
                  </a:lnTo>
                  <a:lnTo>
                    <a:pt x="1275660" y="908370"/>
                  </a:lnTo>
                  <a:close/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0000" sp="100000"/>
              </a:custDash>
              <a:round/>
            </a:ln>
          </p:spPr>
        </p:sp>
        <p:grpSp>
          <p:nvGrpSpPr>
            <p:cNvPr id="116" name="Подписи"/>
            <p:cNvGrpSpPr/>
            <p:nvPr/>
          </p:nvGrpSpPr>
          <p:grpSpPr>
            <a:xfrm>
              <a:off x="288506" y="1737172"/>
              <a:ext cx="9957546" cy="7927370"/>
              <a:chOff x="288506" y="1737172"/>
              <a:chExt cx="9957546" cy="7927370"/>
            </a:xfrm>
          </p:grpSpPr>
          <p:sp>
            <p:nvSpPr>
              <p:cNvPr id="83" name="Надпись"/>
              <p:cNvSpPr txBox="1"/>
              <p:nvPr/>
            </p:nvSpPr>
            <p:spPr>
              <a:xfrm>
                <a:off x="4445325" y="4037889"/>
                <a:ext cx="1400143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ст. ж/д Калошино</a:t>
                </a:r>
              </a:p>
            </p:txBody>
          </p:sp>
          <p:sp>
            <p:nvSpPr>
              <p:cNvPr id="84" name="Надпись"/>
              <p:cNvSpPr txBox="1"/>
              <p:nvPr/>
            </p:nvSpPr>
            <p:spPr>
              <a:xfrm rot="19361858">
                <a:off x="6333208" y="5629713"/>
                <a:ext cx="162820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2-й Иртышский пр-д</a:t>
                </a:r>
              </a:p>
            </p:txBody>
          </p:sp>
          <p:sp>
            <p:nvSpPr>
              <p:cNvPr id="85" name="Надпись"/>
              <p:cNvSpPr txBox="1"/>
              <p:nvPr/>
            </p:nvSpPr>
            <p:spPr>
              <a:xfrm rot="3862311">
                <a:off x="6203876" y="6693771"/>
                <a:ext cx="116937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 Тагильская</a:t>
                </a:r>
              </a:p>
            </p:txBody>
          </p:sp>
          <p:sp>
            <p:nvSpPr>
              <p:cNvPr id="86" name="Надпись"/>
              <p:cNvSpPr txBox="1"/>
              <p:nvPr/>
            </p:nvSpPr>
            <p:spPr>
              <a:xfrm rot="19474228">
                <a:off x="2628333" y="6335302"/>
                <a:ext cx="16000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1-й Иртышский пр-д</a:t>
                </a:r>
              </a:p>
            </p:txBody>
          </p:sp>
          <p:sp>
            <p:nvSpPr>
              <p:cNvPr id="87" name="Надпись"/>
              <p:cNvSpPr txBox="1"/>
              <p:nvPr/>
            </p:nvSpPr>
            <p:spPr>
              <a:xfrm rot="3822366">
                <a:off x="2464658" y="9453917"/>
                <a:ext cx="118588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Амурский пер.</a:t>
                </a:r>
              </a:p>
            </p:txBody>
          </p:sp>
          <p:sp>
            <p:nvSpPr>
              <p:cNvPr id="88" name="Надпись"/>
              <p:cNvSpPr txBox="1"/>
              <p:nvPr/>
            </p:nvSpPr>
            <p:spPr>
              <a:xfrm>
                <a:off x="2985877" y="437797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89" name="Надпись"/>
              <p:cNvSpPr txBox="1"/>
              <p:nvPr/>
            </p:nvSpPr>
            <p:spPr>
              <a:xfrm>
                <a:off x="2294648" y="4542136"/>
                <a:ext cx="166789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«Квартал Метроном»</a:t>
                </a:r>
              </a:p>
            </p:txBody>
          </p:sp>
          <p:sp>
            <p:nvSpPr>
              <p:cNvPr id="90" name="Надпись"/>
              <p:cNvSpPr txBox="1"/>
              <p:nvPr/>
            </p:nvSpPr>
            <p:spPr>
              <a:xfrm>
                <a:off x="2046050" y="2974692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91" name="Надпись"/>
              <p:cNvSpPr txBox="1"/>
              <p:nvPr/>
            </p:nvSpPr>
            <p:spPr>
              <a:xfrm>
                <a:off x="1439189" y="3138852"/>
                <a:ext cx="149916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«Сиреневый парк»</a:t>
                </a:r>
              </a:p>
            </p:txBody>
          </p:sp>
          <p:sp>
            <p:nvSpPr>
              <p:cNvPr id="92" name="Надпись"/>
              <p:cNvSpPr txBox="1"/>
              <p:nvPr/>
            </p:nvSpPr>
            <p:spPr>
              <a:xfrm>
                <a:off x="9403972" y="4863933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93" name="Надпись"/>
              <p:cNvSpPr txBox="1"/>
              <p:nvPr/>
            </p:nvSpPr>
            <p:spPr>
              <a:xfrm>
                <a:off x="8847332" y="5028093"/>
                <a:ext cx="139872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«2-й Иртышский»</a:t>
                </a:r>
              </a:p>
            </p:txBody>
          </p:sp>
          <p:sp>
            <p:nvSpPr>
              <p:cNvPr id="94" name="Надпись"/>
              <p:cNvSpPr txBox="1"/>
              <p:nvPr/>
            </p:nvSpPr>
            <p:spPr>
              <a:xfrm>
                <a:off x="5832834" y="9294998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95" name="Надпись"/>
              <p:cNvSpPr txBox="1"/>
              <p:nvPr/>
            </p:nvSpPr>
            <p:spPr>
              <a:xfrm>
                <a:off x="5280961" y="9459158"/>
                <a:ext cx="138918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«Level Амурская»</a:t>
                </a:r>
              </a:p>
            </p:txBody>
          </p:sp>
          <p:sp>
            <p:nvSpPr>
              <p:cNvPr id="96" name="Надпись"/>
              <p:cNvSpPr txBox="1"/>
              <p:nvPr/>
            </p:nvSpPr>
            <p:spPr>
              <a:xfrm>
                <a:off x="5144947" y="240851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97" name="Надпись"/>
              <p:cNvSpPr txBox="1"/>
              <p:nvPr/>
            </p:nvSpPr>
            <p:spPr>
              <a:xfrm>
                <a:off x="4582546" y="2572676"/>
                <a:ext cx="141024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«Открытый парк»</a:t>
                </a:r>
              </a:p>
            </p:txBody>
          </p:sp>
          <p:sp>
            <p:nvSpPr>
              <p:cNvPr id="98" name="Надпись"/>
              <p:cNvSpPr txBox="1"/>
              <p:nvPr/>
            </p:nvSpPr>
            <p:spPr>
              <a:xfrm>
                <a:off x="7565798" y="2499465"/>
                <a:ext cx="124307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Объединённый</a:t>
                </a:r>
              </a:p>
            </p:txBody>
          </p:sp>
          <p:sp>
            <p:nvSpPr>
              <p:cNvPr id="99" name="Надпись"/>
              <p:cNvSpPr txBox="1"/>
              <p:nvPr/>
            </p:nvSpPr>
            <p:spPr>
              <a:xfrm>
                <a:off x="7944455" y="2663625"/>
                <a:ext cx="48576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архив</a:t>
                </a:r>
              </a:p>
            </p:txBody>
          </p:sp>
          <p:sp>
            <p:nvSpPr>
              <p:cNvPr id="100" name="Надпись"/>
              <p:cNvSpPr txBox="1"/>
              <p:nvPr/>
            </p:nvSpPr>
            <p:spPr>
              <a:xfrm>
                <a:off x="5114333" y="6365088"/>
                <a:ext cx="673986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НИКИЭТ</a:t>
                </a:r>
              </a:p>
            </p:txBody>
          </p:sp>
          <p:sp>
            <p:nvSpPr>
              <p:cNvPr id="101" name="Надпись"/>
              <p:cNvSpPr txBox="1"/>
              <p:nvPr/>
            </p:nvSpPr>
            <p:spPr>
              <a:xfrm>
                <a:off x="6876008" y="2286886"/>
                <a:ext cx="108856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«Эврика»</a:t>
                </a:r>
              </a:p>
            </p:txBody>
          </p:sp>
          <p:sp>
            <p:nvSpPr>
              <p:cNvPr id="102" name="Надпись"/>
              <p:cNvSpPr txBox="1"/>
              <p:nvPr/>
            </p:nvSpPr>
            <p:spPr>
              <a:xfrm>
                <a:off x="6304468" y="8718816"/>
                <a:ext cx="6482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Димари</a:t>
                </a:r>
              </a:p>
            </p:txBody>
          </p:sp>
          <p:sp>
            <p:nvSpPr>
              <p:cNvPr id="103" name="Надпись"/>
              <p:cNvSpPr txBox="1"/>
              <p:nvPr/>
            </p:nvSpPr>
            <p:spPr>
              <a:xfrm>
                <a:off x="1484670" y="2605620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04" name="Надпись"/>
              <p:cNvSpPr txBox="1"/>
              <p:nvPr/>
            </p:nvSpPr>
            <p:spPr>
              <a:xfrm>
                <a:off x="877809" y="2769780"/>
                <a:ext cx="149916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«Сиреневый парк»</a:t>
                </a:r>
              </a:p>
            </p:txBody>
          </p:sp>
          <p:sp>
            <p:nvSpPr>
              <p:cNvPr id="105" name="Надпись"/>
              <p:cNvSpPr txBox="1"/>
              <p:nvPr/>
            </p:nvSpPr>
            <p:spPr>
              <a:xfrm>
                <a:off x="5641453" y="2814380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Строитель-4</a:t>
                </a:r>
              </a:p>
            </p:txBody>
          </p:sp>
          <p:sp>
            <p:nvSpPr>
              <p:cNvPr id="106" name="Надпись"/>
              <p:cNvSpPr txBox="1"/>
              <p:nvPr/>
            </p:nvSpPr>
            <p:spPr>
              <a:xfrm>
                <a:off x="5407180" y="3579364"/>
                <a:ext cx="1054706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«Статор»</a:t>
                </a:r>
              </a:p>
            </p:txBody>
          </p:sp>
          <p:sp>
            <p:nvSpPr>
              <p:cNvPr id="107" name="Надпись"/>
              <p:cNvSpPr txBox="1"/>
              <p:nvPr/>
            </p:nvSpPr>
            <p:spPr>
              <a:xfrm>
                <a:off x="4351346" y="4598472"/>
                <a:ext cx="572262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Гранит</a:t>
                </a:r>
              </a:p>
            </p:txBody>
          </p:sp>
          <p:sp>
            <p:nvSpPr>
              <p:cNvPr id="108" name="Надпись"/>
              <p:cNvSpPr txBox="1"/>
              <p:nvPr/>
            </p:nvSpPr>
            <p:spPr>
              <a:xfrm>
                <a:off x="3830604" y="9497783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Детский сад</a:t>
                </a:r>
              </a:p>
            </p:txBody>
          </p:sp>
          <p:sp>
            <p:nvSpPr>
              <p:cNvPr id="109" name="Надпись"/>
              <p:cNvSpPr txBox="1"/>
              <p:nvPr/>
            </p:nvSpPr>
            <p:spPr>
              <a:xfrm>
                <a:off x="1194636" y="3344592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10" name="Надпись"/>
              <p:cNvSpPr txBox="1"/>
              <p:nvPr/>
            </p:nvSpPr>
            <p:spPr>
              <a:xfrm>
                <a:off x="288506" y="3508752"/>
                <a:ext cx="2097702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«Лосиноостровский парк»</a:t>
                </a:r>
              </a:p>
            </p:txBody>
          </p:sp>
          <p:sp>
            <p:nvSpPr>
              <p:cNvPr id="111" name="Надпись"/>
              <p:cNvSpPr txBox="1"/>
              <p:nvPr/>
            </p:nvSpPr>
            <p:spPr>
              <a:xfrm>
                <a:off x="7852117" y="1737172"/>
                <a:ext cx="119768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«Иртыш 2»</a:t>
                </a:r>
              </a:p>
            </p:txBody>
          </p:sp>
          <p:sp>
            <p:nvSpPr>
              <p:cNvPr id="112" name="Значок"/>
              <p:cNvSpPr/>
              <p:nvPr/>
            </p:nvSpPr>
            <p:spPr>
              <a:xfrm>
                <a:off x="4847432" y="5751792"/>
                <a:ext cx="187488" cy="187488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F3FBF"/>
                </a:solidFill>
                <a:round/>
              </a:ln>
            </p:spPr>
          </p:sp>
          <p:sp>
            <p:nvSpPr>
              <p:cNvPr id="113" name="Надпись"/>
              <p:cNvSpPr txBox="1"/>
              <p:nvPr/>
            </p:nvSpPr>
            <p:spPr>
              <a:xfrm>
                <a:off x="4895236" y="5752095"/>
                <a:ext cx="91881" cy="18431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190" b="1" dirty="0">
                    <a:solidFill>
                      <a:srgbClr val="1F3FBF"/>
                    </a:solidFill>
                    <a:latin typeface="Montserrat"/>
                    <a:cs typeface="Montserrat"/>
                  </a:rPr>
                  <a:t>1</a:t>
                </a:r>
              </a:p>
            </p:txBody>
          </p:sp>
          <p:sp>
            <p:nvSpPr>
              <p:cNvPr id="114" name="Значок"/>
              <p:cNvSpPr/>
              <p:nvPr/>
            </p:nvSpPr>
            <p:spPr>
              <a:xfrm>
                <a:off x="5418868" y="5335165"/>
                <a:ext cx="187488" cy="187488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F3FBF"/>
                </a:solidFill>
                <a:round/>
              </a:ln>
            </p:spPr>
          </p:sp>
          <p:sp>
            <p:nvSpPr>
              <p:cNvPr id="115" name="Надпись"/>
              <p:cNvSpPr txBox="1"/>
              <p:nvPr/>
            </p:nvSpPr>
            <p:spPr>
              <a:xfrm>
                <a:off x="5451104" y="5335468"/>
                <a:ext cx="123016" cy="18431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190" b="1" dirty="0">
                    <a:solidFill>
                      <a:srgbClr val="1F3FBF"/>
                    </a:solidFill>
                    <a:latin typeface="Montserrat"/>
                    <a:cs typeface="Montserrat"/>
                  </a:rPr>
                  <a:t>2</a:t>
                </a:r>
              </a:p>
            </p:txBody>
          </p:sp>
        </p:grpSp>
      </p:grpSp>
      <p:grpSp>
        <p:nvGrpSpPr>
          <p:cNvPr id="188" name="Легенда"/>
          <p:cNvGrpSpPr/>
          <p:nvPr/>
        </p:nvGrpSpPr>
        <p:grpSpPr>
          <a:xfrm>
            <a:off x="10532378" y="1588999"/>
            <a:ext cx="4335622" cy="6794169"/>
            <a:chOff x="10532378" y="1588999"/>
            <a:chExt cx="4335622" cy="6794169"/>
          </a:xfrm>
        </p:grpSpPr>
        <p:sp>
          <p:nvSpPr>
            <p:cNvPr id="118" name="Надпись"/>
            <p:cNvSpPr txBox="1"/>
            <p:nvPr/>
          </p:nvSpPr>
          <p:spPr>
            <a:xfrm>
              <a:off x="10532378" y="1588999"/>
              <a:ext cx="2124977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Условные обозначения</a:t>
              </a:r>
            </a:p>
          </p:txBody>
        </p:sp>
        <p:sp>
          <p:nvSpPr>
            <p:cNvPr id="119" name="Надпись"/>
            <p:cNvSpPr txBox="1"/>
            <p:nvPr/>
          </p:nvSpPr>
          <p:spPr>
            <a:xfrm>
              <a:off x="10535299" y="1905276"/>
              <a:ext cx="64265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Границы</a:t>
              </a:r>
            </a:p>
          </p:txBody>
        </p:sp>
        <p:sp>
          <p:nvSpPr>
            <p:cNvPr id="121" name="Контур"/>
            <p:cNvSpPr/>
            <p:nvPr/>
          </p:nvSpPr>
          <p:spPr>
            <a:xfrm>
              <a:off x="10548000" y="2215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8333" sp="108333"/>
              </a:custDash>
              <a:miter lim="1000000"/>
            </a:ln>
          </p:spPr>
        </p:sp>
        <p:sp>
          <p:nvSpPr>
            <p:cNvPr id="120" name="Надпись"/>
            <p:cNvSpPr txBox="1"/>
            <p:nvPr/>
          </p:nvSpPr>
          <p:spPr>
            <a:xfrm>
              <a:off x="11093299" y="2139276"/>
              <a:ext cx="268169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разрабатываемой территории (1,66 га)</a:t>
              </a:r>
            </a:p>
          </p:txBody>
        </p:sp>
        <p:sp>
          <p:nvSpPr>
            <p:cNvPr id="123" name="Контур"/>
            <p:cNvSpPr/>
            <p:nvPr/>
          </p:nvSpPr>
          <p:spPr>
            <a:xfrm>
              <a:off x="10548000" y="2449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43200" cap="flat">
              <a:solidFill>
                <a:srgbClr val="E30613"/>
              </a:solidFill>
              <a:miter lim="1000000"/>
            </a:ln>
          </p:spPr>
        </p:sp>
        <p:sp>
          <p:nvSpPr>
            <p:cNvPr id="122" name="Надпись"/>
            <p:cNvSpPr txBox="1"/>
            <p:nvPr/>
          </p:nvSpPr>
          <p:spPr>
            <a:xfrm>
              <a:off x="11093299" y="2373276"/>
              <a:ext cx="53407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района</a:t>
              </a:r>
            </a:p>
          </p:txBody>
        </p:sp>
        <p:sp>
          <p:nvSpPr>
            <p:cNvPr id="125" name="Контур"/>
            <p:cNvSpPr/>
            <p:nvPr/>
          </p:nvSpPr>
          <p:spPr>
            <a:xfrm>
              <a:off x="10548000" y="2683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2600" cap="flat">
              <a:solidFill>
                <a:srgbClr val="C9C9FF"/>
              </a:solidFill>
              <a:miter lim="1000000"/>
            </a:ln>
          </p:spPr>
        </p:sp>
        <p:sp>
          <p:nvSpPr>
            <p:cNvPr id="124" name="Надпись"/>
            <p:cNvSpPr txBox="1"/>
            <p:nvPr/>
          </p:nvSpPr>
          <p:spPr>
            <a:xfrm>
              <a:off x="11093299" y="2607276"/>
              <a:ext cx="353591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земельных участков вне границ разрабатываемой</a:t>
              </a:r>
            </a:p>
          </p:txBody>
        </p:sp>
        <p:sp>
          <p:nvSpPr>
            <p:cNvPr id="126" name="Надпись"/>
            <p:cNvSpPr txBox="1"/>
            <p:nvPr/>
          </p:nvSpPr>
          <p:spPr>
            <a:xfrm>
              <a:off x="11093299" y="2758476"/>
              <a:ext cx="337687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территории, поставленных на кадастровый учёт</a:t>
              </a:r>
            </a:p>
          </p:txBody>
        </p:sp>
        <p:sp>
          <p:nvSpPr>
            <p:cNvPr id="128" name="Контур"/>
            <p:cNvSpPr/>
            <p:nvPr/>
          </p:nvSpPr>
          <p:spPr>
            <a:xfrm>
              <a:off x="10548000" y="30686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2600" cap="flat">
              <a:solidFill>
                <a:srgbClr val="0000FF"/>
              </a:solidFill>
              <a:miter lim="1000000"/>
            </a:ln>
          </p:spPr>
        </p:sp>
        <p:sp>
          <p:nvSpPr>
            <p:cNvPr id="127" name="Надпись"/>
            <p:cNvSpPr txBox="1"/>
            <p:nvPr/>
          </p:nvSpPr>
          <p:spPr>
            <a:xfrm>
              <a:off x="11093299" y="2992476"/>
              <a:ext cx="351160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земельных участков в границах разрабатываемой</a:t>
              </a:r>
            </a:p>
          </p:txBody>
        </p:sp>
        <p:sp>
          <p:nvSpPr>
            <p:cNvPr id="129" name="Надпись"/>
            <p:cNvSpPr txBox="1"/>
            <p:nvPr/>
          </p:nvSpPr>
          <p:spPr>
            <a:xfrm>
              <a:off x="11093299" y="3143676"/>
              <a:ext cx="337687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территории, поставленных на кадастровый учёт</a:t>
              </a:r>
            </a:p>
          </p:txBody>
        </p:sp>
        <p:sp>
          <p:nvSpPr>
            <p:cNvPr id="131" name="Контур"/>
            <p:cNvSpPr/>
            <p:nvPr/>
          </p:nvSpPr>
          <p:spPr>
            <a:xfrm>
              <a:off x="10576800" y="3453820"/>
              <a:ext cx="295200" cy="1"/>
            </a:xfrm>
            <a:custGeom>
              <a:avLst/>
              <a:gdLst/>
              <a:ahLst/>
              <a:cxnLst/>
              <a:rect l="l" t="t" r="r" b="b"/>
              <a:pathLst>
                <a:path w="295200" h="1" fill="none">
                  <a:moveTo>
                    <a:pt x="0" y="0"/>
                  </a:moveTo>
                  <a:lnTo>
                    <a:pt x="295200" y="0"/>
                  </a:lnTo>
                </a:path>
              </a:pathLst>
            </a:custGeom>
            <a:noFill/>
            <a:ln w="14400" cap="flat">
              <a:solidFill>
                <a:srgbClr val="1F3FBF"/>
              </a:solidFill>
              <a:miter lim="1000000"/>
            </a:ln>
          </p:spPr>
        </p:sp>
        <p:sp>
          <p:nvSpPr>
            <p:cNvPr id="130" name="Значок"/>
            <p:cNvSpPr/>
            <p:nvPr/>
          </p:nvSpPr>
          <p:spPr>
            <a:xfrm>
              <a:off x="10555200" y="3432220"/>
              <a:ext cx="43200" cy="43200"/>
            </a:xfrm>
            <a:prstGeom prst="ellipse">
              <a:avLst/>
            </a:prstGeom>
            <a:solidFill>
              <a:srgbClr val="1F3FBF"/>
            </a:solidFill>
            <a:ln w="7200" cap="flat">
              <a:solidFill>
                <a:srgbClr val="FFFFFF"/>
              </a:solidFill>
              <a:round/>
            </a:ln>
          </p:spPr>
        </p:sp>
        <p:sp>
          <p:nvSpPr>
            <p:cNvPr id="132" name="Значок"/>
            <p:cNvSpPr/>
            <p:nvPr/>
          </p:nvSpPr>
          <p:spPr>
            <a:xfrm>
              <a:off x="10872000" y="3385420"/>
              <a:ext cx="136800" cy="136800"/>
            </a:xfrm>
            <a:prstGeom prst="ellipse">
              <a:avLst/>
            </a:prstGeom>
            <a:solidFill>
              <a:srgbClr val="FFFFFF"/>
            </a:solidFill>
            <a:ln w="14400" cap="flat">
              <a:solidFill>
                <a:srgbClr val="1F3FBF"/>
              </a:solidFill>
              <a:round/>
            </a:ln>
          </p:spPr>
        </p:sp>
        <p:sp>
          <p:nvSpPr>
            <p:cNvPr id="133" name="Надпись"/>
            <p:cNvSpPr txBox="1"/>
            <p:nvPr/>
          </p:nvSpPr>
          <p:spPr>
            <a:xfrm>
              <a:off x="10913387" y="3401959"/>
              <a:ext cx="54026" cy="10837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0" b="1" dirty="0">
                  <a:solidFill>
                    <a:srgbClr val="1F3FBF"/>
                  </a:solidFill>
                  <a:latin typeface="Montserrat"/>
                  <a:cs typeface="Montserrat"/>
                </a:rPr>
                <a:t>1</a:t>
              </a:r>
            </a:p>
          </p:txBody>
        </p:sp>
        <p:sp>
          <p:nvSpPr>
            <p:cNvPr id="134" name="Надпись"/>
            <p:cNvSpPr txBox="1"/>
            <p:nvPr/>
          </p:nvSpPr>
          <p:spPr>
            <a:xfrm>
              <a:off x="11093299" y="3377676"/>
              <a:ext cx="350302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порядковый номер земельного участка в таблице</a:t>
              </a:r>
            </a:p>
          </p:txBody>
        </p:sp>
        <p:sp>
          <p:nvSpPr>
            <p:cNvPr id="135" name="Надпись"/>
            <p:cNvSpPr txBox="1"/>
            <p:nvPr/>
          </p:nvSpPr>
          <p:spPr>
            <a:xfrm>
              <a:off x="10532378" y="3763399"/>
              <a:ext cx="3941864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Сведения о земельных участках в границах</a:t>
              </a:r>
            </a:p>
          </p:txBody>
        </p:sp>
        <p:sp>
          <p:nvSpPr>
            <p:cNvPr id="136" name="Надпись"/>
            <p:cNvSpPr txBox="1"/>
            <p:nvPr/>
          </p:nvSpPr>
          <p:spPr>
            <a:xfrm>
              <a:off x="10532378" y="3943399"/>
              <a:ext cx="2750806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разрабатываемой территории</a:t>
              </a:r>
            </a:p>
          </p:txBody>
        </p:sp>
        <p:sp>
          <p:nvSpPr>
            <p:cNvPr id="137" name="Контур"/>
            <p:cNvSpPr/>
            <p:nvPr/>
          </p:nvSpPr>
          <p:spPr>
            <a:xfrm>
              <a:off x="10548000" y="4274620"/>
              <a:ext cx="4320000" cy="349920"/>
            </a:xfrm>
            <a:custGeom>
              <a:avLst/>
              <a:gdLst/>
              <a:ahLst/>
              <a:cxnLst/>
              <a:rect l="l" t="t" r="r" b="b"/>
              <a:pathLst>
                <a:path w="4320000" h="349920">
                  <a:moveTo>
                    <a:pt x="0" y="0"/>
                  </a:moveTo>
                  <a:lnTo>
                    <a:pt x="4320000" y="0"/>
                  </a:lnTo>
                  <a:lnTo>
                    <a:pt x="4320000" y="349920"/>
                  </a:lnTo>
                  <a:lnTo>
                    <a:pt x="0" y="34992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</p:sp>
        <p:sp>
          <p:nvSpPr>
            <p:cNvPr id="138" name="Надпись"/>
            <p:cNvSpPr txBox="1"/>
            <p:nvPr/>
          </p:nvSpPr>
          <p:spPr>
            <a:xfrm>
              <a:off x="10573912" y="4372030"/>
              <a:ext cx="148922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b="1" dirty="0">
                  <a:solidFill>
                    <a:srgbClr val="231F20"/>
                  </a:solidFill>
                  <a:latin typeface="Montserrat"/>
                  <a:cs typeface="Montserrat"/>
                </a:rPr>
                <a:t>№</a:t>
              </a:r>
            </a:p>
          </p:txBody>
        </p:sp>
        <p:sp>
          <p:nvSpPr>
            <p:cNvPr id="139" name="Надпись"/>
            <p:cNvSpPr txBox="1"/>
            <p:nvPr/>
          </p:nvSpPr>
          <p:spPr>
            <a:xfrm>
              <a:off x="10833091" y="4311550"/>
              <a:ext cx="792774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b="1" dirty="0">
                  <a:solidFill>
                    <a:srgbClr val="231F20"/>
                  </a:solidFill>
                  <a:latin typeface="Montserrat"/>
                  <a:cs typeface="Montserrat"/>
                </a:rPr>
                <a:t>Кадастровый</a:t>
              </a:r>
            </a:p>
          </p:txBody>
        </p:sp>
        <p:sp>
          <p:nvSpPr>
            <p:cNvPr id="140" name="Надпись"/>
            <p:cNvSpPr txBox="1"/>
            <p:nvPr/>
          </p:nvSpPr>
          <p:spPr>
            <a:xfrm>
              <a:off x="11034393" y="4432510"/>
              <a:ext cx="390169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b="1" dirty="0">
                  <a:solidFill>
                    <a:srgbClr val="231F20"/>
                  </a:solidFill>
                  <a:latin typeface="Montserrat"/>
                  <a:cs typeface="Montserrat"/>
                </a:rPr>
                <a:t>номер</a:t>
              </a:r>
            </a:p>
          </p:txBody>
        </p:sp>
        <p:sp>
          <p:nvSpPr>
            <p:cNvPr id="141" name="Надпись"/>
            <p:cNvSpPr txBox="1"/>
            <p:nvPr/>
          </p:nvSpPr>
          <p:spPr>
            <a:xfrm>
              <a:off x="11722482" y="4372030"/>
              <a:ext cx="725779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b="1" dirty="0">
                  <a:solidFill>
                    <a:srgbClr val="231F20"/>
                  </a:solidFill>
                  <a:latin typeface="Montserrat"/>
                  <a:cs typeface="Montserrat"/>
                </a:rPr>
                <a:t>Площадь, га</a:t>
              </a:r>
            </a:p>
          </p:txBody>
        </p:sp>
        <p:sp>
          <p:nvSpPr>
            <p:cNvPr id="142" name="Надпись"/>
            <p:cNvSpPr txBox="1"/>
            <p:nvPr/>
          </p:nvSpPr>
          <p:spPr>
            <a:xfrm>
              <a:off x="12633676" y="4311550"/>
              <a:ext cx="1125636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b="1" dirty="0">
                  <a:solidFill>
                    <a:srgbClr val="231F20"/>
                  </a:solidFill>
                  <a:latin typeface="Montserrat"/>
                  <a:cs typeface="Montserrat"/>
                </a:rPr>
                <a:t>Вид разрешённого</a:t>
              </a:r>
            </a:p>
          </p:txBody>
        </p:sp>
        <p:sp>
          <p:nvSpPr>
            <p:cNvPr id="143" name="Надпись"/>
            <p:cNvSpPr txBox="1"/>
            <p:nvPr/>
          </p:nvSpPr>
          <p:spPr>
            <a:xfrm>
              <a:off x="12743256" y="4432510"/>
              <a:ext cx="906475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b="1" dirty="0">
                  <a:solidFill>
                    <a:srgbClr val="231F20"/>
                  </a:solidFill>
                  <a:latin typeface="Montserrat"/>
                  <a:cs typeface="Montserrat"/>
                </a:rPr>
                <a:t>использования</a:t>
              </a:r>
            </a:p>
          </p:txBody>
        </p:sp>
        <p:sp>
          <p:nvSpPr>
            <p:cNvPr id="144" name="Надпись"/>
            <p:cNvSpPr txBox="1"/>
            <p:nvPr/>
          </p:nvSpPr>
          <p:spPr>
            <a:xfrm>
              <a:off x="14193678" y="4311550"/>
              <a:ext cx="413099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b="1" dirty="0">
                  <a:solidFill>
                    <a:srgbClr val="231F20"/>
                  </a:solidFill>
                  <a:latin typeface="Montserrat"/>
                  <a:cs typeface="Montserrat"/>
                </a:rPr>
                <a:t>Форма</a:t>
              </a:r>
            </a:p>
          </p:txBody>
        </p:sp>
        <p:sp>
          <p:nvSpPr>
            <p:cNvPr id="145" name="Надпись"/>
            <p:cNvSpPr txBox="1"/>
            <p:nvPr/>
          </p:nvSpPr>
          <p:spPr>
            <a:xfrm>
              <a:off x="13957346" y="4432510"/>
              <a:ext cx="885764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b="1" dirty="0">
                  <a:solidFill>
                    <a:srgbClr val="231F20"/>
                  </a:solidFill>
                  <a:latin typeface="Montserrat"/>
                  <a:cs typeface="Montserrat"/>
                </a:rPr>
                <a:t>собственности</a:t>
              </a:r>
            </a:p>
          </p:txBody>
        </p:sp>
        <p:sp>
          <p:nvSpPr>
            <p:cNvPr id="146" name="Надпись"/>
            <p:cNvSpPr txBox="1"/>
            <p:nvPr/>
          </p:nvSpPr>
          <p:spPr>
            <a:xfrm>
              <a:off x="10619139" y="5526190"/>
              <a:ext cx="58468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1</a:t>
              </a:r>
            </a:p>
          </p:txBody>
        </p:sp>
        <p:sp>
          <p:nvSpPr>
            <p:cNvPr id="147" name="Надпись"/>
            <p:cNvSpPr txBox="1"/>
            <p:nvPr/>
          </p:nvSpPr>
          <p:spPr>
            <a:xfrm>
              <a:off x="10759068" y="5526190"/>
              <a:ext cx="940818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77:03:0002007:85</a:t>
              </a:r>
            </a:p>
          </p:txBody>
        </p:sp>
        <p:sp>
          <p:nvSpPr>
            <p:cNvPr id="148" name="Надпись"/>
            <p:cNvSpPr txBox="1"/>
            <p:nvPr/>
          </p:nvSpPr>
          <p:spPr>
            <a:xfrm>
              <a:off x="11915172" y="5526190"/>
              <a:ext cx="340398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1,0203</a:t>
              </a:r>
            </a:p>
          </p:txBody>
        </p:sp>
        <p:sp>
          <p:nvSpPr>
            <p:cNvPr id="149" name="Надпись"/>
            <p:cNvSpPr txBox="1"/>
            <p:nvPr/>
          </p:nvSpPr>
          <p:spPr>
            <a:xfrm>
              <a:off x="12495723" y="4679470"/>
              <a:ext cx="1401542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Эксплуатация складской</a:t>
              </a:r>
            </a:p>
          </p:txBody>
        </p:sp>
        <p:sp>
          <p:nvSpPr>
            <p:cNvPr id="150" name="Надпись"/>
            <p:cNvSpPr txBox="1"/>
            <p:nvPr/>
          </p:nvSpPr>
          <p:spPr>
            <a:xfrm>
              <a:off x="12479027" y="4800430"/>
              <a:ext cx="1434934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базы; земельные участки,</a:t>
              </a:r>
            </a:p>
          </p:txBody>
        </p:sp>
        <p:sp>
          <p:nvSpPr>
            <p:cNvPr id="151" name="Надпись"/>
            <p:cNvSpPr txBox="1"/>
            <p:nvPr/>
          </p:nvSpPr>
          <p:spPr>
            <a:xfrm>
              <a:off x="12676525" y="4921390"/>
              <a:ext cx="1039937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предназначенные</a:t>
              </a:r>
            </a:p>
          </p:txBody>
        </p:sp>
        <p:sp>
          <p:nvSpPr>
            <p:cNvPr id="152" name="Надпись"/>
            <p:cNvSpPr txBox="1"/>
            <p:nvPr/>
          </p:nvSpPr>
          <p:spPr>
            <a:xfrm>
              <a:off x="12717261" y="5042350"/>
              <a:ext cx="958465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для размещения</a:t>
              </a:r>
            </a:p>
          </p:txBody>
        </p:sp>
        <p:sp>
          <p:nvSpPr>
            <p:cNvPr id="153" name="Надпись"/>
            <p:cNvSpPr txBox="1"/>
            <p:nvPr/>
          </p:nvSpPr>
          <p:spPr>
            <a:xfrm>
              <a:off x="12656078" y="5163310"/>
              <a:ext cx="1080832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производственных</a:t>
              </a:r>
            </a:p>
          </p:txBody>
        </p:sp>
        <p:sp>
          <p:nvSpPr>
            <p:cNvPr id="154" name="Надпись"/>
            <p:cNvSpPr txBox="1"/>
            <p:nvPr/>
          </p:nvSpPr>
          <p:spPr>
            <a:xfrm>
              <a:off x="12600654" y="5284270"/>
              <a:ext cx="1191681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и административных</a:t>
              </a:r>
            </a:p>
          </p:txBody>
        </p:sp>
        <p:sp>
          <p:nvSpPr>
            <p:cNvPr id="155" name="Надпись"/>
            <p:cNvSpPr txBox="1"/>
            <p:nvPr/>
          </p:nvSpPr>
          <p:spPr>
            <a:xfrm>
              <a:off x="12682707" y="5405230"/>
              <a:ext cx="1027574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зданий, строений,</a:t>
              </a:r>
            </a:p>
          </p:txBody>
        </p:sp>
        <p:sp>
          <p:nvSpPr>
            <p:cNvPr id="156" name="Надпись"/>
            <p:cNvSpPr txBox="1"/>
            <p:nvPr/>
          </p:nvSpPr>
          <p:spPr>
            <a:xfrm>
              <a:off x="12838994" y="5526190"/>
              <a:ext cx="715000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сооружений</a:t>
              </a:r>
            </a:p>
          </p:txBody>
        </p:sp>
        <p:sp>
          <p:nvSpPr>
            <p:cNvPr id="157" name="Надпись"/>
            <p:cNvSpPr txBox="1"/>
            <p:nvPr/>
          </p:nvSpPr>
          <p:spPr>
            <a:xfrm>
              <a:off x="12675310" y="5647150"/>
              <a:ext cx="1042368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промышленности,</a:t>
              </a:r>
            </a:p>
          </p:txBody>
        </p:sp>
        <p:sp>
          <p:nvSpPr>
            <p:cNvPr id="158" name="Надпись"/>
            <p:cNvSpPr txBox="1"/>
            <p:nvPr/>
          </p:nvSpPr>
          <p:spPr>
            <a:xfrm>
              <a:off x="12751499" y="5768110"/>
              <a:ext cx="889991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коммунального</a:t>
              </a:r>
            </a:p>
          </p:txBody>
        </p:sp>
        <p:sp>
          <p:nvSpPr>
            <p:cNvPr id="159" name="Надпись"/>
            <p:cNvSpPr txBox="1"/>
            <p:nvPr/>
          </p:nvSpPr>
          <p:spPr>
            <a:xfrm>
              <a:off x="12499474" y="5889070"/>
              <a:ext cx="1394040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хозяйства, материально-</a:t>
              </a:r>
            </a:p>
          </p:txBody>
        </p:sp>
        <p:sp>
          <p:nvSpPr>
            <p:cNvPr id="160" name="Надпись"/>
            <p:cNvSpPr txBox="1"/>
            <p:nvPr/>
          </p:nvSpPr>
          <p:spPr>
            <a:xfrm>
              <a:off x="12800635" y="6010030"/>
              <a:ext cx="791717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технического,</a:t>
              </a:r>
            </a:p>
          </p:txBody>
        </p:sp>
        <p:sp>
          <p:nvSpPr>
            <p:cNvPr id="161" name="Надпись"/>
            <p:cNvSpPr txBox="1"/>
            <p:nvPr/>
          </p:nvSpPr>
          <p:spPr>
            <a:xfrm>
              <a:off x="12600865" y="6130990"/>
              <a:ext cx="1191258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продовольственного</a:t>
              </a:r>
            </a:p>
          </p:txBody>
        </p:sp>
        <p:sp>
          <p:nvSpPr>
            <p:cNvPr id="162" name="Надпись"/>
            <p:cNvSpPr txBox="1"/>
            <p:nvPr/>
          </p:nvSpPr>
          <p:spPr>
            <a:xfrm>
              <a:off x="12688096" y="6251950"/>
              <a:ext cx="1016796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снабжения, сбыта</a:t>
              </a:r>
            </a:p>
          </p:txBody>
        </p:sp>
        <p:sp>
          <p:nvSpPr>
            <p:cNvPr id="163" name="Надпись"/>
            <p:cNvSpPr txBox="1"/>
            <p:nvPr/>
          </p:nvSpPr>
          <p:spPr>
            <a:xfrm>
              <a:off x="12863404" y="6372910"/>
              <a:ext cx="666180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и заготовок</a:t>
              </a:r>
            </a:p>
          </p:txBody>
        </p:sp>
        <p:sp>
          <p:nvSpPr>
            <p:cNvPr id="164" name="Надпись"/>
            <p:cNvSpPr txBox="1"/>
            <p:nvPr/>
          </p:nvSpPr>
          <p:spPr>
            <a:xfrm>
              <a:off x="14180997" y="5405230"/>
              <a:ext cx="438460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Аренда</a:t>
              </a:r>
            </a:p>
          </p:txBody>
        </p:sp>
        <p:sp>
          <p:nvSpPr>
            <p:cNvPr id="165" name="Надпись"/>
            <p:cNvSpPr txBox="1"/>
            <p:nvPr/>
          </p:nvSpPr>
          <p:spPr>
            <a:xfrm>
              <a:off x="14072949" y="5526190"/>
              <a:ext cx="654557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с 29.04.2010</a:t>
              </a:r>
            </a:p>
          </p:txBody>
        </p:sp>
        <p:sp>
          <p:nvSpPr>
            <p:cNvPr id="166" name="Надпись"/>
            <p:cNvSpPr txBox="1"/>
            <p:nvPr/>
          </p:nvSpPr>
          <p:spPr>
            <a:xfrm>
              <a:off x="14037180" y="5647150"/>
              <a:ext cx="726096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по 30.10.2058</a:t>
              </a:r>
            </a:p>
          </p:txBody>
        </p:sp>
        <p:sp>
          <p:nvSpPr>
            <p:cNvPr id="167" name="Надпись"/>
            <p:cNvSpPr txBox="1"/>
            <p:nvPr/>
          </p:nvSpPr>
          <p:spPr>
            <a:xfrm>
              <a:off x="10608202" y="7412590"/>
              <a:ext cx="80342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2</a:t>
              </a:r>
            </a:p>
          </p:txBody>
        </p:sp>
        <p:sp>
          <p:nvSpPr>
            <p:cNvPr id="168" name="Надпись"/>
            <p:cNvSpPr txBox="1"/>
            <p:nvPr/>
          </p:nvSpPr>
          <p:spPr>
            <a:xfrm>
              <a:off x="10756796" y="7412590"/>
              <a:ext cx="945362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77:03:0002007:86</a:t>
              </a:r>
            </a:p>
          </p:txBody>
        </p:sp>
        <p:sp>
          <p:nvSpPr>
            <p:cNvPr id="169" name="Надпись"/>
            <p:cNvSpPr txBox="1"/>
            <p:nvPr/>
          </p:nvSpPr>
          <p:spPr>
            <a:xfrm>
              <a:off x="11905080" y="7412590"/>
              <a:ext cx="360581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0,6363</a:t>
              </a:r>
            </a:p>
          </p:txBody>
        </p:sp>
        <p:sp>
          <p:nvSpPr>
            <p:cNvPr id="170" name="Надпись"/>
            <p:cNvSpPr txBox="1"/>
            <p:nvPr/>
          </p:nvSpPr>
          <p:spPr>
            <a:xfrm>
              <a:off x="12495723" y="6565870"/>
              <a:ext cx="1401542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Эксплуатация складской</a:t>
              </a:r>
            </a:p>
          </p:txBody>
        </p:sp>
        <p:sp>
          <p:nvSpPr>
            <p:cNvPr id="171" name="Надпись"/>
            <p:cNvSpPr txBox="1"/>
            <p:nvPr/>
          </p:nvSpPr>
          <p:spPr>
            <a:xfrm>
              <a:off x="12479027" y="6686830"/>
              <a:ext cx="1434934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базы; земельные участки,</a:t>
              </a:r>
            </a:p>
          </p:txBody>
        </p:sp>
        <p:sp>
          <p:nvSpPr>
            <p:cNvPr id="172" name="Надпись"/>
            <p:cNvSpPr txBox="1"/>
            <p:nvPr/>
          </p:nvSpPr>
          <p:spPr>
            <a:xfrm>
              <a:off x="12676525" y="6807790"/>
              <a:ext cx="1039937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предназначенные</a:t>
              </a:r>
            </a:p>
          </p:txBody>
        </p:sp>
        <p:sp>
          <p:nvSpPr>
            <p:cNvPr id="173" name="Надпись"/>
            <p:cNvSpPr txBox="1"/>
            <p:nvPr/>
          </p:nvSpPr>
          <p:spPr>
            <a:xfrm>
              <a:off x="12717261" y="6928750"/>
              <a:ext cx="958465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для размещения</a:t>
              </a:r>
            </a:p>
          </p:txBody>
        </p:sp>
        <p:sp>
          <p:nvSpPr>
            <p:cNvPr id="174" name="Надпись"/>
            <p:cNvSpPr txBox="1"/>
            <p:nvPr/>
          </p:nvSpPr>
          <p:spPr>
            <a:xfrm>
              <a:off x="12656078" y="7049710"/>
              <a:ext cx="1080832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производственных</a:t>
              </a:r>
            </a:p>
          </p:txBody>
        </p:sp>
        <p:sp>
          <p:nvSpPr>
            <p:cNvPr id="175" name="Надпись"/>
            <p:cNvSpPr txBox="1"/>
            <p:nvPr/>
          </p:nvSpPr>
          <p:spPr>
            <a:xfrm>
              <a:off x="12600654" y="7170670"/>
              <a:ext cx="1191681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и административных</a:t>
              </a:r>
            </a:p>
          </p:txBody>
        </p:sp>
        <p:sp>
          <p:nvSpPr>
            <p:cNvPr id="176" name="Надпись"/>
            <p:cNvSpPr txBox="1"/>
            <p:nvPr/>
          </p:nvSpPr>
          <p:spPr>
            <a:xfrm>
              <a:off x="12682707" y="7291630"/>
              <a:ext cx="1027574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зданий, строений,</a:t>
              </a:r>
            </a:p>
          </p:txBody>
        </p:sp>
        <p:sp>
          <p:nvSpPr>
            <p:cNvPr id="177" name="Надпись"/>
            <p:cNvSpPr txBox="1"/>
            <p:nvPr/>
          </p:nvSpPr>
          <p:spPr>
            <a:xfrm>
              <a:off x="12838994" y="7412590"/>
              <a:ext cx="715000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сооружений</a:t>
              </a:r>
            </a:p>
          </p:txBody>
        </p:sp>
        <p:sp>
          <p:nvSpPr>
            <p:cNvPr id="178" name="Надпись"/>
            <p:cNvSpPr txBox="1"/>
            <p:nvPr/>
          </p:nvSpPr>
          <p:spPr>
            <a:xfrm>
              <a:off x="12675310" y="7533550"/>
              <a:ext cx="1042368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промышленности,</a:t>
              </a:r>
            </a:p>
          </p:txBody>
        </p:sp>
        <p:sp>
          <p:nvSpPr>
            <p:cNvPr id="179" name="Надпись"/>
            <p:cNvSpPr txBox="1"/>
            <p:nvPr/>
          </p:nvSpPr>
          <p:spPr>
            <a:xfrm>
              <a:off x="12751499" y="7654510"/>
              <a:ext cx="889991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коммунального</a:t>
              </a:r>
            </a:p>
          </p:txBody>
        </p:sp>
        <p:sp>
          <p:nvSpPr>
            <p:cNvPr id="180" name="Надпись"/>
            <p:cNvSpPr txBox="1"/>
            <p:nvPr/>
          </p:nvSpPr>
          <p:spPr>
            <a:xfrm>
              <a:off x="12499474" y="7775470"/>
              <a:ext cx="1394040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хозяйства, материально-</a:t>
              </a:r>
            </a:p>
          </p:txBody>
        </p:sp>
        <p:sp>
          <p:nvSpPr>
            <p:cNvPr id="181" name="Надпись"/>
            <p:cNvSpPr txBox="1"/>
            <p:nvPr/>
          </p:nvSpPr>
          <p:spPr>
            <a:xfrm>
              <a:off x="12800635" y="7896430"/>
              <a:ext cx="791717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технического,</a:t>
              </a:r>
            </a:p>
          </p:txBody>
        </p:sp>
        <p:sp>
          <p:nvSpPr>
            <p:cNvPr id="182" name="Надпись"/>
            <p:cNvSpPr txBox="1"/>
            <p:nvPr/>
          </p:nvSpPr>
          <p:spPr>
            <a:xfrm>
              <a:off x="12600865" y="8017390"/>
              <a:ext cx="1191258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продовольственного</a:t>
              </a:r>
            </a:p>
          </p:txBody>
        </p:sp>
        <p:sp>
          <p:nvSpPr>
            <p:cNvPr id="183" name="Надпись"/>
            <p:cNvSpPr txBox="1"/>
            <p:nvPr/>
          </p:nvSpPr>
          <p:spPr>
            <a:xfrm>
              <a:off x="12688096" y="8138350"/>
              <a:ext cx="1016796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снабжения, сбыта</a:t>
              </a:r>
            </a:p>
          </p:txBody>
        </p:sp>
        <p:sp>
          <p:nvSpPr>
            <p:cNvPr id="184" name="Надпись"/>
            <p:cNvSpPr txBox="1"/>
            <p:nvPr/>
          </p:nvSpPr>
          <p:spPr>
            <a:xfrm>
              <a:off x="12863404" y="8259310"/>
              <a:ext cx="666180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и заготовок</a:t>
              </a:r>
            </a:p>
          </p:txBody>
        </p:sp>
        <p:sp>
          <p:nvSpPr>
            <p:cNvPr id="185" name="Надпись"/>
            <p:cNvSpPr txBox="1"/>
            <p:nvPr/>
          </p:nvSpPr>
          <p:spPr>
            <a:xfrm>
              <a:off x="14180997" y="7291630"/>
              <a:ext cx="438460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Аренда</a:t>
              </a:r>
            </a:p>
          </p:txBody>
        </p:sp>
        <p:sp>
          <p:nvSpPr>
            <p:cNvPr id="186" name="Надпись"/>
            <p:cNvSpPr txBox="1"/>
            <p:nvPr/>
          </p:nvSpPr>
          <p:spPr>
            <a:xfrm>
              <a:off x="14070360" y="7412590"/>
              <a:ext cx="659734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с 30.04.2010</a:t>
              </a:r>
            </a:p>
          </p:txBody>
        </p:sp>
        <p:sp>
          <p:nvSpPr>
            <p:cNvPr id="187" name="Надпись"/>
            <p:cNvSpPr txBox="1"/>
            <p:nvPr/>
          </p:nvSpPr>
          <p:spPr>
            <a:xfrm>
              <a:off x="14037180" y="7533550"/>
              <a:ext cx="726096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по 30.10.2058</a:t>
              </a:r>
            </a:p>
          </p:txBody>
        </p:sp>
      </p:grpSp>
      <p:grpSp>
        <p:nvGrpSpPr>
          <p:cNvPr id="192" name="Округ и район"/>
          <p:cNvGrpSpPr/>
          <p:nvPr/>
        </p:nvGrpSpPr>
        <p:grpSpPr>
          <a:xfrm>
            <a:off x="693690" y="1685390"/>
            <a:ext cx="2716621" cy="610197"/>
            <a:chOff x="693690" y="1685390"/>
            <a:chExt cx="2716621" cy="610197"/>
          </a:xfrm>
        </p:grpSpPr>
        <p:sp>
          <p:nvSpPr>
            <p:cNvPr id="189" name="Надпись"/>
            <p:cNvSpPr txBox="1"/>
            <p:nvPr/>
          </p:nvSpPr>
          <p:spPr>
            <a:xfrm>
              <a:off x="1459907" y="1685390"/>
              <a:ext cx="1184186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Восточный</a:t>
              </a:r>
            </a:p>
          </p:txBody>
        </p:sp>
        <p:sp>
          <p:nvSpPr>
            <p:cNvPr id="190" name="Надпись"/>
            <p:cNvSpPr txBox="1"/>
            <p:nvPr/>
          </p:nvSpPr>
          <p:spPr>
            <a:xfrm>
              <a:off x="693690" y="1879790"/>
              <a:ext cx="2716621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административный округ</a:t>
              </a:r>
            </a:p>
          </p:txBody>
        </p:sp>
        <p:sp>
          <p:nvSpPr>
            <p:cNvPr id="191" name="Надпись"/>
            <p:cNvSpPr txBox="1"/>
            <p:nvPr/>
          </p:nvSpPr>
          <p:spPr>
            <a:xfrm>
              <a:off x="934425" y="2074190"/>
              <a:ext cx="2235150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район Метрогородок</a:t>
              </a:r>
            </a:p>
          </p:txBody>
        </p:sp>
      </p:grpSp>
      <p:sp>
        <p:nvSpPr>
          <p:cNvPr id="193" name="Округ и район"/>
          <p:cNvSpPr txBox="1"/>
          <p:nvPr/>
        </p:nvSpPr>
        <p:spPr>
          <a:xfrm>
            <a:off x="7589222" y="9904190"/>
            <a:ext cx="1813555" cy="22139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/>
            <a:r>
              <a:rPr lang="ru-RU" sz="1430" b="1" dirty="0">
                <a:solidFill>
                  <a:srgbClr val="9E1717"/>
                </a:solidFill>
                <a:effectLst>
                  <a:glow rad="34560">
                    <a:srgbClr val="FFFFFF"/>
                  </a:glow>
                </a:effectLst>
                <a:latin typeface="Montserrat"/>
                <a:cs typeface="Montserrat"/>
              </a:rPr>
              <a:t>район Гольяново</a:t>
            </a:r>
          </a:p>
        </p:txBody>
      </p:sp>
      <p:grpSp>
        <p:nvGrpSpPr>
          <p:cNvPr id="203" name="Оформление"/>
          <p:cNvGrpSpPr/>
          <p:nvPr/>
        </p:nvGrpSpPr>
        <p:grpSpPr>
          <a:xfrm>
            <a:off x="0" y="0"/>
            <a:ext cx="15120000" cy="10490400"/>
            <a:chOff x="0" y="0"/>
            <a:chExt cx="15120000" cy="10490400"/>
          </a:xfrm>
        </p:grpSpPr>
        <p:sp>
          <p:nvSpPr>
            <p:cNvPr id="194" name="Контур"/>
            <p:cNvSpPr/>
            <p:nvPr/>
          </p:nvSpPr>
          <p:spPr>
            <a:xfrm>
              <a:off x="9522000" y="0"/>
              <a:ext cx="5598000" cy="1002600"/>
            </a:xfrm>
            <a:custGeom>
              <a:avLst/>
              <a:gdLst/>
              <a:ahLst/>
              <a:cxnLst/>
              <a:rect l="l" t="t" r="r" b="b"/>
              <a:pathLst>
                <a:path w="5598000" h="1002600">
                  <a:moveTo>
                    <a:pt x="0" y="0"/>
                  </a:moveTo>
                  <a:lnTo>
                    <a:pt x="5598000" y="0"/>
                  </a:lnTo>
                  <a:lnTo>
                    <a:pt x="5598000" y="1002600"/>
                  </a:lnTo>
                  <a:lnTo>
                    <a:pt x="0" y="100260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pic>
          <p:nvPicPr>
            <p:cNvPr id="195" name="Рисунок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0" y="0"/>
              <a:ext cx="9543600" cy="1000800"/>
            </a:xfrm>
            <a:prstGeom prst="rect">
              <a:avLst/>
            </a:prstGeom>
          </p:spPr>
        </p:pic>
        <p:sp>
          <p:nvSpPr>
            <p:cNvPr id="196" name="Надпись"/>
            <p:cNvSpPr txBox="1"/>
            <p:nvPr/>
          </p:nvSpPr>
          <p:spPr>
            <a:xfrm>
              <a:off x="12722390" y="354701"/>
              <a:ext cx="2145610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ППТ КРТ № 3229</a:t>
              </a:r>
            </a:p>
          </p:txBody>
        </p:sp>
        <p:sp>
          <p:nvSpPr>
            <p:cNvPr id="197" name="Надпись"/>
            <p:cNvSpPr txBox="1"/>
            <p:nvPr/>
          </p:nvSpPr>
          <p:spPr>
            <a:xfrm>
              <a:off x="11718334" y="642701"/>
              <a:ext cx="314966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198" name="Контур"/>
            <p:cNvSpPr/>
            <p:nvPr/>
          </p:nvSpPr>
          <p:spPr>
            <a:xfrm>
              <a:off x="0" y="1260000"/>
              <a:ext cx="1638000" cy="1"/>
            </a:xfrm>
            <a:custGeom>
              <a:avLst/>
              <a:gdLst/>
              <a:ahLst/>
              <a:cxnLst/>
              <a:rect l="l" t="t" r="r" b="b"/>
              <a:pathLst>
                <a:path w="1638000" h="1" fill="none">
                  <a:moveTo>
                    <a:pt x="0" y="0"/>
                  </a:moveTo>
                  <a:lnTo>
                    <a:pt x="1638000" y="0"/>
                  </a:lnTo>
                </a:path>
              </a:pathLst>
            </a:custGeom>
            <a:noFill/>
            <a:ln w="38160" cap="flat">
              <a:solidFill>
                <a:srgbClr val="E93939"/>
              </a:solidFill>
              <a:miter lim="1000000"/>
            </a:ln>
          </p:spPr>
        </p:sp>
        <p:sp>
          <p:nvSpPr>
            <p:cNvPr id="199" name="Контур"/>
            <p:cNvSpPr/>
            <p:nvPr/>
          </p:nvSpPr>
          <p:spPr>
            <a:xfrm>
              <a:off x="1584000" y="1188000"/>
              <a:ext cx="180000" cy="144000"/>
            </a:xfrm>
            <a:custGeom>
              <a:avLst/>
              <a:gdLst/>
              <a:ahLst/>
              <a:cxnLst/>
              <a:rect l="l" t="t" r="r" b="b"/>
              <a:pathLst>
                <a:path w="180000" h="144000">
                  <a:moveTo>
                    <a:pt x="0" y="0"/>
                  </a:moveTo>
                  <a:lnTo>
                    <a:pt x="180000" y="72000"/>
                  </a:lnTo>
                  <a:lnTo>
                    <a:pt x="0" y="144000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200" name="Надпись"/>
            <p:cNvSpPr txBox="1"/>
            <p:nvPr/>
          </p:nvSpPr>
          <p:spPr>
            <a:xfrm>
              <a:off x="1813139" y="1125101"/>
              <a:ext cx="9771254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Схема существующих землепользователей разрабатываемой территории</a:t>
              </a:r>
            </a:p>
          </p:txBody>
        </p:sp>
        <p:sp>
          <p:nvSpPr>
            <p:cNvPr id="201" name="Контур"/>
            <p:cNvSpPr/>
            <p:nvPr/>
          </p:nvSpPr>
          <p:spPr>
            <a:xfrm>
              <a:off x="14364000" y="10033200"/>
              <a:ext cx="640800" cy="457200"/>
            </a:xfrm>
            <a:custGeom>
              <a:avLst/>
              <a:gdLst/>
              <a:ahLst/>
              <a:cxnLst/>
              <a:rect l="l" t="t" r="r" b="b"/>
              <a:pathLst>
                <a:path w="640800" h="457200">
                  <a:moveTo>
                    <a:pt x="86868" y="457200"/>
                  </a:moveTo>
                  <a:lnTo>
                    <a:pt x="467064" y="457200"/>
                  </a:lnTo>
                  <a:lnTo>
                    <a:pt x="640800" y="283464"/>
                  </a:lnTo>
                  <a:lnTo>
                    <a:pt x="640800" y="41148"/>
                  </a:lnTo>
                  <a:lnTo>
                    <a:pt x="599652" y="0"/>
                  </a:lnTo>
                  <a:lnTo>
                    <a:pt x="137160" y="0"/>
                  </a:lnTo>
                  <a:lnTo>
                    <a:pt x="0" y="137160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202" name="Надпись"/>
            <p:cNvSpPr txBox="1"/>
            <p:nvPr/>
          </p:nvSpPr>
          <p:spPr>
            <a:xfrm>
              <a:off x="14577104" y="10122113"/>
              <a:ext cx="214593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2000" b="1" dirty="0">
                  <a:solidFill>
                    <a:srgbClr val="FFFFFF"/>
                  </a:solidFill>
                  <a:latin typeface="Montserrat"/>
                  <a:cs typeface="Montserrat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3" name="Карта"/>
          <p:cNvGrpSpPr/>
          <p:nvPr/>
        </p:nvGrpSpPr>
        <p:grpSpPr>
          <a:xfrm>
            <a:off x="252000" y="1584000"/>
            <a:ext cx="10044000" cy="8604000"/>
            <a:chOff x="252000" y="1584000"/>
            <a:chExt cx="10044000" cy="8604000"/>
          </a:xfrm>
        </p:grpSpPr>
        <p:grpSp>
          <p:nvGrpSpPr>
            <p:cNvPr id="525" name="Газоны и растительность (ЕГКО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2" name="Контур"/>
              <p:cNvSpPr/>
              <p:nvPr/>
            </p:nvSpPr>
            <p:spPr>
              <a:xfrm>
                <a:off x="4551804" y="7584983"/>
                <a:ext cx="1001092" cy="1289714"/>
              </a:xfrm>
              <a:custGeom>
                <a:avLst/>
                <a:gdLst/>
                <a:ahLst/>
                <a:cxnLst/>
                <a:rect l="l" t="t" r="r" b="b"/>
                <a:pathLst>
                  <a:path w="1001092" h="1289714">
                    <a:moveTo>
                      <a:pt x="375195" y="1110051"/>
                    </a:moveTo>
                    <a:lnTo>
                      <a:pt x="392167" y="1147235"/>
                    </a:lnTo>
                    <a:lnTo>
                      <a:pt x="437880" y="1289714"/>
                    </a:lnTo>
                    <a:lnTo>
                      <a:pt x="410143" y="1289714"/>
                    </a:lnTo>
                    <a:lnTo>
                      <a:pt x="223279" y="992579"/>
                    </a:lnTo>
                    <a:lnTo>
                      <a:pt x="2554" y="616946"/>
                    </a:lnTo>
                    <a:lnTo>
                      <a:pt x="0" y="531454"/>
                    </a:lnTo>
                    <a:lnTo>
                      <a:pt x="27792" y="467636"/>
                    </a:lnTo>
                    <a:lnTo>
                      <a:pt x="105829" y="362228"/>
                    </a:lnTo>
                    <a:lnTo>
                      <a:pt x="614746" y="40472"/>
                    </a:lnTo>
                    <a:lnTo>
                      <a:pt x="683024" y="0"/>
                    </a:lnTo>
                    <a:lnTo>
                      <a:pt x="723432" y="72670"/>
                    </a:lnTo>
                    <a:lnTo>
                      <a:pt x="854357" y="2493"/>
                    </a:lnTo>
                    <a:lnTo>
                      <a:pt x="1001092" y="235879"/>
                    </a:lnTo>
                    <a:lnTo>
                      <a:pt x="981002" y="248928"/>
                    </a:lnTo>
                    <a:lnTo>
                      <a:pt x="865045" y="76984"/>
                    </a:lnTo>
                    <a:lnTo>
                      <a:pt x="843239" y="56848"/>
                    </a:lnTo>
                    <a:lnTo>
                      <a:pt x="818637" y="63000"/>
                    </a:lnTo>
                    <a:lnTo>
                      <a:pt x="785662" y="72650"/>
                    </a:lnTo>
                    <a:lnTo>
                      <a:pt x="765845" y="101486"/>
                    </a:lnTo>
                    <a:lnTo>
                      <a:pt x="700602" y="152958"/>
                    </a:lnTo>
                    <a:lnTo>
                      <a:pt x="687025" y="131800"/>
                    </a:lnTo>
                    <a:lnTo>
                      <a:pt x="649508" y="156239"/>
                    </a:lnTo>
                    <a:lnTo>
                      <a:pt x="625981" y="117391"/>
                    </a:lnTo>
                    <a:lnTo>
                      <a:pt x="45156" y="479989"/>
                    </a:lnTo>
                    <a:lnTo>
                      <a:pt x="37143" y="494302"/>
                    </a:lnTo>
                    <a:lnTo>
                      <a:pt x="36571" y="515486"/>
                    </a:lnTo>
                    <a:lnTo>
                      <a:pt x="45728" y="559570"/>
                    </a:lnTo>
                    <a:lnTo>
                      <a:pt x="60609" y="604227"/>
                    </a:lnTo>
                    <a:lnTo>
                      <a:pt x="375195" y="111005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" name="Контур"/>
              <p:cNvSpPr/>
              <p:nvPr/>
            </p:nvSpPr>
            <p:spPr>
              <a:xfrm>
                <a:off x="3535275" y="8765459"/>
                <a:ext cx="151075" cy="109238"/>
              </a:xfrm>
              <a:custGeom>
                <a:avLst/>
                <a:gdLst/>
                <a:ahLst/>
                <a:cxnLst/>
                <a:rect l="l" t="t" r="r" b="b"/>
                <a:pathLst>
                  <a:path w="151075" h="109238">
                    <a:moveTo>
                      <a:pt x="106305" y="109238"/>
                    </a:moveTo>
                    <a:lnTo>
                      <a:pt x="67085" y="55582"/>
                    </a:lnTo>
                    <a:lnTo>
                      <a:pt x="46203" y="69698"/>
                    </a:lnTo>
                    <a:lnTo>
                      <a:pt x="71823" y="109238"/>
                    </a:lnTo>
                    <a:lnTo>
                      <a:pt x="30489" y="109238"/>
                    </a:lnTo>
                    <a:lnTo>
                      <a:pt x="0" y="41423"/>
                    </a:lnTo>
                    <a:lnTo>
                      <a:pt x="39472" y="17170"/>
                    </a:lnTo>
                    <a:lnTo>
                      <a:pt x="66879" y="0"/>
                    </a:lnTo>
                    <a:lnTo>
                      <a:pt x="92618" y="17274"/>
                    </a:lnTo>
                    <a:lnTo>
                      <a:pt x="151075" y="109238"/>
                    </a:lnTo>
                    <a:lnTo>
                      <a:pt x="106305" y="10923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" name="Контур"/>
              <p:cNvSpPr/>
              <p:nvPr/>
            </p:nvSpPr>
            <p:spPr>
              <a:xfrm>
                <a:off x="4198022" y="8201929"/>
                <a:ext cx="709546" cy="595489"/>
              </a:xfrm>
              <a:custGeom>
                <a:avLst/>
                <a:gdLst/>
                <a:ahLst/>
                <a:cxnLst/>
                <a:rect l="l" t="t" r="r" b="b"/>
                <a:pathLst>
                  <a:path w="709546" h="595489">
                    <a:moveTo>
                      <a:pt x="0" y="225709"/>
                    </a:moveTo>
                    <a:lnTo>
                      <a:pt x="356336" y="0"/>
                    </a:lnTo>
                    <a:lnTo>
                      <a:pt x="577061" y="375633"/>
                    </a:lnTo>
                    <a:lnTo>
                      <a:pt x="709546" y="586298"/>
                    </a:lnTo>
                    <a:lnTo>
                      <a:pt x="694760" y="595489"/>
                    </a:lnTo>
                    <a:lnTo>
                      <a:pt x="564627" y="385015"/>
                    </a:lnTo>
                    <a:lnTo>
                      <a:pt x="490303" y="261394"/>
                    </a:lnTo>
                    <a:lnTo>
                      <a:pt x="418124" y="127327"/>
                    </a:lnTo>
                    <a:lnTo>
                      <a:pt x="418359" y="114448"/>
                    </a:lnTo>
                    <a:lnTo>
                      <a:pt x="370890" y="27283"/>
                    </a:lnTo>
                    <a:lnTo>
                      <a:pt x="359525" y="18482"/>
                    </a:lnTo>
                    <a:lnTo>
                      <a:pt x="7030" y="235666"/>
                    </a:lnTo>
                    <a:lnTo>
                      <a:pt x="0" y="22570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" name="Контур"/>
              <p:cNvSpPr/>
              <p:nvPr/>
            </p:nvSpPr>
            <p:spPr>
              <a:xfrm>
                <a:off x="3504135" y="8193908"/>
                <a:ext cx="218990" cy="350827"/>
              </a:xfrm>
              <a:custGeom>
                <a:avLst/>
                <a:gdLst/>
                <a:ahLst/>
                <a:cxnLst/>
                <a:rect l="l" t="t" r="r" b="b"/>
                <a:pathLst>
                  <a:path w="218990" h="350827">
                    <a:moveTo>
                      <a:pt x="113301" y="175072"/>
                    </a:moveTo>
                    <a:lnTo>
                      <a:pt x="213177" y="329384"/>
                    </a:lnTo>
                    <a:lnTo>
                      <a:pt x="218990" y="338366"/>
                    </a:lnTo>
                    <a:lnTo>
                      <a:pt x="202389" y="350827"/>
                    </a:lnTo>
                    <a:lnTo>
                      <a:pt x="0" y="30165"/>
                    </a:lnTo>
                    <a:lnTo>
                      <a:pt x="46075" y="0"/>
                    </a:lnTo>
                    <a:lnTo>
                      <a:pt x="84527" y="61782"/>
                    </a:lnTo>
                    <a:lnTo>
                      <a:pt x="61814" y="76344"/>
                    </a:lnTo>
                    <a:lnTo>
                      <a:pt x="58020" y="79997"/>
                    </a:lnTo>
                    <a:lnTo>
                      <a:pt x="55912" y="84824"/>
                    </a:lnTo>
                    <a:lnTo>
                      <a:pt x="55894" y="85781"/>
                    </a:lnTo>
                    <a:lnTo>
                      <a:pt x="55622" y="85956"/>
                    </a:lnTo>
                    <a:lnTo>
                      <a:pt x="55882" y="86358"/>
                    </a:lnTo>
                    <a:lnTo>
                      <a:pt x="55812" y="90090"/>
                    </a:lnTo>
                    <a:lnTo>
                      <a:pt x="57735" y="94994"/>
                    </a:lnTo>
                    <a:lnTo>
                      <a:pt x="105490" y="169486"/>
                    </a:lnTo>
                    <a:lnTo>
                      <a:pt x="108297" y="172642"/>
                    </a:lnTo>
                    <a:lnTo>
                      <a:pt x="111943" y="174775"/>
                    </a:lnTo>
                    <a:lnTo>
                      <a:pt x="113301" y="1750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" name="Контур"/>
              <p:cNvSpPr/>
              <p:nvPr/>
            </p:nvSpPr>
            <p:spPr>
              <a:xfrm>
                <a:off x="3868795" y="7541302"/>
                <a:ext cx="162324" cy="286315"/>
              </a:xfrm>
              <a:custGeom>
                <a:avLst/>
                <a:gdLst/>
                <a:ahLst/>
                <a:cxnLst/>
                <a:rect l="l" t="t" r="r" b="b"/>
                <a:pathLst>
                  <a:path w="162324" h="286315">
                    <a:moveTo>
                      <a:pt x="0" y="261654"/>
                    </a:moveTo>
                    <a:lnTo>
                      <a:pt x="53853" y="228456"/>
                    </a:lnTo>
                    <a:lnTo>
                      <a:pt x="46446" y="166020"/>
                    </a:lnTo>
                    <a:lnTo>
                      <a:pt x="75656" y="109699"/>
                    </a:lnTo>
                    <a:lnTo>
                      <a:pt x="61323" y="0"/>
                    </a:lnTo>
                    <a:lnTo>
                      <a:pt x="113073" y="71181"/>
                    </a:lnTo>
                    <a:lnTo>
                      <a:pt x="100599" y="89793"/>
                    </a:lnTo>
                    <a:lnTo>
                      <a:pt x="128678" y="133927"/>
                    </a:lnTo>
                    <a:lnTo>
                      <a:pt x="162324" y="188782"/>
                    </a:lnTo>
                    <a:lnTo>
                      <a:pt x="10242" y="286315"/>
                    </a:lnTo>
                    <a:lnTo>
                      <a:pt x="10008" y="285948"/>
                    </a:lnTo>
                    <a:lnTo>
                      <a:pt x="10678" y="282772"/>
                    </a:lnTo>
                    <a:lnTo>
                      <a:pt x="10231" y="278572"/>
                    </a:lnTo>
                    <a:lnTo>
                      <a:pt x="8507" y="274716"/>
                    </a:lnTo>
                    <a:lnTo>
                      <a:pt x="0" y="26165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" name="Контур"/>
              <p:cNvSpPr/>
              <p:nvPr/>
            </p:nvSpPr>
            <p:spPr>
              <a:xfrm>
                <a:off x="4475185" y="7947211"/>
                <a:ext cx="182448" cy="254718"/>
              </a:xfrm>
              <a:custGeom>
                <a:avLst/>
                <a:gdLst/>
                <a:ahLst/>
                <a:cxnLst/>
                <a:rect l="l" t="t" r="r" b="b"/>
                <a:pathLst>
                  <a:path w="182448" h="254718">
                    <a:moveTo>
                      <a:pt x="182448" y="0"/>
                    </a:moveTo>
                    <a:lnTo>
                      <a:pt x="164416" y="23267"/>
                    </a:lnTo>
                    <a:lnTo>
                      <a:pt x="104411" y="105408"/>
                    </a:lnTo>
                    <a:lnTo>
                      <a:pt x="76619" y="169226"/>
                    </a:lnTo>
                    <a:lnTo>
                      <a:pt x="79173" y="254718"/>
                    </a:lnTo>
                    <a:lnTo>
                      <a:pt x="0" y="119502"/>
                    </a:lnTo>
                    <a:lnTo>
                      <a:pt x="18244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" name="Контур"/>
              <p:cNvSpPr/>
              <p:nvPr/>
            </p:nvSpPr>
            <p:spPr>
              <a:xfrm>
                <a:off x="4748348" y="9620131"/>
                <a:ext cx="305507" cy="264881"/>
              </a:xfrm>
              <a:custGeom>
                <a:avLst/>
                <a:gdLst/>
                <a:ahLst/>
                <a:cxnLst/>
                <a:rect l="l" t="t" r="r" b="b"/>
                <a:pathLst>
                  <a:path w="305507" h="264881">
                    <a:moveTo>
                      <a:pt x="270631" y="2730"/>
                    </a:moveTo>
                    <a:lnTo>
                      <a:pt x="289639" y="0"/>
                    </a:lnTo>
                    <a:lnTo>
                      <a:pt x="299450" y="4072"/>
                    </a:lnTo>
                    <a:lnTo>
                      <a:pt x="305507" y="18770"/>
                    </a:lnTo>
                    <a:lnTo>
                      <a:pt x="305087" y="39326"/>
                    </a:lnTo>
                    <a:lnTo>
                      <a:pt x="268335" y="115783"/>
                    </a:lnTo>
                    <a:lnTo>
                      <a:pt x="245191" y="145514"/>
                    </a:lnTo>
                    <a:lnTo>
                      <a:pt x="0" y="264881"/>
                    </a:lnTo>
                    <a:lnTo>
                      <a:pt x="54704" y="150250"/>
                    </a:lnTo>
                    <a:lnTo>
                      <a:pt x="91249" y="102118"/>
                    </a:lnTo>
                    <a:lnTo>
                      <a:pt x="144351" y="64482"/>
                    </a:lnTo>
                    <a:lnTo>
                      <a:pt x="270631" y="27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" name="Контур"/>
              <p:cNvSpPr/>
              <p:nvPr/>
            </p:nvSpPr>
            <p:spPr>
              <a:xfrm>
                <a:off x="3708691" y="9220126"/>
                <a:ext cx="472023" cy="119029"/>
              </a:xfrm>
              <a:custGeom>
                <a:avLst/>
                <a:gdLst/>
                <a:ahLst/>
                <a:cxnLst/>
                <a:rect l="l" t="t" r="r" b="b"/>
                <a:pathLst>
                  <a:path w="472023" h="119029">
                    <a:moveTo>
                      <a:pt x="37013" y="54326"/>
                    </a:moveTo>
                    <a:lnTo>
                      <a:pt x="72644" y="105162"/>
                    </a:lnTo>
                    <a:lnTo>
                      <a:pt x="312803" y="44347"/>
                    </a:lnTo>
                    <a:lnTo>
                      <a:pt x="471240" y="19653"/>
                    </a:lnTo>
                    <a:lnTo>
                      <a:pt x="472023" y="35010"/>
                    </a:lnTo>
                    <a:lnTo>
                      <a:pt x="356042" y="46585"/>
                    </a:lnTo>
                    <a:lnTo>
                      <a:pt x="73850" y="119029"/>
                    </a:lnTo>
                    <a:lnTo>
                      <a:pt x="65757" y="115190"/>
                    </a:lnTo>
                    <a:lnTo>
                      <a:pt x="0" y="11818"/>
                    </a:lnTo>
                    <a:lnTo>
                      <a:pt x="1872" y="0"/>
                    </a:lnTo>
                    <a:lnTo>
                      <a:pt x="37013" y="5432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" name="Контур"/>
              <p:cNvSpPr/>
              <p:nvPr/>
            </p:nvSpPr>
            <p:spPr>
              <a:xfrm>
                <a:off x="3715584" y="9227291"/>
                <a:ext cx="16033" cy="24390"/>
              </a:xfrm>
              <a:custGeom>
                <a:avLst/>
                <a:gdLst/>
                <a:ahLst/>
                <a:cxnLst/>
                <a:rect l="l" t="t" r="r" b="b"/>
                <a:pathLst>
                  <a:path w="16033" h="24390">
                    <a:moveTo>
                      <a:pt x="16033" y="24390"/>
                    </a:moveTo>
                    <a:lnTo>
                      <a:pt x="0" y="653"/>
                    </a:lnTo>
                    <a:lnTo>
                      <a:pt x="1254" y="0"/>
                    </a:lnTo>
                    <a:lnTo>
                      <a:pt x="1677" y="1128"/>
                    </a:lnTo>
                    <a:lnTo>
                      <a:pt x="16033" y="2439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" name="Контур"/>
              <p:cNvSpPr/>
              <p:nvPr/>
            </p:nvSpPr>
            <p:spPr>
              <a:xfrm>
                <a:off x="3773236" y="9251707"/>
                <a:ext cx="124017" cy="73581"/>
              </a:xfrm>
              <a:custGeom>
                <a:avLst/>
                <a:gdLst/>
                <a:ahLst/>
                <a:cxnLst/>
                <a:rect l="l" t="t" r="r" b="b"/>
                <a:pathLst>
                  <a:path w="124017" h="73581">
                    <a:moveTo>
                      <a:pt x="107250" y="0"/>
                    </a:moveTo>
                    <a:lnTo>
                      <a:pt x="109519" y="20002"/>
                    </a:lnTo>
                    <a:lnTo>
                      <a:pt x="124017" y="44055"/>
                    </a:lnTo>
                    <a:lnTo>
                      <a:pt x="8099" y="73581"/>
                    </a:lnTo>
                    <a:lnTo>
                      <a:pt x="0" y="61591"/>
                    </a:lnTo>
                    <a:lnTo>
                      <a:pt x="1230" y="62301"/>
                    </a:lnTo>
                    <a:lnTo>
                      <a:pt x="5362" y="63176"/>
                    </a:lnTo>
                    <a:lnTo>
                      <a:pt x="9562" y="62733"/>
                    </a:lnTo>
                    <a:lnTo>
                      <a:pt x="13419" y="61012"/>
                    </a:lnTo>
                    <a:lnTo>
                      <a:pt x="10725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" name="Контур"/>
              <p:cNvSpPr/>
              <p:nvPr/>
            </p:nvSpPr>
            <p:spPr>
              <a:xfrm>
                <a:off x="4045355" y="9089303"/>
                <a:ext cx="1064753" cy="169766"/>
              </a:xfrm>
              <a:custGeom>
                <a:avLst/>
                <a:gdLst/>
                <a:ahLst/>
                <a:cxnLst/>
                <a:rect l="l" t="t" r="r" b="b"/>
                <a:pathLst>
                  <a:path w="1064753" h="169766">
                    <a:moveTo>
                      <a:pt x="164727" y="126188"/>
                    </a:moveTo>
                    <a:lnTo>
                      <a:pt x="1032696" y="0"/>
                    </a:lnTo>
                    <a:lnTo>
                      <a:pt x="1064753" y="45710"/>
                    </a:lnTo>
                    <a:lnTo>
                      <a:pt x="662352" y="103162"/>
                    </a:lnTo>
                    <a:lnTo>
                      <a:pt x="170927" y="146582"/>
                    </a:lnTo>
                    <a:lnTo>
                      <a:pt x="3775" y="169766"/>
                    </a:lnTo>
                    <a:lnTo>
                      <a:pt x="0" y="161798"/>
                    </a:lnTo>
                    <a:lnTo>
                      <a:pt x="116851" y="136761"/>
                    </a:lnTo>
                    <a:lnTo>
                      <a:pt x="122731" y="143832"/>
                    </a:lnTo>
                    <a:lnTo>
                      <a:pt x="132850" y="145921"/>
                    </a:lnTo>
                    <a:lnTo>
                      <a:pt x="164727" y="12618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" name="Контур"/>
              <p:cNvSpPr/>
              <p:nvPr/>
            </p:nvSpPr>
            <p:spPr>
              <a:xfrm>
                <a:off x="3600242" y="9048354"/>
                <a:ext cx="86876" cy="131947"/>
              </a:xfrm>
              <a:custGeom>
                <a:avLst/>
                <a:gdLst/>
                <a:ahLst/>
                <a:cxnLst/>
                <a:rect l="l" t="t" r="r" b="b"/>
                <a:pathLst>
                  <a:path w="86876" h="131947">
                    <a:moveTo>
                      <a:pt x="17038" y="13555"/>
                    </a:moveTo>
                    <a:lnTo>
                      <a:pt x="86876" y="131947"/>
                    </a:lnTo>
                    <a:lnTo>
                      <a:pt x="75752" y="131370"/>
                    </a:lnTo>
                    <a:lnTo>
                      <a:pt x="0" y="2612"/>
                    </a:lnTo>
                    <a:lnTo>
                      <a:pt x="8839" y="0"/>
                    </a:lnTo>
                    <a:lnTo>
                      <a:pt x="17038" y="135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" name="Контур"/>
              <p:cNvSpPr/>
              <p:nvPr/>
            </p:nvSpPr>
            <p:spPr>
              <a:xfrm>
                <a:off x="3727794" y="8967460"/>
                <a:ext cx="71145" cy="102580"/>
              </a:xfrm>
              <a:custGeom>
                <a:avLst/>
                <a:gdLst/>
                <a:ahLst/>
                <a:cxnLst/>
                <a:rect l="l" t="t" r="r" b="b"/>
                <a:pathLst>
                  <a:path w="71145" h="102580">
                    <a:moveTo>
                      <a:pt x="57750" y="102580"/>
                    </a:moveTo>
                    <a:lnTo>
                      <a:pt x="57708" y="102478"/>
                    </a:lnTo>
                    <a:lnTo>
                      <a:pt x="497" y="7897"/>
                    </a:lnTo>
                    <a:lnTo>
                      <a:pt x="0" y="7353"/>
                    </a:lnTo>
                    <a:lnTo>
                      <a:pt x="11350" y="0"/>
                    </a:lnTo>
                    <a:lnTo>
                      <a:pt x="71145" y="94331"/>
                    </a:lnTo>
                    <a:lnTo>
                      <a:pt x="57750" y="1025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" name="Контур"/>
              <p:cNvSpPr/>
              <p:nvPr/>
            </p:nvSpPr>
            <p:spPr>
              <a:xfrm>
                <a:off x="3565764" y="8874697"/>
                <a:ext cx="163459" cy="117619"/>
              </a:xfrm>
              <a:custGeom>
                <a:avLst/>
                <a:gdLst/>
                <a:ahLst/>
                <a:cxnLst/>
                <a:rect l="l" t="t" r="r" b="b"/>
                <a:pathLst>
                  <a:path w="163459" h="117619">
                    <a:moveTo>
                      <a:pt x="22760" y="56230"/>
                    </a:moveTo>
                    <a:lnTo>
                      <a:pt x="0" y="0"/>
                    </a:lnTo>
                    <a:lnTo>
                      <a:pt x="41334" y="0"/>
                    </a:lnTo>
                    <a:lnTo>
                      <a:pt x="105224" y="96241"/>
                    </a:lnTo>
                    <a:lnTo>
                      <a:pt x="128754" y="80888"/>
                    </a:lnTo>
                    <a:lnTo>
                      <a:pt x="75816" y="0"/>
                    </a:lnTo>
                    <a:lnTo>
                      <a:pt x="120586" y="0"/>
                    </a:lnTo>
                    <a:lnTo>
                      <a:pt x="163459" y="69231"/>
                    </a:lnTo>
                    <a:lnTo>
                      <a:pt x="88354" y="117619"/>
                    </a:lnTo>
                    <a:lnTo>
                      <a:pt x="93706" y="105734"/>
                    </a:lnTo>
                    <a:lnTo>
                      <a:pt x="91686" y="90548"/>
                    </a:lnTo>
                    <a:lnTo>
                      <a:pt x="65055" y="41714"/>
                    </a:lnTo>
                    <a:lnTo>
                      <a:pt x="47053" y="42984"/>
                    </a:lnTo>
                    <a:lnTo>
                      <a:pt x="22760" y="562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" name="Контур"/>
              <p:cNvSpPr/>
              <p:nvPr/>
            </p:nvSpPr>
            <p:spPr>
              <a:xfrm>
                <a:off x="4936220" y="8693147"/>
                <a:ext cx="104501" cy="181550"/>
              </a:xfrm>
              <a:custGeom>
                <a:avLst/>
                <a:gdLst/>
                <a:ahLst/>
                <a:cxnLst/>
                <a:rect l="l" t="t" r="r" b="b"/>
                <a:pathLst>
                  <a:path w="104501" h="181550">
                    <a:moveTo>
                      <a:pt x="0" y="17034"/>
                    </a:moveTo>
                    <a:lnTo>
                      <a:pt x="519" y="17660"/>
                    </a:lnTo>
                    <a:lnTo>
                      <a:pt x="5128" y="20109"/>
                    </a:lnTo>
                    <a:lnTo>
                      <a:pt x="10321" y="20627"/>
                    </a:lnTo>
                    <a:lnTo>
                      <a:pt x="15323" y="19136"/>
                    </a:lnTo>
                    <a:lnTo>
                      <a:pt x="51708" y="0"/>
                    </a:lnTo>
                    <a:lnTo>
                      <a:pt x="82880" y="121514"/>
                    </a:lnTo>
                    <a:lnTo>
                      <a:pt x="94716" y="156644"/>
                    </a:lnTo>
                    <a:lnTo>
                      <a:pt x="101425" y="172871"/>
                    </a:lnTo>
                    <a:lnTo>
                      <a:pt x="104501" y="181550"/>
                    </a:lnTo>
                    <a:lnTo>
                      <a:pt x="53464" y="181550"/>
                    </a:lnTo>
                    <a:lnTo>
                      <a:pt x="47808" y="173627"/>
                    </a:lnTo>
                    <a:lnTo>
                      <a:pt x="44013" y="160551"/>
                    </a:lnTo>
                    <a:lnTo>
                      <a:pt x="7751" y="39071"/>
                    </a:lnTo>
                    <a:lnTo>
                      <a:pt x="0" y="170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" name="Контур"/>
              <p:cNvSpPr/>
              <p:nvPr/>
            </p:nvSpPr>
            <p:spPr>
              <a:xfrm>
                <a:off x="4588375" y="7702374"/>
                <a:ext cx="594150" cy="992660"/>
              </a:xfrm>
              <a:custGeom>
                <a:avLst/>
                <a:gdLst/>
                <a:ahLst/>
                <a:cxnLst/>
                <a:rect l="l" t="t" r="r" b="b"/>
                <a:pathLst>
                  <a:path w="594150" h="992660">
                    <a:moveTo>
                      <a:pt x="260785" y="849741"/>
                    </a:moveTo>
                    <a:lnTo>
                      <a:pt x="260796" y="849771"/>
                    </a:lnTo>
                    <a:lnTo>
                      <a:pt x="338624" y="992660"/>
                    </a:lnTo>
                    <a:lnTo>
                      <a:pt x="24038" y="486836"/>
                    </a:lnTo>
                    <a:lnTo>
                      <a:pt x="9157" y="442179"/>
                    </a:lnTo>
                    <a:lnTo>
                      <a:pt x="0" y="398095"/>
                    </a:lnTo>
                    <a:lnTo>
                      <a:pt x="572" y="376911"/>
                    </a:lnTo>
                    <a:lnTo>
                      <a:pt x="8585" y="362598"/>
                    </a:lnTo>
                    <a:lnTo>
                      <a:pt x="589410" y="0"/>
                    </a:lnTo>
                    <a:lnTo>
                      <a:pt x="594150" y="7825"/>
                    </a:lnTo>
                    <a:lnTo>
                      <a:pt x="10965" y="375133"/>
                    </a:lnTo>
                    <a:lnTo>
                      <a:pt x="48451" y="443609"/>
                    </a:lnTo>
                    <a:lnTo>
                      <a:pt x="48156" y="447211"/>
                    </a:lnTo>
                    <a:lnTo>
                      <a:pt x="49609" y="452030"/>
                    </a:lnTo>
                    <a:lnTo>
                      <a:pt x="145698" y="636341"/>
                    </a:lnTo>
                    <a:lnTo>
                      <a:pt x="145755" y="636417"/>
                    </a:lnTo>
                    <a:lnTo>
                      <a:pt x="145787" y="636507"/>
                    </a:lnTo>
                    <a:lnTo>
                      <a:pt x="260769" y="849722"/>
                    </a:lnTo>
                    <a:lnTo>
                      <a:pt x="260785" y="84974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" name="Контур"/>
              <p:cNvSpPr/>
              <p:nvPr/>
            </p:nvSpPr>
            <p:spPr>
              <a:xfrm>
                <a:off x="4634988" y="10153445"/>
                <a:ext cx="38809" cy="34555"/>
              </a:xfrm>
              <a:custGeom>
                <a:avLst/>
                <a:gdLst/>
                <a:ahLst/>
                <a:cxnLst/>
                <a:rect l="l" t="t" r="r" b="b"/>
                <a:pathLst>
                  <a:path w="38809" h="34555">
                    <a:moveTo>
                      <a:pt x="0" y="34555"/>
                    </a:moveTo>
                    <a:lnTo>
                      <a:pt x="16185" y="0"/>
                    </a:lnTo>
                    <a:lnTo>
                      <a:pt x="32601" y="10417"/>
                    </a:lnTo>
                    <a:lnTo>
                      <a:pt x="38809" y="26913"/>
                    </a:lnTo>
                    <a:lnTo>
                      <a:pt x="35554" y="345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" name="Контур"/>
              <p:cNvSpPr/>
              <p:nvPr/>
            </p:nvSpPr>
            <p:spPr>
              <a:xfrm>
                <a:off x="3532621" y="9696829"/>
                <a:ext cx="848599" cy="491171"/>
              </a:xfrm>
              <a:custGeom>
                <a:avLst/>
                <a:gdLst/>
                <a:ahLst/>
                <a:cxnLst/>
                <a:rect l="l" t="t" r="r" b="b"/>
                <a:pathLst>
                  <a:path w="848599" h="491171">
                    <a:moveTo>
                      <a:pt x="0" y="491171"/>
                    </a:moveTo>
                    <a:lnTo>
                      <a:pt x="92145" y="435501"/>
                    </a:lnTo>
                    <a:lnTo>
                      <a:pt x="274347" y="327962"/>
                    </a:lnTo>
                    <a:lnTo>
                      <a:pt x="503517" y="195246"/>
                    </a:lnTo>
                    <a:lnTo>
                      <a:pt x="757779" y="42849"/>
                    </a:lnTo>
                    <a:lnTo>
                      <a:pt x="836112" y="0"/>
                    </a:lnTo>
                    <a:lnTo>
                      <a:pt x="848599" y="14156"/>
                    </a:lnTo>
                    <a:lnTo>
                      <a:pt x="792339" y="60572"/>
                    </a:lnTo>
                    <a:lnTo>
                      <a:pt x="104502" y="4911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" name="Контур"/>
              <p:cNvSpPr/>
              <p:nvPr/>
            </p:nvSpPr>
            <p:spPr>
              <a:xfrm>
                <a:off x="4495106" y="9077090"/>
                <a:ext cx="2683835" cy="1110910"/>
              </a:xfrm>
              <a:custGeom>
                <a:avLst/>
                <a:gdLst/>
                <a:ahLst/>
                <a:cxnLst/>
                <a:rect l="l" t="t" r="r" b="b"/>
                <a:pathLst>
                  <a:path w="2683835" h="1110910">
                    <a:moveTo>
                      <a:pt x="0" y="1110910"/>
                    </a:moveTo>
                    <a:lnTo>
                      <a:pt x="47286" y="976776"/>
                    </a:lnTo>
                    <a:lnTo>
                      <a:pt x="117797" y="843452"/>
                    </a:lnTo>
                    <a:lnTo>
                      <a:pt x="176671" y="748235"/>
                    </a:lnTo>
                    <a:lnTo>
                      <a:pt x="514418" y="380537"/>
                    </a:lnTo>
                    <a:lnTo>
                      <a:pt x="688154" y="241091"/>
                    </a:lnTo>
                    <a:lnTo>
                      <a:pt x="800178" y="158778"/>
                    </a:lnTo>
                    <a:lnTo>
                      <a:pt x="917922" y="92110"/>
                    </a:lnTo>
                    <a:lnTo>
                      <a:pt x="927041" y="73358"/>
                    </a:lnTo>
                    <a:lnTo>
                      <a:pt x="1007300" y="34202"/>
                    </a:lnTo>
                    <a:lnTo>
                      <a:pt x="1112449" y="260127"/>
                    </a:lnTo>
                    <a:lnTo>
                      <a:pt x="1067349" y="277936"/>
                    </a:lnTo>
                    <a:lnTo>
                      <a:pt x="1059556" y="287398"/>
                    </a:lnTo>
                    <a:lnTo>
                      <a:pt x="1069344" y="316340"/>
                    </a:lnTo>
                    <a:lnTo>
                      <a:pt x="1092933" y="355302"/>
                    </a:lnTo>
                    <a:lnTo>
                      <a:pt x="1135030" y="340420"/>
                    </a:lnTo>
                    <a:lnTo>
                      <a:pt x="1148254" y="370900"/>
                    </a:lnTo>
                    <a:lnTo>
                      <a:pt x="1159562" y="375627"/>
                    </a:lnTo>
                    <a:lnTo>
                      <a:pt x="1343566" y="300826"/>
                    </a:lnTo>
                    <a:lnTo>
                      <a:pt x="1368767" y="350257"/>
                    </a:lnTo>
                    <a:lnTo>
                      <a:pt x="1381076" y="350760"/>
                    </a:lnTo>
                    <a:lnTo>
                      <a:pt x="1445629" y="320925"/>
                    </a:lnTo>
                    <a:lnTo>
                      <a:pt x="1464049" y="358150"/>
                    </a:lnTo>
                    <a:lnTo>
                      <a:pt x="1476937" y="365640"/>
                    </a:lnTo>
                    <a:lnTo>
                      <a:pt x="1621306" y="297310"/>
                    </a:lnTo>
                    <a:lnTo>
                      <a:pt x="1655541" y="375768"/>
                    </a:lnTo>
                    <a:lnTo>
                      <a:pt x="1738157" y="337832"/>
                    </a:lnTo>
                    <a:lnTo>
                      <a:pt x="1770985" y="409351"/>
                    </a:lnTo>
                    <a:lnTo>
                      <a:pt x="1800262" y="395508"/>
                    </a:lnTo>
                    <a:lnTo>
                      <a:pt x="1807223" y="401881"/>
                    </a:lnTo>
                    <a:lnTo>
                      <a:pt x="1817424" y="401700"/>
                    </a:lnTo>
                    <a:lnTo>
                      <a:pt x="1967467" y="337334"/>
                    </a:lnTo>
                    <a:lnTo>
                      <a:pt x="1975465" y="325485"/>
                    </a:lnTo>
                    <a:lnTo>
                      <a:pt x="1985272" y="324879"/>
                    </a:lnTo>
                    <a:lnTo>
                      <a:pt x="2037172" y="299726"/>
                    </a:lnTo>
                    <a:lnTo>
                      <a:pt x="2044565" y="285423"/>
                    </a:lnTo>
                    <a:lnTo>
                      <a:pt x="2165421" y="231089"/>
                    </a:lnTo>
                    <a:lnTo>
                      <a:pt x="2174504" y="243356"/>
                    </a:lnTo>
                    <a:lnTo>
                      <a:pt x="2186761" y="243401"/>
                    </a:lnTo>
                    <a:lnTo>
                      <a:pt x="2248278" y="212340"/>
                    </a:lnTo>
                    <a:lnTo>
                      <a:pt x="2255016" y="204508"/>
                    </a:lnTo>
                    <a:lnTo>
                      <a:pt x="2253070" y="191880"/>
                    </a:lnTo>
                    <a:lnTo>
                      <a:pt x="2445704" y="104235"/>
                    </a:lnTo>
                    <a:lnTo>
                      <a:pt x="2455065" y="111235"/>
                    </a:lnTo>
                    <a:lnTo>
                      <a:pt x="2463454" y="110103"/>
                    </a:lnTo>
                    <a:lnTo>
                      <a:pt x="2563742" y="61283"/>
                    </a:lnTo>
                    <a:lnTo>
                      <a:pt x="2570924" y="46309"/>
                    </a:lnTo>
                    <a:lnTo>
                      <a:pt x="2673046" y="0"/>
                    </a:lnTo>
                    <a:lnTo>
                      <a:pt x="2683835" y="7443"/>
                    </a:lnTo>
                    <a:lnTo>
                      <a:pt x="1740086" y="458634"/>
                    </a:lnTo>
                    <a:lnTo>
                      <a:pt x="1703226" y="445379"/>
                    </a:lnTo>
                    <a:lnTo>
                      <a:pt x="1720196" y="436694"/>
                    </a:lnTo>
                    <a:lnTo>
                      <a:pt x="1686156" y="365357"/>
                    </a:lnTo>
                    <a:lnTo>
                      <a:pt x="1641921" y="386944"/>
                    </a:lnTo>
                    <a:lnTo>
                      <a:pt x="1634053" y="370785"/>
                    </a:lnTo>
                    <a:lnTo>
                      <a:pt x="1509397" y="429690"/>
                    </a:lnTo>
                    <a:lnTo>
                      <a:pt x="1488719" y="401456"/>
                    </a:lnTo>
                    <a:lnTo>
                      <a:pt x="1461161" y="381370"/>
                    </a:lnTo>
                    <a:lnTo>
                      <a:pt x="1432071" y="372081"/>
                    </a:lnTo>
                    <a:lnTo>
                      <a:pt x="1401722" y="371861"/>
                    </a:lnTo>
                    <a:lnTo>
                      <a:pt x="1370847" y="376440"/>
                    </a:lnTo>
                    <a:lnTo>
                      <a:pt x="1081350" y="514902"/>
                    </a:lnTo>
                    <a:lnTo>
                      <a:pt x="1040480" y="431268"/>
                    </a:lnTo>
                    <a:lnTo>
                      <a:pt x="992639" y="454012"/>
                    </a:lnTo>
                    <a:lnTo>
                      <a:pt x="983047" y="434037"/>
                    </a:lnTo>
                    <a:lnTo>
                      <a:pt x="1002563" y="424541"/>
                    </a:lnTo>
                    <a:lnTo>
                      <a:pt x="994023" y="405581"/>
                    </a:lnTo>
                    <a:lnTo>
                      <a:pt x="1013489" y="396328"/>
                    </a:lnTo>
                    <a:lnTo>
                      <a:pt x="1022365" y="414885"/>
                    </a:lnTo>
                    <a:lnTo>
                      <a:pt x="1041395" y="405669"/>
                    </a:lnTo>
                    <a:lnTo>
                      <a:pt x="1032874" y="387133"/>
                    </a:lnTo>
                    <a:lnTo>
                      <a:pt x="1051855" y="378073"/>
                    </a:lnTo>
                    <a:lnTo>
                      <a:pt x="1020772" y="314018"/>
                    </a:lnTo>
                    <a:lnTo>
                      <a:pt x="1047033" y="293456"/>
                    </a:lnTo>
                    <a:lnTo>
                      <a:pt x="1061404" y="267203"/>
                    </a:lnTo>
                    <a:lnTo>
                      <a:pt x="1059524" y="236782"/>
                    </a:lnTo>
                    <a:lnTo>
                      <a:pt x="1045934" y="206897"/>
                    </a:lnTo>
                    <a:lnTo>
                      <a:pt x="1014112" y="174554"/>
                    </a:lnTo>
                    <a:lnTo>
                      <a:pt x="977653" y="162239"/>
                    </a:lnTo>
                    <a:lnTo>
                      <a:pt x="925507" y="165047"/>
                    </a:lnTo>
                    <a:lnTo>
                      <a:pt x="867539" y="182879"/>
                    </a:lnTo>
                    <a:lnTo>
                      <a:pt x="791090" y="224891"/>
                    </a:lnTo>
                    <a:lnTo>
                      <a:pt x="730657" y="277640"/>
                    </a:lnTo>
                    <a:lnTo>
                      <a:pt x="684277" y="334771"/>
                    </a:lnTo>
                    <a:lnTo>
                      <a:pt x="599604" y="462041"/>
                    </a:lnTo>
                    <a:lnTo>
                      <a:pt x="562696" y="501869"/>
                    </a:lnTo>
                    <a:lnTo>
                      <a:pt x="504833" y="541023"/>
                    </a:lnTo>
                    <a:lnTo>
                      <a:pt x="374532" y="604477"/>
                    </a:lnTo>
                    <a:lnTo>
                      <a:pt x="328320" y="641323"/>
                    </a:lnTo>
                    <a:lnTo>
                      <a:pt x="295497" y="686486"/>
                    </a:lnTo>
                    <a:lnTo>
                      <a:pt x="251822" y="781395"/>
                    </a:lnTo>
                    <a:lnTo>
                      <a:pt x="206837" y="858221"/>
                    </a:lnTo>
                    <a:lnTo>
                      <a:pt x="203092" y="893772"/>
                    </a:lnTo>
                    <a:lnTo>
                      <a:pt x="215428" y="934398"/>
                    </a:lnTo>
                    <a:lnTo>
                      <a:pt x="155791" y="1008471"/>
                    </a:lnTo>
                    <a:lnTo>
                      <a:pt x="118747" y="1080921"/>
                    </a:lnTo>
                    <a:lnTo>
                      <a:pt x="109421" y="1110910"/>
                    </a:lnTo>
                    <a:close/>
                    <a:moveTo>
                      <a:pt x="114550" y="907877"/>
                    </a:moveTo>
                    <a:lnTo>
                      <a:pt x="94764" y="893259"/>
                    </a:lnTo>
                    <a:lnTo>
                      <a:pt x="86950" y="909806"/>
                    </a:lnTo>
                    <a:lnTo>
                      <a:pt x="82701" y="919360"/>
                    </a:lnTo>
                    <a:lnTo>
                      <a:pt x="77323" y="932250"/>
                    </a:lnTo>
                    <a:lnTo>
                      <a:pt x="70480" y="949604"/>
                    </a:lnTo>
                    <a:lnTo>
                      <a:pt x="32601" y="1025518"/>
                    </a:lnTo>
                    <a:lnTo>
                      <a:pt x="20053" y="1060011"/>
                    </a:lnTo>
                    <a:lnTo>
                      <a:pt x="16297" y="1072446"/>
                    </a:lnTo>
                    <a:lnTo>
                      <a:pt x="11593" y="1089113"/>
                    </a:lnTo>
                    <a:lnTo>
                      <a:pt x="9053" y="1098681"/>
                    </a:lnTo>
                    <a:lnTo>
                      <a:pt x="5877" y="1110910"/>
                    </a:lnTo>
                    <a:lnTo>
                      <a:pt x="31895" y="1110910"/>
                    </a:lnTo>
                    <a:lnTo>
                      <a:pt x="33076" y="1106576"/>
                    </a:lnTo>
                    <a:lnTo>
                      <a:pt x="47129" y="106705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" name="Контур"/>
              <p:cNvSpPr/>
              <p:nvPr/>
            </p:nvSpPr>
            <p:spPr>
              <a:xfrm>
                <a:off x="7464662" y="8874697"/>
                <a:ext cx="153189" cy="72855"/>
              </a:xfrm>
              <a:custGeom>
                <a:avLst/>
                <a:gdLst/>
                <a:ahLst/>
                <a:cxnLst/>
                <a:rect l="l" t="t" r="r" b="b"/>
                <a:pathLst>
                  <a:path w="153189" h="72855">
                    <a:moveTo>
                      <a:pt x="798" y="72855"/>
                    </a:moveTo>
                    <a:lnTo>
                      <a:pt x="1520" y="68353"/>
                    </a:lnTo>
                    <a:lnTo>
                      <a:pt x="300" y="63229"/>
                    </a:lnTo>
                    <a:lnTo>
                      <a:pt x="0" y="62576"/>
                    </a:lnTo>
                    <a:lnTo>
                      <a:pt x="61451" y="31986"/>
                    </a:lnTo>
                    <a:lnTo>
                      <a:pt x="98625" y="12497"/>
                    </a:lnTo>
                    <a:lnTo>
                      <a:pt x="122462" y="0"/>
                    </a:lnTo>
                    <a:lnTo>
                      <a:pt x="153189" y="0"/>
                    </a:lnTo>
                    <a:lnTo>
                      <a:pt x="798" y="728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" name="Контур"/>
              <p:cNvSpPr/>
              <p:nvPr/>
            </p:nvSpPr>
            <p:spPr>
              <a:xfrm>
                <a:off x="3637123" y="9710985"/>
                <a:ext cx="749026" cy="477015"/>
              </a:xfrm>
              <a:custGeom>
                <a:avLst/>
                <a:gdLst/>
                <a:ahLst/>
                <a:cxnLst/>
                <a:rect l="l" t="t" r="r" b="b"/>
                <a:pathLst>
                  <a:path w="749026" h="477015">
                    <a:moveTo>
                      <a:pt x="0" y="477015"/>
                    </a:moveTo>
                    <a:lnTo>
                      <a:pt x="687837" y="46416"/>
                    </a:lnTo>
                    <a:lnTo>
                      <a:pt x="744097" y="0"/>
                    </a:lnTo>
                    <a:lnTo>
                      <a:pt x="748130" y="4572"/>
                    </a:lnTo>
                    <a:lnTo>
                      <a:pt x="749026" y="5702"/>
                    </a:lnTo>
                    <a:lnTo>
                      <a:pt x="688847" y="47907"/>
                    </a:lnTo>
                    <a:lnTo>
                      <a:pt x="3566" y="4770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" name="Контур"/>
              <p:cNvSpPr/>
              <p:nvPr/>
            </p:nvSpPr>
            <p:spPr>
              <a:xfrm>
                <a:off x="4726804" y="9803113"/>
                <a:ext cx="452950" cy="248836"/>
              </a:xfrm>
              <a:custGeom>
                <a:avLst/>
                <a:gdLst/>
                <a:ahLst/>
                <a:cxnLst/>
                <a:rect l="l" t="t" r="r" b="b"/>
                <a:pathLst>
                  <a:path w="452950" h="248836">
                    <a:moveTo>
                      <a:pt x="452950" y="40469"/>
                    </a:moveTo>
                    <a:lnTo>
                      <a:pt x="419506" y="56511"/>
                    </a:lnTo>
                    <a:lnTo>
                      <a:pt x="106306" y="206740"/>
                    </a:lnTo>
                    <a:lnTo>
                      <a:pt x="18544" y="248836"/>
                    </a:lnTo>
                    <a:lnTo>
                      <a:pt x="0" y="209268"/>
                    </a:lnTo>
                    <a:lnTo>
                      <a:pt x="113996" y="151877"/>
                    </a:lnTo>
                    <a:lnTo>
                      <a:pt x="433394" y="0"/>
                    </a:lnTo>
                    <a:lnTo>
                      <a:pt x="452950" y="4046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" name="Контур"/>
              <p:cNvSpPr/>
              <p:nvPr/>
            </p:nvSpPr>
            <p:spPr>
              <a:xfrm>
                <a:off x="4500983" y="9970349"/>
                <a:ext cx="108673" cy="217651"/>
              </a:xfrm>
              <a:custGeom>
                <a:avLst/>
                <a:gdLst/>
                <a:ahLst/>
                <a:cxnLst/>
                <a:rect l="l" t="t" r="r" b="b"/>
                <a:pathLst>
                  <a:path w="108673" h="217651">
                    <a:moveTo>
                      <a:pt x="108673" y="14618"/>
                    </a:moveTo>
                    <a:lnTo>
                      <a:pt x="41252" y="173791"/>
                    </a:lnTo>
                    <a:lnTo>
                      <a:pt x="27199" y="213317"/>
                    </a:lnTo>
                    <a:lnTo>
                      <a:pt x="26018" y="217651"/>
                    </a:lnTo>
                    <a:lnTo>
                      <a:pt x="0" y="217651"/>
                    </a:lnTo>
                    <a:lnTo>
                      <a:pt x="3176" y="205422"/>
                    </a:lnTo>
                    <a:lnTo>
                      <a:pt x="5716" y="195854"/>
                    </a:lnTo>
                    <a:lnTo>
                      <a:pt x="10420" y="179187"/>
                    </a:lnTo>
                    <a:lnTo>
                      <a:pt x="14176" y="166752"/>
                    </a:lnTo>
                    <a:lnTo>
                      <a:pt x="26724" y="132259"/>
                    </a:lnTo>
                    <a:lnTo>
                      <a:pt x="64603" y="56345"/>
                    </a:lnTo>
                    <a:lnTo>
                      <a:pt x="71446" y="38991"/>
                    </a:lnTo>
                    <a:lnTo>
                      <a:pt x="76824" y="26101"/>
                    </a:lnTo>
                    <a:lnTo>
                      <a:pt x="81073" y="16547"/>
                    </a:lnTo>
                    <a:lnTo>
                      <a:pt x="8888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" name="Контур"/>
              <p:cNvSpPr/>
              <p:nvPr/>
            </p:nvSpPr>
            <p:spPr>
              <a:xfrm>
                <a:off x="4675777" y="10024205"/>
                <a:ext cx="67070" cy="163795"/>
              </a:xfrm>
              <a:custGeom>
                <a:avLst/>
                <a:gdLst/>
                <a:ahLst/>
                <a:cxnLst/>
                <a:rect l="l" t="t" r="r" b="b"/>
                <a:pathLst>
                  <a:path w="67070" h="163795">
                    <a:moveTo>
                      <a:pt x="23672" y="163795"/>
                    </a:moveTo>
                    <a:lnTo>
                      <a:pt x="11460" y="138309"/>
                    </a:lnTo>
                    <a:lnTo>
                      <a:pt x="2199" y="107665"/>
                    </a:lnTo>
                    <a:lnTo>
                      <a:pt x="0" y="95248"/>
                    </a:lnTo>
                    <a:lnTo>
                      <a:pt x="834" y="74498"/>
                    </a:lnTo>
                    <a:lnTo>
                      <a:pt x="3767" y="58883"/>
                    </a:lnTo>
                    <a:lnTo>
                      <a:pt x="14261" y="31508"/>
                    </a:lnTo>
                    <a:lnTo>
                      <a:pt x="28852" y="9542"/>
                    </a:lnTo>
                    <a:lnTo>
                      <a:pt x="37570" y="0"/>
                    </a:lnTo>
                    <a:lnTo>
                      <a:pt x="67070" y="63175"/>
                    </a:lnTo>
                    <a:lnTo>
                      <a:pt x="22266" y="84601"/>
                    </a:lnTo>
                    <a:lnTo>
                      <a:pt x="60215" y="16379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" name="Контур"/>
              <p:cNvSpPr/>
              <p:nvPr/>
            </p:nvSpPr>
            <p:spPr>
              <a:xfrm>
                <a:off x="4712367" y="9722401"/>
                <a:ext cx="444658" cy="279419"/>
              </a:xfrm>
              <a:custGeom>
                <a:avLst/>
                <a:gdLst/>
                <a:ahLst/>
                <a:cxnLst/>
                <a:rect l="l" t="t" r="r" b="b"/>
                <a:pathLst>
                  <a:path w="444658" h="279419">
                    <a:moveTo>
                      <a:pt x="444658" y="70736"/>
                    </a:moveTo>
                    <a:lnTo>
                      <a:pt x="34991" y="266022"/>
                    </a:lnTo>
                    <a:lnTo>
                      <a:pt x="10612" y="279419"/>
                    </a:lnTo>
                    <a:lnTo>
                      <a:pt x="0" y="243922"/>
                    </a:lnTo>
                    <a:lnTo>
                      <a:pt x="2768" y="215935"/>
                    </a:lnTo>
                    <a:lnTo>
                      <a:pt x="16940" y="193531"/>
                    </a:lnTo>
                    <a:lnTo>
                      <a:pt x="46455" y="172239"/>
                    </a:lnTo>
                    <a:lnTo>
                      <a:pt x="410818" y="0"/>
                    </a:lnTo>
                    <a:lnTo>
                      <a:pt x="444658" y="7073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" name="Контур"/>
              <p:cNvSpPr/>
              <p:nvPr/>
            </p:nvSpPr>
            <p:spPr>
              <a:xfrm>
                <a:off x="2093729" y="8413674"/>
                <a:ext cx="140945" cy="130340"/>
              </a:xfrm>
              <a:custGeom>
                <a:avLst/>
                <a:gdLst/>
                <a:ahLst/>
                <a:cxnLst/>
                <a:rect l="l" t="t" r="r" b="b"/>
                <a:pathLst>
                  <a:path w="140945" h="130340">
                    <a:moveTo>
                      <a:pt x="51172" y="74585"/>
                    </a:moveTo>
                    <a:lnTo>
                      <a:pt x="100055" y="48877"/>
                    </a:lnTo>
                    <a:lnTo>
                      <a:pt x="94085" y="35633"/>
                    </a:lnTo>
                    <a:lnTo>
                      <a:pt x="116156" y="24496"/>
                    </a:lnTo>
                    <a:lnTo>
                      <a:pt x="105225" y="2832"/>
                    </a:lnTo>
                    <a:lnTo>
                      <a:pt x="112413" y="0"/>
                    </a:lnTo>
                    <a:lnTo>
                      <a:pt x="140945" y="51190"/>
                    </a:lnTo>
                    <a:lnTo>
                      <a:pt x="131168" y="60424"/>
                    </a:lnTo>
                    <a:lnTo>
                      <a:pt x="11203" y="130340"/>
                    </a:lnTo>
                    <a:lnTo>
                      <a:pt x="0" y="109295"/>
                    </a:lnTo>
                    <a:lnTo>
                      <a:pt x="43748" y="88592"/>
                    </a:lnTo>
                    <a:lnTo>
                      <a:pt x="47978" y="85454"/>
                    </a:lnTo>
                    <a:lnTo>
                      <a:pt x="50686" y="80935"/>
                    </a:lnTo>
                    <a:lnTo>
                      <a:pt x="51457" y="75725"/>
                    </a:lnTo>
                    <a:lnTo>
                      <a:pt x="51172" y="7458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" name="Контур"/>
              <p:cNvSpPr/>
              <p:nvPr/>
            </p:nvSpPr>
            <p:spPr>
              <a:xfrm>
                <a:off x="2367134" y="8380653"/>
                <a:ext cx="124639" cy="124733"/>
              </a:xfrm>
              <a:custGeom>
                <a:avLst/>
                <a:gdLst/>
                <a:ahLst/>
                <a:cxnLst/>
                <a:rect l="l" t="t" r="r" b="b"/>
                <a:pathLst>
                  <a:path w="124639" h="124733">
                    <a:moveTo>
                      <a:pt x="106796" y="60213"/>
                    </a:moveTo>
                    <a:lnTo>
                      <a:pt x="124639" y="91840"/>
                    </a:lnTo>
                    <a:lnTo>
                      <a:pt x="119515" y="97256"/>
                    </a:lnTo>
                    <a:lnTo>
                      <a:pt x="102948" y="93363"/>
                    </a:lnTo>
                    <a:lnTo>
                      <a:pt x="40762" y="124733"/>
                    </a:lnTo>
                    <a:lnTo>
                      <a:pt x="0" y="34958"/>
                    </a:lnTo>
                    <a:lnTo>
                      <a:pt x="72823" y="0"/>
                    </a:lnTo>
                    <a:lnTo>
                      <a:pt x="80622" y="13821"/>
                    </a:lnTo>
                    <a:lnTo>
                      <a:pt x="43958" y="15179"/>
                    </a:lnTo>
                    <a:lnTo>
                      <a:pt x="20907" y="42721"/>
                    </a:lnTo>
                    <a:lnTo>
                      <a:pt x="22459" y="78120"/>
                    </a:lnTo>
                    <a:lnTo>
                      <a:pt x="47635" y="98452"/>
                    </a:lnTo>
                    <a:lnTo>
                      <a:pt x="83426" y="94912"/>
                    </a:lnTo>
                    <a:lnTo>
                      <a:pt x="104674" y="73945"/>
                    </a:lnTo>
                    <a:lnTo>
                      <a:pt x="106796" y="602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" name="Контур"/>
              <p:cNvSpPr/>
              <p:nvPr/>
            </p:nvSpPr>
            <p:spPr>
              <a:xfrm>
                <a:off x="2616848" y="7716891"/>
                <a:ext cx="1097377" cy="720757"/>
              </a:xfrm>
              <a:custGeom>
                <a:avLst/>
                <a:gdLst/>
                <a:ahLst/>
                <a:cxnLst/>
                <a:rect l="l" t="t" r="r" b="b"/>
                <a:pathLst>
                  <a:path w="1097377" h="720757">
                    <a:moveTo>
                      <a:pt x="659502" y="260834"/>
                    </a:moveTo>
                    <a:lnTo>
                      <a:pt x="982224" y="58856"/>
                    </a:lnTo>
                    <a:lnTo>
                      <a:pt x="1073184" y="0"/>
                    </a:lnTo>
                    <a:lnTo>
                      <a:pt x="1097377" y="37689"/>
                    </a:lnTo>
                    <a:lnTo>
                      <a:pt x="1009380" y="101793"/>
                    </a:lnTo>
                    <a:lnTo>
                      <a:pt x="26189" y="720757"/>
                    </a:lnTo>
                    <a:lnTo>
                      <a:pt x="0" y="678558"/>
                    </a:lnTo>
                    <a:lnTo>
                      <a:pt x="659502" y="2608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" name="Контур"/>
              <p:cNvSpPr/>
              <p:nvPr/>
            </p:nvSpPr>
            <p:spPr>
              <a:xfrm>
                <a:off x="2256224" y="8169157"/>
                <a:ext cx="62156" cy="100977"/>
              </a:xfrm>
              <a:custGeom>
                <a:avLst/>
                <a:gdLst/>
                <a:ahLst/>
                <a:cxnLst/>
                <a:rect l="l" t="t" r="r" b="b"/>
                <a:pathLst>
                  <a:path w="62156" h="100977">
                    <a:moveTo>
                      <a:pt x="0" y="9277"/>
                    </a:moveTo>
                    <a:lnTo>
                      <a:pt x="924" y="8902"/>
                    </a:lnTo>
                    <a:lnTo>
                      <a:pt x="15321" y="0"/>
                    </a:lnTo>
                    <a:lnTo>
                      <a:pt x="62156" y="92878"/>
                    </a:lnTo>
                    <a:lnTo>
                      <a:pt x="44645" y="100977"/>
                    </a:lnTo>
                    <a:lnTo>
                      <a:pt x="0" y="927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" name="Контур"/>
              <p:cNvSpPr/>
              <p:nvPr/>
            </p:nvSpPr>
            <p:spPr>
              <a:xfrm>
                <a:off x="1833993" y="7560931"/>
                <a:ext cx="67505" cy="89999"/>
              </a:xfrm>
              <a:custGeom>
                <a:avLst/>
                <a:gdLst/>
                <a:ahLst/>
                <a:cxnLst/>
                <a:rect l="l" t="t" r="r" b="b"/>
                <a:pathLst>
                  <a:path w="67505" h="89999">
                    <a:moveTo>
                      <a:pt x="55488" y="89999"/>
                    </a:moveTo>
                    <a:lnTo>
                      <a:pt x="0" y="552"/>
                    </a:lnTo>
                    <a:lnTo>
                      <a:pt x="10708" y="0"/>
                    </a:lnTo>
                    <a:lnTo>
                      <a:pt x="67505" y="87306"/>
                    </a:lnTo>
                    <a:lnTo>
                      <a:pt x="63478" y="86925"/>
                    </a:lnTo>
                    <a:lnTo>
                      <a:pt x="58530" y="88403"/>
                    </a:lnTo>
                    <a:lnTo>
                      <a:pt x="55488" y="8999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" name="Контур"/>
              <p:cNvSpPr/>
              <p:nvPr/>
            </p:nvSpPr>
            <p:spPr>
              <a:xfrm>
                <a:off x="2053674" y="7939423"/>
                <a:ext cx="208339" cy="499097"/>
              </a:xfrm>
              <a:custGeom>
                <a:avLst/>
                <a:gdLst/>
                <a:ahLst/>
                <a:cxnLst/>
                <a:rect l="l" t="t" r="r" b="b"/>
                <a:pathLst>
                  <a:path w="208339" h="499097">
                    <a:moveTo>
                      <a:pt x="11242" y="0"/>
                    </a:moveTo>
                    <a:lnTo>
                      <a:pt x="70990" y="138216"/>
                    </a:lnTo>
                    <a:lnTo>
                      <a:pt x="143827" y="294672"/>
                    </a:lnTo>
                    <a:lnTo>
                      <a:pt x="205747" y="452933"/>
                    </a:lnTo>
                    <a:lnTo>
                      <a:pt x="207704" y="462185"/>
                    </a:lnTo>
                    <a:lnTo>
                      <a:pt x="208339" y="470644"/>
                    </a:lnTo>
                    <a:lnTo>
                      <a:pt x="206810" y="485092"/>
                    </a:lnTo>
                    <a:lnTo>
                      <a:pt x="202291" y="499097"/>
                    </a:lnTo>
                    <a:lnTo>
                      <a:pt x="188584" y="460020"/>
                    </a:lnTo>
                    <a:lnTo>
                      <a:pt x="136683" y="301640"/>
                    </a:lnTo>
                    <a:lnTo>
                      <a:pt x="0" y="9685"/>
                    </a:lnTo>
                    <a:lnTo>
                      <a:pt x="5980" y="6190"/>
                    </a:lnTo>
                    <a:lnTo>
                      <a:pt x="9893" y="2734"/>
                    </a:lnTo>
                    <a:lnTo>
                      <a:pt x="1124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" name="Контур"/>
              <p:cNvSpPr/>
              <p:nvPr/>
            </p:nvSpPr>
            <p:spPr>
              <a:xfrm>
                <a:off x="1925756" y="7543085"/>
                <a:ext cx="291398" cy="592218"/>
              </a:xfrm>
              <a:custGeom>
                <a:avLst/>
                <a:gdLst/>
                <a:ahLst/>
                <a:cxnLst/>
                <a:rect l="l" t="t" r="r" b="b"/>
                <a:pathLst>
                  <a:path w="291398" h="592218">
                    <a:moveTo>
                      <a:pt x="245188" y="460185"/>
                    </a:moveTo>
                    <a:lnTo>
                      <a:pt x="244658" y="460510"/>
                    </a:lnTo>
                    <a:lnTo>
                      <a:pt x="240996" y="463807"/>
                    </a:lnTo>
                    <a:lnTo>
                      <a:pt x="238760" y="468199"/>
                    </a:lnTo>
                    <a:lnTo>
                      <a:pt x="238251" y="473099"/>
                    </a:lnTo>
                    <a:lnTo>
                      <a:pt x="239533" y="477858"/>
                    </a:lnTo>
                    <a:lnTo>
                      <a:pt x="291398" y="586089"/>
                    </a:lnTo>
                    <a:lnTo>
                      <a:pt x="280577" y="592218"/>
                    </a:lnTo>
                    <a:lnTo>
                      <a:pt x="248197" y="521854"/>
                    </a:lnTo>
                    <a:lnTo>
                      <a:pt x="200524" y="414201"/>
                    </a:lnTo>
                    <a:lnTo>
                      <a:pt x="156823" y="321064"/>
                    </a:lnTo>
                    <a:lnTo>
                      <a:pt x="5537" y="30642"/>
                    </a:lnTo>
                    <a:lnTo>
                      <a:pt x="0" y="0"/>
                    </a:lnTo>
                    <a:lnTo>
                      <a:pt x="21104" y="13562"/>
                    </a:lnTo>
                    <a:lnTo>
                      <a:pt x="76904" y="123362"/>
                    </a:lnTo>
                    <a:lnTo>
                      <a:pt x="110204" y="194012"/>
                    </a:lnTo>
                    <a:lnTo>
                      <a:pt x="116054" y="206162"/>
                    </a:lnTo>
                    <a:lnTo>
                      <a:pt x="239291" y="448073"/>
                    </a:lnTo>
                    <a:lnTo>
                      <a:pt x="245188" y="46018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" name="Контур"/>
              <p:cNvSpPr/>
              <p:nvPr/>
            </p:nvSpPr>
            <p:spPr>
              <a:xfrm>
                <a:off x="3331424" y="7578041"/>
                <a:ext cx="44291" cy="40224"/>
              </a:xfrm>
              <a:custGeom>
                <a:avLst/>
                <a:gdLst/>
                <a:ahLst/>
                <a:cxnLst/>
                <a:rect l="l" t="t" r="r" b="b"/>
                <a:pathLst>
                  <a:path w="44291" h="40224">
                    <a:moveTo>
                      <a:pt x="13838" y="0"/>
                    </a:moveTo>
                    <a:lnTo>
                      <a:pt x="27119" y="20448"/>
                    </a:lnTo>
                    <a:lnTo>
                      <a:pt x="30008" y="23637"/>
                    </a:lnTo>
                    <a:lnTo>
                      <a:pt x="33754" y="25754"/>
                    </a:lnTo>
                    <a:lnTo>
                      <a:pt x="37976" y="26586"/>
                    </a:lnTo>
                    <a:lnTo>
                      <a:pt x="42246" y="26047"/>
                    </a:lnTo>
                    <a:lnTo>
                      <a:pt x="44291" y="25069"/>
                    </a:lnTo>
                    <a:lnTo>
                      <a:pt x="20312" y="40224"/>
                    </a:lnTo>
                    <a:lnTo>
                      <a:pt x="0" y="9229"/>
                    </a:lnTo>
                    <a:lnTo>
                      <a:pt x="1383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" name="Контур"/>
              <p:cNvSpPr/>
              <p:nvPr/>
            </p:nvSpPr>
            <p:spPr>
              <a:xfrm>
                <a:off x="3382221" y="7251155"/>
                <a:ext cx="163394" cy="347844"/>
              </a:xfrm>
              <a:custGeom>
                <a:avLst/>
                <a:gdLst/>
                <a:ahLst/>
                <a:cxnLst/>
                <a:rect l="l" t="t" r="r" b="b"/>
                <a:pathLst>
                  <a:path w="163394" h="347844">
                    <a:moveTo>
                      <a:pt x="49477" y="0"/>
                    </a:moveTo>
                    <a:lnTo>
                      <a:pt x="151614" y="164659"/>
                    </a:lnTo>
                    <a:lnTo>
                      <a:pt x="163394" y="198337"/>
                    </a:lnTo>
                    <a:lnTo>
                      <a:pt x="157504" y="226963"/>
                    </a:lnTo>
                    <a:lnTo>
                      <a:pt x="148369" y="254075"/>
                    </a:lnTo>
                    <a:lnTo>
                      <a:pt x="0" y="347844"/>
                    </a:lnTo>
                    <a:lnTo>
                      <a:pt x="51070" y="312471"/>
                    </a:lnTo>
                    <a:lnTo>
                      <a:pt x="54544" y="308968"/>
                    </a:lnTo>
                    <a:lnTo>
                      <a:pt x="56528" y="304451"/>
                    </a:lnTo>
                    <a:lnTo>
                      <a:pt x="56755" y="299522"/>
                    </a:lnTo>
                    <a:lnTo>
                      <a:pt x="55197" y="294840"/>
                    </a:lnTo>
                    <a:lnTo>
                      <a:pt x="50957" y="287172"/>
                    </a:lnTo>
                    <a:lnTo>
                      <a:pt x="120543" y="240198"/>
                    </a:lnTo>
                    <a:lnTo>
                      <a:pt x="129843" y="226553"/>
                    </a:lnTo>
                    <a:lnTo>
                      <a:pt x="126743" y="210426"/>
                    </a:lnTo>
                    <a:lnTo>
                      <a:pt x="10896" y="28808"/>
                    </a:lnTo>
                    <a:lnTo>
                      <a:pt x="43948" y="7550"/>
                    </a:lnTo>
                    <a:lnTo>
                      <a:pt x="47651" y="4014"/>
                    </a:lnTo>
                    <a:lnTo>
                      <a:pt x="4947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" name="Контур"/>
              <p:cNvSpPr/>
              <p:nvPr/>
            </p:nvSpPr>
            <p:spPr>
              <a:xfrm>
                <a:off x="2100438" y="7703433"/>
                <a:ext cx="156342" cy="122121"/>
              </a:xfrm>
              <a:custGeom>
                <a:avLst/>
                <a:gdLst/>
                <a:ahLst/>
                <a:cxnLst/>
                <a:rect l="l" t="t" r="r" b="b"/>
                <a:pathLst>
                  <a:path w="156342" h="122121">
                    <a:moveTo>
                      <a:pt x="129731" y="61446"/>
                    </a:moveTo>
                    <a:lnTo>
                      <a:pt x="156342" y="98198"/>
                    </a:lnTo>
                    <a:lnTo>
                      <a:pt x="118061" y="122046"/>
                    </a:lnTo>
                    <a:lnTo>
                      <a:pt x="81766" y="122121"/>
                    </a:lnTo>
                    <a:lnTo>
                      <a:pt x="51609" y="102837"/>
                    </a:lnTo>
                    <a:lnTo>
                      <a:pt x="40106" y="88529"/>
                    </a:lnTo>
                    <a:lnTo>
                      <a:pt x="0" y="17302"/>
                    </a:lnTo>
                    <a:lnTo>
                      <a:pt x="2691" y="7920"/>
                    </a:lnTo>
                    <a:lnTo>
                      <a:pt x="15314" y="0"/>
                    </a:lnTo>
                    <a:lnTo>
                      <a:pt x="74433" y="90050"/>
                    </a:lnTo>
                    <a:lnTo>
                      <a:pt x="86718" y="88899"/>
                    </a:lnTo>
                    <a:lnTo>
                      <a:pt x="129731" y="6144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" name="Контур"/>
              <p:cNvSpPr/>
              <p:nvPr/>
            </p:nvSpPr>
            <p:spPr>
              <a:xfrm>
                <a:off x="2104889" y="8886099"/>
                <a:ext cx="380230" cy="287676"/>
              </a:xfrm>
              <a:custGeom>
                <a:avLst/>
                <a:gdLst/>
                <a:ahLst/>
                <a:cxnLst/>
                <a:rect l="l" t="t" r="r" b="b"/>
                <a:pathLst>
                  <a:path w="380230" h="287676">
                    <a:moveTo>
                      <a:pt x="188579" y="190137"/>
                    </a:moveTo>
                    <a:lnTo>
                      <a:pt x="33316" y="287676"/>
                    </a:lnTo>
                    <a:lnTo>
                      <a:pt x="0" y="228375"/>
                    </a:lnTo>
                    <a:lnTo>
                      <a:pt x="278021" y="38800"/>
                    </a:lnTo>
                    <a:lnTo>
                      <a:pt x="333968" y="0"/>
                    </a:lnTo>
                    <a:lnTo>
                      <a:pt x="380230" y="71503"/>
                    </a:lnTo>
                    <a:lnTo>
                      <a:pt x="373421" y="75772"/>
                    </a:lnTo>
                    <a:lnTo>
                      <a:pt x="359162" y="84930"/>
                    </a:lnTo>
                    <a:lnTo>
                      <a:pt x="358628" y="84405"/>
                    </a:lnTo>
                    <a:lnTo>
                      <a:pt x="353743" y="82432"/>
                    </a:lnTo>
                    <a:lnTo>
                      <a:pt x="348476" y="82479"/>
                    </a:lnTo>
                    <a:lnTo>
                      <a:pt x="343627" y="84538"/>
                    </a:lnTo>
                    <a:lnTo>
                      <a:pt x="188579" y="1901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" name="Контур"/>
              <p:cNvSpPr/>
              <p:nvPr/>
            </p:nvSpPr>
            <p:spPr>
              <a:xfrm>
                <a:off x="1883004" y="8874697"/>
                <a:ext cx="486667" cy="257304"/>
              </a:xfrm>
              <a:custGeom>
                <a:avLst/>
                <a:gdLst/>
                <a:ahLst/>
                <a:cxnLst/>
                <a:rect l="l" t="t" r="r" b="b"/>
                <a:pathLst>
                  <a:path w="486667" h="257304">
                    <a:moveTo>
                      <a:pt x="302956" y="34648"/>
                    </a:moveTo>
                    <a:lnTo>
                      <a:pt x="358232" y="0"/>
                    </a:lnTo>
                    <a:lnTo>
                      <a:pt x="486667" y="0"/>
                    </a:lnTo>
                    <a:lnTo>
                      <a:pt x="430872" y="36663"/>
                    </a:lnTo>
                    <a:lnTo>
                      <a:pt x="409970" y="7582"/>
                    </a:lnTo>
                    <a:lnTo>
                      <a:pt x="19433" y="257304"/>
                    </a:lnTo>
                    <a:lnTo>
                      <a:pt x="0" y="222507"/>
                    </a:lnTo>
                    <a:lnTo>
                      <a:pt x="302956" y="3464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" name="Контур"/>
              <p:cNvSpPr/>
              <p:nvPr/>
            </p:nvSpPr>
            <p:spPr>
              <a:xfrm>
                <a:off x="2241236" y="8806990"/>
                <a:ext cx="137854" cy="67707"/>
              </a:xfrm>
              <a:custGeom>
                <a:avLst/>
                <a:gdLst/>
                <a:ahLst/>
                <a:cxnLst/>
                <a:rect l="l" t="t" r="r" b="b"/>
                <a:pathLst>
                  <a:path w="137854" h="67707">
                    <a:moveTo>
                      <a:pt x="137854" y="35174"/>
                    </a:moveTo>
                    <a:lnTo>
                      <a:pt x="137629" y="61581"/>
                    </a:lnTo>
                    <a:lnTo>
                      <a:pt x="128435" y="67707"/>
                    </a:lnTo>
                    <a:lnTo>
                      <a:pt x="0" y="67707"/>
                    </a:lnTo>
                    <a:lnTo>
                      <a:pt x="109876" y="0"/>
                    </a:lnTo>
                    <a:lnTo>
                      <a:pt x="137854" y="351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" name="Контур"/>
              <p:cNvSpPr/>
              <p:nvPr/>
            </p:nvSpPr>
            <p:spPr>
              <a:xfrm>
                <a:off x="2133259" y="8730814"/>
                <a:ext cx="154379" cy="143883"/>
              </a:xfrm>
              <a:custGeom>
                <a:avLst/>
                <a:gdLst/>
                <a:ahLst/>
                <a:cxnLst/>
                <a:rect l="l" t="t" r="r" b="b"/>
                <a:pathLst>
                  <a:path w="154379" h="143883">
                    <a:moveTo>
                      <a:pt x="32080" y="143883"/>
                    </a:moveTo>
                    <a:lnTo>
                      <a:pt x="0" y="95517"/>
                    </a:lnTo>
                    <a:lnTo>
                      <a:pt x="126243" y="60498"/>
                    </a:lnTo>
                    <a:lnTo>
                      <a:pt x="142686" y="0"/>
                    </a:lnTo>
                    <a:lnTo>
                      <a:pt x="154379" y="34282"/>
                    </a:lnTo>
                    <a:lnTo>
                      <a:pt x="126785" y="99465"/>
                    </a:lnTo>
                    <a:lnTo>
                      <a:pt x="32080" y="1438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" name="Контур"/>
              <p:cNvSpPr/>
              <p:nvPr/>
            </p:nvSpPr>
            <p:spPr>
              <a:xfrm>
                <a:off x="2085656" y="8694519"/>
                <a:ext cx="117328" cy="73208"/>
              </a:xfrm>
              <a:custGeom>
                <a:avLst/>
                <a:gdLst/>
                <a:ahLst/>
                <a:cxnLst/>
                <a:rect l="l" t="t" r="r" b="b"/>
                <a:pathLst>
                  <a:path w="117328" h="73208">
                    <a:moveTo>
                      <a:pt x="117124" y="0"/>
                    </a:moveTo>
                    <a:lnTo>
                      <a:pt x="117328" y="359"/>
                    </a:lnTo>
                    <a:lnTo>
                      <a:pt x="116993" y="8304"/>
                    </a:lnTo>
                    <a:lnTo>
                      <a:pt x="114955" y="12836"/>
                    </a:lnTo>
                    <a:lnTo>
                      <a:pt x="10387" y="73208"/>
                    </a:lnTo>
                    <a:lnTo>
                      <a:pt x="0" y="56853"/>
                    </a:lnTo>
                    <a:lnTo>
                      <a:pt x="1127" y="56252"/>
                    </a:lnTo>
                    <a:lnTo>
                      <a:pt x="2572" y="58000"/>
                    </a:lnTo>
                    <a:lnTo>
                      <a:pt x="6137" y="60265"/>
                    </a:lnTo>
                    <a:lnTo>
                      <a:pt x="10228" y="61318"/>
                    </a:lnTo>
                    <a:lnTo>
                      <a:pt x="14443" y="61054"/>
                    </a:lnTo>
                    <a:lnTo>
                      <a:pt x="18372" y="59501"/>
                    </a:lnTo>
                    <a:lnTo>
                      <a:pt x="113331" y="3395"/>
                    </a:lnTo>
                    <a:lnTo>
                      <a:pt x="11712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" name="Контур"/>
              <p:cNvSpPr/>
              <p:nvPr/>
            </p:nvSpPr>
            <p:spPr>
              <a:xfrm>
                <a:off x="2206333" y="8126937"/>
                <a:ext cx="1313961" cy="594293"/>
              </a:xfrm>
              <a:custGeom>
                <a:avLst/>
                <a:gdLst/>
                <a:ahLst/>
                <a:cxnLst/>
                <a:rect l="l" t="t" r="r" b="b"/>
                <a:pathLst>
                  <a:path w="1313961" h="594293">
                    <a:moveTo>
                      <a:pt x="49891" y="51497"/>
                    </a:moveTo>
                    <a:lnTo>
                      <a:pt x="201563" y="378449"/>
                    </a:lnTo>
                    <a:lnTo>
                      <a:pt x="194560" y="384926"/>
                    </a:lnTo>
                    <a:lnTo>
                      <a:pt x="194645" y="397295"/>
                    </a:lnTo>
                    <a:lnTo>
                      <a:pt x="270371" y="541754"/>
                    </a:lnTo>
                    <a:lnTo>
                      <a:pt x="331515" y="571419"/>
                    </a:lnTo>
                    <a:lnTo>
                      <a:pt x="434666" y="519505"/>
                    </a:lnTo>
                    <a:lnTo>
                      <a:pt x="441735" y="509324"/>
                    </a:lnTo>
                    <a:lnTo>
                      <a:pt x="438166" y="497436"/>
                    </a:lnTo>
                    <a:lnTo>
                      <a:pt x="466978" y="477868"/>
                    </a:lnTo>
                    <a:lnTo>
                      <a:pt x="476163" y="484829"/>
                    </a:lnTo>
                    <a:lnTo>
                      <a:pt x="486329" y="482986"/>
                    </a:lnTo>
                    <a:lnTo>
                      <a:pt x="856873" y="244421"/>
                    </a:lnTo>
                    <a:lnTo>
                      <a:pt x="863043" y="233830"/>
                    </a:lnTo>
                    <a:lnTo>
                      <a:pt x="861662" y="221187"/>
                    </a:lnTo>
                    <a:lnTo>
                      <a:pt x="887913" y="257672"/>
                    </a:lnTo>
                    <a:lnTo>
                      <a:pt x="1302304" y="0"/>
                    </a:lnTo>
                    <a:lnTo>
                      <a:pt x="1313961" y="18904"/>
                    </a:lnTo>
                    <a:lnTo>
                      <a:pt x="368202" y="572915"/>
                    </a:lnTo>
                    <a:lnTo>
                      <a:pt x="329281" y="592766"/>
                    </a:lnTo>
                    <a:lnTo>
                      <a:pt x="312109" y="594293"/>
                    </a:lnTo>
                    <a:lnTo>
                      <a:pt x="276446" y="585923"/>
                    </a:lnTo>
                    <a:lnTo>
                      <a:pt x="151980" y="353362"/>
                    </a:lnTo>
                    <a:lnTo>
                      <a:pt x="0" y="8366"/>
                    </a:lnTo>
                    <a:lnTo>
                      <a:pt x="10821" y="2237"/>
                    </a:lnTo>
                    <a:lnTo>
                      <a:pt x="34141" y="49157"/>
                    </a:lnTo>
                    <a:lnTo>
                      <a:pt x="49891" y="5149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" name="Контур"/>
              <p:cNvSpPr/>
              <p:nvPr/>
            </p:nvSpPr>
            <p:spPr>
              <a:xfrm>
                <a:off x="2038025" y="8522969"/>
                <a:ext cx="66907" cy="34081"/>
              </a:xfrm>
              <a:custGeom>
                <a:avLst/>
                <a:gdLst/>
                <a:ahLst/>
                <a:cxnLst/>
                <a:rect l="l" t="t" r="r" b="b"/>
                <a:pathLst>
                  <a:path w="66907" h="34081">
                    <a:moveTo>
                      <a:pt x="0" y="26362"/>
                    </a:moveTo>
                    <a:lnTo>
                      <a:pt x="55013" y="327"/>
                    </a:lnTo>
                    <a:lnTo>
                      <a:pt x="55704" y="0"/>
                    </a:lnTo>
                    <a:lnTo>
                      <a:pt x="66907" y="21045"/>
                    </a:lnTo>
                    <a:lnTo>
                      <a:pt x="27098" y="31937"/>
                    </a:lnTo>
                    <a:lnTo>
                      <a:pt x="12635" y="34081"/>
                    </a:lnTo>
                    <a:lnTo>
                      <a:pt x="0" y="2636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" name="Контур"/>
              <p:cNvSpPr/>
              <p:nvPr/>
            </p:nvSpPr>
            <p:spPr>
              <a:xfrm>
                <a:off x="3036112" y="8502305"/>
                <a:ext cx="79918" cy="84394"/>
              </a:xfrm>
              <a:custGeom>
                <a:avLst/>
                <a:gdLst/>
                <a:ahLst/>
                <a:cxnLst/>
                <a:rect l="l" t="t" r="r" b="b"/>
                <a:pathLst>
                  <a:path w="79918" h="84394">
                    <a:moveTo>
                      <a:pt x="79918" y="55692"/>
                    </a:moveTo>
                    <a:lnTo>
                      <a:pt x="34665" y="84394"/>
                    </a:lnTo>
                    <a:lnTo>
                      <a:pt x="0" y="28952"/>
                    </a:lnTo>
                    <a:lnTo>
                      <a:pt x="44692" y="0"/>
                    </a:lnTo>
                    <a:lnTo>
                      <a:pt x="79918" y="5569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" name="Контур"/>
              <p:cNvSpPr/>
              <p:nvPr/>
            </p:nvSpPr>
            <p:spPr>
              <a:xfrm>
                <a:off x="3395223" y="9463178"/>
                <a:ext cx="1264440" cy="724822"/>
              </a:xfrm>
              <a:custGeom>
                <a:avLst/>
                <a:gdLst/>
                <a:ahLst/>
                <a:cxnLst/>
                <a:rect l="l" t="t" r="r" b="b"/>
                <a:pathLst>
                  <a:path w="1264440" h="724822">
                    <a:moveTo>
                      <a:pt x="0" y="724822"/>
                    </a:moveTo>
                    <a:lnTo>
                      <a:pt x="772381" y="267870"/>
                    </a:lnTo>
                    <a:lnTo>
                      <a:pt x="844765" y="233327"/>
                    </a:lnTo>
                    <a:lnTo>
                      <a:pt x="1118023" y="71102"/>
                    </a:lnTo>
                    <a:lnTo>
                      <a:pt x="1264440" y="0"/>
                    </a:lnTo>
                    <a:lnTo>
                      <a:pt x="994570" y="161714"/>
                    </a:lnTo>
                    <a:lnTo>
                      <a:pt x="746918" y="317773"/>
                    </a:lnTo>
                    <a:lnTo>
                      <a:pt x="633203" y="376363"/>
                    </a:lnTo>
                    <a:lnTo>
                      <a:pt x="546893" y="431398"/>
                    </a:lnTo>
                    <a:lnTo>
                      <a:pt x="403838" y="507853"/>
                    </a:lnTo>
                    <a:lnTo>
                      <a:pt x="43857" y="72482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" name="Контур"/>
              <p:cNvSpPr/>
              <p:nvPr/>
            </p:nvSpPr>
            <p:spPr>
              <a:xfrm>
                <a:off x="1794008" y="10026798"/>
                <a:ext cx="219444" cy="161202"/>
              </a:xfrm>
              <a:custGeom>
                <a:avLst/>
                <a:gdLst/>
                <a:ahLst/>
                <a:cxnLst/>
                <a:rect l="l" t="t" r="r" b="b"/>
                <a:pathLst>
                  <a:path w="219444" h="161202">
                    <a:moveTo>
                      <a:pt x="0" y="161202"/>
                    </a:moveTo>
                    <a:lnTo>
                      <a:pt x="43673" y="120058"/>
                    </a:lnTo>
                    <a:lnTo>
                      <a:pt x="209828" y="0"/>
                    </a:lnTo>
                    <a:lnTo>
                      <a:pt x="219444" y="17242"/>
                    </a:lnTo>
                    <a:lnTo>
                      <a:pt x="215763" y="20210"/>
                    </a:lnTo>
                    <a:lnTo>
                      <a:pt x="210691" y="13286"/>
                    </a:lnTo>
                    <a:lnTo>
                      <a:pt x="196170" y="23924"/>
                    </a:lnTo>
                    <a:lnTo>
                      <a:pt x="201641" y="31390"/>
                    </a:lnTo>
                    <a:lnTo>
                      <a:pt x="75648" y="129297"/>
                    </a:lnTo>
                    <a:lnTo>
                      <a:pt x="70480" y="122244"/>
                    </a:lnTo>
                    <a:lnTo>
                      <a:pt x="55961" y="132882"/>
                    </a:lnTo>
                    <a:lnTo>
                      <a:pt x="61463" y="140392"/>
                    </a:lnTo>
                    <a:lnTo>
                      <a:pt x="35027" y="16120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" name="Контур"/>
              <p:cNvSpPr/>
              <p:nvPr/>
            </p:nvSpPr>
            <p:spPr>
              <a:xfrm>
                <a:off x="1849969" y="10149042"/>
                <a:ext cx="19687" cy="18148"/>
              </a:xfrm>
              <a:custGeom>
                <a:avLst/>
                <a:gdLst/>
                <a:ahLst/>
                <a:cxnLst/>
                <a:rect l="l" t="t" r="r" b="b"/>
                <a:pathLst>
                  <a:path w="19687" h="18148">
                    <a:moveTo>
                      <a:pt x="19687" y="7053"/>
                    </a:moveTo>
                    <a:lnTo>
                      <a:pt x="5502" y="18148"/>
                    </a:lnTo>
                    <a:lnTo>
                      <a:pt x="0" y="10638"/>
                    </a:lnTo>
                    <a:lnTo>
                      <a:pt x="14519" y="0"/>
                    </a:lnTo>
                    <a:lnTo>
                      <a:pt x="19687" y="70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" name="Контур"/>
              <p:cNvSpPr/>
              <p:nvPr/>
            </p:nvSpPr>
            <p:spPr>
              <a:xfrm>
                <a:off x="2173056" y="9786104"/>
                <a:ext cx="37592" cy="28336"/>
              </a:xfrm>
              <a:custGeom>
                <a:avLst/>
                <a:gdLst/>
                <a:ahLst/>
                <a:cxnLst/>
                <a:rect l="l" t="t" r="r" b="b"/>
                <a:pathLst>
                  <a:path w="37592" h="28336">
                    <a:moveTo>
                      <a:pt x="0" y="28336"/>
                    </a:moveTo>
                    <a:lnTo>
                      <a:pt x="5898" y="22930"/>
                    </a:lnTo>
                    <a:lnTo>
                      <a:pt x="29968" y="0"/>
                    </a:lnTo>
                    <a:lnTo>
                      <a:pt x="33753" y="120"/>
                    </a:lnTo>
                    <a:lnTo>
                      <a:pt x="37592" y="3990"/>
                    </a:lnTo>
                    <a:lnTo>
                      <a:pt x="0" y="2833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" name="Контур"/>
              <p:cNvSpPr/>
              <p:nvPr/>
            </p:nvSpPr>
            <p:spPr>
              <a:xfrm>
                <a:off x="2003836" y="9826067"/>
                <a:ext cx="191698" cy="230921"/>
              </a:xfrm>
              <a:custGeom>
                <a:avLst/>
                <a:gdLst/>
                <a:ahLst/>
                <a:cxnLst/>
                <a:rect l="l" t="t" r="r" b="b"/>
                <a:pathLst>
                  <a:path w="191698" h="230921">
                    <a:moveTo>
                      <a:pt x="158210" y="12291"/>
                    </a:moveTo>
                    <a:lnTo>
                      <a:pt x="152264" y="17288"/>
                    </a:lnTo>
                    <a:lnTo>
                      <a:pt x="191698" y="76573"/>
                    </a:lnTo>
                    <a:lnTo>
                      <a:pt x="16837" y="230921"/>
                    </a:lnTo>
                    <a:lnTo>
                      <a:pt x="0" y="200731"/>
                    </a:lnTo>
                    <a:lnTo>
                      <a:pt x="51456" y="163550"/>
                    </a:lnTo>
                    <a:lnTo>
                      <a:pt x="40878" y="138681"/>
                    </a:lnTo>
                    <a:lnTo>
                      <a:pt x="47537" y="123477"/>
                    </a:lnTo>
                    <a:lnTo>
                      <a:pt x="38322" y="108377"/>
                    </a:lnTo>
                    <a:lnTo>
                      <a:pt x="156538" y="0"/>
                    </a:lnTo>
                    <a:lnTo>
                      <a:pt x="158210" y="1229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" name="Контур"/>
              <p:cNvSpPr/>
              <p:nvPr/>
            </p:nvSpPr>
            <p:spPr>
              <a:xfrm>
                <a:off x="2241385" y="8943304"/>
                <a:ext cx="1367696" cy="848374"/>
              </a:xfrm>
              <a:custGeom>
                <a:avLst/>
                <a:gdLst/>
                <a:ahLst/>
                <a:cxnLst/>
                <a:rect l="l" t="t" r="r" b="b"/>
                <a:pathLst>
                  <a:path w="1367696" h="848374">
                    <a:moveTo>
                      <a:pt x="0" y="848374"/>
                    </a:moveTo>
                    <a:lnTo>
                      <a:pt x="30426" y="815925"/>
                    </a:lnTo>
                    <a:lnTo>
                      <a:pt x="27671" y="801542"/>
                    </a:lnTo>
                    <a:lnTo>
                      <a:pt x="141525" y="685191"/>
                    </a:lnTo>
                    <a:lnTo>
                      <a:pt x="333558" y="501840"/>
                    </a:lnTo>
                    <a:lnTo>
                      <a:pt x="926982" y="137124"/>
                    </a:lnTo>
                    <a:lnTo>
                      <a:pt x="1195515" y="0"/>
                    </a:lnTo>
                    <a:lnTo>
                      <a:pt x="1310247" y="7317"/>
                    </a:lnTo>
                    <a:lnTo>
                      <a:pt x="1367696" y="105050"/>
                    </a:lnTo>
                    <a:lnTo>
                      <a:pt x="1358857" y="107662"/>
                    </a:lnTo>
                    <a:lnTo>
                      <a:pt x="1306103" y="17997"/>
                    </a:lnTo>
                    <a:lnTo>
                      <a:pt x="1181322" y="23044"/>
                    </a:lnTo>
                    <a:lnTo>
                      <a:pt x="802746" y="233217"/>
                    </a:lnTo>
                    <a:lnTo>
                      <a:pt x="661491" y="317406"/>
                    </a:lnTo>
                    <a:lnTo>
                      <a:pt x="306630" y="550044"/>
                    </a:lnTo>
                    <a:lnTo>
                      <a:pt x="0" y="8483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" name="Контур"/>
              <p:cNvSpPr/>
              <p:nvPr/>
            </p:nvSpPr>
            <p:spPr>
              <a:xfrm>
                <a:off x="1764417" y="9964748"/>
                <a:ext cx="290875" cy="182108"/>
              </a:xfrm>
              <a:custGeom>
                <a:avLst/>
                <a:gdLst/>
                <a:ahLst/>
                <a:cxnLst/>
                <a:rect l="l" t="t" r="r" b="b"/>
                <a:pathLst>
                  <a:path w="290875" h="182108">
                    <a:moveTo>
                      <a:pt x="0" y="78563"/>
                    </a:moveTo>
                    <a:lnTo>
                      <a:pt x="66872" y="157961"/>
                    </a:lnTo>
                    <a:lnTo>
                      <a:pt x="70948" y="161232"/>
                    </a:lnTo>
                    <a:lnTo>
                      <a:pt x="75961" y="162708"/>
                    </a:lnTo>
                    <a:lnTo>
                      <a:pt x="81160" y="162170"/>
                    </a:lnTo>
                    <a:lnTo>
                      <a:pt x="85764" y="159699"/>
                    </a:lnTo>
                    <a:lnTo>
                      <a:pt x="280297" y="0"/>
                    </a:lnTo>
                    <a:lnTo>
                      <a:pt x="290875" y="24869"/>
                    </a:lnTo>
                    <a:lnTo>
                      <a:pt x="239419" y="62050"/>
                    </a:lnTo>
                    <a:lnTo>
                      <a:pt x="73264" y="182108"/>
                    </a:lnTo>
                    <a:lnTo>
                      <a:pt x="18623" y="104425"/>
                    </a:lnTo>
                    <a:lnTo>
                      <a:pt x="0" y="785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" name="Контур"/>
              <p:cNvSpPr/>
              <p:nvPr/>
            </p:nvSpPr>
            <p:spPr>
              <a:xfrm>
                <a:off x="1990178" y="10040084"/>
                <a:ext cx="19593" cy="18104"/>
              </a:xfrm>
              <a:custGeom>
                <a:avLst/>
                <a:gdLst/>
                <a:ahLst/>
                <a:cxnLst/>
                <a:rect l="l" t="t" r="r" b="b"/>
                <a:pathLst>
                  <a:path w="19593" h="18104">
                    <a:moveTo>
                      <a:pt x="19593" y="6924"/>
                    </a:moveTo>
                    <a:lnTo>
                      <a:pt x="5471" y="18104"/>
                    </a:lnTo>
                    <a:lnTo>
                      <a:pt x="0" y="10638"/>
                    </a:lnTo>
                    <a:lnTo>
                      <a:pt x="14521" y="0"/>
                    </a:lnTo>
                    <a:lnTo>
                      <a:pt x="19593" y="69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3" name="Контур"/>
              <p:cNvSpPr/>
              <p:nvPr/>
            </p:nvSpPr>
            <p:spPr>
              <a:xfrm>
                <a:off x="2237358" y="9265797"/>
                <a:ext cx="569682" cy="479049"/>
              </a:xfrm>
              <a:custGeom>
                <a:avLst/>
                <a:gdLst/>
                <a:ahLst/>
                <a:cxnLst/>
                <a:rect l="l" t="t" r="r" b="b"/>
                <a:pathLst>
                  <a:path w="569682" h="479049">
                    <a:moveTo>
                      <a:pt x="288379" y="152588"/>
                    </a:moveTo>
                    <a:lnTo>
                      <a:pt x="299449" y="162792"/>
                    </a:lnTo>
                    <a:lnTo>
                      <a:pt x="309637" y="161068"/>
                    </a:lnTo>
                    <a:lnTo>
                      <a:pt x="533163" y="20814"/>
                    </a:lnTo>
                    <a:lnTo>
                      <a:pt x="538886" y="5633"/>
                    </a:lnTo>
                    <a:lnTo>
                      <a:pt x="548376" y="0"/>
                    </a:lnTo>
                    <a:lnTo>
                      <a:pt x="569682" y="37766"/>
                    </a:lnTo>
                    <a:lnTo>
                      <a:pt x="337585" y="179347"/>
                    </a:lnTo>
                    <a:lnTo>
                      <a:pt x="145552" y="362698"/>
                    </a:lnTo>
                    <a:lnTo>
                      <a:pt x="31698" y="479049"/>
                    </a:lnTo>
                    <a:lnTo>
                      <a:pt x="0" y="446801"/>
                    </a:lnTo>
                    <a:lnTo>
                      <a:pt x="48587" y="399103"/>
                    </a:lnTo>
                    <a:lnTo>
                      <a:pt x="65387" y="397139"/>
                    </a:lnTo>
                    <a:lnTo>
                      <a:pt x="282951" y="178263"/>
                    </a:lnTo>
                    <a:lnTo>
                      <a:pt x="286871" y="169154"/>
                    </a:lnTo>
                    <a:lnTo>
                      <a:pt x="282320" y="158474"/>
                    </a:lnTo>
                    <a:lnTo>
                      <a:pt x="288379" y="15258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4" name="Контур"/>
              <p:cNvSpPr/>
              <p:nvPr/>
            </p:nvSpPr>
            <p:spPr>
              <a:xfrm>
                <a:off x="1635433" y="8094067"/>
                <a:ext cx="239803" cy="197007"/>
              </a:xfrm>
              <a:custGeom>
                <a:avLst/>
                <a:gdLst/>
                <a:ahLst/>
                <a:cxnLst/>
                <a:rect l="l" t="t" r="r" b="b"/>
                <a:pathLst>
                  <a:path w="239803" h="197007">
                    <a:moveTo>
                      <a:pt x="171325" y="0"/>
                    </a:moveTo>
                    <a:lnTo>
                      <a:pt x="217759" y="85056"/>
                    </a:lnTo>
                    <a:lnTo>
                      <a:pt x="211352" y="92319"/>
                    </a:lnTo>
                    <a:lnTo>
                      <a:pt x="211862" y="102638"/>
                    </a:lnTo>
                    <a:lnTo>
                      <a:pt x="239803" y="161686"/>
                    </a:lnTo>
                    <a:lnTo>
                      <a:pt x="163943" y="197007"/>
                    </a:lnTo>
                    <a:lnTo>
                      <a:pt x="107950" y="83164"/>
                    </a:lnTo>
                    <a:lnTo>
                      <a:pt x="96322" y="79286"/>
                    </a:lnTo>
                    <a:lnTo>
                      <a:pt x="57819" y="97790"/>
                    </a:lnTo>
                    <a:lnTo>
                      <a:pt x="50379" y="110691"/>
                    </a:lnTo>
                    <a:lnTo>
                      <a:pt x="56370" y="125395"/>
                    </a:lnTo>
                    <a:lnTo>
                      <a:pt x="42791" y="132220"/>
                    </a:lnTo>
                    <a:lnTo>
                      <a:pt x="35827" y="120254"/>
                    </a:lnTo>
                    <a:lnTo>
                      <a:pt x="22098" y="117892"/>
                    </a:lnTo>
                    <a:lnTo>
                      <a:pt x="0" y="71502"/>
                    </a:lnTo>
                    <a:lnTo>
                      <a:pt x="27222" y="58951"/>
                    </a:lnTo>
                    <a:lnTo>
                      <a:pt x="39582" y="59386"/>
                    </a:lnTo>
                    <a:lnTo>
                      <a:pt x="92220" y="32593"/>
                    </a:lnTo>
                    <a:lnTo>
                      <a:pt x="108770" y="35377"/>
                    </a:lnTo>
                    <a:lnTo>
                      <a:pt x="17132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5" name="Контур"/>
              <p:cNvSpPr/>
              <p:nvPr/>
            </p:nvSpPr>
            <p:spPr>
              <a:xfrm>
                <a:off x="252000" y="7864563"/>
                <a:ext cx="169131" cy="189287"/>
              </a:xfrm>
              <a:custGeom>
                <a:avLst/>
                <a:gdLst/>
                <a:ahLst/>
                <a:cxnLst/>
                <a:rect l="l" t="t" r="r" b="b"/>
                <a:pathLst>
                  <a:path w="169131" h="189287">
                    <a:moveTo>
                      <a:pt x="0" y="189287"/>
                    </a:moveTo>
                    <a:lnTo>
                      <a:pt x="0" y="101124"/>
                    </a:lnTo>
                    <a:lnTo>
                      <a:pt x="169131" y="0"/>
                    </a:lnTo>
                    <a:lnTo>
                      <a:pt x="135880" y="59229"/>
                    </a:lnTo>
                    <a:lnTo>
                      <a:pt x="153304" y="95836"/>
                    </a:lnTo>
                    <a:lnTo>
                      <a:pt x="96216" y="13063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6" name="Контур"/>
              <p:cNvSpPr/>
              <p:nvPr/>
            </p:nvSpPr>
            <p:spPr>
              <a:xfrm>
                <a:off x="661213" y="1584000"/>
                <a:ext cx="8380488" cy="5982174"/>
              </a:xfrm>
              <a:custGeom>
                <a:avLst/>
                <a:gdLst/>
                <a:ahLst/>
                <a:cxnLst/>
                <a:rect l="l" t="t" r="r" b="b"/>
                <a:pathLst>
                  <a:path w="8380488" h="5982174">
                    <a:moveTo>
                      <a:pt x="5599304" y="2224209"/>
                    </a:moveTo>
                    <a:lnTo>
                      <a:pt x="5872378" y="2012013"/>
                    </a:lnTo>
                    <a:lnTo>
                      <a:pt x="5877443" y="2003351"/>
                    </a:lnTo>
                    <a:lnTo>
                      <a:pt x="5871567" y="1988520"/>
                    </a:lnTo>
                    <a:lnTo>
                      <a:pt x="5962312" y="1912395"/>
                    </a:lnTo>
                    <a:lnTo>
                      <a:pt x="5965292" y="1895933"/>
                    </a:lnTo>
                    <a:lnTo>
                      <a:pt x="6070661" y="1818338"/>
                    </a:lnTo>
                    <a:lnTo>
                      <a:pt x="6080976" y="1827334"/>
                    </a:lnTo>
                    <a:lnTo>
                      <a:pt x="6095707" y="1824513"/>
                    </a:lnTo>
                    <a:lnTo>
                      <a:pt x="6704444" y="1224393"/>
                    </a:lnTo>
                    <a:lnTo>
                      <a:pt x="6851507" y="1097515"/>
                    </a:lnTo>
                    <a:lnTo>
                      <a:pt x="6950741" y="995432"/>
                    </a:lnTo>
                    <a:lnTo>
                      <a:pt x="7264791" y="706178"/>
                    </a:lnTo>
                    <a:lnTo>
                      <a:pt x="7299285" y="751750"/>
                    </a:lnTo>
                    <a:lnTo>
                      <a:pt x="7308198" y="756974"/>
                    </a:lnTo>
                    <a:lnTo>
                      <a:pt x="7318195" y="754368"/>
                    </a:lnTo>
                    <a:lnTo>
                      <a:pt x="8181107" y="101434"/>
                    </a:lnTo>
                    <a:lnTo>
                      <a:pt x="8275120" y="35331"/>
                    </a:lnTo>
                    <a:lnTo>
                      <a:pt x="8276091" y="45458"/>
                    </a:lnTo>
                    <a:lnTo>
                      <a:pt x="8343058" y="0"/>
                    </a:lnTo>
                    <a:lnTo>
                      <a:pt x="8380488" y="0"/>
                    </a:lnTo>
                    <a:lnTo>
                      <a:pt x="7878408" y="368518"/>
                    </a:lnTo>
                    <a:lnTo>
                      <a:pt x="7708740" y="508126"/>
                    </a:lnTo>
                    <a:lnTo>
                      <a:pt x="6540585" y="1561972"/>
                    </a:lnTo>
                    <a:lnTo>
                      <a:pt x="6300555" y="1769989"/>
                    </a:lnTo>
                    <a:lnTo>
                      <a:pt x="6012519" y="1994017"/>
                    </a:lnTo>
                    <a:lnTo>
                      <a:pt x="2447303" y="4581361"/>
                    </a:lnTo>
                    <a:lnTo>
                      <a:pt x="1986793" y="4909376"/>
                    </a:lnTo>
                    <a:lnTo>
                      <a:pt x="1245044" y="5331719"/>
                    </a:lnTo>
                    <a:lnTo>
                      <a:pt x="621447" y="5650897"/>
                    </a:lnTo>
                    <a:lnTo>
                      <a:pt x="498391" y="5721798"/>
                    </a:lnTo>
                    <a:lnTo>
                      <a:pt x="0" y="5982174"/>
                    </a:lnTo>
                    <a:lnTo>
                      <a:pt x="627358" y="5619600"/>
                    </a:lnTo>
                    <a:lnTo>
                      <a:pt x="1968807" y="4883242"/>
                    </a:lnTo>
                    <a:lnTo>
                      <a:pt x="2039170" y="4828643"/>
                    </a:lnTo>
                    <a:lnTo>
                      <a:pt x="2058171" y="4804240"/>
                    </a:lnTo>
                    <a:lnTo>
                      <a:pt x="2086964" y="4801166"/>
                    </a:lnTo>
                    <a:lnTo>
                      <a:pt x="2159772" y="4744624"/>
                    </a:lnTo>
                    <a:lnTo>
                      <a:pt x="2267991" y="4670712"/>
                    </a:lnTo>
                    <a:lnTo>
                      <a:pt x="2264492" y="4653849"/>
                    </a:lnTo>
                    <a:lnTo>
                      <a:pt x="2274558" y="4633559"/>
                    </a:lnTo>
                    <a:lnTo>
                      <a:pt x="2293348" y="4613777"/>
                    </a:lnTo>
                    <a:lnTo>
                      <a:pt x="3453689" y="3779624"/>
                    </a:lnTo>
                    <a:lnTo>
                      <a:pt x="3502493" y="3733675"/>
                    </a:lnTo>
                    <a:lnTo>
                      <a:pt x="3764458" y="3548634"/>
                    </a:lnTo>
                    <a:lnTo>
                      <a:pt x="4224104" y="3196800"/>
                    </a:lnTo>
                    <a:lnTo>
                      <a:pt x="4551147" y="2968795"/>
                    </a:lnTo>
                    <a:lnTo>
                      <a:pt x="4597689" y="2928536"/>
                    </a:lnTo>
                    <a:lnTo>
                      <a:pt x="4699710" y="2863220"/>
                    </a:lnTo>
                    <a:lnTo>
                      <a:pt x="4712069" y="2860810"/>
                    </a:lnTo>
                    <a:lnTo>
                      <a:pt x="4740597" y="2834668"/>
                    </a:lnTo>
                    <a:lnTo>
                      <a:pt x="5187975" y="2513110"/>
                    </a:lnTo>
                    <a:lnTo>
                      <a:pt x="5363281" y="2371662"/>
                    </a:lnTo>
                    <a:lnTo>
                      <a:pt x="5371020" y="2375800"/>
                    </a:lnTo>
                    <a:lnTo>
                      <a:pt x="5380973" y="23731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7" name="Контур"/>
              <p:cNvSpPr/>
              <p:nvPr/>
            </p:nvSpPr>
            <p:spPr>
              <a:xfrm>
                <a:off x="387880" y="7197484"/>
                <a:ext cx="1234777" cy="762915"/>
              </a:xfrm>
              <a:custGeom>
                <a:avLst/>
                <a:gdLst/>
                <a:ahLst/>
                <a:cxnLst/>
                <a:rect l="l" t="t" r="r" b="b"/>
                <a:pathLst>
                  <a:path w="1234777" h="762915">
                    <a:moveTo>
                      <a:pt x="276836" y="604782"/>
                    </a:moveTo>
                    <a:lnTo>
                      <a:pt x="17424" y="762915"/>
                    </a:lnTo>
                    <a:lnTo>
                      <a:pt x="0" y="726308"/>
                    </a:lnTo>
                    <a:lnTo>
                      <a:pt x="33251" y="667079"/>
                    </a:lnTo>
                    <a:lnTo>
                      <a:pt x="80289" y="641927"/>
                    </a:lnTo>
                    <a:lnTo>
                      <a:pt x="411282" y="427735"/>
                    </a:lnTo>
                    <a:lnTo>
                      <a:pt x="1090521" y="10989"/>
                    </a:lnTo>
                    <a:lnTo>
                      <a:pt x="1121850" y="2673"/>
                    </a:lnTo>
                    <a:lnTo>
                      <a:pt x="1234777" y="0"/>
                    </a:lnTo>
                    <a:lnTo>
                      <a:pt x="1144089" y="61605"/>
                    </a:lnTo>
                    <a:lnTo>
                      <a:pt x="1033686" y="104040"/>
                    </a:lnTo>
                    <a:lnTo>
                      <a:pt x="857781" y="215739"/>
                    </a:lnTo>
                    <a:lnTo>
                      <a:pt x="869634" y="235710"/>
                    </a:lnTo>
                    <a:lnTo>
                      <a:pt x="722872" y="328438"/>
                    </a:lnTo>
                    <a:lnTo>
                      <a:pt x="706431" y="304512"/>
                    </a:lnTo>
                    <a:lnTo>
                      <a:pt x="262506" y="580594"/>
                    </a:lnTo>
                    <a:lnTo>
                      <a:pt x="276836" y="60478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8" name="Контур"/>
              <p:cNvSpPr/>
              <p:nvPr/>
            </p:nvSpPr>
            <p:spPr>
              <a:xfrm>
                <a:off x="252000" y="7552690"/>
                <a:ext cx="95055" cy="98607"/>
              </a:xfrm>
              <a:custGeom>
                <a:avLst/>
                <a:gdLst/>
                <a:ahLst/>
                <a:cxnLst/>
                <a:rect l="l" t="t" r="r" b="b"/>
                <a:pathLst>
                  <a:path w="95055" h="98607">
                    <a:moveTo>
                      <a:pt x="0" y="12764"/>
                    </a:moveTo>
                    <a:lnTo>
                      <a:pt x="21331" y="0"/>
                    </a:lnTo>
                    <a:lnTo>
                      <a:pt x="31075" y="15168"/>
                    </a:lnTo>
                    <a:lnTo>
                      <a:pt x="34688" y="18928"/>
                    </a:lnTo>
                    <a:lnTo>
                      <a:pt x="39455" y="21039"/>
                    </a:lnTo>
                    <a:lnTo>
                      <a:pt x="44667" y="21186"/>
                    </a:lnTo>
                    <a:lnTo>
                      <a:pt x="49546" y="19346"/>
                    </a:lnTo>
                    <a:lnTo>
                      <a:pt x="70834" y="6151"/>
                    </a:lnTo>
                    <a:lnTo>
                      <a:pt x="95055" y="41030"/>
                    </a:lnTo>
                    <a:lnTo>
                      <a:pt x="0" y="9860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9" name="Контур"/>
              <p:cNvSpPr/>
              <p:nvPr/>
            </p:nvSpPr>
            <p:spPr>
              <a:xfrm>
                <a:off x="252000" y="5977867"/>
                <a:ext cx="3540319" cy="1987875"/>
              </a:xfrm>
              <a:custGeom>
                <a:avLst/>
                <a:gdLst/>
                <a:ahLst/>
                <a:cxnLst/>
                <a:rect l="l" t="t" r="r" b="b"/>
                <a:pathLst>
                  <a:path w="3540319" h="1987875">
                    <a:moveTo>
                      <a:pt x="1343379" y="1100266"/>
                    </a:moveTo>
                    <a:lnTo>
                      <a:pt x="1552660" y="995355"/>
                    </a:lnTo>
                    <a:lnTo>
                      <a:pt x="1822545" y="849933"/>
                    </a:lnTo>
                    <a:lnTo>
                      <a:pt x="2232061" y="660240"/>
                    </a:lnTo>
                    <a:lnTo>
                      <a:pt x="2351311" y="626481"/>
                    </a:lnTo>
                    <a:lnTo>
                      <a:pt x="2457385" y="588303"/>
                    </a:lnTo>
                    <a:lnTo>
                      <a:pt x="2844286" y="423711"/>
                    </a:lnTo>
                    <a:lnTo>
                      <a:pt x="3068998" y="316584"/>
                    </a:lnTo>
                    <a:lnTo>
                      <a:pt x="3217903" y="229698"/>
                    </a:lnTo>
                    <a:lnTo>
                      <a:pt x="3540319" y="0"/>
                    </a:lnTo>
                    <a:lnTo>
                      <a:pt x="3347172" y="164186"/>
                    </a:lnTo>
                    <a:lnTo>
                      <a:pt x="3240804" y="246486"/>
                    </a:lnTo>
                    <a:lnTo>
                      <a:pt x="3089336" y="346234"/>
                    </a:lnTo>
                    <a:lnTo>
                      <a:pt x="2342974" y="716619"/>
                    </a:lnTo>
                    <a:lnTo>
                      <a:pt x="2329732" y="683304"/>
                    </a:lnTo>
                    <a:lnTo>
                      <a:pt x="1985689" y="847736"/>
                    </a:lnTo>
                    <a:lnTo>
                      <a:pt x="1965026" y="810297"/>
                    </a:lnTo>
                    <a:lnTo>
                      <a:pt x="1852860" y="862817"/>
                    </a:lnTo>
                    <a:lnTo>
                      <a:pt x="1348209" y="1153214"/>
                    </a:lnTo>
                    <a:lnTo>
                      <a:pt x="1370657" y="1219617"/>
                    </a:lnTo>
                    <a:lnTo>
                      <a:pt x="1257730" y="1222290"/>
                    </a:lnTo>
                    <a:lnTo>
                      <a:pt x="1226401" y="1230606"/>
                    </a:lnTo>
                    <a:lnTo>
                      <a:pt x="547162" y="1647352"/>
                    </a:lnTo>
                    <a:lnTo>
                      <a:pt x="216169" y="1861544"/>
                    </a:lnTo>
                    <a:lnTo>
                      <a:pt x="0" y="1987875"/>
                    </a:lnTo>
                    <a:lnTo>
                      <a:pt x="0" y="1867860"/>
                    </a:lnTo>
                    <a:lnTo>
                      <a:pt x="907604" y="132793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0" name="Контур"/>
              <p:cNvSpPr/>
              <p:nvPr/>
            </p:nvSpPr>
            <p:spPr>
              <a:xfrm>
                <a:off x="252000" y="7749645"/>
                <a:ext cx="39378" cy="30318"/>
              </a:xfrm>
              <a:custGeom>
                <a:avLst/>
                <a:gdLst/>
                <a:ahLst/>
                <a:cxnLst/>
                <a:rect l="l" t="t" r="r" b="b"/>
                <a:pathLst>
                  <a:path w="39378" h="30318">
                    <a:moveTo>
                      <a:pt x="0" y="30318"/>
                    </a:moveTo>
                    <a:lnTo>
                      <a:pt x="0" y="13043"/>
                    </a:lnTo>
                    <a:lnTo>
                      <a:pt x="34034" y="0"/>
                    </a:lnTo>
                    <a:lnTo>
                      <a:pt x="39378" y="974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1" name="Контур"/>
              <p:cNvSpPr/>
              <p:nvPr/>
            </p:nvSpPr>
            <p:spPr>
              <a:xfrm>
                <a:off x="252000" y="7305798"/>
                <a:ext cx="907604" cy="539959"/>
              </a:xfrm>
              <a:custGeom>
                <a:avLst/>
                <a:gdLst/>
                <a:ahLst/>
                <a:cxnLst/>
                <a:rect l="l" t="t" r="r" b="b"/>
                <a:pathLst>
                  <a:path w="907604" h="539959">
                    <a:moveTo>
                      <a:pt x="0" y="474165"/>
                    </a:moveTo>
                    <a:lnTo>
                      <a:pt x="39378" y="453592"/>
                    </a:lnTo>
                    <a:lnTo>
                      <a:pt x="47923" y="469180"/>
                    </a:lnTo>
                    <a:lnTo>
                      <a:pt x="409213" y="260376"/>
                    </a:lnTo>
                    <a:lnTo>
                      <a:pt x="907604" y="0"/>
                    </a:lnTo>
                    <a:lnTo>
                      <a:pt x="304810" y="360649"/>
                    </a:lnTo>
                    <a:lnTo>
                      <a:pt x="25037" y="525230"/>
                    </a:lnTo>
                    <a:lnTo>
                      <a:pt x="6863" y="535921"/>
                    </a:lnTo>
                    <a:lnTo>
                      <a:pt x="0" y="5399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2" name="Контур"/>
              <p:cNvSpPr/>
              <p:nvPr/>
            </p:nvSpPr>
            <p:spPr>
              <a:xfrm>
                <a:off x="347780" y="8471530"/>
                <a:ext cx="346812" cy="303906"/>
              </a:xfrm>
              <a:custGeom>
                <a:avLst/>
                <a:gdLst/>
                <a:ahLst/>
                <a:cxnLst/>
                <a:rect l="l" t="t" r="r" b="b"/>
                <a:pathLst>
                  <a:path w="346812" h="303906">
                    <a:moveTo>
                      <a:pt x="340473" y="183792"/>
                    </a:moveTo>
                    <a:lnTo>
                      <a:pt x="334045" y="199717"/>
                    </a:lnTo>
                    <a:lnTo>
                      <a:pt x="346812" y="219018"/>
                    </a:lnTo>
                    <a:lnTo>
                      <a:pt x="289140" y="260944"/>
                    </a:lnTo>
                    <a:lnTo>
                      <a:pt x="289157" y="303906"/>
                    </a:lnTo>
                    <a:lnTo>
                      <a:pt x="214876" y="190294"/>
                    </a:lnTo>
                    <a:lnTo>
                      <a:pt x="124446" y="246823"/>
                    </a:lnTo>
                    <a:lnTo>
                      <a:pt x="0" y="65193"/>
                    </a:lnTo>
                    <a:lnTo>
                      <a:pt x="98223" y="0"/>
                    </a:lnTo>
                    <a:lnTo>
                      <a:pt x="130012" y="46595"/>
                    </a:lnTo>
                    <a:lnTo>
                      <a:pt x="167420" y="60644"/>
                    </a:lnTo>
                    <a:lnTo>
                      <a:pt x="214706" y="35868"/>
                    </a:lnTo>
                    <a:lnTo>
                      <a:pt x="302375" y="153103"/>
                    </a:lnTo>
                    <a:lnTo>
                      <a:pt x="311258" y="158380"/>
                    </a:lnTo>
                    <a:lnTo>
                      <a:pt x="323065" y="154488"/>
                    </a:lnTo>
                    <a:lnTo>
                      <a:pt x="340473" y="183792"/>
                    </a:lnTo>
                    <a:close/>
                    <a:moveTo>
                      <a:pt x="72190" y="124135"/>
                    </a:moveTo>
                    <a:lnTo>
                      <a:pt x="65610" y="132100"/>
                    </a:lnTo>
                    <a:lnTo>
                      <a:pt x="66589" y="142387"/>
                    </a:lnTo>
                    <a:lnTo>
                      <a:pt x="92261" y="190794"/>
                    </a:lnTo>
                    <a:lnTo>
                      <a:pt x="102295" y="197836"/>
                    </a:lnTo>
                    <a:lnTo>
                      <a:pt x="201790" y="147988"/>
                    </a:lnTo>
                    <a:lnTo>
                      <a:pt x="208903" y="134782"/>
                    </a:lnTo>
                    <a:lnTo>
                      <a:pt x="181718" y="81329"/>
                    </a:lnTo>
                    <a:lnTo>
                      <a:pt x="171685" y="74287"/>
                    </a:lnTo>
                    <a:lnTo>
                      <a:pt x="72190" y="12413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3" name="Контур"/>
              <p:cNvSpPr/>
              <p:nvPr/>
            </p:nvSpPr>
            <p:spPr>
              <a:xfrm>
                <a:off x="252000" y="8536723"/>
                <a:ext cx="154855" cy="210100"/>
              </a:xfrm>
              <a:custGeom>
                <a:avLst/>
                <a:gdLst/>
                <a:ahLst/>
                <a:cxnLst/>
                <a:rect l="l" t="t" r="r" b="b"/>
                <a:pathLst>
                  <a:path w="154855" h="210100">
                    <a:moveTo>
                      <a:pt x="0" y="59951"/>
                    </a:moveTo>
                    <a:lnTo>
                      <a:pt x="95780" y="0"/>
                    </a:lnTo>
                    <a:lnTo>
                      <a:pt x="154855" y="84209"/>
                    </a:lnTo>
                    <a:lnTo>
                      <a:pt x="0" y="169238"/>
                    </a:lnTo>
                    <a:lnTo>
                      <a:pt x="0" y="182073"/>
                    </a:lnTo>
                    <a:lnTo>
                      <a:pt x="8217" y="195038"/>
                    </a:lnTo>
                    <a:lnTo>
                      <a:pt x="13165" y="201228"/>
                    </a:lnTo>
                    <a:lnTo>
                      <a:pt x="0" y="2101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4" name="Контур"/>
              <p:cNvSpPr/>
              <p:nvPr/>
            </p:nvSpPr>
            <p:spPr>
              <a:xfrm>
                <a:off x="670845" y="8591953"/>
                <a:ext cx="61187" cy="63369"/>
              </a:xfrm>
              <a:custGeom>
                <a:avLst/>
                <a:gdLst/>
                <a:ahLst/>
                <a:cxnLst/>
                <a:rect l="l" t="t" r="r" b="b"/>
                <a:pathLst>
                  <a:path w="61187" h="63369">
                    <a:moveTo>
                      <a:pt x="61187" y="32580"/>
                    </a:moveTo>
                    <a:lnTo>
                      <a:pt x="17408" y="63369"/>
                    </a:lnTo>
                    <a:lnTo>
                      <a:pt x="0" y="34065"/>
                    </a:lnTo>
                    <a:lnTo>
                      <a:pt x="45554" y="0"/>
                    </a:lnTo>
                    <a:lnTo>
                      <a:pt x="61187" y="325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5" name="Контур"/>
              <p:cNvSpPr/>
              <p:nvPr/>
            </p:nvSpPr>
            <p:spPr>
              <a:xfrm>
                <a:off x="252000" y="8449893"/>
                <a:ext cx="310486" cy="146781"/>
              </a:xfrm>
              <a:custGeom>
                <a:avLst/>
                <a:gdLst/>
                <a:ahLst/>
                <a:cxnLst/>
                <a:rect l="l" t="t" r="r" b="b"/>
                <a:pathLst>
                  <a:path w="310486" h="146781">
                    <a:moveTo>
                      <a:pt x="310486" y="57505"/>
                    </a:moveTo>
                    <a:lnTo>
                      <a:pt x="263200" y="82281"/>
                    </a:lnTo>
                    <a:lnTo>
                      <a:pt x="225792" y="68232"/>
                    </a:lnTo>
                    <a:lnTo>
                      <a:pt x="194003" y="21637"/>
                    </a:lnTo>
                    <a:lnTo>
                      <a:pt x="153714" y="48633"/>
                    </a:lnTo>
                    <a:lnTo>
                      <a:pt x="95780" y="86830"/>
                    </a:lnTo>
                    <a:lnTo>
                      <a:pt x="0" y="146781"/>
                    </a:lnTo>
                    <a:lnTo>
                      <a:pt x="0" y="121235"/>
                    </a:lnTo>
                    <a:lnTo>
                      <a:pt x="133767" y="35502"/>
                    </a:lnTo>
                    <a:lnTo>
                      <a:pt x="194387" y="740"/>
                    </a:lnTo>
                    <a:lnTo>
                      <a:pt x="204736" y="0"/>
                    </a:lnTo>
                    <a:lnTo>
                      <a:pt x="226175" y="40679"/>
                    </a:lnTo>
                    <a:lnTo>
                      <a:pt x="249832" y="59908"/>
                    </a:lnTo>
                    <a:lnTo>
                      <a:pt x="273488" y="48815"/>
                    </a:lnTo>
                    <a:lnTo>
                      <a:pt x="294193" y="34819"/>
                    </a:lnTo>
                    <a:lnTo>
                      <a:pt x="295776" y="3783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6" name="Контур"/>
              <p:cNvSpPr/>
              <p:nvPr/>
            </p:nvSpPr>
            <p:spPr>
              <a:xfrm>
                <a:off x="1025621" y="8308399"/>
                <a:ext cx="262118" cy="124646"/>
              </a:xfrm>
              <a:custGeom>
                <a:avLst/>
                <a:gdLst/>
                <a:ahLst/>
                <a:cxnLst/>
                <a:rect l="l" t="t" r="r" b="b"/>
                <a:pathLst>
                  <a:path w="262118" h="124646">
                    <a:moveTo>
                      <a:pt x="262118" y="17766"/>
                    </a:moveTo>
                    <a:lnTo>
                      <a:pt x="49808" y="124646"/>
                    </a:lnTo>
                    <a:lnTo>
                      <a:pt x="0" y="46228"/>
                    </a:lnTo>
                    <a:lnTo>
                      <a:pt x="55961" y="8145"/>
                    </a:lnTo>
                    <a:lnTo>
                      <a:pt x="71235" y="34268"/>
                    </a:lnTo>
                    <a:lnTo>
                      <a:pt x="146285" y="0"/>
                    </a:lnTo>
                    <a:lnTo>
                      <a:pt x="257723" y="8807"/>
                    </a:lnTo>
                    <a:lnTo>
                      <a:pt x="260946" y="16097"/>
                    </a:lnTo>
                    <a:lnTo>
                      <a:pt x="262118" y="177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7" name="Контур"/>
              <p:cNvSpPr/>
              <p:nvPr/>
            </p:nvSpPr>
            <p:spPr>
              <a:xfrm>
                <a:off x="1081582" y="8224279"/>
                <a:ext cx="201762" cy="118388"/>
              </a:xfrm>
              <a:custGeom>
                <a:avLst/>
                <a:gdLst/>
                <a:ahLst/>
                <a:cxnLst/>
                <a:rect l="l" t="t" r="r" b="b"/>
                <a:pathLst>
                  <a:path w="201762" h="118388">
                    <a:moveTo>
                      <a:pt x="201762" y="92927"/>
                    </a:moveTo>
                    <a:lnTo>
                      <a:pt x="90324" y="84120"/>
                    </a:lnTo>
                    <a:lnTo>
                      <a:pt x="15274" y="118388"/>
                    </a:lnTo>
                    <a:lnTo>
                      <a:pt x="0" y="92265"/>
                    </a:lnTo>
                    <a:lnTo>
                      <a:pt x="15753" y="97789"/>
                    </a:lnTo>
                    <a:lnTo>
                      <a:pt x="87933" y="55321"/>
                    </a:lnTo>
                    <a:lnTo>
                      <a:pt x="92152" y="62319"/>
                    </a:lnTo>
                    <a:lnTo>
                      <a:pt x="123430" y="43466"/>
                    </a:lnTo>
                    <a:lnTo>
                      <a:pt x="119180" y="36415"/>
                    </a:lnTo>
                    <a:lnTo>
                      <a:pt x="179370" y="0"/>
                    </a:lnTo>
                    <a:lnTo>
                      <a:pt x="191035" y="26708"/>
                    </a:lnTo>
                    <a:lnTo>
                      <a:pt x="181656" y="33672"/>
                    </a:lnTo>
                    <a:lnTo>
                      <a:pt x="179899" y="41829"/>
                    </a:lnTo>
                    <a:lnTo>
                      <a:pt x="201762" y="929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8" name="Контур"/>
              <p:cNvSpPr/>
              <p:nvPr/>
            </p:nvSpPr>
            <p:spPr>
              <a:xfrm>
                <a:off x="252000" y="8401785"/>
                <a:ext cx="220812" cy="151946"/>
              </a:xfrm>
              <a:custGeom>
                <a:avLst/>
                <a:gdLst/>
                <a:ahLst/>
                <a:cxnLst/>
                <a:rect l="l" t="t" r="r" b="b"/>
                <a:pathLst>
                  <a:path w="220812" h="151946">
                    <a:moveTo>
                      <a:pt x="220812" y="12888"/>
                    </a:moveTo>
                    <a:lnTo>
                      <a:pt x="191643" y="36187"/>
                    </a:lnTo>
                    <a:lnTo>
                      <a:pt x="124736" y="72292"/>
                    </a:lnTo>
                    <a:lnTo>
                      <a:pt x="31269" y="130907"/>
                    </a:lnTo>
                    <a:lnTo>
                      <a:pt x="0" y="151946"/>
                    </a:lnTo>
                    <a:lnTo>
                      <a:pt x="0" y="140459"/>
                    </a:lnTo>
                    <a:lnTo>
                      <a:pt x="171840" y="26820"/>
                    </a:lnTo>
                    <a:lnTo>
                      <a:pt x="213369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9" name="Контур"/>
              <p:cNvSpPr/>
              <p:nvPr/>
            </p:nvSpPr>
            <p:spPr>
              <a:xfrm>
                <a:off x="252000" y="8414673"/>
                <a:ext cx="255504" cy="156455"/>
              </a:xfrm>
              <a:custGeom>
                <a:avLst/>
                <a:gdLst/>
                <a:ahLst/>
                <a:cxnLst/>
                <a:rect l="l" t="t" r="r" b="b"/>
                <a:pathLst>
                  <a:path w="255504" h="156455">
                    <a:moveTo>
                      <a:pt x="220812" y="0"/>
                    </a:moveTo>
                    <a:lnTo>
                      <a:pt x="252273" y="54475"/>
                    </a:lnTo>
                    <a:lnTo>
                      <a:pt x="254958" y="57782"/>
                    </a:lnTo>
                    <a:lnTo>
                      <a:pt x="255504" y="58133"/>
                    </a:lnTo>
                    <a:lnTo>
                      <a:pt x="226175" y="75899"/>
                    </a:lnTo>
                    <a:lnTo>
                      <a:pt x="204736" y="35220"/>
                    </a:lnTo>
                    <a:lnTo>
                      <a:pt x="194387" y="35960"/>
                    </a:lnTo>
                    <a:lnTo>
                      <a:pt x="133767" y="70722"/>
                    </a:lnTo>
                    <a:lnTo>
                      <a:pt x="0" y="156455"/>
                    </a:lnTo>
                    <a:lnTo>
                      <a:pt x="0" y="139058"/>
                    </a:lnTo>
                    <a:lnTo>
                      <a:pt x="31269" y="118019"/>
                    </a:lnTo>
                    <a:lnTo>
                      <a:pt x="124736" y="59404"/>
                    </a:lnTo>
                    <a:lnTo>
                      <a:pt x="191643" y="2329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0" name="Контур"/>
              <p:cNvSpPr/>
              <p:nvPr/>
            </p:nvSpPr>
            <p:spPr>
              <a:xfrm>
                <a:off x="254786" y="9327127"/>
                <a:ext cx="902737" cy="623063"/>
              </a:xfrm>
              <a:custGeom>
                <a:avLst/>
                <a:gdLst/>
                <a:ahLst/>
                <a:cxnLst/>
                <a:rect l="l" t="t" r="r" b="b"/>
                <a:pathLst>
                  <a:path w="902737" h="623063">
                    <a:moveTo>
                      <a:pt x="830180" y="0"/>
                    </a:moveTo>
                    <a:lnTo>
                      <a:pt x="890628" y="43063"/>
                    </a:lnTo>
                    <a:lnTo>
                      <a:pt x="902737" y="69564"/>
                    </a:lnTo>
                    <a:lnTo>
                      <a:pt x="901980" y="87736"/>
                    </a:lnTo>
                    <a:lnTo>
                      <a:pt x="893655" y="108937"/>
                    </a:lnTo>
                    <a:lnTo>
                      <a:pt x="593120" y="267903"/>
                    </a:lnTo>
                    <a:lnTo>
                      <a:pt x="430392" y="336140"/>
                    </a:lnTo>
                    <a:lnTo>
                      <a:pt x="390710" y="366754"/>
                    </a:lnTo>
                    <a:lnTo>
                      <a:pt x="307685" y="447894"/>
                    </a:lnTo>
                    <a:lnTo>
                      <a:pt x="256" y="623063"/>
                    </a:lnTo>
                    <a:lnTo>
                      <a:pt x="0" y="551608"/>
                    </a:lnTo>
                    <a:lnTo>
                      <a:pt x="379110" y="348964"/>
                    </a:lnTo>
                    <a:lnTo>
                      <a:pt x="684286" y="139069"/>
                    </a:lnTo>
                    <a:lnTo>
                      <a:pt x="824023" y="101365"/>
                    </a:lnTo>
                    <a:lnTo>
                      <a:pt x="852028" y="68807"/>
                    </a:lnTo>
                    <a:lnTo>
                      <a:pt x="843702" y="31705"/>
                    </a:lnTo>
                    <a:lnTo>
                      <a:pt x="83018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1" name="Контур"/>
              <p:cNvSpPr/>
              <p:nvPr/>
            </p:nvSpPr>
            <p:spPr>
              <a:xfrm>
                <a:off x="255042" y="9643241"/>
                <a:ext cx="483901" cy="375369"/>
              </a:xfrm>
              <a:custGeom>
                <a:avLst/>
                <a:gdLst/>
                <a:ahLst/>
                <a:cxnLst/>
                <a:rect l="l" t="t" r="r" b="b"/>
                <a:pathLst>
                  <a:path w="483901" h="375369">
                    <a:moveTo>
                      <a:pt x="0" y="306949"/>
                    </a:moveTo>
                    <a:lnTo>
                      <a:pt x="307429" y="131780"/>
                    </a:lnTo>
                    <a:lnTo>
                      <a:pt x="390454" y="50640"/>
                    </a:lnTo>
                    <a:lnTo>
                      <a:pt x="430136" y="20026"/>
                    </a:lnTo>
                    <a:lnTo>
                      <a:pt x="457857" y="6839"/>
                    </a:lnTo>
                    <a:lnTo>
                      <a:pt x="473617" y="0"/>
                    </a:lnTo>
                    <a:lnTo>
                      <a:pt x="483901" y="70040"/>
                    </a:lnTo>
                    <a:lnTo>
                      <a:pt x="462560" y="130847"/>
                    </a:lnTo>
                    <a:lnTo>
                      <a:pt x="237913" y="248420"/>
                    </a:lnTo>
                    <a:lnTo>
                      <a:pt x="246" y="375369"/>
                    </a:lnTo>
                    <a:lnTo>
                      <a:pt x="0" y="3069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2" name="Контур"/>
              <p:cNvSpPr/>
              <p:nvPr/>
            </p:nvSpPr>
            <p:spPr>
              <a:xfrm>
                <a:off x="728659" y="8959165"/>
                <a:ext cx="461466" cy="754116"/>
              </a:xfrm>
              <a:custGeom>
                <a:avLst/>
                <a:gdLst/>
                <a:ahLst/>
                <a:cxnLst/>
                <a:rect l="l" t="t" r="r" b="b"/>
                <a:pathLst>
                  <a:path w="461466" h="754116">
                    <a:moveTo>
                      <a:pt x="171187" y="0"/>
                    </a:moveTo>
                    <a:lnTo>
                      <a:pt x="412404" y="371638"/>
                    </a:lnTo>
                    <a:lnTo>
                      <a:pt x="461466" y="419923"/>
                    </a:lnTo>
                    <a:lnTo>
                      <a:pt x="432534" y="509230"/>
                    </a:lnTo>
                    <a:lnTo>
                      <a:pt x="54420" y="724778"/>
                    </a:lnTo>
                    <a:lnTo>
                      <a:pt x="10284" y="754116"/>
                    </a:lnTo>
                    <a:lnTo>
                      <a:pt x="0" y="684076"/>
                    </a:lnTo>
                    <a:lnTo>
                      <a:pt x="119247" y="635865"/>
                    </a:lnTo>
                    <a:lnTo>
                      <a:pt x="419782" y="476899"/>
                    </a:lnTo>
                    <a:lnTo>
                      <a:pt x="428107" y="455698"/>
                    </a:lnTo>
                    <a:lnTo>
                      <a:pt x="428864" y="437526"/>
                    </a:lnTo>
                    <a:lnTo>
                      <a:pt x="416755" y="411025"/>
                    </a:lnTo>
                    <a:lnTo>
                      <a:pt x="356307" y="367962"/>
                    </a:lnTo>
                    <a:lnTo>
                      <a:pt x="342069" y="346677"/>
                    </a:lnTo>
                    <a:lnTo>
                      <a:pt x="337029" y="350043"/>
                    </a:lnTo>
                    <a:lnTo>
                      <a:pt x="124769" y="32664"/>
                    </a:lnTo>
                    <a:lnTo>
                      <a:pt x="17118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3" name="Контур"/>
              <p:cNvSpPr/>
              <p:nvPr/>
            </p:nvSpPr>
            <p:spPr>
              <a:xfrm>
                <a:off x="901106" y="9327127"/>
                <a:ext cx="205708" cy="139069"/>
              </a:xfrm>
              <a:custGeom>
                <a:avLst/>
                <a:gdLst/>
                <a:ahLst/>
                <a:cxnLst/>
                <a:rect l="l" t="t" r="r" b="b"/>
                <a:pathLst>
                  <a:path w="205708" h="139069">
                    <a:moveTo>
                      <a:pt x="183860" y="0"/>
                    </a:moveTo>
                    <a:lnTo>
                      <a:pt x="197382" y="31705"/>
                    </a:lnTo>
                    <a:lnTo>
                      <a:pt x="205708" y="68807"/>
                    </a:lnTo>
                    <a:lnTo>
                      <a:pt x="177703" y="101365"/>
                    </a:lnTo>
                    <a:lnTo>
                      <a:pt x="37966" y="139069"/>
                    </a:lnTo>
                    <a:lnTo>
                      <a:pt x="0" y="85910"/>
                    </a:lnTo>
                    <a:lnTo>
                      <a:pt x="22211" y="71055"/>
                    </a:lnTo>
                    <a:lnTo>
                      <a:pt x="39338" y="96660"/>
                    </a:lnTo>
                    <a:lnTo>
                      <a:pt x="18386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4" name="Контур"/>
              <p:cNvSpPr/>
              <p:nvPr/>
            </p:nvSpPr>
            <p:spPr>
              <a:xfrm>
                <a:off x="1141063" y="9124229"/>
                <a:ext cx="494436" cy="254859"/>
              </a:xfrm>
              <a:custGeom>
                <a:avLst/>
                <a:gdLst/>
                <a:ahLst/>
                <a:cxnLst/>
                <a:rect l="l" t="t" r="r" b="b"/>
                <a:pathLst>
                  <a:path w="494436" h="254859">
                    <a:moveTo>
                      <a:pt x="394458" y="0"/>
                    </a:moveTo>
                    <a:lnTo>
                      <a:pt x="407417" y="21432"/>
                    </a:lnTo>
                    <a:lnTo>
                      <a:pt x="443241" y="38088"/>
                    </a:lnTo>
                    <a:lnTo>
                      <a:pt x="494436" y="125114"/>
                    </a:lnTo>
                    <a:lnTo>
                      <a:pt x="318194" y="233447"/>
                    </a:lnTo>
                    <a:lnTo>
                      <a:pt x="218591" y="197654"/>
                    </a:lnTo>
                    <a:lnTo>
                      <a:pt x="49062" y="254859"/>
                    </a:lnTo>
                    <a:lnTo>
                      <a:pt x="0" y="206574"/>
                    </a:lnTo>
                    <a:lnTo>
                      <a:pt x="6927" y="202076"/>
                    </a:lnTo>
                    <a:lnTo>
                      <a:pt x="17148" y="208212"/>
                    </a:lnTo>
                    <a:lnTo>
                      <a:pt x="25260" y="206264"/>
                    </a:lnTo>
                    <a:lnTo>
                      <a:pt x="150886" y="129290"/>
                    </a:lnTo>
                    <a:lnTo>
                      <a:pt x="160098" y="139872"/>
                    </a:lnTo>
                    <a:lnTo>
                      <a:pt x="172580" y="138906"/>
                    </a:lnTo>
                    <a:lnTo>
                      <a:pt x="39445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5" name="Контур"/>
              <p:cNvSpPr/>
              <p:nvPr/>
            </p:nvSpPr>
            <p:spPr>
              <a:xfrm>
                <a:off x="905431" y="8956113"/>
                <a:ext cx="242559" cy="374690"/>
              </a:xfrm>
              <a:custGeom>
                <a:avLst/>
                <a:gdLst/>
                <a:ahLst/>
                <a:cxnLst/>
                <a:rect l="l" t="t" r="r" b="b"/>
                <a:pathLst>
                  <a:path w="242559" h="374690">
                    <a:moveTo>
                      <a:pt x="242559" y="370192"/>
                    </a:moveTo>
                    <a:lnTo>
                      <a:pt x="235632" y="374690"/>
                    </a:lnTo>
                    <a:lnTo>
                      <a:pt x="215950" y="345192"/>
                    </a:lnTo>
                    <a:lnTo>
                      <a:pt x="0" y="11677"/>
                    </a:lnTo>
                    <a:lnTo>
                      <a:pt x="15667" y="0"/>
                    </a:lnTo>
                    <a:lnTo>
                      <a:pt x="242328" y="369922"/>
                    </a:lnTo>
                    <a:lnTo>
                      <a:pt x="242559" y="37019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6" name="Контур"/>
              <p:cNvSpPr/>
              <p:nvPr/>
            </p:nvSpPr>
            <p:spPr>
              <a:xfrm>
                <a:off x="857161" y="8874697"/>
                <a:ext cx="105337" cy="93093"/>
              </a:xfrm>
              <a:custGeom>
                <a:avLst/>
                <a:gdLst/>
                <a:ahLst/>
                <a:cxnLst/>
                <a:rect l="l" t="t" r="r" b="b"/>
                <a:pathLst>
                  <a:path w="105337" h="93093">
                    <a:moveTo>
                      <a:pt x="0" y="0"/>
                    </a:moveTo>
                    <a:lnTo>
                      <a:pt x="79648" y="0"/>
                    </a:lnTo>
                    <a:lnTo>
                      <a:pt x="105337" y="38774"/>
                    </a:lnTo>
                    <a:lnTo>
                      <a:pt x="67753" y="61803"/>
                    </a:lnTo>
                    <a:lnTo>
                      <a:pt x="64541" y="64546"/>
                    </a:lnTo>
                    <a:lnTo>
                      <a:pt x="62334" y="68147"/>
                    </a:lnTo>
                    <a:lnTo>
                      <a:pt x="61347" y="72254"/>
                    </a:lnTo>
                    <a:lnTo>
                      <a:pt x="61679" y="76465"/>
                    </a:lnTo>
                    <a:lnTo>
                      <a:pt x="63294" y="80367"/>
                    </a:lnTo>
                    <a:lnTo>
                      <a:pt x="63937" y="81416"/>
                    </a:lnTo>
                    <a:lnTo>
                      <a:pt x="48270" y="93093"/>
                    </a:lnTo>
                    <a:lnTo>
                      <a:pt x="42685" y="84468"/>
                    </a:lnTo>
                    <a:lnTo>
                      <a:pt x="42850" y="84352"/>
                    </a:lnTo>
                    <a:lnTo>
                      <a:pt x="46484" y="80538"/>
                    </a:lnTo>
                    <a:lnTo>
                      <a:pt x="48381" y="75624"/>
                    </a:lnTo>
                    <a:lnTo>
                      <a:pt x="48254" y="70358"/>
                    </a:lnTo>
                    <a:lnTo>
                      <a:pt x="46121" y="655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7" name="Контур"/>
              <p:cNvSpPr/>
              <p:nvPr/>
            </p:nvSpPr>
            <p:spPr>
              <a:xfrm>
                <a:off x="778944" y="8706041"/>
                <a:ext cx="157865" cy="168656"/>
              </a:xfrm>
              <a:custGeom>
                <a:avLst/>
                <a:gdLst/>
                <a:ahLst/>
                <a:cxnLst/>
                <a:rect l="l" t="t" r="r" b="b"/>
                <a:pathLst>
                  <a:path w="157865" h="168656">
                    <a:moveTo>
                      <a:pt x="0" y="57504"/>
                    </a:moveTo>
                    <a:lnTo>
                      <a:pt x="37317" y="30450"/>
                    </a:lnTo>
                    <a:lnTo>
                      <a:pt x="36456" y="13010"/>
                    </a:lnTo>
                    <a:lnTo>
                      <a:pt x="54424" y="0"/>
                    </a:lnTo>
                    <a:lnTo>
                      <a:pt x="97488" y="70165"/>
                    </a:lnTo>
                    <a:lnTo>
                      <a:pt x="105851" y="76233"/>
                    </a:lnTo>
                    <a:lnTo>
                      <a:pt x="113927" y="75397"/>
                    </a:lnTo>
                    <a:lnTo>
                      <a:pt x="132052" y="104480"/>
                    </a:lnTo>
                    <a:lnTo>
                      <a:pt x="125903" y="118556"/>
                    </a:lnTo>
                    <a:lnTo>
                      <a:pt x="157865" y="168656"/>
                    </a:lnTo>
                    <a:lnTo>
                      <a:pt x="78217" y="168656"/>
                    </a:lnTo>
                    <a:lnTo>
                      <a:pt x="0" y="5750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8" name="Контур"/>
              <p:cNvSpPr/>
              <p:nvPr/>
            </p:nvSpPr>
            <p:spPr>
              <a:xfrm>
                <a:off x="4056823" y="6255487"/>
                <a:ext cx="103056" cy="206869"/>
              </a:xfrm>
              <a:custGeom>
                <a:avLst/>
                <a:gdLst/>
                <a:ahLst/>
                <a:cxnLst/>
                <a:rect l="l" t="t" r="r" b="b"/>
                <a:pathLst>
                  <a:path w="103056" h="206869">
                    <a:moveTo>
                      <a:pt x="32422" y="190379"/>
                    </a:moveTo>
                    <a:lnTo>
                      <a:pt x="90852" y="149745"/>
                    </a:lnTo>
                    <a:lnTo>
                      <a:pt x="93942" y="146766"/>
                    </a:lnTo>
                    <a:lnTo>
                      <a:pt x="95940" y="142968"/>
                    </a:lnTo>
                    <a:lnTo>
                      <a:pt x="96644" y="138734"/>
                    </a:lnTo>
                    <a:lnTo>
                      <a:pt x="95985" y="134494"/>
                    </a:lnTo>
                    <a:lnTo>
                      <a:pt x="94028" y="130674"/>
                    </a:lnTo>
                    <a:lnTo>
                      <a:pt x="0" y="2565"/>
                    </a:lnTo>
                    <a:lnTo>
                      <a:pt x="3472" y="0"/>
                    </a:lnTo>
                    <a:lnTo>
                      <a:pt x="97850" y="129723"/>
                    </a:lnTo>
                    <a:lnTo>
                      <a:pt x="102405" y="137860"/>
                    </a:lnTo>
                    <a:lnTo>
                      <a:pt x="102080" y="145022"/>
                    </a:lnTo>
                    <a:lnTo>
                      <a:pt x="96873" y="148603"/>
                    </a:lnTo>
                    <a:lnTo>
                      <a:pt x="100127" y="152834"/>
                    </a:lnTo>
                    <a:lnTo>
                      <a:pt x="103056" y="157391"/>
                    </a:lnTo>
                    <a:lnTo>
                      <a:pt x="102405" y="164553"/>
                    </a:lnTo>
                    <a:lnTo>
                      <a:pt x="45787" y="206869"/>
                    </a:lnTo>
                    <a:lnTo>
                      <a:pt x="32422" y="19037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9" name="Контур"/>
              <p:cNvSpPr/>
              <p:nvPr/>
            </p:nvSpPr>
            <p:spPr>
              <a:xfrm>
                <a:off x="4840189" y="6319559"/>
                <a:ext cx="193216" cy="127752"/>
              </a:xfrm>
              <a:custGeom>
                <a:avLst/>
                <a:gdLst/>
                <a:ahLst/>
                <a:cxnLst/>
                <a:rect l="l" t="t" r="r" b="b"/>
                <a:pathLst>
                  <a:path w="193216" h="127752">
                    <a:moveTo>
                      <a:pt x="193216" y="8623"/>
                    </a:moveTo>
                    <a:lnTo>
                      <a:pt x="10898" y="123610"/>
                    </a:lnTo>
                    <a:lnTo>
                      <a:pt x="4330" y="127752"/>
                    </a:lnTo>
                    <a:lnTo>
                      <a:pt x="0" y="120530"/>
                    </a:lnTo>
                    <a:lnTo>
                      <a:pt x="104832" y="53471"/>
                    </a:lnTo>
                    <a:lnTo>
                      <a:pt x="168555" y="12068"/>
                    </a:lnTo>
                    <a:lnTo>
                      <a:pt x="181944" y="3674"/>
                    </a:lnTo>
                    <a:lnTo>
                      <a:pt x="187642" y="0"/>
                    </a:lnTo>
                    <a:lnTo>
                      <a:pt x="193216" y="862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0" name="Контур"/>
              <p:cNvSpPr/>
              <p:nvPr/>
            </p:nvSpPr>
            <p:spPr>
              <a:xfrm>
                <a:off x="4068009" y="5984831"/>
                <a:ext cx="55343" cy="57875"/>
              </a:xfrm>
              <a:custGeom>
                <a:avLst/>
                <a:gdLst/>
                <a:ahLst/>
                <a:cxnLst/>
                <a:rect l="l" t="t" r="r" b="b"/>
                <a:pathLst>
                  <a:path w="55343" h="57875">
                    <a:moveTo>
                      <a:pt x="13364" y="50071"/>
                    </a:moveTo>
                    <a:lnTo>
                      <a:pt x="14786" y="48894"/>
                    </a:lnTo>
                    <a:lnTo>
                      <a:pt x="0" y="29849"/>
                    </a:lnTo>
                    <a:lnTo>
                      <a:pt x="36705" y="0"/>
                    </a:lnTo>
                    <a:lnTo>
                      <a:pt x="55343" y="24563"/>
                    </a:lnTo>
                    <a:lnTo>
                      <a:pt x="24709" y="47190"/>
                    </a:lnTo>
                    <a:lnTo>
                      <a:pt x="21213" y="51006"/>
                    </a:lnTo>
                    <a:lnTo>
                      <a:pt x="19409" y="55858"/>
                    </a:lnTo>
                    <a:lnTo>
                      <a:pt x="19470" y="57875"/>
                    </a:lnTo>
                    <a:lnTo>
                      <a:pt x="13683" y="50349"/>
                    </a:lnTo>
                    <a:lnTo>
                      <a:pt x="13364" y="500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1" name="Контур"/>
              <p:cNvSpPr/>
              <p:nvPr/>
            </p:nvSpPr>
            <p:spPr>
              <a:xfrm>
                <a:off x="4260114" y="5723281"/>
                <a:ext cx="242541" cy="190249"/>
              </a:xfrm>
              <a:custGeom>
                <a:avLst/>
                <a:gdLst/>
                <a:ahLst/>
                <a:cxnLst/>
                <a:rect l="l" t="t" r="r" b="b"/>
                <a:pathLst>
                  <a:path w="242541" h="190249">
                    <a:moveTo>
                      <a:pt x="242541" y="2074"/>
                    </a:moveTo>
                    <a:lnTo>
                      <a:pt x="203834" y="29699"/>
                    </a:lnTo>
                    <a:lnTo>
                      <a:pt x="200767" y="32736"/>
                    </a:lnTo>
                    <a:lnTo>
                      <a:pt x="198815" y="36585"/>
                    </a:lnTo>
                    <a:lnTo>
                      <a:pt x="198178" y="40854"/>
                    </a:lnTo>
                    <a:lnTo>
                      <a:pt x="198920" y="45106"/>
                    </a:lnTo>
                    <a:lnTo>
                      <a:pt x="200966" y="48906"/>
                    </a:lnTo>
                    <a:lnTo>
                      <a:pt x="201483" y="49579"/>
                    </a:lnTo>
                    <a:lnTo>
                      <a:pt x="9970" y="190249"/>
                    </a:lnTo>
                    <a:lnTo>
                      <a:pt x="0" y="179294"/>
                    </a:lnTo>
                    <a:lnTo>
                      <a:pt x="238670" y="0"/>
                    </a:lnTo>
                    <a:lnTo>
                      <a:pt x="242541" y="20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2" name="Контур"/>
              <p:cNvSpPr/>
              <p:nvPr/>
            </p:nvSpPr>
            <p:spPr>
              <a:xfrm>
                <a:off x="4114096" y="4472806"/>
                <a:ext cx="1138090" cy="852594"/>
              </a:xfrm>
              <a:custGeom>
                <a:avLst/>
                <a:gdLst/>
                <a:ahLst/>
                <a:cxnLst/>
                <a:rect l="l" t="t" r="r" b="b"/>
                <a:pathLst>
                  <a:path w="1138090" h="852594">
                    <a:moveTo>
                      <a:pt x="1138090" y="0"/>
                    </a:moveTo>
                    <a:lnTo>
                      <a:pt x="1136818" y="5111"/>
                    </a:lnTo>
                    <a:lnTo>
                      <a:pt x="1126556" y="16617"/>
                    </a:lnTo>
                    <a:lnTo>
                      <a:pt x="1076787" y="60849"/>
                    </a:lnTo>
                    <a:lnTo>
                      <a:pt x="380695" y="565972"/>
                    </a:lnTo>
                    <a:lnTo>
                      <a:pt x="279828" y="635904"/>
                    </a:lnTo>
                    <a:lnTo>
                      <a:pt x="237166" y="663879"/>
                    </a:lnTo>
                    <a:lnTo>
                      <a:pt x="199108" y="688548"/>
                    </a:lnTo>
                    <a:lnTo>
                      <a:pt x="119258" y="744385"/>
                    </a:lnTo>
                    <a:lnTo>
                      <a:pt x="64098" y="795555"/>
                    </a:lnTo>
                    <a:lnTo>
                      <a:pt x="19535" y="852594"/>
                    </a:lnTo>
                    <a:lnTo>
                      <a:pt x="16173" y="842499"/>
                    </a:lnTo>
                    <a:lnTo>
                      <a:pt x="0" y="822343"/>
                    </a:lnTo>
                    <a:lnTo>
                      <a:pt x="113809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3" name="Контур"/>
              <p:cNvSpPr/>
              <p:nvPr/>
            </p:nvSpPr>
            <p:spPr>
              <a:xfrm>
                <a:off x="4971449" y="4220904"/>
                <a:ext cx="35275" cy="39642"/>
              </a:xfrm>
              <a:custGeom>
                <a:avLst/>
                <a:gdLst/>
                <a:ahLst/>
                <a:cxnLst/>
                <a:rect l="l" t="t" r="r" b="b"/>
                <a:pathLst>
                  <a:path w="35275" h="39642">
                    <a:moveTo>
                      <a:pt x="28998" y="39642"/>
                    </a:moveTo>
                    <a:lnTo>
                      <a:pt x="2868" y="2928"/>
                    </a:lnTo>
                    <a:lnTo>
                      <a:pt x="0" y="3"/>
                    </a:lnTo>
                    <a:lnTo>
                      <a:pt x="145" y="0"/>
                    </a:lnTo>
                    <a:lnTo>
                      <a:pt x="8834" y="1940"/>
                    </a:lnTo>
                    <a:lnTo>
                      <a:pt x="15565" y="5409"/>
                    </a:lnTo>
                    <a:lnTo>
                      <a:pt x="25372" y="17087"/>
                    </a:lnTo>
                    <a:lnTo>
                      <a:pt x="35275" y="37447"/>
                    </a:lnTo>
                    <a:lnTo>
                      <a:pt x="28998" y="3964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4" name="Контур"/>
              <p:cNvSpPr/>
              <p:nvPr/>
            </p:nvSpPr>
            <p:spPr>
              <a:xfrm>
                <a:off x="4116990" y="4221205"/>
                <a:ext cx="837737" cy="596202"/>
              </a:xfrm>
              <a:custGeom>
                <a:avLst/>
                <a:gdLst/>
                <a:ahLst/>
                <a:cxnLst/>
                <a:rect l="l" t="t" r="r" b="b"/>
                <a:pathLst>
                  <a:path w="837737" h="596202">
                    <a:moveTo>
                      <a:pt x="0" y="596202"/>
                    </a:moveTo>
                    <a:lnTo>
                      <a:pt x="220931" y="433864"/>
                    </a:lnTo>
                    <a:lnTo>
                      <a:pt x="837167" y="10"/>
                    </a:lnTo>
                    <a:lnTo>
                      <a:pt x="837737" y="0"/>
                    </a:lnTo>
                    <a:lnTo>
                      <a:pt x="0" y="59620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5" name="Контур"/>
              <p:cNvSpPr/>
              <p:nvPr/>
            </p:nvSpPr>
            <p:spPr>
              <a:xfrm>
                <a:off x="3783250" y="4945055"/>
                <a:ext cx="162137" cy="134101"/>
              </a:xfrm>
              <a:custGeom>
                <a:avLst/>
                <a:gdLst/>
                <a:ahLst/>
                <a:cxnLst/>
                <a:rect l="l" t="t" r="r" b="b"/>
                <a:pathLst>
                  <a:path w="162137" h="134101">
                    <a:moveTo>
                      <a:pt x="160021" y="0"/>
                    </a:moveTo>
                    <a:lnTo>
                      <a:pt x="159584" y="1149"/>
                    </a:lnTo>
                    <a:lnTo>
                      <a:pt x="159739" y="6415"/>
                    </a:lnTo>
                    <a:lnTo>
                      <a:pt x="161897" y="11219"/>
                    </a:lnTo>
                    <a:lnTo>
                      <a:pt x="162137" y="11555"/>
                    </a:lnTo>
                    <a:lnTo>
                      <a:pt x="116977" y="45815"/>
                    </a:lnTo>
                    <a:lnTo>
                      <a:pt x="97146" y="60900"/>
                    </a:lnTo>
                    <a:lnTo>
                      <a:pt x="47220" y="101690"/>
                    </a:lnTo>
                    <a:lnTo>
                      <a:pt x="47220" y="104668"/>
                    </a:lnTo>
                    <a:lnTo>
                      <a:pt x="7466" y="134101"/>
                    </a:lnTo>
                    <a:lnTo>
                      <a:pt x="0" y="122424"/>
                    </a:lnTo>
                    <a:lnTo>
                      <a:pt x="107003" y="38956"/>
                    </a:lnTo>
                    <a:lnTo>
                      <a:pt x="16002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6" name="Контур"/>
              <p:cNvSpPr/>
              <p:nvPr/>
            </p:nvSpPr>
            <p:spPr>
              <a:xfrm>
                <a:off x="3068372" y="7068071"/>
                <a:ext cx="49049" cy="57626"/>
              </a:xfrm>
              <a:custGeom>
                <a:avLst/>
                <a:gdLst/>
                <a:ahLst/>
                <a:cxnLst/>
                <a:rect l="l" t="t" r="r" b="b"/>
                <a:pathLst>
                  <a:path w="49049" h="57626">
                    <a:moveTo>
                      <a:pt x="0" y="23397"/>
                    </a:moveTo>
                    <a:lnTo>
                      <a:pt x="35269" y="0"/>
                    </a:lnTo>
                    <a:lnTo>
                      <a:pt x="49049" y="41480"/>
                    </a:lnTo>
                    <a:lnTo>
                      <a:pt x="44865" y="51646"/>
                    </a:lnTo>
                    <a:lnTo>
                      <a:pt x="33507" y="57626"/>
                    </a:lnTo>
                    <a:lnTo>
                      <a:pt x="22747" y="56430"/>
                    </a:lnTo>
                    <a:lnTo>
                      <a:pt x="0" y="2339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7" name="Контур"/>
              <p:cNvSpPr/>
              <p:nvPr/>
            </p:nvSpPr>
            <p:spPr>
              <a:xfrm>
                <a:off x="4776096" y="6450970"/>
                <a:ext cx="51072" cy="39488"/>
              </a:xfrm>
              <a:custGeom>
                <a:avLst/>
                <a:gdLst/>
                <a:ahLst/>
                <a:cxnLst/>
                <a:rect l="l" t="t" r="r" b="b"/>
                <a:pathLst>
                  <a:path w="51072" h="39488">
                    <a:moveTo>
                      <a:pt x="51072" y="7283"/>
                    </a:moveTo>
                    <a:lnTo>
                      <a:pt x="0" y="39488"/>
                    </a:lnTo>
                    <a:lnTo>
                      <a:pt x="2425" y="35430"/>
                    </a:lnTo>
                    <a:lnTo>
                      <a:pt x="11672" y="24304"/>
                    </a:lnTo>
                    <a:lnTo>
                      <a:pt x="22288" y="15732"/>
                    </a:lnTo>
                    <a:lnTo>
                      <a:pt x="46480" y="0"/>
                    </a:lnTo>
                    <a:lnTo>
                      <a:pt x="51072" y="72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8" name="Контур"/>
              <p:cNvSpPr/>
              <p:nvPr/>
            </p:nvSpPr>
            <p:spPr>
              <a:xfrm>
                <a:off x="4766551" y="6505054"/>
                <a:ext cx="134949" cy="216053"/>
              </a:xfrm>
              <a:custGeom>
                <a:avLst/>
                <a:gdLst/>
                <a:ahLst/>
                <a:cxnLst/>
                <a:rect l="l" t="t" r="r" b="b"/>
                <a:pathLst>
                  <a:path w="134949" h="216053">
                    <a:moveTo>
                      <a:pt x="3265" y="0"/>
                    </a:moveTo>
                    <a:lnTo>
                      <a:pt x="3303" y="406"/>
                    </a:lnTo>
                    <a:lnTo>
                      <a:pt x="4983" y="4289"/>
                    </a:lnTo>
                    <a:lnTo>
                      <a:pt x="134949" y="209011"/>
                    </a:lnTo>
                    <a:lnTo>
                      <a:pt x="114734" y="214973"/>
                    </a:lnTo>
                    <a:lnTo>
                      <a:pt x="101975" y="216053"/>
                    </a:lnTo>
                    <a:lnTo>
                      <a:pt x="97184" y="213702"/>
                    </a:lnTo>
                    <a:lnTo>
                      <a:pt x="88940" y="199692"/>
                    </a:lnTo>
                    <a:lnTo>
                      <a:pt x="95208" y="194141"/>
                    </a:lnTo>
                    <a:lnTo>
                      <a:pt x="77118" y="165943"/>
                    </a:lnTo>
                    <a:lnTo>
                      <a:pt x="62481" y="142690"/>
                    </a:lnTo>
                    <a:lnTo>
                      <a:pt x="10494" y="58263"/>
                    </a:lnTo>
                    <a:lnTo>
                      <a:pt x="4476" y="46017"/>
                    </a:lnTo>
                    <a:lnTo>
                      <a:pt x="2291" y="39205"/>
                    </a:lnTo>
                    <a:lnTo>
                      <a:pt x="0" y="24592"/>
                    </a:lnTo>
                    <a:lnTo>
                      <a:pt x="16" y="17006"/>
                    </a:lnTo>
                    <a:lnTo>
                      <a:pt x="2507" y="1905"/>
                    </a:lnTo>
                    <a:lnTo>
                      <a:pt x="326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9" name="Контур"/>
              <p:cNvSpPr/>
              <p:nvPr/>
            </p:nvSpPr>
            <p:spPr>
              <a:xfrm>
                <a:off x="4246009" y="6304765"/>
                <a:ext cx="65897" cy="36583"/>
              </a:xfrm>
              <a:custGeom>
                <a:avLst/>
                <a:gdLst/>
                <a:ahLst/>
                <a:cxnLst/>
                <a:rect l="l" t="t" r="r" b="b"/>
                <a:pathLst>
                  <a:path w="65897" h="36583">
                    <a:moveTo>
                      <a:pt x="3150" y="36583"/>
                    </a:moveTo>
                    <a:lnTo>
                      <a:pt x="0" y="32202"/>
                    </a:lnTo>
                    <a:lnTo>
                      <a:pt x="50337" y="0"/>
                    </a:lnTo>
                    <a:lnTo>
                      <a:pt x="65897" y="12069"/>
                    </a:lnTo>
                    <a:lnTo>
                      <a:pt x="56144" y="18090"/>
                    </a:lnTo>
                    <a:lnTo>
                      <a:pt x="53646" y="15147"/>
                    </a:lnTo>
                    <a:lnTo>
                      <a:pt x="49953" y="12904"/>
                    </a:lnTo>
                    <a:lnTo>
                      <a:pt x="45741" y="11943"/>
                    </a:lnTo>
                    <a:lnTo>
                      <a:pt x="41441" y="12361"/>
                    </a:lnTo>
                    <a:lnTo>
                      <a:pt x="37492" y="14118"/>
                    </a:lnTo>
                    <a:lnTo>
                      <a:pt x="3150" y="365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0" name="Контур"/>
              <p:cNvSpPr/>
              <p:nvPr/>
            </p:nvSpPr>
            <p:spPr>
              <a:xfrm>
                <a:off x="4236640" y="5928241"/>
                <a:ext cx="1216568" cy="705771"/>
              </a:xfrm>
              <a:custGeom>
                <a:avLst/>
                <a:gdLst/>
                <a:ahLst/>
                <a:cxnLst/>
                <a:rect l="l" t="t" r="r" b="b"/>
                <a:pathLst>
                  <a:path w="1216568" h="705771">
                    <a:moveTo>
                      <a:pt x="92705" y="580882"/>
                    </a:moveTo>
                    <a:lnTo>
                      <a:pt x="152681" y="672492"/>
                    </a:lnTo>
                    <a:lnTo>
                      <a:pt x="161131" y="678291"/>
                    </a:lnTo>
                    <a:lnTo>
                      <a:pt x="171218" y="676486"/>
                    </a:lnTo>
                    <a:lnTo>
                      <a:pt x="693865" y="344125"/>
                    </a:lnTo>
                    <a:lnTo>
                      <a:pt x="1203368" y="7978"/>
                    </a:lnTo>
                    <a:lnTo>
                      <a:pt x="1208878" y="0"/>
                    </a:lnTo>
                    <a:lnTo>
                      <a:pt x="1216568" y="10860"/>
                    </a:lnTo>
                    <a:lnTo>
                      <a:pt x="1064232" y="104841"/>
                    </a:lnTo>
                    <a:lnTo>
                      <a:pt x="189878" y="670401"/>
                    </a:lnTo>
                    <a:lnTo>
                      <a:pt x="198621" y="686808"/>
                    </a:lnTo>
                    <a:lnTo>
                      <a:pt x="172440" y="705771"/>
                    </a:lnTo>
                    <a:lnTo>
                      <a:pt x="0" y="463770"/>
                    </a:lnTo>
                    <a:lnTo>
                      <a:pt x="14547" y="454321"/>
                    </a:lnTo>
                    <a:lnTo>
                      <a:pt x="92705" y="58088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1" name="Контур"/>
              <p:cNvSpPr/>
              <p:nvPr/>
            </p:nvSpPr>
            <p:spPr>
              <a:xfrm>
                <a:off x="4149149" y="6832633"/>
                <a:ext cx="265512" cy="203584"/>
              </a:xfrm>
              <a:custGeom>
                <a:avLst/>
                <a:gdLst/>
                <a:ahLst/>
                <a:cxnLst/>
                <a:rect l="l" t="t" r="r" b="b"/>
                <a:pathLst>
                  <a:path w="265512" h="203584">
                    <a:moveTo>
                      <a:pt x="0" y="181930"/>
                    </a:moveTo>
                    <a:lnTo>
                      <a:pt x="250580" y="0"/>
                    </a:lnTo>
                    <a:lnTo>
                      <a:pt x="265512" y="24638"/>
                    </a:lnTo>
                    <a:lnTo>
                      <a:pt x="16330" y="203584"/>
                    </a:lnTo>
                    <a:lnTo>
                      <a:pt x="0" y="1819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2" name="Контур"/>
              <p:cNvSpPr/>
              <p:nvPr/>
            </p:nvSpPr>
            <p:spPr>
              <a:xfrm>
                <a:off x="4461708" y="6467264"/>
                <a:ext cx="224901" cy="141885"/>
              </a:xfrm>
              <a:custGeom>
                <a:avLst/>
                <a:gdLst/>
                <a:ahLst/>
                <a:cxnLst/>
                <a:rect l="l" t="t" r="r" b="b"/>
                <a:pathLst>
                  <a:path w="224901" h="141885">
                    <a:moveTo>
                      <a:pt x="186684" y="26424"/>
                    </a:moveTo>
                    <a:lnTo>
                      <a:pt x="7676" y="141885"/>
                    </a:lnTo>
                    <a:lnTo>
                      <a:pt x="0" y="130335"/>
                    </a:lnTo>
                    <a:lnTo>
                      <a:pt x="202826" y="4050"/>
                    </a:lnTo>
                    <a:lnTo>
                      <a:pt x="224503" y="0"/>
                    </a:lnTo>
                    <a:lnTo>
                      <a:pt x="224901" y="876"/>
                    </a:lnTo>
                    <a:lnTo>
                      <a:pt x="216972" y="5882"/>
                    </a:lnTo>
                    <a:lnTo>
                      <a:pt x="186684" y="264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3" name="Контур"/>
              <p:cNvSpPr/>
              <p:nvPr/>
            </p:nvSpPr>
            <p:spPr>
              <a:xfrm>
                <a:off x="3802446" y="6503021"/>
                <a:ext cx="204610" cy="165107"/>
              </a:xfrm>
              <a:custGeom>
                <a:avLst/>
                <a:gdLst/>
                <a:ahLst/>
                <a:cxnLst/>
                <a:rect l="l" t="t" r="r" b="b"/>
                <a:pathLst>
                  <a:path w="204610" h="165107">
                    <a:moveTo>
                      <a:pt x="86953" y="81822"/>
                    </a:moveTo>
                    <a:lnTo>
                      <a:pt x="204610" y="0"/>
                    </a:lnTo>
                    <a:lnTo>
                      <a:pt x="204402" y="29349"/>
                    </a:lnTo>
                    <a:lnTo>
                      <a:pt x="13358" y="165107"/>
                    </a:lnTo>
                    <a:lnTo>
                      <a:pt x="0" y="145230"/>
                    </a:lnTo>
                    <a:lnTo>
                      <a:pt x="86953" y="8182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4" name="Контур"/>
              <p:cNvSpPr/>
              <p:nvPr/>
            </p:nvSpPr>
            <p:spPr>
              <a:xfrm>
                <a:off x="4178734" y="6306520"/>
                <a:ext cx="230346" cy="333407"/>
              </a:xfrm>
              <a:custGeom>
                <a:avLst/>
                <a:gdLst/>
                <a:ahLst/>
                <a:cxnLst/>
                <a:rect l="l" t="t" r="r" b="b"/>
                <a:pathLst>
                  <a:path w="230346" h="333407">
                    <a:moveTo>
                      <a:pt x="72453" y="76042"/>
                    </a:moveTo>
                    <a:lnTo>
                      <a:pt x="57906" y="85491"/>
                    </a:lnTo>
                    <a:lnTo>
                      <a:pt x="230346" y="327492"/>
                    </a:lnTo>
                    <a:lnTo>
                      <a:pt x="222071" y="333407"/>
                    </a:lnTo>
                    <a:lnTo>
                      <a:pt x="0" y="29007"/>
                    </a:lnTo>
                    <a:lnTo>
                      <a:pt x="42687" y="0"/>
                    </a:lnTo>
                    <a:lnTo>
                      <a:pt x="67275" y="30447"/>
                    </a:lnTo>
                    <a:lnTo>
                      <a:pt x="70425" y="34828"/>
                    </a:lnTo>
                    <a:lnTo>
                      <a:pt x="64752" y="38539"/>
                    </a:lnTo>
                    <a:lnTo>
                      <a:pt x="61042" y="42154"/>
                    </a:lnTo>
                    <a:lnTo>
                      <a:pt x="58965" y="46901"/>
                    </a:lnTo>
                    <a:lnTo>
                      <a:pt x="58830" y="52079"/>
                    </a:lnTo>
                    <a:lnTo>
                      <a:pt x="60655" y="56928"/>
                    </a:lnTo>
                    <a:lnTo>
                      <a:pt x="72453" y="7604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5" name="Контур"/>
              <p:cNvSpPr/>
              <p:nvPr/>
            </p:nvSpPr>
            <p:spPr>
              <a:xfrm>
                <a:off x="4032325" y="6456749"/>
                <a:ext cx="54195" cy="38514"/>
              </a:xfrm>
              <a:custGeom>
                <a:avLst/>
                <a:gdLst/>
                <a:ahLst/>
                <a:cxnLst/>
                <a:rect l="l" t="t" r="r" b="b"/>
                <a:pathLst>
                  <a:path w="54195" h="38514">
                    <a:moveTo>
                      <a:pt x="0" y="28701"/>
                    </a:moveTo>
                    <a:lnTo>
                      <a:pt x="41271" y="0"/>
                    </a:lnTo>
                    <a:lnTo>
                      <a:pt x="54195" y="16298"/>
                    </a:lnTo>
                    <a:lnTo>
                      <a:pt x="23563" y="38514"/>
                    </a:lnTo>
                    <a:lnTo>
                      <a:pt x="0" y="2870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6" name="Контур"/>
              <p:cNvSpPr/>
              <p:nvPr/>
            </p:nvSpPr>
            <p:spPr>
              <a:xfrm>
                <a:off x="3550610" y="6998777"/>
                <a:ext cx="213542" cy="326052"/>
              </a:xfrm>
              <a:custGeom>
                <a:avLst/>
                <a:gdLst/>
                <a:ahLst/>
                <a:cxnLst/>
                <a:rect l="l" t="t" r="r" b="b"/>
                <a:pathLst>
                  <a:path w="213542" h="326052">
                    <a:moveTo>
                      <a:pt x="133977" y="245844"/>
                    </a:moveTo>
                    <a:lnTo>
                      <a:pt x="69747" y="145040"/>
                    </a:lnTo>
                    <a:lnTo>
                      <a:pt x="59185" y="138819"/>
                    </a:lnTo>
                    <a:lnTo>
                      <a:pt x="41152" y="147252"/>
                    </a:lnTo>
                    <a:lnTo>
                      <a:pt x="0" y="80715"/>
                    </a:lnTo>
                    <a:lnTo>
                      <a:pt x="46514" y="0"/>
                    </a:lnTo>
                    <a:lnTo>
                      <a:pt x="113183" y="90783"/>
                    </a:lnTo>
                    <a:lnTo>
                      <a:pt x="93406" y="104716"/>
                    </a:lnTo>
                    <a:lnTo>
                      <a:pt x="93757" y="120676"/>
                    </a:lnTo>
                    <a:lnTo>
                      <a:pt x="79968" y="129560"/>
                    </a:lnTo>
                    <a:lnTo>
                      <a:pt x="108077" y="170573"/>
                    </a:lnTo>
                    <a:lnTo>
                      <a:pt x="120680" y="162567"/>
                    </a:lnTo>
                    <a:lnTo>
                      <a:pt x="213542" y="307062"/>
                    </a:lnTo>
                    <a:lnTo>
                      <a:pt x="178078" y="326052"/>
                    </a:lnTo>
                    <a:lnTo>
                      <a:pt x="177121" y="313458"/>
                    </a:lnTo>
                    <a:lnTo>
                      <a:pt x="133977" y="2458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7" name="Контур"/>
              <p:cNvSpPr/>
              <p:nvPr/>
            </p:nvSpPr>
            <p:spPr>
              <a:xfrm>
                <a:off x="3150106" y="7392185"/>
                <a:ext cx="112383" cy="113326"/>
              </a:xfrm>
              <a:custGeom>
                <a:avLst/>
                <a:gdLst/>
                <a:ahLst/>
                <a:cxnLst/>
                <a:rect l="l" t="t" r="r" b="b"/>
                <a:pathLst>
                  <a:path w="112383" h="113326">
                    <a:moveTo>
                      <a:pt x="76929" y="3848"/>
                    </a:moveTo>
                    <a:lnTo>
                      <a:pt x="112383" y="58428"/>
                    </a:lnTo>
                    <a:lnTo>
                      <a:pt x="105892" y="83423"/>
                    </a:lnTo>
                    <a:lnTo>
                      <a:pt x="98015" y="94706"/>
                    </a:lnTo>
                    <a:lnTo>
                      <a:pt x="75448" y="110104"/>
                    </a:lnTo>
                    <a:lnTo>
                      <a:pt x="62070" y="113326"/>
                    </a:lnTo>
                    <a:lnTo>
                      <a:pt x="34967" y="109887"/>
                    </a:lnTo>
                    <a:lnTo>
                      <a:pt x="12567" y="94247"/>
                    </a:lnTo>
                    <a:lnTo>
                      <a:pt x="0" y="69988"/>
                    </a:lnTo>
                    <a:lnTo>
                      <a:pt x="147" y="42669"/>
                    </a:lnTo>
                    <a:lnTo>
                      <a:pt x="5096" y="29828"/>
                    </a:lnTo>
                    <a:lnTo>
                      <a:pt x="12973" y="18546"/>
                    </a:lnTo>
                    <a:lnTo>
                      <a:pt x="35540" y="3148"/>
                    </a:lnTo>
                    <a:lnTo>
                      <a:pt x="62678" y="0"/>
                    </a:lnTo>
                    <a:lnTo>
                      <a:pt x="76929" y="3848"/>
                    </a:lnTo>
                    <a:close/>
                    <a:moveTo>
                      <a:pt x="62545" y="89352"/>
                    </a:moveTo>
                    <a:lnTo>
                      <a:pt x="83324" y="76121"/>
                    </a:lnTo>
                    <a:lnTo>
                      <a:pt x="90103" y="52439"/>
                    </a:lnTo>
                    <a:lnTo>
                      <a:pt x="84788" y="36686"/>
                    </a:lnTo>
                    <a:lnTo>
                      <a:pt x="72762" y="25208"/>
                    </a:lnTo>
                    <a:lnTo>
                      <a:pt x="48435" y="21332"/>
                    </a:lnTo>
                    <a:lnTo>
                      <a:pt x="33439" y="28507"/>
                    </a:lnTo>
                    <a:lnTo>
                      <a:pt x="23493" y="41829"/>
                    </a:lnTo>
                    <a:lnTo>
                      <a:pt x="22578" y="66446"/>
                    </a:lnTo>
                    <a:lnTo>
                      <a:pt x="38218" y="85478"/>
                    </a:lnTo>
                    <a:lnTo>
                      <a:pt x="62545" y="8935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8" name="Контур"/>
              <p:cNvSpPr/>
              <p:nvPr/>
            </p:nvSpPr>
            <p:spPr>
              <a:xfrm>
                <a:off x="3089680" y="7010886"/>
                <a:ext cx="242591" cy="241857"/>
              </a:xfrm>
              <a:custGeom>
                <a:avLst/>
                <a:gdLst/>
                <a:ahLst/>
                <a:cxnLst/>
                <a:rect l="l" t="t" r="r" b="b"/>
                <a:pathLst>
                  <a:path w="242591" h="241857">
                    <a:moveTo>
                      <a:pt x="242591" y="140780"/>
                    </a:moveTo>
                    <a:lnTo>
                      <a:pt x="90591" y="240056"/>
                    </a:lnTo>
                    <a:lnTo>
                      <a:pt x="77992" y="241857"/>
                    </a:lnTo>
                    <a:lnTo>
                      <a:pt x="43196" y="228653"/>
                    </a:lnTo>
                    <a:lnTo>
                      <a:pt x="0" y="193844"/>
                    </a:lnTo>
                    <a:lnTo>
                      <a:pt x="30131" y="179392"/>
                    </a:lnTo>
                    <a:lnTo>
                      <a:pt x="52846" y="158463"/>
                    </a:lnTo>
                    <a:lnTo>
                      <a:pt x="64203" y="135740"/>
                    </a:lnTo>
                    <a:lnTo>
                      <a:pt x="67790" y="121388"/>
                    </a:lnTo>
                    <a:lnTo>
                      <a:pt x="38815" y="41944"/>
                    </a:lnTo>
                    <a:lnTo>
                      <a:pt x="50936" y="42891"/>
                    </a:lnTo>
                    <a:lnTo>
                      <a:pt x="62718" y="36089"/>
                    </a:lnTo>
                    <a:lnTo>
                      <a:pt x="69346" y="19508"/>
                    </a:lnTo>
                    <a:lnTo>
                      <a:pt x="64644" y="5610"/>
                    </a:lnTo>
                    <a:lnTo>
                      <a:pt x="73170" y="0"/>
                    </a:lnTo>
                    <a:lnTo>
                      <a:pt x="106046" y="55612"/>
                    </a:lnTo>
                    <a:lnTo>
                      <a:pt x="165938" y="21051"/>
                    </a:lnTo>
                    <a:lnTo>
                      <a:pt x="242591" y="1407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9" name="Контур"/>
              <p:cNvSpPr/>
              <p:nvPr/>
            </p:nvSpPr>
            <p:spPr>
              <a:xfrm>
                <a:off x="3384640" y="7279963"/>
                <a:ext cx="127424" cy="258364"/>
              </a:xfrm>
              <a:custGeom>
                <a:avLst/>
                <a:gdLst/>
                <a:ahLst/>
                <a:cxnLst/>
                <a:rect l="l" t="t" r="r" b="b"/>
                <a:pathLst>
                  <a:path w="127424" h="258364">
                    <a:moveTo>
                      <a:pt x="48538" y="258364"/>
                    </a:moveTo>
                    <a:lnTo>
                      <a:pt x="42882" y="248135"/>
                    </a:lnTo>
                    <a:lnTo>
                      <a:pt x="101402" y="209361"/>
                    </a:lnTo>
                    <a:lnTo>
                      <a:pt x="105088" y="205729"/>
                    </a:lnTo>
                    <a:lnTo>
                      <a:pt x="107137" y="200976"/>
                    </a:lnTo>
                    <a:lnTo>
                      <a:pt x="107246" y="195802"/>
                    </a:lnTo>
                    <a:lnTo>
                      <a:pt x="106038" y="192635"/>
                    </a:lnTo>
                    <a:lnTo>
                      <a:pt x="113164" y="188441"/>
                    </a:lnTo>
                    <a:lnTo>
                      <a:pt x="0" y="5452"/>
                    </a:lnTo>
                    <a:lnTo>
                      <a:pt x="8477" y="0"/>
                    </a:lnTo>
                    <a:lnTo>
                      <a:pt x="124324" y="181618"/>
                    </a:lnTo>
                    <a:lnTo>
                      <a:pt x="127424" y="197745"/>
                    </a:lnTo>
                    <a:lnTo>
                      <a:pt x="118124" y="211390"/>
                    </a:lnTo>
                    <a:lnTo>
                      <a:pt x="48538" y="25836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0" name="Контур"/>
              <p:cNvSpPr/>
              <p:nvPr/>
            </p:nvSpPr>
            <p:spPr>
              <a:xfrm>
                <a:off x="3413288" y="7140050"/>
                <a:ext cx="129903" cy="103228"/>
              </a:xfrm>
              <a:custGeom>
                <a:avLst/>
                <a:gdLst/>
                <a:ahLst/>
                <a:cxnLst/>
                <a:rect l="l" t="t" r="r" b="b"/>
                <a:pathLst>
                  <a:path w="129903" h="103228">
                    <a:moveTo>
                      <a:pt x="0" y="70865"/>
                    </a:moveTo>
                    <a:lnTo>
                      <a:pt x="114111" y="0"/>
                    </a:lnTo>
                    <a:lnTo>
                      <a:pt x="129903" y="26147"/>
                    </a:lnTo>
                    <a:lnTo>
                      <a:pt x="18196" y="103228"/>
                    </a:lnTo>
                    <a:lnTo>
                      <a:pt x="17247" y="100512"/>
                    </a:lnTo>
                    <a:lnTo>
                      <a:pt x="0" y="7086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1" name="Контур"/>
              <p:cNvSpPr/>
              <p:nvPr/>
            </p:nvSpPr>
            <p:spPr>
              <a:xfrm>
                <a:off x="4469384" y="6468140"/>
                <a:ext cx="612941" cy="684583"/>
              </a:xfrm>
              <a:custGeom>
                <a:avLst/>
                <a:gdLst/>
                <a:ahLst/>
                <a:cxnLst/>
                <a:rect l="l" t="t" r="r" b="b"/>
                <a:pathLst>
                  <a:path w="612941" h="684583">
                    <a:moveTo>
                      <a:pt x="333739" y="575972"/>
                    </a:moveTo>
                    <a:lnTo>
                      <a:pt x="341353" y="588082"/>
                    </a:lnTo>
                    <a:lnTo>
                      <a:pt x="423673" y="535824"/>
                    </a:lnTo>
                    <a:lnTo>
                      <a:pt x="468176" y="612227"/>
                    </a:lnTo>
                    <a:lnTo>
                      <a:pt x="580460" y="541523"/>
                    </a:lnTo>
                    <a:lnTo>
                      <a:pt x="585635" y="551135"/>
                    </a:lnTo>
                    <a:lnTo>
                      <a:pt x="612303" y="533688"/>
                    </a:lnTo>
                    <a:lnTo>
                      <a:pt x="612941" y="537572"/>
                    </a:lnTo>
                    <a:lnTo>
                      <a:pt x="389518" y="684583"/>
                    </a:lnTo>
                    <a:lnTo>
                      <a:pt x="379022" y="683948"/>
                    </a:lnTo>
                    <a:lnTo>
                      <a:pt x="0" y="141009"/>
                    </a:lnTo>
                    <a:lnTo>
                      <a:pt x="217225" y="0"/>
                    </a:lnTo>
                    <a:lnTo>
                      <a:pt x="226104" y="31998"/>
                    </a:lnTo>
                    <a:lnTo>
                      <a:pt x="215681" y="56873"/>
                    </a:lnTo>
                    <a:lnTo>
                      <a:pt x="130469" y="108641"/>
                    </a:lnTo>
                    <a:lnTo>
                      <a:pt x="120443" y="94520"/>
                    </a:lnTo>
                    <a:lnTo>
                      <a:pt x="56390" y="134471"/>
                    </a:lnTo>
                    <a:lnTo>
                      <a:pt x="74552" y="160976"/>
                    </a:lnTo>
                    <a:lnTo>
                      <a:pt x="46112" y="181856"/>
                    </a:lnTo>
                    <a:lnTo>
                      <a:pt x="71006" y="220502"/>
                    </a:lnTo>
                    <a:lnTo>
                      <a:pt x="116447" y="190955"/>
                    </a:lnTo>
                    <a:lnTo>
                      <a:pt x="123936" y="202793"/>
                    </a:lnTo>
                    <a:lnTo>
                      <a:pt x="116879" y="210593"/>
                    </a:lnTo>
                    <a:lnTo>
                      <a:pt x="118304" y="222767"/>
                    </a:lnTo>
                    <a:lnTo>
                      <a:pt x="159531" y="284644"/>
                    </a:lnTo>
                    <a:lnTo>
                      <a:pt x="170218" y="290647"/>
                    </a:lnTo>
                    <a:lnTo>
                      <a:pt x="224369" y="257666"/>
                    </a:lnTo>
                    <a:lnTo>
                      <a:pt x="235761" y="275885"/>
                    </a:lnTo>
                    <a:lnTo>
                      <a:pt x="276305" y="250535"/>
                    </a:lnTo>
                    <a:lnTo>
                      <a:pt x="264854" y="232220"/>
                    </a:lnTo>
                    <a:lnTo>
                      <a:pt x="227571" y="255532"/>
                    </a:lnTo>
                    <a:lnTo>
                      <a:pt x="262910" y="230750"/>
                    </a:lnTo>
                    <a:lnTo>
                      <a:pt x="263476" y="217073"/>
                    </a:lnTo>
                    <a:lnTo>
                      <a:pt x="267895" y="214122"/>
                    </a:lnTo>
                    <a:lnTo>
                      <a:pt x="305250" y="283791"/>
                    </a:lnTo>
                    <a:lnTo>
                      <a:pt x="300092" y="306454"/>
                    </a:lnTo>
                    <a:lnTo>
                      <a:pt x="295956" y="309104"/>
                    </a:lnTo>
                    <a:lnTo>
                      <a:pt x="283969" y="295049"/>
                    </a:lnTo>
                    <a:lnTo>
                      <a:pt x="271767" y="296210"/>
                    </a:lnTo>
                    <a:lnTo>
                      <a:pt x="198646" y="342673"/>
                    </a:lnTo>
                    <a:lnTo>
                      <a:pt x="192588" y="356396"/>
                    </a:lnTo>
                    <a:lnTo>
                      <a:pt x="333739" y="575972"/>
                    </a:lnTo>
                    <a:close/>
                    <a:moveTo>
                      <a:pt x="34630" y="151753"/>
                    </a:moveTo>
                    <a:lnTo>
                      <a:pt x="29389" y="162395"/>
                    </a:lnTo>
                    <a:lnTo>
                      <a:pt x="35341" y="169527"/>
                    </a:lnTo>
                    <a:lnTo>
                      <a:pt x="44930" y="168742"/>
                    </a:lnTo>
                    <a:lnTo>
                      <a:pt x="48593" y="160059"/>
                    </a:lnTo>
                    <a:lnTo>
                      <a:pt x="43227" y="152644"/>
                    </a:lnTo>
                    <a:lnTo>
                      <a:pt x="34630" y="151753"/>
                    </a:lnTo>
                    <a:close/>
                    <a:moveTo>
                      <a:pt x="382658" y="605639"/>
                    </a:moveTo>
                    <a:lnTo>
                      <a:pt x="389004" y="616016"/>
                    </a:lnTo>
                    <a:lnTo>
                      <a:pt x="364492" y="631273"/>
                    </a:lnTo>
                    <a:lnTo>
                      <a:pt x="374306" y="647039"/>
                    </a:lnTo>
                    <a:lnTo>
                      <a:pt x="398693" y="631860"/>
                    </a:lnTo>
                    <a:lnTo>
                      <a:pt x="406841" y="645185"/>
                    </a:lnTo>
                    <a:lnTo>
                      <a:pt x="450311" y="618554"/>
                    </a:lnTo>
                    <a:lnTo>
                      <a:pt x="426101" y="579017"/>
                    </a:lnTo>
                    <a:lnTo>
                      <a:pt x="382658" y="60563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2" name="Контур"/>
              <p:cNvSpPr/>
              <p:nvPr/>
            </p:nvSpPr>
            <p:spPr>
              <a:xfrm>
                <a:off x="4830802" y="7068656"/>
                <a:ext cx="192079" cy="131675"/>
              </a:xfrm>
              <a:custGeom>
                <a:avLst/>
                <a:gdLst/>
                <a:ahLst/>
                <a:cxnLst/>
                <a:rect l="l" t="t" r="r" b="b"/>
                <a:pathLst>
                  <a:path w="192079" h="131675">
                    <a:moveTo>
                      <a:pt x="185731" y="0"/>
                    </a:moveTo>
                    <a:lnTo>
                      <a:pt x="192079" y="9541"/>
                    </a:lnTo>
                    <a:lnTo>
                      <a:pt x="36170" y="106304"/>
                    </a:lnTo>
                    <a:lnTo>
                      <a:pt x="38612" y="110555"/>
                    </a:lnTo>
                    <a:lnTo>
                      <a:pt x="5726" y="131675"/>
                    </a:lnTo>
                    <a:lnTo>
                      <a:pt x="0" y="122636"/>
                    </a:lnTo>
                    <a:lnTo>
                      <a:pt x="117765" y="45515"/>
                    </a:lnTo>
                    <a:lnTo>
                      <a:pt x="18573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3" name="Контур"/>
              <p:cNvSpPr/>
              <p:nvPr/>
            </p:nvSpPr>
            <p:spPr>
              <a:xfrm>
                <a:off x="4559709" y="6835977"/>
                <a:ext cx="269268" cy="358825"/>
              </a:xfrm>
              <a:custGeom>
                <a:avLst/>
                <a:gdLst/>
                <a:ahLst/>
                <a:cxnLst/>
                <a:rect l="l" t="t" r="r" b="b"/>
                <a:pathLst>
                  <a:path w="269268" h="358825">
                    <a:moveTo>
                      <a:pt x="34941" y="0"/>
                    </a:moveTo>
                    <a:lnTo>
                      <a:pt x="175513" y="197401"/>
                    </a:lnTo>
                    <a:lnTo>
                      <a:pt x="226851" y="263340"/>
                    </a:lnTo>
                    <a:lnTo>
                      <a:pt x="230014" y="285963"/>
                    </a:lnTo>
                    <a:lnTo>
                      <a:pt x="269268" y="352224"/>
                    </a:lnTo>
                    <a:lnTo>
                      <a:pt x="256964" y="358825"/>
                    </a:lnTo>
                    <a:lnTo>
                      <a:pt x="167733" y="203353"/>
                    </a:lnTo>
                    <a:lnTo>
                      <a:pt x="60498" y="83152"/>
                    </a:lnTo>
                    <a:lnTo>
                      <a:pt x="0" y="24788"/>
                    </a:lnTo>
                    <a:lnTo>
                      <a:pt x="3494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4" name="Контур"/>
              <p:cNvSpPr/>
              <p:nvPr/>
            </p:nvSpPr>
            <p:spPr>
              <a:xfrm>
                <a:off x="1223753" y="6011739"/>
                <a:ext cx="165030" cy="345640"/>
              </a:xfrm>
              <a:custGeom>
                <a:avLst/>
                <a:gdLst/>
                <a:ahLst/>
                <a:cxnLst/>
                <a:rect l="l" t="t" r="r" b="b"/>
                <a:pathLst>
                  <a:path w="165030" h="345640">
                    <a:moveTo>
                      <a:pt x="130540" y="237274"/>
                    </a:moveTo>
                    <a:lnTo>
                      <a:pt x="99562" y="326148"/>
                    </a:lnTo>
                    <a:lnTo>
                      <a:pt x="67504" y="345640"/>
                    </a:lnTo>
                    <a:lnTo>
                      <a:pt x="85121" y="300171"/>
                    </a:lnTo>
                    <a:lnTo>
                      <a:pt x="84901" y="289880"/>
                    </a:lnTo>
                    <a:lnTo>
                      <a:pt x="41812" y="268656"/>
                    </a:lnTo>
                    <a:lnTo>
                      <a:pt x="120795" y="61385"/>
                    </a:lnTo>
                    <a:lnTo>
                      <a:pt x="112597" y="52202"/>
                    </a:lnTo>
                    <a:lnTo>
                      <a:pt x="0" y="8708"/>
                    </a:lnTo>
                    <a:lnTo>
                      <a:pt x="7862" y="844"/>
                    </a:lnTo>
                    <a:lnTo>
                      <a:pt x="28015" y="0"/>
                    </a:lnTo>
                    <a:lnTo>
                      <a:pt x="84846" y="28426"/>
                    </a:lnTo>
                    <a:lnTo>
                      <a:pt x="154732" y="72217"/>
                    </a:lnTo>
                    <a:lnTo>
                      <a:pt x="165030" y="84509"/>
                    </a:lnTo>
                    <a:lnTo>
                      <a:pt x="158209" y="119672"/>
                    </a:lnTo>
                    <a:lnTo>
                      <a:pt x="154382" y="119255"/>
                    </a:lnTo>
                    <a:lnTo>
                      <a:pt x="162652" y="88093"/>
                    </a:lnTo>
                    <a:lnTo>
                      <a:pt x="123820" y="77787"/>
                    </a:lnTo>
                    <a:lnTo>
                      <a:pt x="109396" y="132131"/>
                    </a:lnTo>
                    <a:lnTo>
                      <a:pt x="138691" y="139906"/>
                    </a:lnTo>
                    <a:lnTo>
                      <a:pt x="121906" y="222142"/>
                    </a:lnTo>
                    <a:lnTo>
                      <a:pt x="123872" y="232286"/>
                    </a:lnTo>
                    <a:lnTo>
                      <a:pt x="130540" y="2372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5" name="Контур"/>
              <p:cNvSpPr/>
              <p:nvPr/>
            </p:nvSpPr>
            <p:spPr>
              <a:xfrm>
                <a:off x="2309068" y="5864858"/>
                <a:ext cx="38731" cy="42288"/>
              </a:xfrm>
              <a:custGeom>
                <a:avLst/>
                <a:gdLst/>
                <a:ahLst/>
                <a:cxnLst/>
                <a:rect l="l" t="t" r="r" b="b"/>
                <a:pathLst>
                  <a:path w="38731" h="42288">
                    <a:moveTo>
                      <a:pt x="0" y="15286"/>
                    </a:moveTo>
                    <a:lnTo>
                      <a:pt x="17466" y="0"/>
                    </a:lnTo>
                    <a:lnTo>
                      <a:pt x="38731" y="24595"/>
                    </a:lnTo>
                    <a:lnTo>
                      <a:pt x="23631" y="42288"/>
                    </a:lnTo>
                    <a:lnTo>
                      <a:pt x="0" y="152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6" name="Контур"/>
              <p:cNvSpPr/>
              <p:nvPr/>
            </p:nvSpPr>
            <p:spPr>
              <a:xfrm>
                <a:off x="1222111" y="5605029"/>
                <a:ext cx="96080" cy="104338"/>
              </a:xfrm>
              <a:custGeom>
                <a:avLst/>
                <a:gdLst/>
                <a:ahLst/>
                <a:cxnLst/>
                <a:rect l="l" t="t" r="r" b="b"/>
                <a:pathLst>
                  <a:path w="96080" h="104338">
                    <a:moveTo>
                      <a:pt x="96080" y="40604"/>
                    </a:moveTo>
                    <a:lnTo>
                      <a:pt x="6411" y="104338"/>
                    </a:lnTo>
                    <a:lnTo>
                      <a:pt x="1080" y="83721"/>
                    </a:lnTo>
                    <a:lnTo>
                      <a:pt x="0" y="50060"/>
                    </a:lnTo>
                    <a:lnTo>
                      <a:pt x="45845" y="0"/>
                    </a:lnTo>
                    <a:lnTo>
                      <a:pt x="91298" y="34372"/>
                    </a:lnTo>
                    <a:lnTo>
                      <a:pt x="96080" y="4060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7" name="Контур"/>
              <p:cNvSpPr/>
              <p:nvPr/>
            </p:nvSpPr>
            <p:spPr>
              <a:xfrm>
                <a:off x="1482600" y="5298335"/>
                <a:ext cx="265580" cy="232641"/>
              </a:xfrm>
              <a:custGeom>
                <a:avLst/>
                <a:gdLst/>
                <a:ahLst/>
                <a:cxnLst/>
                <a:rect l="l" t="t" r="r" b="b"/>
                <a:pathLst>
                  <a:path w="265580" h="232641">
                    <a:moveTo>
                      <a:pt x="265580" y="84553"/>
                    </a:moveTo>
                    <a:lnTo>
                      <a:pt x="262822" y="86238"/>
                    </a:lnTo>
                    <a:lnTo>
                      <a:pt x="123043" y="205380"/>
                    </a:lnTo>
                    <a:lnTo>
                      <a:pt x="119786" y="209497"/>
                    </a:lnTo>
                    <a:lnTo>
                      <a:pt x="119413" y="210803"/>
                    </a:lnTo>
                    <a:lnTo>
                      <a:pt x="115424" y="206510"/>
                    </a:lnTo>
                    <a:lnTo>
                      <a:pt x="98818" y="221191"/>
                    </a:lnTo>
                    <a:lnTo>
                      <a:pt x="67922" y="205738"/>
                    </a:lnTo>
                    <a:lnTo>
                      <a:pt x="32819" y="232641"/>
                    </a:lnTo>
                    <a:lnTo>
                      <a:pt x="0" y="123000"/>
                    </a:lnTo>
                    <a:lnTo>
                      <a:pt x="129047" y="37150"/>
                    </a:lnTo>
                    <a:lnTo>
                      <a:pt x="186417" y="0"/>
                    </a:lnTo>
                    <a:lnTo>
                      <a:pt x="265580" y="845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8" name="Контур"/>
              <p:cNvSpPr/>
              <p:nvPr/>
            </p:nvSpPr>
            <p:spPr>
              <a:xfrm>
                <a:off x="1260108" y="4910480"/>
                <a:ext cx="205648" cy="301622"/>
              </a:xfrm>
              <a:custGeom>
                <a:avLst/>
                <a:gdLst/>
                <a:ahLst/>
                <a:cxnLst/>
                <a:rect l="l" t="t" r="r" b="b"/>
                <a:pathLst>
                  <a:path w="205648" h="301622">
                    <a:moveTo>
                      <a:pt x="116566" y="301622"/>
                    </a:moveTo>
                    <a:lnTo>
                      <a:pt x="16782" y="240936"/>
                    </a:lnTo>
                    <a:lnTo>
                      <a:pt x="0" y="230891"/>
                    </a:lnTo>
                    <a:lnTo>
                      <a:pt x="39127" y="0"/>
                    </a:lnTo>
                    <a:lnTo>
                      <a:pt x="67003" y="3479"/>
                    </a:lnTo>
                    <a:lnTo>
                      <a:pt x="61488" y="115495"/>
                    </a:lnTo>
                    <a:lnTo>
                      <a:pt x="205648" y="137688"/>
                    </a:lnTo>
                    <a:lnTo>
                      <a:pt x="193749" y="169542"/>
                    </a:lnTo>
                    <a:lnTo>
                      <a:pt x="116566" y="30162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9" name="Контур"/>
              <p:cNvSpPr/>
              <p:nvPr/>
            </p:nvSpPr>
            <p:spPr>
              <a:xfrm>
                <a:off x="2679243" y="5160461"/>
                <a:ext cx="153938" cy="300120"/>
              </a:xfrm>
              <a:custGeom>
                <a:avLst/>
                <a:gdLst/>
                <a:ahLst/>
                <a:cxnLst/>
                <a:rect l="l" t="t" r="r" b="b"/>
                <a:pathLst>
                  <a:path w="153938" h="300120">
                    <a:moveTo>
                      <a:pt x="19274" y="1453"/>
                    </a:moveTo>
                    <a:lnTo>
                      <a:pt x="20951" y="3356"/>
                    </a:lnTo>
                    <a:lnTo>
                      <a:pt x="15523" y="27034"/>
                    </a:lnTo>
                    <a:lnTo>
                      <a:pt x="59955" y="114496"/>
                    </a:lnTo>
                    <a:lnTo>
                      <a:pt x="153938" y="286032"/>
                    </a:lnTo>
                    <a:lnTo>
                      <a:pt x="136703" y="300120"/>
                    </a:lnTo>
                    <a:lnTo>
                      <a:pt x="49954" y="127342"/>
                    </a:lnTo>
                    <a:lnTo>
                      <a:pt x="43701" y="128905"/>
                    </a:lnTo>
                    <a:lnTo>
                      <a:pt x="10878" y="74961"/>
                    </a:lnTo>
                    <a:lnTo>
                      <a:pt x="18693" y="71052"/>
                    </a:lnTo>
                    <a:lnTo>
                      <a:pt x="0" y="19164"/>
                    </a:lnTo>
                    <a:lnTo>
                      <a:pt x="4215" y="0"/>
                    </a:lnTo>
                    <a:lnTo>
                      <a:pt x="6503" y="1743"/>
                    </a:lnTo>
                    <a:lnTo>
                      <a:pt x="10925" y="3140"/>
                    </a:lnTo>
                    <a:lnTo>
                      <a:pt x="15559" y="2957"/>
                    </a:lnTo>
                    <a:lnTo>
                      <a:pt x="19274" y="14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0" name="Контур"/>
              <p:cNvSpPr/>
              <p:nvPr/>
            </p:nvSpPr>
            <p:spPr>
              <a:xfrm>
                <a:off x="1328577" y="4209317"/>
                <a:ext cx="154718" cy="693531"/>
              </a:xfrm>
              <a:custGeom>
                <a:avLst/>
                <a:gdLst/>
                <a:ahLst/>
                <a:cxnLst/>
                <a:rect l="l" t="t" r="r" b="b"/>
                <a:pathLst>
                  <a:path w="154718" h="693531">
                    <a:moveTo>
                      <a:pt x="0" y="692898"/>
                    </a:moveTo>
                    <a:lnTo>
                      <a:pt x="5307" y="650372"/>
                    </a:lnTo>
                    <a:lnTo>
                      <a:pt x="5981" y="646135"/>
                    </a:lnTo>
                    <a:lnTo>
                      <a:pt x="58499" y="359459"/>
                    </a:lnTo>
                    <a:lnTo>
                      <a:pt x="72440" y="197706"/>
                    </a:lnTo>
                    <a:lnTo>
                      <a:pt x="136576" y="0"/>
                    </a:lnTo>
                    <a:lnTo>
                      <a:pt x="154718" y="3598"/>
                    </a:lnTo>
                    <a:lnTo>
                      <a:pt x="97624" y="246416"/>
                    </a:lnTo>
                    <a:lnTo>
                      <a:pt x="41509" y="548186"/>
                    </a:lnTo>
                    <a:lnTo>
                      <a:pt x="8943" y="693531"/>
                    </a:lnTo>
                    <a:lnTo>
                      <a:pt x="0" y="69289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1" name="Контур"/>
              <p:cNvSpPr/>
              <p:nvPr/>
            </p:nvSpPr>
            <p:spPr>
              <a:xfrm>
                <a:off x="1267956" y="5447694"/>
                <a:ext cx="208817" cy="220924"/>
              </a:xfrm>
              <a:custGeom>
                <a:avLst/>
                <a:gdLst/>
                <a:ahLst/>
                <a:cxnLst/>
                <a:rect l="l" t="t" r="r" b="b"/>
                <a:pathLst>
                  <a:path w="208817" h="220924">
                    <a:moveTo>
                      <a:pt x="208817" y="112901"/>
                    </a:moveTo>
                    <a:lnTo>
                      <a:pt x="67872" y="220924"/>
                    </a:lnTo>
                    <a:lnTo>
                      <a:pt x="50235" y="197939"/>
                    </a:lnTo>
                    <a:lnTo>
                      <a:pt x="45453" y="191707"/>
                    </a:lnTo>
                    <a:lnTo>
                      <a:pt x="0" y="157335"/>
                    </a:lnTo>
                    <a:lnTo>
                      <a:pt x="22119" y="133184"/>
                    </a:lnTo>
                    <a:lnTo>
                      <a:pt x="147505" y="18307"/>
                    </a:lnTo>
                    <a:lnTo>
                      <a:pt x="175023" y="0"/>
                    </a:lnTo>
                    <a:lnTo>
                      <a:pt x="208817" y="11290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2" name="Контур"/>
              <p:cNvSpPr/>
              <p:nvPr/>
            </p:nvSpPr>
            <p:spPr>
              <a:xfrm>
                <a:off x="2886739" y="6603862"/>
                <a:ext cx="337504" cy="262593"/>
              </a:xfrm>
              <a:custGeom>
                <a:avLst/>
                <a:gdLst/>
                <a:ahLst/>
                <a:cxnLst/>
                <a:rect l="l" t="t" r="r" b="b"/>
                <a:pathLst>
                  <a:path w="337504" h="262593">
                    <a:moveTo>
                      <a:pt x="337504" y="38544"/>
                    </a:moveTo>
                    <a:lnTo>
                      <a:pt x="0" y="262593"/>
                    </a:lnTo>
                    <a:lnTo>
                      <a:pt x="4581" y="248355"/>
                    </a:lnTo>
                    <a:lnTo>
                      <a:pt x="22311" y="219159"/>
                    </a:lnTo>
                    <a:lnTo>
                      <a:pt x="30537" y="211293"/>
                    </a:lnTo>
                    <a:lnTo>
                      <a:pt x="74808" y="174906"/>
                    </a:lnTo>
                    <a:lnTo>
                      <a:pt x="319419" y="0"/>
                    </a:lnTo>
                    <a:lnTo>
                      <a:pt x="337504" y="385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3" name="Контур"/>
              <p:cNvSpPr/>
              <p:nvPr/>
            </p:nvSpPr>
            <p:spPr>
              <a:xfrm>
                <a:off x="2930606" y="6594384"/>
                <a:ext cx="77048" cy="120289"/>
              </a:xfrm>
              <a:custGeom>
                <a:avLst/>
                <a:gdLst/>
                <a:ahLst/>
                <a:cxnLst/>
                <a:rect l="l" t="t" r="r" b="b"/>
                <a:pathLst>
                  <a:path w="77048" h="120289">
                    <a:moveTo>
                      <a:pt x="13765" y="11853"/>
                    </a:moveTo>
                    <a:lnTo>
                      <a:pt x="36741" y="0"/>
                    </a:lnTo>
                    <a:lnTo>
                      <a:pt x="39675" y="2221"/>
                    </a:lnTo>
                    <a:lnTo>
                      <a:pt x="77048" y="67201"/>
                    </a:lnTo>
                    <a:lnTo>
                      <a:pt x="41084" y="93754"/>
                    </a:lnTo>
                    <a:lnTo>
                      <a:pt x="4528" y="120289"/>
                    </a:lnTo>
                    <a:lnTo>
                      <a:pt x="0" y="112806"/>
                    </a:lnTo>
                    <a:lnTo>
                      <a:pt x="40169" y="91928"/>
                    </a:lnTo>
                    <a:lnTo>
                      <a:pt x="43566" y="89418"/>
                    </a:lnTo>
                    <a:lnTo>
                      <a:pt x="46021" y="85981"/>
                    </a:lnTo>
                    <a:lnTo>
                      <a:pt x="47293" y="81953"/>
                    </a:lnTo>
                    <a:lnTo>
                      <a:pt x="47260" y="77729"/>
                    </a:lnTo>
                    <a:lnTo>
                      <a:pt x="45922" y="73724"/>
                    </a:lnTo>
                    <a:lnTo>
                      <a:pt x="13765" y="118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4" name="Контур"/>
              <p:cNvSpPr/>
              <p:nvPr/>
            </p:nvSpPr>
            <p:spPr>
              <a:xfrm>
                <a:off x="3018302" y="6497265"/>
                <a:ext cx="209092" cy="148564"/>
              </a:xfrm>
              <a:custGeom>
                <a:avLst/>
                <a:gdLst/>
                <a:ahLst/>
                <a:cxnLst/>
                <a:rect l="l" t="t" r="r" b="b"/>
                <a:pathLst>
                  <a:path w="209092" h="148564">
                    <a:moveTo>
                      <a:pt x="0" y="130121"/>
                    </a:moveTo>
                    <a:lnTo>
                      <a:pt x="115623" y="31714"/>
                    </a:lnTo>
                    <a:lnTo>
                      <a:pt x="130075" y="46173"/>
                    </a:lnTo>
                    <a:lnTo>
                      <a:pt x="204205" y="0"/>
                    </a:lnTo>
                    <a:lnTo>
                      <a:pt x="209092" y="9693"/>
                    </a:lnTo>
                    <a:lnTo>
                      <a:pt x="36388" y="129593"/>
                    </a:lnTo>
                    <a:lnTo>
                      <a:pt x="10693" y="148564"/>
                    </a:lnTo>
                    <a:lnTo>
                      <a:pt x="0" y="13012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5" name="Контур"/>
              <p:cNvSpPr/>
              <p:nvPr/>
            </p:nvSpPr>
            <p:spPr>
              <a:xfrm>
                <a:off x="1266367" y="6373227"/>
                <a:ext cx="140658" cy="153598"/>
              </a:xfrm>
              <a:custGeom>
                <a:avLst/>
                <a:gdLst/>
                <a:ahLst/>
                <a:cxnLst/>
                <a:rect l="l" t="t" r="r" b="b"/>
                <a:pathLst>
                  <a:path w="140658" h="153598">
                    <a:moveTo>
                      <a:pt x="7698" y="25719"/>
                    </a:moveTo>
                    <a:lnTo>
                      <a:pt x="40028" y="1979"/>
                    </a:lnTo>
                    <a:lnTo>
                      <a:pt x="53876" y="0"/>
                    </a:lnTo>
                    <a:lnTo>
                      <a:pt x="134514" y="37645"/>
                    </a:lnTo>
                    <a:lnTo>
                      <a:pt x="137586" y="58388"/>
                    </a:lnTo>
                    <a:lnTo>
                      <a:pt x="130674" y="78363"/>
                    </a:lnTo>
                    <a:lnTo>
                      <a:pt x="140658" y="82204"/>
                    </a:lnTo>
                    <a:lnTo>
                      <a:pt x="125117" y="117179"/>
                    </a:lnTo>
                    <a:lnTo>
                      <a:pt x="116851" y="113703"/>
                    </a:lnTo>
                    <a:lnTo>
                      <a:pt x="98509" y="153598"/>
                    </a:lnTo>
                    <a:lnTo>
                      <a:pt x="9053" y="118661"/>
                    </a:lnTo>
                    <a:lnTo>
                      <a:pt x="23545" y="80071"/>
                    </a:lnTo>
                    <a:lnTo>
                      <a:pt x="0" y="43070"/>
                    </a:lnTo>
                    <a:lnTo>
                      <a:pt x="7698" y="2571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6" name="Контур"/>
              <p:cNvSpPr/>
              <p:nvPr/>
            </p:nvSpPr>
            <p:spPr>
              <a:xfrm>
                <a:off x="2991437" y="6514500"/>
                <a:ext cx="135960" cy="105424"/>
              </a:xfrm>
              <a:custGeom>
                <a:avLst/>
                <a:gdLst/>
                <a:ahLst/>
                <a:cxnLst/>
                <a:rect l="l" t="t" r="r" b="b"/>
                <a:pathLst>
                  <a:path w="135960" h="105424">
                    <a:moveTo>
                      <a:pt x="0" y="67457"/>
                    </a:moveTo>
                    <a:lnTo>
                      <a:pt x="130757" y="0"/>
                    </a:lnTo>
                    <a:lnTo>
                      <a:pt x="135960" y="8417"/>
                    </a:lnTo>
                    <a:lnTo>
                      <a:pt x="21737" y="105424"/>
                    </a:lnTo>
                    <a:lnTo>
                      <a:pt x="1223" y="75576"/>
                    </a:lnTo>
                    <a:lnTo>
                      <a:pt x="0" y="674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7" name="Контур"/>
              <p:cNvSpPr/>
              <p:nvPr/>
            </p:nvSpPr>
            <p:spPr>
              <a:xfrm>
                <a:off x="2019751" y="6065205"/>
                <a:ext cx="363159" cy="364830"/>
              </a:xfrm>
              <a:custGeom>
                <a:avLst/>
                <a:gdLst/>
                <a:ahLst/>
                <a:cxnLst/>
                <a:rect l="l" t="t" r="r" b="b"/>
                <a:pathLst>
                  <a:path w="363159" h="364830">
                    <a:moveTo>
                      <a:pt x="112058" y="213671"/>
                    </a:moveTo>
                    <a:lnTo>
                      <a:pt x="261473" y="82396"/>
                    </a:lnTo>
                    <a:lnTo>
                      <a:pt x="265594" y="78727"/>
                    </a:lnTo>
                    <a:lnTo>
                      <a:pt x="295434" y="52153"/>
                    </a:lnTo>
                    <a:lnTo>
                      <a:pt x="298219" y="49676"/>
                    </a:lnTo>
                    <a:lnTo>
                      <a:pt x="363159" y="0"/>
                    </a:lnTo>
                    <a:lnTo>
                      <a:pt x="363159" y="39268"/>
                    </a:lnTo>
                    <a:lnTo>
                      <a:pt x="43187" y="349432"/>
                    </a:lnTo>
                    <a:lnTo>
                      <a:pt x="21450" y="364830"/>
                    </a:lnTo>
                    <a:lnTo>
                      <a:pt x="1564" y="346509"/>
                    </a:lnTo>
                    <a:lnTo>
                      <a:pt x="0" y="345068"/>
                    </a:lnTo>
                    <a:lnTo>
                      <a:pt x="1175" y="344166"/>
                    </a:lnTo>
                    <a:lnTo>
                      <a:pt x="109869" y="228845"/>
                    </a:lnTo>
                    <a:lnTo>
                      <a:pt x="112645" y="224433"/>
                    </a:lnTo>
                    <a:lnTo>
                      <a:pt x="113542" y="219299"/>
                    </a:lnTo>
                    <a:lnTo>
                      <a:pt x="112429" y="214208"/>
                    </a:lnTo>
                    <a:lnTo>
                      <a:pt x="112058" y="2136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8" name="Контур"/>
              <p:cNvSpPr/>
              <p:nvPr/>
            </p:nvSpPr>
            <p:spPr>
              <a:xfrm>
                <a:off x="3476225" y="5315305"/>
                <a:ext cx="657406" cy="479271"/>
              </a:xfrm>
              <a:custGeom>
                <a:avLst/>
                <a:gdLst/>
                <a:ahLst/>
                <a:cxnLst/>
                <a:rect l="l" t="t" r="r" b="b"/>
                <a:pathLst>
                  <a:path w="657406" h="479271">
                    <a:moveTo>
                      <a:pt x="210" y="479271"/>
                    </a:moveTo>
                    <a:lnTo>
                      <a:pt x="1407" y="475640"/>
                    </a:lnTo>
                    <a:lnTo>
                      <a:pt x="1066" y="470489"/>
                    </a:lnTo>
                    <a:lnTo>
                      <a:pt x="0" y="468286"/>
                    </a:lnTo>
                    <a:lnTo>
                      <a:pt x="220472" y="291535"/>
                    </a:lnTo>
                    <a:lnTo>
                      <a:pt x="566137" y="67163"/>
                    </a:lnTo>
                    <a:lnTo>
                      <a:pt x="654044" y="0"/>
                    </a:lnTo>
                    <a:lnTo>
                      <a:pt x="657406" y="10095"/>
                    </a:lnTo>
                    <a:lnTo>
                      <a:pt x="633325" y="28682"/>
                    </a:lnTo>
                    <a:lnTo>
                      <a:pt x="604073" y="45261"/>
                    </a:lnTo>
                    <a:lnTo>
                      <a:pt x="585515" y="56738"/>
                    </a:lnTo>
                    <a:lnTo>
                      <a:pt x="244198" y="292950"/>
                    </a:lnTo>
                    <a:lnTo>
                      <a:pt x="38458" y="449148"/>
                    </a:lnTo>
                    <a:lnTo>
                      <a:pt x="210" y="4792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9" name="Контур"/>
              <p:cNvSpPr/>
              <p:nvPr/>
            </p:nvSpPr>
            <p:spPr>
              <a:xfrm>
                <a:off x="2719384" y="5876464"/>
                <a:ext cx="597368" cy="511776"/>
              </a:xfrm>
              <a:custGeom>
                <a:avLst/>
                <a:gdLst/>
                <a:ahLst/>
                <a:cxnLst/>
                <a:rect l="l" t="t" r="r" b="b"/>
                <a:pathLst>
                  <a:path w="597368" h="511776">
                    <a:moveTo>
                      <a:pt x="597368" y="39191"/>
                    </a:moveTo>
                    <a:lnTo>
                      <a:pt x="228110" y="304879"/>
                    </a:lnTo>
                    <a:lnTo>
                      <a:pt x="204387" y="326062"/>
                    </a:lnTo>
                    <a:lnTo>
                      <a:pt x="181802" y="357551"/>
                    </a:lnTo>
                    <a:lnTo>
                      <a:pt x="194103" y="375237"/>
                    </a:lnTo>
                    <a:lnTo>
                      <a:pt x="117009" y="424998"/>
                    </a:lnTo>
                    <a:lnTo>
                      <a:pt x="0" y="511776"/>
                    </a:lnTo>
                    <a:lnTo>
                      <a:pt x="1827" y="478755"/>
                    </a:lnTo>
                    <a:lnTo>
                      <a:pt x="122589" y="366849"/>
                    </a:lnTo>
                    <a:lnTo>
                      <a:pt x="232227" y="280782"/>
                    </a:lnTo>
                    <a:lnTo>
                      <a:pt x="420420" y="111718"/>
                    </a:lnTo>
                    <a:lnTo>
                      <a:pt x="566011" y="0"/>
                    </a:lnTo>
                    <a:lnTo>
                      <a:pt x="582630" y="36409"/>
                    </a:lnTo>
                    <a:lnTo>
                      <a:pt x="597368" y="3919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0" name="Контур"/>
              <p:cNvSpPr/>
              <p:nvPr/>
            </p:nvSpPr>
            <p:spPr>
              <a:xfrm>
                <a:off x="2719384" y="4437975"/>
                <a:ext cx="2555028" cy="1950265"/>
              </a:xfrm>
              <a:custGeom>
                <a:avLst/>
                <a:gdLst/>
                <a:ahLst/>
                <a:cxnLst/>
                <a:rect l="l" t="t" r="r" b="b"/>
                <a:pathLst>
                  <a:path w="2555028" h="1950265">
                    <a:moveTo>
                      <a:pt x="626861" y="1464755"/>
                    </a:moveTo>
                    <a:lnTo>
                      <a:pt x="795299" y="1326478"/>
                    </a:lnTo>
                    <a:lnTo>
                      <a:pt x="1001039" y="1170280"/>
                    </a:lnTo>
                    <a:lnTo>
                      <a:pt x="1414247" y="887425"/>
                    </a:lnTo>
                    <a:lnTo>
                      <a:pt x="1458810" y="830386"/>
                    </a:lnTo>
                    <a:lnTo>
                      <a:pt x="1513970" y="779216"/>
                    </a:lnTo>
                    <a:lnTo>
                      <a:pt x="1775407" y="600803"/>
                    </a:lnTo>
                    <a:lnTo>
                      <a:pt x="2471499" y="95680"/>
                    </a:lnTo>
                    <a:lnTo>
                      <a:pt x="2543187" y="26450"/>
                    </a:lnTo>
                    <a:lnTo>
                      <a:pt x="2544836" y="13878"/>
                    </a:lnTo>
                    <a:lnTo>
                      <a:pt x="2535120" y="847"/>
                    </a:lnTo>
                    <a:lnTo>
                      <a:pt x="2548168" y="0"/>
                    </a:lnTo>
                    <a:lnTo>
                      <a:pt x="2555028" y="19731"/>
                    </a:lnTo>
                    <a:lnTo>
                      <a:pt x="2551817" y="60449"/>
                    </a:lnTo>
                    <a:lnTo>
                      <a:pt x="2492976" y="114820"/>
                    </a:lnTo>
                    <a:lnTo>
                      <a:pt x="2165933" y="342825"/>
                    </a:lnTo>
                    <a:lnTo>
                      <a:pt x="1706287" y="694659"/>
                    </a:lnTo>
                    <a:lnTo>
                      <a:pt x="1444322" y="879700"/>
                    </a:lnTo>
                    <a:lnTo>
                      <a:pt x="1395518" y="925649"/>
                    </a:lnTo>
                    <a:lnTo>
                      <a:pt x="235177" y="1759802"/>
                    </a:lnTo>
                    <a:lnTo>
                      <a:pt x="216387" y="1779584"/>
                    </a:lnTo>
                    <a:lnTo>
                      <a:pt x="206321" y="1799874"/>
                    </a:lnTo>
                    <a:lnTo>
                      <a:pt x="209820" y="1816737"/>
                    </a:lnTo>
                    <a:lnTo>
                      <a:pt x="205320" y="1820296"/>
                    </a:lnTo>
                    <a:lnTo>
                      <a:pt x="101601" y="1890649"/>
                    </a:lnTo>
                    <a:lnTo>
                      <a:pt x="28793" y="1947191"/>
                    </a:lnTo>
                    <a:lnTo>
                      <a:pt x="0" y="1950265"/>
                    </a:lnTo>
                    <a:lnTo>
                      <a:pt x="117009" y="1863487"/>
                    </a:lnTo>
                    <a:lnTo>
                      <a:pt x="194103" y="1813726"/>
                    </a:lnTo>
                    <a:lnTo>
                      <a:pt x="181802" y="1796040"/>
                    </a:lnTo>
                    <a:lnTo>
                      <a:pt x="204387" y="1764551"/>
                    </a:lnTo>
                    <a:lnTo>
                      <a:pt x="228110" y="1743368"/>
                    </a:lnTo>
                    <a:lnTo>
                      <a:pt x="597370" y="1477679"/>
                    </a:lnTo>
                    <a:lnTo>
                      <a:pt x="626861" y="14647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1" name="Контур"/>
              <p:cNvSpPr/>
              <p:nvPr/>
            </p:nvSpPr>
            <p:spPr>
              <a:xfrm>
                <a:off x="2640577" y="7101116"/>
                <a:ext cx="49578" cy="33658"/>
              </a:xfrm>
              <a:custGeom>
                <a:avLst/>
                <a:gdLst/>
                <a:ahLst/>
                <a:cxnLst/>
                <a:rect l="l" t="t" r="r" b="b"/>
                <a:pathLst>
                  <a:path w="49578" h="33658">
                    <a:moveTo>
                      <a:pt x="44036" y="29065"/>
                    </a:moveTo>
                    <a:lnTo>
                      <a:pt x="40729" y="23844"/>
                    </a:lnTo>
                    <a:lnTo>
                      <a:pt x="37097" y="20029"/>
                    </a:lnTo>
                    <a:lnTo>
                      <a:pt x="32282" y="17895"/>
                    </a:lnTo>
                    <a:lnTo>
                      <a:pt x="27016" y="17766"/>
                    </a:lnTo>
                    <a:lnTo>
                      <a:pt x="22101" y="19662"/>
                    </a:lnTo>
                    <a:lnTo>
                      <a:pt x="0" y="33658"/>
                    </a:lnTo>
                    <a:lnTo>
                      <a:pt x="42872" y="0"/>
                    </a:lnTo>
                    <a:lnTo>
                      <a:pt x="47245" y="7000"/>
                    </a:lnTo>
                    <a:lnTo>
                      <a:pt x="49578" y="16333"/>
                    </a:lnTo>
                    <a:lnTo>
                      <a:pt x="47245" y="23332"/>
                    </a:lnTo>
                    <a:lnTo>
                      <a:pt x="44036" y="2906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2" name="Контур"/>
              <p:cNvSpPr/>
              <p:nvPr/>
            </p:nvSpPr>
            <p:spPr>
              <a:xfrm>
                <a:off x="2594601" y="7064349"/>
                <a:ext cx="102505" cy="89815"/>
              </a:xfrm>
              <a:custGeom>
                <a:avLst/>
                <a:gdLst/>
                <a:ahLst/>
                <a:cxnLst/>
                <a:rect l="l" t="t" r="r" b="b"/>
                <a:pathLst>
                  <a:path w="102505" h="89815">
                    <a:moveTo>
                      <a:pt x="45681" y="70612"/>
                    </a:moveTo>
                    <a:lnTo>
                      <a:pt x="15359" y="89815"/>
                    </a:lnTo>
                    <a:lnTo>
                      <a:pt x="0" y="65563"/>
                    </a:lnTo>
                    <a:lnTo>
                      <a:pt x="95579" y="0"/>
                    </a:lnTo>
                    <a:lnTo>
                      <a:pt x="102505" y="11195"/>
                    </a:lnTo>
                    <a:lnTo>
                      <a:pt x="79472" y="25445"/>
                    </a:lnTo>
                    <a:lnTo>
                      <a:pt x="32776" y="54332"/>
                    </a:lnTo>
                    <a:lnTo>
                      <a:pt x="45681" y="7061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3" name="Контур"/>
              <p:cNvSpPr/>
              <p:nvPr/>
            </p:nvSpPr>
            <p:spPr>
              <a:xfrm>
                <a:off x="3025366" y="7023592"/>
                <a:ext cx="132104" cy="181138"/>
              </a:xfrm>
              <a:custGeom>
                <a:avLst/>
                <a:gdLst/>
                <a:ahLst/>
                <a:cxnLst/>
                <a:rect l="l" t="t" r="r" b="b"/>
                <a:pathLst>
                  <a:path w="132104" h="181138">
                    <a:moveTo>
                      <a:pt x="76496" y="6279"/>
                    </a:moveTo>
                    <a:lnTo>
                      <a:pt x="86532" y="0"/>
                    </a:lnTo>
                    <a:lnTo>
                      <a:pt x="89251" y="19622"/>
                    </a:lnTo>
                    <a:lnTo>
                      <a:pt x="103129" y="29238"/>
                    </a:lnTo>
                    <a:lnTo>
                      <a:pt x="132104" y="108682"/>
                    </a:lnTo>
                    <a:lnTo>
                      <a:pt x="117160" y="145757"/>
                    </a:lnTo>
                    <a:lnTo>
                      <a:pt x="94445" y="166686"/>
                    </a:lnTo>
                    <a:lnTo>
                      <a:pt x="64314" y="181138"/>
                    </a:lnTo>
                    <a:lnTo>
                      <a:pt x="0" y="73519"/>
                    </a:lnTo>
                    <a:lnTo>
                      <a:pt x="6791" y="81898"/>
                    </a:lnTo>
                    <a:lnTo>
                      <a:pt x="16918" y="83947"/>
                    </a:lnTo>
                    <a:lnTo>
                      <a:pt x="43006" y="67876"/>
                    </a:lnTo>
                    <a:lnTo>
                      <a:pt x="65753" y="100909"/>
                    </a:lnTo>
                    <a:lnTo>
                      <a:pt x="76513" y="102105"/>
                    </a:lnTo>
                    <a:lnTo>
                      <a:pt x="87871" y="96125"/>
                    </a:lnTo>
                    <a:lnTo>
                      <a:pt x="92055" y="85959"/>
                    </a:lnTo>
                    <a:lnTo>
                      <a:pt x="78275" y="44479"/>
                    </a:lnTo>
                    <a:lnTo>
                      <a:pt x="86498" y="38231"/>
                    </a:lnTo>
                    <a:lnTo>
                      <a:pt x="88930" y="26216"/>
                    </a:lnTo>
                    <a:lnTo>
                      <a:pt x="76496" y="627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4" name="Контур"/>
              <p:cNvSpPr/>
              <p:nvPr/>
            </p:nvSpPr>
            <p:spPr>
              <a:xfrm>
                <a:off x="1595379" y="6915719"/>
                <a:ext cx="310878" cy="162414"/>
              </a:xfrm>
              <a:custGeom>
                <a:avLst/>
                <a:gdLst/>
                <a:ahLst/>
                <a:cxnLst/>
                <a:rect l="l" t="t" r="r" b="b"/>
                <a:pathLst>
                  <a:path w="310878" h="162414">
                    <a:moveTo>
                      <a:pt x="0" y="162414"/>
                    </a:moveTo>
                    <a:lnTo>
                      <a:pt x="310878" y="0"/>
                    </a:lnTo>
                    <a:lnTo>
                      <a:pt x="209281" y="57503"/>
                    </a:lnTo>
                    <a:lnTo>
                      <a:pt x="0" y="16241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5" name="Контур"/>
              <p:cNvSpPr/>
              <p:nvPr/>
            </p:nvSpPr>
            <p:spPr>
              <a:xfrm>
                <a:off x="2674818" y="6975930"/>
                <a:ext cx="105573" cy="88419"/>
              </a:xfrm>
              <a:custGeom>
                <a:avLst/>
                <a:gdLst/>
                <a:ahLst/>
                <a:cxnLst/>
                <a:rect l="l" t="t" r="r" b="b"/>
                <a:pathLst>
                  <a:path w="105573" h="88419">
                    <a:moveTo>
                      <a:pt x="105573" y="0"/>
                    </a:moveTo>
                    <a:lnTo>
                      <a:pt x="61458" y="29362"/>
                    </a:lnTo>
                    <a:lnTo>
                      <a:pt x="58351" y="32224"/>
                    </a:lnTo>
                    <a:lnTo>
                      <a:pt x="56281" y="35905"/>
                    </a:lnTo>
                    <a:lnTo>
                      <a:pt x="55450" y="40046"/>
                    </a:lnTo>
                    <a:lnTo>
                      <a:pt x="55939" y="44242"/>
                    </a:lnTo>
                    <a:lnTo>
                      <a:pt x="57701" y="48081"/>
                    </a:lnTo>
                    <a:lnTo>
                      <a:pt x="62864" y="55837"/>
                    </a:lnTo>
                    <a:lnTo>
                      <a:pt x="15362" y="88419"/>
                    </a:lnTo>
                    <a:lnTo>
                      <a:pt x="0" y="66939"/>
                    </a:lnTo>
                    <a:lnTo>
                      <a:pt x="10557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6" name="Контур"/>
              <p:cNvSpPr/>
              <p:nvPr/>
            </p:nvSpPr>
            <p:spPr>
              <a:xfrm>
                <a:off x="2653265" y="6780504"/>
                <a:ext cx="11706" cy="7344"/>
              </a:xfrm>
              <a:custGeom>
                <a:avLst/>
                <a:gdLst/>
                <a:ahLst/>
                <a:cxnLst/>
                <a:rect l="l" t="t" r="r" b="b"/>
                <a:pathLst>
                  <a:path w="11706" h="7344">
                    <a:moveTo>
                      <a:pt x="11706" y="0"/>
                    </a:moveTo>
                    <a:lnTo>
                      <a:pt x="4816" y="7344"/>
                    </a:lnTo>
                    <a:lnTo>
                      <a:pt x="1217" y="5899"/>
                    </a:lnTo>
                    <a:lnTo>
                      <a:pt x="0" y="5912"/>
                    </a:lnTo>
                    <a:lnTo>
                      <a:pt x="11706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7" name="Контур"/>
              <p:cNvSpPr/>
              <p:nvPr/>
            </p:nvSpPr>
            <p:spPr>
              <a:xfrm>
                <a:off x="2651554" y="6596900"/>
                <a:ext cx="201634" cy="169423"/>
              </a:xfrm>
              <a:custGeom>
                <a:avLst/>
                <a:gdLst/>
                <a:ahLst/>
                <a:cxnLst/>
                <a:rect l="l" t="t" r="r" b="b"/>
                <a:pathLst>
                  <a:path w="201634" h="169423">
                    <a:moveTo>
                      <a:pt x="201634" y="37193"/>
                    </a:moveTo>
                    <a:lnTo>
                      <a:pt x="176877" y="50060"/>
                    </a:lnTo>
                    <a:lnTo>
                      <a:pt x="173480" y="52570"/>
                    </a:lnTo>
                    <a:lnTo>
                      <a:pt x="171025" y="56007"/>
                    </a:lnTo>
                    <a:lnTo>
                      <a:pt x="169752" y="60035"/>
                    </a:lnTo>
                    <a:lnTo>
                      <a:pt x="169787" y="64259"/>
                    </a:lnTo>
                    <a:lnTo>
                      <a:pt x="171124" y="68265"/>
                    </a:lnTo>
                    <a:lnTo>
                      <a:pt x="172472" y="70857"/>
                    </a:lnTo>
                    <a:lnTo>
                      <a:pt x="70843" y="121125"/>
                    </a:lnTo>
                    <a:lnTo>
                      <a:pt x="28655" y="167362"/>
                    </a:lnTo>
                    <a:lnTo>
                      <a:pt x="26722" y="169423"/>
                    </a:lnTo>
                    <a:lnTo>
                      <a:pt x="26732" y="166429"/>
                    </a:lnTo>
                    <a:lnTo>
                      <a:pt x="25441" y="162407"/>
                    </a:lnTo>
                    <a:lnTo>
                      <a:pt x="24581" y="160705"/>
                    </a:lnTo>
                    <a:lnTo>
                      <a:pt x="25514" y="160248"/>
                    </a:lnTo>
                    <a:lnTo>
                      <a:pt x="0" y="108168"/>
                    </a:lnTo>
                    <a:lnTo>
                      <a:pt x="182984" y="0"/>
                    </a:lnTo>
                    <a:lnTo>
                      <a:pt x="183660" y="2353"/>
                    </a:lnTo>
                    <a:lnTo>
                      <a:pt x="201634" y="371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8" name="Контур"/>
              <p:cNvSpPr/>
              <p:nvPr/>
            </p:nvSpPr>
            <p:spPr>
              <a:xfrm>
                <a:off x="2254460" y="6770259"/>
                <a:ext cx="376624" cy="247998"/>
              </a:xfrm>
              <a:custGeom>
                <a:avLst/>
                <a:gdLst/>
                <a:ahLst/>
                <a:cxnLst/>
                <a:rect l="l" t="t" r="r" b="b"/>
                <a:pathLst>
                  <a:path w="376624" h="247998">
                    <a:moveTo>
                      <a:pt x="273875" y="0"/>
                    </a:moveTo>
                    <a:lnTo>
                      <a:pt x="299311" y="51280"/>
                    </a:lnTo>
                    <a:lnTo>
                      <a:pt x="307144" y="58018"/>
                    </a:lnTo>
                    <a:lnTo>
                      <a:pt x="317447" y="57244"/>
                    </a:lnTo>
                    <a:lnTo>
                      <a:pt x="376624" y="27359"/>
                    </a:lnTo>
                    <a:lnTo>
                      <a:pt x="324362" y="63108"/>
                    </a:lnTo>
                    <a:lnTo>
                      <a:pt x="318612" y="73216"/>
                    </a:lnTo>
                    <a:lnTo>
                      <a:pt x="274178" y="82165"/>
                    </a:lnTo>
                    <a:lnTo>
                      <a:pt x="50395" y="247998"/>
                    </a:lnTo>
                    <a:lnTo>
                      <a:pt x="18664" y="202076"/>
                    </a:lnTo>
                    <a:lnTo>
                      <a:pt x="23914" y="188551"/>
                    </a:lnTo>
                    <a:lnTo>
                      <a:pt x="0" y="150949"/>
                    </a:lnTo>
                    <a:lnTo>
                      <a:pt x="128450" y="76176"/>
                    </a:lnTo>
                    <a:lnTo>
                      <a:pt x="27387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9" name="Контур"/>
              <p:cNvSpPr/>
              <p:nvPr/>
            </p:nvSpPr>
            <p:spPr>
              <a:xfrm>
                <a:off x="2915612" y="6665714"/>
                <a:ext cx="457019" cy="278806"/>
              </a:xfrm>
              <a:custGeom>
                <a:avLst/>
                <a:gdLst/>
                <a:ahLst/>
                <a:cxnLst/>
                <a:rect l="l" t="t" r="r" b="b"/>
                <a:pathLst>
                  <a:path w="457019" h="278806">
                    <a:moveTo>
                      <a:pt x="457019" y="21646"/>
                    </a:moveTo>
                    <a:lnTo>
                      <a:pt x="389158" y="75396"/>
                    </a:lnTo>
                    <a:lnTo>
                      <a:pt x="378975" y="59239"/>
                    </a:lnTo>
                    <a:lnTo>
                      <a:pt x="306067" y="105192"/>
                    </a:lnTo>
                    <a:lnTo>
                      <a:pt x="319652" y="126689"/>
                    </a:lnTo>
                    <a:lnTo>
                      <a:pt x="96075" y="265680"/>
                    </a:lnTo>
                    <a:lnTo>
                      <a:pt x="78992" y="242099"/>
                    </a:lnTo>
                    <a:lnTo>
                      <a:pt x="65088" y="252203"/>
                    </a:lnTo>
                    <a:lnTo>
                      <a:pt x="82206" y="275759"/>
                    </a:lnTo>
                    <a:lnTo>
                      <a:pt x="76924" y="278806"/>
                    </a:lnTo>
                    <a:lnTo>
                      <a:pt x="62660" y="254036"/>
                    </a:lnTo>
                    <a:lnTo>
                      <a:pt x="52386" y="247349"/>
                    </a:lnTo>
                    <a:lnTo>
                      <a:pt x="0" y="274542"/>
                    </a:lnTo>
                    <a:lnTo>
                      <a:pt x="246145" y="120402"/>
                    </a:lnTo>
                    <a:lnTo>
                      <a:pt x="437284" y="15637"/>
                    </a:lnTo>
                    <a:lnTo>
                      <a:pt x="441580" y="0"/>
                    </a:lnTo>
                    <a:lnTo>
                      <a:pt x="457019" y="2164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0" name="Контур"/>
              <p:cNvSpPr/>
              <p:nvPr/>
            </p:nvSpPr>
            <p:spPr>
              <a:xfrm>
                <a:off x="2892673" y="6600530"/>
                <a:ext cx="464519" cy="339477"/>
              </a:xfrm>
              <a:custGeom>
                <a:avLst/>
                <a:gdLst/>
                <a:ahLst/>
                <a:cxnLst/>
                <a:rect l="l" t="t" r="r" b="b"/>
                <a:pathLst>
                  <a:path w="464519" h="339477">
                    <a:moveTo>
                      <a:pt x="417278" y="0"/>
                    </a:moveTo>
                    <a:lnTo>
                      <a:pt x="417296" y="40"/>
                    </a:lnTo>
                    <a:lnTo>
                      <a:pt x="458158" y="56266"/>
                    </a:lnTo>
                    <a:lnTo>
                      <a:pt x="464519" y="65184"/>
                    </a:lnTo>
                    <a:lnTo>
                      <a:pt x="460223" y="80821"/>
                    </a:lnTo>
                    <a:lnTo>
                      <a:pt x="269084" y="185586"/>
                    </a:lnTo>
                    <a:lnTo>
                      <a:pt x="22875" y="339477"/>
                    </a:lnTo>
                    <a:lnTo>
                      <a:pt x="7265" y="306938"/>
                    </a:lnTo>
                    <a:lnTo>
                      <a:pt x="0" y="284668"/>
                    </a:lnTo>
                    <a:lnTo>
                      <a:pt x="240158" y="129958"/>
                    </a:lnTo>
                    <a:lnTo>
                      <a:pt x="390471" y="27668"/>
                    </a:lnTo>
                    <a:lnTo>
                      <a:pt x="386319" y="22350"/>
                    </a:lnTo>
                    <a:lnTo>
                      <a:pt x="41727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1" name="Контур"/>
              <p:cNvSpPr/>
              <p:nvPr/>
            </p:nvSpPr>
            <p:spPr>
              <a:xfrm>
                <a:off x="1906257" y="6827800"/>
                <a:ext cx="168288" cy="87919"/>
              </a:xfrm>
              <a:custGeom>
                <a:avLst/>
                <a:gdLst/>
                <a:ahLst/>
                <a:cxnLst/>
                <a:rect l="l" t="t" r="r" b="b"/>
                <a:pathLst>
                  <a:path w="168288" h="87919">
                    <a:moveTo>
                      <a:pt x="168288" y="0"/>
                    </a:moveTo>
                    <a:lnTo>
                      <a:pt x="0" y="87919"/>
                    </a:lnTo>
                    <a:lnTo>
                      <a:pt x="78108" y="43711"/>
                    </a:lnTo>
                    <a:lnTo>
                      <a:pt x="16828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2" name="Контур"/>
              <p:cNvSpPr/>
              <p:nvPr/>
            </p:nvSpPr>
            <p:spPr>
              <a:xfrm>
                <a:off x="252000" y="6245515"/>
                <a:ext cx="153816" cy="175809"/>
              </a:xfrm>
              <a:custGeom>
                <a:avLst/>
                <a:gdLst/>
                <a:ahLst/>
                <a:cxnLst/>
                <a:rect l="l" t="t" r="r" b="b"/>
                <a:pathLst>
                  <a:path w="153816" h="175809">
                    <a:moveTo>
                      <a:pt x="86452" y="175809"/>
                    </a:moveTo>
                    <a:lnTo>
                      <a:pt x="0" y="131751"/>
                    </a:lnTo>
                    <a:lnTo>
                      <a:pt x="0" y="51091"/>
                    </a:lnTo>
                    <a:lnTo>
                      <a:pt x="7712" y="6564"/>
                    </a:lnTo>
                    <a:lnTo>
                      <a:pt x="53507" y="0"/>
                    </a:lnTo>
                    <a:lnTo>
                      <a:pt x="99877" y="4123"/>
                    </a:lnTo>
                    <a:lnTo>
                      <a:pt x="135942" y="11339"/>
                    </a:lnTo>
                    <a:lnTo>
                      <a:pt x="149257" y="16750"/>
                    </a:lnTo>
                    <a:lnTo>
                      <a:pt x="153816" y="64072"/>
                    </a:lnTo>
                    <a:lnTo>
                      <a:pt x="151049" y="88184"/>
                    </a:lnTo>
                    <a:lnTo>
                      <a:pt x="124076" y="13601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3" name="Контур"/>
              <p:cNvSpPr/>
              <p:nvPr/>
            </p:nvSpPr>
            <p:spPr>
              <a:xfrm>
                <a:off x="252000" y="6252079"/>
                <a:ext cx="7712" cy="44527"/>
              </a:xfrm>
              <a:custGeom>
                <a:avLst/>
                <a:gdLst/>
                <a:ahLst/>
                <a:cxnLst/>
                <a:rect l="l" t="t" r="r" b="b"/>
                <a:pathLst>
                  <a:path w="7712" h="44527">
                    <a:moveTo>
                      <a:pt x="0" y="120"/>
                    </a:moveTo>
                    <a:lnTo>
                      <a:pt x="7712" y="0"/>
                    </a:lnTo>
                    <a:lnTo>
                      <a:pt x="0" y="445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4" name="Контур"/>
              <p:cNvSpPr/>
              <p:nvPr/>
            </p:nvSpPr>
            <p:spPr>
              <a:xfrm>
                <a:off x="751105" y="5040539"/>
                <a:ext cx="159373" cy="772769"/>
              </a:xfrm>
              <a:custGeom>
                <a:avLst/>
                <a:gdLst/>
                <a:ahLst/>
                <a:cxnLst/>
                <a:rect l="l" t="t" r="r" b="b"/>
                <a:pathLst>
                  <a:path w="159373" h="772769">
                    <a:moveTo>
                      <a:pt x="104998" y="772769"/>
                    </a:moveTo>
                    <a:lnTo>
                      <a:pt x="71372" y="606965"/>
                    </a:lnTo>
                    <a:lnTo>
                      <a:pt x="42985" y="220736"/>
                    </a:lnTo>
                    <a:lnTo>
                      <a:pt x="13787" y="100892"/>
                    </a:lnTo>
                    <a:lnTo>
                      <a:pt x="0" y="14883"/>
                    </a:lnTo>
                    <a:lnTo>
                      <a:pt x="51597" y="0"/>
                    </a:lnTo>
                    <a:lnTo>
                      <a:pt x="142323" y="26122"/>
                    </a:lnTo>
                    <a:lnTo>
                      <a:pt x="134212" y="135591"/>
                    </a:lnTo>
                    <a:lnTo>
                      <a:pt x="159373" y="592237"/>
                    </a:lnTo>
                    <a:lnTo>
                      <a:pt x="145375" y="696303"/>
                    </a:lnTo>
                    <a:lnTo>
                      <a:pt x="104998" y="77276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5" name="Контур"/>
              <p:cNvSpPr/>
              <p:nvPr/>
            </p:nvSpPr>
            <p:spPr>
              <a:xfrm>
                <a:off x="1120142" y="6020999"/>
                <a:ext cx="84763" cy="131196"/>
              </a:xfrm>
              <a:custGeom>
                <a:avLst/>
                <a:gdLst/>
                <a:ahLst/>
                <a:cxnLst/>
                <a:rect l="l" t="t" r="r" b="b"/>
                <a:pathLst>
                  <a:path w="84763" h="131196">
                    <a:moveTo>
                      <a:pt x="84763" y="874"/>
                    </a:moveTo>
                    <a:lnTo>
                      <a:pt x="84584" y="1000"/>
                    </a:lnTo>
                    <a:lnTo>
                      <a:pt x="81757" y="5432"/>
                    </a:lnTo>
                    <a:lnTo>
                      <a:pt x="32711" y="131196"/>
                    </a:lnTo>
                    <a:lnTo>
                      <a:pt x="0" y="117777"/>
                    </a:lnTo>
                    <a:lnTo>
                      <a:pt x="32537" y="39502"/>
                    </a:lnTo>
                    <a:lnTo>
                      <a:pt x="49813" y="16295"/>
                    </a:lnTo>
                    <a:lnTo>
                      <a:pt x="63633" y="2469"/>
                    </a:lnTo>
                    <a:lnTo>
                      <a:pt x="78934" y="0"/>
                    </a:lnTo>
                    <a:lnTo>
                      <a:pt x="84763" y="8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6" name="Контур"/>
              <p:cNvSpPr/>
              <p:nvPr/>
            </p:nvSpPr>
            <p:spPr>
              <a:xfrm>
                <a:off x="1081941" y="6176545"/>
                <a:ext cx="56047" cy="68385"/>
              </a:xfrm>
              <a:custGeom>
                <a:avLst/>
                <a:gdLst/>
                <a:ahLst/>
                <a:cxnLst/>
                <a:rect l="l" t="t" r="r" b="b"/>
                <a:pathLst>
                  <a:path w="56047" h="68385">
                    <a:moveTo>
                      <a:pt x="34746" y="68385"/>
                    </a:moveTo>
                    <a:lnTo>
                      <a:pt x="0" y="54127"/>
                    </a:lnTo>
                    <a:lnTo>
                      <a:pt x="22501" y="0"/>
                    </a:lnTo>
                    <a:lnTo>
                      <a:pt x="56047" y="13768"/>
                    </a:lnTo>
                    <a:lnTo>
                      <a:pt x="34746" y="6838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7" name="Контур"/>
              <p:cNvSpPr/>
              <p:nvPr/>
            </p:nvSpPr>
            <p:spPr>
              <a:xfrm>
                <a:off x="823933" y="4746599"/>
                <a:ext cx="163289" cy="216561"/>
              </a:xfrm>
              <a:custGeom>
                <a:avLst/>
                <a:gdLst/>
                <a:ahLst/>
                <a:cxnLst/>
                <a:rect l="l" t="t" r="r" b="b"/>
                <a:pathLst>
                  <a:path w="163289" h="216561">
                    <a:moveTo>
                      <a:pt x="131368" y="135841"/>
                    </a:moveTo>
                    <a:lnTo>
                      <a:pt x="163289" y="163926"/>
                    </a:lnTo>
                    <a:lnTo>
                      <a:pt x="124647" y="193961"/>
                    </a:lnTo>
                    <a:lnTo>
                      <a:pt x="66287" y="216561"/>
                    </a:lnTo>
                    <a:lnTo>
                      <a:pt x="0" y="85946"/>
                    </a:lnTo>
                    <a:lnTo>
                      <a:pt x="77377" y="0"/>
                    </a:lnTo>
                    <a:lnTo>
                      <a:pt x="113609" y="34934"/>
                    </a:lnTo>
                    <a:lnTo>
                      <a:pt x="77675" y="74227"/>
                    </a:lnTo>
                    <a:lnTo>
                      <a:pt x="74955" y="78710"/>
                    </a:lnTo>
                    <a:lnTo>
                      <a:pt x="74149" y="83890"/>
                    </a:lnTo>
                    <a:lnTo>
                      <a:pt x="75377" y="88988"/>
                    </a:lnTo>
                    <a:lnTo>
                      <a:pt x="78455" y="93233"/>
                    </a:lnTo>
                    <a:lnTo>
                      <a:pt x="120719" y="132453"/>
                    </a:lnTo>
                    <a:lnTo>
                      <a:pt x="124240" y="134812"/>
                    </a:lnTo>
                    <a:lnTo>
                      <a:pt x="128320" y="135964"/>
                    </a:lnTo>
                    <a:lnTo>
                      <a:pt x="131368" y="13584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8" name="Контур"/>
              <p:cNvSpPr/>
              <p:nvPr/>
            </p:nvSpPr>
            <p:spPr>
              <a:xfrm>
                <a:off x="283005" y="4216540"/>
                <a:ext cx="608452" cy="585292"/>
              </a:xfrm>
              <a:custGeom>
                <a:avLst/>
                <a:gdLst/>
                <a:ahLst/>
                <a:cxnLst/>
                <a:rect l="l" t="t" r="r" b="b"/>
                <a:pathLst>
                  <a:path w="608452" h="585292">
                    <a:moveTo>
                      <a:pt x="410873" y="477913"/>
                    </a:moveTo>
                    <a:lnTo>
                      <a:pt x="551688" y="308141"/>
                    </a:lnTo>
                    <a:lnTo>
                      <a:pt x="286003" y="58920"/>
                    </a:lnTo>
                    <a:lnTo>
                      <a:pt x="341521" y="0"/>
                    </a:lnTo>
                    <a:lnTo>
                      <a:pt x="595581" y="262589"/>
                    </a:lnTo>
                    <a:lnTo>
                      <a:pt x="607036" y="317191"/>
                    </a:lnTo>
                    <a:lnTo>
                      <a:pt x="608452" y="341193"/>
                    </a:lnTo>
                    <a:lnTo>
                      <a:pt x="600461" y="375666"/>
                    </a:lnTo>
                    <a:lnTo>
                      <a:pt x="556982" y="443188"/>
                    </a:lnTo>
                    <a:lnTo>
                      <a:pt x="499238" y="495260"/>
                    </a:lnTo>
                    <a:lnTo>
                      <a:pt x="436252" y="540259"/>
                    </a:lnTo>
                    <a:lnTo>
                      <a:pt x="386710" y="565007"/>
                    </a:lnTo>
                    <a:lnTo>
                      <a:pt x="319462" y="582858"/>
                    </a:lnTo>
                    <a:lnTo>
                      <a:pt x="257418" y="585292"/>
                    </a:lnTo>
                    <a:lnTo>
                      <a:pt x="190311" y="445246"/>
                    </a:lnTo>
                    <a:lnTo>
                      <a:pt x="127105" y="344907"/>
                    </a:lnTo>
                    <a:lnTo>
                      <a:pt x="43121" y="229278"/>
                    </a:lnTo>
                    <a:lnTo>
                      <a:pt x="0" y="183329"/>
                    </a:lnTo>
                    <a:lnTo>
                      <a:pt x="47012" y="149858"/>
                    </a:lnTo>
                    <a:lnTo>
                      <a:pt x="404740" y="484499"/>
                    </a:lnTo>
                    <a:lnTo>
                      <a:pt x="410873" y="4779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9" name="Контур"/>
              <p:cNvSpPr/>
              <p:nvPr/>
            </p:nvSpPr>
            <p:spPr>
              <a:xfrm>
                <a:off x="252000" y="4683311"/>
                <a:ext cx="46943" cy="174441"/>
              </a:xfrm>
              <a:custGeom>
                <a:avLst/>
                <a:gdLst/>
                <a:ahLst/>
                <a:cxnLst/>
                <a:rect l="l" t="t" r="r" b="b"/>
                <a:pathLst>
                  <a:path w="46943" h="174441">
                    <a:moveTo>
                      <a:pt x="0" y="0"/>
                    </a:moveTo>
                    <a:lnTo>
                      <a:pt x="46943" y="63540"/>
                    </a:lnTo>
                    <a:lnTo>
                      <a:pt x="14676" y="146709"/>
                    </a:lnTo>
                    <a:lnTo>
                      <a:pt x="0" y="17444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0" name="Контур"/>
              <p:cNvSpPr/>
              <p:nvPr/>
            </p:nvSpPr>
            <p:spPr>
              <a:xfrm>
                <a:off x="1100490" y="6746809"/>
                <a:ext cx="159432" cy="188281"/>
              </a:xfrm>
              <a:custGeom>
                <a:avLst/>
                <a:gdLst/>
                <a:ahLst/>
                <a:cxnLst/>
                <a:rect l="l" t="t" r="r" b="b"/>
                <a:pathLst>
                  <a:path w="159432" h="188281">
                    <a:moveTo>
                      <a:pt x="0" y="103655"/>
                    </a:moveTo>
                    <a:lnTo>
                      <a:pt x="50021" y="0"/>
                    </a:lnTo>
                    <a:lnTo>
                      <a:pt x="159432" y="46408"/>
                    </a:lnTo>
                    <a:lnTo>
                      <a:pt x="156361" y="59611"/>
                    </a:lnTo>
                    <a:lnTo>
                      <a:pt x="156206" y="64411"/>
                    </a:lnTo>
                    <a:lnTo>
                      <a:pt x="99119" y="188281"/>
                    </a:lnTo>
                    <a:lnTo>
                      <a:pt x="3769" y="109370"/>
                    </a:lnTo>
                    <a:lnTo>
                      <a:pt x="3684" y="108922"/>
                    </a:lnTo>
                    <a:lnTo>
                      <a:pt x="1656" y="105216"/>
                    </a:lnTo>
                    <a:lnTo>
                      <a:pt x="0" y="1036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1" name="Контур"/>
              <p:cNvSpPr/>
              <p:nvPr/>
            </p:nvSpPr>
            <p:spPr>
              <a:xfrm>
                <a:off x="252000" y="6013547"/>
                <a:ext cx="373683" cy="680991"/>
              </a:xfrm>
              <a:custGeom>
                <a:avLst/>
                <a:gdLst/>
                <a:ahLst/>
                <a:cxnLst/>
                <a:rect l="l" t="t" r="r" b="b"/>
                <a:pathLst>
                  <a:path w="373683" h="680991">
                    <a:moveTo>
                      <a:pt x="0" y="363719"/>
                    </a:moveTo>
                    <a:lnTo>
                      <a:pt x="86452" y="407777"/>
                    </a:lnTo>
                    <a:lnTo>
                      <a:pt x="102427" y="424337"/>
                    </a:lnTo>
                    <a:lnTo>
                      <a:pt x="160378" y="357208"/>
                    </a:lnTo>
                    <a:lnTo>
                      <a:pt x="191875" y="296442"/>
                    </a:lnTo>
                    <a:lnTo>
                      <a:pt x="221685" y="185038"/>
                    </a:lnTo>
                    <a:lnTo>
                      <a:pt x="264048" y="77186"/>
                    </a:lnTo>
                    <a:lnTo>
                      <a:pt x="299897" y="33585"/>
                    </a:lnTo>
                    <a:lnTo>
                      <a:pt x="324270" y="18892"/>
                    </a:lnTo>
                    <a:lnTo>
                      <a:pt x="373683" y="0"/>
                    </a:lnTo>
                    <a:lnTo>
                      <a:pt x="318643" y="166303"/>
                    </a:lnTo>
                    <a:lnTo>
                      <a:pt x="197260" y="427550"/>
                    </a:lnTo>
                    <a:lnTo>
                      <a:pt x="128860" y="531950"/>
                    </a:lnTo>
                    <a:lnTo>
                      <a:pt x="0" y="680991"/>
                    </a:lnTo>
                    <a:close/>
                    <a:moveTo>
                      <a:pt x="0" y="638830"/>
                    </a:moveTo>
                    <a:lnTo>
                      <a:pt x="2645" y="640015"/>
                    </a:lnTo>
                    <a:lnTo>
                      <a:pt x="6844" y="640466"/>
                    </a:lnTo>
                    <a:lnTo>
                      <a:pt x="10978" y="639597"/>
                    </a:lnTo>
                    <a:lnTo>
                      <a:pt x="14641" y="637494"/>
                    </a:lnTo>
                    <a:lnTo>
                      <a:pt x="17474" y="634362"/>
                    </a:lnTo>
                    <a:lnTo>
                      <a:pt x="50219" y="584199"/>
                    </a:lnTo>
                    <a:lnTo>
                      <a:pt x="52182" y="579311"/>
                    </a:lnTo>
                    <a:lnTo>
                      <a:pt x="52125" y="574043"/>
                    </a:lnTo>
                    <a:lnTo>
                      <a:pt x="50058" y="569198"/>
                    </a:lnTo>
                    <a:lnTo>
                      <a:pt x="46293" y="565515"/>
                    </a:lnTo>
                    <a:lnTo>
                      <a:pt x="4431" y="538189"/>
                    </a:lnTo>
                    <a:lnTo>
                      <a:pt x="576" y="536462"/>
                    </a:lnTo>
                    <a:lnTo>
                      <a:pt x="0" y="536400"/>
                    </a:lnTo>
                    <a:close/>
                    <a:moveTo>
                      <a:pt x="274597" y="77144"/>
                    </a:moveTo>
                    <a:lnTo>
                      <a:pt x="253997" y="126767"/>
                    </a:lnTo>
                    <a:lnTo>
                      <a:pt x="281425" y="138153"/>
                    </a:lnTo>
                    <a:lnTo>
                      <a:pt x="302025" y="885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2" name="Контур"/>
              <p:cNvSpPr/>
              <p:nvPr/>
            </p:nvSpPr>
            <p:spPr>
              <a:xfrm>
                <a:off x="252000" y="5862881"/>
                <a:ext cx="769111" cy="929054"/>
              </a:xfrm>
              <a:custGeom>
                <a:avLst/>
                <a:gdLst/>
                <a:ahLst/>
                <a:cxnLst/>
                <a:rect l="l" t="t" r="r" b="b"/>
                <a:pathLst>
                  <a:path w="769111" h="929054">
                    <a:moveTo>
                      <a:pt x="173562" y="738769"/>
                    </a:moveTo>
                    <a:lnTo>
                      <a:pt x="0" y="929054"/>
                    </a:lnTo>
                    <a:lnTo>
                      <a:pt x="0" y="831657"/>
                    </a:lnTo>
                    <a:lnTo>
                      <a:pt x="128860" y="682616"/>
                    </a:lnTo>
                    <a:lnTo>
                      <a:pt x="389860" y="347816"/>
                    </a:lnTo>
                    <a:lnTo>
                      <a:pt x="649060" y="85016"/>
                    </a:lnTo>
                    <a:lnTo>
                      <a:pt x="740009" y="0"/>
                    </a:lnTo>
                    <a:lnTo>
                      <a:pt x="742041" y="10770"/>
                    </a:lnTo>
                    <a:lnTo>
                      <a:pt x="759106" y="34723"/>
                    </a:lnTo>
                    <a:lnTo>
                      <a:pt x="769111" y="40165"/>
                    </a:lnTo>
                    <a:lnTo>
                      <a:pt x="630721" y="166072"/>
                    </a:lnTo>
                    <a:lnTo>
                      <a:pt x="621179" y="163316"/>
                    </a:lnTo>
                    <a:lnTo>
                      <a:pt x="612093" y="168234"/>
                    </a:lnTo>
                    <a:lnTo>
                      <a:pt x="585298" y="201238"/>
                    </a:lnTo>
                    <a:lnTo>
                      <a:pt x="536133" y="241781"/>
                    </a:lnTo>
                    <a:lnTo>
                      <a:pt x="466898" y="335344"/>
                    </a:lnTo>
                    <a:lnTo>
                      <a:pt x="431067" y="370582"/>
                    </a:lnTo>
                    <a:lnTo>
                      <a:pt x="387947" y="396100"/>
                    </a:lnTo>
                    <a:lnTo>
                      <a:pt x="360098" y="445793"/>
                    </a:lnTo>
                    <a:lnTo>
                      <a:pt x="195667" y="663016"/>
                    </a:lnTo>
                    <a:lnTo>
                      <a:pt x="184012" y="701565"/>
                    </a:lnTo>
                    <a:lnTo>
                      <a:pt x="167836" y="7233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3" name="Контур"/>
              <p:cNvSpPr/>
              <p:nvPr/>
            </p:nvSpPr>
            <p:spPr>
              <a:xfrm>
                <a:off x="436012" y="6064119"/>
                <a:ext cx="401286" cy="500327"/>
              </a:xfrm>
              <a:custGeom>
                <a:avLst/>
                <a:gdLst/>
                <a:ahLst/>
                <a:cxnLst/>
                <a:rect l="l" t="t" r="r" b="b"/>
                <a:pathLst>
                  <a:path w="401286" h="500327">
                    <a:moveTo>
                      <a:pt x="0" y="500327"/>
                    </a:moveTo>
                    <a:lnTo>
                      <a:pt x="724" y="493371"/>
                    </a:lnTo>
                    <a:lnTo>
                      <a:pt x="11655" y="461778"/>
                    </a:lnTo>
                    <a:lnTo>
                      <a:pt x="80283" y="369430"/>
                    </a:lnTo>
                    <a:lnTo>
                      <a:pt x="176086" y="244555"/>
                    </a:lnTo>
                    <a:lnTo>
                      <a:pt x="190054" y="217823"/>
                    </a:lnTo>
                    <a:lnTo>
                      <a:pt x="203935" y="194862"/>
                    </a:lnTo>
                    <a:lnTo>
                      <a:pt x="223369" y="180888"/>
                    </a:lnTo>
                    <a:lnTo>
                      <a:pt x="247055" y="169344"/>
                    </a:lnTo>
                    <a:lnTo>
                      <a:pt x="282886" y="134106"/>
                    </a:lnTo>
                    <a:lnTo>
                      <a:pt x="352121" y="40543"/>
                    </a:lnTo>
                    <a:lnTo>
                      <a:pt x="379450" y="16240"/>
                    </a:lnTo>
                    <a:lnTo>
                      <a:pt x="401286" y="0"/>
                    </a:lnTo>
                    <a:lnTo>
                      <a:pt x="395762" y="6803"/>
                    </a:lnTo>
                    <a:lnTo>
                      <a:pt x="395741" y="6839"/>
                    </a:lnTo>
                    <a:lnTo>
                      <a:pt x="395710" y="6867"/>
                    </a:lnTo>
                    <a:lnTo>
                      <a:pt x="0" y="5003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4" name="Контур"/>
              <p:cNvSpPr/>
              <p:nvPr/>
            </p:nvSpPr>
            <p:spPr>
              <a:xfrm>
                <a:off x="740977" y="6673297"/>
                <a:ext cx="84461" cy="140657"/>
              </a:xfrm>
              <a:custGeom>
                <a:avLst/>
                <a:gdLst/>
                <a:ahLst/>
                <a:cxnLst/>
                <a:rect l="l" t="t" r="r" b="b"/>
                <a:pathLst>
                  <a:path w="84461" h="140657">
                    <a:moveTo>
                      <a:pt x="53883" y="0"/>
                    </a:moveTo>
                    <a:lnTo>
                      <a:pt x="72091" y="8140"/>
                    </a:lnTo>
                    <a:lnTo>
                      <a:pt x="84461" y="26187"/>
                    </a:lnTo>
                    <a:lnTo>
                      <a:pt x="45803" y="132408"/>
                    </a:lnTo>
                    <a:lnTo>
                      <a:pt x="38072" y="140142"/>
                    </a:lnTo>
                    <a:lnTo>
                      <a:pt x="27762" y="140657"/>
                    </a:lnTo>
                    <a:lnTo>
                      <a:pt x="9062" y="132282"/>
                    </a:lnTo>
                    <a:lnTo>
                      <a:pt x="0" y="128223"/>
                    </a:lnTo>
                    <a:lnTo>
                      <a:pt x="39863" y="33364"/>
                    </a:lnTo>
                    <a:lnTo>
                      <a:pt x="5388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5" name="Контур"/>
              <p:cNvSpPr/>
              <p:nvPr/>
            </p:nvSpPr>
            <p:spPr>
              <a:xfrm>
                <a:off x="814688" y="6729721"/>
                <a:ext cx="101345" cy="179119"/>
              </a:xfrm>
              <a:custGeom>
                <a:avLst/>
                <a:gdLst/>
                <a:ahLst/>
                <a:cxnLst/>
                <a:rect l="l" t="t" r="r" b="b"/>
                <a:pathLst>
                  <a:path w="101345" h="179119">
                    <a:moveTo>
                      <a:pt x="101345" y="14619"/>
                    </a:moveTo>
                    <a:lnTo>
                      <a:pt x="35239" y="179119"/>
                    </a:lnTo>
                    <a:lnTo>
                      <a:pt x="0" y="165269"/>
                    </a:lnTo>
                    <a:lnTo>
                      <a:pt x="64518" y="0"/>
                    </a:lnTo>
                    <a:lnTo>
                      <a:pt x="101345" y="1461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6" name="Контур"/>
              <p:cNvSpPr/>
              <p:nvPr/>
            </p:nvSpPr>
            <p:spPr>
              <a:xfrm>
                <a:off x="402460" y="5370585"/>
                <a:ext cx="740610" cy="1146112"/>
              </a:xfrm>
              <a:custGeom>
                <a:avLst/>
                <a:gdLst/>
                <a:ahLst/>
                <a:cxnLst/>
                <a:rect l="l" t="t" r="r" b="b"/>
                <a:pathLst>
                  <a:path w="740610" h="1146112">
                    <a:moveTo>
                      <a:pt x="524652" y="158746"/>
                    </a:moveTo>
                    <a:lnTo>
                      <a:pt x="557032" y="162881"/>
                    </a:lnTo>
                    <a:lnTo>
                      <a:pt x="646579" y="152058"/>
                    </a:lnTo>
                    <a:lnTo>
                      <a:pt x="693215" y="64284"/>
                    </a:lnTo>
                    <a:lnTo>
                      <a:pt x="704363" y="0"/>
                    </a:lnTo>
                    <a:lnTo>
                      <a:pt x="740610" y="6444"/>
                    </a:lnTo>
                    <a:lnTo>
                      <a:pt x="710632" y="108894"/>
                    </a:lnTo>
                    <a:lnTo>
                      <a:pt x="625209" y="283532"/>
                    </a:lnTo>
                    <a:lnTo>
                      <a:pt x="180484" y="868594"/>
                    </a:lnTo>
                    <a:lnTo>
                      <a:pt x="192600" y="897712"/>
                    </a:lnTo>
                    <a:lnTo>
                      <a:pt x="0" y="1146112"/>
                    </a:lnTo>
                    <a:lnTo>
                      <a:pt x="46800" y="1070512"/>
                    </a:lnTo>
                    <a:lnTo>
                      <a:pt x="131400" y="892312"/>
                    </a:lnTo>
                    <a:lnTo>
                      <a:pt x="168183" y="809265"/>
                    </a:lnTo>
                    <a:lnTo>
                      <a:pt x="223223" y="642962"/>
                    </a:lnTo>
                    <a:lnTo>
                      <a:pt x="311400" y="613312"/>
                    </a:lnTo>
                    <a:lnTo>
                      <a:pt x="393450" y="543143"/>
                    </a:lnTo>
                    <a:lnTo>
                      <a:pt x="462794" y="469306"/>
                    </a:lnTo>
                    <a:lnTo>
                      <a:pt x="515317" y="373354"/>
                    </a:lnTo>
                    <a:lnTo>
                      <a:pt x="528696" y="295135"/>
                    </a:lnTo>
                    <a:lnTo>
                      <a:pt x="524652" y="15874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7" name="Контур"/>
              <p:cNvSpPr/>
              <p:nvPr/>
            </p:nvSpPr>
            <p:spPr>
              <a:xfrm>
                <a:off x="1000791" y="6269037"/>
                <a:ext cx="100799" cy="163385"/>
              </a:xfrm>
              <a:custGeom>
                <a:avLst/>
                <a:gdLst/>
                <a:ahLst/>
                <a:cxnLst/>
                <a:rect l="l" t="t" r="r" b="b"/>
                <a:pathLst>
                  <a:path w="100799" h="163385">
                    <a:moveTo>
                      <a:pt x="65857" y="104204"/>
                    </a:moveTo>
                    <a:lnTo>
                      <a:pt x="44244" y="95053"/>
                    </a:lnTo>
                    <a:lnTo>
                      <a:pt x="16922" y="163385"/>
                    </a:lnTo>
                    <a:lnTo>
                      <a:pt x="0" y="156854"/>
                    </a:lnTo>
                    <a:lnTo>
                      <a:pt x="65202" y="0"/>
                    </a:lnTo>
                    <a:lnTo>
                      <a:pt x="100799" y="14608"/>
                    </a:lnTo>
                    <a:lnTo>
                      <a:pt x="65857" y="10420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8" name="Контур"/>
              <p:cNvSpPr/>
              <p:nvPr/>
            </p:nvSpPr>
            <p:spPr>
              <a:xfrm>
                <a:off x="390564" y="7344287"/>
                <a:ext cx="170495" cy="133920"/>
              </a:xfrm>
              <a:custGeom>
                <a:avLst/>
                <a:gdLst/>
                <a:ahLst/>
                <a:cxnLst/>
                <a:rect l="l" t="t" r="r" b="b"/>
                <a:pathLst>
                  <a:path w="170495" h="133920">
                    <a:moveTo>
                      <a:pt x="0" y="84965"/>
                    </a:moveTo>
                    <a:lnTo>
                      <a:pt x="97386" y="29106"/>
                    </a:lnTo>
                    <a:lnTo>
                      <a:pt x="160050" y="0"/>
                    </a:lnTo>
                    <a:lnTo>
                      <a:pt x="170495" y="16419"/>
                    </a:lnTo>
                    <a:lnTo>
                      <a:pt x="147369" y="50749"/>
                    </a:lnTo>
                    <a:lnTo>
                      <a:pt x="102360" y="82954"/>
                    </a:lnTo>
                    <a:lnTo>
                      <a:pt x="31135" y="133920"/>
                    </a:lnTo>
                    <a:lnTo>
                      <a:pt x="2333" y="87658"/>
                    </a:lnTo>
                    <a:lnTo>
                      <a:pt x="0" y="8496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9" name="Контур"/>
              <p:cNvSpPr/>
              <p:nvPr/>
            </p:nvSpPr>
            <p:spPr>
              <a:xfrm>
                <a:off x="1091180" y="6811220"/>
                <a:ext cx="202578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202578" h="155705">
                    <a:moveTo>
                      <a:pt x="13079" y="44959"/>
                    </a:moveTo>
                    <a:lnTo>
                      <a:pt x="108429" y="123870"/>
                    </a:lnTo>
                    <a:lnTo>
                      <a:pt x="165516" y="0"/>
                    </a:lnTo>
                    <a:lnTo>
                      <a:pt x="165501" y="465"/>
                    </a:lnTo>
                    <a:lnTo>
                      <a:pt x="167359" y="5394"/>
                    </a:lnTo>
                    <a:lnTo>
                      <a:pt x="170962" y="9237"/>
                    </a:lnTo>
                    <a:lnTo>
                      <a:pt x="175761" y="11409"/>
                    </a:lnTo>
                    <a:lnTo>
                      <a:pt x="202578" y="17646"/>
                    </a:lnTo>
                    <a:lnTo>
                      <a:pt x="103883" y="155705"/>
                    </a:lnTo>
                    <a:lnTo>
                      <a:pt x="0" y="90070"/>
                    </a:lnTo>
                    <a:lnTo>
                      <a:pt x="1695" y="88650"/>
                    </a:lnTo>
                    <a:lnTo>
                      <a:pt x="4132" y="83981"/>
                    </a:lnTo>
                    <a:lnTo>
                      <a:pt x="13240" y="52850"/>
                    </a:lnTo>
                    <a:lnTo>
                      <a:pt x="13778" y="48660"/>
                    </a:lnTo>
                    <a:lnTo>
                      <a:pt x="13079" y="449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0" name="Контур"/>
              <p:cNvSpPr/>
              <p:nvPr/>
            </p:nvSpPr>
            <p:spPr>
              <a:xfrm>
                <a:off x="1043511" y="6709970"/>
                <a:ext cx="262586" cy="140494"/>
              </a:xfrm>
              <a:custGeom>
                <a:avLst/>
                <a:gdLst/>
                <a:ahLst/>
                <a:cxnLst/>
                <a:rect l="l" t="t" r="r" b="b"/>
                <a:pathLst>
                  <a:path w="262586" h="140494">
                    <a:moveTo>
                      <a:pt x="38099" y="34234"/>
                    </a:moveTo>
                    <a:lnTo>
                      <a:pt x="55136" y="0"/>
                    </a:lnTo>
                    <a:lnTo>
                      <a:pt x="121873" y="522"/>
                    </a:lnTo>
                    <a:lnTo>
                      <a:pt x="184438" y="8346"/>
                    </a:lnTo>
                    <a:lnTo>
                      <a:pt x="260559" y="35989"/>
                    </a:lnTo>
                    <a:lnTo>
                      <a:pt x="262586" y="74683"/>
                    </a:lnTo>
                    <a:lnTo>
                      <a:pt x="229607" y="67689"/>
                    </a:lnTo>
                    <a:lnTo>
                      <a:pt x="221922" y="70936"/>
                    </a:lnTo>
                    <a:lnTo>
                      <a:pt x="216411" y="83247"/>
                    </a:lnTo>
                    <a:lnTo>
                      <a:pt x="107000" y="36839"/>
                    </a:lnTo>
                    <a:lnTo>
                      <a:pt x="56979" y="140494"/>
                    </a:lnTo>
                    <a:lnTo>
                      <a:pt x="22542" y="129497"/>
                    </a:lnTo>
                    <a:lnTo>
                      <a:pt x="12203" y="134943"/>
                    </a:lnTo>
                    <a:lnTo>
                      <a:pt x="0" y="127963"/>
                    </a:lnTo>
                    <a:lnTo>
                      <a:pt x="38099" y="342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1" name="Контур"/>
              <p:cNvSpPr/>
              <p:nvPr/>
            </p:nvSpPr>
            <p:spPr>
              <a:xfrm>
                <a:off x="882654" y="6411714"/>
                <a:ext cx="1158547" cy="823876"/>
              </a:xfrm>
              <a:custGeom>
                <a:avLst/>
                <a:gdLst/>
                <a:ahLst/>
                <a:cxnLst/>
                <a:rect l="l" t="t" r="r" b="b"/>
                <a:pathLst>
                  <a:path w="1158547" h="823876">
                    <a:moveTo>
                      <a:pt x="160857" y="426219"/>
                    </a:moveTo>
                    <a:lnTo>
                      <a:pt x="173060" y="433199"/>
                    </a:lnTo>
                    <a:lnTo>
                      <a:pt x="161733" y="468587"/>
                    </a:lnTo>
                    <a:lnTo>
                      <a:pt x="166228" y="482897"/>
                    </a:lnTo>
                    <a:lnTo>
                      <a:pt x="195910" y="492653"/>
                    </a:lnTo>
                    <a:lnTo>
                      <a:pt x="208526" y="489576"/>
                    </a:lnTo>
                    <a:lnTo>
                      <a:pt x="312409" y="555211"/>
                    </a:lnTo>
                    <a:lnTo>
                      <a:pt x="411104" y="417152"/>
                    </a:lnTo>
                    <a:lnTo>
                      <a:pt x="415502" y="418176"/>
                    </a:lnTo>
                    <a:lnTo>
                      <a:pt x="385251" y="512237"/>
                    </a:lnTo>
                    <a:lnTo>
                      <a:pt x="399039" y="538607"/>
                    </a:lnTo>
                    <a:lnTo>
                      <a:pt x="463112" y="491546"/>
                    </a:lnTo>
                    <a:lnTo>
                      <a:pt x="590040" y="452193"/>
                    </a:lnTo>
                    <a:lnTo>
                      <a:pt x="720501" y="365908"/>
                    </a:lnTo>
                    <a:lnTo>
                      <a:pt x="767248" y="342643"/>
                    </a:lnTo>
                    <a:lnTo>
                      <a:pt x="947697" y="221749"/>
                    </a:lnTo>
                    <a:lnTo>
                      <a:pt x="1007121" y="134885"/>
                    </a:lnTo>
                    <a:lnTo>
                      <a:pt x="1138661" y="0"/>
                    </a:lnTo>
                    <a:lnTo>
                      <a:pt x="1158547" y="18321"/>
                    </a:lnTo>
                    <a:lnTo>
                      <a:pt x="1121747" y="44082"/>
                    </a:lnTo>
                    <a:lnTo>
                      <a:pt x="1113637" y="66507"/>
                    </a:lnTo>
                    <a:lnTo>
                      <a:pt x="1059616" y="134540"/>
                    </a:lnTo>
                    <a:lnTo>
                      <a:pt x="859600" y="319445"/>
                    </a:lnTo>
                    <a:lnTo>
                      <a:pt x="729406" y="407383"/>
                    </a:lnTo>
                    <a:lnTo>
                      <a:pt x="462258" y="574935"/>
                    </a:lnTo>
                    <a:lnTo>
                      <a:pt x="414406" y="596383"/>
                    </a:lnTo>
                    <a:lnTo>
                      <a:pt x="216406" y="715183"/>
                    </a:lnTo>
                    <a:lnTo>
                      <a:pt x="57046" y="823876"/>
                    </a:lnTo>
                    <a:lnTo>
                      <a:pt x="0" y="821947"/>
                    </a:lnTo>
                    <a:lnTo>
                      <a:pt x="160857" y="42621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2" name="Контур"/>
              <p:cNvSpPr/>
              <p:nvPr/>
            </p:nvSpPr>
            <p:spPr>
              <a:xfrm>
                <a:off x="1159604" y="7078133"/>
                <a:ext cx="435775" cy="227665"/>
              </a:xfrm>
              <a:custGeom>
                <a:avLst/>
                <a:gdLst/>
                <a:ahLst/>
                <a:cxnLst/>
                <a:rect l="l" t="t" r="r" b="b"/>
                <a:pathLst>
                  <a:path w="435775" h="227665">
                    <a:moveTo>
                      <a:pt x="0" y="227665"/>
                    </a:moveTo>
                    <a:lnTo>
                      <a:pt x="31256" y="208964"/>
                    </a:lnTo>
                    <a:lnTo>
                      <a:pt x="123056" y="156764"/>
                    </a:lnTo>
                    <a:lnTo>
                      <a:pt x="435775" y="0"/>
                    </a:lnTo>
                    <a:lnTo>
                      <a:pt x="0" y="22766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3" name="Контур"/>
              <p:cNvSpPr/>
              <p:nvPr/>
            </p:nvSpPr>
            <p:spPr>
              <a:xfrm>
                <a:off x="792282" y="7282598"/>
                <a:ext cx="53177" cy="38401"/>
              </a:xfrm>
              <a:custGeom>
                <a:avLst/>
                <a:gdLst/>
                <a:ahLst/>
                <a:cxnLst/>
                <a:rect l="l" t="t" r="r" b="b"/>
                <a:pathLst>
                  <a:path w="53177" h="38401">
                    <a:moveTo>
                      <a:pt x="6275" y="0"/>
                    </a:moveTo>
                    <a:lnTo>
                      <a:pt x="49811" y="16123"/>
                    </a:lnTo>
                    <a:lnTo>
                      <a:pt x="53177" y="16674"/>
                    </a:lnTo>
                    <a:lnTo>
                      <a:pt x="17284" y="38401"/>
                    </a:lnTo>
                    <a:lnTo>
                      <a:pt x="0" y="12353"/>
                    </a:lnTo>
                    <a:lnTo>
                      <a:pt x="627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4" name="Контур"/>
              <p:cNvSpPr/>
              <p:nvPr/>
            </p:nvSpPr>
            <p:spPr>
              <a:xfrm>
                <a:off x="859687" y="7233661"/>
                <a:ext cx="80013" cy="56502"/>
              </a:xfrm>
              <a:custGeom>
                <a:avLst/>
                <a:gdLst/>
                <a:ahLst/>
                <a:cxnLst/>
                <a:rect l="l" t="t" r="r" b="b"/>
                <a:pathLst>
                  <a:path w="80013" h="56502">
                    <a:moveTo>
                      <a:pt x="0" y="56502"/>
                    </a:moveTo>
                    <a:lnTo>
                      <a:pt x="22967" y="0"/>
                    </a:lnTo>
                    <a:lnTo>
                      <a:pt x="80013" y="1929"/>
                    </a:lnTo>
                    <a:lnTo>
                      <a:pt x="0" y="5650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5" name="Контур"/>
              <p:cNvSpPr/>
              <p:nvPr/>
            </p:nvSpPr>
            <p:spPr>
              <a:xfrm>
                <a:off x="267875" y="7225688"/>
                <a:ext cx="240963" cy="152669"/>
              </a:xfrm>
              <a:custGeom>
                <a:avLst/>
                <a:gdLst/>
                <a:ahLst/>
                <a:cxnLst/>
                <a:rect l="l" t="t" r="r" b="b"/>
                <a:pathLst>
                  <a:path w="240963" h="152669">
                    <a:moveTo>
                      <a:pt x="41064" y="70364"/>
                    </a:moveTo>
                    <a:lnTo>
                      <a:pt x="15138" y="29967"/>
                    </a:lnTo>
                    <a:lnTo>
                      <a:pt x="0" y="26867"/>
                    </a:lnTo>
                    <a:lnTo>
                      <a:pt x="37300" y="4478"/>
                    </a:lnTo>
                    <a:lnTo>
                      <a:pt x="77584" y="0"/>
                    </a:lnTo>
                    <a:lnTo>
                      <a:pt x="212611" y="71645"/>
                    </a:lnTo>
                    <a:lnTo>
                      <a:pt x="240963" y="96210"/>
                    </a:lnTo>
                    <a:lnTo>
                      <a:pt x="155919" y="148452"/>
                    </a:lnTo>
                    <a:lnTo>
                      <a:pt x="135101" y="152669"/>
                    </a:lnTo>
                    <a:lnTo>
                      <a:pt x="75394" y="58529"/>
                    </a:lnTo>
                    <a:lnTo>
                      <a:pt x="65326" y="56264"/>
                    </a:lnTo>
                    <a:lnTo>
                      <a:pt x="41064" y="7036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6" name="Контур"/>
              <p:cNvSpPr/>
              <p:nvPr/>
            </p:nvSpPr>
            <p:spPr>
              <a:xfrm>
                <a:off x="252000" y="7212542"/>
                <a:ext cx="4675" cy="8662"/>
              </a:xfrm>
              <a:custGeom>
                <a:avLst/>
                <a:gdLst/>
                <a:ahLst/>
                <a:cxnLst/>
                <a:rect l="l" t="t" r="r" b="b"/>
                <a:pathLst>
                  <a:path w="4675" h="8662">
                    <a:moveTo>
                      <a:pt x="0" y="0"/>
                    </a:moveTo>
                    <a:lnTo>
                      <a:pt x="4675" y="5482"/>
                    </a:lnTo>
                    <a:lnTo>
                      <a:pt x="0" y="866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7" name="Контур"/>
              <p:cNvSpPr/>
              <p:nvPr/>
            </p:nvSpPr>
            <p:spPr>
              <a:xfrm>
                <a:off x="492924" y="7294951"/>
                <a:ext cx="316642" cy="168881"/>
              </a:xfrm>
              <a:custGeom>
                <a:avLst/>
                <a:gdLst/>
                <a:ahLst/>
                <a:cxnLst/>
                <a:rect l="l" t="t" r="r" b="b"/>
                <a:pathLst>
                  <a:path w="316642" h="168881">
                    <a:moveTo>
                      <a:pt x="14207" y="150382"/>
                    </a:moveTo>
                    <a:lnTo>
                      <a:pt x="0" y="132290"/>
                    </a:lnTo>
                    <a:lnTo>
                      <a:pt x="45009" y="100085"/>
                    </a:lnTo>
                    <a:lnTo>
                      <a:pt x="86390" y="137939"/>
                    </a:lnTo>
                    <a:lnTo>
                      <a:pt x="299358" y="0"/>
                    </a:lnTo>
                    <a:lnTo>
                      <a:pt x="316642" y="26048"/>
                    </a:lnTo>
                    <a:lnTo>
                      <a:pt x="287047" y="43962"/>
                    </a:lnTo>
                    <a:lnTo>
                      <a:pt x="114306" y="145632"/>
                    </a:lnTo>
                    <a:lnTo>
                      <a:pt x="68079" y="168881"/>
                    </a:lnTo>
                    <a:lnTo>
                      <a:pt x="67752" y="168120"/>
                    </a:lnTo>
                    <a:lnTo>
                      <a:pt x="51660" y="142672"/>
                    </a:lnTo>
                    <a:lnTo>
                      <a:pt x="48030" y="138854"/>
                    </a:lnTo>
                    <a:lnTo>
                      <a:pt x="43216" y="136717"/>
                    </a:lnTo>
                    <a:lnTo>
                      <a:pt x="37950" y="136584"/>
                    </a:lnTo>
                    <a:lnTo>
                      <a:pt x="33034" y="138477"/>
                    </a:lnTo>
                    <a:lnTo>
                      <a:pt x="14207" y="15038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8" name="Контур"/>
              <p:cNvSpPr/>
              <p:nvPr/>
            </p:nvSpPr>
            <p:spPr>
              <a:xfrm>
                <a:off x="4620904" y="1859512"/>
                <a:ext cx="581195" cy="354022"/>
              </a:xfrm>
              <a:custGeom>
                <a:avLst/>
                <a:gdLst/>
                <a:ahLst/>
                <a:cxnLst/>
                <a:rect l="l" t="t" r="r" b="b"/>
                <a:pathLst>
                  <a:path w="581195" h="354022">
                    <a:moveTo>
                      <a:pt x="142809" y="284472"/>
                    </a:moveTo>
                    <a:lnTo>
                      <a:pt x="9180" y="138294"/>
                    </a:lnTo>
                    <a:lnTo>
                      <a:pt x="0" y="71442"/>
                    </a:lnTo>
                    <a:lnTo>
                      <a:pt x="13770" y="49959"/>
                    </a:lnTo>
                    <a:lnTo>
                      <a:pt x="26289" y="64557"/>
                    </a:lnTo>
                    <a:lnTo>
                      <a:pt x="30897" y="94239"/>
                    </a:lnTo>
                    <a:lnTo>
                      <a:pt x="43038" y="115371"/>
                    </a:lnTo>
                    <a:lnTo>
                      <a:pt x="148590" y="198315"/>
                    </a:lnTo>
                    <a:lnTo>
                      <a:pt x="208071" y="238212"/>
                    </a:lnTo>
                    <a:lnTo>
                      <a:pt x="437571" y="35010"/>
                    </a:lnTo>
                    <a:lnTo>
                      <a:pt x="482931" y="0"/>
                    </a:lnTo>
                    <a:lnTo>
                      <a:pt x="553374" y="37332"/>
                    </a:lnTo>
                    <a:lnTo>
                      <a:pt x="577674" y="62370"/>
                    </a:lnTo>
                    <a:lnTo>
                      <a:pt x="581195" y="70029"/>
                    </a:lnTo>
                    <a:lnTo>
                      <a:pt x="311603" y="313996"/>
                    </a:lnTo>
                    <a:lnTo>
                      <a:pt x="277025" y="340186"/>
                    </a:lnTo>
                    <a:lnTo>
                      <a:pt x="247882" y="354022"/>
                    </a:lnTo>
                    <a:lnTo>
                      <a:pt x="202276" y="353647"/>
                    </a:lnTo>
                    <a:lnTo>
                      <a:pt x="142809" y="2844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9" name="Контур"/>
              <p:cNvSpPr/>
              <p:nvPr/>
            </p:nvSpPr>
            <p:spPr>
              <a:xfrm>
                <a:off x="3934776" y="2047549"/>
                <a:ext cx="95747" cy="84614"/>
              </a:xfrm>
              <a:custGeom>
                <a:avLst/>
                <a:gdLst/>
                <a:ahLst/>
                <a:cxnLst/>
                <a:rect l="l" t="t" r="r" b="b"/>
                <a:pathLst>
                  <a:path w="95747" h="84614">
                    <a:moveTo>
                      <a:pt x="56666" y="77034"/>
                    </a:moveTo>
                    <a:lnTo>
                      <a:pt x="48699" y="84614"/>
                    </a:lnTo>
                    <a:lnTo>
                      <a:pt x="0" y="49895"/>
                    </a:lnTo>
                    <a:lnTo>
                      <a:pt x="74623" y="0"/>
                    </a:lnTo>
                    <a:lnTo>
                      <a:pt x="95747" y="27524"/>
                    </a:lnTo>
                    <a:lnTo>
                      <a:pt x="91064" y="26423"/>
                    </a:lnTo>
                    <a:lnTo>
                      <a:pt x="85866" y="27272"/>
                    </a:lnTo>
                    <a:lnTo>
                      <a:pt x="81388" y="30045"/>
                    </a:lnTo>
                    <a:lnTo>
                      <a:pt x="54604" y="55038"/>
                    </a:lnTo>
                    <a:lnTo>
                      <a:pt x="52004" y="58368"/>
                    </a:lnTo>
                    <a:lnTo>
                      <a:pt x="50562" y="62338"/>
                    </a:lnTo>
                    <a:lnTo>
                      <a:pt x="50416" y="66560"/>
                    </a:lnTo>
                    <a:lnTo>
                      <a:pt x="51583" y="70620"/>
                    </a:lnTo>
                    <a:lnTo>
                      <a:pt x="53947" y="74121"/>
                    </a:lnTo>
                    <a:lnTo>
                      <a:pt x="56666" y="770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0" name="Контур"/>
              <p:cNvSpPr/>
              <p:nvPr/>
            </p:nvSpPr>
            <p:spPr>
              <a:xfrm>
                <a:off x="4647193" y="1640569"/>
                <a:ext cx="565910" cy="457155"/>
              </a:xfrm>
              <a:custGeom>
                <a:avLst/>
                <a:gdLst/>
                <a:ahLst/>
                <a:cxnLst/>
                <a:rect l="l" t="t" r="r" b="b"/>
                <a:pathLst>
                  <a:path w="565910" h="457155">
                    <a:moveTo>
                      <a:pt x="23238" y="263565"/>
                    </a:moveTo>
                    <a:lnTo>
                      <a:pt x="57535" y="293266"/>
                    </a:lnTo>
                    <a:lnTo>
                      <a:pt x="78171" y="299580"/>
                    </a:lnTo>
                    <a:lnTo>
                      <a:pt x="98807" y="298123"/>
                    </a:lnTo>
                    <a:lnTo>
                      <a:pt x="331331" y="107888"/>
                    </a:lnTo>
                    <a:lnTo>
                      <a:pt x="303165" y="16767"/>
                    </a:lnTo>
                    <a:lnTo>
                      <a:pt x="322497" y="0"/>
                    </a:lnTo>
                    <a:lnTo>
                      <a:pt x="393290" y="40265"/>
                    </a:lnTo>
                    <a:lnTo>
                      <a:pt x="565910" y="217388"/>
                    </a:lnTo>
                    <a:lnTo>
                      <a:pt x="527085" y="256275"/>
                    </a:lnTo>
                    <a:lnTo>
                      <a:pt x="456642" y="218943"/>
                    </a:lnTo>
                    <a:lnTo>
                      <a:pt x="447678" y="223434"/>
                    </a:lnTo>
                    <a:lnTo>
                      <a:pt x="181782" y="457155"/>
                    </a:lnTo>
                    <a:lnTo>
                      <a:pt x="122301" y="417258"/>
                    </a:lnTo>
                    <a:lnTo>
                      <a:pt x="16749" y="334314"/>
                    </a:lnTo>
                    <a:lnTo>
                      <a:pt x="4608" y="313182"/>
                    </a:lnTo>
                    <a:lnTo>
                      <a:pt x="0" y="283500"/>
                    </a:lnTo>
                    <a:lnTo>
                      <a:pt x="23238" y="263565"/>
                    </a:lnTo>
                    <a:close/>
                    <a:moveTo>
                      <a:pt x="246461" y="182353"/>
                    </a:moveTo>
                    <a:lnTo>
                      <a:pt x="265014" y="201978"/>
                    </a:lnTo>
                    <a:lnTo>
                      <a:pt x="284634" y="183429"/>
                    </a:lnTo>
                    <a:lnTo>
                      <a:pt x="266081" y="163804"/>
                    </a:lnTo>
                    <a:lnTo>
                      <a:pt x="246461" y="182353"/>
                    </a:lnTo>
                    <a:close/>
                    <a:moveTo>
                      <a:pt x="391037" y="192937"/>
                    </a:moveTo>
                    <a:lnTo>
                      <a:pt x="409590" y="212553"/>
                    </a:lnTo>
                    <a:lnTo>
                      <a:pt x="429210" y="193995"/>
                    </a:lnTo>
                    <a:lnTo>
                      <a:pt x="410657" y="174379"/>
                    </a:lnTo>
                    <a:lnTo>
                      <a:pt x="391037" y="192937"/>
                    </a:lnTo>
                    <a:close/>
                    <a:moveTo>
                      <a:pt x="337527" y="275040"/>
                    </a:moveTo>
                    <a:lnTo>
                      <a:pt x="356081" y="294655"/>
                    </a:lnTo>
                    <a:lnTo>
                      <a:pt x="375701" y="276097"/>
                    </a:lnTo>
                    <a:lnTo>
                      <a:pt x="357147" y="256482"/>
                    </a:lnTo>
                    <a:lnTo>
                      <a:pt x="337527" y="275040"/>
                    </a:lnTo>
                    <a:close/>
                    <a:moveTo>
                      <a:pt x="354510" y="133992"/>
                    </a:moveTo>
                    <a:lnTo>
                      <a:pt x="373068" y="153612"/>
                    </a:lnTo>
                    <a:lnTo>
                      <a:pt x="392684" y="135058"/>
                    </a:lnTo>
                    <a:lnTo>
                      <a:pt x="374126" y="115438"/>
                    </a:lnTo>
                    <a:lnTo>
                      <a:pt x="354510" y="133992"/>
                    </a:lnTo>
                    <a:close/>
                    <a:moveTo>
                      <a:pt x="92547" y="325881"/>
                    </a:moveTo>
                    <a:lnTo>
                      <a:pt x="111105" y="345501"/>
                    </a:lnTo>
                    <a:lnTo>
                      <a:pt x="130721" y="326947"/>
                    </a:lnTo>
                    <a:lnTo>
                      <a:pt x="112163" y="307327"/>
                    </a:lnTo>
                    <a:lnTo>
                      <a:pt x="92547" y="325881"/>
                    </a:lnTo>
                    <a:close/>
                    <a:moveTo>
                      <a:pt x="212742" y="255627"/>
                    </a:moveTo>
                    <a:lnTo>
                      <a:pt x="231296" y="275242"/>
                    </a:lnTo>
                    <a:lnTo>
                      <a:pt x="250916" y="256684"/>
                    </a:lnTo>
                    <a:lnTo>
                      <a:pt x="232362" y="237069"/>
                    </a:lnTo>
                    <a:lnTo>
                      <a:pt x="212742" y="2556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1" name="Контур"/>
              <p:cNvSpPr/>
              <p:nvPr/>
            </p:nvSpPr>
            <p:spPr>
              <a:xfrm>
                <a:off x="4562438" y="1899673"/>
                <a:ext cx="67646" cy="98133"/>
              </a:xfrm>
              <a:custGeom>
                <a:avLst/>
                <a:gdLst/>
                <a:ahLst/>
                <a:cxnLst/>
                <a:rect l="l" t="t" r="r" b="b"/>
                <a:pathLst>
                  <a:path w="67646" h="98133">
                    <a:moveTo>
                      <a:pt x="67646" y="98133"/>
                    </a:moveTo>
                    <a:lnTo>
                      <a:pt x="0" y="23377"/>
                    </a:lnTo>
                    <a:lnTo>
                      <a:pt x="21991" y="0"/>
                    </a:lnTo>
                    <a:lnTo>
                      <a:pt x="47253" y="18221"/>
                    </a:lnTo>
                    <a:lnTo>
                      <a:pt x="60622" y="22275"/>
                    </a:lnTo>
                    <a:lnTo>
                      <a:pt x="58466" y="31281"/>
                    </a:lnTo>
                    <a:lnTo>
                      <a:pt x="58466" y="50721"/>
                    </a:lnTo>
                    <a:lnTo>
                      <a:pt x="67646" y="9813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2" name="Контур"/>
              <p:cNvSpPr/>
              <p:nvPr/>
            </p:nvSpPr>
            <p:spPr>
              <a:xfrm>
                <a:off x="4657921" y="1637690"/>
                <a:ext cx="320603" cy="302459"/>
              </a:xfrm>
              <a:custGeom>
                <a:avLst/>
                <a:gdLst/>
                <a:ahLst/>
                <a:cxnLst/>
                <a:rect l="l" t="t" r="r" b="b"/>
                <a:pathLst>
                  <a:path w="320603" h="302459">
                    <a:moveTo>
                      <a:pt x="12510" y="266444"/>
                    </a:moveTo>
                    <a:lnTo>
                      <a:pt x="0" y="251855"/>
                    </a:lnTo>
                    <a:lnTo>
                      <a:pt x="275235" y="0"/>
                    </a:lnTo>
                    <a:lnTo>
                      <a:pt x="292437" y="19646"/>
                    </a:lnTo>
                    <a:lnTo>
                      <a:pt x="320603" y="110767"/>
                    </a:lnTo>
                    <a:lnTo>
                      <a:pt x="240451" y="178867"/>
                    </a:lnTo>
                    <a:lnTo>
                      <a:pt x="176937" y="232030"/>
                    </a:lnTo>
                    <a:lnTo>
                      <a:pt x="150232" y="253887"/>
                    </a:lnTo>
                    <a:lnTo>
                      <a:pt x="122069" y="275016"/>
                    </a:lnTo>
                    <a:lnTo>
                      <a:pt x="101433" y="292017"/>
                    </a:lnTo>
                    <a:lnTo>
                      <a:pt x="88079" y="301002"/>
                    </a:lnTo>
                    <a:lnTo>
                      <a:pt x="67443" y="302459"/>
                    </a:lnTo>
                    <a:lnTo>
                      <a:pt x="46807" y="296145"/>
                    </a:lnTo>
                    <a:lnTo>
                      <a:pt x="29813" y="282302"/>
                    </a:lnTo>
                    <a:lnTo>
                      <a:pt x="12510" y="2664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3" name="Контур"/>
              <p:cNvSpPr/>
              <p:nvPr/>
            </p:nvSpPr>
            <p:spPr>
              <a:xfrm>
                <a:off x="4412965" y="1865167"/>
                <a:ext cx="52663" cy="47446"/>
              </a:xfrm>
              <a:custGeom>
                <a:avLst/>
                <a:gdLst/>
                <a:ahLst/>
                <a:cxnLst/>
                <a:rect l="l" t="t" r="r" b="b"/>
                <a:pathLst>
                  <a:path w="52663" h="47446">
                    <a:moveTo>
                      <a:pt x="0" y="533"/>
                    </a:moveTo>
                    <a:lnTo>
                      <a:pt x="10666" y="0"/>
                    </a:lnTo>
                    <a:lnTo>
                      <a:pt x="52663" y="26392"/>
                    </a:lnTo>
                    <a:lnTo>
                      <a:pt x="50122" y="28083"/>
                    </a:lnTo>
                    <a:lnTo>
                      <a:pt x="29099" y="47446"/>
                    </a:lnTo>
                    <a:lnTo>
                      <a:pt x="29531" y="46909"/>
                    </a:lnTo>
                    <a:lnTo>
                      <a:pt x="31027" y="42958"/>
                    </a:lnTo>
                    <a:lnTo>
                      <a:pt x="31229" y="38739"/>
                    </a:lnTo>
                    <a:lnTo>
                      <a:pt x="30118" y="34665"/>
                    </a:lnTo>
                    <a:lnTo>
                      <a:pt x="27801" y="31132"/>
                    </a:lnTo>
                    <a:lnTo>
                      <a:pt x="0" y="53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4" name="Контур"/>
              <p:cNvSpPr/>
              <p:nvPr/>
            </p:nvSpPr>
            <p:spPr>
              <a:xfrm>
                <a:off x="4312015" y="1867777"/>
                <a:ext cx="59449" cy="36935"/>
              </a:xfrm>
              <a:custGeom>
                <a:avLst/>
                <a:gdLst/>
                <a:ahLst/>
                <a:cxnLst/>
                <a:rect l="l" t="t" r="r" b="b"/>
                <a:pathLst>
                  <a:path w="59449" h="36935">
                    <a:moveTo>
                      <a:pt x="24227" y="33860"/>
                    </a:moveTo>
                    <a:lnTo>
                      <a:pt x="19571" y="34618"/>
                    </a:lnTo>
                    <a:lnTo>
                      <a:pt x="15771" y="36935"/>
                    </a:lnTo>
                    <a:lnTo>
                      <a:pt x="0" y="19050"/>
                    </a:lnTo>
                    <a:lnTo>
                      <a:pt x="50263" y="460"/>
                    </a:lnTo>
                    <a:lnTo>
                      <a:pt x="59449" y="0"/>
                    </a:lnTo>
                    <a:lnTo>
                      <a:pt x="27428" y="29092"/>
                    </a:lnTo>
                    <a:lnTo>
                      <a:pt x="24777" y="32401"/>
                    </a:lnTo>
                    <a:lnTo>
                      <a:pt x="24227" y="3386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5" name="Контур"/>
              <p:cNvSpPr/>
              <p:nvPr/>
            </p:nvSpPr>
            <p:spPr>
              <a:xfrm>
                <a:off x="3958981" y="2509859"/>
                <a:ext cx="315783" cy="306428"/>
              </a:xfrm>
              <a:custGeom>
                <a:avLst/>
                <a:gdLst/>
                <a:ahLst/>
                <a:cxnLst/>
                <a:rect l="l" t="t" r="r" b="b"/>
                <a:pathLst>
                  <a:path w="315783" h="306428">
                    <a:moveTo>
                      <a:pt x="181663" y="0"/>
                    </a:moveTo>
                    <a:lnTo>
                      <a:pt x="186164" y="4722"/>
                    </a:lnTo>
                    <a:lnTo>
                      <a:pt x="128129" y="59010"/>
                    </a:lnTo>
                    <a:lnTo>
                      <a:pt x="124713" y="73617"/>
                    </a:lnTo>
                    <a:lnTo>
                      <a:pt x="222043" y="179167"/>
                    </a:lnTo>
                    <a:lnTo>
                      <a:pt x="231451" y="183437"/>
                    </a:lnTo>
                    <a:lnTo>
                      <a:pt x="242600" y="178422"/>
                    </a:lnTo>
                    <a:lnTo>
                      <a:pt x="286524" y="226946"/>
                    </a:lnTo>
                    <a:lnTo>
                      <a:pt x="280179" y="232067"/>
                    </a:lnTo>
                    <a:lnTo>
                      <a:pt x="315783" y="269696"/>
                    </a:lnTo>
                    <a:lnTo>
                      <a:pt x="274720" y="306428"/>
                    </a:lnTo>
                    <a:lnTo>
                      <a:pt x="260847" y="291431"/>
                    </a:lnTo>
                    <a:lnTo>
                      <a:pt x="290132" y="262287"/>
                    </a:lnTo>
                    <a:lnTo>
                      <a:pt x="127449" y="90677"/>
                    </a:lnTo>
                    <a:lnTo>
                      <a:pt x="54738" y="159806"/>
                    </a:lnTo>
                    <a:lnTo>
                      <a:pt x="87039" y="209621"/>
                    </a:lnTo>
                    <a:lnTo>
                      <a:pt x="88092" y="225110"/>
                    </a:lnTo>
                    <a:lnTo>
                      <a:pt x="79569" y="240338"/>
                    </a:lnTo>
                    <a:lnTo>
                      <a:pt x="0" y="156260"/>
                    </a:lnTo>
                    <a:lnTo>
                      <a:pt x="15845" y="142613"/>
                    </a:lnTo>
                    <a:lnTo>
                      <a:pt x="35630" y="136338"/>
                    </a:lnTo>
                    <a:lnTo>
                      <a:pt x="18166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6" name="Контур"/>
              <p:cNvSpPr/>
              <p:nvPr/>
            </p:nvSpPr>
            <p:spPr>
              <a:xfrm>
                <a:off x="4804774" y="2547495"/>
                <a:ext cx="191889" cy="172573"/>
              </a:xfrm>
              <a:custGeom>
                <a:avLst/>
                <a:gdLst/>
                <a:ahLst/>
                <a:cxnLst/>
                <a:rect l="l" t="t" r="r" b="b"/>
                <a:pathLst>
                  <a:path w="191889" h="172573">
                    <a:moveTo>
                      <a:pt x="14661" y="0"/>
                    </a:moveTo>
                    <a:lnTo>
                      <a:pt x="116208" y="106177"/>
                    </a:lnTo>
                    <a:lnTo>
                      <a:pt x="143208" y="82705"/>
                    </a:lnTo>
                    <a:lnTo>
                      <a:pt x="161370" y="66298"/>
                    </a:lnTo>
                    <a:lnTo>
                      <a:pt x="183321" y="78925"/>
                    </a:lnTo>
                    <a:lnTo>
                      <a:pt x="191889" y="78124"/>
                    </a:lnTo>
                    <a:lnTo>
                      <a:pt x="136569" y="128129"/>
                    </a:lnTo>
                    <a:lnTo>
                      <a:pt x="104145" y="161001"/>
                    </a:lnTo>
                    <a:lnTo>
                      <a:pt x="91895" y="172573"/>
                    </a:lnTo>
                    <a:lnTo>
                      <a:pt x="67939" y="147743"/>
                    </a:lnTo>
                    <a:lnTo>
                      <a:pt x="89217" y="127554"/>
                    </a:lnTo>
                    <a:lnTo>
                      <a:pt x="92258" y="123252"/>
                    </a:lnTo>
                    <a:lnTo>
                      <a:pt x="93421" y="118115"/>
                    </a:lnTo>
                    <a:lnTo>
                      <a:pt x="92529" y="112923"/>
                    </a:lnTo>
                    <a:lnTo>
                      <a:pt x="89718" y="108468"/>
                    </a:lnTo>
                    <a:lnTo>
                      <a:pt x="0" y="13911"/>
                    </a:lnTo>
                    <a:lnTo>
                      <a:pt x="1466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7" name="Контур"/>
              <p:cNvSpPr/>
              <p:nvPr/>
            </p:nvSpPr>
            <p:spPr>
              <a:xfrm>
                <a:off x="4790811" y="2288616"/>
                <a:ext cx="129002" cy="118793"/>
              </a:xfrm>
              <a:custGeom>
                <a:avLst/>
                <a:gdLst/>
                <a:ahLst/>
                <a:cxnLst/>
                <a:rect l="l" t="t" r="r" b="b"/>
                <a:pathLst>
                  <a:path w="129002" h="118793">
                    <a:moveTo>
                      <a:pt x="0" y="118793"/>
                    </a:moveTo>
                    <a:lnTo>
                      <a:pt x="6385" y="82690"/>
                    </a:lnTo>
                    <a:lnTo>
                      <a:pt x="75915" y="3631"/>
                    </a:lnTo>
                    <a:lnTo>
                      <a:pt x="129002" y="0"/>
                    </a:lnTo>
                    <a:lnTo>
                      <a:pt x="0" y="1187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8" name="Контур"/>
              <p:cNvSpPr/>
              <p:nvPr/>
            </p:nvSpPr>
            <p:spPr>
              <a:xfrm>
                <a:off x="4862614" y="2350995"/>
                <a:ext cx="319643" cy="275425"/>
              </a:xfrm>
              <a:custGeom>
                <a:avLst/>
                <a:gdLst/>
                <a:ahLst/>
                <a:cxnLst/>
                <a:rect l="l" t="t" r="r" b="b"/>
                <a:pathLst>
                  <a:path w="319643" h="275425">
                    <a:moveTo>
                      <a:pt x="319643" y="104740"/>
                    </a:moveTo>
                    <a:lnTo>
                      <a:pt x="134049" y="274624"/>
                    </a:lnTo>
                    <a:lnTo>
                      <a:pt x="125481" y="275425"/>
                    </a:lnTo>
                    <a:lnTo>
                      <a:pt x="103530" y="262798"/>
                    </a:lnTo>
                    <a:lnTo>
                      <a:pt x="0" y="155531"/>
                    </a:lnTo>
                    <a:lnTo>
                      <a:pt x="12914" y="143277"/>
                    </a:lnTo>
                    <a:lnTo>
                      <a:pt x="20151" y="149551"/>
                    </a:lnTo>
                    <a:lnTo>
                      <a:pt x="72566" y="177285"/>
                    </a:lnTo>
                    <a:lnTo>
                      <a:pt x="112853" y="144784"/>
                    </a:lnTo>
                    <a:lnTo>
                      <a:pt x="123250" y="128750"/>
                    </a:lnTo>
                    <a:lnTo>
                      <a:pt x="104623" y="143484"/>
                    </a:lnTo>
                    <a:lnTo>
                      <a:pt x="73866" y="156917"/>
                    </a:lnTo>
                    <a:lnTo>
                      <a:pt x="56972" y="154751"/>
                    </a:lnTo>
                    <a:lnTo>
                      <a:pt x="40511" y="146084"/>
                    </a:lnTo>
                    <a:lnTo>
                      <a:pt x="24695" y="132099"/>
                    </a:lnTo>
                    <a:lnTo>
                      <a:pt x="163919" y="0"/>
                    </a:lnTo>
                    <a:lnTo>
                      <a:pt x="262722" y="100789"/>
                    </a:lnTo>
                    <a:lnTo>
                      <a:pt x="289440" y="72909"/>
                    </a:lnTo>
                    <a:lnTo>
                      <a:pt x="319643" y="104740"/>
                    </a:lnTo>
                    <a:close/>
                    <a:moveTo>
                      <a:pt x="199587" y="66982"/>
                    </a:moveTo>
                    <a:lnTo>
                      <a:pt x="209528" y="56689"/>
                    </a:lnTo>
                    <a:lnTo>
                      <a:pt x="199219" y="46731"/>
                    </a:lnTo>
                    <a:lnTo>
                      <a:pt x="189277" y="57025"/>
                    </a:lnTo>
                    <a:lnTo>
                      <a:pt x="199587" y="66982"/>
                    </a:lnTo>
                    <a:close/>
                    <a:moveTo>
                      <a:pt x="89903" y="196222"/>
                    </a:moveTo>
                    <a:lnTo>
                      <a:pt x="102244" y="185648"/>
                    </a:lnTo>
                    <a:lnTo>
                      <a:pt x="91744" y="173393"/>
                    </a:lnTo>
                    <a:lnTo>
                      <a:pt x="79403" y="183967"/>
                    </a:lnTo>
                    <a:lnTo>
                      <a:pt x="89903" y="196222"/>
                    </a:lnTo>
                    <a:close/>
                    <a:moveTo>
                      <a:pt x="100577" y="165293"/>
                    </a:moveTo>
                    <a:lnTo>
                      <a:pt x="111341" y="177545"/>
                    </a:lnTo>
                    <a:lnTo>
                      <a:pt x="124870" y="165661"/>
                    </a:lnTo>
                    <a:lnTo>
                      <a:pt x="114106" y="153408"/>
                    </a:lnTo>
                    <a:lnTo>
                      <a:pt x="100577" y="165293"/>
                    </a:lnTo>
                    <a:close/>
                    <a:moveTo>
                      <a:pt x="120085" y="148356"/>
                    </a:moveTo>
                    <a:lnTo>
                      <a:pt x="131994" y="161064"/>
                    </a:lnTo>
                    <a:lnTo>
                      <a:pt x="144377" y="149460"/>
                    </a:lnTo>
                    <a:lnTo>
                      <a:pt x="132467" y="136751"/>
                    </a:lnTo>
                    <a:lnTo>
                      <a:pt x="120085" y="148356"/>
                    </a:lnTo>
                    <a:close/>
                    <a:moveTo>
                      <a:pt x="201428" y="72506"/>
                    </a:moveTo>
                    <a:lnTo>
                      <a:pt x="217447" y="87386"/>
                    </a:lnTo>
                    <a:lnTo>
                      <a:pt x="226824" y="77292"/>
                    </a:lnTo>
                    <a:lnTo>
                      <a:pt x="210804" y="62411"/>
                    </a:lnTo>
                    <a:lnTo>
                      <a:pt x="201428" y="72506"/>
                    </a:lnTo>
                    <a:close/>
                    <a:moveTo>
                      <a:pt x="216975" y="154411"/>
                    </a:moveTo>
                    <a:lnTo>
                      <a:pt x="169353" y="100947"/>
                    </a:lnTo>
                    <a:lnTo>
                      <a:pt x="149556" y="118582"/>
                    </a:lnTo>
                    <a:lnTo>
                      <a:pt x="197179" y="172045"/>
                    </a:lnTo>
                    <a:lnTo>
                      <a:pt x="216975" y="15441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9" name="Контур"/>
              <p:cNvSpPr/>
              <p:nvPr/>
            </p:nvSpPr>
            <p:spPr>
              <a:xfrm>
                <a:off x="4454590" y="2441061"/>
                <a:ext cx="108449" cy="113804"/>
              </a:xfrm>
              <a:custGeom>
                <a:avLst/>
                <a:gdLst/>
                <a:ahLst/>
                <a:cxnLst/>
                <a:rect l="l" t="t" r="r" b="b"/>
                <a:pathLst>
                  <a:path w="108449" h="113804">
                    <a:moveTo>
                      <a:pt x="26814" y="70429"/>
                    </a:moveTo>
                    <a:lnTo>
                      <a:pt x="0" y="45562"/>
                    </a:lnTo>
                    <a:lnTo>
                      <a:pt x="44744" y="9160"/>
                    </a:lnTo>
                    <a:lnTo>
                      <a:pt x="76787" y="0"/>
                    </a:lnTo>
                    <a:lnTo>
                      <a:pt x="90139" y="4961"/>
                    </a:lnTo>
                    <a:lnTo>
                      <a:pt x="106923" y="23661"/>
                    </a:lnTo>
                    <a:lnTo>
                      <a:pt x="108449" y="40072"/>
                    </a:lnTo>
                    <a:lnTo>
                      <a:pt x="102934" y="58822"/>
                    </a:lnTo>
                    <a:lnTo>
                      <a:pt x="89615" y="79665"/>
                    </a:lnTo>
                    <a:lnTo>
                      <a:pt x="96297" y="87615"/>
                    </a:lnTo>
                    <a:lnTo>
                      <a:pt x="68498" y="113804"/>
                    </a:lnTo>
                    <a:lnTo>
                      <a:pt x="26814" y="7042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0" name="Контур"/>
              <p:cNvSpPr/>
              <p:nvPr/>
            </p:nvSpPr>
            <p:spPr>
              <a:xfrm>
                <a:off x="3728717" y="2412054"/>
                <a:ext cx="188981" cy="202985"/>
              </a:xfrm>
              <a:custGeom>
                <a:avLst/>
                <a:gdLst/>
                <a:ahLst/>
                <a:cxnLst/>
                <a:rect l="l" t="t" r="r" b="b"/>
                <a:pathLst>
                  <a:path w="188981" h="202985">
                    <a:moveTo>
                      <a:pt x="188981" y="194350"/>
                    </a:moveTo>
                    <a:lnTo>
                      <a:pt x="179872" y="202985"/>
                    </a:lnTo>
                    <a:lnTo>
                      <a:pt x="0" y="9070"/>
                    </a:lnTo>
                    <a:lnTo>
                      <a:pt x="10295" y="0"/>
                    </a:lnTo>
                    <a:lnTo>
                      <a:pt x="30283" y="21740"/>
                    </a:lnTo>
                    <a:lnTo>
                      <a:pt x="167062" y="170510"/>
                    </a:lnTo>
                    <a:lnTo>
                      <a:pt x="186733" y="191905"/>
                    </a:lnTo>
                    <a:lnTo>
                      <a:pt x="188981" y="19435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1" name="Контур"/>
              <p:cNvSpPr/>
              <p:nvPr/>
            </p:nvSpPr>
            <p:spPr>
              <a:xfrm>
                <a:off x="4243784" y="2360065"/>
                <a:ext cx="243065" cy="178410"/>
              </a:xfrm>
              <a:custGeom>
                <a:avLst/>
                <a:gdLst/>
                <a:ahLst/>
                <a:cxnLst/>
                <a:rect l="l" t="t" r="r" b="b"/>
                <a:pathLst>
                  <a:path w="243065" h="178410">
                    <a:moveTo>
                      <a:pt x="181717" y="33515"/>
                    </a:moveTo>
                    <a:lnTo>
                      <a:pt x="190143" y="41935"/>
                    </a:lnTo>
                    <a:lnTo>
                      <a:pt x="234454" y="0"/>
                    </a:lnTo>
                    <a:lnTo>
                      <a:pt x="243065" y="18972"/>
                    </a:lnTo>
                    <a:lnTo>
                      <a:pt x="239709" y="37404"/>
                    </a:lnTo>
                    <a:lnTo>
                      <a:pt x="182582" y="90525"/>
                    </a:lnTo>
                    <a:lnTo>
                      <a:pt x="174155" y="83741"/>
                    </a:lnTo>
                    <a:lnTo>
                      <a:pt x="110006" y="143288"/>
                    </a:lnTo>
                    <a:lnTo>
                      <a:pt x="104942" y="161775"/>
                    </a:lnTo>
                    <a:lnTo>
                      <a:pt x="89440" y="178410"/>
                    </a:lnTo>
                    <a:lnTo>
                      <a:pt x="0" y="82798"/>
                    </a:lnTo>
                    <a:lnTo>
                      <a:pt x="4196" y="78799"/>
                    </a:lnTo>
                    <a:lnTo>
                      <a:pt x="57168" y="134107"/>
                    </a:lnTo>
                    <a:lnTo>
                      <a:pt x="60531" y="136663"/>
                    </a:lnTo>
                    <a:lnTo>
                      <a:pt x="64519" y="138055"/>
                    </a:lnTo>
                    <a:lnTo>
                      <a:pt x="68741" y="138146"/>
                    </a:lnTo>
                    <a:lnTo>
                      <a:pt x="72785" y="136928"/>
                    </a:lnTo>
                    <a:lnTo>
                      <a:pt x="76255" y="134519"/>
                    </a:lnTo>
                    <a:lnTo>
                      <a:pt x="181717" y="335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2" name="Контур"/>
              <p:cNvSpPr/>
              <p:nvPr/>
            </p:nvSpPr>
            <p:spPr>
              <a:xfrm>
                <a:off x="4090566" y="2483854"/>
                <a:ext cx="28326" cy="26672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26672">
                    <a:moveTo>
                      <a:pt x="25289" y="0"/>
                    </a:moveTo>
                    <a:lnTo>
                      <a:pt x="28326" y="3185"/>
                    </a:lnTo>
                    <a:lnTo>
                      <a:pt x="2915" y="26672"/>
                    </a:lnTo>
                    <a:lnTo>
                      <a:pt x="0" y="23502"/>
                    </a:lnTo>
                    <a:lnTo>
                      <a:pt x="25289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3" name="Контур"/>
              <p:cNvSpPr/>
              <p:nvPr/>
            </p:nvSpPr>
            <p:spPr>
              <a:xfrm>
                <a:off x="3669928" y="2097444"/>
                <a:ext cx="313547" cy="253594"/>
              </a:xfrm>
              <a:custGeom>
                <a:avLst/>
                <a:gdLst/>
                <a:ahLst/>
                <a:cxnLst/>
                <a:rect l="l" t="t" r="r" b="b"/>
                <a:pathLst>
                  <a:path w="313547" h="253594">
                    <a:moveTo>
                      <a:pt x="264848" y="0"/>
                    </a:moveTo>
                    <a:lnTo>
                      <a:pt x="313547" y="34719"/>
                    </a:lnTo>
                    <a:lnTo>
                      <a:pt x="221545" y="82778"/>
                    </a:lnTo>
                    <a:lnTo>
                      <a:pt x="201578" y="98268"/>
                    </a:lnTo>
                    <a:lnTo>
                      <a:pt x="18282" y="253594"/>
                    </a:lnTo>
                    <a:lnTo>
                      <a:pt x="0" y="215272"/>
                    </a:lnTo>
                    <a:lnTo>
                      <a:pt x="222057" y="28612"/>
                    </a:lnTo>
                    <a:lnTo>
                      <a:pt x="26484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4" name="Контур"/>
              <p:cNvSpPr/>
              <p:nvPr/>
            </p:nvSpPr>
            <p:spPr>
              <a:xfrm>
                <a:off x="4437298" y="3519522"/>
                <a:ext cx="530508" cy="566983"/>
              </a:xfrm>
              <a:custGeom>
                <a:avLst/>
                <a:gdLst/>
                <a:ahLst/>
                <a:cxnLst/>
                <a:rect l="l" t="t" r="r" b="b"/>
                <a:pathLst>
                  <a:path w="530508" h="566983">
                    <a:moveTo>
                      <a:pt x="326888" y="374534"/>
                    </a:moveTo>
                    <a:lnTo>
                      <a:pt x="330505" y="371220"/>
                    </a:lnTo>
                    <a:lnTo>
                      <a:pt x="313267" y="352408"/>
                    </a:lnTo>
                    <a:lnTo>
                      <a:pt x="309436" y="355919"/>
                    </a:lnTo>
                    <a:lnTo>
                      <a:pt x="305879" y="352125"/>
                    </a:lnTo>
                    <a:lnTo>
                      <a:pt x="0" y="16006"/>
                    </a:lnTo>
                    <a:lnTo>
                      <a:pt x="17882" y="0"/>
                    </a:lnTo>
                    <a:lnTo>
                      <a:pt x="530508" y="543654"/>
                    </a:lnTo>
                    <a:lnTo>
                      <a:pt x="507305" y="566983"/>
                    </a:lnTo>
                    <a:lnTo>
                      <a:pt x="326888" y="3745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5" name="Контур"/>
              <p:cNvSpPr/>
              <p:nvPr/>
            </p:nvSpPr>
            <p:spPr>
              <a:xfrm>
                <a:off x="3697906" y="3458736"/>
                <a:ext cx="102231" cy="90580"/>
              </a:xfrm>
              <a:custGeom>
                <a:avLst/>
                <a:gdLst/>
                <a:ahLst/>
                <a:cxnLst/>
                <a:rect l="l" t="t" r="r" b="b"/>
                <a:pathLst>
                  <a:path w="102231" h="90580">
                    <a:moveTo>
                      <a:pt x="99087" y="0"/>
                    </a:moveTo>
                    <a:lnTo>
                      <a:pt x="102231" y="3311"/>
                    </a:lnTo>
                    <a:lnTo>
                      <a:pt x="11210" y="90580"/>
                    </a:lnTo>
                    <a:lnTo>
                      <a:pt x="0" y="78405"/>
                    </a:lnTo>
                    <a:lnTo>
                      <a:pt x="64471" y="15530"/>
                    </a:lnTo>
                    <a:lnTo>
                      <a:pt x="67067" y="17536"/>
                    </a:lnTo>
                    <a:lnTo>
                      <a:pt x="71061" y="18960"/>
                    </a:lnTo>
                    <a:lnTo>
                      <a:pt x="75298" y="19075"/>
                    </a:lnTo>
                    <a:lnTo>
                      <a:pt x="79362" y="17870"/>
                    </a:lnTo>
                    <a:lnTo>
                      <a:pt x="82853" y="15464"/>
                    </a:lnTo>
                    <a:lnTo>
                      <a:pt x="9908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6" name="Контур"/>
              <p:cNvSpPr/>
              <p:nvPr/>
            </p:nvSpPr>
            <p:spPr>
              <a:xfrm>
                <a:off x="4160950" y="3165016"/>
                <a:ext cx="276252" cy="294172"/>
              </a:xfrm>
              <a:custGeom>
                <a:avLst/>
                <a:gdLst/>
                <a:ahLst/>
                <a:cxnLst/>
                <a:rect l="l" t="t" r="r" b="b"/>
                <a:pathLst>
                  <a:path w="276252" h="294172">
                    <a:moveTo>
                      <a:pt x="52992" y="0"/>
                    </a:moveTo>
                    <a:lnTo>
                      <a:pt x="276252" y="234989"/>
                    </a:lnTo>
                    <a:lnTo>
                      <a:pt x="213611" y="294172"/>
                    </a:lnTo>
                    <a:lnTo>
                      <a:pt x="92066" y="168277"/>
                    </a:lnTo>
                    <a:lnTo>
                      <a:pt x="121086" y="139257"/>
                    </a:lnTo>
                    <a:lnTo>
                      <a:pt x="76833" y="92078"/>
                    </a:lnTo>
                    <a:lnTo>
                      <a:pt x="48072" y="120183"/>
                    </a:lnTo>
                    <a:lnTo>
                      <a:pt x="0" y="67635"/>
                    </a:lnTo>
                    <a:lnTo>
                      <a:pt x="1107" y="54324"/>
                    </a:lnTo>
                    <a:lnTo>
                      <a:pt x="45820" y="7541"/>
                    </a:lnTo>
                    <a:lnTo>
                      <a:pt x="5299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7" name="Контур"/>
              <p:cNvSpPr/>
              <p:nvPr/>
            </p:nvSpPr>
            <p:spPr>
              <a:xfrm>
                <a:off x="4463332" y="3468806"/>
                <a:ext cx="506762" cy="568811"/>
              </a:xfrm>
              <a:custGeom>
                <a:avLst/>
                <a:gdLst/>
                <a:ahLst/>
                <a:cxnLst/>
                <a:rect l="l" t="t" r="r" b="b"/>
                <a:pathLst>
                  <a:path w="506762" h="568811">
                    <a:moveTo>
                      <a:pt x="37742" y="0"/>
                    </a:moveTo>
                    <a:lnTo>
                      <a:pt x="457573" y="456659"/>
                    </a:lnTo>
                    <a:lnTo>
                      <a:pt x="482739" y="488321"/>
                    </a:lnTo>
                    <a:lnTo>
                      <a:pt x="494942" y="514642"/>
                    </a:lnTo>
                    <a:lnTo>
                      <a:pt x="502949" y="536386"/>
                    </a:lnTo>
                    <a:lnTo>
                      <a:pt x="506762" y="568811"/>
                    </a:lnTo>
                    <a:lnTo>
                      <a:pt x="0" y="36656"/>
                    </a:lnTo>
                    <a:lnTo>
                      <a:pt x="3774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8" name="Контур"/>
              <p:cNvSpPr/>
              <p:nvPr/>
            </p:nvSpPr>
            <p:spPr>
              <a:xfrm>
                <a:off x="4154416" y="2929603"/>
                <a:ext cx="261350" cy="259142"/>
              </a:xfrm>
              <a:custGeom>
                <a:avLst/>
                <a:gdLst/>
                <a:ahLst/>
                <a:cxnLst/>
                <a:rect l="l" t="t" r="r" b="b"/>
                <a:pathLst>
                  <a:path w="261350" h="259142">
                    <a:moveTo>
                      <a:pt x="198999" y="254826"/>
                    </a:moveTo>
                    <a:lnTo>
                      <a:pt x="164205" y="224046"/>
                    </a:lnTo>
                    <a:lnTo>
                      <a:pt x="0" y="47376"/>
                    </a:lnTo>
                    <a:lnTo>
                      <a:pt x="5760" y="34101"/>
                    </a:lnTo>
                    <a:lnTo>
                      <a:pt x="26454" y="13120"/>
                    </a:lnTo>
                    <a:lnTo>
                      <a:pt x="39393" y="0"/>
                    </a:lnTo>
                    <a:lnTo>
                      <a:pt x="261350" y="246935"/>
                    </a:lnTo>
                    <a:lnTo>
                      <a:pt x="230865" y="258808"/>
                    </a:lnTo>
                    <a:lnTo>
                      <a:pt x="215212" y="259142"/>
                    </a:lnTo>
                    <a:lnTo>
                      <a:pt x="198999" y="25482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9" name="Контур"/>
              <p:cNvSpPr/>
              <p:nvPr/>
            </p:nvSpPr>
            <p:spPr>
              <a:xfrm>
                <a:off x="4552728" y="2535880"/>
                <a:ext cx="86186" cy="71550"/>
              </a:xfrm>
              <a:custGeom>
                <a:avLst/>
                <a:gdLst/>
                <a:ahLst/>
                <a:cxnLst/>
                <a:rect l="l" t="t" r="r" b="b"/>
                <a:pathLst>
                  <a:path w="86186" h="71550">
                    <a:moveTo>
                      <a:pt x="20874" y="71550"/>
                    </a:moveTo>
                    <a:lnTo>
                      <a:pt x="0" y="49829"/>
                    </a:lnTo>
                    <a:lnTo>
                      <a:pt x="45901" y="5616"/>
                    </a:lnTo>
                    <a:lnTo>
                      <a:pt x="56116" y="630"/>
                    </a:lnTo>
                    <a:lnTo>
                      <a:pt x="68626" y="0"/>
                    </a:lnTo>
                    <a:lnTo>
                      <a:pt x="81991" y="6687"/>
                    </a:lnTo>
                    <a:lnTo>
                      <a:pt x="86186" y="11407"/>
                    </a:lnTo>
                    <a:lnTo>
                      <a:pt x="20874" y="7155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0" name="Контур"/>
              <p:cNvSpPr/>
              <p:nvPr/>
            </p:nvSpPr>
            <p:spPr>
              <a:xfrm>
                <a:off x="4338323" y="2654126"/>
                <a:ext cx="250529" cy="236062"/>
              </a:xfrm>
              <a:custGeom>
                <a:avLst/>
                <a:gdLst/>
                <a:ahLst/>
                <a:cxnLst/>
                <a:rect l="l" t="t" r="r" b="b"/>
                <a:pathLst>
                  <a:path w="250529" h="236062">
                    <a:moveTo>
                      <a:pt x="250529" y="40492"/>
                    </a:moveTo>
                    <a:lnTo>
                      <a:pt x="32375" y="236062"/>
                    </a:lnTo>
                    <a:lnTo>
                      <a:pt x="0" y="203004"/>
                    </a:lnTo>
                    <a:lnTo>
                      <a:pt x="4868" y="198491"/>
                    </a:lnTo>
                    <a:lnTo>
                      <a:pt x="213241" y="0"/>
                    </a:lnTo>
                    <a:lnTo>
                      <a:pt x="250529" y="4049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1" name="Контур"/>
              <p:cNvSpPr/>
              <p:nvPr/>
            </p:nvSpPr>
            <p:spPr>
              <a:xfrm>
                <a:off x="4035769" y="2787421"/>
                <a:ext cx="118566" cy="126981"/>
              </a:xfrm>
              <a:custGeom>
                <a:avLst/>
                <a:gdLst/>
                <a:ahLst/>
                <a:cxnLst/>
                <a:rect l="l" t="t" r="r" b="b"/>
                <a:pathLst>
                  <a:path w="118566" h="126981">
                    <a:moveTo>
                      <a:pt x="118566" y="100467"/>
                    </a:moveTo>
                    <a:lnTo>
                      <a:pt x="105516" y="112122"/>
                    </a:lnTo>
                    <a:lnTo>
                      <a:pt x="93789" y="122598"/>
                    </a:lnTo>
                    <a:lnTo>
                      <a:pt x="80055" y="126981"/>
                    </a:lnTo>
                    <a:lnTo>
                      <a:pt x="0" y="39843"/>
                    </a:lnTo>
                    <a:lnTo>
                      <a:pt x="3807" y="23823"/>
                    </a:lnTo>
                    <a:lnTo>
                      <a:pt x="9639" y="11061"/>
                    </a:lnTo>
                    <a:lnTo>
                      <a:pt x="26694" y="0"/>
                    </a:lnTo>
                    <a:lnTo>
                      <a:pt x="118566" y="10046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2" name="Контур"/>
              <p:cNvSpPr/>
              <p:nvPr/>
            </p:nvSpPr>
            <p:spPr>
              <a:xfrm>
                <a:off x="4072561" y="2777887"/>
                <a:ext cx="150498" cy="102945"/>
              </a:xfrm>
              <a:custGeom>
                <a:avLst/>
                <a:gdLst/>
                <a:ahLst/>
                <a:cxnLst/>
                <a:rect l="l" t="t" r="r" b="b"/>
                <a:pathLst>
                  <a:path w="150498" h="102945">
                    <a:moveTo>
                      <a:pt x="150498" y="47918"/>
                    </a:moveTo>
                    <a:lnTo>
                      <a:pt x="110151" y="84009"/>
                    </a:lnTo>
                    <a:lnTo>
                      <a:pt x="88452" y="102945"/>
                    </a:lnTo>
                    <a:lnTo>
                      <a:pt x="0" y="3621"/>
                    </a:lnTo>
                    <a:lnTo>
                      <a:pt x="12396" y="0"/>
                    </a:lnTo>
                    <a:lnTo>
                      <a:pt x="25550" y="1717"/>
                    </a:lnTo>
                    <a:lnTo>
                      <a:pt x="33748" y="5532"/>
                    </a:lnTo>
                    <a:lnTo>
                      <a:pt x="96822" y="69501"/>
                    </a:lnTo>
                    <a:lnTo>
                      <a:pt x="136548" y="33015"/>
                    </a:lnTo>
                    <a:lnTo>
                      <a:pt x="150498" y="4791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3" name="Контур"/>
              <p:cNvSpPr/>
              <p:nvPr/>
            </p:nvSpPr>
            <p:spPr>
              <a:xfrm>
                <a:off x="3560328" y="2214478"/>
                <a:ext cx="85746" cy="81300"/>
              </a:xfrm>
              <a:custGeom>
                <a:avLst/>
                <a:gdLst/>
                <a:ahLst/>
                <a:cxnLst/>
                <a:rect l="l" t="t" r="r" b="b"/>
                <a:pathLst>
                  <a:path w="85746" h="81300">
                    <a:moveTo>
                      <a:pt x="50550" y="0"/>
                    </a:moveTo>
                    <a:lnTo>
                      <a:pt x="85746" y="36897"/>
                    </a:lnTo>
                    <a:lnTo>
                      <a:pt x="46510" y="81300"/>
                    </a:lnTo>
                    <a:lnTo>
                      <a:pt x="37362" y="77866"/>
                    </a:lnTo>
                    <a:lnTo>
                      <a:pt x="0" y="18747"/>
                    </a:lnTo>
                    <a:lnTo>
                      <a:pt x="5979" y="12526"/>
                    </a:lnTo>
                    <a:lnTo>
                      <a:pt x="11849" y="18606"/>
                    </a:lnTo>
                    <a:lnTo>
                      <a:pt x="15222" y="21148"/>
                    </a:lnTo>
                    <a:lnTo>
                      <a:pt x="19216" y="22523"/>
                    </a:lnTo>
                    <a:lnTo>
                      <a:pt x="23439" y="22597"/>
                    </a:lnTo>
                    <a:lnTo>
                      <a:pt x="27478" y="21362"/>
                    </a:lnTo>
                    <a:lnTo>
                      <a:pt x="30938" y="18939"/>
                    </a:lnTo>
                    <a:lnTo>
                      <a:pt x="5055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4" name="Контур"/>
              <p:cNvSpPr/>
              <p:nvPr/>
            </p:nvSpPr>
            <p:spPr>
              <a:xfrm>
                <a:off x="3253452" y="2164971"/>
                <a:ext cx="66933" cy="98840"/>
              </a:xfrm>
              <a:custGeom>
                <a:avLst/>
                <a:gdLst/>
                <a:ahLst/>
                <a:cxnLst/>
                <a:rect l="l" t="t" r="r" b="b"/>
                <a:pathLst>
                  <a:path w="66933" h="98840">
                    <a:moveTo>
                      <a:pt x="35455" y="9747"/>
                    </a:moveTo>
                    <a:lnTo>
                      <a:pt x="43863" y="20599"/>
                    </a:lnTo>
                    <a:lnTo>
                      <a:pt x="51154" y="32418"/>
                    </a:lnTo>
                    <a:lnTo>
                      <a:pt x="57173" y="45023"/>
                    </a:lnTo>
                    <a:lnTo>
                      <a:pt x="61802" y="58200"/>
                    </a:lnTo>
                    <a:lnTo>
                      <a:pt x="64975" y="71720"/>
                    </a:lnTo>
                    <a:lnTo>
                      <a:pt x="66674" y="85343"/>
                    </a:lnTo>
                    <a:lnTo>
                      <a:pt x="66933" y="98840"/>
                    </a:lnTo>
                    <a:lnTo>
                      <a:pt x="0" y="25971"/>
                    </a:lnTo>
                    <a:lnTo>
                      <a:pt x="26116" y="0"/>
                    </a:lnTo>
                    <a:lnTo>
                      <a:pt x="35455" y="97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5" name="Контур"/>
              <p:cNvSpPr/>
              <p:nvPr/>
            </p:nvSpPr>
            <p:spPr>
              <a:xfrm>
                <a:off x="3510272" y="2168979"/>
                <a:ext cx="44466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44466" h="50375">
                    <a:moveTo>
                      <a:pt x="0" y="0"/>
                    </a:moveTo>
                    <a:lnTo>
                      <a:pt x="44466" y="46046"/>
                    </a:lnTo>
                    <a:lnTo>
                      <a:pt x="39754" y="503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6" name="Контур"/>
              <p:cNvSpPr/>
              <p:nvPr/>
            </p:nvSpPr>
            <p:spPr>
              <a:xfrm>
                <a:off x="3283908" y="1920100"/>
                <a:ext cx="212948" cy="232075"/>
              </a:xfrm>
              <a:custGeom>
                <a:avLst/>
                <a:gdLst/>
                <a:ahLst/>
                <a:cxnLst/>
                <a:rect l="l" t="t" r="r" b="b"/>
                <a:pathLst>
                  <a:path w="212948" h="232075">
                    <a:moveTo>
                      <a:pt x="212948" y="219984"/>
                    </a:moveTo>
                    <a:lnTo>
                      <a:pt x="212282" y="220868"/>
                    </a:lnTo>
                    <a:lnTo>
                      <a:pt x="210907" y="224861"/>
                    </a:lnTo>
                    <a:lnTo>
                      <a:pt x="210833" y="229085"/>
                    </a:lnTo>
                    <a:lnTo>
                      <a:pt x="211748" y="232075"/>
                    </a:lnTo>
                    <a:lnTo>
                      <a:pt x="158239" y="175313"/>
                    </a:lnTo>
                    <a:lnTo>
                      <a:pt x="0" y="9310"/>
                    </a:lnTo>
                    <a:lnTo>
                      <a:pt x="9361" y="0"/>
                    </a:lnTo>
                    <a:lnTo>
                      <a:pt x="212948" y="21998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7" name="Контур"/>
              <p:cNvSpPr/>
              <p:nvPr/>
            </p:nvSpPr>
            <p:spPr>
              <a:xfrm>
                <a:off x="3170311" y="1590337"/>
                <a:ext cx="251414" cy="212463"/>
              </a:xfrm>
              <a:custGeom>
                <a:avLst/>
                <a:gdLst/>
                <a:ahLst/>
                <a:cxnLst/>
                <a:rect l="l" t="t" r="r" b="b"/>
                <a:pathLst>
                  <a:path w="251414" h="212463">
                    <a:moveTo>
                      <a:pt x="20588" y="212463"/>
                    </a:moveTo>
                    <a:lnTo>
                      <a:pt x="0" y="191104"/>
                    </a:lnTo>
                    <a:lnTo>
                      <a:pt x="66801" y="124206"/>
                    </a:lnTo>
                    <a:lnTo>
                      <a:pt x="198230" y="196"/>
                    </a:lnTo>
                    <a:lnTo>
                      <a:pt x="251414" y="0"/>
                    </a:lnTo>
                    <a:lnTo>
                      <a:pt x="172701" y="75855"/>
                    </a:lnTo>
                    <a:lnTo>
                      <a:pt x="20588" y="2124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8" name="Контур"/>
              <p:cNvSpPr/>
              <p:nvPr/>
            </p:nvSpPr>
            <p:spPr>
              <a:xfrm>
                <a:off x="2966940" y="1590991"/>
                <a:ext cx="276734" cy="129477"/>
              </a:xfrm>
              <a:custGeom>
                <a:avLst/>
                <a:gdLst/>
                <a:ahLst/>
                <a:cxnLst/>
                <a:rect l="l" t="t" r="r" b="b"/>
                <a:pathLst>
                  <a:path w="276734" h="129477">
                    <a:moveTo>
                      <a:pt x="276734" y="0"/>
                    </a:moveTo>
                    <a:lnTo>
                      <a:pt x="180057" y="90353"/>
                    </a:lnTo>
                    <a:lnTo>
                      <a:pt x="148647" y="114355"/>
                    </a:lnTo>
                    <a:lnTo>
                      <a:pt x="127074" y="123797"/>
                    </a:lnTo>
                    <a:lnTo>
                      <a:pt x="105922" y="129477"/>
                    </a:lnTo>
                    <a:lnTo>
                      <a:pt x="0" y="10597"/>
                    </a:lnTo>
                    <a:lnTo>
                      <a:pt x="9283" y="981"/>
                    </a:lnTo>
                    <a:lnTo>
                      <a:pt x="27673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9" name="Контур"/>
              <p:cNvSpPr/>
              <p:nvPr/>
            </p:nvSpPr>
            <p:spPr>
              <a:xfrm>
                <a:off x="3207958" y="1823596"/>
                <a:ext cx="35740" cy="40488"/>
              </a:xfrm>
              <a:custGeom>
                <a:avLst/>
                <a:gdLst/>
                <a:ahLst/>
                <a:cxnLst/>
                <a:rect l="l" t="t" r="r" b="b"/>
                <a:pathLst>
                  <a:path w="35740" h="40488">
                    <a:moveTo>
                      <a:pt x="35740" y="31163"/>
                    </a:moveTo>
                    <a:lnTo>
                      <a:pt x="25722" y="40488"/>
                    </a:lnTo>
                    <a:lnTo>
                      <a:pt x="0" y="13182"/>
                    </a:lnTo>
                    <a:lnTo>
                      <a:pt x="13785" y="0"/>
                    </a:lnTo>
                    <a:lnTo>
                      <a:pt x="13524" y="1068"/>
                    </a:lnTo>
                    <a:lnTo>
                      <a:pt x="14325" y="6274"/>
                    </a:lnTo>
                    <a:lnTo>
                      <a:pt x="17059" y="10777"/>
                    </a:lnTo>
                    <a:lnTo>
                      <a:pt x="35740" y="311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0" name="Контур"/>
              <p:cNvSpPr/>
              <p:nvPr/>
            </p:nvSpPr>
            <p:spPr>
              <a:xfrm>
                <a:off x="3273974" y="1590002"/>
                <a:ext cx="238901" cy="203783"/>
              </a:xfrm>
              <a:custGeom>
                <a:avLst/>
                <a:gdLst/>
                <a:ahLst/>
                <a:cxnLst/>
                <a:rect l="l" t="t" r="r" b="b"/>
                <a:pathLst>
                  <a:path w="238901" h="203783">
                    <a:moveTo>
                      <a:pt x="0" y="183647"/>
                    </a:moveTo>
                    <a:lnTo>
                      <a:pt x="191867" y="173"/>
                    </a:lnTo>
                    <a:lnTo>
                      <a:pt x="238901" y="0"/>
                    </a:lnTo>
                    <a:lnTo>
                      <a:pt x="58849" y="174015"/>
                    </a:lnTo>
                    <a:lnTo>
                      <a:pt x="28049" y="203783"/>
                    </a:lnTo>
                    <a:lnTo>
                      <a:pt x="13115" y="187487"/>
                    </a:lnTo>
                    <a:lnTo>
                      <a:pt x="9809" y="184858"/>
                    </a:lnTo>
                    <a:lnTo>
                      <a:pt x="5853" y="183379"/>
                    </a:lnTo>
                    <a:lnTo>
                      <a:pt x="1633" y="183195"/>
                    </a:lnTo>
                    <a:lnTo>
                      <a:pt x="0" y="1836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1" name="Контур"/>
              <p:cNvSpPr/>
              <p:nvPr/>
            </p:nvSpPr>
            <p:spPr>
              <a:xfrm>
                <a:off x="3074033" y="1974275"/>
                <a:ext cx="99787" cy="103109"/>
              </a:xfrm>
              <a:custGeom>
                <a:avLst/>
                <a:gdLst/>
                <a:ahLst/>
                <a:cxnLst/>
                <a:rect l="l" t="t" r="r" b="b"/>
                <a:pathLst>
                  <a:path w="99787" h="103109">
                    <a:moveTo>
                      <a:pt x="0" y="24489"/>
                    </a:moveTo>
                    <a:lnTo>
                      <a:pt x="27640" y="0"/>
                    </a:lnTo>
                    <a:lnTo>
                      <a:pt x="99787" y="78108"/>
                    </a:lnTo>
                    <a:lnTo>
                      <a:pt x="73371" y="103109"/>
                    </a:lnTo>
                    <a:lnTo>
                      <a:pt x="0" y="2448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2" name="Контур"/>
              <p:cNvSpPr/>
              <p:nvPr/>
            </p:nvSpPr>
            <p:spPr>
              <a:xfrm>
                <a:off x="3306702" y="1903250"/>
                <a:ext cx="194120" cy="193160"/>
              </a:xfrm>
              <a:custGeom>
                <a:avLst/>
                <a:gdLst/>
                <a:ahLst/>
                <a:cxnLst/>
                <a:rect l="l" t="t" r="r" b="b"/>
                <a:pathLst>
                  <a:path w="194120" h="193160">
                    <a:moveTo>
                      <a:pt x="194120" y="174028"/>
                    </a:moveTo>
                    <a:lnTo>
                      <a:pt x="173938" y="193160"/>
                    </a:lnTo>
                    <a:lnTo>
                      <a:pt x="0" y="11273"/>
                    </a:lnTo>
                    <a:lnTo>
                      <a:pt x="42473" y="0"/>
                    </a:lnTo>
                    <a:lnTo>
                      <a:pt x="194120" y="174028"/>
                    </a:lnTo>
                    <a:close/>
                    <a:moveTo>
                      <a:pt x="86009" y="87990"/>
                    </a:moveTo>
                    <a:lnTo>
                      <a:pt x="99207" y="75750"/>
                    </a:lnTo>
                    <a:lnTo>
                      <a:pt x="83810" y="59150"/>
                    </a:lnTo>
                    <a:lnTo>
                      <a:pt x="70613" y="71390"/>
                    </a:lnTo>
                    <a:lnTo>
                      <a:pt x="86009" y="87990"/>
                    </a:lnTo>
                    <a:close/>
                    <a:moveTo>
                      <a:pt x="122977" y="134965"/>
                    </a:moveTo>
                    <a:lnTo>
                      <a:pt x="136569" y="123164"/>
                    </a:lnTo>
                    <a:lnTo>
                      <a:pt x="112440" y="95373"/>
                    </a:lnTo>
                    <a:lnTo>
                      <a:pt x="98848" y="107174"/>
                    </a:lnTo>
                    <a:lnTo>
                      <a:pt x="122977" y="13496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3" name="Контур"/>
              <p:cNvSpPr/>
              <p:nvPr/>
            </p:nvSpPr>
            <p:spPr>
              <a:xfrm>
                <a:off x="3423427" y="3487542"/>
                <a:ext cx="120686" cy="193400"/>
              </a:xfrm>
              <a:custGeom>
                <a:avLst/>
                <a:gdLst/>
                <a:ahLst/>
                <a:cxnLst/>
                <a:rect l="l" t="t" r="r" b="b"/>
                <a:pathLst>
                  <a:path w="120686" h="193400">
                    <a:moveTo>
                      <a:pt x="114385" y="122879"/>
                    </a:moveTo>
                    <a:lnTo>
                      <a:pt x="120686" y="129504"/>
                    </a:lnTo>
                    <a:lnTo>
                      <a:pt x="89790" y="157545"/>
                    </a:lnTo>
                    <a:lnTo>
                      <a:pt x="25144" y="193400"/>
                    </a:lnTo>
                    <a:lnTo>
                      <a:pt x="0" y="128032"/>
                    </a:lnTo>
                    <a:lnTo>
                      <a:pt x="11047" y="45283"/>
                    </a:lnTo>
                    <a:lnTo>
                      <a:pt x="24764" y="0"/>
                    </a:lnTo>
                    <a:lnTo>
                      <a:pt x="44825" y="22594"/>
                    </a:lnTo>
                    <a:lnTo>
                      <a:pt x="30689" y="34890"/>
                    </a:lnTo>
                    <a:lnTo>
                      <a:pt x="36666" y="41174"/>
                    </a:lnTo>
                    <a:lnTo>
                      <a:pt x="37167" y="42887"/>
                    </a:lnTo>
                    <a:lnTo>
                      <a:pt x="39550" y="46375"/>
                    </a:lnTo>
                    <a:lnTo>
                      <a:pt x="108494" y="119460"/>
                    </a:lnTo>
                    <a:lnTo>
                      <a:pt x="112786" y="122513"/>
                    </a:lnTo>
                    <a:lnTo>
                      <a:pt x="114385" y="12287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4" name="Контур"/>
              <p:cNvSpPr/>
              <p:nvPr/>
            </p:nvSpPr>
            <p:spPr>
              <a:xfrm>
                <a:off x="3579663" y="3393560"/>
                <a:ext cx="70812" cy="78210"/>
              </a:xfrm>
              <a:custGeom>
                <a:avLst/>
                <a:gdLst/>
                <a:ahLst/>
                <a:cxnLst/>
                <a:rect l="l" t="t" r="r" b="b"/>
                <a:pathLst>
                  <a:path w="70812" h="78210">
                    <a:moveTo>
                      <a:pt x="65728" y="78210"/>
                    </a:moveTo>
                    <a:lnTo>
                      <a:pt x="0" y="8709"/>
                    </a:lnTo>
                    <a:lnTo>
                      <a:pt x="9180" y="0"/>
                    </a:lnTo>
                    <a:lnTo>
                      <a:pt x="70812" y="63933"/>
                    </a:lnTo>
                    <a:lnTo>
                      <a:pt x="65728" y="782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5" name="Контур"/>
              <p:cNvSpPr/>
              <p:nvPr/>
            </p:nvSpPr>
            <p:spPr>
              <a:xfrm>
                <a:off x="3296366" y="2455537"/>
                <a:ext cx="828534" cy="802301"/>
              </a:xfrm>
              <a:custGeom>
                <a:avLst/>
                <a:gdLst/>
                <a:ahLst/>
                <a:cxnLst/>
                <a:rect l="l" t="t" r="r" b="b"/>
                <a:pathLst>
                  <a:path w="828534" h="802301">
                    <a:moveTo>
                      <a:pt x="676538" y="756058"/>
                    </a:moveTo>
                    <a:lnTo>
                      <a:pt x="109195" y="153724"/>
                    </a:lnTo>
                    <a:lnTo>
                      <a:pt x="99772" y="149487"/>
                    </a:lnTo>
                    <a:lnTo>
                      <a:pt x="90112" y="153154"/>
                    </a:lnTo>
                    <a:lnTo>
                      <a:pt x="0" y="238030"/>
                    </a:lnTo>
                    <a:lnTo>
                      <a:pt x="14660" y="185220"/>
                    </a:lnTo>
                    <a:lnTo>
                      <a:pt x="82097" y="101214"/>
                    </a:lnTo>
                    <a:lnTo>
                      <a:pt x="173816" y="0"/>
                    </a:lnTo>
                    <a:lnTo>
                      <a:pt x="828534" y="700785"/>
                    </a:lnTo>
                    <a:lnTo>
                      <a:pt x="827152" y="727733"/>
                    </a:lnTo>
                    <a:lnTo>
                      <a:pt x="820304" y="736668"/>
                    </a:lnTo>
                    <a:lnTo>
                      <a:pt x="825947" y="742527"/>
                    </a:lnTo>
                    <a:lnTo>
                      <a:pt x="791198" y="776745"/>
                    </a:lnTo>
                    <a:lnTo>
                      <a:pt x="758771" y="743598"/>
                    </a:lnTo>
                    <a:lnTo>
                      <a:pt x="763982" y="738594"/>
                    </a:lnTo>
                    <a:lnTo>
                      <a:pt x="738989" y="712539"/>
                    </a:lnTo>
                    <a:lnTo>
                      <a:pt x="714203" y="736317"/>
                    </a:lnTo>
                    <a:lnTo>
                      <a:pt x="739196" y="762372"/>
                    </a:lnTo>
                    <a:lnTo>
                      <a:pt x="743822" y="757935"/>
                    </a:lnTo>
                    <a:lnTo>
                      <a:pt x="777086" y="790641"/>
                    </a:lnTo>
                    <a:lnTo>
                      <a:pt x="766210" y="802301"/>
                    </a:lnTo>
                    <a:lnTo>
                      <a:pt x="740368" y="781097"/>
                    </a:lnTo>
                    <a:lnTo>
                      <a:pt x="715508" y="797435"/>
                    </a:lnTo>
                    <a:lnTo>
                      <a:pt x="676538" y="7560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6" name="Контур"/>
              <p:cNvSpPr/>
              <p:nvPr/>
            </p:nvSpPr>
            <p:spPr>
              <a:xfrm>
                <a:off x="3211120" y="3565818"/>
                <a:ext cx="49647" cy="49549"/>
              </a:xfrm>
              <a:custGeom>
                <a:avLst/>
                <a:gdLst/>
                <a:ahLst/>
                <a:cxnLst/>
                <a:rect l="l" t="t" r="r" b="b"/>
                <a:pathLst>
                  <a:path w="49647" h="49549">
                    <a:moveTo>
                      <a:pt x="47318" y="49549"/>
                    </a:moveTo>
                    <a:lnTo>
                      <a:pt x="0" y="1710"/>
                    </a:lnTo>
                    <a:lnTo>
                      <a:pt x="5788" y="0"/>
                    </a:lnTo>
                    <a:lnTo>
                      <a:pt x="49647" y="44261"/>
                    </a:lnTo>
                    <a:lnTo>
                      <a:pt x="47318" y="495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7" name="Контур"/>
              <p:cNvSpPr/>
              <p:nvPr/>
            </p:nvSpPr>
            <p:spPr>
              <a:xfrm>
                <a:off x="3485881" y="2413239"/>
                <a:ext cx="697524" cy="726534"/>
              </a:xfrm>
              <a:custGeom>
                <a:avLst/>
                <a:gdLst/>
                <a:ahLst/>
                <a:cxnLst/>
                <a:rect l="l" t="t" r="r" b="b"/>
                <a:pathLst>
                  <a:path w="697524" h="726534">
                    <a:moveTo>
                      <a:pt x="44088" y="17449"/>
                    </a:moveTo>
                    <a:lnTo>
                      <a:pt x="44704" y="16847"/>
                    </a:lnTo>
                    <a:lnTo>
                      <a:pt x="144554" y="127828"/>
                    </a:lnTo>
                    <a:lnTo>
                      <a:pt x="324614" y="320808"/>
                    </a:lnTo>
                    <a:lnTo>
                      <a:pt x="463047" y="469175"/>
                    </a:lnTo>
                    <a:lnTo>
                      <a:pt x="697524" y="717118"/>
                    </a:lnTo>
                    <a:lnTo>
                      <a:pt x="687587" y="723918"/>
                    </a:lnTo>
                    <a:lnTo>
                      <a:pt x="674513" y="726534"/>
                    </a:lnTo>
                    <a:lnTo>
                      <a:pt x="663008" y="726011"/>
                    </a:lnTo>
                    <a:lnTo>
                      <a:pt x="647849" y="722873"/>
                    </a:lnTo>
                    <a:lnTo>
                      <a:pt x="0" y="26311"/>
                    </a:lnTo>
                    <a:lnTo>
                      <a:pt x="27021" y="0"/>
                    </a:lnTo>
                    <a:lnTo>
                      <a:pt x="44088" y="174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8" name="Контур"/>
              <p:cNvSpPr/>
              <p:nvPr/>
            </p:nvSpPr>
            <p:spPr>
              <a:xfrm>
                <a:off x="3120340" y="2913996"/>
                <a:ext cx="195447" cy="170518"/>
              </a:xfrm>
              <a:custGeom>
                <a:avLst/>
                <a:gdLst/>
                <a:ahLst/>
                <a:cxnLst/>
                <a:rect l="l" t="t" r="r" b="b"/>
                <a:pathLst>
                  <a:path w="195447" h="170518">
                    <a:moveTo>
                      <a:pt x="31568" y="150137"/>
                    </a:moveTo>
                    <a:lnTo>
                      <a:pt x="20107" y="146226"/>
                    </a:lnTo>
                    <a:lnTo>
                      <a:pt x="14918" y="164140"/>
                    </a:lnTo>
                    <a:lnTo>
                      <a:pt x="0" y="160285"/>
                    </a:lnTo>
                    <a:lnTo>
                      <a:pt x="8690" y="122406"/>
                    </a:lnTo>
                    <a:lnTo>
                      <a:pt x="64386" y="0"/>
                    </a:lnTo>
                    <a:lnTo>
                      <a:pt x="96925" y="28416"/>
                    </a:lnTo>
                    <a:lnTo>
                      <a:pt x="109683" y="336"/>
                    </a:lnTo>
                    <a:lnTo>
                      <a:pt x="195447" y="87586"/>
                    </a:lnTo>
                    <a:lnTo>
                      <a:pt x="175849" y="108057"/>
                    </a:lnTo>
                    <a:lnTo>
                      <a:pt x="175699" y="118388"/>
                    </a:lnTo>
                    <a:lnTo>
                      <a:pt x="183849" y="128253"/>
                    </a:lnTo>
                    <a:lnTo>
                      <a:pt x="144742" y="170518"/>
                    </a:lnTo>
                    <a:lnTo>
                      <a:pt x="134760" y="157350"/>
                    </a:lnTo>
                    <a:lnTo>
                      <a:pt x="49438" y="135079"/>
                    </a:lnTo>
                    <a:lnTo>
                      <a:pt x="37450" y="137717"/>
                    </a:lnTo>
                    <a:lnTo>
                      <a:pt x="31568" y="1501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9" name="Контур"/>
              <p:cNvSpPr/>
              <p:nvPr/>
            </p:nvSpPr>
            <p:spPr>
              <a:xfrm>
                <a:off x="3647671" y="2375752"/>
                <a:ext cx="379341" cy="405864"/>
              </a:xfrm>
              <a:custGeom>
                <a:avLst/>
                <a:gdLst/>
                <a:ahLst/>
                <a:cxnLst/>
                <a:rect l="l" t="t" r="r" b="b"/>
                <a:pathLst>
                  <a:path w="379341" h="405864">
                    <a:moveTo>
                      <a:pt x="379341" y="386334"/>
                    </a:moveTo>
                    <a:lnTo>
                      <a:pt x="366183" y="396711"/>
                    </a:lnTo>
                    <a:lnTo>
                      <a:pt x="355887" y="402435"/>
                    </a:lnTo>
                    <a:lnTo>
                      <a:pt x="345213" y="405864"/>
                    </a:lnTo>
                    <a:lnTo>
                      <a:pt x="0" y="40059"/>
                    </a:lnTo>
                    <a:lnTo>
                      <a:pt x="8811" y="14004"/>
                    </a:lnTo>
                    <a:lnTo>
                      <a:pt x="13284" y="5814"/>
                    </a:lnTo>
                    <a:lnTo>
                      <a:pt x="18297" y="0"/>
                    </a:lnTo>
                    <a:lnTo>
                      <a:pt x="203536" y="201244"/>
                    </a:lnTo>
                    <a:lnTo>
                      <a:pt x="317120" y="319221"/>
                    </a:lnTo>
                    <a:lnTo>
                      <a:pt x="379341" y="3863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0" name="Контур"/>
              <p:cNvSpPr/>
              <p:nvPr/>
            </p:nvSpPr>
            <p:spPr>
              <a:xfrm>
                <a:off x="3255321" y="1945057"/>
                <a:ext cx="329935" cy="379710"/>
              </a:xfrm>
              <a:custGeom>
                <a:avLst/>
                <a:gdLst/>
                <a:ahLst/>
                <a:cxnLst/>
                <a:rect l="l" t="t" r="r" b="b"/>
                <a:pathLst>
                  <a:path w="329935" h="379710">
                    <a:moveTo>
                      <a:pt x="304627" y="379710"/>
                    </a:moveTo>
                    <a:lnTo>
                      <a:pt x="127174" y="185103"/>
                    </a:lnTo>
                    <a:lnTo>
                      <a:pt x="0" y="50418"/>
                    </a:lnTo>
                    <a:lnTo>
                      <a:pt x="10084" y="15081"/>
                    </a:lnTo>
                    <a:lnTo>
                      <a:pt x="11110" y="11682"/>
                    </a:lnTo>
                    <a:lnTo>
                      <a:pt x="17311" y="0"/>
                    </a:lnTo>
                    <a:lnTo>
                      <a:pt x="163147" y="147069"/>
                    </a:lnTo>
                    <a:lnTo>
                      <a:pt x="235957" y="222921"/>
                    </a:lnTo>
                    <a:lnTo>
                      <a:pt x="276304" y="271647"/>
                    </a:lnTo>
                    <a:lnTo>
                      <a:pt x="301450" y="308223"/>
                    </a:lnTo>
                    <a:lnTo>
                      <a:pt x="321673" y="342594"/>
                    </a:lnTo>
                    <a:lnTo>
                      <a:pt x="329935" y="359136"/>
                    </a:lnTo>
                    <a:lnTo>
                      <a:pt x="304627" y="3797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1" name="Контур"/>
              <p:cNvSpPr/>
              <p:nvPr/>
            </p:nvSpPr>
            <p:spPr>
              <a:xfrm>
                <a:off x="3520964" y="3566284"/>
                <a:ext cx="160742" cy="280596"/>
              </a:xfrm>
              <a:custGeom>
                <a:avLst/>
                <a:gdLst/>
                <a:ahLst/>
                <a:cxnLst/>
                <a:rect l="l" t="t" r="r" b="b"/>
                <a:pathLst>
                  <a:path w="160742" h="280596">
                    <a:moveTo>
                      <a:pt x="82196" y="251816"/>
                    </a:moveTo>
                    <a:lnTo>
                      <a:pt x="99418" y="269956"/>
                    </a:lnTo>
                    <a:lnTo>
                      <a:pt x="64343" y="280596"/>
                    </a:lnTo>
                    <a:lnTo>
                      <a:pt x="36794" y="252058"/>
                    </a:lnTo>
                    <a:lnTo>
                      <a:pt x="0" y="199153"/>
                    </a:lnTo>
                    <a:lnTo>
                      <a:pt x="6894" y="154234"/>
                    </a:lnTo>
                    <a:lnTo>
                      <a:pt x="21736" y="125725"/>
                    </a:lnTo>
                    <a:lnTo>
                      <a:pt x="152027" y="0"/>
                    </a:lnTo>
                    <a:lnTo>
                      <a:pt x="160742" y="9312"/>
                    </a:lnTo>
                    <a:lnTo>
                      <a:pt x="49982" y="116424"/>
                    </a:lnTo>
                    <a:lnTo>
                      <a:pt x="49730" y="128685"/>
                    </a:lnTo>
                    <a:lnTo>
                      <a:pt x="67278" y="147911"/>
                    </a:lnTo>
                    <a:lnTo>
                      <a:pt x="30626" y="184516"/>
                    </a:lnTo>
                    <a:lnTo>
                      <a:pt x="33098" y="199185"/>
                    </a:lnTo>
                    <a:lnTo>
                      <a:pt x="82196" y="25181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2" name="Контур"/>
              <p:cNvSpPr/>
              <p:nvPr/>
            </p:nvSpPr>
            <p:spPr>
              <a:xfrm>
                <a:off x="3646906" y="3878513"/>
                <a:ext cx="85814" cy="100879"/>
              </a:xfrm>
              <a:custGeom>
                <a:avLst/>
                <a:gdLst/>
                <a:ahLst/>
                <a:cxnLst/>
                <a:rect l="l" t="t" r="r" b="b"/>
                <a:pathLst>
                  <a:path w="85814" h="100879">
                    <a:moveTo>
                      <a:pt x="13648" y="0"/>
                    </a:moveTo>
                    <a:lnTo>
                      <a:pt x="49770" y="38012"/>
                    </a:lnTo>
                    <a:lnTo>
                      <a:pt x="85814" y="77403"/>
                    </a:lnTo>
                    <a:lnTo>
                      <a:pt x="72752" y="100879"/>
                    </a:lnTo>
                    <a:lnTo>
                      <a:pt x="0" y="28868"/>
                    </a:lnTo>
                    <a:lnTo>
                      <a:pt x="2205" y="21897"/>
                    </a:lnTo>
                    <a:lnTo>
                      <a:pt x="1364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3" name="Контур"/>
              <p:cNvSpPr/>
              <p:nvPr/>
            </p:nvSpPr>
            <p:spPr>
              <a:xfrm>
                <a:off x="3049585" y="3762980"/>
                <a:ext cx="235340" cy="257313"/>
              </a:xfrm>
              <a:custGeom>
                <a:avLst/>
                <a:gdLst/>
                <a:ahLst/>
                <a:cxnLst/>
                <a:rect l="l" t="t" r="r" b="b"/>
                <a:pathLst>
                  <a:path w="235340" h="257313">
                    <a:moveTo>
                      <a:pt x="135030" y="11515"/>
                    </a:moveTo>
                    <a:lnTo>
                      <a:pt x="157941" y="34979"/>
                    </a:lnTo>
                    <a:lnTo>
                      <a:pt x="148779" y="46436"/>
                    </a:lnTo>
                    <a:lnTo>
                      <a:pt x="213600" y="116640"/>
                    </a:lnTo>
                    <a:lnTo>
                      <a:pt x="235340" y="152223"/>
                    </a:lnTo>
                    <a:lnTo>
                      <a:pt x="102195" y="257313"/>
                    </a:lnTo>
                    <a:lnTo>
                      <a:pt x="86794" y="242644"/>
                    </a:lnTo>
                    <a:lnTo>
                      <a:pt x="119209" y="215180"/>
                    </a:lnTo>
                    <a:lnTo>
                      <a:pt x="118202" y="199341"/>
                    </a:lnTo>
                    <a:lnTo>
                      <a:pt x="104090" y="183917"/>
                    </a:lnTo>
                    <a:lnTo>
                      <a:pt x="93803" y="182952"/>
                    </a:lnTo>
                    <a:lnTo>
                      <a:pt x="60398" y="209290"/>
                    </a:lnTo>
                    <a:lnTo>
                      <a:pt x="55583" y="220056"/>
                    </a:lnTo>
                    <a:lnTo>
                      <a:pt x="22184" y="174595"/>
                    </a:lnTo>
                    <a:lnTo>
                      <a:pt x="30543" y="178776"/>
                    </a:lnTo>
                    <a:lnTo>
                      <a:pt x="39613" y="176517"/>
                    </a:lnTo>
                    <a:lnTo>
                      <a:pt x="45038" y="168907"/>
                    </a:lnTo>
                    <a:lnTo>
                      <a:pt x="44278" y="159740"/>
                    </a:lnTo>
                    <a:lnTo>
                      <a:pt x="28846" y="152262"/>
                    </a:lnTo>
                    <a:lnTo>
                      <a:pt x="21237" y="157271"/>
                    </a:lnTo>
                    <a:lnTo>
                      <a:pt x="18651" y="167131"/>
                    </a:lnTo>
                    <a:lnTo>
                      <a:pt x="6149" y="140721"/>
                    </a:lnTo>
                    <a:lnTo>
                      <a:pt x="0" y="97340"/>
                    </a:lnTo>
                    <a:lnTo>
                      <a:pt x="20970" y="48119"/>
                    </a:lnTo>
                    <a:lnTo>
                      <a:pt x="39663" y="24845"/>
                    </a:lnTo>
                    <a:lnTo>
                      <a:pt x="75539" y="0"/>
                    </a:lnTo>
                    <a:lnTo>
                      <a:pt x="98600" y="28314"/>
                    </a:lnTo>
                    <a:lnTo>
                      <a:pt x="107487" y="32249"/>
                    </a:lnTo>
                    <a:lnTo>
                      <a:pt x="79898" y="48997"/>
                    </a:lnTo>
                    <a:lnTo>
                      <a:pt x="45573" y="87153"/>
                    </a:lnTo>
                    <a:lnTo>
                      <a:pt x="34617" y="114561"/>
                    </a:lnTo>
                    <a:lnTo>
                      <a:pt x="38444" y="124345"/>
                    </a:lnTo>
                    <a:lnTo>
                      <a:pt x="109226" y="181809"/>
                    </a:lnTo>
                    <a:lnTo>
                      <a:pt x="121122" y="183229"/>
                    </a:lnTo>
                    <a:lnTo>
                      <a:pt x="135233" y="174834"/>
                    </a:lnTo>
                    <a:lnTo>
                      <a:pt x="189772" y="107299"/>
                    </a:lnTo>
                    <a:lnTo>
                      <a:pt x="114959" y="30316"/>
                    </a:lnTo>
                    <a:lnTo>
                      <a:pt x="135030" y="115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4" name="Контур"/>
              <p:cNvSpPr/>
              <p:nvPr/>
            </p:nvSpPr>
            <p:spPr>
              <a:xfrm>
                <a:off x="3084202" y="3793296"/>
                <a:ext cx="155155" cy="152913"/>
              </a:xfrm>
              <a:custGeom>
                <a:avLst/>
                <a:gdLst/>
                <a:ahLst/>
                <a:cxnLst/>
                <a:rect l="l" t="t" r="r" b="b"/>
                <a:pathLst>
                  <a:path w="155155" h="152913">
                    <a:moveTo>
                      <a:pt x="80342" y="0"/>
                    </a:moveTo>
                    <a:lnTo>
                      <a:pt x="155155" y="76983"/>
                    </a:lnTo>
                    <a:lnTo>
                      <a:pt x="135671" y="103386"/>
                    </a:lnTo>
                    <a:lnTo>
                      <a:pt x="100616" y="144518"/>
                    </a:lnTo>
                    <a:lnTo>
                      <a:pt x="86505" y="152913"/>
                    </a:lnTo>
                    <a:lnTo>
                      <a:pt x="74609" y="151493"/>
                    </a:lnTo>
                    <a:lnTo>
                      <a:pt x="3827" y="94029"/>
                    </a:lnTo>
                    <a:lnTo>
                      <a:pt x="0" y="84245"/>
                    </a:lnTo>
                    <a:lnTo>
                      <a:pt x="850" y="76589"/>
                    </a:lnTo>
                    <a:lnTo>
                      <a:pt x="10956" y="56837"/>
                    </a:lnTo>
                    <a:lnTo>
                      <a:pt x="45281" y="18681"/>
                    </a:lnTo>
                    <a:lnTo>
                      <a:pt x="62444" y="7997"/>
                    </a:lnTo>
                    <a:lnTo>
                      <a:pt x="72870" y="1933"/>
                    </a:lnTo>
                    <a:lnTo>
                      <a:pt x="73482" y="2063"/>
                    </a:lnTo>
                    <a:lnTo>
                      <a:pt x="78661" y="1095"/>
                    </a:lnTo>
                    <a:lnTo>
                      <a:pt x="8034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5" name="Контур"/>
              <p:cNvSpPr/>
              <p:nvPr/>
            </p:nvSpPr>
            <p:spPr>
              <a:xfrm>
                <a:off x="3104562" y="3683351"/>
                <a:ext cx="114841" cy="88201"/>
              </a:xfrm>
              <a:custGeom>
                <a:avLst/>
                <a:gdLst/>
                <a:ahLst/>
                <a:cxnLst/>
                <a:rect l="l" t="t" r="r" b="b"/>
                <a:pathLst>
                  <a:path w="114841" h="88201">
                    <a:moveTo>
                      <a:pt x="6462" y="50156"/>
                    </a:moveTo>
                    <a:lnTo>
                      <a:pt x="0" y="43334"/>
                    </a:lnTo>
                    <a:lnTo>
                      <a:pt x="43825" y="0"/>
                    </a:lnTo>
                    <a:lnTo>
                      <a:pt x="114841" y="71822"/>
                    </a:lnTo>
                    <a:lnTo>
                      <a:pt x="98275" y="88201"/>
                    </a:lnTo>
                    <a:lnTo>
                      <a:pt x="66246" y="53297"/>
                    </a:lnTo>
                    <a:lnTo>
                      <a:pt x="53279" y="39943"/>
                    </a:lnTo>
                    <a:lnTo>
                      <a:pt x="36116" y="34601"/>
                    </a:lnTo>
                    <a:lnTo>
                      <a:pt x="25056" y="37653"/>
                    </a:lnTo>
                    <a:lnTo>
                      <a:pt x="6462" y="5015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6" name="Контур"/>
              <p:cNvSpPr/>
              <p:nvPr/>
            </p:nvSpPr>
            <p:spPr>
              <a:xfrm>
                <a:off x="3466621" y="3930304"/>
                <a:ext cx="32400" cy="32684"/>
              </a:xfrm>
              <a:custGeom>
                <a:avLst/>
                <a:gdLst/>
                <a:ahLst/>
                <a:cxnLst/>
                <a:rect l="l" t="t" r="r" b="b"/>
                <a:pathLst>
                  <a:path w="32400" h="32684">
                    <a:moveTo>
                      <a:pt x="0" y="1235"/>
                    </a:moveTo>
                    <a:lnTo>
                      <a:pt x="1275" y="0"/>
                    </a:lnTo>
                    <a:lnTo>
                      <a:pt x="32400" y="31188"/>
                    </a:lnTo>
                    <a:lnTo>
                      <a:pt x="30681" y="32684"/>
                    </a:lnTo>
                    <a:lnTo>
                      <a:pt x="0" y="123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7" name="Контур"/>
              <p:cNvSpPr/>
              <p:nvPr/>
            </p:nvSpPr>
            <p:spPr>
              <a:xfrm>
                <a:off x="3137429" y="3343779"/>
                <a:ext cx="307257" cy="355953"/>
              </a:xfrm>
              <a:custGeom>
                <a:avLst/>
                <a:gdLst/>
                <a:ahLst/>
                <a:cxnLst/>
                <a:rect l="l" t="t" r="r" b="b"/>
                <a:pathLst>
                  <a:path w="307257" h="355953">
                    <a:moveTo>
                      <a:pt x="292397" y="130706"/>
                    </a:moveTo>
                    <a:lnTo>
                      <a:pt x="292618" y="125992"/>
                    </a:lnTo>
                    <a:lnTo>
                      <a:pt x="307257" y="139814"/>
                    </a:lnTo>
                    <a:lnTo>
                      <a:pt x="292632" y="188090"/>
                    </a:lnTo>
                    <a:lnTo>
                      <a:pt x="283609" y="249019"/>
                    </a:lnTo>
                    <a:lnTo>
                      <a:pt x="278191" y="235942"/>
                    </a:lnTo>
                    <a:lnTo>
                      <a:pt x="265114" y="230524"/>
                    </a:lnTo>
                    <a:lnTo>
                      <a:pt x="252046" y="235942"/>
                    </a:lnTo>
                    <a:lnTo>
                      <a:pt x="246628" y="249019"/>
                    </a:lnTo>
                    <a:lnTo>
                      <a:pt x="252046" y="262087"/>
                    </a:lnTo>
                    <a:lnTo>
                      <a:pt x="265114" y="267505"/>
                    </a:lnTo>
                    <a:lnTo>
                      <a:pt x="302752" y="344601"/>
                    </a:lnTo>
                    <a:lnTo>
                      <a:pt x="288650" y="355953"/>
                    </a:lnTo>
                    <a:lnTo>
                      <a:pt x="18032" y="63056"/>
                    </a:lnTo>
                    <a:lnTo>
                      <a:pt x="2060" y="41504"/>
                    </a:lnTo>
                    <a:lnTo>
                      <a:pt x="0" y="9017"/>
                    </a:lnTo>
                    <a:lnTo>
                      <a:pt x="11111" y="0"/>
                    </a:lnTo>
                    <a:lnTo>
                      <a:pt x="109997" y="114563"/>
                    </a:lnTo>
                    <a:lnTo>
                      <a:pt x="102516" y="121491"/>
                    </a:lnTo>
                    <a:lnTo>
                      <a:pt x="130175" y="151357"/>
                    </a:lnTo>
                    <a:lnTo>
                      <a:pt x="136612" y="145395"/>
                    </a:lnTo>
                    <a:lnTo>
                      <a:pt x="152610" y="162356"/>
                    </a:lnTo>
                    <a:lnTo>
                      <a:pt x="167496" y="160514"/>
                    </a:lnTo>
                    <a:lnTo>
                      <a:pt x="190611" y="140564"/>
                    </a:lnTo>
                    <a:lnTo>
                      <a:pt x="209046" y="160356"/>
                    </a:lnTo>
                    <a:lnTo>
                      <a:pt x="219350" y="161115"/>
                    </a:lnTo>
                    <a:lnTo>
                      <a:pt x="227025" y="155852"/>
                    </a:lnTo>
                    <a:lnTo>
                      <a:pt x="239495" y="168727"/>
                    </a:lnTo>
                    <a:lnTo>
                      <a:pt x="249799" y="169485"/>
                    </a:lnTo>
                    <a:lnTo>
                      <a:pt x="268420" y="154771"/>
                    </a:lnTo>
                    <a:lnTo>
                      <a:pt x="275353" y="162083"/>
                    </a:lnTo>
                    <a:lnTo>
                      <a:pt x="299190" y="138431"/>
                    </a:lnTo>
                    <a:lnTo>
                      <a:pt x="292397" y="13070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8" name="Контур"/>
              <p:cNvSpPr/>
              <p:nvPr/>
            </p:nvSpPr>
            <p:spPr>
              <a:xfrm>
                <a:off x="3293031" y="3649986"/>
                <a:ext cx="58409" cy="59404"/>
              </a:xfrm>
              <a:custGeom>
                <a:avLst/>
                <a:gdLst/>
                <a:ahLst/>
                <a:cxnLst/>
                <a:rect l="l" t="t" r="r" b="b"/>
                <a:pathLst>
                  <a:path w="58409" h="59404">
                    <a:moveTo>
                      <a:pt x="0" y="353"/>
                    </a:moveTo>
                    <a:lnTo>
                      <a:pt x="2758" y="0"/>
                    </a:lnTo>
                    <a:lnTo>
                      <a:pt x="58409" y="59404"/>
                    </a:lnTo>
                    <a:lnTo>
                      <a:pt x="0" y="3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9" name="Контур"/>
              <p:cNvSpPr/>
              <p:nvPr/>
            </p:nvSpPr>
            <p:spPr>
              <a:xfrm>
                <a:off x="3300137" y="3774944"/>
                <a:ext cx="104349" cy="101304"/>
              </a:xfrm>
              <a:custGeom>
                <a:avLst/>
                <a:gdLst/>
                <a:ahLst/>
                <a:cxnLst/>
                <a:rect l="l" t="t" r="r" b="b"/>
                <a:pathLst>
                  <a:path w="104349" h="101304">
                    <a:moveTo>
                      <a:pt x="98484" y="0"/>
                    </a:moveTo>
                    <a:lnTo>
                      <a:pt x="104349" y="10113"/>
                    </a:lnTo>
                    <a:lnTo>
                      <a:pt x="9001" y="101304"/>
                    </a:lnTo>
                    <a:lnTo>
                      <a:pt x="0" y="98887"/>
                    </a:lnTo>
                    <a:lnTo>
                      <a:pt x="94301" y="9173"/>
                    </a:lnTo>
                    <a:lnTo>
                      <a:pt x="91934" y="6690"/>
                    </a:lnTo>
                    <a:lnTo>
                      <a:pt x="97918" y="771"/>
                    </a:lnTo>
                    <a:lnTo>
                      <a:pt x="9848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0" name="Контур"/>
              <p:cNvSpPr/>
              <p:nvPr/>
            </p:nvSpPr>
            <p:spPr>
              <a:xfrm>
                <a:off x="2642340" y="1830027"/>
                <a:ext cx="35277" cy="42216"/>
              </a:xfrm>
              <a:custGeom>
                <a:avLst/>
                <a:gdLst/>
                <a:ahLst/>
                <a:cxnLst/>
                <a:rect l="l" t="t" r="r" b="b"/>
                <a:pathLst>
                  <a:path w="35277" h="42216">
                    <a:moveTo>
                      <a:pt x="0" y="27257"/>
                    </a:moveTo>
                    <a:lnTo>
                      <a:pt x="29185" y="0"/>
                    </a:lnTo>
                    <a:lnTo>
                      <a:pt x="35277" y="1421"/>
                    </a:lnTo>
                    <a:lnTo>
                      <a:pt x="16905" y="42216"/>
                    </a:lnTo>
                    <a:lnTo>
                      <a:pt x="2136" y="41630"/>
                    </a:lnTo>
                    <a:lnTo>
                      <a:pt x="0" y="272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1" name="Контур"/>
              <p:cNvSpPr/>
              <p:nvPr/>
            </p:nvSpPr>
            <p:spPr>
              <a:xfrm>
                <a:off x="2632859" y="1593096"/>
                <a:ext cx="278027" cy="278782"/>
              </a:xfrm>
              <a:custGeom>
                <a:avLst/>
                <a:gdLst/>
                <a:ahLst/>
                <a:cxnLst/>
                <a:rect l="l" t="t" r="r" b="b"/>
                <a:pathLst>
                  <a:path w="278027" h="278782">
                    <a:moveTo>
                      <a:pt x="278027" y="258667"/>
                    </a:moveTo>
                    <a:lnTo>
                      <a:pt x="260027" y="278782"/>
                    </a:lnTo>
                    <a:lnTo>
                      <a:pt x="0" y="132"/>
                    </a:lnTo>
                    <a:lnTo>
                      <a:pt x="36272" y="0"/>
                    </a:lnTo>
                    <a:lnTo>
                      <a:pt x="132128" y="102904"/>
                    </a:lnTo>
                    <a:lnTo>
                      <a:pt x="278027" y="25866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2" name="Контур"/>
              <p:cNvSpPr/>
              <p:nvPr/>
            </p:nvSpPr>
            <p:spPr>
              <a:xfrm>
                <a:off x="2348144" y="1767318"/>
                <a:ext cx="70575" cy="70960"/>
              </a:xfrm>
              <a:custGeom>
                <a:avLst/>
                <a:gdLst/>
                <a:ahLst/>
                <a:cxnLst/>
                <a:rect l="l" t="t" r="r" b="b"/>
                <a:pathLst>
                  <a:path w="70575" h="70960">
                    <a:moveTo>
                      <a:pt x="32086" y="69829"/>
                    </a:moveTo>
                    <a:lnTo>
                      <a:pt x="1999" y="37379"/>
                    </a:lnTo>
                    <a:lnTo>
                      <a:pt x="0" y="27967"/>
                    </a:lnTo>
                    <a:lnTo>
                      <a:pt x="3282" y="18923"/>
                    </a:lnTo>
                    <a:lnTo>
                      <a:pt x="28494" y="0"/>
                    </a:lnTo>
                    <a:lnTo>
                      <a:pt x="67737" y="37253"/>
                    </a:lnTo>
                    <a:lnTo>
                      <a:pt x="70575" y="45902"/>
                    </a:lnTo>
                    <a:lnTo>
                      <a:pt x="50700" y="70960"/>
                    </a:lnTo>
                    <a:lnTo>
                      <a:pt x="32086" y="6982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3" name="Контур"/>
              <p:cNvSpPr/>
              <p:nvPr/>
            </p:nvSpPr>
            <p:spPr>
              <a:xfrm>
                <a:off x="2686661" y="1781515"/>
                <a:ext cx="70451" cy="86335"/>
              </a:xfrm>
              <a:custGeom>
                <a:avLst/>
                <a:gdLst/>
                <a:ahLst/>
                <a:cxnLst/>
                <a:rect l="l" t="t" r="r" b="b"/>
                <a:pathLst>
                  <a:path w="70451" h="86335">
                    <a:moveTo>
                      <a:pt x="0" y="76285"/>
                    </a:moveTo>
                    <a:lnTo>
                      <a:pt x="37188" y="4442"/>
                    </a:lnTo>
                    <a:lnTo>
                      <a:pt x="47922" y="0"/>
                    </a:lnTo>
                    <a:lnTo>
                      <a:pt x="70408" y="24563"/>
                    </a:lnTo>
                    <a:lnTo>
                      <a:pt x="70451" y="30839"/>
                    </a:lnTo>
                    <a:lnTo>
                      <a:pt x="10943" y="86335"/>
                    </a:lnTo>
                    <a:lnTo>
                      <a:pt x="1368" y="85778"/>
                    </a:lnTo>
                    <a:lnTo>
                      <a:pt x="0" y="7628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4" name="Контур"/>
              <p:cNvSpPr/>
              <p:nvPr/>
            </p:nvSpPr>
            <p:spPr>
              <a:xfrm>
                <a:off x="2694870" y="1592815"/>
                <a:ext cx="229191" cy="240345"/>
              </a:xfrm>
              <a:custGeom>
                <a:avLst/>
                <a:gdLst/>
                <a:ahLst/>
                <a:cxnLst/>
                <a:rect l="l" t="t" r="r" b="b"/>
                <a:pathLst>
                  <a:path w="229191" h="240345">
                    <a:moveTo>
                      <a:pt x="51123" y="0"/>
                    </a:moveTo>
                    <a:lnTo>
                      <a:pt x="213181" y="173934"/>
                    </a:lnTo>
                    <a:lnTo>
                      <a:pt x="218351" y="180762"/>
                    </a:lnTo>
                    <a:lnTo>
                      <a:pt x="222695" y="188416"/>
                    </a:lnTo>
                    <a:lnTo>
                      <a:pt x="226031" y="196735"/>
                    </a:lnTo>
                    <a:lnTo>
                      <a:pt x="228223" y="205515"/>
                    </a:lnTo>
                    <a:lnTo>
                      <a:pt x="229191" y="214511"/>
                    </a:lnTo>
                    <a:lnTo>
                      <a:pt x="228927" y="223472"/>
                    </a:lnTo>
                    <a:lnTo>
                      <a:pt x="227488" y="232153"/>
                    </a:lnTo>
                    <a:lnTo>
                      <a:pt x="224989" y="240345"/>
                    </a:lnTo>
                    <a:lnTo>
                      <a:pt x="113299" y="120825"/>
                    </a:lnTo>
                    <a:lnTo>
                      <a:pt x="0" y="187"/>
                    </a:lnTo>
                    <a:lnTo>
                      <a:pt x="5112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5" name="Контур"/>
              <p:cNvSpPr/>
              <p:nvPr/>
            </p:nvSpPr>
            <p:spPr>
              <a:xfrm>
                <a:off x="2282530" y="1697588"/>
                <a:ext cx="55953" cy="57816"/>
              </a:xfrm>
              <a:custGeom>
                <a:avLst/>
                <a:gdLst/>
                <a:ahLst/>
                <a:cxnLst/>
                <a:rect l="l" t="t" r="r" b="b"/>
                <a:pathLst>
                  <a:path w="55953" h="57816">
                    <a:moveTo>
                      <a:pt x="2763" y="37720"/>
                    </a:moveTo>
                    <a:lnTo>
                      <a:pt x="0" y="24315"/>
                    </a:lnTo>
                    <a:lnTo>
                      <a:pt x="27899" y="0"/>
                    </a:lnTo>
                    <a:lnTo>
                      <a:pt x="35963" y="1707"/>
                    </a:lnTo>
                    <a:lnTo>
                      <a:pt x="55953" y="26420"/>
                    </a:lnTo>
                    <a:lnTo>
                      <a:pt x="52940" y="36706"/>
                    </a:lnTo>
                    <a:lnTo>
                      <a:pt x="27156" y="57816"/>
                    </a:lnTo>
                    <a:lnTo>
                      <a:pt x="2763" y="3772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6" name="Контур"/>
              <p:cNvSpPr/>
              <p:nvPr/>
            </p:nvSpPr>
            <p:spPr>
              <a:xfrm>
                <a:off x="2259933" y="1594148"/>
                <a:ext cx="121025" cy="100755"/>
              </a:xfrm>
              <a:custGeom>
                <a:avLst/>
                <a:gdLst/>
                <a:ahLst/>
                <a:cxnLst/>
                <a:rect l="l" t="t" r="r" b="b"/>
                <a:pathLst>
                  <a:path w="121025" h="100755">
                    <a:moveTo>
                      <a:pt x="27528" y="341"/>
                    </a:moveTo>
                    <a:lnTo>
                      <a:pt x="121025" y="0"/>
                    </a:lnTo>
                    <a:lnTo>
                      <a:pt x="14949" y="99137"/>
                    </a:lnTo>
                    <a:lnTo>
                      <a:pt x="12703" y="100261"/>
                    </a:lnTo>
                    <a:lnTo>
                      <a:pt x="10140" y="100755"/>
                    </a:lnTo>
                    <a:lnTo>
                      <a:pt x="7542" y="100524"/>
                    </a:lnTo>
                    <a:lnTo>
                      <a:pt x="5193" y="99634"/>
                    </a:lnTo>
                    <a:lnTo>
                      <a:pt x="3165" y="98152"/>
                    </a:lnTo>
                    <a:lnTo>
                      <a:pt x="1552" y="96101"/>
                    </a:lnTo>
                    <a:lnTo>
                      <a:pt x="566" y="93685"/>
                    </a:lnTo>
                    <a:lnTo>
                      <a:pt x="281" y="91190"/>
                    </a:lnTo>
                    <a:lnTo>
                      <a:pt x="0" y="32966"/>
                    </a:lnTo>
                    <a:lnTo>
                      <a:pt x="916" y="29086"/>
                    </a:lnTo>
                    <a:lnTo>
                      <a:pt x="2512" y="25367"/>
                    </a:lnTo>
                    <a:lnTo>
                      <a:pt x="4731" y="21982"/>
                    </a:lnTo>
                    <a:lnTo>
                      <a:pt x="7460" y="19076"/>
                    </a:lnTo>
                    <a:lnTo>
                      <a:pt x="27528" y="34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7" name="Контур"/>
              <p:cNvSpPr/>
              <p:nvPr/>
            </p:nvSpPr>
            <p:spPr>
              <a:xfrm>
                <a:off x="2154346" y="1594659"/>
                <a:ext cx="86454" cy="27813"/>
              </a:xfrm>
              <a:custGeom>
                <a:avLst/>
                <a:gdLst/>
                <a:ahLst/>
                <a:cxnLst/>
                <a:rect l="l" t="t" r="r" b="b"/>
                <a:pathLst>
                  <a:path w="86454" h="27813">
                    <a:moveTo>
                      <a:pt x="86454" y="0"/>
                    </a:moveTo>
                    <a:lnTo>
                      <a:pt x="79107" y="12699"/>
                    </a:lnTo>
                    <a:lnTo>
                      <a:pt x="31824" y="27813"/>
                    </a:lnTo>
                    <a:lnTo>
                      <a:pt x="23277" y="25223"/>
                    </a:lnTo>
                    <a:lnTo>
                      <a:pt x="0" y="315"/>
                    </a:lnTo>
                    <a:lnTo>
                      <a:pt x="8645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8" name="Контур"/>
              <p:cNvSpPr/>
              <p:nvPr/>
            </p:nvSpPr>
            <p:spPr>
              <a:xfrm>
                <a:off x="2946028" y="1914483"/>
                <a:ext cx="291815" cy="309974"/>
              </a:xfrm>
              <a:custGeom>
                <a:avLst/>
                <a:gdLst/>
                <a:ahLst/>
                <a:cxnLst/>
                <a:rect l="l" t="t" r="r" b="b"/>
                <a:pathLst>
                  <a:path w="291815" h="309974">
                    <a:moveTo>
                      <a:pt x="0" y="21058"/>
                    </a:moveTo>
                    <a:lnTo>
                      <a:pt x="7574" y="12038"/>
                    </a:lnTo>
                    <a:lnTo>
                      <a:pt x="22463" y="0"/>
                    </a:lnTo>
                    <a:lnTo>
                      <a:pt x="291815" y="289644"/>
                    </a:lnTo>
                    <a:lnTo>
                      <a:pt x="270587" y="309974"/>
                    </a:lnTo>
                    <a:lnTo>
                      <a:pt x="270511" y="309852"/>
                    </a:lnTo>
                    <a:lnTo>
                      <a:pt x="3184" y="23524"/>
                    </a:lnTo>
                    <a:lnTo>
                      <a:pt x="0" y="210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9" name="Контур"/>
              <p:cNvSpPr/>
              <p:nvPr/>
            </p:nvSpPr>
            <p:spPr>
              <a:xfrm>
                <a:off x="1830501" y="1596055"/>
                <a:ext cx="526249" cy="570081"/>
              </a:xfrm>
              <a:custGeom>
                <a:avLst/>
                <a:gdLst/>
                <a:ahLst/>
                <a:cxnLst/>
                <a:rect l="l" t="t" r="r" b="b"/>
                <a:pathLst>
                  <a:path w="526249" h="570081">
                    <a:moveTo>
                      <a:pt x="26822" y="0"/>
                    </a:moveTo>
                    <a:lnTo>
                      <a:pt x="151366" y="127933"/>
                    </a:lnTo>
                    <a:lnTo>
                      <a:pt x="269834" y="262030"/>
                    </a:lnTo>
                    <a:lnTo>
                      <a:pt x="392153" y="398155"/>
                    </a:lnTo>
                    <a:lnTo>
                      <a:pt x="521402" y="540461"/>
                    </a:lnTo>
                    <a:lnTo>
                      <a:pt x="526249" y="570081"/>
                    </a:lnTo>
                    <a:lnTo>
                      <a:pt x="514358" y="551056"/>
                    </a:lnTo>
                    <a:lnTo>
                      <a:pt x="376590" y="406271"/>
                    </a:lnTo>
                    <a:lnTo>
                      <a:pt x="137721" y="143699"/>
                    </a:lnTo>
                    <a:lnTo>
                      <a:pt x="0" y="97"/>
                    </a:lnTo>
                    <a:lnTo>
                      <a:pt x="2682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0" name="Контур"/>
              <p:cNvSpPr/>
              <p:nvPr/>
            </p:nvSpPr>
            <p:spPr>
              <a:xfrm>
                <a:off x="2565600" y="1885977"/>
                <a:ext cx="77054" cy="93031"/>
              </a:xfrm>
              <a:custGeom>
                <a:avLst/>
                <a:gdLst/>
                <a:ahLst/>
                <a:cxnLst/>
                <a:rect l="l" t="t" r="r" b="b"/>
                <a:pathLst>
                  <a:path w="77054" h="93031">
                    <a:moveTo>
                      <a:pt x="77054" y="20915"/>
                    </a:moveTo>
                    <a:lnTo>
                      <a:pt x="75791" y="33333"/>
                    </a:lnTo>
                    <a:lnTo>
                      <a:pt x="11463" y="92718"/>
                    </a:lnTo>
                    <a:lnTo>
                      <a:pt x="1326" y="93031"/>
                    </a:lnTo>
                    <a:lnTo>
                      <a:pt x="0" y="82976"/>
                    </a:lnTo>
                    <a:lnTo>
                      <a:pt x="47721" y="838"/>
                    </a:lnTo>
                    <a:lnTo>
                      <a:pt x="57257" y="0"/>
                    </a:lnTo>
                    <a:lnTo>
                      <a:pt x="77054" y="209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1" name="Контур"/>
              <p:cNvSpPr/>
              <p:nvPr/>
            </p:nvSpPr>
            <p:spPr>
              <a:xfrm>
                <a:off x="2517246" y="1942424"/>
                <a:ext cx="39830" cy="45973"/>
              </a:xfrm>
              <a:custGeom>
                <a:avLst/>
                <a:gdLst/>
                <a:ahLst/>
                <a:cxnLst/>
                <a:rect l="l" t="t" r="r" b="b"/>
                <a:pathLst>
                  <a:path w="39830" h="45973">
                    <a:moveTo>
                      <a:pt x="0" y="31372"/>
                    </a:moveTo>
                    <a:lnTo>
                      <a:pt x="33621" y="0"/>
                    </a:lnTo>
                    <a:lnTo>
                      <a:pt x="39830" y="575"/>
                    </a:lnTo>
                    <a:lnTo>
                      <a:pt x="17011" y="45973"/>
                    </a:lnTo>
                    <a:lnTo>
                      <a:pt x="2047" y="45494"/>
                    </a:lnTo>
                    <a:lnTo>
                      <a:pt x="0" y="313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2" name="Контур"/>
              <p:cNvSpPr/>
              <p:nvPr/>
            </p:nvSpPr>
            <p:spPr>
              <a:xfrm>
                <a:off x="1757871" y="1596152"/>
                <a:ext cx="598879" cy="569984"/>
              </a:xfrm>
              <a:custGeom>
                <a:avLst/>
                <a:gdLst/>
                <a:ahLst/>
                <a:cxnLst/>
                <a:rect l="l" t="t" r="r" b="b"/>
                <a:pathLst>
                  <a:path w="598879" h="569984">
                    <a:moveTo>
                      <a:pt x="326674" y="278155"/>
                    </a:moveTo>
                    <a:lnTo>
                      <a:pt x="207022" y="146631"/>
                    </a:lnTo>
                    <a:lnTo>
                      <a:pt x="62268" y="94877"/>
                    </a:lnTo>
                    <a:lnTo>
                      <a:pt x="54113" y="46790"/>
                    </a:lnTo>
                    <a:lnTo>
                      <a:pt x="0" y="264"/>
                    </a:lnTo>
                    <a:lnTo>
                      <a:pt x="72630" y="0"/>
                    </a:lnTo>
                    <a:lnTo>
                      <a:pt x="210351" y="143602"/>
                    </a:lnTo>
                    <a:lnTo>
                      <a:pt x="449220" y="406174"/>
                    </a:lnTo>
                    <a:lnTo>
                      <a:pt x="586988" y="550959"/>
                    </a:lnTo>
                    <a:lnTo>
                      <a:pt x="598879" y="569984"/>
                    </a:lnTo>
                    <a:lnTo>
                      <a:pt x="451072" y="412928"/>
                    </a:lnTo>
                    <a:lnTo>
                      <a:pt x="326674" y="2781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3" name="Контур"/>
              <p:cNvSpPr/>
              <p:nvPr/>
            </p:nvSpPr>
            <p:spPr>
              <a:xfrm>
                <a:off x="2428524" y="1855703"/>
                <a:ext cx="93315" cy="97224"/>
              </a:xfrm>
              <a:custGeom>
                <a:avLst/>
                <a:gdLst/>
                <a:ahLst/>
                <a:cxnLst/>
                <a:rect l="l" t="t" r="r" b="b"/>
                <a:pathLst>
                  <a:path w="93315" h="97224">
                    <a:moveTo>
                      <a:pt x="91322" y="78889"/>
                    </a:moveTo>
                    <a:lnTo>
                      <a:pt x="70240" y="97224"/>
                    </a:lnTo>
                    <a:lnTo>
                      <a:pt x="56907" y="96016"/>
                    </a:lnTo>
                    <a:lnTo>
                      <a:pt x="1688" y="37623"/>
                    </a:lnTo>
                    <a:lnTo>
                      <a:pt x="0" y="20260"/>
                    </a:lnTo>
                    <a:lnTo>
                      <a:pt x="21344" y="0"/>
                    </a:lnTo>
                    <a:lnTo>
                      <a:pt x="36368" y="210"/>
                    </a:lnTo>
                    <a:lnTo>
                      <a:pt x="93315" y="60692"/>
                    </a:lnTo>
                    <a:lnTo>
                      <a:pt x="91322" y="7888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4" name="Контур"/>
              <p:cNvSpPr/>
              <p:nvPr/>
            </p:nvSpPr>
            <p:spPr>
              <a:xfrm>
                <a:off x="2698861" y="1883798"/>
                <a:ext cx="59318" cy="58680"/>
              </a:xfrm>
              <a:custGeom>
                <a:avLst/>
                <a:gdLst/>
                <a:ahLst/>
                <a:cxnLst/>
                <a:rect l="l" t="t" r="r" b="b"/>
                <a:pathLst>
                  <a:path w="59318" h="58680">
                    <a:moveTo>
                      <a:pt x="0" y="10872"/>
                    </a:moveTo>
                    <a:lnTo>
                      <a:pt x="27554" y="0"/>
                    </a:lnTo>
                    <a:lnTo>
                      <a:pt x="42897" y="2813"/>
                    </a:lnTo>
                    <a:lnTo>
                      <a:pt x="53751" y="10902"/>
                    </a:lnTo>
                    <a:lnTo>
                      <a:pt x="59318" y="32927"/>
                    </a:lnTo>
                    <a:lnTo>
                      <a:pt x="44460" y="58680"/>
                    </a:lnTo>
                    <a:lnTo>
                      <a:pt x="0" y="108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5" name="Контур"/>
              <p:cNvSpPr/>
              <p:nvPr/>
            </p:nvSpPr>
            <p:spPr>
              <a:xfrm>
                <a:off x="2764950" y="1835768"/>
                <a:ext cx="71849" cy="71338"/>
              </a:xfrm>
              <a:custGeom>
                <a:avLst/>
                <a:gdLst/>
                <a:ahLst/>
                <a:cxnLst/>
                <a:rect l="l" t="t" r="r" b="b"/>
                <a:pathLst>
                  <a:path w="71849" h="71338">
                    <a:moveTo>
                      <a:pt x="44203" y="65498"/>
                    </a:moveTo>
                    <a:lnTo>
                      <a:pt x="35845" y="71338"/>
                    </a:lnTo>
                    <a:lnTo>
                      <a:pt x="25372" y="69941"/>
                    </a:lnTo>
                    <a:lnTo>
                      <a:pt x="0" y="38384"/>
                    </a:lnTo>
                    <a:lnTo>
                      <a:pt x="3421" y="29206"/>
                    </a:lnTo>
                    <a:lnTo>
                      <a:pt x="38567" y="0"/>
                    </a:lnTo>
                    <a:lnTo>
                      <a:pt x="48190" y="3612"/>
                    </a:lnTo>
                    <a:lnTo>
                      <a:pt x="71849" y="32807"/>
                    </a:lnTo>
                    <a:lnTo>
                      <a:pt x="69351" y="42234"/>
                    </a:lnTo>
                    <a:lnTo>
                      <a:pt x="44203" y="6549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6" name="Контур"/>
              <p:cNvSpPr/>
              <p:nvPr/>
            </p:nvSpPr>
            <p:spPr>
              <a:xfrm>
                <a:off x="927752" y="4635532"/>
                <a:ext cx="116222" cy="109724"/>
              </a:xfrm>
              <a:custGeom>
                <a:avLst/>
                <a:gdLst/>
                <a:ahLst/>
                <a:cxnLst/>
                <a:rect l="l" t="t" r="r" b="b"/>
                <a:pathLst>
                  <a:path w="116222" h="109724">
                    <a:moveTo>
                      <a:pt x="42966" y="109724"/>
                    </a:moveTo>
                    <a:lnTo>
                      <a:pt x="0" y="68864"/>
                    </a:lnTo>
                    <a:lnTo>
                      <a:pt x="67843" y="0"/>
                    </a:lnTo>
                    <a:lnTo>
                      <a:pt x="116222" y="49091"/>
                    </a:lnTo>
                    <a:lnTo>
                      <a:pt x="109484" y="59490"/>
                    </a:lnTo>
                    <a:lnTo>
                      <a:pt x="108198" y="58323"/>
                    </a:lnTo>
                    <a:lnTo>
                      <a:pt x="103694" y="55617"/>
                    </a:lnTo>
                    <a:lnTo>
                      <a:pt x="98497" y="54835"/>
                    </a:lnTo>
                    <a:lnTo>
                      <a:pt x="93396" y="56095"/>
                    </a:lnTo>
                    <a:lnTo>
                      <a:pt x="89163" y="59209"/>
                    </a:lnTo>
                    <a:lnTo>
                      <a:pt x="42966" y="1097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7" name="Контур"/>
              <p:cNvSpPr/>
              <p:nvPr/>
            </p:nvSpPr>
            <p:spPr>
              <a:xfrm>
                <a:off x="280914" y="4662935"/>
                <a:ext cx="74802" cy="70934"/>
              </a:xfrm>
              <a:custGeom>
                <a:avLst/>
                <a:gdLst/>
                <a:ahLst/>
                <a:cxnLst/>
                <a:rect l="l" t="t" r="r" b="b"/>
                <a:pathLst>
                  <a:path w="74802" h="70934">
                    <a:moveTo>
                      <a:pt x="0" y="24039"/>
                    </a:moveTo>
                    <a:lnTo>
                      <a:pt x="3859" y="23478"/>
                    </a:lnTo>
                    <a:lnTo>
                      <a:pt x="7647" y="21608"/>
                    </a:lnTo>
                    <a:lnTo>
                      <a:pt x="34426" y="2655"/>
                    </a:lnTo>
                    <a:lnTo>
                      <a:pt x="36943" y="0"/>
                    </a:lnTo>
                    <a:lnTo>
                      <a:pt x="74802" y="54706"/>
                    </a:lnTo>
                    <a:lnTo>
                      <a:pt x="39928" y="70934"/>
                    </a:lnTo>
                    <a:lnTo>
                      <a:pt x="0" y="2403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8" name="Контур"/>
              <p:cNvSpPr/>
              <p:nvPr/>
            </p:nvSpPr>
            <p:spPr>
              <a:xfrm>
                <a:off x="266768" y="4512019"/>
                <a:ext cx="97804" cy="139478"/>
              </a:xfrm>
              <a:custGeom>
                <a:avLst/>
                <a:gdLst/>
                <a:ahLst/>
                <a:cxnLst/>
                <a:rect l="l" t="t" r="r" b="b"/>
                <a:pathLst>
                  <a:path w="97804" h="139478">
                    <a:moveTo>
                      <a:pt x="77367" y="115908"/>
                    </a:moveTo>
                    <a:lnTo>
                      <a:pt x="0" y="7260"/>
                    </a:lnTo>
                    <a:lnTo>
                      <a:pt x="9758" y="0"/>
                    </a:lnTo>
                    <a:lnTo>
                      <a:pt x="32854" y="24046"/>
                    </a:lnTo>
                    <a:lnTo>
                      <a:pt x="47887" y="42903"/>
                    </a:lnTo>
                    <a:lnTo>
                      <a:pt x="61416" y="62838"/>
                    </a:lnTo>
                    <a:lnTo>
                      <a:pt x="85346" y="109740"/>
                    </a:lnTo>
                    <a:lnTo>
                      <a:pt x="97804" y="139478"/>
                    </a:lnTo>
                    <a:lnTo>
                      <a:pt x="77367" y="11590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9" name="Контур"/>
              <p:cNvSpPr/>
              <p:nvPr/>
            </p:nvSpPr>
            <p:spPr>
              <a:xfrm>
                <a:off x="1857323" y="1595359"/>
                <a:ext cx="696816" cy="807485"/>
              </a:xfrm>
              <a:custGeom>
                <a:avLst/>
                <a:gdLst/>
                <a:ahLst/>
                <a:cxnLst/>
                <a:rect l="l" t="t" r="r" b="b"/>
                <a:pathLst>
                  <a:path w="696816" h="807485">
                    <a:moveTo>
                      <a:pt x="191304" y="0"/>
                    </a:moveTo>
                    <a:lnTo>
                      <a:pt x="239703" y="56870"/>
                    </a:lnTo>
                    <a:lnTo>
                      <a:pt x="196780" y="96946"/>
                    </a:lnTo>
                    <a:lnTo>
                      <a:pt x="233650" y="136375"/>
                    </a:lnTo>
                    <a:lnTo>
                      <a:pt x="276613" y="96341"/>
                    </a:lnTo>
                    <a:lnTo>
                      <a:pt x="565241" y="405929"/>
                    </a:lnTo>
                    <a:lnTo>
                      <a:pt x="522644" y="445880"/>
                    </a:lnTo>
                    <a:lnTo>
                      <a:pt x="559410" y="485573"/>
                    </a:lnTo>
                    <a:lnTo>
                      <a:pt x="602333" y="445663"/>
                    </a:lnTo>
                    <a:lnTo>
                      <a:pt x="693611" y="548674"/>
                    </a:lnTo>
                    <a:lnTo>
                      <a:pt x="696816" y="577855"/>
                    </a:lnTo>
                    <a:lnTo>
                      <a:pt x="685110" y="603271"/>
                    </a:lnTo>
                    <a:lnTo>
                      <a:pt x="466855" y="807485"/>
                    </a:lnTo>
                    <a:lnTo>
                      <a:pt x="499427" y="570777"/>
                    </a:lnTo>
                    <a:lnTo>
                      <a:pt x="494580" y="541157"/>
                    </a:lnTo>
                    <a:lnTo>
                      <a:pt x="124544" y="128629"/>
                    </a:lnTo>
                    <a:lnTo>
                      <a:pt x="0" y="696"/>
                    </a:lnTo>
                    <a:lnTo>
                      <a:pt x="19130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0" name="Контур"/>
              <p:cNvSpPr/>
              <p:nvPr/>
            </p:nvSpPr>
            <p:spPr>
              <a:xfrm>
                <a:off x="252000" y="2967130"/>
                <a:ext cx="651179" cy="679300"/>
              </a:xfrm>
              <a:custGeom>
                <a:avLst/>
                <a:gdLst/>
                <a:ahLst/>
                <a:cxnLst/>
                <a:rect l="l" t="t" r="r" b="b"/>
                <a:pathLst>
                  <a:path w="651179" h="679300">
                    <a:moveTo>
                      <a:pt x="640986" y="625597"/>
                    </a:moveTo>
                    <a:lnTo>
                      <a:pt x="592377" y="679300"/>
                    </a:lnTo>
                    <a:lnTo>
                      <a:pt x="589661" y="675768"/>
                    </a:lnTo>
                    <a:lnTo>
                      <a:pt x="551704" y="630642"/>
                    </a:lnTo>
                    <a:lnTo>
                      <a:pt x="475866" y="545993"/>
                    </a:lnTo>
                    <a:lnTo>
                      <a:pt x="256813" y="309288"/>
                    </a:lnTo>
                    <a:lnTo>
                      <a:pt x="0" y="37588"/>
                    </a:lnTo>
                    <a:lnTo>
                      <a:pt x="0" y="0"/>
                    </a:lnTo>
                    <a:lnTo>
                      <a:pt x="603930" y="607140"/>
                    </a:lnTo>
                    <a:lnTo>
                      <a:pt x="629570" y="580325"/>
                    </a:lnTo>
                    <a:lnTo>
                      <a:pt x="651179" y="604951"/>
                    </a:lnTo>
                    <a:lnTo>
                      <a:pt x="644214" y="611744"/>
                    </a:lnTo>
                    <a:lnTo>
                      <a:pt x="641671" y="615166"/>
                    </a:lnTo>
                    <a:lnTo>
                      <a:pt x="640321" y="619211"/>
                    </a:lnTo>
                    <a:lnTo>
                      <a:pt x="640300" y="62347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1" name="Контур"/>
              <p:cNvSpPr/>
              <p:nvPr/>
            </p:nvSpPr>
            <p:spPr>
              <a:xfrm>
                <a:off x="2684022" y="2298546"/>
                <a:ext cx="68149" cy="71439"/>
              </a:xfrm>
              <a:custGeom>
                <a:avLst/>
                <a:gdLst/>
                <a:ahLst/>
                <a:cxnLst/>
                <a:rect l="l" t="t" r="r" b="b"/>
                <a:pathLst>
                  <a:path w="68149" h="71439">
                    <a:moveTo>
                      <a:pt x="50149" y="71439"/>
                    </a:moveTo>
                    <a:lnTo>
                      <a:pt x="0" y="16637"/>
                    </a:lnTo>
                    <a:lnTo>
                      <a:pt x="17074" y="0"/>
                    </a:lnTo>
                    <a:lnTo>
                      <a:pt x="68149" y="56741"/>
                    </a:lnTo>
                    <a:lnTo>
                      <a:pt x="50149" y="7143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2" name="Контур"/>
              <p:cNvSpPr/>
              <p:nvPr/>
            </p:nvSpPr>
            <p:spPr>
              <a:xfrm>
                <a:off x="2624680" y="2249633"/>
                <a:ext cx="43568" cy="30759"/>
              </a:xfrm>
              <a:custGeom>
                <a:avLst/>
                <a:gdLst/>
                <a:ahLst/>
                <a:cxnLst/>
                <a:rect l="l" t="t" r="r" b="b"/>
                <a:pathLst>
                  <a:path w="43568" h="30759">
                    <a:moveTo>
                      <a:pt x="16572" y="649"/>
                    </a:moveTo>
                    <a:lnTo>
                      <a:pt x="43568" y="15614"/>
                    </a:lnTo>
                    <a:lnTo>
                      <a:pt x="28026" y="30759"/>
                    </a:lnTo>
                    <a:lnTo>
                      <a:pt x="0" y="420"/>
                    </a:lnTo>
                    <a:lnTo>
                      <a:pt x="7141" y="0"/>
                    </a:lnTo>
                    <a:lnTo>
                      <a:pt x="16572" y="6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3" name="Контур"/>
              <p:cNvSpPr/>
              <p:nvPr/>
            </p:nvSpPr>
            <p:spPr>
              <a:xfrm>
                <a:off x="7624243" y="8944770"/>
                <a:ext cx="175119" cy="338864"/>
              </a:xfrm>
              <a:custGeom>
                <a:avLst/>
                <a:gdLst/>
                <a:ahLst/>
                <a:cxnLst/>
                <a:rect l="l" t="t" r="r" b="b"/>
                <a:pathLst>
                  <a:path w="175119" h="338864">
                    <a:moveTo>
                      <a:pt x="106016" y="228949"/>
                    </a:moveTo>
                    <a:lnTo>
                      <a:pt x="2283" y="13767"/>
                    </a:lnTo>
                    <a:lnTo>
                      <a:pt x="0" y="4551"/>
                    </a:lnTo>
                    <a:lnTo>
                      <a:pt x="15180" y="0"/>
                    </a:lnTo>
                    <a:lnTo>
                      <a:pt x="175119" y="330772"/>
                    </a:lnTo>
                    <a:lnTo>
                      <a:pt x="158418" y="338864"/>
                    </a:lnTo>
                    <a:lnTo>
                      <a:pt x="142726" y="305101"/>
                    </a:lnTo>
                    <a:lnTo>
                      <a:pt x="142584" y="304806"/>
                    </a:lnTo>
                    <a:lnTo>
                      <a:pt x="143205" y="302936"/>
                    </a:lnTo>
                    <a:lnTo>
                      <a:pt x="143233" y="298713"/>
                    </a:lnTo>
                    <a:lnTo>
                      <a:pt x="141954" y="294687"/>
                    </a:lnTo>
                    <a:lnTo>
                      <a:pt x="111825" y="234572"/>
                    </a:lnTo>
                    <a:lnTo>
                      <a:pt x="108591" y="230414"/>
                    </a:lnTo>
                    <a:lnTo>
                      <a:pt x="106016" y="2289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4" name="Контур"/>
              <p:cNvSpPr/>
              <p:nvPr/>
            </p:nvSpPr>
            <p:spPr>
              <a:xfrm>
                <a:off x="7130923" y="9240662"/>
                <a:ext cx="42736" cy="31951"/>
              </a:xfrm>
              <a:custGeom>
                <a:avLst/>
                <a:gdLst/>
                <a:ahLst/>
                <a:cxnLst/>
                <a:rect l="l" t="t" r="r" b="b"/>
                <a:pathLst>
                  <a:path w="42736" h="31951">
                    <a:moveTo>
                      <a:pt x="42736" y="14518"/>
                    </a:moveTo>
                    <a:lnTo>
                      <a:pt x="6385" y="31951"/>
                    </a:lnTo>
                    <a:lnTo>
                      <a:pt x="0" y="16728"/>
                    </a:lnTo>
                    <a:lnTo>
                      <a:pt x="35530" y="0"/>
                    </a:lnTo>
                    <a:lnTo>
                      <a:pt x="42736" y="1451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5" name="Контур"/>
              <p:cNvSpPr/>
              <p:nvPr/>
            </p:nvSpPr>
            <p:spPr>
              <a:xfrm>
                <a:off x="7682961" y="8981241"/>
                <a:ext cx="172956" cy="284031"/>
              </a:xfrm>
              <a:custGeom>
                <a:avLst/>
                <a:gdLst/>
                <a:ahLst/>
                <a:cxnLst/>
                <a:rect l="l" t="t" r="r" b="b"/>
                <a:pathLst>
                  <a:path w="172956" h="284031">
                    <a:moveTo>
                      <a:pt x="77134" y="17503"/>
                    </a:moveTo>
                    <a:lnTo>
                      <a:pt x="93821" y="51266"/>
                    </a:lnTo>
                    <a:lnTo>
                      <a:pt x="125474" y="115314"/>
                    </a:lnTo>
                    <a:lnTo>
                      <a:pt x="172956" y="211391"/>
                    </a:lnTo>
                    <a:lnTo>
                      <a:pt x="171176" y="255188"/>
                    </a:lnTo>
                    <a:lnTo>
                      <a:pt x="161762" y="272987"/>
                    </a:lnTo>
                    <a:lnTo>
                      <a:pt x="138303" y="284031"/>
                    </a:lnTo>
                    <a:lnTo>
                      <a:pt x="0" y="3602"/>
                    </a:lnTo>
                    <a:lnTo>
                      <a:pt x="20973" y="0"/>
                    </a:lnTo>
                    <a:lnTo>
                      <a:pt x="46314" y="3709"/>
                    </a:lnTo>
                    <a:lnTo>
                      <a:pt x="77134" y="1750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6" name="Контур"/>
              <p:cNvSpPr/>
              <p:nvPr/>
            </p:nvSpPr>
            <p:spPr>
              <a:xfrm>
                <a:off x="7183658" y="9201536"/>
                <a:ext cx="71775" cy="45657"/>
              </a:xfrm>
              <a:custGeom>
                <a:avLst/>
                <a:gdLst/>
                <a:ahLst/>
                <a:cxnLst/>
                <a:rect l="l" t="t" r="r" b="b"/>
                <a:pathLst>
                  <a:path w="71775" h="45657">
                    <a:moveTo>
                      <a:pt x="71775" y="14426"/>
                    </a:moveTo>
                    <a:lnTo>
                      <a:pt x="6652" y="45657"/>
                    </a:lnTo>
                    <a:lnTo>
                      <a:pt x="0" y="31254"/>
                    </a:lnTo>
                    <a:lnTo>
                      <a:pt x="65066" y="0"/>
                    </a:lnTo>
                    <a:lnTo>
                      <a:pt x="71775" y="1442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7" name="Контур"/>
              <p:cNvSpPr/>
              <p:nvPr/>
            </p:nvSpPr>
            <p:spPr>
              <a:xfrm>
                <a:off x="7264244" y="9178128"/>
                <a:ext cx="65872" cy="29861"/>
              </a:xfrm>
              <a:custGeom>
                <a:avLst/>
                <a:gdLst/>
                <a:ahLst/>
                <a:cxnLst/>
                <a:rect l="l" t="t" r="r" b="b"/>
                <a:pathLst>
                  <a:path w="65872" h="29861">
                    <a:moveTo>
                      <a:pt x="65872" y="2016"/>
                    </a:moveTo>
                    <a:lnTo>
                      <a:pt x="7813" y="29861"/>
                    </a:lnTo>
                    <a:lnTo>
                      <a:pt x="0" y="14962"/>
                    </a:lnTo>
                    <a:lnTo>
                      <a:pt x="7257" y="11329"/>
                    </a:lnTo>
                    <a:lnTo>
                      <a:pt x="10912" y="9575"/>
                    </a:lnTo>
                    <a:lnTo>
                      <a:pt x="16460" y="7091"/>
                    </a:lnTo>
                    <a:lnTo>
                      <a:pt x="22114" y="4862"/>
                    </a:lnTo>
                    <a:lnTo>
                      <a:pt x="24994" y="3869"/>
                    </a:lnTo>
                    <a:lnTo>
                      <a:pt x="29284" y="2587"/>
                    </a:lnTo>
                    <a:lnTo>
                      <a:pt x="31456" y="2030"/>
                    </a:lnTo>
                    <a:lnTo>
                      <a:pt x="34739" y="1309"/>
                    </a:lnTo>
                    <a:lnTo>
                      <a:pt x="39708" y="506"/>
                    </a:lnTo>
                    <a:lnTo>
                      <a:pt x="44704" y="71"/>
                    </a:lnTo>
                    <a:lnTo>
                      <a:pt x="47203" y="0"/>
                    </a:lnTo>
                    <a:lnTo>
                      <a:pt x="49641" y="31"/>
                    </a:lnTo>
                    <a:lnTo>
                      <a:pt x="54509" y="349"/>
                    </a:lnTo>
                    <a:lnTo>
                      <a:pt x="59368" y="934"/>
                    </a:lnTo>
                    <a:lnTo>
                      <a:pt x="65872" y="201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8" name="Контур"/>
              <p:cNvSpPr/>
              <p:nvPr/>
            </p:nvSpPr>
            <p:spPr>
              <a:xfrm>
                <a:off x="7162378" y="9047626"/>
                <a:ext cx="301145" cy="156029"/>
              </a:xfrm>
              <a:custGeom>
                <a:avLst/>
                <a:gdLst/>
                <a:ahLst/>
                <a:cxnLst/>
                <a:rect l="l" t="t" r="r" b="b"/>
                <a:pathLst>
                  <a:path w="301145" h="156029">
                    <a:moveTo>
                      <a:pt x="7740" y="156029"/>
                    </a:moveTo>
                    <a:lnTo>
                      <a:pt x="0" y="140325"/>
                    </a:lnTo>
                    <a:lnTo>
                      <a:pt x="293112" y="0"/>
                    </a:lnTo>
                    <a:lnTo>
                      <a:pt x="301145" y="16540"/>
                    </a:lnTo>
                    <a:lnTo>
                      <a:pt x="7740" y="15602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9" name="Контур"/>
              <p:cNvSpPr/>
              <p:nvPr/>
            </p:nvSpPr>
            <p:spPr>
              <a:xfrm>
                <a:off x="7116196" y="9399214"/>
                <a:ext cx="385970" cy="185925"/>
              </a:xfrm>
              <a:custGeom>
                <a:avLst/>
                <a:gdLst/>
                <a:ahLst/>
                <a:cxnLst/>
                <a:rect l="l" t="t" r="r" b="b"/>
                <a:pathLst>
                  <a:path w="385970" h="185925">
                    <a:moveTo>
                      <a:pt x="0" y="185925"/>
                    </a:moveTo>
                    <a:lnTo>
                      <a:pt x="373137" y="0"/>
                    </a:lnTo>
                    <a:lnTo>
                      <a:pt x="371969" y="12075"/>
                    </a:lnTo>
                    <a:lnTo>
                      <a:pt x="385970" y="45894"/>
                    </a:lnTo>
                    <a:lnTo>
                      <a:pt x="380719" y="38256"/>
                    </a:lnTo>
                    <a:lnTo>
                      <a:pt x="356821" y="49738"/>
                    </a:lnTo>
                    <a:lnTo>
                      <a:pt x="349108" y="35701"/>
                    </a:lnTo>
                    <a:lnTo>
                      <a:pt x="334385" y="33371"/>
                    </a:lnTo>
                    <a:lnTo>
                      <a:pt x="0" y="18592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0" name="Контур"/>
              <p:cNvSpPr/>
              <p:nvPr/>
            </p:nvSpPr>
            <p:spPr>
              <a:xfrm>
                <a:off x="7511841" y="8989447"/>
                <a:ext cx="302520" cy="412411"/>
              </a:xfrm>
              <a:custGeom>
                <a:avLst/>
                <a:gdLst/>
                <a:ahLst/>
                <a:cxnLst/>
                <a:rect l="l" t="t" r="r" b="b"/>
                <a:pathLst>
                  <a:path w="302520" h="412411">
                    <a:moveTo>
                      <a:pt x="198280" y="288538"/>
                    </a:moveTo>
                    <a:lnTo>
                      <a:pt x="208824" y="287932"/>
                    </a:lnTo>
                    <a:lnTo>
                      <a:pt x="255128" y="260424"/>
                    </a:lnTo>
                    <a:lnTo>
                      <a:pt x="302520" y="365297"/>
                    </a:lnTo>
                    <a:lnTo>
                      <a:pt x="156484" y="412411"/>
                    </a:lnTo>
                    <a:lnTo>
                      <a:pt x="139150" y="369424"/>
                    </a:lnTo>
                    <a:lnTo>
                      <a:pt x="129431" y="315837"/>
                    </a:lnTo>
                    <a:lnTo>
                      <a:pt x="165972" y="297992"/>
                    </a:lnTo>
                    <a:lnTo>
                      <a:pt x="44035" y="46167"/>
                    </a:lnTo>
                    <a:lnTo>
                      <a:pt x="14633" y="23689"/>
                    </a:lnTo>
                    <a:lnTo>
                      <a:pt x="5348" y="27997"/>
                    </a:lnTo>
                    <a:lnTo>
                      <a:pt x="0" y="15356"/>
                    </a:lnTo>
                    <a:lnTo>
                      <a:pt x="30201" y="0"/>
                    </a:lnTo>
                    <a:lnTo>
                      <a:pt x="175489" y="299810"/>
                    </a:lnTo>
                    <a:lnTo>
                      <a:pt x="198280" y="288538"/>
                    </a:lnTo>
                    <a:close/>
                    <a:moveTo>
                      <a:pt x="21759" y="26193"/>
                    </a:moveTo>
                    <a:lnTo>
                      <a:pt x="35256" y="19074"/>
                    </a:lnTo>
                    <a:lnTo>
                      <a:pt x="27762" y="4864"/>
                    </a:lnTo>
                    <a:lnTo>
                      <a:pt x="14266" y="11983"/>
                    </a:lnTo>
                    <a:lnTo>
                      <a:pt x="21759" y="261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1" name="Контур"/>
              <p:cNvSpPr/>
              <p:nvPr/>
            </p:nvSpPr>
            <p:spPr>
              <a:xfrm>
                <a:off x="7800604" y="9312907"/>
                <a:ext cx="61232" cy="104564"/>
              </a:xfrm>
              <a:custGeom>
                <a:avLst/>
                <a:gdLst/>
                <a:ahLst/>
                <a:cxnLst/>
                <a:rect l="l" t="t" r="r" b="b"/>
                <a:pathLst>
                  <a:path w="61232" h="104564">
                    <a:moveTo>
                      <a:pt x="13757" y="41837"/>
                    </a:moveTo>
                    <a:lnTo>
                      <a:pt x="0" y="8935"/>
                    </a:lnTo>
                    <a:lnTo>
                      <a:pt x="18801" y="0"/>
                    </a:lnTo>
                    <a:lnTo>
                      <a:pt x="61232" y="96034"/>
                    </a:lnTo>
                    <a:lnTo>
                      <a:pt x="44313" y="104564"/>
                    </a:lnTo>
                    <a:lnTo>
                      <a:pt x="13757" y="418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2" name="Контур"/>
              <p:cNvSpPr/>
              <p:nvPr/>
            </p:nvSpPr>
            <p:spPr>
              <a:xfrm>
                <a:off x="7181930" y="9371630"/>
                <a:ext cx="238366" cy="127850"/>
              </a:xfrm>
              <a:custGeom>
                <a:avLst/>
                <a:gdLst/>
                <a:ahLst/>
                <a:cxnLst/>
                <a:rect l="l" t="t" r="r" b="b"/>
                <a:pathLst>
                  <a:path w="238366" h="127850">
                    <a:moveTo>
                      <a:pt x="0" y="114318"/>
                    </a:moveTo>
                    <a:lnTo>
                      <a:pt x="238366" y="0"/>
                    </a:lnTo>
                    <a:lnTo>
                      <a:pt x="236185" y="2931"/>
                    </a:lnTo>
                    <a:lnTo>
                      <a:pt x="233486" y="6418"/>
                    </a:lnTo>
                    <a:lnTo>
                      <a:pt x="229298" y="11500"/>
                    </a:lnTo>
                    <a:lnTo>
                      <a:pt x="226378" y="14754"/>
                    </a:lnTo>
                    <a:lnTo>
                      <a:pt x="224872" y="16332"/>
                    </a:lnTo>
                    <a:lnTo>
                      <a:pt x="222544" y="18627"/>
                    </a:lnTo>
                    <a:lnTo>
                      <a:pt x="220160" y="20805"/>
                    </a:lnTo>
                    <a:lnTo>
                      <a:pt x="215170" y="24928"/>
                    </a:lnTo>
                    <a:lnTo>
                      <a:pt x="209946" y="28806"/>
                    </a:lnTo>
                    <a:lnTo>
                      <a:pt x="206373" y="31296"/>
                    </a:lnTo>
                    <a:lnTo>
                      <a:pt x="199112" y="36154"/>
                    </a:lnTo>
                    <a:lnTo>
                      <a:pt x="6760" y="127850"/>
                    </a:lnTo>
                    <a:lnTo>
                      <a:pt x="0" y="11431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3" name="Контур"/>
              <p:cNvSpPr/>
              <p:nvPr/>
            </p:nvSpPr>
            <p:spPr>
              <a:xfrm>
                <a:off x="7075341" y="9494003"/>
                <a:ext cx="96298" cy="56469"/>
              </a:xfrm>
              <a:custGeom>
                <a:avLst/>
                <a:gdLst/>
                <a:ahLst/>
                <a:cxnLst/>
                <a:rect l="l" t="t" r="r" b="b"/>
                <a:pathLst>
                  <a:path w="96298" h="56469">
                    <a:moveTo>
                      <a:pt x="89794" y="0"/>
                    </a:moveTo>
                    <a:lnTo>
                      <a:pt x="96298" y="13606"/>
                    </a:lnTo>
                    <a:lnTo>
                      <a:pt x="6761" y="56469"/>
                    </a:lnTo>
                    <a:lnTo>
                      <a:pt x="0" y="43064"/>
                    </a:lnTo>
                    <a:lnTo>
                      <a:pt x="8979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4" name="Контур"/>
              <p:cNvSpPr/>
              <p:nvPr/>
            </p:nvSpPr>
            <p:spPr>
              <a:xfrm>
                <a:off x="7353394" y="9188834"/>
                <a:ext cx="77493" cy="158092"/>
              </a:xfrm>
              <a:custGeom>
                <a:avLst/>
                <a:gdLst/>
                <a:ahLst/>
                <a:cxnLst/>
                <a:rect l="l" t="t" r="r" b="b"/>
                <a:pathLst>
                  <a:path w="77493" h="158092">
                    <a:moveTo>
                      <a:pt x="75820" y="158092"/>
                    </a:moveTo>
                    <a:lnTo>
                      <a:pt x="0" y="0"/>
                    </a:lnTo>
                    <a:lnTo>
                      <a:pt x="28954" y="25941"/>
                    </a:lnTo>
                    <a:lnTo>
                      <a:pt x="70829" y="111050"/>
                    </a:lnTo>
                    <a:lnTo>
                      <a:pt x="77493" y="134634"/>
                    </a:lnTo>
                    <a:lnTo>
                      <a:pt x="75820" y="15809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5" name="Контур"/>
              <p:cNvSpPr/>
              <p:nvPr/>
            </p:nvSpPr>
            <p:spPr>
              <a:xfrm>
                <a:off x="7004829" y="9288536"/>
                <a:ext cx="68935" cy="44551"/>
              </a:xfrm>
              <a:custGeom>
                <a:avLst/>
                <a:gdLst/>
                <a:ahLst/>
                <a:cxnLst/>
                <a:rect l="l" t="t" r="r" b="b"/>
                <a:pathLst>
                  <a:path w="68935" h="44551">
                    <a:moveTo>
                      <a:pt x="68935" y="14552"/>
                    </a:moveTo>
                    <a:lnTo>
                      <a:pt x="6385" y="44551"/>
                    </a:lnTo>
                    <a:lnTo>
                      <a:pt x="0" y="29640"/>
                    </a:lnTo>
                    <a:lnTo>
                      <a:pt x="61882" y="0"/>
                    </a:lnTo>
                    <a:lnTo>
                      <a:pt x="68935" y="1455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6" name="Контур"/>
              <p:cNvSpPr/>
              <p:nvPr/>
            </p:nvSpPr>
            <p:spPr>
              <a:xfrm>
                <a:off x="7083648" y="9263531"/>
                <a:ext cx="41940" cy="31659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31659">
                    <a:moveTo>
                      <a:pt x="41940" y="14703"/>
                    </a:moveTo>
                    <a:lnTo>
                      <a:pt x="6585" y="31659"/>
                    </a:lnTo>
                    <a:lnTo>
                      <a:pt x="0" y="16600"/>
                    </a:lnTo>
                    <a:lnTo>
                      <a:pt x="34788" y="0"/>
                    </a:lnTo>
                    <a:lnTo>
                      <a:pt x="41940" y="1470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7" name="Контур"/>
              <p:cNvSpPr/>
              <p:nvPr/>
            </p:nvSpPr>
            <p:spPr>
              <a:xfrm>
                <a:off x="7864205" y="8874697"/>
                <a:ext cx="662484" cy="1302251"/>
              </a:xfrm>
              <a:custGeom>
                <a:avLst/>
                <a:gdLst/>
                <a:ahLst/>
                <a:cxnLst/>
                <a:rect l="l" t="t" r="r" b="b"/>
                <a:pathLst>
                  <a:path w="662484" h="1302251">
                    <a:moveTo>
                      <a:pt x="91021" y="0"/>
                    </a:moveTo>
                    <a:lnTo>
                      <a:pt x="168487" y="0"/>
                    </a:lnTo>
                    <a:lnTo>
                      <a:pt x="127006" y="58269"/>
                    </a:lnTo>
                    <a:lnTo>
                      <a:pt x="128698" y="82210"/>
                    </a:lnTo>
                    <a:lnTo>
                      <a:pt x="578011" y="1015461"/>
                    </a:lnTo>
                    <a:lnTo>
                      <a:pt x="533605" y="1035438"/>
                    </a:lnTo>
                    <a:lnTo>
                      <a:pt x="662484" y="1302049"/>
                    </a:lnTo>
                    <a:lnTo>
                      <a:pt x="609519" y="1302251"/>
                    </a:lnTo>
                    <a:lnTo>
                      <a:pt x="532288" y="1130469"/>
                    </a:lnTo>
                    <a:lnTo>
                      <a:pt x="486624" y="1046189"/>
                    </a:lnTo>
                    <a:lnTo>
                      <a:pt x="259174" y="561853"/>
                    </a:lnTo>
                    <a:lnTo>
                      <a:pt x="0" y="37167"/>
                    </a:lnTo>
                    <a:lnTo>
                      <a:pt x="14156" y="22869"/>
                    </a:lnTo>
                    <a:lnTo>
                      <a:pt x="42356" y="17868"/>
                    </a:lnTo>
                    <a:lnTo>
                      <a:pt x="61103" y="60579"/>
                    </a:lnTo>
                    <a:lnTo>
                      <a:pt x="9102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8" name="Контур"/>
              <p:cNvSpPr/>
              <p:nvPr/>
            </p:nvSpPr>
            <p:spPr>
              <a:xfrm>
                <a:off x="8085116" y="9993482"/>
                <a:ext cx="121222" cy="184647"/>
              </a:xfrm>
              <a:custGeom>
                <a:avLst/>
                <a:gdLst/>
                <a:ahLst/>
                <a:cxnLst/>
                <a:rect l="l" t="t" r="r" b="b"/>
                <a:pathLst>
                  <a:path w="121222" h="184647">
                    <a:moveTo>
                      <a:pt x="121222" y="174645"/>
                    </a:moveTo>
                    <a:lnTo>
                      <a:pt x="100946" y="184559"/>
                    </a:lnTo>
                    <a:lnTo>
                      <a:pt x="77658" y="184647"/>
                    </a:lnTo>
                    <a:lnTo>
                      <a:pt x="0" y="16910"/>
                    </a:lnTo>
                    <a:lnTo>
                      <a:pt x="9158" y="12312"/>
                    </a:lnTo>
                    <a:lnTo>
                      <a:pt x="33680" y="0"/>
                    </a:lnTo>
                    <a:lnTo>
                      <a:pt x="121222" y="17464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9" name="Контур"/>
              <p:cNvSpPr/>
              <p:nvPr/>
            </p:nvSpPr>
            <p:spPr>
              <a:xfrm>
                <a:off x="7825831" y="8913046"/>
                <a:ext cx="627096" cy="1264094"/>
              </a:xfrm>
              <a:custGeom>
                <a:avLst/>
                <a:gdLst/>
                <a:ahLst/>
                <a:cxnLst/>
                <a:rect l="l" t="t" r="r" b="b"/>
                <a:pathLst>
                  <a:path w="627096" h="1264094">
                    <a:moveTo>
                      <a:pt x="356216" y="764293"/>
                    </a:moveTo>
                    <a:lnTo>
                      <a:pt x="0" y="29151"/>
                    </a:lnTo>
                    <a:lnTo>
                      <a:pt x="2713" y="12246"/>
                    </a:lnTo>
                    <a:lnTo>
                      <a:pt x="12618" y="0"/>
                    </a:lnTo>
                    <a:lnTo>
                      <a:pt x="625096" y="1259140"/>
                    </a:lnTo>
                    <a:lnTo>
                      <a:pt x="627096" y="1263981"/>
                    </a:lnTo>
                    <a:lnTo>
                      <a:pt x="597440" y="1264094"/>
                    </a:lnTo>
                    <a:lnTo>
                      <a:pt x="356216" y="7642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0" name="Контур"/>
              <p:cNvSpPr/>
              <p:nvPr/>
            </p:nvSpPr>
            <p:spPr>
              <a:xfrm>
                <a:off x="7840474" y="9295482"/>
                <a:ext cx="201120" cy="359798"/>
              </a:xfrm>
              <a:custGeom>
                <a:avLst/>
                <a:gdLst/>
                <a:ahLst/>
                <a:cxnLst/>
                <a:rect l="l" t="t" r="r" b="b"/>
                <a:pathLst>
                  <a:path w="201120" h="359798">
                    <a:moveTo>
                      <a:pt x="162995" y="359798"/>
                    </a:moveTo>
                    <a:lnTo>
                      <a:pt x="0" y="9406"/>
                    </a:lnTo>
                    <a:lnTo>
                      <a:pt x="23517" y="0"/>
                    </a:lnTo>
                    <a:lnTo>
                      <a:pt x="43605" y="2530"/>
                    </a:lnTo>
                    <a:lnTo>
                      <a:pt x="69237" y="13456"/>
                    </a:lnTo>
                    <a:lnTo>
                      <a:pt x="199493" y="283735"/>
                    </a:lnTo>
                    <a:lnTo>
                      <a:pt x="201120" y="306605"/>
                    </a:lnTo>
                    <a:lnTo>
                      <a:pt x="194884" y="328222"/>
                    </a:lnTo>
                    <a:lnTo>
                      <a:pt x="183464" y="344993"/>
                    </a:lnTo>
                    <a:lnTo>
                      <a:pt x="162995" y="35979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1" name="Контур"/>
              <p:cNvSpPr/>
              <p:nvPr/>
            </p:nvSpPr>
            <p:spPr>
              <a:xfrm>
                <a:off x="8111749" y="9967117"/>
                <a:ext cx="117819" cy="201010"/>
              </a:xfrm>
              <a:custGeom>
                <a:avLst/>
                <a:gdLst/>
                <a:ahLst/>
                <a:cxnLst/>
                <a:rect l="l" t="t" r="r" b="b"/>
                <a:pathLst>
                  <a:path w="117819" h="201010">
                    <a:moveTo>
                      <a:pt x="94589" y="201010"/>
                    </a:moveTo>
                    <a:lnTo>
                      <a:pt x="7047" y="26365"/>
                    </a:lnTo>
                    <a:lnTo>
                      <a:pt x="0" y="11625"/>
                    </a:lnTo>
                    <a:lnTo>
                      <a:pt x="22053" y="0"/>
                    </a:lnTo>
                    <a:lnTo>
                      <a:pt x="117819" y="189652"/>
                    </a:lnTo>
                    <a:lnTo>
                      <a:pt x="94589" y="2010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2" name="Контур"/>
              <p:cNvSpPr/>
              <p:nvPr/>
            </p:nvSpPr>
            <p:spPr>
              <a:xfrm>
                <a:off x="7998923" y="9727239"/>
                <a:ext cx="95872" cy="187404"/>
              </a:xfrm>
              <a:custGeom>
                <a:avLst/>
                <a:gdLst/>
                <a:ahLst/>
                <a:cxnLst/>
                <a:rect l="l" t="t" r="r" b="b"/>
                <a:pathLst>
                  <a:path w="95872" h="187404">
                    <a:moveTo>
                      <a:pt x="0" y="4358"/>
                    </a:moveTo>
                    <a:lnTo>
                      <a:pt x="10891" y="0"/>
                    </a:lnTo>
                    <a:lnTo>
                      <a:pt x="95872" y="179033"/>
                    </a:lnTo>
                    <a:lnTo>
                      <a:pt x="82255" y="187404"/>
                    </a:lnTo>
                    <a:lnTo>
                      <a:pt x="80708" y="184159"/>
                    </a:lnTo>
                    <a:lnTo>
                      <a:pt x="9461" y="24668"/>
                    </a:lnTo>
                    <a:lnTo>
                      <a:pt x="4118" y="12709"/>
                    </a:lnTo>
                    <a:lnTo>
                      <a:pt x="0" y="43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3" name="Контур"/>
              <p:cNvSpPr/>
              <p:nvPr/>
            </p:nvSpPr>
            <p:spPr>
              <a:xfrm>
                <a:off x="8043744" y="9722214"/>
                <a:ext cx="123019" cy="174478"/>
              </a:xfrm>
              <a:custGeom>
                <a:avLst/>
                <a:gdLst/>
                <a:ahLst/>
                <a:cxnLst/>
                <a:rect l="l" t="t" r="r" b="b"/>
                <a:pathLst>
                  <a:path w="123019" h="174478">
                    <a:moveTo>
                      <a:pt x="69540" y="11966"/>
                    </a:moveTo>
                    <a:lnTo>
                      <a:pt x="120530" y="110267"/>
                    </a:lnTo>
                    <a:lnTo>
                      <a:pt x="123019" y="124847"/>
                    </a:lnTo>
                    <a:lnTo>
                      <a:pt x="120530" y="138005"/>
                    </a:lnTo>
                    <a:lnTo>
                      <a:pt x="105954" y="155431"/>
                    </a:lnTo>
                    <a:lnTo>
                      <a:pt x="79231" y="174478"/>
                    </a:lnTo>
                    <a:lnTo>
                      <a:pt x="0" y="17396"/>
                    </a:lnTo>
                    <a:lnTo>
                      <a:pt x="26405" y="2840"/>
                    </a:lnTo>
                    <a:lnTo>
                      <a:pt x="42922" y="0"/>
                    </a:lnTo>
                    <a:lnTo>
                      <a:pt x="69540" y="119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4" name="Контур"/>
              <p:cNvSpPr/>
              <p:nvPr/>
            </p:nvSpPr>
            <p:spPr>
              <a:xfrm>
                <a:off x="7864150" y="9448150"/>
                <a:ext cx="86291" cy="153430"/>
              </a:xfrm>
              <a:custGeom>
                <a:avLst/>
                <a:gdLst/>
                <a:ahLst/>
                <a:cxnLst/>
                <a:rect l="l" t="t" r="r" b="b"/>
                <a:pathLst>
                  <a:path w="86291" h="153430">
                    <a:moveTo>
                      <a:pt x="69078" y="149233"/>
                    </a:moveTo>
                    <a:lnTo>
                      <a:pt x="55452" y="122634"/>
                    </a:lnTo>
                    <a:lnTo>
                      <a:pt x="0" y="8801"/>
                    </a:lnTo>
                    <a:lnTo>
                      <a:pt x="17456" y="0"/>
                    </a:lnTo>
                    <a:lnTo>
                      <a:pt x="86291" y="152017"/>
                    </a:lnTo>
                    <a:lnTo>
                      <a:pt x="83383" y="153430"/>
                    </a:lnTo>
                    <a:lnTo>
                      <a:pt x="83015" y="152871"/>
                    </a:lnTo>
                    <a:lnTo>
                      <a:pt x="79714" y="150235"/>
                    </a:lnTo>
                    <a:lnTo>
                      <a:pt x="75761" y="148747"/>
                    </a:lnTo>
                    <a:lnTo>
                      <a:pt x="71541" y="148555"/>
                    </a:lnTo>
                    <a:lnTo>
                      <a:pt x="69078" y="14923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5" name="Контур"/>
              <p:cNvSpPr/>
              <p:nvPr/>
            </p:nvSpPr>
            <p:spPr>
              <a:xfrm>
                <a:off x="6876746" y="9354037"/>
                <a:ext cx="60734" cy="40113"/>
              </a:xfrm>
              <a:custGeom>
                <a:avLst/>
                <a:gdLst/>
                <a:ahLst/>
                <a:cxnLst/>
                <a:rect l="l" t="t" r="r" b="b"/>
                <a:pathLst>
                  <a:path w="60734" h="40113">
                    <a:moveTo>
                      <a:pt x="7143" y="40113"/>
                    </a:moveTo>
                    <a:lnTo>
                      <a:pt x="0" y="25726"/>
                    </a:lnTo>
                    <a:lnTo>
                      <a:pt x="53523" y="0"/>
                    </a:lnTo>
                    <a:lnTo>
                      <a:pt x="60734" y="14412"/>
                    </a:lnTo>
                    <a:lnTo>
                      <a:pt x="7143" y="401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6" name="Контур"/>
              <p:cNvSpPr/>
              <p:nvPr/>
            </p:nvSpPr>
            <p:spPr>
              <a:xfrm>
                <a:off x="6507359" y="9180984"/>
                <a:ext cx="153168" cy="181529"/>
              </a:xfrm>
              <a:custGeom>
                <a:avLst/>
                <a:gdLst/>
                <a:ahLst/>
                <a:cxnLst/>
                <a:rect l="l" t="t" r="r" b="b"/>
                <a:pathLst>
                  <a:path w="153168" h="181529">
                    <a:moveTo>
                      <a:pt x="51781" y="27031"/>
                    </a:moveTo>
                    <a:lnTo>
                      <a:pt x="104521" y="130013"/>
                    </a:lnTo>
                    <a:lnTo>
                      <a:pt x="116165" y="133844"/>
                    </a:lnTo>
                    <a:lnTo>
                      <a:pt x="148623" y="118194"/>
                    </a:lnTo>
                    <a:lnTo>
                      <a:pt x="153168" y="127195"/>
                    </a:lnTo>
                    <a:lnTo>
                      <a:pt x="32312" y="181529"/>
                    </a:lnTo>
                    <a:lnTo>
                      <a:pt x="0" y="115360"/>
                    </a:lnTo>
                    <a:lnTo>
                      <a:pt x="62928" y="83274"/>
                    </a:lnTo>
                    <a:lnTo>
                      <a:pt x="61344" y="67101"/>
                    </a:lnTo>
                    <a:lnTo>
                      <a:pt x="66064" y="64981"/>
                    </a:lnTo>
                    <a:lnTo>
                      <a:pt x="35145" y="0"/>
                    </a:lnTo>
                    <a:lnTo>
                      <a:pt x="51781" y="2703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7" name="Контур"/>
              <p:cNvSpPr/>
              <p:nvPr/>
            </p:nvSpPr>
            <p:spPr>
              <a:xfrm>
                <a:off x="6855429" y="9304033"/>
                <a:ext cx="64369" cy="46778"/>
              </a:xfrm>
              <a:custGeom>
                <a:avLst/>
                <a:gdLst/>
                <a:ahLst/>
                <a:cxnLst/>
                <a:rect l="l" t="t" r="r" b="b"/>
                <a:pathLst>
                  <a:path w="64369" h="46778">
                    <a:moveTo>
                      <a:pt x="38621" y="32110"/>
                    </a:moveTo>
                    <a:lnTo>
                      <a:pt x="8091" y="46778"/>
                    </a:lnTo>
                    <a:lnTo>
                      <a:pt x="0" y="30298"/>
                    </a:lnTo>
                    <a:lnTo>
                      <a:pt x="64369" y="0"/>
                    </a:lnTo>
                    <a:lnTo>
                      <a:pt x="63066" y="5213"/>
                    </a:lnTo>
                    <a:lnTo>
                      <a:pt x="62335" y="7762"/>
                    </a:lnTo>
                    <a:lnTo>
                      <a:pt x="61051" y="11452"/>
                    </a:lnTo>
                    <a:lnTo>
                      <a:pt x="60022" y="13787"/>
                    </a:lnTo>
                    <a:lnTo>
                      <a:pt x="59445" y="14909"/>
                    </a:lnTo>
                    <a:lnTo>
                      <a:pt x="58489" y="16528"/>
                    </a:lnTo>
                    <a:lnTo>
                      <a:pt x="56909" y="18711"/>
                    </a:lnTo>
                    <a:lnTo>
                      <a:pt x="55731" y="20076"/>
                    </a:lnTo>
                    <a:lnTo>
                      <a:pt x="53112" y="22619"/>
                    </a:lnTo>
                    <a:lnTo>
                      <a:pt x="51688" y="23808"/>
                    </a:lnTo>
                    <a:lnTo>
                      <a:pt x="48651" y="26049"/>
                    </a:lnTo>
                    <a:lnTo>
                      <a:pt x="45417" y="28147"/>
                    </a:lnTo>
                    <a:lnTo>
                      <a:pt x="38621" y="321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8" name="Контур"/>
              <p:cNvSpPr/>
              <p:nvPr/>
            </p:nvSpPr>
            <p:spPr>
              <a:xfrm>
                <a:off x="6975156" y="9183496"/>
                <a:ext cx="170309" cy="94009"/>
              </a:xfrm>
              <a:custGeom>
                <a:avLst/>
                <a:gdLst/>
                <a:ahLst/>
                <a:cxnLst/>
                <a:rect l="l" t="t" r="r" b="b"/>
                <a:pathLst>
                  <a:path w="170309" h="94009">
                    <a:moveTo>
                      <a:pt x="108" y="94009"/>
                    </a:moveTo>
                    <a:lnTo>
                      <a:pt x="0" y="90265"/>
                    </a:lnTo>
                    <a:lnTo>
                      <a:pt x="180" y="86926"/>
                    </a:lnTo>
                    <a:lnTo>
                      <a:pt x="366" y="85262"/>
                    </a:lnTo>
                    <a:lnTo>
                      <a:pt x="766" y="82781"/>
                    </a:lnTo>
                    <a:lnTo>
                      <a:pt x="1637" y="79113"/>
                    </a:lnTo>
                    <a:lnTo>
                      <a:pt x="2192" y="77312"/>
                    </a:lnTo>
                    <a:lnTo>
                      <a:pt x="164214" y="0"/>
                    </a:lnTo>
                    <a:lnTo>
                      <a:pt x="170309" y="12109"/>
                    </a:lnTo>
                    <a:lnTo>
                      <a:pt x="108" y="9400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9" name="Контур"/>
              <p:cNvSpPr/>
              <p:nvPr/>
            </p:nvSpPr>
            <p:spPr>
              <a:xfrm>
                <a:off x="6849807" y="9294806"/>
                <a:ext cx="69991" cy="39525"/>
              </a:xfrm>
              <a:custGeom>
                <a:avLst/>
                <a:gdLst/>
                <a:ahLst/>
                <a:cxnLst/>
                <a:rect l="l" t="t" r="r" b="b"/>
                <a:pathLst>
                  <a:path w="69991" h="39525">
                    <a:moveTo>
                      <a:pt x="55217" y="0"/>
                    </a:moveTo>
                    <a:lnTo>
                      <a:pt x="58403" y="1316"/>
                    </a:lnTo>
                    <a:lnTo>
                      <a:pt x="59961" y="2075"/>
                    </a:lnTo>
                    <a:lnTo>
                      <a:pt x="62244" y="3331"/>
                    </a:lnTo>
                    <a:lnTo>
                      <a:pt x="65517" y="5474"/>
                    </a:lnTo>
                    <a:lnTo>
                      <a:pt x="68565" y="7908"/>
                    </a:lnTo>
                    <a:lnTo>
                      <a:pt x="69991" y="9227"/>
                    </a:lnTo>
                    <a:lnTo>
                      <a:pt x="5622" y="39525"/>
                    </a:lnTo>
                    <a:lnTo>
                      <a:pt x="0" y="27283"/>
                    </a:lnTo>
                    <a:lnTo>
                      <a:pt x="5521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0" name="Контур"/>
              <p:cNvSpPr/>
              <p:nvPr/>
            </p:nvSpPr>
            <p:spPr>
              <a:xfrm>
                <a:off x="6975264" y="9195605"/>
                <a:ext cx="177723" cy="87383"/>
              </a:xfrm>
              <a:custGeom>
                <a:avLst/>
                <a:gdLst/>
                <a:ahLst/>
                <a:cxnLst/>
                <a:rect l="l" t="t" r="r" b="b"/>
                <a:pathLst>
                  <a:path w="177723" h="87383">
                    <a:moveTo>
                      <a:pt x="0" y="81900"/>
                    </a:moveTo>
                    <a:lnTo>
                      <a:pt x="170201" y="0"/>
                    </a:lnTo>
                    <a:lnTo>
                      <a:pt x="177723" y="16190"/>
                    </a:lnTo>
                    <a:lnTo>
                      <a:pt x="43663" y="81143"/>
                    </a:lnTo>
                    <a:lnTo>
                      <a:pt x="37259" y="83780"/>
                    </a:lnTo>
                    <a:lnTo>
                      <a:pt x="34055" y="84956"/>
                    </a:lnTo>
                    <a:lnTo>
                      <a:pt x="30846" y="85961"/>
                    </a:lnTo>
                    <a:lnTo>
                      <a:pt x="29241" y="86382"/>
                    </a:lnTo>
                    <a:lnTo>
                      <a:pt x="26027" y="87026"/>
                    </a:lnTo>
                    <a:lnTo>
                      <a:pt x="24417" y="87234"/>
                    </a:lnTo>
                    <a:lnTo>
                      <a:pt x="22001" y="87383"/>
                    </a:lnTo>
                    <a:lnTo>
                      <a:pt x="19566" y="87324"/>
                    </a:lnTo>
                    <a:lnTo>
                      <a:pt x="17941" y="87175"/>
                    </a:lnTo>
                    <a:lnTo>
                      <a:pt x="14688" y="86648"/>
                    </a:lnTo>
                    <a:lnTo>
                      <a:pt x="13059" y="86283"/>
                    </a:lnTo>
                    <a:lnTo>
                      <a:pt x="9798" y="85389"/>
                    </a:lnTo>
                    <a:lnTo>
                      <a:pt x="6534" y="84322"/>
                    </a:lnTo>
                    <a:lnTo>
                      <a:pt x="0" y="819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1" name="Контур"/>
              <p:cNvSpPr/>
              <p:nvPr/>
            </p:nvSpPr>
            <p:spPr>
              <a:xfrm>
                <a:off x="6808216" y="9035552"/>
                <a:ext cx="132594" cy="191780"/>
              </a:xfrm>
              <a:custGeom>
                <a:avLst/>
                <a:gdLst/>
                <a:ahLst/>
                <a:cxnLst/>
                <a:rect l="l" t="t" r="r" b="b"/>
                <a:pathLst>
                  <a:path w="132594" h="191780">
                    <a:moveTo>
                      <a:pt x="50210" y="7583"/>
                    </a:moveTo>
                    <a:lnTo>
                      <a:pt x="62653" y="1999"/>
                    </a:lnTo>
                    <a:lnTo>
                      <a:pt x="65713" y="0"/>
                    </a:lnTo>
                    <a:lnTo>
                      <a:pt x="132160" y="145123"/>
                    </a:lnTo>
                    <a:lnTo>
                      <a:pt x="132594" y="145773"/>
                    </a:lnTo>
                    <a:lnTo>
                      <a:pt x="40783" y="188924"/>
                    </a:lnTo>
                    <a:lnTo>
                      <a:pt x="34716" y="191780"/>
                    </a:lnTo>
                    <a:lnTo>
                      <a:pt x="0" y="114711"/>
                    </a:lnTo>
                    <a:lnTo>
                      <a:pt x="59719" y="87810"/>
                    </a:lnTo>
                    <a:lnTo>
                      <a:pt x="64142" y="97336"/>
                    </a:lnTo>
                    <a:lnTo>
                      <a:pt x="26488" y="114235"/>
                    </a:lnTo>
                    <a:lnTo>
                      <a:pt x="46416" y="157160"/>
                    </a:lnTo>
                    <a:lnTo>
                      <a:pt x="92010" y="135992"/>
                    </a:lnTo>
                    <a:lnTo>
                      <a:pt x="67925" y="84114"/>
                    </a:lnTo>
                    <a:lnTo>
                      <a:pt x="81857" y="77838"/>
                    </a:lnTo>
                    <a:lnTo>
                      <a:pt x="50210" y="75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2" name="Контур"/>
              <p:cNvSpPr/>
              <p:nvPr/>
            </p:nvSpPr>
            <p:spPr>
              <a:xfrm>
                <a:off x="6139642" y="9121317"/>
                <a:ext cx="199944" cy="95782"/>
              </a:xfrm>
              <a:custGeom>
                <a:avLst/>
                <a:gdLst/>
                <a:ahLst/>
                <a:cxnLst/>
                <a:rect l="l" t="t" r="r" b="b"/>
                <a:pathLst>
                  <a:path w="199944" h="95782">
                    <a:moveTo>
                      <a:pt x="83897" y="39880"/>
                    </a:moveTo>
                    <a:lnTo>
                      <a:pt x="85324" y="41902"/>
                    </a:lnTo>
                    <a:lnTo>
                      <a:pt x="89776" y="44716"/>
                    </a:lnTo>
                    <a:lnTo>
                      <a:pt x="94967" y="45613"/>
                    </a:lnTo>
                    <a:lnTo>
                      <a:pt x="100106" y="44454"/>
                    </a:lnTo>
                    <a:lnTo>
                      <a:pt x="196991" y="1411"/>
                    </a:lnTo>
                    <a:lnTo>
                      <a:pt x="199168" y="0"/>
                    </a:lnTo>
                    <a:lnTo>
                      <a:pt x="199944" y="1597"/>
                    </a:lnTo>
                    <a:lnTo>
                      <a:pt x="6672" y="95782"/>
                    </a:lnTo>
                    <a:lnTo>
                      <a:pt x="0" y="84027"/>
                    </a:lnTo>
                    <a:lnTo>
                      <a:pt x="83897" y="398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3" name="Контур"/>
              <p:cNvSpPr/>
              <p:nvPr/>
            </p:nvSpPr>
            <p:spPr>
              <a:xfrm>
                <a:off x="6205354" y="9013136"/>
                <a:ext cx="1472459" cy="932942"/>
              </a:xfrm>
              <a:custGeom>
                <a:avLst/>
                <a:gdLst/>
                <a:ahLst/>
                <a:cxnLst/>
                <a:rect l="l" t="t" r="r" b="b"/>
                <a:pathLst>
                  <a:path w="1472459" h="932942">
                    <a:moveTo>
                      <a:pt x="1283979" y="386078"/>
                    </a:moveTo>
                    <a:lnTo>
                      <a:pt x="907029" y="573781"/>
                    </a:lnTo>
                    <a:lnTo>
                      <a:pt x="142896" y="932942"/>
                    </a:lnTo>
                    <a:lnTo>
                      <a:pt x="0" y="633279"/>
                    </a:lnTo>
                    <a:lnTo>
                      <a:pt x="633080" y="329365"/>
                    </a:lnTo>
                    <a:lnTo>
                      <a:pt x="640932" y="345435"/>
                    </a:lnTo>
                    <a:lnTo>
                      <a:pt x="480011" y="423970"/>
                    </a:lnTo>
                    <a:lnTo>
                      <a:pt x="461384" y="476898"/>
                    </a:lnTo>
                    <a:lnTo>
                      <a:pt x="475123" y="506756"/>
                    </a:lnTo>
                    <a:lnTo>
                      <a:pt x="446966" y="521246"/>
                    </a:lnTo>
                    <a:lnTo>
                      <a:pt x="420488" y="466205"/>
                    </a:lnTo>
                    <a:lnTo>
                      <a:pt x="251284" y="547457"/>
                    </a:lnTo>
                    <a:lnTo>
                      <a:pt x="303175" y="653874"/>
                    </a:lnTo>
                    <a:lnTo>
                      <a:pt x="473396" y="573889"/>
                    </a:lnTo>
                    <a:lnTo>
                      <a:pt x="453341" y="533150"/>
                    </a:lnTo>
                    <a:lnTo>
                      <a:pt x="480517" y="519253"/>
                    </a:lnTo>
                    <a:lnTo>
                      <a:pt x="538782" y="639558"/>
                    </a:lnTo>
                    <a:lnTo>
                      <a:pt x="510591" y="653371"/>
                    </a:lnTo>
                    <a:lnTo>
                      <a:pt x="485610" y="603289"/>
                    </a:lnTo>
                    <a:lnTo>
                      <a:pt x="317317" y="683221"/>
                    </a:lnTo>
                    <a:lnTo>
                      <a:pt x="369018" y="791429"/>
                    </a:lnTo>
                    <a:lnTo>
                      <a:pt x="537861" y="710336"/>
                    </a:lnTo>
                    <a:lnTo>
                      <a:pt x="516788" y="666473"/>
                    </a:lnTo>
                    <a:lnTo>
                      <a:pt x="544423" y="652323"/>
                    </a:lnTo>
                    <a:lnTo>
                      <a:pt x="558039" y="679688"/>
                    </a:lnTo>
                    <a:lnTo>
                      <a:pt x="611493" y="699483"/>
                    </a:lnTo>
                    <a:lnTo>
                      <a:pt x="1256501" y="391074"/>
                    </a:lnTo>
                    <a:lnTo>
                      <a:pt x="1277087" y="334811"/>
                    </a:lnTo>
                    <a:lnTo>
                      <a:pt x="1256849" y="292495"/>
                    </a:lnTo>
                    <a:lnTo>
                      <a:pt x="1289613" y="277565"/>
                    </a:lnTo>
                    <a:lnTo>
                      <a:pt x="1301870" y="303964"/>
                    </a:lnTo>
                    <a:lnTo>
                      <a:pt x="1395159" y="259174"/>
                    </a:lnTo>
                    <a:lnTo>
                      <a:pt x="1345420" y="153959"/>
                    </a:lnTo>
                    <a:lnTo>
                      <a:pt x="1252060" y="198620"/>
                    </a:lnTo>
                    <a:lnTo>
                      <a:pt x="1283526" y="264567"/>
                    </a:lnTo>
                    <a:lnTo>
                      <a:pt x="1250884" y="280425"/>
                    </a:lnTo>
                    <a:lnTo>
                      <a:pt x="1180256" y="133650"/>
                    </a:lnTo>
                    <a:lnTo>
                      <a:pt x="1144346" y="120466"/>
                    </a:lnTo>
                    <a:lnTo>
                      <a:pt x="1326383" y="33384"/>
                    </a:lnTo>
                    <a:lnTo>
                      <a:pt x="1311835" y="4308"/>
                    </a:lnTo>
                    <a:lnTo>
                      <a:pt x="1321120" y="0"/>
                    </a:lnTo>
                    <a:lnTo>
                      <a:pt x="1350522" y="22478"/>
                    </a:lnTo>
                    <a:lnTo>
                      <a:pt x="1472459" y="274303"/>
                    </a:lnTo>
                    <a:lnTo>
                      <a:pt x="1435918" y="292148"/>
                    </a:lnTo>
                    <a:lnTo>
                      <a:pt x="1445637" y="345735"/>
                    </a:lnTo>
                    <a:lnTo>
                      <a:pt x="1432704" y="316221"/>
                    </a:lnTo>
                    <a:lnTo>
                      <a:pt x="1417273" y="312512"/>
                    </a:lnTo>
                    <a:lnTo>
                      <a:pt x="1362594" y="335148"/>
                    </a:lnTo>
                    <a:lnTo>
                      <a:pt x="1354631" y="344467"/>
                    </a:lnTo>
                    <a:lnTo>
                      <a:pt x="1355550" y="353431"/>
                    </a:lnTo>
                    <a:lnTo>
                      <a:pt x="1283979" y="38607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4" name="Контур"/>
              <p:cNvSpPr/>
              <p:nvPr/>
            </p:nvSpPr>
            <p:spPr>
              <a:xfrm>
                <a:off x="5848267" y="9852992"/>
                <a:ext cx="34525" cy="41385"/>
              </a:xfrm>
              <a:custGeom>
                <a:avLst/>
                <a:gdLst/>
                <a:ahLst/>
                <a:cxnLst/>
                <a:rect l="l" t="t" r="r" b="b"/>
                <a:pathLst>
                  <a:path w="34525" h="41385">
                    <a:moveTo>
                      <a:pt x="0" y="9099"/>
                    </a:moveTo>
                    <a:lnTo>
                      <a:pt x="19321" y="0"/>
                    </a:lnTo>
                    <a:lnTo>
                      <a:pt x="34525" y="32286"/>
                    </a:lnTo>
                    <a:lnTo>
                      <a:pt x="15205" y="41385"/>
                    </a:lnTo>
                    <a:lnTo>
                      <a:pt x="0" y="909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5" name="Контур"/>
              <p:cNvSpPr/>
              <p:nvPr/>
            </p:nvSpPr>
            <p:spPr>
              <a:xfrm>
                <a:off x="6795124" y="9405202"/>
                <a:ext cx="35828" cy="28262"/>
              </a:xfrm>
              <a:custGeom>
                <a:avLst/>
                <a:gdLst/>
                <a:ahLst/>
                <a:cxnLst/>
                <a:rect l="l" t="t" r="r" b="b"/>
                <a:pathLst>
                  <a:path w="35828" h="28262">
                    <a:moveTo>
                      <a:pt x="35828" y="14337"/>
                    </a:moveTo>
                    <a:lnTo>
                      <a:pt x="6792" y="28262"/>
                    </a:lnTo>
                    <a:lnTo>
                      <a:pt x="0" y="13387"/>
                    </a:lnTo>
                    <a:lnTo>
                      <a:pt x="28298" y="0"/>
                    </a:lnTo>
                    <a:lnTo>
                      <a:pt x="35828" y="143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6" name="Контур"/>
              <p:cNvSpPr/>
              <p:nvPr/>
            </p:nvSpPr>
            <p:spPr>
              <a:xfrm>
                <a:off x="6819682" y="9545117"/>
                <a:ext cx="245288" cy="115979"/>
              </a:xfrm>
              <a:custGeom>
                <a:avLst/>
                <a:gdLst/>
                <a:ahLst/>
                <a:cxnLst/>
                <a:rect l="l" t="t" r="r" b="b"/>
                <a:pathLst>
                  <a:path w="245288" h="115979">
                    <a:moveTo>
                      <a:pt x="0" y="114562"/>
                    </a:moveTo>
                    <a:lnTo>
                      <a:pt x="238875" y="0"/>
                    </a:lnTo>
                    <a:lnTo>
                      <a:pt x="245288" y="13615"/>
                    </a:lnTo>
                    <a:lnTo>
                      <a:pt x="50674" y="106869"/>
                    </a:lnTo>
                    <a:lnTo>
                      <a:pt x="42508" y="110203"/>
                    </a:lnTo>
                    <a:lnTo>
                      <a:pt x="38409" y="111738"/>
                    </a:lnTo>
                    <a:lnTo>
                      <a:pt x="34290" y="113112"/>
                    </a:lnTo>
                    <a:lnTo>
                      <a:pt x="32221" y="113723"/>
                    </a:lnTo>
                    <a:lnTo>
                      <a:pt x="28062" y="114758"/>
                    </a:lnTo>
                    <a:lnTo>
                      <a:pt x="25969" y="115169"/>
                    </a:lnTo>
                    <a:lnTo>
                      <a:pt x="22812" y="115635"/>
                    </a:lnTo>
                    <a:lnTo>
                      <a:pt x="19797" y="115896"/>
                    </a:lnTo>
                    <a:lnTo>
                      <a:pt x="17776" y="115979"/>
                    </a:lnTo>
                    <a:lnTo>
                      <a:pt x="13712" y="115954"/>
                    </a:lnTo>
                    <a:lnTo>
                      <a:pt x="11669" y="115859"/>
                    </a:lnTo>
                    <a:lnTo>
                      <a:pt x="7568" y="115528"/>
                    </a:lnTo>
                    <a:lnTo>
                      <a:pt x="3448" y="115056"/>
                    </a:lnTo>
                    <a:lnTo>
                      <a:pt x="0" y="11456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7" name="Контур"/>
              <p:cNvSpPr/>
              <p:nvPr/>
            </p:nvSpPr>
            <p:spPr>
              <a:xfrm>
                <a:off x="6727310" y="9426779"/>
                <a:ext cx="58238" cy="42465"/>
              </a:xfrm>
              <a:custGeom>
                <a:avLst/>
                <a:gdLst/>
                <a:ahLst/>
                <a:cxnLst/>
                <a:rect l="l" t="t" r="r" b="b"/>
                <a:pathLst>
                  <a:path w="58238" h="42465">
                    <a:moveTo>
                      <a:pt x="58238" y="14535"/>
                    </a:moveTo>
                    <a:lnTo>
                      <a:pt x="0" y="42465"/>
                    </a:lnTo>
                    <a:lnTo>
                      <a:pt x="2049" y="39096"/>
                    </a:lnTo>
                    <a:lnTo>
                      <a:pt x="3963" y="36095"/>
                    </a:lnTo>
                    <a:lnTo>
                      <a:pt x="6973" y="31716"/>
                    </a:lnTo>
                    <a:lnTo>
                      <a:pt x="10221" y="27541"/>
                    </a:lnTo>
                    <a:lnTo>
                      <a:pt x="11959" y="25552"/>
                    </a:lnTo>
                    <a:lnTo>
                      <a:pt x="13865" y="23557"/>
                    </a:lnTo>
                    <a:lnTo>
                      <a:pt x="15187" y="22271"/>
                    </a:lnTo>
                    <a:lnTo>
                      <a:pt x="17936" y="19801"/>
                    </a:lnTo>
                    <a:lnTo>
                      <a:pt x="22293" y="16335"/>
                    </a:lnTo>
                    <a:lnTo>
                      <a:pt x="25322" y="14169"/>
                    </a:lnTo>
                    <a:lnTo>
                      <a:pt x="27386" y="12784"/>
                    </a:lnTo>
                    <a:lnTo>
                      <a:pt x="31593" y="10143"/>
                    </a:lnTo>
                    <a:lnTo>
                      <a:pt x="37790" y="6583"/>
                    </a:lnTo>
                    <a:lnTo>
                      <a:pt x="41975" y="4336"/>
                    </a:lnTo>
                    <a:lnTo>
                      <a:pt x="50411" y="0"/>
                    </a:lnTo>
                    <a:lnTo>
                      <a:pt x="58238" y="1453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8" name="Контур"/>
              <p:cNvSpPr/>
              <p:nvPr/>
            </p:nvSpPr>
            <p:spPr>
              <a:xfrm>
                <a:off x="6718094" y="9492307"/>
                <a:ext cx="76911" cy="157768"/>
              </a:xfrm>
              <a:custGeom>
                <a:avLst/>
                <a:gdLst/>
                <a:ahLst/>
                <a:cxnLst/>
                <a:rect l="l" t="t" r="r" b="b"/>
                <a:pathLst>
                  <a:path w="76911" h="157768">
                    <a:moveTo>
                      <a:pt x="76911" y="157768"/>
                    </a:moveTo>
                    <a:lnTo>
                      <a:pt x="58261" y="143785"/>
                    </a:lnTo>
                    <a:lnTo>
                      <a:pt x="43222" y="123145"/>
                    </a:lnTo>
                    <a:lnTo>
                      <a:pt x="6098" y="46503"/>
                    </a:lnTo>
                    <a:lnTo>
                      <a:pt x="0" y="23676"/>
                    </a:lnTo>
                    <a:lnTo>
                      <a:pt x="1247" y="0"/>
                    </a:lnTo>
                    <a:lnTo>
                      <a:pt x="76911" y="15776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9" name="Контур"/>
              <p:cNvSpPr/>
              <p:nvPr/>
            </p:nvSpPr>
            <p:spPr>
              <a:xfrm>
                <a:off x="6100685" y="9305255"/>
                <a:ext cx="66387" cy="147603"/>
              </a:xfrm>
              <a:custGeom>
                <a:avLst/>
                <a:gdLst/>
                <a:ahLst/>
                <a:cxnLst/>
                <a:rect l="l" t="t" r="r" b="b"/>
                <a:pathLst>
                  <a:path w="66387" h="147603">
                    <a:moveTo>
                      <a:pt x="0" y="3419"/>
                    </a:moveTo>
                    <a:lnTo>
                      <a:pt x="7350" y="0"/>
                    </a:lnTo>
                    <a:lnTo>
                      <a:pt x="25766" y="44498"/>
                    </a:lnTo>
                    <a:lnTo>
                      <a:pt x="66387" y="139873"/>
                    </a:lnTo>
                    <a:lnTo>
                      <a:pt x="49962" y="147603"/>
                    </a:lnTo>
                    <a:lnTo>
                      <a:pt x="15727" y="69145"/>
                    </a:lnTo>
                    <a:lnTo>
                      <a:pt x="17005" y="68532"/>
                    </a:lnTo>
                    <a:lnTo>
                      <a:pt x="20499" y="66107"/>
                    </a:lnTo>
                    <a:lnTo>
                      <a:pt x="23066" y="62714"/>
                    </a:lnTo>
                    <a:lnTo>
                      <a:pt x="24450" y="58692"/>
                    </a:lnTo>
                    <a:lnTo>
                      <a:pt x="24513" y="54438"/>
                    </a:lnTo>
                    <a:lnTo>
                      <a:pt x="23250" y="50376"/>
                    </a:lnTo>
                    <a:lnTo>
                      <a:pt x="0" y="341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0" name="Контур"/>
              <p:cNvSpPr/>
              <p:nvPr/>
            </p:nvSpPr>
            <p:spPr>
              <a:xfrm>
                <a:off x="6840824" y="9387633"/>
                <a:ext cx="25941" cy="24051"/>
              </a:xfrm>
              <a:custGeom>
                <a:avLst/>
                <a:gdLst/>
                <a:ahLst/>
                <a:cxnLst/>
                <a:rect l="l" t="t" r="r" b="b"/>
                <a:pathLst>
                  <a:path w="25941" h="24051">
                    <a:moveTo>
                      <a:pt x="6506" y="24051"/>
                    </a:moveTo>
                    <a:lnTo>
                      <a:pt x="0" y="9294"/>
                    </a:lnTo>
                    <a:lnTo>
                      <a:pt x="18657" y="0"/>
                    </a:lnTo>
                    <a:lnTo>
                      <a:pt x="25941" y="14730"/>
                    </a:lnTo>
                    <a:lnTo>
                      <a:pt x="6506" y="2405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1" name="Контур"/>
              <p:cNvSpPr/>
              <p:nvPr/>
            </p:nvSpPr>
            <p:spPr>
              <a:xfrm>
                <a:off x="5914037" y="10012960"/>
                <a:ext cx="47884" cy="60878"/>
              </a:xfrm>
              <a:custGeom>
                <a:avLst/>
                <a:gdLst/>
                <a:ahLst/>
                <a:cxnLst/>
                <a:rect l="l" t="t" r="r" b="b"/>
                <a:pathLst>
                  <a:path w="47884" h="60878">
                    <a:moveTo>
                      <a:pt x="47884" y="41766"/>
                    </a:moveTo>
                    <a:lnTo>
                      <a:pt x="7798" y="60878"/>
                    </a:lnTo>
                    <a:lnTo>
                      <a:pt x="0" y="44569"/>
                    </a:lnTo>
                    <a:lnTo>
                      <a:pt x="23302" y="33509"/>
                    </a:lnTo>
                    <a:lnTo>
                      <a:pt x="11468" y="8033"/>
                    </a:lnTo>
                    <a:lnTo>
                      <a:pt x="28832" y="0"/>
                    </a:lnTo>
                    <a:lnTo>
                      <a:pt x="47884" y="417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2" name="Контур"/>
              <p:cNvSpPr/>
              <p:nvPr/>
            </p:nvSpPr>
            <p:spPr>
              <a:xfrm>
                <a:off x="6256657" y="10144303"/>
                <a:ext cx="55971" cy="40976"/>
              </a:xfrm>
              <a:custGeom>
                <a:avLst/>
                <a:gdLst/>
                <a:ahLst/>
                <a:cxnLst/>
                <a:rect l="l" t="t" r="r" b="b"/>
                <a:pathLst>
                  <a:path w="55971" h="40976">
                    <a:moveTo>
                      <a:pt x="41503" y="0"/>
                    </a:moveTo>
                    <a:lnTo>
                      <a:pt x="55971" y="30979"/>
                    </a:lnTo>
                    <a:lnTo>
                      <a:pt x="35276" y="40881"/>
                    </a:lnTo>
                    <a:lnTo>
                      <a:pt x="9817" y="40976"/>
                    </a:lnTo>
                    <a:lnTo>
                      <a:pt x="0" y="20123"/>
                    </a:lnTo>
                    <a:lnTo>
                      <a:pt x="4150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3" name="Контур"/>
              <p:cNvSpPr/>
              <p:nvPr/>
            </p:nvSpPr>
            <p:spPr>
              <a:xfrm>
                <a:off x="5901557" y="10146441"/>
                <a:ext cx="89312" cy="40204"/>
              </a:xfrm>
              <a:custGeom>
                <a:avLst/>
                <a:gdLst/>
                <a:ahLst/>
                <a:cxnLst/>
                <a:rect l="l" t="t" r="r" b="b"/>
                <a:pathLst>
                  <a:path w="89312" h="40204">
                    <a:moveTo>
                      <a:pt x="89312" y="11248"/>
                    </a:moveTo>
                    <a:lnTo>
                      <a:pt x="26252" y="40106"/>
                    </a:lnTo>
                    <a:lnTo>
                      <a:pt x="0" y="40204"/>
                    </a:lnTo>
                    <a:lnTo>
                      <a:pt x="83923" y="0"/>
                    </a:lnTo>
                    <a:lnTo>
                      <a:pt x="89312" y="1124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4" name="Контур"/>
              <p:cNvSpPr/>
              <p:nvPr/>
            </p:nvSpPr>
            <p:spPr>
              <a:xfrm>
                <a:off x="5953161" y="10069601"/>
                <a:ext cx="29457" cy="37834"/>
              </a:xfrm>
              <a:custGeom>
                <a:avLst/>
                <a:gdLst/>
                <a:ahLst/>
                <a:cxnLst/>
                <a:rect l="l" t="t" r="r" b="b"/>
                <a:pathLst>
                  <a:path w="29457" h="37834">
                    <a:moveTo>
                      <a:pt x="29457" y="30497"/>
                    </a:moveTo>
                    <a:lnTo>
                      <a:pt x="14629" y="37834"/>
                    </a:lnTo>
                    <a:lnTo>
                      <a:pt x="0" y="7024"/>
                    </a:lnTo>
                    <a:lnTo>
                      <a:pt x="15545" y="0"/>
                    </a:lnTo>
                    <a:lnTo>
                      <a:pt x="29457" y="3049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5" name="Контур"/>
              <p:cNvSpPr/>
              <p:nvPr/>
            </p:nvSpPr>
            <p:spPr>
              <a:xfrm>
                <a:off x="6089757" y="9330157"/>
                <a:ext cx="748677" cy="854663"/>
              </a:xfrm>
              <a:custGeom>
                <a:avLst/>
                <a:gdLst/>
                <a:ahLst/>
                <a:cxnLst/>
                <a:rect l="l" t="t" r="r" b="b"/>
                <a:pathLst>
                  <a:path w="748677" h="854663">
                    <a:moveTo>
                      <a:pt x="299315" y="854663"/>
                    </a:moveTo>
                    <a:lnTo>
                      <a:pt x="281300" y="816910"/>
                    </a:lnTo>
                    <a:lnTo>
                      <a:pt x="231755" y="840797"/>
                    </a:lnTo>
                    <a:lnTo>
                      <a:pt x="0" y="355866"/>
                    </a:lnTo>
                    <a:lnTo>
                      <a:pt x="743088" y="0"/>
                    </a:lnTo>
                    <a:lnTo>
                      <a:pt x="748677" y="12344"/>
                    </a:lnTo>
                    <a:lnTo>
                      <a:pt x="115597" y="316258"/>
                    </a:lnTo>
                    <a:lnTo>
                      <a:pt x="258493" y="615921"/>
                    </a:lnTo>
                    <a:lnTo>
                      <a:pt x="254750" y="618681"/>
                    </a:lnTo>
                    <a:lnTo>
                      <a:pt x="252030" y="623185"/>
                    </a:lnTo>
                    <a:lnTo>
                      <a:pt x="251240" y="628387"/>
                    </a:lnTo>
                    <a:lnTo>
                      <a:pt x="252498" y="633497"/>
                    </a:lnTo>
                    <a:lnTo>
                      <a:pt x="347378" y="836317"/>
                    </a:lnTo>
                    <a:lnTo>
                      <a:pt x="355577" y="854452"/>
                    </a:lnTo>
                    <a:lnTo>
                      <a:pt x="299315" y="8546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6" name="Контур"/>
              <p:cNvSpPr/>
              <p:nvPr/>
            </p:nvSpPr>
            <p:spPr>
              <a:xfrm>
                <a:off x="6173445" y="9971472"/>
                <a:ext cx="66165" cy="70545"/>
              </a:xfrm>
              <a:custGeom>
                <a:avLst/>
                <a:gdLst/>
                <a:ahLst/>
                <a:cxnLst/>
                <a:rect l="l" t="t" r="r" b="b"/>
                <a:pathLst>
                  <a:path w="66165" h="70545">
                    <a:moveTo>
                      <a:pt x="41691" y="0"/>
                    </a:moveTo>
                    <a:lnTo>
                      <a:pt x="66165" y="50654"/>
                    </a:lnTo>
                    <a:lnTo>
                      <a:pt x="24814" y="70545"/>
                    </a:lnTo>
                    <a:lnTo>
                      <a:pt x="0" y="19840"/>
                    </a:lnTo>
                    <a:lnTo>
                      <a:pt x="4169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7" name="Контур"/>
              <p:cNvSpPr/>
              <p:nvPr/>
            </p:nvSpPr>
            <p:spPr>
              <a:xfrm>
                <a:off x="5871378" y="9899479"/>
                <a:ext cx="38289" cy="50361"/>
              </a:xfrm>
              <a:custGeom>
                <a:avLst/>
                <a:gdLst/>
                <a:ahLst/>
                <a:cxnLst/>
                <a:rect l="l" t="t" r="r" b="b"/>
                <a:pathLst>
                  <a:path w="38289" h="50361">
                    <a:moveTo>
                      <a:pt x="20030" y="50361"/>
                    </a:moveTo>
                    <a:lnTo>
                      <a:pt x="0" y="8800"/>
                    </a:lnTo>
                    <a:lnTo>
                      <a:pt x="18258" y="0"/>
                    </a:lnTo>
                    <a:lnTo>
                      <a:pt x="38289" y="41560"/>
                    </a:lnTo>
                    <a:lnTo>
                      <a:pt x="20030" y="5036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8" name="Контур"/>
              <p:cNvSpPr/>
              <p:nvPr/>
            </p:nvSpPr>
            <p:spPr>
              <a:xfrm>
                <a:off x="6049823" y="9712734"/>
                <a:ext cx="152827" cy="251678"/>
              </a:xfrm>
              <a:custGeom>
                <a:avLst/>
                <a:gdLst/>
                <a:ahLst/>
                <a:cxnLst/>
                <a:rect l="l" t="t" r="r" b="b"/>
                <a:pathLst>
                  <a:path w="152827" h="251678">
                    <a:moveTo>
                      <a:pt x="110765" y="251678"/>
                    </a:moveTo>
                    <a:lnTo>
                      <a:pt x="0" y="19843"/>
                    </a:lnTo>
                    <a:lnTo>
                      <a:pt x="41844" y="0"/>
                    </a:lnTo>
                    <a:lnTo>
                      <a:pt x="152827" y="231672"/>
                    </a:lnTo>
                    <a:lnTo>
                      <a:pt x="110765" y="25167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9" name="Контур"/>
              <p:cNvSpPr/>
              <p:nvPr/>
            </p:nvSpPr>
            <p:spPr>
              <a:xfrm>
                <a:off x="5322517" y="9618518"/>
                <a:ext cx="234075" cy="134709"/>
              </a:xfrm>
              <a:custGeom>
                <a:avLst/>
                <a:gdLst/>
                <a:ahLst/>
                <a:cxnLst/>
                <a:rect l="l" t="t" r="r" b="b"/>
                <a:pathLst>
                  <a:path w="234075" h="134709">
                    <a:moveTo>
                      <a:pt x="0" y="106115"/>
                    </a:moveTo>
                    <a:lnTo>
                      <a:pt x="220015" y="0"/>
                    </a:lnTo>
                    <a:lnTo>
                      <a:pt x="234075" y="28749"/>
                    </a:lnTo>
                    <a:lnTo>
                      <a:pt x="13775" y="134709"/>
                    </a:lnTo>
                    <a:lnTo>
                      <a:pt x="0" y="1061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0" name="Контур"/>
              <p:cNvSpPr/>
              <p:nvPr/>
            </p:nvSpPr>
            <p:spPr>
              <a:xfrm>
                <a:off x="5047545" y="9597635"/>
                <a:ext cx="172426" cy="136300"/>
              </a:xfrm>
              <a:custGeom>
                <a:avLst/>
                <a:gdLst/>
                <a:ahLst/>
                <a:cxnLst/>
                <a:rect l="l" t="t" r="r" b="b"/>
                <a:pathLst>
                  <a:path w="172426" h="136300">
                    <a:moveTo>
                      <a:pt x="31659" y="26766"/>
                    </a:moveTo>
                    <a:lnTo>
                      <a:pt x="55421" y="2869"/>
                    </a:lnTo>
                    <a:lnTo>
                      <a:pt x="82298" y="0"/>
                    </a:lnTo>
                    <a:lnTo>
                      <a:pt x="159750" y="32597"/>
                    </a:lnTo>
                    <a:lnTo>
                      <a:pt x="169732" y="40681"/>
                    </a:lnTo>
                    <a:lnTo>
                      <a:pt x="172426" y="50740"/>
                    </a:lnTo>
                    <a:lnTo>
                      <a:pt x="162736" y="68081"/>
                    </a:lnTo>
                    <a:lnTo>
                      <a:pt x="21870" y="136300"/>
                    </a:lnTo>
                    <a:lnTo>
                      <a:pt x="12264" y="135657"/>
                    </a:lnTo>
                    <a:lnTo>
                      <a:pt x="1396" y="129365"/>
                    </a:lnTo>
                    <a:lnTo>
                      <a:pt x="0" y="111188"/>
                    </a:lnTo>
                    <a:lnTo>
                      <a:pt x="31659" y="267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1" name="Контур"/>
              <p:cNvSpPr/>
              <p:nvPr/>
            </p:nvSpPr>
            <p:spPr>
              <a:xfrm>
                <a:off x="5229584" y="9633015"/>
                <a:ext cx="36761" cy="23102"/>
              </a:xfrm>
              <a:custGeom>
                <a:avLst/>
                <a:gdLst/>
                <a:ahLst/>
                <a:cxnLst/>
                <a:rect l="l" t="t" r="r" b="b"/>
                <a:pathLst>
                  <a:path w="36761" h="23102">
                    <a:moveTo>
                      <a:pt x="0" y="0"/>
                    </a:moveTo>
                    <a:lnTo>
                      <a:pt x="36761" y="6573"/>
                    </a:lnTo>
                    <a:lnTo>
                      <a:pt x="2598" y="23102"/>
                    </a:lnTo>
                    <a:lnTo>
                      <a:pt x="4607" y="110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2" name="Контур"/>
              <p:cNvSpPr/>
              <p:nvPr/>
            </p:nvSpPr>
            <p:spPr>
              <a:xfrm>
                <a:off x="5149076" y="9485515"/>
                <a:ext cx="301912" cy="142342"/>
              </a:xfrm>
              <a:custGeom>
                <a:avLst/>
                <a:gdLst/>
                <a:ahLst/>
                <a:cxnLst/>
                <a:rect l="l" t="t" r="r" b="b"/>
                <a:pathLst>
                  <a:path w="301912" h="142342">
                    <a:moveTo>
                      <a:pt x="16888" y="66707"/>
                    </a:moveTo>
                    <a:lnTo>
                      <a:pt x="158697" y="0"/>
                    </a:lnTo>
                    <a:lnTo>
                      <a:pt x="163979" y="9900"/>
                    </a:lnTo>
                    <a:lnTo>
                      <a:pt x="175066" y="3918"/>
                    </a:lnTo>
                    <a:lnTo>
                      <a:pt x="194321" y="41566"/>
                    </a:lnTo>
                    <a:lnTo>
                      <a:pt x="213471" y="32674"/>
                    </a:lnTo>
                    <a:lnTo>
                      <a:pt x="223243" y="52251"/>
                    </a:lnTo>
                    <a:lnTo>
                      <a:pt x="280944" y="23958"/>
                    </a:lnTo>
                    <a:lnTo>
                      <a:pt x="301912" y="66182"/>
                    </a:lnTo>
                    <a:lnTo>
                      <a:pt x="135127" y="142342"/>
                    </a:lnTo>
                    <a:lnTo>
                      <a:pt x="64897" y="132326"/>
                    </a:lnTo>
                    <a:lnTo>
                      <a:pt x="12445" y="109468"/>
                    </a:lnTo>
                    <a:lnTo>
                      <a:pt x="3022" y="101185"/>
                    </a:lnTo>
                    <a:lnTo>
                      <a:pt x="0" y="87847"/>
                    </a:lnTo>
                    <a:lnTo>
                      <a:pt x="5011" y="76366"/>
                    </a:lnTo>
                    <a:lnTo>
                      <a:pt x="16888" y="6670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3" name="Контур"/>
              <p:cNvSpPr/>
              <p:nvPr/>
            </p:nvSpPr>
            <p:spPr>
              <a:xfrm>
                <a:off x="5585456" y="9459426"/>
                <a:ext cx="415513" cy="167924"/>
              </a:xfrm>
              <a:custGeom>
                <a:avLst/>
                <a:gdLst/>
                <a:ahLst/>
                <a:cxnLst/>
                <a:rect l="l" t="t" r="r" b="b"/>
                <a:pathLst>
                  <a:path w="415513" h="167924">
                    <a:moveTo>
                      <a:pt x="412409" y="56295"/>
                    </a:moveTo>
                    <a:lnTo>
                      <a:pt x="415513" y="59713"/>
                    </a:lnTo>
                    <a:lnTo>
                      <a:pt x="390247" y="56972"/>
                    </a:lnTo>
                    <a:lnTo>
                      <a:pt x="334300" y="36083"/>
                    </a:lnTo>
                    <a:lnTo>
                      <a:pt x="303095" y="36667"/>
                    </a:lnTo>
                    <a:lnTo>
                      <a:pt x="264842" y="47259"/>
                    </a:lnTo>
                    <a:lnTo>
                      <a:pt x="13424" y="167924"/>
                    </a:lnTo>
                    <a:lnTo>
                      <a:pt x="0" y="139106"/>
                    </a:lnTo>
                    <a:lnTo>
                      <a:pt x="277479" y="6312"/>
                    </a:lnTo>
                    <a:lnTo>
                      <a:pt x="321836" y="0"/>
                    </a:lnTo>
                    <a:lnTo>
                      <a:pt x="349566" y="3247"/>
                    </a:lnTo>
                    <a:lnTo>
                      <a:pt x="387272" y="26281"/>
                    </a:lnTo>
                    <a:lnTo>
                      <a:pt x="412409" y="5629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4" name="Контур"/>
              <p:cNvSpPr/>
              <p:nvPr/>
            </p:nvSpPr>
            <p:spPr>
              <a:xfrm>
                <a:off x="5110108" y="8874697"/>
                <a:ext cx="839489" cy="343451"/>
              </a:xfrm>
              <a:custGeom>
                <a:avLst/>
                <a:gdLst/>
                <a:ahLst/>
                <a:cxnLst/>
                <a:rect l="l" t="t" r="r" b="b"/>
                <a:pathLst>
                  <a:path w="839489" h="343451">
                    <a:moveTo>
                      <a:pt x="788225" y="35509"/>
                    </a:moveTo>
                    <a:lnTo>
                      <a:pt x="726908" y="67630"/>
                    </a:lnTo>
                    <a:lnTo>
                      <a:pt x="718732" y="54780"/>
                    </a:lnTo>
                    <a:lnTo>
                      <a:pt x="703793" y="53432"/>
                    </a:lnTo>
                    <a:lnTo>
                      <a:pt x="536483" y="144620"/>
                    </a:lnTo>
                    <a:lnTo>
                      <a:pt x="529556" y="154734"/>
                    </a:lnTo>
                    <a:lnTo>
                      <a:pt x="532599" y="165703"/>
                    </a:lnTo>
                    <a:lnTo>
                      <a:pt x="312039" y="275751"/>
                    </a:lnTo>
                    <a:lnTo>
                      <a:pt x="302920" y="294503"/>
                    </a:lnTo>
                    <a:lnTo>
                      <a:pt x="216945" y="343451"/>
                    </a:lnTo>
                    <a:lnTo>
                      <a:pt x="0" y="260316"/>
                    </a:lnTo>
                    <a:lnTo>
                      <a:pt x="108801" y="231451"/>
                    </a:lnTo>
                    <a:lnTo>
                      <a:pt x="437769" y="89154"/>
                    </a:lnTo>
                    <a:lnTo>
                      <a:pt x="510530" y="53852"/>
                    </a:lnTo>
                    <a:lnTo>
                      <a:pt x="532401" y="22789"/>
                    </a:lnTo>
                    <a:lnTo>
                      <a:pt x="545211" y="44577"/>
                    </a:lnTo>
                    <a:lnTo>
                      <a:pt x="637889" y="0"/>
                    </a:lnTo>
                    <a:lnTo>
                      <a:pt x="726450" y="0"/>
                    </a:lnTo>
                    <a:lnTo>
                      <a:pt x="653236" y="53637"/>
                    </a:lnTo>
                    <a:lnTo>
                      <a:pt x="693500" y="55356"/>
                    </a:lnTo>
                    <a:lnTo>
                      <a:pt x="816262" y="0"/>
                    </a:lnTo>
                    <a:lnTo>
                      <a:pt x="839489" y="0"/>
                    </a:lnTo>
                    <a:lnTo>
                      <a:pt x="795389" y="22647"/>
                    </a:lnTo>
                    <a:lnTo>
                      <a:pt x="788225" y="3550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5" name="Контур"/>
              <p:cNvSpPr/>
              <p:nvPr/>
            </p:nvSpPr>
            <p:spPr>
              <a:xfrm>
                <a:off x="5136385" y="9252981"/>
                <a:ext cx="406404" cy="283391"/>
              </a:xfrm>
              <a:custGeom>
                <a:avLst/>
                <a:gdLst/>
                <a:ahLst/>
                <a:cxnLst/>
                <a:rect l="l" t="t" r="r" b="b"/>
                <a:pathLst>
                  <a:path w="406404" h="283391">
                    <a:moveTo>
                      <a:pt x="296924" y="88572"/>
                    </a:moveTo>
                    <a:lnTo>
                      <a:pt x="345904" y="65070"/>
                    </a:lnTo>
                    <a:lnTo>
                      <a:pt x="341562" y="55991"/>
                    </a:lnTo>
                    <a:lnTo>
                      <a:pt x="146559" y="149237"/>
                    </a:lnTo>
                    <a:lnTo>
                      <a:pt x="150818" y="158414"/>
                    </a:lnTo>
                    <a:lnTo>
                      <a:pt x="199897" y="134781"/>
                    </a:lnTo>
                    <a:lnTo>
                      <a:pt x="207419" y="149920"/>
                    </a:lnTo>
                    <a:lnTo>
                      <a:pt x="146185" y="179064"/>
                    </a:lnTo>
                    <a:lnTo>
                      <a:pt x="165724" y="219151"/>
                    </a:lnTo>
                    <a:lnTo>
                      <a:pt x="35945" y="281639"/>
                    </a:lnTo>
                    <a:lnTo>
                      <a:pt x="11861" y="283391"/>
                    </a:lnTo>
                    <a:lnTo>
                      <a:pt x="2224" y="277893"/>
                    </a:lnTo>
                    <a:lnTo>
                      <a:pt x="0" y="250038"/>
                    </a:lnTo>
                    <a:lnTo>
                      <a:pt x="60472" y="158894"/>
                    </a:lnTo>
                    <a:lnTo>
                      <a:pt x="115919" y="95095"/>
                    </a:lnTo>
                    <a:lnTo>
                      <a:pt x="170215" y="52370"/>
                    </a:lnTo>
                    <a:lnTo>
                      <a:pt x="214622" y="27737"/>
                    </a:lnTo>
                    <a:lnTo>
                      <a:pt x="266647" y="7780"/>
                    </a:lnTo>
                    <a:lnTo>
                      <a:pt x="311000" y="0"/>
                    </a:lnTo>
                    <a:lnTo>
                      <a:pt x="348653" y="3192"/>
                    </a:lnTo>
                    <a:lnTo>
                      <a:pt x="373118" y="16247"/>
                    </a:lnTo>
                    <a:lnTo>
                      <a:pt x="395722" y="43636"/>
                    </a:lnTo>
                    <a:lnTo>
                      <a:pt x="406404" y="73181"/>
                    </a:lnTo>
                    <a:lnTo>
                      <a:pt x="401894" y="99266"/>
                    </a:lnTo>
                    <a:lnTo>
                      <a:pt x="386184" y="118854"/>
                    </a:lnTo>
                    <a:lnTo>
                      <a:pt x="365109" y="74804"/>
                    </a:lnTo>
                    <a:lnTo>
                      <a:pt x="304046" y="103413"/>
                    </a:lnTo>
                    <a:lnTo>
                      <a:pt x="296924" y="885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6" name="Контур"/>
              <p:cNvSpPr/>
              <p:nvPr/>
            </p:nvSpPr>
            <p:spPr>
              <a:xfrm>
                <a:off x="5100265" y="9543260"/>
                <a:ext cx="37144" cy="37117"/>
              </a:xfrm>
              <a:custGeom>
                <a:avLst/>
                <a:gdLst/>
                <a:ahLst/>
                <a:cxnLst/>
                <a:rect l="l" t="t" r="r" b="b"/>
                <a:pathLst>
                  <a:path w="37144" h="37117">
                    <a:moveTo>
                      <a:pt x="37144" y="18559"/>
                    </a:moveTo>
                    <a:lnTo>
                      <a:pt x="31085" y="32282"/>
                    </a:lnTo>
                    <a:lnTo>
                      <a:pt x="17858" y="37117"/>
                    </a:lnTo>
                    <a:lnTo>
                      <a:pt x="5864" y="32103"/>
                    </a:lnTo>
                    <a:lnTo>
                      <a:pt x="0" y="18559"/>
                    </a:lnTo>
                    <a:lnTo>
                      <a:pt x="5864" y="5014"/>
                    </a:lnTo>
                    <a:lnTo>
                      <a:pt x="17858" y="0"/>
                    </a:lnTo>
                    <a:lnTo>
                      <a:pt x="31085" y="4835"/>
                    </a:lnTo>
                    <a:lnTo>
                      <a:pt x="37144" y="185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7" name="Контур"/>
              <p:cNvSpPr/>
              <p:nvPr/>
            </p:nvSpPr>
            <p:spPr>
              <a:xfrm>
                <a:off x="5734549" y="9954539"/>
                <a:ext cx="48113" cy="60905"/>
              </a:xfrm>
              <a:custGeom>
                <a:avLst/>
                <a:gdLst/>
                <a:ahLst/>
                <a:cxnLst/>
                <a:rect l="l" t="t" r="r" b="b"/>
                <a:pathLst>
                  <a:path w="48113" h="60905">
                    <a:moveTo>
                      <a:pt x="28480" y="56580"/>
                    </a:moveTo>
                    <a:lnTo>
                      <a:pt x="19966" y="60905"/>
                    </a:lnTo>
                    <a:lnTo>
                      <a:pt x="0" y="19779"/>
                    </a:lnTo>
                    <a:lnTo>
                      <a:pt x="39881" y="0"/>
                    </a:lnTo>
                    <a:lnTo>
                      <a:pt x="48113" y="16192"/>
                    </a:lnTo>
                    <a:lnTo>
                      <a:pt x="16463" y="31434"/>
                    </a:lnTo>
                    <a:lnTo>
                      <a:pt x="28480" y="565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8" name="Контур"/>
              <p:cNvSpPr/>
              <p:nvPr/>
            </p:nvSpPr>
            <p:spPr>
              <a:xfrm>
                <a:off x="5834620" y="9937291"/>
                <a:ext cx="36431" cy="36113"/>
              </a:xfrm>
              <a:custGeom>
                <a:avLst/>
                <a:gdLst/>
                <a:ahLst/>
                <a:cxnLst/>
                <a:rect l="l" t="t" r="r" b="b"/>
                <a:pathLst>
                  <a:path w="36431" h="36113">
                    <a:moveTo>
                      <a:pt x="0" y="11711"/>
                    </a:moveTo>
                    <a:lnTo>
                      <a:pt x="24424" y="0"/>
                    </a:lnTo>
                    <a:lnTo>
                      <a:pt x="36431" y="24319"/>
                    </a:lnTo>
                    <a:lnTo>
                      <a:pt x="11735" y="36113"/>
                    </a:lnTo>
                    <a:lnTo>
                      <a:pt x="0" y="1171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9" name="Контур"/>
              <p:cNvSpPr/>
              <p:nvPr/>
            </p:nvSpPr>
            <p:spPr>
              <a:xfrm>
                <a:off x="5703832" y="9902385"/>
                <a:ext cx="38343" cy="57057"/>
              </a:xfrm>
              <a:custGeom>
                <a:avLst/>
                <a:gdLst/>
                <a:ahLst/>
                <a:cxnLst/>
                <a:rect l="l" t="t" r="r" b="b"/>
                <a:pathLst>
                  <a:path w="38343" h="57057">
                    <a:moveTo>
                      <a:pt x="0" y="6779"/>
                    </a:moveTo>
                    <a:lnTo>
                      <a:pt x="14411" y="0"/>
                    </a:lnTo>
                    <a:lnTo>
                      <a:pt x="38343" y="50421"/>
                    </a:lnTo>
                    <a:lnTo>
                      <a:pt x="23666" y="57057"/>
                    </a:lnTo>
                    <a:lnTo>
                      <a:pt x="0" y="677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0" name="Контур"/>
              <p:cNvSpPr/>
              <p:nvPr/>
            </p:nvSpPr>
            <p:spPr>
              <a:xfrm>
                <a:off x="5398360" y="9830551"/>
                <a:ext cx="62864" cy="87651"/>
              </a:xfrm>
              <a:custGeom>
                <a:avLst/>
                <a:gdLst/>
                <a:ahLst/>
                <a:cxnLst/>
                <a:rect l="l" t="t" r="r" b="b"/>
                <a:pathLst>
                  <a:path w="62864" h="87651">
                    <a:moveTo>
                      <a:pt x="27398" y="0"/>
                    </a:moveTo>
                    <a:lnTo>
                      <a:pt x="62864" y="74631"/>
                    </a:lnTo>
                    <a:lnTo>
                      <a:pt x="35466" y="87651"/>
                    </a:lnTo>
                    <a:lnTo>
                      <a:pt x="0" y="13021"/>
                    </a:lnTo>
                    <a:lnTo>
                      <a:pt x="2739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1" name="Контур"/>
              <p:cNvSpPr/>
              <p:nvPr/>
            </p:nvSpPr>
            <p:spPr>
              <a:xfrm>
                <a:off x="5705482" y="9810192"/>
                <a:ext cx="124409" cy="70877"/>
              </a:xfrm>
              <a:custGeom>
                <a:avLst/>
                <a:gdLst/>
                <a:ahLst/>
                <a:cxnLst/>
                <a:rect l="l" t="t" r="r" b="b"/>
                <a:pathLst>
                  <a:path w="124409" h="70877">
                    <a:moveTo>
                      <a:pt x="0" y="55993"/>
                    </a:moveTo>
                    <a:lnTo>
                      <a:pt x="117701" y="0"/>
                    </a:lnTo>
                    <a:lnTo>
                      <a:pt x="124409" y="14356"/>
                    </a:lnTo>
                    <a:lnTo>
                      <a:pt x="6844" y="70877"/>
                    </a:lnTo>
                    <a:lnTo>
                      <a:pt x="0" y="559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2" name="Контур"/>
              <p:cNvSpPr/>
              <p:nvPr/>
            </p:nvSpPr>
            <p:spPr>
              <a:xfrm>
                <a:off x="5175356" y="9761622"/>
                <a:ext cx="103757" cy="102517"/>
              </a:xfrm>
              <a:custGeom>
                <a:avLst/>
                <a:gdLst/>
                <a:ahLst/>
                <a:cxnLst/>
                <a:rect l="l" t="t" r="r" b="b"/>
                <a:pathLst>
                  <a:path w="103757" h="102517">
                    <a:moveTo>
                      <a:pt x="71023" y="0"/>
                    </a:moveTo>
                    <a:lnTo>
                      <a:pt x="103757" y="68654"/>
                    </a:lnTo>
                    <a:lnTo>
                      <a:pt x="32734" y="102517"/>
                    </a:lnTo>
                    <a:lnTo>
                      <a:pt x="0" y="33862"/>
                    </a:lnTo>
                    <a:lnTo>
                      <a:pt x="7102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3" name="Контур"/>
              <p:cNvSpPr/>
              <p:nvPr/>
            </p:nvSpPr>
            <p:spPr>
              <a:xfrm>
                <a:off x="5135453" y="9538752"/>
                <a:ext cx="407308" cy="248540"/>
              </a:xfrm>
              <a:custGeom>
                <a:avLst/>
                <a:gdLst/>
                <a:ahLst/>
                <a:cxnLst/>
                <a:rect l="l" t="t" r="r" b="b"/>
                <a:pathLst>
                  <a:path w="407308" h="248540">
                    <a:moveTo>
                      <a:pt x="321322" y="24798"/>
                    </a:moveTo>
                    <a:lnTo>
                      <a:pt x="373881" y="0"/>
                    </a:lnTo>
                    <a:lnTo>
                      <a:pt x="407308" y="69072"/>
                    </a:lnTo>
                    <a:lnTo>
                      <a:pt x="33971" y="248540"/>
                    </a:lnTo>
                    <a:lnTo>
                      <a:pt x="0" y="177890"/>
                    </a:lnTo>
                    <a:lnTo>
                      <a:pt x="321322" y="2479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4" name="Контур"/>
              <p:cNvSpPr/>
              <p:nvPr/>
            </p:nvSpPr>
            <p:spPr>
              <a:xfrm>
                <a:off x="5017502" y="9727300"/>
                <a:ext cx="30790" cy="30309"/>
              </a:xfrm>
              <a:custGeom>
                <a:avLst/>
                <a:gdLst/>
                <a:ahLst/>
                <a:cxnLst/>
                <a:rect l="l" t="t" r="r" b="b"/>
                <a:pathLst>
                  <a:path w="30790" h="30309">
                    <a:moveTo>
                      <a:pt x="18132" y="0"/>
                    </a:moveTo>
                    <a:lnTo>
                      <a:pt x="19062" y="4271"/>
                    </a:lnTo>
                    <a:lnTo>
                      <a:pt x="19704" y="6271"/>
                    </a:lnTo>
                    <a:lnTo>
                      <a:pt x="20562" y="8109"/>
                    </a:lnTo>
                    <a:lnTo>
                      <a:pt x="21093" y="8951"/>
                    </a:lnTo>
                    <a:lnTo>
                      <a:pt x="21859" y="9914"/>
                    </a:lnTo>
                    <a:lnTo>
                      <a:pt x="22432" y="10509"/>
                    </a:lnTo>
                    <a:lnTo>
                      <a:pt x="23707" y="11600"/>
                    </a:lnTo>
                    <a:lnTo>
                      <a:pt x="25885" y="13037"/>
                    </a:lnTo>
                    <a:lnTo>
                      <a:pt x="27467" y="13897"/>
                    </a:lnTo>
                    <a:lnTo>
                      <a:pt x="30790" y="15495"/>
                    </a:lnTo>
                    <a:lnTo>
                      <a:pt x="0" y="30309"/>
                    </a:lnTo>
                    <a:lnTo>
                      <a:pt x="1813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5" name="Контур"/>
              <p:cNvSpPr/>
              <p:nvPr/>
            </p:nvSpPr>
            <p:spPr>
              <a:xfrm>
                <a:off x="5145115" y="10173592"/>
                <a:ext cx="26883" cy="14408"/>
              </a:xfrm>
              <a:custGeom>
                <a:avLst/>
                <a:gdLst/>
                <a:ahLst/>
                <a:cxnLst/>
                <a:rect l="l" t="t" r="r" b="b"/>
                <a:pathLst>
                  <a:path w="26883" h="14408">
                    <a:moveTo>
                      <a:pt x="19584" y="0"/>
                    </a:moveTo>
                    <a:lnTo>
                      <a:pt x="26883" y="14408"/>
                    </a:lnTo>
                    <a:lnTo>
                      <a:pt x="2065" y="14408"/>
                    </a:lnTo>
                    <a:lnTo>
                      <a:pt x="0" y="1014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6" name="Контур"/>
              <p:cNvSpPr/>
              <p:nvPr/>
            </p:nvSpPr>
            <p:spPr>
              <a:xfrm>
                <a:off x="5395746" y="10083158"/>
                <a:ext cx="77654" cy="104842"/>
              </a:xfrm>
              <a:custGeom>
                <a:avLst/>
                <a:gdLst/>
                <a:ahLst/>
                <a:cxnLst/>
                <a:rect l="l" t="t" r="r" b="b"/>
                <a:pathLst>
                  <a:path w="77654" h="104842">
                    <a:moveTo>
                      <a:pt x="26919" y="0"/>
                    </a:moveTo>
                    <a:lnTo>
                      <a:pt x="45270" y="36672"/>
                    </a:lnTo>
                    <a:lnTo>
                      <a:pt x="77654" y="104842"/>
                    </a:lnTo>
                    <a:lnTo>
                      <a:pt x="17773" y="104842"/>
                    </a:lnTo>
                    <a:lnTo>
                      <a:pt x="0" y="67223"/>
                    </a:lnTo>
                    <a:lnTo>
                      <a:pt x="25866" y="53629"/>
                    </a:lnTo>
                    <a:lnTo>
                      <a:pt x="4439" y="7015"/>
                    </a:lnTo>
                    <a:lnTo>
                      <a:pt x="7345" y="5506"/>
                    </a:lnTo>
                    <a:lnTo>
                      <a:pt x="8552" y="5931"/>
                    </a:lnTo>
                    <a:lnTo>
                      <a:pt x="12774" y="6037"/>
                    </a:lnTo>
                    <a:lnTo>
                      <a:pt x="16822" y="483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7" name="Контур"/>
              <p:cNvSpPr/>
              <p:nvPr/>
            </p:nvSpPr>
            <p:spPr>
              <a:xfrm>
                <a:off x="5041355" y="10147343"/>
                <a:ext cx="91927" cy="40657"/>
              </a:xfrm>
              <a:custGeom>
                <a:avLst/>
                <a:gdLst/>
                <a:ahLst/>
                <a:cxnLst/>
                <a:rect l="l" t="t" r="r" b="b"/>
                <a:pathLst>
                  <a:path w="91927" h="40657">
                    <a:moveTo>
                      <a:pt x="0" y="40657"/>
                    </a:moveTo>
                    <a:lnTo>
                      <a:pt x="86530" y="0"/>
                    </a:lnTo>
                    <a:lnTo>
                      <a:pt x="91927" y="11549"/>
                    </a:lnTo>
                    <a:lnTo>
                      <a:pt x="30263" y="406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8" name="Контур"/>
              <p:cNvSpPr/>
              <p:nvPr/>
            </p:nvSpPr>
            <p:spPr>
              <a:xfrm>
                <a:off x="5814966" y="10136973"/>
                <a:ext cx="25975" cy="36070"/>
              </a:xfrm>
              <a:custGeom>
                <a:avLst/>
                <a:gdLst/>
                <a:ahLst/>
                <a:cxnLst/>
                <a:rect l="l" t="t" r="r" b="b"/>
                <a:pathLst>
                  <a:path w="25975" h="36070">
                    <a:moveTo>
                      <a:pt x="0" y="5101"/>
                    </a:moveTo>
                    <a:lnTo>
                      <a:pt x="10978" y="0"/>
                    </a:lnTo>
                    <a:lnTo>
                      <a:pt x="25975" y="31001"/>
                    </a:lnTo>
                    <a:lnTo>
                      <a:pt x="14956" y="36070"/>
                    </a:lnTo>
                    <a:lnTo>
                      <a:pt x="0" y="510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9" name="Контур"/>
              <p:cNvSpPr/>
              <p:nvPr/>
            </p:nvSpPr>
            <p:spPr>
              <a:xfrm>
                <a:off x="5788800" y="10083201"/>
                <a:ext cx="27901" cy="44012"/>
              </a:xfrm>
              <a:custGeom>
                <a:avLst/>
                <a:gdLst/>
                <a:ahLst/>
                <a:cxnLst/>
                <a:rect l="l" t="t" r="r" b="b"/>
                <a:pathLst>
                  <a:path w="27901" h="44012">
                    <a:moveTo>
                      <a:pt x="8252" y="0"/>
                    </a:moveTo>
                    <a:lnTo>
                      <a:pt x="27901" y="40328"/>
                    </a:lnTo>
                    <a:lnTo>
                      <a:pt x="19037" y="44012"/>
                    </a:lnTo>
                    <a:lnTo>
                      <a:pt x="0" y="3999"/>
                    </a:lnTo>
                    <a:lnTo>
                      <a:pt x="825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0" name="Контур"/>
              <p:cNvSpPr/>
              <p:nvPr/>
            </p:nvSpPr>
            <p:spPr>
              <a:xfrm>
                <a:off x="5435674" y="10068172"/>
                <a:ext cx="45074" cy="47026"/>
              </a:xfrm>
              <a:custGeom>
                <a:avLst/>
                <a:gdLst/>
                <a:ahLst/>
                <a:cxnLst/>
                <a:rect l="l" t="t" r="r" b="b"/>
                <a:pathLst>
                  <a:path w="45074" h="47026">
                    <a:moveTo>
                      <a:pt x="15807" y="47026"/>
                    </a:moveTo>
                    <a:lnTo>
                      <a:pt x="0" y="14342"/>
                    </a:lnTo>
                    <a:lnTo>
                      <a:pt x="29021" y="0"/>
                    </a:lnTo>
                    <a:lnTo>
                      <a:pt x="45074" y="32852"/>
                    </a:lnTo>
                    <a:lnTo>
                      <a:pt x="15807" y="4702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1" name="Контур"/>
              <p:cNvSpPr/>
              <p:nvPr/>
            </p:nvSpPr>
            <p:spPr>
              <a:xfrm>
                <a:off x="5826982" y="10054174"/>
                <a:ext cx="36485" cy="36463"/>
              </a:xfrm>
              <a:custGeom>
                <a:avLst/>
                <a:gdLst/>
                <a:ahLst/>
                <a:cxnLst/>
                <a:rect l="l" t="t" r="r" b="b"/>
                <a:pathLst>
                  <a:path w="36485" h="36463">
                    <a:moveTo>
                      <a:pt x="0" y="12100"/>
                    </a:moveTo>
                    <a:lnTo>
                      <a:pt x="24958" y="0"/>
                    </a:lnTo>
                    <a:lnTo>
                      <a:pt x="36485" y="24353"/>
                    </a:lnTo>
                    <a:lnTo>
                      <a:pt x="12011" y="36463"/>
                    </a:lnTo>
                    <a:lnTo>
                      <a:pt x="0" y="121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2" name="Контур"/>
              <p:cNvSpPr/>
              <p:nvPr/>
            </p:nvSpPr>
            <p:spPr>
              <a:xfrm>
                <a:off x="5771036" y="9961900"/>
                <a:ext cx="156364" cy="104238"/>
              </a:xfrm>
              <a:custGeom>
                <a:avLst/>
                <a:gdLst/>
                <a:ahLst/>
                <a:cxnLst/>
                <a:rect l="l" t="t" r="r" b="b"/>
                <a:pathLst>
                  <a:path w="156364" h="104238">
                    <a:moveTo>
                      <a:pt x="0" y="66586"/>
                    </a:moveTo>
                    <a:lnTo>
                      <a:pt x="138168" y="0"/>
                    </a:lnTo>
                    <a:lnTo>
                      <a:pt x="156364" y="37798"/>
                    </a:lnTo>
                    <a:lnTo>
                      <a:pt x="18289" y="104238"/>
                    </a:lnTo>
                    <a:lnTo>
                      <a:pt x="0" y="665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3" name="Контур"/>
              <p:cNvSpPr/>
              <p:nvPr/>
            </p:nvSpPr>
            <p:spPr>
              <a:xfrm>
                <a:off x="7931414" y="7654074"/>
                <a:ext cx="218810" cy="110070"/>
              </a:xfrm>
              <a:custGeom>
                <a:avLst/>
                <a:gdLst/>
                <a:ahLst/>
                <a:cxnLst/>
                <a:rect l="l" t="t" r="r" b="b"/>
                <a:pathLst>
                  <a:path w="218810" h="110070">
                    <a:moveTo>
                      <a:pt x="204991" y="15536"/>
                    </a:moveTo>
                    <a:lnTo>
                      <a:pt x="216527" y="33491"/>
                    </a:lnTo>
                    <a:lnTo>
                      <a:pt x="218810" y="35927"/>
                    </a:lnTo>
                    <a:lnTo>
                      <a:pt x="80786" y="104325"/>
                    </a:lnTo>
                    <a:lnTo>
                      <a:pt x="72461" y="110070"/>
                    </a:lnTo>
                    <a:lnTo>
                      <a:pt x="62018" y="95499"/>
                    </a:lnTo>
                    <a:lnTo>
                      <a:pt x="0" y="2008"/>
                    </a:lnTo>
                    <a:lnTo>
                      <a:pt x="3328" y="0"/>
                    </a:lnTo>
                    <a:lnTo>
                      <a:pt x="63065" y="91793"/>
                    </a:lnTo>
                    <a:lnTo>
                      <a:pt x="66745" y="95562"/>
                    </a:lnTo>
                    <a:lnTo>
                      <a:pt x="71587" y="97637"/>
                    </a:lnTo>
                    <a:lnTo>
                      <a:pt x="76853" y="97700"/>
                    </a:lnTo>
                    <a:lnTo>
                      <a:pt x="81744" y="95744"/>
                    </a:lnTo>
                    <a:lnTo>
                      <a:pt x="204991" y="1553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4" name="Контур"/>
              <p:cNvSpPr/>
              <p:nvPr/>
            </p:nvSpPr>
            <p:spPr>
              <a:xfrm>
                <a:off x="7734081" y="7498915"/>
                <a:ext cx="134782" cy="77062"/>
              </a:xfrm>
              <a:custGeom>
                <a:avLst/>
                <a:gdLst/>
                <a:ahLst/>
                <a:cxnLst/>
                <a:rect l="l" t="t" r="r" b="b"/>
                <a:pathLst>
                  <a:path w="134782" h="77062">
                    <a:moveTo>
                      <a:pt x="134782" y="72307"/>
                    </a:moveTo>
                    <a:lnTo>
                      <a:pt x="110091" y="67299"/>
                    </a:lnTo>
                    <a:lnTo>
                      <a:pt x="85897" y="77062"/>
                    </a:lnTo>
                    <a:lnTo>
                      <a:pt x="0" y="75901"/>
                    </a:lnTo>
                    <a:lnTo>
                      <a:pt x="94854" y="0"/>
                    </a:lnTo>
                    <a:lnTo>
                      <a:pt x="94189" y="1520"/>
                    </a:lnTo>
                    <a:lnTo>
                      <a:pt x="94084" y="6786"/>
                    </a:lnTo>
                    <a:lnTo>
                      <a:pt x="96003" y="11692"/>
                    </a:lnTo>
                    <a:lnTo>
                      <a:pt x="134782" y="7230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5" name="Контур"/>
              <p:cNvSpPr/>
              <p:nvPr/>
            </p:nvSpPr>
            <p:spPr>
              <a:xfrm>
                <a:off x="7287515" y="7257353"/>
                <a:ext cx="56605" cy="64484"/>
              </a:xfrm>
              <a:custGeom>
                <a:avLst/>
                <a:gdLst/>
                <a:ahLst/>
                <a:cxnLst/>
                <a:rect l="l" t="t" r="r" b="b"/>
                <a:pathLst>
                  <a:path w="56605" h="64484">
                    <a:moveTo>
                      <a:pt x="0" y="16215"/>
                    </a:moveTo>
                    <a:lnTo>
                      <a:pt x="35732" y="0"/>
                    </a:lnTo>
                    <a:lnTo>
                      <a:pt x="56605" y="43689"/>
                    </a:lnTo>
                    <a:lnTo>
                      <a:pt x="24596" y="64484"/>
                    </a:lnTo>
                    <a:lnTo>
                      <a:pt x="19464" y="54032"/>
                    </a:lnTo>
                    <a:lnTo>
                      <a:pt x="18748" y="54385"/>
                    </a:lnTo>
                    <a:lnTo>
                      <a:pt x="0" y="162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6" name="Контур"/>
              <p:cNvSpPr/>
              <p:nvPr/>
            </p:nvSpPr>
            <p:spPr>
              <a:xfrm>
                <a:off x="7296234" y="6263047"/>
                <a:ext cx="339490" cy="684770"/>
              </a:xfrm>
              <a:custGeom>
                <a:avLst/>
                <a:gdLst/>
                <a:ahLst/>
                <a:cxnLst/>
                <a:rect l="l" t="t" r="r" b="b"/>
                <a:pathLst>
                  <a:path w="339490" h="684770">
                    <a:moveTo>
                      <a:pt x="339490" y="676945"/>
                    </a:moveTo>
                    <a:lnTo>
                      <a:pt x="322989" y="684770"/>
                    </a:lnTo>
                    <a:lnTo>
                      <a:pt x="308279" y="654097"/>
                    </a:lnTo>
                    <a:lnTo>
                      <a:pt x="212882" y="462887"/>
                    </a:lnTo>
                    <a:lnTo>
                      <a:pt x="199037" y="438825"/>
                    </a:lnTo>
                    <a:lnTo>
                      <a:pt x="0" y="11303"/>
                    </a:lnTo>
                    <a:lnTo>
                      <a:pt x="22255" y="0"/>
                    </a:lnTo>
                    <a:lnTo>
                      <a:pt x="61054" y="81664"/>
                    </a:lnTo>
                    <a:lnTo>
                      <a:pt x="60995" y="83448"/>
                    </a:lnTo>
                    <a:lnTo>
                      <a:pt x="62171" y="87516"/>
                    </a:lnTo>
                    <a:lnTo>
                      <a:pt x="337801" y="674459"/>
                    </a:lnTo>
                    <a:lnTo>
                      <a:pt x="339490" y="67694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7" name="Контур"/>
              <p:cNvSpPr/>
              <p:nvPr/>
            </p:nvSpPr>
            <p:spPr>
              <a:xfrm>
                <a:off x="7416309" y="7443816"/>
                <a:ext cx="65949" cy="54705"/>
              </a:xfrm>
              <a:custGeom>
                <a:avLst/>
                <a:gdLst/>
                <a:ahLst/>
                <a:cxnLst/>
                <a:rect l="l" t="t" r="r" b="b"/>
                <a:pathLst>
                  <a:path w="65949" h="54705">
                    <a:moveTo>
                      <a:pt x="59285" y="0"/>
                    </a:moveTo>
                    <a:lnTo>
                      <a:pt x="65949" y="8771"/>
                    </a:lnTo>
                    <a:lnTo>
                      <a:pt x="11679" y="52553"/>
                    </a:lnTo>
                    <a:lnTo>
                      <a:pt x="6218" y="54705"/>
                    </a:lnTo>
                    <a:lnTo>
                      <a:pt x="0" y="49304"/>
                    </a:lnTo>
                    <a:lnTo>
                      <a:pt x="5928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8" name="Контур"/>
              <p:cNvSpPr/>
              <p:nvPr/>
            </p:nvSpPr>
            <p:spPr>
              <a:xfrm>
                <a:off x="7484571" y="6784734"/>
                <a:ext cx="759459" cy="661504"/>
              </a:xfrm>
              <a:custGeom>
                <a:avLst/>
                <a:gdLst/>
                <a:ahLst/>
                <a:cxnLst/>
                <a:rect l="l" t="t" r="r" b="b"/>
                <a:pathLst>
                  <a:path w="759459" h="661504">
                    <a:moveTo>
                      <a:pt x="759337" y="0"/>
                    </a:moveTo>
                    <a:lnTo>
                      <a:pt x="759459" y="2676"/>
                    </a:lnTo>
                    <a:lnTo>
                      <a:pt x="750129" y="16674"/>
                    </a:lnTo>
                    <a:lnTo>
                      <a:pt x="563553" y="188152"/>
                    </a:lnTo>
                    <a:lnTo>
                      <a:pt x="213807" y="485426"/>
                    </a:lnTo>
                    <a:lnTo>
                      <a:pt x="103089" y="581594"/>
                    </a:lnTo>
                    <a:lnTo>
                      <a:pt x="85044" y="597270"/>
                    </a:lnTo>
                    <a:lnTo>
                      <a:pt x="7766" y="661504"/>
                    </a:lnTo>
                    <a:lnTo>
                      <a:pt x="0" y="651616"/>
                    </a:lnTo>
                    <a:lnTo>
                      <a:pt x="27828" y="628474"/>
                    </a:lnTo>
                    <a:lnTo>
                      <a:pt x="28085" y="628254"/>
                    </a:lnTo>
                    <a:lnTo>
                      <a:pt x="194421" y="482710"/>
                    </a:lnTo>
                    <a:lnTo>
                      <a:pt x="348261" y="349619"/>
                    </a:lnTo>
                    <a:lnTo>
                      <a:pt x="480441" y="235718"/>
                    </a:lnTo>
                    <a:lnTo>
                      <a:pt x="666358" y="71353"/>
                    </a:lnTo>
                    <a:lnTo>
                      <a:pt x="669090" y="70844"/>
                    </a:lnTo>
                    <a:lnTo>
                      <a:pt x="672904" y="68714"/>
                    </a:lnTo>
                    <a:lnTo>
                      <a:pt x="75933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9" name="Контур"/>
              <p:cNvSpPr/>
              <p:nvPr/>
            </p:nvSpPr>
            <p:spPr>
              <a:xfrm>
                <a:off x="7993686" y="7205837"/>
                <a:ext cx="2205" cy="4938"/>
              </a:xfrm>
              <a:custGeom>
                <a:avLst/>
                <a:gdLst/>
                <a:ahLst/>
                <a:cxnLst/>
                <a:rect l="l" t="t" r="r" b="b"/>
                <a:pathLst>
                  <a:path w="2205" h="4938">
                    <a:moveTo>
                      <a:pt x="2205" y="4872"/>
                    </a:moveTo>
                    <a:lnTo>
                      <a:pt x="1051" y="4938"/>
                    </a:lnTo>
                    <a:lnTo>
                      <a:pt x="0" y="0"/>
                    </a:lnTo>
                    <a:lnTo>
                      <a:pt x="2205" y="48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0" name="Контур"/>
              <p:cNvSpPr/>
              <p:nvPr/>
            </p:nvSpPr>
            <p:spPr>
              <a:xfrm>
                <a:off x="7984144" y="7140748"/>
                <a:ext cx="48203" cy="32820"/>
              </a:xfrm>
              <a:custGeom>
                <a:avLst/>
                <a:gdLst/>
                <a:ahLst/>
                <a:cxnLst/>
                <a:rect l="l" t="t" r="r" b="b"/>
                <a:pathLst>
                  <a:path w="48203" h="32820">
                    <a:moveTo>
                      <a:pt x="48203" y="9076"/>
                    </a:moveTo>
                    <a:lnTo>
                      <a:pt x="7517" y="28597"/>
                    </a:lnTo>
                    <a:lnTo>
                      <a:pt x="3354" y="31702"/>
                    </a:lnTo>
                    <a:lnTo>
                      <a:pt x="2679" y="32820"/>
                    </a:lnTo>
                    <a:lnTo>
                      <a:pt x="0" y="20223"/>
                    </a:lnTo>
                    <a:lnTo>
                      <a:pt x="36461" y="3745"/>
                    </a:lnTo>
                    <a:lnTo>
                      <a:pt x="44572" y="0"/>
                    </a:lnTo>
                    <a:lnTo>
                      <a:pt x="48203" y="907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1" name="Контур"/>
              <p:cNvSpPr/>
              <p:nvPr/>
            </p:nvSpPr>
            <p:spPr>
              <a:xfrm>
                <a:off x="7497242" y="8236991"/>
                <a:ext cx="209496" cy="416085"/>
              </a:xfrm>
              <a:custGeom>
                <a:avLst/>
                <a:gdLst/>
                <a:ahLst/>
                <a:cxnLst/>
                <a:rect l="l" t="t" r="r" b="b"/>
                <a:pathLst>
                  <a:path w="209496" h="416085">
                    <a:moveTo>
                      <a:pt x="0" y="23047"/>
                    </a:moveTo>
                    <a:lnTo>
                      <a:pt x="11452" y="0"/>
                    </a:lnTo>
                    <a:lnTo>
                      <a:pt x="126890" y="236060"/>
                    </a:lnTo>
                    <a:lnTo>
                      <a:pt x="209496" y="414158"/>
                    </a:lnTo>
                    <a:lnTo>
                      <a:pt x="199865" y="416085"/>
                    </a:lnTo>
                    <a:lnTo>
                      <a:pt x="188796" y="411992"/>
                    </a:lnTo>
                    <a:lnTo>
                      <a:pt x="96496" y="224856"/>
                    </a:lnTo>
                    <a:lnTo>
                      <a:pt x="0" y="230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2" name="Контур"/>
              <p:cNvSpPr/>
              <p:nvPr/>
            </p:nvSpPr>
            <p:spPr>
              <a:xfrm>
                <a:off x="7527279" y="8203043"/>
                <a:ext cx="252219" cy="437364"/>
              </a:xfrm>
              <a:custGeom>
                <a:avLst/>
                <a:gdLst/>
                <a:ahLst/>
                <a:cxnLst/>
                <a:rect l="l" t="t" r="r" b="b"/>
                <a:pathLst>
                  <a:path w="252219" h="437364">
                    <a:moveTo>
                      <a:pt x="252219" y="420257"/>
                    </a:moveTo>
                    <a:lnTo>
                      <a:pt x="225996" y="434509"/>
                    </a:lnTo>
                    <a:lnTo>
                      <a:pt x="206018" y="437364"/>
                    </a:lnTo>
                    <a:lnTo>
                      <a:pt x="151498" y="335631"/>
                    </a:lnTo>
                    <a:lnTo>
                      <a:pt x="0" y="20226"/>
                    </a:lnTo>
                    <a:lnTo>
                      <a:pt x="46882" y="0"/>
                    </a:lnTo>
                    <a:lnTo>
                      <a:pt x="249666" y="415031"/>
                    </a:lnTo>
                    <a:lnTo>
                      <a:pt x="252219" y="4202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3" name="Контур"/>
              <p:cNvSpPr/>
              <p:nvPr/>
            </p:nvSpPr>
            <p:spPr>
              <a:xfrm>
                <a:off x="7249318" y="8169891"/>
                <a:ext cx="194982" cy="376738"/>
              </a:xfrm>
              <a:custGeom>
                <a:avLst/>
                <a:gdLst/>
                <a:ahLst/>
                <a:cxnLst/>
                <a:rect l="l" t="t" r="r" b="b"/>
                <a:pathLst>
                  <a:path w="194982" h="376738">
                    <a:moveTo>
                      <a:pt x="185175" y="376738"/>
                    </a:moveTo>
                    <a:lnTo>
                      <a:pt x="45918" y="97279"/>
                    </a:lnTo>
                    <a:lnTo>
                      <a:pt x="0" y="2968"/>
                    </a:lnTo>
                    <a:lnTo>
                      <a:pt x="17195" y="0"/>
                    </a:lnTo>
                    <a:lnTo>
                      <a:pt x="43197" y="58985"/>
                    </a:lnTo>
                    <a:lnTo>
                      <a:pt x="181954" y="348536"/>
                    </a:lnTo>
                    <a:lnTo>
                      <a:pt x="194982" y="371509"/>
                    </a:lnTo>
                    <a:lnTo>
                      <a:pt x="185175" y="37673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4" name="Контур"/>
              <p:cNvSpPr/>
              <p:nvPr/>
            </p:nvSpPr>
            <p:spPr>
              <a:xfrm>
                <a:off x="7308465" y="8186323"/>
                <a:ext cx="196372" cy="340398"/>
              </a:xfrm>
              <a:custGeom>
                <a:avLst/>
                <a:gdLst/>
                <a:ahLst/>
                <a:cxnLst/>
                <a:rect l="l" t="t" r="r" b="b"/>
                <a:pathLst>
                  <a:path w="196372" h="340398">
                    <a:moveTo>
                      <a:pt x="61561" y="0"/>
                    </a:moveTo>
                    <a:lnTo>
                      <a:pt x="193393" y="274797"/>
                    </a:lnTo>
                    <a:lnTo>
                      <a:pt x="196372" y="287316"/>
                    </a:lnTo>
                    <a:lnTo>
                      <a:pt x="195778" y="296568"/>
                    </a:lnTo>
                    <a:lnTo>
                      <a:pt x="192196" y="310581"/>
                    </a:lnTo>
                    <a:lnTo>
                      <a:pt x="181765" y="324297"/>
                    </a:lnTo>
                    <a:lnTo>
                      <a:pt x="167158" y="333243"/>
                    </a:lnTo>
                    <a:lnTo>
                      <a:pt x="153749" y="340398"/>
                    </a:lnTo>
                    <a:lnTo>
                      <a:pt x="0" y="29114"/>
                    </a:lnTo>
                    <a:lnTo>
                      <a:pt x="6156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5" name="Контур"/>
              <p:cNvSpPr/>
              <p:nvPr/>
            </p:nvSpPr>
            <p:spPr>
              <a:xfrm>
                <a:off x="7445617" y="8062942"/>
                <a:ext cx="77863" cy="92146"/>
              </a:xfrm>
              <a:custGeom>
                <a:avLst/>
                <a:gdLst/>
                <a:ahLst/>
                <a:cxnLst/>
                <a:rect l="l" t="t" r="r" b="b"/>
                <a:pathLst>
                  <a:path w="77863" h="92146">
                    <a:moveTo>
                      <a:pt x="77863" y="35101"/>
                    </a:moveTo>
                    <a:lnTo>
                      <a:pt x="49683" y="48613"/>
                    </a:lnTo>
                    <a:lnTo>
                      <a:pt x="68178" y="88881"/>
                    </a:lnTo>
                    <a:lnTo>
                      <a:pt x="44606" y="92146"/>
                    </a:lnTo>
                    <a:lnTo>
                      <a:pt x="0" y="5441"/>
                    </a:lnTo>
                    <a:lnTo>
                      <a:pt x="27198" y="0"/>
                    </a:lnTo>
                    <a:lnTo>
                      <a:pt x="52404" y="5923"/>
                    </a:lnTo>
                    <a:lnTo>
                      <a:pt x="61890" y="407"/>
                    </a:lnTo>
                    <a:lnTo>
                      <a:pt x="77863" y="3510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6" name="Контур"/>
              <p:cNvSpPr/>
              <p:nvPr/>
            </p:nvSpPr>
            <p:spPr>
              <a:xfrm>
                <a:off x="7258075" y="7656298"/>
                <a:ext cx="130816" cy="192846"/>
              </a:xfrm>
              <a:custGeom>
                <a:avLst/>
                <a:gdLst/>
                <a:ahLst/>
                <a:cxnLst/>
                <a:rect l="l" t="t" r="r" b="b"/>
                <a:pathLst>
                  <a:path w="130816" h="192846">
                    <a:moveTo>
                      <a:pt x="104879" y="104221"/>
                    </a:moveTo>
                    <a:lnTo>
                      <a:pt x="130816" y="156299"/>
                    </a:lnTo>
                    <a:lnTo>
                      <a:pt x="87867" y="192846"/>
                    </a:lnTo>
                    <a:lnTo>
                      <a:pt x="74796" y="190835"/>
                    </a:lnTo>
                    <a:lnTo>
                      <a:pt x="68843" y="179191"/>
                    </a:lnTo>
                    <a:lnTo>
                      <a:pt x="0" y="37311"/>
                    </a:lnTo>
                    <a:lnTo>
                      <a:pt x="3074" y="32557"/>
                    </a:lnTo>
                    <a:lnTo>
                      <a:pt x="8773" y="27898"/>
                    </a:lnTo>
                    <a:lnTo>
                      <a:pt x="12252" y="25883"/>
                    </a:lnTo>
                    <a:lnTo>
                      <a:pt x="52970" y="0"/>
                    </a:lnTo>
                    <a:lnTo>
                      <a:pt x="104879" y="10422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7" name="Контур"/>
              <p:cNvSpPr/>
              <p:nvPr/>
            </p:nvSpPr>
            <p:spPr>
              <a:xfrm>
                <a:off x="7400711" y="7966542"/>
                <a:ext cx="38823" cy="46418"/>
              </a:xfrm>
              <a:custGeom>
                <a:avLst/>
                <a:gdLst/>
                <a:ahLst/>
                <a:cxnLst/>
                <a:rect l="l" t="t" r="r" b="b"/>
                <a:pathLst>
                  <a:path w="38823" h="46418">
                    <a:moveTo>
                      <a:pt x="28665" y="0"/>
                    </a:moveTo>
                    <a:lnTo>
                      <a:pt x="38823" y="22319"/>
                    </a:lnTo>
                    <a:lnTo>
                      <a:pt x="18378" y="46418"/>
                    </a:lnTo>
                    <a:lnTo>
                      <a:pt x="0" y="13036"/>
                    </a:lnTo>
                    <a:lnTo>
                      <a:pt x="2866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8" name="Контур"/>
              <p:cNvSpPr/>
              <p:nvPr/>
            </p:nvSpPr>
            <p:spPr>
              <a:xfrm>
                <a:off x="7248274" y="7720492"/>
                <a:ext cx="147751" cy="312513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12513">
                    <a:moveTo>
                      <a:pt x="0" y="0"/>
                    </a:moveTo>
                    <a:lnTo>
                      <a:pt x="61141" y="119675"/>
                    </a:lnTo>
                    <a:lnTo>
                      <a:pt x="87055" y="173800"/>
                    </a:lnTo>
                    <a:lnTo>
                      <a:pt x="124528" y="249061"/>
                    </a:lnTo>
                    <a:lnTo>
                      <a:pt x="147751" y="295705"/>
                    </a:lnTo>
                    <a:lnTo>
                      <a:pt x="140630" y="312513"/>
                    </a:lnTo>
                    <a:lnTo>
                      <a:pt x="113933" y="260201"/>
                    </a:lnTo>
                    <a:lnTo>
                      <a:pt x="81630" y="196906"/>
                    </a:lnTo>
                    <a:lnTo>
                      <a:pt x="41699" y="110213"/>
                    </a:lnTo>
                    <a:lnTo>
                      <a:pt x="25948" y="74676"/>
                    </a:lnTo>
                    <a:lnTo>
                      <a:pt x="6980" y="37562"/>
                    </a:lnTo>
                    <a:lnTo>
                      <a:pt x="2309" y="232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9" name="Контур"/>
              <p:cNvSpPr/>
              <p:nvPr/>
            </p:nvSpPr>
            <p:spPr>
              <a:xfrm>
                <a:off x="7792774" y="8874697"/>
                <a:ext cx="32926" cy="15061"/>
              </a:xfrm>
              <a:custGeom>
                <a:avLst/>
                <a:gdLst/>
                <a:ahLst/>
                <a:cxnLst/>
                <a:rect l="l" t="t" r="r" b="b"/>
                <a:pathLst>
                  <a:path w="32926" h="15061">
                    <a:moveTo>
                      <a:pt x="30365" y="0"/>
                    </a:moveTo>
                    <a:lnTo>
                      <a:pt x="32926" y="5037"/>
                    </a:lnTo>
                    <a:lnTo>
                      <a:pt x="7878" y="15061"/>
                    </a:lnTo>
                    <a:lnTo>
                      <a:pt x="0" y="0"/>
                    </a:lnTo>
                    <a:lnTo>
                      <a:pt x="3036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0" name="Контур"/>
              <p:cNvSpPr/>
              <p:nvPr/>
            </p:nvSpPr>
            <p:spPr>
              <a:xfrm>
                <a:off x="7459936" y="8587138"/>
                <a:ext cx="217986" cy="287559"/>
              </a:xfrm>
              <a:custGeom>
                <a:avLst/>
                <a:gdLst/>
                <a:ahLst/>
                <a:cxnLst/>
                <a:rect l="l" t="t" r="r" b="b"/>
                <a:pathLst>
                  <a:path w="217986" h="287559">
                    <a:moveTo>
                      <a:pt x="114696" y="26235"/>
                    </a:moveTo>
                    <a:lnTo>
                      <a:pt x="165279" y="128928"/>
                    </a:lnTo>
                    <a:lnTo>
                      <a:pt x="183534" y="168442"/>
                    </a:lnTo>
                    <a:lnTo>
                      <a:pt x="217986" y="237675"/>
                    </a:lnTo>
                    <a:lnTo>
                      <a:pt x="210362" y="253813"/>
                    </a:lnTo>
                    <a:lnTo>
                      <a:pt x="157915" y="287559"/>
                    </a:lnTo>
                    <a:lnTo>
                      <a:pt x="127188" y="287559"/>
                    </a:lnTo>
                    <a:lnTo>
                      <a:pt x="95126" y="216315"/>
                    </a:lnTo>
                    <a:lnTo>
                      <a:pt x="10421" y="41041"/>
                    </a:lnTo>
                    <a:lnTo>
                      <a:pt x="0" y="19008"/>
                    </a:lnTo>
                    <a:lnTo>
                      <a:pt x="9395" y="12008"/>
                    </a:lnTo>
                    <a:lnTo>
                      <a:pt x="33402" y="9264"/>
                    </a:lnTo>
                    <a:lnTo>
                      <a:pt x="50550" y="1030"/>
                    </a:lnTo>
                    <a:lnTo>
                      <a:pt x="65640" y="0"/>
                    </a:lnTo>
                    <a:lnTo>
                      <a:pt x="78330" y="2402"/>
                    </a:lnTo>
                    <a:lnTo>
                      <a:pt x="94449" y="8577"/>
                    </a:lnTo>
                    <a:lnTo>
                      <a:pt x="108405" y="19377"/>
                    </a:lnTo>
                    <a:lnTo>
                      <a:pt x="114696" y="26235"/>
                    </a:lnTo>
                    <a:close/>
                    <a:moveTo>
                      <a:pt x="129514" y="273003"/>
                    </a:moveTo>
                    <a:lnTo>
                      <a:pt x="184394" y="248334"/>
                    </a:lnTo>
                    <a:lnTo>
                      <a:pt x="169755" y="215768"/>
                    </a:lnTo>
                    <a:lnTo>
                      <a:pt x="114874" y="240437"/>
                    </a:lnTo>
                    <a:lnTo>
                      <a:pt x="122488" y="257375"/>
                    </a:lnTo>
                    <a:lnTo>
                      <a:pt x="129514" y="27300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1" name="Контур"/>
              <p:cNvSpPr/>
              <p:nvPr/>
            </p:nvSpPr>
            <p:spPr>
              <a:xfrm>
                <a:off x="7924179" y="7929841"/>
                <a:ext cx="610870" cy="944856"/>
              </a:xfrm>
              <a:custGeom>
                <a:avLst/>
                <a:gdLst/>
                <a:ahLst/>
                <a:cxnLst/>
                <a:rect l="l" t="t" r="r" b="b"/>
                <a:pathLst>
                  <a:path w="610870" h="944856">
                    <a:moveTo>
                      <a:pt x="117324" y="931880"/>
                    </a:moveTo>
                    <a:lnTo>
                      <a:pt x="108513" y="944856"/>
                    </a:lnTo>
                    <a:lnTo>
                      <a:pt x="31047" y="944856"/>
                    </a:lnTo>
                    <a:lnTo>
                      <a:pt x="35462" y="936657"/>
                    </a:lnTo>
                    <a:lnTo>
                      <a:pt x="25069" y="875839"/>
                    </a:lnTo>
                    <a:lnTo>
                      <a:pt x="0" y="821523"/>
                    </a:lnTo>
                    <a:lnTo>
                      <a:pt x="88619" y="786108"/>
                    </a:lnTo>
                    <a:lnTo>
                      <a:pt x="171909" y="694061"/>
                    </a:lnTo>
                    <a:lnTo>
                      <a:pt x="590671" y="0"/>
                    </a:lnTo>
                    <a:lnTo>
                      <a:pt x="595852" y="2047"/>
                    </a:lnTo>
                    <a:lnTo>
                      <a:pt x="610870" y="13296"/>
                    </a:lnTo>
                    <a:lnTo>
                      <a:pt x="219756" y="659378"/>
                    </a:lnTo>
                    <a:lnTo>
                      <a:pt x="222872" y="692226"/>
                    </a:lnTo>
                    <a:lnTo>
                      <a:pt x="94889" y="901821"/>
                    </a:lnTo>
                    <a:lnTo>
                      <a:pt x="95375" y="916631"/>
                    </a:lnTo>
                    <a:lnTo>
                      <a:pt x="117324" y="9318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2" name="Контур"/>
              <p:cNvSpPr/>
              <p:nvPr/>
            </p:nvSpPr>
            <p:spPr>
              <a:xfrm>
                <a:off x="7260404" y="8874697"/>
                <a:ext cx="326720" cy="62576"/>
              </a:xfrm>
              <a:custGeom>
                <a:avLst/>
                <a:gdLst/>
                <a:ahLst/>
                <a:cxnLst/>
                <a:rect l="l" t="t" r="r" b="b"/>
                <a:pathLst>
                  <a:path w="326720" h="62576">
                    <a:moveTo>
                      <a:pt x="241574" y="0"/>
                    </a:moveTo>
                    <a:lnTo>
                      <a:pt x="326720" y="0"/>
                    </a:lnTo>
                    <a:lnTo>
                      <a:pt x="204258" y="62576"/>
                    </a:lnTo>
                    <a:lnTo>
                      <a:pt x="180989" y="11864"/>
                    </a:lnTo>
                    <a:lnTo>
                      <a:pt x="171376" y="4258"/>
                    </a:lnTo>
                    <a:lnTo>
                      <a:pt x="49704" y="57249"/>
                    </a:lnTo>
                    <a:lnTo>
                      <a:pt x="43162" y="44404"/>
                    </a:lnTo>
                    <a:lnTo>
                      <a:pt x="5888" y="62532"/>
                    </a:lnTo>
                    <a:lnTo>
                      <a:pt x="0" y="50612"/>
                    </a:lnTo>
                    <a:lnTo>
                      <a:pt x="9421" y="9144"/>
                    </a:lnTo>
                    <a:lnTo>
                      <a:pt x="4095" y="0"/>
                    </a:lnTo>
                    <a:lnTo>
                      <a:pt x="216796" y="0"/>
                    </a:lnTo>
                    <a:lnTo>
                      <a:pt x="227891" y="5330"/>
                    </a:lnTo>
                    <a:lnTo>
                      <a:pt x="24157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3" name="Контур"/>
              <p:cNvSpPr/>
              <p:nvPr/>
            </p:nvSpPr>
            <p:spPr>
              <a:xfrm>
                <a:off x="7906561" y="8884882"/>
                <a:ext cx="43314" cy="50394"/>
              </a:xfrm>
              <a:custGeom>
                <a:avLst/>
                <a:gdLst/>
                <a:ahLst/>
                <a:cxnLst/>
                <a:rect l="l" t="t" r="r" b="b"/>
                <a:pathLst>
                  <a:path w="43314" h="50394">
                    <a:moveTo>
                      <a:pt x="30230" y="24910"/>
                    </a:moveTo>
                    <a:lnTo>
                      <a:pt x="18747" y="50394"/>
                    </a:lnTo>
                    <a:lnTo>
                      <a:pt x="0" y="7683"/>
                    </a:lnTo>
                    <a:lnTo>
                      <a:pt x="43314" y="0"/>
                    </a:lnTo>
                    <a:lnTo>
                      <a:pt x="30230" y="249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4" name="Контур"/>
              <p:cNvSpPr/>
              <p:nvPr/>
            </p:nvSpPr>
            <p:spPr>
              <a:xfrm>
                <a:off x="7716725" y="8697760"/>
                <a:ext cx="106414" cy="176937"/>
              </a:xfrm>
              <a:custGeom>
                <a:avLst/>
                <a:gdLst/>
                <a:ahLst/>
                <a:cxnLst/>
                <a:rect l="l" t="t" r="r" b="b"/>
                <a:pathLst>
                  <a:path w="106414" h="176937">
                    <a:moveTo>
                      <a:pt x="106414" y="176937"/>
                    </a:moveTo>
                    <a:lnTo>
                      <a:pt x="76049" y="176937"/>
                    </a:lnTo>
                    <a:lnTo>
                      <a:pt x="0" y="15488"/>
                    </a:lnTo>
                    <a:lnTo>
                      <a:pt x="15484" y="0"/>
                    </a:lnTo>
                    <a:lnTo>
                      <a:pt x="106414" y="1769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5" name="Контур"/>
              <p:cNvSpPr/>
              <p:nvPr/>
            </p:nvSpPr>
            <p:spPr>
              <a:xfrm>
                <a:off x="7394569" y="8606146"/>
                <a:ext cx="192555" cy="268551"/>
              </a:xfrm>
              <a:custGeom>
                <a:avLst/>
                <a:gdLst/>
                <a:ahLst/>
                <a:cxnLst/>
                <a:rect l="l" t="t" r="r" b="b"/>
                <a:pathLst>
                  <a:path w="192555" h="268551">
                    <a:moveTo>
                      <a:pt x="107409" y="268551"/>
                    </a:moveTo>
                    <a:lnTo>
                      <a:pt x="136155" y="254236"/>
                    </a:lnTo>
                    <a:lnTo>
                      <a:pt x="139103" y="238641"/>
                    </a:lnTo>
                    <a:lnTo>
                      <a:pt x="115551" y="188803"/>
                    </a:lnTo>
                    <a:lnTo>
                      <a:pt x="107897" y="181862"/>
                    </a:lnTo>
                    <a:lnTo>
                      <a:pt x="97520" y="182392"/>
                    </a:lnTo>
                    <a:lnTo>
                      <a:pt x="79082" y="149951"/>
                    </a:lnTo>
                    <a:lnTo>
                      <a:pt x="56251" y="132310"/>
                    </a:lnTo>
                    <a:lnTo>
                      <a:pt x="26067" y="124527"/>
                    </a:lnTo>
                    <a:lnTo>
                      <a:pt x="0" y="33138"/>
                    </a:lnTo>
                    <a:lnTo>
                      <a:pt x="65367" y="0"/>
                    </a:lnTo>
                    <a:lnTo>
                      <a:pt x="192555" y="268551"/>
                    </a:lnTo>
                    <a:lnTo>
                      <a:pt x="107409" y="268551"/>
                    </a:lnTo>
                    <a:close/>
                    <a:moveTo>
                      <a:pt x="132489" y="183589"/>
                    </a:moveTo>
                    <a:lnTo>
                      <a:pt x="142909" y="205622"/>
                    </a:lnTo>
                    <a:lnTo>
                      <a:pt x="157169" y="198878"/>
                    </a:lnTo>
                    <a:lnTo>
                      <a:pt x="146749" y="176845"/>
                    </a:lnTo>
                    <a:lnTo>
                      <a:pt x="132489" y="18358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6" name="Контур"/>
              <p:cNvSpPr/>
              <p:nvPr/>
            </p:nvSpPr>
            <p:spPr>
              <a:xfrm>
                <a:off x="7246868" y="8742950"/>
                <a:ext cx="234700" cy="131747"/>
              </a:xfrm>
              <a:custGeom>
                <a:avLst/>
                <a:gdLst/>
                <a:ahLst/>
                <a:cxnLst/>
                <a:rect l="l" t="t" r="r" b="b"/>
                <a:pathLst>
                  <a:path w="234700" h="131747">
                    <a:moveTo>
                      <a:pt x="234700" y="50560"/>
                    </a:moveTo>
                    <a:lnTo>
                      <a:pt x="211449" y="61548"/>
                    </a:lnTo>
                    <a:lnTo>
                      <a:pt x="207959" y="63927"/>
                    </a:lnTo>
                    <a:lnTo>
                      <a:pt x="205376" y="67269"/>
                    </a:lnTo>
                    <a:lnTo>
                      <a:pt x="203952" y="71246"/>
                    </a:lnTo>
                    <a:lnTo>
                      <a:pt x="203826" y="75468"/>
                    </a:lnTo>
                    <a:lnTo>
                      <a:pt x="205011" y="79522"/>
                    </a:lnTo>
                    <a:lnTo>
                      <a:pt x="228563" y="129360"/>
                    </a:lnTo>
                    <a:lnTo>
                      <a:pt x="230332" y="131747"/>
                    </a:lnTo>
                    <a:lnTo>
                      <a:pt x="17631" y="131747"/>
                    </a:lnTo>
                    <a:lnTo>
                      <a:pt x="0" y="94055"/>
                    </a:lnTo>
                    <a:lnTo>
                      <a:pt x="178877" y="5639"/>
                    </a:lnTo>
                    <a:lnTo>
                      <a:pt x="177269" y="0"/>
                    </a:lnTo>
                    <a:lnTo>
                      <a:pt x="186860" y="1422"/>
                    </a:lnTo>
                    <a:lnTo>
                      <a:pt x="198936" y="6040"/>
                    </a:lnTo>
                    <a:lnTo>
                      <a:pt x="208178" y="11375"/>
                    </a:lnTo>
                    <a:lnTo>
                      <a:pt x="217773" y="20618"/>
                    </a:lnTo>
                    <a:lnTo>
                      <a:pt x="225229" y="31982"/>
                    </a:lnTo>
                    <a:lnTo>
                      <a:pt x="234700" y="5056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7" name="Контур"/>
              <p:cNvSpPr/>
              <p:nvPr/>
            </p:nvSpPr>
            <p:spPr>
              <a:xfrm>
                <a:off x="7755882" y="8667844"/>
                <a:ext cx="116394" cy="202317"/>
              </a:xfrm>
              <a:custGeom>
                <a:avLst/>
                <a:gdLst/>
                <a:ahLst/>
                <a:cxnLst/>
                <a:rect l="l" t="t" r="r" b="b"/>
                <a:pathLst>
                  <a:path w="116394" h="202317">
                    <a:moveTo>
                      <a:pt x="32663" y="0"/>
                    </a:moveTo>
                    <a:lnTo>
                      <a:pt x="74136" y="105898"/>
                    </a:lnTo>
                    <a:lnTo>
                      <a:pt x="76272" y="109541"/>
                    </a:lnTo>
                    <a:lnTo>
                      <a:pt x="79430" y="112347"/>
                    </a:lnTo>
                    <a:lnTo>
                      <a:pt x="83301" y="114039"/>
                    </a:lnTo>
                    <a:lnTo>
                      <a:pt x="87504" y="114452"/>
                    </a:lnTo>
                    <a:lnTo>
                      <a:pt x="89997" y="113904"/>
                    </a:lnTo>
                    <a:lnTo>
                      <a:pt x="90875" y="117010"/>
                    </a:lnTo>
                    <a:lnTo>
                      <a:pt x="116394" y="172313"/>
                    </a:lnTo>
                    <a:lnTo>
                      <a:pt x="98029" y="178164"/>
                    </a:lnTo>
                    <a:lnTo>
                      <a:pt x="104320" y="191127"/>
                    </a:lnTo>
                    <a:lnTo>
                      <a:pt x="101956" y="195553"/>
                    </a:lnTo>
                    <a:lnTo>
                      <a:pt x="99955" y="198689"/>
                    </a:lnTo>
                    <a:lnTo>
                      <a:pt x="96963" y="200899"/>
                    </a:lnTo>
                    <a:lnTo>
                      <a:pt x="93965" y="202317"/>
                    </a:lnTo>
                    <a:lnTo>
                      <a:pt x="89491" y="201675"/>
                    </a:lnTo>
                    <a:lnTo>
                      <a:pt x="0" y="16366"/>
                    </a:lnTo>
                    <a:lnTo>
                      <a:pt x="3266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8" name="Контур"/>
              <p:cNvSpPr/>
              <p:nvPr/>
            </p:nvSpPr>
            <p:spPr>
              <a:xfrm>
                <a:off x="6976812" y="7509892"/>
                <a:ext cx="77053" cy="82430"/>
              </a:xfrm>
              <a:custGeom>
                <a:avLst/>
                <a:gdLst/>
                <a:ahLst/>
                <a:cxnLst/>
                <a:rect l="l" t="t" r="r" b="b"/>
                <a:pathLst>
                  <a:path w="77053" h="82430">
                    <a:moveTo>
                      <a:pt x="0" y="10402"/>
                    </a:moveTo>
                    <a:lnTo>
                      <a:pt x="23998" y="2205"/>
                    </a:lnTo>
                    <a:lnTo>
                      <a:pt x="38605" y="0"/>
                    </a:lnTo>
                    <a:lnTo>
                      <a:pt x="47218" y="900"/>
                    </a:lnTo>
                    <a:lnTo>
                      <a:pt x="55237" y="3276"/>
                    </a:lnTo>
                    <a:lnTo>
                      <a:pt x="58801" y="5949"/>
                    </a:lnTo>
                    <a:lnTo>
                      <a:pt x="65848" y="12411"/>
                    </a:lnTo>
                    <a:lnTo>
                      <a:pt x="77053" y="24705"/>
                    </a:lnTo>
                    <a:lnTo>
                      <a:pt x="72976" y="46354"/>
                    </a:lnTo>
                    <a:lnTo>
                      <a:pt x="63919" y="64478"/>
                    </a:lnTo>
                    <a:lnTo>
                      <a:pt x="37010" y="82430"/>
                    </a:lnTo>
                    <a:lnTo>
                      <a:pt x="0" y="1040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9" name="Контур"/>
              <p:cNvSpPr/>
              <p:nvPr/>
            </p:nvSpPr>
            <p:spPr>
              <a:xfrm>
                <a:off x="6897979" y="7410377"/>
                <a:ext cx="51338" cy="64521"/>
              </a:xfrm>
              <a:custGeom>
                <a:avLst/>
                <a:gdLst/>
                <a:ahLst/>
                <a:cxnLst/>
                <a:rect l="l" t="t" r="r" b="b"/>
                <a:pathLst>
                  <a:path w="51338" h="64521">
                    <a:moveTo>
                      <a:pt x="0" y="16715"/>
                    </a:moveTo>
                    <a:lnTo>
                      <a:pt x="16822" y="5927"/>
                    </a:lnTo>
                    <a:lnTo>
                      <a:pt x="30252" y="0"/>
                    </a:lnTo>
                    <a:lnTo>
                      <a:pt x="51338" y="36750"/>
                    </a:lnTo>
                    <a:lnTo>
                      <a:pt x="15221" y="64521"/>
                    </a:lnTo>
                    <a:lnTo>
                      <a:pt x="9771" y="57170"/>
                    </a:lnTo>
                    <a:lnTo>
                      <a:pt x="9712" y="57035"/>
                    </a:lnTo>
                    <a:lnTo>
                      <a:pt x="13178" y="53792"/>
                    </a:lnTo>
                    <a:lnTo>
                      <a:pt x="15356" y="49001"/>
                    </a:lnTo>
                    <a:lnTo>
                      <a:pt x="15535" y="43739"/>
                    </a:lnTo>
                    <a:lnTo>
                      <a:pt x="13688" y="38810"/>
                    </a:lnTo>
                    <a:lnTo>
                      <a:pt x="0" y="167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0" name="Контур"/>
              <p:cNvSpPr/>
              <p:nvPr/>
            </p:nvSpPr>
            <p:spPr>
              <a:xfrm>
                <a:off x="7032643" y="7288514"/>
                <a:ext cx="81441" cy="147011"/>
              </a:xfrm>
              <a:custGeom>
                <a:avLst/>
                <a:gdLst/>
                <a:ahLst/>
                <a:cxnLst/>
                <a:rect l="l" t="t" r="r" b="b"/>
                <a:pathLst>
                  <a:path w="81441" h="147011">
                    <a:moveTo>
                      <a:pt x="0" y="16538"/>
                    </a:moveTo>
                    <a:lnTo>
                      <a:pt x="824" y="0"/>
                    </a:lnTo>
                    <a:lnTo>
                      <a:pt x="20793" y="18731"/>
                    </a:lnTo>
                    <a:lnTo>
                      <a:pt x="27922" y="30132"/>
                    </a:lnTo>
                    <a:lnTo>
                      <a:pt x="81441" y="139388"/>
                    </a:lnTo>
                    <a:lnTo>
                      <a:pt x="66429" y="147011"/>
                    </a:lnTo>
                    <a:lnTo>
                      <a:pt x="0" y="1653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1" name="Контур"/>
              <p:cNvSpPr/>
              <p:nvPr/>
            </p:nvSpPr>
            <p:spPr>
              <a:xfrm>
                <a:off x="6652096" y="6341845"/>
                <a:ext cx="268177" cy="532597"/>
              </a:xfrm>
              <a:custGeom>
                <a:avLst/>
                <a:gdLst/>
                <a:ahLst/>
                <a:cxnLst/>
                <a:rect l="l" t="t" r="r" b="b"/>
                <a:pathLst>
                  <a:path w="268177" h="532597">
                    <a:moveTo>
                      <a:pt x="264229" y="498229"/>
                    </a:moveTo>
                    <a:lnTo>
                      <a:pt x="263627" y="498654"/>
                    </a:lnTo>
                    <a:lnTo>
                      <a:pt x="261093" y="502039"/>
                    </a:lnTo>
                    <a:lnTo>
                      <a:pt x="259730" y="506042"/>
                    </a:lnTo>
                    <a:lnTo>
                      <a:pt x="259673" y="510270"/>
                    </a:lnTo>
                    <a:lnTo>
                      <a:pt x="260927" y="514309"/>
                    </a:lnTo>
                    <a:lnTo>
                      <a:pt x="268177" y="529004"/>
                    </a:lnTo>
                    <a:lnTo>
                      <a:pt x="259457" y="532597"/>
                    </a:lnTo>
                    <a:lnTo>
                      <a:pt x="0" y="9100"/>
                    </a:lnTo>
                    <a:lnTo>
                      <a:pt x="17185" y="0"/>
                    </a:lnTo>
                    <a:lnTo>
                      <a:pt x="193622" y="355417"/>
                    </a:lnTo>
                    <a:lnTo>
                      <a:pt x="257757" y="485434"/>
                    </a:lnTo>
                    <a:lnTo>
                      <a:pt x="264229" y="49822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2" name="Контур"/>
              <p:cNvSpPr/>
              <p:nvPr/>
            </p:nvSpPr>
            <p:spPr>
              <a:xfrm>
                <a:off x="6716162" y="7098700"/>
                <a:ext cx="201647" cy="311643"/>
              </a:xfrm>
              <a:custGeom>
                <a:avLst/>
                <a:gdLst/>
                <a:ahLst/>
                <a:cxnLst/>
                <a:rect l="l" t="t" r="r" b="b"/>
                <a:pathLst>
                  <a:path w="201647" h="311643">
                    <a:moveTo>
                      <a:pt x="0" y="34902"/>
                    </a:moveTo>
                    <a:lnTo>
                      <a:pt x="7889" y="29979"/>
                    </a:lnTo>
                    <a:lnTo>
                      <a:pt x="1536" y="19903"/>
                    </a:lnTo>
                    <a:lnTo>
                      <a:pt x="29916" y="2053"/>
                    </a:lnTo>
                    <a:lnTo>
                      <a:pt x="33098" y="0"/>
                    </a:lnTo>
                    <a:lnTo>
                      <a:pt x="149730" y="197058"/>
                    </a:lnTo>
                    <a:lnTo>
                      <a:pt x="201647" y="293009"/>
                    </a:lnTo>
                    <a:lnTo>
                      <a:pt x="188340" y="301099"/>
                    </a:lnTo>
                    <a:lnTo>
                      <a:pt x="171441" y="311643"/>
                    </a:lnTo>
                    <a:lnTo>
                      <a:pt x="0" y="3490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3" name="Контур"/>
              <p:cNvSpPr/>
              <p:nvPr/>
            </p:nvSpPr>
            <p:spPr>
              <a:xfrm>
                <a:off x="6490987" y="6507481"/>
                <a:ext cx="496958" cy="927393"/>
              </a:xfrm>
              <a:custGeom>
                <a:avLst/>
                <a:gdLst/>
                <a:ahLst/>
                <a:cxnLst/>
                <a:rect l="l" t="t" r="r" b="b"/>
                <a:pathLst>
                  <a:path w="496958" h="927393">
                    <a:moveTo>
                      <a:pt x="60220" y="123770"/>
                    </a:moveTo>
                    <a:lnTo>
                      <a:pt x="0" y="4203"/>
                    </a:lnTo>
                    <a:lnTo>
                      <a:pt x="17829" y="0"/>
                    </a:lnTo>
                    <a:lnTo>
                      <a:pt x="34506" y="603"/>
                    </a:lnTo>
                    <a:lnTo>
                      <a:pt x="48150" y="3330"/>
                    </a:lnTo>
                    <a:lnTo>
                      <a:pt x="64530" y="9702"/>
                    </a:lnTo>
                    <a:lnTo>
                      <a:pt x="84159" y="31230"/>
                    </a:lnTo>
                    <a:lnTo>
                      <a:pt x="144556" y="166143"/>
                    </a:lnTo>
                    <a:lnTo>
                      <a:pt x="361288" y="609784"/>
                    </a:lnTo>
                    <a:lnTo>
                      <a:pt x="369768" y="628633"/>
                    </a:lnTo>
                    <a:lnTo>
                      <a:pt x="439487" y="773301"/>
                    </a:lnTo>
                    <a:lnTo>
                      <a:pt x="496958" y="886396"/>
                    </a:lnTo>
                    <a:lnTo>
                      <a:pt x="478587" y="919382"/>
                    </a:lnTo>
                    <a:lnTo>
                      <a:pt x="469166" y="927393"/>
                    </a:lnTo>
                    <a:lnTo>
                      <a:pt x="276462" y="580299"/>
                    </a:lnTo>
                    <a:lnTo>
                      <a:pt x="153956" y="361184"/>
                    </a:lnTo>
                    <a:lnTo>
                      <a:pt x="177416" y="345774"/>
                    </a:lnTo>
                    <a:lnTo>
                      <a:pt x="82108" y="167229"/>
                    </a:lnTo>
                    <a:lnTo>
                      <a:pt x="60220" y="12377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4" name="Контур"/>
              <p:cNvSpPr/>
              <p:nvPr/>
            </p:nvSpPr>
            <p:spPr>
              <a:xfrm>
                <a:off x="6454129" y="6636524"/>
                <a:ext cx="281479" cy="458153"/>
              </a:xfrm>
              <a:custGeom>
                <a:avLst/>
                <a:gdLst/>
                <a:ahLst/>
                <a:cxnLst/>
                <a:rect l="l" t="t" r="r" b="b"/>
                <a:pathLst>
                  <a:path w="281479" h="458153">
                    <a:moveTo>
                      <a:pt x="48712" y="147248"/>
                    </a:moveTo>
                    <a:lnTo>
                      <a:pt x="0" y="47609"/>
                    </a:lnTo>
                    <a:lnTo>
                      <a:pt x="87748" y="0"/>
                    </a:lnTo>
                    <a:lnTo>
                      <a:pt x="192288" y="199897"/>
                    </a:lnTo>
                    <a:lnTo>
                      <a:pt x="157133" y="216742"/>
                    </a:lnTo>
                    <a:lnTo>
                      <a:pt x="281479" y="437347"/>
                    </a:lnTo>
                    <a:lnTo>
                      <a:pt x="248484" y="458153"/>
                    </a:lnTo>
                    <a:lnTo>
                      <a:pt x="241671" y="447353"/>
                    </a:lnTo>
                    <a:lnTo>
                      <a:pt x="234153" y="452073"/>
                    </a:lnTo>
                    <a:lnTo>
                      <a:pt x="106127" y="246270"/>
                    </a:lnTo>
                    <a:lnTo>
                      <a:pt x="96497" y="240214"/>
                    </a:lnTo>
                    <a:lnTo>
                      <a:pt x="90663" y="224471"/>
                    </a:lnTo>
                    <a:lnTo>
                      <a:pt x="138693" y="196248"/>
                    </a:lnTo>
                    <a:lnTo>
                      <a:pt x="144863" y="187959"/>
                    </a:lnTo>
                    <a:lnTo>
                      <a:pt x="143365" y="177736"/>
                    </a:lnTo>
                    <a:lnTo>
                      <a:pt x="111997" y="125191"/>
                    </a:lnTo>
                    <a:lnTo>
                      <a:pt x="97406" y="118948"/>
                    </a:lnTo>
                    <a:lnTo>
                      <a:pt x="48712" y="14724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5" name="Контур"/>
              <p:cNvSpPr/>
              <p:nvPr/>
            </p:nvSpPr>
            <p:spPr>
              <a:xfrm>
                <a:off x="7042120" y="7210010"/>
                <a:ext cx="111686" cy="152716"/>
              </a:xfrm>
              <a:custGeom>
                <a:avLst/>
                <a:gdLst/>
                <a:ahLst/>
                <a:cxnLst/>
                <a:rect l="l" t="t" r="r" b="b"/>
                <a:pathLst>
                  <a:path w="111686" h="152716">
                    <a:moveTo>
                      <a:pt x="50554" y="0"/>
                    </a:moveTo>
                    <a:lnTo>
                      <a:pt x="55756" y="10524"/>
                    </a:lnTo>
                    <a:lnTo>
                      <a:pt x="111686" y="128323"/>
                    </a:lnTo>
                    <a:lnTo>
                      <a:pt x="61319" y="152716"/>
                    </a:lnTo>
                    <a:lnTo>
                      <a:pt x="31434" y="89348"/>
                    </a:lnTo>
                    <a:lnTo>
                      <a:pt x="21617" y="92622"/>
                    </a:lnTo>
                    <a:lnTo>
                      <a:pt x="13457" y="75453"/>
                    </a:lnTo>
                    <a:lnTo>
                      <a:pt x="0" y="42498"/>
                    </a:lnTo>
                    <a:lnTo>
                      <a:pt x="6827" y="36120"/>
                    </a:lnTo>
                    <a:lnTo>
                      <a:pt x="21168" y="18902"/>
                    </a:lnTo>
                    <a:lnTo>
                      <a:pt x="34560" y="9110"/>
                    </a:lnTo>
                    <a:lnTo>
                      <a:pt x="5055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6" name="Контур"/>
              <p:cNvSpPr/>
              <p:nvPr/>
            </p:nvSpPr>
            <p:spPr>
              <a:xfrm>
                <a:off x="6744105" y="8673055"/>
                <a:ext cx="67856" cy="78116"/>
              </a:xfrm>
              <a:custGeom>
                <a:avLst/>
                <a:gdLst/>
                <a:ahLst/>
                <a:cxnLst/>
                <a:rect l="l" t="t" r="r" b="b"/>
                <a:pathLst>
                  <a:path w="67856" h="78116">
                    <a:moveTo>
                      <a:pt x="0" y="16260"/>
                    </a:moveTo>
                    <a:lnTo>
                      <a:pt x="36172" y="0"/>
                    </a:lnTo>
                    <a:lnTo>
                      <a:pt x="67856" y="66761"/>
                    </a:lnTo>
                    <a:lnTo>
                      <a:pt x="46667" y="77280"/>
                    </a:lnTo>
                    <a:lnTo>
                      <a:pt x="44160" y="71941"/>
                    </a:lnTo>
                    <a:lnTo>
                      <a:pt x="31005" y="78116"/>
                    </a:lnTo>
                    <a:lnTo>
                      <a:pt x="0" y="1626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7" name="Контур"/>
              <p:cNvSpPr/>
              <p:nvPr/>
            </p:nvSpPr>
            <p:spPr>
              <a:xfrm>
                <a:off x="7186734" y="8172859"/>
                <a:ext cx="247759" cy="390790"/>
              </a:xfrm>
              <a:custGeom>
                <a:avLst/>
                <a:gdLst/>
                <a:ahLst/>
                <a:cxnLst/>
                <a:rect l="l" t="t" r="r" b="b"/>
                <a:pathLst>
                  <a:path w="247759" h="390790">
                    <a:moveTo>
                      <a:pt x="247759" y="373770"/>
                    </a:moveTo>
                    <a:lnTo>
                      <a:pt x="230341" y="382235"/>
                    </a:lnTo>
                    <a:lnTo>
                      <a:pt x="211247" y="390790"/>
                    </a:lnTo>
                    <a:lnTo>
                      <a:pt x="92623" y="136768"/>
                    </a:lnTo>
                    <a:lnTo>
                      <a:pt x="0" y="31891"/>
                    </a:lnTo>
                    <a:lnTo>
                      <a:pt x="13536" y="23949"/>
                    </a:lnTo>
                    <a:lnTo>
                      <a:pt x="47347" y="4113"/>
                    </a:lnTo>
                    <a:lnTo>
                      <a:pt x="62584" y="0"/>
                    </a:lnTo>
                    <a:lnTo>
                      <a:pt x="108502" y="94311"/>
                    </a:lnTo>
                    <a:lnTo>
                      <a:pt x="247759" y="37377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8" name="Контур"/>
              <p:cNvSpPr/>
              <p:nvPr/>
            </p:nvSpPr>
            <p:spPr>
              <a:xfrm>
                <a:off x="6368898" y="8346465"/>
                <a:ext cx="127148" cy="104403"/>
              </a:xfrm>
              <a:custGeom>
                <a:avLst/>
                <a:gdLst/>
                <a:ahLst/>
                <a:cxnLst/>
                <a:rect l="l" t="t" r="r" b="b"/>
                <a:pathLst>
                  <a:path w="127148" h="104403">
                    <a:moveTo>
                      <a:pt x="0" y="45078"/>
                    </a:moveTo>
                    <a:lnTo>
                      <a:pt x="23733" y="31814"/>
                    </a:lnTo>
                    <a:lnTo>
                      <a:pt x="5266" y="0"/>
                    </a:lnTo>
                    <a:lnTo>
                      <a:pt x="110744" y="28770"/>
                    </a:lnTo>
                    <a:lnTo>
                      <a:pt x="119012" y="44257"/>
                    </a:lnTo>
                    <a:lnTo>
                      <a:pt x="121590" y="47654"/>
                    </a:lnTo>
                    <a:lnTo>
                      <a:pt x="125098" y="50078"/>
                    </a:lnTo>
                    <a:lnTo>
                      <a:pt x="127148" y="50684"/>
                    </a:lnTo>
                    <a:lnTo>
                      <a:pt x="30389" y="104403"/>
                    </a:lnTo>
                    <a:lnTo>
                      <a:pt x="30285" y="101285"/>
                    </a:lnTo>
                    <a:lnTo>
                      <a:pt x="28846" y="97315"/>
                    </a:lnTo>
                    <a:lnTo>
                      <a:pt x="0" y="4507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9" name="Контур"/>
              <p:cNvSpPr/>
              <p:nvPr/>
            </p:nvSpPr>
            <p:spPr>
              <a:xfrm>
                <a:off x="6799481" y="7530466"/>
                <a:ext cx="193613" cy="119520"/>
              </a:xfrm>
              <a:custGeom>
                <a:avLst/>
                <a:gdLst/>
                <a:ahLst/>
                <a:cxnLst/>
                <a:rect l="l" t="t" r="r" b="b"/>
                <a:pathLst>
                  <a:path w="193613" h="119520">
                    <a:moveTo>
                      <a:pt x="106474" y="74106"/>
                    </a:moveTo>
                    <a:lnTo>
                      <a:pt x="83068" y="84082"/>
                    </a:lnTo>
                    <a:lnTo>
                      <a:pt x="29735" y="119520"/>
                    </a:lnTo>
                    <a:lnTo>
                      <a:pt x="0" y="76302"/>
                    </a:lnTo>
                    <a:lnTo>
                      <a:pt x="154034" y="450"/>
                    </a:lnTo>
                    <a:lnTo>
                      <a:pt x="155168" y="0"/>
                    </a:lnTo>
                    <a:lnTo>
                      <a:pt x="193613" y="73021"/>
                    </a:lnTo>
                    <a:lnTo>
                      <a:pt x="179981" y="79416"/>
                    </a:lnTo>
                    <a:lnTo>
                      <a:pt x="176015" y="72128"/>
                    </a:lnTo>
                    <a:lnTo>
                      <a:pt x="159128" y="41472"/>
                    </a:lnTo>
                    <a:lnTo>
                      <a:pt x="106474" y="7410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0" name="Контур"/>
              <p:cNvSpPr/>
              <p:nvPr/>
            </p:nvSpPr>
            <p:spPr>
              <a:xfrm>
                <a:off x="6984479" y="7693496"/>
                <a:ext cx="189671" cy="421910"/>
              </a:xfrm>
              <a:custGeom>
                <a:avLst/>
                <a:gdLst/>
                <a:ahLst/>
                <a:cxnLst/>
                <a:rect l="l" t="t" r="r" b="b"/>
                <a:pathLst>
                  <a:path w="189671" h="421910">
                    <a:moveTo>
                      <a:pt x="0" y="407075"/>
                    </a:moveTo>
                    <a:lnTo>
                      <a:pt x="2822" y="400048"/>
                    </a:lnTo>
                    <a:lnTo>
                      <a:pt x="130104" y="320607"/>
                    </a:lnTo>
                    <a:lnTo>
                      <a:pt x="167958" y="296982"/>
                    </a:lnTo>
                    <a:lnTo>
                      <a:pt x="88683" y="134889"/>
                    </a:lnTo>
                    <a:lnTo>
                      <a:pt x="25373" y="5440"/>
                    </a:lnTo>
                    <a:lnTo>
                      <a:pt x="35046" y="0"/>
                    </a:lnTo>
                    <a:lnTo>
                      <a:pt x="189671" y="302891"/>
                    </a:lnTo>
                    <a:lnTo>
                      <a:pt x="20107" y="414630"/>
                    </a:lnTo>
                    <a:lnTo>
                      <a:pt x="7516" y="421910"/>
                    </a:lnTo>
                    <a:lnTo>
                      <a:pt x="6567" y="418938"/>
                    </a:lnTo>
                    <a:lnTo>
                      <a:pt x="0" y="40707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1" name="Контур"/>
              <p:cNvSpPr/>
              <p:nvPr/>
            </p:nvSpPr>
            <p:spPr>
              <a:xfrm>
                <a:off x="7045611" y="7640821"/>
                <a:ext cx="308746" cy="539905"/>
              </a:xfrm>
              <a:custGeom>
                <a:avLst/>
                <a:gdLst/>
                <a:ahLst/>
                <a:cxnLst/>
                <a:rect l="l" t="t" r="r" b="b"/>
                <a:pathLst>
                  <a:path w="308746" h="539905">
                    <a:moveTo>
                      <a:pt x="201421" y="293187"/>
                    </a:moveTo>
                    <a:lnTo>
                      <a:pt x="223300" y="338421"/>
                    </a:lnTo>
                    <a:lnTo>
                      <a:pt x="255211" y="404410"/>
                    </a:lnTo>
                    <a:lnTo>
                      <a:pt x="260551" y="415452"/>
                    </a:lnTo>
                    <a:lnTo>
                      <a:pt x="308746" y="509673"/>
                    </a:lnTo>
                    <a:lnTo>
                      <a:pt x="253527" y="539905"/>
                    </a:lnTo>
                    <a:lnTo>
                      <a:pt x="217780" y="443763"/>
                    </a:lnTo>
                    <a:lnTo>
                      <a:pt x="196816" y="387378"/>
                    </a:lnTo>
                    <a:lnTo>
                      <a:pt x="110931" y="219184"/>
                    </a:lnTo>
                    <a:lnTo>
                      <a:pt x="0" y="5413"/>
                    </a:lnTo>
                    <a:lnTo>
                      <a:pt x="5471" y="3427"/>
                    </a:lnTo>
                    <a:lnTo>
                      <a:pt x="38310" y="0"/>
                    </a:lnTo>
                    <a:lnTo>
                      <a:pt x="55617" y="1546"/>
                    </a:lnTo>
                    <a:lnTo>
                      <a:pt x="63344" y="6183"/>
                    </a:lnTo>
                    <a:lnTo>
                      <a:pt x="123923" y="135118"/>
                    </a:lnTo>
                    <a:lnTo>
                      <a:pt x="184771" y="260686"/>
                    </a:lnTo>
                    <a:lnTo>
                      <a:pt x="201421" y="29318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2" name="Контур"/>
              <p:cNvSpPr/>
              <p:nvPr/>
            </p:nvSpPr>
            <p:spPr>
              <a:xfrm>
                <a:off x="7115470" y="7464209"/>
                <a:ext cx="97015" cy="164203"/>
              </a:xfrm>
              <a:custGeom>
                <a:avLst/>
                <a:gdLst/>
                <a:ahLst/>
                <a:cxnLst/>
                <a:rect l="l" t="t" r="r" b="b"/>
                <a:pathLst>
                  <a:path w="97015" h="164203">
                    <a:moveTo>
                      <a:pt x="73962" y="146681"/>
                    </a:moveTo>
                    <a:lnTo>
                      <a:pt x="52533" y="105029"/>
                    </a:lnTo>
                    <a:lnTo>
                      <a:pt x="35451" y="73817"/>
                    </a:lnTo>
                    <a:lnTo>
                      <a:pt x="0" y="3967"/>
                    </a:lnTo>
                    <a:lnTo>
                      <a:pt x="15046" y="0"/>
                    </a:lnTo>
                    <a:lnTo>
                      <a:pt x="76235" y="118247"/>
                    </a:lnTo>
                    <a:lnTo>
                      <a:pt x="97015" y="164203"/>
                    </a:lnTo>
                    <a:lnTo>
                      <a:pt x="87369" y="160659"/>
                    </a:lnTo>
                    <a:lnTo>
                      <a:pt x="79889" y="154161"/>
                    </a:lnTo>
                    <a:lnTo>
                      <a:pt x="73962" y="14668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3" name="Контур"/>
              <p:cNvSpPr/>
              <p:nvPr/>
            </p:nvSpPr>
            <p:spPr>
              <a:xfrm>
                <a:off x="7162639" y="7462700"/>
                <a:ext cx="98631" cy="155867"/>
              </a:xfrm>
              <a:custGeom>
                <a:avLst/>
                <a:gdLst/>
                <a:ahLst/>
                <a:cxnLst/>
                <a:rect l="l" t="t" r="r" b="b"/>
                <a:pathLst>
                  <a:path w="98631" h="155867">
                    <a:moveTo>
                      <a:pt x="95279" y="103077"/>
                    </a:moveTo>
                    <a:lnTo>
                      <a:pt x="84294" y="108212"/>
                    </a:lnTo>
                    <a:lnTo>
                      <a:pt x="98631" y="138587"/>
                    </a:lnTo>
                    <a:lnTo>
                      <a:pt x="61263" y="155867"/>
                    </a:lnTo>
                    <a:lnTo>
                      <a:pt x="0" y="23945"/>
                    </a:lnTo>
                    <a:lnTo>
                      <a:pt x="50215" y="0"/>
                    </a:lnTo>
                    <a:lnTo>
                      <a:pt x="96986" y="98511"/>
                    </a:lnTo>
                    <a:lnTo>
                      <a:pt x="95567" y="100950"/>
                    </a:lnTo>
                    <a:lnTo>
                      <a:pt x="95279" y="10307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4" name="Контур"/>
              <p:cNvSpPr/>
              <p:nvPr/>
            </p:nvSpPr>
            <p:spPr>
              <a:xfrm>
                <a:off x="7156323" y="9011587"/>
                <a:ext cx="348219" cy="176364"/>
              </a:xfrm>
              <a:custGeom>
                <a:avLst/>
                <a:gdLst/>
                <a:ahLst/>
                <a:cxnLst/>
                <a:rect l="l" t="t" r="r" b="b"/>
                <a:pathLst>
                  <a:path w="348219" h="176364">
                    <a:moveTo>
                      <a:pt x="6055" y="176364"/>
                    </a:moveTo>
                    <a:lnTo>
                      <a:pt x="0" y="163710"/>
                    </a:lnTo>
                    <a:lnTo>
                      <a:pt x="341577" y="0"/>
                    </a:lnTo>
                    <a:lnTo>
                      <a:pt x="348219" y="11906"/>
                    </a:lnTo>
                    <a:lnTo>
                      <a:pt x="299167" y="36039"/>
                    </a:lnTo>
                    <a:lnTo>
                      <a:pt x="6055" y="17636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5" name="Контур"/>
              <p:cNvSpPr/>
              <p:nvPr/>
            </p:nvSpPr>
            <p:spPr>
              <a:xfrm>
                <a:off x="6843936" y="8907261"/>
                <a:ext cx="109488" cy="62471"/>
              </a:xfrm>
              <a:custGeom>
                <a:avLst/>
                <a:gdLst/>
                <a:ahLst/>
                <a:cxnLst/>
                <a:rect l="l" t="t" r="r" b="b"/>
                <a:pathLst>
                  <a:path w="109488" h="62471">
                    <a:moveTo>
                      <a:pt x="7160" y="62293"/>
                    </a:moveTo>
                    <a:lnTo>
                      <a:pt x="0" y="47200"/>
                    </a:lnTo>
                    <a:lnTo>
                      <a:pt x="102383" y="0"/>
                    </a:lnTo>
                    <a:lnTo>
                      <a:pt x="109488" y="14080"/>
                    </a:lnTo>
                    <a:lnTo>
                      <a:pt x="108485" y="14321"/>
                    </a:lnTo>
                    <a:lnTo>
                      <a:pt x="12677" y="57989"/>
                    </a:lnTo>
                    <a:lnTo>
                      <a:pt x="9152" y="60323"/>
                    </a:lnTo>
                    <a:lnTo>
                      <a:pt x="7445" y="62471"/>
                    </a:lnTo>
                    <a:lnTo>
                      <a:pt x="7160" y="622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6" name="Контур"/>
              <p:cNvSpPr/>
              <p:nvPr/>
            </p:nvSpPr>
            <p:spPr>
              <a:xfrm>
                <a:off x="6659037" y="8874697"/>
                <a:ext cx="11429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14290" h="35825">
                    <a:moveTo>
                      <a:pt x="67281" y="0"/>
                    </a:moveTo>
                    <a:lnTo>
                      <a:pt x="114290" y="0"/>
                    </a:lnTo>
                    <a:lnTo>
                      <a:pt x="36453" y="35825"/>
                    </a:lnTo>
                    <a:lnTo>
                      <a:pt x="17553" y="33479"/>
                    </a:lnTo>
                    <a:lnTo>
                      <a:pt x="0" y="0"/>
                    </a:lnTo>
                    <a:lnTo>
                      <a:pt x="10335" y="0"/>
                    </a:lnTo>
                    <a:lnTo>
                      <a:pt x="15721" y="10743"/>
                    </a:lnTo>
                    <a:lnTo>
                      <a:pt x="18955" y="14901"/>
                    </a:lnTo>
                    <a:lnTo>
                      <a:pt x="23533" y="17506"/>
                    </a:lnTo>
                    <a:lnTo>
                      <a:pt x="28760" y="18159"/>
                    </a:lnTo>
                    <a:lnTo>
                      <a:pt x="33839" y="16762"/>
                    </a:lnTo>
                    <a:lnTo>
                      <a:pt x="6728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7" name="Контур"/>
              <p:cNvSpPr/>
              <p:nvPr/>
            </p:nvSpPr>
            <p:spPr>
              <a:xfrm>
                <a:off x="7225272" y="8874697"/>
                <a:ext cx="33750" cy="36634"/>
              </a:xfrm>
              <a:custGeom>
                <a:avLst/>
                <a:gdLst/>
                <a:ahLst/>
                <a:cxnLst/>
                <a:rect l="l" t="t" r="r" b="b"/>
                <a:pathLst>
                  <a:path w="33750" h="36634">
                    <a:moveTo>
                      <a:pt x="0" y="0"/>
                    </a:moveTo>
                    <a:lnTo>
                      <a:pt x="27097" y="0"/>
                    </a:lnTo>
                    <a:lnTo>
                      <a:pt x="33750" y="11764"/>
                    </a:lnTo>
                    <a:lnTo>
                      <a:pt x="27935" y="36044"/>
                    </a:lnTo>
                    <a:lnTo>
                      <a:pt x="26042" y="32213"/>
                    </a:lnTo>
                    <a:lnTo>
                      <a:pt x="16712" y="366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8" name="Контур"/>
              <p:cNvSpPr/>
              <p:nvPr/>
            </p:nvSpPr>
            <p:spPr>
              <a:xfrm>
                <a:off x="7219244" y="8850698"/>
                <a:ext cx="33125" cy="23999"/>
              </a:xfrm>
              <a:custGeom>
                <a:avLst/>
                <a:gdLst/>
                <a:ahLst/>
                <a:cxnLst/>
                <a:rect l="l" t="t" r="r" b="b"/>
                <a:pathLst>
                  <a:path w="33125" h="23999">
                    <a:moveTo>
                      <a:pt x="0" y="10785"/>
                    </a:moveTo>
                    <a:lnTo>
                      <a:pt x="21562" y="0"/>
                    </a:lnTo>
                    <a:lnTo>
                      <a:pt x="33125" y="23999"/>
                    </a:lnTo>
                    <a:lnTo>
                      <a:pt x="6028" y="23999"/>
                    </a:lnTo>
                    <a:lnTo>
                      <a:pt x="0" y="1078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9" name="Контур"/>
              <p:cNvSpPr/>
              <p:nvPr/>
            </p:nvSpPr>
            <p:spPr>
              <a:xfrm>
                <a:off x="6726318" y="8762722"/>
                <a:ext cx="125432" cy="111975"/>
              </a:xfrm>
              <a:custGeom>
                <a:avLst/>
                <a:gdLst/>
                <a:ahLst/>
                <a:cxnLst/>
                <a:rect l="l" t="t" r="r" b="b"/>
                <a:pathLst>
                  <a:path w="125432" h="111975">
                    <a:moveTo>
                      <a:pt x="63816" y="18424"/>
                    </a:moveTo>
                    <a:lnTo>
                      <a:pt x="76190" y="12616"/>
                    </a:lnTo>
                    <a:lnTo>
                      <a:pt x="74979" y="10038"/>
                    </a:lnTo>
                    <a:lnTo>
                      <a:pt x="96514" y="0"/>
                    </a:lnTo>
                    <a:lnTo>
                      <a:pt x="125432" y="60931"/>
                    </a:lnTo>
                    <a:lnTo>
                      <a:pt x="120582" y="73954"/>
                    </a:lnTo>
                    <a:lnTo>
                      <a:pt x="47009" y="111975"/>
                    </a:lnTo>
                    <a:lnTo>
                      <a:pt x="0" y="111975"/>
                    </a:lnTo>
                    <a:lnTo>
                      <a:pt x="76410" y="73675"/>
                    </a:lnTo>
                    <a:lnTo>
                      <a:pt x="79844" y="71215"/>
                    </a:lnTo>
                    <a:lnTo>
                      <a:pt x="82348" y="67814"/>
                    </a:lnTo>
                    <a:lnTo>
                      <a:pt x="83680" y="63806"/>
                    </a:lnTo>
                    <a:lnTo>
                      <a:pt x="83708" y="59582"/>
                    </a:lnTo>
                    <a:lnTo>
                      <a:pt x="82429" y="55557"/>
                    </a:lnTo>
                    <a:lnTo>
                      <a:pt x="63816" y="184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0" name="Контур"/>
              <p:cNvSpPr/>
              <p:nvPr/>
            </p:nvSpPr>
            <p:spPr>
              <a:xfrm>
                <a:off x="6623652" y="8795960"/>
                <a:ext cx="45720" cy="78737"/>
              </a:xfrm>
              <a:custGeom>
                <a:avLst/>
                <a:gdLst/>
                <a:ahLst/>
                <a:cxnLst/>
                <a:rect l="l" t="t" r="r" b="b"/>
                <a:pathLst>
                  <a:path w="45720" h="78737">
                    <a:moveTo>
                      <a:pt x="45720" y="78737"/>
                    </a:moveTo>
                    <a:lnTo>
                      <a:pt x="35385" y="78737"/>
                    </a:lnTo>
                    <a:lnTo>
                      <a:pt x="0" y="3133"/>
                    </a:lnTo>
                    <a:lnTo>
                      <a:pt x="6254" y="0"/>
                    </a:lnTo>
                    <a:lnTo>
                      <a:pt x="45720" y="787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1" name="Контур"/>
              <p:cNvSpPr/>
              <p:nvPr/>
            </p:nvSpPr>
            <p:spPr>
              <a:xfrm>
                <a:off x="7199686" y="8814759"/>
                <a:ext cx="36992" cy="38167"/>
              </a:xfrm>
              <a:custGeom>
                <a:avLst/>
                <a:gdLst/>
                <a:ahLst/>
                <a:cxnLst/>
                <a:rect l="l" t="t" r="r" b="b"/>
                <a:pathLst>
                  <a:path w="36992" h="38167">
                    <a:moveTo>
                      <a:pt x="15653" y="38167"/>
                    </a:moveTo>
                    <a:lnTo>
                      <a:pt x="0" y="3853"/>
                    </a:lnTo>
                    <a:lnTo>
                      <a:pt x="9561" y="0"/>
                    </a:lnTo>
                    <a:lnTo>
                      <a:pt x="17815" y="10199"/>
                    </a:lnTo>
                    <a:lnTo>
                      <a:pt x="25583" y="7284"/>
                    </a:lnTo>
                    <a:lnTo>
                      <a:pt x="36992" y="27926"/>
                    </a:lnTo>
                    <a:lnTo>
                      <a:pt x="15653" y="3816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2" name="Контур"/>
              <p:cNvSpPr/>
              <p:nvPr/>
            </p:nvSpPr>
            <p:spPr>
              <a:xfrm>
                <a:off x="4922313" y="6677236"/>
                <a:ext cx="1169683" cy="707613"/>
              </a:xfrm>
              <a:custGeom>
                <a:avLst/>
                <a:gdLst/>
                <a:ahLst/>
                <a:cxnLst/>
                <a:rect l="l" t="t" r="r" b="b"/>
                <a:pathLst>
                  <a:path w="1169683" h="707613">
                    <a:moveTo>
                      <a:pt x="150846" y="639783"/>
                    </a:moveTo>
                    <a:lnTo>
                      <a:pt x="136328" y="648684"/>
                    </a:lnTo>
                    <a:lnTo>
                      <a:pt x="121610" y="648547"/>
                    </a:lnTo>
                    <a:lnTo>
                      <a:pt x="31160" y="707613"/>
                    </a:lnTo>
                    <a:lnTo>
                      <a:pt x="0" y="658517"/>
                    </a:lnTo>
                    <a:lnTo>
                      <a:pt x="115669" y="588451"/>
                    </a:lnTo>
                    <a:lnTo>
                      <a:pt x="281257" y="499026"/>
                    </a:lnTo>
                    <a:lnTo>
                      <a:pt x="527643" y="344758"/>
                    </a:lnTo>
                    <a:lnTo>
                      <a:pt x="654513" y="281913"/>
                    </a:lnTo>
                    <a:lnTo>
                      <a:pt x="820325" y="189250"/>
                    </a:lnTo>
                    <a:lnTo>
                      <a:pt x="949445" y="126405"/>
                    </a:lnTo>
                    <a:lnTo>
                      <a:pt x="1162762" y="0"/>
                    </a:lnTo>
                    <a:lnTo>
                      <a:pt x="1169683" y="11610"/>
                    </a:lnTo>
                    <a:lnTo>
                      <a:pt x="244271" y="580003"/>
                    </a:lnTo>
                    <a:lnTo>
                      <a:pt x="233509" y="581198"/>
                    </a:lnTo>
                    <a:lnTo>
                      <a:pt x="157222" y="626251"/>
                    </a:lnTo>
                    <a:lnTo>
                      <a:pt x="150846" y="6397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3" name="Контур"/>
              <p:cNvSpPr/>
              <p:nvPr/>
            </p:nvSpPr>
            <p:spPr>
              <a:xfrm>
                <a:off x="5438104" y="6595506"/>
                <a:ext cx="809948" cy="580236"/>
              </a:xfrm>
              <a:custGeom>
                <a:avLst/>
                <a:gdLst/>
                <a:ahLst/>
                <a:cxnLst/>
                <a:rect l="l" t="t" r="r" b="b"/>
                <a:pathLst>
                  <a:path w="809948" h="580236">
                    <a:moveTo>
                      <a:pt x="19105" y="580236"/>
                    </a:moveTo>
                    <a:lnTo>
                      <a:pt x="0" y="551749"/>
                    </a:lnTo>
                    <a:lnTo>
                      <a:pt x="3065" y="509753"/>
                    </a:lnTo>
                    <a:lnTo>
                      <a:pt x="12852" y="485725"/>
                    </a:lnTo>
                    <a:lnTo>
                      <a:pt x="325917" y="297211"/>
                    </a:lnTo>
                    <a:lnTo>
                      <a:pt x="648873" y="96502"/>
                    </a:lnTo>
                    <a:lnTo>
                      <a:pt x="653892" y="93340"/>
                    </a:lnTo>
                    <a:lnTo>
                      <a:pt x="748944" y="33466"/>
                    </a:lnTo>
                    <a:lnTo>
                      <a:pt x="802965" y="0"/>
                    </a:lnTo>
                    <a:lnTo>
                      <a:pt x="809948" y="14093"/>
                    </a:lnTo>
                    <a:lnTo>
                      <a:pt x="765626" y="40696"/>
                    </a:lnTo>
                    <a:lnTo>
                      <a:pt x="703188" y="94152"/>
                    </a:lnTo>
                    <a:lnTo>
                      <a:pt x="404879" y="284203"/>
                    </a:lnTo>
                    <a:lnTo>
                      <a:pt x="103688" y="472516"/>
                    </a:lnTo>
                    <a:lnTo>
                      <a:pt x="27399" y="527203"/>
                    </a:lnTo>
                    <a:lnTo>
                      <a:pt x="20758" y="534163"/>
                    </a:lnTo>
                    <a:lnTo>
                      <a:pt x="19105" y="58023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4" name="Контур"/>
              <p:cNvSpPr/>
              <p:nvPr/>
            </p:nvSpPr>
            <p:spPr>
              <a:xfrm>
                <a:off x="5541792" y="6609599"/>
                <a:ext cx="716668" cy="459171"/>
              </a:xfrm>
              <a:custGeom>
                <a:avLst/>
                <a:gdLst/>
                <a:ahLst/>
                <a:cxnLst/>
                <a:rect l="l" t="t" r="r" b="b"/>
                <a:pathLst>
                  <a:path w="716668" h="459171">
                    <a:moveTo>
                      <a:pt x="24605" y="459171"/>
                    </a:moveTo>
                    <a:lnTo>
                      <a:pt x="0" y="458423"/>
                    </a:lnTo>
                    <a:lnTo>
                      <a:pt x="301191" y="270110"/>
                    </a:lnTo>
                    <a:lnTo>
                      <a:pt x="599500" y="80059"/>
                    </a:lnTo>
                    <a:lnTo>
                      <a:pt x="661938" y="26603"/>
                    </a:lnTo>
                    <a:lnTo>
                      <a:pt x="706260" y="0"/>
                    </a:lnTo>
                    <a:lnTo>
                      <a:pt x="716668" y="21005"/>
                    </a:lnTo>
                    <a:lnTo>
                      <a:pt x="687449" y="47435"/>
                    </a:lnTo>
                    <a:lnTo>
                      <a:pt x="562920" y="146964"/>
                    </a:lnTo>
                    <a:lnTo>
                      <a:pt x="239145" y="364558"/>
                    </a:lnTo>
                    <a:lnTo>
                      <a:pt x="116934" y="401217"/>
                    </a:lnTo>
                    <a:lnTo>
                      <a:pt x="24605" y="4591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5" name="Контур"/>
              <p:cNvSpPr/>
              <p:nvPr/>
            </p:nvSpPr>
            <p:spPr>
              <a:xfrm>
                <a:off x="6202481" y="6799836"/>
                <a:ext cx="69797" cy="150751"/>
              </a:xfrm>
              <a:custGeom>
                <a:avLst/>
                <a:gdLst/>
                <a:ahLst/>
                <a:cxnLst/>
                <a:rect l="l" t="t" r="r" b="b"/>
                <a:pathLst>
                  <a:path w="69797" h="150751">
                    <a:moveTo>
                      <a:pt x="65619" y="0"/>
                    </a:moveTo>
                    <a:lnTo>
                      <a:pt x="69797" y="28882"/>
                    </a:lnTo>
                    <a:lnTo>
                      <a:pt x="15122" y="150751"/>
                    </a:lnTo>
                    <a:lnTo>
                      <a:pt x="0" y="139481"/>
                    </a:lnTo>
                    <a:lnTo>
                      <a:pt x="21726" y="101582"/>
                    </a:lnTo>
                    <a:lnTo>
                      <a:pt x="44909" y="53405"/>
                    </a:lnTo>
                    <a:lnTo>
                      <a:pt x="65619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6" name="Контур"/>
              <p:cNvSpPr/>
              <p:nvPr/>
            </p:nvSpPr>
            <p:spPr>
              <a:xfrm>
                <a:off x="6313953" y="6227536"/>
                <a:ext cx="135851" cy="251856"/>
              </a:xfrm>
              <a:custGeom>
                <a:avLst/>
                <a:gdLst/>
                <a:ahLst/>
                <a:cxnLst/>
                <a:rect l="l" t="t" r="r" b="b"/>
                <a:pathLst>
                  <a:path w="135851" h="251856">
                    <a:moveTo>
                      <a:pt x="0" y="6831"/>
                    </a:moveTo>
                    <a:lnTo>
                      <a:pt x="15565" y="0"/>
                    </a:lnTo>
                    <a:lnTo>
                      <a:pt x="135851" y="244278"/>
                    </a:lnTo>
                    <a:lnTo>
                      <a:pt x="113341" y="251856"/>
                    </a:lnTo>
                    <a:lnTo>
                      <a:pt x="112711" y="228123"/>
                    </a:lnTo>
                    <a:lnTo>
                      <a:pt x="108994" y="220986"/>
                    </a:lnTo>
                    <a:lnTo>
                      <a:pt x="95854" y="198661"/>
                    </a:lnTo>
                    <a:lnTo>
                      <a:pt x="77458" y="167409"/>
                    </a:lnTo>
                    <a:lnTo>
                      <a:pt x="0" y="683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7" name="Контур"/>
              <p:cNvSpPr/>
              <p:nvPr/>
            </p:nvSpPr>
            <p:spPr>
              <a:xfrm>
                <a:off x="6241069" y="6569719"/>
                <a:ext cx="57250" cy="60885"/>
              </a:xfrm>
              <a:custGeom>
                <a:avLst/>
                <a:gdLst/>
                <a:ahLst/>
                <a:cxnLst/>
                <a:rect l="l" t="t" r="r" b="b"/>
                <a:pathLst>
                  <a:path w="57250" h="60885">
                    <a:moveTo>
                      <a:pt x="41627" y="0"/>
                    </a:moveTo>
                    <a:lnTo>
                      <a:pt x="57250" y="24831"/>
                    </a:lnTo>
                    <a:lnTo>
                      <a:pt x="17391" y="60885"/>
                    </a:lnTo>
                    <a:lnTo>
                      <a:pt x="6983" y="39880"/>
                    </a:lnTo>
                    <a:lnTo>
                      <a:pt x="0" y="25787"/>
                    </a:lnTo>
                    <a:lnTo>
                      <a:pt x="4162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8" name="Контур"/>
              <p:cNvSpPr/>
              <p:nvPr/>
            </p:nvSpPr>
            <p:spPr>
              <a:xfrm>
                <a:off x="4909140" y="6752734"/>
                <a:ext cx="121152" cy="188898"/>
              </a:xfrm>
              <a:custGeom>
                <a:avLst/>
                <a:gdLst/>
                <a:ahLst/>
                <a:cxnLst/>
                <a:rect l="l" t="t" r="r" b="b"/>
                <a:pathLst>
                  <a:path w="121152" h="188898">
                    <a:moveTo>
                      <a:pt x="16908" y="0"/>
                    </a:moveTo>
                    <a:lnTo>
                      <a:pt x="121152" y="164205"/>
                    </a:lnTo>
                    <a:lnTo>
                      <a:pt x="101941" y="176233"/>
                    </a:lnTo>
                    <a:lnTo>
                      <a:pt x="81304" y="188898"/>
                    </a:lnTo>
                    <a:lnTo>
                      <a:pt x="12460" y="73597"/>
                    </a:lnTo>
                    <a:lnTo>
                      <a:pt x="2471" y="50170"/>
                    </a:lnTo>
                    <a:lnTo>
                      <a:pt x="0" y="36712"/>
                    </a:lnTo>
                    <a:lnTo>
                      <a:pt x="1865" y="28344"/>
                    </a:lnTo>
                    <a:lnTo>
                      <a:pt x="2865" y="23685"/>
                    </a:lnTo>
                    <a:lnTo>
                      <a:pt x="1690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9" name="Контур"/>
              <p:cNvSpPr/>
              <p:nvPr/>
            </p:nvSpPr>
            <p:spPr>
              <a:xfrm>
                <a:off x="6348963" y="6195975"/>
                <a:ext cx="148747" cy="262294"/>
              </a:xfrm>
              <a:custGeom>
                <a:avLst/>
                <a:gdLst/>
                <a:ahLst/>
                <a:cxnLst/>
                <a:rect l="l" t="t" r="r" b="b"/>
                <a:pathLst>
                  <a:path w="148747" h="262294">
                    <a:moveTo>
                      <a:pt x="59602" y="2752"/>
                    </a:moveTo>
                    <a:lnTo>
                      <a:pt x="123601" y="141244"/>
                    </a:lnTo>
                    <a:lnTo>
                      <a:pt x="147667" y="199951"/>
                    </a:lnTo>
                    <a:lnTo>
                      <a:pt x="148747" y="222721"/>
                    </a:lnTo>
                    <a:lnTo>
                      <a:pt x="137911" y="242242"/>
                    </a:lnTo>
                    <a:lnTo>
                      <a:pt x="118948" y="262294"/>
                    </a:lnTo>
                    <a:lnTo>
                      <a:pt x="76738" y="174391"/>
                    </a:lnTo>
                    <a:lnTo>
                      <a:pt x="55102" y="131407"/>
                    </a:lnTo>
                    <a:lnTo>
                      <a:pt x="12667" y="44143"/>
                    </a:lnTo>
                    <a:lnTo>
                      <a:pt x="0" y="20150"/>
                    </a:lnTo>
                    <a:lnTo>
                      <a:pt x="43808" y="0"/>
                    </a:lnTo>
                    <a:lnTo>
                      <a:pt x="59602" y="275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0" name="Контур"/>
              <p:cNvSpPr/>
              <p:nvPr/>
            </p:nvSpPr>
            <p:spPr>
              <a:xfrm>
                <a:off x="5836558" y="8075506"/>
                <a:ext cx="1386336" cy="799191"/>
              </a:xfrm>
              <a:custGeom>
                <a:avLst/>
                <a:gdLst/>
                <a:ahLst/>
                <a:cxnLst/>
                <a:rect l="l" t="t" r="r" b="b"/>
                <a:pathLst>
                  <a:path w="1386336" h="799191">
                    <a:moveTo>
                      <a:pt x="1218068" y="121279"/>
                    </a:moveTo>
                    <a:lnTo>
                      <a:pt x="1303871" y="63679"/>
                    </a:lnTo>
                    <a:lnTo>
                      <a:pt x="1386336" y="0"/>
                    </a:lnTo>
                    <a:lnTo>
                      <a:pt x="1376599" y="20275"/>
                    </a:lnTo>
                    <a:lnTo>
                      <a:pt x="1356195" y="59121"/>
                    </a:lnTo>
                    <a:lnTo>
                      <a:pt x="1309303" y="124743"/>
                    </a:lnTo>
                    <a:lnTo>
                      <a:pt x="1189641" y="190208"/>
                    </a:lnTo>
                    <a:lnTo>
                      <a:pt x="1130593" y="229951"/>
                    </a:lnTo>
                    <a:lnTo>
                      <a:pt x="1099307" y="254639"/>
                    </a:lnTo>
                    <a:lnTo>
                      <a:pt x="1020470" y="297973"/>
                    </a:lnTo>
                    <a:lnTo>
                      <a:pt x="835248" y="397872"/>
                    </a:lnTo>
                    <a:lnTo>
                      <a:pt x="419736" y="615276"/>
                    </a:lnTo>
                    <a:lnTo>
                      <a:pt x="229935" y="709335"/>
                    </a:lnTo>
                    <a:lnTo>
                      <a:pt x="89812" y="799191"/>
                    </a:lnTo>
                    <a:lnTo>
                      <a:pt x="0" y="799191"/>
                    </a:lnTo>
                    <a:lnTo>
                      <a:pt x="816480" y="351590"/>
                    </a:lnTo>
                    <a:lnTo>
                      <a:pt x="1218068" y="12127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1" name="Контур"/>
              <p:cNvSpPr/>
              <p:nvPr/>
            </p:nvSpPr>
            <p:spPr>
              <a:xfrm>
                <a:off x="6344975" y="8268685"/>
                <a:ext cx="113472" cy="66853"/>
              </a:xfrm>
              <a:custGeom>
                <a:avLst/>
                <a:gdLst/>
                <a:ahLst/>
                <a:cxnLst/>
                <a:rect l="l" t="t" r="r" b="b"/>
                <a:pathLst>
                  <a:path w="113472" h="66853">
                    <a:moveTo>
                      <a:pt x="113472" y="66853"/>
                    </a:moveTo>
                    <a:lnTo>
                      <a:pt x="8789" y="36843"/>
                    </a:lnTo>
                    <a:lnTo>
                      <a:pt x="0" y="22691"/>
                    </a:lnTo>
                    <a:lnTo>
                      <a:pt x="76367" y="0"/>
                    </a:lnTo>
                    <a:lnTo>
                      <a:pt x="108199" y="56978"/>
                    </a:lnTo>
                    <a:lnTo>
                      <a:pt x="113472" y="668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2" name="Контур"/>
              <p:cNvSpPr/>
              <p:nvPr/>
            </p:nvSpPr>
            <p:spPr>
              <a:xfrm>
                <a:off x="5664859" y="8020165"/>
                <a:ext cx="1543545" cy="854532"/>
              </a:xfrm>
              <a:custGeom>
                <a:avLst/>
                <a:gdLst/>
                <a:ahLst/>
                <a:cxnLst/>
                <a:rect l="l" t="t" r="r" b="b"/>
                <a:pathLst>
                  <a:path w="1543545" h="854532">
                    <a:moveTo>
                      <a:pt x="83138" y="854532"/>
                    </a:moveTo>
                    <a:lnTo>
                      <a:pt x="0" y="854532"/>
                    </a:lnTo>
                    <a:lnTo>
                      <a:pt x="231633" y="743949"/>
                    </a:lnTo>
                    <a:lnTo>
                      <a:pt x="473352" y="612864"/>
                    </a:lnTo>
                    <a:lnTo>
                      <a:pt x="632398" y="535574"/>
                    </a:lnTo>
                    <a:lnTo>
                      <a:pt x="910448" y="379204"/>
                    </a:lnTo>
                    <a:lnTo>
                      <a:pt x="1129829" y="229071"/>
                    </a:lnTo>
                    <a:lnTo>
                      <a:pt x="1206622" y="195381"/>
                    </a:lnTo>
                    <a:lnTo>
                      <a:pt x="1352103" y="104384"/>
                    </a:lnTo>
                    <a:lnTo>
                      <a:pt x="1383917" y="94267"/>
                    </a:lnTo>
                    <a:lnTo>
                      <a:pt x="1543545" y="0"/>
                    </a:lnTo>
                    <a:lnTo>
                      <a:pt x="1352150" y="148653"/>
                    </a:lnTo>
                    <a:lnTo>
                      <a:pt x="1263223" y="199577"/>
                    </a:lnTo>
                    <a:lnTo>
                      <a:pt x="1144913" y="257937"/>
                    </a:lnTo>
                    <a:lnTo>
                      <a:pt x="938463" y="396143"/>
                    </a:lnTo>
                    <a:lnTo>
                      <a:pt x="230996" y="781075"/>
                    </a:lnTo>
                    <a:lnTo>
                      <a:pt x="83138" y="85453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3" name="Контур"/>
              <p:cNvSpPr/>
              <p:nvPr/>
            </p:nvSpPr>
            <p:spPr>
              <a:xfrm>
                <a:off x="6325540" y="8220643"/>
                <a:ext cx="90217" cy="60891"/>
              </a:xfrm>
              <a:custGeom>
                <a:avLst/>
                <a:gdLst/>
                <a:ahLst/>
                <a:cxnLst/>
                <a:rect l="l" t="t" r="r" b="b"/>
                <a:pathLst>
                  <a:path w="90217" h="60891">
                    <a:moveTo>
                      <a:pt x="90217" y="38044"/>
                    </a:moveTo>
                    <a:lnTo>
                      <a:pt x="13322" y="60891"/>
                    </a:lnTo>
                    <a:lnTo>
                      <a:pt x="0" y="39444"/>
                    </a:lnTo>
                    <a:lnTo>
                      <a:pt x="68963" y="0"/>
                    </a:lnTo>
                    <a:lnTo>
                      <a:pt x="90217" y="380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4" name="Контур"/>
              <p:cNvSpPr/>
              <p:nvPr/>
            </p:nvSpPr>
            <p:spPr>
              <a:xfrm>
                <a:off x="5224810" y="7641831"/>
                <a:ext cx="307996" cy="201509"/>
              </a:xfrm>
              <a:custGeom>
                <a:avLst/>
                <a:gdLst/>
                <a:ahLst/>
                <a:cxnLst/>
                <a:rect l="l" t="t" r="r" b="b"/>
                <a:pathLst>
                  <a:path w="307996" h="201509">
                    <a:moveTo>
                      <a:pt x="18901" y="110481"/>
                    </a:moveTo>
                    <a:lnTo>
                      <a:pt x="0" y="84083"/>
                    </a:lnTo>
                    <a:lnTo>
                      <a:pt x="14019" y="74952"/>
                    </a:lnTo>
                    <a:lnTo>
                      <a:pt x="27596" y="96110"/>
                    </a:lnTo>
                    <a:lnTo>
                      <a:pt x="92839" y="44638"/>
                    </a:lnTo>
                    <a:lnTo>
                      <a:pt x="112656" y="15802"/>
                    </a:lnTo>
                    <a:lnTo>
                      <a:pt x="170233" y="0"/>
                    </a:lnTo>
                    <a:lnTo>
                      <a:pt x="192039" y="20136"/>
                    </a:lnTo>
                    <a:lnTo>
                      <a:pt x="307996" y="192080"/>
                    </a:lnTo>
                    <a:lnTo>
                      <a:pt x="293478" y="201509"/>
                    </a:lnTo>
                    <a:lnTo>
                      <a:pt x="173588" y="22932"/>
                    </a:lnTo>
                    <a:lnTo>
                      <a:pt x="51325" y="108782"/>
                    </a:lnTo>
                    <a:lnTo>
                      <a:pt x="35837" y="100518"/>
                    </a:lnTo>
                    <a:lnTo>
                      <a:pt x="18901" y="11048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5" name="Контур"/>
              <p:cNvSpPr/>
              <p:nvPr/>
            </p:nvSpPr>
            <p:spPr>
              <a:xfrm>
                <a:off x="6258850" y="8099243"/>
                <a:ext cx="118034" cy="128534"/>
              </a:xfrm>
              <a:custGeom>
                <a:avLst/>
                <a:gdLst/>
                <a:ahLst/>
                <a:cxnLst/>
                <a:rect l="l" t="t" r="r" b="b"/>
                <a:pathLst>
                  <a:path w="118034" h="128534">
                    <a:moveTo>
                      <a:pt x="97492" y="53090"/>
                    </a:moveTo>
                    <a:lnTo>
                      <a:pt x="118034" y="89862"/>
                    </a:lnTo>
                    <a:lnTo>
                      <a:pt x="49860" y="128534"/>
                    </a:lnTo>
                    <a:lnTo>
                      <a:pt x="0" y="39434"/>
                    </a:lnTo>
                    <a:lnTo>
                      <a:pt x="67833" y="0"/>
                    </a:lnTo>
                    <a:lnTo>
                      <a:pt x="92001" y="43261"/>
                    </a:lnTo>
                    <a:lnTo>
                      <a:pt x="26980" y="80309"/>
                    </a:lnTo>
                    <a:lnTo>
                      <a:pt x="32554" y="90091"/>
                    </a:lnTo>
                    <a:lnTo>
                      <a:pt x="97492" y="5309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6" name="Контур"/>
              <p:cNvSpPr/>
              <p:nvPr/>
            </p:nvSpPr>
            <p:spPr>
              <a:xfrm>
                <a:off x="5789608" y="7614548"/>
                <a:ext cx="1112189" cy="619142"/>
              </a:xfrm>
              <a:custGeom>
                <a:avLst/>
                <a:gdLst/>
                <a:ahLst/>
                <a:cxnLst/>
                <a:rect l="l" t="t" r="r" b="b"/>
                <a:pathLst>
                  <a:path w="1112189" h="619142">
                    <a:moveTo>
                      <a:pt x="1827" y="594517"/>
                    </a:moveTo>
                    <a:lnTo>
                      <a:pt x="309260" y="429030"/>
                    </a:lnTo>
                    <a:lnTo>
                      <a:pt x="672821" y="233330"/>
                    </a:lnTo>
                    <a:lnTo>
                      <a:pt x="891590" y="115422"/>
                    </a:lnTo>
                    <a:lnTo>
                      <a:pt x="1039608" y="35438"/>
                    </a:lnTo>
                    <a:lnTo>
                      <a:pt x="1092941" y="0"/>
                    </a:lnTo>
                    <a:lnTo>
                      <a:pt x="1112189" y="32417"/>
                    </a:lnTo>
                    <a:lnTo>
                      <a:pt x="1001163" y="97672"/>
                    </a:lnTo>
                    <a:lnTo>
                      <a:pt x="993819" y="87300"/>
                    </a:lnTo>
                    <a:lnTo>
                      <a:pt x="981528" y="94088"/>
                    </a:lnTo>
                    <a:lnTo>
                      <a:pt x="339209" y="448838"/>
                    </a:lnTo>
                    <a:lnTo>
                      <a:pt x="342285" y="462175"/>
                    </a:lnTo>
                    <a:lnTo>
                      <a:pt x="64870" y="617603"/>
                    </a:lnTo>
                    <a:lnTo>
                      <a:pt x="53589" y="619142"/>
                    </a:lnTo>
                    <a:lnTo>
                      <a:pt x="21283" y="611961"/>
                    </a:lnTo>
                    <a:lnTo>
                      <a:pt x="0" y="602498"/>
                    </a:lnTo>
                    <a:lnTo>
                      <a:pt x="848" y="600593"/>
                    </a:lnTo>
                    <a:lnTo>
                      <a:pt x="1952" y="596385"/>
                    </a:lnTo>
                    <a:lnTo>
                      <a:pt x="1827" y="59451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7" name="Контур"/>
              <p:cNvSpPr/>
              <p:nvPr/>
            </p:nvSpPr>
            <p:spPr>
              <a:xfrm>
                <a:off x="6278871" y="7446064"/>
                <a:ext cx="59998" cy="48623"/>
              </a:xfrm>
              <a:custGeom>
                <a:avLst/>
                <a:gdLst/>
                <a:ahLst/>
                <a:cxnLst/>
                <a:rect l="l" t="t" r="r" b="b"/>
                <a:pathLst>
                  <a:path w="59998" h="48623">
                    <a:moveTo>
                      <a:pt x="0" y="30696"/>
                    </a:moveTo>
                    <a:lnTo>
                      <a:pt x="49198" y="0"/>
                    </a:lnTo>
                    <a:lnTo>
                      <a:pt x="59998" y="17670"/>
                    </a:lnTo>
                    <a:lnTo>
                      <a:pt x="11300" y="48623"/>
                    </a:lnTo>
                    <a:lnTo>
                      <a:pt x="0" y="3069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8" name="Контур"/>
              <p:cNvSpPr/>
              <p:nvPr/>
            </p:nvSpPr>
            <p:spPr>
              <a:xfrm>
                <a:off x="5216018" y="8891041"/>
                <a:ext cx="426491" cy="215107"/>
              </a:xfrm>
              <a:custGeom>
                <a:avLst/>
                <a:gdLst/>
                <a:ahLst/>
                <a:cxnLst/>
                <a:rect l="l" t="t" r="r" b="b"/>
                <a:pathLst>
                  <a:path w="426491" h="215107">
                    <a:moveTo>
                      <a:pt x="0" y="169898"/>
                    </a:moveTo>
                    <a:lnTo>
                      <a:pt x="81310" y="152088"/>
                    </a:lnTo>
                    <a:lnTo>
                      <a:pt x="422615" y="0"/>
                    </a:lnTo>
                    <a:lnTo>
                      <a:pt x="426491" y="6445"/>
                    </a:lnTo>
                    <a:lnTo>
                      <a:pt x="404620" y="37508"/>
                    </a:lnTo>
                    <a:lnTo>
                      <a:pt x="396955" y="40260"/>
                    </a:lnTo>
                    <a:lnTo>
                      <a:pt x="331859" y="72810"/>
                    </a:lnTo>
                    <a:lnTo>
                      <a:pt x="185555" y="137961"/>
                    </a:lnTo>
                    <a:lnTo>
                      <a:pt x="130691" y="159678"/>
                    </a:lnTo>
                    <a:lnTo>
                      <a:pt x="2891" y="215107"/>
                    </a:lnTo>
                    <a:lnTo>
                      <a:pt x="826" y="211828"/>
                    </a:lnTo>
                    <a:lnTo>
                      <a:pt x="2694" y="210332"/>
                    </a:lnTo>
                    <a:lnTo>
                      <a:pt x="5012" y="206801"/>
                    </a:lnTo>
                    <a:lnTo>
                      <a:pt x="6127" y="202728"/>
                    </a:lnTo>
                    <a:lnTo>
                      <a:pt x="5928" y="198508"/>
                    </a:lnTo>
                    <a:lnTo>
                      <a:pt x="0" y="16989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9" name="Контур"/>
              <p:cNvSpPr/>
              <p:nvPr/>
            </p:nvSpPr>
            <p:spPr>
              <a:xfrm>
                <a:off x="5080811" y="9065310"/>
                <a:ext cx="138098" cy="69703"/>
              </a:xfrm>
              <a:custGeom>
                <a:avLst/>
                <a:gdLst/>
                <a:ahLst/>
                <a:cxnLst/>
                <a:rect l="l" t="t" r="r" b="b"/>
                <a:pathLst>
                  <a:path w="138098" h="69703">
                    <a:moveTo>
                      <a:pt x="136033" y="37559"/>
                    </a:moveTo>
                    <a:lnTo>
                      <a:pt x="138098" y="40838"/>
                    </a:lnTo>
                    <a:lnTo>
                      <a:pt x="36155" y="68848"/>
                    </a:lnTo>
                    <a:lnTo>
                      <a:pt x="29297" y="69703"/>
                    </a:lnTo>
                    <a:lnTo>
                      <a:pt x="0" y="27929"/>
                    </a:lnTo>
                    <a:lnTo>
                      <a:pt x="21080" y="0"/>
                    </a:lnTo>
                    <a:lnTo>
                      <a:pt x="30835" y="47090"/>
                    </a:lnTo>
                    <a:lnTo>
                      <a:pt x="32890" y="51940"/>
                    </a:lnTo>
                    <a:lnTo>
                      <a:pt x="36644" y="55635"/>
                    </a:lnTo>
                    <a:lnTo>
                      <a:pt x="41526" y="57611"/>
                    </a:lnTo>
                    <a:lnTo>
                      <a:pt x="46793" y="57570"/>
                    </a:lnTo>
                    <a:lnTo>
                      <a:pt x="130654" y="40197"/>
                    </a:lnTo>
                    <a:lnTo>
                      <a:pt x="134604" y="38704"/>
                    </a:lnTo>
                    <a:lnTo>
                      <a:pt x="136033" y="375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0" name="Контур"/>
              <p:cNvSpPr/>
              <p:nvPr/>
            </p:nvSpPr>
            <p:spPr>
              <a:xfrm>
                <a:off x="4961947" y="8874697"/>
                <a:ext cx="139944" cy="218542"/>
              </a:xfrm>
              <a:custGeom>
                <a:avLst/>
                <a:gdLst/>
                <a:ahLst/>
                <a:cxnLst/>
                <a:rect l="l" t="t" r="r" b="b"/>
                <a:pathLst>
                  <a:path w="139944" h="218542">
                    <a:moveTo>
                      <a:pt x="139944" y="190613"/>
                    </a:moveTo>
                    <a:lnTo>
                      <a:pt x="118864" y="218542"/>
                    </a:lnTo>
                    <a:lnTo>
                      <a:pt x="116104" y="214606"/>
                    </a:lnTo>
                    <a:lnTo>
                      <a:pt x="32684" y="60412"/>
                    </a:lnTo>
                    <a:lnTo>
                      <a:pt x="0" y="0"/>
                    </a:lnTo>
                    <a:lnTo>
                      <a:pt x="27737" y="0"/>
                    </a:lnTo>
                    <a:lnTo>
                      <a:pt x="139541" y="173924"/>
                    </a:lnTo>
                    <a:lnTo>
                      <a:pt x="138214" y="177198"/>
                    </a:lnTo>
                    <a:lnTo>
                      <a:pt x="138257" y="182466"/>
                    </a:lnTo>
                    <a:lnTo>
                      <a:pt x="139944" y="1906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1" name="Контур"/>
              <p:cNvSpPr/>
              <p:nvPr/>
            </p:nvSpPr>
            <p:spPr>
              <a:xfrm>
                <a:off x="4989684" y="8874697"/>
                <a:ext cx="135019" cy="173924"/>
              </a:xfrm>
              <a:custGeom>
                <a:avLst/>
                <a:gdLst/>
                <a:ahLst/>
                <a:cxnLst/>
                <a:rect l="l" t="t" r="r" b="b"/>
                <a:pathLst>
                  <a:path w="135019" h="173924">
                    <a:moveTo>
                      <a:pt x="111804" y="173924"/>
                    </a:moveTo>
                    <a:lnTo>
                      <a:pt x="0" y="0"/>
                    </a:lnTo>
                    <a:lnTo>
                      <a:pt x="51037" y="0"/>
                    </a:lnTo>
                    <a:lnTo>
                      <a:pt x="101716" y="143012"/>
                    </a:lnTo>
                    <a:lnTo>
                      <a:pt x="122331" y="135706"/>
                    </a:lnTo>
                    <a:lnTo>
                      <a:pt x="130516" y="154779"/>
                    </a:lnTo>
                    <a:lnTo>
                      <a:pt x="135019" y="163604"/>
                    </a:lnTo>
                    <a:lnTo>
                      <a:pt x="121000" y="166508"/>
                    </a:lnTo>
                    <a:lnTo>
                      <a:pt x="116150" y="168563"/>
                    </a:lnTo>
                    <a:lnTo>
                      <a:pt x="112455" y="172317"/>
                    </a:lnTo>
                    <a:lnTo>
                      <a:pt x="111804" y="1739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2" name="Контур"/>
              <p:cNvSpPr/>
              <p:nvPr/>
            </p:nvSpPr>
            <p:spPr>
              <a:xfrm>
                <a:off x="5214081" y="8874697"/>
                <a:ext cx="450778" cy="186242"/>
              </a:xfrm>
              <a:custGeom>
                <a:avLst/>
                <a:gdLst/>
                <a:ahLst/>
                <a:cxnLst/>
                <a:rect l="l" t="t" r="r" b="b"/>
                <a:pathLst>
                  <a:path w="450778" h="186242">
                    <a:moveTo>
                      <a:pt x="0" y="176886"/>
                    </a:moveTo>
                    <a:lnTo>
                      <a:pt x="72475" y="160906"/>
                    </a:lnTo>
                    <a:lnTo>
                      <a:pt x="82472" y="155926"/>
                    </a:lnTo>
                    <a:lnTo>
                      <a:pt x="395525" y="0"/>
                    </a:lnTo>
                    <a:lnTo>
                      <a:pt x="450778" y="0"/>
                    </a:lnTo>
                    <a:lnTo>
                      <a:pt x="448996" y="2223"/>
                    </a:lnTo>
                    <a:lnTo>
                      <a:pt x="424552" y="16344"/>
                    </a:lnTo>
                    <a:lnTo>
                      <a:pt x="83247" y="168432"/>
                    </a:lnTo>
                    <a:lnTo>
                      <a:pt x="1937" y="186242"/>
                    </a:lnTo>
                    <a:lnTo>
                      <a:pt x="0" y="1768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3" name="Контур"/>
              <p:cNvSpPr/>
              <p:nvPr/>
            </p:nvSpPr>
            <p:spPr>
              <a:xfrm>
                <a:off x="5763344" y="8874697"/>
                <a:ext cx="163026" cy="55356"/>
              </a:xfrm>
              <a:custGeom>
                <a:avLst/>
                <a:gdLst/>
                <a:ahLst/>
                <a:cxnLst/>
                <a:rect l="l" t="t" r="r" b="b"/>
                <a:pathLst>
                  <a:path w="163026" h="55356">
                    <a:moveTo>
                      <a:pt x="163026" y="0"/>
                    </a:moveTo>
                    <a:lnTo>
                      <a:pt x="40264" y="55356"/>
                    </a:lnTo>
                    <a:lnTo>
                      <a:pt x="25586" y="54518"/>
                    </a:lnTo>
                    <a:lnTo>
                      <a:pt x="0" y="53637"/>
                    </a:lnTo>
                    <a:lnTo>
                      <a:pt x="73214" y="0"/>
                    </a:lnTo>
                    <a:lnTo>
                      <a:pt x="163026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4" name="Контур"/>
              <p:cNvSpPr/>
              <p:nvPr/>
            </p:nvSpPr>
            <p:spPr>
              <a:xfrm>
                <a:off x="5663077" y="8874697"/>
                <a:ext cx="84920" cy="30753"/>
              </a:xfrm>
              <a:custGeom>
                <a:avLst/>
                <a:gdLst/>
                <a:ahLst/>
                <a:cxnLst/>
                <a:rect l="l" t="t" r="r" b="b"/>
                <a:pathLst>
                  <a:path w="84920" h="30753">
                    <a:moveTo>
                      <a:pt x="0" y="2223"/>
                    </a:moveTo>
                    <a:lnTo>
                      <a:pt x="1782" y="0"/>
                    </a:lnTo>
                    <a:lnTo>
                      <a:pt x="84920" y="0"/>
                    </a:lnTo>
                    <a:lnTo>
                      <a:pt x="17460" y="30753"/>
                    </a:lnTo>
                    <a:lnTo>
                      <a:pt x="8541" y="16178"/>
                    </a:lnTo>
                    <a:lnTo>
                      <a:pt x="0" y="222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5" name="Контур"/>
              <p:cNvSpPr/>
              <p:nvPr/>
            </p:nvSpPr>
            <p:spPr>
              <a:xfrm>
                <a:off x="5609606" y="7661926"/>
                <a:ext cx="1656907" cy="1212771"/>
              </a:xfrm>
              <a:custGeom>
                <a:avLst/>
                <a:gdLst/>
                <a:ahLst/>
                <a:cxnLst/>
                <a:rect l="l" t="t" r="r" b="b"/>
                <a:pathLst>
                  <a:path w="1656907" h="1212771">
                    <a:moveTo>
                      <a:pt x="339991" y="1212771"/>
                    </a:moveTo>
                    <a:lnTo>
                      <a:pt x="316764" y="1212771"/>
                    </a:lnTo>
                    <a:lnTo>
                      <a:pt x="456887" y="1122915"/>
                    </a:lnTo>
                    <a:lnTo>
                      <a:pt x="646688" y="1028856"/>
                    </a:lnTo>
                    <a:lnTo>
                      <a:pt x="1247422" y="711553"/>
                    </a:lnTo>
                    <a:lnTo>
                      <a:pt x="1326259" y="668219"/>
                    </a:lnTo>
                    <a:lnTo>
                      <a:pt x="1416593" y="603788"/>
                    </a:lnTo>
                    <a:lnTo>
                      <a:pt x="1536255" y="538323"/>
                    </a:lnTo>
                    <a:lnTo>
                      <a:pt x="1583147" y="472701"/>
                    </a:lnTo>
                    <a:lnTo>
                      <a:pt x="1613288" y="413580"/>
                    </a:lnTo>
                    <a:lnTo>
                      <a:pt x="1530823" y="477259"/>
                    </a:lnTo>
                    <a:lnTo>
                      <a:pt x="1445020" y="534859"/>
                    </a:lnTo>
                    <a:lnTo>
                      <a:pt x="1043432" y="765170"/>
                    </a:lnTo>
                    <a:lnTo>
                      <a:pt x="226952" y="1212771"/>
                    </a:lnTo>
                    <a:lnTo>
                      <a:pt x="138391" y="1212771"/>
                    </a:lnTo>
                    <a:lnTo>
                      <a:pt x="286249" y="1139314"/>
                    </a:lnTo>
                    <a:lnTo>
                      <a:pt x="993716" y="754382"/>
                    </a:lnTo>
                    <a:lnTo>
                      <a:pt x="1200166" y="616176"/>
                    </a:lnTo>
                    <a:lnTo>
                      <a:pt x="1318476" y="557816"/>
                    </a:lnTo>
                    <a:lnTo>
                      <a:pt x="1407403" y="506892"/>
                    </a:lnTo>
                    <a:lnTo>
                      <a:pt x="1598798" y="358239"/>
                    </a:lnTo>
                    <a:lnTo>
                      <a:pt x="1439170" y="452506"/>
                    </a:lnTo>
                    <a:lnTo>
                      <a:pt x="1407356" y="462623"/>
                    </a:lnTo>
                    <a:lnTo>
                      <a:pt x="1261875" y="553620"/>
                    </a:lnTo>
                    <a:lnTo>
                      <a:pt x="1185082" y="587310"/>
                    </a:lnTo>
                    <a:lnTo>
                      <a:pt x="965701" y="737443"/>
                    </a:lnTo>
                    <a:lnTo>
                      <a:pt x="687651" y="893813"/>
                    </a:lnTo>
                    <a:lnTo>
                      <a:pt x="528605" y="971103"/>
                    </a:lnTo>
                    <a:lnTo>
                      <a:pt x="286886" y="1102188"/>
                    </a:lnTo>
                    <a:lnTo>
                      <a:pt x="55253" y="1212771"/>
                    </a:lnTo>
                    <a:lnTo>
                      <a:pt x="0" y="1212771"/>
                    </a:lnTo>
                    <a:lnTo>
                      <a:pt x="287485" y="1065816"/>
                    </a:lnTo>
                    <a:lnTo>
                      <a:pt x="300954" y="1066318"/>
                    </a:lnTo>
                    <a:lnTo>
                      <a:pt x="782847" y="800197"/>
                    </a:lnTo>
                    <a:lnTo>
                      <a:pt x="789681" y="788942"/>
                    </a:lnTo>
                    <a:lnTo>
                      <a:pt x="886440" y="735223"/>
                    </a:lnTo>
                    <a:lnTo>
                      <a:pt x="896751" y="734248"/>
                    </a:lnTo>
                    <a:lnTo>
                      <a:pt x="1376167" y="468857"/>
                    </a:lnTo>
                    <a:lnTo>
                      <a:pt x="1382389" y="453480"/>
                    </a:lnTo>
                    <a:lnTo>
                      <a:pt x="1564544" y="334461"/>
                    </a:lnTo>
                    <a:lnTo>
                      <a:pt x="1409919" y="31570"/>
                    </a:lnTo>
                    <a:lnTo>
                      <a:pt x="1413914" y="29322"/>
                    </a:lnTo>
                    <a:lnTo>
                      <a:pt x="1403021" y="9957"/>
                    </a:lnTo>
                    <a:lnTo>
                      <a:pt x="1421852" y="0"/>
                    </a:lnTo>
                    <a:lnTo>
                      <a:pt x="1591241" y="331964"/>
                    </a:lnTo>
                    <a:lnTo>
                      <a:pt x="1640761" y="443545"/>
                    </a:lnTo>
                    <a:lnTo>
                      <a:pt x="1656907" y="507965"/>
                    </a:lnTo>
                    <a:lnTo>
                      <a:pt x="1624475" y="515046"/>
                    </a:lnTo>
                    <a:lnTo>
                      <a:pt x="1241993" y="740640"/>
                    </a:lnTo>
                    <a:lnTo>
                      <a:pt x="836327" y="965505"/>
                    </a:lnTo>
                    <a:lnTo>
                      <a:pt x="389300" y="1195873"/>
                    </a:lnTo>
                    <a:lnTo>
                      <a:pt x="375282" y="1194649"/>
                    </a:lnTo>
                    <a:lnTo>
                      <a:pt x="339991" y="12127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6" name="Контур"/>
              <p:cNvSpPr/>
              <p:nvPr/>
            </p:nvSpPr>
            <p:spPr>
              <a:xfrm>
                <a:off x="7454766" y="3159891"/>
                <a:ext cx="17699" cy="20974"/>
              </a:xfrm>
              <a:custGeom>
                <a:avLst/>
                <a:gdLst/>
                <a:ahLst/>
                <a:cxnLst/>
                <a:rect l="l" t="t" r="r" b="b"/>
                <a:pathLst>
                  <a:path w="17699" h="20974">
                    <a:moveTo>
                      <a:pt x="0" y="16297"/>
                    </a:moveTo>
                    <a:lnTo>
                      <a:pt x="17699" y="0"/>
                    </a:lnTo>
                    <a:lnTo>
                      <a:pt x="9585" y="20974"/>
                    </a:lnTo>
                    <a:lnTo>
                      <a:pt x="3923" y="20442"/>
                    </a:lnTo>
                    <a:lnTo>
                      <a:pt x="0" y="1629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7" name="Контур"/>
              <p:cNvSpPr/>
              <p:nvPr/>
            </p:nvSpPr>
            <p:spPr>
              <a:xfrm>
                <a:off x="7448502" y="3006246"/>
                <a:ext cx="79683" cy="116474"/>
              </a:xfrm>
              <a:custGeom>
                <a:avLst/>
                <a:gdLst/>
                <a:ahLst/>
                <a:cxnLst/>
                <a:rect l="l" t="t" r="r" b="b"/>
                <a:pathLst>
                  <a:path w="79683" h="116474">
                    <a:moveTo>
                      <a:pt x="38036" y="116474"/>
                    </a:moveTo>
                    <a:lnTo>
                      <a:pt x="32003" y="109922"/>
                    </a:lnTo>
                    <a:lnTo>
                      <a:pt x="32412" y="108635"/>
                    </a:lnTo>
                    <a:lnTo>
                      <a:pt x="0" y="72826"/>
                    </a:lnTo>
                    <a:lnTo>
                      <a:pt x="79683" y="0"/>
                    </a:lnTo>
                    <a:lnTo>
                      <a:pt x="43572" y="97761"/>
                    </a:lnTo>
                    <a:lnTo>
                      <a:pt x="38036" y="1164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8" name="Контур"/>
              <p:cNvSpPr/>
              <p:nvPr/>
            </p:nvSpPr>
            <p:spPr>
              <a:xfrm>
                <a:off x="7122164" y="2274159"/>
                <a:ext cx="20569" cy="20845"/>
              </a:xfrm>
              <a:custGeom>
                <a:avLst/>
                <a:gdLst/>
                <a:ahLst/>
                <a:cxnLst/>
                <a:rect l="l" t="t" r="r" b="b"/>
                <a:pathLst>
                  <a:path w="20569" h="20845">
                    <a:moveTo>
                      <a:pt x="20569" y="13900"/>
                    </a:moveTo>
                    <a:lnTo>
                      <a:pt x="14253" y="20845"/>
                    </a:lnTo>
                    <a:lnTo>
                      <a:pt x="0" y="6953"/>
                    </a:lnTo>
                    <a:lnTo>
                      <a:pt x="5071" y="0"/>
                    </a:lnTo>
                    <a:lnTo>
                      <a:pt x="20569" y="139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9" name="Контур"/>
              <p:cNvSpPr/>
              <p:nvPr/>
            </p:nvSpPr>
            <p:spPr>
              <a:xfrm>
                <a:off x="6962589" y="2345345"/>
                <a:ext cx="113441" cy="116545"/>
              </a:xfrm>
              <a:custGeom>
                <a:avLst/>
                <a:gdLst/>
                <a:ahLst/>
                <a:cxnLst/>
                <a:rect l="l" t="t" r="r" b="b"/>
                <a:pathLst>
                  <a:path w="113441" h="116545">
                    <a:moveTo>
                      <a:pt x="23776" y="114647"/>
                    </a:moveTo>
                    <a:lnTo>
                      <a:pt x="21975" y="116545"/>
                    </a:lnTo>
                    <a:lnTo>
                      <a:pt x="0" y="99451"/>
                    </a:lnTo>
                    <a:lnTo>
                      <a:pt x="96969" y="0"/>
                    </a:lnTo>
                    <a:lnTo>
                      <a:pt x="113441" y="16056"/>
                    </a:lnTo>
                    <a:lnTo>
                      <a:pt x="23776" y="1146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0" name="Контур"/>
              <p:cNvSpPr/>
              <p:nvPr/>
            </p:nvSpPr>
            <p:spPr>
              <a:xfrm>
                <a:off x="8113170" y="2039186"/>
                <a:ext cx="441127" cy="393268"/>
              </a:xfrm>
              <a:custGeom>
                <a:avLst/>
                <a:gdLst/>
                <a:ahLst/>
                <a:cxnLst/>
                <a:rect l="l" t="t" r="r" b="b"/>
                <a:pathLst>
                  <a:path w="441127" h="393268">
                    <a:moveTo>
                      <a:pt x="441127" y="30057"/>
                    </a:moveTo>
                    <a:lnTo>
                      <a:pt x="286499" y="172290"/>
                    </a:lnTo>
                    <a:lnTo>
                      <a:pt x="0" y="393268"/>
                    </a:lnTo>
                    <a:lnTo>
                      <a:pt x="61730" y="333377"/>
                    </a:lnTo>
                    <a:lnTo>
                      <a:pt x="145411" y="255151"/>
                    </a:lnTo>
                    <a:lnTo>
                      <a:pt x="169253" y="261511"/>
                    </a:lnTo>
                    <a:lnTo>
                      <a:pt x="282577" y="165030"/>
                    </a:lnTo>
                    <a:lnTo>
                      <a:pt x="289810" y="143925"/>
                    </a:lnTo>
                    <a:lnTo>
                      <a:pt x="280649" y="130686"/>
                    </a:lnTo>
                    <a:lnTo>
                      <a:pt x="317539" y="96890"/>
                    </a:lnTo>
                    <a:lnTo>
                      <a:pt x="419789" y="0"/>
                    </a:lnTo>
                    <a:lnTo>
                      <a:pt x="419995" y="2222"/>
                    </a:lnTo>
                    <a:lnTo>
                      <a:pt x="422430" y="6864"/>
                    </a:lnTo>
                    <a:lnTo>
                      <a:pt x="441127" y="300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1" name="Контур"/>
              <p:cNvSpPr/>
              <p:nvPr/>
            </p:nvSpPr>
            <p:spPr>
              <a:xfrm>
                <a:off x="7835039" y="1584000"/>
                <a:ext cx="793244" cy="617692"/>
              </a:xfrm>
              <a:custGeom>
                <a:avLst/>
                <a:gdLst/>
                <a:ahLst/>
                <a:cxnLst/>
                <a:rect l="l" t="t" r="r" b="b"/>
                <a:pathLst>
                  <a:path w="793244" h="617692">
                    <a:moveTo>
                      <a:pt x="793244" y="0"/>
                    </a:moveTo>
                    <a:lnTo>
                      <a:pt x="778213" y="10515"/>
                    </a:lnTo>
                    <a:lnTo>
                      <a:pt x="777716" y="10880"/>
                    </a:lnTo>
                    <a:lnTo>
                      <a:pt x="89396" y="540800"/>
                    </a:lnTo>
                    <a:lnTo>
                      <a:pt x="86494" y="543869"/>
                    </a:lnTo>
                    <a:lnTo>
                      <a:pt x="84681" y="547684"/>
                    </a:lnTo>
                    <a:lnTo>
                      <a:pt x="84136" y="551872"/>
                    </a:lnTo>
                    <a:lnTo>
                      <a:pt x="84913" y="556025"/>
                    </a:lnTo>
                    <a:lnTo>
                      <a:pt x="86935" y="559733"/>
                    </a:lnTo>
                    <a:lnTo>
                      <a:pt x="92326" y="566734"/>
                    </a:lnTo>
                    <a:lnTo>
                      <a:pt x="34847" y="617692"/>
                    </a:lnTo>
                    <a:lnTo>
                      <a:pt x="21123" y="599405"/>
                    </a:lnTo>
                    <a:lnTo>
                      <a:pt x="0" y="574617"/>
                    </a:lnTo>
                    <a:lnTo>
                      <a:pt x="277181" y="356323"/>
                    </a:lnTo>
                    <a:lnTo>
                      <a:pt x="512108" y="175666"/>
                    </a:lnTo>
                    <a:lnTo>
                      <a:pt x="75239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2" name="Контур"/>
              <p:cNvSpPr/>
              <p:nvPr/>
            </p:nvSpPr>
            <p:spPr>
              <a:xfrm>
                <a:off x="7220863" y="1584000"/>
                <a:ext cx="498635" cy="530608"/>
              </a:xfrm>
              <a:custGeom>
                <a:avLst/>
                <a:gdLst/>
                <a:ahLst/>
                <a:cxnLst/>
                <a:rect l="l" t="t" r="r" b="b"/>
                <a:pathLst>
                  <a:path w="498635" h="530608">
                    <a:moveTo>
                      <a:pt x="498635" y="0"/>
                    </a:moveTo>
                    <a:lnTo>
                      <a:pt x="363988" y="155504"/>
                    </a:lnTo>
                    <a:lnTo>
                      <a:pt x="217469" y="335055"/>
                    </a:lnTo>
                    <a:lnTo>
                      <a:pt x="229493" y="347113"/>
                    </a:lnTo>
                    <a:lnTo>
                      <a:pt x="145860" y="439348"/>
                    </a:lnTo>
                    <a:lnTo>
                      <a:pt x="62952" y="497542"/>
                    </a:lnTo>
                    <a:lnTo>
                      <a:pt x="39282" y="512077"/>
                    </a:lnTo>
                    <a:lnTo>
                      <a:pt x="0" y="530608"/>
                    </a:lnTo>
                    <a:lnTo>
                      <a:pt x="45241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3" name="Контур"/>
              <p:cNvSpPr/>
              <p:nvPr/>
            </p:nvSpPr>
            <p:spPr>
              <a:xfrm>
                <a:off x="7438332" y="1584000"/>
                <a:ext cx="326206" cy="347113"/>
              </a:xfrm>
              <a:custGeom>
                <a:avLst/>
                <a:gdLst/>
                <a:ahLst/>
                <a:cxnLst/>
                <a:rect l="l" t="t" r="r" b="b"/>
                <a:pathLst>
                  <a:path w="326206" h="347113">
                    <a:moveTo>
                      <a:pt x="326206" y="0"/>
                    </a:moveTo>
                    <a:lnTo>
                      <a:pt x="12024" y="347113"/>
                    </a:lnTo>
                    <a:lnTo>
                      <a:pt x="0" y="335055"/>
                    </a:lnTo>
                    <a:lnTo>
                      <a:pt x="146519" y="155504"/>
                    </a:lnTo>
                    <a:lnTo>
                      <a:pt x="281166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4" name="Контур"/>
              <p:cNvSpPr/>
              <p:nvPr/>
            </p:nvSpPr>
            <p:spPr>
              <a:xfrm>
                <a:off x="8090787" y="3865450"/>
                <a:ext cx="1210891" cy="943857"/>
              </a:xfrm>
              <a:custGeom>
                <a:avLst/>
                <a:gdLst/>
                <a:ahLst/>
                <a:cxnLst/>
                <a:rect l="l" t="t" r="r" b="b"/>
                <a:pathLst>
                  <a:path w="1210891" h="943857">
                    <a:moveTo>
                      <a:pt x="432327" y="587242"/>
                    </a:moveTo>
                    <a:lnTo>
                      <a:pt x="639767" y="429540"/>
                    </a:lnTo>
                    <a:lnTo>
                      <a:pt x="864373" y="252063"/>
                    </a:lnTo>
                    <a:lnTo>
                      <a:pt x="1115824" y="56610"/>
                    </a:lnTo>
                    <a:lnTo>
                      <a:pt x="1187401" y="0"/>
                    </a:lnTo>
                    <a:lnTo>
                      <a:pt x="1210891" y="34749"/>
                    </a:lnTo>
                    <a:lnTo>
                      <a:pt x="1024487" y="173381"/>
                    </a:lnTo>
                    <a:lnTo>
                      <a:pt x="857200" y="299596"/>
                    </a:lnTo>
                    <a:lnTo>
                      <a:pt x="478079" y="598027"/>
                    </a:lnTo>
                    <a:lnTo>
                      <a:pt x="409188" y="647571"/>
                    </a:lnTo>
                    <a:lnTo>
                      <a:pt x="319085" y="716850"/>
                    </a:lnTo>
                    <a:lnTo>
                      <a:pt x="107734" y="870534"/>
                    </a:lnTo>
                    <a:lnTo>
                      <a:pt x="16339" y="943857"/>
                    </a:lnTo>
                    <a:lnTo>
                      <a:pt x="0" y="924317"/>
                    </a:lnTo>
                    <a:lnTo>
                      <a:pt x="336503" y="661954"/>
                    </a:lnTo>
                    <a:lnTo>
                      <a:pt x="432327" y="58724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5" name="Контур"/>
              <p:cNvSpPr/>
              <p:nvPr/>
            </p:nvSpPr>
            <p:spPr>
              <a:xfrm>
                <a:off x="7311419" y="3827059"/>
                <a:ext cx="634706" cy="935421"/>
              </a:xfrm>
              <a:custGeom>
                <a:avLst/>
                <a:gdLst/>
                <a:ahLst/>
                <a:cxnLst/>
                <a:rect l="l" t="t" r="r" b="b"/>
                <a:pathLst>
                  <a:path w="634706" h="935421">
                    <a:moveTo>
                      <a:pt x="26313" y="43708"/>
                    </a:moveTo>
                    <a:lnTo>
                      <a:pt x="0" y="0"/>
                    </a:lnTo>
                    <a:lnTo>
                      <a:pt x="371411" y="505338"/>
                    </a:lnTo>
                    <a:lnTo>
                      <a:pt x="380248" y="510595"/>
                    </a:lnTo>
                    <a:lnTo>
                      <a:pt x="393352" y="505796"/>
                    </a:lnTo>
                    <a:lnTo>
                      <a:pt x="452510" y="588264"/>
                    </a:lnTo>
                    <a:lnTo>
                      <a:pt x="473228" y="602376"/>
                    </a:lnTo>
                    <a:lnTo>
                      <a:pt x="591380" y="748482"/>
                    </a:lnTo>
                    <a:lnTo>
                      <a:pt x="587609" y="765150"/>
                    </a:lnTo>
                    <a:lnTo>
                      <a:pt x="634706" y="915373"/>
                    </a:lnTo>
                    <a:lnTo>
                      <a:pt x="609378" y="935421"/>
                    </a:lnTo>
                    <a:lnTo>
                      <a:pt x="545166" y="764464"/>
                    </a:lnTo>
                    <a:lnTo>
                      <a:pt x="326002" y="470451"/>
                    </a:lnTo>
                    <a:lnTo>
                      <a:pt x="239448" y="535442"/>
                    </a:lnTo>
                    <a:lnTo>
                      <a:pt x="197139" y="474695"/>
                    </a:lnTo>
                    <a:lnTo>
                      <a:pt x="275365" y="416620"/>
                    </a:lnTo>
                    <a:lnTo>
                      <a:pt x="280488" y="402815"/>
                    </a:lnTo>
                    <a:lnTo>
                      <a:pt x="154021" y="218548"/>
                    </a:lnTo>
                    <a:lnTo>
                      <a:pt x="26313" y="4370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6" name="Контур"/>
              <p:cNvSpPr/>
              <p:nvPr/>
            </p:nvSpPr>
            <p:spPr>
              <a:xfrm>
                <a:off x="6944722" y="3833375"/>
                <a:ext cx="171436" cy="150096"/>
              </a:xfrm>
              <a:custGeom>
                <a:avLst/>
                <a:gdLst/>
                <a:ahLst/>
                <a:cxnLst/>
                <a:rect l="l" t="t" r="r" b="b"/>
                <a:pathLst>
                  <a:path w="171436" h="150096">
                    <a:moveTo>
                      <a:pt x="171436" y="0"/>
                    </a:moveTo>
                    <a:lnTo>
                      <a:pt x="170612" y="38221"/>
                    </a:lnTo>
                    <a:lnTo>
                      <a:pt x="17966" y="150096"/>
                    </a:lnTo>
                    <a:lnTo>
                      <a:pt x="6885" y="135278"/>
                    </a:lnTo>
                    <a:lnTo>
                      <a:pt x="0" y="123945"/>
                    </a:lnTo>
                    <a:lnTo>
                      <a:pt x="143451" y="18764"/>
                    </a:lnTo>
                    <a:lnTo>
                      <a:pt x="171436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7" name="Контур"/>
              <p:cNvSpPr/>
              <p:nvPr/>
            </p:nvSpPr>
            <p:spPr>
              <a:xfrm>
                <a:off x="7265587" y="3612761"/>
                <a:ext cx="26778" cy="35198"/>
              </a:xfrm>
              <a:custGeom>
                <a:avLst/>
                <a:gdLst/>
                <a:ahLst/>
                <a:cxnLst/>
                <a:rect l="l" t="t" r="r" b="b"/>
                <a:pathLst>
                  <a:path w="26778" h="35198">
                    <a:moveTo>
                      <a:pt x="0" y="2104"/>
                    </a:moveTo>
                    <a:lnTo>
                      <a:pt x="2703" y="0"/>
                    </a:lnTo>
                    <a:lnTo>
                      <a:pt x="26778" y="32361"/>
                    </a:lnTo>
                    <a:lnTo>
                      <a:pt x="22963" y="35198"/>
                    </a:lnTo>
                    <a:lnTo>
                      <a:pt x="0" y="210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8" name="Контур"/>
              <p:cNvSpPr/>
              <p:nvPr/>
            </p:nvSpPr>
            <p:spPr>
              <a:xfrm>
                <a:off x="7275429" y="3558626"/>
                <a:ext cx="116469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116469" h="126000">
                    <a:moveTo>
                      <a:pt x="38564" y="126000"/>
                    </a:moveTo>
                    <a:lnTo>
                      <a:pt x="25599" y="107315"/>
                    </a:lnTo>
                    <a:lnTo>
                      <a:pt x="26373" y="106758"/>
                    </a:lnTo>
                    <a:lnTo>
                      <a:pt x="43681" y="93835"/>
                    </a:lnTo>
                    <a:lnTo>
                      <a:pt x="46569" y="91905"/>
                    </a:lnTo>
                    <a:lnTo>
                      <a:pt x="31959" y="74026"/>
                    </a:lnTo>
                    <a:lnTo>
                      <a:pt x="24937" y="80045"/>
                    </a:lnTo>
                    <a:lnTo>
                      <a:pt x="0" y="48741"/>
                    </a:lnTo>
                    <a:lnTo>
                      <a:pt x="66263" y="0"/>
                    </a:lnTo>
                    <a:lnTo>
                      <a:pt x="116469" y="68553"/>
                    </a:lnTo>
                    <a:lnTo>
                      <a:pt x="96604" y="83451"/>
                    </a:lnTo>
                    <a:lnTo>
                      <a:pt x="68528" y="104507"/>
                    </a:lnTo>
                    <a:lnTo>
                      <a:pt x="38564" y="1260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9" name="Контур"/>
              <p:cNvSpPr/>
              <p:nvPr/>
            </p:nvSpPr>
            <p:spPr>
              <a:xfrm>
                <a:off x="7514080" y="3077050"/>
                <a:ext cx="656934" cy="469213"/>
              </a:xfrm>
              <a:custGeom>
                <a:avLst/>
                <a:gdLst/>
                <a:ahLst/>
                <a:cxnLst/>
                <a:rect l="l" t="t" r="r" b="b"/>
                <a:pathLst>
                  <a:path w="656934" h="469213">
                    <a:moveTo>
                      <a:pt x="177339" y="335588"/>
                    </a:moveTo>
                    <a:lnTo>
                      <a:pt x="639351" y="0"/>
                    </a:lnTo>
                    <a:lnTo>
                      <a:pt x="656934" y="25231"/>
                    </a:lnTo>
                    <a:lnTo>
                      <a:pt x="49021" y="469213"/>
                    </a:lnTo>
                    <a:lnTo>
                      <a:pt x="0" y="464400"/>
                    </a:lnTo>
                    <a:lnTo>
                      <a:pt x="177339" y="33558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0" name="Контур"/>
              <p:cNvSpPr/>
              <p:nvPr/>
            </p:nvSpPr>
            <p:spPr>
              <a:xfrm>
                <a:off x="7491957" y="3398072"/>
                <a:ext cx="199462" cy="143378"/>
              </a:xfrm>
              <a:custGeom>
                <a:avLst/>
                <a:gdLst/>
                <a:ahLst/>
                <a:cxnLst/>
                <a:rect l="l" t="t" r="r" b="b"/>
                <a:pathLst>
                  <a:path w="199462" h="143378">
                    <a:moveTo>
                      <a:pt x="199462" y="14566"/>
                    </a:moveTo>
                    <a:lnTo>
                      <a:pt x="22123" y="143378"/>
                    </a:lnTo>
                    <a:lnTo>
                      <a:pt x="0" y="112728"/>
                    </a:lnTo>
                    <a:lnTo>
                      <a:pt x="16725" y="100380"/>
                    </a:lnTo>
                    <a:lnTo>
                      <a:pt x="30662" y="118704"/>
                    </a:lnTo>
                    <a:lnTo>
                      <a:pt x="188747" y="0"/>
                    </a:lnTo>
                    <a:lnTo>
                      <a:pt x="191346" y="3533"/>
                    </a:lnTo>
                    <a:lnTo>
                      <a:pt x="199462" y="145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1" name="Контур"/>
              <p:cNvSpPr/>
              <p:nvPr/>
            </p:nvSpPr>
            <p:spPr>
              <a:xfrm>
                <a:off x="7683303" y="2999108"/>
                <a:ext cx="470128" cy="413530"/>
              </a:xfrm>
              <a:custGeom>
                <a:avLst/>
                <a:gdLst/>
                <a:ahLst/>
                <a:cxnLst/>
                <a:rect l="l" t="t" r="r" b="b"/>
                <a:pathLst>
                  <a:path w="470128" h="413530">
                    <a:moveTo>
                      <a:pt x="396356" y="10327"/>
                    </a:moveTo>
                    <a:lnTo>
                      <a:pt x="411074" y="0"/>
                    </a:lnTo>
                    <a:lnTo>
                      <a:pt x="470128" y="77942"/>
                    </a:lnTo>
                    <a:lnTo>
                      <a:pt x="8116" y="413530"/>
                    </a:lnTo>
                    <a:lnTo>
                      <a:pt x="0" y="402497"/>
                    </a:lnTo>
                    <a:lnTo>
                      <a:pt x="47843" y="366491"/>
                    </a:lnTo>
                    <a:lnTo>
                      <a:pt x="47843" y="362219"/>
                    </a:lnTo>
                    <a:lnTo>
                      <a:pt x="433357" y="84876"/>
                    </a:lnTo>
                    <a:lnTo>
                      <a:pt x="436357" y="81904"/>
                    </a:lnTo>
                    <a:lnTo>
                      <a:pt x="438293" y="78150"/>
                    </a:lnTo>
                    <a:lnTo>
                      <a:pt x="438973" y="73981"/>
                    </a:lnTo>
                    <a:lnTo>
                      <a:pt x="438332" y="69806"/>
                    </a:lnTo>
                    <a:lnTo>
                      <a:pt x="436432" y="66034"/>
                    </a:lnTo>
                    <a:lnTo>
                      <a:pt x="396356" y="103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2" name="Контур"/>
              <p:cNvSpPr/>
              <p:nvPr/>
            </p:nvSpPr>
            <p:spPr>
              <a:xfrm>
                <a:off x="7371780" y="3188877"/>
                <a:ext cx="78530" cy="73825"/>
              </a:xfrm>
              <a:custGeom>
                <a:avLst/>
                <a:gdLst/>
                <a:ahLst/>
                <a:cxnLst/>
                <a:rect l="l" t="t" r="r" b="b"/>
                <a:pathLst>
                  <a:path w="78530" h="73825">
                    <a:moveTo>
                      <a:pt x="0" y="63127"/>
                    </a:moveTo>
                    <a:lnTo>
                      <a:pt x="2348" y="61564"/>
                    </a:lnTo>
                    <a:lnTo>
                      <a:pt x="69207" y="0"/>
                    </a:lnTo>
                    <a:lnTo>
                      <a:pt x="78530" y="10126"/>
                    </a:lnTo>
                    <a:lnTo>
                      <a:pt x="9610" y="73825"/>
                    </a:lnTo>
                    <a:lnTo>
                      <a:pt x="0" y="631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3" name="Контур"/>
              <p:cNvSpPr/>
              <p:nvPr/>
            </p:nvSpPr>
            <p:spPr>
              <a:xfrm>
                <a:off x="7293904" y="4831342"/>
                <a:ext cx="757611" cy="593469"/>
              </a:xfrm>
              <a:custGeom>
                <a:avLst/>
                <a:gdLst/>
                <a:ahLst/>
                <a:cxnLst/>
                <a:rect l="l" t="t" r="r" b="b"/>
                <a:pathLst>
                  <a:path w="757611" h="593469">
                    <a:moveTo>
                      <a:pt x="692291" y="38810"/>
                    </a:moveTo>
                    <a:lnTo>
                      <a:pt x="746614" y="0"/>
                    </a:lnTo>
                    <a:lnTo>
                      <a:pt x="757611" y="17085"/>
                    </a:lnTo>
                    <a:lnTo>
                      <a:pt x="602620" y="128740"/>
                    </a:lnTo>
                    <a:lnTo>
                      <a:pt x="386105" y="289759"/>
                    </a:lnTo>
                    <a:lnTo>
                      <a:pt x="159486" y="464508"/>
                    </a:lnTo>
                    <a:lnTo>
                      <a:pt x="84177" y="524328"/>
                    </a:lnTo>
                    <a:lnTo>
                      <a:pt x="80487" y="536676"/>
                    </a:lnTo>
                    <a:lnTo>
                      <a:pt x="10944" y="593469"/>
                    </a:lnTo>
                    <a:lnTo>
                      <a:pt x="0" y="577738"/>
                    </a:lnTo>
                    <a:lnTo>
                      <a:pt x="5508" y="573135"/>
                    </a:lnTo>
                    <a:lnTo>
                      <a:pt x="146925" y="454965"/>
                    </a:lnTo>
                    <a:lnTo>
                      <a:pt x="293494" y="338971"/>
                    </a:lnTo>
                    <a:lnTo>
                      <a:pt x="296505" y="336588"/>
                    </a:lnTo>
                    <a:lnTo>
                      <a:pt x="523404" y="172662"/>
                    </a:lnTo>
                    <a:lnTo>
                      <a:pt x="692291" y="388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4" name="Контур"/>
              <p:cNvSpPr/>
              <p:nvPr/>
            </p:nvSpPr>
            <p:spPr>
              <a:xfrm>
                <a:off x="7812053" y="4762493"/>
                <a:ext cx="1041593" cy="625606"/>
              </a:xfrm>
              <a:custGeom>
                <a:avLst/>
                <a:gdLst/>
                <a:ahLst/>
                <a:cxnLst/>
                <a:rect l="l" t="t" r="r" b="b"/>
                <a:pathLst>
                  <a:path w="1041593" h="625606">
                    <a:moveTo>
                      <a:pt x="0" y="620945"/>
                    </a:moveTo>
                    <a:lnTo>
                      <a:pt x="186004" y="474480"/>
                    </a:lnTo>
                    <a:lnTo>
                      <a:pt x="561636" y="293393"/>
                    </a:lnTo>
                    <a:lnTo>
                      <a:pt x="988429" y="0"/>
                    </a:lnTo>
                    <a:lnTo>
                      <a:pt x="1019155" y="42205"/>
                    </a:lnTo>
                    <a:lnTo>
                      <a:pt x="1041593" y="111808"/>
                    </a:lnTo>
                    <a:lnTo>
                      <a:pt x="1018370" y="120505"/>
                    </a:lnTo>
                    <a:lnTo>
                      <a:pt x="998083" y="132068"/>
                    </a:lnTo>
                    <a:lnTo>
                      <a:pt x="958109" y="38596"/>
                    </a:lnTo>
                    <a:lnTo>
                      <a:pt x="576396" y="297774"/>
                    </a:lnTo>
                    <a:lnTo>
                      <a:pt x="187275" y="486479"/>
                    </a:lnTo>
                    <a:lnTo>
                      <a:pt x="7963" y="625606"/>
                    </a:lnTo>
                    <a:lnTo>
                      <a:pt x="0" y="620945"/>
                    </a:lnTo>
                    <a:close/>
                    <a:moveTo>
                      <a:pt x="991217" y="26909"/>
                    </a:moveTo>
                    <a:lnTo>
                      <a:pt x="967489" y="36788"/>
                    </a:lnTo>
                    <a:lnTo>
                      <a:pt x="1004727" y="118474"/>
                    </a:lnTo>
                    <a:lnTo>
                      <a:pt x="1025719" y="109728"/>
                    </a:lnTo>
                    <a:lnTo>
                      <a:pt x="991217" y="2690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5" name="Контур"/>
              <p:cNvSpPr/>
              <p:nvPr/>
            </p:nvSpPr>
            <p:spPr>
              <a:xfrm>
                <a:off x="7534842" y="5458047"/>
                <a:ext cx="110564" cy="92572"/>
              </a:xfrm>
              <a:custGeom>
                <a:avLst/>
                <a:gdLst/>
                <a:ahLst/>
                <a:cxnLst/>
                <a:rect l="l" t="t" r="r" b="b"/>
                <a:pathLst>
                  <a:path w="110564" h="92572">
                    <a:moveTo>
                      <a:pt x="54391" y="89044"/>
                    </a:moveTo>
                    <a:lnTo>
                      <a:pt x="47890" y="92572"/>
                    </a:lnTo>
                    <a:lnTo>
                      <a:pt x="3124" y="81951"/>
                    </a:lnTo>
                    <a:lnTo>
                      <a:pt x="1392" y="80338"/>
                    </a:lnTo>
                    <a:lnTo>
                      <a:pt x="0" y="79691"/>
                    </a:lnTo>
                    <a:lnTo>
                      <a:pt x="86610" y="0"/>
                    </a:lnTo>
                    <a:lnTo>
                      <a:pt x="110564" y="27967"/>
                    </a:lnTo>
                    <a:lnTo>
                      <a:pt x="56439" y="69563"/>
                    </a:lnTo>
                    <a:lnTo>
                      <a:pt x="53523" y="72645"/>
                    </a:lnTo>
                    <a:lnTo>
                      <a:pt x="51708" y="76480"/>
                    </a:lnTo>
                    <a:lnTo>
                      <a:pt x="51172" y="80688"/>
                    </a:lnTo>
                    <a:lnTo>
                      <a:pt x="51969" y="84855"/>
                    </a:lnTo>
                    <a:lnTo>
                      <a:pt x="54020" y="88569"/>
                    </a:lnTo>
                    <a:lnTo>
                      <a:pt x="54391" y="890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6" name="Контур"/>
              <p:cNvSpPr/>
              <p:nvPr/>
            </p:nvSpPr>
            <p:spPr>
              <a:xfrm>
                <a:off x="7739533" y="5500138"/>
                <a:ext cx="75109" cy="114898"/>
              </a:xfrm>
              <a:custGeom>
                <a:avLst/>
                <a:gdLst/>
                <a:ahLst/>
                <a:cxnLst/>
                <a:rect l="l" t="t" r="r" b="b"/>
                <a:pathLst>
                  <a:path w="75109" h="114898">
                    <a:moveTo>
                      <a:pt x="51104" y="101191"/>
                    </a:moveTo>
                    <a:lnTo>
                      <a:pt x="53075" y="99647"/>
                    </a:lnTo>
                    <a:lnTo>
                      <a:pt x="56508" y="95652"/>
                    </a:lnTo>
                    <a:lnTo>
                      <a:pt x="58151" y="90648"/>
                    </a:lnTo>
                    <a:lnTo>
                      <a:pt x="57755" y="85396"/>
                    </a:lnTo>
                    <a:lnTo>
                      <a:pt x="55379" y="80694"/>
                    </a:lnTo>
                    <a:lnTo>
                      <a:pt x="0" y="9992"/>
                    </a:lnTo>
                    <a:lnTo>
                      <a:pt x="12984" y="0"/>
                    </a:lnTo>
                    <a:lnTo>
                      <a:pt x="75109" y="106240"/>
                    </a:lnTo>
                    <a:lnTo>
                      <a:pt x="58461" y="114898"/>
                    </a:lnTo>
                    <a:lnTo>
                      <a:pt x="51104" y="10119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7" name="Контур"/>
              <p:cNvSpPr/>
              <p:nvPr/>
            </p:nvSpPr>
            <p:spPr>
              <a:xfrm>
                <a:off x="7277520" y="5265968"/>
                <a:ext cx="49944" cy="51576"/>
              </a:xfrm>
              <a:custGeom>
                <a:avLst/>
                <a:gdLst/>
                <a:ahLst/>
                <a:cxnLst/>
                <a:rect l="l" t="t" r="r" b="b"/>
                <a:pathLst>
                  <a:path w="49944" h="51576">
                    <a:moveTo>
                      <a:pt x="28998" y="0"/>
                    </a:moveTo>
                    <a:lnTo>
                      <a:pt x="49944" y="24957"/>
                    </a:lnTo>
                    <a:lnTo>
                      <a:pt x="27196" y="40395"/>
                    </a:lnTo>
                    <a:lnTo>
                      <a:pt x="13135" y="51576"/>
                    </a:lnTo>
                    <a:lnTo>
                      <a:pt x="0" y="34275"/>
                    </a:lnTo>
                    <a:lnTo>
                      <a:pt x="6645" y="25608"/>
                    </a:lnTo>
                    <a:lnTo>
                      <a:pt x="1958" y="16591"/>
                    </a:lnTo>
                    <a:lnTo>
                      <a:pt x="2899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8" name="Контур"/>
              <p:cNvSpPr/>
              <p:nvPr/>
            </p:nvSpPr>
            <p:spPr>
              <a:xfrm>
                <a:off x="7319573" y="5372569"/>
                <a:ext cx="122364" cy="83764"/>
              </a:xfrm>
              <a:custGeom>
                <a:avLst/>
                <a:gdLst/>
                <a:ahLst/>
                <a:cxnLst/>
                <a:rect l="l" t="t" r="r" b="b"/>
                <a:pathLst>
                  <a:path w="122364" h="83764">
                    <a:moveTo>
                      <a:pt x="77450" y="0"/>
                    </a:moveTo>
                    <a:lnTo>
                      <a:pt x="122364" y="19515"/>
                    </a:lnTo>
                    <a:lnTo>
                      <a:pt x="38065" y="83764"/>
                    </a:lnTo>
                    <a:lnTo>
                      <a:pt x="24694" y="83764"/>
                    </a:lnTo>
                    <a:lnTo>
                      <a:pt x="11452" y="80183"/>
                    </a:lnTo>
                    <a:lnTo>
                      <a:pt x="0" y="73381"/>
                    </a:lnTo>
                    <a:lnTo>
                      <a:pt x="71855" y="15285"/>
                    </a:lnTo>
                    <a:lnTo>
                      <a:pt x="7745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9" name="Контур"/>
              <p:cNvSpPr/>
              <p:nvPr/>
            </p:nvSpPr>
            <p:spPr>
              <a:xfrm>
                <a:off x="7536913" y="5170519"/>
                <a:ext cx="176598" cy="111600"/>
              </a:xfrm>
              <a:custGeom>
                <a:avLst/>
                <a:gdLst/>
                <a:ahLst/>
                <a:cxnLst/>
                <a:rect l="l" t="t" r="r" b="b"/>
                <a:pathLst>
                  <a:path w="176598" h="111600">
                    <a:moveTo>
                      <a:pt x="0" y="90151"/>
                    </a:moveTo>
                    <a:lnTo>
                      <a:pt x="124655" y="0"/>
                    </a:lnTo>
                    <a:lnTo>
                      <a:pt x="176598" y="15631"/>
                    </a:lnTo>
                    <a:lnTo>
                      <a:pt x="49915" y="111600"/>
                    </a:lnTo>
                    <a:lnTo>
                      <a:pt x="0" y="9015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0" name="Контур"/>
              <p:cNvSpPr/>
              <p:nvPr/>
            </p:nvSpPr>
            <p:spPr>
              <a:xfrm>
                <a:off x="7874724" y="4875898"/>
                <a:ext cx="199957" cy="155848"/>
              </a:xfrm>
              <a:custGeom>
                <a:avLst/>
                <a:gdLst/>
                <a:ahLst/>
                <a:cxnLst/>
                <a:rect l="l" t="t" r="r" b="b"/>
                <a:pathLst>
                  <a:path w="199957" h="155848">
                    <a:moveTo>
                      <a:pt x="199957" y="37890"/>
                    </a:moveTo>
                    <a:lnTo>
                      <a:pt x="43316" y="155848"/>
                    </a:lnTo>
                    <a:lnTo>
                      <a:pt x="0" y="143152"/>
                    </a:lnTo>
                    <a:lnTo>
                      <a:pt x="188817" y="0"/>
                    </a:lnTo>
                    <a:lnTo>
                      <a:pt x="196819" y="17816"/>
                    </a:lnTo>
                    <a:lnTo>
                      <a:pt x="199957" y="3789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1" name="Контур"/>
              <p:cNvSpPr/>
              <p:nvPr/>
            </p:nvSpPr>
            <p:spPr>
              <a:xfrm>
                <a:off x="6068251" y="5059692"/>
                <a:ext cx="54850" cy="44782"/>
              </a:xfrm>
              <a:custGeom>
                <a:avLst/>
                <a:gdLst/>
                <a:ahLst/>
                <a:cxnLst/>
                <a:rect l="l" t="t" r="r" b="b"/>
                <a:pathLst>
                  <a:path w="54850" h="44782">
                    <a:moveTo>
                      <a:pt x="44864" y="0"/>
                    </a:moveTo>
                    <a:lnTo>
                      <a:pt x="54850" y="31081"/>
                    </a:lnTo>
                    <a:lnTo>
                      <a:pt x="46441" y="34010"/>
                    </a:lnTo>
                    <a:lnTo>
                      <a:pt x="46397" y="33994"/>
                    </a:lnTo>
                    <a:lnTo>
                      <a:pt x="42180" y="33770"/>
                    </a:lnTo>
                    <a:lnTo>
                      <a:pt x="38099" y="34860"/>
                    </a:lnTo>
                    <a:lnTo>
                      <a:pt x="17303" y="44100"/>
                    </a:lnTo>
                    <a:lnTo>
                      <a:pt x="17134" y="44219"/>
                    </a:lnTo>
                    <a:lnTo>
                      <a:pt x="15521" y="44782"/>
                    </a:lnTo>
                    <a:lnTo>
                      <a:pt x="0" y="15047"/>
                    </a:lnTo>
                    <a:lnTo>
                      <a:pt x="34197" y="9585"/>
                    </a:lnTo>
                    <a:lnTo>
                      <a:pt x="38244" y="8259"/>
                    </a:lnTo>
                    <a:lnTo>
                      <a:pt x="41677" y="5737"/>
                    </a:lnTo>
                    <a:lnTo>
                      <a:pt x="44153" y="2271"/>
                    </a:lnTo>
                    <a:lnTo>
                      <a:pt x="4486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2" name="Контур"/>
              <p:cNvSpPr/>
              <p:nvPr/>
            </p:nvSpPr>
            <p:spPr>
              <a:xfrm>
                <a:off x="5996173" y="4061740"/>
                <a:ext cx="302164" cy="254478"/>
              </a:xfrm>
              <a:custGeom>
                <a:avLst/>
                <a:gdLst/>
                <a:ahLst/>
                <a:cxnLst/>
                <a:rect l="l" t="t" r="r" b="b"/>
                <a:pathLst>
                  <a:path w="302164" h="254478">
                    <a:moveTo>
                      <a:pt x="217421" y="0"/>
                    </a:moveTo>
                    <a:lnTo>
                      <a:pt x="296801" y="113436"/>
                    </a:lnTo>
                    <a:lnTo>
                      <a:pt x="301298" y="134067"/>
                    </a:lnTo>
                    <a:lnTo>
                      <a:pt x="302164" y="147703"/>
                    </a:lnTo>
                    <a:lnTo>
                      <a:pt x="300865" y="157226"/>
                    </a:lnTo>
                    <a:lnTo>
                      <a:pt x="297788" y="167088"/>
                    </a:lnTo>
                    <a:lnTo>
                      <a:pt x="293938" y="174456"/>
                    </a:lnTo>
                    <a:lnTo>
                      <a:pt x="289205" y="181523"/>
                    </a:lnTo>
                    <a:lnTo>
                      <a:pt x="279935" y="190764"/>
                    </a:lnTo>
                    <a:lnTo>
                      <a:pt x="244095" y="217359"/>
                    </a:lnTo>
                    <a:lnTo>
                      <a:pt x="204522" y="247685"/>
                    </a:lnTo>
                    <a:lnTo>
                      <a:pt x="160537" y="188783"/>
                    </a:lnTo>
                    <a:lnTo>
                      <a:pt x="72081" y="254478"/>
                    </a:lnTo>
                    <a:lnTo>
                      <a:pt x="0" y="159110"/>
                    </a:lnTo>
                    <a:lnTo>
                      <a:pt x="131786" y="63484"/>
                    </a:lnTo>
                    <a:lnTo>
                      <a:pt x="210442" y="4965"/>
                    </a:lnTo>
                    <a:lnTo>
                      <a:pt x="21742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3" name="Контур"/>
              <p:cNvSpPr/>
              <p:nvPr/>
            </p:nvSpPr>
            <p:spPr>
              <a:xfrm>
                <a:off x="6233916" y="2953347"/>
                <a:ext cx="235675" cy="132262"/>
              </a:xfrm>
              <a:custGeom>
                <a:avLst/>
                <a:gdLst/>
                <a:ahLst/>
                <a:cxnLst/>
                <a:rect l="l" t="t" r="r" b="b"/>
                <a:pathLst>
                  <a:path w="235675" h="132262">
                    <a:moveTo>
                      <a:pt x="183042" y="0"/>
                    </a:moveTo>
                    <a:lnTo>
                      <a:pt x="173060" y="11206"/>
                    </a:lnTo>
                    <a:lnTo>
                      <a:pt x="173227" y="23463"/>
                    </a:lnTo>
                    <a:lnTo>
                      <a:pt x="235675" y="85146"/>
                    </a:lnTo>
                    <a:lnTo>
                      <a:pt x="221775" y="100125"/>
                    </a:lnTo>
                    <a:lnTo>
                      <a:pt x="140086" y="23973"/>
                    </a:lnTo>
                    <a:lnTo>
                      <a:pt x="128475" y="27901"/>
                    </a:lnTo>
                    <a:lnTo>
                      <a:pt x="83217" y="74255"/>
                    </a:lnTo>
                    <a:lnTo>
                      <a:pt x="80138" y="87460"/>
                    </a:lnTo>
                    <a:lnTo>
                      <a:pt x="37732" y="132262"/>
                    </a:lnTo>
                    <a:lnTo>
                      <a:pt x="1714" y="97783"/>
                    </a:lnTo>
                    <a:lnTo>
                      <a:pt x="0" y="88757"/>
                    </a:lnTo>
                    <a:lnTo>
                      <a:pt x="18304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4" name="Контур"/>
              <p:cNvSpPr/>
              <p:nvPr/>
            </p:nvSpPr>
            <p:spPr>
              <a:xfrm>
                <a:off x="6360214" y="2738987"/>
                <a:ext cx="221862" cy="205231"/>
              </a:xfrm>
              <a:custGeom>
                <a:avLst/>
                <a:gdLst/>
                <a:ahLst/>
                <a:cxnLst/>
                <a:rect l="l" t="t" r="r" b="b"/>
                <a:pathLst>
                  <a:path w="221862" h="205231">
                    <a:moveTo>
                      <a:pt x="5812" y="205231"/>
                    </a:moveTo>
                    <a:lnTo>
                      <a:pt x="0" y="193092"/>
                    </a:lnTo>
                    <a:lnTo>
                      <a:pt x="151089" y="55061"/>
                    </a:lnTo>
                    <a:lnTo>
                      <a:pt x="209266" y="0"/>
                    </a:lnTo>
                    <a:lnTo>
                      <a:pt x="221862" y="11777"/>
                    </a:lnTo>
                    <a:lnTo>
                      <a:pt x="110847" y="125231"/>
                    </a:lnTo>
                    <a:lnTo>
                      <a:pt x="69303" y="163481"/>
                    </a:lnTo>
                    <a:lnTo>
                      <a:pt x="33524" y="190065"/>
                    </a:lnTo>
                    <a:lnTo>
                      <a:pt x="18138" y="199211"/>
                    </a:lnTo>
                    <a:lnTo>
                      <a:pt x="5812" y="20523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5" name="Контур"/>
              <p:cNvSpPr/>
              <p:nvPr/>
            </p:nvSpPr>
            <p:spPr>
              <a:xfrm>
                <a:off x="6083897" y="4285825"/>
                <a:ext cx="100397" cy="98221"/>
              </a:xfrm>
              <a:custGeom>
                <a:avLst/>
                <a:gdLst/>
                <a:ahLst/>
                <a:cxnLst/>
                <a:rect l="l" t="t" r="r" b="b"/>
                <a:pathLst>
                  <a:path w="100397" h="98221">
                    <a:moveTo>
                      <a:pt x="100397" y="51060"/>
                    </a:moveTo>
                    <a:lnTo>
                      <a:pt x="35624" y="98221"/>
                    </a:lnTo>
                    <a:lnTo>
                      <a:pt x="0" y="51089"/>
                    </a:lnTo>
                    <a:lnTo>
                      <a:pt x="63974" y="0"/>
                    </a:lnTo>
                    <a:lnTo>
                      <a:pt x="100397" y="5106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6" name="Контур"/>
              <p:cNvSpPr/>
              <p:nvPr/>
            </p:nvSpPr>
            <p:spPr>
              <a:xfrm>
                <a:off x="6113473" y="4968832"/>
                <a:ext cx="81115" cy="118221"/>
              </a:xfrm>
              <a:custGeom>
                <a:avLst/>
                <a:gdLst/>
                <a:ahLst/>
                <a:cxnLst/>
                <a:rect l="l" t="t" r="r" b="b"/>
                <a:pathLst>
                  <a:path w="81115" h="118221">
                    <a:moveTo>
                      <a:pt x="0" y="16199"/>
                    </a:moveTo>
                    <a:lnTo>
                      <a:pt x="49711" y="0"/>
                    </a:lnTo>
                    <a:lnTo>
                      <a:pt x="81115" y="76885"/>
                    </a:lnTo>
                    <a:lnTo>
                      <a:pt x="64850" y="85206"/>
                    </a:lnTo>
                    <a:lnTo>
                      <a:pt x="22617" y="102159"/>
                    </a:lnTo>
                    <a:lnTo>
                      <a:pt x="27113" y="113359"/>
                    </a:lnTo>
                    <a:lnTo>
                      <a:pt x="16240" y="118221"/>
                    </a:lnTo>
                    <a:lnTo>
                      <a:pt x="1778" y="74405"/>
                    </a:lnTo>
                    <a:lnTo>
                      <a:pt x="7563" y="72338"/>
                    </a:lnTo>
                    <a:lnTo>
                      <a:pt x="5489" y="63212"/>
                    </a:lnTo>
                    <a:lnTo>
                      <a:pt x="5843" y="62931"/>
                    </a:lnTo>
                    <a:lnTo>
                      <a:pt x="8192" y="59336"/>
                    </a:lnTo>
                    <a:lnTo>
                      <a:pt x="9293" y="55184"/>
                    </a:lnTo>
                    <a:lnTo>
                      <a:pt x="9035" y="50898"/>
                    </a:lnTo>
                    <a:lnTo>
                      <a:pt x="3129" y="24466"/>
                    </a:lnTo>
                    <a:lnTo>
                      <a:pt x="2723" y="23539"/>
                    </a:lnTo>
                    <a:lnTo>
                      <a:pt x="2482" y="22381"/>
                    </a:lnTo>
                    <a:lnTo>
                      <a:pt x="0" y="1619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7" name="Контур"/>
              <p:cNvSpPr/>
              <p:nvPr/>
            </p:nvSpPr>
            <p:spPr>
              <a:xfrm>
                <a:off x="5865815" y="3165477"/>
                <a:ext cx="304124" cy="329110"/>
              </a:xfrm>
              <a:custGeom>
                <a:avLst/>
                <a:gdLst/>
                <a:ahLst/>
                <a:cxnLst/>
                <a:rect l="l" t="t" r="r" b="b"/>
                <a:pathLst>
                  <a:path w="304124" h="329110">
                    <a:moveTo>
                      <a:pt x="0" y="293915"/>
                    </a:moveTo>
                    <a:lnTo>
                      <a:pt x="76405" y="206643"/>
                    </a:lnTo>
                    <a:lnTo>
                      <a:pt x="235137" y="33012"/>
                    </a:lnTo>
                    <a:lnTo>
                      <a:pt x="267886" y="0"/>
                    </a:lnTo>
                    <a:lnTo>
                      <a:pt x="304124" y="34414"/>
                    </a:lnTo>
                    <a:lnTo>
                      <a:pt x="227813" y="120094"/>
                    </a:lnTo>
                    <a:lnTo>
                      <a:pt x="190032" y="85092"/>
                    </a:lnTo>
                    <a:lnTo>
                      <a:pt x="173145" y="103549"/>
                    </a:lnTo>
                    <a:lnTo>
                      <a:pt x="210812" y="138445"/>
                    </a:lnTo>
                    <a:lnTo>
                      <a:pt x="134609" y="218437"/>
                    </a:lnTo>
                    <a:lnTo>
                      <a:pt x="97771" y="185933"/>
                    </a:lnTo>
                    <a:lnTo>
                      <a:pt x="79863" y="205506"/>
                    </a:lnTo>
                    <a:lnTo>
                      <a:pt x="117059" y="238327"/>
                    </a:lnTo>
                    <a:lnTo>
                      <a:pt x="33197" y="329110"/>
                    </a:lnTo>
                    <a:lnTo>
                      <a:pt x="0" y="2939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8" name="Контур"/>
              <p:cNvSpPr/>
              <p:nvPr/>
            </p:nvSpPr>
            <p:spPr>
              <a:xfrm>
                <a:off x="5838986" y="1672981"/>
                <a:ext cx="17129" cy="17167"/>
              </a:xfrm>
              <a:custGeom>
                <a:avLst/>
                <a:gdLst/>
                <a:ahLst/>
                <a:cxnLst/>
                <a:rect l="l" t="t" r="r" b="b"/>
                <a:pathLst>
                  <a:path w="17129" h="17167">
                    <a:moveTo>
                      <a:pt x="11230" y="17167"/>
                    </a:moveTo>
                    <a:lnTo>
                      <a:pt x="0" y="11270"/>
                    </a:lnTo>
                    <a:lnTo>
                      <a:pt x="5819" y="0"/>
                    </a:lnTo>
                    <a:lnTo>
                      <a:pt x="17129" y="5742"/>
                    </a:lnTo>
                    <a:lnTo>
                      <a:pt x="11230" y="1716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9" name="Контур"/>
              <p:cNvSpPr/>
              <p:nvPr/>
            </p:nvSpPr>
            <p:spPr>
              <a:xfrm>
                <a:off x="6504487" y="5973298"/>
                <a:ext cx="64387" cy="52152"/>
              </a:xfrm>
              <a:custGeom>
                <a:avLst/>
                <a:gdLst/>
                <a:ahLst/>
                <a:cxnLst/>
                <a:rect l="l" t="t" r="r" b="b"/>
                <a:pathLst>
                  <a:path w="64387" h="52152">
                    <a:moveTo>
                      <a:pt x="0" y="22083"/>
                    </a:moveTo>
                    <a:lnTo>
                      <a:pt x="58608" y="2859"/>
                    </a:lnTo>
                    <a:lnTo>
                      <a:pt x="62808" y="0"/>
                    </a:lnTo>
                    <a:lnTo>
                      <a:pt x="64387" y="4591"/>
                    </a:lnTo>
                    <a:lnTo>
                      <a:pt x="7785" y="52152"/>
                    </a:lnTo>
                    <a:lnTo>
                      <a:pt x="0" y="220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0" name="Контур"/>
              <p:cNvSpPr/>
              <p:nvPr/>
            </p:nvSpPr>
            <p:spPr>
              <a:xfrm>
                <a:off x="6171084" y="5956600"/>
                <a:ext cx="31804" cy="36128"/>
              </a:xfrm>
              <a:custGeom>
                <a:avLst/>
                <a:gdLst/>
                <a:ahLst/>
                <a:cxnLst/>
                <a:rect l="l" t="t" r="r" b="b"/>
                <a:pathLst>
                  <a:path w="31804" h="36128">
                    <a:moveTo>
                      <a:pt x="31804" y="24057"/>
                    </a:moveTo>
                    <a:lnTo>
                      <a:pt x="10758" y="36128"/>
                    </a:lnTo>
                    <a:lnTo>
                      <a:pt x="0" y="10418"/>
                    </a:lnTo>
                    <a:lnTo>
                      <a:pt x="20185" y="0"/>
                    </a:lnTo>
                    <a:lnTo>
                      <a:pt x="31804" y="240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1" name="Контур"/>
              <p:cNvSpPr/>
              <p:nvPr/>
            </p:nvSpPr>
            <p:spPr>
              <a:xfrm>
                <a:off x="5972169" y="5901308"/>
                <a:ext cx="77232" cy="50834"/>
              </a:xfrm>
              <a:custGeom>
                <a:avLst/>
                <a:gdLst/>
                <a:ahLst/>
                <a:cxnLst/>
                <a:rect l="l" t="t" r="r" b="b"/>
                <a:pathLst>
                  <a:path w="77232" h="50834">
                    <a:moveTo>
                      <a:pt x="75402" y="17649"/>
                    </a:moveTo>
                    <a:lnTo>
                      <a:pt x="77232" y="20510"/>
                    </a:lnTo>
                    <a:lnTo>
                      <a:pt x="33135" y="50834"/>
                    </a:lnTo>
                    <a:lnTo>
                      <a:pt x="354" y="49472"/>
                    </a:lnTo>
                    <a:lnTo>
                      <a:pt x="0" y="40518"/>
                    </a:lnTo>
                    <a:lnTo>
                      <a:pt x="64279" y="0"/>
                    </a:lnTo>
                    <a:lnTo>
                      <a:pt x="75402" y="176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2" name="Контур"/>
              <p:cNvSpPr/>
              <p:nvPr/>
            </p:nvSpPr>
            <p:spPr>
              <a:xfrm>
                <a:off x="6062368" y="5823445"/>
                <a:ext cx="128896" cy="87852"/>
              </a:xfrm>
              <a:custGeom>
                <a:avLst/>
                <a:gdLst/>
                <a:ahLst/>
                <a:cxnLst/>
                <a:rect l="l" t="t" r="r" b="b"/>
                <a:pathLst>
                  <a:path w="128896" h="87852">
                    <a:moveTo>
                      <a:pt x="0" y="61525"/>
                    </a:moveTo>
                    <a:lnTo>
                      <a:pt x="97599" y="0"/>
                    </a:lnTo>
                    <a:lnTo>
                      <a:pt x="128896" y="51838"/>
                    </a:lnTo>
                    <a:lnTo>
                      <a:pt x="50148" y="87852"/>
                    </a:lnTo>
                    <a:lnTo>
                      <a:pt x="18743" y="78011"/>
                    </a:lnTo>
                    <a:lnTo>
                      <a:pt x="12808" y="81806"/>
                    </a:lnTo>
                    <a:lnTo>
                      <a:pt x="11014" y="79001"/>
                    </a:lnTo>
                    <a:lnTo>
                      <a:pt x="0" y="6152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3" name="Контур"/>
              <p:cNvSpPr/>
              <p:nvPr/>
            </p:nvSpPr>
            <p:spPr>
              <a:xfrm>
                <a:off x="6089187" y="5657876"/>
                <a:ext cx="139379" cy="206191"/>
              </a:xfrm>
              <a:custGeom>
                <a:avLst/>
                <a:gdLst/>
                <a:ahLst/>
                <a:cxnLst/>
                <a:rect l="l" t="t" r="r" b="b"/>
                <a:pathLst>
                  <a:path w="139379" h="206191">
                    <a:moveTo>
                      <a:pt x="139379" y="182151"/>
                    </a:moveTo>
                    <a:lnTo>
                      <a:pt x="138123" y="187847"/>
                    </a:lnTo>
                    <a:lnTo>
                      <a:pt x="136026" y="193251"/>
                    </a:lnTo>
                    <a:lnTo>
                      <a:pt x="133184" y="198190"/>
                    </a:lnTo>
                    <a:lnTo>
                      <a:pt x="129744" y="202531"/>
                    </a:lnTo>
                    <a:lnTo>
                      <a:pt x="125872" y="206191"/>
                    </a:lnTo>
                    <a:lnTo>
                      <a:pt x="0" y="0"/>
                    </a:lnTo>
                    <a:lnTo>
                      <a:pt x="15010" y="121"/>
                    </a:lnTo>
                    <a:lnTo>
                      <a:pt x="31875" y="5432"/>
                    </a:lnTo>
                    <a:lnTo>
                      <a:pt x="51782" y="15670"/>
                    </a:lnTo>
                    <a:lnTo>
                      <a:pt x="59428" y="20180"/>
                    </a:lnTo>
                    <a:lnTo>
                      <a:pt x="75094" y="38947"/>
                    </a:lnTo>
                    <a:lnTo>
                      <a:pt x="80554" y="48002"/>
                    </a:lnTo>
                    <a:lnTo>
                      <a:pt x="135967" y="160358"/>
                    </a:lnTo>
                    <a:lnTo>
                      <a:pt x="139245" y="170689"/>
                    </a:lnTo>
                    <a:lnTo>
                      <a:pt x="139379" y="18215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4" name="Контур"/>
              <p:cNvSpPr/>
              <p:nvPr/>
            </p:nvSpPr>
            <p:spPr>
              <a:xfrm>
                <a:off x="6013399" y="5490368"/>
                <a:ext cx="79689" cy="111537"/>
              </a:xfrm>
              <a:custGeom>
                <a:avLst/>
                <a:gdLst/>
                <a:ahLst/>
                <a:cxnLst/>
                <a:rect l="l" t="t" r="r" b="b"/>
                <a:pathLst>
                  <a:path w="79689" h="111537">
                    <a:moveTo>
                      <a:pt x="47257" y="111537"/>
                    </a:moveTo>
                    <a:lnTo>
                      <a:pt x="0" y="19371"/>
                    </a:lnTo>
                    <a:lnTo>
                      <a:pt x="54910" y="0"/>
                    </a:lnTo>
                    <a:lnTo>
                      <a:pt x="79689" y="59324"/>
                    </a:lnTo>
                    <a:lnTo>
                      <a:pt x="79689" y="65039"/>
                    </a:lnTo>
                    <a:lnTo>
                      <a:pt x="78469" y="70684"/>
                    </a:lnTo>
                    <a:lnTo>
                      <a:pt x="72323" y="87435"/>
                    </a:lnTo>
                    <a:lnTo>
                      <a:pt x="60434" y="101541"/>
                    </a:lnTo>
                    <a:lnTo>
                      <a:pt x="47257" y="1115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5" name="Контур"/>
              <p:cNvSpPr/>
              <p:nvPr/>
            </p:nvSpPr>
            <p:spPr>
              <a:xfrm>
                <a:off x="5949636" y="5353558"/>
                <a:ext cx="92958" cy="110441"/>
              </a:xfrm>
              <a:custGeom>
                <a:avLst/>
                <a:gdLst/>
                <a:ahLst/>
                <a:cxnLst/>
                <a:rect l="l" t="t" r="r" b="b"/>
                <a:pathLst>
                  <a:path w="92958" h="110441">
                    <a:moveTo>
                      <a:pt x="0" y="25453"/>
                    </a:moveTo>
                    <a:lnTo>
                      <a:pt x="52671" y="0"/>
                    </a:lnTo>
                    <a:lnTo>
                      <a:pt x="92958" y="83365"/>
                    </a:lnTo>
                    <a:lnTo>
                      <a:pt x="46903" y="110441"/>
                    </a:lnTo>
                    <a:lnTo>
                      <a:pt x="0" y="254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6" name="Контур"/>
              <p:cNvSpPr/>
              <p:nvPr/>
            </p:nvSpPr>
            <p:spPr>
              <a:xfrm>
                <a:off x="6118295" y="5089677"/>
                <a:ext cx="113895" cy="112822"/>
              </a:xfrm>
              <a:custGeom>
                <a:avLst/>
                <a:gdLst/>
                <a:ahLst/>
                <a:cxnLst/>
                <a:rect l="l" t="t" r="r" b="b"/>
                <a:pathLst>
                  <a:path w="113895" h="112822">
                    <a:moveTo>
                      <a:pt x="3374" y="8022"/>
                    </a:moveTo>
                    <a:lnTo>
                      <a:pt x="25297" y="0"/>
                    </a:lnTo>
                    <a:lnTo>
                      <a:pt x="36389" y="27632"/>
                    </a:lnTo>
                    <a:lnTo>
                      <a:pt x="78621" y="10679"/>
                    </a:lnTo>
                    <a:lnTo>
                      <a:pt x="77339" y="7487"/>
                    </a:lnTo>
                    <a:lnTo>
                      <a:pt x="87863" y="3163"/>
                    </a:lnTo>
                    <a:lnTo>
                      <a:pt x="113895" y="69715"/>
                    </a:lnTo>
                    <a:lnTo>
                      <a:pt x="11027" y="112822"/>
                    </a:lnTo>
                    <a:lnTo>
                      <a:pt x="0" y="89616"/>
                    </a:lnTo>
                    <a:lnTo>
                      <a:pt x="720" y="89425"/>
                    </a:lnTo>
                    <a:lnTo>
                      <a:pt x="21517" y="80184"/>
                    </a:lnTo>
                    <a:lnTo>
                      <a:pt x="25820" y="77148"/>
                    </a:lnTo>
                    <a:lnTo>
                      <a:pt x="28635" y="72695"/>
                    </a:lnTo>
                    <a:lnTo>
                      <a:pt x="29531" y="67504"/>
                    </a:lnTo>
                    <a:lnTo>
                      <a:pt x="28372" y="62365"/>
                    </a:lnTo>
                    <a:lnTo>
                      <a:pt x="5874" y="11730"/>
                    </a:lnTo>
                    <a:lnTo>
                      <a:pt x="3576" y="8186"/>
                    </a:lnTo>
                    <a:lnTo>
                      <a:pt x="3374" y="802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7" name="Контур"/>
              <p:cNvSpPr/>
              <p:nvPr/>
            </p:nvSpPr>
            <p:spPr>
              <a:xfrm>
                <a:off x="6605629" y="6235959"/>
                <a:ext cx="39493" cy="62119"/>
              </a:xfrm>
              <a:custGeom>
                <a:avLst/>
                <a:gdLst/>
                <a:ahLst/>
                <a:cxnLst/>
                <a:rect l="l" t="t" r="r" b="b"/>
                <a:pathLst>
                  <a:path w="39493" h="62119">
                    <a:moveTo>
                      <a:pt x="9910" y="0"/>
                    </a:moveTo>
                    <a:lnTo>
                      <a:pt x="39493" y="54320"/>
                    </a:lnTo>
                    <a:lnTo>
                      <a:pt x="21492" y="62119"/>
                    </a:lnTo>
                    <a:lnTo>
                      <a:pt x="0" y="19639"/>
                    </a:lnTo>
                    <a:lnTo>
                      <a:pt x="991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8" name="Контур"/>
              <p:cNvSpPr/>
              <p:nvPr/>
            </p:nvSpPr>
            <p:spPr>
              <a:xfrm>
                <a:off x="6615539" y="5687360"/>
                <a:ext cx="721680" cy="602919"/>
              </a:xfrm>
              <a:custGeom>
                <a:avLst/>
                <a:gdLst/>
                <a:ahLst/>
                <a:cxnLst/>
                <a:rect l="l" t="t" r="r" b="b"/>
                <a:pathLst>
                  <a:path w="721680" h="602919">
                    <a:moveTo>
                      <a:pt x="0" y="548599"/>
                    </a:moveTo>
                    <a:lnTo>
                      <a:pt x="177056" y="431816"/>
                    </a:lnTo>
                    <a:lnTo>
                      <a:pt x="284147" y="362876"/>
                    </a:lnTo>
                    <a:lnTo>
                      <a:pt x="363743" y="270608"/>
                    </a:lnTo>
                    <a:lnTo>
                      <a:pt x="721680" y="0"/>
                    </a:lnTo>
                    <a:lnTo>
                      <a:pt x="690028" y="49801"/>
                    </a:lnTo>
                    <a:lnTo>
                      <a:pt x="615494" y="109716"/>
                    </a:lnTo>
                    <a:lnTo>
                      <a:pt x="403469" y="254966"/>
                    </a:lnTo>
                    <a:lnTo>
                      <a:pt x="306265" y="355851"/>
                    </a:lnTo>
                    <a:lnTo>
                      <a:pt x="272768" y="389191"/>
                    </a:lnTo>
                    <a:lnTo>
                      <a:pt x="260895" y="396937"/>
                    </a:lnTo>
                    <a:lnTo>
                      <a:pt x="22582" y="559201"/>
                    </a:lnTo>
                    <a:lnTo>
                      <a:pt x="37332" y="593098"/>
                    </a:lnTo>
                    <a:lnTo>
                      <a:pt x="29583" y="602919"/>
                    </a:lnTo>
                    <a:lnTo>
                      <a:pt x="0" y="54859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9" name="Контур"/>
              <p:cNvSpPr/>
              <p:nvPr/>
            </p:nvSpPr>
            <p:spPr>
              <a:xfrm>
                <a:off x="6615539" y="5957968"/>
                <a:ext cx="363743" cy="277991"/>
              </a:xfrm>
              <a:custGeom>
                <a:avLst/>
                <a:gdLst/>
                <a:ahLst/>
                <a:cxnLst/>
                <a:rect l="l" t="t" r="r" b="b"/>
                <a:pathLst>
                  <a:path w="363743" h="277991">
                    <a:moveTo>
                      <a:pt x="363743" y="0"/>
                    </a:moveTo>
                    <a:lnTo>
                      <a:pt x="284147" y="92268"/>
                    </a:lnTo>
                    <a:lnTo>
                      <a:pt x="177056" y="161208"/>
                    </a:lnTo>
                    <a:lnTo>
                      <a:pt x="0" y="277991"/>
                    </a:lnTo>
                    <a:lnTo>
                      <a:pt x="8796" y="267304"/>
                    </a:lnTo>
                    <a:lnTo>
                      <a:pt x="30196" y="245896"/>
                    </a:lnTo>
                    <a:lnTo>
                      <a:pt x="36374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0" name="Контур"/>
              <p:cNvSpPr/>
              <p:nvPr/>
            </p:nvSpPr>
            <p:spPr>
              <a:xfrm>
                <a:off x="6101695" y="6143186"/>
                <a:ext cx="202326" cy="84777"/>
              </a:xfrm>
              <a:custGeom>
                <a:avLst/>
                <a:gdLst/>
                <a:ahLst/>
                <a:cxnLst/>
                <a:rect l="l" t="t" r="r" b="b"/>
                <a:pathLst>
                  <a:path w="202326" h="84777">
                    <a:moveTo>
                      <a:pt x="28295" y="76020"/>
                    </a:moveTo>
                    <a:lnTo>
                      <a:pt x="0" y="31151"/>
                    </a:lnTo>
                    <a:lnTo>
                      <a:pt x="15950" y="21147"/>
                    </a:lnTo>
                    <a:lnTo>
                      <a:pt x="31153" y="11451"/>
                    </a:lnTo>
                    <a:lnTo>
                      <a:pt x="67983" y="67691"/>
                    </a:lnTo>
                    <a:lnTo>
                      <a:pt x="182250" y="0"/>
                    </a:lnTo>
                    <a:lnTo>
                      <a:pt x="202326" y="39944"/>
                    </a:lnTo>
                    <a:lnTo>
                      <a:pt x="193418" y="47074"/>
                    </a:lnTo>
                    <a:lnTo>
                      <a:pt x="181158" y="23204"/>
                    </a:lnTo>
                    <a:lnTo>
                      <a:pt x="106139" y="67838"/>
                    </a:lnTo>
                    <a:lnTo>
                      <a:pt x="77100" y="84777"/>
                    </a:lnTo>
                    <a:lnTo>
                      <a:pt x="65979" y="68167"/>
                    </a:lnTo>
                    <a:lnTo>
                      <a:pt x="62368" y="64525"/>
                    </a:lnTo>
                    <a:lnTo>
                      <a:pt x="57659" y="62493"/>
                    </a:lnTo>
                    <a:lnTo>
                      <a:pt x="52532" y="62364"/>
                    </a:lnTo>
                    <a:lnTo>
                      <a:pt x="47727" y="64156"/>
                    </a:lnTo>
                    <a:lnTo>
                      <a:pt x="28295" y="7602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1" name="Контур"/>
              <p:cNvSpPr/>
              <p:nvPr/>
            </p:nvSpPr>
            <p:spPr>
              <a:xfrm>
                <a:off x="6208362" y="5912574"/>
                <a:ext cx="173714" cy="264351"/>
              </a:xfrm>
              <a:custGeom>
                <a:avLst/>
                <a:gdLst/>
                <a:ahLst/>
                <a:cxnLst/>
                <a:rect l="l" t="t" r="r" b="b"/>
                <a:pathLst>
                  <a:path w="173714" h="264351">
                    <a:moveTo>
                      <a:pt x="0" y="15025"/>
                    </a:moveTo>
                    <a:lnTo>
                      <a:pt x="36174" y="0"/>
                    </a:lnTo>
                    <a:lnTo>
                      <a:pt x="54675" y="4270"/>
                    </a:lnTo>
                    <a:lnTo>
                      <a:pt x="70891" y="17217"/>
                    </a:lnTo>
                    <a:lnTo>
                      <a:pt x="173714" y="228168"/>
                    </a:lnTo>
                    <a:lnTo>
                      <a:pt x="167843" y="240938"/>
                    </a:lnTo>
                    <a:lnTo>
                      <a:pt x="163099" y="248426"/>
                    </a:lnTo>
                    <a:lnTo>
                      <a:pt x="158146" y="252389"/>
                    </a:lnTo>
                    <a:lnTo>
                      <a:pt x="150368" y="258023"/>
                    </a:lnTo>
                    <a:lnTo>
                      <a:pt x="140520" y="262313"/>
                    </a:lnTo>
                    <a:lnTo>
                      <a:pt x="130349" y="264351"/>
                    </a:lnTo>
                    <a:lnTo>
                      <a:pt x="124363" y="264053"/>
                    </a:lnTo>
                    <a:lnTo>
                      <a:pt x="105235" y="229255"/>
                    </a:lnTo>
                    <a:lnTo>
                      <a:pt x="0" y="1502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2" name="Контур"/>
              <p:cNvSpPr/>
              <p:nvPr/>
            </p:nvSpPr>
            <p:spPr>
              <a:xfrm>
                <a:off x="5973498" y="5966369"/>
                <a:ext cx="140850" cy="179375"/>
              </a:xfrm>
              <a:custGeom>
                <a:avLst/>
                <a:gdLst/>
                <a:ahLst/>
                <a:cxnLst/>
                <a:rect l="l" t="t" r="r" b="b"/>
                <a:pathLst>
                  <a:path w="140850" h="179375">
                    <a:moveTo>
                      <a:pt x="0" y="4681"/>
                    </a:moveTo>
                    <a:lnTo>
                      <a:pt x="7482" y="0"/>
                    </a:lnTo>
                    <a:lnTo>
                      <a:pt x="41927" y="2083"/>
                    </a:lnTo>
                    <a:lnTo>
                      <a:pt x="140850" y="160019"/>
                    </a:lnTo>
                    <a:lnTo>
                      <a:pt x="126498" y="169142"/>
                    </a:lnTo>
                    <a:lnTo>
                      <a:pt x="110165" y="179375"/>
                    </a:lnTo>
                    <a:lnTo>
                      <a:pt x="0" y="468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3" name="Контур"/>
              <p:cNvSpPr/>
              <p:nvPr/>
            </p:nvSpPr>
            <p:spPr>
              <a:xfrm>
                <a:off x="6210532" y="6054808"/>
                <a:ext cx="50874" cy="58946"/>
              </a:xfrm>
              <a:custGeom>
                <a:avLst/>
                <a:gdLst/>
                <a:ahLst/>
                <a:cxnLst/>
                <a:rect l="l" t="t" r="r" b="b"/>
                <a:pathLst>
                  <a:path w="50874" h="58946">
                    <a:moveTo>
                      <a:pt x="50874" y="42921"/>
                    </a:moveTo>
                    <a:lnTo>
                      <a:pt x="20633" y="58946"/>
                    </a:lnTo>
                    <a:lnTo>
                      <a:pt x="0" y="15050"/>
                    </a:lnTo>
                    <a:lnTo>
                      <a:pt x="29319" y="0"/>
                    </a:lnTo>
                    <a:lnTo>
                      <a:pt x="50874" y="4292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4" name="Контур"/>
              <p:cNvSpPr/>
              <p:nvPr/>
            </p:nvSpPr>
            <p:spPr>
              <a:xfrm>
                <a:off x="6519140" y="5483860"/>
                <a:ext cx="758228" cy="595182"/>
              </a:xfrm>
              <a:custGeom>
                <a:avLst/>
                <a:gdLst/>
                <a:ahLst/>
                <a:cxnLst/>
                <a:rect l="l" t="t" r="r" b="b"/>
                <a:pathLst>
                  <a:path w="758228" h="595182">
                    <a:moveTo>
                      <a:pt x="172754" y="482559"/>
                    </a:moveTo>
                    <a:lnTo>
                      <a:pt x="42582" y="576938"/>
                    </a:lnTo>
                    <a:lnTo>
                      <a:pt x="17485" y="595182"/>
                    </a:lnTo>
                    <a:lnTo>
                      <a:pt x="0" y="569384"/>
                    </a:lnTo>
                    <a:lnTo>
                      <a:pt x="156320" y="458745"/>
                    </a:lnTo>
                    <a:lnTo>
                      <a:pt x="412631" y="266694"/>
                    </a:lnTo>
                    <a:lnTo>
                      <a:pt x="733176" y="2864"/>
                    </a:lnTo>
                    <a:lnTo>
                      <a:pt x="743197" y="0"/>
                    </a:lnTo>
                    <a:lnTo>
                      <a:pt x="752144" y="1432"/>
                    </a:lnTo>
                    <a:lnTo>
                      <a:pt x="758228" y="16470"/>
                    </a:lnTo>
                    <a:lnTo>
                      <a:pt x="757728" y="34030"/>
                    </a:lnTo>
                    <a:lnTo>
                      <a:pt x="728234" y="56508"/>
                    </a:lnTo>
                    <a:lnTo>
                      <a:pt x="428543" y="285645"/>
                    </a:lnTo>
                    <a:lnTo>
                      <a:pt x="172754" y="4825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5" name="Контур"/>
              <p:cNvSpPr/>
              <p:nvPr/>
            </p:nvSpPr>
            <p:spPr>
              <a:xfrm>
                <a:off x="5415128" y="3784282"/>
                <a:ext cx="34322" cy="23901"/>
              </a:xfrm>
              <a:custGeom>
                <a:avLst/>
                <a:gdLst/>
                <a:ahLst/>
                <a:cxnLst/>
                <a:rect l="l" t="t" r="r" b="b"/>
                <a:pathLst>
                  <a:path w="34322" h="23901">
                    <a:moveTo>
                      <a:pt x="0" y="23901"/>
                    </a:moveTo>
                    <a:lnTo>
                      <a:pt x="34322" y="0"/>
                    </a:lnTo>
                    <a:lnTo>
                      <a:pt x="2614" y="22581"/>
                    </a:lnTo>
                    <a:lnTo>
                      <a:pt x="0" y="2390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6" name="Контур"/>
              <p:cNvSpPr/>
              <p:nvPr/>
            </p:nvSpPr>
            <p:spPr>
              <a:xfrm>
                <a:off x="5187821" y="3824429"/>
                <a:ext cx="195142" cy="99130"/>
              </a:xfrm>
              <a:custGeom>
                <a:avLst/>
                <a:gdLst/>
                <a:ahLst/>
                <a:cxnLst/>
                <a:rect l="l" t="t" r="r" b="b"/>
                <a:pathLst>
                  <a:path w="195142" h="99130">
                    <a:moveTo>
                      <a:pt x="57522" y="72347"/>
                    </a:moveTo>
                    <a:lnTo>
                      <a:pt x="53549" y="72353"/>
                    </a:lnTo>
                    <a:lnTo>
                      <a:pt x="49516" y="73676"/>
                    </a:lnTo>
                    <a:lnTo>
                      <a:pt x="0" y="99130"/>
                    </a:lnTo>
                    <a:lnTo>
                      <a:pt x="8247" y="93342"/>
                    </a:lnTo>
                    <a:lnTo>
                      <a:pt x="195142" y="0"/>
                    </a:lnTo>
                    <a:lnTo>
                      <a:pt x="63001" y="66744"/>
                    </a:lnTo>
                    <a:lnTo>
                      <a:pt x="58855" y="69988"/>
                    </a:lnTo>
                    <a:lnTo>
                      <a:pt x="57522" y="723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7" name="Контур"/>
              <p:cNvSpPr/>
              <p:nvPr/>
            </p:nvSpPr>
            <p:spPr>
              <a:xfrm>
                <a:off x="5460087" y="3042104"/>
                <a:ext cx="775543" cy="734603"/>
              </a:xfrm>
              <a:custGeom>
                <a:avLst/>
                <a:gdLst/>
                <a:ahLst/>
                <a:cxnLst/>
                <a:rect l="l" t="t" r="r" b="b"/>
                <a:pathLst>
                  <a:path w="775543" h="734603">
                    <a:moveTo>
                      <a:pt x="0" y="734603"/>
                    </a:moveTo>
                    <a:lnTo>
                      <a:pt x="192297" y="586830"/>
                    </a:lnTo>
                    <a:lnTo>
                      <a:pt x="291805" y="506325"/>
                    </a:lnTo>
                    <a:lnTo>
                      <a:pt x="732350" y="35636"/>
                    </a:lnTo>
                    <a:lnTo>
                      <a:pt x="773829" y="0"/>
                    </a:lnTo>
                    <a:lnTo>
                      <a:pt x="775543" y="9026"/>
                    </a:lnTo>
                    <a:lnTo>
                      <a:pt x="690917" y="104460"/>
                    </a:lnTo>
                    <a:lnTo>
                      <a:pt x="673614" y="123373"/>
                    </a:lnTo>
                    <a:lnTo>
                      <a:pt x="640865" y="156385"/>
                    </a:lnTo>
                    <a:lnTo>
                      <a:pt x="482133" y="330016"/>
                    </a:lnTo>
                    <a:lnTo>
                      <a:pt x="405728" y="417288"/>
                    </a:lnTo>
                    <a:lnTo>
                      <a:pt x="388420" y="436443"/>
                    </a:lnTo>
                    <a:lnTo>
                      <a:pt x="343467" y="479187"/>
                    </a:lnTo>
                    <a:lnTo>
                      <a:pt x="212305" y="591204"/>
                    </a:lnTo>
                    <a:lnTo>
                      <a:pt x="193054" y="605937"/>
                    </a:lnTo>
                    <a:lnTo>
                      <a:pt x="188861" y="604554"/>
                    </a:lnTo>
                    <a:lnTo>
                      <a:pt x="183837" y="604839"/>
                    </a:lnTo>
                    <a:lnTo>
                      <a:pt x="179267" y="606943"/>
                    </a:lnTo>
                    <a:lnTo>
                      <a:pt x="0" y="73460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8" name="Контур"/>
              <p:cNvSpPr/>
              <p:nvPr/>
            </p:nvSpPr>
            <p:spPr>
              <a:xfrm>
                <a:off x="5530100" y="3536333"/>
                <a:ext cx="170638" cy="137021"/>
              </a:xfrm>
              <a:custGeom>
                <a:avLst/>
                <a:gdLst/>
                <a:ahLst/>
                <a:cxnLst/>
                <a:rect l="l" t="t" r="r" b="b"/>
                <a:pathLst>
                  <a:path w="170638" h="137021">
                    <a:moveTo>
                      <a:pt x="158429" y="2866"/>
                    </a:moveTo>
                    <a:lnTo>
                      <a:pt x="161343" y="0"/>
                    </a:lnTo>
                    <a:lnTo>
                      <a:pt x="170638" y="6953"/>
                    </a:lnTo>
                    <a:lnTo>
                      <a:pt x="3923" y="137021"/>
                    </a:lnTo>
                    <a:lnTo>
                      <a:pt x="0" y="130592"/>
                    </a:lnTo>
                    <a:lnTo>
                      <a:pt x="73250" y="68582"/>
                    </a:lnTo>
                    <a:lnTo>
                      <a:pt x="91145" y="46741"/>
                    </a:lnTo>
                    <a:lnTo>
                      <a:pt x="103665" y="47241"/>
                    </a:lnTo>
                    <a:lnTo>
                      <a:pt x="130036" y="18884"/>
                    </a:lnTo>
                    <a:lnTo>
                      <a:pt x="143157" y="19478"/>
                    </a:lnTo>
                    <a:lnTo>
                      <a:pt x="158429" y="28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9" name="Контур"/>
              <p:cNvSpPr/>
              <p:nvPr/>
            </p:nvSpPr>
            <p:spPr>
              <a:xfrm>
                <a:off x="6114019" y="2944462"/>
                <a:ext cx="210873" cy="141711"/>
              </a:xfrm>
              <a:custGeom>
                <a:avLst/>
                <a:gdLst/>
                <a:ahLst/>
                <a:cxnLst/>
                <a:rect l="l" t="t" r="r" b="b"/>
                <a:pathLst>
                  <a:path w="210873" h="141711">
                    <a:moveTo>
                      <a:pt x="20144" y="92635"/>
                    </a:moveTo>
                    <a:lnTo>
                      <a:pt x="38384" y="108199"/>
                    </a:lnTo>
                    <a:lnTo>
                      <a:pt x="48367" y="108086"/>
                    </a:lnTo>
                    <a:lnTo>
                      <a:pt x="142440" y="18049"/>
                    </a:lnTo>
                    <a:lnTo>
                      <a:pt x="159182" y="21487"/>
                    </a:lnTo>
                    <a:lnTo>
                      <a:pt x="202143" y="0"/>
                    </a:lnTo>
                    <a:lnTo>
                      <a:pt x="210873" y="18680"/>
                    </a:lnTo>
                    <a:lnTo>
                      <a:pt x="103539" y="69354"/>
                    </a:lnTo>
                    <a:lnTo>
                      <a:pt x="43491" y="117144"/>
                    </a:lnTo>
                    <a:lnTo>
                      <a:pt x="20872" y="141711"/>
                    </a:lnTo>
                    <a:lnTo>
                      <a:pt x="19307" y="130975"/>
                    </a:lnTo>
                    <a:lnTo>
                      <a:pt x="0" y="114441"/>
                    </a:lnTo>
                    <a:lnTo>
                      <a:pt x="20144" y="9263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0" name="Контур"/>
              <p:cNvSpPr/>
              <p:nvPr/>
            </p:nvSpPr>
            <p:spPr>
              <a:xfrm>
                <a:off x="6002542" y="3159621"/>
                <a:ext cx="45124" cy="44010"/>
              </a:xfrm>
              <a:custGeom>
                <a:avLst/>
                <a:gdLst/>
                <a:ahLst/>
                <a:cxnLst/>
                <a:rect l="l" t="t" r="r" b="b"/>
                <a:pathLst>
                  <a:path w="45124" h="44010">
                    <a:moveTo>
                      <a:pt x="0" y="21043"/>
                    </a:moveTo>
                    <a:lnTo>
                      <a:pt x="19649" y="0"/>
                    </a:lnTo>
                    <a:lnTo>
                      <a:pt x="41507" y="18128"/>
                    </a:lnTo>
                    <a:lnTo>
                      <a:pt x="45124" y="20270"/>
                    </a:lnTo>
                    <a:lnTo>
                      <a:pt x="22998" y="44010"/>
                    </a:lnTo>
                    <a:lnTo>
                      <a:pt x="22681" y="43128"/>
                    </a:lnTo>
                    <a:lnTo>
                      <a:pt x="20070" y="39777"/>
                    </a:lnTo>
                    <a:lnTo>
                      <a:pt x="0" y="2104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1" name="Контур"/>
              <p:cNvSpPr/>
              <p:nvPr/>
            </p:nvSpPr>
            <p:spPr>
              <a:xfrm>
                <a:off x="5775844" y="3281753"/>
                <a:ext cx="158293" cy="169044"/>
              </a:xfrm>
              <a:custGeom>
                <a:avLst/>
                <a:gdLst/>
                <a:ahLst/>
                <a:cxnLst/>
                <a:rect l="l" t="t" r="r" b="b"/>
                <a:pathLst>
                  <a:path w="158293" h="169044">
                    <a:moveTo>
                      <a:pt x="133858" y="0"/>
                    </a:moveTo>
                    <a:lnTo>
                      <a:pt x="158293" y="19952"/>
                    </a:lnTo>
                    <a:lnTo>
                      <a:pt x="17389" y="169044"/>
                    </a:lnTo>
                    <a:lnTo>
                      <a:pt x="0" y="147011"/>
                    </a:lnTo>
                    <a:lnTo>
                      <a:pt x="23271" y="122146"/>
                    </a:lnTo>
                    <a:lnTo>
                      <a:pt x="35529" y="132090"/>
                    </a:lnTo>
                    <a:lnTo>
                      <a:pt x="50117" y="128596"/>
                    </a:lnTo>
                    <a:lnTo>
                      <a:pt x="123461" y="49340"/>
                    </a:lnTo>
                    <a:lnTo>
                      <a:pt x="125816" y="34526"/>
                    </a:lnTo>
                    <a:lnTo>
                      <a:pt x="114587" y="22734"/>
                    </a:lnTo>
                    <a:lnTo>
                      <a:pt x="13385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2" name="Контур"/>
              <p:cNvSpPr/>
              <p:nvPr/>
            </p:nvSpPr>
            <p:spPr>
              <a:xfrm>
                <a:off x="5230183" y="2071111"/>
                <a:ext cx="166807" cy="160374"/>
              </a:xfrm>
              <a:custGeom>
                <a:avLst/>
                <a:gdLst/>
                <a:ahLst/>
                <a:cxnLst/>
                <a:rect l="l" t="t" r="r" b="b"/>
                <a:pathLst>
                  <a:path w="166807" h="160374">
                    <a:moveTo>
                      <a:pt x="0" y="97842"/>
                    </a:moveTo>
                    <a:lnTo>
                      <a:pt x="104007" y="0"/>
                    </a:lnTo>
                    <a:lnTo>
                      <a:pt x="153300" y="52848"/>
                    </a:lnTo>
                    <a:lnTo>
                      <a:pt x="157125" y="54364"/>
                    </a:lnTo>
                    <a:lnTo>
                      <a:pt x="166807" y="58299"/>
                    </a:lnTo>
                    <a:lnTo>
                      <a:pt x="57584" y="160374"/>
                    </a:lnTo>
                    <a:lnTo>
                      <a:pt x="0" y="9784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3" name="Контур"/>
              <p:cNvSpPr/>
              <p:nvPr/>
            </p:nvSpPr>
            <p:spPr>
              <a:xfrm>
                <a:off x="4875528" y="2479745"/>
                <a:ext cx="110336" cy="48535"/>
              </a:xfrm>
              <a:custGeom>
                <a:avLst/>
                <a:gdLst/>
                <a:ahLst/>
                <a:cxnLst/>
                <a:rect l="l" t="t" r="r" b="b"/>
                <a:pathLst>
                  <a:path w="110336" h="48535">
                    <a:moveTo>
                      <a:pt x="0" y="14527"/>
                    </a:moveTo>
                    <a:lnTo>
                      <a:pt x="11781" y="3349"/>
                    </a:lnTo>
                    <a:lnTo>
                      <a:pt x="27597" y="17334"/>
                    </a:lnTo>
                    <a:lnTo>
                      <a:pt x="44058" y="26001"/>
                    </a:lnTo>
                    <a:lnTo>
                      <a:pt x="60952" y="28167"/>
                    </a:lnTo>
                    <a:lnTo>
                      <a:pt x="91709" y="14734"/>
                    </a:lnTo>
                    <a:lnTo>
                      <a:pt x="110336" y="0"/>
                    </a:lnTo>
                    <a:lnTo>
                      <a:pt x="99939" y="16034"/>
                    </a:lnTo>
                    <a:lnTo>
                      <a:pt x="59652" y="48535"/>
                    </a:lnTo>
                    <a:lnTo>
                      <a:pt x="7237" y="20801"/>
                    </a:lnTo>
                    <a:lnTo>
                      <a:pt x="0" y="145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4" name="Контур"/>
              <p:cNvSpPr/>
              <p:nvPr/>
            </p:nvSpPr>
            <p:spPr>
              <a:xfrm>
                <a:off x="4952581" y="1600960"/>
                <a:ext cx="297000" cy="305244"/>
              </a:xfrm>
              <a:custGeom>
                <a:avLst/>
                <a:gdLst/>
                <a:ahLst/>
                <a:cxnLst/>
                <a:rect l="l" t="t" r="r" b="b"/>
                <a:pathLst>
                  <a:path w="297000" h="305244">
                    <a:moveTo>
                      <a:pt x="0" y="19872"/>
                    </a:moveTo>
                    <a:lnTo>
                      <a:pt x="42336" y="0"/>
                    </a:lnTo>
                    <a:lnTo>
                      <a:pt x="69741" y="2286"/>
                    </a:lnTo>
                    <a:lnTo>
                      <a:pt x="86706" y="12078"/>
                    </a:lnTo>
                    <a:lnTo>
                      <a:pt x="131220" y="55413"/>
                    </a:lnTo>
                    <a:lnTo>
                      <a:pt x="285048" y="227232"/>
                    </a:lnTo>
                    <a:lnTo>
                      <a:pt x="295812" y="244854"/>
                    </a:lnTo>
                    <a:lnTo>
                      <a:pt x="297000" y="273132"/>
                    </a:lnTo>
                    <a:lnTo>
                      <a:pt x="270369" y="305244"/>
                    </a:lnTo>
                    <a:lnTo>
                      <a:pt x="241200" y="276957"/>
                    </a:lnTo>
                    <a:lnTo>
                      <a:pt x="260522" y="256997"/>
                    </a:lnTo>
                    <a:lnTo>
                      <a:pt x="87902" y="79874"/>
                    </a:lnTo>
                    <a:lnTo>
                      <a:pt x="17109" y="39609"/>
                    </a:lnTo>
                    <a:lnTo>
                      <a:pt x="0" y="198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5" name="Контур"/>
              <p:cNvSpPr/>
              <p:nvPr/>
            </p:nvSpPr>
            <p:spPr>
              <a:xfrm>
                <a:off x="5334190" y="2042671"/>
                <a:ext cx="92274" cy="86739"/>
              </a:xfrm>
              <a:custGeom>
                <a:avLst/>
                <a:gdLst/>
                <a:ahLst/>
                <a:cxnLst/>
                <a:rect l="l" t="t" r="r" b="b"/>
                <a:pathLst>
                  <a:path w="92274" h="86739">
                    <a:moveTo>
                      <a:pt x="30231" y="0"/>
                    </a:moveTo>
                    <a:lnTo>
                      <a:pt x="74110" y="52269"/>
                    </a:lnTo>
                    <a:lnTo>
                      <a:pt x="92274" y="59728"/>
                    </a:lnTo>
                    <a:lnTo>
                      <a:pt x="62800" y="86739"/>
                    </a:lnTo>
                    <a:lnTo>
                      <a:pt x="53118" y="82804"/>
                    </a:lnTo>
                    <a:lnTo>
                      <a:pt x="49293" y="81288"/>
                    </a:lnTo>
                    <a:lnTo>
                      <a:pt x="0" y="28440"/>
                    </a:lnTo>
                    <a:lnTo>
                      <a:pt x="3023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6" name="Контур"/>
              <p:cNvSpPr/>
              <p:nvPr/>
            </p:nvSpPr>
            <p:spPr>
              <a:xfrm>
                <a:off x="5339887" y="1584000"/>
                <a:ext cx="615486" cy="518399"/>
              </a:xfrm>
              <a:custGeom>
                <a:avLst/>
                <a:gdLst/>
                <a:ahLst/>
                <a:cxnLst/>
                <a:rect l="l" t="t" r="r" b="b"/>
                <a:pathLst>
                  <a:path w="615486" h="518399">
                    <a:moveTo>
                      <a:pt x="615486" y="0"/>
                    </a:moveTo>
                    <a:lnTo>
                      <a:pt x="516309" y="100112"/>
                    </a:lnTo>
                    <a:lnTo>
                      <a:pt x="512438" y="89904"/>
                    </a:lnTo>
                    <a:lnTo>
                      <a:pt x="501570" y="90940"/>
                    </a:lnTo>
                    <a:lnTo>
                      <a:pt x="500086" y="102372"/>
                    </a:lnTo>
                    <a:lnTo>
                      <a:pt x="510329" y="106148"/>
                    </a:lnTo>
                    <a:lnTo>
                      <a:pt x="329896" y="282083"/>
                    </a:lnTo>
                    <a:lnTo>
                      <a:pt x="324975" y="272295"/>
                    </a:lnTo>
                    <a:lnTo>
                      <a:pt x="314784" y="273941"/>
                    </a:lnTo>
                    <a:lnTo>
                      <a:pt x="313195" y="284781"/>
                    </a:lnTo>
                    <a:lnTo>
                      <a:pt x="322484" y="289284"/>
                    </a:lnTo>
                    <a:lnTo>
                      <a:pt x="231026" y="378120"/>
                    </a:lnTo>
                    <a:lnTo>
                      <a:pt x="227237" y="366987"/>
                    </a:lnTo>
                    <a:lnTo>
                      <a:pt x="187223" y="326982"/>
                    </a:lnTo>
                    <a:lnTo>
                      <a:pt x="179789" y="323195"/>
                    </a:lnTo>
                    <a:lnTo>
                      <a:pt x="168131" y="326984"/>
                    </a:lnTo>
                    <a:lnTo>
                      <a:pt x="130421" y="364703"/>
                    </a:lnTo>
                    <a:lnTo>
                      <a:pt x="126468" y="374249"/>
                    </a:lnTo>
                    <a:lnTo>
                      <a:pt x="130423" y="383794"/>
                    </a:lnTo>
                    <a:lnTo>
                      <a:pt x="170419" y="423790"/>
                    </a:lnTo>
                    <a:lnTo>
                      <a:pt x="179941" y="427740"/>
                    </a:lnTo>
                    <a:lnTo>
                      <a:pt x="86577" y="518399"/>
                    </a:lnTo>
                    <a:lnTo>
                      <a:pt x="68413" y="510940"/>
                    </a:lnTo>
                    <a:lnTo>
                      <a:pt x="24534" y="458671"/>
                    </a:lnTo>
                    <a:lnTo>
                      <a:pt x="47475" y="437089"/>
                    </a:lnTo>
                    <a:lnTo>
                      <a:pt x="29121" y="417488"/>
                    </a:lnTo>
                    <a:lnTo>
                      <a:pt x="71571" y="376095"/>
                    </a:lnTo>
                    <a:lnTo>
                      <a:pt x="1728" y="305459"/>
                    </a:lnTo>
                    <a:lnTo>
                      <a:pt x="0" y="291140"/>
                    </a:lnTo>
                    <a:lnTo>
                      <a:pt x="59522" y="352827"/>
                    </a:lnTo>
                    <a:lnTo>
                      <a:pt x="75151" y="355589"/>
                    </a:lnTo>
                    <a:lnTo>
                      <a:pt x="169012" y="261840"/>
                    </a:lnTo>
                    <a:lnTo>
                      <a:pt x="87363" y="178240"/>
                    </a:lnTo>
                    <a:lnTo>
                      <a:pt x="111781" y="156752"/>
                    </a:lnTo>
                    <a:lnTo>
                      <a:pt x="183074" y="234898"/>
                    </a:lnTo>
                    <a:lnTo>
                      <a:pt x="197599" y="238508"/>
                    </a:lnTo>
                    <a:lnTo>
                      <a:pt x="462934" y="0"/>
                    </a:lnTo>
                    <a:lnTo>
                      <a:pt x="223621" y="0"/>
                    </a:lnTo>
                    <a:lnTo>
                      <a:pt x="240180" y="23283"/>
                    </a:lnTo>
                    <a:lnTo>
                      <a:pt x="112104" y="138343"/>
                    </a:lnTo>
                    <a:lnTo>
                      <a:pt x="62189" y="83704"/>
                    </a:lnTo>
                    <a:lnTo>
                      <a:pt x="99551" y="44630"/>
                    </a:lnTo>
                    <a:lnTo>
                      <a:pt x="79355" y="21950"/>
                    </a:lnTo>
                    <a:lnTo>
                      <a:pt x="10566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7" name="Контур"/>
              <p:cNvSpPr/>
              <p:nvPr/>
            </p:nvSpPr>
            <p:spPr>
              <a:xfrm>
                <a:off x="5652057" y="1855512"/>
                <a:ext cx="17769" cy="17772"/>
              </a:xfrm>
              <a:custGeom>
                <a:avLst/>
                <a:gdLst/>
                <a:ahLst/>
                <a:cxnLst/>
                <a:rect l="l" t="t" r="r" b="b"/>
                <a:pathLst>
                  <a:path w="17769" h="17772">
                    <a:moveTo>
                      <a:pt x="10314" y="17772"/>
                    </a:moveTo>
                    <a:lnTo>
                      <a:pt x="0" y="10317"/>
                    </a:lnTo>
                    <a:lnTo>
                      <a:pt x="7450" y="0"/>
                    </a:lnTo>
                    <a:lnTo>
                      <a:pt x="17769" y="7446"/>
                    </a:lnTo>
                    <a:lnTo>
                      <a:pt x="10314" y="177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8" name="Контур"/>
              <p:cNvSpPr/>
              <p:nvPr/>
            </p:nvSpPr>
            <p:spPr>
              <a:xfrm>
                <a:off x="5351163" y="4981909"/>
                <a:ext cx="466480" cy="90264"/>
              </a:xfrm>
              <a:custGeom>
                <a:avLst/>
                <a:gdLst/>
                <a:ahLst/>
                <a:cxnLst/>
                <a:rect l="l" t="t" r="r" b="b"/>
                <a:pathLst>
                  <a:path w="466480" h="90264">
                    <a:moveTo>
                      <a:pt x="0" y="90264"/>
                    </a:moveTo>
                    <a:lnTo>
                      <a:pt x="52928" y="50023"/>
                    </a:lnTo>
                    <a:lnTo>
                      <a:pt x="148321" y="26604"/>
                    </a:lnTo>
                    <a:lnTo>
                      <a:pt x="233272" y="12960"/>
                    </a:lnTo>
                    <a:lnTo>
                      <a:pt x="466480" y="0"/>
                    </a:lnTo>
                    <a:lnTo>
                      <a:pt x="417135" y="20819"/>
                    </a:lnTo>
                    <a:lnTo>
                      <a:pt x="390840" y="20041"/>
                    </a:lnTo>
                    <a:lnTo>
                      <a:pt x="0" y="9026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9" name="Контур"/>
              <p:cNvSpPr/>
              <p:nvPr/>
            </p:nvSpPr>
            <p:spPr>
              <a:xfrm>
                <a:off x="5404091" y="4867069"/>
                <a:ext cx="413552" cy="164863"/>
              </a:xfrm>
              <a:custGeom>
                <a:avLst/>
                <a:gdLst/>
                <a:ahLst/>
                <a:cxnLst/>
                <a:rect l="l" t="t" r="r" b="b"/>
                <a:pathLst>
                  <a:path w="413552" h="164863">
                    <a:moveTo>
                      <a:pt x="0" y="164863"/>
                    </a:moveTo>
                    <a:lnTo>
                      <a:pt x="35828" y="137623"/>
                    </a:lnTo>
                    <a:lnTo>
                      <a:pt x="166351" y="48334"/>
                    </a:lnTo>
                    <a:lnTo>
                      <a:pt x="342200" y="0"/>
                    </a:lnTo>
                    <a:lnTo>
                      <a:pt x="353729" y="11178"/>
                    </a:lnTo>
                    <a:lnTo>
                      <a:pt x="365564" y="23715"/>
                    </a:lnTo>
                    <a:lnTo>
                      <a:pt x="383663" y="55737"/>
                    </a:lnTo>
                    <a:lnTo>
                      <a:pt x="413552" y="114840"/>
                    </a:lnTo>
                    <a:lnTo>
                      <a:pt x="180344" y="127800"/>
                    </a:lnTo>
                    <a:lnTo>
                      <a:pt x="95393" y="141444"/>
                    </a:lnTo>
                    <a:lnTo>
                      <a:pt x="0" y="1648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0" name="Контур"/>
              <p:cNvSpPr/>
              <p:nvPr/>
            </p:nvSpPr>
            <p:spPr>
              <a:xfrm>
                <a:off x="5570442" y="4850392"/>
                <a:ext cx="175849" cy="65011"/>
              </a:xfrm>
              <a:custGeom>
                <a:avLst/>
                <a:gdLst/>
                <a:ahLst/>
                <a:cxnLst/>
                <a:rect l="l" t="t" r="r" b="b"/>
                <a:pathLst>
                  <a:path w="175849" h="65011">
                    <a:moveTo>
                      <a:pt x="121957" y="0"/>
                    </a:moveTo>
                    <a:lnTo>
                      <a:pt x="149443" y="2439"/>
                    </a:lnTo>
                    <a:lnTo>
                      <a:pt x="157804" y="7317"/>
                    </a:lnTo>
                    <a:lnTo>
                      <a:pt x="175849" y="16677"/>
                    </a:lnTo>
                    <a:lnTo>
                      <a:pt x="0" y="65011"/>
                    </a:lnTo>
                    <a:lnTo>
                      <a:pt x="61167" y="24030"/>
                    </a:lnTo>
                    <a:lnTo>
                      <a:pt x="96672" y="5353"/>
                    </a:lnTo>
                    <a:lnTo>
                      <a:pt x="12195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1" name="Контур"/>
              <p:cNvSpPr/>
              <p:nvPr/>
            </p:nvSpPr>
            <p:spPr>
              <a:xfrm>
                <a:off x="5014728" y="4002817"/>
                <a:ext cx="332341" cy="509719"/>
              </a:xfrm>
              <a:custGeom>
                <a:avLst/>
                <a:gdLst/>
                <a:ahLst/>
                <a:cxnLst/>
                <a:rect l="l" t="t" r="r" b="b"/>
                <a:pathLst>
                  <a:path w="332341" h="509719">
                    <a:moveTo>
                      <a:pt x="157100" y="74542"/>
                    </a:moveTo>
                    <a:lnTo>
                      <a:pt x="136063" y="108434"/>
                    </a:lnTo>
                    <a:lnTo>
                      <a:pt x="126356" y="106802"/>
                    </a:lnTo>
                    <a:lnTo>
                      <a:pt x="118352" y="111977"/>
                    </a:lnTo>
                    <a:lnTo>
                      <a:pt x="88115" y="152926"/>
                    </a:lnTo>
                    <a:lnTo>
                      <a:pt x="86404" y="165867"/>
                    </a:lnTo>
                    <a:lnTo>
                      <a:pt x="276173" y="388002"/>
                    </a:lnTo>
                    <a:lnTo>
                      <a:pt x="267066" y="396261"/>
                    </a:lnTo>
                    <a:lnTo>
                      <a:pt x="265899" y="408603"/>
                    </a:lnTo>
                    <a:lnTo>
                      <a:pt x="305805" y="456951"/>
                    </a:lnTo>
                    <a:lnTo>
                      <a:pt x="314983" y="461696"/>
                    </a:lnTo>
                    <a:lnTo>
                      <a:pt x="332341" y="454068"/>
                    </a:lnTo>
                    <a:lnTo>
                      <a:pt x="244174" y="509719"/>
                    </a:lnTo>
                    <a:lnTo>
                      <a:pt x="256473" y="495607"/>
                    </a:lnTo>
                    <a:lnTo>
                      <a:pt x="260678" y="473143"/>
                    </a:lnTo>
                    <a:lnTo>
                      <a:pt x="252824" y="435158"/>
                    </a:lnTo>
                    <a:lnTo>
                      <a:pt x="240820" y="434025"/>
                    </a:lnTo>
                    <a:lnTo>
                      <a:pt x="106816" y="260241"/>
                    </a:lnTo>
                    <a:lnTo>
                      <a:pt x="105140" y="247004"/>
                    </a:lnTo>
                    <a:lnTo>
                      <a:pt x="71357" y="203034"/>
                    </a:lnTo>
                    <a:lnTo>
                      <a:pt x="60291" y="197763"/>
                    </a:lnTo>
                    <a:lnTo>
                      <a:pt x="52428" y="200553"/>
                    </a:lnTo>
                    <a:lnTo>
                      <a:pt x="31288" y="218091"/>
                    </a:lnTo>
                    <a:lnTo>
                      <a:pt x="30582" y="229623"/>
                    </a:lnTo>
                    <a:lnTo>
                      <a:pt x="22001" y="235830"/>
                    </a:lnTo>
                    <a:lnTo>
                      <a:pt x="5464" y="202756"/>
                    </a:lnTo>
                    <a:lnTo>
                      <a:pt x="0" y="177583"/>
                    </a:lnTo>
                    <a:lnTo>
                      <a:pt x="1675" y="163670"/>
                    </a:lnTo>
                    <a:lnTo>
                      <a:pt x="27385" y="130314"/>
                    </a:lnTo>
                    <a:lnTo>
                      <a:pt x="158811" y="6476"/>
                    </a:lnTo>
                    <a:lnTo>
                      <a:pt x="169207" y="0"/>
                    </a:lnTo>
                    <a:lnTo>
                      <a:pt x="186335" y="5237"/>
                    </a:lnTo>
                    <a:lnTo>
                      <a:pt x="152790" y="55516"/>
                    </a:lnTo>
                    <a:lnTo>
                      <a:pt x="150789" y="64947"/>
                    </a:lnTo>
                    <a:lnTo>
                      <a:pt x="157100" y="7454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2" name="Контур"/>
              <p:cNvSpPr/>
              <p:nvPr/>
            </p:nvSpPr>
            <p:spPr>
              <a:xfrm>
                <a:off x="5815821" y="4550886"/>
                <a:ext cx="164983" cy="254512"/>
              </a:xfrm>
              <a:custGeom>
                <a:avLst/>
                <a:gdLst/>
                <a:ahLst/>
                <a:cxnLst/>
                <a:rect l="l" t="t" r="r" b="b"/>
                <a:pathLst>
                  <a:path w="164983" h="254512">
                    <a:moveTo>
                      <a:pt x="157039" y="0"/>
                    </a:moveTo>
                    <a:lnTo>
                      <a:pt x="164983" y="8059"/>
                    </a:lnTo>
                    <a:lnTo>
                      <a:pt x="61123" y="100273"/>
                    </a:lnTo>
                    <a:lnTo>
                      <a:pt x="30388" y="138127"/>
                    </a:lnTo>
                    <a:lnTo>
                      <a:pt x="15520" y="164425"/>
                    </a:lnTo>
                    <a:lnTo>
                      <a:pt x="8662" y="192991"/>
                    </a:lnTo>
                    <a:lnTo>
                      <a:pt x="10939" y="207292"/>
                    </a:lnTo>
                    <a:lnTo>
                      <a:pt x="13216" y="221593"/>
                    </a:lnTo>
                    <a:lnTo>
                      <a:pt x="25492" y="250861"/>
                    </a:lnTo>
                    <a:lnTo>
                      <a:pt x="14315" y="254512"/>
                    </a:lnTo>
                    <a:lnTo>
                      <a:pt x="6976" y="237125"/>
                    </a:lnTo>
                    <a:lnTo>
                      <a:pt x="0" y="203781"/>
                    </a:lnTo>
                    <a:lnTo>
                      <a:pt x="775" y="184395"/>
                    </a:lnTo>
                    <a:lnTo>
                      <a:pt x="6976" y="158806"/>
                    </a:lnTo>
                    <a:lnTo>
                      <a:pt x="23255" y="127013"/>
                    </a:lnTo>
                    <a:lnTo>
                      <a:pt x="44958" y="96771"/>
                    </a:lnTo>
                    <a:lnTo>
                      <a:pt x="82165" y="64203"/>
                    </a:lnTo>
                    <a:lnTo>
                      <a:pt x="157039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3" name="Контур"/>
              <p:cNvSpPr/>
              <p:nvPr/>
            </p:nvSpPr>
            <p:spPr>
              <a:xfrm>
                <a:off x="5841313" y="4761155"/>
                <a:ext cx="93783" cy="63785"/>
              </a:xfrm>
              <a:custGeom>
                <a:avLst/>
                <a:gdLst/>
                <a:ahLst/>
                <a:cxnLst/>
                <a:rect l="l" t="t" r="r" b="b"/>
                <a:pathLst>
                  <a:path w="93783" h="63785">
                    <a:moveTo>
                      <a:pt x="0" y="40592"/>
                    </a:moveTo>
                    <a:lnTo>
                      <a:pt x="83020" y="0"/>
                    </a:lnTo>
                    <a:lnTo>
                      <a:pt x="93783" y="26313"/>
                    </a:lnTo>
                    <a:lnTo>
                      <a:pt x="91467" y="27578"/>
                    </a:lnTo>
                    <a:lnTo>
                      <a:pt x="8814" y="63785"/>
                    </a:lnTo>
                    <a:lnTo>
                      <a:pt x="0" y="4059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4" name="Контур"/>
              <p:cNvSpPr/>
              <p:nvPr/>
            </p:nvSpPr>
            <p:spPr>
              <a:xfrm>
                <a:off x="5128338" y="3944808"/>
                <a:ext cx="50362" cy="38068"/>
              </a:xfrm>
              <a:custGeom>
                <a:avLst/>
                <a:gdLst/>
                <a:ahLst/>
                <a:cxnLst/>
                <a:rect l="l" t="t" r="r" b="b"/>
                <a:pathLst>
                  <a:path w="50362" h="38068">
                    <a:moveTo>
                      <a:pt x="29213" y="0"/>
                    </a:moveTo>
                    <a:lnTo>
                      <a:pt x="28733" y="3651"/>
                    </a:lnTo>
                    <a:lnTo>
                      <a:pt x="30040" y="8662"/>
                    </a:lnTo>
                    <a:lnTo>
                      <a:pt x="33138" y="12813"/>
                    </a:lnTo>
                    <a:lnTo>
                      <a:pt x="50362" y="28431"/>
                    </a:lnTo>
                    <a:lnTo>
                      <a:pt x="33828" y="35780"/>
                    </a:lnTo>
                    <a:lnTo>
                      <a:pt x="3060" y="38068"/>
                    </a:lnTo>
                    <a:lnTo>
                      <a:pt x="0" y="22094"/>
                    </a:lnTo>
                    <a:lnTo>
                      <a:pt x="19022" y="7154"/>
                    </a:lnTo>
                    <a:lnTo>
                      <a:pt x="2921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5" name="Контур"/>
              <p:cNvSpPr/>
              <p:nvPr/>
            </p:nvSpPr>
            <p:spPr>
              <a:xfrm>
                <a:off x="5045326" y="3787194"/>
                <a:ext cx="331160" cy="148280"/>
              </a:xfrm>
              <a:custGeom>
                <a:avLst/>
                <a:gdLst/>
                <a:ahLst/>
                <a:cxnLst/>
                <a:rect l="l" t="t" r="r" b="b"/>
                <a:pathLst>
                  <a:path w="331160" h="148280">
                    <a:moveTo>
                      <a:pt x="21668" y="130810"/>
                    </a:moveTo>
                    <a:lnTo>
                      <a:pt x="38417" y="145248"/>
                    </a:lnTo>
                    <a:lnTo>
                      <a:pt x="56239" y="141429"/>
                    </a:lnTo>
                    <a:lnTo>
                      <a:pt x="125872" y="93121"/>
                    </a:lnTo>
                    <a:lnTo>
                      <a:pt x="331160" y="0"/>
                    </a:lnTo>
                    <a:lnTo>
                      <a:pt x="131274" y="100063"/>
                    </a:lnTo>
                    <a:lnTo>
                      <a:pt x="104284" y="122390"/>
                    </a:lnTo>
                    <a:lnTo>
                      <a:pt x="65687" y="144511"/>
                    </a:lnTo>
                    <a:lnTo>
                      <a:pt x="29083" y="148280"/>
                    </a:lnTo>
                    <a:lnTo>
                      <a:pt x="0" y="144046"/>
                    </a:lnTo>
                    <a:lnTo>
                      <a:pt x="6350" y="125757"/>
                    </a:lnTo>
                    <a:lnTo>
                      <a:pt x="21668" y="1308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6" name="Контур"/>
              <p:cNvSpPr/>
              <p:nvPr/>
            </p:nvSpPr>
            <p:spPr>
              <a:xfrm>
                <a:off x="5792087" y="5831071"/>
                <a:ext cx="19326" cy="18614"/>
              </a:xfrm>
              <a:custGeom>
                <a:avLst/>
                <a:gdLst/>
                <a:ahLst/>
                <a:cxnLst/>
                <a:rect l="l" t="t" r="r" b="b"/>
                <a:pathLst>
                  <a:path w="19326" h="18614">
                    <a:moveTo>
                      <a:pt x="5413" y="15200"/>
                    </a:moveTo>
                    <a:lnTo>
                      <a:pt x="0" y="18614"/>
                    </a:lnTo>
                    <a:lnTo>
                      <a:pt x="413" y="16827"/>
                    </a:lnTo>
                    <a:lnTo>
                      <a:pt x="3688" y="9226"/>
                    </a:lnTo>
                    <a:lnTo>
                      <a:pt x="15218" y="0"/>
                    </a:lnTo>
                    <a:lnTo>
                      <a:pt x="19326" y="6427"/>
                    </a:lnTo>
                    <a:lnTo>
                      <a:pt x="5413" y="152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7" name="Контур"/>
              <p:cNvSpPr/>
              <p:nvPr/>
            </p:nvSpPr>
            <p:spPr>
              <a:xfrm>
                <a:off x="5768298" y="4981909"/>
                <a:ext cx="182707" cy="293148"/>
              </a:xfrm>
              <a:custGeom>
                <a:avLst/>
                <a:gdLst/>
                <a:ahLst/>
                <a:cxnLst/>
                <a:rect l="l" t="t" r="r" b="b"/>
                <a:pathLst>
                  <a:path w="182707" h="293148">
                    <a:moveTo>
                      <a:pt x="182707" y="266508"/>
                    </a:moveTo>
                    <a:lnTo>
                      <a:pt x="136807" y="293148"/>
                    </a:lnTo>
                    <a:lnTo>
                      <a:pt x="0" y="20819"/>
                    </a:lnTo>
                    <a:lnTo>
                      <a:pt x="49345" y="0"/>
                    </a:lnTo>
                    <a:lnTo>
                      <a:pt x="67088" y="34815"/>
                    </a:lnTo>
                    <a:lnTo>
                      <a:pt x="182707" y="26650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8" name="Контур"/>
              <p:cNvSpPr/>
              <p:nvPr/>
            </p:nvSpPr>
            <p:spPr>
              <a:xfrm>
                <a:off x="5665461" y="5884534"/>
                <a:ext cx="70334" cy="40721"/>
              </a:xfrm>
              <a:custGeom>
                <a:avLst/>
                <a:gdLst/>
                <a:ahLst/>
                <a:cxnLst/>
                <a:rect l="l" t="t" r="r" b="b"/>
                <a:pathLst>
                  <a:path w="70334" h="40721">
                    <a:moveTo>
                      <a:pt x="70334" y="654"/>
                    </a:moveTo>
                    <a:lnTo>
                      <a:pt x="6807" y="40721"/>
                    </a:lnTo>
                    <a:lnTo>
                      <a:pt x="0" y="30231"/>
                    </a:lnTo>
                    <a:lnTo>
                      <a:pt x="44038" y="2406"/>
                    </a:lnTo>
                    <a:lnTo>
                      <a:pt x="51216" y="164"/>
                    </a:lnTo>
                    <a:lnTo>
                      <a:pt x="63343" y="0"/>
                    </a:lnTo>
                    <a:lnTo>
                      <a:pt x="69248" y="437"/>
                    </a:lnTo>
                    <a:lnTo>
                      <a:pt x="70334" y="65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9" name="Контур"/>
              <p:cNvSpPr/>
              <p:nvPr/>
            </p:nvSpPr>
            <p:spPr>
              <a:xfrm>
                <a:off x="5025328" y="5190213"/>
                <a:ext cx="231640" cy="181196"/>
              </a:xfrm>
              <a:custGeom>
                <a:avLst/>
                <a:gdLst/>
                <a:ahLst/>
                <a:cxnLst/>
                <a:rect l="l" t="t" r="r" b="b"/>
                <a:pathLst>
                  <a:path w="231640" h="181196">
                    <a:moveTo>
                      <a:pt x="231640" y="25606"/>
                    </a:moveTo>
                    <a:lnTo>
                      <a:pt x="18164" y="181196"/>
                    </a:lnTo>
                    <a:lnTo>
                      <a:pt x="0" y="156358"/>
                    </a:lnTo>
                    <a:lnTo>
                      <a:pt x="212545" y="0"/>
                    </a:lnTo>
                    <a:lnTo>
                      <a:pt x="231640" y="2560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0" name="Контур"/>
              <p:cNvSpPr/>
              <p:nvPr/>
            </p:nvSpPr>
            <p:spPr>
              <a:xfrm>
                <a:off x="5586748" y="5035369"/>
                <a:ext cx="295092" cy="302439"/>
              </a:xfrm>
              <a:custGeom>
                <a:avLst/>
                <a:gdLst/>
                <a:ahLst/>
                <a:cxnLst/>
                <a:rect l="l" t="t" r="r" b="b"/>
                <a:pathLst>
                  <a:path w="295092" h="302439">
                    <a:moveTo>
                      <a:pt x="0" y="28013"/>
                    </a:moveTo>
                    <a:lnTo>
                      <a:pt x="159822" y="0"/>
                    </a:lnTo>
                    <a:lnTo>
                      <a:pt x="295092" y="255762"/>
                    </a:lnTo>
                    <a:lnTo>
                      <a:pt x="264380" y="302439"/>
                    </a:lnTo>
                    <a:lnTo>
                      <a:pt x="155031" y="82132"/>
                    </a:lnTo>
                    <a:lnTo>
                      <a:pt x="126908" y="65082"/>
                    </a:lnTo>
                    <a:lnTo>
                      <a:pt x="90263" y="49736"/>
                    </a:lnTo>
                    <a:lnTo>
                      <a:pt x="44243" y="54851"/>
                    </a:lnTo>
                    <a:lnTo>
                      <a:pt x="0" y="280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1" name="Контур"/>
              <p:cNvSpPr/>
              <p:nvPr/>
            </p:nvSpPr>
            <p:spPr>
              <a:xfrm>
                <a:off x="5088363" y="6144709"/>
                <a:ext cx="220425" cy="145102"/>
              </a:xfrm>
              <a:custGeom>
                <a:avLst/>
                <a:gdLst/>
                <a:ahLst/>
                <a:cxnLst/>
                <a:rect l="l" t="t" r="r" b="b"/>
                <a:pathLst>
                  <a:path w="220425" h="145102">
                    <a:moveTo>
                      <a:pt x="220425" y="9791"/>
                    </a:moveTo>
                    <a:lnTo>
                      <a:pt x="58193" y="112109"/>
                    </a:lnTo>
                    <a:lnTo>
                      <a:pt x="54793" y="106722"/>
                    </a:lnTo>
                    <a:lnTo>
                      <a:pt x="15364" y="131607"/>
                    </a:lnTo>
                    <a:lnTo>
                      <a:pt x="18756" y="136982"/>
                    </a:lnTo>
                    <a:lnTo>
                      <a:pt x="5882" y="145102"/>
                    </a:lnTo>
                    <a:lnTo>
                      <a:pt x="0" y="135823"/>
                    </a:lnTo>
                    <a:lnTo>
                      <a:pt x="117136" y="60300"/>
                    </a:lnTo>
                    <a:lnTo>
                      <a:pt x="159697" y="35694"/>
                    </a:lnTo>
                    <a:lnTo>
                      <a:pt x="214084" y="0"/>
                    </a:lnTo>
                    <a:lnTo>
                      <a:pt x="220425" y="979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2" name="Контур"/>
              <p:cNvSpPr/>
              <p:nvPr/>
            </p:nvSpPr>
            <p:spPr>
              <a:xfrm>
                <a:off x="5805279" y="5811547"/>
                <a:ext cx="36403" cy="25951"/>
              </a:xfrm>
              <a:custGeom>
                <a:avLst/>
                <a:gdLst/>
                <a:ahLst/>
                <a:cxnLst/>
                <a:rect l="l" t="t" r="r" b="b"/>
                <a:pathLst>
                  <a:path w="36403" h="25951">
                    <a:moveTo>
                      <a:pt x="36403" y="6867"/>
                    </a:moveTo>
                    <a:lnTo>
                      <a:pt x="6134" y="25951"/>
                    </a:lnTo>
                    <a:lnTo>
                      <a:pt x="2026" y="19524"/>
                    </a:lnTo>
                    <a:lnTo>
                      <a:pt x="0" y="16355"/>
                    </a:lnTo>
                    <a:lnTo>
                      <a:pt x="31903" y="0"/>
                    </a:lnTo>
                    <a:lnTo>
                      <a:pt x="36403" y="686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3" name="Контур"/>
              <p:cNvSpPr/>
              <p:nvPr/>
            </p:nvSpPr>
            <p:spPr>
              <a:xfrm>
                <a:off x="5312704" y="5925472"/>
                <a:ext cx="342801" cy="222608"/>
              </a:xfrm>
              <a:custGeom>
                <a:avLst/>
                <a:gdLst/>
                <a:ahLst/>
                <a:cxnLst/>
                <a:rect l="l" t="t" r="r" b="b"/>
                <a:pathLst>
                  <a:path w="342801" h="222608">
                    <a:moveTo>
                      <a:pt x="6262" y="222608"/>
                    </a:moveTo>
                    <a:lnTo>
                      <a:pt x="0" y="212730"/>
                    </a:lnTo>
                    <a:lnTo>
                      <a:pt x="335813" y="0"/>
                    </a:lnTo>
                    <a:lnTo>
                      <a:pt x="342801" y="10354"/>
                    </a:lnTo>
                    <a:lnTo>
                      <a:pt x="201924" y="99205"/>
                    </a:lnTo>
                    <a:lnTo>
                      <a:pt x="196673" y="90948"/>
                    </a:lnTo>
                    <a:lnTo>
                      <a:pt x="52274" y="182789"/>
                    </a:lnTo>
                    <a:lnTo>
                      <a:pt x="57176" y="190496"/>
                    </a:lnTo>
                    <a:lnTo>
                      <a:pt x="6262" y="22260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4" name="Контур"/>
              <p:cNvSpPr/>
              <p:nvPr/>
            </p:nvSpPr>
            <p:spPr>
              <a:xfrm>
                <a:off x="9906069" y="2161019"/>
                <a:ext cx="99328" cy="113437"/>
              </a:xfrm>
              <a:custGeom>
                <a:avLst/>
                <a:gdLst/>
                <a:ahLst/>
                <a:cxnLst/>
                <a:rect l="l" t="t" r="r" b="b"/>
                <a:pathLst>
                  <a:path w="99328" h="113437">
                    <a:moveTo>
                      <a:pt x="44568" y="0"/>
                    </a:moveTo>
                    <a:lnTo>
                      <a:pt x="49548" y="6536"/>
                    </a:lnTo>
                    <a:lnTo>
                      <a:pt x="52751" y="10738"/>
                    </a:lnTo>
                    <a:lnTo>
                      <a:pt x="35731" y="24302"/>
                    </a:lnTo>
                    <a:lnTo>
                      <a:pt x="54485" y="48782"/>
                    </a:lnTo>
                    <a:lnTo>
                      <a:pt x="55439" y="48055"/>
                    </a:lnTo>
                    <a:lnTo>
                      <a:pt x="99328" y="106916"/>
                    </a:lnTo>
                    <a:lnTo>
                      <a:pt x="85022" y="111201"/>
                    </a:lnTo>
                    <a:lnTo>
                      <a:pt x="67531" y="112974"/>
                    </a:lnTo>
                    <a:lnTo>
                      <a:pt x="65832" y="113145"/>
                    </a:lnTo>
                    <a:lnTo>
                      <a:pt x="61561" y="113437"/>
                    </a:lnTo>
                    <a:lnTo>
                      <a:pt x="49644" y="109463"/>
                    </a:lnTo>
                    <a:lnTo>
                      <a:pt x="44381" y="107708"/>
                    </a:lnTo>
                    <a:lnTo>
                      <a:pt x="0" y="43260"/>
                    </a:lnTo>
                    <a:lnTo>
                      <a:pt x="4456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5" name="Контур"/>
              <p:cNvSpPr/>
              <p:nvPr/>
            </p:nvSpPr>
            <p:spPr>
              <a:xfrm>
                <a:off x="10013533" y="2173445"/>
                <a:ext cx="106754" cy="87715"/>
              </a:xfrm>
              <a:custGeom>
                <a:avLst/>
                <a:gdLst/>
                <a:ahLst/>
                <a:cxnLst/>
                <a:rect l="l" t="t" r="r" b="b"/>
                <a:pathLst>
                  <a:path w="106754" h="87715">
                    <a:moveTo>
                      <a:pt x="106754" y="23386"/>
                    </a:moveTo>
                    <a:lnTo>
                      <a:pt x="22007" y="85597"/>
                    </a:lnTo>
                    <a:lnTo>
                      <a:pt x="14481" y="87715"/>
                    </a:lnTo>
                    <a:lnTo>
                      <a:pt x="0" y="68773"/>
                    </a:lnTo>
                    <a:lnTo>
                      <a:pt x="88898" y="0"/>
                    </a:lnTo>
                    <a:lnTo>
                      <a:pt x="106754" y="233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6" name="Контур"/>
              <p:cNvSpPr/>
              <p:nvPr/>
            </p:nvSpPr>
            <p:spPr>
              <a:xfrm>
                <a:off x="9843476" y="1699838"/>
                <a:ext cx="337436" cy="482885"/>
              </a:xfrm>
              <a:custGeom>
                <a:avLst/>
                <a:gdLst/>
                <a:ahLst/>
                <a:cxnLst/>
                <a:rect l="l" t="t" r="r" b="b"/>
                <a:pathLst>
                  <a:path w="337436" h="482885">
                    <a:moveTo>
                      <a:pt x="0" y="2459"/>
                    </a:moveTo>
                    <a:lnTo>
                      <a:pt x="18967" y="0"/>
                    </a:lnTo>
                    <a:lnTo>
                      <a:pt x="317846" y="388701"/>
                    </a:lnTo>
                    <a:lnTo>
                      <a:pt x="324920" y="402827"/>
                    </a:lnTo>
                    <a:lnTo>
                      <a:pt x="315174" y="411088"/>
                    </a:lnTo>
                    <a:lnTo>
                      <a:pt x="337436" y="451478"/>
                    </a:lnTo>
                    <a:lnTo>
                      <a:pt x="333509" y="455475"/>
                    </a:lnTo>
                    <a:lnTo>
                      <a:pt x="296029" y="482885"/>
                    </a:lnTo>
                    <a:lnTo>
                      <a:pt x="277828" y="459252"/>
                    </a:lnTo>
                    <a:lnTo>
                      <a:pt x="314986" y="429601"/>
                    </a:lnTo>
                    <a:lnTo>
                      <a:pt x="304901" y="415980"/>
                    </a:lnTo>
                    <a:lnTo>
                      <a:pt x="307043" y="413473"/>
                    </a:lnTo>
                    <a:lnTo>
                      <a:pt x="308674" y="408503"/>
                    </a:lnTo>
                    <a:lnTo>
                      <a:pt x="308293" y="403287"/>
                    </a:lnTo>
                    <a:lnTo>
                      <a:pt x="305959" y="398607"/>
                    </a:lnTo>
                    <a:lnTo>
                      <a:pt x="0" y="24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7" name="Контур"/>
              <p:cNvSpPr/>
              <p:nvPr/>
            </p:nvSpPr>
            <p:spPr>
              <a:xfrm>
                <a:off x="9676033" y="1820215"/>
                <a:ext cx="114399" cy="140171"/>
              </a:xfrm>
              <a:custGeom>
                <a:avLst/>
                <a:gdLst/>
                <a:ahLst/>
                <a:cxnLst/>
                <a:rect l="l" t="t" r="r" b="b"/>
                <a:pathLst>
                  <a:path w="114399" h="140171">
                    <a:moveTo>
                      <a:pt x="14170" y="0"/>
                    </a:moveTo>
                    <a:lnTo>
                      <a:pt x="114399" y="130151"/>
                    </a:lnTo>
                    <a:lnTo>
                      <a:pt x="110309" y="134916"/>
                    </a:lnTo>
                    <a:lnTo>
                      <a:pt x="103566" y="138227"/>
                    </a:lnTo>
                    <a:lnTo>
                      <a:pt x="95990" y="140063"/>
                    </a:lnTo>
                    <a:lnTo>
                      <a:pt x="88098" y="140171"/>
                    </a:lnTo>
                    <a:lnTo>
                      <a:pt x="80475" y="138542"/>
                    </a:lnTo>
                    <a:lnTo>
                      <a:pt x="73643" y="135415"/>
                    </a:lnTo>
                    <a:lnTo>
                      <a:pt x="68181" y="130540"/>
                    </a:lnTo>
                    <a:lnTo>
                      <a:pt x="0" y="37848"/>
                    </a:lnTo>
                    <a:lnTo>
                      <a:pt x="135" y="25771"/>
                    </a:lnTo>
                    <a:lnTo>
                      <a:pt x="4055" y="13885"/>
                    </a:lnTo>
                    <a:lnTo>
                      <a:pt x="1417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8" name="Контур"/>
              <p:cNvSpPr/>
              <p:nvPr/>
            </p:nvSpPr>
            <p:spPr>
              <a:xfrm>
                <a:off x="10017138" y="8585940"/>
                <a:ext cx="163600" cy="288757"/>
              </a:xfrm>
              <a:custGeom>
                <a:avLst/>
                <a:gdLst/>
                <a:ahLst/>
                <a:cxnLst/>
                <a:rect l="l" t="t" r="r" b="b"/>
                <a:pathLst>
                  <a:path w="163600" h="288757">
                    <a:moveTo>
                      <a:pt x="64647" y="123743"/>
                    </a:moveTo>
                    <a:lnTo>
                      <a:pt x="59395" y="112799"/>
                    </a:lnTo>
                    <a:lnTo>
                      <a:pt x="0" y="7584"/>
                    </a:lnTo>
                    <a:lnTo>
                      <a:pt x="25294" y="0"/>
                    </a:lnTo>
                    <a:lnTo>
                      <a:pt x="163600" y="288757"/>
                    </a:lnTo>
                    <a:lnTo>
                      <a:pt x="154917" y="288757"/>
                    </a:lnTo>
                    <a:lnTo>
                      <a:pt x="82035" y="130470"/>
                    </a:lnTo>
                    <a:lnTo>
                      <a:pt x="79650" y="126914"/>
                    </a:lnTo>
                    <a:lnTo>
                      <a:pt x="76270" y="124284"/>
                    </a:lnTo>
                    <a:lnTo>
                      <a:pt x="72237" y="122844"/>
                    </a:lnTo>
                    <a:lnTo>
                      <a:pt x="67956" y="122739"/>
                    </a:lnTo>
                    <a:lnTo>
                      <a:pt x="64647" y="12374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9" name="Контур"/>
              <p:cNvSpPr/>
              <p:nvPr/>
            </p:nvSpPr>
            <p:spPr>
              <a:xfrm>
                <a:off x="9854707" y="8221503"/>
                <a:ext cx="187725" cy="372021"/>
              </a:xfrm>
              <a:custGeom>
                <a:avLst/>
                <a:gdLst/>
                <a:ahLst/>
                <a:cxnLst/>
                <a:rect l="l" t="t" r="r" b="b"/>
                <a:pathLst>
                  <a:path w="187725" h="372021">
                    <a:moveTo>
                      <a:pt x="142480" y="323704"/>
                    </a:moveTo>
                    <a:lnTo>
                      <a:pt x="153861" y="313713"/>
                    </a:lnTo>
                    <a:lnTo>
                      <a:pt x="153204" y="303401"/>
                    </a:lnTo>
                    <a:lnTo>
                      <a:pt x="127079" y="251680"/>
                    </a:lnTo>
                    <a:lnTo>
                      <a:pt x="119703" y="247782"/>
                    </a:lnTo>
                    <a:lnTo>
                      <a:pt x="108558" y="250380"/>
                    </a:lnTo>
                    <a:lnTo>
                      <a:pt x="0" y="10409"/>
                    </a:lnTo>
                    <a:lnTo>
                      <a:pt x="14934" y="0"/>
                    </a:lnTo>
                    <a:lnTo>
                      <a:pt x="149729" y="273635"/>
                    </a:lnTo>
                    <a:lnTo>
                      <a:pt x="187725" y="364437"/>
                    </a:lnTo>
                    <a:lnTo>
                      <a:pt x="162431" y="372021"/>
                    </a:lnTo>
                    <a:lnTo>
                      <a:pt x="142480" y="32370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0" name="Контур"/>
              <p:cNvSpPr/>
              <p:nvPr/>
            </p:nvSpPr>
            <p:spPr>
              <a:xfrm>
                <a:off x="10144845" y="2238862"/>
                <a:ext cx="149996" cy="342670"/>
              </a:xfrm>
              <a:custGeom>
                <a:avLst/>
                <a:gdLst/>
                <a:ahLst/>
                <a:cxnLst/>
                <a:rect l="l" t="t" r="r" b="b"/>
                <a:pathLst>
                  <a:path w="149996" h="342670">
                    <a:moveTo>
                      <a:pt x="149797" y="290878"/>
                    </a:moveTo>
                    <a:lnTo>
                      <a:pt x="143719" y="295515"/>
                    </a:lnTo>
                    <a:lnTo>
                      <a:pt x="149846" y="303540"/>
                    </a:lnTo>
                    <a:lnTo>
                      <a:pt x="149996" y="342670"/>
                    </a:lnTo>
                    <a:lnTo>
                      <a:pt x="144550" y="340155"/>
                    </a:lnTo>
                    <a:lnTo>
                      <a:pt x="130849" y="324360"/>
                    </a:lnTo>
                    <a:lnTo>
                      <a:pt x="118600" y="308717"/>
                    </a:lnTo>
                    <a:lnTo>
                      <a:pt x="23439" y="186879"/>
                    </a:lnTo>
                    <a:lnTo>
                      <a:pt x="40507" y="173511"/>
                    </a:lnTo>
                    <a:lnTo>
                      <a:pt x="23853" y="152248"/>
                    </a:lnTo>
                    <a:lnTo>
                      <a:pt x="6815" y="165593"/>
                    </a:lnTo>
                    <a:lnTo>
                      <a:pt x="6447" y="165121"/>
                    </a:lnTo>
                    <a:lnTo>
                      <a:pt x="0" y="149516"/>
                    </a:lnTo>
                    <a:lnTo>
                      <a:pt x="12751" y="102717"/>
                    </a:lnTo>
                    <a:lnTo>
                      <a:pt x="59714" y="61555"/>
                    </a:lnTo>
                    <a:lnTo>
                      <a:pt x="140578" y="0"/>
                    </a:lnTo>
                    <a:lnTo>
                      <a:pt x="148714" y="9667"/>
                    </a:lnTo>
                    <a:lnTo>
                      <a:pt x="149797" y="29087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1" name="Контур"/>
              <p:cNvSpPr/>
              <p:nvPr/>
            </p:nvSpPr>
            <p:spPr>
              <a:xfrm>
                <a:off x="10151660" y="2391110"/>
                <a:ext cx="33692" cy="34626"/>
              </a:xfrm>
              <a:custGeom>
                <a:avLst/>
                <a:gdLst/>
                <a:ahLst/>
                <a:cxnLst/>
                <a:rect l="l" t="t" r="r" b="b"/>
                <a:pathLst>
                  <a:path w="33692" h="34626">
                    <a:moveTo>
                      <a:pt x="16622" y="34626"/>
                    </a:moveTo>
                    <a:lnTo>
                      <a:pt x="0" y="13345"/>
                    </a:lnTo>
                    <a:lnTo>
                      <a:pt x="17038" y="0"/>
                    </a:lnTo>
                    <a:lnTo>
                      <a:pt x="33692" y="21263"/>
                    </a:lnTo>
                    <a:lnTo>
                      <a:pt x="16622" y="3462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2" name="Контур"/>
              <p:cNvSpPr/>
              <p:nvPr/>
            </p:nvSpPr>
            <p:spPr>
              <a:xfrm>
                <a:off x="9854413" y="4800510"/>
                <a:ext cx="92882" cy="60695"/>
              </a:xfrm>
              <a:custGeom>
                <a:avLst/>
                <a:gdLst/>
                <a:ahLst/>
                <a:cxnLst/>
                <a:rect l="l" t="t" r="r" b="b"/>
                <a:pathLst>
                  <a:path w="92882" h="60695">
                    <a:moveTo>
                      <a:pt x="82790" y="0"/>
                    </a:moveTo>
                    <a:lnTo>
                      <a:pt x="92882" y="24652"/>
                    </a:lnTo>
                    <a:lnTo>
                      <a:pt x="10878" y="60695"/>
                    </a:lnTo>
                    <a:lnTo>
                      <a:pt x="0" y="39454"/>
                    </a:lnTo>
                    <a:lnTo>
                      <a:pt x="8279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3" name="Контур"/>
              <p:cNvSpPr/>
              <p:nvPr/>
            </p:nvSpPr>
            <p:spPr>
              <a:xfrm>
                <a:off x="9919785" y="4733546"/>
                <a:ext cx="235404" cy="250437"/>
              </a:xfrm>
              <a:custGeom>
                <a:avLst/>
                <a:gdLst/>
                <a:ahLst/>
                <a:cxnLst/>
                <a:rect l="l" t="t" r="r" b="b"/>
                <a:pathLst>
                  <a:path w="235404" h="250437">
                    <a:moveTo>
                      <a:pt x="188057" y="136149"/>
                    </a:moveTo>
                    <a:lnTo>
                      <a:pt x="194168" y="132968"/>
                    </a:lnTo>
                    <a:lnTo>
                      <a:pt x="140299" y="31495"/>
                    </a:lnTo>
                    <a:lnTo>
                      <a:pt x="40355" y="82287"/>
                    </a:lnTo>
                    <a:lnTo>
                      <a:pt x="30735" y="59790"/>
                    </a:lnTo>
                    <a:lnTo>
                      <a:pt x="159511" y="0"/>
                    </a:lnTo>
                    <a:lnTo>
                      <a:pt x="235404" y="132369"/>
                    </a:lnTo>
                    <a:lnTo>
                      <a:pt x="7701" y="250437"/>
                    </a:lnTo>
                    <a:lnTo>
                      <a:pt x="0" y="237152"/>
                    </a:lnTo>
                    <a:lnTo>
                      <a:pt x="52035" y="212028"/>
                    </a:lnTo>
                    <a:lnTo>
                      <a:pt x="59110" y="202909"/>
                    </a:lnTo>
                    <a:lnTo>
                      <a:pt x="84880" y="189755"/>
                    </a:lnTo>
                    <a:lnTo>
                      <a:pt x="94781" y="189101"/>
                    </a:lnTo>
                    <a:lnTo>
                      <a:pt x="180928" y="146454"/>
                    </a:lnTo>
                    <a:lnTo>
                      <a:pt x="188057" y="1361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4" name="Контур"/>
              <p:cNvSpPr/>
              <p:nvPr/>
            </p:nvSpPr>
            <p:spPr>
              <a:xfrm>
                <a:off x="9766608" y="3083642"/>
                <a:ext cx="529392" cy="503244"/>
              </a:xfrm>
              <a:custGeom>
                <a:avLst/>
                <a:gdLst/>
                <a:ahLst/>
                <a:cxnLst/>
                <a:rect l="l" t="t" r="r" b="b"/>
                <a:pathLst>
                  <a:path w="529392" h="503244">
                    <a:moveTo>
                      <a:pt x="0" y="475554"/>
                    </a:moveTo>
                    <a:lnTo>
                      <a:pt x="142753" y="343381"/>
                    </a:lnTo>
                    <a:lnTo>
                      <a:pt x="169914" y="313299"/>
                    </a:lnTo>
                    <a:lnTo>
                      <a:pt x="225901" y="234482"/>
                    </a:lnTo>
                    <a:lnTo>
                      <a:pt x="269592" y="201529"/>
                    </a:lnTo>
                    <a:lnTo>
                      <a:pt x="529392" y="0"/>
                    </a:lnTo>
                    <a:lnTo>
                      <a:pt x="529392" y="111739"/>
                    </a:lnTo>
                    <a:lnTo>
                      <a:pt x="465976" y="161159"/>
                    </a:lnTo>
                    <a:lnTo>
                      <a:pt x="319888" y="268277"/>
                    </a:lnTo>
                    <a:lnTo>
                      <a:pt x="81802" y="450662"/>
                    </a:lnTo>
                    <a:lnTo>
                      <a:pt x="16671" y="5032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5" name="Контур"/>
              <p:cNvSpPr/>
              <p:nvPr/>
            </p:nvSpPr>
            <p:spPr>
              <a:xfrm>
                <a:off x="9722914" y="3261716"/>
                <a:ext cx="242070" cy="285882"/>
              </a:xfrm>
              <a:custGeom>
                <a:avLst/>
                <a:gdLst/>
                <a:ahLst/>
                <a:cxnLst/>
                <a:rect l="l" t="t" r="r" b="b"/>
                <a:pathLst>
                  <a:path w="242070" h="285882">
                    <a:moveTo>
                      <a:pt x="219085" y="0"/>
                    </a:moveTo>
                    <a:lnTo>
                      <a:pt x="238946" y="22600"/>
                    </a:lnTo>
                    <a:lnTo>
                      <a:pt x="242070" y="38792"/>
                    </a:lnTo>
                    <a:lnTo>
                      <a:pt x="236835" y="51665"/>
                    </a:lnTo>
                    <a:lnTo>
                      <a:pt x="189036" y="121919"/>
                    </a:lnTo>
                    <a:lnTo>
                      <a:pt x="156375" y="159970"/>
                    </a:lnTo>
                    <a:lnTo>
                      <a:pt x="100312" y="213781"/>
                    </a:lnTo>
                    <a:lnTo>
                      <a:pt x="20749" y="285882"/>
                    </a:lnTo>
                    <a:lnTo>
                      <a:pt x="0" y="258930"/>
                    </a:lnTo>
                    <a:lnTo>
                      <a:pt x="181242" y="119633"/>
                    </a:lnTo>
                    <a:lnTo>
                      <a:pt x="216343" y="528"/>
                    </a:lnTo>
                    <a:lnTo>
                      <a:pt x="21908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6" name="Контур"/>
              <p:cNvSpPr/>
              <p:nvPr/>
            </p:nvSpPr>
            <p:spPr>
              <a:xfrm>
                <a:off x="10149694" y="10147319"/>
                <a:ext cx="103210" cy="23219"/>
              </a:xfrm>
              <a:custGeom>
                <a:avLst/>
                <a:gdLst/>
                <a:ahLst/>
                <a:cxnLst/>
                <a:rect l="l" t="t" r="r" b="b"/>
                <a:pathLst>
                  <a:path w="103210" h="23219">
                    <a:moveTo>
                      <a:pt x="0" y="23219"/>
                    </a:moveTo>
                    <a:lnTo>
                      <a:pt x="38125" y="5370"/>
                    </a:lnTo>
                    <a:lnTo>
                      <a:pt x="72019" y="0"/>
                    </a:lnTo>
                    <a:lnTo>
                      <a:pt x="93393" y="6324"/>
                    </a:lnTo>
                    <a:lnTo>
                      <a:pt x="103210" y="22822"/>
                    </a:lnTo>
                    <a:lnTo>
                      <a:pt x="0" y="2321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7" name="Контур"/>
              <p:cNvSpPr/>
              <p:nvPr/>
            </p:nvSpPr>
            <p:spPr>
              <a:xfrm>
                <a:off x="10081533" y="9506544"/>
                <a:ext cx="214467" cy="134130"/>
              </a:xfrm>
              <a:custGeom>
                <a:avLst/>
                <a:gdLst/>
                <a:ahLst/>
                <a:cxnLst/>
                <a:rect l="l" t="t" r="r" b="b"/>
                <a:pathLst>
                  <a:path w="214467" h="134130">
                    <a:moveTo>
                      <a:pt x="214467" y="0"/>
                    </a:moveTo>
                    <a:lnTo>
                      <a:pt x="214467" y="72751"/>
                    </a:lnTo>
                    <a:lnTo>
                      <a:pt x="79526" y="134130"/>
                    </a:lnTo>
                    <a:lnTo>
                      <a:pt x="37449" y="131726"/>
                    </a:lnTo>
                    <a:lnTo>
                      <a:pt x="0" y="108358"/>
                    </a:lnTo>
                    <a:lnTo>
                      <a:pt x="14979" y="9290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8" name="Контур"/>
              <p:cNvSpPr/>
              <p:nvPr/>
            </p:nvSpPr>
            <p:spPr>
              <a:xfrm>
                <a:off x="9764380" y="9224455"/>
                <a:ext cx="118581" cy="232386"/>
              </a:xfrm>
              <a:custGeom>
                <a:avLst/>
                <a:gdLst/>
                <a:ahLst/>
                <a:cxnLst/>
                <a:rect l="l" t="t" r="r" b="b"/>
                <a:pathLst>
                  <a:path w="118581" h="232386">
                    <a:moveTo>
                      <a:pt x="84764" y="232386"/>
                    </a:moveTo>
                    <a:lnTo>
                      <a:pt x="59520" y="162315"/>
                    </a:lnTo>
                    <a:lnTo>
                      <a:pt x="5214" y="44586"/>
                    </a:lnTo>
                    <a:lnTo>
                      <a:pt x="0" y="17652"/>
                    </a:lnTo>
                    <a:lnTo>
                      <a:pt x="2340" y="9900"/>
                    </a:lnTo>
                    <a:lnTo>
                      <a:pt x="7900" y="3464"/>
                    </a:lnTo>
                    <a:lnTo>
                      <a:pt x="14874" y="0"/>
                    </a:lnTo>
                    <a:lnTo>
                      <a:pt x="19805" y="2873"/>
                    </a:lnTo>
                    <a:lnTo>
                      <a:pt x="118581" y="211725"/>
                    </a:lnTo>
                    <a:lnTo>
                      <a:pt x="84764" y="2323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9" name="Контур"/>
              <p:cNvSpPr/>
              <p:nvPr/>
            </p:nvSpPr>
            <p:spPr>
              <a:xfrm>
                <a:off x="9784185" y="9227328"/>
                <a:ext cx="146913" cy="301621"/>
              </a:xfrm>
              <a:custGeom>
                <a:avLst/>
                <a:gdLst/>
                <a:ahLst/>
                <a:cxnLst/>
                <a:rect l="l" t="t" r="r" b="b"/>
                <a:pathLst>
                  <a:path w="146913" h="301621">
                    <a:moveTo>
                      <a:pt x="134581" y="301621"/>
                    </a:moveTo>
                    <a:lnTo>
                      <a:pt x="112120" y="253229"/>
                    </a:lnTo>
                    <a:lnTo>
                      <a:pt x="109014" y="248976"/>
                    </a:lnTo>
                    <a:lnTo>
                      <a:pt x="104515" y="246235"/>
                    </a:lnTo>
                    <a:lnTo>
                      <a:pt x="99311" y="245424"/>
                    </a:lnTo>
                    <a:lnTo>
                      <a:pt x="94191" y="246667"/>
                    </a:lnTo>
                    <a:lnTo>
                      <a:pt x="58317" y="263318"/>
                    </a:lnTo>
                    <a:lnTo>
                      <a:pt x="64959" y="229513"/>
                    </a:lnTo>
                    <a:lnTo>
                      <a:pt x="98776" y="208852"/>
                    </a:lnTo>
                    <a:lnTo>
                      <a:pt x="0" y="0"/>
                    </a:lnTo>
                    <a:lnTo>
                      <a:pt x="8803" y="5128"/>
                    </a:lnTo>
                    <a:lnTo>
                      <a:pt x="20224" y="24559"/>
                    </a:lnTo>
                    <a:lnTo>
                      <a:pt x="117963" y="236067"/>
                    </a:lnTo>
                    <a:lnTo>
                      <a:pt x="133113" y="267329"/>
                    </a:lnTo>
                    <a:lnTo>
                      <a:pt x="146913" y="295806"/>
                    </a:lnTo>
                    <a:lnTo>
                      <a:pt x="138773" y="299645"/>
                    </a:lnTo>
                    <a:lnTo>
                      <a:pt x="134581" y="30162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0" name="Контур"/>
              <p:cNvSpPr/>
              <p:nvPr/>
            </p:nvSpPr>
            <p:spPr>
              <a:xfrm>
                <a:off x="10172055" y="8874697"/>
                <a:ext cx="107768" cy="217154"/>
              </a:xfrm>
              <a:custGeom>
                <a:avLst/>
                <a:gdLst/>
                <a:ahLst/>
                <a:cxnLst/>
                <a:rect l="l" t="t" r="r" b="b"/>
                <a:pathLst>
                  <a:path w="107768" h="217154">
                    <a:moveTo>
                      <a:pt x="98908" y="217154"/>
                    </a:moveTo>
                    <a:lnTo>
                      <a:pt x="84537" y="183609"/>
                    </a:lnTo>
                    <a:lnTo>
                      <a:pt x="84429" y="183438"/>
                    </a:lnTo>
                    <a:lnTo>
                      <a:pt x="84391" y="183280"/>
                    </a:lnTo>
                    <a:lnTo>
                      <a:pt x="0" y="0"/>
                    </a:lnTo>
                    <a:lnTo>
                      <a:pt x="8683" y="0"/>
                    </a:lnTo>
                    <a:lnTo>
                      <a:pt x="57238" y="94612"/>
                    </a:lnTo>
                    <a:lnTo>
                      <a:pt x="56457" y="95945"/>
                    </a:lnTo>
                    <a:lnTo>
                      <a:pt x="55725" y="101118"/>
                    </a:lnTo>
                    <a:lnTo>
                      <a:pt x="57013" y="106180"/>
                    </a:lnTo>
                    <a:lnTo>
                      <a:pt x="107768" y="212980"/>
                    </a:lnTo>
                    <a:lnTo>
                      <a:pt x="98908" y="21715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1" name="Контур"/>
              <p:cNvSpPr/>
              <p:nvPr/>
            </p:nvSpPr>
            <p:spPr>
              <a:xfrm>
                <a:off x="10068653" y="9437725"/>
                <a:ext cx="227347" cy="146329"/>
              </a:xfrm>
              <a:custGeom>
                <a:avLst/>
                <a:gdLst/>
                <a:ahLst/>
                <a:cxnLst/>
                <a:rect l="l" t="t" r="r" b="b"/>
                <a:pathLst>
                  <a:path w="227347" h="146329">
                    <a:moveTo>
                      <a:pt x="227347" y="45918"/>
                    </a:moveTo>
                    <a:lnTo>
                      <a:pt x="16761" y="146329"/>
                    </a:lnTo>
                    <a:lnTo>
                      <a:pt x="0" y="109598"/>
                    </a:lnTo>
                    <a:lnTo>
                      <a:pt x="15411" y="102347"/>
                    </a:lnTo>
                    <a:lnTo>
                      <a:pt x="15155" y="101803"/>
                    </a:lnTo>
                    <a:lnTo>
                      <a:pt x="92397" y="64870"/>
                    </a:lnTo>
                    <a:lnTo>
                      <a:pt x="22734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2" name="Контур"/>
              <p:cNvSpPr/>
              <p:nvPr/>
            </p:nvSpPr>
            <p:spPr>
              <a:xfrm>
                <a:off x="9864662" y="9093671"/>
                <a:ext cx="391291" cy="258581"/>
              </a:xfrm>
              <a:custGeom>
                <a:avLst/>
                <a:gdLst/>
                <a:ahLst/>
                <a:cxnLst/>
                <a:rect l="l" t="t" r="r" b="b"/>
                <a:pathLst>
                  <a:path w="391291" h="258581">
                    <a:moveTo>
                      <a:pt x="366523" y="81775"/>
                    </a:moveTo>
                    <a:lnTo>
                      <a:pt x="391291" y="133221"/>
                    </a:lnTo>
                    <a:lnTo>
                      <a:pt x="244403" y="199385"/>
                    </a:lnTo>
                    <a:lnTo>
                      <a:pt x="210715" y="214637"/>
                    </a:lnTo>
                    <a:lnTo>
                      <a:pt x="113651" y="258581"/>
                    </a:lnTo>
                    <a:lnTo>
                      <a:pt x="0" y="9939"/>
                    </a:lnTo>
                    <a:lnTo>
                      <a:pt x="11708" y="0"/>
                    </a:lnTo>
                    <a:lnTo>
                      <a:pt x="109277" y="195897"/>
                    </a:lnTo>
                    <a:lnTo>
                      <a:pt x="246107" y="135196"/>
                    </a:lnTo>
                    <a:lnTo>
                      <a:pt x="366523" y="8177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3" name="Контур"/>
              <p:cNvSpPr/>
              <p:nvPr/>
            </p:nvSpPr>
            <p:spPr>
              <a:xfrm>
                <a:off x="10180738" y="8874697"/>
                <a:ext cx="66209" cy="94612"/>
              </a:xfrm>
              <a:custGeom>
                <a:avLst/>
                <a:gdLst/>
                <a:ahLst/>
                <a:cxnLst/>
                <a:rect l="l" t="t" r="r" b="b"/>
                <a:pathLst>
                  <a:path w="66209" h="94612">
                    <a:moveTo>
                      <a:pt x="48555" y="94612"/>
                    </a:moveTo>
                    <a:lnTo>
                      <a:pt x="0" y="0"/>
                    </a:lnTo>
                    <a:lnTo>
                      <a:pt x="29895" y="0"/>
                    </a:lnTo>
                    <a:lnTo>
                      <a:pt x="66209" y="82549"/>
                    </a:lnTo>
                    <a:lnTo>
                      <a:pt x="54569" y="88270"/>
                    </a:lnTo>
                    <a:lnTo>
                      <a:pt x="50414" y="91437"/>
                    </a:lnTo>
                    <a:lnTo>
                      <a:pt x="48555" y="9461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4" name="Контур"/>
              <p:cNvSpPr/>
              <p:nvPr/>
            </p:nvSpPr>
            <p:spPr>
              <a:xfrm>
                <a:off x="9374520" y="3598562"/>
                <a:ext cx="370657" cy="280844"/>
              </a:xfrm>
              <a:custGeom>
                <a:avLst/>
                <a:gdLst/>
                <a:ahLst/>
                <a:cxnLst/>
                <a:rect l="l" t="t" r="r" b="b"/>
                <a:pathLst>
                  <a:path w="370657" h="280844">
                    <a:moveTo>
                      <a:pt x="370657" y="17164"/>
                    </a:moveTo>
                    <a:lnTo>
                      <a:pt x="28795" y="279074"/>
                    </a:lnTo>
                    <a:lnTo>
                      <a:pt x="20100" y="280844"/>
                    </a:lnTo>
                    <a:lnTo>
                      <a:pt x="16137" y="280382"/>
                    </a:lnTo>
                    <a:lnTo>
                      <a:pt x="3630" y="271323"/>
                    </a:lnTo>
                    <a:lnTo>
                      <a:pt x="0" y="269463"/>
                    </a:lnTo>
                    <a:lnTo>
                      <a:pt x="218703" y="93521"/>
                    </a:lnTo>
                    <a:lnTo>
                      <a:pt x="357007" y="0"/>
                    </a:lnTo>
                    <a:lnTo>
                      <a:pt x="370657" y="1716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5" name="Контур"/>
              <p:cNvSpPr/>
              <p:nvPr/>
            </p:nvSpPr>
            <p:spPr>
              <a:xfrm>
                <a:off x="9323621" y="3547170"/>
                <a:ext cx="390292" cy="303569"/>
              </a:xfrm>
              <a:custGeom>
                <a:avLst/>
                <a:gdLst/>
                <a:ahLst/>
                <a:cxnLst/>
                <a:rect l="l" t="t" r="r" b="b"/>
                <a:pathLst>
                  <a:path w="390292" h="303569">
                    <a:moveTo>
                      <a:pt x="122817" y="187238"/>
                    </a:moveTo>
                    <a:lnTo>
                      <a:pt x="364782" y="0"/>
                    </a:lnTo>
                    <a:lnTo>
                      <a:pt x="390292" y="29762"/>
                    </a:lnTo>
                    <a:lnTo>
                      <a:pt x="248267" y="126339"/>
                    </a:lnTo>
                    <a:lnTo>
                      <a:pt x="27976" y="303569"/>
                    </a:lnTo>
                    <a:lnTo>
                      <a:pt x="0" y="286528"/>
                    </a:lnTo>
                    <a:lnTo>
                      <a:pt x="55369" y="239196"/>
                    </a:lnTo>
                    <a:lnTo>
                      <a:pt x="58815" y="236783"/>
                    </a:lnTo>
                    <a:lnTo>
                      <a:pt x="59377" y="237489"/>
                    </a:lnTo>
                    <a:lnTo>
                      <a:pt x="62491" y="240342"/>
                    </a:lnTo>
                    <a:lnTo>
                      <a:pt x="66335" y="242093"/>
                    </a:lnTo>
                    <a:lnTo>
                      <a:pt x="70532" y="242570"/>
                    </a:lnTo>
                    <a:lnTo>
                      <a:pt x="74671" y="241728"/>
                    </a:lnTo>
                    <a:lnTo>
                      <a:pt x="78348" y="239647"/>
                    </a:lnTo>
                    <a:lnTo>
                      <a:pt x="120574" y="206041"/>
                    </a:lnTo>
                    <a:lnTo>
                      <a:pt x="123977" y="202021"/>
                    </a:lnTo>
                    <a:lnTo>
                      <a:pt x="125581" y="197004"/>
                    </a:lnTo>
                    <a:lnTo>
                      <a:pt x="125144" y="191754"/>
                    </a:lnTo>
                    <a:lnTo>
                      <a:pt x="122817" y="18723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6" name="Контур"/>
              <p:cNvSpPr/>
              <p:nvPr/>
            </p:nvSpPr>
            <p:spPr>
              <a:xfrm>
                <a:off x="9279975" y="3648819"/>
                <a:ext cx="102461" cy="137547"/>
              </a:xfrm>
              <a:custGeom>
                <a:avLst/>
                <a:gdLst/>
                <a:ahLst/>
                <a:cxnLst/>
                <a:rect l="l" t="t" r="r" b="b"/>
                <a:pathLst>
                  <a:path w="102461" h="137547">
                    <a:moveTo>
                      <a:pt x="43623" y="48128"/>
                    </a:moveTo>
                    <a:lnTo>
                      <a:pt x="42094" y="52907"/>
                    </a:lnTo>
                    <a:lnTo>
                      <a:pt x="42531" y="58155"/>
                    </a:lnTo>
                    <a:lnTo>
                      <a:pt x="44943" y="62838"/>
                    </a:lnTo>
                    <a:lnTo>
                      <a:pt x="102461" y="135134"/>
                    </a:lnTo>
                    <a:lnTo>
                      <a:pt x="99015" y="137547"/>
                    </a:lnTo>
                    <a:lnTo>
                      <a:pt x="26775" y="42120"/>
                    </a:lnTo>
                    <a:lnTo>
                      <a:pt x="0" y="6751"/>
                    </a:lnTo>
                    <a:lnTo>
                      <a:pt x="2079" y="5216"/>
                    </a:lnTo>
                    <a:lnTo>
                      <a:pt x="5623" y="1319"/>
                    </a:lnTo>
                    <a:lnTo>
                      <a:pt x="6097" y="0"/>
                    </a:lnTo>
                    <a:lnTo>
                      <a:pt x="43623" y="4812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7" name="Контур"/>
              <p:cNvSpPr/>
              <p:nvPr/>
            </p:nvSpPr>
            <p:spPr>
              <a:xfrm>
                <a:off x="9158135" y="3461569"/>
                <a:ext cx="253720" cy="145738"/>
              </a:xfrm>
              <a:custGeom>
                <a:avLst/>
                <a:gdLst/>
                <a:ahLst/>
                <a:cxnLst/>
                <a:rect l="l" t="t" r="r" b="b"/>
                <a:pathLst>
                  <a:path w="253720" h="145738">
                    <a:moveTo>
                      <a:pt x="225178" y="126511"/>
                    </a:moveTo>
                    <a:lnTo>
                      <a:pt x="197101" y="90506"/>
                    </a:lnTo>
                    <a:lnTo>
                      <a:pt x="193114" y="87064"/>
                    </a:lnTo>
                    <a:lnTo>
                      <a:pt x="188114" y="85411"/>
                    </a:lnTo>
                    <a:lnTo>
                      <a:pt x="182860" y="85796"/>
                    </a:lnTo>
                    <a:lnTo>
                      <a:pt x="178154" y="88162"/>
                    </a:lnTo>
                    <a:lnTo>
                      <a:pt x="109520" y="141676"/>
                    </a:lnTo>
                    <a:lnTo>
                      <a:pt x="106637" y="144762"/>
                    </a:lnTo>
                    <a:lnTo>
                      <a:pt x="106180" y="145738"/>
                    </a:lnTo>
                    <a:lnTo>
                      <a:pt x="0" y="2014"/>
                    </a:lnTo>
                    <a:lnTo>
                      <a:pt x="2664" y="0"/>
                    </a:lnTo>
                    <a:lnTo>
                      <a:pt x="92126" y="118180"/>
                    </a:lnTo>
                    <a:lnTo>
                      <a:pt x="178983" y="53527"/>
                    </a:lnTo>
                    <a:lnTo>
                      <a:pt x="200955" y="36593"/>
                    </a:lnTo>
                    <a:lnTo>
                      <a:pt x="253720" y="105154"/>
                    </a:lnTo>
                    <a:lnTo>
                      <a:pt x="226679" y="124995"/>
                    </a:lnTo>
                    <a:lnTo>
                      <a:pt x="225178" y="12651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8" name="Контур"/>
              <p:cNvSpPr/>
              <p:nvPr/>
            </p:nvSpPr>
            <p:spPr>
              <a:xfrm>
                <a:off x="9097729" y="3163972"/>
                <a:ext cx="29631" cy="34863"/>
              </a:xfrm>
              <a:custGeom>
                <a:avLst/>
                <a:gdLst/>
                <a:ahLst/>
                <a:cxnLst/>
                <a:rect l="l" t="t" r="r" b="b"/>
                <a:pathLst>
                  <a:path w="29631" h="34863">
                    <a:moveTo>
                      <a:pt x="19391" y="34863"/>
                    </a:moveTo>
                    <a:lnTo>
                      <a:pt x="0" y="3197"/>
                    </a:lnTo>
                    <a:lnTo>
                      <a:pt x="4167" y="0"/>
                    </a:lnTo>
                    <a:lnTo>
                      <a:pt x="29631" y="33087"/>
                    </a:lnTo>
                    <a:lnTo>
                      <a:pt x="28550" y="32707"/>
                    </a:lnTo>
                    <a:lnTo>
                      <a:pt x="23290" y="32993"/>
                    </a:lnTo>
                    <a:lnTo>
                      <a:pt x="19391" y="348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9" name="Контур"/>
              <p:cNvSpPr/>
              <p:nvPr/>
            </p:nvSpPr>
            <p:spPr>
              <a:xfrm>
                <a:off x="9169899" y="3262146"/>
                <a:ext cx="35243" cy="47090"/>
              </a:xfrm>
              <a:custGeom>
                <a:avLst/>
                <a:gdLst/>
                <a:ahLst/>
                <a:cxnLst/>
                <a:rect l="l" t="t" r="r" b="b"/>
                <a:pathLst>
                  <a:path w="35243" h="47090">
                    <a:moveTo>
                      <a:pt x="0" y="13312"/>
                    </a:moveTo>
                    <a:lnTo>
                      <a:pt x="2260" y="11618"/>
                    </a:lnTo>
                    <a:lnTo>
                      <a:pt x="5201" y="8586"/>
                    </a:lnTo>
                    <a:lnTo>
                      <a:pt x="7062" y="4794"/>
                    </a:lnTo>
                    <a:lnTo>
                      <a:pt x="7659" y="613"/>
                    </a:lnTo>
                    <a:lnTo>
                      <a:pt x="7552" y="0"/>
                    </a:lnTo>
                    <a:lnTo>
                      <a:pt x="35243" y="35981"/>
                    </a:lnTo>
                    <a:lnTo>
                      <a:pt x="20884" y="47090"/>
                    </a:lnTo>
                    <a:lnTo>
                      <a:pt x="0" y="1331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0" name="Контур"/>
              <p:cNvSpPr/>
              <p:nvPr/>
            </p:nvSpPr>
            <p:spPr>
              <a:xfrm>
                <a:off x="9201469" y="3314157"/>
                <a:ext cx="157621" cy="200939"/>
              </a:xfrm>
              <a:custGeom>
                <a:avLst/>
                <a:gdLst/>
                <a:ahLst/>
                <a:cxnLst/>
                <a:rect l="l" t="t" r="r" b="b"/>
                <a:pathLst>
                  <a:path w="157621" h="200939">
                    <a:moveTo>
                      <a:pt x="157621" y="184005"/>
                    </a:moveTo>
                    <a:lnTo>
                      <a:pt x="135649" y="200939"/>
                    </a:lnTo>
                    <a:lnTo>
                      <a:pt x="36678" y="71687"/>
                    </a:lnTo>
                    <a:lnTo>
                      <a:pt x="0" y="12363"/>
                    </a:lnTo>
                    <a:lnTo>
                      <a:pt x="16010" y="0"/>
                    </a:lnTo>
                    <a:lnTo>
                      <a:pt x="157621" y="18400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1" name="Контур"/>
              <p:cNvSpPr/>
              <p:nvPr/>
            </p:nvSpPr>
            <p:spPr>
              <a:xfrm>
                <a:off x="9392484" y="2039138"/>
                <a:ext cx="60332" cy="34244"/>
              </a:xfrm>
              <a:custGeom>
                <a:avLst/>
                <a:gdLst/>
                <a:ahLst/>
                <a:cxnLst/>
                <a:rect l="l" t="t" r="r" b="b"/>
                <a:pathLst>
                  <a:path w="60332" h="34244">
                    <a:moveTo>
                      <a:pt x="60332" y="13481"/>
                    </a:moveTo>
                    <a:lnTo>
                      <a:pt x="37573" y="34244"/>
                    </a:lnTo>
                    <a:lnTo>
                      <a:pt x="0" y="0"/>
                    </a:lnTo>
                    <a:lnTo>
                      <a:pt x="60332" y="1348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2" name="Контур"/>
              <p:cNvSpPr/>
              <p:nvPr/>
            </p:nvSpPr>
            <p:spPr>
              <a:xfrm>
                <a:off x="8936333" y="1584000"/>
                <a:ext cx="67938" cy="45458"/>
              </a:xfrm>
              <a:custGeom>
                <a:avLst/>
                <a:gdLst/>
                <a:ahLst/>
                <a:cxnLst/>
                <a:rect l="l" t="t" r="r" b="b"/>
                <a:pathLst>
                  <a:path w="67938" h="45458">
                    <a:moveTo>
                      <a:pt x="50249" y="0"/>
                    </a:moveTo>
                    <a:lnTo>
                      <a:pt x="67938" y="0"/>
                    </a:lnTo>
                    <a:lnTo>
                      <a:pt x="971" y="45458"/>
                    </a:lnTo>
                    <a:lnTo>
                      <a:pt x="0" y="3533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3" name="Контур"/>
              <p:cNvSpPr/>
              <p:nvPr/>
            </p:nvSpPr>
            <p:spPr>
              <a:xfrm>
                <a:off x="9394240" y="7312189"/>
                <a:ext cx="816393" cy="1562508"/>
              </a:xfrm>
              <a:custGeom>
                <a:avLst/>
                <a:gdLst/>
                <a:ahLst/>
                <a:cxnLst/>
                <a:rect l="l" t="t" r="r" b="b"/>
                <a:pathLst>
                  <a:path w="816393" h="1562508">
                    <a:moveTo>
                      <a:pt x="786498" y="1562508"/>
                    </a:moveTo>
                    <a:lnTo>
                      <a:pt x="648192" y="1273751"/>
                    </a:lnTo>
                    <a:lnTo>
                      <a:pt x="610196" y="1182949"/>
                    </a:lnTo>
                    <a:lnTo>
                      <a:pt x="396266" y="745433"/>
                    </a:lnTo>
                    <a:lnTo>
                      <a:pt x="219132" y="365865"/>
                    </a:lnTo>
                    <a:lnTo>
                      <a:pt x="195673" y="327213"/>
                    </a:lnTo>
                    <a:lnTo>
                      <a:pt x="148181" y="321874"/>
                    </a:lnTo>
                    <a:lnTo>
                      <a:pt x="134334" y="331148"/>
                    </a:lnTo>
                    <a:lnTo>
                      <a:pt x="11144" y="64059"/>
                    </a:lnTo>
                    <a:lnTo>
                      <a:pt x="0" y="38306"/>
                    </a:lnTo>
                    <a:lnTo>
                      <a:pt x="76044" y="0"/>
                    </a:lnTo>
                    <a:lnTo>
                      <a:pt x="500794" y="861962"/>
                    </a:lnTo>
                    <a:lnTo>
                      <a:pt x="539345" y="959866"/>
                    </a:lnTo>
                    <a:lnTo>
                      <a:pt x="816393" y="1562508"/>
                    </a:lnTo>
                    <a:lnTo>
                      <a:pt x="786498" y="156250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4" name="Контур"/>
              <p:cNvSpPr/>
              <p:nvPr/>
            </p:nvSpPr>
            <p:spPr>
              <a:xfrm>
                <a:off x="9055231" y="7350495"/>
                <a:ext cx="350153" cy="185820"/>
              </a:xfrm>
              <a:custGeom>
                <a:avLst/>
                <a:gdLst/>
                <a:ahLst/>
                <a:cxnLst/>
                <a:rect l="l" t="t" r="r" b="b"/>
                <a:pathLst>
                  <a:path w="350153" h="185820">
                    <a:moveTo>
                      <a:pt x="350153" y="25753"/>
                    </a:moveTo>
                    <a:lnTo>
                      <a:pt x="3380" y="185820"/>
                    </a:lnTo>
                    <a:lnTo>
                      <a:pt x="0" y="175262"/>
                    </a:lnTo>
                    <a:lnTo>
                      <a:pt x="37872" y="153997"/>
                    </a:lnTo>
                    <a:lnTo>
                      <a:pt x="242838" y="48463"/>
                    </a:lnTo>
                    <a:lnTo>
                      <a:pt x="289197" y="24586"/>
                    </a:lnTo>
                    <a:lnTo>
                      <a:pt x="324702" y="7207"/>
                    </a:lnTo>
                    <a:lnTo>
                      <a:pt x="339009" y="0"/>
                    </a:lnTo>
                    <a:lnTo>
                      <a:pt x="350153" y="257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5" name="Контур"/>
              <p:cNvSpPr/>
              <p:nvPr/>
            </p:nvSpPr>
            <p:spPr>
              <a:xfrm>
                <a:off x="9630755" y="6966747"/>
                <a:ext cx="263568" cy="239341"/>
              </a:xfrm>
              <a:custGeom>
                <a:avLst/>
                <a:gdLst/>
                <a:ahLst/>
                <a:cxnLst/>
                <a:rect l="l" t="t" r="r" b="b"/>
                <a:pathLst>
                  <a:path w="263568" h="239341">
                    <a:moveTo>
                      <a:pt x="117466" y="33913"/>
                    </a:moveTo>
                    <a:lnTo>
                      <a:pt x="192676" y="0"/>
                    </a:lnTo>
                    <a:lnTo>
                      <a:pt x="263568" y="133697"/>
                    </a:lnTo>
                    <a:lnTo>
                      <a:pt x="50277" y="239341"/>
                    </a:lnTo>
                    <a:lnTo>
                      <a:pt x="0" y="143224"/>
                    </a:lnTo>
                    <a:lnTo>
                      <a:pt x="41732" y="159682"/>
                    </a:lnTo>
                    <a:lnTo>
                      <a:pt x="34001" y="178366"/>
                    </a:lnTo>
                    <a:lnTo>
                      <a:pt x="41732" y="197041"/>
                    </a:lnTo>
                    <a:lnTo>
                      <a:pt x="60407" y="204772"/>
                    </a:lnTo>
                    <a:lnTo>
                      <a:pt x="79091" y="197041"/>
                    </a:lnTo>
                    <a:lnTo>
                      <a:pt x="86831" y="178366"/>
                    </a:lnTo>
                    <a:lnTo>
                      <a:pt x="79091" y="159682"/>
                    </a:lnTo>
                    <a:lnTo>
                      <a:pt x="60407" y="151942"/>
                    </a:lnTo>
                    <a:lnTo>
                      <a:pt x="50900" y="155882"/>
                    </a:lnTo>
                    <a:lnTo>
                      <a:pt x="77914" y="97536"/>
                    </a:lnTo>
                    <a:lnTo>
                      <a:pt x="127406" y="71105"/>
                    </a:lnTo>
                    <a:lnTo>
                      <a:pt x="186289" y="98162"/>
                    </a:lnTo>
                    <a:lnTo>
                      <a:pt x="187416" y="111690"/>
                    </a:lnTo>
                    <a:lnTo>
                      <a:pt x="201221" y="126628"/>
                    </a:lnTo>
                    <a:lnTo>
                      <a:pt x="220098" y="126064"/>
                    </a:lnTo>
                    <a:lnTo>
                      <a:pt x="232212" y="114227"/>
                    </a:lnTo>
                    <a:lnTo>
                      <a:pt x="234466" y="97316"/>
                    </a:lnTo>
                    <a:lnTo>
                      <a:pt x="222070" y="79841"/>
                    </a:lnTo>
                    <a:lnTo>
                      <a:pt x="209955" y="77305"/>
                    </a:lnTo>
                    <a:lnTo>
                      <a:pt x="191923" y="86606"/>
                    </a:lnTo>
                    <a:lnTo>
                      <a:pt x="130729" y="58661"/>
                    </a:lnTo>
                    <a:lnTo>
                      <a:pt x="117466" y="339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6" name="Контур"/>
              <p:cNvSpPr/>
              <p:nvPr/>
            </p:nvSpPr>
            <p:spPr>
              <a:xfrm>
                <a:off x="9530478" y="7044135"/>
                <a:ext cx="492541" cy="270162"/>
              </a:xfrm>
              <a:custGeom>
                <a:avLst/>
                <a:gdLst/>
                <a:ahLst/>
                <a:cxnLst/>
                <a:rect l="l" t="t" r="r" b="b"/>
                <a:pathLst>
                  <a:path w="492541" h="270162">
                    <a:moveTo>
                      <a:pt x="107852" y="230393"/>
                    </a:moveTo>
                    <a:lnTo>
                      <a:pt x="45467" y="257884"/>
                    </a:lnTo>
                    <a:lnTo>
                      <a:pt x="40260" y="255279"/>
                    </a:lnTo>
                    <a:lnTo>
                      <a:pt x="33565" y="254163"/>
                    </a:lnTo>
                    <a:lnTo>
                      <a:pt x="25383" y="257884"/>
                    </a:lnTo>
                    <a:lnTo>
                      <a:pt x="21291" y="262349"/>
                    </a:lnTo>
                    <a:lnTo>
                      <a:pt x="20919" y="266814"/>
                    </a:lnTo>
                    <a:lnTo>
                      <a:pt x="14224" y="270162"/>
                    </a:lnTo>
                    <a:lnTo>
                      <a:pt x="0" y="237749"/>
                    </a:lnTo>
                    <a:lnTo>
                      <a:pt x="150554" y="161953"/>
                    </a:lnTo>
                    <a:lnTo>
                      <a:pt x="363845" y="56309"/>
                    </a:lnTo>
                    <a:lnTo>
                      <a:pt x="434005" y="21607"/>
                    </a:lnTo>
                    <a:lnTo>
                      <a:pt x="478374" y="0"/>
                    </a:lnTo>
                    <a:lnTo>
                      <a:pt x="492541" y="33965"/>
                    </a:lnTo>
                    <a:lnTo>
                      <a:pt x="115212" y="199299"/>
                    </a:lnTo>
                    <a:lnTo>
                      <a:pt x="97114" y="208051"/>
                    </a:lnTo>
                    <a:lnTo>
                      <a:pt x="107852" y="2303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7" name="Контур"/>
              <p:cNvSpPr/>
              <p:nvPr/>
            </p:nvSpPr>
            <p:spPr>
              <a:xfrm>
                <a:off x="9511430" y="7318041"/>
                <a:ext cx="191282" cy="204395"/>
              </a:xfrm>
              <a:custGeom>
                <a:avLst/>
                <a:gdLst/>
                <a:ahLst/>
                <a:cxnLst/>
                <a:rect l="l" t="t" r="r" b="b"/>
                <a:pathLst>
                  <a:path w="191282" h="204395">
                    <a:moveTo>
                      <a:pt x="191282" y="87523"/>
                    </a:moveTo>
                    <a:lnTo>
                      <a:pt x="189035" y="88133"/>
                    </a:lnTo>
                    <a:lnTo>
                      <a:pt x="56069" y="154253"/>
                    </a:lnTo>
                    <a:lnTo>
                      <a:pt x="52628" y="156702"/>
                    </a:lnTo>
                    <a:lnTo>
                      <a:pt x="50112" y="160094"/>
                    </a:lnTo>
                    <a:lnTo>
                      <a:pt x="48768" y="164099"/>
                    </a:lnTo>
                    <a:lnTo>
                      <a:pt x="48726" y="168322"/>
                    </a:lnTo>
                    <a:lnTo>
                      <a:pt x="49992" y="172352"/>
                    </a:lnTo>
                    <a:lnTo>
                      <a:pt x="65467" y="203473"/>
                    </a:lnTo>
                    <a:lnTo>
                      <a:pt x="63758" y="204395"/>
                    </a:lnTo>
                    <a:lnTo>
                      <a:pt x="48508" y="173834"/>
                    </a:lnTo>
                    <a:lnTo>
                      <a:pt x="0" y="76613"/>
                    </a:lnTo>
                    <a:lnTo>
                      <a:pt x="147813" y="0"/>
                    </a:lnTo>
                    <a:lnTo>
                      <a:pt x="191282" y="8752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8" name="Контур"/>
              <p:cNvSpPr/>
              <p:nvPr/>
            </p:nvSpPr>
            <p:spPr>
              <a:xfrm>
                <a:off x="9470284" y="7284741"/>
                <a:ext cx="188959" cy="109913"/>
              </a:xfrm>
              <a:custGeom>
                <a:avLst/>
                <a:gdLst/>
                <a:ahLst/>
                <a:cxnLst/>
                <a:rect l="l" t="t" r="r" b="b"/>
                <a:pathLst>
                  <a:path w="188959" h="109913">
                    <a:moveTo>
                      <a:pt x="32412" y="11130"/>
                    </a:moveTo>
                    <a:lnTo>
                      <a:pt x="52475" y="55973"/>
                    </a:lnTo>
                    <a:lnTo>
                      <a:pt x="84461" y="41462"/>
                    </a:lnTo>
                    <a:lnTo>
                      <a:pt x="90784" y="45927"/>
                    </a:lnTo>
                    <a:lnTo>
                      <a:pt x="100454" y="44811"/>
                    </a:lnTo>
                    <a:lnTo>
                      <a:pt x="106405" y="39974"/>
                    </a:lnTo>
                    <a:lnTo>
                      <a:pt x="110124" y="34393"/>
                    </a:lnTo>
                    <a:lnTo>
                      <a:pt x="110497" y="26952"/>
                    </a:lnTo>
                    <a:lnTo>
                      <a:pt x="172955" y="0"/>
                    </a:lnTo>
                    <a:lnTo>
                      <a:pt x="188959" y="33300"/>
                    </a:lnTo>
                    <a:lnTo>
                      <a:pt x="41146" y="109913"/>
                    </a:lnTo>
                    <a:lnTo>
                      <a:pt x="0" y="27448"/>
                    </a:lnTo>
                    <a:lnTo>
                      <a:pt x="32412" y="111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9" name="Контур"/>
              <p:cNvSpPr/>
              <p:nvPr/>
            </p:nvSpPr>
            <p:spPr>
              <a:xfrm>
                <a:off x="9640488" y="7072399"/>
                <a:ext cx="51558" cy="39458"/>
              </a:xfrm>
              <a:custGeom>
                <a:avLst/>
                <a:gdLst/>
                <a:ahLst/>
                <a:cxnLst/>
                <a:rect l="l" t="t" r="r" b="b"/>
                <a:pathLst>
                  <a:path w="51558" h="39458">
                    <a:moveTo>
                      <a:pt x="0" y="27339"/>
                    </a:moveTo>
                    <a:lnTo>
                      <a:pt x="51558" y="0"/>
                    </a:lnTo>
                    <a:lnTo>
                      <a:pt x="32963" y="39458"/>
                    </a:lnTo>
                    <a:lnTo>
                      <a:pt x="0" y="2733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0" name="Контур"/>
              <p:cNvSpPr/>
              <p:nvPr/>
            </p:nvSpPr>
            <p:spPr>
              <a:xfrm>
                <a:off x="9540824" y="6132019"/>
                <a:ext cx="755176" cy="353628"/>
              </a:xfrm>
              <a:custGeom>
                <a:avLst/>
                <a:gdLst/>
                <a:ahLst/>
                <a:cxnLst/>
                <a:rect l="l" t="t" r="r" b="b"/>
                <a:pathLst>
                  <a:path w="755176" h="353628">
                    <a:moveTo>
                      <a:pt x="99156" y="217513"/>
                    </a:moveTo>
                    <a:lnTo>
                      <a:pt x="133516" y="291711"/>
                    </a:lnTo>
                    <a:lnTo>
                      <a:pt x="135916" y="295268"/>
                    </a:lnTo>
                    <a:lnTo>
                      <a:pt x="139309" y="297894"/>
                    </a:lnTo>
                    <a:lnTo>
                      <a:pt x="143356" y="299321"/>
                    </a:lnTo>
                    <a:lnTo>
                      <a:pt x="147646" y="299407"/>
                    </a:lnTo>
                    <a:lnTo>
                      <a:pt x="151747" y="298141"/>
                    </a:lnTo>
                    <a:lnTo>
                      <a:pt x="755176" y="0"/>
                    </a:lnTo>
                    <a:lnTo>
                      <a:pt x="755176" y="158720"/>
                    </a:lnTo>
                    <a:lnTo>
                      <a:pt x="689653" y="181062"/>
                    </a:lnTo>
                    <a:lnTo>
                      <a:pt x="658818" y="98368"/>
                    </a:lnTo>
                    <a:lnTo>
                      <a:pt x="205103" y="317601"/>
                    </a:lnTo>
                    <a:lnTo>
                      <a:pt x="163267" y="327074"/>
                    </a:lnTo>
                    <a:lnTo>
                      <a:pt x="118775" y="337149"/>
                    </a:lnTo>
                    <a:lnTo>
                      <a:pt x="84431" y="344916"/>
                    </a:lnTo>
                    <a:lnTo>
                      <a:pt x="45965" y="353628"/>
                    </a:lnTo>
                    <a:lnTo>
                      <a:pt x="0" y="259222"/>
                    </a:lnTo>
                    <a:lnTo>
                      <a:pt x="97588" y="2143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1" name="Контур"/>
              <p:cNvSpPr/>
              <p:nvPr/>
            </p:nvSpPr>
            <p:spPr>
              <a:xfrm>
                <a:off x="9332845" y="9582012"/>
                <a:ext cx="652780" cy="354688"/>
              </a:xfrm>
              <a:custGeom>
                <a:avLst/>
                <a:gdLst/>
                <a:ahLst/>
                <a:cxnLst/>
                <a:rect l="l" t="t" r="r" b="b"/>
                <a:pathLst>
                  <a:path w="652780" h="354688">
                    <a:moveTo>
                      <a:pt x="609974" y="7828"/>
                    </a:moveTo>
                    <a:lnTo>
                      <a:pt x="627683" y="0"/>
                    </a:lnTo>
                    <a:lnTo>
                      <a:pt x="652780" y="52694"/>
                    </a:lnTo>
                    <a:lnTo>
                      <a:pt x="15980" y="354688"/>
                    </a:lnTo>
                    <a:lnTo>
                      <a:pt x="4145" y="353493"/>
                    </a:lnTo>
                    <a:lnTo>
                      <a:pt x="500" y="343743"/>
                    </a:lnTo>
                    <a:lnTo>
                      <a:pt x="10588" y="336988"/>
                    </a:lnTo>
                    <a:lnTo>
                      <a:pt x="0" y="314347"/>
                    </a:lnTo>
                    <a:lnTo>
                      <a:pt x="131532" y="254254"/>
                    </a:lnTo>
                    <a:lnTo>
                      <a:pt x="126867" y="244160"/>
                    </a:lnTo>
                    <a:lnTo>
                      <a:pt x="132253" y="238928"/>
                    </a:lnTo>
                    <a:lnTo>
                      <a:pt x="132923" y="227708"/>
                    </a:lnTo>
                    <a:lnTo>
                      <a:pt x="272305" y="163468"/>
                    </a:lnTo>
                    <a:lnTo>
                      <a:pt x="284215" y="163794"/>
                    </a:lnTo>
                    <a:lnTo>
                      <a:pt x="603013" y="15829"/>
                    </a:lnTo>
                    <a:lnTo>
                      <a:pt x="609974" y="782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2" name="Контур"/>
              <p:cNvSpPr/>
              <p:nvPr/>
            </p:nvSpPr>
            <p:spPr>
              <a:xfrm>
                <a:off x="9439562" y="9707393"/>
                <a:ext cx="856438" cy="449453"/>
              </a:xfrm>
              <a:custGeom>
                <a:avLst/>
                <a:gdLst/>
                <a:ahLst/>
                <a:cxnLst/>
                <a:rect l="l" t="t" r="r" b="b"/>
                <a:pathLst>
                  <a:path w="856438" h="449453">
                    <a:moveTo>
                      <a:pt x="780106" y="4074"/>
                    </a:moveTo>
                    <a:lnTo>
                      <a:pt x="818055" y="0"/>
                    </a:lnTo>
                    <a:lnTo>
                      <a:pt x="852115" y="10549"/>
                    </a:lnTo>
                    <a:lnTo>
                      <a:pt x="856438" y="13646"/>
                    </a:lnTo>
                    <a:lnTo>
                      <a:pt x="856438" y="43635"/>
                    </a:lnTo>
                    <a:lnTo>
                      <a:pt x="855914" y="44190"/>
                    </a:lnTo>
                    <a:lnTo>
                      <a:pt x="712303" y="109236"/>
                    </a:lnTo>
                    <a:lnTo>
                      <a:pt x="356902" y="286248"/>
                    </a:lnTo>
                    <a:lnTo>
                      <a:pt x="14333" y="449453"/>
                    </a:lnTo>
                    <a:lnTo>
                      <a:pt x="0" y="416130"/>
                    </a:lnTo>
                    <a:lnTo>
                      <a:pt x="3839" y="3706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3" name="Контур"/>
              <p:cNvSpPr/>
              <p:nvPr/>
            </p:nvSpPr>
            <p:spPr>
              <a:xfrm>
                <a:off x="9474649" y="9774709"/>
                <a:ext cx="821351" cy="398409"/>
              </a:xfrm>
              <a:custGeom>
                <a:avLst/>
                <a:gdLst/>
                <a:ahLst/>
                <a:cxnLst/>
                <a:rect l="l" t="t" r="r" b="b"/>
                <a:pathLst>
                  <a:path w="821351" h="398409">
                    <a:moveTo>
                      <a:pt x="2788" y="398409"/>
                    </a:moveTo>
                    <a:lnTo>
                      <a:pt x="0" y="393180"/>
                    </a:lnTo>
                    <a:lnTo>
                      <a:pt x="348047" y="228369"/>
                    </a:lnTo>
                    <a:lnTo>
                      <a:pt x="536553" y="129938"/>
                    </a:lnTo>
                    <a:lnTo>
                      <a:pt x="821351" y="0"/>
                    </a:lnTo>
                    <a:lnTo>
                      <a:pt x="821351" y="43260"/>
                    </a:lnTo>
                    <a:lnTo>
                      <a:pt x="290976" y="286076"/>
                    </a:lnTo>
                    <a:lnTo>
                      <a:pt x="283362" y="295683"/>
                    </a:lnTo>
                    <a:lnTo>
                      <a:pt x="284810" y="305038"/>
                    </a:lnTo>
                    <a:lnTo>
                      <a:pt x="173656" y="350011"/>
                    </a:lnTo>
                    <a:lnTo>
                      <a:pt x="102158" y="385779"/>
                    </a:lnTo>
                    <a:lnTo>
                      <a:pt x="104164" y="39802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4" name="Контур"/>
              <p:cNvSpPr/>
              <p:nvPr/>
            </p:nvSpPr>
            <p:spPr>
              <a:xfrm>
                <a:off x="9576807" y="9979777"/>
                <a:ext cx="719193" cy="192953"/>
              </a:xfrm>
              <a:custGeom>
                <a:avLst/>
                <a:gdLst/>
                <a:ahLst/>
                <a:cxnLst/>
                <a:rect l="l" t="t" r="r" b="b"/>
                <a:pathLst>
                  <a:path w="719193" h="192953">
                    <a:moveTo>
                      <a:pt x="2006" y="192953"/>
                    </a:moveTo>
                    <a:lnTo>
                      <a:pt x="0" y="180711"/>
                    </a:lnTo>
                    <a:lnTo>
                      <a:pt x="71498" y="144943"/>
                    </a:lnTo>
                    <a:lnTo>
                      <a:pt x="182652" y="99970"/>
                    </a:lnTo>
                    <a:lnTo>
                      <a:pt x="208463" y="156348"/>
                    </a:lnTo>
                    <a:lnTo>
                      <a:pt x="220389" y="164084"/>
                    </a:lnTo>
                    <a:lnTo>
                      <a:pt x="232098" y="192070"/>
                    </a:lnTo>
                    <a:lnTo>
                      <a:pt x="299849" y="191810"/>
                    </a:lnTo>
                    <a:lnTo>
                      <a:pt x="719193" y="0"/>
                    </a:lnTo>
                    <a:lnTo>
                      <a:pt x="719193" y="190198"/>
                    </a:lnTo>
                    <a:lnTo>
                      <a:pt x="676097" y="190364"/>
                    </a:lnTo>
                    <a:lnTo>
                      <a:pt x="666280" y="173866"/>
                    </a:lnTo>
                    <a:lnTo>
                      <a:pt x="644906" y="167542"/>
                    </a:lnTo>
                    <a:lnTo>
                      <a:pt x="611012" y="172912"/>
                    </a:lnTo>
                    <a:lnTo>
                      <a:pt x="572887" y="19076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5" name="Контур"/>
              <p:cNvSpPr/>
              <p:nvPr/>
            </p:nvSpPr>
            <p:spPr>
              <a:xfrm>
                <a:off x="9246146" y="10121008"/>
                <a:ext cx="174737" cy="52995"/>
              </a:xfrm>
              <a:custGeom>
                <a:avLst/>
                <a:gdLst/>
                <a:ahLst/>
                <a:cxnLst/>
                <a:rect l="l" t="t" r="r" b="b"/>
                <a:pathLst>
                  <a:path w="174737" h="52995">
                    <a:moveTo>
                      <a:pt x="156188" y="19530"/>
                    </a:moveTo>
                    <a:lnTo>
                      <a:pt x="174737" y="50715"/>
                    </a:lnTo>
                    <a:lnTo>
                      <a:pt x="171303" y="52340"/>
                    </a:lnTo>
                    <a:lnTo>
                      <a:pt x="0" y="52995"/>
                    </a:lnTo>
                    <a:lnTo>
                      <a:pt x="3347" y="51491"/>
                    </a:lnTo>
                    <a:lnTo>
                      <a:pt x="4061" y="52979"/>
                    </a:lnTo>
                    <a:lnTo>
                      <a:pt x="138398" y="52465"/>
                    </a:lnTo>
                    <a:lnTo>
                      <a:pt x="147647" y="47835"/>
                    </a:lnTo>
                    <a:lnTo>
                      <a:pt x="127235" y="0"/>
                    </a:lnTo>
                    <a:lnTo>
                      <a:pt x="132973" y="2655"/>
                    </a:lnTo>
                    <a:lnTo>
                      <a:pt x="136663" y="4523"/>
                    </a:lnTo>
                    <a:lnTo>
                      <a:pt x="138474" y="5521"/>
                    </a:lnTo>
                    <a:lnTo>
                      <a:pt x="141131" y="7116"/>
                    </a:lnTo>
                    <a:lnTo>
                      <a:pt x="142769" y="8195"/>
                    </a:lnTo>
                    <a:lnTo>
                      <a:pt x="145957" y="10486"/>
                    </a:lnTo>
                    <a:lnTo>
                      <a:pt x="150037" y="13741"/>
                    </a:lnTo>
                    <a:lnTo>
                      <a:pt x="151994" y="15466"/>
                    </a:lnTo>
                    <a:lnTo>
                      <a:pt x="156188" y="195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6" name="Контур"/>
              <p:cNvSpPr/>
              <p:nvPr/>
            </p:nvSpPr>
            <p:spPr>
              <a:xfrm>
                <a:off x="9338223" y="9653332"/>
                <a:ext cx="659258" cy="365836"/>
              </a:xfrm>
              <a:custGeom>
                <a:avLst/>
                <a:gdLst/>
                <a:ahLst/>
                <a:cxnLst/>
                <a:rect l="l" t="t" r="r" b="b"/>
                <a:pathLst>
                  <a:path w="659258" h="365836">
                    <a:moveTo>
                      <a:pt x="654334" y="0"/>
                    </a:moveTo>
                    <a:lnTo>
                      <a:pt x="659258" y="20082"/>
                    </a:lnTo>
                    <a:lnTo>
                      <a:pt x="657381" y="53622"/>
                    </a:lnTo>
                    <a:lnTo>
                      <a:pt x="641164" y="74655"/>
                    </a:lnTo>
                    <a:lnTo>
                      <a:pt x="31764" y="365836"/>
                    </a:lnTo>
                    <a:lnTo>
                      <a:pt x="17262" y="359224"/>
                    </a:lnTo>
                    <a:lnTo>
                      <a:pt x="5821" y="342185"/>
                    </a:lnTo>
                    <a:lnTo>
                      <a:pt x="0" y="324085"/>
                    </a:lnTo>
                    <a:lnTo>
                      <a:pt x="4482" y="310952"/>
                    </a:lnTo>
                    <a:lnTo>
                      <a:pt x="65433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7" name="Контур"/>
              <p:cNvSpPr/>
              <p:nvPr/>
            </p:nvSpPr>
            <p:spPr>
              <a:xfrm>
                <a:off x="9571692" y="9699965"/>
                <a:ext cx="16668" cy="16074"/>
              </a:xfrm>
              <a:custGeom>
                <a:avLst/>
                <a:gdLst/>
                <a:ahLst/>
                <a:cxnLst/>
                <a:rect l="l" t="t" r="r" b="b"/>
                <a:pathLst>
                  <a:path w="16668" h="16074">
                    <a:moveTo>
                      <a:pt x="0" y="4149"/>
                    </a:moveTo>
                    <a:lnTo>
                      <a:pt x="563" y="4013"/>
                    </a:lnTo>
                    <a:lnTo>
                      <a:pt x="9208" y="0"/>
                    </a:lnTo>
                    <a:lnTo>
                      <a:pt x="16668" y="16074"/>
                    </a:lnTo>
                    <a:lnTo>
                      <a:pt x="14795" y="14343"/>
                    </a:lnTo>
                    <a:lnTo>
                      <a:pt x="0" y="41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8" name="Контур"/>
              <p:cNvSpPr/>
              <p:nvPr/>
            </p:nvSpPr>
            <p:spPr>
              <a:xfrm>
                <a:off x="9925612" y="9537841"/>
                <a:ext cx="34916" cy="51999"/>
              </a:xfrm>
              <a:custGeom>
                <a:avLst/>
                <a:gdLst/>
                <a:ahLst/>
                <a:cxnLst/>
                <a:rect l="l" t="t" r="r" b="b"/>
                <a:pathLst>
                  <a:path w="34916" h="51999">
                    <a:moveTo>
                      <a:pt x="0" y="5857"/>
                    </a:moveTo>
                    <a:lnTo>
                      <a:pt x="4280" y="3839"/>
                    </a:lnTo>
                    <a:lnTo>
                      <a:pt x="12421" y="0"/>
                    </a:lnTo>
                    <a:lnTo>
                      <a:pt x="34916" y="44171"/>
                    </a:lnTo>
                    <a:lnTo>
                      <a:pt x="17207" y="51999"/>
                    </a:lnTo>
                    <a:lnTo>
                      <a:pt x="17809" y="50353"/>
                    </a:lnTo>
                    <a:lnTo>
                      <a:pt x="17964" y="46132"/>
                    </a:lnTo>
                    <a:lnTo>
                      <a:pt x="16808" y="42071"/>
                    </a:lnTo>
                    <a:lnTo>
                      <a:pt x="0" y="58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9" name="Контур"/>
              <p:cNvSpPr/>
              <p:nvPr/>
            </p:nvSpPr>
            <p:spPr>
              <a:xfrm>
                <a:off x="9454419" y="9716755"/>
                <a:ext cx="150731" cy="92965"/>
              </a:xfrm>
              <a:custGeom>
                <a:avLst/>
                <a:gdLst/>
                <a:ahLst/>
                <a:cxnLst/>
                <a:rect l="l" t="t" r="r" b="b"/>
                <a:pathLst>
                  <a:path w="150731" h="92965">
                    <a:moveTo>
                      <a:pt x="150731" y="28725"/>
                    </a:moveTo>
                    <a:lnTo>
                      <a:pt x="11349" y="92965"/>
                    </a:lnTo>
                    <a:lnTo>
                      <a:pt x="11009" y="91827"/>
                    </a:lnTo>
                    <a:lnTo>
                      <a:pt x="0" y="68971"/>
                    </a:lnTo>
                    <a:lnTo>
                      <a:pt x="13409" y="62839"/>
                    </a:lnTo>
                    <a:lnTo>
                      <a:pt x="36293" y="51978"/>
                    </a:lnTo>
                    <a:lnTo>
                      <a:pt x="82409" y="29475"/>
                    </a:lnTo>
                    <a:lnTo>
                      <a:pt x="109052" y="16229"/>
                    </a:lnTo>
                    <a:lnTo>
                      <a:pt x="124847" y="7930"/>
                    </a:lnTo>
                    <a:lnTo>
                      <a:pt x="132504" y="3142"/>
                    </a:lnTo>
                    <a:lnTo>
                      <a:pt x="134579" y="1227"/>
                    </a:lnTo>
                    <a:lnTo>
                      <a:pt x="134274" y="0"/>
                    </a:lnTo>
                    <a:lnTo>
                      <a:pt x="144712" y="22489"/>
                    </a:lnTo>
                    <a:lnTo>
                      <a:pt x="147068" y="25995"/>
                    </a:lnTo>
                    <a:lnTo>
                      <a:pt x="150391" y="28601"/>
                    </a:lnTo>
                    <a:lnTo>
                      <a:pt x="150731" y="2872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0" name="Контур"/>
              <p:cNvSpPr/>
              <p:nvPr/>
            </p:nvSpPr>
            <p:spPr>
              <a:xfrm>
                <a:off x="9457702" y="9704114"/>
                <a:ext cx="131296" cy="75480"/>
              </a:xfrm>
              <a:custGeom>
                <a:avLst/>
                <a:gdLst/>
                <a:ahLst/>
                <a:cxnLst/>
                <a:rect l="l" t="t" r="r" b="b"/>
                <a:pathLst>
                  <a:path w="131296" h="75480">
                    <a:moveTo>
                      <a:pt x="106479" y="646"/>
                    </a:moveTo>
                    <a:lnTo>
                      <a:pt x="109435" y="1107"/>
                    </a:lnTo>
                    <a:lnTo>
                      <a:pt x="113990" y="0"/>
                    </a:lnTo>
                    <a:lnTo>
                      <a:pt x="128785" y="10194"/>
                    </a:lnTo>
                    <a:lnTo>
                      <a:pt x="130658" y="11925"/>
                    </a:lnTo>
                    <a:lnTo>
                      <a:pt x="130991" y="12641"/>
                    </a:lnTo>
                    <a:lnTo>
                      <a:pt x="131296" y="13868"/>
                    </a:lnTo>
                    <a:lnTo>
                      <a:pt x="129221" y="15783"/>
                    </a:lnTo>
                    <a:lnTo>
                      <a:pt x="121564" y="20571"/>
                    </a:lnTo>
                    <a:lnTo>
                      <a:pt x="105769" y="28870"/>
                    </a:lnTo>
                    <a:lnTo>
                      <a:pt x="79126" y="42116"/>
                    </a:lnTo>
                    <a:lnTo>
                      <a:pt x="33010" y="64619"/>
                    </a:lnTo>
                    <a:lnTo>
                      <a:pt x="10126" y="75480"/>
                    </a:lnTo>
                    <a:lnTo>
                      <a:pt x="0" y="53126"/>
                    </a:lnTo>
                    <a:lnTo>
                      <a:pt x="106479" y="64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1" name="Контур"/>
              <p:cNvSpPr/>
              <p:nvPr/>
            </p:nvSpPr>
            <p:spPr>
              <a:xfrm>
                <a:off x="8269333" y="2018714"/>
                <a:ext cx="1178142" cy="909719"/>
              </a:xfrm>
              <a:custGeom>
                <a:avLst/>
                <a:gdLst/>
                <a:ahLst/>
                <a:cxnLst/>
                <a:rect l="l" t="t" r="r" b="b"/>
                <a:pathLst>
                  <a:path w="1178142" h="909719">
                    <a:moveTo>
                      <a:pt x="343571" y="717716"/>
                    </a:moveTo>
                    <a:lnTo>
                      <a:pt x="166973" y="848950"/>
                    </a:lnTo>
                    <a:lnTo>
                      <a:pt x="160043" y="843591"/>
                    </a:lnTo>
                    <a:lnTo>
                      <a:pt x="147639" y="845537"/>
                    </a:lnTo>
                    <a:lnTo>
                      <a:pt x="95636" y="884200"/>
                    </a:lnTo>
                    <a:lnTo>
                      <a:pt x="90411" y="892605"/>
                    </a:lnTo>
                    <a:lnTo>
                      <a:pt x="93250" y="903764"/>
                    </a:lnTo>
                    <a:lnTo>
                      <a:pt x="85239" y="909719"/>
                    </a:lnTo>
                    <a:lnTo>
                      <a:pt x="0" y="797903"/>
                    </a:lnTo>
                    <a:lnTo>
                      <a:pt x="316451" y="578014"/>
                    </a:lnTo>
                    <a:lnTo>
                      <a:pt x="518593" y="409502"/>
                    </a:lnTo>
                    <a:lnTo>
                      <a:pt x="564209" y="362732"/>
                    </a:lnTo>
                    <a:lnTo>
                      <a:pt x="596505" y="339492"/>
                    </a:lnTo>
                    <a:lnTo>
                      <a:pt x="575801" y="311307"/>
                    </a:lnTo>
                    <a:lnTo>
                      <a:pt x="909864" y="61352"/>
                    </a:lnTo>
                    <a:lnTo>
                      <a:pt x="914598" y="69299"/>
                    </a:lnTo>
                    <a:lnTo>
                      <a:pt x="942921" y="56411"/>
                    </a:lnTo>
                    <a:lnTo>
                      <a:pt x="939060" y="48374"/>
                    </a:lnTo>
                    <a:lnTo>
                      <a:pt x="1015704" y="18152"/>
                    </a:lnTo>
                    <a:lnTo>
                      <a:pt x="1054314" y="3203"/>
                    </a:lnTo>
                    <a:lnTo>
                      <a:pt x="1086599" y="0"/>
                    </a:lnTo>
                    <a:lnTo>
                      <a:pt x="1092049" y="12421"/>
                    </a:lnTo>
                    <a:lnTo>
                      <a:pt x="1123151" y="20424"/>
                    </a:lnTo>
                    <a:lnTo>
                      <a:pt x="1178142" y="75627"/>
                    </a:lnTo>
                    <a:lnTo>
                      <a:pt x="1154681" y="93150"/>
                    </a:lnTo>
                    <a:lnTo>
                      <a:pt x="1142734" y="82406"/>
                    </a:lnTo>
                    <a:lnTo>
                      <a:pt x="1130735" y="84913"/>
                    </a:lnTo>
                    <a:lnTo>
                      <a:pt x="856521" y="305400"/>
                    </a:lnTo>
                    <a:lnTo>
                      <a:pt x="851559" y="314463"/>
                    </a:lnTo>
                    <a:lnTo>
                      <a:pt x="855759" y="325995"/>
                    </a:lnTo>
                    <a:lnTo>
                      <a:pt x="467278" y="634648"/>
                    </a:lnTo>
                    <a:lnTo>
                      <a:pt x="452337" y="623976"/>
                    </a:lnTo>
                    <a:lnTo>
                      <a:pt x="429140" y="638267"/>
                    </a:lnTo>
                    <a:lnTo>
                      <a:pt x="412865" y="630614"/>
                    </a:lnTo>
                    <a:lnTo>
                      <a:pt x="336676" y="686392"/>
                    </a:lnTo>
                    <a:lnTo>
                      <a:pt x="332044" y="701716"/>
                    </a:lnTo>
                    <a:lnTo>
                      <a:pt x="343571" y="71771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2" name="Контур"/>
              <p:cNvSpPr/>
              <p:nvPr/>
            </p:nvSpPr>
            <p:spPr>
              <a:xfrm>
                <a:off x="8436306" y="2770267"/>
                <a:ext cx="164169" cy="143610"/>
              </a:xfrm>
              <a:custGeom>
                <a:avLst/>
                <a:gdLst/>
                <a:ahLst/>
                <a:cxnLst/>
                <a:rect l="l" t="t" r="r" b="b"/>
                <a:pathLst>
                  <a:path w="164169" h="143610">
                    <a:moveTo>
                      <a:pt x="0" y="97397"/>
                    </a:moveTo>
                    <a:lnTo>
                      <a:pt x="130999" y="0"/>
                    </a:lnTo>
                    <a:lnTo>
                      <a:pt x="164169" y="45759"/>
                    </a:lnTo>
                    <a:lnTo>
                      <a:pt x="106222" y="89550"/>
                    </a:lnTo>
                    <a:lnTo>
                      <a:pt x="31466" y="143610"/>
                    </a:lnTo>
                    <a:lnTo>
                      <a:pt x="0" y="9739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3" name="Контур"/>
              <p:cNvSpPr/>
              <p:nvPr/>
            </p:nvSpPr>
            <p:spPr>
              <a:xfrm>
                <a:off x="8559563" y="1763168"/>
                <a:ext cx="316467" cy="245930"/>
              </a:xfrm>
              <a:custGeom>
                <a:avLst/>
                <a:gdLst/>
                <a:ahLst/>
                <a:cxnLst/>
                <a:rect l="l" t="t" r="r" b="b"/>
                <a:pathLst>
                  <a:path w="316467" h="245930">
                    <a:moveTo>
                      <a:pt x="307589" y="42723"/>
                    </a:moveTo>
                    <a:lnTo>
                      <a:pt x="292189" y="23932"/>
                    </a:lnTo>
                    <a:lnTo>
                      <a:pt x="288119" y="20587"/>
                    </a:lnTo>
                    <a:lnTo>
                      <a:pt x="283080" y="19055"/>
                    </a:lnTo>
                    <a:lnTo>
                      <a:pt x="277837" y="19568"/>
                    </a:lnTo>
                    <a:lnTo>
                      <a:pt x="273191" y="22047"/>
                    </a:lnTo>
                    <a:lnTo>
                      <a:pt x="0" y="245930"/>
                    </a:lnTo>
                    <a:lnTo>
                      <a:pt x="19734" y="220648"/>
                    </a:lnTo>
                    <a:lnTo>
                      <a:pt x="45101" y="198095"/>
                    </a:lnTo>
                    <a:lnTo>
                      <a:pt x="86163" y="173178"/>
                    </a:lnTo>
                    <a:lnTo>
                      <a:pt x="158108" y="110433"/>
                    </a:lnTo>
                    <a:lnTo>
                      <a:pt x="247179" y="40719"/>
                    </a:lnTo>
                    <a:lnTo>
                      <a:pt x="300589" y="0"/>
                    </a:lnTo>
                    <a:lnTo>
                      <a:pt x="304702" y="5305"/>
                    </a:lnTo>
                    <a:lnTo>
                      <a:pt x="297093" y="10991"/>
                    </a:lnTo>
                    <a:lnTo>
                      <a:pt x="316467" y="35760"/>
                    </a:lnTo>
                    <a:lnTo>
                      <a:pt x="307589" y="4272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4" name="Контур"/>
              <p:cNvSpPr/>
              <p:nvPr/>
            </p:nvSpPr>
            <p:spPr>
              <a:xfrm>
                <a:off x="8566862" y="2275564"/>
                <a:ext cx="298976" cy="321164"/>
              </a:xfrm>
              <a:custGeom>
                <a:avLst/>
                <a:gdLst/>
                <a:ahLst/>
                <a:cxnLst/>
                <a:rect l="l" t="t" r="r" b="b"/>
                <a:pathLst>
                  <a:path w="298976" h="321164">
                    <a:moveTo>
                      <a:pt x="238271" y="0"/>
                    </a:moveTo>
                    <a:lnTo>
                      <a:pt x="298976" y="82642"/>
                    </a:lnTo>
                    <a:lnTo>
                      <a:pt x="266680" y="105882"/>
                    </a:lnTo>
                    <a:lnTo>
                      <a:pt x="221064" y="152652"/>
                    </a:lnTo>
                    <a:lnTo>
                      <a:pt x="18922" y="321164"/>
                    </a:lnTo>
                    <a:lnTo>
                      <a:pt x="0" y="294849"/>
                    </a:lnTo>
                    <a:lnTo>
                      <a:pt x="44305" y="260222"/>
                    </a:lnTo>
                    <a:lnTo>
                      <a:pt x="30460" y="234831"/>
                    </a:lnTo>
                    <a:lnTo>
                      <a:pt x="104124" y="174697"/>
                    </a:lnTo>
                    <a:lnTo>
                      <a:pt x="110932" y="183080"/>
                    </a:lnTo>
                    <a:lnTo>
                      <a:pt x="133976" y="165267"/>
                    </a:lnTo>
                    <a:lnTo>
                      <a:pt x="127168" y="157408"/>
                    </a:lnTo>
                    <a:lnTo>
                      <a:pt x="206757" y="95865"/>
                    </a:lnTo>
                    <a:lnTo>
                      <a:pt x="199373" y="68626"/>
                    </a:lnTo>
                    <a:lnTo>
                      <a:pt x="224756" y="51082"/>
                    </a:lnTo>
                    <a:lnTo>
                      <a:pt x="206170" y="27444"/>
                    </a:lnTo>
                    <a:lnTo>
                      <a:pt x="208393" y="17674"/>
                    </a:lnTo>
                    <a:lnTo>
                      <a:pt x="23827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5" name="Контур"/>
              <p:cNvSpPr/>
              <p:nvPr/>
            </p:nvSpPr>
            <p:spPr>
              <a:xfrm>
                <a:off x="8161692" y="2332761"/>
                <a:ext cx="334531" cy="264310"/>
              </a:xfrm>
              <a:custGeom>
                <a:avLst/>
                <a:gdLst/>
                <a:ahLst/>
                <a:cxnLst/>
                <a:rect l="l" t="t" r="r" b="b"/>
                <a:pathLst>
                  <a:path w="334531" h="264310">
                    <a:moveTo>
                      <a:pt x="0" y="261827"/>
                    </a:moveTo>
                    <a:lnTo>
                      <a:pt x="172998" y="125030"/>
                    </a:lnTo>
                    <a:lnTo>
                      <a:pt x="334208" y="0"/>
                    </a:lnTo>
                    <a:lnTo>
                      <a:pt x="334531" y="8745"/>
                    </a:lnTo>
                    <a:lnTo>
                      <a:pt x="256470" y="73506"/>
                    </a:lnTo>
                    <a:lnTo>
                      <a:pt x="181473" y="131483"/>
                    </a:lnTo>
                    <a:lnTo>
                      <a:pt x="104954" y="188015"/>
                    </a:lnTo>
                    <a:lnTo>
                      <a:pt x="2832" y="264310"/>
                    </a:lnTo>
                    <a:lnTo>
                      <a:pt x="0" y="2618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6" name="Контур"/>
              <p:cNvSpPr/>
              <p:nvPr/>
            </p:nvSpPr>
            <p:spPr>
              <a:xfrm>
                <a:off x="8805133" y="2071466"/>
                <a:ext cx="290425" cy="226557"/>
              </a:xfrm>
              <a:custGeom>
                <a:avLst/>
                <a:gdLst/>
                <a:ahLst/>
                <a:cxnLst/>
                <a:rect l="l" t="t" r="r" b="b"/>
                <a:pathLst>
                  <a:path w="290425" h="226557">
                    <a:moveTo>
                      <a:pt x="284455" y="0"/>
                    </a:moveTo>
                    <a:lnTo>
                      <a:pt x="290425" y="8637"/>
                    </a:lnTo>
                    <a:lnTo>
                      <a:pt x="283437" y="26049"/>
                    </a:lnTo>
                    <a:lnTo>
                      <a:pt x="132409" y="140036"/>
                    </a:lnTo>
                    <a:lnTo>
                      <a:pt x="16498" y="226557"/>
                    </a:lnTo>
                    <a:lnTo>
                      <a:pt x="0" y="204098"/>
                    </a:lnTo>
                    <a:lnTo>
                      <a:pt x="28445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7" name="Контур"/>
              <p:cNvSpPr/>
              <p:nvPr/>
            </p:nvSpPr>
            <p:spPr>
              <a:xfrm>
                <a:off x="8759774" y="2042226"/>
                <a:ext cx="90163" cy="75594"/>
              </a:xfrm>
              <a:custGeom>
                <a:avLst/>
                <a:gdLst/>
                <a:ahLst/>
                <a:cxnLst/>
                <a:rect l="l" t="t" r="r" b="b"/>
                <a:pathLst>
                  <a:path w="90163" h="75594">
                    <a:moveTo>
                      <a:pt x="90163" y="18275"/>
                    </a:moveTo>
                    <a:lnTo>
                      <a:pt x="10017" y="75594"/>
                    </a:lnTo>
                    <a:lnTo>
                      <a:pt x="0" y="62815"/>
                    </a:lnTo>
                    <a:lnTo>
                      <a:pt x="75817" y="0"/>
                    </a:lnTo>
                    <a:lnTo>
                      <a:pt x="90163" y="1827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8" name="Контур"/>
              <p:cNvSpPr/>
              <p:nvPr/>
            </p:nvSpPr>
            <p:spPr>
              <a:xfrm>
                <a:off x="8908528" y="1584000"/>
                <a:ext cx="139443" cy="100464"/>
              </a:xfrm>
              <a:custGeom>
                <a:avLst/>
                <a:gdLst/>
                <a:ahLst/>
                <a:cxnLst/>
                <a:rect l="l" t="t" r="r" b="b"/>
                <a:pathLst>
                  <a:path w="139443" h="100464">
                    <a:moveTo>
                      <a:pt x="139443" y="0"/>
                    </a:moveTo>
                    <a:lnTo>
                      <a:pt x="0" y="100464"/>
                    </a:lnTo>
                    <a:lnTo>
                      <a:pt x="13364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9" name="Контур"/>
              <p:cNvSpPr/>
              <p:nvPr/>
            </p:nvSpPr>
            <p:spPr>
              <a:xfrm>
                <a:off x="8584473" y="6264476"/>
                <a:ext cx="87826" cy="98950"/>
              </a:xfrm>
              <a:custGeom>
                <a:avLst/>
                <a:gdLst/>
                <a:ahLst/>
                <a:cxnLst/>
                <a:rect l="l" t="t" r="r" b="b"/>
                <a:pathLst>
                  <a:path w="87826" h="98950">
                    <a:moveTo>
                      <a:pt x="86202" y="72855"/>
                    </a:moveTo>
                    <a:lnTo>
                      <a:pt x="87826" y="76424"/>
                    </a:lnTo>
                    <a:lnTo>
                      <a:pt x="38886" y="98950"/>
                    </a:lnTo>
                    <a:lnTo>
                      <a:pt x="0" y="17513"/>
                    </a:lnTo>
                    <a:lnTo>
                      <a:pt x="2994" y="18555"/>
                    </a:lnTo>
                    <a:lnTo>
                      <a:pt x="7307" y="18617"/>
                    </a:lnTo>
                    <a:lnTo>
                      <a:pt x="11418" y="17316"/>
                    </a:lnTo>
                    <a:lnTo>
                      <a:pt x="45769" y="0"/>
                    </a:lnTo>
                    <a:lnTo>
                      <a:pt x="79380" y="66679"/>
                    </a:lnTo>
                    <a:lnTo>
                      <a:pt x="82623" y="70830"/>
                    </a:lnTo>
                    <a:lnTo>
                      <a:pt x="86202" y="728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0" name="Контур"/>
              <p:cNvSpPr/>
              <p:nvPr/>
            </p:nvSpPr>
            <p:spPr>
              <a:xfrm>
                <a:off x="8631613" y="5811848"/>
                <a:ext cx="82356" cy="176921"/>
              </a:xfrm>
              <a:custGeom>
                <a:avLst/>
                <a:gdLst/>
                <a:ahLst/>
                <a:cxnLst/>
                <a:rect l="l" t="t" r="r" b="b"/>
                <a:pathLst>
                  <a:path w="82356" h="176921">
                    <a:moveTo>
                      <a:pt x="82356" y="169051"/>
                    </a:moveTo>
                    <a:lnTo>
                      <a:pt x="66176" y="176921"/>
                    </a:lnTo>
                    <a:lnTo>
                      <a:pt x="20871" y="71371"/>
                    </a:lnTo>
                    <a:lnTo>
                      <a:pt x="0" y="17815"/>
                    </a:lnTo>
                    <a:lnTo>
                      <a:pt x="2776" y="7750"/>
                    </a:lnTo>
                    <a:lnTo>
                      <a:pt x="7954" y="0"/>
                    </a:lnTo>
                    <a:lnTo>
                      <a:pt x="8988" y="4494"/>
                    </a:lnTo>
                    <a:lnTo>
                      <a:pt x="82356" y="16905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1" name="Контур"/>
              <p:cNvSpPr/>
              <p:nvPr/>
            </p:nvSpPr>
            <p:spPr>
              <a:xfrm>
                <a:off x="8233290" y="3918962"/>
                <a:ext cx="1087845" cy="849784"/>
              </a:xfrm>
              <a:custGeom>
                <a:avLst/>
                <a:gdLst/>
                <a:ahLst/>
                <a:cxnLst/>
                <a:rect l="l" t="t" r="r" b="b"/>
                <a:pathLst>
                  <a:path w="1087845" h="849784">
                    <a:moveTo>
                      <a:pt x="24538" y="849784"/>
                    </a:moveTo>
                    <a:lnTo>
                      <a:pt x="0" y="818214"/>
                    </a:lnTo>
                    <a:lnTo>
                      <a:pt x="93145" y="753025"/>
                    </a:lnTo>
                    <a:lnTo>
                      <a:pt x="336837" y="570224"/>
                    </a:lnTo>
                    <a:lnTo>
                      <a:pt x="572408" y="382249"/>
                    </a:lnTo>
                    <a:lnTo>
                      <a:pt x="867283" y="155802"/>
                    </a:lnTo>
                    <a:lnTo>
                      <a:pt x="1079399" y="0"/>
                    </a:lnTo>
                    <a:lnTo>
                      <a:pt x="1087845" y="16120"/>
                    </a:lnTo>
                    <a:lnTo>
                      <a:pt x="1087054" y="22682"/>
                    </a:lnTo>
                    <a:lnTo>
                      <a:pt x="761785" y="274780"/>
                    </a:lnTo>
                    <a:lnTo>
                      <a:pt x="451272" y="519573"/>
                    </a:lnTo>
                    <a:lnTo>
                      <a:pt x="24538" y="84978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2" name="Контур"/>
              <p:cNvSpPr/>
              <p:nvPr/>
            </p:nvSpPr>
            <p:spPr>
              <a:xfrm>
                <a:off x="8464632" y="5836365"/>
                <a:ext cx="32928" cy="27283"/>
              </a:xfrm>
              <a:custGeom>
                <a:avLst/>
                <a:gdLst/>
                <a:ahLst/>
                <a:cxnLst/>
                <a:rect l="l" t="t" r="r" b="b"/>
                <a:pathLst>
                  <a:path w="32928" h="27283">
                    <a:moveTo>
                      <a:pt x="18959" y="0"/>
                    </a:moveTo>
                    <a:lnTo>
                      <a:pt x="29602" y="332"/>
                    </a:lnTo>
                    <a:lnTo>
                      <a:pt x="32928" y="8650"/>
                    </a:lnTo>
                    <a:lnTo>
                      <a:pt x="30600" y="18632"/>
                    </a:lnTo>
                    <a:lnTo>
                      <a:pt x="14635" y="27283"/>
                    </a:lnTo>
                    <a:lnTo>
                      <a:pt x="5322" y="23956"/>
                    </a:lnTo>
                    <a:lnTo>
                      <a:pt x="0" y="15305"/>
                    </a:lnTo>
                    <a:lnTo>
                      <a:pt x="4657" y="7320"/>
                    </a:lnTo>
                    <a:lnTo>
                      <a:pt x="18959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3" name="Контур"/>
              <p:cNvSpPr/>
              <p:nvPr/>
            </p:nvSpPr>
            <p:spPr>
              <a:xfrm>
                <a:off x="8436028" y="5795108"/>
                <a:ext cx="148272" cy="108963"/>
              </a:xfrm>
              <a:custGeom>
                <a:avLst/>
                <a:gdLst/>
                <a:ahLst/>
                <a:cxnLst/>
                <a:rect l="l" t="t" r="r" b="b"/>
                <a:pathLst>
                  <a:path w="148272" h="108963">
                    <a:moveTo>
                      <a:pt x="62035" y="103409"/>
                    </a:moveTo>
                    <a:lnTo>
                      <a:pt x="57457" y="94117"/>
                    </a:lnTo>
                    <a:lnTo>
                      <a:pt x="27322" y="108963"/>
                    </a:lnTo>
                    <a:lnTo>
                      <a:pt x="0" y="53568"/>
                    </a:lnTo>
                    <a:lnTo>
                      <a:pt x="17961" y="45250"/>
                    </a:lnTo>
                    <a:lnTo>
                      <a:pt x="21952" y="54566"/>
                    </a:lnTo>
                    <a:lnTo>
                      <a:pt x="12972" y="59224"/>
                    </a:lnTo>
                    <a:lnTo>
                      <a:pt x="31265" y="92495"/>
                    </a:lnTo>
                    <a:lnTo>
                      <a:pt x="68849" y="71201"/>
                    </a:lnTo>
                    <a:lnTo>
                      <a:pt x="78828" y="91497"/>
                    </a:lnTo>
                    <a:lnTo>
                      <a:pt x="137033" y="62218"/>
                    </a:lnTo>
                    <a:lnTo>
                      <a:pt x="133523" y="53118"/>
                    </a:lnTo>
                    <a:lnTo>
                      <a:pt x="118882" y="22950"/>
                    </a:lnTo>
                    <a:lnTo>
                      <a:pt x="108762" y="4326"/>
                    </a:lnTo>
                    <a:lnTo>
                      <a:pt x="118407" y="0"/>
                    </a:lnTo>
                    <a:lnTo>
                      <a:pt x="148272" y="62777"/>
                    </a:lnTo>
                    <a:lnTo>
                      <a:pt x="148132" y="62818"/>
                    </a:lnTo>
                    <a:lnTo>
                      <a:pt x="62035" y="10340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4" name="Контур"/>
              <p:cNvSpPr/>
              <p:nvPr/>
            </p:nvSpPr>
            <p:spPr>
              <a:xfrm>
                <a:off x="8309587" y="4393924"/>
                <a:ext cx="31266" cy="31873"/>
              </a:xfrm>
              <a:custGeom>
                <a:avLst/>
                <a:gdLst/>
                <a:ahLst/>
                <a:cxnLst/>
                <a:rect l="l" t="t" r="r" b="b"/>
                <a:pathLst>
                  <a:path w="31266" h="31873">
                    <a:moveTo>
                      <a:pt x="31266" y="21822"/>
                    </a:moveTo>
                    <a:lnTo>
                      <a:pt x="17046" y="31873"/>
                    </a:lnTo>
                    <a:lnTo>
                      <a:pt x="0" y="7758"/>
                    </a:lnTo>
                    <a:lnTo>
                      <a:pt x="10976" y="0"/>
                    </a:lnTo>
                    <a:lnTo>
                      <a:pt x="23184" y="16716"/>
                    </a:lnTo>
                    <a:lnTo>
                      <a:pt x="27061" y="20282"/>
                    </a:lnTo>
                    <a:lnTo>
                      <a:pt x="31266" y="2182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5" name="Контур"/>
              <p:cNvSpPr/>
              <p:nvPr/>
            </p:nvSpPr>
            <p:spPr>
              <a:xfrm>
                <a:off x="8669796" y="2977752"/>
                <a:ext cx="94373" cy="119858"/>
              </a:xfrm>
              <a:custGeom>
                <a:avLst/>
                <a:gdLst/>
                <a:ahLst/>
                <a:cxnLst/>
                <a:rect l="l" t="t" r="r" b="b"/>
                <a:pathLst>
                  <a:path w="94373" h="119858">
                    <a:moveTo>
                      <a:pt x="66623" y="119858"/>
                    </a:moveTo>
                    <a:lnTo>
                      <a:pt x="0" y="29905"/>
                    </a:lnTo>
                    <a:lnTo>
                      <a:pt x="39648" y="0"/>
                    </a:lnTo>
                    <a:lnTo>
                      <a:pt x="94373" y="76430"/>
                    </a:lnTo>
                    <a:lnTo>
                      <a:pt x="66623" y="1198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6" name="Контур"/>
              <p:cNvSpPr/>
              <p:nvPr/>
            </p:nvSpPr>
            <p:spPr>
              <a:xfrm>
                <a:off x="8574358" y="2846138"/>
                <a:ext cx="114571" cy="133209"/>
              </a:xfrm>
              <a:custGeom>
                <a:avLst/>
                <a:gdLst/>
                <a:ahLst/>
                <a:cxnLst/>
                <a:rect l="l" t="t" r="r" b="b"/>
                <a:pathLst>
                  <a:path w="114571" h="133209">
                    <a:moveTo>
                      <a:pt x="0" y="32658"/>
                    </a:moveTo>
                    <a:lnTo>
                      <a:pt x="40848" y="0"/>
                    </a:lnTo>
                    <a:lnTo>
                      <a:pt x="114571" y="102963"/>
                    </a:lnTo>
                    <a:lnTo>
                      <a:pt x="74471" y="133209"/>
                    </a:lnTo>
                    <a:lnTo>
                      <a:pt x="0" y="326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7" name="Контур"/>
              <p:cNvSpPr/>
              <p:nvPr/>
            </p:nvSpPr>
            <p:spPr>
              <a:xfrm>
                <a:off x="8508362" y="9814411"/>
                <a:ext cx="116638" cy="98413"/>
              </a:xfrm>
              <a:custGeom>
                <a:avLst/>
                <a:gdLst/>
                <a:ahLst/>
                <a:cxnLst/>
                <a:rect l="l" t="t" r="r" b="b"/>
                <a:pathLst>
                  <a:path w="116638" h="98413">
                    <a:moveTo>
                      <a:pt x="0" y="43794"/>
                    </a:moveTo>
                    <a:lnTo>
                      <a:pt x="90661" y="0"/>
                    </a:lnTo>
                    <a:lnTo>
                      <a:pt x="116638" y="55427"/>
                    </a:lnTo>
                    <a:lnTo>
                      <a:pt x="26413" y="98413"/>
                    </a:lnTo>
                    <a:lnTo>
                      <a:pt x="0" y="4379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8" name="Контур"/>
              <p:cNvSpPr/>
              <p:nvPr/>
            </p:nvSpPr>
            <p:spPr>
              <a:xfrm>
                <a:off x="8938878" y="10011923"/>
                <a:ext cx="383478" cy="163253"/>
              </a:xfrm>
              <a:custGeom>
                <a:avLst/>
                <a:gdLst/>
                <a:ahLst/>
                <a:cxnLst/>
                <a:rect l="l" t="t" r="r" b="b"/>
                <a:pathLst>
                  <a:path w="383478" h="163253">
                    <a:moveTo>
                      <a:pt x="62138" y="163016"/>
                    </a:moveTo>
                    <a:lnTo>
                      <a:pt x="0" y="163253"/>
                    </a:lnTo>
                    <a:lnTo>
                      <a:pt x="194226" y="74212"/>
                    </a:lnTo>
                    <a:lnTo>
                      <a:pt x="354050" y="0"/>
                    </a:lnTo>
                    <a:lnTo>
                      <a:pt x="356220" y="207"/>
                    </a:lnTo>
                    <a:lnTo>
                      <a:pt x="361926" y="2085"/>
                    </a:lnTo>
                    <a:lnTo>
                      <a:pt x="368179" y="4587"/>
                    </a:lnTo>
                    <a:lnTo>
                      <a:pt x="370254" y="5931"/>
                    </a:lnTo>
                    <a:lnTo>
                      <a:pt x="373884" y="8574"/>
                    </a:lnTo>
                    <a:lnTo>
                      <a:pt x="378653" y="13109"/>
                    </a:lnTo>
                    <a:lnTo>
                      <a:pt x="382717" y="18895"/>
                    </a:lnTo>
                    <a:lnTo>
                      <a:pt x="383478" y="20341"/>
                    </a:lnTo>
                    <a:lnTo>
                      <a:pt x="382795" y="22805"/>
                    </a:lnTo>
                    <a:lnTo>
                      <a:pt x="378764" y="26917"/>
                    </a:lnTo>
                    <a:lnTo>
                      <a:pt x="374752" y="31055"/>
                    </a:lnTo>
                    <a:lnTo>
                      <a:pt x="209545" y="100549"/>
                    </a:lnTo>
                    <a:lnTo>
                      <a:pt x="168571" y="115997"/>
                    </a:lnTo>
                    <a:lnTo>
                      <a:pt x="62138" y="16301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9" name="Контур"/>
              <p:cNvSpPr/>
              <p:nvPr/>
            </p:nvSpPr>
            <p:spPr>
              <a:xfrm>
                <a:off x="8155132" y="9943046"/>
                <a:ext cx="174143" cy="234696"/>
              </a:xfrm>
              <a:custGeom>
                <a:avLst/>
                <a:gdLst/>
                <a:ahLst/>
                <a:cxnLst/>
                <a:rect l="l" t="t" r="r" b="b"/>
                <a:pathLst>
                  <a:path w="174143" h="234696">
                    <a:moveTo>
                      <a:pt x="109654" y="234696"/>
                    </a:moveTo>
                    <a:lnTo>
                      <a:pt x="93191" y="198235"/>
                    </a:lnTo>
                    <a:lnTo>
                      <a:pt x="77461" y="169391"/>
                    </a:lnTo>
                    <a:lnTo>
                      <a:pt x="0" y="13545"/>
                    </a:lnTo>
                    <a:lnTo>
                      <a:pt x="16855" y="6670"/>
                    </a:lnTo>
                    <a:lnTo>
                      <a:pt x="34807" y="0"/>
                    </a:lnTo>
                    <a:lnTo>
                      <a:pt x="50195" y="2565"/>
                    </a:lnTo>
                    <a:lnTo>
                      <a:pt x="66163" y="9232"/>
                    </a:lnTo>
                    <a:lnTo>
                      <a:pt x="174143" y="234451"/>
                    </a:lnTo>
                    <a:lnTo>
                      <a:pt x="109654" y="23469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0" name="Контур"/>
              <p:cNvSpPr/>
              <p:nvPr/>
            </p:nvSpPr>
            <p:spPr>
              <a:xfrm>
                <a:off x="8658447" y="8881714"/>
                <a:ext cx="169138" cy="143161"/>
              </a:xfrm>
              <a:custGeom>
                <a:avLst/>
                <a:gdLst/>
                <a:ahLst/>
                <a:cxnLst/>
                <a:rect l="l" t="t" r="r" b="b"/>
                <a:pathLst>
                  <a:path w="169138" h="143161">
                    <a:moveTo>
                      <a:pt x="165363" y="77881"/>
                    </a:moveTo>
                    <a:lnTo>
                      <a:pt x="34134" y="143161"/>
                    </a:lnTo>
                    <a:lnTo>
                      <a:pt x="30170" y="134042"/>
                    </a:lnTo>
                    <a:lnTo>
                      <a:pt x="0" y="124686"/>
                    </a:lnTo>
                    <a:lnTo>
                      <a:pt x="9073" y="78473"/>
                    </a:lnTo>
                    <a:lnTo>
                      <a:pt x="72244" y="30450"/>
                    </a:lnTo>
                    <a:lnTo>
                      <a:pt x="94363" y="18528"/>
                    </a:lnTo>
                    <a:lnTo>
                      <a:pt x="149703" y="0"/>
                    </a:lnTo>
                    <a:lnTo>
                      <a:pt x="169138" y="49692"/>
                    </a:lnTo>
                    <a:lnTo>
                      <a:pt x="160621" y="64739"/>
                    </a:lnTo>
                    <a:lnTo>
                      <a:pt x="165363" y="7788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1" name="Контур"/>
              <p:cNvSpPr/>
              <p:nvPr/>
            </p:nvSpPr>
            <p:spPr>
              <a:xfrm>
                <a:off x="8143935" y="7573004"/>
                <a:ext cx="845700" cy="1049063"/>
              </a:xfrm>
              <a:custGeom>
                <a:avLst/>
                <a:gdLst/>
                <a:ahLst/>
                <a:cxnLst/>
                <a:rect l="l" t="t" r="r" b="b"/>
                <a:pathLst>
                  <a:path w="845700" h="1049063">
                    <a:moveTo>
                      <a:pt x="272592" y="607758"/>
                    </a:moveTo>
                    <a:lnTo>
                      <a:pt x="3116" y="1049063"/>
                    </a:lnTo>
                    <a:lnTo>
                      <a:pt x="0" y="1016215"/>
                    </a:lnTo>
                    <a:lnTo>
                      <a:pt x="391114" y="370133"/>
                    </a:lnTo>
                    <a:lnTo>
                      <a:pt x="376096" y="358884"/>
                    </a:lnTo>
                    <a:lnTo>
                      <a:pt x="527787" y="116026"/>
                    </a:lnTo>
                    <a:lnTo>
                      <a:pt x="721581" y="16703"/>
                    </a:lnTo>
                    <a:lnTo>
                      <a:pt x="714300" y="0"/>
                    </a:lnTo>
                    <a:lnTo>
                      <a:pt x="762848" y="36108"/>
                    </a:lnTo>
                    <a:lnTo>
                      <a:pt x="817625" y="5348"/>
                    </a:lnTo>
                    <a:lnTo>
                      <a:pt x="845700" y="62218"/>
                    </a:lnTo>
                    <a:lnTo>
                      <a:pt x="640370" y="184086"/>
                    </a:lnTo>
                    <a:lnTo>
                      <a:pt x="579246" y="146656"/>
                    </a:lnTo>
                    <a:lnTo>
                      <a:pt x="569040" y="145044"/>
                    </a:lnTo>
                    <a:lnTo>
                      <a:pt x="560682" y="151119"/>
                    </a:lnTo>
                    <a:lnTo>
                      <a:pt x="497693" y="255249"/>
                    </a:lnTo>
                    <a:lnTo>
                      <a:pt x="500559" y="267167"/>
                    </a:lnTo>
                    <a:lnTo>
                      <a:pt x="513223" y="275697"/>
                    </a:lnTo>
                    <a:lnTo>
                      <a:pt x="419038" y="432556"/>
                    </a:lnTo>
                    <a:lnTo>
                      <a:pt x="397750" y="420647"/>
                    </a:lnTo>
                    <a:lnTo>
                      <a:pt x="384115" y="426890"/>
                    </a:lnTo>
                    <a:lnTo>
                      <a:pt x="272592" y="6077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2" name="Контур"/>
              <p:cNvSpPr/>
              <p:nvPr/>
            </p:nvSpPr>
            <p:spPr>
              <a:xfrm>
                <a:off x="8263916" y="6681157"/>
                <a:ext cx="603094" cy="310991"/>
              </a:xfrm>
              <a:custGeom>
                <a:avLst/>
                <a:gdLst/>
                <a:ahLst/>
                <a:cxnLst/>
                <a:rect l="l" t="t" r="r" b="b"/>
                <a:pathLst>
                  <a:path w="603094" h="310991">
                    <a:moveTo>
                      <a:pt x="15621" y="310991"/>
                    </a:moveTo>
                    <a:lnTo>
                      <a:pt x="11431" y="299900"/>
                    </a:lnTo>
                    <a:lnTo>
                      <a:pt x="9205" y="296068"/>
                    </a:lnTo>
                    <a:lnTo>
                      <a:pt x="5859" y="293163"/>
                    </a:lnTo>
                    <a:lnTo>
                      <a:pt x="1752" y="291498"/>
                    </a:lnTo>
                    <a:lnTo>
                      <a:pt x="0" y="291401"/>
                    </a:lnTo>
                    <a:lnTo>
                      <a:pt x="223141" y="183985"/>
                    </a:lnTo>
                    <a:lnTo>
                      <a:pt x="581704" y="4893"/>
                    </a:lnTo>
                    <a:lnTo>
                      <a:pt x="589487" y="0"/>
                    </a:lnTo>
                    <a:lnTo>
                      <a:pt x="603094" y="26125"/>
                    </a:lnTo>
                    <a:lnTo>
                      <a:pt x="559175" y="47422"/>
                    </a:lnTo>
                    <a:lnTo>
                      <a:pt x="15621" y="31099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3" name="Контур"/>
              <p:cNvSpPr/>
              <p:nvPr/>
            </p:nvSpPr>
            <p:spPr>
              <a:xfrm>
                <a:off x="8810136" y="4882998"/>
                <a:ext cx="776653" cy="1607687"/>
              </a:xfrm>
              <a:custGeom>
                <a:avLst/>
                <a:gdLst/>
                <a:ahLst/>
                <a:cxnLst/>
                <a:rect l="l" t="t" r="r" b="b"/>
                <a:pathLst>
                  <a:path w="776653" h="1607687">
                    <a:moveTo>
                      <a:pt x="309517" y="675640"/>
                    </a:moveTo>
                    <a:lnTo>
                      <a:pt x="776653" y="1602649"/>
                    </a:lnTo>
                    <a:lnTo>
                      <a:pt x="763782" y="1607687"/>
                    </a:lnTo>
                    <a:lnTo>
                      <a:pt x="756276" y="1605005"/>
                    </a:lnTo>
                    <a:lnTo>
                      <a:pt x="611472" y="1307463"/>
                    </a:lnTo>
                    <a:lnTo>
                      <a:pt x="426468" y="953910"/>
                    </a:lnTo>
                    <a:lnTo>
                      <a:pt x="303503" y="698596"/>
                    </a:lnTo>
                    <a:lnTo>
                      <a:pt x="0" y="11563"/>
                    </a:lnTo>
                    <a:lnTo>
                      <a:pt x="20287" y="0"/>
                    </a:lnTo>
                    <a:lnTo>
                      <a:pt x="18943" y="16741"/>
                    </a:lnTo>
                    <a:lnTo>
                      <a:pt x="309517" y="67564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4" name="Контур"/>
              <p:cNvSpPr/>
              <p:nvPr/>
            </p:nvSpPr>
            <p:spPr>
              <a:xfrm>
                <a:off x="8801556" y="6342924"/>
                <a:ext cx="77449" cy="149912"/>
              </a:xfrm>
              <a:custGeom>
                <a:avLst/>
                <a:gdLst/>
                <a:ahLst/>
                <a:cxnLst/>
                <a:rect l="l" t="t" r="r" b="b"/>
                <a:pathLst>
                  <a:path w="77449" h="149912">
                    <a:moveTo>
                      <a:pt x="0" y="4020"/>
                    </a:moveTo>
                    <a:lnTo>
                      <a:pt x="8436" y="0"/>
                    </a:lnTo>
                    <a:lnTo>
                      <a:pt x="77449" y="145683"/>
                    </a:lnTo>
                    <a:lnTo>
                      <a:pt x="67291" y="149912"/>
                    </a:lnTo>
                    <a:lnTo>
                      <a:pt x="0" y="402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</p:grpSp>
        <p:grpSp>
          <p:nvGrpSpPr>
            <p:cNvPr id="528" name="Проезжая часть (Яндекс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526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>
                    <a:moveTo>
                      <a:pt x="0" y="8433578"/>
                    </a:moveTo>
                    <a:lnTo>
                      <a:pt x="1517612" y="7564904"/>
                    </a:lnTo>
                    <a:lnTo>
                      <a:pt x="2145541" y="7173363"/>
                    </a:lnTo>
                    <a:lnTo>
                      <a:pt x="2157587" y="7160987"/>
                    </a:lnTo>
                    <a:lnTo>
                      <a:pt x="2166341" y="7139636"/>
                    </a:lnTo>
                    <a:lnTo>
                      <a:pt x="2162584" y="7111964"/>
                    </a:lnTo>
                    <a:lnTo>
                      <a:pt x="1942143" y="6545321"/>
                    </a:lnTo>
                    <a:lnTo>
                      <a:pt x="1725050" y="6132906"/>
                    </a:lnTo>
                    <a:lnTo>
                      <a:pt x="1633905" y="5972031"/>
                    </a:lnTo>
                    <a:lnTo>
                      <a:pt x="1628658" y="5970874"/>
                    </a:lnTo>
                    <a:lnTo>
                      <a:pt x="1613887" y="5981208"/>
                    </a:lnTo>
                    <a:lnTo>
                      <a:pt x="1569043" y="5917583"/>
                    </a:lnTo>
                    <a:lnTo>
                      <a:pt x="4476094" y="3830462"/>
                    </a:lnTo>
                    <a:lnTo>
                      <a:pt x="5414457" y="3174205"/>
                    </a:lnTo>
                    <a:lnTo>
                      <a:pt x="5404315" y="3168406"/>
                    </a:lnTo>
                    <a:lnTo>
                      <a:pt x="5409023" y="3149954"/>
                    </a:lnTo>
                    <a:lnTo>
                      <a:pt x="5396239" y="3116591"/>
                    </a:lnTo>
                    <a:lnTo>
                      <a:pt x="4895716" y="2538271"/>
                    </a:lnTo>
                    <a:lnTo>
                      <a:pt x="4872780" y="2523926"/>
                    </a:lnTo>
                    <a:lnTo>
                      <a:pt x="4856257" y="2523779"/>
                    </a:lnTo>
                    <a:lnTo>
                      <a:pt x="4818597" y="2547850"/>
                    </a:lnTo>
                    <a:lnTo>
                      <a:pt x="4807051" y="2532699"/>
                    </a:lnTo>
                    <a:lnTo>
                      <a:pt x="4801069" y="2513948"/>
                    </a:lnTo>
                    <a:lnTo>
                      <a:pt x="4795862" y="2512006"/>
                    </a:lnTo>
                    <a:lnTo>
                      <a:pt x="4741614" y="2573205"/>
                    </a:lnTo>
                    <a:lnTo>
                      <a:pt x="3655297" y="3389501"/>
                    </a:lnTo>
                    <a:lnTo>
                      <a:pt x="3104646" y="3792878"/>
                    </a:lnTo>
                    <a:lnTo>
                      <a:pt x="2660358" y="4141320"/>
                    </a:lnTo>
                    <a:lnTo>
                      <a:pt x="2672482" y="4162398"/>
                    </a:lnTo>
                    <a:lnTo>
                      <a:pt x="2375283" y="4459209"/>
                    </a:lnTo>
                    <a:lnTo>
                      <a:pt x="2012020" y="4843551"/>
                    </a:lnTo>
                    <a:lnTo>
                      <a:pt x="1693949" y="5105996"/>
                    </a:lnTo>
                    <a:lnTo>
                      <a:pt x="1233306" y="5454080"/>
                    </a:lnTo>
                    <a:lnTo>
                      <a:pt x="1011970" y="5603790"/>
                    </a:lnTo>
                    <a:lnTo>
                      <a:pt x="702763" y="5784155"/>
                    </a:lnTo>
                    <a:lnTo>
                      <a:pt x="0" y="6170713"/>
                    </a:lnTo>
                    <a:lnTo>
                      <a:pt x="0" y="6096197"/>
                    </a:lnTo>
                    <a:lnTo>
                      <a:pt x="672187" y="5711291"/>
                    </a:lnTo>
                    <a:lnTo>
                      <a:pt x="945082" y="5549348"/>
                    </a:lnTo>
                    <a:lnTo>
                      <a:pt x="1151187" y="5414809"/>
                    </a:lnTo>
                    <a:lnTo>
                      <a:pt x="1693761" y="5014688"/>
                    </a:lnTo>
                    <a:lnTo>
                      <a:pt x="1763606" y="4953399"/>
                    </a:lnTo>
                    <a:lnTo>
                      <a:pt x="1787384" y="4910290"/>
                    </a:lnTo>
                    <a:lnTo>
                      <a:pt x="1777896" y="4871292"/>
                    </a:lnTo>
                    <a:lnTo>
                      <a:pt x="1759618" y="4847274"/>
                    </a:lnTo>
                    <a:lnTo>
                      <a:pt x="1335797" y="4383964"/>
                    </a:lnTo>
                    <a:lnTo>
                      <a:pt x="893504" y="3920713"/>
                    </a:lnTo>
                    <a:lnTo>
                      <a:pt x="883597" y="3911392"/>
                    </a:lnTo>
                    <a:lnTo>
                      <a:pt x="865043" y="3906087"/>
                    </a:lnTo>
                    <a:lnTo>
                      <a:pt x="850557" y="3912177"/>
                    </a:lnTo>
                    <a:lnTo>
                      <a:pt x="490701" y="4265534"/>
                    </a:lnTo>
                    <a:lnTo>
                      <a:pt x="229696" y="4531942"/>
                    </a:lnTo>
                    <a:lnTo>
                      <a:pt x="197096" y="4616190"/>
                    </a:lnTo>
                    <a:lnTo>
                      <a:pt x="128291" y="4920302"/>
                    </a:lnTo>
                    <a:lnTo>
                      <a:pt x="95141" y="4996355"/>
                    </a:lnTo>
                    <a:lnTo>
                      <a:pt x="58790" y="5047818"/>
                    </a:lnTo>
                    <a:lnTo>
                      <a:pt x="10198" y="4993396"/>
                    </a:lnTo>
                    <a:lnTo>
                      <a:pt x="34334" y="4953712"/>
                    </a:lnTo>
                    <a:lnTo>
                      <a:pt x="52356" y="4905099"/>
                    </a:lnTo>
                    <a:lnTo>
                      <a:pt x="130177" y="4591950"/>
                    </a:lnTo>
                    <a:lnTo>
                      <a:pt x="139326" y="4561436"/>
                    </a:lnTo>
                    <a:lnTo>
                      <a:pt x="169521" y="4506648"/>
                    </a:lnTo>
                    <a:lnTo>
                      <a:pt x="808420" y="3872153"/>
                    </a:lnTo>
                    <a:lnTo>
                      <a:pt x="817144" y="3847622"/>
                    </a:lnTo>
                    <a:lnTo>
                      <a:pt x="810816" y="3832547"/>
                    </a:lnTo>
                    <a:lnTo>
                      <a:pt x="798929" y="3820764"/>
                    </a:lnTo>
                    <a:lnTo>
                      <a:pt x="0" y="3050868"/>
                    </a:lnTo>
                    <a:lnTo>
                      <a:pt x="0" y="2854181"/>
                    </a:lnTo>
                    <a:lnTo>
                      <a:pt x="222080" y="3087604"/>
                    </a:lnTo>
                    <a:lnTo>
                      <a:pt x="880962" y="3732501"/>
                    </a:lnTo>
                    <a:lnTo>
                      <a:pt x="928729" y="3759079"/>
                    </a:lnTo>
                    <a:lnTo>
                      <a:pt x="951004" y="3753088"/>
                    </a:lnTo>
                    <a:lnTo>
                      <a:pt x="1391185" y="3366955"/>
                    </a:lnTo>
                    <a:lnTo>
                      <a:pt x="1391608" y="3361980"/>
                    </a:lnTo>
                    <a:lnTo>
                      <a:pt x="1365425" y="3347666"/>
                    </a:lnTo>
                    <a:lnTo>
                      <a:pt x="1331895" y="3311254"/>
                    </a:lnTo>
                    <a:lnTo>
                      <a:pt x="1319699" y="3262717"/>
                    </a:lnTo>
                    <a:lnTo>
                      <a:pt x="1325602" y="3229355"/>
                    </a:lnTo>
                    <a:lnTo>
                      <a:pt x="1349806" y="3174600"/>
                    </a:lnTo>
                    <a:lnTo>
                      <a:pt x="1374052" y="3159310"/>
                    </a:lnTo>
                    <a:lnTo>
                      <a:pt x="1416586" y="3143965"/>
                    </a:lnTo>
                    <a:lnTo>
                      <a:pt x="1443927" y="3140886"/>
                    </a:lnTo>
                    <a:lnTo>
                      <a:pt x="1518856" y="3146700"/>
                    </a:lnTo>
                    <a:lnTo>
                      <a:pt x="1568715" y="3124844"/>
                    </a:lnTo>
                    <a:lnTo>
                      <a:pt x="1862258" y="2847056"/>
                    </a:lnTo>
                    <a:lnTo>
                      <a:pt x="1867540" y="2833972"/>
                    </a:lnTo>
                    <a:lnTo>
                      <a:pt x="1858215" y="2810463"/>
                    </a:lnTo>
                    <a:lnTo>
                      <a:pt x="1080996" y="1981391"/>
                    </a:lnTo>
                    <a:lnTo>
                      <a:pt x="0" y="815043"/>
                    </a:lnTo>
                    <a:lnTo>
                      <a:pt x="0" y="697019"/>
                    </a:lnTo>
                    <a:lnTo>
                      <a:pt x="226524" y="945376"/>
                    </a:lnTo>
                    <a:lnTo>
                      <a:pt x="1397816" y="2199112"/>
                    </a:lnTo>
                    <a:lnTo>
                      <a:pt x="1800463" y="2641209"/>
                    </a:lnTo>
                    <a:lnTo>
                      <a:pt x="1892197" y="2732192"/>
                    </a:lnTo>
                    <a:lnTo>
                      <a:pt x="1919917" y="2744121"/>
                    </a:lnTo>
                    <a:lnTo>
                      <a:pt x="1962441" y="2737242"/>
                    </a:lnTo>
                    <a:lnTo>
                      <a:pt x="2034738" y="2676745"/>
                    </a:lnTo>
                    <a:lnTo>
                      <a:pt x="2216307" y="2490749"/>
                    </a:lnTo>
                    <a:lnTo>
                      <a:pt x="2289013" y="2411368"/>
                    </a:lnTo>
                    <a:lnTo>
                      <a:pt x="2376675" y="2292270"/>
                    </a:lnTo>
                    <a:lnTo>
                      <a:pt x="2458068" y="2137275"/>
                    </a:lnTo>
                    <a:lnTo>
                      <a:pt x="2485161" y="2067337"/>
                    </a:lnTo>
                    <a:lnTo>
                      <a:pt x="2536193" y="1906093"/>
                    </a:lnTo>
                    <a:lnTo>
                      <a:pt x="2664968" y="1410430"/>
                    </a:lnTo>
                    <a:lnTo>
                      <a:pt x="2731220" y="1240122"/>
                    </a:lnTo>
                    <a:lnTo>
                      <a:pt x="2812782" y="1078611"/>
                    </a:lnTo>
                    <a:lnTo>
                      <a:pt x="2873176" y="987275"/>
                    </a:lnTo>
                    <a:lnTo>
                      <a:pt x="3094193" y="724780"/>
                    </a:lnTo>
                    <a:lnTo>
                      <a:pt x="3109192" y="685694"/>
                    </a:lnTo>
                    <a:lnTo>
                      <a:pt x="3116851" y="682852"/>
                    </a:lnTo>
                    <a:lnTo>
                      <a:pt x="2473087" y="0"/>
                    </a:lnTo>
                    <a:lnTo>
                      <a:pt x="2608262" y="0"/>
                    </a:lnTo>
                    <a:lnTo>
                      <a:pt x="2616057" y="28393"/>
                    </a:lnTo>
                    <a:lnTo>
                      <a:pt x="2733592" y="150966"/>
                    </a:lnTo>
                    <a:lnTo>
                      <a:pt x="2824228" y="136952"/>
                    </a:lnTo>
                    <a:lnTo>
                      <a:pt x="2875045" y="112180"/>
                    </a:lnTo>
                    <a:lnTo>
                      <a:pt x="2994558" y="0"/>
                    </a:lnTo>
                    <a:lnTo>
                      <a:pt x="3125950" y="0"/>
                    </a:lnTo>
                    <a:lnTo>
                      <a:pt x="2914166" y="200333"/>
                    </a:lnTo>
                    <a:lnTo>
                      <a:pt x="2879520" y="241022"/>
                    </a:lnTo>
                    <a:lnTo>
                      <a:pt x="2861007" y="285958"/>
                    </a:lnTo>
                    <a:lnTo>
                      <a:pt x="4769862" y="2328944"/>
                    </a:lnTo>
                    <a:lnTo>
                      <a:pt x="4805529" y="2370330"/>
                    </a:lnTo>
                    <a:lnTo>
                      <a:pt x="4814936" y="2398747"/>
                    </a:lnTo>
                    <a:lnTo>
                      <a:pt x="4820392" y="2399757"/>
                    </a:lnTo>
                    <a:lnTo>
                      <a:pt x="4833679" y="2378498"/>
                    </a:lnTo>
                    <a:lnTo>
                      <a:pt x="4853644" y="2364909"/>
                    </a:lnTo>
                    <a:lnTo>
                      <a:pt x="5442317" y="3056406"/>
                    </a:lnTo>
                    <a:lnTo>
                      <a:pt x="5485475" y="3098877"/>
                    </a:lnTo>
                    <a:lnTo>
                      <a:pt x="5506772" y="3101725"/>
                    </a:lnTo>
                    <a:lnTo>
                      <a:pt x="5504786" y="3116090"/>
                    </a:lnTo>
                    <a:lnTo>
                      <a:pt x="5518551" y="3110490"/>
                    </a:lnTo>
                    <a:lnTo>
                      <a:pt x="5646373" y="3361294"/>
                    </a:lnTo>
                    <a:lnTo>
                      <a:pt x="5835245" y="3713428"/>
                    </a:lnTo>
                    <a:lnTo>
                      <a:pt x="6211264" y="4530352"/>
                    </a:lnTo>
                    <a:lnTo>
                      <a:pt x="6287067" y="4497030"/>
                    </a:lnTo>
                    <a:lnTo>
                      <a:pt x="10044000" y="1606601"/>
                    </a:lnTo>
                    <a:lnTo>
                      <a:pt x="10044000" y="1791013"/>
                    </a:lnTo>
                    <a:lnTo>
                      <a:pt x="9725426" y="2037256"/>
                    </a:lnTo>
                    <a:lnTo>
                      <a:pt x="9602791" y="2120572"/>
                    </a:lnTo>
                    <a:lnTo>
                      <a:pt x="9614711" y="2127780"/>
                    </a:lnTo>
                    <a:lnTo>
                      <a:pt x="9613941" y="2153739"/>
                    </a:lnTo>
                    <a:lnTo>
                      <a:pt x="9620232" y="2174934"/>
                    </a:lnTo>
                    <a:lnTo>
                      <a:pt x="9678022" y="2250408"/>
                    </a:lnTo>
                    <a:lnTo>
                      <a:pt x="10044000" y="3000452"/>
                    </a:lnTo>
                    <a:lnTo>
                      <a:pt x="10044000" y="3182168"/>
                    </a:lnTo>
                    <a:lnTo>
                      <a:pt x="9801016" y="2683968"/>
                    </a:lnTo>
                    <a:lnTo>
                      <a:pt x="9661618" y="2471218"/>
                    </a:lnTo>
                    <a:lnTo>
                      <a:pt x="9178791" y="2823357"/>
                    </a:lnTo>
                    <a:lnTo>
                      <a:pt x="8708623" y="3187349"/>
                    </a:lnTo>
                    <a:lnTo>
                      <a:pt x="8687766" y="3211906"/>
                    </a:lnTo>
                    <a:lnTo>
                      <a:pt x="8678829" y="3232737"/>
                    </a:lnTo>
                    <a:lnTo>
                      <a:pt x="8673393" y="3266998"/>
                    </a:lnTo>
                    <a:lnTo>
                      <a:pt x="8679419" y="3312000"/>
                    </a:lnTo>
                    <a:lnTo>
                      <a:pt x="8700735" y="3363049"/>
                    </a:lnTo>
                    <a:lnTo>
                      <a:pt x="9144623" y="4245644"/>
                    </a:lnTo>
                    <a:lnTo>
                      <a:pt x="9071886" y="4282059"/>
                    </a:lnTo>
                    <a:lnTo>
                      <a:pt x="8539300" y="3217762"/>
                    </a:lnTo>
                    <a:lnTo>
                      <a:pt x="9587753" y="2410967"/>
                    </a:lnTo>
                    <a:lnTo>
                      <a:pt x="9620911" y="2374209"/>
                    </a:lnTo>
                    <a:lnTo>
                      <a:pt x="9626733" y="2358901"/>
                    </a:lnTo>
                    <a:lnTo>
                      <a:pt x="9623475" y="2318775"/>
                    </a:lnTo>
                    <a:lnTo>
                      <a:pt x="9564866" y="2232063"/>
                    </a:lnTo>
                    <a:lnTo>
                      <a:pt x="9537768" y="2211010"/>
                    </a:lnTo>
                    <a:lnTo>
                      <a:pt x="9507053" y="2206306"/>
                    </a:lnTo>
                    <a:lnTo>
                      <a:pt x="9509486" y="2193139"/>
                    </a:lnTo>
                    <a:lnTo>
                      <a:pt x="9505742" y="2188531"/>
                    </a:lnTo>
                    <a:lnTo>
                      <a:pt x="6279293" y="4671782"/>
                    </a:lnTo>
                    <a:lnTo>
                      <a:pt x="6323744" y="4765015"/>
                    </a:lnTo>
                    <a:lnTo>
                      <a:pt x="6329160" y="4762472"/>
                    </a:lnTo>
                    <a:lnTo>
                      <a:pt x="6339650" y="4736308"/>
                    </a:lnTo>
                    <a:lnTo>
                      <a:pt x="6356969" y="4720762"/>
                    </a:lnTo>
                    <a:lnTo>
                      <a:pt x="6373473" y="4756392"/>
                    </a:lnTo>
                    <a:lnTo>
                      <a:pt x="6414893" y="4739259"/>
                    </a:lnTo>
                    <a:lnTo>
                      <a:pt x="6515699" y="4942327"/>
                    </a:lnTo>
                    <a:lnTo>
                      <a:pt x="6474948" y="4969774"/>
                    </a:lnTo>
                    <a:lnTo>
                      <a:pt x="6492920" y="5001887"/>
                    </a:lnTo>
                    <a:lnTo>
                      <a:pt x="6534242" y="4981917"/>
                    </a:lnTo>
                    <a:lnTo>
                      <a:pt x="6760717" y="5455100"/>
                    </a:lnTo>
                    <a:lnTo>
                      <a:pt x="6725630" y="5487930"/>
                    </a:lnTo>
                    <a:lnTo>
                      <a:pt x="6739431" y="5522256"/>
                    </a:lnTo>
                    <a:lnTo>
                      <a:pt x="6714594" y="5524471"/>
                    </a:lnTo>
                    <a:lnTo>
                      <a:pt x="6691079" y="5516796"/>
                    </a:lnTo>
                    <a:lnTo>
                      <a:pt x="6687924" y="5521962"/>
                    </a:lnTo>
                    <a:lnTo>
                      <a:pt x="8175312" y="8604000"/>
                    </a:lnTo>
                    <a:lnTo>
                      <a:pt x="8724158" y="8604000"/>
                    </a:lnTo>
                    <a:lnTo>
                      <a:pt x="8745522" y="8593764"/>
                    </a:lnTo>
                    <a:lnTo>
                      <a:pt x="9066540" y="8461447"/>
                    </a:lnTo>
                    <a:lnTo>
                      <a:pt x="10044000" y="7994017"/>
                    </a:lnTo>
                    <a:lnTo>
                      <a:pt x="10044000" y="8090415"/>
                    </a:lnTo>
                    <a:lnTo>
                      <a:pt x="8966194" y="8604000"/>
                    </a:lnTo>
                    <a:lnTo>
                      <a:pt x="8079934" y="8604000"/>
                    </a:lnTo>
                    <a:lnTo>
                      <a:pt x="6678659" y="5684941"/>
                    </a:lnTo>
                    <a:lnTo>
                      <a:pt x="6153978" y="4612957"/>
                    </a:lnTo>
                    <a:lnTo>
                      <a:pt x="5543534" y="5003852"/>
                    </a:lnTo>
                    <a:lnTo>
                      <a:pt x="5452773" y="5095246"/>
                    </a:lnTo>
                    <a:lnTo>
                      <a:pt x="5307629" y="5278006"/>
                    </a:lnTo>
                    <a:lnTo>
                      <a:pt x="5222907" y="5369622"/>
                    </a:lnTo>
                    <a:lnTo>
                      <a:pt x="5162267" y="5421441"/>
                    </a:lnTo>
                    <a:lnTo>
                      <a:pt x="3858831" y="6286284"/>
                    </a:lnTo>
                    <a:lnTo>
                      <a:pt x="1630400" y="7673961"/>
                    </a:lnTo>
                    <a:lnTo>
                      <a:pt x="80572" y="8604000"/>
                    </a:lnTo>
                    <a:lnTo>
                      <a:pt x="0" y="8604000"/>
                    </a:lnTo>
                    <a:close/>
                    <a:moveTo>
                      <a:pt x="1727288" y="5920236"/>
                    </a:moveTo>
                    <a:lnTo>
                      <a:pt x="1724540" y="5935899"/>
                    </a:lnTo>
                    <a:lnTo>
                      <a:pt x="1730844" y="5966204"/>
                    </a:lnTo>
                    <a:lnTo>
                      <a:pt x="1846802" y="6175157"/>
                    </a:lnTo>
                    <a:lnTo>
                      <a:pt x="1914059" y="6317773"/>
                    </a:lnTo>
                    <a:lnTo>
                      <a:pt x="2245141" y="7055100"/>
                    </a:lnTo>
                    <a:lnTo>
                      <a:pt x="2269679" y="7088493"/>
                    </a:lnTo>
                    <a:lnTo>
                      <a:pt x="2290974" y="7103498"/>
                    </a:lnTo>
                    <a:lnTo>
                      <a:pt x="2312680" y="7109319"/>
                    </a:lnTo>
                    <a:lnTo>
                      <a:pt x="2337105" y="7105851"/>
                    </a:lnTo>
                    <a:lnTo>
                      <a:pt x="3543282" y="6384495"/>
                    </a:lnTo>
                    <a:lnTo>
                      <a:pt x="4407255" y="5819171"/>
                    </a:lnTo>
                    <a:lnTo>
                      <a:pt x="5149952" y="5308866"/>
                    </a:lnTo>
                    <a:lnTo>
                      <a:pt x="5495105" y="4982467"/>
                    </a:lnTo>
                    <a:lnTo>
                      <a:pt x="6133540" y="4566358"/>
                    </a:lnTo>
                    <a:lnTo>
                      <a:pt x="5522751" y="3313014"/>
                    </a:lnTo>
                    <a:lnTo>
                      <a:pt x="5475329" y="3247679"/>
                    </a:lnTo>
                    <a:lnTo>
                      <a:pt x="5373479" y="3290173"/>
                    </a:lnTo>
                    <a:lnTo>
                      <a:pt x="5059763" y="3532823"/>
                    </a:lnTo>
                    <a:lnTo>
                      <a:pt x="4631221" y="3828605"/>
                    </a:lnTo>
                    <a:lnTo>
                      <a:pt x="3821150" y="4404363"/>
                    </a:lnTo>
                    <a:lnTo>
                      <a:pt x="1712127" y="5912000"/>
                    </a:lnTo>
                    <a:lnTo>
                      <a:pt x="1715569" y="5916846"/>
                    </a:lnTo>
                    <a:close/>
                    <a:moveTo>
                      <a:pt x="2384195" y="2563646"/>
                    </a:moveTo>
                    <a:lnTo>
                      <a:pt x="2420685" y="2599766"/>
                    </a:lnTo>
                    <a:lnTo>
                      <a:pt x="2430833" y="2605477"/>
                    </a:lnTo>
                    <a:lnTo>
                      <a:pt x="2445080" y="2601814"/>
                    </a:lnTo>
                    <a:lnTo>
                      <a:pt x="2465824" y="2580893"/>
                    </a:lnTo>
                    <a:lnTo>
                      <a:pt x="2514088" y="2507910"/>
                    </a:lnTo>
                    <a:lnTo>
                      <a:pt x="2580694" y="2422556"/>
                    </a:lnTo>
                    <a:lnTo>
                      <a:pt x="3007635" y="2029058"/>
                    </a:lnTo>
                    <a:lnTo>
                      <a:pt x="3482934" y="1568564"/>
                    </a:lnTo>
                    <a:lnTo>
                      <a:pt x="3634510" y="1434294"/>
                    </a:lnTo>
                    <a:lnTo>
                      <a:pt x="3902774" y="1694676"/>
                    </a:lnTo>
                    <a:lnTo>
                      <a:pt x="4494750" y="2376149"/>
                    </a:lnTo>
                    <a:lnTo>
                      <a:pt x="4647637" y="2545964"/>
                    </a:lnTo>
                    <a:lnTo>
                      <a:pt x="4657828" y="2549559"/>
                    </a:lnTo>
                    <a:lnTo>
                      <a:pt x="4707116" y="2501850"/>
                    </a:lnTo>
                    <a:lnTo>
                      <a:pt x="4720225" y="2482957"/>
                    </a:lnTo>
                    <a:lnTo>
                      <a:pt x="4740093" y="2432748"/>
                    </a:lnTo>
                    <a:lnTo>
                      <a:pt x="4729463" y="2396532"/>
                    </a:lnTo>
                    <a:lnTo>
                      <a:pt x="4687748" y="2344234"/>
                    </a:lnTo>
                    <a:lnTo>
                      <a:pt x="3227255" y="801181"/>
                    </a:lnTo>
                    <a:lnTo>
                      <a:pt x="3109679" y="926040"/>
                    </a:lnTo>
                    <a:lnTo>
                      <a:pt x="3003951" y="1053917"/>
                    </a:lnTo>
                    <a:lnTo>
                      <a:pt x="2943409" y="1139296"/>
                    </a:lnTo>
                    <a:lnTo>
                      <a:pt x="2886230" y="1248698"/>
                    </a:lnTo>
                    <a:lnTo>
                      <a:pt x="2826003" y="1382630"/>
                    </a:lnTo>
                    <a:lnTo>
                      <a:pt x="2771796" y="1537878"/>
                    </a:lnTo>
                    <a:lnTo>
                      <a:pt x="2654999" y="2012218"/>
                    </a:lnTo>
                    <a:lnTo>
                      <a:pt x="2624913" y="2103525"/>
                    </a:lnTo>
                    <a:lnTo>
                      <a:pt x="2552561" y="2267906"/>
                    </a:lnTo>
                    <a:lnTo>
                      <a:pt x="2465025" y="2410988"/>
                    </a:lnTo>
                    <a:lnTo>
                      <a:pt x="2380232" y="2524493"/>
                    </a:lnTo>
                    <a:lnTo>
                      <a:pt x="2377723" y="2536842"/>
                    </a:lnTo>
                    <a:close/>
                    <a:moveTo>
                      <a:pt x="981880" y="3826836"/>
                    </a:moveTo>
                    <a:lnTo>
                      <a:pt x="1469409" y="4340938"/>
                    </a:lnTo>
                    <a:lnTo>
                      <a:pt x="1832478" y="4744036"/>
                    </a:lnTo>
                    <a:lnTo>
                      <a:pt x="1891187" y="4792583"/>
                    </a:lnTo>
                    <a:lnTo>
                      <a:pt x="1912434" y="4801356"/>
                    </a:lnTo>
                    <a:lnTo>
                      <a:pt x="1942791" y="4797760"/>
                    </a:lnTo>
                    <a:lnTo>
                      <a:pt x="2075296" y="4660840"/>
                    </a:lnTo>
                    <a:lnTo>
                      <a:pt x="2642440" y="4135113"/>
                    </a:lnTo>
                    <a:lnTo>
                      <a:pt x="2607273" y="4093265"/>
                    </a:lnTo>
                    <a:lnTo>
                      <a:pt x="3828140" y="3175814"/>
                    </a:lnTo>
                    <a:lnTo>
                      <a:pt x="4338663" y="2802834"/>
                    </a:lnTo>
                    <a:lnTo>
                      <a:pt x="4608226" y="2588993"/>
                    </a:lnTo>
                    <a:lnTo>
                      <a:pt x="4521291" y="2491074"/>
                    </a:lnTo>
                    <a:lnTo>
                      <a:pt x="4491507" y="2482648"/>
                    </a:lnTo>
                    <a:lnTo>
                      <a:pt x="4467584" y="2494872"/>
                    </a:lnTo>
                    <a:lnTo>
                      <a:pt x="3616897" y="3293965"/>
                    </a:lnTo>
                    <a:lnTo>
                      <a:pt x="3286547" y="3553257"/>
                    </a:lnTo>
                    <a:lnTo>
                      <a:pt x="3095069" y="3369394"/>
                    </a:lnTo>
                    <a:lnTo>
                      <a:pt x="3087915" y="3369017"/>
                    </a:lnTo>
                    <a:lnTo>
                      <a:pt x="3042673" y="3387419"/>
                    </a:lnTo>
                    <a:lnTo>
                      <a:pt x="2606639" y="3777605"/>
                    </a:lnTo>
                    <a:lnTo>
                      <a:pt x="2085191" y="3220546"/>
                    </a:lnTo>
                    <a:lnTo>
                      <a:pt x="2051478" y="3196395"/>
                    </a:lnTo>
                    <a:lnTo>
                      <a:pt x="2020758" y="3193668"/>
                    </a:lnTo>
                    <a:lnTo>
                      <a:pt x="2005697" y="3200055"/>
                    </a:lnTo>
                    <a:lnTo>
                      <a:pt x="1194369" y="3965119"/>
                    </a:lnTo>
                    <a:lnTo>
                      <a:pt x="1154913" y="3922785"/>
                    </a:lnTo>
                    <a:lnTo>
                      <a:pt x="2426976" y="2726256"/>
                    </a:lnTo>
                    <a:lnTo>
                      <a:pt x="2432800" y="2710953"/>
                    </a:lnTo>
                    <a:lnTo>
                      <a:pt x="2425553" y="2686885"/>
                    </a:lnTo>
                    <a:lnTo>
                      <a:pt x="2347888" y="2606398"/>
                    </a:lnTo>
                    <a:lnTo>
                      <a:pt x="2313310" y="2603083"/>
                    </a:lnTo>
                    <a:lnTo>
                      <a:pt x="2304187" y="2606547"/>
                    </a:lnTo>
                    <a:lnTo>
                      <a:pt x="2111011" y="2795067"/>
                    </a:lnTo>
                    <a:lnTo>
                      <a:pt x="1674818" y="3200886"/>
                    </a:lnTo>
                    <a:lnTo>
                      <a:pt x="1520281" y="3338185"/>
                    </a:lnTo>
                    <a:lnTo>
                      <a:pt x="1483767" y="3359762"/>
                    </a:lnTo>
                    <a:lnTo>
                      <a:pt x="983948" y="3796480"/>
                    </a:lnTo>
                    <a:lnTo>
                      <a:pt x="978379" y="3817682"/>
                    </a:lnTo>
                    <a:close/>
                    <a:moveTo>
                      <a:pt x="2557583" y="2620837"/>
                    </a:moveTo>
                    <a:lnTo>
                      <a:pt x="2877357" y="2956360"/>
                    </a:lnTo>
                    <a:lnTo>
                      <a:pt x="2932404" y="3032214"/>
                    </a:lnTo>
                    <a:lnTo>
                      <a:pt x="3015290" y="3199312"/>
                    </a:lnTo>
                    <a:lnTo>
                      <a:pt x="3262325" y="3453488"/>
                    </a:lnTo>
                    <a:lnTo>
                      <a:pt x="3297572" y="3468371"/>
                    </a:lnTo>
                    <a:lnTo>
                      <a:pt x="3341211" y="3446617"/>
                    </a:lnTo>
                    <a:lnTo>
                      <a:pt x="3547194" y="3291073"/>
                    </a:lnTo>
                    <a:lnTo>
                      <a:pt x="3577352" y="3263692"/>
                    </a:lnTo>
                    <a:lnTo>
                      <a:pt x="4110238" y="2754186"/>
                    </a:lnTo>
                    <a:lnTo>
                      <a:pt x="4447988" y="2412717"/>
                    </a:lnTo>
                    <a:lnTo>
                      <a:pt x="4104343" y="2006756"/>
                    </a:lnTo>
                    <a:lnTo>
                      <a:pt x="3790139" y="1673730"/>
                    </a:lnTo>
                    <a:lnTo>
                      <a:pt x="3646210" y="1539004"/>
                    </a:lnTo>
                    <a:lnTo>
                      <a:pt x="2571684" y="2507836"/>
                    </a:lnTo>
                    <a:lnTo>
                      <a:pt x="2556368" y="2523834"/>
                    </a:lnTo>
                    <a:lnTo>
                      <a:pt x="2541583" y="2557318"/>
                    </a:lnTo>
                    <a:lnTo>
                      <a:pt x="2542061" y="2590579"/>
                    </a:lnTo>
                    <a:close/>
                    <a:moveTo>
                      <a:pt x="2118708" y="3166161"/>
                    </a:moveTo>
                    <a:lnTo>
                      <a:pt x="2130791" y="3184176"/>
                    </a:lnTo>
                    <a:lnTo>
                      <a:pt x="2591286" y="3671509"/>
                    </a:lnTo>
                    <a:lnTo>
                      <a:pt x="2603928" y="3677438"/>
                    </a:lnTo>
                    <a:lnTo>
                      <a:pt x="2637231" y="3664773"/>
                    </a:lnTo>
                    <a:lnTo>
                      <a:pt x="2991477" y="3347024"/>
                    </a:lnTo>
                    <a:lnTo>
                      <a:pt x="3009305" y="3307438"/>
                    </a:lnTo>
                    <a:lnTo>
                      <a:pt x="3011014" y="3282971"/>
                    </a:lnTo>
                    <a:lnTo>
                      <a:pt x="2981673" y="3256699"/>
                    </a:lnTo>
                    <a:lnTo>
                      <a:pt x="2798424" y="3032456"/>
                    </a:lnTo>
                    <a:lnTo>
                      <a:pt x="2517067" y="2735829"/>
                    </a:lnTo>
                    <a:lnTo>
                      <a:pt x="2481420" y="2757321"/>
                    </a:lnTo>
                    <a:lnTo>
                      <a:pt x="2114889" y="3099907"/>
                    </a:lnTo>
                    <a:lnTo>
                      <a:pt x="2106766" y="313357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7" name="Контур"/>
              <p:cNvSpPr/>
              <p:nvPr/>
            </p:nvSpPr>
            <p:spPr>
              <a:xfrm>
                <a:off x="2652866" y="8774634"/>
                <a:ext cx="750471" cy="1413366"/>
              </a:xfrm>
              <a:custGeom>
                <a:avLst/>
                <a:gdLst/>
                <a:ahLst/>
                <a:cxnLst/>
                <a:rect l="l" t="t" r="r" b="b"/>
                <a:pathLst>
                  <a:path w="750471" h="1413366">
                    <a:moveTo>
                      <a:pt x="0" y="85511"/>
                    </a:moveTo>
                    <a:lnTo>
                      <a:pt x="254028" y="598111"/>
                    </a:lnTo>
                    <a:lnTo>
                      <a:pt x="648027" y="1413366"/>
                    </a:lnTo>
                    <a:lnTo>
                      <a:pt x="750471" y="1413366"/>
                    </a:lnTo>
                    <a:lnTo>
                      <a:pt x="700882" y="1309160"/>
                    </a:lnTo>
                    <a:lnTo>
                      <a:pt x="703001" y="1302473"/>
                    </a:lnTo>
                    <a:lnTo>
                      <a:pt x="742632" y="1280311"/>
                    </a:lnTo>
                    <a:lnTo>
                      <a:pt x="700049" y="1192265"/>
                    </a:lnTo>
                    <a:lnTo>
                      <a:pt x="655926" y="1207502"/>
                    </a:lnTo>
                    <a:lnTo>
                      <a:pt x="633132" y="1174379"/>
                    </a:lnTo>
                    <a:lnTo>
                      <a:pt x="605917" y="1111812"/>
                    </a:lnTo>
                    <a:lnTo>
                      <a:pt x="614008" y="1098800"/>
                    </a:lnTo>
                    <a:lnTo>
                      <a:pt x="641638" y="1086078"/>
                    </a:lnTo>
                    <a:lnTo>
                      <a:pt x="617353" y="1031550"/>
                    </a:lnTo>
                    <a:lnTo>
                      <a:pt x="593356" y="1043419"/>
                    </a:lnTo>
                    <a:lnTo>
                      <a:pt x="574760" y="1046073"/>
                    </a:lnTo>
                    <a:lnTo>
                      <a:pt x="532376" y="965617"/>
                    </a:lnTo>
                    <a:lnTo>
                      <a:pt x="532971" y="949100"/>
                    </a:lnTo>
                    <a:lnTo>
                      <a:pt x="571149" y="931314"/>
                    </a:lnTo>
                    <a:lnTo>
                      <a:pt x="562171" y="910079"/>
                    </a:lnTo>
                    <a:lnTo>
                      <a:pt x="488780" y="761562"/>
                    </a:lnTo>
                    <a:lnTo>
                      <a:pt x="457541" y="776747"/>
                    </a:lnTo>
                    <a:lnTo>
                      <a:pt x="443085" y="776192"/>
                    </a:lnTo>
                    <a:lnTo>
                      <a:pt x="437189" y="767932"/>
                    </a:lnTo>
                    <a:lnTo>
                      <a:pt x="244185" y="373529"/>
                    </a:lnTo>
                    <a:lnTo>
                      <a:pt x="243728" y="349559"/>
                    </a:lnTo>
                    <a:lnTo>
                      <a:pt x="280252" y="324656"/>
                    </a:lnTo>
                    <a:lnTo>
                      <a:pt x="240647" y="248911"/>
                    </a:lnTo>
                    <a:lnTo>
                      <a:pt x="206374" y="264017"/>
                    </a:lnTo>
                    <a:lnTo>
                      <a:pt x="197622" y="263457"/>
                    </a:lnTo>
                    <a:lnTo>
                      <a:pt x="189316" y="252703"/>
                    </a:lnTo>
                    <a:lnTo>
                      <a:pt x="194481" y="231554"/>
                    </a:lnTo>
                    <a:lnTo>
                      <a:pt x="258492" y="193963"/>
                    </a:lnTo>
                    <a:lnTo>
                      <a:pt x="160736" y="0"/>
                    </a:lnTo>
                    <a:lnTo>
                      <a:pt x="84897" y="3656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grpSp>
          <p:nvGrpSpPr>
            <p:cNvPr id="1154" name="Здания (ЕГКО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529" name="Контур"/>
              <p:cNvSpPr/>
              <p:nvPr/>
            </p:nvSpPr>
            <p:spPr>
              <a:xfrm>
                <a:off x="7314629" y="3740204"/>
                <a:ext cx="432324" cy="532260"/>
              </a:xfrm>
              <a:custGeom>
                <a:avLst/>
                <a:gdLst/>
                <a:ahLst/>
                <a:cxnLst/>
                <a:rect l="l" t="t" r="r" b="b"/>
                <a:pathLst>
                  <a:path w="432324" h="532260">
                    <a:moveTo>
                      <a:pt x="340128" y="532260"/>
                    </a:moveTo>
                    <a:lnTo>
                      <a:pt x="0" y="68400"/>
                    </a:lnTo>
                    <a:lnTo>
                      <a:pt x="89847" y="0"/>
                    </a:lnTo>
                    <a:lnTo>
                      <a:pt x="374616" y="388170"/>
                    </a:lnTo>
                    <a:lnTo>
                      <a:pt x="432324" y="465327"/>
                    </a:lnTo>
                    <a:lnTo>
                      <a:pt x="340128" y="5322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0" name="Контур"/>
              <p:cNvSpPr/>
              <p:nvPr/>
            </p:nvSpPr>
            <p:spPr>
              <a:xfrm>
                <a:off x="6593477" y="3756944"/>
                <a:ext cx="486846" cy="401904"/>
              </a:xfrm>
              <a:custGeom>
                <a:avLst/>
                <a:gdLst/>
                <a:ahLst/>
                <a:cxnLst/>
                <a:rect l="l" t="t" r="r" b="b"/>
                <a:pathLst>
                  <a:path w="486846" h="401904">
                    <a:moveTo>
                      <a:pt x="486846" y="73341"/>
                    </a:moveTo>
                    <a:lnTo>
                      <a:pt x="57951" y="401904"/>
                    </a:lnTo>
                    <a:lnTo>
                      <a:pt x="0" y="324000"/>
                    </a:lnTo>
                    <a:lnTo>
                      <a:pt x="432000" y="0"/>
                    </a:lnTo>
                    <a:lnTo>
                      <a:pt x="486846" y="733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1" name="Контур"/>
              <p:cNvSpPr/>
              <p:nvPr/>
            </p:nvSpPr>
            <p:spPr>
              <a:xfrm>
                <a:off x="6353409" y="3421736"/>
                <a:ext cx="810812" cy="678729"/>
              </a:xfrm>
              <a:custGeom>
                <a:avLst/>
                <a:gdLst/>
                <a:ahLst/>
                <a:cxnLst/>
                <a:rect l="l" t="t" r="r" b="b"/>
                <a:pathLst>
                  <a:path w="810812" h="678729">
                    <a:moveTo>
                      <a:pt x="87815" y="678729"/>
                    </a:moveTo>
                    <a:lnTo>
                      <a:pt x="0" y="561555"/>
                    </a:lnTo>
                    <a:lnTo>
                      <a:pt x="749296" y="0"/>
                    </a:lnTo>
                    <a:lnTo>
                      <a:pt x="781187" y="42552"/>
                    </a:lnTo>
                    <a:lnTo>
                      <a:pt x="754887" y="62262"/>
                    </a:lnTo>
                    <a:lnTo>
                      <a:pt x="810812" y="136884"/>
                    </a:lnTo>
                    <a:lnTo>
                      <a:pt x="87815" y="67872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2" name="Контур"/>
              <p:cNvSpPr/>
              <p:nvPr/>
            </p:nvSpPr>
            <p:spPr>
              <a:xfrm>
                <a:off x="6471049" y="3848237"/>
                <a:ext cx="855919" cy="1054434"/>
              </a:xfrm>
              <a:custGeom>
                <a:avLst/>
                <a:gdLst/>
                <a:ahLst/>
                <a:cxnLst/>
                <a:rect l="l" t="t" r="r" b="b"/>
                <a:pathLst>
                  <a:path w="855919" h="1054434">
                    <a:moveTo>
                      <a:pt x="855919" y="30630"/>
                    </a:moveTo>
                    <a:lnTo>
                      <a:pt x="816031" y="59763"/>
                    </a:lnTo>
                    <a:lnTo>
                      <a:pt x="66592" y="606999"/>
                    </a:lnTo>
                    <a:lnTo>
                      <a:pt x="163225" y="739335"/>
                    </a:lnTo>
                    <a:lnTo>
                      <a:pt x="194248" y="781644"/>
                    </a:lnTo>
                    <a:lnTo>
                      <a:pt x="327142" y="963633"/>
                    </a:lnTo>
                    <a:lnTo>
                      <a:pt x="368159" y="933058"/>
                    </a:lnTo>
                    <a:lnTo>
                      <a:pt x="417778" y="998280"/>
                    </a:lnTo>
                    <a:lnTo>
                      <a:pt x="332879" y="1054434"/>
                    </a:lnTo>
                    <a:lnTo>
                      <a:pt x="150066" y="811512"/>
                    </a:lnTo>
                    <a:lnTo>
                      <a:pt x="0" y="605609"/>
                    </a:lnTo>
                    <a:lnTo>
                      <a:pt x="832256" y="0"/>
                    </a:lnTo>
                    <a:lnTo>
                      <a:pt x="855919" y="3063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3" name="Контур"/>
              <p:cNvSpPr/>
              <p:nvPr/>
            </p:nvSpPr>
            <p:spPr>
              <a:xfrm>
                <a:off x="6665297" y="4053575"/>
                <a:ext cx="913446" cy="758295"/>
              </a:xfrm>
              <a:custGeom>
                <a:avLst/>
                <a:gdLst/>
                <a:ahLst/>
                <a:cxnLst/>
                <a:rect l="l" t="t" r="r" b="b"/>
                <a:pathLst>
                  <a:path w="913446" h="758295">
                    <a:moveTo>
                      <a:pt x="789246" y="0"/>
                    </a:moveTo>
                    <a:lnTo>
                      <a:pt x="913446" y="179271"/>
                    </a:lnTo>
                    <a:lnTo>
                      <a:pt x="605345" y="408025"/>
                    </a:lnTo>
                    <a:lnTo>
                      <a:pt x="380246" y="575123"/>
                    </a:lnTo>
                    <a:lnTo>
                      <a:pt x="173911" y="727720"/>
                    </a:lnTo>
                    <a:lnTo>
                      <a:pt x="132894" y="758295"/>
                    </a:lnTo>
                    <a:lnTo>
                      <a:pt x="0" y="576306"/>
                    </a:lnTo>
                    <a:lnTo>
                      <a:pt x="14202" y="565929"/>
                    </a:lnTo>
                    <a:lnTo>
                      <a:pt x="44478" y="543834"/>
                    </a:lnTo>
                    <a:lnTo>
                      <a:pt x="78924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4" name="Контур"/>
              <p:cNvSpPr/>
              <p:nvPr/>
            </p:nvSpPr>
            <p:spPr>
              <a:xfrm>
                <a:off x="7045543" y="4461600"/>
                <a:ext cx="250742" cy="201641"/>
              </a:xfrm>
              <a:custGeom>
                <a:avLst/>
                <a:gdLst/>
                <a:ahLst/>
                <a:cxnLst/>
                <a:rect l="l" t="t" r="r" b="b"/>
                <a:pathLst>
                  <a:path w="250742" h="201641">
                    <a:moveTo>
                      <a:pt x="0" y="167098"/>
                    </a:moveTo>
                    <a:lnTo>
                      <a:pt x="225099" y="0"/>
                    </a:lnTo>
                    <a:lnTo>
                      <a:pt x="250742" y="34543"/>
                    </a:lnTo>
                    <a:lnTo>
                      <a:pt x="25643" y="201641"/>
                    </a:lnTo>
                    <a:lnTo>
                      <a:pt x="0" y="16709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5" name="Контур"/>
              <p:cNvSpPr/>
              <p:nvPr/>
            </p:nvSpPr>
            <p:spPr>
              <a:xfrm>
                <a:off x="6634274" y="4555037"/>
                <a:ext cx="75501" cy="74844"/>
              </a:xfrm>
              <a:custGeom>
                <a:avLst/>
                <a:gdLst/>
                <a:ahLst/>
                <a:cxnLst/>
                <a:rect l="l" t="t" r="r" b="b"/>
                <a:pathLst>
                  <a:path w="75501" h="74844">
                    <a:moveTo>
                      <a:pt x="45225" y="64467"/>
                    </a:moveTo>
                    <a:lnTo>
                      <a:pt x="31023" y="74844"/>
                    </a:lnTo>
                    <a:lnTo>
                      <a:pt x="0" y="32535"/>
                    </a:lnTo>
                    <a:lnTo>
                      <a:pt x="44568" y="0"/>
                    </a:lnTo>
                    <a:lnTo>
                      <a:pt x="75501" y="42372"/>
                    </a:lnTo>
                    <a:lnTo>
                      <a:pt x="45225" y="6446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6" name="Контур"/>
              <p:cNvSpPr/>
              <p:nvPr/>
            </p:nvSpPr>
            <p:spPr>
              <a:xfrm>
                <a:off x="6537641" y="3908000"/>
                <a:ext cx="916902" cy="689409"/>
              </a:xfrm>
              <a:custGeom>
                <a:avLst/>
                <a:gdLst/>
                <a:ahLst/>
                <a:cxnLst/>
                <a:rect l="l" t="t" r="r" b="b"/>
                <a:pathLst>
                  <a:path w="916902" h="689409">
                    <a:moveTo>
                      <a:pt x="916902" y="145575"/>
                    </a:moveTo>
                    <a:lnTo>
                      <a:pt x="172134" y="689409"/>
                    </a:lnTo>
                    <a:lnTo>
                      <a:pt x="141201" y="647037"/>
                    </a:lnTo>
                    <a:lnTo>
                      <a:pt x="96633" y="679572"/>
                    </a:lnTo>
                    <a:lnTo>
                      <a:pt x="0" y="547236"/>
                    </a:lnTo>
                    <a:lnTo>
                      <a:pt x="749439" y="0"/>
                    </a:lnTo>
                    <a:lnTo>
                      <a:pt x="779994" y="41841"/>
                    </a:lnTo>
                    <a:lnTo>
                      <a:pt x="819882" y="12708"/>
                    </a:lnTo>
                    <a:lnTo>
                      <a:pt x="916902" y="1455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7" name="Контур"/>
              <p:cNvSpPr/>
              <p:nvPr/>
            </p:nvSpPr>
            <p:spPr>
              <a:xfrm>
                <a:off x="6244997" y="4080944"/>
                <a:ext cx="406431" cy="337095"/>
              </a:xfrm>
              <a:custGeom>
                <a:avLst/>
                <a:gdLst/>
                <a:ahLst/>
                <a:cxnLst/>
                <a:rect l="l" t="t" r="r" b="b"/>
                <a:pathLst>
                  <a:path w="406431" h="337095">
                    <a:moveTo>
                      <a:pt x="406431" y="77904"/>
                    </a:moveTo>
                    <a:lnTo>
                      <a:pt x="57960" y="337095"/>
                    </a:lnTo>
                    <a:lnTo>
                      <a:pt x="0" y="259200"/>
                    </a:lnTo>
                    <a:lnTo>
                      <a:pt x="348480" y="0"/>
                    </a:lnTo>
                    <a:lnTo>
                      <a:pt x="406431" y="779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8" name="Контур"/>
              <p:cNvSpPr/>
              <p:nvPr/>
            </p:nvSpPr>
            <p:spPr>
              <a:xfrm>
                <a:off x="5862686" y="5663504"/>
                <a:ext cx="287271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287271" h="275850">
                    <a:moveTo>
                      <a:pt x="225" y="157491"/>
                    </a:moveTo>
                    <a:lnTo>
                      <a:pt x="15606" y="147564"/>
                    </a:lnTo>
                    <a:lnTo>
                      <a:pt x="0" y="124839"/>
                    </a:lnTo>
                    <a:lnTo>
                      <a:pt x="199431" y="0"/>
                    </a:lnTo>
                    <a:lnTo>
                      <a:pt x="287271" y="141120"/>
                    </a:lnTo>
                    <a:lnTo>
                      <a:pt x="74862" y="275850"/>
                    </a:lnTo>
                    <a:lnTo>
                      <a:pt x="225" y="15749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9" name="Контур"/>
              <p:cNvSpPr/>
              <p:nvPr/>
            </p:nvSpPr>
            <p:spPr>
              <a:xfrm>
                <a:off x="7361700" y="5549589"/>
                <a:ext cx="229942" cy="211107"/>
              </a:xfrm>
              <a:custGeom>
                <a:avLst/>
                <a:gdLst/>
                <a:ahLst/>
                <a:cxnLst/>
                <a:rect l="l" t="t" r="r" b="b"/>
                <a:pathLst>
                  <a:path w="229942" h="211107">
                    <a:moveTo>
                      <a:pt x="166999" y="0"/>
                    </a:moveTo>
                    <a:lnTo>
                      <a:pt x="229942" y="80453"/>
                    </a:lnTo>
                    <a:lnTo>
                      <a:pt x="62943" y="211107"/>
                    </a:lnTo>
                    <a:lnTo>
                      <a:pt x="0" y="130654"/>
                    </a:lnTo>
                    <a:lnTo>
                      <a:pt x="16699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0" name="Контур"/>
              <p:cNvSpPr/>
              <p:nvPr/>
            </p:nvSpPr>
            <p:spPr>
              <a:xfrm>
                <a:off x="6091042" y="5106896"/>
                <a:ext cx="43295" cy="59876"/>
              </a:xfrm>
              <a:custGeom>
                <a:avLst/>
                <a:gdLst/>
                <a:ahLst/>
                <a:cxnLst/>
                <a:rect l="l" t="t" r="r" b="b"/>
                <a:pathLst>
                  <a:path w="43295" h="59876">
                    <a:moveTo>
                      <a:pt x="0" y="9241"/>
                    </a:moveTo>
                    <a:lnTo>
                      <a:pt x="20797" y="0"/>
                    </a:lnTo>
                    <a:lnTo>
                      <a:pt x="43295" y="50635"/>
                    </a:lnTo>
                    <a:lnTo>
                      <a:pt x="22499" y="59876"/>
                    </a:lnTo>
                    <a:lnTo>
                      <a:pt x="0" y="92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1" name="Контур"/>
              <p:cNvSpPr/>
              <p:nvPr/>
            </p:nvSpPr>
            <p:spPr>
              <a:xfrm>
                <a:off x="7104677" y="4723184"/>
                <a:ext cx="542871" cy="436725"/>
              </a:xfrm>
              <a:custGeom>
                <a:avLst/>
                <a:gdLst/>
                <a:ahLst/>
                <a:cxnLst/>
                <a:rect l="l" t="t" r="r" b="b"/>
                <a:pathLst>
                  <a:path w="542871" h="436725">
                    <a:moveTo>
                      <a:pt x="542871" y="86814"/>
                    </a:moveTo>
                    <a:lnTo>
                      <a:pt x="63360" y="436725"/>
                    </a:lnTo>
                    <a:lnTo>
                      <a:pt x="0" y="349920"/>
                    </a:lnTo>
                    <a:lnTo>
                      <a:pt x="479520" y="0"/>
                    </a:lnTo>
                    <a:lnTo>
                      <a:pt x="542871" y="8681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2" name="Контур"/>
              <p:cNvSpPr/>
              <p:nvPr/>
            </p:nvSpPr>
            <p:spPr>
              <a:xfrm>
                <a:off x="6040288" y="4996250"/>
                <a:ext cx="69052" cy="65611"/>
              </a:xfrm>
              <a:custGeom>
                <a:avLst/>
                <a:gdLst/>
                <a:ahLst/>
                <a:cxnLst/>
                <a:rect l="l" t="t" r="r" b="b"/>
                <a:pathLst>
                  <a:path w="69052" h="65611">
                    <a:moveTo>
                      <a:pt x="23047" y="65611"/>
                    </a:moveTo>
                    <a:lnTo>
                      <a:pt x="0" y="12032"/>
                    </a:lnTo>
                    <a:lnTo>
                      <a:pt x="63146" y="0"/>
                    </a:lnTo>
                    <a:lnTo>
                      <a:pt x="69052" y="26431"/>
                    </a:lnTo>
                    <a:lnTo>
                      <a:pt x="54753" y="29230"/>
                    </a:lnTo>
                    <a:lnTo>
                      <a:pt x="60038" y="59704"/>
                    </a:lnTo>
                    <a:lnTo>
                      <a:pt x="23047" y="656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3" name="Контур"/>
              <p:cNvSpPr/>
              <p:nvPr/>
            </p:nvSpPr>
            <p:spPr>
              <a:xfrm>
                <a:off x="6019387" y="4973580"/>
                <a:ext cx="84047" cy="34702"/>
              </a:xfrm>
              <a:custGeom>
                <a:avLst/>
                <a:gdLst/>
                <a:ahLst/>
                <a:cxnLst/>
                <a:rect l="l" t="t" r="r" b="b"/>
                <a:pathLst>
                  <a:path w="84047" h="34702">
                    <a:moveTo>
                      <a:pt x="20901" y="34702"/>
                    </a:moveTo>
                    <a:lnTo>
                      <a:pt x="0" y="15684"/>
                    </a:lnTo>
                    <a:lnTo>
                      <a:pt x="74947" y="0"/>
                    </a:lnTo>
                    <a:lnTo>
                      <a:pt x="84047" y="22670"/>
                    </a:lnTo>
                    <a:lnTo>
                      <a:pt x="20901" y="3470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4" name="Контур"/>
              <p:cNvSpPr/>
              <p:nvPr/>
            </p:nvSpPr>
            <p:spPr>
              <a:xfrm>
                <a:off x="5530516" y="4182845"/>
                <a:ext cx="105201" cy="88986"/>
              </a:xfrm>
              <a:custGeom>
                <a:avLst/>
                <a:gdLst/>
                <a:ahLst/>
                <a:cxnLst/>
                <a:rect l="l" t="t" r="r" b="b"/>
                <a:pathLst>
                  <a:path w="105201" h="88986">
                    <a:moveTo>
                      <a:pt x="85622" y="0"/>
                    </a:moveTo>
                    <a:lnTo>
                      <a:pt x="105201" y="27081"/>
                    </a:lnTo>
                    <a:lnTo>
                      <a:pt x="19580" y="88986"/>
                    </a:lnTo>
                    <a:lnTo>
                      <a:pt x="0" y="61905"/>
                    </a:lnTo>
                    <a:lnTo>
                      <a:pt x="8562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5" name="Контур"/>
              <p:cNvSpPr/>
              <p:nvPr/>
            </p:nvSpPr>
            <p:spPr>
              <a:xfrm>
                <a:off x="5057718" y="4214083"/>
                <a:ext cx="51451" cy="57545"/>
              </a:xfrm>
              <a:custGeom>
                <a:avLst/>
                <a:gdLst/>
                <a:ahLst/>
                <a:cxnLst/>
                <a:rect l="l" t="t" r="r" b="b"/>
                <a:pathLst>
                  <a:path w="51451" h="57545">
                    <a:moveTo>
                      <a:pt x="0" y="13575"/>
                    </a:moveTo>
                    <a:lnTo>
                      <a:pt x="17669" y="0"/>
                    </a:lnTo>
                    <a:lnTo>
                      <a:pt x="51451" y="43970"/>
                    </a:lnTo>
                    <a:lnTo>
                      <a:pt x="33783" y="57545"/>
                    </a:lnTo>
                    <a:lnTo>
                      <a:pt x="0" y="135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6" name="Контур"/>
              <p:cNvSpPr/>
              <p:nvPr/>
            </p:nvSpPr>
            <p:spPr>
              <a:xfrm>
                <a:off x="5351621" y="3704807"/>
                <a:ext cx="600381" cy="477603"/>
              </a:xfrm>
              <a:custGeom>
                <a:avLst/>
                <a:gdLst/>
                <a:ahLst/>
                <a:cxnLst/>
                <a:rect l="l" t="t" r="r" b="b"/>
                <a:pathLst>
                  <a:path w="600381" h="477603">
                    <a:moveTo>
                      <a:pt x="600381" y="82449"/>
                    </a:moveTo>
                    <a:lnTo>
                      <a:pt x="60327" y="477603"/>
                    </a:lnTo>
                    <a:lnTo>
                      <a:pt x="0" y="395154"/>
                    </a:lnTo>
                    <a:lnTo>
                      <a:pt x="540054" y="0"/>
                    </a:lnTo>
                    <a:lnTo>
                      <a:pt x="600381" y="824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7" name="Контур"/>
              <p:cNvSpPr/>
              <p:nvPr/>
            </p:nvSpPr>
            <p:spPr>
              <a:xfrm>
                <a:off x="5779228" y="3998360"/>
                <a:ext cx="114670" cy="96189"/>
              </a:xfrm>
              <a:custGeom>
                <a:avLst/>
                <a:gdLst/>
                <a:ahLst/>
                <a:cxnLst/>
                <a:rect l="l" t="t" r="r" b="b"/>
                <a:pathLst>
                  <a:path w="114670" h="96189">
                    <a:moveTo>
                      <a:pt x="94536" y="0"/>
                    </a:moveTo>
                    <a:lnTo>
                      <a:pt x="114670" y="27853"/>
                    </a:lnTo>
                    <a:lnTo>
                      <a:pt x="20134" y="96189"/>
                    </a:lnTo>
                    <a:lnTo>
                      <a:pt x="0" y="68335"/>
                    </a:lnTo>
                    <a:lnTo>
                      <a:pt x="9453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8" name="Контур"/>
              <p:cNvSpPr/>
              <p:nvPr/>
            </p:nvSpPr>
            <p:spPr>
              <a:xfrm>
                <a:off x="5660749" y="4089530"/>
                <a:ext cx="106269" cy="90334"/>
              </a:xfrm>
              <a:custGeom>
                <a:avLst/>
                <a:gdLst/>
                <a:ahLst/>
                <a:cxnLst/>
                <a:rect l="l" t="t" r="r" b="b"/>
                <a:pathLst>
                  <a:path w="106269" h="90334">
                    <a:moveTo>
                      <a:pt x="85529" y="0"/>
                    </a:moveTo>
                    <a:lnTo>
                      <a:pt x="106269" y="28853"/>
                    </a:lnTo>
                    <a:lnTo>
                      <a:pt x="20740" y="90334"/>
                    </a:lnTo>
                    <a:lnTo>
                      <a:pt x="0" y="61481"/>
                    </a:lnTo>
                    <a:lnTo>
                      <a:pt x="8552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9" name="Контур"/>
              <p:cNvSpPr/>
              <p:nvPr/>
            </p:nvSpPr>
            <p:spPr>
              <a:xfrm>
                <a:off x="5178859" y="4018817"/>
                <a:ext cx="56847" cy="63649"/>
              </a:xfrm>
              <a:custGeom>
                <a:avLst/>
                <a:gdLst/>
                <a:ahLst/>
                <a:cxnLst/>
                <a:rect l="l" t="t" r="r" b="b"/>
                <a:pathLst>
                  <a:path w="56847" h="63649">
                    <a:moveTo>
                      <a:pt x="20573" y="63649"/>
                    </a:moveTo>
                    <a:lnTo>
                      <a:pt x="0" y="46857"/>
                    </a:lnTo>
                    <a:lnTo>
                      <a:pt x="30318" y="0"/>
                    </a:lnTo>
                    <a:lnTo>
                      <a:pt x="56847" y="21668"/>
                    </a:lnTo>
                    <a:lnTo>
                      <a:pt x="20573" y="636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0" name="Контур"/>
              <p:cNvSpPr/>
              <p:nvPr/>
            </p:nvSpPr>
            <p:spPr>
              <a:xfrm>
                <a:off x="5113710" y="4122821"/>
                <a:ext cx="232214" cy="269742"/>
              </a:xfrm>
              <a:custGeom>
                <a:avLst/>
                <a:gdLst/>
                <a:ahLst/>
                <a:cxnLst/>
                <a:rect l="l" t="t" r="r" b="b"/>
                <a:pathLst>
                  <a:path w="232214" h="269742">
                    <a:moveTo>
                      <a:pt x="232214" y="239058"/>
                    </a:moveTo>
                    <a:lnTo>
                      <a:pt x="196484" y="269742"/>
                    </a:lnTo>
                    <a:lnTo>
                      <a:pt x="0" y="40948"/>
                    </a:lnTo>
                    <a:lnTo>
                      <a:pt x="30236" y="0"/>
                    </a:lnTo>
                    <a:lnTo>
                      <a:pt x="232214" y="2390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1" name="Контур"/>
              <p:cNvSpPr/>
              <p:nvPr/>
            </p:nvSpPr>
            <p:spPr>
              <a:xfrm>
                <a:off x="5397447" y="4276682"/>
                <a:ext cx="108331" cy="93690"/>
              </a:xfrm>
              <a:custGeom>
                <a:avLst/>
                <a:gdLst/>
                <a:ahLst/>
                <a:cxnLst/>
                <a:rect l="l" t="t" r="r" b="b"/>
                <a:pathLst>
                  <a:path w="108331" h="93690">
                    <a:moveTo>
                      <a:pt x="89072" y="0"/>
                    </a:moveTo>
                    <a:lnTo>
                      <a:pt x="108331" y="26273"/>
                    </a:lnTo>
                    <a:lnTo>
                      <a:pt x="20911" y="93690"/>
                    </a:lnTo>
                    <a:lnTo>
                      <a:pt x="0" y="65793"/>
                    </a:lnTo>
                    <a:lnTo>
                      <a:pt x="41588" y="35697"/>
                    </a:lnTo>
                    <a:lnTo>
                      <a:pt x="8907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2" name="Контур"/>
              <p:cNvSpPr/>
              <p:nvPr/>
            </p:nvSpPr>
            <p:spPr>
              <a:xfrm>
                <a:off x="4526220" y="4222974"/>
                <a:ext cx="163221" cy="163870"/>
              </a:xfrm>
              <a:custGeom>
                <a:avLst/>
                <a:gdLst/>
                <a:ahLst/>
                <a:cxnLst/>
                <a:rect l="l" t="t" r="r" b="b"/>
                <a:pathLst>
                  <a:path w="163221" h="163870">
                    <a:moveTo>
                      <a:pt x="0" y="75026"/>
                    </a:moveTo>
                    <a:lnTo>
                      <a:pt x="93381" y="0"/>
                    </a:lnTo>
                    <a:lnTo>
                      <a:pt x="163221" y="71775"/>
                    </a:lnTo>
                    <a:lnTo>
                      <a:pt x="64415" y="163870"/>
                    </a:lnTo>
                    <a:lnTo>
                      <a:pt x="0" y="7502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3" name="Контур"/>
              <p:cNvSpPr/>
              <p:nvPr/>
            </p:nvSpPr>
            <p:spPr>
              <a:xfrm>
                <a:off x="5206532" y="4088144"/>
                <a:ext cx="232503" cy="254331"/>
              </a:xfrm>
              <a:custGeom>
                <a:avLst/>
                <a:gdLst/>
                <a:ahLst/>
                <a:cxnLst/>
                <a:rect l="l" t="t" r="r" b="b"/>
                <a:pathLst>
                  <a:path w="232503" h="254331">
                    <a:moveTo>
                      <a:pt x="190915" y="254331"/>
                    </a:moveTo>
                    <a:lnTo>
                      <a:pt x="0" y="27099"/>
                    </a:lnTo>
                    <a:lnTo>
                      <a:pt x="31905" y="0"/>
                    </a:lnTo>
                    <a:lnTo>
                      <a:pt x="197291" y="181514"/>
                    </a:lnTo>
                    <a:lnTo>
                      <a:pt x="232503" y="224235"/>
                    </a:lnTo>
                    <a:lnTo>
                      <a:pt x="190915" y="25433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4" name="Контур"/>
              <p:cNvSpPr/>
              <p:nvPr/>
            </p:nvSpPr>
            <p:spPr>
              <a:xfrm>
                <a:off x="5403823" y="4233241"/>
                <a:ext cx="82696" cy="79138"/>
              </a:xfrm>
              <a:custGeom>
                <a:avLst/>
                <a:gdLst/>
                <a:ahLst/>
                <a:cxnLst/>
                <a:rect l="l" t="t" r="r" b="b"/>
                <a:pathLst>
                  <a:path w="82696" h="79138">
                    <a:moveTo>
                      <a:pt x="51585" y="0"/>
                    </a:moveTo>
                    <a:lnTo>
                      <a:pt x="69937" y="26421"/>
                    </a:lnTo>
                    <a:lnTo>
                      <a:pt x="82696" y="43441"/>
                    </a:lnTo>
                    <a:lnTo>
                      <a:pt x="35212" y="79138"/>
                    </a:lnTo>
                    <a:lnTo>
                      <a:pt x="0" y="36417"/>
                    </a:lnTo>
                    <a:lnTo>
                      <a:pt x="5158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5" name="Контур"/>
              <p:cNvSpPr/>
              <p:nvPr/>
            </p:nvSpPr>
            <p:spPr>
              <a:xfrm>
                <a:off x="5455408" y="3823208"/>
                <a:ext cx="596119" cy="453474"/>
              </a:xfrm>
              <a:custGeom>
                <a:avLst/>
                <a:gdLst/>
                <a:ahLst/>
                <a:cxnLst/>
                <a:rect l="l" t="t" r="r" b="b"/>
                <a:pathLst>
                  <a:path w="596119" h="453474">
                    <a:moveTo>
                      <a:pt x="596119" y="48099"/>
                    </a:moveTo>
                    <a:lnTo>
                      <a:pt x="547730" y="82953"/>
                    </a:lnTo>
                    <a:lnTo>
                      <a:pt x="511449" y="108831"/>
                    </a:lnTo>
                    <a:lnTo>
                      <a:pt x="467359" y="140009"/>
                    </a:lnTo>
                    <a:lnTo>
                      <a:pt x="418356" y="175152"/>
                    </a:lnTo>
                    <a:lnTo>
                      <a:pt x="323820" y="243487"/>
                    </a:lnTo>
                    <a:lnTo>
                      <a:pt x="290870" y="266322"/>
                    </a:lnTo>
                    <a:lnTo>
                      <a:pt x="205341" y="327803"/>
                    </a:lnTo>
                    <a:lnTo>
                      <a:pt x="160730" y="359637"/>
                    </a:lnTo>
                    <a:lnTo>
                      <a:pt x="75108" y="421542"/>
                    </a:lnTo>
                    <a:lnTo>
                      <a:pt x="31111" y="453474"/>
                    </a:lnTo>
                    <a:lnTo>
                      <a:pt x="18352" y="436454"/>
                    </a:lnTo>
                    <a:lnTo>
                      <a:pt x="0" y="410033"/>
                    </a:lnTo>
                    <a:lnTo>
                      <a:pt x="558962" y="0"/>
                    </a:lnTo>
                    <a:lnTo>
                      <a:pt x="573527" y="18851"/>
                    </a:lnTo>
                    <a:lnTo>
                      <a:pt x="596119" y="480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6" name="Контур"/>
              <p:cNvSpPr/>
              <p:nvPr/>
            </p:nvSpPr>
            <p:spPr>
              <a:xfrm>
                <a:off x="5441621" y="5769372"/>
                <a:ext cx="159003" cy="138515"/>
              </a:xfrm>
              <a:custGeom>
                <a:avLst/>
                <a:gdLst/>
                <a:ahLst/>
                <a:cxnLst/>
                <a:rect l="l" t="t" r="r" b="b"/>
                <a:pathLst>
                  <a:path w="159003" h="138515">
                    <a:moveTo>
                      <a:pt x="8729" y="99446"/>
                    </a:moveTo>
                    <a:lnTo>
                      <a:pt x="101121" y="43652"/>
                    </a:lnTo>
                    <a:lnTo>
                      <a:pt x="88425" y="22630"/>
                    </a:lnTo>
                    <a:lnTo>
                      <a:pt x="125898" y="0"/>
                    </a:lnTo>
                    <a:lnTo>
                      <a:pt x="159003" y="54820"/>
                    </a:lnTo>
                    <a:lnTo>
                      <a:pt x="20410" y="138515"/>
                    </a:lnTo>
                    <a:lnTo>
                      <a:pt x="0" y="104718"/>
                    </a:lnTo>
                    <a:lnTo>
                      <a:pt x="8729" y="994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7" name="Контур"/>
              <p:cNvSpPr/>
              <p:nvPr/>
            </p:nvSpPr>
            <p:spPr>
              <a:xfrm>
                <a:off x="4743347" y="5203289"/>
                <a:ext cx="836532" cy="671166"/>
              </a:xfrm>
              <a:custGeom>
                <a:avLst/>
                <a:gdLst/>
                <a:ahLst/>
                <a:cxnLst/>
                <a:rect l="l" t="t" r="r" b="b"/>
                <a:pathLst>
                  <a:path w="836532" h="671166">
                    <a:moveTo>
                      <a:pt x="731862" y="0"/>
                    </a:moveTo>
                    <a:lnTo>
                      <a:pt x="836532" y="145800"/>
                    </a:lnTo>
                    <a:lnTo>
                      <a:pt x="315826" y="522504"/>
                    </a:lnTo>
                    <a:lnTo>
                      <a:pt x="104670" y="671166"/>
                    </a:lnTo>
                    <a:lnTo>
                      <a:pt x="0" y="525366"/>
                    </a:lnTo>
                    <a:lnTo>
                      <a:pt x="27832" y="503857"/>
                    </a:lnTo>
                    <a:lnTo>
                      <a:pt x="580479" y="104157"/>
                    </a:lnTo>
                    <a:lnTo>
                      <a:pt x="73186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8" name="Контур"/>
              <p:cNvSpPr/>
              <p:nvPr/>
            </p:nvSpPr>
            <p:spPr>
              <a:xfrm>
                <a:off x="4744228" y="5225957"/>
                <a:ext cx="579598" cy="481189"/>
              </a:xfrm>
              <a:custGeom>
                <a:avLst/>
                <a:gdLst/>
                <a:ahLst/>
                <a:cxnLst/>
                <a:rect l="l" t="t" r="r" b="b"/>
                <a:pathLst>
                  <a:path w="579598" h="481189">
                    <a:moveTo>
                      <a:pt x="26951" y="481189"/>
                    </a:moveTo>
                    <a:lnTo>
                      <a:pt x="0" y="446259"/>
                    </a:lnTo>
                    <a:lnTo>
                      <a:pt x="124505" y="358067"/>
                    </a:lnTo>
                    <a:lnTo>
                      <a:pt x="90580" y="314267"/>
                    </a:lnTo>
                    <a:lnTo>
                      <a:pt x="521766" y="0"/>
                    </a:lnTo>
                    <a:lnTo>
                      <a:pt x="579598" y="81489"/>
                    </a:lnTo>
                    <a:lnTo>
                      <a:pt x="26951" y="48118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9" name="Контур"/>
              <p:cNvSpPr/>
              <p:nvPr/>
            </p:nvSpPr>
            <p:spPr>
              <a:xfrm>
                <a:off x="5820609" y="5393690"/>
                <a:ext cx="93750" cy="93735"/>
              </a:xfrm>
              <a:custGeom>
                <a:avLst/>
                <a:gdLst/>
                <a:ahLst/>
                <a:cxnLst/>
                <a:rect l="l" t="t" r="r" b="b"/>
                <a:pathLst>
                  <a:path w="93750" h="93735">
                    <a:moveTo>
                      <a:pt x="36823" y="93735"/>
                    </a:moveTo>
                    <a:lnTo>
                      <a:pt x="0" y="36851"/>
                    </a:lnTo>
                    <a:lnTo>
                      <a:pt x="56927" y="0"/>
                    </a:lnTo>
                    <a:lnTo>
                      <a:pt x="93750" y="56883"/>
                    </a:lnTo>
                    <a:lnTo>
                      <a:pt x="36823" y="937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0" name="Контур"/>
              <p:cNvSpPr/>
              <p:nvPr/>
            </p:nvSpPr>
            <p:spPr>
              <a:xfrm>
                <a:off x="5293157" y="4361879"/>
                <a:ext cx="96408" cy="89190"/>
              </a:xfrm>
              <a:custGeom>
                <a:avLst/>
                <a:gdLst/>
                <a:ahLst/>
                <a:cxnLst/>
                <a:rect l="l" t="t" r="r" b="b"/>
                <a:pathLst>
                  <a:path w="96408" h="89190">
                    <a:moveTo>
                      <a:pt x="0" y="44505"/>
                    </a:moveTo>
                    <a:lnTo>
                      <a:pt x="17037" y="30684"/>
                    </a:lnTo>
                    <a:lnTo>
                      <a:pt x="52767" y="0"/>
                    </a:lnTo>
                    <a:lnTo>
                      <a:pt x="96408" y="51534"/>
                    </a:lnTo>
                    <a:lnTo>
                      <a:pt x="71424" y="72621"/>
                    </a:lnTo>
                    <a:lnTo>
                      <a:pt x="65565" y="65682"/>
                    </a:lnTo>
                    <a:lnTo>
                      <a:pt x="37701" y="89190"/>
                    </a:lnTo>
                    <a:lnTo>
                      <a:pt x="0" y="445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1" name="Контур"/>
              <p:cNvSpPr/>
              <p:nvPr/>
            </p:nvSpPr>
            <p:spPr>
              <a:xfrm>
                <a:off x="5475209" y="5165105"/>
                <a:ext cx="168491" cy="183984"/>
              </a:xfrm>
              <a:custGeom>
                <a:avLst/>
                <a:gdLst/>
                <a:ahLst/>
                <a:cxnLst/>
                <a:rect l="l" t="t" r="r" b="b"/>
                <a:pathLst>
                  <a:path w="168491" h="183984">
                    <a:moveTo>
                      <a:pt x="0" y="38184"/>
                    </a:moveTo>
                    <a:lnTo>
                      <a:pt x="61300" y="0"/>
                    </a:lnTo>
                    <a:lnTo>
                      <a:pt x="168491" y="148912"/>
                    </a:lnTo>
                    <a:lnTo>
                      <a:pt x="104670" y="183984"/>
                    </a:lnTo>
                    <a:lnTo>
                      <a:pt x="0" y="381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2" name="Контур"/>
              <p:cNvSpPr/>
              <p:nvPr/>
            </p:nvSpPr>
            <p:spPr>
              <a:xfrm>
                <a:off x="3862625" y="4121678"/>
                <a:ext cx="162054" cy="169106"/>
              </a:xfrm>
              <a:custGeom>
                <a:avLst/>
                <a:gdLst/>
                <a:ahLst/>
                <a:cxnLst/>
                <a:rect l="l" t="t" r="r" b="b"/>
                <a:pathLst>
                  <a:path w="162054" h="169106">
                    <a:moveTo>
                      <a:pt x="27999" y="0"/>
                    </a:moveTo>
                    <a:lnTo>
                      <a:pt x="78624" y="54234"/>
                    </a:lnTo>
                    <a:lnTo>
                      <a:pt x="162054" y="143613"/>
                    </a:lnTo>
                    <a:lnTo>
                      <a:pt x="145691" y="158466"/>
                    </a:lnTo>
                    <a:lnTo>
                      <a:pt x="133455" y="169106"/>
                    </a:lnTo>
                    <a:lnTo>
                      <a:pt x="0" y="26136"/>
                    </a:lnTo>
                    <a:lnTo>
                      <a:pt x="2799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3" name="Контур"/>
              <p:cNvSpPr/>
              <p:nvPr/>
            </p:nvSpPr>
            <p:spPr>
              <a:xfrm>
                <a:off x="3890624" y="4054673"/>
                <a:ext cx="122409" cy="121239"/>
              </a:xfrm>
              <a:custGeom>
                <a:avLst/>
                <a:gdLst/>
                <a:ahLst/>
                <a:cxnLst/>
                <a:rect l="l" t="t" r="r" b="b"/>
                <a:pathLst>
                  <a:path w="122409" h="121239">
                    <a:moveTo>
                      <a:pt x="122409" y="54234"/>
                    </a:moveTo>
                    <a:lnTo>
                      <a:pt x="50625" y="121239"/>
                    </a:lnTo>
                    <a:lnTo>
                      <a:pt x="0" y="67005"/>
                    </a:lnTo>
                    <a:lnTo>
                      <a:pt x="71775" y="0"/>
                    </a:lnTo>
                    <a:lnTo>
                      <a:pt x="122409" y="542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4" name="Контур"/>
              <p:cNvSpPr/>
              <p:nvPr/>
            </p:nvSpPr>
            <p:spPr>
              <a:xfrm>
                <a:off x="4071128" y="3948419"/>
                <a:ext cx="197262" cy="195633"/>
              </a:xfrm>
              <a:custGeom>
                <a:avLst/>
                <a:gdLst/>
                <a:ahLst/>
                <a:cxnLst/>
                <a:rect l="l" t="t" r="r" b="b"/>
                <a:pathLst>
                  <a:path w="197262" h="195633">
                    <a:moveTo>
                      <a:pt x="0" y="106254"/>
                    </a:moveTo>
                    <a:lnTo>
                      <a:pt x="113832" y="0"/>
                    </a:lnTo>
                    <a:lnTo>
                      <a:pt x="197262" y="89379"/>
                    </a:lnTo>
                    <a:lnTo>
                      <a:pt x="83430" y="195633"/>
                    </a:lnTo>
                    <a:lnTo>
                      <a:pt x="0" y="1062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5" name="Контур"/>
              <p:cNvSpPr/>
              <p:nvPr/>
            </p:nvSpPr>
            <p:spPr>
              <a:xfrm>
                <a:off x="3941249" y="4054673"/>
                <a:ext cx="213309" cy="210618"/>
              </a:xfrm>
              <a:custGeom>
                <a:avLst/>
                <a:gdLst/>
                <a:ahLst/>
                <a:cxnLst/>
                <a:rect l="l" t="t" r="r" b="b"/>
                <a:pathLst>
                  <a:path w="213309" h="210618">
                    <a:moveTo>
                      <a:pt x="71784" y="54234"/>
                    </a:moveTo>
                    <a:lnTo>
                      <a:pt x="129879" y="0"/>
                    </a:lnTo>
                    <a:lnTo>
                      <a:pt x="213309" y="89379"/>
                    </a:lnTo>
                    <a:lnTo>
                      <a:pt x="186293" y="114739"/>
                    </a:lnTo>
                    <a:lnTo>
                      <a:pt x="83430" y="210618"/>
                    </a:lnTo>
                    <a:lnTo>
                      <a:pt x="0" y="121239"/>
                    </a:lnTo>
                    <a:lnTo>
                      <a:pt x="71784" y="542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6" name="Контур"/>
              <p:cNvSpPr/>
              <p:nvPr/>
            </p:nvSpPr>
            <p:spPr>
              <a:xfrm>
                <a:off x="3421243" y="3978891"/>
                <a:ext cx="194777" cy="184531"/>
              </a:xfrm>
              <a:custGeom>
                <a:avLst/>
                <a:gdLst/>
                <a:ahLst/>
                <a:cxnLst/>
                <a:rect l="l" t="t" r="r" b="b"/>
                <a:pathLst>
                  <a:path w="194777" h="184531">
                    <a:moveTo>
                      <a:pt x="0" y="143446"/>
                    </a:moveTo>
                    <a:lnTo>
                      <a:pt x="153768" y="0"/>
                    </a:lnTo>
                    <a:lnTo>
                      <a:pt x="194777" y="43205"/>
                    </a:lnTo>
                    <a:lnTo>
                      <a:pt x="43372" y="184531"/>
                    </a:lnTo>
                    <a:lnTo>
                      <a:pt x="16549" y="155777"/>
                    </a:lnTo>
                    <a:lnTo>
                      <a:pt x="13766" y="158203"/>
                    </a:lnTo>
                    <a:lnTo>
                      <a:pt x="0" y="1434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7" name="Контур"/>
              <p:cNvSpPr/>
              <p:nvPr/>
            </p:nvSpPr>
            <p:spPr>
              <a:xfrm>
                <a:off x="3962399" y="3998009"/>
                <a:ext cx="108729" cy="110898"/>
              </a:xfrm>
              <a:custGeom>
                <a:avLst/>
                <a:gdLst/>
                <a:ahLst/>
                <a:cxnLst/>
                <a:rect l="l" t="t" r="r" b="b"/>
                <a:pathLst>
                  <a:path w="108729" h="110898">
                    <a:moveTo>
                      <a:pt x="108729" y="56664"/>
                    </a:moveTo>
                    <a:lnTo>
                      <a:pt x="50634" y="110898"/>
                    </a:lnTo>
                    <a:lnTo>
                      <a:pt x="0" y="56664"/>
                    </a:lnTo>
                    <a:lnTo>
                      <a:pt x="55836" y="0"/>
                    </a:lnTo>
                    <a:lnTo>
                      <a:pt x="108729" y="566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8" name="Контур"/>
              <p:cNvSpPr/>
              <p:nvPr/>
            </p:nvSpPr>
            <p:spPr>
              <a:xfrm>
                <a:off x="4036406" y="4304810"/>
                <a:ext cx="1081709" cy="839269"/>
              </a:xfrm>
              <a:custGeom>
                <a:avLst/>
                <a:gdLst/>
                <a:ahLst/>
                <a:cxnLst/>
                <a:rect l="l" t="t" r="r" b="b"/>
                <a:pathLst>
                  <a:path w="1081709" h="839269">
                    <a:moveTo>
                      <a:pt x="0" y="747153"/>
                    </a:moveTo>
                    <a:lnTo>
                      <a:pt x="1013823" y="0"/>
                    </a:lnTo>
                    <a:lnTo>
                      <a:pt x="1081709" y="92116"/>
                    </a:lnTo>
                    <a:lnTo>
                      <a:pt x="67886" y="839269"/>
                    </a:lnTo>
                    <a:lnTo>
                      <a:pt x="0" y="7471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9" name="Контур"/>
              <p:cNvSpPr/>
              <p:nvPr/>
            </p:nvSpPr>
            <p:spPr>
              <a:xfrm>
                <a:off x="3956153" y="4231667"/>
                <a:ext cx="1038930" cy="761409"/>
              </a:xfrm>
              <a:custGeom>
                <a:avLst/>
                <a:gdLst/>
                <a:ahLst/>
                <a:cxnLst/>
                <a:rect l="l" t="t" r="r" b="b"/>
                <a:pathLst>
                  <a:path w="1038930" h="761409">
                    <a:moveTo>
                      <a:pt x="0" y="716787"/>
                    </a:moveTo>
                    <a:lnTo>
                      <a:pt x="1007172" y="0"/>
                    </a:lnTo>
                    <a:lnTo>
                      <a:pt x="1033573" y="37096"/>
                    </a:lnTo>
                    <a:lnTo>
                      <a:pt x="1038930" y="44622"/>
                    </a:lnTo>
                    <a:lnTo>
                      <a:pt x="31758" y="761409"/>
                    </a:lnTo>
                    <a:lnTo>
                      <a:pt x="0" y="7167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0" name="Контур"/>
              <p:cNvSpPr/>
              <p:nvPr/>
            </p:nvSpPr>
            <p:spPr>
              <a:xfrm>
                <a:off x="3944733" y="4659164"/>
                <a:ext cx="111525" cy="125423"/>
              </a:xfrm>
              <a:custGeom>
                <a:avLst/>
                <a:gdLst/>
                <a:ahLst/>
                <a:cxnLst/>
                <a:rect l="l" t="t" r="r" b="b"/>
                <a:pathLst>
                  <a:path w="111525" h="125423">
                    <a:moveTo>
                      <a:pt x="0" y="33191"/>
                    </a:moveTo>
                    <a:lnTo>
                      <a:pt x="48819" y="0"/>
                    </a:lnTo>
                    <a:lnTo>
                      <a:pt x="111525" y="92233"/>
                    </a:lnTo>
                    <a:lnTo>
                      <a:pt x="62706" y="125423"/>
                    </a:lnTo>
                    <a:lnTo>
                      <a:pt x="21976" y="65514"/>
                    </a:lnTo>
                    <a:lnTo>
                      <a:pt x="0" y="3319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1" name="Контур"/>
              <p:cNvSpPr/>
              <p:nvPr/>
            </p:nvSpPr>
            <p:spPr>
              <a:xfrm>
                <a:off x="4003752" y="4281033"/>
                <a:ext cx="586883" cy="478774"/>
              </a:xfrm>
              <a:custGeom>
                <a:avLst/>
                <a:gdLst/>
                <a:ahLst/>
                <a:cxnLst/>
                <a:rect l="l" t="t" r="r" b="b"/>
                <a:pathLst>
                  <a:path w="586883" h="478774">
                    <a:moveTo>
                      <a:pt x="0" y="372874"/>
                    </a:moveTo>
                    <a:lnTo>
                      <a:pt x="509436" y="0"/>
                    </a:lnTo>
                    <a:lnTo>
                      <a:pt x="522468" y="16967"/>
                    </a:lnTo>
                    <a:lnTo>
                      <a:pt x="586883" y="105811"/>
                    </a:lnTo>
                    <a:lnTo>
                      <a:pt x="76351" y="478774"/>
                    </a:lnTo>
                    <a:lnTo>
                      <a:pt x="0" y="37287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2" name="Контур"/>
              <p:cNvSpPr/>
              <p:nvPr/>
            </p:nvSpPr>
            <p:spPr>
              <a:xfrm>
                <a:off x="4008316" y="4169412"/>
                <a:ext cx="232853" cy="233897"/>
              </a:xfrm>
              <a:custGeom>
                <a:avLst/>
                <a:gdLst/>
                <a:ahLst/>
                <a:cxnLst/>
                <a:rect l="l" t="t" r="r" b="b"/>
                <a:pathLst>
                  <a:path w="232853" h="233897">
                    <a:moveTo>
                      <a:pt x="0" y="110732"/>
                    </a:moveTo>
                    <a:lnTo>
                      <a:pt x="16363" y="95879"/>
                    </a:lnTo>
                    <a:lnTo>
                      <a:pt x="119226" y="0"/>
                    </a:lnTo>
                    <a:lnTo>
                      <a:pt x="232853" y="124971"/>
                    </a:lnTo>
                    <a:lnTo>
                      <a:pt x="112846" y="233897"/>
                    </a:lnTo>
                    <a:lnTo>
                      <a:pt x="0" y="1107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3" name="Контур"/>
              <p:cNvSpPr/>
              <p:nvPr/>
            </p:nvSpPr>
            <p:spPr>
              <a:xfrm>
                <a:off x="4168634" y="3582200"/>
                <a:ext cx="670242" cy="712549"/>
              </a:xfrm>
              <a:custGeom>
                <a:avLst/>
                <a:gdLst/>
                <a:ahLst/>
                <a:cxnLst/>
                <a:rect l="l" t="t" r="r" b="b"/>
                <a:pathLst>
                  <a:path w="670242" h="712549">
                    <a:moveTo>
                      <a:pt x="0" y="123777"/>
                    </a:moveTo>
                    <a:lnTo>
                      <a:pt x="132075" y="0"/>
                    </a:lnTo>
                    <a:lnTo>
                      <a:pt x="670242" y="574691"/>
                    </a:lnTo>
                    <a:lnTo>
                      <a:pt x="520807" y="712549"/>
                    </a:lnTo>
                    <a:lnTo>
                      <a:pt x="450967" y="640774"/>
                    </a:lnTo>
                    <a:lnTo>
                      <a:pt x="365301" y="545940"/>
                    </a:lnTo>
                    <a:lnTo>
                      <a:pt x="345537" y="523809"/>
                    </a:lnTo>
                    <a:lnTo>
                      <a:pt x="336582" y="513792"/>
                    </a:lnTo>
                    <a:lnTo>
                      <a:pt x="249768" y="416583"/>
                    </a:lnTo>
                    <a:lnTo>
                      <a:pt x="264681" y="402417"/>
                    </a:lnTo>
                    <a:lnTo>
                      <a:pt x="0" y="12377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4" name="Контур"/>
              <p:cNvSpPr/>
              <p:nvPr/>
            </p:nvSpPr>
            <p:spPr>
              <a:xfrm>
                <a:off x="4006053" y="6043417"/>
                <a:ext cx="96485" cy="90958"/>
              </a:xfrm>
              <a:custGeom>
                <a:avLst/>
                <a:gdLst/>
                <a:ahLst/>
                <a:cxnLst/>
                <a:rect l="l" t="t" r="r" b="b"/>
                <a:pathLst>
                  <a:path w="96485" h="90958">
                    <a:moveTo>
                      <a:pt x="31541" y="90958"/>
                    </a:moveTo>
                    <a:lnTo>
                      <a:pt x="0" y="49941"/>
                    </a:lnTo>
                    <a:lnTo>
                      <a:pt x="64944" y="0"/>
                    </a:lnTo>
                    <a:lnTo>
                      <a:pt x="96485" y="41017"/>
                    </a:lnTo>
                    <a:lnTo>
                      <a:pt x="31541" y="909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5" name="Контур"/>
              <p:cNvSpPr/>
              <p:nvPr/>
            </p:nvSpPr>
            <p:spPr>
              <a:xfrm>
                <a:off x="4100746" y="5981417"/>
                <a:ext cx="165322" cy="177703"/>
              </a:xfrm>
              <a:custGeom>
                <a:avLst/>
                <a:gdLst/>
                <a:ahLst/>
                <a:cxnLst/>
                <a:rect l="l" t="t" r="r" b="b"/>
                <a:pathLst>
                  <a:path w="165322" h="177703">
                    <a:moveTo>
                      <a:pt x="80985" y="177703"/>
                    </a:moveTo>
                    <a:lnTo>
                      <a:pt x="0" y="61470"/>
                    </a:lnTo>
                    <a:lnTo>
                      <a:pt x="83220" y="0"/>
                    </a:lnTo>
                    <a:lnTo>
                      <a:pt x="165322" y="116793"/>
                    </a:lnTo>
                    <a:lnTo>
                      <a:pt x="80985" y="1777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6" name="Контур"/>
              <p:cNvSpPr/>
              <p:nvPr/>
            </p:nvSpPr>
            <p:spPr>
              <a:xfrm>
                <a:off x="3385339" y="5752419"/>
                <a:ext cx="78908" cy="77207"/>
              </a:xfrm>
              <a:custGeom>
                <a:avLst/>
                <a:gdLst/>
                <a:ahLst/>
                <a:cxnLst/>
                <a:rect l="l" t="t" r="r" b="b"/>
                <a:pathLst>
                  <a:path w="78908" h="77207">
                    <a:moveTo>
                      <a:pt x="28477" y="77207"/>
                    </a:moveTo>
                    <a:lnTo>
                      <a:pt x="0" y="39247"/>
                    </a:lnTo>
                    <a:lnTo>
                      <a:pt x="51298" y="0"/>
                    </a:lnTo>
                    <a:lnTo>
                      <a:pt x="78908" y="36833"/>
                    </a:lnTo>
                    <a:lnTo>
                      <a:pt x="28477" y="7720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7" name="Контур"/>
              <p:cNvSpPr/>
              <p:nvPr/>
            </p:nvSpPr>
            <p:spPr>
              <a:xfrm>
                <a:off x="4471797" y="5695342"/>
                <a:ext cx="123729" cy="107163"/>
              </a:xfrm>
              <a:custGeom>
                <a:avLst/>
                <a:gdLst/>
                <a:ahLst/>
                <a:cxnLst/>
                <a:rect l="l" t="t" r="r" b="b"/>
                <a:pathLst>
                  <a:path w="123729" h="107163">
                    <a:moveTo>
                      <a:pt x="29560" y="107163"/>
                    </a:moveTo>
                    <a:lnTo>
                      <a:pt x="0" y="68635"/>
                    </a:lnTo>
                    <a:lnTo>
                      <a:pt x="96165" y="0"/>
                    </a:lnTo>
                    <a:lnTo>
                      <a:pt x="123729" y="37994"/>
                    </a:lnTo>
                    <a:lnTo>
                      <a:pt x="29560" y="1071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8" name="Контур"/>
              <p:cNvSpPr/>
              <p:nvPr/>
            </p:nvSpPr>
            <p:spPr>
              <a:xfrm>
                <a:off x="3437448" y="5657000"/>
                <a:ext cx="89326" cy="78693"/>
              </a:xfrm>
              <a:custGeom>
                <a:avLst/>
                <a:gdLst/>
                <a:ahLst/>
                <a:cxnLst/>
                <a:rect l="l" t="t" r="r" b="b"/>
                <a:pathLst>
                  <a:path w="89326" h="78693">
                    <a:moveTo>
                      <a:pt x="0" y="41784"/>
                    </a:moveTo>
                    <a:lnTo>
                      <a:pt x="65938" y="0"/>
                    </a:lnTo>
                    <a:lnTo>
                      <a:pt x="89326" y="36909"/>
                    </a:lnTo>
                    <a:lnTo>
                      <a:pt x="23388" y="78693"/>
                    </a:lnTo>
                    <a:lnTo>
                      <a:pt x="0" y="417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9" name="Контур"/>
              <p:cNvSpPr/>
              <p:nvPr/>
            </p:nvSpPr>
            <p:spPr>
              <a:xfrm>
                <a:off x="4073109" y="4415301"/>
                <a:ext cx="1178475" cy="869692"/>
              </a:xfrm>
              <a:custGeom>
                <a:avLst/>
                <a:gdLst/>
                <a:ahLst/>
                <a:cxnLst/>
                <a:rect l="l" t="t" r="r" b="b"/>
                <a:pathLst>
                  <a:path w="1178475" h="869692">
                    <a:moveTo>
                      <a:pt x="1178475" y="41296"/>
                    </a:moveTo>
                    <a:lnTo>
                      <a:pt x="32008" y="869692"/>
                    </a:lnTo>
                    <a:lnTo>
                      <a:pt x="0" y="825025"/>
                    </a:lnTo>
                    <a:lnTo>
                      <a:pt x="1144783" y="0"/>
                    </a:lnTo>
                    <a:lnTo>
                      <a:pt x="1178475" y="4129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0" name="Контур"/>
              <p:cNvSpPr/>
              <p:nvPr/>
            </p:nvSpPr>
            <p:spPr>
              <a:xfrm>
                <a:off x="6419093" y="2498699"/>
                <a:ext cx="564888" cy="574245"/>
              </a:xfrm>
              <a:custGeom>
                <a:avLst/>
                <a:gdLst/>
                <a:ahLst/>
                <a:cxnLst/>
                <a:rect l="l" t="t" r="r" b="b"/>
                <a:pathLst>
                  <a:path w="564888" h="574245">
                    <a:moveTo>
                      <a:pt x="564888" y="82131"/>
                    </a:moveTo>
                    <a:lnTo>
                      <a:pt x="105264" y="574245"/>
                    </a:lnTo>
                    <a:lnTo>
                      <a:pt x="0" y="471825"/>
                    </a:lnTo>
                    <a:lnTo>
                      <a:pt x="456993" y="2187"/>
                    </a:lnTo>
                    <a:lnTo>
                      <a:pt x="477765" y="22392"/>
                    </a:lnTo>
                    <a:lnTo>
                      <a:pt x="499554" y="0"/>
                    </a:lnTo>
                    <a:lnTo>
                      <a:pt x="525943" y="24474"/>
                    </a:lnTo>
                    <a:lnTo>
                      <a:pt x="515681" y="36059"/>
                    </a:lnTo>
                    <a:lnTo>
                      <a:pt x="564888" y="8213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1" name="Контур"/>
              <p:cNvSpPr/>
              <p:nvPr/>
            </p:nvSpPr>
            <p:spPr>
              <a:xfrm>
                <a:off x="6133418" y="2871287"/>
                <a:ext cx="155073" cy="168783"/>
              </a:xfrm>
              <a:custGeom>
                <a:avLst/>
                <a:gdLst/>
                <a:ahLst/>
                <a:cxnLst/>
                <a:rect l="l" t="t" r="r" b="b"/>
                <a:pathLst>
                  <a:path w="155073" h="168783">
                    <a:moveTo>
                      <a:pt x="6214" y="72761"/>
                    </a:moveTo>
                    <a:lnTo>
                      <a:pt x="48694" y="31078"/>
                    </a:lnTo>
                    <a:lnTo>
                      <a:pt x="95776" y="0"/>
                    </a:lnTo>
                    <a:lnTo>
                      <a:pt x="120412" y="22854"/>
                    </a:lnTo>
                    <a:lnTo>
                      <a:pt x="130430" y="13032"/>
                    </a:lnTo>
                    <a:lnTo>
                      <a:pt x="155073" y="38490"/>
                    </a:lnTo>
                    <a:lnTo>
                      <a:pt x="108191" y="87201"/>
                    </a:lnTo>
                    <a:lnTo>
                      <a:pt x="23843" y="168783"/>
                    </a:lnTo>
                    <a:lnTo>
                      <a:pt x="0" y="146735"/>
                    </a:lnTo>
                    <a:lnTo>
                      <a:pt x="11020" y="135710"/>
                    </a:lnTo>
                    <a:lnTo>
                      <a:pt x="39270" y="106440"/>
                    </a:lnTo>
                    <a:lnTo>
                      <a:pt x="6214" y="7276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2" name="Контур"/>
              <p:cNvSpPr/>
              <p:nvPr/>
            </p:nvSpPr>
            <p:spPr>
              <a:xfrm>
                <a:off x="6211877" y="1948304"/>
                <a:ext cx="784800" cy="912960"/>
              </a:xfrm>
              <a:custGeom>
                <a:avLst/>
                <a:gdLst/>
                <a:ahLst/>
                <a:cxnLst/>
                <a:rect l="l" t="t" r="r" b="b"/>
                <a:pathLst>
                  <a:path w="784800" h="912960">
                    <a:moveTo>
                      <a:pt x="0" y="869760"/>
                    </a:moveTo>
                    <a:lnTo>
                      <a:pt x="341136" y="521280"/>
                    </a:lnTo>
                    <a:lnTo>
                      <a:pt x="692937" y="174609"/>
                    </a:lnTo>
                    <a:lnTo>
                      <a:pt x="567945" y="45396"/>
                    </a:lnTo>
                    <a:lnTo>
                      <a:pt x="614880" y="0"/>
                    </a:lnTo>
                    <a:lnTo>
                      <a:pt x="784800" y="175680"/>
                    </a:lnTo>
                    <a:lnTo>
                      <a:pt x="384480" y="570240"/>
                    </a:lnTo>
                    <a:lnTo>
                      <a:pt x="44640" y="912960"/>
                    </a:lnTo>
                    <a:lnTo>
                      <a:pt x="0" y="8697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3" name="Контур"/>
              <p:cNvSpPr/>
              <p:nvPr/>
            </p:nvSpPr>
            <p:spPr>
              <a:xfrm>
                <a:off x="6467459" y="3361412"/>
                <a:ext cx="125118" cy="119346"/>
              </a:xfrm>
              <a:custGeom>
                <a:avLst/>
                <a:gdLst/>
                <a:ahLst/>
                <a:cxnLst/>
                <a:rect l="l" t="t" r="r" b="b"/>
                <a:pathLst>
                  <a:path w="125118" h="119346">
                    <a:moveTo>
                      <a:pt x="0" y="72135"/>
                    </a:moveTo>
                    <a:lnTo>
                      <a:pt x="80739" y="0"/>
                    </a:lnTo>
                    <a:lnTo>
                      <a:pt x="125118" y="45135"/>
                    </a:lnTo>
                    <a:lnTo>
                      <a:pt x="100593" y="67374"/>
                    </a:lnTo>
                    <a:lnTo>
                      <a:pt x="43942" y="119346"/>
                    </a:lnTo>
                    <a:lnTo>
                      <a:pt x="29219" y="101823"/>
                    </a:lnTo>
                    <a:lnTo>
                      <a:pt x="0" y="721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4" name="Контур"/>
              <p:cNvSpPr/>
              <p:nvPr/>
            </p:nvSpPr>
            <p:spPr>
              <a:xfrm>
                <a:off x="6548198" y="2635184"/>
                <a:ext cx="720639" cy="771363"/>
              </a:xfrm>
              <a:custGeom>
                <a:avLst/>
                <a:gdLst/>
                <a:ahLst/>
                <a:cxnLst/>
                <a:rect l="l" t="t" r="r" b="b"/>
                <a:pathLst>
                  <a:path w="720639" h="771363">
                    <a:moveTo>
                      <a:pt x="0" y="726228"/>
                    </a:moveTo>
                    <a:lnTo>
                      <a:pt x="274635" y="440145"/>
                    </a:lnTo>
                    <a:lnTo>
                      <a:pt x="674559" y="0"/>
                    </a:lnTo>
                    <a:lnTo>
                      <a:pt x="720639" y="46080"/>
                    </a:lnTo>
                    <a:lnTo>
                      <a:pt x="316242" y="484767"/>
                    </a:lnTo>
                    <a:lnTo>
                      <a:pt x="44379" y="771363"/>
                    </a:lnTo>
                    <a:lnTo>
                      <a:pt x="0" y="72622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5" name="Контур"/>
              <p:cNvSpPr/>
              <p:nvPr/>
            </p:nvSpPr>
            <p:spPr>
              <a:xfrm>
                <a:off x="6702917" y="2221904"/>
                <a:ext cx="1226655" cy="1177002"/>
              </a:xfrm>
              <a:custGeom>
                <a:avLst/>
                <a:gdLst/>
                <a:ahLst/>
                <a:cxnLst/>
                <a:rect l="l" t="t" r="r" b="b"/>
                <a:pathLst>
                  <a:path w="1226655" h="1177002">
                    <a:moveTo>
                      <a:pt x="1226655" y="46647"/>
                    </a:moveTo>
                    <a:lnTo>
                      <a:pt x="899622" y="347859"/>
                    </a:lnTo>
                    <a:lnTo>
                      <a:pt x="800991" y="449397"/>
                    </a:lnTo>
                    <a:lnTo>
                      <a:pt x="653589" y="576567"/>
                    </a:lnTo>
                    <a:lnTo>
                      <a:pt x="44532" y="1177002"/>
                    </a:lnTo>
                    <a:lnTo>
                      <a:pt x="0" y="1131840"/>
                    </a:lnTo>
                    <a:lnTo>
                      <a:pt x="610560" y="529920"/>
                    </a:lnTo>
                    <a:lnTo>
                      <a:pt x="757440" y="403200"/>
                    </a:lnTo>
                    <a:lnTo>
                      <a:pt x="855360" y="302400"/>
                    </a:lnTo>
                    <a:lnTo>
                      <a:pt x="1183680" y="0"/>
                    </a:lnTo>
                    <a:lnTo>
                      <a:pt x="1226655" y="4664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6" name="Контур"/>
              <p:cNvSpPr/>
              <p:nvPr/>
            </p:nvSpPr>
            <p:spPr>
              <a:xfrm>
                <a:off x="6326799" y="2990686"/>
                <a:ext cx="277164" cy="272770"/>
              </a:xfrm>
              <a:custGeom>
                <a:avLst/>
                <a:gdLst/>
                <a:ahLst/>
                <a:cxnLst/>
                <a:rect l="l" t="t" r="r" b="b"/>
                <a:pathLst>
                  <a:path w="277164" h="272770">
                    <a:moveTo>
                      <a:pt x="0" y="46354"/>
                    </a:moveTo>
                    <a:lnTo>
                      <a:pt x="45258" y="0"/>
                    </a:lnTo>
                    <a:lnTo>
                      <a:pt x="277164" y="226416"/>
                    </a:lnTo>
                    <a:lnTo>
                      <a:pt x="231907" y="272770"/>
                    </a:lnTo>
                    <a:lnTo>
                      <a:pt x="116643" y="160838"/>
                    </a:lnTo>
                    <a:lnTo>
                      <a:pt x="61406" y="106490"/>
                    </a:lnTo>
                    <a:lnTo>
                      <a:pt x="15118" y="61159"/>
                    </a:lnTo>
                    <a:lnTo>
                      <a:pt x="0" y="463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7" name="Контур"/>
              <p:cNvSpPr/>
              <p:nvPr/>
            </p:nvSpPr>
            <p:spPr>
              <a:xfrm>
                <a:off x="7332135" y="3099363"/>
                <a:ext cx="147399" cy="141155"/>
              </a:xfrm>
              <a:custGeom>
                <a:avLst/>
                <a:gdLst/>
                <a:ahLst/>
                <a:cxnLst/>
                <a:rect l="l" t="t" r="r" b="b"/>
                <a:pathLst>
                  <a:path w="147399" h="141155">
                    <a:moveTo>
                      <a:pt x="114544" y="0"/>
                    </a:moveTo>
                    <a:lnTo>
                      <a:pt x="147399" y="35680"/>
                    </a:lnTo>
                    <a:lnTo>
                      <a:pt x="32856" y="141155"/>
                    </a:lnTo>
                    <a:lnTo>
                      <a:pt x="0" y="105474"/>
                    </a:lnTo>
                    <a:lnTo>
                      <a:pt x="11454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8" name="Контур"/>
              <p:cNvSpPr/>
              <p:nvPr/>
            </p:nvSpPr>
            <p:spPr>
              <a:xfrm>
                <a:off x="6580517" y="2577584"/>
                <a:ext cx="565254" cy="593280"/>
              </a:xfrm>
              <a:custGeom>
                <a:avLst/>
                <a:gdLst/>
                <a:ahLst/>
                <a:cxnLst/>
                <a:rect l="l" t="t" r="r" b="b"/>
                <a:pathLst>
                  <a:path w="565254" h="593280">
                    <a:moveTo>
                      <a:pt x="514080" y="0"/>
                    </a:moveTo>
                    <a:lnTo>
                      <a:pt x="565254" y="47133"/>
                    </a:lnTo>
                    <a:lnTo>
                      <a:pt x="48960" y="593280"/>
                    </a:lnTo>
                    <a:lnTo>
                      <a:pt x="0" y="544320"/>
                    </a:lnTo>
                    <a:lnTo>
                      <a:pt x="51408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9" name="Контур"/>
              <p:cNvSpPr/>
              <p:nvPr/>
            </p:nvSpPr>
            <p:spPr>
              <a:xfrm>
                <a:off x="7287080" y="3878867"/>
                <a:ext cx="70443" cy="70974"/>
              </a:xfrm>
              <a:custGeom>
                <a:avLst/>
                <a:gdLst/>
                <a:ahLst/>
                <a:cxnLst/>
                <a:rect l="l" t="t" r="r" b="b"/>
                <a:pathLst>
                  <a:path w="70443" h="70974">
                    <a:moveTo>
                      <a:pt x="30555" y="70974"/>
                    </a:moveTo>
                    <a:lnTo>
                      <a:pt x="0" y="29133"/>
                    </a:lnTo>
                    <a:lnTo>
                      <a:pt x="39888" y="0"/>
                    </a:lnTo>
                    <a:lnTo>
                      <a:pt x="70443" y="41841"/>
                    </a:lnTo>
                    <a:lnTo>
                      <a:pt x="30555" y="7097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0" name="Контур"/>
              <p:cNvSpPr/>
              <p:nvPr/>
            </p:nvSpPr>
            <p:spPr>
              <a:xfrm>
                <a:off x="7290509" y="3708524"/>
                <a:ext cx="113967" cy="100080"/>
              </a:xfrm>
              <a:custGeom>
                <a:avLst/>
                <a:gdLst/>
                <a:ahLst/>
                <a:cxnLst/>
                <a:rect l="l" t="t" r="r" b="b"/>
                <a:pathLst>
                  <a:path w="113967" h="100080">
                    <a:moveTo>
                      <a:pt x="113967" y="31680"/>
                    </a:moveTo>
                    <a:lnTo>
                      <a:pt x="24120" y="100080"/>
                    </a:lnTo>
                    <a:lnTo>
                      <a:pt x="0" y="68400"/>
                    </a:lnTo>
                    <a:lnTo>
                      <a:pt x="89847" y="0"/>
                    </a:lnTo>
                    <a:lnTo>
                      <a:pt x="113967" y="3168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1" name="Контур"/>
              <p:cNvSpPr/>
              <p:nvPr/>
            </p:nvSpPr>
            <p:spPr>
              <a:xfrm>
                <a:off x="6178170" y="3463235"/>
                <a:ext cx="375318" cy="334036"/>
              </a:xfrm>
              <a:custGeom>
                <a:avLst/>
                <a:gdLst/>
                <a:ahLst/>
                <a:cxnLst/>
                <a:rect l="l" t="t" r="r" b="b"/>
                <a:pathLst>
                  <a:path w="375318" h="334036">
                    <a:moveTo>
                      <a:pt x="7938" y="243982"/>
                    </a:moveTo>
                    <a:lnTo>
                      <a:pt x="0" y="233226"/>
                    </a:lnTo>
                    <a:lnTo>
                      <a:pt x="318508" y="0"/>
                    </a:lnTo>
                    <a:lnTo>
                      <a:pt x="333231" y="17523"/>
                    </a:lnTo>
                    <a:lnTo>
                      <a:pt x="375318" y="74965"/>
                    </a:lnTo>
                    <a:lnTo>
                      <a:pt x="336344" y="106782"/>
                    </a:lnTo>
                    <a:lnTo>
                      <a:pt x="347142" y="122128"/>
                    </a:lnTo>
                    <a:lnTo>
                      <a:pt x="74591" y="334036"/>
                    </a:lnTo>
                    <a:lnTo>
                      <a:pt x="7938" y="2439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2" name="Контур"/>
              <p:cNvSpPr/>
              <p:nvPr/>
            </p:nvSpPr>
            <p:spPr>
              <a:xfrm>
                <a:off x="7200149" y="3591812"/>
                <a:ext cx="130608" cy="178092"/>
              </a:xfrm>
              <a:custGeom>
                <a:avLst/>
                <a:gdLst/>
                <a:ahLst/>
                <a:cxnLst/>
                <a:rect l="l" t="t" r="r" b="b"/>
                <a:pathLst>
                  <a:path w="130608" h="178092">
                    <a:moveTo>
                      <a:pt x="0" y="24669"/>
                    </a:moveTo>
                    <a:lnTo>
                      <a:pt x="33012" y="0"/>
                    </a:lnTo>
                    <a:lnTo>
                      <a:pt x="130608" y="140652"/>
                    </a:lnTo>
                    <a:lnTo>
                      <a:pt x="80208" y="178092"/>
                    </a:lnTo>
                    <a:lnTo>
                      <a:pt x="55647" y="145035"/>
                    </a:lnTo>
                    <a:lnTo>
                      <a:pt x="74052" y="131364"/>
                    </a:lnTo>
                    <a:lnTo>
                      <a:pt x="0" y="2466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3" name="Контур"/>
              <p:cNvSpPr/>
              <p:nvPr/>
            </p:nvSpPr>
            <p:spPr>
              <a:xfrm>
                <a:off x="6511401" y="3428786"/>
                <a:ext cx="103389" cy="109414"/>
              </a:xfrm>
              <a:custGeom>
                <a:avLst/>
                <a:gdLst/>
                <a:ahLst/>
                <a:cxnLst/>
                <a:rect l="l" t="t" r="r" b="b"/>
                <a:pathLst>
                  <a:path w="103389" h="109414">
                    <a:moveTo>
                      <a:pt x="56651" y="0"/>
                    </a:moveTo>
                    <a:lnTo>
                      <a:pt x="103389" y="57328"/>
                    </a:lnTo>
                    <a:lnTo>
                      <a:pt x="42087" y="109414"/>
                    </a:lnTo>
                    <a:lnTo>
                      <a:pt x="0" y="51972"/>
                    </a:lnTo>
                    <a:lnTo>
                      <a:pt x="5665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4" name="Контур"/>
              <p:cNvSpPr/>
              <p:nvPr/>
            </p:nvSpPr>
            <p:spPr>
              <a:xfrm>
                <a:off x="6274634" y="3367595"/>
                <a:ext cx="156771" cy="166788"/>
              </a:xfrm>
              <a:custGeom>
                <a:avLst/>
                <a:gdLst/>
                <a:ahLst/>
                <a:cxnLst/>
                <a:rect l="l" t="t" r="r" b="b"/>
                <a:pathLst>
                  <a:path w="156771" h="166788">
                    <a:moveTo>
                      <a:pt x="0" y="138240"/>
                    </a:moveTo>
                    <a:lnTo>
                      <a:pt x="125280" y="0"/>
                    </a:lnTo>
                    <a:lnTo>
                      <a:pt x="156771" y="27369"/>
                    </a:lnTo>
                    <a:lnTo>
                      <a:pt x="132381" y="54801"/>
                    </a:lnTo>
                    <a:lnTo>
                      <a:pt x="147411" y="68166"/>
                    </a:lnTo>
                    <a:lnTo>
                      <a:pt x="77481" y="146808"/>
                    </a:lnTo>
                    <a:lnTo>
                      <a:pt x="62649" y="133623"/>
                    </a:lnTo>
                    <a:lnTo>
                      <a:pt x="33156" y="166788"/>
                    </a:lnTo>
                    <a:lnTo>
                      <a:pt x="0" y="13824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5" name="Контур"/>
              <p:cNvSpPr/>
              <p:nvPr/>
            </p:nvSpPr>
            <p:spPr>
              <a:xfrm>
                <a:off x="5444606" y="3373442"/>
                <a:ext cx="234006" cy="198070"/>
              </a:xfrm>
              <a:custGeom>
                <a:avLst/>
                <a:gdLst/>
                <a:ahLst/>
                <a:cxnLst/>
                <a:rect l="l" t="t" r="r" b="b"/>
                <a:pathLst>
                  <a:path w="234006" h="198070">
                    <a:moveTo>
                      <a:pt x="183117" y="198070"/>
                    </a:moveTo>
                    <a:lnTo>
                      <a:pt x="0" y="49320"/>
                    </a:lnTo>
                    <a:lnTo>
                      <a:pt x="40071" y="9225"/>
                    </a:lnTo>
                    <a:lnTo>
                      <a:pt x="72122" y="36486"/>
                    </a:lnTo>
                    <a:lnTo>
                      <a:pt x="114999" y="0"/>
                    </a:lnTo>
                    <a:lnTo>
                      <a:pt x="149868" y="36489"/>
                    </a:lnTo>
                    <a:lnTo>
                      <a:pt x="110992" y="64953"/>
                    </a:lnTo>
                    <a:lnTo>
                      <a:pt x="169103" y="104646"/>
                    </a:lnTo>
                    <a:lnTo>
                      <a:pt x="234006" y="156589"/>
                    </a:lnTo>
                    <a:lnTo>
                      <a:pt x="222385" y="170422"/>
                    </a:lnTo>
                    <a:lnTo>
                      <a:pt x="213766" y="163404"/>
                    </a:lnTo>
                    <a:lnTo>
                      <a:pt x="183117" y="19807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6" name="Контур"/>
              <p:cNvSpPr/>
              <p:nvPr/>
            </p:nvSpPr>
            <p:spPr>
              <a:xfrm>
                <a:off x="5613709" y="3193228"/>
                <a:ext cx="318961" cy="338812"/>
              </a:xfrm>
              <a:custGeom>
                <a:avLst/>
                <a:gdLst/>
                <a:ahLst/>
                <a:cxnLst/>
                <a:rect l="l" t="t" r="r" b="b"/>
                <a:pathLst>
                  <a:path w="318961" h="338812">
                    <a:moveTo>
                      <a:pt x="294717" y="69167"/>
                    </a:moveTo>
                    <a:lnTo>
                      <a:pt x="258074" y="112397"/>
                    </a:lnTo>
                    <a:lnTo>
                      <a:pt x="184729" y="191652"/>
                    </a:lnTo>
                    <a:lnTo>
                      <a:pt x="143441" y="235769"/>
                    </a:lnTo>
                    <a:lnTo>
                      <a:pt x="166283" y="259024"/>
                    </a:lnTo>
                    <a:lnTo>
                      <a:pt x="94152" y="338812"/>
                    </a:lnTo>
                    <a:lnTo>
                      <a:pt x="76725" y="325176"/>
                    </a:lnTo>
                    <a:lnTo>
                      <a:pt x="64903" y="336803"/>
                    </a:lnTo>
                    <a:lnTo>
                      <a:pt x="0" y="284860"/>
                    </a:lnTo>
                    <a:lnTo>
                      <a:pt x="267670" y="0"/>
                    </a:lnTo>
                    <a:lnTo>
                      <a:pt x="310546" y="35683"/>
                    </a:lnTo>
                    <a:lnTo>
                      <a:pt x="318961" y="42500"/>
                    </a:lnTo>
                    <a:lnTo>
                      <a:pt x="294717" y="6916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7" name="Контур"/>
              <p:cNvSpPr/>
              <p:nvPr/>
            </p:nvSpPr>
            <p:spPr>
              <a:xfrm>
                <a:off x="6021017" y="2968308"/>
                <a:ext cx="123421" cy="199057"/>
              </a:xfrm>
              <a:custGeom>
                <a:avLst/>
                <a:gdLst/>
                <a:ahLst/>
                <a:cxnLst/>
                <a:rect l="l" t="t" r="r" b="b"/>
                <a:pathLst>
                  <a:path w="123421" h="199057">
                    <a:moveTo>
                      <a:pt x="10820" y="68358"/>
                    </a:moveTo>
                    <a:lnTo>
                      <a:pt x="81748" y="0"/>
                    </a:lnTo>
                    <a:lnTo>
                      <a:pt x="123421" y="38689"/>
                    </a:lnTo>
                    <a:lnTo>
                      <a:pt x="112401" y="49714"/>
                    </a:lnTo>
                    <a:lnTo>
                      <a:pt x="73329" y="92013"/>
                    </a:lnTo>
                    <a:lnTo>
                      <a:pt x="100977" y="114463"/>
                    </a:lnTo>
                    <a:lnTo>
                      <a:pt x="31657" y="199057"/>
                    </a:lnTo>
                    <a:lnTo>
                      <a:pt x="0" y="172803"/>
                    </a:lnTo>
                    <a:lnTo>
                      <a:pt x="14826" y="154160"/>
                    </a:lnTo>
                    <a:lnTo>
                      <a:pt x="37667" y="129297"/>
                    </a:lnTo>
                    <a:lnTo>
                      <a:pt x="10820" y="683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8" name="Контур"/>
              <p:cNvSpPr/>
              <p:nvPr/>
            </p:nvSpPr>
            <p:spPr>
              <a:xfrm>
                <a:off x="5798438" y="3305625"/>
                <a:ext cx="90966" cy="95562"/>
              </a:xfrm>
              <a:custGeom>
                <a:avLst/>
                <a:gdLst/>
                <a:ahLst/>
                <a:cxnLst/>
                <a:rect l="l" t="t" r="r" b="b"/>
                <a:pathLst>
                  <a:path w="90966" h="95562">
                    <a:moveTo>
                      <a:pt x="0" y="79255"/>
                    </a:moveTo>
                    <a:lnTo>
                      <a:pt x="73345" y="0"/>
                    </a:lnTo>
                    <a:lnTo>
                      <a:pt x="90966" y="16306"/>
                    </a:lnTo>
                    <a:lnTo>
                      <a:pt x="17621" y="95562"/>
                    </a:lnTo>
                    <a:lnTo>
                      <a:pt x="0" y="7925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9" name="Контур"/>
              <p:cNvSpPr/>
              <p:nvPr/>
            </p:nvSpPr>
            <p:spPr>
              <a:xfrm>
                <a:off x="5908426" y="3181410"/>
                <a:ext cx="104981" cy="107446"/>
              </a:xfrm>
              <a:custGeom>
                <a:avLst/>
                <a:gdLst/>
                <a:ahLst/>
                <a:cxnLst/>
                <a:rect l="l" t="t" r="r" b="b"/>
                <a:pathLst>
                  <a:path w="104981" h="107446">
                    <a:moveTo>
                      <a:pt x="24244" y="54318"/>
                    </a:moveTo>
                    <a:lnTo>
                      <a:pt x="75128" y="0"/>
                    </a:lnTo>
                    <a:lnTo>
                      <a:pt x="104981" y="27863"/>
                    </a:lnTo>
                    <a:lnTo>
                      <a:pt x="29251" y="107446"/>
                    </a:lnTo>
                    <a:lnTo>
                      <a:pt x="0" y="80985"/>
                    </a:lnTo>
                    <a:lnTo>
                      <a:pt x="24244" y="543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0" name="Контур"/>
              <p:cNvSpPr/>
              <p:nvPr/>
            </p:nvSpPr>
            <p:spPr>
              <a:xfrm>
                <a:off x="5912228" y="3081374"/>
                <a:ext cx="123615" cy="154354"/>
              </a:xfrm>
              <a:custGeom>
                <a:avLst/>
                <a:gdLst/>
                <a:ahLst/>
                <a:cxnLst/>
                <a:rect l="l" t="t" r="r" b="b"/>
                <a:pathLst>
                  <a:path w="123615" h="154354">
                    <a:moveTo>
                      <a:pt x="123615" y="41094"/>
                    </a:moveTo>
                    <a:lnTo>
                      <a:pt x="108789" y="59737"/>
                    </a:lnTo>
                    <a:lnTo>
                      <a:pt x="71326" y="100036"/>
                    </a:lnTo>
                    <a:lnTo>
                      <a:pt x="20442" y="154354"/>
                    </a:lnTo>
                    <a:lnTo>
                      <a:pt x="12027" y="147537"/>
                    </a:lnTo>
                    <a:lnTo>
                      <a:pt x="40277" y="115864"/>
                    </a:lnTo>
                    <a:lnTo>
                      <a:pt x="0" y="80785"/>
                    </a:lnTo>
                    <a:lnTo>
                      <a:pt x="75130" y="0"/>
                    </a:lnTo>
                    <a:lnTo>
                      <a:pt x="123615" y="410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1" name="Контур"/>
              <p:cNvSpPr/>
              <p:nvPr/>
            </p:nvSpPr>
            <p:spPr>
              <a:xfrm>
                <a:off x="6105665" y="3707217"/>
                <a:ext cx="147096" cy="145654"/>
              </a:xfrm>
              <a:custGeom>
                <a:avLst/>
                <a:gdLst/>
                <a:ahLst/>
                <a:cxnLst/>
                <a:rect l="l" t="t" r="r" b="b"/>
                <a:pathLst>
                  <a:path w="147096" h="145654">
                    <a:moveTo>
                      <a:pt x="61187" y="145654"/>
                    </a:moveTo>
                    <a:lnTo>
                      <a:pt x="7442" y="71394"/>
                    </a:lnTo>
                    <a:lnTo>
                      <a:pt x="0" y="61623"/>
                    </a:lnTo>
                    <a:lnTo>
                      <a:pt x="80443" y="0"/>
                    </a:lnTo>
                    <a:lnTo>
                      <a:pt x="147096" y="90054"/>
                    </a:lnTo>
                    <a:lnTo>
                      <a:pt x="61187" y="1456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2" name="Контур"/>
              <p:cNvSpPr/>
              <p:nvPr/>
            </p:nvSpPr>
            <p:spPr>
              <a:xfrm>
                <a:off x="5997317" y="3230048"/>
                <a:ext cx="489501" cy="531090"/>
              </a:xfrm>
              <a:custGeom>
                <a:avLst/>
                <a:gdLst/>
                <a:ahLst/>
                <a:cxnLst/>
                <a:rect l="l" t="t" r="r" b="b"/>
                <a:pathLst>
                  <a:path w="489501" h="531090">
                    <a:moveTo>
                      <a:pt x="0" y="489456"/>
                    </a:moveTo>
                    <a:lnTo>
                      <a:pt x="443529" y="0"/>
                    </a:lnTo>
                    <a:lnTo>
                      <a:pt x="489501" y="41661"/>
                    </a:lnTo>
                    <a:lnTo>
                      <a:pt x="402597" y="137547"/>
                    </a:lnTo>
                    <a:lnTo>
                      <a:pt x="277317" y="275787"/>
                    </a:lnTo>
                    <a:lnTo>
                      <a:pt x="45927" y="531090"/>
                    </a:lnTo>
                    <a:lnTo>
                      <a:pt x="0" y="4894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3" name="Контур"/>
              <p:cNvSpPr/>
              <p:nvPr/>
            </p:nvSpPr>
            <p:spPr>
              <a:xfrm>
                <a:off x="5422476" y="3651830"/>
                <a:ext cx="98713" cy="92624"/>
              </a:xfrm>
              <a:custGeom>
                <a:avLst/>
                <a:gdLst/>
                <a:ahLst/>
                <a:cxnLst/>
                <a:rect l="l" t="t" r="r" b="b"/>
                <a:pathLst>
                  <a:path w="98713" h="92624">
                    <a:moveTo>
                      <a:pt x="0" y="67221"/>
                    </a:moveTo>
                    <a:lnTo>
                      <a:pt x="76347" y="0"/>
                    </a:lnTo>
                    <a:lnTo>
                      <a:pt x="98713" y="25403"/>
                    </a:lnTo>
                    <a:lnTo>
                      <a:pt x="22367" y="92624"/>
                    </a:lnTo>
                    <a:lnTo>
                      <a:pt x="0" y="6722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4" name="Контур"/>
              <p:cNvSpPr/>
              <p:nvPr/>
            </p:nvSpPr>
            <p:spPr>
              <a:xfrm>
                <a:off x="5897741" y="3097176"/>
                <a:ext cx="545701" cy="584888"/>
              </a:xfrm>
              <a:custGeom>
                <a:avLst/>
                <a:gdLst/>
                <a:ahLst/>
                <a:cxnLst/>
                <a:rect l="l" t="t" r="r" b="b"/>
                <a:pathLst>
                  <a:path w="545701" h="584888">
                    <a:moveTo>
                      <a:pt x="49176" y="584888"/>
                    </a:moveTo>
                    <a:lnTo>
                      <a:pt x="0" y="540824"/>
                    </a:lnTo>
                    <a:lnTo>
                      <a:pt x="409022" y="87499"/>
                    </a:lnTo>
                    <a:lnTo>
                      <a:pt x="490464" y="0"/>
                    </a:lnTo>
                    <a:lnTo>
                      <a:pt x="545701" y="54348"/>
                    </a:lnTo>
                    <a:lnTo>
                      <a:pt x="501381" y="103361"/>
                    </a:lnTo>
                    <a:lnTo>
                      <a:pt x="489519" y="92741"/>
                    </a:lnTo>
                    <a:lnTo>
                      <a:pt x="49176" y="5848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5" name="Контур"/>
              <p:cNvSpPr/>
              <p:nvPr/>
            </p:nvSpPr>
            <p:spPr>
              <a:xfrm>
                <a:off x="5849538" y="3152882"/>
                <a:ext cx="457225" cy="498290"/>
              </a:xfrm>
              <a:custGeom>
                <a:avLst/>
                <a:gdLst/>
                <a:ahLst/>
                <a:cxnLst/>
                <a:rect l="l" t="t" r="r" b="b"/>
                <a:pathLst>
                  <a:path w="457225" h="498290">
                    <a:moveTo>
                      <a:pt x="35823" y="498290"/>
                    </a:moveTo>
                    <a:lnTo>
                      <a:pt x="0" y="465741"/>
                    </a:lnTo>
                    <a:lnTo>
                      <a:pt x="423169" y="0"/>
                    </a:lnTo>
                    <a:lnTo>
                      <a:pt x="457225" y="31793"/>
                    </a:lnTo>
                    <a:lnTo>
                      <a:pt x="48203" y="485118"/>
                    </a:lnTo>
                    <a:lnTo>
                      <a:pt x="35823" y="4982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6" name="Контур"/>
              <p:cNvSpPr/>
              <p:nvPr/>
            </p:nvSpPr>
            <p:spPr>
              <a:xfrm>
                <a:off x="5308997" y="3451547"/>
                <a:ext cx="165006" cy="165123"/>
              </a:xfrm>
              <a:custGeom>
                <a:avLst/>
                <a:gdLst/>
                <a:ahLst/>
                <a:cxnLst/>
                <a:rect l="l" t="t" r="r" b="b"/>
                <a:pathLst>
                  <a:path w="165006" h="165123">
                    <a:moveTo>
                      <a:pt x="0" y="79317"/>
                    </a:moveTo>
                    <a:lnTo>
                      <a:pt x="83808" y="0"/>
                    </a:lnTo>
                    <a:lnTo>
                      <a:pt x="165006" y="85806"/>
                    </a:lnTo>
                    <a:lnTo>
                      <a:pt x="81189" y="165123"/>
                    </a:lnTo>
                    <a:lnTo>
                      <a:pt x="0" y="7931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7" name="Контур"/>
              <p:cNvSpPr/>
              <p:nvPr/>
            </p:nvSpPr>
            <p:spPr>
              <a:xfrm>
                <a:off x="6003138" y="3871307"/>
                <a:ext cx="78093" cy="75121"/>
              </a:xfrm>
              <a:custGeom>
                <a:avLst/>
                <a:gdLst/>
                <a:ahLst/>
                <a:cxnLst/>
                <a:rect l="l" t="t" r="r" b="b"/>
                <a:pathLst>
                  <a:path w="78093" h="75121">
                    <a:moveTo>
                      <a:pt x="0" y="34854"/>
                    </a:moveTo>
                    <a:lnTo>
                      <a:pt x="48389" y="0"/>
                    </a:lnTo>
                    <a:lnTo>
                      <a:pt x="78093" y="39414"/>
                    </a:lnTo>
                    <a:lnTo>
                      <a:pt x="30908" y="75121"/>
                    </a:lnTo>
                    <a:lnTo>
                      <a:pt x="0" y="348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8" name="Контур"/>
              <p:cNvSpPr/>
              <p:nvPr/>
            </p:nvSpPr>
            <p:spPr>
              <a:xfrm>
                <a:off x="5235017" y="3980242"/>
                <a:ext cx="70007" cy="63834"/>
              </a:xfrm>
              <a:custGeom>
                <a:avLst/>
                <a:gdLst/>
                <a:ahLst/>
                <a:cxnLst/>
                <a:rect l="l" t="t" r="r" b="b"/>
                <a:pathLst>
                  <a:path w="70007" h="63834">
                    <a:moveTo>
                      <a:pt x="0" y="33562"/>
                    </a:moveTo>
                    <a:lnTo>
                      <a:pt x="4908" y="30294"/>
                    </a:lnTo>
                    <a:lnTo>
                      <a:pt x="45257" y="2765"/>
                    </a:lnTo>
                    <a:lnTo>
                      <a:pt x="49469" y="0"/>
                    </a:lnTo>
                    <a:lnTo>
                      <a:pt x="70007" y="30272"/>
                    </a:lnTo>
                    <a:lnTo>
                      <a:pt x="20537" y="63834"/>
                    </a:lnTo>
                    <a:lnTo>
                      <a:pt x="0" y="335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9" name="Контур"/>
              <p:cNvSpPr/>
              <p:nvPr/>
            </p:nvSpPr>
            <p:spPr>
              <a:xfrm>
                <a:off x="5922767" y="3932039"/>
                <a:ext cx="64706" cy="60333"/>
              </a:xfrm>
              <a:custGeom>
                <a:avLst/>
                <a:gdLst/>
                <a:ahLst/>
                <a:cxnLst/>
                <a:rect l="l" t="t" r="r" b="b"/>
                <a:pathLst>
                  <a:path w="64706" h="60333">
                    <a:moveTo>
                      <a:pt x="0" y="31178"/>
                    </a:moveTo>
                    <a:lnTo>
                      <a:pt x="44090" y="0"/>
                    </a:lnTo>
                    <a:lnTo>
                      <a:pt x="64706" y="29155"/>
                    </a:lnTo>
                    <a:lnTo>
                      <a:pt x="20616" y="60333"/>
                    </a:lnTo>
                    <a:lnTo>
                      <a:pt x="0" y="3117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0" name="Контур"/>
              <p:cNvSpPr/>
              <p:nvPr/>
            </p:nvSpPr>
            <p:spPr>
              <a:xfrm>
                <a:off x="5256915" y="3660050"/>
                <a:ext cx="415575" cy="276822"/>
              </a:xfrm>
              <a:custGeom>
                <a:avLst/>
                <a:gdLst/>
                <a:ahLst/>
                <a:cxnLst/>
                <a:rect l="l" t="t" r="r" b="b"/>
                <a:pathLst>
                  <a:path w="415575" h="276822">
                    <a:moveTo>
                      <a:pt x="390276" y="0"/>
                    </a:moveTo>
                    <a:lnTo>
                      <a:pt x="415575" y="30654"/>
                    </a:lnTo>
                    <a:lnTo>
                      <a:pt x="200322" y="189963"/>
                    </a:lnTo>
                    <a:lnTo>
                      <a:pt x="42867" y="269037"/>
                    </a:lnTo>
                    <a:lnTo>
                      <a:pt x="16956" y="276822"/>
                    </a:lnTo>
                    <a:lnTo>
                      <a:pt x="0" y="243180"/>
                    </a:lnTo>
                    <a:lnTo>
                      <a:pt x="167832" y="158409"/>
                    </a:lnTo>
                    <a:lnTo>
                      <a:pt x="39027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1" name="Контур"/>
              <p:cNvSpPr/>
              <p:nvPr/>
            </p:nvSpPr>
            <p:spPr>
              <a:xfrm>
                <a:off x="5170551" y="3910118"/>
                <a:ext cx="109723" cy="100418"/>
              </a:xfrm>
              <a:custGeom>
                <a:avLst/>
                <a:gdLst/>
                <a:ahLst/>
                <a:cxnLst/>
                <a:rect l="l" t="t" r="r" b="b"/>
                <a:pathLst>
                  <a:path w="109723" h="100418">
                    <a:moveTo>
                      <a:pt x="0" y="37509"/>
                    </a:moveTo>
                    <a:lnTo>
                      <a:pt x="72966" y="0"/>
                    </a:lnTo>
                    <a:lnTo>
                      <a:pt x="109723" y="72889"/>
                    </a:lnTo>
                    <a:lnTo>
                      <a:pt x="69374" y="100418"/>
                    </a:lnTo>
                    <a:lnTo>
                      <a:pt x="0" y="375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2" name="Контур"/>
              <p:cNvSpPr/>
              <p:nvPr/>
            </p:nvSpPr>
            <p:spPr>
              <a:xfrm>
                <a:off x="6028935" y="3778611"/>
                <a:ext cx="137917" cy="132110"/>
              </a:xfrm>
              <a:custGeom>
                <a:avLst/>
                <a:gdLst/>
                <a:ahLst/>
                <a:cxnLst/>
                <a:rect l="l" t="t" r="r" b="b"/>
                <a:pathLst>
                  <a:path w="137917" h="132110">
                    <a:moveTo>
                      <a:pt x="0" y="63448"/>
                    </a:moveTo>
                    <a:lnTo>
                      <a:pt x="84172" y="0"/>
                    </a:lnTo>
                    <a:lnTo>
                      <a:pt x="137917" y="74260"/>
                    </a:lnTo>
                    <a:lnTo>
                      <a:pt x="52296" y="132110"/>
                    </a:lnTo>
                    <a:lnTo>
                      <a:pt x="22592" y="92696"/>
                    </a:lnTo>
                    <a:lnTo>
                      <a:pt x="0" y="6344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3" name="Контур"/>
              <p:cNvSpPr/>
              <p:nvPr/>
            </p:nvSpPr>
            <p:spPr>
              <a:xfrm>
                <a:off x="4482795" y="3223137"/>
                <a:ext cx="59081" cy="57956"/>
              </a:xfrm>
              <a:custGeom>
                <a:avLst/>
                <a:gdLst/>
                <a:ahLst/>
                <a:cxnLst/>
                <a:rect l="l" t="t" r="r" b="b"/>
                <a:pathLst>
                  <a:path w="59081" h="57956">
                    <a:moveTo>
                      <a:pt x="0" y="22590"/>
                    </a:moveTo>
                    <a:lnTo>
                      <a:pt x="20958" y="0"/>
                    </a:lnTo>
                    <a:lnTo>
                      <a:pt x="59081" y="35366"/>
                    </a:lnTo>
                    <a:lnTo>
                      <a:pt x="38124" y="57956"/>
                    </a:lnTo>
                    <a:lnTo>
                      <a:pt x="0" y="225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4" name="Контур"/>
              <p:cNvSpPr/>
              <p:nvPr/>
            </p:nvSpPr>
            <p:spPr>
              <a:xfrm>
                <a:off x="4520586" y="3198414"/>
                <a:ext cx="63338" cy="68009"/>
              </a:xfrm>
              <a:custGeom>
                <a:avLst/>
                <a:gdLst/>
                <a:ahLst/>
                <a:cxnLst/>
                <a:rect l="l" t="t" r="r" b="b"/>
                <a:pathLst>
                  <a:path w="63338" h="68009">
                    <a:moveTo>
                      <a:pt x="0" y="19099"/>
                    </a:moveTo>
                    <a:lnTo>
                      <a:pt x="23375" y="0"/>
                    </a:lnTo>
                    <a:lnTo>
                      <a:pt x="63338" y="48911"/>
                    </a:lnTo>
                    <a:lnTo>
                      <a:pt x="39962" y="68009"/>
                    </a:lnTo>
                    <a:lnTo>
                      <a:pt x="0" y="190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5" name="Контур"/>
              <p:cNvSpPr/>
              <p:nvPr/>
            </p:nvSpPr>
            <p:spPr>
              <a:xfrm>
                <a:off x="4734401" y="2414666"/>
                <a:ext cx="228303" cy="241065"/>
              </a:xfrm>
              <a:custGeom>
                <a:avLst/>
                <a:gdLst/>
                <a:ahLst/>
                <a:cxnLst/>
                <a:rect l="l" t="t" r="r" b="b"/>
                <a:pathLst>
                  <a:path w="228303" h="241065">
                    <a:moveTo>
                      <a:pt x="182529" y="241065"/>
                    </a:moveTo>
                    <a:lnTo>
                      <a:pt x="0" y="41958"/>
                    </a:lnTo>
                    <a:lnTo>
                      <a:pt x="45774" y="0"/>
                    </a:lnTo>
                    <a:lnTo>
                      <a:pt x="228303" y="199107"/>
                    </a:lnTo>
                    <a:lnTo>
                      <a:pt x="182529" y="24106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6" name="Контур"/>
              <p:cNvSpPr/>
              <p:nvPr/>
            </p:nvSpPr>
            <p:spPr>
              <a:xfrm>
                <a:off x="4228439" y="2510417"/>
                <a:ext cx="353286" cy="339444"/>
              </a:xfrm>
              <a:custGeom>
                <a:avLst/>
                <a:gdLst/>
                <a:ahLst/>
                <a:cxnLst/>
                <a:rect l="l" t="t" r="r" b="b"/>
                <a:pathLst>
                  <a:path w="353286" h="339444">
                    <a:moveTo>
                      <a:pt x="98613" y="339444"/>
                    </a:moveTo>
                    <a:lnTo>
                      <a:pt x="0" y="234450"/>
                    </a:lnTo>
                    <a:lnTo>
                      <a:pt x="9972" y="225081"/>
                    </a:lnTo>
                    <a:lnTo>
                      <a:pt x="90891" y="149085"/>
                    </a:lnTo>
                    <a:lnTo>
                      <a:pt x="249615" y="0"/>
                    </a:lnTo>
                    <a:lnTo>
                      <a:pt x="353286" y="110376"/>
                    </a:lnTo>
                    <a:lnTo>
                      <a:pt x="98613" y="3394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7" name="Контур"/>
              <p:cNvSpPr/>
              <p:nvPr/>
            </p:nvSpPr>
            <p:spPr>
              <a:xfrm>
                <a:off x="4096339" y="2450990"/>
                <a:ext cx="231111" cy="228821"/>
              </a:xfrm>
              <a:custGeom>
                <a:avLst/>
                <a:gdLst/>
                <a:ahLst/>
                <a:cxnLst/>
                <a:rect l="l" t="t" r="r" b="b"/>
                <a:pathLst>
                  <a:path w="231111" h="228821">
                    <a:moveTo>
                      <a:pt x="136562" y="0"/>
                    </a:moveTo>
                    <a:lnTo>
                      <a:pt x="231111" y="101076"/>
                    </a:lnTo>
                    <a:lnTo>
                      <a:pt x="94550" y="228821"/>
                    </a:lnTo>
                    <a:lnTo>
                      <a:pt x="0" y="127745"/>
                    </a:lnTo>
                    <a:lnTo>
                      <a:pt x="68072" y="64068"/>
                    </a:lnTo>
                    <a:lnTo>
                      <a:pt x="13656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8" name="Контур"/>
              <p:cNvSpPr/>
              <p:nvPr/>
            </p:nvSpPr>
            <p:spPr>
              <a:xfrm>
                <a:off x="4396520" y="2953700"/>
                <a:ext cx="128988" cy="134478"/>
              </a:xfrm>
              <a:custGeom>
                <a:avLst/>
                <a:gdLst/>
                <a:ahLst/>
                <a:cxnLst/>
                <a:rect l="l" t="t" r="r" b="b"/>
                <a:pathLst>
                  <a:path w="128988" h="134478">
                    <a:moveTo>
                      <a:pt x="92160" y="134478"/>
                    </a:moveTo>
                    <a:lnTo>
                      <a:pt x="0" y="33669"/>
                    </a:lnTo>
                    <a:lnTo>
                      <a:pt x="36828" y="0"/>
                    </a:lnTo>
                    <a:lnTo>
                      <a:pt x="128988" y="100800"/>
                    </a:lnTo>
                    <a:lnTo>
                      <a:pt x="92160" y="13447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9" name="Контур"/>
              <p:cNvSpPr/>
              <p:nvPr/>
            </p:nvSpPr>
            <p:spPr>
              <a:xfrm>
                <a:off x="4555571" y="3306224"/>
                <a:ext cx="489699" cy="524142"/>
              </a:xfrm>
              <a:custGeom>
                <a:avLst/>
                <a:gdLst/>
                <a:ahLst/>
                <a:cxnLst/>
                <a:rect l="l" t="t" r="r" b="b"/>
                <a:pathLst>
                  <a:path w="489699" h="524142">
                    <a:moveTo>
                      <a:pt x="18072" y="69813"/>
                    </a:moveTo>
                    <a:lnTo>
                      <a:pt x="24165" y="64017"/>
                    </a:lnTo>
                    <a:lnTo>
                      <a:pt x="0" y="38556"/>
                    </a:lnTo>
                    <a:lnTo>
                      <a:pt x="40626" y="0"/>
                    </a:lnTo>
                    <a:lnTo>
                      <a:pt x="70038" y="30960"/>
                    </a:lnTo>
                    <a:lnTo>
                      <a:pt x="112014" y="81513"/>
                    </a:lnTo>
                    <a:lnTo>
                      <a:pt x="489699" y="479232"/>
                    </a:lnTo>
                    <a:lnTo>
                      <a:pt x="442404" y="524142"/>
                    </a:lnTo>
                    <a:lnTo>
                      <a:pt x="18072" y="6981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0" name="Контур"/>
              <p:cNvSpPr/>
              <p:nvPr/>
            </p:nvSpPr>
            <p:spPr>
              <a:xfrm>
                <a:off x="3563942" y="3433565"/>
                <a:ext cx="387045" cy="375291"/>
              </a:xfrm>
              <a:custGeom>
                <a:avLst/>
                <a:gdLst/>
                <a:ahLst/>
                <a:cxnLst/>
                <a:rect l="l" t="t" r="r" b="b"/>
                <a:pathLst>
                  <a:path w="387045" h="375291">
                    <a:moveTo>
                      <a:pt x="284274" y="49644"/>
                    </a:moveTo>
                    <a:lnTo>
                      <a:pt x="335961" y="0"/>
                    </a:lnTo>
                    <a:lnTo>
                      <a:pt x="387045" y="53694"/>
                    </a:lnTo>
                    <a:lnTo>
                      <a:pt x="49041" y="375291"/>
                    </a:lnTo>
                    <a:lnTo>
                      <a:pt x="0" y="322704"/>
                    </a:lnTo>
                    <a:lnTo>
                      <a:pt x="43398" y="281025"/>
                    </a:lnTo>
                    <a:lnTo>
                      <a:pt x="222354" y="109125"/>
                    </a:lnTo>
                    <a:lnTo>
                      <a:pt x="279171" y="54549"/>
                    </a:lnTo>
                    <a:lnTo>
                      <a:pt x="284274" y="496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1" name="Контур"/>
              <p:cNvSpPr/>
              <p:nvPr/>
            </p:nvSpPr>
            <p:spPr>
              <a:xfrm>
                <a:off x="3582851" y="3462554"/>
                <a:ext cx="260262" cy="252036"/>
              </a:xfrm>
              <a:custGeom>
                <a:avLst/>
                <a:gdLst/>
                <a:ahLst/>
                <a:cxnLst/>
                <a:rect l="l" t="t" r="r" b="b"/>
                <a:pathLst>
                  <a:path w="260262" h="252036">
                    <a:moveTo>
                      <a:pt x="260262" y="25560"/>
                    </a:moveTo>
                    <a:lnTo>
                      <a:pt x="203445" y="80136"/>
                    </a:lnTo>
                    <a:lnTo>
                      <a:pt x="24489" y="252036"/>
                    </a:lnTo>
                    <a:lnTo>
                      <a:pt x="0" y="226539"/>
                    </a:lnTo>
                    <a:lnTo>
                      <a:pt x="236277" y="0"/>
                    </a:lnTo>
                    <a:lnTo>
                      <a:pt x="260262" y="255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2" name="Контур"/>
              <p:cNvSpPr/>
              <p:nvPr/>
            </p:nvSpPr>
            <p:spPr>
              <a:xfrm>
                <a:off x="4010837" y="3250127"/>
                <a:ext cx="76086" cy="75528"/>
              </a:xfrm>
              <a:custGeom>
                <a:avLst/>
                <a:gdLst/>
                <a:ahLst/>
                <a:cxnLst/>
                <a:rect l="l" t="t" r="r" b="b"/>
                <a:pathLst>
                  <a:path w="76086" h="75528">
                    <a:moveTo>
                      <a:pt x="50949" y="75528"/>
                    </a:moveTo>
                    <a:lnTo>
                      <a:pt x="0" y="21438"/>
                    </a:lnTo>
                    <a:lnTo>
                      <a:pt x="25281" y="0"/>
                    </a:lnTo>
                    <a:lnTo>
                      <a:pt x="76086" y="51849"/>
                    </a:lnTo>
                    <a:lnTo>
                      <a:pt x="50949" y="7552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3" name="Контур"/>
              <p:cNvSpPr/>
              <p:nvPr/>
            </p:nvSpPr>
            <p:spPr>
              <a:xfrm>
                <a:off x="4992701" y="2056304"/>
                <a:ext cx="1335483" cy="1353627"/>
              </a:xfrm>
              <a:custGeom>
                <a:avLst/>
                <a:gdLst/>
                <a:ahLst/>
                <a:cxnLst/>
                <a:rect l="l" t="t" r="r" b="b"/>
                <a:pathLst>
                  <a:path w="1335483" h="1353627">
                    <a:moveTo>
                      <a:pt x="807345" y="62982"/>
                    </a:moveTo>
                    <a:lnTo>
                      <a:pt x="1335483" y="635805"/>
                    </a:lnTo>
                    <a:lnTo>
                      <a:pt x="601773" y="1353627"/>
                    </a:lnTo>
                    <a:lnTo>
                      <a:pt x="566904" y="1317138"/>
                    </a:lnTo>
                    <a:lnTo>
                      <a:pt x="0" y="708948"/>
                    </a:lnTo>
                    <a:lnTo>
                      <a:pt x="591310" y="148145"/>
                    </a:lnTo>
                    <a:lnTo>
                      <a:pt x="616858" y="122593"/>
                    </a:lnTo>
                    <a:lnTo>
                      <a:pt x="633636" y="106182"/>
                    </a:lnTo>
                    <a:lnTo>
                      <a:pt x="749736" y="0"/>
                    </a:lnTo>
                    <a:lnTo>
                      <a:pt x="807345" y="629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4" name="Контур"/>
              <p:cNvSpPr/>
              <p:nvPr/>
            </p:nvSpPr>
            <p:spPr>
              <a:xfrm>
                <a:off x="3472804" y="3423818"/>
                <a:ext cx="175843" cy="173928"/>
              </a:xfrm>
              <a:custGeom>
                <a:avLst/>
                <a:gdLst/>
                <a:ahLst/>
                <a:cxnLst/>
                <a:rect l="l" t="t" r="r" b="b"/>
                <a:pathLst>
                  <a:path w="175843" h="173928">
                    <a:moveTo>
                      <a:pt x="106898" y="0"/>
                    </a:moveTo>
                    <a:lnTo>
                      <a:pt x="175843" y="73086"/>
                    </a:lnTo>
                    <a:lnTo>
                      <a:pt x="68944" y="173928"/>
                    </a:lnTo>
                    <a:lnTo>
                      <a:pt x="0" y="100842"/>
                    </a:lnTo>
                    <a:lnTo>
                      <a:pt x="10689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5" name="Контур"/>
              <p:cNvSpPr/>
              <p:nvPr/>
            </p:nvSpPr>
            <p:spPr>
              <a:xfrm>
                <a:off x="3706556" y="3582695"/>
                <a:ext cx="382158" cy="374625"/>
              </a:xfrm>
              <a:custGeom>
                <a:avLst/>
                <a:gdLst/>
                <a:ahLst/>
                <a:cxnLst/>
                <a:rect l="l" t="t" r="r" b="b"/>
                <a:pathLst>
                  <a:path w="382158" h="374625">
                    <a:moveTo>
                      <a:pt x="45747" y="374625"/>
                    </a:moveTo>
                    <a:lnTo>
                      <a:pt x="0" y="324630"/>
                    </a:lnTo>
                    <a:lnTo>
                      <a:pt x="338994" y="0"/>
                    </a:lnTo>
                    <a:lnTo>
                      <a:pt x="373203" y="37890"/>
                    </a:lnTo>
                    <a:lnTo>
                      <a:pt x="382158" y="47808"/>
                    </a:lnTo>
                    <a:lnTo>
                      <a:pt x="372303" y="57393"/>
                    </a:lnTo>
                    <a:lnTo>
                      <a:pt x="322461" y="105912"/>
                    </a:lnTo>
                    <a:lnTo>
                      <a:pt x="310275" y="117747"/>
                    </a:lnTo>
                    <a:lnTo>
                      <a:pt x="87957" y="333639"/>
                    </a:lnTo>
                    <a:lnTo>
                      <a:pt x="82170" y="339255"/>
                    </a:lnTo>
                    <a:lnTo>
                      <a:pt x="45747" y="37462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6" name="Контур"/>
              <p:cNvSpPr/>
              <p:nvPr/>
            </p:nvSpPr>
            <p:spPr>
              <a:xfrm>
                <a:off x="4018235" y="3900755"/>
                <a:ext cx="166725" cy="153918"/>
              </a:xfrm>
              <a:custGeom>
                <a:avLst/>
                <a:gdLst/>
                <a:ahLst/>
                <a:cxnLst/>
                <a:rect l="l" t="t" r="r" b="b"/>
                <a:pathLst>
                  <a:path w="166725" h="153918">
                    <a:moveTo>
                      <a:pt x="166725" y="47664"/>
                    </a:moveTo>
                    <a:lnTo>
                      <a:pt x="52893" y="153918"/>
                    </a:lnTo>
                    <a:lnTo>
                      <a:pt x="0" y="97254"/>
                    </a:lnTo>
                    <a:lnTo>
                      <a:pt x="63342" y="39897"/>
                    </a:lnTo>
                    <a:lnTo>
                      <a:pt x="74772" y="44298"/>
                    </a:lnTo>
                    <a:lnTo>
                      <a:pt x="122238" y="0"/>
                    </a:lnTo>
                    <a:lnTo>
                      <a:pt x="166725" y="476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7" name="Контур"/>
              <p:cNvSpPr/>
              <p:nvPr/>
            </p:nvSpPr>
            <p:spPr>
              <a:xfrm>
                <a:off x="3788726" y="3630503"/>
                <a:ext cx="644589" cy="381393"/>
              </a:xfrm>
              <a:custGeom>
                <a:avLst/>
                <a:gdLst/>
                <a:ahLst/>
                <a:cxnLst/>
                <a:rect l="l" t="t" r="r" b="b"/>
                <a:pathLst>
                  <a:path w="644589" h="381393">
                    <a:moveTo>
                      <a:pt x="299988" y="0"/>
                    </a:moveTo>
                    <a:lnTo>
                      <a:pt x="379908" y="75474"/>
                    </a:lnTo>
                    <a:lnTo>
                      <a:pt x="644589" y="354114"/>
                    </a:lnTo>
                    <a:lnTo>
                      <a:pt x="629676" y="368280"/>
                    </a:lnTo>
                    <a:lnTo>
                      <a:pt x="615870" y="381393"/>
                    </a:lnTo>
                    <a:lnTo>
                      <a:pt x="385056" y="138357"/>
                    </a:lnTo>
                    <a:lnTo>
                      <a:pt x="341396" y="179812"/>
                    </a:lnTo>
                    <a:lnTo>
                      <a:pt x="274507" y="109365"/>
                    </a:lnTo>
                    <a:lnTo>
                      <a:pt x="161107" y="215319"/>
                    </a:lnTo>
                    <a:lnTo>
                      <a:pt x="141397" y="196914"/>
                    </a:lnTo>
                    <a:lnTo>
                      <a:pt x="19202" y="311947"/>
                    </a:lnTo>
                    <a:lnTo>
                      <a:pt x="0" y="291447"/>
                    </a:lnTo>
                    <a:lnTo>
                      <a:pt x="5787" y="285831"/>
                    </a:lnTo>
                    <a:lnTo>
                      <a:pt x="228105" y="69939"/>
                    </a:lnTo>
                    <a:lnTo>
                      <a:pt x="240291" y="58104"/>
                    </a:lnTo>
                    <a:lnTo>
                      <a:pt x="290133" y="9585"/>
                    </a:lnTo>
                    <a:lnTo>
                      <a:pt x="29998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8" name="Контур"/>
              <p:cNvSpPr/>
              <p:nvPr/>
            </p:nvSpPr>
            <p:spPr>
              <a:xfrm>
                <a:off x="5067077" y="3866384"/>
                <a:ext cx="55539" cy="52641"/>
              </a:xfrm>
              <a:custGeom>
                <a:avLst/>
                <a:gdLst/>
                <a:ahLst/>
                <a:cxnLst/>
                <a:rect l="l" t="t" r="r" b="b"/>
                <a:pathLst>
                  <a:path w="55539" h="52641">
                    <a:moveTo>
                      <a:pt x="55539" y="22401"/>
                    </a:moveTo>
                    <a:lnTo>
                      <a:pt x="18099" y="52641"/>
                    </a:lnTo>
                    <a:lnTo>
                      <a:pt x="0" y="30240"/>
                    </a:lnTo>
                    <a:lnTo>
                      <a:pt x="37440" y="0"/>
                    </a:lnTo>
                    <a:lnTo>
                      <a:pt x="55539" y="224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9" name="Контур"/>
              <p:cNvSpPr/>
              <p:nvPr/>
            </p:nvSpPr>
            <p:spPr>
              <a:xfrm>
                <a:off x="3612983" y="3220859"/>
                <a:ext cx="687726" cy="686466"/>
              </a:xfrm>
              <a:custGeom>
                <a:avLst/>
                <a:gdLst/>
                <a:ahLst/>
                <a:cxnLst/>
                <a:rect l="l" t="t" r="r" b="b"/>
                <a:pathLst>
                  <a:path w="687726" h="686466">
                    <a:moveTo>
                      <a:pt x="555651" y="485118"/>
                    </a:moveTo>
                    <a:lnTo>
                      <a:pt x="475731" y="409644"/>
                    </a:lnTo>
                    <a:lnTo>
                      <a:pt x="432567" y="361836"/>
                    </a:lnTo>
                    <a:lnTo>
                      <a:pt x="93573" y="686466"/>
                    </a:lnTo>
                    <a:lnTo>
                      <a:pt x="0" y="587997"/>
                    </a:lnTo>
                    <a:lnTo>
                      <a:pt x="338004" y="266400"/>
                    </a:lnTo>
                    <a:lnTo>
                      <a:pt x="210294" y="132174"/>
                    </a:lnTo>
                    <a:lnTo>
                      <a:pt x="350100" y="0"/>
                    </a:lnTo>
                    <a:lnTo>
                      <a:pt x="448803" y="104796"/>
                    </a:lnTo>
                    <a:lnTo>
                      <a:pt x="473940" y="81117"/>
                    </a:lnTo>
                    <a:lnTo>
                      <a:pt x="505179" y="114282"/>
                    </a:lnTo>
                    <a:lnTo>
                      <a:pt x="481419" y="136035"/>
                    </a:lnTo>
                    <a:lnTo>
                      <a:pt x="558153" y="215640"/>
                    </a:lnTo>
                    <a:lnTo>
                      <a:pt x="583092" y="193986"/>
                    </a:lnTo>
                    <a:lnTo>
                      <a:pt x="614124" y="228447"/>
                    </a:lnTo>
                    <a:lnTo>
                      <a:pt x="588168" y="251055"/>
                    </a:lnTo>
                    <a:lnTo>
                      <a:pt x="687726" y="361341"/>
                    </a:lnTo>
                    <a:lnTo>
                      <a:pt x="555651" y="4851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0" name="Контур"/>
              <p:cNvSpPr/>
              <p:nvPr/>
            </p:nvSpPr>
            <p:spPr>
              <a:xfrm>
                <a:off x="5007593" y="3599506"/>
                <a:ext cx="287242" cy="279060"/>
              </a:xfrm>
              <a:custGeom>
                <a:avLst/>
                <a:gdLst/>
                <a:ahLst/>
                <a:cxnLst/>
                <a:rect l="l" t="t" r="r" b="b"/>
                <a:pathLst>
                  <a:path w="287242" h="279060">
                    <a:moveTo>
                      <a:pt x="245709" y="0"/>
                    </a:moveTo>
                    <a:lnTo>
                      <a:pt x="287242" y="43283"/>
                    </a:lnTo>
                    <a:lnTo>
                      <a:pt x="41532" y="279060"/>
                    </a:lnTo>
                    <a:lnTo>
                      <a:pt x="0" y="235777"/>
                    </a:lnTo>
                    <a:lnTo>
                      <a:pt x="45070" y="193006"/>
                    </a:lnTo>
                    <a:lnTo>
                      <a:pt x="24570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1" name="Контур"/>
              <p:cNvSpPr/>
              <p:nvPr/>
            </p:nvSpPr>
            <p:spPr>
              <a:xfrm>
                <a:off x="7419767" y="1906148"/>
                <a:ext cx="138717" cy="142281"/>
              </a:xfrm>
              <a:custGeom>
                <a:avLst/>
                <a:gdLst/>
                <a:ahLst/>
                <a:cxnLst/>
                <a:rect l="l" t="t" r="r" b="b"/>
                <a:pathLst>
                  <a:path w="138717" h="142281">
                    <a:moveTo>
                      <a:pt x="88236" y="0"/>
                    </a:moveTo>
                    <a:lnTo>
                      <a:pt x="138717" y="47430"/>
                    </a:lnTo>
                    <a:lnTo>
                      <a:pt x="49599" y="142281"/>
                    </a:lnTo>
                    <a:lnTo>
                      <a:pt x="47475" y="140400"/>
                    </a:lnTo>
                    <a:lnTo>
                      <a:pt x="0" y="97380"/>
                    </a:lnTo>
                    <a:lnTo>
                      <a:pt x="8823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2" name="Контур"/>
              <p:cNvSpPr/>
              <p:nvPr/>
            </p:nvSpPr>
            <p:spPr>
              <a:xfrm>
                <a:off x="7820870" y="1868843"/>
                <a:ext cx="157131" cy="156888"/>
              </a:xfrm>
              <a:custGeom>
                <a:avLst/>
                <a:gdLst/>
                <a:ahLst/>
                <a:cxnLst/>
                <a:rect l="l" t="t" r="r" b="b"/>
                <a:pathLst>
                  <a:path w="157131" h="156888">
                    <a:moveTo>
                      <a:pt x="0" y="79713"/>
                    </a:moveTo>
                    <a:lnTo>
                      <a:pt x="74070" y="0"/>
                    </a:lnTo>
                    <a:lnTo>
                      <a:pt x="157131" y="77175"/>
                    </a:lnTo>
                    <a:lnTo>
                      <a:pt x="83061" y="156888"/>
                    </a:lnTo>
                    <a:lnTo>
                      <a:pt x="0" y="7971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3" name="Контур"/>
              <p:cNvSpPr/>
              <p:nvPr/>
            </p:nvSpPr>
            <p:spPr>
              <a:xfrm>
                <a:off x="7508003" y="1803179"/>
                <a:ext cx="141957" cy="150399"/>
              </a:xfrm>
              <a:custGeom>
                <a:avLst/>
                <a:gdLst/>
                <a:ahLst/>
                <a:cxnLst/>
                <a:rect l="l" t="t" r="r" b="b"/>
                <a:pathLst>
                  <a:path w="141957" h="150399">
                    <a:moveTo>
                      <a:pt x="93555" y="0"/>
                    </a:moveTo>
                    <a:lnTo>
                      <a:pt x="141957" y="46206"/>
                    </a:lnTo>
                    <a:lnTo>
                      <a:pt x="50481" y="150399"/>
                    </a:lnTo>
                    <a:lnTo>
                      <a:pt x="0" y="102969"/>
                    </a:lnTo>
                    <a:lnTo>
                      <a:pt x="9355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4" name="Контур"/>
              <p:cNvSpPr/>
              <p:nvPr/>
            </p:nvSpPr>
            <p:spPr>
              <a:xfrm>
                <a:off x="7935611" y="1737308"/>
                <a:ext cx="202806" cy="179811"/>
              </a:xfrm>
              <a:custGeom>
                <a:avLst/>
                <a:gdLst/>
                <a:ahLst/>
                <a:cxnLst/>
                <a:rect l="l" t="t" r="r" b="b"/>
                <a:pathLst>
                  <a:path w="202806" h="179811">
                    <a:moveTo>
                      <a:pt x="202806" y="123723"/>
                    </a:moveTo>
                    <a:lnTo>
                      <a:pt x="167112" y="160857"/>
                    </a:lnTo>
                    <a:lnTo>
                      <a:pt x="142326" y="137034"/>
                    </a:lnTo>
                    <a:lnTo>
                      <a:pt x="101214" y="179811"/>
                    </a:lnTo>
                    <a:lnTo>
                      <a:pt x="0" y="83691"/>
                    </a:lnTo>
                    <a:lnTo>
                      <a:pt x="74079" y="0"/>
                    </a:lnTo>
                    <a:lnTo>
                      <a:pt x="202806" y="12372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5" name="Контур"/>
              <p:cNvSpPr/>
              <p:nvPr/>
            </p:nvSpPr>
            <p:spPr>
              <a:xfrm>
                <a:off x="7601558" y="1584000"/>
                <a:ext cx="289935" cy="265385"/>
              </a:xfrm>
              <a:custGeom>
                <a:avLst/>
                <a:gdLst/>
                <a:ahLst/>
                <a:cxnLst/>
                <a:rect l="l" t="t" r="r" b="b"/>
                <a:pathLst>
                  <a:path w="289935" h="265385">
                    <a:moveTo>
                      <a:pt x="289935" y="0"/>
                    </a:moveTo>
                    <a:lnTo>
                      <a:pt x="48402" y="265385"/>
                    </a:lnTo>
                    <a:lnTo>
                      <a:pt x="0" y="219179"/>
                    </a:lnTo>
                    <a:lnTo>
                      <a:pt x="19995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6" name="Контур"/>
              <p:cNvSpPr/>
              <p:nvPr/>
            </p:nvSpPr>
            <p:spPr>
              <a:xfrm>
                <a:off x="8055374" y="1614935"/>
                <a:ext cx="221184" cy="197316"/>
              </a:xfrm>
              <a:custGeom>
                <a:avLst/>
                <a:gdLst/>
                <a:ahLst/>
                <a:cxnLst/>
                <a:rect l="l" t="t" r="r" b="b"/>
                <a:pathLst>
                  <a:path w="221184" h="197316">
                    <a:moveTo>
                      <a:pt x="221184" y="141876"/>
                    </a:moveTo>
                    <a:lnTo>
                      <a:pt x="184887" y="177858"/>
                    </a:lnTo>
                    <a:lnTo>
                      <a:pt x="162306" y="157239"/>
                    </a:lnTo>
                    <a:lnTo>
                      <a:pt x="123183" y="197316"/>
                    </a:lnTo>
                    <a:lnTo>
                      <a:pt x="0" y="77067"/>
                    </a:lnTo>
                    <a:lnTo>
                      <a:pt x="74592" y="0"/>
                    </a:lnTo>
                    <a:lnTo>
                      <a:pt x="221184" y="1418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7" name="Контур"/>
              <p:cNvSpPr/>
              <p:nvPr/>
            </p:nvSpPr>
            <p:spPr>
              <a:xfrm>
                <a:off x="8199317" y="1584000"/>
                <a:ext cx="203412" cy="129134"/>
              </a:xfrm>
              <a:custGeom>
                <a:avLst/>
                <a:gdLst/>
                <a:ahLst/>
                <a:cxnLst/>
                <a:rect l="l" t="t" r="r" b="b"/>
                <a:pathLst>
                  <a:path w="203412" h="129134">
                    <a:moveTo>
                      <a:pt x="0" y="0"/>
                    </a:moveTo>
                    <a:lnTo>
                      <a:pt x="139980" y="0"/>
                    </a:lnTo>
                    <a:lnTo>
                      <a:pt x="203412" y="59303"/>
                    </a:lnTo>
                    <a:lnTo>
                      <a:pt x="138126" y="1291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8" name="Контур"/>
              <p:cNvSpPr/>
              <p:nvPr/>
            </p:nvSpPr>
            <p:spPr>
              <a:xfrm>
                <a:off x="8434115" y="1584000"/>
                <a:ext cx="53706" cy="26696"/>
              </a:xfrm>
              <a:custGeom>
                <a:avLst/>
                <a:gdLst/>
                <a:ahLst/>
                <a:cxnLst/>
                <a:rect l="l" t="t" r="r" b="b"/>
                <a:pathLst>
                  <a:path w="53706" h="26696">
                    <a:moveTo>
                      <a:pt x="53706" y="0"/>
                    </a:moveTo>
                    <a:lnTo>
                      <a:pt x="29751" y="26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9" name="Контур"/>
              <p:cNvSpPr/>
              <p:nvPr/>
            </p:nvSpPr>
            <p:spPr>
              <a:xfrm>
                <a:off x="9463389" y="1932794"/>
                <a:ext cx="64872" cy="80382"/>
              </a:xfrm>
              <a:custGeom>
                <a:avLst/>
                <a:gdLst/>
                <a:ahLst/>
                <a:cxnLst/>
                <a:rect l="l" t="t" r="r" b="b"/>
                <a:pathLst>
                  <a:path w="64872" h="80382">
                    <a:moveTo>
                      <a:pt x="25517" y="80382"/>
                    </a:moveTo>
                    <a:lnTo>
                      <a:pt x="0" y="15470"/>
                    </a:lnTo>
                    <a:lnTo>
                      <a:pt x="39355" y="0"/>
                    </a:lnTo>
                    <a:lnTo>
                      <a:pt x="64872" y="64912"/>
                    </a:lnTo>
                    <a:lnTo>
                      <a:pt x="25517" y="803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0" name="Контур"/>
              <p:cNvSpPr/>
              <p:nvPr/>
            </p:nvSpPr>
            <p:spPr>
              <a:xfrm>
                <a:off x="9208517" y="1788464"/>
                <a:ext cx="199620" cy="175356"/>
              </a:xfrm>
              <a:custGeom>
                <a:avLst/>
                <a:gdLst/>
                <a:ahLst/>
                <a:cxnLst/>
                <a:rect l="l" t="t" r="r" b="b"/>
                <a:pathLst>
                  <a:path w="199620" h="175356">
                    <a:moveTo>
                      <a:pt x="199620" y="119205"/>
                    </a:moveTo>
                    <a:lnTo>
                      <a:pt x="42669" y="175356"/>
                    </a:lnTo>
                    <a:lnTo>
                      <a:pt x="0" y="56160"/>
                    </a:lnTo>
                    <a:lnTo>
                      <a:pt x="156960" y="0"/>
                    </a:lnTo>
                    <a:lnTo>
                      <a:pt x="199620" y="1192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1" name="Контур"/>
              <p:cNvSpPr/>
              <p:nvPr/>
            </p:nvSpPr>
            <p:spPr>
              <a:xfrm>
                <a:off x="9366506" y="1733700"/>
                <a:ext cx="141545" cy="203352"/>
              </a:xfrm>
              <a:custGeom>
                <a:avLst/>
                <a:gdLst/>
                <a:ahLst/>
                <a:cxnLst/>
                <a:rect l="l" t="t" r="r" b="b"/>
                <a:pathLst>
                  <a:path w="141545" h="203352">
                    <a:moveTo>
                      <a:pt x="68111" y="203352"/>
                    </a:moveTo>
                    <a:lnTo>
                      <a:pt x="0" y="28625"/>
                    </a:lnTo>
                    <a:lnTo>
                      <a:pt x="73434" y="0"/>
                    </a:lnTo>
                    <a:lnTo>
                      <a:pt x="141545" y="174727"/>
                    </a:lnTo>
                    <a:lnTo>
                      <a:pt x="68111" y="2033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2" name="Контур"/>
              <p:cNvSpPr/>
              <p:nvPr/>
            </p:nvSpPr>
            <p:spPr>
              <a:xfrm>
                <a:off x="9440531" y="1584000"/>
                <a:ext cx="190193" cy="304274"/>
              </a:xfrm>
              <a:custGeom>
                <a:avLst/>
                <a:gdLst/>
                <a:ahLst/>
                <a:cxnLst/>
                <a:rect l="l" t="t" r="r" b="b"/>
                <a:pathLst>
                  <a:path w="190193" h="304274">
                    <a:moveTo>
                      <a:pt x="78322" y="304274"/>
                    </a:moveTo>
                    <a:lnTo>
                      <a:pt x="0" y="97386"/>
                    </a:lnTo>
                    <a:lnTo>
                      <a:pt x="49280" y="81539"/>
                    </a:lnTo>
                    <a:lnTo>
                      <a:pt x="36080" y="45444"/>
                    </a:lnTo>
                    <a:lnTo>
                      <a:pt x="74801" y="33119"/>
                    </a:lnTo>
                    <a:lnTo>
                      <a:pt x="71281" y="21673"/>
                    </a:lnTo>
                    <a:lnTo>
                      <a:pt x="103459" y="0"/>
                    </a:lnTo>
                    <a:lnTo>
                      <a:pt x="190193" y="0"/>
                    </a:lnTo>
                    <a:lnTo>
                      <a:pt x="124962" y="2849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3" name="Контур"/>
              <p:cNvSpPr/>
              <p:nvPr/>
            </p:nvSpPr>
            <p:spPr>
              <a:xfrm>
                <a:off x="8865011" y="1791263"/>
                <a:ext cx="72460" cy="74387"/>
              </a:xfrm>
              <a:custGeom>
                <a:avLst/>
                <a:gdLst/>
                <a:ahLst/>
                <a:cxnLst/>
                <a:rect l="l" t="t" r="r" b="b"/>
                <a:pathLst>
                  <a:path w="72460" h="74387">
                    <a:moveTo>
                      <a:pt x="42692" y="0"/>
                    </a:moveTo>
                    <a:lnTo>
                      <a:pt x="72460" y="41567"/>
                    </a:lnTo>
                    <a:lnTo>
                      <a:pt x="33693" y="74387"/>
                    </a:lnTo>
                    <a:lnTo>
                      <a:pt x="0" y="33473"/>
                    </a:lnTo>
                    <a:lnTo>
                      <a:pt x="4269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4" name="Контур"/>
              <p:cNvSpPr/>
              <p:nvPr/>
            </p:nvSpPr>
            <p:spPr>
              <a:xfrm>
                <a:off x="8881530" y="1584000"/>
                <a:ext cx="319916" cy="261252"/>
              </a:xfrm>
              <a:custGeom>
                <a:avLst/>
                <a:gdLst/>
                <a:ahLst/>
                <a:cxnLst/>
                <a:rect l="l" t="t" r="r" b="b"/>
                <a:pathLst>
                  <a:path w="319916" h="261252">
                    <a:moveTo>
                      <a:pt x="0" y="169456"/>
                    </a:moveTo>
                    <a:lnTo>
                      <a:pt x="237591" y="0"/>
                    </a:lnTo>
                    <a:lnTo>
                      <a:pt x="263089" y="0"/>
                    </a:lnTo>
                    <a:lnTo>
                      <a:pt x="310103" y="65375"/>
                    </a:lnTo>
                    <a:lnTo>
                      <a:pt x="319916" y="79776"/>
                    </a:lnTo>
                    <a:lnTo>
                      <a:pt x="65472" y="261252"/>
                    </a:lnTo>
                    <a:lnTo>
                      <a:pt x="55941" y="248830"/>
                    </a:lnTo>
                    <a:lnTo>
                      <a:pt x="26173" y="2072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5" name="Контур"/>
              <p:cNvSpPr/>
              <p:nvPr/>
            </p:nvSpPr>
            <p:spPr>
              <a:xfrm>
                <a:off x="9144619" y="1584000"/>
                <a:ext cx="74507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74507" h="65375">
                    <a:moveTo>
                      <a:pt x="0" y="0"/>
                    </a:moveTo>
                    <a:lnTo>
                      <a:pt x="42899" y="0"/>
                    </a:lnTo>
                    <a:lnTo>
                      <a:pt x="74507" y="45425"/>
                    </a:lnTo>
                    <a:lnTo>
                      <a:pt x="47014" y="653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6" name="Контур"/>
              <p:cNvSpPr/>
              <p:nvPr/>
            </p:nvSpPr>
            <p:spPr>
              <a:xfrm>
                <a:off x="9315436" y="1584000"/>
                <a:ext cx="93436" cy="43389"/>
              </a:xfrm>
              <a:custGeom>
                <a:avLst/>
                <a:gdLst/>
                <a:ahLst/>
                <a:cxnLst/>
                <a:rect l="l" t="t" r="r" b="b"/>
                <a:pathLst>
                  <a:path w="93436" h="43389">
                    <a:moveTo>
                      <a:pt x="93436" y="0"/>
                    </a:moveTo>
                    <a:lnTo>
                      <a:pt x="29401" y="433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7" name="Контур"/>
              <p:cNvSpPr/>
              <p:nvPr/>
            </p:nvSpPr>
            <p:spPr>
              <a:xfrm>
                <a:off x="7487488" y="3014615"/>
                <a:ext cx="621295" cy="475148"/>
              </a:xfrm>
              <a:custGeom>
                <a:avLst/>
                <a:gdLst/>
                <a:ahLst/>
                <a:cxnLst/>
                <a:rect l="l" t="t" r="r" b="b"/>
                <a:pathLst>
                  <a:path w="621295" h="475148">
                    <a:moveTo>
                      <a:pt x="0" y="416730"/>
                    </a:moveTo>
                    <a:lnTo>
                      <a:pt x="579269" y="0"/>
                    </a:lnTo>
                    <a:lnTo>
                      <a:pt x="621295" y="58418"/>
                    </a:lnTo>
                    <a:lnTo>
                      <a:pt x="42026" y="475148"/>
                    </a:lnTo>
                    <a:lnTo>
                      <a:pt x="0" y="41673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8" name="Контур"/>
              <p:cNvSpPr/>
              <p:nvPr/>
            </p:nvSpPr>
            <p:spPr>
              <a:xfrm>
                <a:off x="8405985" y="3110054"/>
                <a:ext cx="387104" cy="344083"/>
              </a:xfrm>
              <a:custGeom>
                <a:avLst/>
                <a:gdLst/>
                <a:ahLst/>
                <a:cxnLst/>
                <a:rect l="l" t="t" r="r" b="b"/>
                <a:pathLst>
                  <a:path w="387104" h="344083">
                    <a:moveTo>
                      <a:pt x="0" y="298801"/>
                    </a:moveTo>
                    <a:lnTo>
                      <a:pt x="40763" y="270775"/>
                    </a:lnTo>
                    <a:lnTo>
                      <a:pt x="10238" y="228053"/>
                    </a:lnTo>
                    <a:lnTo>
                      <a:pt x="322852" y="0"/>
                    </a:lnTo>
                    <a:lnTo>
                      <a:pt x="387104" y="85226"/>
                    </a:lnTo>
                    <a:lnTo>
                      <a:pt x="35546" y="344083"/>
                    </a:lnTo>
                    <a:lnTo>
                      <a:pt x="0" y="2988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9" name="Контур"/>
              <p:cNvSpPr/>
              <p:nvPr/>
            </p:nvSpPr>
            <p:spPr>
              <a:xfrm>
                <a:off x="8205926" y="2885924"/>
                <a:ext cx="522911" cy="522931"/>
              </a:xfrm>
              <a:custGeom>
                <a:avLst/>
                <a:gdLst/>
                <a:ahLst/>
                <a:cxnLst/>
                <a:rect l="l" t="t" r="r" b="b"/>
                <a:pathLst>
                  <a:path w="522911" h="522931">
                    <a:moveTo>
                      <a:pt x="200059" y="522931"/>
                    </a:moveTo>
                    <a:lnTo>
                      <a:pt x="164511" y="474066"/>
                    </a:lnTo>
                    <a:lnTo>
                      <a:pt x="0" y="261495"/>
                    </a:lnTo>
                    <a:lnTo>
                      <a:pt x="127917" y="167982"/>
                    </a:lnTo>
                    <a:lnTo>
                      <a:pt x="180441" y="129651"/>
                    </a:lnTo>
                    <a:lnTo>
                      <a:pt x="270180" y="64176"/>
                    </a:lnTo>
                    <a:lnTo>
                      <a:pt x="356913" y="0"/>
                    </a:lnTo>
                    <a:lnTo>
                      <a:pt x="522911" y="224130"/>
                    </a:lnTo>
                    <a:lnTo>
                      <a:pt x="210297" y="452183"/>
                    </a:lnTo>
                    <a:lnTo>
                      <a:pt x="240822" y="494905"/>
                    </a:lnTo>
                    <a:lnTo>
                      <a:pt x="200059" y="52293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0" name="Контур"/>
              <p:cNvSpPr/>
              <p:nvPr/>
            </p:nvSpPr>
            <p:spPr>
              <a:xfrm>
                <a:off x="7878617" y="3754632"/>
                <a:ext cx="94037" cy="92499"/>
              </a:xfrm>
              <a:custGeom>
                <a:avLst/>
                <a:gdLst/>
                <a:ahLst/>
                <a:cxnLst/>
                <a:rect l="l" t="t" r="r" b="b"/>
                <a:pathLst>
                  <a:path w="94037" h="92499">
                    <a:moveTo>
                      <a:pt x="57267" y="0"/>
                    </a:moveTo>
                    <a:lnTo>
                      <a:pt x="94037" y="50682"/>
                    </a:lnTo>
                    <a:lnTo>
                      <a:pt x="36901" y="92499"/>
                    </a:lnTo>
                    <a:lnTo>
                      <a:pt x="31704" y="85402"/>
                    </a:lnTo>
                    <a:lnTo>
                      <a:pt x="0" y="41556"/>
                    </a:lnTo>
                    <a:lnTo>
                      <a:pt x="5726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1" name="Контур"/>
              <p:cNvSpPr/>
              <p:nvPr/>
            </p:nvSpPr>
            <p:spPr>
              <a:xfrm>
                <a:off x="7598822" y="3147419"/>
                <a:ext cx="807163" cy="756577"/>
              </a:xfrm>
              <a:custGeom>
                <a:avLst/>
                <a:gdLst/>
                <a:ahLst/>
                <a:cxnLst/>
                <a:rect l="l" t="t" r="r" b="b"/>
                <a:pathLst>
                  <a:path w="807163" h="756577">
                    <a:moveTo>
                      <a:pt x="607104" y="0"/>
                    </a:moveTo>
                    <a:lnTo>
                      <a:pt x="771615" y="212571"/>
                    </a:lnTo>
                    <a:lnTo>
                      <a:pt x="807163" y="261436"/>
                    </a:lnTo>
                    <a:lnTo>
                      <a:pt x="337062" y="607213"/>
                    </a:lnTo>
                    <a:lnTo>
                      <a:pt x="279795" y="648769"/>
                    </a:lnTo>
                    <a:lnTo>
                      <a:pt x="311499" y="692615"/>
                    </a:lnTo>
                    <a:lnTo>
                      <a:pt x="221408" y="756577"/>
                    </a:lnTo>
                    <a:lnTo>
                      <a:pt x="184557" y="701428"/>
                    </a:lnTo>
                    <a:lnTo>
                      <a:pt x="126073" y="623447"/>
                    </a:lnTo>
                    <a:lnTo>
                      <a:pt x="90540" y="650220"/>
                    </a:lnTo>
                    <a:lnTo>
                      <a:pt x="32511" y="572072"/>
                    </a:lnTo>
                    <a:lnTo>
                      <a:pt x="70957" y="543831"/>
                    </a:lnTo>
                    <a:lnTo>
                      <a:pt x="0" y="442347"/>
                    </a:lnTo>
                    <a:lnTo>
                      <a:pt x="588110" y="13852"/>
                    </a:lnTo>
                    <a:lnTo>
                      <a:pt x="60710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2" name="Контур"/>
              <p:cNvSpPr/>
              <p:nvPr/>
            </p:nvSpPr>
            <p:spPr>
              <a:xfrm>
                <a:off x="7577078" y="2813325"/>
                <a:ext cx="458313" cy="383690"/>
              </a:xfrm>
              <a:custGeom>
                <a:avLst/>
                <a:gdLst/>
                <a:ahLst/>
                <a:cxnLst/>
                <a:rect l="l" t="t" r="r" b="b"/>
                <a:pathLst>
                  <a:path w="458313" h="383690">
                    <a:moveTo>
                      <a:pt x="375984" y="0"/>
                    </a:moveTo>
                    <a:lnTo>
                      <a:pt x="416265" y="54532"/>
                    </a:lnTo>
                    <a:lnTo>
                      <a:pt x="458313" y="107907"/>
                    </a:lnTo>
                    <a:lnTo>
                      <a:pt x="80910" y="383690"/>
                    </a:lnTo>
                    <a:lnTo>
                      <a:pt x="0" y="266563"/>
                    </a:lnTo>
                    <a:lnTo>
                      <a:pt x="37598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3" name="Контур"/>
              <p:cNvSpPr/>
              <p:nvPr/>
            </p:nvSpPr>
            <p:spPr>
              <a:xfrm>
                <a:off x="8165765" y="3025034"/>
                <a:ext cx="168078" cy="136237"/>
              </a:xfrm>
              <a:custGeom>
                <a:avLst/>
                <a:gdLst/>
                <a:ahLst/>
                <a:cxnLst/>
                <a:rect l="l" t="t" r="r" b="b"/>
                <a:pathLst>
                  <a:path w="168078" h="136237">
                    <a:moveTo>
                      <a:pt x="168078" y="28872"/>
                    </a:moveTo>
                    <a:lnTo>
                      <a:pt x="40161" y="122385"/>
                    </a:lnTo>
                    <a:lnTo>
                      <a:pt x="21167" y="136237"/>
                    </a:lnTo>
                    <a:lnTo>
                      <a:pt x="0" y="107898"/>
                    </a:lnTo>
                    <a:lnTo>
                      <a:pt x="147005" y="0"/>
                    </a:lnTo>
                    <a:lnTo>
                      <a:pt x="168078" y="2887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4" name="Контур"/>
              <p:cNvSpPr/>
              <p:nvPr/>
            </p:nvSpPr>
            <p:spPr>
              <a:xfrm>
                <a:off x="8312770" y="2986235"/>
                <a:ext cx="73597" cy="67671"/>
              </a:xfrm>
              <a:custGeom>
                <a:avLst/>
                <a:gdLst/>
                <a:ahLst/>
                <a:cxnLst/>
                <a:rect l="l" t="t" r="r" b="b"/>
                <a:pathLst>
                  <a:path w="73597" h="67671">
                    <a:moveTo>
                      <a:pt x="0" y="38799"/>
                    </a:moveTo>
                    <a:lnTo>
                      <a:pt x="52186" y="0"/>
                    </a:lnTo>
                    <a:lnTo>
                      <a:pt x="73597" y="29340"/>
                    </a:lnTo>
                    <a:lnTo>
                      <a:pt x="21073" y="67671"/>
                    </a:lnTo>
                    <a:lnTo>
                      <a:pt x="0" y="387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5" name="Контур"/>
              <p:cNvSpPr/>
              <p:nvPr/>
            </p:nvSpPr>
            <p:spPr>
              <a:xfrm>
                <a:off x="8364956" y="2875092"/>
                <a:ext cx="111150" cy="140483"/>
              </a:xfrm>
              <a:custGeom>
                <a:avLst/>
                <a:gdLst/>
                <a:ahLst/>
                <a:cxnLst/>
                <a:rect l="l" t="t" r="r" b="b"/>
                <a:pathLst>
                  <a:path w="111150" h="140483">
                    <a:moveTo>
                      <a:pt x="0" y="111143"/>
                    </a:moveTo>
                    <a:lnTo>
                      <a:pt x="37642" y="84834"/>
                    </a:lnTo>
                    <a:lnTo>
                      <a:pt x="8075" y="38664"/>
                    </a:lnTo>
                    <a:lnTo>
                      <a:pt x="60077" y="0"/>
                    </a:lnTo>
                    <a:lnTo>
                      <a:pt x="111150" y="75008"/>
                    </a:lnTo>
                    <a:lnTo>
                      <a:pt x="21411" y="140483"/>
                    </a:lnTo>
                    <a:lnTo>
                      <a:pt x="0" y="1111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6" name="Контур"/>
              <p:cNvSpPr/>
              <p:nvPr/>
            </p:nvSpPr>
            <p:spPr>
              <a:xfrm>
                <a:off x="7738840" y="2554892"/>
                <a:ext cx="331830" cy="312107"/>
              </a:xfrm>
              <a:custGeom>
                <a:avLst/>
                <a:gdLst/>
                <a:ahLst/>
                <a:cxnLst/>
                <a:rect l="l" t="t" r="r" b="b"/>
                <a:pathLst>
                  <a:path w="331830" h="312107">
                    <a:moveTo>
                      <a:pt x="0" y="266103"/>
                    </a:moveTo>
                    <a:lnTo>
                      <a:pt x="165303" y="140423"/>
                    </a:lnTo>
                    <a:lnTo>
                      <a:pt x="244987" y="0"/>
                    </a:lnTo>
                    <a:lnTo>
                      <a:pt x="331830" y="98863"/>
                    </a:lnTo>
                    <a:lnTo>
                      <a:pt x="39159" y="312107"/>
                    </a:lnTo>
                    <a:lnTo>
                      <a:pt x="0" y="2661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7" name="Контур"/>
              <p:cNvSpPr/>
              <p:nvPr/>
            </p:nvSpPr>
            <p:spPr>
              <a:xfrm>
                <a:off x="8020272" y="2513186"/>
                <a:ext cx="60950" cy="60173"/>
              </a:xfrm>
              <a:custGeom>
                <a:avLst/>
                <a:gdLst/>
                <a:ahLst/>
                <a:cxnLst/>
                <a:rect l="l" t="t" r="r" b="b"/>
                <a:pathLst>
                  <a:path w="60950" h="60173">
                    <a:moveTo>
                      <a:pt x="0" y="32344"/>
                    </a:moveTo>
                    <a:lnTo>
                      <a:pt x="35827" y="0"/>
                    </a:lnTo>
                    <a:lnTo>
                      <a:pt x="60950" y="27830"/>
                    </a:lnTo>
                    <a:lnTo>
                      <a:pt x="25125" y="60173"/>
                    </a:lnTo>
                    <a:lnTo>
                      <a:pt x="0" y="323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8" name="Контур"/>
              <p:cNvSpPr/>
              <p:nvPr/>
            </p:nvSpPr>
            <p:spPr>
              <a:xfrm>
                <a:off x="8086613" y="2221816"/>
                <a:ext cx="394119" cy="341970"/>
              </a:xfrm>
              <a:custGeom>
                <a:avLst/>
                <a:gdLst/>
                <a:ahLst/>
                <a:cxnLst/>
                <a:rect l="l" t="t" r="r" b="b"/>
                <a:pathLst>
                  <a:path w="394119" h="341970">
                    <a:moveTo>
                      <a:pt x="394119" y="93787"/>
                    </a:moveTo>
                    <a:lnTo>
                      <a:pt x="72357" y="341970"/>
                    </a:lnTo>
                    <a:lnTo>
                      <a:pt x="0" y="248182"/>
                    </a:lnTo>
                    <a:lnTo>
                      <a:pt x="321772" y="0"/>
                    </a:lnTo>
                    <a:lnTo>
                      <a:pt x="394119" y="937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9" name="Контур"/>
              <p:cNvSpPr/>
              <p:nvPr/>
            </p:nvSpPr>
            <p:spPr>
              <a:xfrm>
                <a:off x="9335489" y="3669663"/>
                <a:ext cx="100307" cy="106598"/>
              </a:xfrm>
              <a:custGeom>
                <a:avLst/>
                <a:gdLst/>
                <a:ahLst/>
                <a:cxnLst/>
                <a:rect l="l" t="t" r="r" b="b"/>
                <a:pathLst>
                  <a:path w="100307" h="106598">
                    <a:moveTo>
                      <a:pt x="58080" y="106598"/>
                    </a:moveTo>
                    <a:lnTo>
                      <a:pt x="0" y="33596"/>
                    </a:lnTo>
                    <a:lnTo>
                      <a:pt x="42226" y="0"/>
                    </a:lnTo>
                    <a:lnTo>
                      <a:pt x="100307" y="72993"/>
                    </a:lnTo>
                    <a:lnTo>
                      <a:pt x="58080" y="10659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0" name="Контур"/>
              <p:cNvSpPr/>
              <p:nvPr/>
            </p:nvSpPr>
            <p:spPr>
              <a:xfrm>
                <a:off x="9275963" y="3560384"/>
                <a:ext cx="129834" cy="132003"/>
              </a:xfrm>
              <a:custGeom>
                <a:avLst/>
                <a:gdLst/>
                <a:ahLst/>
                <a:cxnLst/>
                <a:rect l="l" t="t" r="r" b="b"/>
                <a:pathLst>
                  <a:path w="129834" h="132003">
                    <a:moveTo>
                      <a:pt x="61200" y="132003"/>
                    </a:moveTo>
                    <a:lnTo>
                      <a:pt x="0" y="53514"/>
                    </a:lnTo>
                    <a:lnTo>
                      <a:pt x="68634" y="0"/>
                    </a:lnTo>
                    <a:lnTo>
                      <a:pt x="129834" y="78480"/>
                    </a:lnTo>
                    <a:lnTo>
                      <a:pt x="61200" y="1320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1" name="Контур"/>
              <p:cNvSpPr/>
              <p:nvPr/>
            </p:nvSpPr>
            <p:spPr>
              <a:xfrm>
                <a:off x="9096170" y="3466784"/>
                <a:ext cx="177867" cy="211527"/>
              </a:xfrm>
              <a:custGeom>
                <a:avLst/>
                <a:gdLst/>
                <a:ahLst/>
                <a:cxnLst/>
                <a:rect l="l" t="t" r="r" b="b"/>
                <a:pathLst>
                  <a:path w="177867" h="211527">
                    <a:moveTo>
                      <a:pt x="130329" y="211527"/>
                    </a:moveTo>
                    <a:lnTo>
                      <a:pt x="0" y="35118"/>
                    </a:lnTo>
                    <a:lnTo>
                      <a:pt x="47547" y="0"/>
                    </a:lnTo>
                    <a:lnTo>
                      <a:pt x="177867" y="176400"/>
                    </a:lnTo>
                    <a:lnTo>
                      <a:pt x="130329" y="2115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2" name="Контур"/>
              <p:cNvSpPr/>
              <p:nvPr/>
            </p:nvSpPr>
            <p:spPr>
              <a:xfrm>
                <a:off x="9392808" y="3569444"/>
                <a:ext cx="75240" cy="78525"/>
              </a:xfrm>
              <a:custGeom>
                <a:avLst/>
                <a:gdLst/>
                <a:ahLst/>
                <a:cxnLst/>
                <a:rect l="l" t="t" r="r" b="b"/>
                <a:pathLst>
                  <a:path w="75240" h="78525">
                    <a:moveTo>
                      <a:pt x="37062" y="78525"/>
                    </a:moveTo>
                    <a:lnTo>
                      <a:pt x="0" y="28012"/>
                    </a:lnTo>
                    <a:lnTo>
                      <a:pt x="38177" y="0"/>
                    </a:lnTo>
                    <a:lnTo>
                      <a:pt x="75240" y="50512"/>
                    </a:lnTo>
                    <a:lnTo>
                      <a:pt x="37062" y="7852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3" name="Контур"/>
              <p:cNvSpPr/>
              <p:nvPr/>
            </p:nvSpPr>
            <p:spPr>
              <a:xfrm>
                <a:off x="9430985" y="3288143"/>
                <a:ext cx="402339" cy="331813"/>
              </a:xfrm>
              <a:custGeom>
                <a:avLst/>
                <a:gdLst/>
                <a:ahLst/>
                <a:cxnLst/>
                <a:rect l="l" t="t" r="r" b="b"/>
                <a:pathLst>
                  <a:path w="402339" h="331813">
                    <a:moveTo>
                      <a:pt x="0" y="281301"/>
                    </a:moveTo>
                    <a:lnTo>
                      <a:pt x="366114" y="0"/>
                    </a:lnTo>
                    <a:lnTo>
                      <a:pt x="402339" y="46998"/>
                    </a:lnTo>
                    <a:lnTo>
                      <a:pt x="37063" y="331813"/>
                    </a:lnTo>
                    <a:lnTo>
                      <a:pt x="0" y="2813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4" name="Контур"/>
              <p:cNvSpPr/>
              <p:nvPr/>
            </p:nvSpPr>
            <p:spPr>
              <a:xfrm>
                <a:off x="8836367" y="2407475"/>
                <a:ext cx="1108359" cy="1161969"/>
              </a:xfrm>
              <a:custGeom>
                <a:avLst/>
                <a:gdLst/>
                <a:ahLst/>
                <a:cxnLst/>
                <a:rect l="l" t="t" r="r" b="b"/>
                <a:pathLst>
                  <a:path w="1108359" h="1161969">
                    <a:moveTo>
                      <a:pt x="272241" y="184005"/>
                    </a:moveTo>
                    <a:lnTo>
                      <a:pt x="315963" y="151029"/>
                    </a:lnTo>
                    <a:lnTo>
                      <a:pt x="516213" y="0"/>
                    </a:lnTo>
                    <a:lnTo>
                      <a:pt x="1069200" y="718236"/>
                    </a:lnTo>
                    <a:lnTo>
                      <a:pt x="1108359" y="769095"/>
                    </a:lnTo>
                    <a:lnTo>
                      <a:pt x="1068930" y="798894"/>
                    </a:lnTo>
                    <a:lnTo>
                      <a:pt x="960732" y="880668"/>
                    </a:lnTo>
                    <a:lnTo>
                      <a:pt x="594618" y="1161969"/>
                    </a:lnTo>
                    <a:lnTo>
                      <a:pt x="0" y="389340"/>
                    </a:lnTo>
                    <a:lnTo>
                      <a:pt x="96102" y="316854"/>
                    </a:lnTo>
                    <a:lnTo>
                      <a:pt x="194411" y="242461"/>
                    </a:lnTo>
                    <a:lnTo>
                      <a:pt x="209608" y="230919"/>
                    </a:lnTo>
                    <a:lnTo>
                      <a:pt x="225882" y="218979"/>
                    </a:lnTo>
                    <a:lnTo>
                      <a:pt x="272241" y="1840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5" name="Контур"/>
              <p:cNvSpPr/>
              <p:nvPr/>
            </p:nvSpPr>
            <p:spPr>
              <a:xfrm>
                <a:off x="9030560" y="3210050"/>
                <a:ext cx="133506" cy="123273"/>
              </a:xfrm>
              <a:custGeom>
                <a:avLst/>
                <a:gdLst/>
                <a:ahLst/>
                <a:cxnLst/>
                <a:rect l="l" t="t" r="r" b="b"/>
                <a:pathLst>
                  <a:path w="133506" h="123273">
                    <a:moveTo>
                      <a:pt x="0" y="70353"/>
                    </a:moveTo>
                    <a:lnTo>
                      <a:pt x="93816" y="0"/>
                    </a:lnTo>
                    <a:lnTo>
                      <a:pt x="133506" y="52920"/>
                    </a:lnTo>
                    <a:lnTo>
                      <a:pt x="39690" y="123273"/>
                    </a:lnTo>
                    <a:lnTo>
                      <a:pt x="0" y="703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6" name="Контур"/>
              <p:cNvSpPr/>
              <p:nvPr/>
            </p:nvSpPr>
            <p:spPr>
              <a:xfrm>
                <a:off x="8624714" y="2692784"/>
                <a:ext cx="296343" cy="363834"/>
              </a:xfrm>
              <a:custGeom>
                <a:avLst/>
                <a:gdLst/>
                <a:ahLst/>
                <a:cxnLst/>
                <a:rect l="l" t="t" r="r" b="b"/>
                <a:pathLst>
                  <a:path w="296343" h="363834">
                    <a:moveTo>
                      <a:pt x="0" y="36846"/>
                    </a:moveTo>
                    <a:lnTo>
                      <a:pt x="48843" y="0"/>
                    </a:lnTo>
                    <a:lnTo>
                      <a:pt x="116388" y="88434"/>
                    </a:lnTo>
                    <a:lnTo>
                      <a:pt x="296343" y="323172"/>
                    </a:lnTo>
                    <a:lnTo>
                      <a:pt x="243297" y="363834"/>
                    </a:lnTo>
                    <a:lnTo>
                      <a:pt x="0" y="368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7" name="Контур"/>
              <p:cNvSpPr/>
              <p:nvPr/>
            </p:nvSpPr>
            <p:spPr>
              <a:xfrm>
                <a:off x="8906837" y="3067022"/>
                <a:ext cx="187164" cy="176067"/>
              </a:xfrm>
              <a:custGeom>
                <a:avLst/>
                <a:gdLst/>
                <a:ahLst/>
                <a:cxnLst/>
                <a:rect l="l" t="t" r="r" b="b"/>
                <a:pathLst>
                  <a:path w="187164" h="176067">
                    <a:moveTo>
                      <a:pt x="0" y="85122"/>
                    </a:moveTo>
                    <a:lnTo>
                      <a:pt x="92367" y="14238"/>
                    </a:lnTo>
                    <a:lnTo>
                      <a:pt x="96165" y="19188"/>
                    </a:lnTo>
                    <a:lnTo>
                      <a:pt x="121176" y="0"/>
                    </a:lnTo>
                    <a:lnTo>
                      <a:pt x="187164" y="86004"/>
                    </a:lnTo>
                    <a:lnTo>
                      <a:pt x="69759" y="176067"/>
                    </a:lnTo>
                    <a:lnTo>
                      <a:pt x="0" y="851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8" name="Контур"/>
              <p:cNvSpPr/>
              <p:nvPr/>
            </p:nvSpPr>
            <p:spPr>
              <a:xfrm>
                <a:off x="8803445" y="2680688"/>
                <a:ext cx="129024" cy="116127"/>
              </a:xfrm>
              <a:custGeom>
                <a:avLst/>
                <a:gdLst/>
                <a:ahLst/>
                <a:cxnLst/>
                <a:rect l="l" t="t" r="r" b="b"/>
                <a:pathLst>
                  <a:path w="129024" h="116127">
                    <a:moveTo>
                      <a:pt x="129024" y="43641"/>
                    </a:moveTo>
                    <a:lnTo>
                      <a:pt x="32922" y="116127"/>
                    </a:lnTo>
                    <a:lnTo>
                      <a:pt x="0" y="72486"/>
                    </a:lnTo>
                    <a:lnTo>
                      <a:pt x="96102" y="0"/>
                    </a:lnTo>
                    <a:lnTo>
                      <a:pt x="129024" y="436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9" name="Контур"/>
              <p:cNvSpPr/>
              <p:nvPr/>
            </p:nvSpPr>
            <p:spPr>
              <a:xfrm>
                <a:off x="8673557" y="2656196"/>
                <a:ext cx="115110" cy="125022"/>
              </a:xfrm>
              <a:custGeom>
                <a:avLst/>
                <a:gdLst/>
                <a:ahLst/>
                <a:cxnLst/>
                <a:rect l="l" t="t" r="r" b="b"/>
                <a:pathLst>
                  <a:path w="115110" h="125022">
                    <a:moveTo>
                      <a:pt x="0" y="36588"/>
                    </a:moveTo>
                    <a:lnTo>
                      <a:pt x="22469" y="19674"/>
                    </a:lnTo>
                    <a:lnTo>
                      <a:pt x="48338" y="0"/>
                    </a:lnTo>
                    <a:lnTo>
                      <a:pt x="78291" y="40206"/>
                    </a:lnTo>
                    <a:lnTo>
                      <a:pt x="115110" y="89778"/>
                    </a:lnTo>
                    <a:lnTo>
                      <a:pt x="67545" y="125022"/>
                    </a:lnTo>
                    <a:lnTo>
                      <a:pt x="0" y="365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0" name="Контур"/>
              <p:cNvSpPr/>
              <p:nvPr/>
            </p:nvSpPr>
            <p:spPr>
              <a:xfrm>
                <a:off x="8614106" y="2662402"/>
                <a:ext cx="81920" cy="67228"/>
              </a:xfrm>
              <a:custGeom>
                <a:avLst/>
                <a:gdLst/>
                <a:ahLst/>
                <a:cxnLst/>
                <a:rect l="l" t="t" r="r" b="b"/>
                <a:pathLst>
                  <a:path w="81920" h="67228">
                    <a:moveTo>
                      <a:pt x="59451" y="30382"/>
                    </a:moveTo>
                    <a:lnTo>
                      <a:pt x="10608" y="67228"/>
                    </a:lnTo>
                    <a:lnTo>
                      <a:pt x="0" y="53518"/>
                    </a:lnTo>
                    <a:lnTo>
                      <a:pt x="71491" y="0"/>
                    </a:lnTo>
                    <a:lnTo>
                      <a:pt x="81920" y="13468"/>
                    </a:lnTo>
                    <a:lnTo>
                      <a:pt x="59451" y="303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1" name="Контур"/>
              <p:cNvSpPr/>
              <p:nvPr/>
            </p:nvSpPr>
            <p:spPr>
              <a:xfrm>
                <a:off x="9013443" y="2615570"/>
                <a:ext cx="32532" cy="34366"/>
              </a:xfrm>
              <a:custGeom>
                <a:avLst/>
                <a:gdLst/>
                <a:ahLst/>
                <a:cxnLst/>
                <a:rect l="l" t="t" r="r" b="b"/>
                <a:pathLst>
                  <a:path w="32532" h="34366">
                    <a:moveTo>
                      <a:pt x="0" y="11544"/>
                    </a:moveTo>
                    <a:lnTo>
                      <a:pt x="15198" y="0"/>
                    </a:lnTo>
                    <a:lnTo>
                      <a:pt x="32532" y="22824"/>
                    </a:lnTo>
                    <a:lnTo>
                      <a:pt x="17335" y="34366"/>
                    </a:lnTo>
                    <a:lnTo>
                      <a:pt x="0" y="115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2" name="Контур"/>
              <p:cNvSpPr/>
              <p:nvPr/>
            </p:nvSpPr>
            <p:spPr>
              <a:xfrm>
                <a:off x="9016304" y="2497592"/>
                <a:ext cx="136026" cy="128862"/>
              </a:xfrm>
              <a:custGeom>
                <a:avLst/>
                <a:gdLst/>
                <a:ahLst/>
                <a:cxnLst/>
                <a:rect l="l" t="t" r="r" b="b"/>
                <a:pathLst>
                  <a:path w="136026" h="128862">
                    <a:moveTo>
                      <a:pt x="92304" y="93888"/>
                    </a:moveTo>
                    <a:lnTo>
                      <a:pt x="45945" y="128862"/>
                    </a:lnTo>
                    <a:lnTo>
                      <a:pt x="0" y="67950"/>
                    </a:lnTo>
                    <a:lnTo>
                      <a:pt x="90081" y="0"/>
                    </a:lnTo>
                    <a:lnTo>
                      <a:pt x="136026" y="60912"/>
                    </a:lnTo>
                    <a:lnTo>
                      <a:pt x="92304" y="938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3" name="Контур"/>
              <p:cNvSpPr/>
              <p:nvPr/>
            </p:nvSpPr>
            <p:spPr>
              <a:xfrm>
                <a:off x="9369151" y="1976147"/>
                <a:ext cx="106449" cy="65541"/>
              </a:xfrm>
              <a:custGeom>
                <a:avLst/>
                <a:gdLst/>
                <a:ahLst/>
                <a:cxnLst/>
                <a:rect l="l" t="t" r="r" b="b"/>
                <a:pathLst>
                  <a:path w="106449" h="65541">
                    <a:moveTo>
                      <a:pt x="0" y="43950"/>
                    </a:moveTo>
                    <a:lnTo>
                      <a:pt x="9820" y="0"/>
                    </a:lnTo>
                    <a:lnTo>
                      <a:pt x="106449" y="21591"/>
                    </a:lnTo>
                    <a:lnTo>
                      <a:pt x="96629" y="65541"/>
                    </a:lnTo>
                    <a:lnTo>
                      <a:pt x="0" y="4395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4" name="Контур"/>
              <p:cNvSpPr/>
              <p:nvPr/>
            </p:nvSpPr>
            <p:spPr>
              <a:xfrm>
                <a:off x="9499964" y="2201591"/>
                <a:ext cx="173826" cy="137421"/>
              </a:xfrm>
              <a:custGeom>
                <a:avLst/>
                <a:gdLst/>
                <a:ahLst/>
                <a:cxnLst/>
                <a:rect l="l" t="t" r="r" b="b"/>
                <a:pathLst>
                  <a:path w="173826" h="137421">
                    <a:moveTo>
                      <a:pt x="114498" y="122022"/>
                    </a:moveTo>
                    <a:lnTo>
                      <a:pt x="18387" y="137421"/>
                    </a:lnTo>
                    <a:lnTo>
                      <a:pt x="0" y="20286"/>
                    </a:lnTo>
                    <a:lnTo>
                      <a:pt x="155430" y="0"/>
                    </a:lnTo>
                    <a:lnTo>
                      <a:pt x="161910" y="39663"/>
                    </a:lnTo>
                    <a:lnTo>
                      <a:pt x="173826" y="112518"/>
                    </a:lnTo>
                    <a:lnTo>
                      <a:pt x="163323" y="114201"/>
                    </a:lnTo>
                    <a:lnTo>
                      <a:pt x="151731" y="116055"/>
                    </a:lnTo>
                    <a:lnTo>
                      <a:pt x="114498" y="1220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5" name="Контур"/>
              <p:cNvSpPr/>
              <p:nvPr/>
            </p:nvSpPr>
            <p:spPr>
              <a:xfrm>
                <a:off x="8699954" y="1924697"/>
                <a:ext cx="433620" cy="354447"/>
              </a:xfrm>
              <a:custGeom>
                <a:avLst/>
                <a:gdLst/>
                <a:ahLst/>
                <a:cxnLst/>
                <a:rect l="l" t="t" r="r" b="b"/>
                <a:pathLst>
                  <a:path w="433620" h="354447">
                    <a:moveTo>
                      <a:pt x="363096" y="0"/>
                    </a:moveTo>
                    <a:lnTo>
                      <a:pt x="433620" y="98604"/>
                    </a:lnTo>
                    <a:lnTo>
                      <a:pt x="77049" y="354447"/>
                    </a:lnTo>
                    <a:lnTo>
                      <a:pt x="0" y="259677"/>
                    </a:lnTo>
                    <a:lnTo>
                      <a:pt x="36309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6" name="Контур"/>
              <p:cNvSpPr/>
              <p:nvPr/>
            </p:nvSpPr>
            <p:spPr>
              <a:xfrm>
                <a:off x="9134320" y="2114155"/>
                <a:ext cx="310517" cy="265636"/>
              </a:xfrm>
              <a:custGeom>
                <a:avLst/>
                <a:gdLst/>
                <a:ahLst/>
                <a:cxnLst/>
                <a:rect l="l" t="t" r="r" b="b"/>
                <a:pathLst>
                  <a:path w="310517" h="265636">
                    <a:moveTo>
                      <a:pt x="36304" y="265636"/>
                    </a:moveTo>
                    <a:lnTo>
                      <a:pt x="0" y="220487"/>
                    </a:lnTo>
                    <a:lnTo>
                      <a:pt x="274214" y="0"/>
                    </a:lnTo>
                    <a:lnTo>
                      <a:pt x="310517" y="45150"/>
                    </a:lnTo>
                    <a:lnTo>
                      <a:pt x="36304" y="26563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7" name="Контур"/>
              <p:cNvSpPr/>
              <p:nvPr/>
            </p:nvSpPr>
            <p:spPr>
              <a:xfrm>
                <a:off x="9621743" y="1607024"/>
                <a:ext cx="517014" cy="603306"/>
              </a:xfrm>
              <a:custGeom>
                <a:avLst/>
                <a:gdLst/>
                <a:ahLst/>
                <a:cxnLst/>
                <a:rect l="l" t="t" r="r" b="b"/>
                <a:pathLst>
                  <a:path w="517014" h="603306">
                    <a:moveTo>
                      <a:pt x="385929" y="603306"/>
                    </a:moveTo>
                    <a:lnTo>
                      <a:pt x="0" y="102168"/>
                    </a:lnTo>
                    <a:lnTo>
                      <a:pt x="131094" y="0"/>
                    </a:lnTo>
                    <a:lnTo>
                      <a:pt x="517014" y="499680"/>
                    </a:lnTo>
                    <a:lnTo>
                      <a:pt x="385929" y="60330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8" name="Контур"/>
              <p:cNvSpPr/>
              <p:nvPr/>
            </p:nvSpPr>
            <p:spPr>
              <a:xfrm>
                <a:off x="9776732" y="2361224"/>
                <a:ext cx="481887" cy="549000"/>
              </a:xfrm>
              <a:custGeom>
                <a:avLst/>
                <a:gdLst/>
                <a:ahLst/>
                <a:cxnLst/>
                <a:rect l="l" t="t" r="r" b="b"/>
                <a:pathLst>
                  <a:path w="481887" h="549000">
                    <a:moveTo>
                      <a:pt x="171945" y="549000"/>
                    </a:moveTo>
                    <a:lnTo>
                      <a:pt x="0" y="327222"/>
                    </a:lnTo>
                    <a:lnTo>
                      <a:pt x="171927" y="193905"/>
                    </a:lnTo>
                    <a:lnTo>
                      <a:pt x="104553" y="107019"/>
                    </a:lnTo>
                    <a:lnTo>
                      <a:pt x="242550" y="0"/>
                    </a:lnTo>
                    <a:lnTo>
                      <a:pt x="481887" y="308574"/>
                    </a:lnTo>
                    <a:lnTo>
                      <a:pt x="171945" y="54900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9" name="Контур"/>
              <p:cNvSpPr/>
              <p:nvPr/>
            </p:nvSpPr>
            <p:spPr>
              <a:xfrm>
                <a:off x="10280924" y="2749781"/>
                <a:ext cx="15076" cy="31312"/>
              </a:xfrm>
              <a:custGeom>
                <a:avLst/>
                <a:gdLst/>
                <a:ahLst/>
                <a:cxnLst/>
                <a:rect l="l" t="t" r="r" b="b"/>
                <a:pathLst>
                  <a:path w="15076" h="31312">
                    <a:moveTo>
                      <a:pt x="15076" y="31312"/>
                    </a:moveTo>
                    <a:lnTo>
                      <a:pt x="0" y="11435"/>
                    </a:lnTo>
                    <a:lnTo>
                      <a:pt x="1507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0" name="Контур"/>
              <p:cNvSpPr/>
              <p:nvPr/>
            </p:nvSpPr>
            <p:spPr>
              <a:xfrm>
                <a:off x="9905297" y="2827623"/>
                <a:ext cx="390703" cy="421235"/>
              </a:xfrm>
              <a:custGeom>
                <a:avLst/>
                <a:gdLst/>
                <a:ahLst/>
                <a:cxnLst/>
                <a:rect l="l" t="t" r="r" b="b"/>
                <a:pathLst>
                  <a:path w="390703" h="421235">
                    <a:moveTo>
                      <a:pt x="39429" y="348947"/>
                    </a:moveTo>
                    <a:lnTo>
                      <a:pt x="270" y="298088"/>
                    </a:lnTo>
                    <a:lnTo>
                      <a:pt x="90972" y="227339"/>
                    </a:lnTo>
                    <a:lnTo>
                      <a:pt x="75204" y="206513"/>
                    </a:lnTo>
                    <a:lnTo>
                      <a:pt x="155025" y="145970"/>
                    </a:lnTo>
                    <a:lnTo>
                      <a:pt x="170802" y="166787"/>
                    </a:lnTo>
                    <a:lnTo>
                      <a:pt x="390703" y="0"/>
                    </a:lnTo>
                    <a:lnTo>
                      <a:pt x="390703" y="142242"/>
                    </a:lnTo>
                    <a:lnTo>
                      <a:pt x="307047" y="207491"/>
                    </a:lnTo>
                    <a:lnTo>
                      <a:pt x="151070" y="329147"/>
                    </a:lnTo>
                    <a:lnTo>
                      <a:pt x="33003" y="421235"/>
                    </a:lnTo>
                    <a:lnTo>
                      <a:pt x="0" y="3787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1" name="Контур"/>
              <p:cNvSpPr/>
              <p:nvPr/>
            </p:nvSpPr>
            <p:spPr>
              <a:xfrm>
                <a:off x="10056367" y="3035114"/>
                <a:ext cx="178478" cy="149347"/>
              </a:xfrm>
              <a:custGeom>
                <a:avLst/>
                <a:gdLst/>
                <a:ahLst/>
                <a:cxnLst/>
                <a:rect l="l" t="t" r="r" b="b"/>
                <a:pathLst>
                  <a:path w="178478" h="149347">
                    <a:moveTo>
                      <a:pt x="0" y="121656"/>
                    </a:moveTo>
                    <a:lnTo>
                      <a:pt x="155977" y="0"/>
                    </a:lnTo>
                    <a:lnTo>
                      <a:pt x="178478" y="28117"/>
                    </a:lnTo>
                    <a:lnTo>
                      <a:pt x="20965" y="149347"/>
                    </a:lnTo>
                    <a:lnTo>
                      <a:pt x="0" y="1216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2" name="Контур"/>
              <p:cNvSpPr/>
              <p:nvPr/>
            </p:nvSpPr>
            <p:spPr>
              <a:xfrm>
                <a:off x="8538737" y="2326034"/>
                <a:ext cx="94266" cy="87390"/>
              </a:xfrm>
              <a:custGeom>
                <a:avLst/>
                <a:gdLst/>
                <a:ahLst/>
                <a:cxnLst/>
                <a:rect l="l" t="t" r="r" b="b"/>
                <a:pathLst>
                  <a:path w="94266" h="87390">
                    <a:moveTo>
                      <a:pt x="49140" y="87390"/>
                    </a:moveTo>
                    <a:lnTo>
                      <a:pt x="0" y="18990"/>
                    </a:lnTo>
                    <a:lnTo>
                      <a:pt x="26424" y="0"/>
                    </a:lnTo>
                    <a:lnTo>
                      <a:pt x="42714" y="22662"/>
                    </a:lnTo>
                    <a:lnTo>
                      <a:pt x="61407" y="9234"/>
                    </a:lnTo>
                    <a:lnTo>
                      <a:pt x="94266" y="54954"/>
                    </a:lnTo>
                    <a:lnTo>
                      <a:pt x="49140" y="873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3" name="Контур"/>
              <p:cNvSpPr/>
              <p:nvPr/>
            </p:nvSpPr>
            <p:spPr>
              <a:xfrm>
                <a:off x="7932677" y="1584000"/>
                <a:ext cx="1030450" cy="743609"/>
              </a:xfrm>
              <a:custGeom>
                <a:avLst/>
                <a:gdLst/>
                <a:ahLst/>
                <a:cxnLst/>
                <a:rect l="l" t="t" r="r" b="b"/>
                <a:pathLst>
                  <a:path w="1030450" h="743609">
                    <a:moveTo>
                      <a:pt x="1030450" y="0"/>
                    </a:moveTo>
                    <a:lnTo>
                      <a:pt x="901692" y="90533"/>
                    </a:lnTo>
                    <a:lnTo>
                      <a:pt x="38592" y="743609"/>
                    </a:lnTo>
                    <a:lnTo>
                      <a:pt x="0" y="692624"/>
                    </a:lnTo>
                    <a:lnTo>
                      <a:pt x="864000" y="38864"/>
                    </a:lnTo>
                    <a:lnTo>
                      <a:pt x="91927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4" name="Контур"/>
              <p:cNvSpPr/>
              <p:nvPr/>
            </p:nvSpPr>
            <p:spPr>
              <a:xfrm>
                <a:off x="8408385" y="2070624"/>
                <a:ext cx="241665" cy="244979"/>
              </a:xfrm>
              <a:custGeom>
                <a:avLst/>
                <a:gdLst/>
                <a:ahLst/>
                <a:cxnLst/>
                <a:rect l="l" t="t" r="r" b="b"/>
                <a:pathLst>
                  <a:path w="241665" h="244979">
                    <a:moveTo>
                      <a:pt x="0" y="151192"/>
                    </a:moveTo>
                    <a:lnTo>
                      <a:pt x="164367" y="0"/>
                    </a:lnTo>
                    <a:lnTo>
                      <a:pt x="225410" y="73925"/>
                    </a:lnTo>
                    <a:lnTo>
                      <a:pt x="241665" y="96376"/>
                    </a:lnTo>
                    <a:lnTo>
                      <a:pt x="72347" y="244979"/>
                    </a:lnTo>
                    <a:lnTo>
                      <a:pt x="0" y="1511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5" name="Контур"/>
              <p:cNvSpPr/>
              <p:nvPr/>
            </p:nvSpPr>
            <p:spPr>
              <a:xfrm>
                <a:off x="7932677" y="1584000"/>
                <a:ext cx="826724" cy="600338"/>
              </a:xfrm>
              <a:custGeom>
                <a:avLst/>
                <a:gdLst/>
                <a:ahLst/>
                <a:cxnLst/>
                <a:rect l="l" t="t" r="r" b="b"/>
                <a:pathLst>
                  <a:path w="826724" h="600338">
                    <a:moveTo>
                      <a:pt x="826724" y="0"/>
                    </a:moveTo>
                    <a:lnTo>
                      <a:pt x="724797" y="71282"/>
                    </a:lnTo>
                    <a:lnTo>
                      <a:pt x="37602" y="600338"/>
                    </a:lnTo>
                    <a:lnTo>
                      <a:pt x="0" y="551504"/>
                    </a:lnTo>
                    <a:lnTo>
                      <a:pt x="688320" y="21584"/>
                    </a:lnTo>
                    <a:lnTo>
                      <a:pt x="71917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6" name="Контур"/>
              <p:cNvSpPr/>
              <p:nvPr/>
            </p:nvSpPr>
            <p:spPr>
              <a:xfrm>
                <a:off x="7696409" y="2002691"/>
                <a:ext cx="143460" cy="143847"/>
              </a:xfrm>
              <a:custGeom>
                <a:avLst/>
                <a:gdLst/>
                <a:ahLst/>
                <a:cxnLst/>
                <a:rect l="l" t="t" r="r" b="b"/>
                <a:pathLst>
                  <a:path w="143460" h="143847">
                    <a:moveTo>
                      <a:pt x="69498" y="143847"/>
                    </a:moveTo>
                    <a:lnTo>
                      <a:pt x="0" y="77625"/>
                    </a:lnTo>
                    <a:lnTo>
                      <a:pt x="73962" y="0"/>
                    </a:lnTo>
                    <a:lnTo>
                      <a:pt x="143460" y="66222"/>
                    </a:lnTo>
                    <a:lnTo>
                      <a:pt x="69498" y="14384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7" name="Контур"/>
              <p:cNvSpPr/>
              <p:nvPr/>
            </p:nvSpPr>
            <p:spPr>
              <a:xfrm>
                <a:off x="8546117" y="1795664"/>
                <a:ext cx="382869" cy="348885"/>
              </a:xfrm>
              <a:custGeom>
                <a:avLst/>
                <a:gdLst/>
                <a:ahLst/>
                <a:cxnLst/>
                <a:rect l="l" t="t" r="r" b="b"/>
                <a:pathLst>
                  <a:path w="382869" h="348885">
                    <a:moveTo>
                      <a:pt x="382869" y="106974"/>
                    </a:moveTo>
                    <a:lnTo>
                      <a:pt x="87678" y="348885"/>
                    </a:lnTo>
                    <a:lnTo>
                      <a:pt x="26635" y="274960"/>
                    </a:lnTo>
                    <a:lnTo>
                      <a:pt x="0" y="241920"/>
                    </a:lnTo>
                    <a:lnTo>
                      <a:pt x="295200" y="0"/>
                    </a:lnTo>
                    <a:lnTo>
                      <a:pt x="318894" y="29072"/>
                    </a:lnTo>
                    <a:lnTo>
                      <a:pt x="352587" y="69986"/>
                    </a:lnTo>
                    <a:lnTo>
                      <a:pt x="382869" y="10697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8" name="Контур"/>
              <p:cNvSpPr/>
              <p:nvPr/>
            </p:nvSpPr>
            <p:spPr>
              <a:xfrm>
                <a:off x="8384474" y="6091012"/>
                <a:ext cx="58000" cy="66722"/>
              </a:xfrm>
              <a:custGeom>
                <a:avLst/>
                <a:gdLst/>
                <a:ahLst/>
                <a:cxnLst/>
                <a:rect l="l" t="t" r="r" b="b"/>
                <a:pathLst>
                  <a:path w="58000" h="66722">
                    <a:moveTo>
                      <a:pt x="58000" y="50710"/>
                    </a:moveTo>
                    <a:lnTo>
                      <a:pt x="23652" y="66722"/>
                    </a:lnTo>
                    <a:lnTo>
                      <a:pt x="0" y="15980"/>
                    </a:lnTo>
                    <a:lnTo>
                      <a:pt x="34237" y="0"/>
                    </a:lnTo>
                    <a:lnTo>
                      <a:pt x="58000" y="5071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9" name="Контур"/>
              <p:cNvSpPr/>
              <p:nvPr/>
            </p:nvSpPr>
            <p:spPr>
              <a:xfrm>
                <a:off x="8466663" y="5870144"/>
                <a:ext cx="152586" cy="120315"/>
              </a:xfrm>
              <a:custGeom>
                <a:avLst/>
                <a:gdLst/>
                <a:ahLst/>
                <a:cxnLst/>
                <a:rect l="l" t="t" r="r" b="b"/>
                <a:pathLst>
                  <a:path w="152586" h="120315">
                    <a:moveTo>
                      <a:pt x="29325" y="120315"/>
                    </a:moveTo>
                    <a:lnTo>
                      <a:pt x="0" y="58112"/>
                    </a:lnTo>
                    <a:lnTo>
                      <a:pt x="123262" y="0"/>
                    </a:lnTo>
                    <a:lnTo>
                      <a:pt x="152586" y="62203"/>
                    </a:lnTo>
                    <a:lnTo>
                      <a:pt x="29325" y="1203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0" name="Контур"/>
              <p:cNvSpPr/>
              <p:nvPr/>
            </p:nvSpPr>
            <p:spPr>
              <a:xfrm>
                <a:off x="7734281" y="5725343"/>
                <a:ext cx="196054" cy="254385"/>
              </a:xfrm>
              <a:custGeom>
                <a:avLst/>
                <a:gdLst/>
                <a:ahLst/>
                <a:cxnLst/>
                <a:rect l="l" t="t" r="r" b="b"/>
                <a:pathLst>
                  <a:path w="196054" h="254385">
                    <a:moveTo>
                      <a:pt x="87039" y="254385"/>
                    </a:moveTo>
                    <a:lnTo>
                      <a:pt x="0" y="48573"/>
                    </a:lnTo>
                    <a:lnTo>
                      <a:pt x="104004" y="0"/>
                    </a:lnTo>
                    <a:lnTo>
                      <a:pt x="196054" y="204338"/>
                    </a:lnTo>
                    <a:lnTo>
                      <a:pt x="87039" y="2543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1" name="Контур"/>
              <p:cNvSpPr/>
              <p:nvPr/>
            </p:nvSpPr>
            <p:spPr>
              <a:xfrm>
                <a:off x="7893441" y="5317580"/>
                <a:ext cx="746627" cy="598022"/>
              </a:xfrm>
              <a:custGeom>
                <a:avLst/>
                <a:gdLst/>
                <a:ahLst/>
                <a:cxnLst/>
                <a:rect l="l" t="t" r="r" b="b"/>
                <a:pathLst>
                  <a:path w="746627" h="598022">
                    <a:moveTo>
                      <a:pt x="76710" y="598022"/>
                    </a:moveTo>
                    <a:lnTo>
                      <a:pt x="0" y="442050"/>
                    </a:lnTo>
                    <a:lnTo>
                      <a:pt x="247941" y="320109"/>
                    </a:lnTo>
                    <a:lnTo>
                      <a:pt x="192576" y="207535"/>
                    </a:lnTo>
                    <a:lnTo>
                      <a:pt x="614552" y="0"/>
                    </a:lnTo>
                    <a:lnTo>
                      <a:pt x="746627" y="268547"/>
                    </a:lnTo>
                    <a:lnTo>
                      <a:pt x="642801" y="322046"/>
                    </a:lnTo>
                    <a:lnTo>
                      <a:pt x="618052" y="334329"/>
                    </a:lnTo>
                    <a:lnTo>
                      <a:pt x="468654" y="405475"/>
                    </a:lnTo>
                    <a:lnTo>
                      <a:pt x="76710" y="5980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2" name="Контур"/>
              <p:cNvSpPr/>
              <p:nvPr/>
            </p:nvSpPr>
            <p:spPr>
              <a:xfrm>
                <a:off x="8362095" y="5651909"/>
                <a:ext cx="183407" cy="142560"/>
              </a:xfrm>
              <a:custGeom>
                <a:avLst/>
                <a:gdLst/>
                <a:ahLst/>
                <a:cxnLst/>
                <a:rect l="l" t="t" r="r" b="b"/>
                <a:pathLst>
                  <a:path w="183407" h="142560">
                    <a:moveTo>
                      <a:pt x="0" y="71146"/>
                    </a:moveTo>
                    <a:lnTo>
                      <a:pt x="149398" y="0"/>
                    </a:lnTo>
                    <a:lnTo>
                      <a:pt x="183407" y="71414"/>
                    </a:lnTo>
                    <a:lnTo>
                      <a:pt x="34009" y="142560"/>
                    </a:lnTo>
                    <a:lnTo>
                      <a:pt x="0" y="711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3" name="Контур"/>
              <p:cNvSpPr/>
              <p:nvPr/>
            </p:nvSpPr>
            <p:spPr>
              <a:xfrm>
                <a:off x="8536242" y="5586127"/>
                <a:ext cx="175988" cy="198337"/>
              </a:xfrm>
              <a:custGeom>
                <a:avLst/>
                <a:gdLst/>
                <a:ahLst/>
                <a:cxnLst/>
                <a:rect l="l" t="t" r="r" b="b"/>
                <a:pathLst>
                  <a:path w="175988" h="198337">
                    <a:moveTo>
                      <a:pt x="103826" y="0"/>
                    </a:moveTo>
                    <a:lnTo>
                      <a:pt x="175988" y="146848"/>
                    </a:lnTo>
                    <a:lnTo>
                      <a:pt x="70355" y="198337"/>
                    </a:lnTo>
                    <a:lnTo>
                      <a:pt x="0" y="53499"/>
                    </a:lnTo>
                    <a:lnTo>
                      <a:pt x="10382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4" name="Контур"/>
              <p:cNvSpPr/>
              <p:nvPr/>
            </p:nvSpPr>
            <p:spPr>
              <a:xfrm>
                <a:off x="8507993" y="5245338"/>
                <a:ext cx="374004" cy="527786"/>
              </a:xfrm>
              <a:custGeom>
                <a:avLst/>
                <a:gdLst/>
                <a:ahLst/>
                <a:cxnLst/>
                <a:rect l="l" t="t" r="r" b="b"/>
                <a:pathLst>
                  <a:path w="374004" h="527786">
                    <a:moveTo>
                      <a:pt x="365419" y="435660"/>
                    </a:moveTo>
                    <a:lnTo>
                      <a:pt x="374004" y="454022"/>
                    </a:lnTo>
                    <a:lnTo>
                      <a:pt x="223983" y="527786"/>
                    </a:lnTo>
                    <a:lnTo>
                      <a:pt x="204237" y="487637"/>
                    </a:lnTo>
                    <a:lnTo>
                      <a:pt x="132075" y="340789"/>
                    </a:lnTo>
                    <a:lnTo>
                      <a:pt x="0" y="72242"/>
                    </a:lnTo>
                    <a:lnTo>
                      <a:pt x="97903" y="24821"/>
                    </a:lnTo>
                    <a:lnTo>
                      <a:pt x="150531" y="0"/>
                    </a:lnTo>
                    <a:lnTo>
                      <a:pt x="302400" y="302029"/>
                    </a:lnTo>
                    <a:lnTo>
                      <a:pt x="365419" y="4356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5" name="Контур"/>
              <p:cNvSpPr/>
              <p:nvPr/>
            </p:nvSpPr>
            <p:spPr>
              <a:xfrm>
                <a:off x="7714434" y="5675565"/>
                <a:ext cx="123851" cy="98351"/>
              </a:xfrm>
              <a:custGeom>
                <a:avLst/>
                <a:gdLst/>
                <a:ahLst/>
                <a:cxnLst/>
                <a:rect l="l" t="t" r="r" b="b"/>
                <a:pathLst>
                  <a:path w="123851" h="98351">
                    <a:moveTo>
                      <a:pt x="19847" y="98351"/>
                    </a:moveTo>
                    <a:lnTo>
                      <a:pt x="0" y="56378"/>
                    </a:lnTo>
                    <a:lnTo>
                      <a:pt x="72277" y="0"/>
                    </a:lnTo>
                    <a:lnTo>
                      <a:pt x="123851" y="49778"/>
                    </a:lnTo>
                    <a:lnTo>
                      <a:pt x="19847" y="9835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6" name="Контур"/>
              <p:cNvSpPr/>
              <p:nvPr/>
            </p:nvSpPr>
            <p:spPr>
              <a:xfrm>
                <a:off x="7670676" y="5643743"/>
                <a:ext cx="116035" cy="88200"/>
              </a:xfrm>
              <a:custGeom>
                <a:avLst/>
                <a:gdLst/>
                <a:ahLst/>
                <a:cxnLst/>
                <a:rect l="l" t="t" r="r" b="b"/>
                <a:pathLst>
                  <a:path w="116035" h="88200">
                    <a:moveTo>
                      <a:pt x="43758" y="88200"/>
                    </a:moveTo>
                    <a:lnTo>
                      <a:pt x="0" y="32103"/>
                    </a:lnTo>
                    <a:lnTo>
                      <a:pt x="41156" y="0"/>
                    </a:lnTo>
                    <a:lnTo>
                      <a:pt x="63507" y="28654"/>
                    </a:lnTo>
                    <a:lnTo>
                      <a:pt x="94628" y="4378"/>
                    </a:lnTo>
                    <a:lnTo>
                      <a:pt x="116035" y="31822"/>
                    </a:lnTo>
                    <a:lnTo>
                      <a:pt x="43758" y="8820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7" name="Контур"/>
              <p:cNvSpPr/>
              <p:nvPr/>
            </p:nvSpPr>
            <p:spPr>
              <a:xfrm>
                <a:off x="7599514" y="5468782"/>
                <a:ext cx="184777" cy="155145"/>
              </a:xfrm>
              <a:custGeom>
                <a:avLst/>
                <a:gdLst/>
                <a:ahLst/>
                <a:cxnLst/>
                <a:rect l="l" t="t" r="r" b="b"/>
                <a:pathLst>
                  <a:path w="184777" h="155145">
                    <a:moveTo>
                      <a:pt x="63251" y="155145"/>
                    </a:moveTo>
                    <a:lnTo>
                      <a:pt x="36748" y="116665"/>
                    </a:lnTo>
                    <a:lnTo>
                      <a:pt x="0" y="69540"/>
                    </a:lnTo>
                    <a:lnTo>
                      <a:pt x="90485" y="0"/>
                    </a:lnTo>
                    <a:lnTo>
                      <a:pt x="184777" y="120382"/>
                    </a:lnTo>
                    <a:lnTo>
                      <a:pt x="142453" y="153532"/>
                    </a:lnTo>
                    <a:lnTo>
                      <a:pt x="113769" y="115887"/>
                    </a:lnTo>
                    <a:lnTo>
                      <a:pt x="63251" y="15514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8" name="Контур"/>
              <p:cNvSpPr/>
              <p:nvPr/>
            </p:nvSpPr>
            <p:spPr>
              <a:xfrm>
                <a:off x="7666336" y="5408333"/>
                <a:ext cx="61964" cy="60449"/>
              </a:xfrm>
              <a:custGeom>
                <a:avLst/>
                <a:gdLst/>
                <a:ahLst/>
                <a:cxnLst/>
                <a:rect l="l" t="t" r="r" b="b"/>
                <a:pathLst>
                  <a:path w="61964" h="60449">
                    <a:moveTo>
                      <a:pt x="0" y="27535"/>
                    </a:moveTo>
                    <a:lnTo>
                      <a:pt x="38300" y="0"/>
                    </a:lnTo>
                    <a:lnTo>
                      <a:pt x="61964" y="32913"/>
                    </a:lnTo>
                    <a:lnTo>
                      <a:pt x="23663" y="60449"/>
                    </a:lnTo>
                    <a:lnTo>
                      <a:pt x="0" y="275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9" name="Контур"/>
              <p:cNvSpPr/>
              <p:nvPr/>
            </p:nvSpPr>
            <p:spPr>
              <a:xfrm>
                <a:off x="8026277" y="4491344"/>
                <a:ext cx="182587" cy="144213"/>
              </a:xfrm>
              <a:custGeom>
                <a:avLst/>
                <a:gdLst/>
                <a:ahLst/>
                <a:cxnLst/>
                <a:rect l="l" t="t" r="r" b="b"/>
                <a:pathLst>
                  <a:path w="182587" h="144213">
                    <a:moveTo>
                      <a:pt x="0" y="83520"/>
                    </a:moveTo>
                    <a:lnTo>
                      <a:pt x="118080" y="0"/>
                    </a:lnTo>
                    <a:lnTo>
                      <a:pt x="182587" y="91199"/>
                    </a:lnTo>
                    <a:lnTo>
                      <a:pt x="107638" y="144213"/>
                    </a:lnTo>
                    <a:lnTo>
                      <a:pt x="73772" y="96333"/>
                    </a:lnTo>
                    <a:lnTo>
                      <a:pt x="30641" y="126840"/>
                    </a:lnTo>
                    <a:lnTo>
                      <a:pt x="0" y="835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0" name="Контур"/>
              <p:cNvSpPr/>
              <p:nvPr/>
            </p:nvSpPr>
            <p:spPr>
              <a:xfrm>
                <a:off x="7505532" y="4455581"/>
                <a:ext cx="60044" cy="58709"/>
              </a:xfrm>
              <a:custGeom>
                <a:avLst/>
                <a:gdLst/>
                <a:ahLst/>
                <a:cxnLst/>
                <a:rect l="l" t="t" r="r" b="b"/>
                <a:pathLst>
                  <a:path w="60044" h="58709">
                    <a:moveTo>
                      <a:pt x="0" y="26420"/>
                    </a:moveTo>
                    <a:lnTo>
                      <a:pt x="36968" y="0"/>
                    </a:lnTo>
                    <a:lnTo>
                      <a:pt x="60044" y="32288"/>
                    </a:lnTo>
                    <a:lnTo>
                      <a:pt x="23075" y="58709"/>
                    </a:lnTo>
                    <a:lnTo>
                      <a:pt x="0" y="264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1" name="Контур"/>
              <p:cNvSpPr/>
              <p:nvPr/>
            </p:nvSpPr>
            <p:spPr>
              <a:xfrm>
                <a:off x="8313773" y="4296422"/>
                <a:ext cx="120618" cy="106263"/>
              </a:xfrm>
              <a:custGeom>
                <a:avLst/>
                <a:gdLst/>
                <a:ahLst/>
                <a:cxnLst/>
                <a:rect l="l" t="t" r="r" b="b"/>
                <a:pathLst>
                  <a:path w="120618" h="106263">
                    <a:moveTo>
                      <a:pt x="0" y="65313"/>
                    </a:moveTo>
                    <a:lnTo>
                      <a:pt x="91386" y="0"/>
                    </a:lnTo>
                    <a:lnTo>
                      <a:pt x="120618" y="40032"/>
                    </a:lnTo>
                    <a:lnTo>
                      <a:pt x="29907" y="106263"/>
                    </a:lnTo>
                    <a:lnTo>
                      <a:pt x="0" y="6531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2" name="Контур"/>
              <p:cNvSpPr/>
              <p:nvPr/>
            </p:nvSpPr>
            <p:spPr>
              <a:xfrm>
                <a:off x="8076984" y="3888776"/>
                <a:ext cx="344051" cy="494685"/>
              </a:xfrm>
              <a:custGeom>
                <a:avLst/>
                <a:gdLst/>
                <a:ahLst/>
                <a:cxnLst/>
                <a:rect l="l" t="t" r="r" b="b"/>
                <a:pathLst>
                  <a:path w="344051" h="494685">
                    <a:moveTo>
                      <a:pt x="85242" y="144987"/>
                    </a:moveTo>
                    <a:lnTo>
                      <a:pt x="8391" y="37463"/>
                    </a:lnTo>
                    <a:lnTo>
                      <a:pt x="60803" y="0"/>
                    </a:lnTo>
                    <a:lnTo>
                      <a:pt x="344051" y="396297"/>
                    </a:lnTo>
                    <a:lnTo>
                      <a:pt x="328175" y="407646"/>
                    </a:lnTo>
                    <a:lnTo>
                      <a:pt x="236789" y="472959"/>
                    </a:lnTo>
                    <a:lnTo>
                      <a:pt x="206396" y="494685"/>
                    </a:lnTo>
                    <a:lnTo>
                      <a:pt x="0" y="205912"/>
                    </a:lnTo>
                    <a:lnTo>
                      <a:pt x="85242" y="1449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3" name="Контур"/>
              <p:cNvSpPr/>
              <p:nvPr/>
            </p:nvSpPr>
            <p:spPr>
              <a:xfrm>
                <a:off x="8000132" y="3926239"/>
                <a:ext cx="162094" cy="168449"/>
              </a:xfrm>
              <a:custGeom>
                <a:avLst/>
                <a:gdLst/>
                <a:ahLst/>
                <a:cxnLst/>
                <a:rect l="l" t="t" r="r" b="b"/>
                <a:pathLst>
                  <a:path w="162094" h="168449">
                    <a:moveTo>
                      <a:pt x="0" y="60925"/>
                    </a:moveTo>
                    <a:lnTo>
                      <a:pt x="85243" y="0"/>
                    </a:lnTo>
                    <a:lnTo>
                      <a:pt x="162094" y="107524"/>
                    </a:lnTo>
                    <a:lnTo>
                      <a:pt x="76852" y="168449"/>
                    </a:lnTo>
                    <a:lnTo>
                      <a:pt x="0" y="6092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4" name="Контур"/>
              <p:cNvSpPr/>
              <p:nvPr/>
            </p:nvSpPr>
            <p:spPr>
              <a:xfrm>
                <a:off x="7654757" y="4110239"/>
                <a:ext cx="154080" cy="214065"/>
              </a:xfrm>
              <a:custGeom>
                <a:avLst/>
                <a:gdLst/>
                <a:ahLst/>
                <a:cxnLst/>
                <a:rect l="l" t="t" r="r" b="b"/>
                <a:pathLst>
                  <a:path w="154080" h="214065">
                    <a:moveTo>
                      <a:pt x="58734" y="0"/>
                    </a:moveTo>
                    <a:lnTo>
                      <a:pt x="154080" y="129105"/>
                    </a:lnTo>
                    <a:lnTo>
                      <a:pt x="38880" y="214065"/>
                    </a:lnTo>
                    <a:lnTo>
                      <a:pt x="0" y="162225"/>
                    </a:lnTo>
                    <a:lnTo>
                      <a:pt x="92196" y="95292"/>
                    </a:lnTo>
                    <a:lnTo>
                      <a:pt x="34488" y="18135"/>
                    </a:lnTo>
                    <a:lnTo>
                      <a:pt x="5873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5" name="Контур"/>
              <p:cNvSpPr/>
              <p:nvPr/>
            </p:nvSpPr>
            <p:spPr>
              <a:xfrm>
                <a:off x="8137787" y="3327284"/>
                <a:ext cx="1049175" cy="971226"/>
              </a:xfrm>
              <a:custGeom>
                <a:avLst/>
                <a:gdLst/>
                <a:ahLst/>
                <a:cxnLst/>
                <a:rect l="l" t="t" r="r" b="b"/>
                <a:pathLst>
                  <a:path w="1049175" h="971226">
                    <a:moveTo>
                      <a:pt x="0" y="561492"/>
                    </a:moveTo>
                    <a:lnTo>
                      <a:pt x="753129" y="0"/>
                    </a:lnTo>
                    <a:lnTo>
                      <a:pt x="1049175" y="416682"/>
                    </a:lnTo>
                    <a:lnTo>
                      <a:pt x="292851" y="971226"/>
                    </a:lnTo>
                    <a:lnTo>
                      <a:pt x="283248" y="957789"/>
                    </a:lnTo>
                    <a:lnTo>
                      <a:pt x="0" y="5614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6" name="Контур"/>
              <p:cNvSpPr/>
              <p:nvPr/>
            </p:nvSpPr>
            <p:spPr>
              <a:xfrm>
                <a:off x="8810393" y="5535451"/>
                <a:ext cx="88288" cy="145547"/>
              </a:xfrm>
              <a:custGeom>
                <a:avLst/>
                <a:gdLst/>
                <a:ahLst/>
                <a:cxnLst/>
                <a:rect l="l" t="t" r="r" b="b"/>
                <a:pathLst>
                  <a:path w="88288" h="145547">
                    <a:moveTo>
                      <a:pt x="63019" y="145547"/>
                    </a:moveTo>
                    <a:lnTo>
                      <a:pt x="0" y="11916"/>
                    </a:lnTo>
                    <a:lnTo>
                      <a:pt x="25269" y="0"/>
                    </a:lnTo>
                    <a:lnTo>
                      <a:pt x="88288" y="133631"/>
                    </a:lnTo>
                    <a:lnTo>
                      <a:pt x="63019" y="14554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7" name="Контур"/>
              <p:cNvSpPr/>
              <p:nvPr/>
            </p:nvSpPr>
            <p:spPr>
              <a:xfrm>
                <a:off x="8887827" y="5542111"/>
                <a:ext cx="35363" cy="43937"/>
              </a:xfrm>
              <a:custGeom>
                <a:avLst/>
                <a:gdLst/>
                <a:ahLst/>
                <a:cxnLst/>
                <a:rect l="l" t="t" r="r" b="b"/>
                <a:pathLst>
                  <a:path w="35363" h="43937">
                    <a:moveTo>
                      <a:pt x="16573" y="43937"/>
                    </a:moveTo>
                    <a:lnTo>
                      <a:pt x="0" y="8884"/>
                    </a:lnTo>
                    <a:lnTo>
                      <a:pt x="18791" y="0"/>
                    </a:lnTo>
                    <a:lnTo>
                      <a:pt x="35363" y="35053"/>
                    </a:lnTo>
                    <a:lnTo>
                      <a:pt x="16573" y="4393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8" name="Контур"/>
              <p:cNvSpPr/>
              <p:nvPr/>
            </p:nvSpPr>
            <p:spPr>
              <a:xfrm>
                <a:off x="9026276" y="5234975"/>
                <a:ext cx="140965" cy="115611"/>
              </a:xfrm>
              <a:custGeom>
                <a:avLst/>
                <a:gdLst/>
                <a:ahLst/>
                <a:cxnLst/>
                <a:rect l="l" t="t" r="r" b="b"/>
                <a:pathLst>
                  <a:path w="140965" h="115611">
                    <a:moveTo>
                      <a:pt x="29430" y="115611"/>
                    </a:moveTo>
                    <a:lnTo>
                      <a:pt x="0" y="50130"/>
                    </a:lnTo>
                    <a:lnTo>
                      <a:pt x="111535" y="0"/>
                    </a:lnTo>
                    <a:lnTo>
                      <a:pt x="140965" y="65482"/>
                    </a:lnTo>
                    <a:lnTo>
                      <a:pt x="29430" y="1156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9" name="Контур"/>
              <p:cNvSpPr/>
              <p:nvPr/>
            </p:nvSpPr>
            <p:spPr>
              <a:xfrm>
                <a:off x="9224357" y="5052944"/>
                <a:ext cx="929115" cy="512739"/>
              </a:xfrm>
              <a:custGeom>
                <a:avLst/>
                <a:gdLst/>
                <a:ahLst/>
                <a:cxnLst/>
                <a:rect l="l" t="t" r="r" b="b"/>
                <a:pathLst>
                  <a:path w="929115" h="512739">
                    <a:moveTo>
                      <a:pt x="929115" y="75807"/>
                    </a:moveTo>
                    <a:lnTo>
                      <a:pt x="42516" y="512739"/>
                    </a:lnTo>
                    <a:lnTo>
                      <a:pt x="0" y="427680"/>
                    </a:lnTo>
                    <a:lnTo>
                      <a:pt x="892800" y="0"/>
                    </a:lnTo>
                    <a:lnTo>
                      <a:pt x="929115" y="7580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0" name="Контур"/>
              <p:cNvSpPr/>
              <p:nvPr/>
            </p:nvSpPr>
            <p:spPr>
              <a:xfrm>
                <a:off x="8589750" y="5211103"/>
                <a:ext cx="68774" cy="59056"/>
              </a:xfrm>
              <a:custGeom>
                <a:avLst/>
                <a:gdLst/>
                <a:ahLst/>
                <a:cxnLst/>
                <a:rect l="l" t="t" r="r" b="b"/>
                <a:pathLst>
                  <a:path w="68774" h="59056">
                    <a:moveTo>
                      <a:pt x="16146" y="59056"/>
                    </a:moveTo>
                    <a:lnTo>
                      <a:pt x="0" y="24821"/>
                    </a:lnTo>
                    <a:lnTo>
                      <a:pt x="52628" y="0"/>
                    </a:lnTo>
                    <a:lnTo>
                      <a:pt x="68774" y="34235"/>
                    </a:lnTo>
                    <a:lnTo>
                      <a:pt x="16146" y="590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1" name="Контур"/>
              <p:cNvSpPr/>
              <p:nvPr/>
            </p:nvSpPr>
            <p:spPr>
              <a:xfrm>
                <a:off x="9355397" y="4878371"/>
                <a:ext cx="472302" cy="343053"/>
              </a:xfrm>
              <a:custGeom>
                <a:avLst/>
                <a:gdLst/>
                <a:ahLst/>
                <a:cxnLst/>
                <a:rect l="l" t="t" r="r" b="b"/>
                <a:pathLst>
                  <a:path w="472302" h="343053">
                    <a:moveTo>
                      <a:pt x="0" y="188973"/>
                    </a:moveTo>
                    <a:lnTo>
                      <a:pt x="395676" y="0"/>
                    </a:lnTo>
                    <a:lnTo>
                      <a:pt x="472302" y="151731"/>
                    </a:lnTo>
                    <a:lnTo>
                      <a:pt x="72000" y="343053"/>
                    </a:lnTo>
                    <a:lnTo>
                      <a:pt x="0" y="18897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2" name="Контур"/>
              <p:cNvSpPr/>
              <p:nvPr/>
            </p:nvSpPr>
            <p:spPr>
              <a:xfrm>
                <a:off x="9871655" y="4849904"/>
                <a:ext cx="94302" cy="109584"/>
              </a:xfrm>
              <a:custGeom>
                <a:avLst/>
                <a:gdLst/>
                <a:ahLst/>
                <a:cxnLst/>
                <a:rect l="l" t="t" r="r" b="b"/>
                <a:pathLst>
                  <a:path w="94302" h="109584">
                    <a:moveTo>
                      <a:pt x="40320" y="109584"/>
                    </a:moveTo>
                    <a:lnTo>
                      <a:pt x="0" y="26055"/>
                    </a:lnTo>
                    <a:lnTo>
                      <a:pt x="53982" y="0"/>
                    </a:lnTo>
                    <a:lnTo>
                      <a:pt x="94302" y="83520"/>
                    </a:lnTo>
                    <a:lnTo>
                      <a:pt x="40320" y="1095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3" name="Контур"/>
              <p:cNvSpPr/>
              <p:nvPr/>
            </p:nvSpPr>
            <p:spPr>
              <a:xfrm>
                <a:off x="9972057" y="4794126"/>
                <a:ext cx="122673" cy="116429"/>
              </a:xfrm>
              <a:custGeom>
                <a:avLst/>
                <a:gdLst/>
                <a:ahLst/>
                <a:cxnLst/>
                <a:rect l="l" t="t" r="r" b="b"/>
                <a:pathLst>
                  <a:path w="122673" h="116429">
                    <a:moveTo>
                      <a:pt x="36527" y="116429"/>
                    </a:moveTo>
                    <a:lnTo>
                      <a:pt x="0" y="42645"/>
                    </a:lnTo>
                    <a:lnTo>
                      <a:pt x="86148" y="0"/>
                    </a:lnTo>
                    <a:lnTo>
                      <a:pt x="122673" y="73783"/>
                    </a:lnTo>
                    <a:lnTo>
                      <a:pt x="36527" y="11642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4" name="Контур"/>
              <p:cNvSpPr/>
              <p:nvPr/>
            </p:nvSpPr>
            <p:spPr>
              <a:xfrm>
                <a:off x="10159884" y="4434631"/>
                <a:ext cx="136116" cy="279244"/>
              </a:xfrm>
              <a:custGeom>
                <a:avLst/>
                <a:gdLst/>
                <a:ahLst/>
                <a:cxnLst/>
                <a:rect l="l" t="t" r="r" b="b"/>
                <a:pathLst>
                  <a:path w="136116" h="279244">
                    <a:moveTo>
                      <a:pt x="0" y="52443"/>
                    </a:moveTo>
                    <a:lnTo>
                      <a:pt x="114637" y="0"/>
                    </a:lnTo>
                    <a:lnTo>
                      <a:pt x="136116" y="46951"/>
                    </a:lnTo>
                    <a:lnTo>
                      <a:pt x="136116" y="264440"/>
                    </a:lnTo>
                    <a:lnTo>
                      <a:pt x="103755" y="2792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5" name="Контур"/>
              <p:cNvSpPr/>
              <p:nvPr/>
            </p:nvSpPr>
            <p:spPr>
              <a:xfrm>
                <a:off x="8652938" y="5773124"/>
                <a:ext cx="176364" cy="242205"/>
              </a:xfrm>
              <a:custGeom>
                <a:avLst/>
                <a:gdLst/>
                <a:ahLst/>
                <a:cxnLst/>
                <a:rect l="l" t="t" r="r" b="b"/>
                <a:pathLst>
                  <a:path w="176364" h="242205">
                    <a:moveTo>
                      <a:pt x="79038" y="0"/>
                    </a:moveTo>
                    <a:lnTo>
                      <a:pt x="176364" y="203859"/>
                    </a:lnTo>
                    <a:lnTo>
                      <a:pt x="91167" y="242205"/>
                    </a:lnTo>
                    <a:lnTo>
                      <a:pt x="0" y="37728"/>
                    </a:lnTo>
                    <a:lnTo>
                      <a:pt x="7903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6" name="Контур"/>
              <p:cNvSpPr/>
              <p:nvPr/>
            </p:nvSpPr>
            <p:spPr>
              <a:xfrm>
                <a:off x="8783717" y="6056903"/>
                <a:ext cx="110061" cy="96903"/>
              </a:xfrm>
              <a:custGeom>
                <a:avLst/>
                <a:gdLst/>
                <a:ahLst/>
                <a:cxnLst/>
                <a:rect l="l" t="t" r="r" b="b"/>
                <a:pathLst>
                  <a:path w="110061" h="96903">
                    <a:moveTo>
                      <a:pt x="110061" y="55143"/>
                    </a:moveTo>
                    <a:lnTo>
                      <a:pt x="81099" y="70335"/>
                    </a:lnTo>
                    <a:lnTo>
                      <a:pt x="27468" y="96903"/>
                    </a:lnTo>
                    <a:lnTo>
                      <a:pt x="0" y="41481"/>
                    </a:lnTo>
                    <a:lnTo>
                      <a:pt x="83736" y="0"/>
                    </a:lnTo>
                    <a:lnTo>
                      <a:pt x="110061" y="551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7" name="Контур"/>
              <p:cNvSpPr/>
              <p:nvPr/>
            </p:nvSpPr>
            <p:spPr>
              <a:xfrm>
                <a:off x="8873412" y="5599235"/>
                <a:ext cx="332873" cy="434484"/>
              </a:xfrm>
              <a:custGeom>
                <a:avLst/>
                <a:gdLst/>
                <a:ahLst/>
                <a:cxnLst/>
                <a:rect l="l" t="t" r="r" b="b"/>
                <a:pathLst>
                  <a:path w="332873" h="434484">
                    <a:moveTo>
                      <a:pt x="166526" y="434484"/>
                    </a:moveTo>
                    <a:lnTo>
                      <a:pt x="8585" y="100125"/>
                    </a:lnTo>
                    <a:lnTo>
                      <a:pt x="0" y="81763"/>
                    </a:lnTo>
                    <a:lnTo>
                      <a:pt x="25269" y="69847"/>
                    </a:lnTo>
                    <a:lnTo>
                      <a:pt x="36485" y="63954"/>
                    </a:lnTo>
                    <a:lnTo>
                      <a:pt x="166526" y="0"/>
                    </a:lnTo>
                    <a:lnTo>
                      <a:pt x="332873" y="349677"/>
                    </a:lnTo>
                    <a:lnTo>
                      <a:pt x="258812" y="387432"/>
                    </a:lnTo>
                    <a:lnTo>
                      <a:pt x="166526" y="4344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8" name="Контур"/>
              <p:cNvSpPr/>
              <p:nvPr/>
            </p:nvSpPr>
            <p:spPr>
              <a:xfrm>
                <a:off x="8744105" y="5976983"/>
                <a:ext cx="123348" cy="121401"/>
              </a:xfrm>
              <a:custGeom>
                <a:avLst/>
                <a:gdLst/>
                <a:ahLst/>
                <a:cxnLst/>
                <a:rect l="l" t="t" r="r" b="b"/>
                <a:pathLst>
                  <a:path w="123348" h="121401">
                    <a:moveTo>
                      <a:pt x="123348" y="79920"/>
                    </a:moveTo>
                    <a:lnTo>
                      <a:pt x="39612" y="121401"/>
                    </a:lnTo>
                    <a:lnTo>
                      <a:pt x="0" y="38346"/>
                    </a:lnTo>
                    <a:lnTo>
                      <a:pt x="85197" y="0"/>
                    </a:lnTo>
                    <a:lnTo>
                      <a:pt x="123348" y="799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9" name="Контур"/>
              <p:cNvSpPr/>
              <p:nvPr/>
            </p:nvSpPr>
            <p:spPr>
              <a:xfrm>
                <a:off x="3780311" y="2209709"/>
                <a:ext cx="351873" cy="359802"/>
              </a:xfrm>
              <a:custGeom>
                <a:avLst/>
                <a:gdLst/>
                <a:ahLst/>
                <a:cxnLst/>
                <a:rect l="l" t="t" r="r" b="b"/>
                <a:pathLst>
                  <a:path w="351873" h="359802">
                    <a:moveTo>
                      <a:pt x="0" y="119250"/>
                    </a:moveTo>
                    <a:lnTo>
                      <a:pt x="128313" y="0"/>
                    </a:lnTo>
                    <a:lnTo>
                      <a:pt x="351873" y="240552"/>
                    </a:lnTo>
                    <a:lnTo>
                      <a:pt x="336123" y="255186"/>
                    </a:lnTo>
                    <a:lnTo>
                      <a:pt x="223560" y="359802"/>
                    </a:lnTo>
                    <a:lnTo>
                      <a:pt x="0" y="11925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0" name="Контур"/>
              <p:cNvSpPr/>
              <p:nvPr/>
            </p:nvSpPr>
            <p:spPr>
              <a:xfrm>
                <a:off x="4214627" y="2280259"/>
                <a:ext cx="204943" cy="204583"/>
              </a:xfrm>
              <a:custGeom>
                <a:avLst/>
                <a:gdLst/>
                <a:ahLst/>
                <a:cxnLst/>
                <a:rect l="l" t="t" r="r" b="b"/>
                <a:pathLst>
                  <a:path w="204943" h="204583">
                    <a:moveTo>
                      <a:pt x="0" y="104262"/>
                    </a:moveTo>
                    <a:lnTo>
                      <a:pt x="108862" y="0"/>
                    </a:lnTo>
                    <a:lnTo>
                      <a:pt x="204943" y="100321"/>
                    </a:lnTo>
                    <a:lnTo>
                      <a:pt x="96081" y="204583"/>
                    </a:lnTo>
                    <a:lnTo>
                      <a:pt x="33709" y="139628"/>
                    </a:lnTo>
                    <a:lnTo>
                      <a:pt x="0" y="1042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1" name="Контур"/>
              <p:cNvSpPr/>
              <p:nvPr/>
            </p:nvSpPr>
            <p:spPr>
              <a:xfrm>
                <a:off x="3998597" y="2087471"/>
                <a:ext cx="247559" cy="261477"/>
              </a:xfrm>
              <a:custGeom>
                <a:avLst/>
                <a:gdLst/>
                <a:ahLst/>
                <a:cxnLst/>
                <a:rect l="l" t="t" r="r" b="b"/>
                <a:pathLst>
                  <a:path w="247559" h="261477">
                    <a:moveTo>
                      <a:pt x="0" y="24993"/>
                    </a:moveTo>
                    <a:lnTo>
                      <a:pt x="26784" y="0"/>
                    </a:lnTo>
                    <a:lnTo>
                      <a:pt x="67626" y="43758"/>
                    </a:lnTo>
                    <a:lnTo>
                      <a:pt x="247559" y="236507"/>
                    </a:lnTo>
                    <a:lnTo>
                      <a:pt x="220815" y="261477"/>
                    </a:lnTo>
                    <a:lnTo>
                      <a:pt x="0" y="2499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2" name="Контур"/>
              <p:cNvSpPr/>
              <p:nvPr/>
            </p:nvSpPr>
            <p:spPr>
              <a:xfrm>
                <a:off x="4116434" y="2377593"/>
                <a:ext cx="131902" cy="129596"/>
              </a:xfrm>
              <a:custGeom>
                <a:avLst/>
                <a:gdLst/>
                <a:ahLst/>
                <a:cxnLst/>
                <a:rect l="l" t="t" r="r" b="b"/>
                <a:pathLst>
                  <a:path w="131902" h="129596">
                    <a:moveTo>
                      <a:pt x="131902" y="42294"/>
                    </a:moveTo>
                    <a:lnTo>
                      <a:pt x="95502" y="76992"/>
                    </a:lnTo>
                    <a:lnTo>
                      <a:pt x="40316" y="129596"/>
                    </a:lnTo>
                    <a:lnTo>
                      <a:pt x="0" y="87302"/>
                    </a:lnTo>
                    <a:lnTo>
                      <a:pt x="15750" y="72668"/>
                    </a:lnTo>
                    <a:lnTo>
                      <a:pt x="91587" y="0"/>
                    </a:lnTo>
                    <a:lnTo>
                      <a:pt x="98193" y="6928"/>
                    </a:lnTo>
                    <a:lnTo>
                      <a:pt x="131902" y="422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3" name="Контур"/>
              <p:cNvSpPr/>
              <p:nvPr/>
            </p:nvSpPr>
            <p:spPr>
              <a:xfrm>
                <a:off x="4271846" y="1915064"/>
                <a:ext cx="388494" cy="425703"/>
              </a:xfrm>
              <a:custGeom>
                <a:avLst/>
                <a:gdLst/>
                <a:ahLst/>
                <a:cxnLst/>
                <a:rect l="l" t="t" r="r" b="b"/>
                <a:pathLst>
                  <a:path w="388494" h="425703">
                    <a:moveTo>
                      <a:pt x="0" y="98177"/>
                    </a:moveTo>
                    <a:lnTo>
                      <a:pt x="45691" y="58357"/>
                    </a:lnTo>
                    <a:lnTo>
                      <a:pt x="25267" y="35815"/>
                    </a:lnTo>
                    <a:lnTo>
                      <a:pt x="64431" y="0"/>
                    </a:lnTo>
                    <a:lnTo>
                      <a:pt x="86119" y="22542"/>
                    </a:lnTo>
                    <a:lnTo>
                      <a:pt x="91384" y="17907"/>
                    </a:lnTo>
                    <a:lnTo>
                      <a:pt x="126531" y="56154"/>
                    </a:lnTo>
                    <a:lnTo>
                      <a:pt x="131931" y="62013"/>
                    </a:lnTo>
                    <a:lnTo>
                      <a:pt x="383094" y="334722"/>
                    </a:lnTo>
                    <a:lnTo>
                      <a:pt x="388494" y="340590"/>
                    </a:lnTo>
                    <a:lnTo>
                      <a:pt x="296082" y="425703"/>
                    </a:lnTo>
                    <a:lnTo>
                      <a:pt x="0" y="9817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4" name="Контур"/>
              <p:cNvSpPr/>
              <p:nvPr/>
            </p:nvSpPr>
            <p:spPr>
              <a:xfrm>
                <a:off x="4066223" y="2087503"/>
                <a:ext cx="226773" cy="236475"/>
              </a:xfrm>
              <a:custGeom>
                <a:avLst/>
                <a:gdLst/>
                <a:ahLst/>
                <a:cxnLst/>
                <a:rect l="l" t="t" r="r" b="b"/>
                <a:pathLst>
                  <a:path w="226773" h="236475">
                    <a:moveTo>
                      <a:pt x="226773" y="192748"/>
                    </a:moveTo>
                    <a:lnTo>
                      <a:pt x="179933" y="236475"/>
                    </a:lnTo>
                    <a:lnTo>
                      <a:pt x="0" y="43726"/>
                    </a:lnTo>
                    <a:lnTo>
                      <a:pt x="46841" y="0"/>
                    </a:lnTo>
                    <a:lnTo>
                      <a:pt x="226773" y="19274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5" name="Контур"/>
              <p:cNvSpPr/>
              <p:nvPr/>
            </p:nvSpPr>
            <p:spPr>
              <a:xfrm>
                <a:off x="4398377" y="1903187"/>
                <a:ext cx="330426" cy="346599"/>
              </a:xfrm>
              <a:custGeom>
                <a:avLst/>
                <a:gdLst/>
                <a:ahLst/>
                <a:cxnLst/>
                <a:rect l="l" t="t" r="r" b="b"/>
                <a:pathLst>
                  <a:path w="330426" h="346599">
                    <a:moveTo>
                      <a:pt x="256563" y="346599"/>
                    </a:moveTo>
                    <a:lnTo>
                      <a:pt x="5400" y="73890"/>
                    </a:lnTo>
                    <a:lnTo>
                      <a:pt x="0" y="68031"/>
                    </a:lnTo>
                    <a:lnTo>
                      <a:pt x="73863" y="0"/>
                    </a:lnTo>
                    <a:lnTo>
                      <a:pt x="330426" y="278577"/>
                    </a:lnTo>
                    <a:lnTo>
                      <a:pt x="256563" y="3465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6" name="Контур"/>
              <p:cNvSpPr/>
              <p:nvPr/>
            </p:nvSpPr>
            <p:spPr>
              <a:xfrm>
                <a:off x="3508116" y="2123538"/>
                <a:ext cx="98399" cy="100175"/>
              </a:xfrm>
              <a:custGeom>
                <a:avLst/>
                <a:gdLst/>
                <a:ahLst/>
                <a:cxnLst/>
                <a:rect l="l" t="t" r="r" b="b"/>
                <a:pathLst>
                  <a:path w="98399" h="100175">
                    <a:moveTo>
                      <a:pt x="73779" y="100175"/>
                    </a:moveTo>
                    <a:lnTo>
                      <a:pt x="0" y="23775"/>
                    </a:lnTo>
                    <a:lnTo>
                      <a:pt x="24621" y="0"/>
                    </a:lnTo>
                    <a:lnTo>
                      <a:pt x="98399" y="76400"/>
                    </a:lnTo>
                    <a:lnTo>
                      <a:pt x="73779" y="1001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7" name="Контур"/>
              <p:cNvSpPr/>
              <p:nvPr/>
            </p:nvSpPr>
            <p:spPr>
              <a:xfrm>
                <a:off x="3694217" y="2095076"/>
                <a:ext cx="59328" cy="58887"/>
              </a:xfrm>
              <a:custGeom>
                <a:avLst/>
                <a:gdLst/>
                <a:ahLst/>
                <a:cxnLst/>
                <a:rect l="l" t="t" r="r" b="b"/>
                <a:pathLst>
                  <a:path w="59328" h="58887">
                    <a:moveTo>
                      <a:pt x="34101" y="0"/>
                    </a:moveTo>
                    <a:lnTo>
                      <a:pt x="59328" y="26829"/>
                    </a:lnTo>
                    <a:lnTo>
                      <a:pt x="25227" y="58887"/>
                    </a:lnTo>
                    <a:lnTo>
                      <a:pt x="0" y="32058"/>
                    </a:lnTo>
                    <a:lnTo>
                      <a:pt x="3410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8" name="Контур"/>
              <p:cNvSpPr/>
              <p:nvPr/>
            </p:nvSpPr>
            <p:spPr>
              <a:xfrm>
                <a:off x="3582410" y="1584000"/>
                <a:ext cx="689527" cy="543134"/>
              </a:xfrm>
              <a:custGeom>
                <a:avLst/>
                <a:gdLst/>
                <a:ahLst/>
                <a:cxnLst/>
                <a:rect l="l" t="t" r="r" b="b"/>
                <a:pathLst>
                  <a:path w="689527" h="543134">
                    <a:moveTo>
                      <a:pt x="689527" y="0"/>
                    </a:moveTo>
                    <a:lnTo>
                      <a:pt x="179415" y="479576"/>
                    </a:lnTo>
                    <a:lnTo>
                      <a:pt x="170496" y="487955"/>
                    </a:lnTo>
                    <a:lnTo>
                      <a:pt x="145908" y="511076"/>
                    </a:lnTo>
                    <a:lnTo>
                      <a:pt x="111807" y="543134"/>
                    </a:lnTo>
                    <a:lnTo>
                      <a:pt x="0" y="423866"/>
                    </a:lnTo>
                    <a:lnTo>
                      <a:pt x="44937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9" name="Контур"/>
              <p:cNvSpPr/>
              <p:nvPr/>
            </p:nvSpPr>
            <p:spPr>
              <a:xfrm>
                <a:off x="3728318" y="2063576"/>
                <a:ext cx="58734" cy="58329"/>
              </a:xfrm>
              <a:custGeom>
                <a:avLst/>
                <a:gdLst/>
                <a:ahLst/>
                <a:cxnLst/>
                <a:rect l="l" t="t" r="r" b="b"/>
                <a:pathLst>
                  <a:path w="58734" h="58329">
                    <a:moveTo>
                      <a:pt x="24588" y="8379"/>
                    </a:moveTo>
                    <a:lnTo>
                      <a:pt x="33507" y="0"/>
                    </a:lnTo>
                    <a:lnTo>
                      <a:pt x="58734" y="26838"/>
                    </a:lnTo>
                    <a:lnTo>
                      <a:pt x="25227" y="58329"/>
                    </a:lnTo>
                    <a:lnTo>
                      <a:pt x="0" y="31500"/>
                    </a:lnTo>
                    <a:lnTo>
                      <a:pt x="24588" y="837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0" name="Контур"/>
              <p:cNvSpPr/>
              <p:nvPr/>
            </p:nvSpPr>
            <p:spPr>
              <a:xfrm>
                <a:off x="3417890" y="1584000"/>
                <a:ext cx="613895" cy="423866"/>
              </a:xfrm>
              <a:custGeom>
                <a:avLst/>
                <a:gdLst/>
                <a:ahLst/>
                <a:cxnLst/>
                <a:rect l="l" t="t" r="r" b="b"/>
                <a:pathLst>
                  <a:path w="613895" h="423866">
                    <a:moveTo>
                      <a:pt x="613895" y="0"/>
                    </a:moveTo>
                    <a:lnTo>
                      <a:pt x="164520" y="423866"/>
                    </a:lnTo>
                    <a:lnTo>
                      <a:pt x="0" y="249446"/>
                    </a:lnTo>
                    <a:lnTo>
                      <a:pt x="26451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1" name="Контур"/>
              <p:cNvSpPr/>
              <p:nvPr/>
            </p:nvSpPr>
            <p:spPr>
              <a:xfrm>
                <a:off x="5461622" y="1675106"/>
                <a:ext cx="134225" cy="134700"/>
              </a:xfrm>
              <a:custGeom>
                <a:avLst/>
                <a:gdLst/>
                <a:ahLst/>
                <a:cxnLst/>
                <a:rect l="l" t="t" r="r" b="b"/>
                <a:pathLst>
                  <a:path w="134225" h="134700">
                    <a:moveTo>
                      <a:pt x="134225" y="77773"/>
                    </a:moveTo>
                    <a:lnTo>
                      <a:pt x="71320" y="134700"/>
                    </a:lnTo>
                    <a:lnTo>
                      <a:pt x="0" y="56526"/>
                    </a:lnTo>
                    <a:lnTo>
                      <a:pt x="64108" y="0"/>
                    </a:lnTo>
                    <a:lnTo>
                      <a:pt x="134225" y="7777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2" name="Контур"/>
              <p:cNvSpPr/>
              <p:nvPr/>
            </p:nvSpPr>
            <p:spPr>
              <a:xfrm>
                <a:off x="5089784" y="1928531"/>
                <a:ext cx="290133" cy="278946"/>
              </a:xfrm>
              <a:custGeom>
                <a:avLst/>
                <a:gdLst/>
                <a:ahLst/>
                <a:cxnLst/>
                <a:rect l="l" t="t" r="r" b="b"/>
                <a:pathLst>
                  <a:path w="290133" h="278946">
                    <a:moveTo>
                      <a:pt x="207945" y="0"/>
                    </a:moveTo>
                    <a:lnTo>
                      <a:pt x="290133" y="90873"/>
                    </a:lnTo>
                    <a:lnTo>
                      <a:pt x="269620" y="109826"/>
                    </a:lnTo>
                    <a:lnTo>
                      <a:pt x="241411" y="135379"/>
                    </a:lnTo>
                    <a:lnTo>
                      <a:pt x="82188" y="278946"/>
                    </a:lnTo>
                    <a:lnTo>
                      <a:pt x="0" y="188073"/>
                    </a:lnTo>
                    <a:lnTo>
                      <a:pt x="20794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3" name="Контур"/>
              <p:cNvSpPr/>
              <p:nvPr/>
            </p:nvSpPr>
            <p:spPr>
              <a:xfrm>
                <a:off x="5479862" y="1920536"/>
                <a:ext cx="77724" cy="77715"/>
              </a:xfrm>
              <a:custGeom>
                <a:avLst/>
                <a:gdLst/>
                <a:ahLst/>
                <a:cxnLst/>
                <a:rect l="l" t="t" r="r" b="b"/>
                <a:pathLst>
                  <a:path w="77724" h="77715">
                    <a:moveTo>
                      <a:pt x="0" y="37719"/>
                    </a:moveTo>
                    <a:lnTo>
                      <a:pt x="37710" y="0"/>
                    </a:lnTo>
                    <a:lnTo>
                      <a:pt x="77724" y="40005"/>
                    </a:lnTo>
                    <a:lnTo>
                      <a:pt x="39996" y="77715"/>
                    </a:lnTo>
                    <a:lnTo>
                      <a:pt x="0" y="377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4" name="Контур"/>
              <p:cNvSpPr/>
              <p:nvPr/>
            </p:nvSpPr>
            <p:spPr>
              <a:xfrm>
                <a:off x="5331195" y="2038357"/>
                <a:ext cx="278364" cy="166092"/>
              </a:xfrm>
              <a:custGeom>
                <a:avLst/>
                <a:gdLst/>
                <a:ahLst/>
                <a:cxnLst/>
                <a:rect l="l" t="t" r="r" b="b"/>
                <a:pathLst>
                  <a:path w="278364" h="166092">
                    <a:moveTo>
                      <a:pt x="0" y="25553"/>
                    </a:moveTo>
                    <a:lnTo>
                      <a:pt x="28209" y="0"/>
                    </a:lnTo>
                    <a:lnTo>
                      <a:pt x="85159" y="60687"/>
                    </a:lnTo>
                    <a:lnTo>
                      <a:pt x="278364" y="140540"/>
                    </a:lnTo>
                    <a:lnTo>
                      <a:pt x="252816" y="166092"/>
                    </a:lnTo>
                    <a:lnTo>
                      <a:pt x="69192" y="89967"/>
                    </a:lnTo>
                    <a:lnTo>
                      <a:pt x="0" y="255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5" name="Контур"/>
              <p:cNvSpPr/>
              <p:nvPr/>
            </p:nvSpPr>
            <p:spPr>
              <a:xfrm>
                <a:off x="5329922" y="1768304"/>
                <a:ext cx="159075" cy="159156"/>
              </a:xfrm>
              <a:custGeom>
                <a:avLst/>
                <a:gdLst/>
                <a:ahLst/>
                <a:cxnLst/>
                <a:rect l="l" t="t" r="r" b="b"/>
                <a:pathLst>
                  <a:path w="159075" h="159156">
                    <a:moveTo>
                      <a:pt x="79209" y="159156"/>
                    </a:moveTo>
                    <a:lnTo>
                      <a:pt x="0" y="77067"/>
                    </a:lnTo>
                    <a:lnTo>
                      <a:pt x="79875" y="0"/>
                    </a:lnTo>
                    <a:lnTo>
                      <a:pt x="159075" y="82080"/>
                    </a:lnTo>
                    <a:lnTo>
                      <a:pt x="79209" y="1591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6" name="Контур"/>
              <p:cNvSpPr/>
              <p:nvPr/>
            </p:nvSpPr>
            <p:spPr>
              <a:xfrm>
                <a:off x="4552241" y="1704944"/>
                <a:ext cx="185472" cy="104148"/>
              </a:xfrm>
              <a:custGeom>
                <a:avLst/>
                <a:gdLst/>
                <a:ahLst/>
                <a:cxnLst/>
                <a:rect l="l" t="t" r="r" b="b"/>
                <a:pathLst>
                  <a:path w="185472" h="104148">
                    <a:moveTo>
                      <a:pt x="185472" y="62928"/>
                    </a:moveTo>
                    <a:lnTo>
                      <a:pt x="11340" y="104148"/>
                    </a:lnTo>
                    <a:lnTo>
                      <a:pt x="0" y="41355"/>
                    </a:lnTo>
                    <a:lnTo>
                      <a:pt x="9216" y="39105"/>
                    </a:lnTo>
                    <a:lnTo>
                      <a:pt x="41274" y="31284"/>
                    </a:lnTo>
                    <a:lnTo>
                      <a:pt x="169236" y="0"/>
                    </a:lnTo>
                    <a:lnTo>
                      <a:pt x="185472" y="6292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7" name="Контур"/>
              <p:cNvSpPr/>
              <p:nvPr/>
            </p:nvSpPr>
            <p:spPr>
              <a:xfrm>
                <a:off x="5525730" y="1584000"/>
                <a:ext cx="256986" cy="168879"/>
              </a:xfrm>
              <a:custGeom>
                <a:avLst/>
                <a:gdLst/>
                <a:ahLst/>
                <a:cxnLst/>
                <a:rect l="l" t="t" r="r" b="b"/>
                <a:pathLst>
                  <a:path w="256986" h="168879">
                    <a:moveTo>
                      <a:pt x="256986" y="0"/>
                    </a:moveTo>
                    <a:lnTo>
                      <a:pt x="70117" y="168879"/>
                    </a:lnTo>
                    <a:lnTo>
                      <a:pt x="0" y="91106"/>
                    </a:lnTo>
                    <a:lnTo>
                      <a:pt x="9992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8" name="Контур"/>
              <p:cNvSpPr/>
              <p:nvPr/>
            </p:nvSpPr>
            <p:spPr>
              <a:xfrm>
                <a:off x="5089694" y="1584000"/>
                <a:ext cx="171862" cy="158737"/>
              </a:xfrm>
              <a:custGeom>
                <a:avLst/>
                <a:gdLst/>
                <a:ahLst/>
                <a:cxnLst/>
                <a:rect l="l" t="t" r="r" b="b"/>
                <a:pathLst>
                  <a:path w="171862" h="158737">
                    <a:moveTo>
                      <a:pt x="111222" y="158737"/>
                    </a:moveTo>
                    <a:lnTo>
                      <a:pt x="0" y="33826"/>
                    </a:lnTo>
                    <a:lnTo>
                      <a:pt x="37989" y="0"/>
                    </a:lnTo>
                    <a:lnTo>
                      <a:pt x="123910" y="0"/>
                    </a:lnTo>
                    <a:lnTo>
                      <a:pt x="124921" y="1135"/>
                    </a:lnTo>
                    <a:lnTo>
                      <a:pt x="99646" y="23640"/>
                    </a:lnTo>
                    <a:lnTo>
                      <a:pt x="171862" y="10474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9" name="Контур"/>
              <p:cNvSpPr/>
              <p:nvPr/>
            </p:nvSpPr>
            <p:spPr>
              <a:xfrm>
                <a:off x="5066152" y="1584000"/>
                <a:ext cx="52433" cy="26143"/>
              </a:xfrm>
              <a:custGeom>
                <a:avLst/>
                <a:gdLst/>
                <a:ahLst/>
                <a:cxnLst/>
                <a:rect l="l" t="t" r="r" b="b"/>
                <a:pathLst>
                  <a:path w="52433" h="26143">
                    <a:moveTo>
                      <a:pt x="0" y="0"/>
                    </a:moveTo>
                    <a:lnTo>
                      <a:pt x="52433" y="0"/>
                    </a:lnTo>
                    <a:lnTo>
                      <a:pt x="24250" y="261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0" name="Контур"/>
              <p:cNvSpPr/>
              <p:nvPr/>
            </p:nvSpPr>
            <p:spPr>
              <a:xfrm>
                <a:off x="5230874" y="1607425"/>
                <a:ext cx="59259" cy="60318"/>
              </a:xfrm>
              <a:custGeom>
                <a:avLst/>
                <a:gdLst/>
                <a:ahLst/>
                <a:cxnLst/>
                <a:rect l="l" t="t" r="r" b="b"/>
                <a:pathLst>
                  <a:path w="59259" h="60318">
                    <a:moveTo>
                      <a:pt x="21511" y="0"/>
                    </a:moveTo>
                    <a:lnTo>
                      <a:pt x="59259" y="40034"/>
                    </a:lnTo>
                    <a:lnTo>
                      <a:pt x="37747" y="60318"/>
                    </a:lnTo>
                    <a:lnTo>
                      <a:pt x="0" y="20284"/>
                    </a:lnTo>
                    <a:lnTo>
                      <a:pt x="2151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1" name="Контур"/>
              <p:cNvSpPr/>
              <p:nvPr/>
            </p:nvSpPr>
            <p:spPr>
              <a:xfrm>
                <a:off x="5399498" y="1584000"/>
                <a:ext cx="24997" cy="12296"/>
              </a:xfrm>
              <a:custGeom>
                <a:avLst/>
                <a:gdLst/>
                <a:ahLst/>
                <a:cxnLst/>
                <a:rect l="l" t="t" r="r" b="b"/>
                <a:pathLst>
                  <a:path w="24997" h="12296">
                    <a:moveTo>
                      <a:pt x="24997" y="0"/>
                    </a:moveTo>
                    <a:lnTo>
                      <a:pt x="10258" y="122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2" name="Контур"/>
              <p:cNvSpPr/>
              <p:nvPr/>
            </p:nvSpPr>
            <p:spPr>
              <a:xfrm>
                <a:off x="7258757" y="2142560"/>
                <a:ext cx="475983" cy="496161"/>
              </a:xfrm>
              <a:custGeom>
                <a:avLst/>
                <a:gdLst/>
                <a:ahLst/>
                <a:cxnLst/>
                <a:rect l="l" t="t" r="r" b="b"/>
                <a:pathLst>
                  <a:path w="475983" h="496161">
                    <a:moveTo>
                      <a:pt x="0" y="452304"/>
                    </a:moveTo>
                    <a:lnTo>
                      <a:pt x="385551" y="26622"/>
                    </a:lnTo>
                    <a:lnTo>
                      <a:pt x="380484" y="22041"/>
                    </a:lnTo>
                    <a:lnTo>
                      <a:pt x="400446" y="0"/>
                    </a:lnTo>
                    <a:lnTo>
                      <a:pt x="441837" y="37503"/>
                    </a:lnTo>
                    <a:lnTo>
                      <a:pt x="421731" y="59688"/>
                    </a:lnTo>
                    <a:lnTo>
                      <a:pt x="431487" y="68535"/>
                    </a:lnTo>
                    <a:lnTo>
                      <a:pt x="455607" y="90387"/>
                    </a:lnTo>
                    <a:lnTo>
                      <a:pt x="475983" y="108855"/>
                    </a:lnTo>
                    <a:lnTo>
                      <a:pt x="185643" y="429246"/>
                    </a:lnTo>
                    <a:lnTo>
                      <a:pt x="172305" y="417159"/>
                    </a:lnTo>
                    <a:lnTo>
                      <a:pt x="134478" y="458892"/>
                    </a:lnTo>
                    <a:lnTo>
                      <a:pt x="105759" y="432855"/>
                    </a:lnTo>
                    <a:lnTo>
                      <a:pt x="48366" y="496161"/>
                    </a:lnTo>
                    <a:lnTo>
                      <a:pt x="0" y="4523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3" name="Контур"/>
              <p:cNvSpPr/>
              <p:nvPr/>
            </p:nvSpPr>
            <p:spPr>
              <a:xfrm>
                <a:off x="6996263" y="2003528"/>
                <a:ext cx="470979" cy="507529"/>
              </a:xfrm>
              <a:custGeom>
                <a:avLst/>
                <a:gdLst/>
                <a:ahLst/>
                <a:cxnLst/>
                <a:rect l="l" t="t" r="r" b="b"/>
                <a:pathLst>
                  <a:path w="470979" h="507529">
                    <a:moveTo>
                      <a:pt x="470979" y="43020"/>
                    </a:moveTo>
                    <a:lnTo>
                      <a:pt x="50740" y="507529"/>
                    </a:lnTo>
                    <a:lnTo>
                      <a:pt x="0" y="465660"/>
                    </a:lnTo>
                    <a:lnTo>
                      <a:pt x="165609" y="283563"/>
                    </a:lnTo>
                    <a:lnTo>
                      <a:pt x="261612" y="178011"/>
                    </a:lnTo>
                    <a:lnTo>
                      <a:pt x="423504" y="0"/>
                    </a:lnTo>
                    <a:lnTo>
                      <a:pt x="470979" y="430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4" name="Контур"/>
              <p:cNvSpPr/>
              <p:nvPr/>
            </p:nvSpPr>
            <p:spPr>
              <a:xfrm>
                <a:off x="6934774" y="2469188"/>
                <a:ext cx="112229" cy="111642"/>
              </a:xfrm>
              <a:custGeom>
                <a:avLst/>
                <a:gdLst/>
                <a:ahLst/>
                <a:cxnLst/>
                <a:rect l="l" t="t" r="r" b="b"/>
                <a:pathLst>
                  <a:path w="112229" h="111642">
                    <a:moveTo>
                      <a:pt x="61489" y="0"/>
                    </a:moveTo>
                    <a:lnTo>
                      <a:pt x="112229" y="41869"/>
                    </a:lnTo>
                    <a:lnTo>
                      <a:pt x="49207" y="111642"/>
                    </a:lnTo>
                    <a:lnTo>
                      <a:pt x="0" y="65570"/>
                    </a:lnTo>
                    <a:lnTo>
                      <a:pt x="10262" y="53985"/>
                    </a:lnTo>
                    <a:lnTo>
                      <a:pt x="6148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5" name="Контур"/>
              <p:cNvSpPr/>
              <p:nvPr/>
            </p:nvSpPr>
            <p:spPr>
              <a:xfrm>
                <a:off x="7160792" y="1584000"/>
                <a:ext cx="934752" cy="994025"/>
              </a:xfrm>
              <a:custGeom>
                <a:avLst/>
                <a:gdLst/>
                <a:ahLst/>
                <a:cxnLst/>
                <a:rect l="l" t="t" r="r" b="b"/>
                <a:pathLst>
                  <a:path w="934752" h="994025">
                    <a:moveTo>
                      <a:pt x="934752" y="0"/>
                    </a:moveTo>
                    <a:lnTo>
                      <a:pt x="43380" y="994025"/>
                    </a:lnTo>
                    <a:lnTo>
                      <a:pt x="0" y="952841"/>
                    </a:lnTo>
                    <a:lnTo>
                      <a:pt x="84772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6" name="Контур"/>
              <p:cNvSpPr/>
              <p:nvPr/>
            </p:nvSpPr>
            <p:spPr>
              <a:xfrm>
                <a:off x="6937951" y="2192528"/>
                <a:ext cx="112354" cy="107062"/>
              </a:xfrm>
              <a:custGeom>
                <a:avLst/>
                <a:gdLst/>
                <a:ahLst/>
                <a:cxnLst/>
                <a:rect l="l" t="t" r="r" b="b"/>
                <a:pathLst>
                  <a:path w="112354" h="107062">
                    <a:moveTo>
                      <a:pt x="0" y="75055"/>
                    </a:moveTo>
                    <a:lnTo>
                      <a:pt x="83627" y="0"/>
                    </a:lnTo>
                    <a:lnTo>
                      <a:pt x="112354" y="32009"/>
                    </a:lnTo>
                    <a:lnTo>
                      <a:pt x="28728" y="107062"/>
                    </a:lnTo>
                    <a:lnTo>
                      <a:pt x="0" y="7505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7" name="Контур"/>
              <p:cNvSpPr/>
              <p:nvPr/>
            </p:nvSpPr>
            <p:spPr>
              <a:xfrm>
                <a:off x="7130633" y="2152847"/>
                <a:ext cx="127242" cy="134244"/>
              </a:xfrm>
              <a:custGeom>
                <a:avLst/>
                <a:gdLst/>
                <a:ahLst/>
                <a:cxnLst/>
                <a:rect l="l" t="t" r="r" b="b"/>
                <a:pathLst>
                  <a:path w="127242" h="134244">
                    <a:moveTo>
                      <a:pt x="127242" y="28692"/>
                    </a:moveTo>
                    <a:lnTo>
                      <a:pt x="31239" y="134244"/>
                    </a:lnTo>
                    <a:lnTo>
                      <a:pt x="0" y="106227"/>
                    </a:lnTo>
                    <a:lnTo>
                      <a:pt x="95247" y="0"/>
                    </a:lnTo>
                    <a:lnTo>
                      <a:pt x="127242" y="286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8" name="Контур"/>
              <p:cNvSpPr/>
              <p:nvPr/>
            </p:nvSpPr>
            <p:spPr>
              <a:xfrm>
                <a:off x="7118505" y="1584000"/>
                <a:ext cx="537043" cy="560188"/>
              </a:xfrm>
              <a:custGeom>
                <a:avLst/>
                <a:gdLst/>
                <a:ahLst/>
                <a:cxnLst/>
                <a:rect l="l" t="t" r="r" b="b"/>
                <a:pathLst>
                  <a:path w="537043" h="560188">
                    <a:moveTo>
                      <a:pt x="465991" y="0"/>
                    </a:moveTo>
                    <a:lnTo>
                      <a:pt x="537043" y="0"/>
                    </a:lnTo>
                    <a:lnTo>
                      <a:pt x="78555" y="537732"/>
                    </a:lnTo>
                    <a:lnTo>
                      <a:pt x="24048" y="560188"/>
                    </a:lnTo>
                    <a:lnTo>
                      <a:pt x="0" y="5481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9" name="Контур"/>
              <p:cNvSpPr/>
              <p:nvPr/>
            </p:nvSpPr>
            <p:spPr>
              <a:xfrm>
                <a:off x="6916905" y="1584000"/>
                <a:ext cx="544671" cy="512476"/>
              </a:xfrm>
              <a:custGeom>
                <a:avLst/>
                <a:gdLst/>
                <a:ahLst/>
                <a:cxnLst/>
                <a:rect l="l" t="t" r="r" b="b"/>
                <a:pathLst>
                  <a:path w="544671" h="512476">
                    <a:moveTo>
                      <a:pt x="145487" y="512476"/>
                    </a:moveTo>
                    <a:lnTo>
                      <a:pt x="95789" y="483603"/>
                    </a:lnTo>
                    <a:lnTo>
                      <a:pt x="100999" y="477588"/>
                    </a:lnTo>
                    <a:lnTo>
                      <a:pt x="0" y="380544"/>
                    </a:lnTo>
                    <a:lnTo>
                      <a:pt x="82562" y="296732"/>
                    </a:lnTo>
                    <a:lnTo>
                      <a:pt x="173943" y="384153"/>
                    </a:lnTo>
                    <a:lnTo>
                      <a:pt x="206807" y="347259"/>
                    </a:lnTo>
                    <a:lnTo>
                      <a:pt x="109018" y="248606"/>
                    </a:lnTo>
                    <a:lnTo>
                      <a:pt x="190378" y="161989"/>
                    </a:lnTo>
                    <a:lnTo>
                      <a:pt x="287369" y="258231"/>
                    </a:lnTo>
                    <a:lnTo>
                      <a:pt x="322238" y="219734"/>
                    </a:lnTo>
                    <a:lnTo>
                      <a:pt x="240878" y="143542"/>
                    </a:lnTo>
                    <a:lnTo>
                      <a:pt x="320638" y="58928"/>
                    </a:lnTo>
                    <a:lnTo>
                      <a:pt x="391980" y="128303"/>
                    </a:lnTo>
                    <a:lnTo>
                      <a:pt x="422439" y="91008"/>
                    </a:lnTo>
                    <a:lnTo>
                      <a:pt x="379956" y="55719"/>
                    </a:lnTo>
                    <a:lnTo>
                      <a:pt x="426295" y="0"/>
                    </a:lnTo>
                    <a:lnTo>
                      <a:pt x="503868" y="0"/>
                    </a:lnTo>
                    <a:lnTo>
                      <a:pt x="544671" y="376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0" name="Контур"/>
              <p:cNvSpPr/>
              <p:nvPr/>
            </p:nvSpPr>
            <p:spPr>
              <a:xfrm>
                <a:off x="6410490" y="1584000"/>
                <a:ext cx="438560" cy="390674"/>
              </a:xfrm>
              <a:custGeom>
                <a:avLst/>
                <a:gdLst/>
                <a:ahLst/>
                <a:cxnLst/>
                <a:rect l="l" t="t" r="r" b="b"/>
                <a:pathLst>
                  <a:path w="438560" h="390674">
                    <a:moveTo>
                      <a:pt x="110755" y="0"/>
                    </a:moveTo>
                    <a:lnTo>
                      <a:pt x="438560" y="335549"/>
                    </a:lnTo>
                    <a:lnTo>
                      <a:pt x="379538" y="390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1" name="Контур"/>
              <p:cNvSpPr/>
              <p:nvPr/>
            </p:nvSpPr>
            <p:spPr>
              <a:xfrm>
                <a:off x="6521245" y="1584000"/>
                <a:ext cx="685421" cy="335549"/>
              </a:xfrm>
              <a:custGeom>
                <a:avLst/>
                <a:gdLst/>
                <a:ahLst/>
                <a:cxnLst/>
                <a:rect l="l" t="t" r="r" b="b"/>
                <a:pathLst>
                  <a:path w="685421" h="335549">
                    <a:moveTo>
                      <a:pt x="685421" y="0"/>
                    </a:moveTo>
                    <a:lnTo>
                      <a:pt x="327805" y="3355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2" name="Контур"/>
              <p:cNvSpPr/>
              <p:nvPr/>
            </p:nvSpPr>
            <p:spPr>
              <a:xfrm>
                <a:off x="4348528" y="1865259"/>
                <a:ext cx="82254" cy="81522"/>
              </a:xfrm>
              <a:custGeom>
                <a:avLst/>
                <a:gdLst/>
                <a:ahLst/>
                <a:cxnLst/>
                <a:rect l="l" t="t" r="r" b="b"/>
                <a:pathLst>
                  <a:path w="82254" h="81522">
                    <a:moveTo>
                      <a:pt x="0" y="41610"/>
                    </a:moveTo>
                    <a:lnTo>
                      <a:pt x="45797" y="0"/>
                    </a:lnTo>
                    <a:lnTo>
                      <a:pt x="82254" y="40126"/>
                    </a:lnTo>
                    <a:lnTo>
                      <a:pt x="36691" y="81522"/>
                    </a:lnTo>
                    <a:lnTo>
                      <a:pt x="0" y="4161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3" name="Контур"/>
              <p:cNvSpPr/>
              <p:nvPr/>
            </p:nvSpPr>
            <p:spPr>
              <a:xfrm>
                <a:off x="4509500" y="1834550"/>
                <a:ext cx="53973" cy="54954"/>
              </a:xfrm>
              <a:custGeom>
                <a:avLst/>
                <a:gdLst/>
                <a:ahLst/>
                <a:cxnLst/>
                <a:rect l="l" t="t" r="r" b="b"/>
                <a:pathLst>
                  <a:path w="53973" h="54954">
                    <a:moveTo>
                      <a:pt x="0" y="16776"/>
                    </a:moveTo>
                    <a:lnTo>
                      <a:pt x="17631" y="0"/>
                    </a:lnTo>
                    <a:lnTo>
                      <a:pt x="53973" y="38160"/>
                    </a:lnTo>
                    <a:lnTo>
                      <a:pt x="36333" y="54954"/>
                    </a:lnTo>
                    <a:lnTo>
                      <a:pt x="0" y="167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4" name="Контур"/>
              <p:cNvSpPr/>
              <p:nvPr/>
            </p:nvSpPr>
            <p:spPr>
              <a:xfrm>
                <a:off x="2290259" y="3744683"/>
                <a:ext cx="110746" cy="116433"/>
              </a:xfrm>
              <a:custGeom>
                <a:avLst/>
                <a:gdLst/>
                <a:ahLst/>
                <a:cxnLst/>
                <a:rect l="l" t="t" r="r" b="b"/>
                <a:pathLst>
                  <a:path w="110746" h="116433">
                    <a:moveTo>
                      <a:pt x="17057" y="0"/>
                    </a:moveTo>
                    <a:lnTo>
                      <a:pt x="110746" y="100431"/>
                    </a:lnTo>
                    <a:lnTo>
                      <a:pt x="93765" y="116433"/>
                    </a:lnTo>
                    <a:lnTo>
                      <a:pt x="0" y="15919"/>
                    </a:lnTo>
                    <a:lnTo>
                      <a:pt x="1705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5" name="Контур"/>
              <p:cNvSpPr/>
              <p:nvPr/>
            </p:nvSpPr>
            <p:spPr>
              <a:xfrm>
                <a:off x="2307316" y="3535802"/>
                <a:ext cx="315091" cy="309312"/>
              </a:xfrm>
              <a:custGeom>
                <a:avLst/>
                <a:gdLst/>
                <a:ahLst/>
                <a:cxnLst/>
                <a:rect l="l" t="t" r="r" b="b"/>
                <a:pathLst>
                  <a:path w="315091" h="309312">
                    <a:moveTo>
                      <a:pt x="315091" y="100658"/>
                    </a:moveTo>
                    <a:lnTo>
                      <a:pt x="93689" y="309312"/>
                    </a:lnTo>
                    <a:lnTo>
                      <a:pt x="0" y="208881"/>
                    </a:lnTo>
                    <a:lnTo>
                      <a:pt x="223815" y="0"/>
                    </a:lnTo>
                    <a:lnTo>
                      <a:pt x="288061" y="69411"/>
                    </a:lnTo>
                    <a:lnTo>
                      <a:pt x="315091" y="1006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6" name="Контур"/>
              <p:cNvSpPr/>
              <p:nvPr/>
            </p:nvSpPr>
            <p:spPr>
              <a:xfrm>
                <a:off x="1375854" y="3366092"/>
                <a:ext cx="286058" cy="298002"/>
              </a:xfrm>
              <a:custGeom>
                <a:avLst/>
                <a:gdLst/>
                <a:ahLst/>
                <a:cxnLst/>
                <a:rect l="l" t="t" r="r" b="b"/>
                <a:pathLst>
                  <a:path w="286058" h="298002">
                    <a:moveTo>
                      <a:pt x="286058" y="200476"/>
                    </a:moveTo>
                    <a:lnTo>
                      <a:pt x="185211" y="298002"/>
                    </a:lnTo>
                    <a:lnTo>
                      <a:pt x="0" y="97813"/>
                    </a:lnTo>
                    <a:lnTo>
                      <a:pt x="98909" y="0"/>
                    </a:lnTo>
                    <a:lnTo>
                      <a:pt x="286058" y="2004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7" name="Контур"/>
              <p:cNvSpPr/>
              <p:nvPr/>
            </p:nvSpPr>
            <p:spPr>
              <a:xfrm>
                <a:off x="1660152" y="3013751"/>
                <a:ext cx="339996" cy="405546"/>
              </a:xfrm>
              <a:custGeom>
                <a:avLst/>
                <a:gdLst/>
                <a:ahLst/>
                <a:cxnLst/>
                <a:rect l="l" t="t" r="r" b="b"/>
                <a:pathLst>
                  <a:path w="339996" h="405546">
                    <a:moveTo>
                      <a:pt x="194285" y="0"/>
                    </a:moveTo>
                    <a:lnTo>
                      <a:pt x="288603" y="99084"/>
                    </a:lnTo>
                    <a:lnTo>
                      <a:pt x="224318" y="160276"/>
                    </a:lnTo>
                    <a:lnTo>
                      <a:pt x="339996" y="281800"/>
                    </a:lnTo>
                    <a:lnTo>
                      <a:pt x="209997" y="405546"/>
                    </a:lnTo>
                    <a:lnTo>
                      <a:pt x="0" y="184938"/>
                    </a:lnTo>
                    <a:lnTo>
                      <a:pt x="19428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8" name="Контур"/>
              <p:cNvSpPr/>
              <p:nvPr/>
            </p:nvSpPr>
            <p:spPr>
              <a:xfrm>
                <a:off x="2480553" y="3444150"/>
                <a:ext cx="154553" cy="161063"/>
              </a:xfrm>
              <a:custGeom>
                <a:avLst/>
                <a:gdLst/>
                <a:ahLst/>
                <a:cxnLst/>
                <a:rect l="l" t="t" r="r" b="b"/>
                <a:pathLst>
                  <a:path w="154553" h="161063">
                    <a:moveTo>
                      <a:pt x="39729" y="0"/>
                    </a:moveTo>
                    <a:lnTo>
                      <a:pt x="154553" y="124388"/>
                    </a:lnTo>
                    <a:lnTo>
                      <a:pt x="114824" y="161063"/>
                    </a:lnTo>
                    <a:lnTo>
                      <a:pt x="50578" y="91652"/>
                    </a:lnTo>
                    <a:lnTo>
                      <a:pt x="0" y="36675"/>
                    </a:lnTo>
                    <a:lnTo>
                      <a:pt x="3972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9" name="Контур"/>
              <p:cNvSpPr/>
              <p:nvPr/>
            </p:nvSpPr>
            <p:spPr>
              <a:xfrm>
                <a:off x="2456547" y="3017324"/>
                <a:ext cx="311594" cy="314243"/>
              </a:xfrm>
              <a:custGeom>
                <a:avLst/>
                <a:gdLst/>
                <a:ahLst/>
                <a:cxnLst/>
                <a:rect l="l" t="t" r="r" b="b"/>
                <a:pathLst>
                  <a:path w="311594" h="314243">
                    <a:moveTo>
                      <a:pt x="169444" y="314243"/>
                    </a:moveTo>
                    <a:lnTo>
                      <a:pt x="0" y="132608"/>
                    </a:lnTo>
                    <a:lnTo>
                      <a:pt x="142150" y="0"/>
                    </a:lnTo>
                    <a:lnTo>
                      <a:pt x="311594" y="181635"/>
                    </a:lnTo>
                    <a:lnTo>
                      <a:pt x="169444" y="3142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0" name="Контур"/>
              <p:cNvSpPr/>
              <p:nvPr/>
            </p:nvSpPr>
            <p:spPr>
              <a:xfrm>
                <a:off x="1854437" y="2537444"/>
                <a:ext cx="605655" cy="575391"/>
              </a:xfrm>
              <a:custGeom>
                <a:avLst/>
                <a:gdLst/>
                <a:ahLst/>
                <a:cxnLst/>
                <a:rect l="l" t="t" r="r" b="b"/>
                <a:pathLst>
                  <a:path w="605655" h="575391">
                    <a:moveTo>
                      <a:pt x="0" y="476307"/>
                    </a:moveTo>
                    <a:lnTo>
                      <a:pt x="508599" y="0"/>
                    </a:lnTo>
                    <a:lnTo>
                      <a:pt x="605655" y="105650"/>
                    </a:lnTo>
                    <a:lnTo>
                      <a:pt x="94318" y="575391"/>
                    </a:lnTo>
                    <a:lnTo>
                      <a:pt x="0" y="47630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1" name="Контур"/>
              <p:cNvSpPr/>
              <p:nvPr/>
            </p:nvSpPr>
            <p:spPr>
              <a:xfrm>
                <a:off x="2582574" y="2564930"/>
                <a:ext cx="302396" cy="349254"/>
              </a:xfrm>
              <a:custGeom>
                <a:avLst/>
                <a:gdLst/>
                <a:ahLst/>
                <a:cxnLst/>
                <a:rect l="l" t="t" r="r" b="b"/>
                <a:pathLst>
                  <a:path w="302396" h="349254">
                    <a:moveTo>
                      <a:pt x="0" y="126377"/>
                    </a:moveTo>
                    <a:lnTo>
                      <a:pt x="129500" y="0"/>
                    </a:lnTo>
                    <a:lnTo>
                      <a:pt x="302396" y="185336"/>
                    </a:lnTo>
                    <a:lnTo>
                      <a:pt x="174398" y="304743"/>
                    </a:lnTo>
                    <a:lnTo>
                      <a:pt x="126683" y="349254"/>
                    </a:lnTo>
                    <a:lnTo>
                      <a:pt x="45032" y="261727"/>
                    </a:lnTo>
                    <a:lnTo>
                      <a:pt x="88466" y="221208"/>
                    </a:lnTo>
                    <a:lnTo>
                      <a:pt x="0" y="12637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2" name="Контур"/>
              <p:cNvSpPr/>
              <p:nvPr/>
            </p:nvSpPr>
            <p:spPr>
              <a:xfrm>
                <a:off x="1588622" y="2586274"/>
                <a:ext cx="148231" cy="132538"/>
              </a:xfrm>
              <a:custGeom>
                <a:avLst/>
                <a:gdLst/>
                <a:ahLst/>
                <a:cxnLst/>
                <a:rect l="l" t="t" r="r" b="b"/>
                <a:pathLst>
                  <a:path w="148231" h="132538">
                    <a:moveTo>
                      <a:pt x="66402" y="102019"/>
                    </a:moveTo>
                    <a:lnTo>
                      <a:pt x="48213" y="120694"/>
                    </a:lnTo>
                    <a:lnTo>
                      <a:pt x="36675" y="132538"/>
                    </a:lnTo>
                    <a:lnTo>
                      <a:pt x="0" y="95260"/>
                    </a:lnTo>
                    <a:lnTo>
                      <a:pt x="74871" y="3811"/>
                    </a:lnTo>
                    <a:lnTo>
                      <a:pt x="79630" y="0"/>
                    </a:lnTo>
                    <a:lnTo>
                      <a:pt x="148231" y="72004"/>
                    </a:lnTo>
                    <a:lnTo>
                      <a:pt x="94330" y="125931"/>
                    </a:lnTo>
                    <a:lnTo>
                      <a:pt x="66402" y="1020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3" name="Контур"/>
              <p:cNvSpPr/>
              <p:nvPr/>
            </p:nvSpPr>
            <p:spPr>
              <a:xfrm>
                <a:off x="1307579" y="2328473"/>
                <a:ext cx="355914" cy="353061"/>
              </a:xfrm>
              <a:custGeom>
                <a:avLst/>
                <a:gdLst/>
                <a:ahLst/>
                <a:cxnLst/>
                <a:rect l="l" t="t" r="r" b="b"/>
                <a:pathLst>
                  <a:path w="355914" h="353061">
                    <a:moveTo>
                      <a:pt x="355914" y="261612"/>
                    </a:moveTo>
                    <a:lnTo>
                      <a:pt x="281043" y="353061"/>
                    </a:lnTo>
                    <a:lnTo>
                      <a:pt x="262620" y="334341"/>
                    </a:lnTo>
                    <a:lnTo>
                      <a:pt x="0" y="67401"/>
                    </a:lnTo>
                    <a:lnTo>
                      <a:pt x="91413" y="0"/>
                    </a:lnTo>
                    <a:lnTo>
                      <a:pt x="355914" y="2616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4" name="Контур"/>
              <p:cNvSpPr/>
              <p:nvPr/>
            </p:nvSpPr>
            <p:spPr>
              <a:xfrm>
                <a:off x="2406438" y="2379098"/>
                <a:ext cx="305636" cy="312209"/>
              </a:xfrm>
              <a:custGeom>
                <a:avLst/>
                <a:gdLst/>
                <a:ahLst/>
                <a:cxnLst/>
                <a:rect l="l" t="t" r="r" b="b"/>
                <a:pathLst>
                  <a:path w="305636" h="312209">
                    <a:moveTo>
                      <a:pt x="305636" y="185832"/>
                    </a:moveTo>
                    <a:lnTo>
                      <a:pt x="176136" y="312209"/>
                    </a:lnTo>
                    <a:lnTo>
                      <a:pt x="0" y="123399"/>
                    </a:lnTo>
                    <a:lnTo>
                      <a:pt x="132277" y="0"/>
                    </a:lnTo>
                    <a:lnTo>
                      <a:pt x="305636" y="1858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5" name="Контур"/>
              <p:cNvSpPr/>
              <p:nvPr/>
            </p:nvSpPr>
            <p:spPr>
              <a:xfrm>
                <a:off x="899114" y="2140490"/>
                <a:ext cx="302709" cy="302883"/>
              </a:xfrm>
              <a:custGeom>
                <a:avLst/>
                <a:gdLst/>
                <a:ahLst/>
                <a:cxnLst/>
                <a:rect l="l" t="t" r="r" b="b"/>
                <a:pathLst>
                  <a:path w="302709" h="302883">
                    <a:moveTo>
                      <a:pt x="57566" y="83761"/>
                    </a:moveTo>
                    <a:lnTo>
                      <a:pt x="148579" y="0"/>
                    </a:lnTo>
                    <a:lnTo>
                      <a:pt x="302709" y="166263"/>
                    </a:lnTo>
                    <a:lnTo>
                      <a:pt x="155335" y="302883"/>
                    </a:lnTo>
                    <a:lnTo>
                      <a:pt x="69191" y="211763"/>
                    </a:lnTo>
                    <a:lnTo>
                      <a:pt x="0" y="137126"/>
                    </a:lnTo>
                    <a:lnTo>
                      <a:pt x="57566" y="8376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6" name="Контур"/>
              <p:cNvSpPr/>
              <p:nvPr/>
            </p:nvSpPr>
            <p:spPr>
              <a:xfrm>
                <a:off x="1279157" y="2275670"/>
                <a:ext cx="133110" cy="120204"/>
              </a:xfrm>
              <a:custGeom>
                <a:avLst/>
                <a:gdLst/>
                <a:ahLst/>
                <a:cxnLst/>
                <a:rect l="l" t="t" r="r" b="b"/>
                <a:pathLst>
                  <a:path w="133110" h="120204">
                    <a:moveTo>
                      <a:pt x="119835" y="52803"/>
                    </a:moveTo>
                    <a:lnTo>
                      <a:pt x="28422" y="120204"/>
                    </a:lnTo>
                    <a:lnTo>
                      <a:pt x="20898" y="112554"/>
                    </a:lnTo>
                    <a:lnTo>
                      <a:pt x="16272" y="107856"/>
                    </a:lnTo>
                    <a:lnTo>
                      <a:pt x="0" y="91314"/>
                    </a:lnTo>
                    <a:lnTo>
                      <a:pt x="89136" y="0"/>
                    </a:lnTo>
                    <a:lnTo>
                      <a:pt x="133110" y="42930"/>
                    </a:lnTo>
                    <a:lnTo>
                      <a:pt x="119835" y="528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7" name="Контур"/>
              <p:cNvSpPr/>
              <p:nvPr/>
            </p:nvSpPr>
            <p:spPr>
              <a:xfrm>
                <a:off x="1533390" y="2086819"/>
                <a:ext cx="171033" cy="170722"/>
              </a:xfrm>
              <a:custGeom>
                <a:avLst/>
                <a:gdLst/>
                <a:ahLst/>
                <a:cxnLst/>
                <a:rect l="l" t="t" r="r" b="b"/>
                <a:pathLst>
                  <a:path w="171033" h="170722">
                    <a:moveTo>
                      <a:pt x="0" y="93304"/>
                    </a:moveTo>
                    <a:lnTo>
                      <a:pt x="94990" y="0"/>
                    </a:lnTo>
                    <a:lnTo>
                      <a:pt x="171033" y="77419"/>
                    </a:lnTo>
                    <a:lnTo>
                      <a:pt x="76045" y="170722"/>
                    </a:lnTo>
                    <a:lnTo>
                      <a:pt x="0" y="933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8" name="Контур"/>
              <p:cNvSpPr/>
              <p:nvPr/>
            </p:nvSpPr>
            <p:spPr>
              <a:xfrm>
                <a:off x="2562072" y="1903123"/>
                <a:ext cx="171492" cy="166061"/>
              </a:xfrm>
              <a:custGeom>
                <a:avLst/>
                <a:gdLst/>
                <a:ahLst/>
                <a:cxnLst/>
                <a:rect l="l" t="t" r="r" b="b"/>
                <a:pathLst>
                  <a:path w="171492" h="166061">
                    <a:moveTo>
                      <a:pt x="0" y="117375"/>
                    </a:moveTo>
                    <a:lnTo>
                      <a:pt x="126215" y="0"/>
                    </a:lnTo>
                    <a:lnTo>
                      <a:pt x="171492" y="48688"/>
                    </a:lnTo>
                    <a:lnTo>
                      <a:pt x="45277" y="166061"/>
                    </a:lnTo>
                    <a:lnTo>
                      <a:pt x="0" y="1173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9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0" name="Контур"/>
              <p:cNvSpPr/>
              <p:nvPr/>
            </p:nvSpPr>
            <p:spPr>
              <a:xfrm>
                <a:off x="2330259" y="1584000"/>
                <a:ext cx="363390" cy="324984"/>
              </a:xfrm>
              <a:custGeom>
                <a:avLst/>
                <a:gdLst/>
                <a:ahLst/>
                <a:cxnLst/>
                <a:rect l="l" t="t" r="r" b="b"/>
                <a:pathLst>
                  <a:path w="363390" h="324984">
                    <a:moveTo>
                      <a:pt x="0" y="98481"/>
                    </a:moveTo>
                    <a:lnTo>
                      <a:pt x="103867" y="0"/>
                    </a:lnTo>
                    <a:lnTo>
                      <a:pt x="188873" y="0"/>
                    </a:lnTo>
                    <a:lnTo>
                      <a:pt x="363390" y="184061"/>
                    </a:lnTo>
                    <a:lnTo>
                      <a:pt x="214758" y="3249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1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2" name="Контур"/>
              <p:cNvSpPr/>
              <p:nvPr/>
            </p:nvSpPr>
            <p:spPr>
              <a:xfrm>
                <a:off x="3138476" y="3745315"/>
                <a:ext cx="36489" cy="36552"/>
              </a:xfrm>
              <a:custGeom>
                <a:avLst/>
                <a:gdLst/>
                <a:ahLst/>
                <a:cxnLst/>
                <a:rect l="l" t="t" r="r" b="b"/>
                <a:pathLst>
                  <a:path w="36489" h="36552">
                    <a:moveTo>
                      <a:pt x="19373" y="36552"/>
                    </a:moveTo>
                    <a:lnTo>
                      <a:pt x="0" y="16723"/>
                    </a:lnTo>
                    <a:lnTo>
                      <a:pt x="17117" y="0"/>
                    </a:lnTo>
                    <a:lnTo>
                      <a:pt x="36489" y="19830"/>
                    </a:lnTo>
                    <a:lnTo>
                      <a:pt x="19373" y="365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3" name="Контур"/>
              <p:cNvSpPr/>
              <p:nvPr/>
            </p:nvSpPr>
            <p:spPr>
              <a:xfrm>
                <a:off x="3208194" y="2752598"/>
                <a:ext cx="691709" cy="735516"/>
              </a:xfrm>
              <a:custGeom>
                <a:avLst/>
                <a:gdLst/>
                <a:ahLst/>
                <a:cxnLst/>
                <a:rect l="l" t="t" r="r" b="b"/>
                <a:pathLst>
                  <a:path w="691709" h="735516">
                    <a:moveTo>
                      <a:pt x="623993" y="591552"/>
                    </a:moveTo>
                    <a:lnTo>
                      <a:pt x="615083" y="600435"/>
                    </a:lnTo>
                    <a:lnTo>
                      <a:pt x="691709" y="680967"/>
                    </a:lnTo>
                    <a:lnTo>
                      <a:pt x="640022" y="730611"/>
                    </a:lnTo>
                    <a:lnTo>
                      <a:pt x="634919" y="735516"/>
                    </a:lnTo>
                    <a:lnTo>
                      <a:pt x="610934" y="709956"/>
                    </a:lnTo>
                    <a:lnTo>
                      <a:pt x="589721" y="686630"/>
                    </a:lnTo>
                    <a:lnTo>
                      <a:pt x="563260" y="711834"/>
                    </a:lnTo>
                    <a:lnTo>
                      <a:pt x="156424" y="279762"/>
                    </a:lnTo>
                    <a:lnTo>
                      <a:pt x="126747" y="249212"/>
                    </a:lnTo>
                    <a:lnTo>
                      <a:pt x="0" y="120268"/>
                    </a:lnTo>
                    <a:lnTo>
                      <a:pt x="66812" y="0"/>
                    </a:lnTo>
                    <a:lnTo>
                      <a:pt x="623993" y="5915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4" name="Контур"/>
              <p:cNvSpPr/>
              <p:nvPr/>
            </p:nvSpPr>
            <p:spPr>
              <a:xfrm>
                <a:off x="3003557" y="3508571"/>
                <a:ext cx="385011" cy="353223"/>
              </a:xfrm>
              <a:custGeom>
                <a:avLst/>
                <a:gdLst/>
                <a:ahLst/>
                <a:cxnLst/>
                <a:rect l="l" t="t" r="r" b="b"/>
                <a:pathLst>
                  <a:path w="385011" h="353223">
                    <a:moveTo>
                      <a:pt x="0" y="128853"/>
                    </a:moveTo>
                    <a:lnTo>
                      <a:pt x="130257" y="0"/>
                    </a:lnTo>
                    <a:lnTo>
                      <a:pt x="385011" y="257553"/>
                    </a:lnTo>
                    <a:lnTo>
                      <a:pt x="288288" y="353223"/>
                    </a:lnTo>
                    <a:lnTo>
                      <a:pt x="208656" y="272709"/>
                    </a:lnTo>
                    <a:lnTo>
                      <a:pt x="234945" y="246717"/>
                    </a:lnTo>
                    <a:lnTo>
                      <a:pt x="144944" y="155696"/>
                    </a:lnTo>
                    <a:lnTo>
                      <a:pt x="82216" y="217721"/>
                    </a:lnTo>
                    <a:lnTo>
                      <a:pt x="68580" y="203515"/>
                    </a:lnTo>
                    <a:lnTo>
                      <a:pt x="58809" y="212623"/>
                    </a:lnTo>
                    <a:lnTo>
                      <a:pt x="22226" y="175605"/>
                    </a:lnTo>
                    <a:lnTo>
                      <a:pt x="34353" y="163620"/>
                    </a:lnTo>
                    <a:lnTo>
                      <a:pt x="0" y="1288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5" name="Контур"/>
              <p:cNvSpPr/>
              <p:nvPr/>
            </p:nvSpPr>
            <p:spPr>
              <a:xfrm>
                <a:off x="3259814" y="3382679"/>
                <a:ext cx="116649" cy="111402"/>
              </a:xfrm>
              <a:custGeom>
                <a:avLst/>
                <a:gdLst/>
                <a:ahLst/>
                <a:cxnLst/>
                <a:rect l="l" t="t" r="r" b="b"/>
                <a:pathLst>
                  <a:path w="116649" h="111402">
                    <a:moveTo>
                      <a:pt x="0" y="69354"/>
                    </a:moveTo>
                    <a:lnTo>
                      <a:pt x="80352" y="0"/>
                    </a:lnTo>
                    <a:lnTo>
                      <a:pt x="116649" y="42048"/>
                    </a:lnTo>
                    <a:lnTo>
                      <a:pt x="69633" y="82629"/>
                    </a:lnTo>
                    <a:lnTo>
                      <a:pt x="36297" y="111402"/>
                    </a:lnTo>
                    <a:lnTo>
                      <a:pt x="0" y="693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6" name="Контур"/>
              <p:cNvSpPr/>
              <p:nvPr/>
            </p:nvSpPr>
            <p:spPr>
              <a:xfrm>
                <a:off x="3038525" y="3712086"/>
                <a:ext cx="64321" cy="64259"/>
              </a:xfrm>
              <a:custGeom>
                <a:avLst/>
                <a:gdLst/>
                <a:ahLst/>
                <a:cxnLst/>
                <a:rect l="l" t="t" r="r" b="b"/>
                <a:pathLst>
                  <a:path w="64321" h="64259">
                    <a:moveTo>
                      <a:pt x="33612" y="0"/>
                    </a:moveTo>
                    <a:lnTo>
                      <a:pt x="47248" y="14206"/>
                    </a:lnTo>
                    <a:lnTo>
                      <a:pt x="64321" y="32418"/>
                    </a:lnTo>
                    <a:lnTo>
                      <a:pt x="30709" y="64259"/>
                    </a:lnTo>
                    <a:lnTo>
                      <a:pt x="0" y="31841"/>
                    </a:lnTo>
                    <a:lnTo>
                      <a:pt x="23841" y="9108"/>
                    </a:lnTo>
                    <a:lnTo>
                      <a:pt x="3361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7" name="Контур"/>
              <p:cNvSpPr/>
              <p:nvPr/>
            </p:nvSpPr>
            <p:spPr>
              <a:xfrm>
                <a:off x="3329447" y="3424727"/>
                <a:ext cx="87264" cy="75726"/>
              </a:xfrm>
              <a:custGeom>
                <a:avLst/>
                <a:gdLst/>
                <a:ahLst/>
                <a:cxnLst/>
                <a:rect l="l" t="t" r="r" b="b"/>
                <a:pathLst>
                  <a:path w="87264" h="75726">
                    <a:moveTo>
                      <a:pt x="47016" y="0"/>
                    </a:moveTo>
                    <a:lnTo>
                      <a:pt x="87264" y="46629"/>
                    </a:lnTo>
                    <a:lnTo>
                      <a:pt x="53550" y="75726"/>
                    </a:lnTo>
                    <a:lnTo>
                      <a:pt x="36414" y="55872"/>
                    </a:lnTo>
                    <a:lnTo>
                      <a:pt x="23103" y="67356"/>
                    </a:lnTo>
                    <a:lnTo>
                      <a:pt x="0" y="40581"/>
                    </a:lnTo>
                    <a:lnTo>
                      <a:pt x="4701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8" name="Контур"/>
              <p:cNvSpPr/>
              <p:nvPr/>
            </p:nvSpPr>
            <p:spPr>
              <a:xfrm>
                <a:off x="3148151" y="3253313"/>
                <a:ext cx="192015" cy="198720"/>
              </a:xfrm>
              <a:custGeom>
                <a:avLst/>
                <a:gdLst/>
                <a:ahLst/>
                <a:cxnLst/>
                <a:rect l="l" t="t" r="r" b="b"/>
                <a:pathLst>
                  <a:path w="192015" h="198720">
                    <a:moveTo>
                      <a:pt x="111663" y="198720"/>
                    </a:moveTo>
                    <a:lnTo>
                      <a:pt x="0" y="69354"/>
                    </a:lnTo>
                    <a:lnTo>
                      <a:pt x="80352" y="0"/>
                    </a:lnTo>
                    <a:lnTo>
                      <a:pt x="192015" y="129366"/>
                    </a:lnTo>
                    <a:lnTo>
                      <a:pt x="111663" y="1987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9" name="Контур"/>
              <p:cNvSpPr/>
              <p:nvPr/>
            </p:nvSpPr>
            <p:spPr>
              <a:xfrm>
                <a:off x="3065853" y="3085280"/>
                <a:ext cx="176485" cy="186150"/>
              </a:xfrm>
              <a:custGeom>
                <a:avLst/>
                <a:gdLst/>
                <a:ahLst/>
                <a:cxnLst/>
                <a:rect l="l" t="t" r="r" b="b"/>
                <a:pathLst>
                  <a:path w="176485" h="186150">
                    <a:moveTo>
                      <a:pt x="42804" y="1053"/>
                    </a:moveTo>
                    <a:lnTo>
                      <a:pt x="43076" y="0"/>
                    </a:lnTo>
                    <a:lnTo>
                      <a:pt x="91314" y="12473"/>
                    </a:lnTo>
                    <a:lnTo>
                      <a:pt x="176485" y="34483"/>
                    </a:lnTo>
                    <a:lnTo>
                      <a:pt x="153072" y="125064"/>
                    </a:lnTo>
                    <a:lnTo>
                      <a:pt x="116621" y="115641"/>
                    </a:lnTo>
                    <a:lnTo>
                      <a:pt x="107002" y="152856"/>
                    </a:lnTo>
                    <a:lnTo>
                      <a:pt x="85483" y="147294"/>
                    </a:lnTo>
                    <a:lnTo>
                      <a:pt x="75440" y="186150"/>
                    </a:lnTo>
                    <a:lnTo>
                      <a:pt x="0" y="166651"/>
                    </a:lnTo>
                    <a:lnTo>
                      <a:pt x="42804" y="10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0" name="Контур"/>
              <p:cNvSpPr/>
              <p:nvPr/>
            </p:nvSpPr>
            <p:spPr>
              <a:xfrm>
                <a:off x="3264845" y="2618525"/>
                <a:ext cx="698238" cy="725625"/>
              </a:xfrm>
              <a:custGeom>
                <a:avLst/>
                <a:gdLst/>
                <a:ahLst/>
                <a:cxnLst/>
                <a:rect l="l" t="t" r="r" b="b"/>
                <a:pathLst>
                  <a:path w="698238" h="725625">
                    <a:moveTo>
                      <a:pt x="10161" y="134073"/>
                    </a:moveTo>
                    <a:lnTo>
                      <a:pt x="0" y="123291"/>
                    </a:lnTo>
                    <a:lnTo>
                      <a:pt x="130896" y="0"/>
                    </a:lnTo>
                    <a:lnTo>
                      <a:pt x="698238" y="602334"/>
                    </a:lnTo>
                    <a:lnTo>
                      <a:pt x="567342" y="725625"/>
                    </a:lnTo>
                    <a:lnTo>
                      <a:pt x="10161" y="13407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1" name="Контур"/>
              <p:cNvSpPr/>
              <p:nvPr/>
            </p:nvSpPr>
            <p:spPr>
              <a:xfrm>
                <a:off x="3157167" y="3062145"/>
                <a:ext cx="94530" cy="57618"/>
              </a:xfrm>
              <a:custGeom>
                <a:avLst/>
                <a:gdLst/>
                <a:ahLst/>
                <a:cxnLst/>
                <a:rect l="l" t="t" r="r" b="b"/>
                <a:pathLst>
                  <a:path w="94530" h="57618">
                    <a:moveTo>
                      <a:pt x="0" y="35608"/>
                    </a:moveTo>
                    <a:lnTo>
                      <a:pt x="9208" y="0"/>
                    </a:lnTo>
                    <a:lnTo>
                      <a:pt x="94530" y="22271"/>
                    </a:lnTo>
                    <a:lnTo>
                      <a:pt x="85171" y="57618"/>
                    </a:lnTo>
                    <a:lnTo>
                      <a:pt x="0" y="3560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2" name="Контур"/>
              <p:cNvSpPr/>
              <p:nvPr/>
            </p:nvSpPr>
            <p:spPr>
              <a:xfrm>
                <a:off x="3308592" y="3001810"/>
                <a:ext cx="56026" cy="56146"/>
              </a:xfrm>
              <a:custGeom>
                <a:avLst/>
                <a:gdLst/>
                <a:ahLst/>
                <a:cxnLst/>
                <a:rect l="l" t="t" r="r" b="b"/>
                <a:pathLst>
                  <a:path w="56026" h="56146">
                    <a:moveTo>
                      <a:pt x="26349" y="0"/>
                    </a:moveTo>
                    <a:lnTo>
                      <a:pt x="56026" y="30550"/>
                    </a:lnTo>
                    <a:lnTo>
                      <a:pt x="29676" y="56146"/>
                    </a:lnTo>
                    <a:lnTo>
                      <a:pt x="0" y="25597"/>
                    </a:lnTo>
                    <a:lnTo>
                      <a:pt x="2634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3" name="Контур"/>
              <p:cNvSpPr/>
              <p:nvPr/>
            </p:nvSpPr>
            <p:spPr>
              <a:xfrm>
                <a:off x="2709257" y="2869673"/>
                <a:ext cx="106711" cy="111772"/>
              </a:xfrm>
              <a:custGeom>
                <a:avLst/>
                <a:gdLst/>
                <a:ahLst/>
                <a:cxnLst/>
                <a:rect l="l" t="t" r="r" b="b"/>
                <a:pathLst>
                  <a:path w="106711" h="111772">
                    <a:moveTo>
                      <a:pt x="0" y="44511"/>
                    </a:moveTo>
                    <a:lnTo>
                      <a:pt x="47715" y="0"/>
                    </a:lnTo>
                    <a:lnTo>
                      <a:pt x="106711" y="69413"/>
                    </a:lnTo>
                    <a:lnTo>
                      <a:pt x="61121" y="111772"/>
                    </a:lnTo>
                    <a:lnTo>
                      <a:pt x="0" y="445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4" name="Контур"/>
              <p:cNvSpPr/>
              <p:nvPr/>
            </p:nvSpPr>
            <p:spPr>
              <a:xfrm>
                <a:off x="2765370" y="2108609"/>
                <a:ext cx="477110" cy="438135"/>
              </a:xfrm>
              <a:custGeom>
                <a:avLst/>
                <a:gdLst/>
                <a:ahLst/>
                <a:cxnLst/>
                <a:rect l="l" t="t" r="r" b="b"/>
                <a:pathLst>
                  <a:path w="477110" h="438135">
                    <a:moveTo>
                      <a:pt x="359906" y="204523"/>
                    </a:moveTo>
                    <a:lnTo>
                      <a:pt x="404613" y="162828"/>
                    </a:lnTo>
                    <a:lnTo>
                      <a:pt x="477110" y="240541"/>
                    </a:lnTo>
                    <a:lnTo>
                      <a:pt x="265095" y="438135"/>
                    </a:lnTo>
                    <a:lnTo>
                      <a:pt x="0" y="156191"/>
                    </a:lnTo>
                    <a:lnTo>
                      <a:pt x="170151" y="0"/>
                    </a:lnTo>
                    <a:lnTo>
                      <a:pt x="359906" y="20452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5" name="Контур"/>
              <p:cNvSpPr/>
              <p:nvPr/>
            </p:nvSpPr>
            <p:spPr>
              <a:xfrm>
                <a:off x="2863529" y="1947228"/>
                <a:ext cx="343148" cy="365904"/>
              </a:xfrm>
              <a:custGeom>
                <a:avLst/>
                <a:gdLst/>
                <a:ahLst/>
                <a:cxnLst/>
                <a:rect l="l" t="t" r="r" b="b"/>
                <a:pathLst>
                  <a:path w="343148" h="365904">
                    <a:moveTo>
                      <a:pt x="306454" y="324209"/>
                    </a:moveTo>
                    <a:lnTo>
                      <a:pt x="261747" y="365904"/>
                    </a:lnTo>
                    <a:lnTo>
                      <a:pt x="71992" y="161381"/>
                    </a:lnTo>
                    <a:lnTo>
                      <a:pt x="0" y="75920"/>
                    </a:lnTo>
                    <a:lnTo>
                      <a:pt x="75822" y="0"/>
                    </a:lnTo>
                    <a:lnTo>
                      <a:pt x="343148" y="286328"/>
                    </a:lnTo>
                    <a:lnTo>
                      <a:pt x="306454" y="3242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6" name="Контур"/>
              <p:cNvSpPr/>
              <p:nvPr/>
            </p:nvSpPr>
            <p:spPr>
              <a:xfrm>
                <a:off x="3234976" y="1786617"/>
                <a:ext cx="64159" cy="62641"/>
              </a:xfrm>
              <a:custGeom>
                <a:avLst/>
                <a:gdLst/>
                <a:ahLst/>
                <a:cxnLst/>
                <a:rect l="l" t="t" r="r" b="b"/>
                <a:pathLst>
                  <a:path w="64159" h="62641">
                    <a:moveTo>
                      <a:pt x="0" y="38643"/>
                    </a:moveTo>
                    <a:lnTo>
                      <a:pt x="42167" y="0"/>
                    </a:lnTo>
                    <a:lnTo>
                      <a:pt x="64159" y="23998"/>
                    </a:lnTo>
                    <a:lnTo>
                      <a:pt x="21992" y="62641"/>
                    </a:lnTo>
                    <a:lnTo>
                      <a:pt x="0" y="386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7" name="Контур"/>
              <p:cNvSpPr/>
              <p:nvPr/>
            </p:nvSpPr>
            <p:spPr>
              <a:xfrm>
                <a:off x="534252" y="1684207"/>
                <a:ext cx="235079" cy="241899"/>
              </a:xfrm>
              <a:custGeom>
                <a:avLst/>
                <a:gdLst/>
                <a:ahLst/>
                <a:cxnLst/>
                <a:rect l="l" t="t" r="r" b="b"/>
                <a:pathLst>
                  <a:path w="235079" h="241899">
                    <a:moveTo>
                      <a:pt x="94797" y="186622"/>
                    </a:moveTo>
                    <a:lnTo>
                      <a:pt x="0" y="83857"/>
                    </a:lnTo>
                    <a:lnTo>
                      <a:pt x="90458" y="0"/>
                    </a:lnTo>
                    <a:lnTo>
                      <a:pt x="235079" y="156007"/>
                    </a:lnTo>
                    <a:lnTo>
                      <a:pt x="146041" y="241899"/>
                    </a:lnTo>
                    <a:lnTo>
                      <a:pt x="94797" y="1866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8" name="Контур"/>
              <p:cNvSpPr/>
              <p:nvPr/>
            </p:nvSpPr>
            <p:spPr>
              <a:xfrm>
                <a:off x="385662" y="2289277"/>
                <a:ext cx="179552" cy="180619"/>
              </a:xfrm>
              <a:custGeom>
                <a:avLst/>
                <a:gdLst/>
                <a:ahLst/>
                <a:cxnLst/>
                <a:rect l="l" t="t" r="r" b="b"/>
                <a:pathLst>
                  <a:path w="179552" h="180619">
                    <a:moveTo>
                      <a:pt x="179552" y="95548"/>
                    </a:moveTo>
                    <a:lnTo>
                      <a:pt x="89254" y="180619"/>
                    </a:lnTo>
                    <a:lnTo>
                      <a:pt x="0" y="84338"/>
                    </a:lnTo>
                    <a:lnTo>
                      <a:pt x="90978" y="0"/>
                    </a:lnTo>
                    <a:lnTo>
                      <a:pt x="179552" y="9554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9" name="Контур"/>
              <p:cNvSpPr/>
              <p:nvPr/>
            </p:nvSpPr>
            <p:spPr>
              <a:xfrm>
                <a:off x="826731" y="1998770"/>
                <a:ext cx="220962" cy="225481"/>
              </a:xfrm>
              <a:custGeom>
                <a:avLst/>
                <a:gdLst/>
                <a:ahLst/>
                <a:cxnLst/>
                <a:rect l="l" t="t" r="r" b="b"/>
                <a:pathLst>
                  <a:path w="220962" h="225481">
                    <a:moveTo>
                      <a:pt x="0" y="85303"/>
                    </a:moveTo>
                    <a:lnTo>
                      <a:pt x="89585" y="0"/>
                    </a:lnTo>
                    <a:lnTo>
                      <a:pt x="220962" y="141720"/>
                    </a:lnTo>
                    <a:lnTo>
                      <a:pt x="129949" y="225481"/>
                    </a:lnTo>
                    <a:lnTo>
                      <a:pt x="0" y="853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0" name="Контур"/>
              <p:cNvSpPr/>
              <p:nvPr/>
            </p:nvSpPr>
            <p:spPr>
              <a:xfrm>
                <a:off x="252000" y="1768064"/>
                <a:ext cx="377049" cy="347049"/>
              </a:xfrm>
              <a:custGeom>
                <a:avLst/>
                <a:gdLst/>
                <a:ahLst/>
                <a:cxnLst/>
                <a:rect l="l" t="t" r="r" b="b"/>
                <a:pathLst>
                  <a:path w="377049" h="347049">
                    <a:moveTo>
                      <a:pt x="0" y="261653"/>
                    </a:moveTo>
                    <a:lnTo>
                      <a:pt x="282252" y="0"/>
                    </a:lnTo>
                    <a:lnTo>
                      <a:pt x="377049" y="102765"/>
                    </a:lnTo>
                    <a:lnTo>
                      <a:pt x="162093" y="302034"/>
                    </a:lnTo>
                    <a:lnTo>
                      <a:pt x="109619" y="245430"/>
                    </a:lnTo>
                    <a:lnTo>
                      <a:pt x="0" y="3470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1" name="Контур"/>
              <p:cNvSpPr/>
              <p:nvPr/>
            </p:nvSpPr>
            <p:spPr>
              <a:xfrm>
                <a:off x="680293" y="1840214"/>
                <a:ext cx="236023" cy="243859"/>
              </a:xfrm>
              <a:custGeom>
                <a:avLst/>
                <a:gdLst/>
                <a:ahLst/>
                <a:cxnLst/>
                <a:rect l="l" t="t" r="r" b="b"/>
                <a:pathLst>
                  <a:path w="236023" h="243859">
                    <a:moveTo>
                      <a:pt x="236023" y="158556"/>
                    </a:moveTo>
                    <a:lnTo>
                      <a:pt x="146438" y="243859"/>
                    </a:lnTo>
                    <a:lnTo>
                      <a:pt x="0" y="85892"/>
                    </a:lnTo>
                    <a:lnTo>
                      <a:pt x="89038" y="0"/>
                    </a:lnTo>
                    <a:lnTo>
                      <a:pt x="236023" y="1585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2" name="Контур"/>
              <p:cNvSpPr/>
              <p:nvPr/>
            </p:nvSpPr>
            <p:spPr>
              <a:xfrm>
                <a:off x="852010" y="2352253"/>
                <a:ext cx="202439" cy="198654"/>
              </a:xfrm>
              <a:custGeom>
                <a:avLst/>
                <a:gdLst/>
                <a:ahLst/>
                <a:cxnLst/>
                <a:rect l="l" t="t" r="r" b="b"/>
                <a:pathLst>
                  <a:path w="202439" h="198654">
                    <a:moveTo>
                      <a:pt x="86438" y="198654"/>
                    </a:moveTo>
                    <a:lnTo>
                      <a:pt x="0" y="107807"/>
                    </a:lnTo>
                    <a:lnTo>
                      <a:pt x="116295" y="0"/>
                    </a:lnTo>
                    <a:lnTo>
                      <a:pt x="202439" y="91120"/>
                    </a:lnTo>
                    <a:lnTo>
                      <a:pt x="86438" y="1986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3" name="Контур"/>
              <p:cNvSpPr/>
              <p:nvPr/>
            </p:nvSpPr>
            <p:spPr>
              <a:xfrm>
                <a:off x="474916" y="2384825"/>
                <a:ext cx="260360" cy="265785"/>
              </a:xfrm>
              <a:custGeom>
                <a:avLst/>
                <a:gdLst/>
                <a:ahLst/>
                <a:cxnLst/>
                <a:rect l="l" t="t" r="r" b="b"/>
                <a:pathLst>
                  <a:path w="260360" h="265785">
                    <a:moveTo>
                      <a:pt x="260360" y="183450"/>
                    </a:moveTo>
                    <a:lnTo>
                      <a:pt x="167526" y="265785"/>
                    </a:lnTo>
                    <a:lnTo>
                      <a:pt x="0" y="85071"/>
                    </a:lnTo>
                    <a:lnTo>
                      <a:pt x="90298" y="0"/>
                    </a:lnTo>
                    <a:lnTo>
                      <a:pt x="260360" y="18345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4" name="Контур"/>
              <p:cNvSpPr/>
              <p:nvPr/>
            </p:nvSpPr>
            <p:spPr>
              <a:xfrm>
                <a:off x="642442" y="2460060"/>
                <a:ext cx="296006" cy="284507"/>
              </a:xfrm>
              <a:custGeom>
                <a:avLst/>
                <a:gdLst/>
                <a:ahLst/>
                <a:cxnLst/>
                <a:rect l="l" t="t" r="r" b="b"/>
                <a:pathLst>
                  <a:path w="296006" h="284507">
                    <a:moveTo>
                      <a:pt x="209568" y="0"/>
                    </a:moveTo>
                    <a:lnTo>
                      <a:pt x="296006" y="90847"/>
                    </a:lnTo>
                    <a:lnTo>
                      <a:pt x="87101" y="284507"/>
                    </a:lnTo>
                    <a:lnTo>
                      <a:pt x="0" y="190550"/>
                    </a:lnTo>
                    <a:lnTo>
                      <a:pt x="92834" y="108215"/>
                    </a:lnTo>
                    <a:lnTo>
                      <a:pt x="20956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5" name="Контур"/>
              <p:cNvSpPr/>
              <p:nvPr/>
            </p:nvSpPr>
            <p:spPr>
              <a:xfrm>
                <a:off x="1489802" y="5990285"/>
                <a:ext cx="153180" cy="143172"/>
              </a:xfrm>
              <a:custGeom>
                <a:avLst/>
                <a:gdLst/>
                <a:ahLst/>
                <a:cxnLst/>
                <a:rect l="l" t="t" r="r" b="b"/>
                <a:pathLst>
                  <a:path w="153180" h="143172">
                    <a:moveTo>
                      <a:pt x="0" y="94446"/>
                    </a:moveTo>
                    <a:lnTo>
                      <a:pt x="112140" y="0"/>
                    </a:lnTo>
                    <a:lnTo>
                      <a:pt x="153180" y="48726"/>
                    </a:lnTo>
                    <a:lnTo>
                      <a:pt x="41040" y="143172"/>
                    </a:lnTo>
                    <a:lnTo>
                      <a:pt x="0" y="944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6" name="Контур"/>
              <p:cNvSpPr/>
              <p:nvPr/>
            </p:nvSpPr>
            <p:spPr>
              <a:xfrm>
                <a:off x="1946003" y="5323205"/>
                <a:ext cx="798372" cy="739026"/>
              </a:xfrm>
              <a:custGeom>
                <a:avLst/>
                <a:gdLst/>
                <a:ahLst/>
                <a:cxnLst/>
                <a:rect l="l" t="t" r="r" b="b"/>
                <a:pathLst>
                  <a:path w="798372" h="739026">
                    <a:moveTo>
                      <a:pt x="431154" y="475380"/>
                    </a:moveTo>
                    <a:lnTo>
                      <a:pt x="251173" y="633638"/>
                    </a:lnTo>
                    <a:lnTo>
                      <a:pt x="206915" y="671588"/>
                    </a:lnTo>
                    <a:lnTo>
                      <a:pt x="130950" y="739026"/>
                    </a:lnTo>
                    <a:lnTo>
                      <a:pt x="0" y="591651"/>
                    </a:lnTo>
                    <a:lnTo>
                      <a:pt x="431154" y="222588"/>
                    </a:lnTo>
                    <a:lnTo>
                      <a:pt x="669510" y="0"/>
                    </a:lnTo>
                    <a:lnTo>
                      <a:pt x="798372" y="136818"/>
                    </a:lnTo>
                    <a:lnTo>
                      <a:pt x="756441" y="176310"/>
                    </a:lnTo>
                    <a:lnTo>
                      <a:pt x="458586" y="450153"/>
                    </a:lnTo>
                    <a:lnTo>
                      <a:pt x="431154" y="47538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7" name="Контур"/>
              <p:cNvSpPr/>
              <p:nvPr/>
            </p:nvSpPr>
            <p:spPr>
              <a:xfrm>
                <a:off x="1883669" y="5914856"/>
                <a:ext cx="197397" cy="207387"/>
              </a:xfrm>
              <a:custGeom>
                <a:avLst/>
                <a:gdLst/>
                <a:ahLst/>
                <a:cxnLst/>
                <a:rect l="l" t="t" r="r" b="b"/>
                <a:pathLst>
                  <a:path w="197397" h="207387">
                    <a:moveTo>
                      <a:pt x="197397" y="152001"/>
                    </a:moveTo>
                    <a:lnTo>
                      <a:pt x="135063" y="207387"/>
                    </a:lnTo>
                    <a:lnTo>
                      <a:pt x="0" y="55386"/>
                    </a:lnTo>
                    <a:lnTo>
                      <a:pt x="62334" y="0"/>
                    </a:lnTo>
                    <a:lnTo>
                      <a:pt x="193284" y="147375"/>
                    </a:lnTo>
                    <a:lnTo>
                      <a:pt x="197397" y="1520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8" name="Контур"/>
              <p:cNvSpPr/>
              <p:nvPr/>
            </p:nvSpPr>
            <p:spPr>
              <a:xfrm>
                <a:off x="1264928" y="5727863"/>
                <a:ext cx="367401" cy="356868"/>
              </a:xfrm>
              <a:custGeom>
                <a:avLst/>
                <a:gdLst/>
                <a:ahLst/>
                <a:cxnLst/>
                <a:rect l="l" t="t" r="r" b="b"/>
                <a:pathLst>
                  <a:path w="367401" h="356868">
                    <a:moveTo>
                      <a:pt x="367401" y="235446"/>
                    </a:moveTo>
                    <a:lnTo>
                      <a:pt x="337014" y="262422"/>
                    </a:lnTo>
                    <a:lnTo>
                      <a:pt x="224874" y="356868"/>
                    </a:lnTo>
                    <a:lnTo>
                      <a:pt x="0" y="95760"/>
                    </a:lnTo>
                    <a:lnTo>
                      <a:pt x="111348" y="0"/>
                    </a:lnTo>
                    <a:lnTo>
                      <a:pt x="137187" y="30051"/>
                    </a:lnTo>
                    <a:lnTo>
                      <a:pt x="163665" y="7519"/>
                    </a:lnTo>
                    <a:lnTo>
                      <a:pt x="202371" y="52870"/>
                    </a:lnTo>
                    <a:lnTo>
                      <a:pt x="281537" y="139361"/>
                    </a:lnTo>
                    <a:lnTo>
                      <a:pt x="367401" y="2354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9" name="Контур"/>
              <p:cNvSpPr/>
              <p:nvPr/>
            </p:nvSpPr>
            <p:spPr>
              <a:xfrm>
                <a:off x="1601942" y="5951816"/>
                <a:ext cx="91805" cy="87195"/>
              </a:xfrm>
              <a:custGeom>
                <a:avLst/>
                <a:gdLst/>
                <a:ahLst/>
                <a:cxnLst/>
                <a:rect l="l" t="t" r="r" b="b"/>
                <a:pathLst>
                  <a:path w="91805" h="87195">
                    <a:moveTo>
                      <a:pt x="0" y="38469"/>
                    </a:moveTo>
                    <a:lnTo>
                      <a:pt x="30387" y="11493"/>
                    </a:lnTo>
                    <a:lnTo>
                      <a:pt x="44176" y="0"/>
                    </a:lnTo>
                    <a:lnTo>
                      <a:pt x="91805" y="49496"/>
                    </a:lnTo>
                    <a:lnTo>
                      <a:pt x="41040" y="87195"/>
                    </a:lnTo>
                    <a:lnTo>
                      <a:pt x="0" y="3846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0" name="Контур"/>
              <p:cNvSpPr/>
              <p:nvPr/>
            </p:nvSpPr>
            <p:spPr>
              <a:xfrm>
                <a:off x="1646118" y="5779428"/>
                <a:ext cx="238991" cy="221884"/>
              </a:xfrm>
              <a:custGeom>
                <a:avLst/>
                <a:gdLst/>
                <a:ahLst/>
                <a:cxnLst/>
                <a:rect l="l" t="t" r="r" b="b"/>
                <a:pathLst>
                  <a:path w="238991" h="221884">
                    <a:moveTo>
                      <a:pt x="0" y="172388"/>
                    </a:moveTo>
                    <a:lnTo>
                      <a:pt x="192260" y="0"/>
                    </a:lnTo>
                    <a:lnTo>
                      <a:pt x="238991" y="55553"/>
                    </a:lnTo>
                    <a:lnTo>
                      <a:pt x="47629" y="221884"/>
                    </a:lnTo>
                    <a:lnTo>
                      <a:pt x="0" y="1723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1" name="Контур"/>
              <p:cNvSpPr/>
              <p:nvPr/>
            </p:nvSpPr>
            <p:spPr>
              <a:xfrm>
                <a:off x="1005043" y="5844989"/>
                <a:ext cx="46311" cy="44789"/>
              </a:xfrm>
              <a:custGeom>
                <a:avLst/>
                <a:gdLst/>
                <a:ahLst/>
                <a:cxnLst/>
                <a:rect l="l" t="t" r="r" b="b"/>
                <a:pathLst>
                  <a:path w="46311" h="44789">
                    <a:moveTo>
                      <a:pt x="0" y="20835"/>
                    </a:moveTo>
                    <a:lnTo>
                      <a:pt x="29246" y="0"/>
                    </a:lnTo>
                    <a:lnTo>
                      <a:pt x="46311" y="23954"/>
                    </a:lnTo>
                    <a:lnTo>
                      <a:pt x="17065" y="44789"/>
                    </a:lnTo>
                    <a:lnTo>
                      <a:pt x="0" y="208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2" name="Контур"/>
              <p:cNvSpPr/>
              <p:nvPr/>
            </p:nvSpPr>
            <p:spPr>
              <a:xfrm>
                <a:off x="1614407" y="5382230"/>
                <a:ext cx="460333" cy="452751"/>
              </a:xfrm>
              <a:custGeom>
                <a:avLst/>
                <a:gdLst/>
                <a:ahLst/>
                <a:cxnLst/>
                <a:rect l="l" t="t" r="r" b="b"/>
                <a:pathLst>
                  <a:path w="460333" h="452751">
                    <a:moveTo>
                      <a:pt x="30159" y="167532"/>
                    </a:moveTo>
                    <a:lnTo>
                      <a:pt x="0" y="131766"/>
                    </a:lnTo>
                    <a:lnTo>
                      <a:pt x="139779" y="12624"/>
                    </a:lnTo>
                    <a:lnTo>
                      <a:pt x="208625" y="93769"/>
                    </a:lnTo>
                    <a:lnTo>
                      <a:pt x="315437" y="0"/>
                    </a:lnTo>
                    <a:lnTo>
                      <a:pt x="460333" y="165514"/>
                    </a:lnTo>
                    <a:lnTo>
                      <a:pt x="351066" y="259824"/>
                    </a:lnTo>
                    <a:lnTo>
                      <a:pt x="411471" y="328686"/>
                    </a:lnTo>
                    <a:lnTo>
                      <a:pt x="270702" y="452751"/>
                    </a:lnTo>
                    <a:lnTo>
                      <a:pt x="223971" y="397198"/>
                    </a:lnTo>
                    <a:lnTo>
                      <a:pt x="30159" y="1675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3" name="Контур"/>
              <p:cNvSpPr/>
              <p:nvPr/>
            </p:nvSpPr>
            <p:spPr>
              <a:xfrm>
                <a:off x="1901957" y="5237741"/>
                <a:ext cx="385758" cy="405603"/>
              </a:xfrm>
              <a:custGeom>
                <a:avLst/>
                <a:gdLst/>
                <a:ahLst/>
                <a:cxnLst/>
                <a:rect l="l" t="t" r="r" b="b"/>
                <a:pathLst>
                  <a:path w="385758" h="405603">
                    <a:moveTo>
                      <a:pt x="370782" y="180324"/>
                    </a:moveTo>
                    <a:lnTo>
                      <a:pt x="324099" y="221805"/>
                    </a:lnTo>
                    <a:lnTo>
                      <a:pt x="385758" y="292167"/>
                    </a:lnTo>
                    <a:lnTo>
                      <a:pt x="256320" y="405603"/>
                    </a:lnTo>
                    <a:lnTo>
                      <a:pt x="172783" y="310003"/>
                    </a:lnTo>
                    <a:lnTo>
                      <a:pt x="27887" y="144489"/>
                    </a:lnTo>
                    <a:lnTo>
                      <a:pt x="0" y="112941"/>
                    </a:lnTo>
                    <a:lnTo>
                      <a:pt x="128934" y="0"/>
                    </a:lnTo>
                    <a:lnTo>
                      <a:pt x="212618" y="97985"/>
                    </a:lnTo>
                    <a:lnTo>
                      <a:pt x="259453" y="58062"/>
                    </a:lnTo>
                    <a:lnTo>
                      <a:pt x="289413" y="90036"/>
                    </a:lnTo>
                    <a:lnTo>
                      <a:pt x="370782" y="18032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4" name="Контур"/>
              <p:cNvSpPr/>
              <p:nvPr/>
            </p:nvSpPr>
            <p:spPr>
              <a:xfrm>
                <a:off x="2073470" y="4997441"/>
                <a:ext cx="523584" cy="420624"/>
              </a:xfrm>
              <a:custGeom>
                <a:avLst/>
                <a:gdLst/>
                <a:ahLst/>
                <a:cxnLst/>
                <a:rect l="l" t="t" r="r" b="b"/>
                <a:pathLst>
                  <a:path w="523584" h="420624">
                    <a:moveTo>
                      <a:pt x="84411" y="123390"/>
                    </a:moveTo>
                    <a:lnTo>
                      <a:pt x="168084" y="216207"/>
                    </a:lnTo>
                    <a:lnTo>
                      <a:pt x="407925" y="0"/>
                    </a:lnTo>
                    <a:lnTo>
                      <a:pt x="523584" y="128322"/>
                    </a:lnTo>
                    <a:lnTo>
                      <a:pt x="199269" y="420624"/>
                    </a:lnTo>
                    <a:lnTo>
                      <a:pt x="117900" y="330336"/>
                    </a:lnTo>
                    <a:lnTo>
                      <a:pt x="87940" y="298362"/>
                    </a:lnTo>
                    <a:lnTo>
                      <a:pt x="0" y="199512"/>
                    </a:lnTo>
                    <a:lnTo>
                      <a:pt x="84411" y="1233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5" name="Контур"/>
              <p:cNvSpPr/>
              <p:nvPr/>
            </p:nvSpPr>
            <p:spPr>
              <a:xfrm>
                <a:off x="1398198" y="4211585"/>
                <a:ext cx="235307" cy="713483"/>
              </a:xfrm>
              <a:custGeom>
                <a:avLst/>
                <a:gdLst/>
                <a:ahLst/>
                <a:cxnLst/>
                <a:rect l="l" t="t" r="r" b="b"/>
                <a:pathLst>
                  <a:path w="235307" h="713483">
                    <a:moveTo>
                      <a:pt x="0" y="693575"/>
                    </a:moveTo>
                    <a:lnTo>
                      <a:pt x="123522" y="0"/>
                    </a:lnTo>
                    <a:lnTo>
                      <a:pt x="235307" y="19908"/>
                    </a:lnTo>
                    <a:lnTo>
                      <a:pt x="111786" y="713483"/>
                    </a:lnTo>
                    <a:lnTo>
                      <a:pt x="0" y="6935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6" name="Контур"/>
              <p:cNvSpPr/>
              <p:nvPr/>
            </p:nvSpPr>
            <p:spPr>
              <a:xfrm>
                <a:off x="1927211" y="4821497"/>
                <a:ext cx="103653" cy="96864"/>
              </a:xfrm>
              <a:custGeom>
                <a:avLst/>
                <a:gdLst/>
                <a:ahLst/>
                <a:cxnLst/>
                <a:rect l="l" t="t" r="r" b="b"/>
                <a:pathLst>
                  <a:path w="103653" h="96864">
                    <a:moveTo>
                      <a:pt x="0" y="72984"/>
                    </a:moveTo>
                    <a:lnTo>
                      <a:pt x="82537" y="0"/>
                    </a:lnTo>
                    <a:lnTo>
                      <a:pt x="103653" y="23879"/>
                    </a:lnTo>
                    <a:lnTo>
                      <a:pt x="21117" y="96864"/>
                    </a:lnTo>
                    <a:lnTo>
                      <a:pt x="0" y="729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7" name="Контур"/>
              <p:cNvSpPr/>
              <p:nvPr/>
            </p:nvSpPr>
            <p:spPr>
              <a:xfrm>
                <a:off x="911577" y="4703859"/>
                <a:ext cx="158183" cy="165304"/>
              </a:xfrm>
              <a:custGeom>
                <a:avLst/>
                <a:gdLst/>
                <a:ahLst/>
                <a:cxnLst/>
                <a:rect l="l" t="t" r="r" b="b"/>
                <a:pathLst>
                  <a:path w="158183" h="165304">
                    <a:moveTo>
                      <a:pt x="115307" y="0"/>
                    </a:moveTo>
                    <a:lnTo>
                      <a:pt x="158183" y="38914"/>
                    </a:lnTo>
                    <a:lnTo>
                      <a:pt x="42264" y="165304"/>
                    </a:lnTo>
                    <a:lnTo>
                      <a:pt x="0" y="126085"/>
                    </a:lnTo>
                    <a:lnTo>
                      <a:pt x="11530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8" name="Контур"/>
              <p:cNvSpPr/>
              <p:nvPr/>
            </p:nvSpPr>
            <p:spPr>
              <a:xfrm>
                <a:off x="2063894" y="4676787"/>
                <a:ext cx="146628" cy="150798"/>
              </a:xfrm>
              <a:custGeom>
                <a:avLst/>
                <a:gdLst/>
                <a:ahLst/>
                <a:cxnLst/>
                <a:rect l="l" t="t" r="r" b="b"/>
                <a:pathLst>
                  <a:path w="146628" h="150798">
                    <a:moveTo>
                      <a:pt x="4300" y="94106"/>
                    </a:moveTo>
                    <a:lnTo>
                      <a:pt x="107024" y="0"/>
                    </a:lnTo>
                    <a:lnTo>
                      <a:pt x="146628" y="41431"/>
                    </a:lnTo>
                    <a:lnTo>
                      <a:pt x="20374" y="150798"/>
                    </a:lnTo>
                    <a:lnTo>
                      <a:pt x="0" y="126686"/>
                    </a:lnTo>
                    <a:lnTo>
                      <a:pt x="17217" y="110898"/>
                    </a:lnTo>
                    <a:lnTo>
                      <a:pt x="4300" y="9410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9" name="Контур"/>
              <p:cNvSpPr/>
              <p:nvPr/>
            </p:nvSpPr>
            <p:spPr>
              <a:xfrm>
                <a:off x="1659828" y="4568680"/>
                <a:ext cx="98129" cy="100448"/>
              </a:xfrm>
              <a:custGeom>
                <a:avLst/>
                <a:gdLst/>
                <a:ahLst/>
                <a:cxnLst/>
                <a:rect l="l" t="t" r="r" b="b"/>
                <a:pathLst>
                  <a:path w="98129" h="100448">
                    <a:moveTo>
                      <a:pt x="32645" y="0"/>
                    </a:moveTo>
                    <a:lnTo>
                      <a:pt x="98129" y="69837"/>
                    </a:lnTo>
                    <a:lnTo>
                      <a:pt x="65484" y="100448"/>
                    </a:lnTo>
                    <a:lnTo>
                      <a:pt x="0" y="30612"/>
                    </a:lnTo>
                    <a:lnTo>
                      <a:pt x="3264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0" name="Контур"/>
              <p:cNvSpPr/>
              <p:nvPr/>
            </p:nvSpPr>
            <p:spPr>
              <a:xfrm>
                <a:off x="1561065" y="3566568"/>
                <a:ext cx="665494" cy="617099"/>
              </a:xfrm>
              <a:custGeom>
                <a:avLst/>
                <a:gdLst/>
                <a:ahLst/>
                <a:cxnLst/>
                <a:rect l="l" t="t" r="r" b="b"/>
                <a:pathLst>
                  <a:path w="665494" h="617099">
                    <a:moveTo>
                      <a:pt x="0" y="97526"/>
                    </a:moveTo>
                    <a:lnTo>
                      <a:pt x="100847" y="0"/>
                    </a:lnTo>
                    <a:lnTo>
                      <a:pt x="490200" y="417081"/>
                    </a:lnTo>
                    <a:lnTo>
                      <a:pt x="573907" y="338958"/>
                    </a:lnTo>
                    <a:lnTo>
                      <a:pt x="665494" y="442946"/>
                    </a:lnTo>
                    <a:lnTo>
                      <a:pt x="480700" y="617099"/>
                    </a:lnTo>
                    <a:lnTo>
                      <a:pt x="0" y="9752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1" name="Контур"/>
              <p:cNvSpPr/>
              <p:nvPr/>
            </p:nvSpPr>
            <p:spPr>
              <a:xfrm>
                <a:off x="905648" y="3487628"/>
                <a:ext cx="554283" cy="558234"/>
              </a:xfrm>
              <a:custGeom>
                <a:avLst/>
                <a:gdLst/>
                <a:ahLst/>
                <a:cxnLst/>
                <a:rect l="l" t="t" r="r" b="b"/>
                <a:pathLst>
                  <a:path w="554283" h="558234">
                    <a:moveTo>
                      <a:pt x="459774" y="558234"/>
                    </a:moveTo>
                    <a:lnTo>
                      <a:pt x="0" y="100917"/>
                    </a:lnTo>
                    <a:lnTo>
                      <a:pt x="103455" y="0"/>
                    </a:lnTo>
                    <a:lnTo>
                      <a:pt x="554283" y="457317"/>
                    </a:lnTo>
                    <a:lnTo>
                      <a:pt x="459774" y="5582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2" name="Контур"/>
              <p:cNvSpPr/>
              <p:nvPr/>
            </p:nvSpPr>
            <p:spPr>
              <a:xfrm>
                <a:off x="2134972" y="3760602"/>
                <a:ext cx="249052" cy="248912"/>
              </a:xfrm>
              <a:custGeom>
                <a:avLst/>
                <a:gdLst/>
                <a:ahLst/>
                <a:cxnLst/>
                <a:rect l="l" t="t" r="r" b="b"/>
                <a:pathLst>
                  <a:path w="249052" h="248912">
                    <a:moveTo>
                      <a:pt x="91587" y="248912"/>
                    </a:moveTo>
                    <a:lnTo>
                      <a:pt x="0" y="144924"/>
                    </a:lnTo>
                    <a:lnTo>
                      <a:pt x="155287" y="0"/>
                    </a:lnTo>
                    <a:lnTo>
                      <a:pt x="249052" y="100514"/>
                    </a:lnTo>
                    <a:lnTo>
                      <a:pt x="91587" y="2489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3" name="Контур"/>
              <p:cNvSpPr/>
              <p:nvPr/>
            </p:nvSpPr>
            <p:spPr>
              <a:xfrm>
                <a:off x="3075589" y="5785067"/>
                <a:ext cx="63731" cy="63761"/>
              </a:xfrm>
              <a:custGeom>
                <a:avLst/>
                <a:gdLst/>
                <a:ahLst/>
                <a:cxnLst/>
                <a:rect l="l" t="t" r="r" b="b"/>
                <a:pathLst>
                  <a:path w="63731" h="63761">
                    <a:moveTo>
                      <a:pt x="0" y="30907"/>
                    </a:moveTo>
                    <a:lnTo>
                      <a:pt x="31936" y="0"/>
                    </a:lnTo>
                    <a:lnTo>
                      <a:pt x="63731" y="32854"/>
                    </a:lnTo>
                    <a:lnTo>
                      <a:pt x="31793" y="63761"/>
                    </a:lnTo>
                    <a:lnTo>
                      <a:pt x="0" y="3090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4" name="Контур"/>
              <p:cNvSpPr/>
              <p:nvPr/>
            </p:nvSpPr>
            <p:spPr>
              <a:xfrm>
                <a:off x="2404589" y="5482172"/>
                <a:ext cx="420408" cy="376857"/>
              </a:xfrm>
              <a:custGeom>
                <a:avLst/>
                <a:gdLst/>
                <a:ahLst/>
                <a:cxnLst/>
                <a:rect l="l" t="t" r="r" b="b"/>
                <a:pathLst>
                  <a:path w="420408" h="376857">
                    <a:moveTo>
                      <a:pt x="0" y="291186"/>
                    </a:moveTo>
                    <a:lnTo>
                      <a:pt x="297855" y="17343"/>
                    </a:lnTo>
                    <a:lnTo>
                      <a:pt x="318717" y="39492"/>
                    </a:lnTo>
                    <a:lnTo>
                      <a:pt x="360648" y="0"/>
                    </a:lnTo>
                    <a:lnTo>
                      <a:pt x="420408" y="73332"/>
                    </a:lnTo>
                    <a:lnTo>
                      <a:pt x="83205" y="376857"/>
                    </a:lnTo>
                    <a:lnTo>
                      <a:pt x="0" y="29118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5" name="Контур"/>
              <p:cNvSpPr/>
              <p:nvPr/>
            </p:nvSpPr>
            <p:spPr>
              <a:xfrm>
                <a:off x="3317561" y="5791666"/>
                <a:ext cx="96255" cy="99629"/>
              </a:xfrm>
              <a:custGeom>
                <a:avLst/>
                <a:gdLst/>
                <a:ahLst/>
                <a:cxnLst/>
                <a:rect l="l" t="t" r="r" b="b"/>
                <a:pathLst>
                  <a:path w="96255" h="99629">
                    <a:moveTo>
                      <a:pt x="0" y="48040"/>
                    </a:moveTo>
                    <a:lnTo>
                      <a:pt x="25583" y="40521"/>
                    </a:lnTo>
                    <a:lnTo>
                      <a:pt x="20942" y="32079"/>
                    </a:lnTo>
                    <a:lnTo>
                      <a:pt x="67778" y="0"/>
                    </a:lnTo>
                    <a:lnTo>
                      <a:pt x="96255" y="37960"/>
                    </a:lnTo>
                    <a:lnTo>
                      <a:pt x="21966" y="99629"/>
                    </a:lnTo>
                    <a:lnTo>
                      <a:pt x="0" y="4804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6" name="Контур"/>
              <p:cNvSpPr/>
              <p:nvPr/>
            </p:nvSpPr>
            <p:spPr>
              <a:xfrm>
                <a:off x="3289506" y="5839706"/>
                <a:ext cx="50021" cy="63535"/>
              </a:xfrm>
              <a:custGeom>
                <a:avLst/>
                <a:gdLst/>
                <a:ahLst/>
                <a:cxnLst/>
                <a:rect l="l" t="t" r="r" b="b"/>
                <a:pathLst>
                  <a:path w="50021" h="63535">
                    <a:moveTo>
                      <a:pt x="21966" y="63535"/>
                    </a:moveTo>
                    <a:lnTo>
                      <a:pt x="6954" y="28278"/>
                    </a:lnTo>
                    <a:lnTo>
                      <a:pt x="0" y="11945"/>
                    </a:lnTo>
                    <a:lnTo>
                      <a:pt x="28055" y="0"/>
                    </a:lnTo>
                    <a:lnTo>
                      <a:pt x="50021" y="51589"/>
                    </a:lnTo>
                    <a:lnTo>
                      <a:pt x="21966" y="635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7" name="Контур"/>
              <p:cNvSpPr/>
              <p:nvPr/>
            </p:nvSpPr>
            <p:spPr>
              <a:xfrm>
                <a:off x="2762690" y="5662982"/>
                <a:ext cx="61823" cy="61819"/>
              </a:xfrm>
              <a:custGeom>
                <a:avLst/>
                <a:gdLst/>
                <a:ahLst/>
                <a:cxnLst/>
                <a:rect l="l" t="t" r="r" b="b"/>
                <a:pathLst>
                  <a:path w="61823" h="61819">
                    <a:moveTo>
                      <a:pt x="39105" y="0"/>
                    </a:moveTo>
                    <a:lnTo>
                      <a:pt x="61823" y="22723"/>
                    </a:lnTo>
                    <a:lnTo>
                      <a:pt x="22718" y="61819"/>
                    </a:lnTo>
                    <a:lnTo>
                      <a:pt x="0" y="39096"/>
                    </a:lnTo>
                    <a:lnTo>
                      <a:pt x="3910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8" name="Контур"/>
              <p:cNvSpPr/>
              <p:nvPr/>
            </p:nvSpPr>
            <p:spPr>
              <a:xfrm>
                <a:off x="2879999" y="5508893"/>
                <a:ext cx="67981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67981" h="95225">
                    <a:moveTo>
                      <a:pt x="67981" y="81127"/>
                    </a:moveTo>
                    <a:lnTo>
                      <a:pt x="37408" y="95225"/>
                    </a:lnTo>
                    <a:lnTo>
                      <a:pt x="0" y="14098"/>
                    </a:lnTo>
                    <a:lnTo>
                      <a:pt x="30574" y="0"/>
                    </a:lnTo>
                    <a:lnTo>
                      <a:pt x="67981" y="811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9" name="Контур"/>
              <p:cNvSpPr/>
              <p:nvPr/>
            </p:nvSpPr>
            <p:spPr>
              <a:xfrm>
                <a:off x="2702444" y="5460023"/>
                <a:ext cx="62793" cy="61641"/>
              </a:xfrm>
              <a:custGeom>
                <a:avLst/>
                <a:gdLst/>
                <a:ahLst/>
                <a:cxnLst/>
                <a:rect l="l" t="t" r="r" b="b"/>
                <a:pathLst>
                  <a:path w="62793" h="61641">
                    <a:moveTo>
                      <a:pt x="0" y="39492"/>
                    </a:moveTo>
                    <a:lnTo>
                      <a:pt x="41931" y="0"/>
                    </a:lnTo>
                    <a:lnTo>
                      <a:pt x="62793" y="22149"/>
                    </a:lnTo>
                    <a:lnTo>
                      <a:pt x="20862" y="61641"/>
                    </a:lnTo>
                    <a:lnTo>
                      <a:pt x="0" y="394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0" name="Контур"/>
              <p:cNvSpPr/>
              <p:nvPr/>
            </p:nvSpPr>
            <p:spPr>
              <a:xfrm>
                <a:off x="2492761" y="4852690"/>
                <a:ext cx="244533" cy="297538"/>
              </a:xfrm>
              <a:custGeom>
                <a:avLst/>
                <a:gdLst/>
                <a:ahLst/>
                <a:cxnLst/>
                <a:rect l="l" t="t" r="r" b="b"/>
                <a:pathLst>
                  <a:path w="244533" h="297538">
                    <a:moveTo>
                      <a:pt x="0" y="82460"/>
                    </a:moveTo>
                    <a:lnTo>
                      <a:pt x="89030" y="0"/>
                    </a:lnTo>
                    <a:lnTo>
                      <a:pt x="148368" y="57930"/>
                    </a:lnTo>
                    <a:lnTo>
                      <a:pt x="173481" y="37708"/>
                    </a:lnTo>
                    <a:lnTo>
                      <a:pt x="244533" y="162108"/>
                    </a:lnTo>
                    <a:lnTo>
                      <a:pt x="199206" y="297538"/>
                    </a:lnTo>
                    <a:lnTo>
                      <a:pt x="0" y="824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1" name="Контур"/>
              <p:cNvSpPr/>
              <p:nvPr/>
            </p:nvSpPr>
            <p:spPr>
              <a:xfrm>
                <a:off x="3083797" y="5393750"/>
                <a:ext cx="53088" cy="23422"/>
              </a:xfrm>
              <a:custGeom>
                <a:avLst/>
                <a:gdLst/>
                <a:ahLst/>
                <a:cxnLst/>
                <a:rect l="l" t="t" r="r" b="b"/>
                <a:pathLst>
                  <a:path w="53088" h="23422">
                    <a:moveTo>
                      <a:pt x="465" y="23422"/>
                    </a:moveTo>
                    <a:lnTo>
                      <a:pt x="0" y="1096"/>
                    </a:lnTo>
                    <a:lnTo>
                      <a:pt x="52623" y="0"/>
                    </a:lnTo>
                    <a:lnTo>
                      <a:pt x="53088" y="22325"/>
                    </a:lnTo>
                    <a:lnTo>
                      <a:pt x="465" y="234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2" name="Контур"/>
              <p:cNvSpPr/>
              <p:nvPr/>
            </p:nvSpPr>
            <p:spPr>
              <a:xfrm>
                <a:off x="2548191" y="4788058"/>
                <a:ext cx="64002" cy="64632"/>
              </a:xfrm>
              <a:custGeom>
                <a:avLst/>
                <a:gdLst/>
                <a:ahLst/>
                <a:cxnLst/>
                <a:rect l="l" t="t" r="r" b="b"/>
                <a:pathLst>
                  <a:path w="64002" h="64632">
                    <a:moveTo>
                      <a:pt x="33600" y="64632"/>
                    </a:moveTo>
                    <a:lnTo>
                      <a:pt x="0" y="27545"/>
                    </a:lnTo>
                    <a:lnTo>
                      <a:pt x="30402" y="0"/>
                    </a:lnTo>
                    <a:lnTo>
                      <a:pt x="64002" y="37085"/>
                    </a:lnTo>
                    <a:lnTo>
                      <a:pt x="33600" y="646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3" name="Контур"/>
              <p:cNvSpPr/>
              <p:nvPr/>
            </p:nvSpPr>
            <p:spPr>
              <a:xfrm>
                <a:off x="3230969" y="4187000"/>
                <a:ext cx="637875" cy="557811"/>
              </a:xfrm>
              <a:custGeom>
                <a:avLst/>
                <a:gdLst/>
                <a:ahLst/>
                <a:cxnLst/>
                <a:rect l="l" t="t" r="r" b="b"/>
                <a:pathLst>
                  <a:path w="637875" h="557811">
                    <a:moveTo>
                      <a:pt x="58779" y="465318"/>
                    </a:moveTo>
                    <a:lnTo>
                      <a:pt x="47133" y="452592"/>
                    </a:lnTo>
                    <a:lnTo>
                      <a:pt x="371340" y="155817"/>
                    </a:lnTo>
                    <a:lnTo>
                      <a:pt x="345528" y="127620"/>
                    </a:lnTo>
                    <a:lnTo>
                      <a:pt x="390780" y="86202"/>
                    </a:lnTo>
                    <a:lnTo>
                      <a:pt x="416592" y="114390"/>
                    </a:lnTo>
                    <a:lnTo>
                      <a:pt x="541557" y="0"/>
                    </a:lnTo>
                    <a:lnTo>
                      <a:pt x="637875" y="105219"/>
                    </a:lnTo>
                    <a:lnTo>
                      <a:pt x="143451" y="557811"/>
                    </a:lnTo>
                    <a:lnTo>
                      <a:pt x="91638" y="501210"/>
                    </a:lnTo>
                    <a:lnTo>
                      <a:pt x="41319" y="547263"/>
                    </a:lnTo>
                    <a:lnTo>
                      <a:pt x="0" y="502128"/>
                    </a:lnTo>
                    <a:lnTo>
                      <a:pt x="41319" y="464310"/>
                    </a:lnTo>
                    <a:lnTo>
                      <a:pt x="49779" y="473553"/>
                    </a:lnTo>
                    <a:lnTo>
                      <a:pt x="58779" y="4653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4" name="Контур"/>
              <p:cNvSpPr/>
              <p:nvPr/>
            </p:nvSpPr>
            <p:spPr>
              <a:xfrm>
                <a:off x="3125156" y="4066418"/>
                <a:ext cx="647370" cy="582615"/>
              </a:xfrm>
              <a:custGeom>
                <a:avLst/>
                <a:gdLst/>
                <a:ahLst/>
                <a:cxnLst/>
                <a:rect l="l" t="t" r="r" b="b"/>
                <a:pathLst>
                  <a:path w="647370" h="582615">
                    <a:moveTo>
                      <a:pt x="451341" y="248202"/>
                    </a:moveTo>
                    <a:lnTo>
                      <a:pt x="477153" y="276399"/>
                    </a:lnTo>
                    <a:lnTo>
                      <a:pt x="152946" y="573174"/>
                    </a:lnTo>
                    <a:lnTo>
                      <a:pt x="142632" y="582615"/>
                    </a:lnTo>
                    <a:lnTo>
                      <a:pt x="134172" y="573372"/>
                    </a:lnTo>
                    <a:lnTo>
                      <a:pt x="59283" y="491562"/>
                    </a:lnTo>
                    <a:lnTo>
                      <a:pt x="27027" y="521091"/>
                    </a:lnTo>
                    <a:lnTo>
                      <a:pt x="0" y="491562"/>
                    </a:lnTo>
                    <a:lnTo>
                      <a:pt x="536985" y="0"/>
                    </a:lnTo>
                    <a:lnTo>
                      <a:pt x="647370" y="120582"/>
                    </a:lnTo>
                    <a:lnTo>
                      <a:pt x="522405" y="234972"/>
                    </a:lnTo>
                    <a:lnTo>
                      <a:pt x="496593" y="206784"/>
                    </a:lnTo>
                    <a:lnTo>
                      <a:pt x="451341" y="24820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5" name="Контур"/>
              <p:cNvSpPr/>
              <p:nvPr/>
            </p:nvSpPr>
            <p:spPr>
              <a:xfrm>
                <a:off x="3206526" y="3914449"/>
                <a:ext cx="281882" cy="231677"/>
              </a:xfrm>
              <a:custGeom>
                <a:avLst/>
                <a:gdLst/>
                <a:ahLst/>
                <a:cxnLst/>
                <a:rect l="l" t="t" r="r" b="b"/>
                <a:pathLst>
                  <a:path w="281882" h="231677">
                    <a:moveTo>
                      <a:pt x="224561" y="0"/>
                    </a:moveTo>
                    <a:lnTo>
                      <a:pt x="281882" y="58756"/>
                    </a:lnTo>
                    <a:lnTo>
                      <a:pt x="163799" y="173954"/>
                    </a:lnTo>
                    <a:lnTo>
                      <a:pt x="146075" y="155785"/>
                    </a:lnTo>
                    <a:lnTo>
                      <a:pt x="68282" y="231677"/>
                    </a:lnTo>
                    <a:lnTo>
                      <a:pt x="0" y="161685"/>
                    </a:lnTo>
                    <a:lnTo>
                      <a:pt x="91970" y="71962"/>
                    </a:lnTo>
                    <a:lnTo>
                      <a:pt x="120656" y="101367"/>
                    </a:lnTo>
                    <a:lnTo>
                      <a:pt x="22456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6" name="Контур"/>
              <p:cNvSpPr/>
              <p:nvPr/>
            </p:nvSpPr>
            <p:spPr>
              <a:xfrm>
                <a:off x="2843618" y="3695024"/>
                <a:ext cx="182394" cy="391698"/>
              </a:xfrm>
              <a:custGeom>
                <a:avLst/>
                <a:gdLst/>
                <a:ahLst/>
                <a:cxnLst/>
                <a:rect l="l" t="t" r="r" b="b"/>
                <a:pathLst>
                  <a:path w="182394" h="391698">
                    <a:moveTo>
                      <a:pt x="99459" y="0"/>
                    </a:moveTo>
                    <a:lnTo>
                      <a:pt x="177687" y="20952"/>
                    </a:lnTo>
                    <a:lnTo>
                      <a:pt x="135234" y="179397"/>
                    </a:lnTo>
                    <a:lnTo>
                      <a:pt x="182394" y="192033"/>
                    </a:lnTo>
                    <a:lnTo>
                      <a:pt x="157311" y="285633"/>
                    </a:lnTo>
                    <a:lnTo>
                      <a:pt x="109710" y="272871"/>
                    </a:lnTo>
                    <a:lnTo>
                      <a:pt x="77850" y="391698"/>
                    </a:lnTo>
                    <a:lnTo>
                      <a:pt x="0" y="370827"/>
                    </a:lnTo>
                    <a:lnTo>
                      <a:pt x="9945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7" name="Контур"/>
              <p:cNvSpPr/>
              <p:nvPr/>
            </p:nvSpPr>
            <p:spPr>
              <a:xfrm>
                <a:off x="3118602" y="3958840"/>
                <a:ext cx="38796" cy="35935"/>
              </a:xfrm>
              <a:custGeom>
                <a:avLst/>
                <a:gdLst/>
                <a:ahLst/>
                <a:cxnLst/>
                <a:rect l="l" t="t" r="r" b="b"/>
                <a:pathLst>
                  <a:path w="38796" h="35935">
                    <a:moveTo>
                      <a:pt x="0" y="23833"/>
                    </a:moveTo>
                    <a:lnTo>
                      <a:pt x="28771" y="0"/>
                    </a:lnTo>
                    <a:lnTo>
                      <a:pt x="38796" y="12101"/>
                    </a:lnTo>
                    <a:lnTo>
                      <a:pt x="10025" y="35935"/>
                    </a:lnTo>
                    <a:lnTo>
                      <a:pt x="0" y="238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8" name="Контур"/>
              <p:cNvSpPr/>
              <p:nvPr/>
            </p:nvSpPr>
            <p:spPr>
              <a:xfrm>
                <a:off x="252000" y="4576086"/>
                <a:ext cx="55548" cy="97443"/>
              </a:xfrm>
              <a:custGeom>
                <a:avLst/>
                <a:gdLst/>
                <a:ahLst/>
                <a:cxnLst/>
                <a:rect l="l" t="t" r="r" b="b"/>
                <a:pathLst>
                  <a:path w="55548" h="97443">
                    <a:moveTo>
                      <a:pt x="0" y="56791"/>
                    </a:moveTo>
                    <a:lnTo>
                      <a:pt x="0" y="0"/>
                    </a:lnTo>
                    <a:lnTo>
                      <a:pt x="55548" y="78492"/>
                    </a:lnTo>
                    <a:lnTo>
                      <a:pt x="28769" y="974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9" name="Контур"/>
              <p:cNvSpPr/>
              <p:nvPr/>
            </p:nvSpPr>
            <p:spPr>
              <a:xfrm>
                <a:off x="842261" y="6039632"/>
                <a:ext cx="161973" cy="145062"/>
              </a:xfrm>
              <a:custGeom>
                <a:avLst/>
                <a:gdLst/>
                <a:ahLst/>
                <a:cxnLst/>
                <a:rect l="l" t="t" r="r" b="b"/>
                <a:pathLst>
                  <a:path w="161973" h="145062">
                    <a:moveTo>
                      <a:pt x="129654" y="145062"/>
                    </a:moveTo>
                    <a:lnTo>
                      <a:pt x="0" y="39807"/>
                    </a:lnTo>
                    <a:lnTo>
                      <a:pt x="32319" y="0"/>
                    </a:lnTo>
                    <a:lnTo>
                      <a:pt x="161973" y="105255"/>
                    </a:lnTo>
                    <a:lnTo>
                      <a:pt x="129654" y="1450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0" name="Контур"/>
              <p:cNvSpPr/>
              <p:nvPr/>
            </p:nvSpPr>
            <p:spPr>
              <a:xfrm>
                <a:off x="7962436" y="7864265"/>
                <a:ext cx="542427" cy="841257"/>
              </a:xfrm>
              <a:custGeom>
                <a:avLst/>
                <a:gdLst/>
                <a:ahLst/>
                <a:cxnLst/>
                <a:rect l="l" t="t" r="r" b="b"/>
                <a:pathLst>
                  <a:path w="542427" h="841257">
                    <a:moveTo>
                      <a:pt x="0" y="734519"/>
                    </a:moveTo>
                    <a:lnTo>
                      <a:pt x="448701" y="0"/>
                    </a:lnTo>
                    <a:lnTo>
                      <a:pt x="517509" y="40853"/>
                    </a:lnTo>
                    <a:lnTo>
                      <a:pt x="542427" y="56016"/>
                    </a:lnTo>
                    <a:lnTo>
                      <a:pt x="122100" y="752670"/>
                    </a:lnTo>
                    <a:lnTo>
                      <a:pt x="41802" y="841257"/>
                    </a:lnTo>
                    <a:lnTo>
                      <a:pt x="0" y="7345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1" name="Контур"/>
              <p:cNvSpPr/>
              <p:nvPr/>
            </p:nvSpPr>
            <p:spPr>
              <a:xfrm>
                <a:off x="7305201" y="8530176"/>
                <a:ext cx="63730" cy="53413"/>
              </a:xfrm>
              <a:custGeom>
                <a:avLst/>
                <a:gdLst/>
                <a:ahLst/>
                <a:cxnLst/>
                <a:rect l="l" t="t" r="r" b="b"/>
                <a:pathLst>
                  <a:path w="63730" h="53413">
                    <a:moveTo>
                      <a:pt x="0" y="25998"/>
                    </a:moveTo>
                    <a:lnTo>
                      <a:pt x="49260" y="0"/>
                    </a:lnTo>
                    <a:lnTo>
                      <a:pt x="63730" y="27415"/>
                    </a:lnTo>
                    <a:lnTo>
                      <a:pt x="14469" y="53413"/>
                    </a:lnTo>
                    <a:lnTo>
                      <a:pt x="0" y="2599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2" name="Контур"/>
              <p:cNvSpPr/>
              <p:nvPr/>
            </p:nvSpPr>
            <p:spPr>
              <a:xfrm>
                <a:off x="7265685" y="8426088"/>
                <a:ext cx="86912" cy="118983"/>
              </a:xfrm>
              <a:custGeom>
                <a:avLst/>
                <a:gdLst/>
                <a:ahLst/>
                <a:cxnLst/>
                <a:rect l="l" t="t" r="r" b="b"/>
                <a:pathLst>
                  <a:path w="86912" h="118983">
                    <a:moveTo>
                      <a:pt x="0" y="18782"/>
                    </a:moveTo>
                    <a:lnTo>
                      <a:pt x="40899" y="0"/>
                    </a:lnTo>
                    <a:lnTo>
                      <a:pt x="86912" y="100202"/>
                    </a:lnTo>
                    <a:lnTo>
                      <a:pt x="46012" y="118983"/>
                    </a:lnTo>
                    <a:lnTo>
                      <a:pt x="0" y="187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3" name="Контур"/>
              <p:cNvSpPr/>
              <p:nvPr/>
            </p:nvSpPr>
            <p:spPr>
              <a:xfrm>
                <a:off x="6788343" y="8981939"/>
                <a:ext cx="77006" cy="69138"/>
              </a:xfrm>
              <a:custGeom>
                <a:avLst/>
                <a:gdLst/>
                <a:ahLst/>
                <a:cxnLst/>
                <a:rect l="l" t="t" r="r" b="b"/>
                <a:pathLst>
                  <a:path w="77006" h="69138">
                    <a:moveTo>
                      <a:pt x="0" y="25835"/>
                    </a:moveTo>
                    <a:lnTo>
                      <a:pt x="57576" y="0"/>
                    </a:lnTo>
                    <a:lnTo>
                      <a:pt x="77006" y="43303"/>
                    </a:lnTo>
                    <a:lnTo>
                      <a:pt x="19430" y="69138"/>
                    </a:lnTo>
                    <a:lnTo>
                      <a:pt x="0" y="258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4" name="Контур"/>
              <p:cNvSpPr/>
              <p:nvPr/>
            </p:nvSpPr>
            <p:spPr>
              <a:xfrm>
                <a:off x="7254781" y="8892197"/>
                <a:ext cx="197917" cy="131364"/>
              </a:xfrm>
              <a:custGeom>
                <a:avLst/>
                <a:gdLst/>
                <a:ahLst/>
                <a:cxnLst/>
                <a:rect l="l" t="t" r="r" b="b"/>
                <a:pathLst>
                  <a:path w="197917" h="131364">
                    <a:moveTo>
                      <a:pt x="23568" y="131364"/>
                    </a:moveTo>
                    <a:lnTo>
                      <a:pt x="0" y="79999"/>
                    </a:lnTo>
                    <a:lnTo>
                      <a:pt x="174349" y="0"/>
                    </a:lnTo>
                    <a:lnTo>
                      <a:pt x="197917" y="51366"/>
                    </a:lnTo>
                    <a:lnTo>
                      <a:pt x="23568" y="1313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5" name="Контур"/>
              <p:cNvSpPr/>
              <p:nvPr/>
            </p:nvSpPr>
            <p:spPr>
              <a:xfrm>
                <a:off x="7859021" y="8755184"/>
                <a:ext cx="77976" cy="80190"/>
              </a:xfrm>
              <a:custGeom>
                <a:avLst/>
                <a:gdLst/>
                <a:ahLst/>
                <a:cxnLst/>
                <a:rect l="l" t="t" r="r" b="b"/>
                <a:pathLst>
                  <a:path w="77976" h="80190">
                    <a:moveTo>
                      <a:pt x="25920" y="80190"/>
                    </a:moveTo>
                    <a:lnTo>
                      <a:pt x="0" y="24021"/>
                    </a:lnTo>
                    <a:lnTo>
                      <a:pt x="52056" y="0"/>
                    </a:lnTo>
                    <a:lnTo>
                      <a:pt x="77976" y="56160"/>
                    </a:lnTo>
                    <a:lnTo>
                      <a:pt x="25920" y="801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6" name="Контур"/>
              <p:cNvSpPr/>
              <p:nvPr/>
            </p:nvSpPr>
            <p:spPr>
              <a:xfrm>
                <a:off x="7464091" y="8800724"/>
                <a:ext cx="57382" cy="65825"/>
              </a:xfrm>
              <a:custGeom>
                <a:avLst/>
                <a:gdLst/>
                <a:ahLst/>
                <a:cxnLst/>
                <a:rect l="l" t="t" r="r" b="b"/>
                <a:pathLst>
                  <a:path w="57382" h="65825">
                    <a:moveTo>
                      <a:pt x="0" y="15987"/>
                    </a:moveTo>
                    <a:lnTo>
                      <a:pt x="33830" y="0"/>
                    </a:lnTo>
                    <a:lnTo>
                      <a:pt x="57382" y="49839"/>
                    </a:lnTo>
                    <a:lnTo>
                      <a:pt x="23552" y="65825"/>
                    </a:lnTo>
                    <a:lnTo>
                      <a:pt x="0" y="159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7" name="Контур"/>
              <p:cNvSpPr/>
              <p:nvPr/>
            </p:nvSpPr>
            <p:spPr>
              <a:xfrm>
                <a:off x="7800793" y="8598784"/>
                <a:ext cx="203445" cy="170042"/>
              </a:xfrm>
              <a:custGeom>
                <a:avLst/>
                <a:gdLst/>
                <a:ahLst/>
                <a:cxnLst/>
                <a:rect l="l" t="t" r="r" b="b"/>
                <a:pathLst>
                  <a:path w="203445" h="170042">
                    <a:moveTo>
                      <a:pt x="0" y="63304"/>
                    </a:moveTo>
                    <a:lnTo>
                      <a:pt x="161643" y="0"/>
                    </a:lnTo>
                    <a:lnTo>
                      <a:pt x="203445" y="106738"/>
                    </a:lnTo>
                    <a:lnTo>
                      <a:pt x="41802" y="170042"/>
                    </a:lnTo>
                    <a:lnTo>
                      <a:pt x="0" y="633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8" name="Контур"/>
              <p:cNvSpPr/>
              <p:nvPr/>
            </p:nvSpPr>
            <p:spPr>
              <a:xfrm>
                <a:off x="8030597" y="8187824"/>
                <a:ext cx="679221" cy="812160"/>
              </a:xfrm>
              <a:custGeom>
                <a:avLst/>
                <a:gdLst/>
                <a:ahLst/>
                <a:cxnLst/>
                <a:rect l="l" t="t" r="r" b="b"/>
                <a:pathLst>
                  <a:path w="679221" h="812160">
                    <a:moveTo>
                      <a:pt x="387360" y="659520"/>
                    </a:moveTo>
                    <a:lnTo>
                      <a:pt x="375291" y="665298"/>
                    </a:lnTo>
                    <a:lnTo>
                      <a:pt x="223578" y="737973"/>
                    </a:lnTo>
                    <a:lnTo>
                      <a:pt x="78552" y="810324"/>
                    </a:lnTo>
                    <a:lnTo>
                      <a:pt x="74880" y="812160"/>
                    </a:lnTo>
                    <a:lnTo>
                      <a:pt x="54720" y="773280"/>
                    </a:lnTo>
                    <a:lnTo>
                      <a:pt x="92160" y="709920"/>
                    </a:lnTo>
                    <a:lnTo>
                      <a:pt x="0" y="650880"/>
                    </a:lnTo>
                    <a:lnTo>
                      <a:pt x="389232" y="13527"/>
                    </a:lnTo>
                    <a:lnTo>
                      <a:pt x="397440" y="0"/>
                    </a:lnTo>
                    <a:lnTo>
                      <a:pt x="440595" y="25974"/>
                    </a:lnTo>
                    <a:lnTo>
                      <a:pt x="453933" y="34182"/>
                    </a:lnTo>
                    <a:lnTo>
                      <a:pt x="679221" y="180660"/>
                    </a:lnTo>
                    <a:lnTo>
                      <a:pt x="387360" y="6595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9" name="Контур"/>
              <p:cNvSpPr/>
              <p:nvPr/>
            </p:nvSpPr>
            <p:spPr>
              <a:xfrm>
                <a:off x="6556940" y="9123775"/>
                <a:ext cx="113134" cy="78162"/>
              </a:xfrm>
              <a:custGeom>
                <a:avLst/>
                <a:gdLst/>
                <a:ahLst/>
                <a:cxnLst/>
                <a:rect l="l" t="t" r="r" b="b"/>
                <a:pathLst>
                  <a:path w="113134" h="78162">
                    <a:moveTo>
                      <a:pt x="14259" y="78162"/>
                    </a:moveTo>
                    <a:lnTo>
                      <a:pt x="0" y="49923"/>
                    </a:lnTo>
                    <a:lnTo>
                      <a:pt x="98876" y="0"/>
                    </a:lnTo>
                    <a:lnTo>
                      <a:pt x="113134" y="28239"/>
                    </a:lnTo>
                    <a:lnTo>
                      <a:pt x="14259" y="781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0" name="Контур"/>
              <p:cNvSpPr/>
              <p:nvPr/>
            </p:nvSpPr>
            <p:spPr>
              <a:xfrm>
                <a:off x="6571199" y="9130274"/>
                <a:ext cx="192840" cy="178173"/>
              </a:xfrm>
              <a:custGeom>
                <a:avLst/>
                <a:gdLst/>
                <a:ahLst/>
                <a:cxnLst/>
                <a:rect l="l" t="t" r="r" b="b"/>
                <a:pathLst>
                  <a:path w="192840" h="178173">
                    <a:moveTo>
                      <a:pt x="0" y="71663"/>
                    </a:moveTo>
                    <a:lnTo>
                      <a:pt x="98875" y="21740"/>
                    </a:lnTo>
                    <a:lnTo>
                      <a:pt x="141925" y="0"/>
                    </a:lnTo>
                    <a:lnTo>
                      <a:pt x="192840" y="100836"/>
                    </a:lnTo>
                    <a:lnTo>
                      <a:pt x="152919" y="120993"/>
                    </a:lnTo>
                    <a:lnTo>
                      <a:pt x="166106" y="147112"/>
                    </a:lnTo>
                    <a:lnTo>
                      <a:pt x="104590" y="178173"/>
                    </a:lnTo>
                    <a:lnTo>
                      <a:pt x="90757" y="150776"/>
                    </a:lnTo>
                    <a:lnTo>
                      <a:pt x="50268" y="171219"/>
                    </a:lnTo>
                    <a:lnTo>
                      <a:pt x="0" y="716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1" name="Контур"/>
              <p:cNvSpPr/>
              <p:nvPr/>
            </p:nvSpPr>
            <p:spPr>
              <a:xfrm>
                <a:off x="7684493" y="9185399"/>
                <a:ext cx="69642" cy="79918"/>
              </a:xfrm>
              <a:custGeom>
                <a:avLst/>
                <a:gdLst/>
                <a:ahLst/>
                <a:cxnLst/>
                <a:rect l="l" t="t" r="r" b="b"/>
                <a:pathLst>
                  <a:path w="69642" h="79918">
                    <a:moveTo>
                      <a:pt x="30130" y="79918"/>
                    </a:moveTo>
                    <a:lnTo>
                      <a:pt x="0" y="19803"/>
                    </a:lnTo>
                    <a:lnTo>
                      <a:pt x="39512" y="0"/>
                    </a:lnTo>
                    <a:lnTo>
                      <a:pt x="69642" y="60114"/>
                    </a:lnTo>
                    <a:lnTo>
                      <a:pt x="30130" y="799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2" name="Контур"/>
              <p:cNvSpPr/>
              <p:nvPr/>
            </p:nvSpPr>
            <p:spPr>
              <a:xfrm>
                <a:off x="6862219" y="8933873"/>
                <a:ext cx="190727" cy="241189"/>
              </a:xfrm>
              <a:custGeom>
                <a:avLst/>
                <a:gdLst/>
                <a:ahLst/>
                <a:cxnLst/>
                <a:rect l="l" t="t" r="r" b="b"/>
                <a:pathLst>
                  <a:path w="190727" h="241189">
                    <a:moveTo>
                      <a:pt x="190727" y="192369"/>
                    </a:moveTo>
                    <a:lnTo>
                      <a:pt x="90438" y="241189"/>
                    </a:lnTo>
                    <a:lnTo>
                      <a:pt x="0" y="43668"/>
                    </a:lnTo>
                    <a:lnTo>
                      <a:pt x="95807" y="0"/>
                    </a:lnTo>
                    <a:lnTo>
                      <a:pt x="144839" y="99022"/>
                    </a:lnTo>
                    <a:lnTo>
                      <a:pt x="167382" y="146456"/>
                    </a:lnTo>
                    <a:lnTo>
                      <a:pt x="190727" y="19236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3" name="Контур"/>
              <p:cNvSpPr/>
              <p:nvPr/>
            </p:nvSpPr>
            <p:spPr>
              <a:xfrm>
                <a:off x="7007058" y="8971497"/>
                <a:ext cx="150431" cy="108832"/>
              </a:xfrm>
              <a:custGeom>
                <a:avLst/>
                <a:gdLst/>
                <a:ahLst/>
                <a:cxnLst/>
                <a:rect l="l" t="t" r="r" b="b"/>
                <a:pathLst>
                  <a:path w="150431" h="108832">
                    <a:moveTo>
                      <a:pt x="128617" y="0"/>
                    </a:moveTo>
                    <a:lnTo>
                      <a:pt x="150431" y="48394"/>
                    </a:lnTo>
                    <a:lnTo>
                      <a:pt x="22543" y="108832"/>
                    </a:lnTo>
                    <a:lnTo>
                      <a:pt x="0" y="61398"/>
                    </a:lnTo>
                    <a:lnTo>
                      <a:pt x="12861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4" name="Контур"/>
              <p:cNvSpPr/>
              <p:nvPr/>
            </p:nvSpPr>
            <p:spPr>
              <a:xfrm>
                <a:off x="7084072" y="8810583"/>
                <a:ext cx="194277" cy="260663"/>
              </a:xfrm>
              <a:custGeom>
                <a:avLst/>
                <a:gdLst/>
                <a:ahLst/>
                <a:cxnLst/>
                <a:rect l="l" t="t" r="r" b="b"/>
                <a:pathLst>
                  <a:path w="194277" h="260663">
                    <a:moveTo>
                      <a:pt x="96180" y="260663"/>
                    </a:moveTo>
                    <a:lnTo>
                      <a:pt x="73417" y="209308"/>
                    </a:lnTo>
                    <a:lnTo>
                      <a:pt x="51603" y="160914"/>
                    </a:lnTo>
                    <a:lnTo>
                      <a:pt x="0" y="44305"/>
                    </a:lnTo>
                    <a:lnTo>
                      <a:pt x="97116" y="0"/>
                    </a:lnTo>
                    <a:lnTo>
                      <a:pt x="170709" y="161613"/>
                    </a:lnTo>
                    <a:lnTo>
                      <a:pt x="194277" y="212978"/>
                    </a:lnTo>
                    <a:lnTo>
                      <a:pt x="96180" y="2606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5" name="Контур"/>
              <p:cNvSpPr/>
              <p:nvPr/>
            </p:nvSpPr>
            <p:spPr>
              <a:xfrm>
                <a:off x="6264953" y="8771355"/>
                <a:ext cx="55948" cy="44960"/>
              </a:xfrm>
              <a:custGeom>
                <a:avLst/>
                <a:gdLst/>
                <a:ahLst/>
                <a:cxnLst/>
                <a:rect l="l" t="t" r="r" b="b"/>
                <a:pathLst>
                  <a:path w="55948" h="44960">
                    <a:moveTo>
                      <a:pt x="0" y="23633"/>
                    </a:moveTo>
                    <a:lnTo>
                      <a:pt x="44663" y="0"/>
                    </a:lnTo>
                    <a:lnTo>
                      <a:pt x="55948" y="21327"/>
                    </a:lnTo>
                    <a:lnTo>
                      <a:pt x="11285" y="44960"/>
                    </a:lnTo>
                    <a:lnTo>
                      <a:pt x="0" y="236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6" name="Контур"/>
              <p:cNvSpPr/>
              <p:nvPr/>
            </p:nvSpPr>
            <p:spPr>
              <a:xfrm>
                <a:off x="6309616" y="8747722"/>
                <a:ext cx="55948" cy="44960"/>
              </a:xfrm>
              <a:custGeom>
                <a:avLst/>
                <a:gdLst/>
                <a:ahLst/>
                <a:cxnLst/>
                <a:rect l="l" t="t" r="r" b="b"/>
                <a:pathLst>
                  <a:path w="55948" h="44960">
                    <a:moveTo>
                      <a:pt x="0" y="23633"/>
                    </a:moveTo>
                    <a:lnTo>
                      <a:pt x="44664" y="0"/>
                    </a:lnTo>
                    <a:lnTo>
                      <a:pt x="55948" y="21328"/>
                    </a:lnTo>
                    <a:lnTo>
                      <a:pt x="11285" y="44960"/>
                    </a:lnTo>
                    <a:lnTo>
                      <a:pt x="0" y="236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7" name="Контур"/>
              <p:cNvSpPr/>
              <p:nvPr/>
            </p:nvSpPr>
            <p:spPr>
              <a:xfrm>
                <a:off x="5828872" y="8314198"/>
                <a:ext cx="557062" cy="402236"/>
              </a:xfrm>
              <a:custGeom>
                <a:avLst/>
                <a:gdLst/>
                <a:ahLst/>
                <a:cxnLst/>
                <a:rect l="l" t="t" r="r" b="b"/>
                <a:pathLst>
                  <a:path w="557062" h="402236">
                    <a:moveTo>
                      <a:pt x="0" y="266121"/>
                    </a:moveTo>
                    <a:lnTo>
                      <a:pt x="481894" y="0"/>
                    </a:lnTo>
                    <a:lnTo>
                      <a:pt x="557062" y="136115"/>
                    </a:lnTo>
                    <a:lnTo>
                      <a:pt x="75169" y="402236"/>
                    </a:lnTo>
                    <a:lnTo>
                      <a:pt x="0" y="26612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8" name="Контур"/>
              <p:cNvSpPr/>
              <p:nvPr/>
            </p:nvSpPr>
            <p:spPr>
              <a:xfrm>
                <a:off x="5484073" y="8080020"/>
                <a:ext cx="294056" cy="319132"/>
              </a:xfrm>
              <a:custGeom>
                <a:avLst/>
                <a:gdLst/>
                <a:ahLst/>
                <a:cxnLst/>
                <a:rect l="l" t="t" r="r" b="b"/>
                <a:pathLst>
                  <a:path w="294056" h="319132">
                    <a:moveTo>
                      <a:pt x="294056" y="129640"/>
                    </a:moveTo>
                    <a:lnTo>
                      <a:pt x="253285" y="221282"/>
                    </a:lnTo>
                    <a:lnTo>
                      <a:pt x="62584" y="319132"/>
                    </a:lnTo>
                    <a:lnTo>
                      <a:pt x="48722" y="291423"/>
                    </a:lnTo>
                    <a:lnTo>
                      <a:pt x="0" y="196135"/>
                    </a:lnTo>
                    <a:lnTo>
                      <a:pt x="222568" y="82702"/>
                    </a:lnTo>
                    <a:lnTo>
                      <a:pt x="161692" y="26264"/>
                    </a:lnTo>
                    <a:lnTo>
                      <a:pt x="214190" y="0"/>
                    </a:lnTo>
                    <a:lnTo>
                      <a:pt x="294056" y="12964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9" name="Контур"/>
              <p:cNvSpPr/>
              <p:nvPr/>
            </p:nvSpPr>
            <p:spPr>
              <a:xfrm>
                <a:off x="6465029" y="8055895"/>
                <a:ext cx="514213" cy="328476"/>
              </a:xfrm>
              <a:custGeom>
                <a:avLst/>
                <a:gdLst/>
                <a:ahLst/>
                <a:cxnLst/>
                <a:rect l="l" t="t" r="r" b="b"/>
                <a:pathLst>
                  <a:path w="514213" h="328476">
                    <a:moveTo>
                      <a:pt x="34797" y="328476"/>
                    </a:moveTo>
                    <a:lnTo>
                      <a:pt x="0" y="263303"/>
                    </a:lnTo>
                    <a:lnTo>
                      <a:pt x="479291" y="0"/>
                    </a:lnTo>
                    <a:lnTo>
                      <a:pt x="514213" y="63084"/>
                    </a:lnTo>
                    <a:lnTo>
                      <a:pt x="34797" y="3284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0" name="Контур"/>
              <p:cNvSpPr/>
              <p:nvPr/>
            </p:nvSpPr>
            <p:spPr>
              <a:xfrm>
                <a:off x="6324302" y="7801904"/>
                <a:ext cx="620018" cy="517294"/>
              </a:xfrm>
              <a:custGeom>
                <a:avLst/>
                <a:gdLst/>
                <a:ahLst/>
                <a:cxnLst/>
                <a:rect l="l" t="t" r="r" b="b"/>
                <a:pathLst>
                  <a:path w="620018" h="517294">
                    <a:moveTo>
                      <a:pt x="620018" y="253991"/>
                    </a:moveTo>
                    <a:lnTo>
                      <a:pt x="140727" y="517294"/>
                    </a:lnTo>
                    <a:lnTo>
                      <a:pt x="0" y="265392"/>
                    </a:lnTo>
                    <a:lnTo>
                      <a:pt x="479415" y="0"/>
                    </a:lnTo>
                    <a:lnTo>
                      <a:pt x="489967" y="17675"/>
                    </a:lnTo>
                    <a:lnTo>
                      <a:pt x="620018" y="25399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1" name="Контур"/>
              <p:cNvSpPr/>
              <p:nvPr/>
            </p:nvSpPr>
            <p:spPr>
              <a:xfrm>
                <a:off x="6178577" y="8985032"/>
                <a:ext cx="152582" cy="168409"/>
              </a:xfrm>
              <a:custGeom>
                <a:avLst/>
                <a:gdLst/>
                <a:ahLst/>
                <a:cxnLst/>
                <a:rect l="l" t="t" r="r" b="b"/>
                <a:pathLst>
                  <a:path w="152582" h="168409">
                    <a:moveTo>
                      <a:pt x="96886" y="0"/>
                    </a:moveTo>
                    <a:lnTo>
                      <a:pt x="152582" y="125366"/>
                    </a:lnTo>
                    <a:lnTo>
                      <a:pt x="55696" y="168409"/>
                    </a:lnTo>
                    <a:lnTo>
                      <a:pt x="0" y="43044"/>
                    </a:lnTo>
                    <a:lnTo>
                      <a:pt x="9688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2" name="Контур"/>
              <p:cNvSpPr/>
              <p:nvPr/>
            </p:nvSpPr>
            <p:spPr>
              <a:xfrm>
                <a:off x="5976043" y="8562458"/>
                <a:ext cx="820643" cy="572286"/>
              </a:xfrm>
              <a:custGeom>
                <a:avLst/>
                <a:gdLst/>
                <a:ahLst/>
                <a:cxnLst/>
                <a:rect l="l" t="t" r="r" b="b"/>
                <a:pathLst>
                  <a:path w="820643" h="572286">
                    <a:moveTo>
                      <a:pt x="0" y="413334"/>
                    </a:moveTo>
                    <a:lnTo>
                      <a:pt x="469782" y="177858"/>
                    </a:lnTo>
                    <a:lnTo>
                      <a:pt x="442298" y="123027"/>
                    </a:lnTo>
                    <a:lnTo>
                      <a:pt x="687741" y="0"/>
                    </a:lnTo>
                    <a:lnTo>
                      <a:pt x="706241" y="36907"/>
                    </a:lnTo>
                    <a:lnTo>
                      <a:pt x="728708" y="25646"/>
                    </a:lnTo>
                    <a:lnTo>
                      <a:pt x="741430" y="51025"/>
                    </a:lnTo>
                    <a:lnTo>
                      <a:pt x="720270" y="61631"/>
                    </a:lnTo>
                    <a:lnTo>
                      <a:pt x="820643" y="261878"/>
                    </a:lnTo>
                    <a:lnTo>
                      <a:pt x="710790" y="316941"/>
                    </a:lnTo>
                    <a:lnTo>
                      <a:pt x="659889" y="215391"/>
                    </a:lnTo>
                    <a:lnTo>
                      <a:pt x="88187" y="501953"/>
                    </a:lnTo>
                    <a:lnTo>
                      <a:pt x="114654" y="554753"/>
                    </a:lnTo>
                    <a:lnTo>
                      <a:pt x="79673" y="572286"/>
                    </a:lnTo>
                    <a:lnTo>
                      <a:pt x="0" y="4133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3" name="Контур"/>
              <p:cNvSpPr/>
              <p:nvPr/>
            </p:nvSpPr>
            <p:spPr>
              <a:xfrm>
                <a:off x="6117357" y="9037581"/>
                <a:ext cx="65428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65428" h="73800">
                    <a:moveTo>
                      <a:pt x="36923" y="0"/>
                    </a:moveTo>
                    <a:lnTo>
                      <a:pt x="65428" y="54480"/>
                    </a:lnTo>
                    <a:lnTo>
                      <a:pt x="28504" y="73800"/>
                    </a:lnTo>
                    <a:lnTo>
                      <a:pt x="0" y="19318"/>
                    </a:lnTo>
                    <a:lnTo>
                      <a:pt x="3692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4" name="Контур"/>
              <p:cNvSpPr/>
              <p:nvPr/>
            </p:nvSpPr>
            <p:spPr>
              <a:xfrm>
                <a:off x="5653058" y="8939990"/>
                <a:ext cx="189630" cy="132129"/>
              </a:xfrm>
              <a:custGeom>
                <a:avLst/>
                <a:gdLst/>
                <a:ahLst/>
                <a:cxnLst/>
                <a:rect l="l" t="t" r="r" b="b"/>
                <a:pathLst>
                  <a:path w="189630" h="132129">
                    <a:moveTo>
                      <a:pt x="189630" y="40941"/>
                    </a:moveTo>
                    <a:lnTo>
                      <a:pt x="22320" y="132129"/>
                    </a:lnTo>
                    <a:lnTo>
                      <a:pt x="0" y="91188"/>
                    </a:lnTo>
                    <a:lnTo>
                      <a:pt x="167310" y="0"/>
                    </a:lnTo>
                    <a:lnTo>
                      <a:pt x="189630" y="409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5" name="Контур"/>
              <p:cNvSpPr/>
              <p:nvPr/>
            </p:nvSpPr>
            <p:spPr>
              <a:xfrm>
                <a:off x="5147891" y="8484897"/>
                <a:ext cx="596160" cy="493002"/>
              </a:xfrm>
              <a:custGeom>
                <a:avLst/>
                <a:gdLst/>
                <a:ahLst/>
                <a:cxnLst/>
                <a:rect l="l" t="t" r="r" b="b"/>
                <a:pathLst>
                  <a:path w="596160" h="493002">
                    <a:moveTo>
                      <a:pt x="465964" y="0"/>
                    </a:moveTo>
                    <a:lnTo>
                      <a:pt x="596160" y="236703"/>
                    </a:lnTo>
                    <a:lnTo>
                      <a:pt x="130196" y="493002"/>
                    </a:lnTo>
                    <a:lnTo>
                      <a:pt x="0" y="256299"/>
                    </a:lnTo>
                    <a:lnTo>
                      <a:pt x="46596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6" name="Контур"/>
              <p:cNvSpPr/>
              <p:nvPr/>
            </p:nvSpPr>
            <p:spPr>
              <a:xfrm>
                <a:off x="5911671" y="8868591"/>
                <a:ext cx="97626" cy="76281"/>
              </a:xfrm>
              <a:custGeom>
                <a:avLst/>
                <a:gdLst/>
                <a:ahLst/>
                <a:cxnLst/>
                <a:rect l="l" t="t" r="r" b="b"/>
                <a:pathLst>
                  <a:path w="97626" h="76281">
                    <a:moveTo>
                      <a:pt x="0" y="40769"/>
                    </a:moveTo>
                    <a:lnTo>
                      <a:pt x="79390" y="0"/>
                    </a:lnTo>
                    <a:lnTo>
                      <a:pt x="97626" y="35513"/>
                    </a:lnTo>
                    <a:lnTo>
                      <a:pt x="18235" y="76281"/>
                    </a:lnTo>
                    <a:lnTo>
                      <a:pt x="0" y="4076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7" name="Контур"/>
              <p:cNvSpPr/>
              <p:nvPr/>
            </p:nvSpPr>
            <p:spPr>
              <a:xfrm>
                <a:off x="5783779" y="9309061"/>
                <a:ext cx="53111" cy="67536"/>
              </a:xfrm>
              <a:custGeom>
                <a:avLst/>
                <a:gdLst/>
                <a:ahLst/>
                <a:cxnLst/>
                <a:rect l="l" t="t" r="r" b="b"/>
                <a:pathLst>
                  <a:path w="53111" h="67536">
                    <a:moveTo>
                      <a:pt x="0" y="12533"/>
                    </a:moveTo>
                    <a:lnTo>
                      <a:pt x="30538" y="0"/>
                    </a:lnTo>
                    <a:lnTo>
                      <a:pt x="53111" y="55004"/>
                    </a:lnTo>
                    <a:lnTo>
                      <a:pt x="22574" y="67536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8" name="Контур"/>
              <p:cNvSpPr/>
              <p:nvPr/>
            </p:nvSpPr>
            <p:spPr>
              <a:xfrm>
                <a:off x="6144494" y="9255269"/>
                <a:ext cx="90486" cy="82359"/>
              </a:xfrm>
              <a:custGeom>
                <a:avLst/>
                <a:gdLst/>
                <a:ahLst/>
                <a:cxnLst/>
                <a:rect l="l" t="t" r="r" b="b"/>
                <a:pathLst>
                  <a:path w="90486" h="82359">
                    <a:moveTo>
                      <a:pt x="23607" y="82359"/>
                    </a:moveTo>
                    <a:lnTo>
                      <a:pt x="0" y="30357"/>
                    </a:lnTo>
                    <a:lnTo>
                      <a:pt x="66879" y="0"/>
                    </a:lnTo>
                    <a:lnTo>
                      <a:pt x="90486" y="51993"/>
                    </a:lnTo>
                    <a:lnTo>
                      <a:pt x="23607" y="8235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9" name="Контур"/>
              <p:cNvSpPr/>
              <p:nvPr/>
            </p:nvSpPr>
            <p:spPr>
              <a:xfrm>
                <a:off x="5567850" y="9350516"/>
                <a:ext cx="47794" cy="37532"/>
              </a:xfrm>
              <a:custGeom>
                <a:avLst/>
                <a:gdLst/>
                <a:ahLst/>
                <a:cxnLst/>
                <a:rect l="l" t="t" r="r" b="b"/>
                <a:pathLst>
                  <a:path w="47794" h="37532">
                    <a:moveTo>
                      <a:pt x="8985" y="37532"/>
                    </a:moveTo>
                    <a:lnTo>
                      <a:pt x="0" y="16895"/>
                    </a:lnTo>
                    <a:lnTo>
                      <a:pt x="38811" y="0"/>
                    </a:lnTo>
                    <a:lnTo>
                      <a:pt x="47794" y="20637"/>
                    </a:lnTo>
                    <a:lnTo>
                      <a:pt x="8985" y="375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0" name="Контур"/>
              <p:cNvSpPr/>
              <p:nvPr/>
            </p:nvSpPr>
            <p:spPr>
              <a:xfrm>
                <a:off x="6168101" y="9307262"/>
                <a:ext cx="81045" cy="61578"/>
              </a:xfrm>
              <a:custGeom>
                <a:avLst/>
                <a:gdLst/>
                <a:ahLst/>
                <a:cxnLst/>
                <a:rect l="l" t="t" r="r" b="b"/>
                <a:pathLst>
                  <a:path w="81045" h="61578">
                    <a:moveTo>
                      <a:pt x="66879" y="0"/>
                    </a:moveTo>
                    <a:lnTo>
                      <a:pt x="81045" y="31212"/>
                    </a:lnTo>
                    <a:lnTo>
                      <a:pt x="14166" y="61578"/>
                    </a:lnTo>
                    <a:lnTo>
                      <a:pt x="0" y="30366"/>
                    </a:lnTo>
                    <a:lnTo>
                      <a:pt x="6687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1" name="Контур"/>
              <p:cNvSpPr/>
              <p:nvPr/>
            </p:nvSpPr>
            <p:spPr>
              <a:xfrm>
                <a:off x="5753240" y="9321594"/>
                <a:ext cx="53113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3" h="67537">
                    <a:moveTo>
                      <a:pt x="0" y="12533"/>
                    </a:moveTo>
                    <a:lnTo>
                      <a:pt x="30539" y="0"/>
                    </a:lnTo>
                    <a:lnTo>
                      <a:pt x="53113" y="55003"/>
                    </a:lnTo>
                    <a:lnTo>
                      <a:pt x="22574" y="67537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2" name="Контур"/>
              <p:cNvSpPr/>
              <p:nvPr/>
            </p:nvSpPr>
            <p:spPr>
              <a:xfrm>
                <a:off x="6362790" y="9127688"/>
                <a:ext cx="195651" cy="186550"/>
              </a:xfrm>
              <a:custGeom>
                <a:avLst/>
                <a:gdLst/>
                <a:ahLst/>
                <a:cxnLst/>
                <a:rect l="l" t="t" r="r" b="b"/>
                <a:pathLst>
                  <a:path w="195651" h="186550">
                    <a:moveTo>
                      <a:pt x="0" y="63827"/>
                    </a:moveTo>
                    <a:lnTo>
                      <a:pt x="131629" y="0"/>
                    </a:lnTo>
                    <a:lnTo>
                      <a:pt x="195651" y="130115"/>
                    </a:lnTo>
                    <a:lnTo>
                      <a:pt x="73873" y="186550"/>
                    </a:lnTo>
                    <a:lnTo>
                      <a:pt x="30446" y="97308"/>
                    </a:lnTo>
                    <a:lnTo>
                      <a:pt x="17910" y="103578"/>
                    </a:lnTo>
                    <a:lnTo>
                      <a:pt x="0" y="638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3" name="Контур"/>
              <p:cNvSpPr/>
              <p:nvPr/>
            </p:nvSpPr>
            <p:spPr>
              <a:xfrm>
                <a:off x="4348409" y="8527350"/>
                <a:ext cx="124405" cy="146394"/>
              </a:xfrm>
              <a:custGeom>
                <a:avLst/>
                <a:gdLst/>
                <a:ahLst/>
                <a:cxnLst/>
                <a:rect l="l" t="t" r="r" b="b"/>
                <a:pathLst>
                  <a:path w="124405" h="146394">
                    <a:moveTo>
                      <a:pt x="71069" y="146394"/>
                    </a:moveTo>
                    <a:lnTo>
                      <a:pt x="0" y="32968"/>
                    </a:lnTo>
                    <a:lnTo>
                      <a:pt x="53613" y="0"/>
                    </a:lnTo>
                    <a:lnTo>
                      <a:pt x="124405" y="113440"/>
                    </a:lnTo>
                    <a:lnTo>
                      <a:pt x="71069" y="1463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4" name="Контур"/>
              <p:cNvSpPr/>
              <p:nvPr/>
            </p:nvSpPr>
            <p:spPr>
              <a:xfrm>
                <a:off x="4746051" y="8303405"/>
                <a:ext cx="207211" cy="242290"/>
              </a:xfrm>
              <a:custGeom>
                <a:avLst/>
                <a:gdLst/>
                <a:ahLst/>
                <a:cxnLst/>
                <a:rect l="l" t="t" r="r" b="b"/>
                <a:pathLst>
                  <a:path w="207211" h="242290">
                    <a:moveTo>
                      <a:pt x="0" y="29075"/>
                    </a:moveTo>
                    <a:lnTo>
                      <a:pt x="55171" y="0"/>
                    </a:lnTo>
                    <a:lnTo>
                      <a:pt x="130978" y="2529"/>
                    </a:lnTo>
                    <a:lnTo>
                      <a:pt x="207211" y="155911"/>
                    </a:lnTo>
                    <a:lnTo>
                      <a:pt x="165944" y="214900"/>
                    </a:lnTo>
                    <a:lnTo>
                      <a:pt x="114982" y="242290"/>
                    </a:lnTo>
                    <a:lnTo>
                      <a:pt x="0" y="290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5" name="Контур"/>
              <p:cNvSpPr/>
              <p:nvPr/>
            </p:nvSpPr>
            <p:spPr>
              <a:xfrm>
                <a:off x="4201271" y="8235675"/>
                <a:ext cx="403261" cy="301166"/>
              </a:xfrm>
              <a:custGeom>
                <a:avLst/>
                <a:gdLst/>
                <a:ahLst/>
                <a:cxnLst/>
                <a:rect l="l" t="t" r="r" b="b"/>
                <a:pathLst>
                  <a:path w="403261" h="301166">
                    <a:moveTo>
                      <a:pt x="0" y="220146"/>
                    </a:moveTo>
                    <a:lnTo>
                      <a:pt x="355792" y="0"/>
                    </a:lnTo>
                    <a:lnTo>
                      <a:pt x="403261" y="87165"/>
                    </a:lnTo>
                    <a:lnTo>
                      <a:pt x="110421" y="267085"/>
                    </a:lnTo>
                    <a:lnTo>
                      <a:pt x="56127" y="301166"/>
                    </a:lnTo>
                    <a:lnTo>
                      <a:pt x="17870" y="245290"/>
                    </a:lnTo>
                    <a:lnTo>
                      <a:pt x="0" y="2201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6" name="Контур"/>
              <p:cNvSpPr/>
              <p:nvPr/>
            </p:nvSpPr>
            <p:spPr>
              <a:xfrm>
                <a:off x="4550117" y="8501744"/>
                <a:ext cx="128250" cy="111564"/>
              </a:xfrm>
              <a:custGeom>
                <a:avLst/>
                <a:gdLst/>
                <a:ahLst/>
                <a:cxnLst/>
                <a:rect l="l" t="t" r="r" b="b"/>
                <a:pathLst>
                  <a:path w="128250" h="111564">
                    <a:moveTo>
                      <a:pt x="128250" y="62604"/>
                    </a:moveTo>
                    <a:lnTo>
                      <a:pt x="31779" y="111564"/>
                    </a:lnTo>
                    <a:lnTo>
                      <a:pt x="0" y="48960"/>
                    </a:lnTo>
                    <a:lnTo>
                      <a:pt x="96480" y="0"/>
                    </a:lnTo>
                    <a:lnTo>
                      <a:pt x="128250" y="626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7" name="Контур"/>
              <p:cNvSpPr/>
              <p:nvPr/>
            </p:nvSpPr>
            <p:spPr>
              <a:xfrm>
                <a:off x="3573242" y="8001863"/>
                <a:ext cx="484143" cy="354252"/>
              </a:xfrm>
              <a:custGeom>
                <a:avLst/>
                <a:gdLst/>
                <a:ahLst/>
                <a:cxnLst/>
                <a:rect l="l" t="t" r="r" b="b"/>
                <a:pathLst>
                  <a:path w="484143" h="354252">
                    <a:moveTo>
                      <a:pt x="47755" y="354252"/>
                    </a:moveTo>
                    <a:lnTo>
                      <a:pt x="0" y="279761"/>
                    </a:lnTo>
                    <a:lnTo>
                      <a:pt x="436388" y="0"/>
                    </a:lnTo>
                    <a:lnTo>
                      <a:pt x="484143" y="74493"/>
                    </a:lnTo>
                    <a:lnTo>
                      <a:pt x="47755" y="3542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8" name="Контур"/>
              <p:cNvSpPr/>
              <p:nvPr/>
            </p:nvSpPr>
            <p:spPr>
              <a:xfrm>
                <a:off x="4649962" y="7979781"/>
                <a:ext cx="325210" cy="352699"/>
              </a:xfrm>
              <a:custGeom>
                <a:avLst/>
                <a:gdLst/>
                <a:ahLst/>
                <a:cxnLst/>
                <a:rect l="l" t="t" r="r" b="b"/>
                <a:pathLst>
                  <a:path w="325210" h="352699">
                    <a:moveTo>
                      <a:pt x="0" y="168389"/>
                    </a:moveTo>
                    <a:lnTo>
                      <a:pt x="273830" y="0"/>
                    </a:lnTo>
                    <a:lnTo>
                      <a:pt x="325210" y="91860"/>
                    </a:lnTo>
                    <a:lnTo>
                      <a:pt x="102617" y="223895"/>
                    </a:lnTo>
                    <a:lnTo>
                      <a:pt x="151260" y="323624"/>
                    </a:lnTo>
                    <a:lnTo>
                      <a:pt x="96089" y="352699"/>
                    </a:lnTo>
                    <a:lnTo>
                      <a:pt x="0" y="16838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9" name="Контур"/>
              <p:cNvSpPr/>
              <p:nvPr/>
            </p:nvSpPr>
            <p:spPr>
              <a:xfrm>
                <a:off x="3579958" y="8929541"/>
                <a:ext cx="66132" cy="70602"/>
              </a:xfrm>
              <a:custGeom>
                <a:avLst/>
                <a:gdLst/>
                <a:ahLst/>
                <a:cxnLst/>
                <a:rect l="l" t="t" r="r" b="b"/>
                <a:pathLst>
                  <a:path w="66132" h="70602">
                    <a:moveTo>
                      <a:pt x="0" y="21444"/>
                    </a:moveTo>
                    <a:lnTo>
                      <a:pt x="39329" y="0"/>
                    </a:lnTo>
                    <a:lnTo>
                      <a:pt x="66132" y="49158"/>
                    </a:lnTo>
                    <a:lnTo>
                      <a:pt x="26803" y="70602"/>
                    </a:lnTo>
                    <a:lnTo>
                      <a:pt x="0" y="214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0" name="Контур"/>
              <p:cNvSpPr/>
              <p:nvPr/>
            </p:nvSpPr>
            <p:spPr>
              <a:xfrm>
                <a:off x="3579958" y="8929541"/>
                <a:ext cx="66132" cy="70602"/>
              </a:xfrm>
              <a:custGeom>
                <a:avLst/>
                <a:gdLst/>
                <a:ahLst/>
                <a:cxnLst/>
                <a:rect l="l" t="t" r="r" b="b"/>
                <a:pathLst>
                  <a:path w="66132" h="70602">
                    <a:moveTo>
                      <a:pt x="0" y="21444"/>
                    </a:moveTo>
                    <a:lnTo>
                      <a:pt x="39329" y="0"/>
                    </a:lnTo>
                    <a:lnTo>
                      <a:pt x="66132" y="49158"/>
                    </a:lnTo>
                    <a:lnTo>
                      <a:pt x="26803" y="70602"/>
                    </a:lnTo>
                    <a:lnTo>
                      <a:pt x="0" y="214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1" name="Контур"/>
              <p:cNvSpPr/>
              <p:nvPr/>
            </p:nvSpPr>
            <p:spPr>
              <a:xfrm>
                <a:off x="3756027" y="8435706"/>
                <a:ext cx="668688" cy="488807"/>
              </a:xfrm>
              <a:custGeom>
                <a:avLst/>
                <a:gdLst/>
                <a:ahLst/>
                <a:cxnLst/>
                <a:rect l="l" t="t" r="r" b="b"/>
                <a:pathLst>
                  <a:path w="668688" h="488807">
                    <a:moveTo>
                      <a:pt x="0" y="268752"/>
                    </a:moveTo>
                    <a:lnTo>
                      <a:pt x="431282" y="0"/>
                    </a:lnTo>
                    <a:lnTo>
                      <a:pt x="445244" y="20115"/>
                    </a:lnTo>
                    <a:lnTo>
                      <a:pt x="463114" y="45259"/>
                    </a:lnTo>
                    <a:lnTo>
                      <a:pt x="501371" y="101135"/>
                    </a:lnTo>
                    <a:lnTo>
                      <a:pt x="604963" y="272114"/>
                    </a:lnTo>
                    <a:lnTo>
                      <a:pt x="618507" y="263449"/>
                    </a:lnTo>
                    <a:lnTo>
                      <a:pt x="668688" y="342374"/>
                    </a:lnTo>
                    <a:lnTo>
                      <a:pt x="605857" y="383020"/>
                    </a:lnTo>
                    <a:lnTo>
                      <a:pt x="546251" y="290880"/>
                    </a:lnTo>
                    <a:lnTo>
                      <a:pt x="240293" y="488807"/>
                    </a:lnTo>
                    <a:lnTo>
                      <a:pt x="113929" y="305073"/>
                    </a:lnTo>
                    <a:lnTo>
                      <a:pt x="83771" y="324630"/>
                    </a:lnTo>
                    <a:lnTo>
                      <a:pt x="99967" y="351451"/>
                    </a:lnTo>
                    <a:lnTo>
                      <a:pt x="66458" y="372125"/>
                    </a:lnTo>
                    <a:lnTo>
                      <a:pt x="0" y="2687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2" name="Контур"/>
              <p:cNvSpPr/>
              <p:nvPr/>
            </p:nvSpPr>
            <p:spPr>
              <a:xfrm>
                <a:off x="4257398" y="8502760"/>
                <a:ext cx="162080" cy="205060"/>
              </a:xfrm>
              <a:custGeom>
                <a:avLst/>
                <a:gdLst/>
                <a:ahLst/>
                <a:cxnLst/>
                <a:rect l="l" t="t" r="r" b="b"/>
                <a:pathLst>
                  <a:path w="162080" h="205060">
                    <a:moveTo>
                      <a:pt x="54294" y="0"/>
                    </a:moveTo>
                    <a:lnTo>
                      <a:pt x="91011" y="57558"/>
                    </a:lnTo>
                    <a:lnTo>
                      <a:pt x="162080" y="170984"/>
                    </a:lnTo>
                    <a:lnTo>
                      <a:pt x="117136" y="196395"/>
                    </a:lnTo>
                    <a:lnTo>
                      <a:pt x="103592" y="205060"/>
                    </a:lnTo>
                    <a:lnTo>
                      <a:pt x="0" y="34081"/>
                    </a:lnTo>
                    <a:lnTo>
                      <a:pt x="5429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3" name="Контур"/>
              <p:cNvSpPr/>
              <p:nvPr/>
            </p:nvSpPr>
            <p:spPr>
              <a:xfrm>
                <a:off x="4622259" y="8578075"/>
                <a:ext cx="261219" cy="303583"/>
              </a:xfrm>
              <a:custGeom>
                <a:avLst/>
                <a:gdLst/>
                <a:ahLst/>
                <a:cxnLst/>
                <a:rect l="l" t="t" r="r" b="b"/>
                <a:pathLst>
                  <a:path w="261219" h="303583">
                    <a:moveTo>
                      <a:pt x="261219" y="229963"/>
                    </a:moveTo>
                    <a:lnTo>
                      <a:pt x="141356" y="303583"/>
                    </a:lnTo>
                    <a:lnTo>
                      <a:pt x="0" y="74448"/>
                    </a:lnTo>
                    <a:lnTo>
                      <a:pt x="119036" y="0"/>
                    </a:lnTo>
                    <a:lnTo>
                      <a:pt x="261219" y="2299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4" name="Контур"/>
              <p:cNvSpPr/>
              <p:nvPr/>
            </p:nvSpPr>
            <p:spPr>
              <a:xfrm>
                <a:off x="4861033" y="8480993"/>
                <a:ext cx="338433" cy="219349"/>
              </a:xfrm>
              <a:custGeom>
                <a:avLst/>
                <a:gdLst/>
                <a:ahLst/>
                <a:cxnLst/>
                <a:rect l="l" t="t" r="r" b="b"/>
                <a:pathLst>
                  <a:path w="338433" h="219349">
                    <a:moveTo>
                      <a:pt x="0" y="64702"/>
                    </a:moveTo>
                    <a:lnTo>
                      <a:pt x="50962" y="37312"/>
                    </a:lnTo>
                    <a:lnTo>
                      <a:pt x="101079" y="135494"/>
                    </a:lnTo>
                    <a:lnTo>
                      <a:pt x="234481" y="71073"/>
                    </a:lnTo>
                    <a:lnTo>
                      <a:pt x="217448" y="33274"/>
                    </a:lnTo>
                    <a:lnTo>
                      <a:pt x="286911" y="0"/>
                    </a:lnTo>
                    <a:lnTo>
                      <a:pt x="338433" y="105022"/>
                    </a:lnTo>
                    <a:lnTo>
                      <a:pt x="277674" y="138523"/>
                    </a:lnTo>
                    <a:lnTo>
                      <a:pt x="268581" y="122393"/>
                    </a:lnTo>
                    <a:lnTo>
                      <a:pt x="84233" y="219349"/>
                    </a:lnTo>
                    <a:lnTo>
                      <a:pt x="0" y="6470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5" name="Контур"/>
              <p:cNvSpPr/>
              <p:nvPr/>
            </p:nvSpPr>
            <p:spPr>
              <a:xfrm>
                <a:off x="3757081" y="9204368"/>
                <a:ext cx="118903" cy="97041"/>
              </a:xfrm>
              <a:custGeom>
                <a:avLst/>
                <a:gdLst/>
                <a:ahLst/>
                <a:cxnLst/>
                <a:rect l="l" t="t" r="r" b="b"/>
                <a:pathLst>
                  <a:path w="118903" h="97041">
                    <a:moveTo>
                      <a:pt x="96680" y="0"/>
                    </a:moveTo>
                    <a:lnTo>
                      <a:pt x="118903" y="34176"/>
                    </a:lnTo>
                    <a:lnTo>
                      <a:pt x="22222" y="97041"/>
                    </a:lnTo>
                    <a:lnTo>
                      <a:pt x="0" y="62865"/>
                    </a:lnTo>
                    <a:lnTo>
                      <a:pt x="9668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6" name="Контур"/>
              <p:cNvSpPr/>
              <p:nvPr/>
            </p:nvSpPr>
            <p:spPr>
              <a:xfrm>
                <a:off x="3728757" y="9141351"/>
                <a:ext cx="150860" cy="125882"/>
              </a:xfrm>
              <a:custGeom>
                <a:avLst/>
                <a:gdLst/>
                <a:ahLst/>
                <a:cxnLst/>
                <a:rect l="l" t="t" r="r" b="b"/>
                <a:pathLst>
                  <a:path w="150860" h="125882">
                    <a:moveTo>
                      <a:pt x="28324" y="125882"/>
                    </a:moveTo>
                    <a:lnTo>
                      <a:pt x="0" y="79985"/>
                    </a:lnTo>
                    <a:lnTo>
                      <a:pt x="123102" y="0"/>
                    </a:lnTo>
                    <a:lnTo>
                      <a:pt x="150860" y="45274"/>
                    </a:lnTo>
                    <a:lnTo>
                      <a:pt x="125004" y="63017"/>
                    </a:lnTo>
                    <a:lnTo>
                      <a:pt x="28324" y="1258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7" name="Контур"/>
              <p:cNvSpPr/>
              <p:nvPr/>
            </p:nvSpPr>
            <p:spPr>
              <a:xfrm>
                <a:off x="4109110" y="9055232"/>
                <a:ext cx="166196" cy="166740"/>
              </a:xfrm>
              <a:custGeom>
                <a:avLst/>
                <a:gdLst/>
                <a:ahLst/>
                <a:cxnLst/>
                <a:rect l="l" t="t" r="r" b="b"/>
                <a:pathLst>
                  <a:path w="166196" h="166740">
                    <a:moveTo>
                      <a:pt x="99631" y="0"/>
                    </a:moveTo>
                    <a:lnTo>
                      <a:pt x="166196" y="101220"/>
                    </a:lnTo>
                    <a:lnTo>
                      <a:pt x="66565" y="166740"/>
                    </a:lnTo>
                    <a:lnTo>
                      <a:pt x="0" y="65521"/>
                    </a:lnTo>
                    <a:lnTo>
                      <a:pt x="9963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8" name="Контур"/>
              <p:cNvSpPr/>
              <p:nvPr/>
            </p:nvSpPr>
            <p:spPr>
              <a:xfrm>
                <a:off x="3620246" y="8982352"/>
                <a:ext cx="153711" cy="152953"/>
              </a:xfrm>
              <a:custGeom>
                <a:avLst/>
                <a:gdLst/>
                <a:ahLst/>
                <a:cxnLst/>
                <a:rect l="l" t="t" r="r" b="b"/>
                <a:pathLst>
                  <a:path w="153711" h="152953">
                    <a:moveTo>
                      <a:pt x="0" y="58372"/>
                    </a:moveTo>
                    <a:lnTo>
                      <a:pt x="96501" y="0"/>
                    </a:lnTo>
                    <a:lnTo>
                      <a:pt x="153711" y="94580"/>
                    </a:lnTo>
                    <a:lnTo>
                      <a:pt x="57211" y="152953"/>
                    </a:lnTo>
                    <a:lnTo>
                      <a:pt x="0" y="5837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9" name="Контур"/>
              <p:cNvSpPr/>
              <p:nvPr/>
            </p:nvSpPr>
            <p:spPr>
              <a:xfrm>
                <a:off x="5113429" y="9037059"/>
                <a:ext cx="95304" cy="72609"/>
              </a:xfrm>
              <a:custGeom>
                <a:avLst/>
                <a:gdLst/>
                <a:ahLst/>
                <a:cxnLst/>
                <a:rect l="l" t="t" r="r" b="b"/>
                <a:pathLst>
                  <a:path w="95304" h="72609">
                    <a:moveTo>
                      <a:pt x="11444" y="72609"/>
                    </a:moveTo>
                    <a:lnTo>
                      <a:pt x="0" y="17372"/>
                    </a:lnTo>
                    <a:lnTo>
                      <a:pt x="83861" y="0"/>
                    </a:lnTo>
                    <a:lnTo>
                      <a:pt x="95304" y="55236"/>
                    </a:lnTo>
                    <a:lnTo>
                      <a:pt x="11444" y="726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0" name="Контур"/>
              <p:cNvSpPr/>
              <p:nvPr/>
            </p:nvSpPr>
            <p:spPr>
              <a:xfrm>
                <a:off x="3996320" y="8726586"/>
                <a:ext cx="365564" cy="276009"/>
              </a:xfrm>
              <a:custGeom>
                <a:avLst/>
                <a:gdLst/>
                <a:ahLst/>
                <a:cxnLst/>
                <a:rect l="l" t="t" r="r" b="b"/>
                <a:pathLst>
                  <a:path w="365564" h="276009">
                    <a:moveTo>
                      <a:pt x="0" y="197927"/>
                    </a:moveTo>
                    <a:lnTo>
                      <a:pt x="305958" y="0"/>
                    </a:lnTo>
                    <a:lnTo>
                      <a:pt x="365564" y="92140"/>
                    </a:lnTo>
                    <a:lnTo>
                      <a:pt x="54207" y="276009"/>
                    </a:lnTo>
                    <a:lnTo>
                      <a:pt x="0" y="1979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1" name="Контур"/>
              <p:cNvSpPr/>
              <p:nvPr/>
            </p:nvSpPr>
            <p:spPr>
              <a:xfrm>
                <a:off x="6925137" y="6786918"/>
                <a:ext cx="252779" cy="315303"/>
              </a:xfrm>
              <a:custGeom>
                <a:avLst/>
                <a:gdLst/>
                <a:ahLst/>
                <a:cxnLst/>
                <a:rect l="l" t="t" r="r" b="b"/>
                <a:pathLst>
                  <a:path w="252779" h="315303">
                    <a:moveTo>
                      <a:pt x="124341" y="315303"/>
                    </a:moveTo>
                    <a:lnTo>
                      <a:pt x="0" y="63270"/>
                    </a:lnTo>
                    <a:lnTo>
                      <a:pt x="128853" y="0"/>
                    </a:lnTo>
                    <a:lnTo>
                      <a:pt x="252779" y="252188"/>
                    </a:lnTo>
                    <a:lnTo>
                      <a:pt x="124341" y="3153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2" name="Контур"/>
              <p:cNvSpPr/>
              <p:nvPr/>
            </p:nvSpPr>
            <p:spPr>
              <a:xfrm>
                <a:off x="7970151" y="5723055"/>
                <a:ext cx="573731" cy="763481"/>
              </a:xfrm>
              <a:custGeom>
                <a:avLst/>
                <a:gdLst/>
                <a:ahLst/>
                <a:cxnLst/>
                <a:rect l="l" t="t" r="r" b="b"/>
                <a:pathLst>
                  <a:path w="573731" h="763481">
                    <a:moveTo>
                      <a:pt x="342416" y="763481"/>
                    </a:moveTo>
                    <a:lnTo>
                      <a:pt x="286526" y="645689"/>
                    </a:lnTo>
                    <a:lnTo>
                      <a:pt x="226046" y="674849"/>
                    </a:lnTo>
                    <a:lnTo>
                      <a:pt x="0" y="192547"/>
                    </a:lnTo>
                    <a:lnTo>
                      <a:pt x="391944" y="0"/>
                    </a:lnTo>
                    <a:lnTo>
                      <a:pt x="425953" y="71414"/>
                    </a:lnTo>
                    <a:lnTo>
                      <a:pt x="348239" y="109739"/>
                    </a:lnTo>
                    <a:lnTo>
                      <a:pt x="466348" y="359756"/>
                    </a:lnTo>
                    <a:lnTo>
                      <a:pt x="448560" y="367957"/>
                    </a:lnTo>
                    <a:lnTo>
                      <a:pt x="414323" y="383937"/>
                    </a:lnTo>
                    <a:lnTo>
                      <a:pt x="437975" y="434679"/>
                    </a:lnTo>
                    <a:lnTo>
                      <a:pt x="452061" y="464903"/>
                    </a:lnTo>
                    <a:lnTo>
                      <a:pt x="474782" y="513738"/>
                    </a:lnTo>
                    <a:lnTo>
                      <a:pt x="508682" y="497698"/>
                    </a:lnTo>
                    <a:lnTo>
                      <a:pt x="573731" y="642914"/>
                    </a:lnTo>
                    <a:lnTo>
                      <a:pt x="548171" y="655426"/>
                    </a:lnTo>
                    <a:lnTo>
                      <a:pt x="553137" y="665362"/>
                    </a:lnTo>
                    <a:lnTo>
                      <a:pt x="342416" y="76348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3" name="Контур"/>
              <p:cNvSpPr/>
              <p:nvPr/>
            </p:nvSpPr>
            <p:spPr>
              <a:xfrm>
                <a:off x="7370632" y="5929681"/>
                <a:ext cx="864571" cy="1002094"/>
              </a:xfrm>
              <a:custGeom>
                <a:avLst/>
                <a:gdLst/>
                <a:ahLst/>
                <a:cxnLst/>
                <a:rect l="l" t="t" r="r" b="b"/>
                <a:pathLst>
                  <a:path w="864571" h="1002094">
                    <a:moveTo>
                      <a:pt x="275629" y="1002094"/>
                    </a:moveTo>
                    <a:lnTo>
                      <a:pt x="0" y="415151"/>
                    </a:lnTo>
                    <a:lnTo>
                      <a:pt x="95917" y="370609"/>
                    </a:lnTo>
                    <a:lnTo>
                      <a:pt x="36742" y="243142"/>
                    </a:lnTo>
                    <a:lnTo>
                      <a:pt x="359077" y="87694"/>
                    </a:lnTo>
                    <a:lnTo>
                      <a:pt x="348511" y="65401"/>
                    </a:lnTo>
                    <a:lnTo>
                      <a:pt x="397066" y="42586"/>
                    </a:lnTo>
                    <a:lnTo>
                      <a:pt x="409423" y="69163"/>
                    </a:lnTo>
                    <a:lnTo>
                      <a:pt x="450688" y="50047"/>
                    </a:lnTo>
                    <a:lnTo>
                      <a:pt x="559703" y="0"/>
                    </a:lnTo>
                    <a:lnTo>
                      <a:pt x="596821" y="81412"/>
                    </a:lnTo>
                    <a:lnTo>
                      <a:pt x="561964" y="98548"/>
                    </a:lnTo>
                    <a:lnTo>
                      <a:pt x="864571" y="720916"/>
                    </a:lnTo>
                    <a:lnTo>
                      <a:pt x="275629" y="10020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4" name="Контур"/>
              <p:cNvSpPr/>
              <p:nvPr/>
            </p:nvSpPr>
            <p:spPr>
              <a:xfrm>
                <a:off x="7327819" y="7031504"/>
                <a:ext cx="498505" cy="469764"/>
              </a:xfrm>
              <a:custGeom>
                <a:avLst/>
                <a:gdLst/>
                <a:ahLst/>
                <a:cxnLst/>
                <a:rect l="l" t="t" r="r" b="b"/>
                <a:pathLst>
                  <a:path w="498505" h="469764">
                    <a:moveTo>
                      <a:pt x="498505" y="89100"/>
                    </a:moveTo>
                    <a:lnTo>
                      <a:pt x="175954" y="371331"/>
                    </a:lnTo>
                    <a:lnTo>
                      <a:pt x="57595" y="469764"/>
                    </a:lnTo>
                    <a:lnTo>
                      <a:pt x="0" y="354737"/>
                    </a:lnTo>
                    <a:lnTo>
                      <a:pt x="97978" y="282240"/>
                    </a:lnTo>
                    <a:lnTo>
                      <a:pt x="420538" y="0"/>
                    </a:lnTo>
                    <a:lnTo>
                      <a:pt x="498505" y="8910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5" name="Контур"/>
              <p:cNvSpPr/>
              <p:nvPr/>
            </p:nvSpPr>
            <p:spPr>
              <a:xfrm>
                <a:off x="8025811" y="6985836"/>
                <a:ext cx="247973" cy="246948"/>
              </a:xfrm>
              <a:custGeom>
                <a:avLst/>
                <a:gdLst/>
                <a:ahLst/>
                <a:cxnLst/>
                <a:rect l="l" t="t" r="r" b="b"/>
                <a:pathLst>
                  <a:path w="247973" h="246948">
                    <a:moveTo>
                      <a:pt x="144183" y="81539"/>
                    </a:moveTo>
                    <a:lnTo>
                      <a:pt x="140013" y="72323"/>
                    </a:lnTo>
                    <a:lnTo>
                      <a:pt x="55191" y="113396"/>
                    </a:lnTo>
                    <a:lnTo>
                      <a:pt x="103116" y="160528"/>
                    </a:lnTo>
                    <a:lnTo>
                      <a:pt x="116067" y="154669"/>
                    </a:lnTo>
                    <a:lnTo>
                      <a:pt x="128515" y="182183"/>
                    </a:lnTo>
                    <a:lnTo>
                      <a:pt x="148446" y="173165"/>
                    </a:lnTo>
                    <a:lnTo>
                      <a:pt x="141296" y="157360"/>
                    </a:lnTo>
                    <a:lnTo>
                      <a:pt x="178465" y="138166"/>
                    </a:lnTo>
                    <a:lnTo>
                      <a:pt x="207892" y="195150"/>
                    </a:lnTo>
                    <a:lnTo>
                      <a:pt x="107589" y="246948"/>
                    </a:lnTo>
                    <a:lnTo>
                      <a:pt x="82373" y="198120"/>
                    </a:lnTo>
                    <a:lnTo>
                      <a:pt x="48780" y="151514"/>
                    </a:lnTo>
                    <a:lnTo>
                      <a:pt x="21101" y="164039"/>
                    </a:lnTo>
                    <a:lnTo>
                      <a:pt x="0" y="111293"/>
                    </a:lnTo>
                    <a:lnTo>
                      <a:pt x="236914" y="0"/>
                    </a:lnTo>
                    <a:lnTo>
                      <a:pt x="247973" y="29266"/>
                    </a:lnTo>
                    <a:lnTo>
                      <a:pt x="144183" y="8153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6" name="Контур"/>
              <p:cNvSpPr/>
              <p:nvPr/>
            </p:nvSpPr>
            <p:spPr>
              <a:xfrm>
                <a:off x="7997507" y="7156403"/>
                <a:ext cx="73898" cy="71540"/>
              </a:xfrm>
              <a:custGeom>
                <a:avLst/>
                <a:gdLst/>
                <a:ahLst/>
                <a:cxnLst/>
                <a:rect l="l" t="t" r="r" b="b"/>
                <a:pathLst>
                  <a:path w="73898" h="71540">
                    <a:moveTo>
                      <a:pt x="52358" y="0"/>
                    </a:moveTo>
                    <a:lnTo>
                      <a:pt x="73898" y="47607"/>
                    </a:lnTo>
                    <a:lnTo>
                      <a:pt x="21003" y="71540"/>
                    </a:lnTo>
                    <a:lnTo>
                      <a:pt x="0" y="25120"/>
                    </a:lnTo>
                    <a:lnTo>
                      <a:pt x="5235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7" name="Контур"/>
              <p:cNvSpPr/>
              <p:nvPr/>
            </p:nvSpPr>
            <p:spPr>
              <a:xfrm>
                <a:off x="7098980" y="7173317"/>
                <a:ext cx="49446" cy="41337"/>
              </a:xfrm>
              <a:custGeom>
                <a:avLst/>
                <a:gdLst/>
                <a:ahLst/>
                <a:cxnLst/>
                <a:rect l="l" t="t" r="r" b="b"/>
                <a:pathLst>
                  <a:path w="49446" h="41337">
                    <a:moveTo>
                      <a:pt x="49446" y="22356"/>
                    </a:moveTo>
                    <a:lnTo>
                      <a:pt x="11052" y="41337"/>
                    </a:lnTo>
                    <a:lnTo>
                      <a:pt x="0" y="18981"/>
                    </a:lnTo>
                    <a:lnTo>
                      <a:pt x="38394" y="0"/>
                    </a:lnTo>
                    <a:lnTo>
                      <a:pt x="49446" y="223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8" name="Контур"/>
              <p:cNvSpPr/>
              <p:nvPr/>
            </p:nvSpPr>
            <p:spPr>
              <a:xfrm>
                <a:off x="8046912" y="7137350"/>
                <a:ext cx="61272" cy="66660"/>
              </a:xfrm>
              <a:custGeom>
                <a:avLst/>
                <a:gdLst/>
                <a:ahLst/>
                <a:cxnLst/>
                <a:rect l="l" t="t" r="r" b="b"/>
                <a:pathLst>
                  <a:path w="61272" h="66660">
                    <a:moveTo>
                      <a:pt x="0" y="12525"/>
                    </a:moveTo>
                    <a:lnTo>
                      <a:pt x="27679" y="0"/>
                    </a:lnTo>
                    <a:lnTo>
                      <a:pt x="61272" y="46606"/>
                    </a:lnTo>
                    <a:lnTo>
                      <a:pt x="24493" y="66660"/>
                    </a:lnTo>
                    <a:lnTo>
                      <a:pt x="2953" y="19053"/>
                    </a:lnTo>
                    <a:lnTo>
                      <a:pt x="0" y="1252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9" name="Контур"/>
              <p:cNvSpPr/>
              <p:nvPr/>
            </p:nvSpPr>
            <p:spPr>
              <a:xfrm>
                <a:off x="8081002" y="7058159"/>
                <a:ext cx="111678" cy="109860"/>
              </a:xfrm>
              <a:custGeom>
                <a:avLst/>
                <a:gdLst/>
                <a:ahLst/>
                <a:cxnLst/>
                <a:rect l="l" t="t" r="r" b="b"/>
                <a:pathLst>
                  <a:path w="111678" h="109860">
                    <a:moveTo>
                      <a:pt x="84822" y="0"/>
                    </a:moveTo>
                    <a:lnTo>
                      <a:pt x="88992" y="9216"/>
                    </a:lnTo>
                    <a:lnTo>
                      <a:pt x="111678" y="59362"/>
                    </a:lnTo>
                    <a:lnTo>
                      <a:pt x="80807" y="73328"/>
                    </a:lnTo>
                    <a:lnTo>
                      <a:pt x="86105" y="85037"/>
                    </a:lnTo>
                    <a:lnTo>
                      <a:pt x="93255" y="100842"/>
                    </a:lnTo>
                    <a:lnTo>
                      <a:pt x="73324" y="109860"/>
                    </a:lnTo>
                    <a:lnTo>
                      <a:pt x="60876" y="82346"/>
                    </a:lnTo>
                    <a:lnTo>
                      <a:pt x="47925" y="88205"/>
                    </a:lnTo>
                    <a:lnTo>
                      <a:pt x="0" y="41073"/>
                    </a:lnTo>
                    <a:lnTo>
                      <a:pt x="8482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0" name="Контур"/>
              <p:cNvSpPr/>
              <p:nvPr/>
            </p:nvSpPr>
            <p:spPr>
              <a:xfrm>
                <a:off x="7433839" y="7918923"/>
                <a:ext cx="59843" cy="62475"/>
              </a:xfrm>
              <a:custGeom>
                <a:avLst/>
                <a:gdLst/>
                <a:ahLst/>
                <a:cxnLst/>
                <a:rect l="l" t="t" r="r" b="b"/>
                <a:pathLst>
                  <a:path w="59843" h="62475">
                    <a:moveTo>
                      <a:pt x="0" y="20057"/>
                    </a:moveTo>
                    <a:lnTo>
                      <a:pt x="36593" y="0"/>
                    </a:lnTo>
                    <a:lnTo>
                      <a:pt x="59843" y="42419"/>
                    </a:lnTo>
                    <a:lnTo>
                      <a:pt x="23249" y="62475"/>
                    </a:lnTo>
                    <a:lnTo>
                      <a:pt x="0" y="2005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1" name="Контур"/>
              <p:cNvSpPr/>
              <p:nvPr/>
            </p:nvSpPr>
            <p:spPr>
              <a:xfrm>
                <a:off x="7382317" y="7927184"/>
                <a:ext cx="42316" cy="40417"/>
              </a:xfrm>
              <a:custGeom>
                <a:avLst/>
                <a:gdLst/>
                <a:ahLst/>
                <a:cxnLst/>
                <a:rect l="l" t="t" r="r" b="b"/>
                <a:pathLst>
                  <a:path w="42316" h="40417">
                    <a:moveTo>
                      <a:pt x="0" y="13722"/>
                    </a:moveTo>
                    <a:lnTo>
                      <a:pt x="30176" y="0"/>
                    </a:lnTo>
                    <a:lnTo>
                      <a:pt x="42316" y="26695"/>
                    </a:lnTo>
                    <a:lnTo>
                      <a:pt x="12139" y="40417"/>
                    </a:lnTo>
                    <a:lnTo>
                      <a:pt x="0" y="137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2" name="Контур"/>
              <p:cNvSpPr/>
              <p:nvPr/>
            </p:nvSpPr>
            <p:spPr>
              <a:xfrm>
                <a:off x="7944683" y="7557002"/>
                <a:ext cx="195716" cy="181508"/>
              </a:xfrm>
              <a:custGeom>
                <a:avLst/>
                <a:gdLst/>
                <a:ahLst/>
                <a:cxnLst/>
                <a:rect l="l" t="t" r="r" b="b"/>
                <a:pathLst>
                  <a:path w="195716" h="181508">
                    <a:moveTo>
                      <a:pt x="0" y="87594"/>
                    </a:moveTo>
                    <a:lnTo>
                      <a:pt x="134597" y="0"/>
                    </a:lnTo>
                    <a:lnTo>
                      <a:pt x="184616" y="76576"/>
                    </a:lnTo>
                    <a:lnTo>
                      <a:pt x="195716" y="93914"/>
                    </a:lnTo>
                    <a:lnTo>
                      <a:pt x="61118" y="181508"/>
                    </a:lnTo>
                    <a:lnTo>
                      <a:pt x="0" y="875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3" name="Контур"/>
              <p:cNvSpPr/>
              <p:nvPr/>
            </p:nvSpPr>
            <p:spPr>
              <a:xfrm>
                <a:off x="7270982" y="7531806"/>
                <a:ext cx="84636" cy="58176"/>
              </a:xfrm>
              <a:custGeom>
                <a:avLst/>
                <a:gdLst/>
                <a:ahLst/>
                <a:cxnLst/>
                <a:rect l="l" t="t" r="r" b="b"/>
                <a:pathLst>
                  <a:path w="84636" h="58176">
                    <a:moveTo>
                      <a:pt x="10701" y="58176"/>
                    </a:moveTo>
                    <a:lnTo>
                      <a:pt x="0" y="36234"/>
                    </a:lnTo>
                    <a:lnTo>
                      <a:pt x="5517" y="33462"/>
                    </a:lnTo>
                    <a:lnTo>
                      <a:pt x="73944" y="0"/>
                    </a:lnTo>
                    <a:lnTo>
                      <a:pt x="84636" y="21870"/>
                    </a:lnTo>
                    <a:lnTo>
                      <a:pt x="10701" y="581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4" name="Контур"/>
              <p:cNvSpPr/>
              <p:nvPr/>
            </p:nvSpPr>
            <p:spPr>
              <a:xfrm>
                <a:off x="7841462" y="7266332"/>
                <a:ext cx="404955" cy="305811"/>
              </a:xfrm>
              <a:custGeom>
                <a:avLst/>
                <a:gdLst/>
                <a:ahLst/>
                <a:cxnLst/>
                <a:rect l="l" t="t" r="r" b="b"/>
                <a:pathLst>
                  <a:path w="404955" h="305811">
                    <a:moveTo>
                      <a:pt x="370422" y="0"/>
                    </a:moveTo>
                    <a:lnTo>
                      <a:pt x="404955" y="73872"/>
                    </a:lnTo>
                    <a:lnTo>
                      <a:pt x="44019" y="305811"/>
                    </a:lnTo>
                    <a:lnTo>
                      <a:pt x="0" y="237006"/>
                    </a:lnTo>
                    <a:lnTo>
                      <a:pt x="37042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5" name="Контур"/>
              <p:cNvSpPr/>
              <p:nvPr/>
            </p:nvSpPr>
            <p:spPr>
              <a:xfrm>
                <a:off x="7110032" y="7161545"/>
                <a:ext cx="279539" cy="403723"/>
              </a:xfrm>
              <a:custGeom>
                <a:avLst/>
                <a:gdLst/>
                <a:ahLst/>
                <a:cxnLst/>
                <a:rect l="l" t="t" r="r" b="b"/>
                <a:pathLst>
                  <a:path w="279539" h="403723">
                    <a:moveTo>
                      <a:pt x="38394" y="34128"/>
                    </a:moveTo>
                    <a:lnTo>
                      <a:pt x="107424" y="0"/>
                    </a:lnTo>
                    <a:lnTo>
                      <a:pt x="217787" y="224696"/>
                    </a:lnTo>
                    <a:lnTo>
                      <a:pt x="275382" y="339723"/>
                    </a:lnTo>
                    <a:lnTo>
                      <a:pt x="279539" y="348288"/>
                    </a:lnTo>
                    <a:lnTo>
                      <a:pt x="234894" y="370261"/>
                    </a:lnTo>
                    <a:lnTo>
                      <a:pt x="166467" y="403723"/>
                    </a:lnTo>
                    <a:lnTo>
                      <a:pt x="0" y="53109"/>
                    </a:lnTo>
                    <a:lnTo>
                      <a:pt x="38394" y="3412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6" name="Контур"/>
              <p:cNvSpPr/>
              <p:nvPr/>
            </p:nvSpPr>
            <p:spPr>
              <a:xfrm>
                <a:off x="5483710" y="7225206"/>
                <a:ext cx="68587" cy="73462"/>
              </a:xfrm>
              <a:custGeom>
                <a:avLst/>
                <a:gdLst/>
                <a:ahLst/>
                <a:cxnLst/>
                <a:rect l="l" t="t" r="r" b="b"/>
                <a:pathLst>
                  <a:path w="68587" h="73462">
                    <a:moveTo>
                      <a:pt x="34293" y="73462"/>
                    </a:moveTo>
                    <a:lnTo>
                      <a:pt x="0" y="23573"/>
                    </a:lnTo>
                    <a:lnTo>
                      <a:pt x="34293" y="0"/>
                    </a:lnTo>
                    <a:lnTo>
                      <a:pt x="68587" y="49889"/>
                    </a:lnTo>
                    <a:lnTo>
                      <a:pt x="34293" y="734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7" name="Контур"/>
              <p:cNvSpPr/>
              <p:nvPr/>
            </p:nvSpPr>
            <p:spPr>
              <a:xfrm>
                <a:off x="6508797" y="6768642"/>
                <a:ext cx="77111" cy="79853"/>
              </a:xfrm>
              <a:custGeom>
                <a:avLst/>
                <a:gdLst/>
                <a:ahLst/>
                <a:cxnLst/>
                <a:rect l="l" t="t" r="r" b="b"/>
                <a:pathLst>
                  <a:path w="77111" h="79853">
                    <a:moveTo>
                      <a:pt x="31368" y="79853"/>
                    </a:moveTo>
                    <a:lnTo>
                      <a:pt x="0" y="27308"/>
                    </a:lnTo>
                    <a:lnTo>
                      <a:pt x="45744" y="0"/>
                    </a:lnTo>
                    <a:lnTo>
                      <a:pt x="77111" y="52545"/>
                    </a:lnTo>
                    <a:lnTo>
                      <a:pt x="31368" y="798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8" name="Контур"/>
              <p:cNvSpPr/>
              <p:nvPr/>
            </p:nvSpPr>
            <p:spPr>
              <a:xfrm>
                <a:off x="6896056" y="6631253"/>
                <a:ext cx="98713" cy="103844"/>
              </a:xfrm>
              <a:custGeom>
                <a:avLst/>
                <a:gdLst/>
                <a:ahLst/>
                <a:cxnLst/>
                <a:rect l="l" t="t" r="r" b="b"/>
                <a:pathLst>
                  <a:path w="98713" h="103844">
                    <a:moveTo>
                      <a:pt x="0" y="30851"/>
                    </a:moveTo>
                    <a:lnTo>
                      <a:pt x="62927" y="0"/>
                    </a:lnTo>
                    <a:lnTo>
                      <a:pt x="98713" y="72992"/>
                    </a:lnTo>
                    <a:lnTo>
                      <a:pt x="35788" y="103844"/>
                    </a:lnTo>
                    <a:lnTo>
                      <a:pt x="0" y="3085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9" name="Контур"/>
              <p:cNvSpPr/>
              <p:nvPr/>
            </p:nvSpPr>
            <p:spPr>
              <a:xfrm>
                <a:off x="6057194" y="6218872"/>
                <a:ext cx="124514" cy="99832"/>
              </a:xfrm>
              <a:custGeom>
                <a:avLst/>
                <a:gdLst/>
                <a:ahLst/>
                <a:cxnLst/>
                <a:rect l="l" t="t" r="r" b="b"/>
                <a:pathLst>
                  <a:path w="124514" h="99832">
                    <a:moveTo>
                      <a:pt x="99269" y="0"/>
                    </a:moveTo>
                    <a:lnTo>
                      <a:pt x="111806" y="18723"/>
                    </a:lnTo>
                    <a:lnTo>
                      <a:pt x="124514" y="37702"/>
                    </a:lnTo>
                    <a:lnTo>
                      <a:pt x="22932" y="99832"/>
                    </a:lnTo>
                    <a:lnTo>
                      <a:pt x="0" y="61987"/>
                    </a:lnTo>
                    <a:lnTo>
                      <a:pt x="10296" y="55489"/>
                    </a:lnTo>
                    <a:lnTo>
                      <a:pt x="68481" y="18796"/>
                    </a:lnTo>
                    <a:lnTo>
                      <a:pt x="9926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0" name="Контур"/>
              <p:cNvSpPr/>
              <p:nvPr/>
            </p:nvSpPr>
            <p:spPr>
              <a:xfrm>
                <a:off x="6742858" y="6436938"/>
                <a:ext cx="60609" cy="65799"/>
              </a:xfrm>
              <a:custGeom>
                <a:avLst/>
                <a:gdLst/>
                <a:ahLst/>
                <a:cxnLst/>
                <a:rect l="l" t="t" r="r" b="b"/>
                <a:pathLst>
                  <a:path w="60609" h="65799">
                    <a:moveTo>
                      <a:pt x="37320" y="0"/>
                    </a:moveTo>
                    <a:lnTo>
                      <a:pt x="60609" y="47502"/>
                    </a:lnTo>
                    <a:lnTo>
                      <a:pt x="23291" y="65799"/>
                    </a:lnTo>
                    <a:lnTo>
                      <a:pt x="0" y="18297"/>
                    </a:lnTo>
                    <a:lnTo>
                      <a:pt x="3732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1" name="Контур"/>
              <p:cNvSpPr/>
              <p:nvPr/>
            </p:nvSpPr>
            <p:spPr>
              <a:xfrm>
                <a:off x="5804708" y="5820995"/>
                <a:ext cx="320967" cy="453366"/>
              </a:xfrm>
              <a:custGeom>
                <a:avLst/>
                <a:gdLst/>
                <a:ahLst/>
                <a:cxnLst/>
                <a:rect l="l" t="t" r="r" b="b"/>
                <a:pathLst>
                  <a:path w="320967" h="453366">
                    <a:moveTo>
                      <a:pt x="51102" y="4482"/>
                    </a:moveTo>
                    <a:lnTo>
                      <a:pt x="58203" y="0"/>
                    </a:lnTo>
                    <a:lnTo>
                      <a:pt x="132840" y="118359"/>
                    </a:lnTo>
                    <a:lnTo>
                      <a:pt x="320967" y="416673"/>
                    </a:lnTo>
                    <a:lnTo>
                      <a:pt x="262782" y="453366"/>
                    </a:lnTo>
                    <a:lnTo>
                      <a:pt x="245862" y="426528"/>
                    </a:lnTo>
                    <a:lnTo>
                      <a:pt x="0" y="36702"/>
                    </a:lnTo>
                    <a:lnTo>
                      <a:pt x="51102" y="44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2" name="Контур"/>
              <p:cNvSpPr/>
              <p:nvPr/>
            </p:nvSpPr>
            <p:spPr>
              <a:xfrm>
                <a:off x="5832347" y="7160969"/>
                <a:ext cx="753507" cy="527580"/>
              </a:xfrm>
              <a:custGeom>
                <a:avLst/>
                <a:gdLst/>
                <a:ahLst/>
                <a:cxnLst/>
                <a:rect l="l" t="t" r="r" b="b"/>
                <a:pathLst>
                  <a:path w="753507" h="527580">
                    <a:moveTo>
                      <a:pt x="693972" y="0"/>
                    </a:moveTo>
                    <a:lnTo>
                      <a:pt x="741942" y="77076"/>
                    </a:lnTo>
                    <a:lnTo>
                      <a:pt x="753507" y="95661"/>
                    </a:lnTo>
                    <a:lnTo>
                      <a:pt x="421774" y="301838"/>
                    </a:lnTo>
                    <a:lnTo>
                      <a:pt x="147416" y="472830"/>
                    </a:lnTo>
                    <a:lnTo>
                      <a:pt x="59436" y="527580"/>
                    </a:lnTo>
                    <a:lnTo>
                      <a:pt x="0" y="432279"/>
                    </a:lnTo>
                    <a:lnTo>
                      <a:pt x="468603" y="140256"/>
                    </a:lnTo>
                    <a:lnTo>
                      <a:pt x="69397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3" name="Контур"/>
              <p:cNvSpPr/>
              <p:nvPr/>
            </p:nvSpPr>
            <p:spPr>
              <a:xfrm>
                <a:off x="5689310" y="6889934"/>
                <a:ext cx="974799" cy="719941"/>
              </a:xfrm>
              <a:custGeom>
                <a:avLst/>
                <a:gdLst/>
                <a:ahLst/>
                <a:cxnLst/>
                <a:rect l="l" t="t" r="r" b="b"/>
                <a:pathLst>
                  <a:path w="974799" h="719941">
                    <a:moveTo>
                      <a:pt x="117154" y="719941"/>
                    </a:moveTo>
                    <a:lnTo>
                      <a:pt x="0" y="534852"/>
                    </a:lnTo>
                    <a:lnTo>
                      <a:pt x="859491" y="0"/>
                    </a:lnTo>
                    <a:lnTo>
                      <a:pt x="974799" y="185274"/>
                    </a:lnTo>
                    <a:lnTo>
                      <a:pt x="837009" y="271035"/>
                    </a:lnTo>
                    <a:lnTo>
                      <a:pt x="611640" y="411291"/>
                    </a:lnTo>
                    <a:lnTo>
                      <a:pt x="143037" y="703314"/>
                    </a:lnTo>
                    <a:lnTo>
                      <a:pt x="117154" y="7199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4" name="Контур"/>
              <p:cNvSpPr/>
              <p:nvPr/>
            </p:nvSpPr>
            <p:spPr>
              <a:xfrm>
                <a:off x="4889957" y="7337087"/>
                <a:ext cx="231573" cy="211615"/>
              </a:xfrm>
              <a:custGeom>
                <a:avLst/>
                <a:gdLst/>
                <a:ahLst/>
                <a:cxnLst/>
                <a:rect l="l" t="t" r="r" b="b"/>
                <a:pathLst>
                  <a:path w="231573" h="211615">
                    <a:moveTo>
                      <a:pt x="161365" y="0"/>
                    </a:moveTo>
                    <a:lnTo>
                      <a:pt x="231573" y="110227"/>
                    </a:lnTo>
                    <a:lnTo>
                      <a:pt x="69463" y="211615"/>
                    </a:lnTo>
                    <a:lnTo>
                      <a:pt x="0" y="104817"/>
                    </a:lnTo>
                    <a:lnTo>
                      <a:pt x="84258" y="50457"/>
                    </a:lnTo>
                    <a:lnTo>
                      <a:pt x="16136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5" name="Контур"/>
              <p:cNvSpPr/>
              <p:nvPr/>
            </p:nvSpPr>
            <p:spPr>
              <a:xfrm>
                <a:off x="5209931" y="7125351"/>
                <a:ext cx="260932" cy="265345"/>
              </a:xfrm>
              <a:custGeom>
                <a:avLst/>
                <a:gdLst/>
                <a:ahLst/>
                <a:cxnLst/>
                <a:rect l="l" t="t" r="r" b="b"/>
                <a:pathLst>
                  <a:path w="260932" h="265345">
                    <a:moveTo>
                      <a:pt x="0" y="125012"/>
                    </a:moveTo>
                    <a:lnTo>
                      <a:pt x="197230" y="0"/>
                    </a:lnTo>
                    <a:lnTo>
                      <a:pt x="260932" y="94985"/>
                    </a:lnTo>
                    <a:lnTo>
                      <a:pt x="218056" y="124400"/>
                    </a:lnTo>
                    <a:lnTo>
                      <a:pt x="243782" y="169747"/>
                    </a:lnTo>
                    <a:lnTo>
                      <a:pt x="90652" y="265345"/>
                    </a:lnTo>
                    <a:lnTo>
                      <a:pt x="0" y="1250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6" name="Контур"/>
              <p:cNvSpPr/>
              <p:nvPr/>
            </p:nvSpPr>
            <p:spPr>
              <a:xfrm>
                <a:off x="6526319" y="7075208"/>
                <a:ext cx="373878" cy="466056"/>
              </a:xfrm>
              <a:custGeom>
                <a:avLst/>
                <a:gdLst/>
                <a:ahLst/>
                <a:cxnLst/>
                <a:rect l="l" t="t" r="r" b="b"/>
                <a:pathLst>
                  <a:path w="373878" h="466056">
                    <a:moveTo>
                      <a:pt x="373878" y="381096"/>
                    </a:moveTo>
                    <a:lnTo>
                      <a:pt x="242460" y="462717"/>
                    </a:lnTo>
                    <a:lnTo>
                      <a:pt x="237078" y="466056"/>
                    </a:lnTo>
                    <a:lnTo>
                      <a:pt x="59535" y="181422"/>
                    </a:lnTo>
                    <a:lnTo>
                      <a:pt x="47970" y="162837"/>
                    </a:lnTo>
                    <a:lnTo>
                      <a:pt x="0" y="85761"/>
                    </a:lnTo>
                    <a:lnTo>
                      <a:pt x="137790" y="0"/>
                    </a:lnTo>
                    <a:lnTo>
                      <a:pt x="373878" y="38109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7" name="Контур"/>
              <p:cNvSpPr/>
              <p:nvPr/>
            </p:nvSpPr>
            <p:spPr>
              <a:xfrm>
                <a:off x="5086407" y="7270065"/>
                <a:ext cx="113013" cy="107239"/>
              </a:xfrm>
              <a:custGeom>
                <a:avLst/>
                <a:gdLst/>
                <a:ahLst/>
                <a:cxnLst/>
                <a:rect l="l" t="t" r="r" b="b"/>
                <a:pathLst>
                  <a:path w="113013" h="107239">
                    <a:moveTo>
                      <a:pt x="0" y="45053"/>
                    </a:moveTo>
                    <a:lnTo>
                      <a:pt x="76287" y="0"/>
                    </a:lnTo>
                    <a:lnTo>
                      <a:pt x="113013" y="62186"/>
                    </a:lnTo>
                    <a:lnTo>
                      <a:pt x="36726" y="107239"/>
                    </a:lnTo>
                    <a:lnTo>
                      <a:pt x="0" y="450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8" name="Контур"/>
              <p:cNvSpPr/>
              <p:nvPr/>
            </p:nvSpPr>
            <p:spPr>
              <a:xfrm>
                <a:off x="4923792" y="7755608"/>
                <a:ext cx="411037" cy="316033"/>
              </a:xfrm>
              <a:custGeom>
                <a:avLst/>
                <a:gdLst/>
                <a:ahLst/>
                <a:cxnLst/>
                <a:rect l="l" t="t" r="r" b="b"/>
                <a:pathLst>
                  <a:path w="411037" h="316033">
                    <a:moveTo>
                      <a:pt x="51380" y="316033"/>
                    </a:moveTo>
                    <a:lnTo>
                      <a:pt x="0" y="224173"/>
                    </a:lnTo>
                    <a:lnTo>
                      <a:pt x="339444" y="0"/>
                    </a:lnTo>
                    <a:lnTo>
                      <a:pt x="411037" y="107028"/>
                    </a:lnTo>
                    <a:lnTo>
                      <a:pt x="392085" y="120512"/>
                    </a:lnTo>
                    <a:lnTo>
                      <a:pt x="408510" y="146217"/>
                    </a:lnTo>
                    <a:lnTo>
                      <a:pt x="359235" y="175713"/>
                    </a:lnTo>
                    <a:lnTo>
                      <a:pt x="341126" y="147480"/>
                    </a:lnTo>
                    <a:lnTo>
                      <a:pt x="51380" y="3160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9" name="Контур"/>
              <p:cNvSpPr/>
              <p:nvPr/>
            </p:nvSpPr>
            <p:spPr>
              <a:xfrm>
                <a:off x="6814269" y="7802813"/>
                <a:ext cx="160517" cy="253082"/>
              </a:xfrm>
              <a:custGeom>
                <a:avLst/>
                <a:gdLst/>
                <a:ahLst/>
                <a:cxnLst/>
                <a:rect l="l" t="t" r="r" b="b"/>
                <a:pathLst>
                  <a:path w="160517" h="253082">
                    <a:moveTo>
                      <a:pt x="0" y="16766"/>
                    </a:moveTo>
                    <a:lnTo>
                      <a:pt x="30466" y="0"/>
                    </a:lnTo>
                    <a:lnTo>
                      <a:pt x="160517" y="236316"/>
                    </a:lnTo>
                    <a:lnTo>
                      <a:pt x="130051" y="253082"/>
                    </a:lnTo>
                    <a:lnTo>
                      <a:pt x="0" y="1676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0" name="Контур"/>
              <p:cNvSpPr/>
              <p:nvPr/>
            </p:nvSpPr>
            <p:spPr>
              <a:xfrm>
                <a:off x="5312257" y="7764530"/>
                <a:ext cx="112251" cy="121849"/>
              </a:xfrm>
              <a:custGeom>
                <a:avLst/>
                <a:gdLst/>
                <a:ahLst/>
                <a:cxnLst/>
                <a:rect l="l" t="t" r="r" b="b"/>
                <a:pathLst>
                  <a:path w="112251" h="121849">
                    <a:moveTo>
                      <a:pt x="54736" y="121849"/>
                    </a:moveTo>
                    <a:lnTo>
                      <a:pt x="0" y="37183"/>
                    </a:lnTo>
                    <a:lnTo>
                      <a:pt x="57515" y="0"/>
                    </a:lnTo>
                    <a:lnTo>
                      <a:pt x="112251" y="84666"/>
                    </a:lnTo>
                    <a:lnTo>
                      <a:pt x="54736" y="1218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1" name="Контур"/>
              <p:cNvSpPr/>
              <p:nvPr/>
            </p:nvSpPr>
            <p:spPr>
              <a:xfrm>
                <a:off x="5450837" y="7424786"/>
                <a:ext cx="413595" cy="576126"/>
              </a:xfrm>
              <a:custGeom>
                <a:avLst/>
                <a:gdLst/>
                <a:ahLst/>
                <a:cxnLst/>
                <a:rect l="l" t="t" r="r" b="b"/>
                <a:pathLst>
                  <a:path w="413595" h="576126">
                    <a:moveTo>
                      <a:pt x="0" y="153198"/>
                    </a:moveTo>
                    <a:lnTo>
                      <a:pt x="222597" y="10197"/>
                    </a:lnTo>
                    <a:lnTo>
                      <a:pt x="238473" y="0"/>
                    </a:lnTo>
                    <a:lnTo>
                      <a:pt x="355627" y="185089"/>
                    </a:lnTo>
                    <a:lnTo>
                      <a:pt x="369550" y="206763"/>
                    </a:lnTo>
                    <a:lnTo>
                      <a:pt x="316200" y="240904"/>
                    </a:lnTo>
                    <a:lnTo>
                      <a:pt x="274256" y="267979"/>
                    </a:lnTo>
                    <a:lnTo>
                      <a:pt x="291575" y="294242"/>
                    </a:lnTo>
                    <a:lnTo>
                      <a:pt x="413595" y="484887"/>
                    </a:lnTo>
                    <a:lnTo>
                      <a:pt x="271557" y="576126"/>
                    </a:lnTo>
                    <a:lnTo>
                      <a:pt x="0" y="15319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2" name="Контур"/>
              <p:cNvSpPr/>
              <p:nvPr/>
            </p:nvSpPr>
            <p:spPr>
              <a:xfrm>
                <a:off x="5979763" y="7462807"/>
                <a:ext cx="315581" cy="236443"/>
              </a:xfrm>
              <a:custGeom>
                <a:avLst/>
                <a:gdLst/>
                <a:ahLst/>
                <a:cxnLst/>
                <a:rect l="l" t="t" r="r" b="b"/>
                <a:pathLst>
                  <a:path w="315581" h="236443">
                    <a:moveTo>
                      <a:pt x="40729" y="236443"/>
                    </a:moveTo>
                    <a:lnTo>
                      <a:pt x="0" y="170992"/>
                    </a:lnTo>
                    <a:lnTo>
                      <a:pt x="274358" y="0"/>
                    </a:lnTo>
                    <a:lnTo>
                      <a:pt x="315581" y="65404"/>
                    </a:lnTo>
                    <a:lnTo>
                      <a:pt x="40729" y="2364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3" name="Контур"/>
              <p:cNvSpPr/>
              <p:nvPr/>
            </p:nvSpPr>
            <p:spPr>
              <a:xfrm>
                <a:off x="5725093" y="7665690"/>
                <a:ext cx="58740" cy="53338"/>
              </a:xfrm>
              <a:custGeom>
                <a:avLst/>
                <a:gdLst/>
                <a:ahLst/>
                <a:cxnLst/>
                <a:rect l="l" t="t" r="r" b="b"/>
                <a:pathLst>
                  <a:path w="58740" h="53338">
                    <a:moveTo>
                      <a:pt x="41944" y="0"/>
                    </a:moveTo>
                    <a:lnTo>
                      <a:pt x="58740" y="25528"/>
                    </a:lnTo>
                    <a:lnTo>
                      <a:pt x="17319" y="53338"/>
                    </a:lnTo>
                    <a:lnTo>
                      <a:pt x="0" y="27075"/>
                    </a:lnTo>
                    <a:lnTo>
                      <a:pt x="4194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4" name="Контур"/>
              <p:cNvSpPr/>
              <p:nvPr/>
            </p:nvSpPr>
            <p:spPr>
              <a:xfrm>
                <a:off x="4598929" y="6605000"/>
                <a:ext cx="122157" cy="140305"/>
              </a:xfrm>
              <a:custGeom>
                <a:avLst/>
                <a:gdLst/>
                <a:ahLst/>
                <a:cxnLst/>
                <a:rect l="l" t="t" r="r" b="b"/>
                <a:pathLst>
                  <a:path w="122157" h="140305">
                    <a:moveTo>
                      <a:pt x="64600" y="0"/>
                    </a:moveTo>
                    <a:lnTo>
                      <a:pt x="122157" y="86383"/>
                    </a:lnTo>
                    <a:lnTo>
                      <a:pt x="41228" y="140305"/>
                    </a:lnTo>
                    <a:lnTo>
                      <a:pt x="0" y="78429"/>
                    </a:lnTo>
                    <a:lnTo>
                      <a:pt x="17666" y="66659"/>
                    </a:lnTo>
                    <a:lnTo>
                      <a:pt x="1336" y="42152"/>
                    </a:lnTo>
                    <a:lnTo>
                      <a:pt x="6460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5" name="Контур"/>
              <p:cNvSpPr/>
              <p:nvPr/>
            </p:nvSpPr>
            <p:spPr>
              <a:xfrm>
                <a:off x="4340707" y="6159350"/>
                <a:ext cx="582370" cy="433993"/>
              </a:xfrm>
              <a:custGeom>
                <a:avLst/>
                <a:gdLst/>
                <a:ahLst/>
                <a:cxnLst/>
                <a:rect l="l" t="t" r="r" b="b"/>
                <a:pathLst>
                  <a:path w="582370" h="433993">
                    <a:moveTo>
                      <a:pt x="582370" y="101754"/>
                    </a:moveTo>
                    <a:lnTo>
                      <a:pt x="59914" y="433993"/>
                    </a:lnTo>
                    <a:lnTo>
                      <a:pt x="0" y="342534"/>
                    </a:lnTo>
                    <a:lnTo>
                      <a:pt x="38495" y="317186"/>
                    </a:lnTo>
                    <a:lnTo>
                      <a:pt x="87968" y="284343"/>
                    </a:lnTo>
                    <a:lnTo>
                      <a:pt x="225181" y="194351"/>
                    </a:lnTo>
                    <a:lnTo>
                      <a:pt x="272227" y="161524"/>
                    </a:lnTo>
                    <a:lnTo>
                      <a:pt x="517804" y="0"/>
                    </a:lnTo>
                    <a:lnTo>
                      <a:pt x="582370" y="1017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6" name="Контур"/>
              <p:cNvSpPr/>
              <p:nvPr/>
            </p:nvSpPr>
            <p:spPr>
              <a:xfrm>
                <a:off x="4231164" y="6179489"/>
                <a:ext cx="67023" cy="72128"/>
              </a:xfrm>
              <a:custGeom>
                <a:avLst/>
                <a:gdLst/>
                <a:ahLst/>
                <a:cxnLst/>
                <a:rect l="l" t="t" r="r" b="b"/>
                <a:pathLst>
                  <a:path w="67023" h="72128">
                    <a:moveTo>
                      <a:pt x="0" y="22653"/>
                    </a:moveTo>
                    <a:lnTo>
                      <a:pt x="32019" y="0"/>
                    </a:lnTo>
                    <a:lnTo>
                      <a:pt x="67023" y="49475"/>
                    </a:lnTo>
                    <a:lnTo>
                      <a:pt x="35005" y="72128"/>
                    </a:lnTo>
                    <a:lnTo>
                      <a:pt x="0" y="226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7" name="Контур"/>
              <p:cNvSpPr/>
              <p:nvPr/>
            </p:nvSpPr>
            <p:spPr>
              <a:xfrm>
                <a:off x="4250883" y="6330188"/>
                <a:ext cx="128319" cy="171696"/>
              </a:xfrm>
              <a:custGeom>
                <a:avLst/>
                <a:gdLst/>
                <a:ahLst/>
                <a:cxnLst/>
                <a:rect l="l" t="t" r="r" b="b"/>
                <a:pathLst>
                  <a:path w="128319" h="171696">
                    <a:moveTo>
                      <a:pt x="89824" y="171696"/>
                    </a:moveTo>
                    <a:lnTo>
                      <a:pt x="0" y="26176"/>
                    </a:lnTo>
                    <a:lnTo>
                      <a:pt x="40015" y="0"/>
                    </a:lnTo>
                    <a:lnTo>
                      <a:pt x="128319" y="146348"/>
                    </a:lnTo>
                    <a:lnTo>
                      <a:pt x="89824" y="17169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8" name="Контур"/>
              <p:cNvSpPr/>
              <p:nvPr/>
            </p:nvSpPr>
            <p:spPr>
              <a:xfrm>
                <a:off x="4313595" y="5703269"/>
                <a:ext cx="830346" cy="587965"/>
              </a:xfrm>
              <a:custGeom>
                <a:avLst/>
                <a:gdLst/>
                <a:ahLst/>
                <a:cxnLst/>
                <a:rect l="l" t="t" r="r" b="b"/>
                <a:pathLst>
                  <a:path w="830346" h="587965">
                    <a:moveTo>
                      <a:pt x="429752" y="25386"/>
                    </a:moveTo>
                    <a:lnTo>
                      <a:pt x="534422" y="171186"/>
                    </a:lnTo>
                    <a:lnTo>
                      <a:pt x="745578" y="22524"/>
                    </a:lnTo>
                    <a:lnTo>
                      <a:pt x="830346" y="138416"/>
                    </a:lnTo>
                    <a:lnTo>
                      <a:pt x="255753" y="555139"/>
                    </a:lnTo>
                    <a:lnTo>
                      <a:pt x="208707" y="587965"/>
                    </a:lnTo>
                    <a:lnTo>
                      <a:pt x="0" y="302387"/>
                    </a:lnTo>
                    <a:lnTo>
                      <a:pt x="413044" y="0"/>
                    </a:lnTo>
                    <a:lnTo>
                      <a:pt x="429752" y="2538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9" name="Контур"/>
              <p:cNvSpPr/>
              <p:nvPr/>
            </p:nvSpPr>
            <p:spPr>
              <a:xfrm>
                <a:off x="4858511" y="5806335"/>
                <a:ext cx="574069" cy="454769"/>
              </a:xfrm>
              <a:custGeom>
                <a:avLst/>
                <a:gdLst/>
                <a:ahLst/>
                <a:cxnLst/>
                <a:rect l="l" t="t" r="r" b="b"/>
                <a:pathLst>
                  <a:path w="574069" h="454769">
                    <a:moveTo>
                      <a:pt x="0" y="353015"/>
                    </a:moveTo>
                    <a:lnTo>
                      <a:pt x="487453" y="0"/>
                    </a:lnTo>
                    <a:lnTo>
                      <a:pt x="574069" y="118622"/>
                    </a:lnTo>
                    <a:lnTo>
                      <a:pt x="64566" y="454769"/>
                    </a:lnTo>
                    <a:lnTo>
                      <a:pt x="0" y="3530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0" name="Контур"/>
              <p:cNvSpPr/>
              <p:nvPr/>
            </p:nvSpPr>
            <p:spPr>
              <a:xfrm>
                <a:off x="4240517" y="6918302"/>
                <a:ext cx="455850" cy="406827"/>
              </a:xfrm>
              <a:custGeom>
                <a:avLst/>
                <a:gdLst/>
                <a:ahLst/>
                <a:cxnLst/>
                <a:rect l="l" t="t" r="r" b="b"/>
                <a:pathLst>
                  <a:path w="455850" h="406827">
                    <a:moveTo>
                      <a:pt x="0" y="209682"/>
                    </a:moveTo>
                    <a:lnTo>
                      <a:pt x="330930" y="0"/>
                    </a:lnTo>
                    <a:lnTo>
                      <a:pt x="455850" y="197163"/>
                    </a:lnTo>
                    <a:lnTo>
                      <a:pt x="124875" y="406827"/>
                    </a:lnTo>
                    <a:lnTo>
                      <a:pt x="0" y="2096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1" name="Контур"/>
              <p:cNvSpPr/>
              <p:nvPr/>
            </p:nvSpPr>
            <p:spPr>
              <a:xfrm>
                <a:off x="3548926" y="6519557"/>
                <a:ext cx="849397" cy="658701"/>
              </a:xfrm>
              <a:custGeom>
                <a:avLst/>
                <a:gdLst/>
                <a:ahLst/>
                <a:cxnLst/>
                <a:rect l="l" t="t" r="r" b="b"/>
                <a:pathLst>
                  <a:path w="849397" h="658701">
                    <a:moveTo>
                      <a:pt x="350527" y="658701"/>
                    </a:moveTo>
                    <a:lnTo>
                      <a:pt x="248584" y="500112"/>
                    </a:lnTo>
                    <a:lnTo>
                      <a:pt x="242977" y="503721"/>
                    </a:lnTo>
                    <a:lnTo>
                      <a:pt x="134257" y="573597"/>
                    </a:lnTo>
                    <a:lnTo>
                      <a:pt x="0" y="390778"/>
                    </a:lnTo>
                    <a:lnTo>
                      <a:pt x="10644" y="383857"/>
                    </a:lnTo>
                    <a:lnTo>
                      <a:pt x="43111" y="362031"/>
                    </a:lnTo>
                    <a:lnTo>
                      <a:pt x="89671" y="425547"/>
                    </a:lnTo>
                    <a:lnTo>
                      <a:pt x="673357" y="0"/>
                    </a:lnTo>
                    <a:lnTo>
                      <a:pt x="849397" y="241488"/>
                    </a:lnTo>
                    <a:lnTo>
                      <a:pt x="822919" y="260784"/>
                    </a:lnTo>
                    <a:lnTo>
                      <a:pt x="848200" y="295461"/>
                    </a:lnTo>
                    <a:lnTo>
                      <a:pt x="350527" y="6587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2" name="Контур"/>
              <p:cNvSpPr/>
              <p:nvPr/>
            </p:nvSpPr>
            <p:spPr>
              <a:xfrm>
                <a:off x="4675277" y="6775751"/>
                <a:ext cx="206274" cy="256013"/>
              </a:xfrm>
              <a:custGeom>
                <a:avLst/>
                <a:gdLst/>
                <a:ahLst/>
                <a:cxnLst/>
                <a:rect l="l" t="t" r="r" b="b"/>
                <a:pathLst>
                  <a:path w="206274" h="256013">
                    <a:moveTo>
                      <a:pt x="0" y="46464"/>
                    </a:moveTo>
                    <a:lnTo>
                      <a:pt x="73121" y="0"/>
                    </a:lnTo>
                    <a:lnTo>
                      <a:pt x="206274" y="209550"/>
                    </a:lnTo>
                    <a:lnTo>
                      <a:pt x="133153" y="256013"/>
                    </a:lnTo>
                    <a:lnTo>
                      <a:pt x="0" y="464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3" name="Контур"/>
              <p:cNvSpPr/>
              <p:nvPr/>
            </p:nvSpPr>
            <p:spPr>
              <a:xfrm>
                <a:off x="4858295" y="5857697"/>
                <a:ext cx="1209195" cy="1013562"/>
              </a:xfrm>
              <a:custGeom>
                <a:avLst/>
                <a:gdLst/>
                <a:ahLst/>
                <a:cxnLst/>
                <a:rect l="l" t="t" r="r" b="b"/>
                <a:pathLst>
                  <a:path w="1209195" h="1013562">
                    <a:moveTo>
                      <a:pt x="262782" y="1013562"/>
                    </a:moveTo>
                    <a:lnTo>
                      <a:pt x="242253" y="981009"/>
                    </a:lnTo>
                    <a:lnTo>
                      <a:pt x="0" y="596898"/>
                    </a:lnTo>
                    <a:lnTo>
                      <a:pt x="787185" y="100422"/>
                    </a:lnTo>
                    <a:lnTo>
                      <a:pt x="810828" y="85509"/>
                    </a:lnTo>
                    <a:lnTo>
                      <a:pt x="825012" y="76563"/>
                    </a:lnTo>
                    <a:lnTo>
                      <a:pt x="946413" y="0"/>
                    </a:lnTo>
                    <a:lnTo>
                      <a:pt x="1192275" y="389826"/>
                    </a:lnTo>
                    <a:lnTo>
                      <a:pt x="1209195" y="416664"/>
                    </a:lnTo>
                    <a:lnTo>
                      <a:pt x="1198899" y="423162"/>
                    </a:lnTo>
                    <a:lnTo>
                      <a:pt x="262782" y="10135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4" name="Контур"/>
              <p:cNvSpPr/>
              <p:nvPr/>
            </p:nvSpPr>
            <p:spPr>
              <a:xfrm>
                <a:off x="3650972" y="6709754"/>
                <a:ext cx="57024" cy="52272"/>
              </a:xfrm>
              <a:custGeom>
                <a:avLst/>
                <a:gdLst/>
                <a:ahLst/>
                <a:cxnLst/>
                <a:rect l="l" t="t" r="r" b="b"/>
                <a:pathLst>
                  <a:path w="57024" h="52272">
                    <a:moveTo>
                      <a:pt x="0" y="28890"/>
                    </a:moveTo>
                    <a:lnTo>
                      <a:pt x="40248" y="0"/>
                    </a:lnTo>
                    <a:lnTo>
                      <a:pt x="57024" y="23472"/>
                    </a:lnTo>
                    <a:lnTo>
                      <a:pt x="16704" y="52272"/>
                    </a:lnTo>
                    <a:lnTo>
                      <a:pt x="0" y="288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5" name="Контур"/>
              <p:cNvSpPr/>
              <p:nvPr/>
            </p:nvSpPr>
            <p:spPr>
              <a:xfrm>
                <a:off x="4782938" y="6454595"/>
                <a:ext cx="338139" cy="463410"/>
              </a:xfrm>
              <a:custGeom>
                <a:avLst/>
                <a:gdLst/>
                <a:ahLst/>
                <a:cxnLst/>
                <a:rect l="l" t="t" r="r" b="b"/>
                <a:pathLst>
                  <a:path w="338139" h="463410">
                    <a:moveTo>
                      <a:pt x="0" y="47520"/>
                    </a:moveTo>
                    <a:lnTo>
                      <a:pt x="75357" y="0"/>
                    </a:lnTo>
                    <a:lnTo>
                      <a:pt x="317610" y="384111"/>
                    </a:lnTo>
                    <a:lnTo>
                      <a:pt x="338139" y="416664"/>
                    </a:lnTo>
                    <a:lnTo>
                      <a:pt x="264024" y="463410"/>
                    </a:lnTo>
                    <a:lnTo>
                      <a:pt x="0" y="475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6" name="Контур"/>
              <p:cNvSpPr/>
              <p:nvPr/>
            </p:nvSpPr>
            <p:spPr>
              <a:xfrm>
                <a:off x="3658270" y="7775487"/>
                <a:ext cx="207728" cy="162891"/>
              </a:xfrm>
              <a:custGeom>
                <a:avLst/>
                <a:gdLst/>
                <a:ahLst/>
                <a:cxnLst/>
                <a:rect l="l" t="t" r="r" b="b"/>
                <a:pathLst>
                  <a:path w="207728" h="162891">
                    <a:moveTo>
                      <a:pt x="0" y="114985"/>
                    </a:moveTo>
                    <a:lnTo>
                      <a:pt x="176522" y="0"/>
                    </a:lnTo>
                    <a:lnTo>
                      <a:pt x="207728" y="47906"/>
                    </a:lnTo>
                    <a:lnTo>
                      <a:pt x="31206" y="162891"/>
                    </a:lnTo>
                    <a:lnTo>
                      <a:pt x="0" y="1149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7" name="Контур"/>
              <p:cNvSpPr/>
              <p:nvPr/>
            </p:nvSpPr>
            <p:spPr>
              <a:xfrm>
                <a:off x="4813318" y="7441904"/>
                <a:ext cx="146102" cy="125772"/>
              </a:xfrm>
              <a:custGeom>
                <a:avLst/>
                <a:gdLst/>
                <a:ahLst/>
                <a:cxnLst/>
                <a:rect l="l" t="t" r="r" b="b"/>
                <a:pathLst>
                  <a:path w="146102" h="125772">
                    <a:moveTo>
                      <a:pt x="76639" y="0"/>
                    </a:moveTo>
                    <a:lnTo>
                      <a:pt x="146102" y="106798"/>
                    </a:lnTo>
                    <a:lnTo>
                      <a:pt x="124506" y="120844"/>
                    </a:lnTo>
                    <a:lnTo>
                      <a:pt x="104425" y="89970"/>
                    </a:lnTo>
                    <a:lnTo>
                      <a:pt x="49381" y="125772"/>
                    </a:lnTo>
                    <a:lnTo>
                      <a:pt x="0" y="49848"/>
                    </a:lnTo>
                    <a:lnTo>
                      <a:pt x="7663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8" name="Контур"/>
              <p:cNvSpPr/>
              <p:nvPr/>
            </p:nvSpPr>
            <p:spPr>
              <a:xfrm>
                <a:off x="3988940" y="7202672"/>
                <a:ext cx="342081" cy="349652"/>
              </a:xfrm>
              <a:custGeom>
                <a:avLst/>
                <a:gdLst/>
                <a:ahLst/>
                <a:cxnLst/>
                <a:rect l="l" t="t" r="r" b="b"/>
                <a:pathLst>
                  <a:path w="342081" h="349652">
                    <a:moveTo>
                      <a:pt x="228702" y="0"/>
                    </a:moveTo>
                    <a:lnTo>
                      <a:pt x="342081" y="173910"/>
                    </a:lnTo>
                    <a:lnTo>
                      <a:pt x="69958" y="349652"/>
                    </a:lnTo>
                    <a:lnTo>
                      <a:pt x="7118" y="256069"/>
                    </a:lnTo>
                    <a:lnTo>
                      <a:pt x="50735" y="226782"/>
                    </a:lnTo>
                    <a:lnTo>
                      <a:pt x="0" y="147324"/>
                    </a:lnTo>
                    <a:lnTo>
                      <a:pt x="34324" y="126123"/>
                    </a:lnTo>
                    <a:lnTo>
                      <a:pt x="22870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9" name="Контур"/>
              <p:cNvSpPr/>
              <p:nvPr/>
            </p:nvSpPr>
            <p:spPr>
              <a:xfrm>
                <a:off x="3655112" y="7019669"/>
                <a:ext cx="305901" cy="345915"/>
              </a:xfrm>
              <a:custGeom>
                <a:avLst/>
                <a:gdLst/>
                <a:ahLst/>
                <a:cxnLst/>
                <a:rect l="l" t="t" r="r" b="b"/>
                <a:pathLst>
                  <a:path w="305901" h="345915">
                    <a:moveTo>
                      <a:pt x="163485" y="345915"/>
                    </a:moveTo>
                    <a:lnTo>
                      <a:pt x="0" y="91530"/>
                    </a:lnTo>
                    <a:lnTo>
                      <a:pt x="28071" y="73485"/>
                    </a:lnTo>
                    <a:lnTo>
                      <a:pt x="136791" y="3609"/>
                    </a:lnTo>
                    <a:lnTo>
                      <a:pt x="142398" y="0"/>
                    </a:lnTo>
                    <a:lnTo>
                      <a:pt x="244341" y="158589"/>
                    </a:lnTo>
                    <a:lnTo>
                      <a:pt x="305901" y="254358"/>
                    </a:lnTo>
                    <a:lnTo>
                      <a:pt x="163485" y="3459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0" name="Контур"/>
              <p:cNvSpPr/>
              <p:nvPr/>
            </p:nvSpPr>
            <p:spPr>
              <a:xfrm>
                <a:off x="3859965" y="7387172"/>
                <a:ext cx="108890" cy="131515"/>
              </a:xfrm>
              <a:custGeom>
                <a:avLst/>
                <a:gdLst/>
                <a:ahLst/>
                <a:cxnLst/>
                <a:rect l="l" t="t" r="r" b="b"/>
                <a:pathLst>
                  <a:path w="108890" h="131515">
                    <a:moveTo>
                      <a:pt x="0" y="23874"/>
                    </a:moveTo>
                    <a:lnTo>
                      <a:pt x="34582" y="0"/>
                    </a:lnTo>
                    <a:lnTo>
                      <a:pt x="108890" y="107641"/>
                    </a:lnTo>
                    <a:lnTo>
                      <a:pt x="74307" y="131515"/>
                    </a:lnTo>
                    <a:lnTo>
                      <a:pt x="0" y="2387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1" name="Контур"/>
              <p:cNvSpPr/>
              <p:nvPr/>
            </p:nvSpPr>
            <p:spPr>
              <a:xfrm>
                <a:off x="3537842" y="7251887"/>
                <a:ext cx="178515" cy="153486"/>
              </a:xfrm>
              <a:custGeom>
                <a:avLst/>
                <a:gdLst/>
                <a:ahLst/>
                <a:cxnLst/>
                <a:rect l="l" t="t" r="r" b="b"/>
                <a:pathLst>
                  <a:path w="178515" h="153486">
                    <a:moveTo>
                      <a:pt x="135369" y="0"/>
                    </a:moveTo>
                    <a:lnTo>
                      <a:pt x="178515" y="67617"/>
                    </a:lnTo>
                    <a:lnTo>
                      <a:pt x="42849" y="153486"/>
                    </a:lnTo>
                    <a:lnTo>
                      <a:pt x="0" y="86256"/>
                    </a:lnTo>
                    <a:lnTo>
                      <a:pt x="13536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2" name="Контур"/>
              <p:cNvSpPr/>
              <p:nvPr/>
            </p:nvSpPr>
            <p:spPr>
              <a:xfrm>
                <a:off x="8996011" y="6875984"/>
                <a:ext cx="57013" cy="69826"/>
              </a:xfrm>
              <a:custGeom>
                <a:avLst/>
                <a:gdLst/>
                <a:ahLst/>
                <a:cxnLst/>
                <a:rect l="l" t="t" r="r" b="b"/>
                <a:pathLst>
                  <a:path w="57013" h="69826">
                    <a:moveTo>
                      <a:pt x="31066" y="0"/>
                    </a:moveTo>
                    <a:lnTo>
                      <a:pt x="57013" y="54711"/>
                    </a:lnTo>
                    <a:lnTo>
                      <a:pt x="25144" y="69826"/>
                    </a:lnTo>
                    <a:lnTo>
                      <a:pt x="15033" y="48101"/>
                    </a:lnTo>
                    <a:lnTo>
                      <a:pt x="0" y="14317"/>
                    </a:lnTo>
                    <a:lnTo>
                      <a:pt x="3106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3" name="Контур"/>
              <p:cNvSpPr/>
              <p:nvPr/>
            </p:nvSpPr>
            <p:spPr>
              <a:xfrm>
                <a:off x="8312567" y="6388417"/>
                <a:ext cx="247251" cy="170746"/>
              </a:xfrm>
              <a:custGeom>
                <a:avLst/>
                <a:gdLst/>
                <a:ahLst/>
                <a:cxnLst/>
                <a:rect l="l" t="t" r="r" b="b"/>
                <a:pathLst>
                  <a:path w="247251" h="170746">
                    <a:moveTo>
                      <a:pt x="0" y="98119"/>
                    </a:moveTo>
                    <a:lnTo>
                      <a:pt x="210721" y="0"/>
                    </a:lnTo>
                    <a:lnTo>
                      <a:pt x="247251" y="72616"/>
                    </a:lnTo>
                    <a:lnTo>
                      <a:pt x="36618" y="170746"/>
                    </a:lnTo>
                    <a:lnTo>
                      <a:pt x="0" y="981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4" name="Контур"/>
              <p:cNvSpPr/>
              <p:nvPr/>
            </p:nvSpPr>
            <p:spPr>
              <a:xfrm>
                <a:off x="9112568" y="6461749"/>
                <a:ext cx="163776" cy="135803"/>
              </a:xfrm>
              <a:custGeom>
                <a:avLst/>
                <a:gdLst/>
                <a:ahLst/>
                <a:cxnLst/>
                <a:rect l="l" t="t" r="r" b="b"/>
                <a:pathLst>
                  <a:path w="163776" h="135803">
                    <a:moveTo>
                      <a:pt x="76620" y="135803"/>
                    </a:moveTo>
                    <a:lnTo>
                      <a:pt x="56918" y="91448"/>
                    </a:lnTo>
                    <a:lnTo>
                      <a:pt x="23533" y="106234"/>
                    </a:lnTo>
                    <a:lnTo>
                      <a:pt x="0" y="58045"/>
                    </a:lnTo>
                    <a:lnTo>
                      <a:pt x="118761" y="0"/>
                    </a:lnTo>
                    <a:lnTo>
                      <a:pt x="141562" y="47349"/>
                    </a:lnTo>
                    <a:lnTo>
                      <a:pt x="163776" y="93088"/>
                    </a:lnTo>
                    <a:lnTo>
                      <a:pt x="76620" y="1358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5" name="Контур"/>
              <p:cNvSpPr/>
              <p:nvPr/>
            </p:nvSpPr>
            <p:spPr>
              <a:xfrm>
                <a:off x="9027077" y="6665744"/>
                <a:ext cx="469458" cy="264951"/>
              </a:xfrm>
              <a:custGeom>
                <a:avLst/>
                <a:gdLst/>
                <a:ahLst/>
                <a:cxnLst/>
                <a:rect l="l" t="t" r="r" b="b"/>
                <a:pathLst>
                  <a:path w="469458" h="264951">
                    <a:moveTo>
                      <a:pt x="469458" y="54711"/>
                    </a:moveTo>
                    <a:lnTo>
                      <a:pt x="25947" y="264951"/>
                    </a:lnTo>
                    <a:lnTo>
                      <a:pt x="0" y="210240"/>
                    </a:lnTo>
                    <a:lnTo>
                      <a:pt x="443520" y="0"/>
                    </a:lnTo>
                    <a:lnTo>
                      <a:pt x="469458" y="547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6" name="Контур"/>
              <p:cNvSpPr/>
              <p:nvPr/>
            </p:nvSpPr>
            <p:spPr>
              <a:xfrm>
                <a:off x="8932909" y="6890301"/>
                <a:ext cx="78135" cy="63487"/>
              </a:xfrm>
              <a:custGeom>
                <a:avLst/>
                <a:gdLst/>
                <a:ahLst/>
                <a:cxnLst/>
                <a:rect l="l" t="t" r="r" b="b"/>
                <a:pathLst>
                  <a:path w="78135" h="63487">
                    <a:moveTo>
                      <a:pt x="63102" y="0"/>
                    </a:moveTo>
                    <a:lnTo>
                      <a:pt x="78135" y="33784"/>
                    </a:lnTo>
                    <a:lnTo>
                      <a:pt x="15938" y="63487"/>
                    </a:lnTo>
                    <a:lnTo>
                      <a:pt x="0" y="30348"/>
                    </a:lnTo>
                    <a:lnTo>
                      <a:pt x="6310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7" name="Контур"/>
              <p:cNvSpPr/>
              <p:nvPr/>
            </p:nvSpPr>
            <p:spPr>
              <a:xfrm>
                <a:off x="8123025" y="6700328"/>
                <a:ext cx="117243" cy="142560"/>
              </a:xfrm>
              <a:custGeom>
                <a:avLst/>
                <a:gdLst/>
                <a:ahLst/>
                <a:cxnLst/>
                <a:rect l="l" t="t" r="r" b="b"/>
                <a:pathLst>
                  <a:path w="117243" h="142560">
                    <a:moveTo>
                      <a:pt x="35820" y="26883"/>
                    </a:moveTo>
                    <a:lnTo>
                      <a:pt x="99333" y="0"/>
                    </a:lnTo>
                    <a:lnTo>
                      <a:pt x="117243" y="70065"/>
                    </a:lnTo>
                    <a:lnTo>
                      <a:pt x="26055" y="142560"/>
                    </a:lnTo>
                    <a:lnTo>
                      <a:pt x="0" y="105903"/>
                    </a:lnTo>
                    <a:lnTo>
                      <a:pt x="47223" y="57024"/>
                    </a:lnTo>
                    <a:lnTo>
                      <a:pt x="35820" y="2688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8" name="Контур"/>
              <p:cNvSpPr/>
              <p:nvPr/>
            </p:nvSpPr>
            <p:spPr>
              <a:xfrm>
                <a:off x="9002291" y="6293990"/>
                <a:ext cx="197127" cy="156960"/>
              </a:xfrm>
              <a:custGeom>
                <a:avLst/>
                <a:gdLst/>
                <a:ahLst/>
                <a:cxnLst/>
                <a:rect l="l" t="t" r="r" b="b"/>
                <a:pathLst>
                  <a:path w="197127" h="156960">
                    <a:moveTo>
                      <a:pt x="160596" y="0"/>
                    </a:moveTo>
                    <a:lnTo>
                      <a:pt x="197127" y="77337"/>
                    </a:lnTo>
                    <a:lnTo>
                      <a:pt x="40734" y="156960"/>
                    </a:lnTo>
                    <a:lnTo>
                      <a:pt x="0" y="75924"/>
                    </a:lnTo>
                    <a:lnTo>
                      <a:pt x="11916" y="70290"/>
                    </a:lnTo>
                    <a:lnTo>
                      <a:pt x="16059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9" name="Контур"/>
              <p:cNvSpPr/>
              <p:nvPr/>
            </p:nvSpPr>
            <p:spPr>
              <a:xfrm>
                <a:off x="9039938" y="5986667"/>
                <a:ext cx="252612" cy="384660"/>
              </a:xfrm>
              <a:custGeom>
                <a:avLst/>
                <a:gdLst/>
                <a:ahLst/>
                <a:cxnLst/>
                <a:rect l="l" t="t" r="r" b="b"/>
                <a:pathLst>
                  <a:path w="252612" h="384660">
                    <a:moveTo>
                      <a:pt x="0" y="47052"/>
                    </a:moveTo>
                    <a:lnTo>
                      <a:pt x="92286" y="0"/>
                    </a:lnTo>
                    <a:lnTo>
                      <a:pt x="252612" y="340839"/>
                    </a:lnTo>
                    <a:lnTo>
                      <a:pt x="159480" y="384660"/>
                    </a:lnTo>
                    <a:lnTo>
                      <a:pt x="122949" y="307323"/>
                    </a:lnTo>
                    <a:lnTo>
                      <a:pt x="0" y="470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0" name="Контур"/>
              <p:cNvSpPr/>
              <p:nvPr/>
            </p:nvSpPr>
            <p:spPr>
              <a:xfrm>
                <a:off x="8731976" y="5699360"/>
                <a:ext cx="430911" cy="676224"/>
              </a:xfrm>
              <a:custGeom>
                <a:avLst/>
                <a:gdLst/>
                <a:ahLst/>
                <a:cxnLst/>
                <a:rect l="l" t="t" r="r" b="b"/>
                <a:pathLst>
                  <a:path w="430911" h="676224">
                    <a:moveTo>
                      <a:pt x="150021" y="0"/>
                    </a:moveTo>
                    <a:lnTo>
                      <a:pt x="307962" y="334359"/>
                    </a:lnTo>
                    <a:lnTo>
                      <a:pt x="430911" y="594630"/>
                    </a:lnTo>
                    <a:lnTo>
                      <a:pt x="282231" y="664920"/>
                    </a:lnTo>
                    <a:lnTo>
                      <a:pt x="270315" y="670554"/>
                    </a:lnTo>
                    <a:lnTo>
                      <a:pt x="260541" y="676224"/>
                    </a:lnTo>
                    <a:lnTo>
                      <a:pt x="210141" y="571824"/>
                    </a:lnTo>
                    <a:lnTo>
                      <a:pt x="232677" y="561141"/>
                    </a:lnTo>
                    <a:lnTo>
                      <a:pt x="211059" y="515853"/>
                    </a:lnTo>
                    <a:lnTo>
                      <a:pt x="207171" y="507708"/>
                    </a:lnTo>
                    <a:lnTo>
                      <a:pt x="161802" y="412686"/>
                    </a:lnTo>
                    <a:lnTo>
                      <a:pt x="135477" y="357543"/>
                    </a:lnTo>
                    <a:lnTo>
                      <a:pt x="97326" y="277623"/>
                    </a:lnTo>
                    <a:lnTo>
                      <a:pt x="0" y="73764"/>
                    </a:lnTo>
                    <a:lnTo>
                      <a:pt x="15002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1" name="Контур"/>
              <p:cNvSpPr/>
              <p:nvPr/>
            </p:nvSpPr>
            <p:spPr>
              <a:xfrm>
                <a:off x="9132224" y="5948912"/>
                <a:ext cx="233649" cy="378594"/>
              </a:xfrm>
              <a:custGeom>
                <a:avLst/>
                <a:gdLst/>
                <a:ahLst/>
                <a:cxnLst/>
                <a:rect l="l" t="t" r="r" b="b"/>
                <a:pathLst>
                  <a:path w="233649" h="378594">
                    <a:moveTo>
                      <a:pt x="74061" y="0"/>
                    </a:moveTo>
                    <a:lnTo>
                      <a:pt x="233649" y="344106"/>
                    </a:lnTo>
                    <a:lnTo>
                      <a:pt x="160326" y="378594"/>
                    </a:lnTo>
                    <a:lnTo>
                      <a:pt x="0" y="37755"/>
                    </a:lnTo>
                    <a:lnTo>
                      <a:pt x="7406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2" name="Контур"/>
              <p:cNvSpPr/>
              <p:nvPr/>
            </p:nvSpPr>
            <p:spPr>
              <a:xfrm>
                <a:off x="8623643" y="6171446"/>
                <a:ext cx="151353" cy="153639"/>
              </a:xfrm>
              <a:custGeom>
                <a:avLst/>
                <a:gdLst/>
                <a:ahLst/>
                <a:cxnLst/>
                <a:rect l="l" t="t" r="r" b="b"/>
                <a:pathLst>
                  <a:path w="151353" h="153639">
                    <a:moveTo>
                      <a:pt x="99081" y="0"/>
                    </a:moveTo>
                    <a:lnTo>
                      <a:pt x="151353" y="103698"/>
                    </a:lnTo>
                    <a:lnTo>
                      <a:pt x="52272" y="153639"/>
                    </a:lnTo>
                    <a:lnTo>
                      <a:pt x="12582" y="74907"/>
                    </a:lnTo>
                    <a:lnTo>
                      <a:pt x="0" y="49941"/>
                    </a:lnTo>
                    <a:lnTo>
                      <a:pt x="9908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3" name="Контур"/>
              <p:cNvSpPr/>
              <p:nvPr/>
            </p:nvSpPr>
            <p:spPr>
              <a:xfrm>
                <a:off x="8806757" y="6127238"/>
                <a:ext cx="132120" cy="182826"/>
              </a:xfrm>
              <a:custGeom>
                <a:avLst/>
                <a:gdLst/>
                <a:ahLst/>
                <a:cxnLst/>
                <a:rect l="l" t="t" r="r" b="b"/>
                <a:pathLst>
                  <a:path w="132120" h="182826">
                    <a:moveTo>
                      <a:pt x="4428" y="26568"/>
                    </a:moveTo>
                    <a:lnTo>
                      <a:pt x="58059" y="0"/>
                    </a:lnTo>
                    <a:lnTo>
                      <a:pt x="132120" y="154737"/>
                    </a:lnTo>
                    <a:lnTo>
                      <a:pt x="73440" y="182826"/>
                    </a:lnTo>
                    <a:lnTo>
                      <a:pt x="0" y="30186"/>
                    </a:lnTo>
                    <a:lnTo>
                      <a:pt x="4428" y="2656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4" name="Контур"/>
              <p:cNvSpPr/>
              <p:nvPr/>
            </p:nvSpPr>
            <p:spPr>
              <a:xfrm>
                <a:off x="9039938" y="5581937"/>
                <a:ext cx="360639" cy="711081"/>
              </a:xfrm>
              <a:custGeom>
                <a:avLst/>
                <a:gdLst/>
                <a:ahLst/>
                <a:cxnLst/>
                <a:rect l="l" t="t" r="r" b="b"/>
                <a:pathLst>
                  <a:path w="360639" h="711081">
                    <a:moveTo>
                      <a:pt x="166347" y="366975"/>
                    </a:moveTo>
                    <a:lnTo>
                      <a:pt x="0" y="17298"/>
                    </a:lnTo>
                    <a:lnTo>
                      <a:pt x="36504" y="0"/>
                    </a:lnTo>
                    <a:lnTo>
                      <a:pt x="360639" y="694980"/>
                    </a:lnTo>
                    <a:lnTo>
                      <a:pt x="325935" y="711081"/>
                    </a:lnTo>
                    <a:lnTo>
                      <a:pt x="166347" y="3669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5" name="Контур"/>
              <p:cNvSpPr/>
              <p:nvPr/>
            </p:nvSpPr>
            <p:spPr>
              <a:xfrm>
                <a:off x="8547953" y="6157397"/>
                <a:ext cx="88272" cy="112347"/>
              </a:xfrm>
              <a:custGeom>
                <a:avLst/>
                <a:gdLst/>
                <a:ahLst/>
                <a:cxnLst/>
                <a:rect l="l" t="t" r="r" b="b"/>
                <a:pathLst>
                  <a:path w="88272" h="112347">
                    <a:moveTo>
                      <a:pt x="43443" y="0"/>
                    </a:moveTo>
                    <a:lnTo>
                      <a:pt x="64305" y="41400"/>
                    </a:lnTo>
                    <a:lnTo>
                      <a:pt x="75690" y="63990"/>
                    </a:lnTo>
                    <a:lnTo>
                      <a:pt x="88272" y="88956"/>
                    </a:lnTo>
                    <a:lnTo>
                      <a:pt x="41868" y="112347"/>
                    </a:lnTo>
                    <a:lnTo>
                      <a:pt x="0" y="21897"/>
                    </a:lnTo>
                    <a:lnTo>
                      <a:pt x="4344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6" name="Контур"/>
              <p:cNvSpPr/>
              <p:nvPr/>
            </p:nvSpPr>
            <p:spPr>
              <a:xfrm>
                <a:off x="8422212" y="6172043"/>
                <a:ext cx="56621" cy="64750"/>
              </a:xfrm>
              <a:custGeom>
                <a:avLst/>
                <a:gdLst/>
                <a:ahLst/>
                <a:cxnLst/>
                <a:rect l="l" t="t" r="r" b="b"/>
                <a:pathLst>
                  <a:path w="56621" h="64750">
                    <a:moveTo>
                      <a:pt x="0" y="15915"/>
                    </a:moveTo>
                    <a:lnTo>
                      <a:pt x="34147" y="0"/>
                    </a:lnTo>
                    <a:lnTo>
                      <a:pt x="56621" y="48710"/>
                    </a:lnTo>
                    <a:lnTo>
                      <a:pt x="22721" y="64750"/>
                    </a:lnTo>
                    <a:lnTo>
                      <a:pt x="0" y="159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7" name="Контур"/>
              <p:cNvSpPr/>
              <p:nvPr/>
            </p:nvSpPr>
            <p:spPr>
              <a:xfrm>
                <a:off x="8553596" y="6032468"/>
                <a:ext cx="169128" cy="188919"/>
              </a:xfrm>
              <a:custGeom>
                <a:avLst/>
                <a:gdLst/>
                <a:ahLst/>
                <a:cxnLst/>
                <a:rect l="l" t="t" r="r" b="b"/>
                <a:pathLst>
                  <a:path w="169128" h="188919">
                    <a:moveTo>
                      <a:pt x="70047" y="188919"/>
                    </a:moveTo>
                    <a:lnTo>
                      <a:pt x="58662" y="166329"/>
                    </a:lnTo>
                    <a:lnTo>
                      <a:pt x="37800" y="124929"/>
                    </a:lnTo>
                    <a:lnTo>
                      <a:pt x="32859" y="115137"/>
                    </a:lnTo>
                    <a:lnTo>
                      <a:pt x="0" y="49941"/>
                    </a:lnTo>
                    <a:lnTo>
                      <a:pt x="99081" y="0"/>
                    </a:lnTo>
                    <a:lnTo>
                      <a:pt x="169128" y="138978"/>
                    </a:lnTo>
                    <a:lnTo>
                      <a:pt x="70047" y="1889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8" name="Контур"/>
              <p:cNvSpPr/>
              <p:nvPr/>
            </p:nvSpPr>
            <p:spPr>
              <a:xfrm>
                <a:off x="8408126" y="6141722"/>
                <a:ext cx="48233" cy="46236"/>
              </a:xfrm>
              <a:custGeom>
                <a:avLst/>
                <a:gdLst/>
                <a:ahLst/>
                <a:cxnLst/>
                <a:rect l="l" t="t" r="r" b="b"/>
                <a:pathLst>
                  <a:path w="48233" h="46236">
                    <a:moveTo>
                      <a:pt x="0" y="16012"/>
                    </a:moveTo>
                    <a:lnTo>
                      <a:pt x="34348" y="0"/>
                    </a:lnTo>
                    <a:lnTo>
                      <a:pt x="48233" y="30321"/>
                    </a:lnTo>
                    <a:lnTo>
                      <a:pt x="14086" y="46236"/>
                    </a:lnTo>
                    <a:lnTo>
                      <a:pt x="0" y="160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9" name="Контур"/>
              <p:cNvSpPr/>
              <p:nvPr/>
            </p:nvSpPr>
            <p:spPr>
              <a:xfrm>
                <a:off x="8510153" y="6082409"/>
                <a:ext cx="81243" cy="96885"/>
              </a:xfrm>
              <a:custGeom>
                <a:avLst/>
                <a:gdLst/>
                <a:ahLst/>
                <a:cxnLst/>
                <a:rect l="l" t="t" r="r" b="b"/>
                <a:pathLst>
                  <a:path w="81243" h="96885">
                    <a:moveTo>
                      <a:pt x="0" y="21897"/>
                    </a:moveTo>
                    <a:lnTo>
                      <a:pt x="43443" y="0"/>
                    </a:lnTo>
                    <a:lnTo>
                      <a:pt x="76302" y="65196"/>
                    </a:lnTo>
                    <a:lnTo>
                      <a:pt x="81243" y="74988"/>
                    </a:lnTo>
                    <a:lnTo>
                      <a:pt x="37800" y="96885"/>
                    </a:lnTo>
                    <a:lnTo>
                      <a:pt x="0" y="2189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0" name="Контур"/>
              <p:cNvSpPr/>
              <p:nvPr/>
            </p:nvSpPr>
            <p:spPr>
              <a:xfrm>
                <a:off x="9315538" y="6555994"/>
                <a:ext cx="123107" cy="97591"/>
              </a:xfrm>
              <a:custGeom>
                <a:avLst/>
                <a:gdLst/>
                <a:ahLst/>
                <a:cxnLst/>
                <a:rect l="l" t="t" r="r" b="b"/>
                <a:pathLst>
                  <a:path w="123107" h="97591">
                    <a:moveTo>
                      <a:pt x="0" y="47903"/>
                    </a:moveTo>
                    <a:lnTo>
                      <a:pt x="11307" y="42131"/>
                    </a:lnTo>
                    <a:lnTo>
                      <a:pt x="88829" y="4540"/>
                    </a:lnTo>
                    <a:lnTo>
                      <a:pt x="99331" y="0"/>
                    </a:lnTo>
                    <a:lnTo>
                      <a:pt x="123107" y="50584"/>
                    </a:lnTo>
                    <a:lnTo>
                      <a:pt x="24134" y="97591"/>
                    </a:lnTo>
                    <a:lnTo>
                      <a:pt x="0" y="479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1" name="Контур"/>
              <p:cNvSpPr/>
              <p:nvPr/>
            </p:nvSpPr>
            <p:spPr>
              <a:xfrm>
                <a:off x="9290372" y="6485318"/>
                <a:ext cx="113995" cy="112807"/>
              </a:xfrm>
              <a:custGeom>
                <a:avLst/>
                <a:gdLst/>
                <a:ahLst/>
                <a:cxnLst/>
                <a:rect l="l" t="t" r="r" b="b"/>
                <a:pathLst>
                  <a:path w="113995" h="112807">
                    <a:moveTo>
                      <a:pt x="36473" y="112807"/>
                    </a:moveTo>
                    <a:lnTo>
                      <a:pt x="0" y="37592"/>
                    </a:lnTo>
                    <a:lnTo>
                      <a:pt x="77523" y="0"/>
                    </a:lnTo>
                    <a:lnTo>
                      <a:pt x="113995" y="75216"/>
                    </a:lnTo>
                    <a:lnTo>
                      <a:pt x="36473" y="11280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2" name="Контур"/>
              <p:cNvSpPr/>
              <p:nvPr/>
            </p:nvSpPr>
            <p:spPr>
              <a:xfrm>
                <a:off x="9259926" y="6476519"/>
                <a:ext cx="45802" cy="40820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40820">
                    <a:moveTo>
                      <a:pt x="0" y="18545"/>
                    </a:moveTo>
                    <a:lnTo>
                      <a:pt x="37077" y="0"/>
                    </a:lnTo>
                    <a:lnTo>
                      <a:pt x="43328" y="7525"/>
                    </a:lnTo>
                    <a:lnTo>
                      <a:pt x="45802" y="16723"/>
                    </a:lnTo>
                    <a:lnTo>
                      <a:pt x="44320" y="26133"/>
                    </a:lnTo>
                    <a:lnTo>
                      <a:pt x="39139" y="34125"/>
                    </a:lnTo>
                    <a:lnTo>
                      <a:pt x="31155" y="39321"/>
                    </a:lnTo>
                    <a:lnTo>
                      <a:pt x="21749" y="40820"/>
                    </a:lnTo>
                    <a:lnTo>
                      <a:pt x="12545" y="38362"/>
                    </a:lnTo>
                    <a:lnTo>
                      <a:pt x="5137" y="32374"/>
                    </a:lnTo>
                    <a:lnTo>
                      <a:pt x="806" y="23891"/>
                    </a:lnTo>
                    <a:lnTo>
                      <a:pt x="0" y="1854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3" name="Контур"/>
              <p:cNvSpPr/>
              <p:nvPr/>
            </p:nvSpPr>
            <p:spPr>
              <a:xfrm>
                <a:off x="9366764" y="6398705"/>
                <a:ext cx="80046" cy="109971"/>
              </a:xfrm>
              <a:custGeom>
                <a:avLst/>
                <a:gdLst/>
                <a:ahLst/>
                <a:cxnLst/>
                <a:rect l="l" t="t" r="r" b="b"/>
                <a:pathLst>
                  <a:path w="80046" h="109971">
                    <a:moveTo>
                      <a:pt x="0" y="17172"/>
                    </a:moveTo>
                    <a:lnTo>
                      <a:pt x="37098" y="0"/>
                    </a:lnTo>
                    <a:lnTo>
                      <a:pt x="80046" y="92799"/>
                    </a:lnTo>
                    <a:lnTo>
                      <a:pt x="42948" y="109971"/>
                    </a:lnTo>
                    <a:lnTo>
                      <a:pt x="0" y="1717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4" name="Контур"/>
              <p:cNvSpPr/>
              <p:nvPr/>
            </p:nvSpPr>
            <p:spPr>
              <a:xfrm>
                <a:off x="10259545" y="6345941"/>
                <a:ext cx="36455" cy="108961"/>
              </a:xfrm>
              <a:custGeom>
                <a:avLst/>
                <a:gdLst/>
                <a:ahLst/>
                <a:cxnLst/>
                <a:rect l="l" t="t" r="r" b="b"/>
                <a:pathLst>
                  <a:path w="36455" h="108961">
                    <a:moveTo>
                      <a:pt x="36455" y="0"/>
                    </a:moveTo>
                    <a:lnTo>
                      <a:pt x="36455" y="108961"/>
                    </a:lnTo>
                    <a:lnTo>
                      <a:pt x="0" y="139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5" name="Контур"/>
              <p:cNvSpPr/>
              <p:nvPr/>
            </p:nvSpPr>
            <p:spPr>
              <a:xfrm>
                <a:off x="9238164" y="6427921"/>
                <a:ext cx="69015" cy="67143"/>
              </a:xfrm>
              <a:custGeom>
                <a:avLst/>
                <a:gdLst/>
                <a:ahLst/>
                <a:cxnLst/>
                <a:rect l="l" t="t" r="r" b="b"/>
                <a:pathLst>
                  <a:path w="69015" h="67143">
                    <a:moveTo>
                      <a:pt x="21762" y="67143"/>
                    </a:moveTo>
                    <a:lnTo>
                      <a:pt x="0" y="23634"/>
                    </a:lnTo>
                    <a:lnTo>
                      <a:pt x="47253" y="0"/>
                    </a:lnTo>
                    <a:lnTo>
                      <a:pt x="69015" y="43509"/>
                    </a:lnTo>
                    <a:lnTo>
                      <a:pt x="58839" y="48598"/>
                    </a:lnTo>
                    <a:lnTo>
                      <a:pt x="21762" y="671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6" name="Контур"/>
              <p:cNvSpPr/>
              <p:nvPr/>
            </p:nvSpPr>
            <p:spPr>
              <a:xfrm>
                <a:off x="9307519" y="6439459"/>
                <a:ext cx="48443" cy="48232"/>
              </a:xfrm>
              <a:custGeom>
                <a:avLst/>
                <a:gdLst/>
                <a:ahLst/>
                <a:cxnLst/>
                <a:rect l="l" t="t" r="r" b="b"/>
                <a:pathLst>
                  <a:path w="48443" h="48232">
                    <a:moveTo>
                      <a:pt x="38721" y="43906"/>
                    </a:moveTo>
                    <a:lnTo>
                      <a:pt x="29513" y="48124"/>
                    </a:lnTo>
                    <a:lnTo>
                      <a:pt x="19385" y="48232"/>
                    </a:lnTo>
                    <a:lnTo>
                      <a:pt x="10089" y="44212"/>
                    </a:lnTo>
                    <a:lnTo>
                      <a:pt x="3232" y="36758"/>
                    </a:lnTo>
                    <a:lnTo>
                      <a:pt x="0" y="27159"/>
                    </a:lnTo>
                    <a:lnTo>
                      <a:pt x="950" y="17077"/>
                    </a:lnTo>
                    <a:lnTo>
                      <a:pt x="5921" y="8251"/>
                    </a:lnTo>
                    <a:lnTo>
                      <a:pt x="14051" y="2211"/>
                    </a:lnTo>
                    <a:lnTo>
                      <a:pt x="23935" y="0"/>
                    </a:lnTo>
                    <a:lnTo>
                      <a:pt x="33863" y="2000"/>
                    </a:lnTo>
                    <a:lnTo>
                      <a:pt x="42120" y="7865"/>
                    </a:lnTo>
                    <a:lnTo>
                      <a:pt x="47277" y="16582"/>
                    </a:lnTo>
                    <a:lnTo>
                      <a:pt x="48443" y="26642"/>
                    </a:lnTo>
                    <a:lnTo>
                      <a:pt x="45417" y="36308"/>
                    </a:lnTo>
                    <a:lnTo>
                      <a:pt x="38721" y="4390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7" name="Контур"/>
              <p:cNvSpPr/>
              <p:nvPr/>
            </p:nvSpPr>
            <p:spPr>
              <a:xfrm>
                <a:off x="9266873" y="5084840"/>
                <a:ext cx="1029127" cy="1258866"/>
              </a:xfrm>
              <a:custGeom>
                <a:avLst/>
                <a:gdLst/>
                <a:ahLst/>
                <a:cxnLst/>
                <a:rect l="l" t="t" r="r" b="b"/>
                <a:pathLst>
                  <a:path w="1029127" h="1258866">
                    <a:moveTo>
                      <a:pt x="975699" y="0"/>
                    </a:moveTo>
                    <a:lnTo>
                      <a:pt x="1029127" y="109317"/>
                    </a:lnTo>
                    <a:lnTo>
                      <a:pt x="1029127" y="940555"/>
                    </a:lnTo>
                    <a:lnTo>
                      <a:pt x="385290" y="1258866"/>
                    </a:lnTo>
                    <a:lnTo>
                      <a:pt x="0" y="480843"/>
                    </a:lnTo>
                    <a:lnTo>
                      <a:pt x="886599" y="439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8" name="Контур"/>
              <p:cNvSpPr/>
              <p:nvPr/>
            </p:nvSpPr>
            <p:spPr>
              <a:xfrm>
                <a:off x="9652163" y="6025395"/>
                <a:ext cx="643837" cy="392669"/>
              </a:xfrm>
              <a:custGeom>
                <a:avLst/>
                <a:gdLst/>
                <a:ahLst/>
                <a:cxnLst/>
                <a:rect l="l" t="t" r="r" b="b"/>
                <a:pathLst>
                  <a:path w="643837" h="392669">
                    <a:moveTo>
                      <a:pt x="643837" y="91574"/>
                    </a:moveTo>
                    <a:lnTo>
                      <a:pt x="34434" y="392669"/>
                    </a:lnTo>
                    <a:lnTo>
                      <a:pt x="0" y="318311"/>
                    </a:lnTo>
                    <a:lnTo>
                      <a:pt x="64383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9" name="Контур"/>
              <p:cNvSpPr/>
              <p:nvPr/>
            </p:nvSpPr>
            <p:spPr>
              <a:xfrm>
                <a:off x="9729640" y="6776543"/>
                <a:ext cx="87743" cy="210721"/>
              </a:xfrm>
              <a:custGeom>
                <a:avLst/>
                <a:gdLst/>
                <a:ahLst/>
                <a:cxnLst/>
                <a:rect l="l" t="t" r="r" b="b"/>
                <a:pathLst>
                  <a:path w="87743" h="210721">
                    <a:moveTo>
                      <a:pt x="0" y="10487"/>
                    </a:moveTo>
                    <a:lnTo>
                      <a:pt x="26785" y="0"/>
                    </a:lnTo>
                    <a:lnTo>
                      <a:pt x="46245" y="49706"/>
                    </a:lnTo>
                    <a:lnTo>
                      <a:pt x="34907" y="53689"/>
                    </a:lnTo>
                    <a:lnTo>
                      <a:pt x="87743" y="178242"/>
                    </a:lnTo>
                    <a:lnTo>
                      <a:pt x="17304" y="210721"/>
                    </a:lnTo>
                    <a:lnTo>
                      <a:pt x="9035" y="191418"/>
                    </a:lnTo>
                    <a:lnTo>
                      <a:pt x="57117" y="168131"/>
                    </a:lnTo>
                    <a:lnTo>
                      <a:pt x="11945" y="63494"/>
                    </a:lnTo>
                    <a:lnTo>
                      <a:pt x="19461" y="60193"/>
                    </a:lnTo>
                    <a:lnTo>
                      <a:pt x="0" y="104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0" name="Контур"/>
              <p:cNvSpPr/>
              <p:nvPr/>
            </p:nvSpPr>
            <p:spPr>
              <a:xfrm>
                <a:off x="9450117" y="6777792"/>
                <a:ext cx="239459" cy="252979"/>
              </a:xfrm>
              <a:custGeom>
                <a:avLst/>
                <a:gdLst/>
                <a:ahLst/>
                <a:cxnLst/>
                <a:rect l="l" t="t" r="r" b="b"/>
                <a:pathLst>
                  <a:path w="239459" h="252979">
                    <a:moveTo>
                      <a:pt x="0" y="57510"/>
                    </a:moveTo>
                    <a:lnTo>
                      <a:pt x="109333" y="0"/>
                    </a:lnTo>
                    <a:lnTo>
                      <a:pt x="138901" y="56213"/>
                    </a:lnTo>
                    <a:lnTo>
                      <a:pt x="159614" y="45318"/>
                    </a:lnTo>
                    <a:lnTo>
                      <a:pt x="239459" y="197110"/>
                    </a:lnTo>
                    <a:lnTo>
                      <a:pt x="133249" y="252979"/>
                    </a:lnTo>
                    <a:lnTo>
                      <a:pt x="100541" y="190797"/>
                    </a:lnTo>
                    <a:lnTo>
                      <a:pt x="76706" y="203335"/>
                    </a:lnTo>
                    <a:lnTo>
                      <a:pt x="0" y="5751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1" name="Контур"/>
              <p:cNvSpPr/>
              <p:nvPr/>
            </p:nvSpPr>
            <p:spPr>
              <a:xfrm>
                <a:off x="9916536" y="6668391"/>
                <a:ext cx="231920" cy="131629"/>
              </a:xfrm>
              <a:custGeom>
                <a:avLst/>
                <a:gdLst/>
                <a:ahLst/>
                <a:cxnLst/>
                <a:rect l="l" t="t" r="r" b="b"/>
                <a:pathLst>
                  <a:path w="231920" h="131629">
                    <a:moveTo>
                      <a:pt x="0" y="82085"/>
                    </a:moveTo>
                    <a:lnTo>
                      <a:pt x="212810" y="0"/>
                    </a:lnTo>
                    <a:lnTo>
                      <a:pt x="231920" y="49543"/>
                    </a:lnTo>
                    <a:lnTo>
                      <a:pt x="19110" y="131629"/>
                    </a:lnTo>
                    <a:lnTo>
                      <a:pt x="0" y="820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2" name="Контур"/>
              <p:cNvSpPr/>
              <p:nvPr/>
            </p:nvSpPr>
            <p:spPr>
              <a:xfrm>
                <a:off x="9677806" y="6553776"/>
                <a:ext cx="107191" cy="109079"/>
              </a:xfrm>
              <a:custGeom>
                <a:avLst/>
                <a:gdLst/>
                <a:ahLst/>
                <a:cxnLst/>
                <a:rect l="l" t="t" r="r" b="b"/>
                <a:pathLst>
                  <a:path w="107191" h="109079">
                    <a:moveTo>
                      <a:pt x="56046" y="104790"/>
                    </a:moveTo>
                    <a:lnTo>
                      <a:pt x="51451" y="95291"/>
                    </a:lnTo>
                    <a:lnTo>
                      <a:pt x="24501" y="109079"/>
                    </a:lnTo>
                    <a:lnTo>
                      <a:pt x="0" y="60361"/>
                    </a:lnTo>
                    <a:lnTo>
                      <a:pt x="42646" y="38834"/>
                    </a:lnTo>
                    <a:lnTo>
                      <a:pt x="32080" y="17539"/>
                    </a:lnTo>
                    <a:lnTo>
                      <a:pt x="68602" y="0"/>
                    </a:lnTo>
                    <a:lnTo>
                      <a:pt x="107191" y="79358"/>
                    </a:lnTo>
                    <a:lnTo>
                      <a:pt x="56046" y="1047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3" name="Контур"/>
              <p:cNvSpPr/>
              <p:nvPr/>
            </p:nvSpPr>
            <p:spPr>
              <a:xfrm>
                <a:off x="10139613" y="6612372"/>
                <a:ext cx="156387" cy="103508"/>
              </a:xfrm>
              <a:custGeom>
                <a:avLst/>
                <a:gdLst/>
                <a:ahLst/>
                <a:cxnLst/>
                <a:rect l="l" t="t" r="r" b="b"/>
                <a:pathLst>
                  <a:path w="156387" h="103508">
                    <a:moveTo>
                      <a:pt x="0" y="56033"/>
                    </a:moveTo>
                    <a:lnTo>
                      <a:pt x="156387" y="0"/>
                    </a:lnTo>
                    <a:lnTo>
                      <a:pt x="156387" y="53569"/>
                    </a:lnTo>
                    <a:lnTo>
                      <a:pt x="17011" y="10350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4" name="Контур"/>
              <p:cNvSpPr/>
              <p:nvPr/>
            </p:nvSpPr>
            <p:spPr>
              <a:xfrm>
                <a:off x="8926711" y="8325995"/>
                <a:ext cx="570886" cy="425237"/>
              </a:xfrm>
              <a:custGeom>
                <a:avLst/>
                <a:gdLst/>
                <a:ahLst/>
                <a:cxnLst/>
                <a:rect l="l" t="t" r="r" b="b"/>
                <a:pathLst>
                  <a:path w="570886" h="425237">
                    <a:moveTo>
                      <a:pt x="0" y="238381"/>
                    </a:moveTo>
                    <a:lnTo>
                      <a:pt x="204739" y="137440"/>
                    </a:lnTo>
                    <a:lnTo>
                      <a:pt x="482312" y="0"/>
                    </a:lnTo>
                    <a:lnTo>
                      <a:pt x="570886" y="185127"/>
                    </a:lnTo>
                    <a:lnTo>
                      <a:pt x="95350" y="425237"/>
                    </a:lnTo>
                    <a:lnTo>
                      <a:pt x="0" y="23838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5" name="Контур"/>
              <p:cNvSpPr/>
              <p:nvPr/>
            </p:nvSpPr>
            <p:spPr>
              <a:xfrm>
                <a:off x="8129299" y="7560214"/>
                <a:ext cx="177705" cy="120060"/>
              </a:xfrm>
              <a:custGeom>
                <a:avLst/>
                <a:gdLst/>
                <a:ahLst/>
                <a:cxnLst/>
                <a:rect l="l" t="t" r="r" b="b"/>
                <a:pathLst>
                  <a:path w="177705" h="120060">
                    <a:moveTo>
                      <a:pt x="0" y="73364"/>
                    </a:moveTo>
                    <a:lnTo>
                      <a:pt x="151137" y="0"/>
                    </a:lnTo>
                    <a:lnTo>
                      <a:pt x="177705" y="47907"/>
                    </a:lnTo>
                    <a:lnTo>
                      <a:pt x="30006" y="120060"/>
                    </a:lnTo>
                    <a:lnTo>
                      <a:pt x="11100" y="90702"/>
                    </a:lnTo>
                    <a:lnTo>
                      <a:pt x="0" y="733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6" name="Контур"/>
              <p:cNvSpPr/>
              <p:nvPr/>
            </p:nvSpPr>
            <p:spPr>
              <a:xfrm>
                <a:off x="8232294" y="7402336"/>
                <a:ext cx="185755" cy="205785"/>
              </a:xfrm>
              <a:custGeom>
                <a:avLst/>
                <a:gdLst/>
                <a:ahLst/>
                <a:cxnLst/>
                <a:rect l="l" t="t" r="r" b="b"/>
                <a:pathLst>
                  <a:path w="185755" h="205785">
                    <a:moveTo>
                      <a:pt x="74710" y="205785"/>
                    </a:moveTo>
                    <a:lnTo>
                      <a:pt x="48142" y="157878"/>
                    </a:lnTo>
                    <a:lnTo>
                      <a:pt x="0" y="66308"/>
                    </a:lnTo>
                    <a:lnTo>
                      <a:pt x="130984" y="0"/>
                    </a:lnTo>
                    <a:lnTo>
                      <a:pt x="185755" y="98389"/>
                    </a:lnTo>
                    <a:lnTo>
                      <a:pt x="148753" y="118847"/>
                    </a:lnTo>
                    <a:lnTo>
                      <a:pt x="171636" y="167559"/>
                    </a:lnTo>
                    <a:lnTo>
                      <a:pt x="74710" y="2057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7" name="Контур"/>
              <p:cNvSpPr/>
              <p:nvPr/>
            </p:nvSpPr>
            <p:spPr>
              <a:xfrm>
                <a:off x="8644491" y="7405502"/>
                <a:ext cx="137313" cy="103545"/>
              </a:xfrm>
              <a:custGeom>
                <a:avLst/>
                <a:gdLst/>
                <a:ahLst/>
                <a:cxnLst/>
                <a:rect l="l" t="t" r="r" b="b"/>
                <a:pathLst>
                  <a:path w="137313" h="103545">
                    <a:moveTo>
                      <a:pt x="23384" y="103545"/>
                    </a:moveTo>
                    <a:lnTo>
                      <a:pt x="0" y="55803"/>
                    </a:lnTo>
                    <a:lnTo>
                      <a:pt x="113929" y="0"/>
                    </a:lnTo>
                    <a:lnTo>
                      <a:pt x="137313" y="47741"/>
                    </a:lnTo>
                    <a:lnTo>
                      <a:pt x="23384" y="10354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8" name="Контур"/>
              <p:cNvSpPr/>
              <p:nvPr/>
            </p:nvSpPr>
            <p:spPr>
              <a:xfrm>
                <a:off x="8428037" y="8006987"/>
                <a:ext cx="187974" cy="215019"/>
              </a:xfrm>
              <a:custGeom>
                <a:avLst/>
                <a:gdLst/>
                <a:ahLst/>
                <a:cxnLst/>
                <a:rect l="l" t="t" r="r" b="b"/>
                <a:pathLst>
                  <a:path w="187974" h="215019">
                    <a:moveTo>
                      <a:pt x="56493" y="215019"/>
                    </a:moveTo>
                    <a:lnTo>
                      <a:pt x="43155" y="206811"/>
                    </a:lnTo>
                    <a:lnTo>
                      <a:pt x="0" y="180837"/>
                    </a:lnTo>
                    <a:lnTo>
                      <a:pt x="111510" y="0"/>
                    </a:lnTo>
                    <a:lnTo>
                      <a:pt x="187974" y="47106"/>
                    </a:lnTo>
                    <a:lnTo>
                      <a:pt x="159336" y="93573"/>
                    </a:lnTo>
                    <a:lnTo>
                      <a:pt x="139041" y="81072"/>
                    </a:lnTo>
                    <a:lnTo>
                      <a:pt x="56493" y="2150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9" name="Контур"/>
              <p:cNvSpPr/>
              <p:nvPr/>
            </p:nvSpPr>
            <p:spPr>
              <a:xfrm>
                <a:off x="8654763" y="7722343"/>
                <a:ext cx="522513" cy="379225"/>
              </a:xfrm>
              <a:custGeom>
                <a:avLst/>
                <a:gdLst/>
                <a:ahLst/>
                <a:cxnLst/>
                <a:rect l="l" t="t" r="r" b="b"/>
                <a:pathLst>
                  <a:path w="522513" h="379225">
                    <a:moveTo>
                      <a:pt x="466385" y="254854"/>
                    </a:moveTo>
                    <a:lnTo>
                      <a:pt x="503449" y="277550"/>
                    </a:lnTo>
                    <a:lnTo>
                      <a:pt x="441188" y="379225"/>
                    </a:lnTo>
                    <a:lnTo>
                      <a:pt x="0" y="109065"/>
                    </a:lnTo>
                    <a:lnTo>
                      <a:pt x="61374" y="8837"/>
                    </a:lnTo>
                    <a:lnTo>
                      <a:pt x="198996" y="93110"/>
                    </a:lnTo>
                    <a:lnTo>
                      <a:pt x="256012" y="0"/>
                    </a:lnTo>
                    <a:lnTo>
                      <a:pt x="522513" y="163192"/>
                    </a:lnTo>
                    <a:lnTo>
                      <a:pt x="466385" y="2548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0" name="Контур"/>
              <p:cNvSpPr/>
              <p:nvPr/>
            </p:nvSpPr>
            <p:spPr>
              <a:xfrm>
                <a:off x="8470436" y="7424129"/>
                <a:ext cx="53672" cy="44515"/>
              </a:xfrm>
              <a:custGeom>
                <a:avLst/>
                <a:gdLst/>
                <a:ahLst/>
                <a:cxnLst/>
                <a:rect l="l" t="t" r="r" b="b"/>
                <a:pathLst>
                  <a:path w="53672" h="44515">
                    <a:moveTo>
                      <a:pt x="11788" y="44515"/>
                    </a:moveTo>
                    <a:lnTo>
                      <a:pt x="0" y="20954"/>
                    </a:lnTo>
                    <a:lnTo>
                      <a:pt x="41884" y="0"/>
                    </a:lnTo>
                    <a:lnTo>
                      <a:pt x="53672" y="23561"/>
                    </a:lnTo>
                    <a:lnTo>
                      <a:pt x="11788" y="445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1" name="Контур"/>
              <p:cNvSpPr/>
              <p:nvPr/>
            </p:nvSpPr>
            <p:spPr>
              <a:xfrm>
                <a:off x="8516272" y="7367312"/>
                <a:ext cx="108190" cy="81504"/>
              </a:xfrm>
              <a:custGeom>
                <a:avLst/>
                <a:gdLst/>
                <a:ahLst/>
                <a:cxnLst/>
                <a:rect l="l" t="t" r="r" b="b"/>
                <a:pathLst>
                  <a:path w="108190" h="81504">
                    <a:moveTo>
                      <a:pt x="0" y="43992"/>
                    </a:moveTo>
                    <a:lnTo>
                      <a:pt x="89749" y="0"/>
                    </a:lnTo>
                    <a:lnTo>
                      <a:pt x="108190" y="36873"/>
                    </a:lnTo>
                    <a:lnTo>
                      <a:pt x="18901" y="81504"/>
                    </a:lnTo>
                    <a:lnTo>
                      <a:pt x="0" y="439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2" name="Контур"/>
              <p:cNvSpPr/>
              <p:nvPr/>
            </p:nvSpPr>
            <p:spPr>
              <a:xfrm>
                <a:off x="8455647" y="7256684"/>
                <a:ext cx="208961" cy="124734"/>
              </a:xfrm>
              <a:custGeom>
                <a:avLst/>
                <a:gdLst/>
                <a:ahLst/>
                <a:cxnLst/>
                <a:rect l="l" t="t" r="r" b="b"/>
                <a:pathLst>
                  <a:path w="208961" h="124734">
                    <a:moveTo>
                      <a:pt x="0" y="75161"/>
                    </a:moveTo>
                    <a:lnTo>
                      <a:pt x="157021" y="0"/>
                    </a:lnTo>
                    <a:lnTo>
                      <a:pt x="208961" y="108510"/>
                    </a:lnTo>
                    <a:lnTo>
                      <a:pt x="175068" y="124734"/>
                    </a:lnTo>
                    <a:lnTo>
                      <a:pt x="142611" y="56925"/>
                    </a:lnTo>
                    <a:lnTo>
                      <a:pt x="19482" y="115862"/>
                    </a:lnTo>
                    <a:lnTo>
                      <a:pt x="0" y="7516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3" name="Контур"/>
              <p:cNvSpPr/>
              <p:nvPr/>
            </p:nvSpPr>
            <p:spPr>
              <a:xfrm>
                <a:off x="8801095" y="7303792"/>
                <a:ext cx="143335" cy="115787"/>
              </a:xfrm>
              <a:custGeom>
                <a:avLst/>
                <a:gdLst/>
                <a:ahLst/>
                <a:cxnLst/>
                <a:rect l="l" t="t" r="r" b="b"/>
                <a:pathLst>
                  <a:path w="143335" h="115787">
                    <a:moveTo>
                      <a:pt x="112675" y="0"/>
                    </a:moveTo>
                    <a:lnTo>
                      <a:pt x="143335" y="59044"/>
                    </a:lnTo>
                    <a:lnTo>
                      <a:pt x="30661" y="115787"/>
                    </a:lnTo>
                    <a:lnTo>
                      <a:pt x="0" y="59044"/>
                    </a:lnTo>
                    <a:lnTo>
                      <a:pt x="11267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4" name="Контур"/>
              <p:cNvSpPr/>
              <p:nvPr/>
            </p:nvSpPr>
            <p:spPr>
              <a:xfrm>
                <a:off x="8211884" y="7178060"/>
                <a:ext cx="223389" cy="162144"/>
              </a:xfrm>
              <a:custGeom>
                <a:avLst/>
                <a:gdLst/>
                <a:ahLst/>
                <a:cxnLst/>
                <a:rect l="l" t="t" r="r" b="b"/>
                <a:pathLst>
                  <a:path w="223389" h="162144">
                    <a:moveTo>
                      <a:pt x="188865" y="0"/>
                    </a:moveTo>
                    <a:lnTo>
                      <a:pt x="223389" y="73854"/>
                    </a:lnTo>
                    <a:lnTo>
                      <a:pt x="34533" y="162144"/>
                    </a:lnTo>
                    <a:lnTo>
                      <a:pt x="0" y="88272"/>
                    </a:lnTo>
                    <a:lnTo>
                      <a:pt x="18886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5" name="Контур"/>
              <p:cNvSpPr/>
              <p:nvPr/>
            </p:nvSpPr>
            <p:spPr>
              <a:xfrm>
                <a:off x="8213974" y="7363367"/>
                <a:ext cx="149304" cy="105277"/>
              </a:xfrm>
              <a:custGeom>
                <a:avLst/>
                <a:gdLst/>
                <a:ahLst/>
                <a:cxnLst/>
                <a:rect l="l" t="t" r="r" b="b"/>
                <a:pathLst>
                  <a:path w="149304" h="105277">
                    <a:moveTo>
                      <a:pt x="18320" y="105277"/>
                    </a:moveTo>
                    <a:lnTo>
                      <a:pt x="0" y="68617"/>
                    </a:lnTo>
                    <a:lnTo>
                      <a:pt x="129099" y="0"/>
                    </a:lnTo>
                    <a:lnTo>
                      <a:pt x="149304" y="38969"/>
                    </a:lnTo>
                    <a:lnTo>
                      <a:pt x="18320" y="10527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6" name="Контур"/>
              <p:cNvSpPr/>
              <p:nvPr/>
            </p:nvSpPr>
            <p:spPr>
              <a:xfrm>
                <a:off x="8772506" y="7281418"/>
                <a:ext cx="47533" cy="52371"/>
              </a:xfrm>
              <a:custGeom>
                <a:avLst/>
                <a:gdLst/>
                <a:ahLst/>
                <a:cxnLst/>
                <a:rect l="l" t="t" r="r" b="b"/>
                <a:pathLst>
                  <a:path w="47533" h="52371">
                    <a:moveTo>
                      <a:pt x="19840" y="52371"/>
                    </a:moveTo>
                    <a:lnTo>
                      <a:pt x="0" y="14513"/>
                    </a:lnTo>
                    <a:lnTo>
                      <a:pt x="27692" y="0"/>
                    </a:lnTo>
                    <a:lnTo>
                      <a:pt x="47533" y="37857"/>
                    </a:lnTo>
                    <a:lnTo>
                      <a:pt x="19840" y="5237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7" name="Контур"/>
              <p:cNvSpPr/>
              <p:nvPr/>
            </p:nvSpPr>
            <p:spPr>
              <a:xfrm>
                <a:off x="8666389" y="7206147"/>
                <a:ext cx="85515" cy="82348"/>
              </a:xfrm>
              <a:custGeom>
                <a:avLst/>
                <a:gdLst/>
                <a:ahLst/>
                <a:cxnLst/>
                <a:rect l="l" t="t" r="r" b="b"/>
                <a:pathLst>
                  <a:path w="85515" h="82348">
                    <a:moveTo>
                      <a:pt x="0" y="28457"/>
                    </a:moveTo>
                    <a:lnTo>
                      <a:pt x="58669" y="0"/>
                    </a:lnTo>
                    <a:lnTo>
                      <a:pt x="80416" y="43161"/>
                    </a:lnTo>
                    <a:lnTo>
                      <a:pt x="85515" y="53641"/>
                    </a:lnTo>
                    <a:lnTo>
                      <a:pt x="26037" y="82348"/>
                    </a:lnTo>
                    <a:lnTo>
                      <a:pt x="0" y="2845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8" name="Контур"/>
              <p:cNvSpPr/>
              <p:nvPr/>
            </p:nvSpPr>
            <p:spPr>
              <a:xfrm>
                <a:off x="8746805" y="7238713"/>
                <a:ext cx="38764" cy="45571"/>
              </a:xfrm>
              <a:custGeom>
                <a:avLst/>
                <a:gdLst/>
                <a:ahLst/>
                <a:cxnLst/>
                <a:rect l="l" t="t" r="r" b="b"/>
                <a:pathLst>
                  <a:path w="38764" h="45571">
                    <a:moveTo>
                      <a:pt x="17127" y="45571"/>
                    </a:moveTo>
                    <a:lnTo>
                      <a:pt x="5099" y="21075"/>
                    </a:lnTo>
                    <a:lnTo>
                      <a:pt x="0" y="10595"/>
                    </a:lnTo>
                    <a:lnTo>
                      <a:pt x="21638" y="0"/>
                    </a:lnTo>
                    <a:lnTo>
                      <a:pt x="38764" y="34976"/>
                    </a:lnTo>
                    <a:lnTo>
                      <a:pt x="17127" y="4557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9" name="Контур"/>
              <p:cNvSpPr/>
              <p:nvPr/>
            </p:nvSpPr>
            <p:spPr>
              <a:xfrm>
                <a:off x="8393396" y="6998104"/>
                <a:ext cx="394212" cy="253810"/>
              </a:xfrm>
              <a:custGeom>
                <a:avLst/>
                <a:gdLst/>
                <a:ahLst/>
                <a:cxnLst/>
                <a:rect l="l" t="t" r="r" b="b"/>
                <a:pathLst>
                  <a:path w="394212" h="253810">
                    <a:moveTo>
                      <a:pt x="0" y="164227"/>
                    </a:moveTo>
                    <a:lnTo>
                      <a:pt x="351326" y="0"/>
                    </a:lnTo>
                    <a:lnTo>
                      <a:pt x="356384" y="9453"/>
                    </a:lnTo>
                    <a:lnTo>
                      <a:pt x="391921" y="84908"/>
                    </a:lnTo>
                    <a:lnTo>
                      <a:pt x="394212" y="89485"/>
                    </a:lnTo>
                    <a:lnTo>
                      <a:pt x="55728" y="247330"/>
                    </a:lnTo>
                    <a:lnTo>
                      <a:pt x="41877" y="253810"/>
                    </a:lnTo>
                    <a:lnTo>
                      <a:pt x="7353" y="179956"/>
                    </a:lnTo>
                    <a:lnTo>
                      <a:pt x="0" y="1642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0" name="Контур"/>
              <p:cNvSpPr/>
              <p:nvPr/>
            </p:nvSpPr>
            <p:spPr>
              <a:xfrm>
                <a:off x="8750567" y="7174057"/>
                <a:ext cx="46921" cy="40587"/>
              </a:xfrm>
              <a:custGeom>
                <a:avLst/>
                <a:gdLst/>
                <a:ahLst/>
                <a:cxnLst/>
                <a:rect l="l" t="t" r="r" b="b"/>
                <a:pathLst>
                  <a:path w="46921" h="40587">
                    <a:moveTo>
                      <a:pt x="11683" y="40587"/>
                    </a:moveTo>
                    <a:lnTo>
                      <a:pt x="0" y="19928"/>
                    </a:lnTo>
                    <a:lnTo>
                      <a:pt x="35237" y="0"/>
                    </a:lnTo>
                    <a:lnTo>
                      <a:pt x="46921" y="20659"/>
                    </a:lnTo>
                    <a:lnTo>
                      <a:pt x="11683" y="405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1" name="Контур"/>
              <p:cNvSpPr/>
              <p:nvPr/>
            </p:nvSpPr>
            <p:spPr>
              <a:xfrm>
                <a:off x="8749780" y="6993570"/>
                <a:ext cx="65235" cy="89442"/>
              </a:xfrm>
              <a:custGeom>
                <a:avLst/>
                <a:gdLst/>
                <a:ahLst/>
                <a:cxnLst/>
                <a:rect l="l" t="t" r="r" b="b"/>
                <a:pathLst>
                  <a:path w="65235" h="89442">
                    <a:moveTo>
                      <a:pt x="0" y="13987"/>
                    </a:moveTo>
                    <a:lnTo>
                      <a:pt x="29698" y="0"/>
                    </a:lnTo>
                    <a:lnTo>
                      <a:pt x="65235" y="75455"/>
                    </a:lnTo>
                    <a:lnTo>
                      <a:pt x="35537" y="89442"/>
                    </a:lnTo>
                    <a:lnTo>
                      <a:pt x="0" y="139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2" name="Контур"/>
              <p:cNvSpPr/>
              <p:nvPr/>
            </p:nvSpPr>
            <p:spPr>
              <a:xfrm>
                <a:off x="9694332" y="8693368"/>
                <a:ext cx="201389" cy="201335"/>
              </a:xfrm>
              <a:custGeom>
                <a:avLst/>
                <a:gdLst/>
                <a:ahLst/>
                <a:cxnLst/>
                <a:rect l="l" t="t" r="r" b="b"/>
                <a:pathLst>
                  <a:path w="201389" h="201335">
                    <a:moveTo>
                      <a:pt x="136713" y="0"/>
                    </a:moveTo>
                    <a:lnTo>
                      <a:pt x="163958" y="56497"/>
                    </a:lnTo>
                    <a:lnTo>
                      <a:pt x="201389" y="136609"/>
                    </a:lnTo>
                    <a:lnTo>
                      <a:pt x="64677" y="201335"/>
                    </a:lnTo>
                    <a:lnTo>
                      <a:pt x="0" y="64726"/>
                    </a:lnTo>
                    <a:lnTo>
                      <a:pt x="13671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3" name="Контур"/>
              <p:cNvSpPr/>
              <p:nvPr/>
            </p:nvSpPr>
            <p:spPr>
              <a:xfrm>
                <a:off x="10188884" y="8261445"/>
                <a:ext cx="10711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107116" h="241604">
                    <a:moveTo>
                      <a:pt x="39848" y="0"/>
                    </a:moveTo>
                    <a:lnTo>
                      <a:pt x="107116" y="139674"/>
                    </a:lnTo>
                    <a:lnTo>
                      <a:pt x="107116" y="241604"/>
                    </a:lnTo>
                    <a:lnTo>
                      <a:pt x="0" y="1919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4" name="Контур"/>
              <p:cNvSpPr/>
              <p:nvPr/>
            </p:nvSpPr>
            <p:spPr>
              <a:xfrm>
                <a:off x="9823397" y="8603579"/>
                <a:ext cx="189558" cy="146286"/>
              </a:xfrm>
              <a:custGeom>
                <a:avLst/>
                <a:gdLst/>
                <a:ahLst/>
                <a:cxnLst/>
                <a:rect l="l" t="t" r="r" b="b"/>
                <a:pathLst>
                  <a:path w="189558" h="146286">
                    <a:moveTo>
                      <a:pt x="189558" y="75303"/>
                    </a:moveTo>
                    <a:lnTo>
                      <a:pt x="34893" y="146286"/>
                    </a:lnTo>
                    <a:lnTo>
                      <a:pt x="7648" y="89789"/>
                    </a:lnTo>
                    <a:lnTo>
                      <a:pt x="0" y="73845"/>
                    </a:lnTo>
                    <a:lnTo>
                      <a:pt x="153270" y="0"/>
                    </a:lnTo>
                    <a:lnTo>
                      <a:pt x="189558" y="753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5" name="Контур"/>
              <p:cNvSpPr/>
              <p:nvPr/>
            </p:nvSpPr>
            <p:spPr>
              <a:xfrm>
                <a:off x="9920442" y="8482592"/>
                <a:ext cx="75357" cy="73628"/>
              </a:xfrm>
              <a:custGeom>
                <a:avLst/>
                <a:gdLst/>
                <a:ahLst/>
                <a:cxnLst/>
                <a:rect l="l" t="t" r="r" b="b"/>
                <a:pathLst>
                  <a:path w="75357" h="73628">
                    <a:moveTo>
                      <a:pt x="0" y="25360"/>
                    </a:moveTo>
                    <a:lnTo>
                      <a:pt x="51664" y="0"/>
                    </a:lnTo>
                    <a:lnTo>
                      <a:pt x="75357" y="48268"/>
                    </a:lnTo>
                    <a:lnTo>
                      <a:pt x="23692" y="73628"/>
                    </a:lnTo>
                    <a:lnTo>
                      <a:pt x="0" y="253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6" name="Контур"/>
              <p:cNvSpPr/>
              <p:nvPr/>
            </p:nvSpPr>
            <p:spPr>
              <a:xfrm>
                <a:off x="9542084" y="8310224"/>
                <a:ext cx="340353" cy="384786"/>
              </a:xfrm>
              <a:custGeom>
                <a:avLst/>
                <a:gdLst/>
                <a:ahLst/>
                <a:cxnLst/>
                <a:rect l="l" t="t" r="r" b="b"/>
                <a:pathLst>
                  <a:path w="340353" h="384786">
                    <a:moveTo>
                      <a:pt x="129609" y="384786"/>
                    </a:moveTo>
                    <a:lnTo>
                      <a:pt x="0" y="93888"/>
                    </a:lnTo>
                    <a:lnTo>
                      <a:pt x="210753" y="0"/>
                    </a:lnTo>
                    <a:lnTo>
                      <a:pt x="340353" y="290880"/>
                    </a:lnTo>
                    <a:lnTo>
                      <a:pt x="129609" y="38478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7" name="Контур"/>
              <p:cNvSpPr/>
              <p:nvPr/>
            </p:nvSpPr>
            <p:spPr>
              <a:xfrm>
                <a:off x="9054419" y="8131536"/>
                <a:ext cx="354604" cy="331899"/>
              </a:xfrm>
              <a:custGeom>
                <a:avLst/>
                <a:gdLst/>
                <a:ahLst/>
                <a:cxnLst/>
                <a:rect l="l" t="t" r="r" b="b"/>
                <a:pathLst>
                  <a:path w="354604" h="331899">
                    <a:moveTo>
                      <a:pt x="77031" y="331899"/>
                    </a:moveTo>
                    <a:lnTo>
                      <a:pt x="0" y="196083"/>
                    </a:lnTo>
                    <a:lnTo>
                      <a:pt x="90481" y="150353"/>
                    </a:lnTo>
                    <a:lnTo>
                      <a:pt x="62966" y="95912"/>
                    </a:lnTo>
                    <a:lnTo>
                      <a:pt x="252709" y="0"/>
                    </a:lnTo>
                    <a:lnTo>
                      <a:pt x="354604" y="194459"/>
                    </a:lnTo>
                    <a:lnTo>
                      <a:pt x="77031" y="3318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8" name="Контур"/>
              <p:cNvSpPr/>
              <p:nvPr/>
            </p:nvSpPr>
            <p:spPr>
              <a:xfrm>
                <a:off x="9957317" y="8250140"/>
                <a:ext cx="94302" cy="102105"/>
              </a:xfrm>
              <a:custGeom>
                <a:avLst/>
                <a:gdLst/>
                <a:ahLst/>
                <a:cxnLst/>
                <a:rect l="l" t="t" r="r" b="b"/>
                <a:pathLst>
                  <a:path w="94302" h="102105">
                    <a:moveTo>
                      <a:pt x="0" y="22644"/>
                    </a:moveTo>
                    <a:lnTo>
                      <a:pt x="58869" y="0"/>
                    </a:lnTo>
                    <a:lnTo>
                      <a:pt x="94302" y="92160"/>
                    </a:lnTo>
                    <a:lnTo>
                      <a:pt x="68436" y="102105"/>
                    </a:lnTo>
                    <a:lnTo>
                      <a:pt x="57204" y="72873"/>
                    </a:lnTo>
                    <a:lnTo>
                      <a:pt x="24183" y="85563"/>
                    </a:lnTo>
                    <a:lnTo>
                      <a:pt x="0" y="226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9" name="Контур"/>
              <p:cNvSpPr/>
              <p:nvPr/>
            </p:nvSpPr>
            <p:spPr>
              <a:xfrm>
                <a:off x="9923044" y="8172791"/>
                <a:ext cx="54143" cy="63294"/>
              </a:xfrm>
              <a:custGeom>
                <a:avLst/>
                <a:gdLst/>
                <a:ahLst/>
                <a:cxnLst/>
                <a:rect l="l" t="t" r="r" b="b"/>
                <a:pathLst>
                  <a:path w="54143" h="63294">
                    <a:moveTo>
                      <a:pt x="0" y="14718"/>
                    </a:moveTo>
                    <a:lnTo>
                      <a:pt x="31296" y="0"/>
                    </a:lnTo>
                    <a:lnTo>
                      <a:pt x="54143" y="48575"/>
                    </a:lnTo>
                    <a:lnTo>
                      <a:pt x="22848" y="63294"/>
                    </a:lnTo>
                    <a:lnTo>
                      <a:pt x="0" y="147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0" name="Контур"/>
              <p:cNvSpPr/>
              <p:nvPr/>
            </p:nvSpPr>
            <p:spPr>
              <a:xfrm>
                <a:off x="9814019" y="7861394"/>
                <a:ext cx="199278" cy="278118"/>
              </a:xfrm>
              <a:custGeom>
                <a:avLst/>
                <a:gdLst/>
                <a:ahLst/>
                <a:cxnLst/>
                <a:rect l="l" t="t" r="r" b="b"/>
                <a:pathLst>
                  <a:path w="199278" h="278118">
                    <a:moveTo>
                      <a:pt x="121167" y="278118"/>
                    </a:moveTo>
                    <a:lnTo>
                      <a:pt x="0" y="39699"/>
                    </a:lnTo>
                    <a:lnTo>
                      <a:pt x="78111" y="0"/>
                    </a:lnTo>
                    <a:lnTo>
                      <a:pt x="199278" y="238419"/>
                    </a:lnTo>
                    <a:lnTo>
                      <a:pt x="121167" y="2781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1" name="Контур"/>
              <p:cNvSpPr/>
              <p:nvPr/>
            </p:nvSpPr>
            <p:spPr>
              <a:xfrm>
                <a:off x="10030046" y="7904828"/>
                <a:ext cx="42705" cy="47205"/>
              </a:xfrm>
              <a:custGeom>
                <a:avLst/>
                <a:gdLst/>
                <a:ahLst/>
                <a:cxnLst/>
                <a:rect l="l" t="t" r="r" b="b"/>
                <a:pathLst>
                  <a:path w="42705" h="47205">
                    <a:moveTo>
                      <a:pt x="42705" y="34749"/>
                    </a:moveTo>
                    <a:lnTo>
                      <a:pt x="16578" y="47205"/>
                    </a:lnTo>
                    <a:lnTo>
                      <a:pt x="0" y="12420"/>
                    </a:lnTo>
                    <a:lnTo>
                      <a:pt x="26046" y="0"/>
                    </a:lnTo>
                    <a:lnTo>
                      <a:pt x="42705" y="347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2" name="Контур"/>
              <p:cNvSpPr/>
              <p:nvPr/>
            </p:nvSpPr>
            <p:spPr>
              <a:xfrm>
                <a:off x="9171365" y="7739134"/>
                <a:ext cx="174177" cy="130047"/>
              </a:xfrm>
              <a:custGeom>
                <a:avLst/>
                <a:gdLst/>
                <a:ahLst/>
                <a:cxnLst/>
                <a:rect l="l" t="t" r="r" b="b"/>
                <a:pathLst>
                  <a:path w="174177" h="130047">
                    <a:moveTo>
                      <a:pt x="29275" y="130047"/>
                    </a:moveTo>
                    <a:lnTo>
                      <a:pt x="0" y="65653"/>
                    </a:lnTo>
                    <a:lnTo>
                      <a:pt x="143758" y="0"/>
                    </a:lnTo>
                    <a:lnTo>
                      <a:pt x="174177" y="59766"/>
                    </a:lnTo>
                    <a:lnTo>
                      <a:pt x="29275" y="13004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3" name="Контур"/>
              <p:cNvSpPr/>
              <p:nvPr/>
            </p:nvSpPr>
            <p:spPr>
              <a:xfrm>
                <a:off x="10227090" y="7593071"/>
                <a:ext cx="68910" cy="121484"/>
              </a:xfrm>
              <a:custGeom>
                <a:avLst/>
                <a:gdLst/>
                <a:ahLst/>
                <a:cxnLst/>
                <a:rect l="l" t="t" r="r" b="b"/>
                <a:pathLst>
                  <a:path w="68910" h="121484">
                    <a:moveTo>
                      <a:pt x="0" y="15628"/>
                    </a:moveTo>
                    <a:lnTo>
                      <a:pt x="32633" y="0"/>
                    </a:lnTo>
                    <a:lnTo>
                      <a:pt x="68910" y="75752"/>
                    </a:lnTo>
                    <a:lnTo>
                      <a:pt x="68910" y="112760"/>
                    </a:lnTo>
                    <a:lnTo>
                      <a:pt x="50693" y="1214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4" name="Контур"/>
              <p:cNvSpPr/>
              <p:nvPr/>
            </p:nvSpPr>
            <p:spPr>
              <a:xfrm>
                <a:off x="10166020" y="7460706"/>
                <a:ext cx="101021" cy="117815"/>
              </a:xfrm>
              <a:custGeom>
                <a:avLst/>
                <a:gdLst/>
                <a:ahLst/>
                <a:cxnLst/>
                <a:rect l="l" t="t" r="r" b="b"/>
                <a:pathLst>
                  <a:path w="101021" h="117815">
                    <a:moveTo>
                      <a:pt x="0" y="28070"/>
                    </a:moveTo>
                    <a:lnTo>
                      <a:pt x="56174" y="0"/>
                    </a:lnTo>
                    <a:lnTo>
                      <a:pt x="101021" y="89745"/>
                    </a:lnTo>
                    <a:lnTo>
                      <a:pt x="44848" y="117815"/>
                    </a:lnTo>
                    <a:lnTo>
                      <a:pt x="0" y="2807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5" name="Контур"/>
              <p:cNvSpPr/>
              <p:nvPr/>
            </p:nvSpPr>
            <p:spPr>
              <a:xfrm>
                <a:off x="9573517" y="7418269"/>
                <a:ext cx="148442" cy="97243"/>
              </a:xfrm>
              <a:custGeom>
                <a:avLst/>
                <a:gdLst/>
                <a:ahLst/>
                <a:cxnLst/>
                <a:rect l="l" t="t" r="r" b="b"/>
                <a:pathLst>
                  <a:path w="148442" h="97243">
                    <a:moveTo>
                      <a:pt x="15476" y="97243"/>
                    </a:moveTo>
                    <a:lnTo>
                      <a:pt x="0" y="66120"/>
                    </a:lnTo>
                    <a:lnTo>
                      <a:pt x="132966" y="0"/>
                    </a:lnTo>
                    <a:lnTo>
                      <a:pt x="148442" y="31123"/>
                    </a:lnTo>
                    <a:lnTo>
                      <a:pt x="15476" y="972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6" name="Контур"/>
              <p:cNvSpPr/>
              <p:nvPr/>
            </p:nvSpPr>
            <p:spPr>
              <a:xfrm>
                <a:off x="9301988" y="6907871"/>
                <a:ext cx="90008" cy="128371"/>
              </a:xfrm>
              <a:custGeom>
                <a:avLst/>
                <a:gdLst/>
                <a:ahLst/>
                <a:cxnLst/>
                <a:rect l="l" t="t" r="r" b="b"/>
                <a:pathLst>
                  <a:path w="90008" h="128371">
                    <a:moveTo>
                      <a:pt x="0" y="15552"/>
                    </a:moveTo>
                    <a:lnTo>
                      <a:pt x="28547" y="0"/>
                    </a:lnTo>
                    <a:lnTo>
                      <a:pt x="90008" y="112819"/>
                    </a:lnTo>
                    <a:lnTo>
                      <a:pt x="61462" y="128371"/>
                    </a:lnTo>
                    <a:lnTo>
                      <a:pt x="0" y="155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7" name="Контур"/>
              <p:cNvSpPr/>
              <p:nvPr/>
            </p:nvSpPr>
            <p:spPr>
              <a:xfrm>
                <a:off x="8623980" y="10136680"/>
                <a:ext cx="45977" cy="51320"/>
              </a:xfrm>
              <a:custGeom>
                <a:avLst/>
                <a:gdLst/>
                <a:ahLst/>
                <a:cxnLst/>
                <a:rect l="l" t="t" r="r" b="b"/>
                <a:pathLst>
                  <a:path w="45977" h="51320">
                    <a:moveTo>
                      <a:pt x="45977" y="41224"/>
                    </a:moveTo>
                    <a:lnTo>
                      <a:pt x="23146" y="51320"/>
                    </a:lnTo>
                    <a:lnTo>
                      <a:pt x="17269" y="51320"/>
                    </a:lnTo>
                    <a:lnTo>
                      <a:pt x="0" y="12269"/>
                    </a:lnTo>
                    <a:lnTo>
                      <a:pt x="2774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8" name="Контур"/>
              <p:cNvSpPr/>
              <p:nvPr/>
            </p:nvSpPr>
            <p:spPr>
              <a:xfrm>
                <a:off x="8573477" y="9607817"/>
                <a:ext cx="879795" cy="570087"/>
              </a:xfrm>
              <a:custGeom>
                <a:avLst/>
                <a:gdLst/>
                <a:ahLst/>
                <a:cxnLst/>
                <a:rect l="l" t="t" r="r" b="b"/>
                <a:pathLst>
                  <a:path w="879795" h="570087">
                    <a:moveTo>
                      <a:pt x="78251" y="528863"/>
                    </a:moveTo>
                    <a:lnTo>
                      <a:pt x="0" y="359847"/>
                    </a:lnTo>
                    <a:lnTo>
                      <a:pt x="113904" y="307314"/>
                    </a:lnTo>
                    <a:lnTo>
                      <a:pt x="211484" y="262954"/>
                    </a:lnTo>
                    <a:lnTo>
                      <a:pt x="759852" y="9414"/>
                    </a:lnTo>
                    <a:lnTo>
                      <a:pt x="780264" y="0"/>
                    </a:lnTo>
                    <a:lnTo>
                      <a:pt x="879795" y="206631"/>
                    </a:lnTo>
                    <a:lnTo>
                      <a:pt x="96480" y="570087"/>
                    </a:lnTo>
                    <a:lnTo>
                      <a:pt x="78251" y="5288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9" name="Контур"/>
              <p:cNvSpPr/>
              <p:nvPr/>
            </p:nvSpPr>
            <p:spPr>
              <a:xfrm>
                <a:off x="8627237" y="9738471"/>
                <a:ext cx="157724" cy="176660"/>
              </a:xfrm>
              <a:custGeom>
                <a:avLst/>
                <a:gdLst/>
                <a:ahLst/>
                <a:cxnLst/>
                <a:rect l="l" t="t" r="r" b="b"/>
                <a:pathLst>
                  <a:path w="157724" h="176660">
                    <a:moveTo>
                      <a:pt x="60144" y="176660"/>
                    </a:moveTo>
                    <a:lnTo>
                      <a:pt x="0" y="44361"/>
                    </a:lnTo>
                    <a:lnTo>
                      <a:pt x="97580" y="0"/>
                    </a:lnTo>
                    <a:lnTo>
                      <a:pt x="157724" y="132300"/>
                    </a:lnTo>
                    <a:lnTo>
                      <a:pt x="60144" y="1766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0" name="Контур"/>
              <p:cNvSpPr/>
              <p:nvPr/>
            </p:nvSpPr>
            <p:spPr>
              <a:xfrm>
                <a:off x="9771251" y="9832826"/>
                <a:ext cx="524749" cy="297687"/>
              </a:xfrm>
              <a:custGeom>
                <a:avLst/>
                <a:gdLst/>
                <a:ahLst/>
                <a:cxnLst/>
                <a:rect l="l" t="t" r="r" b="b"/>
                <a:pathLst>
                  <a:path w="524749" h="297687">
                    <a:moveTo>
                      <a:pt x="0" y="240242"/>
                    </a:moveTo>
                    <a:lnTo>
                      <a:pt x="524749" y="0"/>
                    </a:lnTo>
                    <a:lnTo>
                      <a:pt x="524749" y="69487"/>
                    </a:lnTo>
                    <a:lnTo>
                      <a:pt x="26300" y="2976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1" name="Контур"/>
              <p:cNvSpPr/>
              <p:nvPr/>
            </p:nvSpPr>
            <p:spPr>
              <a:xfrm>
                <a:off x="8447279" y="9546725"/>
                <a:ext cx="325116" cy="208421"/>
              </a:xfrm>
              <a:custGeom>
                <a:avLst/>
                <a:gdLst/>
                <a:ahLst/>
                <a:cxnLst/>
                <a:rect l="l" t="t" r="r" b="b"/>
                <a:pathLst>
                  <a:path w="325116" h="208421">
                    <a:moveTo>
                      <a:pt x="0" y="144630"/>
                    </a:moveTo>
                    <a:lnTo>
                      <a:pt x="296532" y="0"/>
                    </a:lnTo>
                    <a:lnTo>
                      <a:pt x="325116" y="65025"/>
                    </a:lnTo>
                    <a:lnTo>
                      <a:pt x="31113" y="208421"/>
                    </a:lnTo>
                    <a:lnTo>
                      <a:pt x="0" y="14463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2" name="Контур"/>
              <p:cNvSpPr/>
              <p:nvPr/>
            </p:nvSpPr>
            <p:spPr>
              <a:xfrm>
                <a:off x="9530434" y="9486248"/>
                <a:ext cx="399746" cy="247320"/>
              </a:xfrm>
              <a:custGeom>
                <a:avLst/>
                <a:gdLst/>
                <a:ahLst/>
                <a:cxnLst/>
                <a:rect l="l" t="t" r="r" b="b"/>
                <a:pathLst>
                  <a:path w="399746" h="247320">
                    <a:moveTo>
                      <a:pt x="67990" y="132576"/>
                    </a:moveTo>
                    <a:lnTo>
                      <a:pt x="353633" y="0"/>
                    </a:lnTo>
                    <a:lnTo>
                      <a:pt x="399746" y="99354"/>
                    </a:lnTo>
                    <a:lnTo>
                      <a:pt x="80949" y="247320"/>
                    </a:lnTo>
                    <a:lnTo>
                      <a:pt x="57035" y="195795"/>
                    </a:lnTo>
                    <a:lnTo>
                      <a:pt x="36145" y="205491"/>
                    </a:lnTo>
                    <a:lnTo>
                      <a:pt x="0" y="127617"/>
                    </a:lnTo>
                    <a:lnTo>
                      <a:pt x="54046" y="102532"/>
                    </a:lnTo>
                    <a:lnTo>
                      <a:pt x="67990" y="1325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3" name="Контур"/>
              <p:cNvSpPr/>
              <p:nvPr/>
            </p:nvSpPr>
            <p:spPr>
              <a:xfrm>
                <a:off x="8403890" y="9457769"/>
                <a:ext cx="339921" cy="233586"/>
              </a:xfrm>
              <a:custGeom>
                <a:avLst/>
                <a:gdLst/>
                <a:ahLst/>
                <a:cxnLst/>
                <a:rect l="l" t="t" r="r" b="b"/>
                <a:pathLst>
                  <a:path w="339921" h="233586">
                    <a:moveTo>
                      <a:pt x="296532" y="0"/>
                    </a:moveTo>
                    <a:lnTo>
                      <a:pt x="339921" y="88956"/>
                    </a:lnTo>
                    <a:lnTo>
                      <a:pt x="43389" y="233586"/>
                    </a:lnTo>
                    <a:lnTo>
                      <a:pt x="0" y="144630"/>
                    </a:lnTo>
                    <a:lnTo>
                      <a:pt x="29653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4" name="Контур"/>
              <p:cNvSpPr/>
              <p:nvPr/>
            </p:nvSpPr>
            <p:spPr>
              <a:xfrm>
                <a:off x="9277862" y="9477150"/>
                <a:ext cx="97700" cy="125237"/>
              </a:xfrm>
              <a:custGeom>
                <a:avLst/>
                <a:gdLst/>
                <a:ahLst/>
                <a:cxnLst/>
                <a:rect l="l" t="t" r="r" b="b"/>
                <a:pathLst>
                  <a:path w="97700" h="125237">
                    <a:moveTo>
                      <a:pt x="0" y="23432"/>
                    </a:moveTo>
                    <a:lnTo>
                      <a:pt x="49705" y="0"/>
                    </a:lnTo>
                    <a:lnTo>
                      <a:pt x="97700" y="101805"/>
                    </a:lnTo>
                    <a:lnTo>
                      <a:pt x="47994" y="125237"/>
                    </a:lnTo>
                    <a:lnTo>
                      <a:pt x="0" y="234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5" name="Контур"/>
              <p:cNvSpPr/>
              <p:nvPr/>
            </p:nvSpPr>
            <p:spPr>
              <a:xfrm>
                <a:off x="9800159" y="7242185"/>
                <a:ext cx="495841" cy="1158934"/>
              </a:xfrm>
              <a:custGeom>
                <a:avLst/>
                <a:gdLst/>
                <a:ahLst/>
                <a:cxnLst/>
                <a:rect l="l" t="t" r="r" b="b"/>
                <a:pathLst>
                  <a:path w="495841" h="1158934">
                    <a:moveTo>
                      <a:pt x="255933" y="662643"/>
                    </a:moveTo>
                    <a:lnTo>
                      <a:pt x="249012" y="648117"/>
                    </a:lnTo>
                    <a:lnTo>
                      <a:pt x="16710" y="161998"/>
                    </a:lnTo>
                    <a:lnTo>
                      <a:pt x="0" y="125532"/>
                    </a:lnTo>
                    <a:lnTo>
                      <a:pt x="244548" y="0"/>
                    </a:lnTo>
                    <a:lnTo>
                      <a:pt x="365861" y="246591"/>
                    </a:lnTo>
                    <a:lnTo>
                      <a:pt x="410709" y="336336"/>
                    </a:lnTo>
                    <a:lnTo>
                      <a:pt x="426931" y="366514"/>
                    </a:lnTo>
                    <a:lnTo>
                      <a:pt x="477624" y="472370"/>
                    </a:lnTo>
                    <a:lnTo>
                      <a:pt x="495841" y="509289"/>
                    </a:lnTo>
                    <a:lnTo>
                      <a:pt x="495841" y="1158934"/>
                    </a:lnTo>
                    <a:lnTo>
                      <a:pt x="428573" y="1019260"/>
                    </a:lnTo>
                    <a:lnTo>
                      <a:pt x="272592" y="6973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6" name="Контур"/>
              <p:cNvSpPr/>
              <p:nvPr/>
            </p:nvSpPr>
            <p:spPr>
              <a:xfrm>
                <a:off x="9858290" y="8678882"/>
                <a:ext cx="348519" cy="473431"/>
              </a:xfrm>
              <a:custGeom>
                <a:avLst/>
                <a:gdLst/>
                <a:ahLst/>
                <a:cxnLst/>
                <a:rect l="l" t="t" r="r" b="b"/>
                <a:pathLst>
                  <a:path w="348519" h="473431">
                    <a:moveTo>
                      <a:pt x="154665" y="0"/>
                    </a:moveTo>
                    <a:lnTo>
                      <a:pt x="186030" y="63945"/>
                    </a:lnTo>
                    <a:lnTo>
                      <a:pt x="348519" y="402105"/>
                    </a:lnTo>
                    <a:lnTo>
                      <a:pt x="340009" y="406072"/>
                    </a:lnTo>
                    <a:lnTo>
                      <a:pt x="199203" y="473431"/>
                    </a:lnTo>
                    <a:lnTo>
                      <a:pt x="37431" y="151095"/>
                    </a:lnTo>
                    <a:lnTo>
                      <a:pt x="0" y="70983"/>
                    </a:lnTo>
                    <a:lnTo>
                      <a:pt x="15466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7" name="Контур"/>
              <p:cNvSpPr/>
              <p:nvPr/>
            </p:nvSpPr>
            <p:spPr>
              <a:xfrm>
                <a:off x="10010333" y="9446915"/>
                <a:ext cx="144885" cy="103372"/>
              </a:xfrm>
              <a:custGeom>
                <a:avLst/>
                <a:gdLst/>
                <a:ahLst/>
                <a:cxnLst/>
                <a:rect l="l" t="t" r="r" b="b"/>
                <a:pathLst>
                  <a:path w="144885" h="103372">
                    <a:moveTo>
                      <a:pt x="123969" y="0"/>
                    </a:moveTo>
                    <a:lnTo>
                      <a:pt x="144885" y="43515"/>
                    </a:lnTo>
                    <a:lnTo>
                      <a:pt x="19699" y="103372"/>
                    </a:lnTo>
                    <a:lnTo>
                      <a:pt x="0" y="63062"/>
                    </a:lnTo>
                    <a:lnTo>
                      <a:pt x="12396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8" name="Контур"/>
              <p:cNvSpPr/>
              <p:nvPr/>
            </p:nvSpPr>
            <p:spPr>
              <a:xfrm>
                <a:off x="10241267" y="8948743"/>
                <a:ext cx="54733" cy="141516"/>
              </a:xfrm>
              <a:custGeom>
                <a:avLst/>
                <a:gdLst/>
                <a:ahLst/>
                <a:cxnLst/>
                <a:rect l="l" t="t" r="r" b="b"/>
                <a:pathLst>
                  <a:path w="54733" h="141516">
                    <a:moveTo>
                      <a:pt x="54733" y="141516"/>
                    </a:moveTo>
                    <a:lnTo>
                      <a:pt x="0" y="26347"/>
                    </a:lnTo>
                    <a:lnTo>
                      <a:pt x="26708" y="13222"/>
                    </a:lnTo>
                    <a:lnTo>
                      <a:pt x="5473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9" name="Контур"/>
              <p:cNvSpPr/>
              <p:nvPr/>
            </p:nvSpPr>
            <p:spPr>
              <a:xfrm>
                <a:off x="10198299" y="9063629"/>
                <a:ext cx="79822" cy="98537"/>
              </a:xfrm>
              <a:custGeom>
                <a:avLst/>
                <a:gdLst/>
                <a:ahLst/>
                <a:cxnLst/>
                <a:rect l="l" t="t" r="r" b="b"/>
                <a:pathLst>
                  <a:path w="79822" h="98537">
                    <a:moveTo>
                      <a:pt x="45891" y="0"/>
                    </a:moveTo>
                    <a:lnTo>
                      <a:pt x="79822" y="79206"/>
                    </a:lnTo>
                    <a:lnTo>
                      <a:pt x="34698" y="98537"/>
                    </a:lnTo>
                    <a:lnTo>
                      <a:pt x="0" y="21325"/>
                    </a:lnTo>
                    <a:lnTo>
                      <a:pt x="8510" y="17358"/>
                    </a:lnTo>
                    <a:lnTo>
                      <a:pt x="4589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0" name="Контур"/>
              <p:cNvSpPr/>
              <p:nvPr/>
            </p:nvSpPr>
            <p:spPr>
              <a:xfrm>
                <a:off x="10044320" y="8722064"/>
                <a:ext cx="199870" cy="358923"/>
              </a:xfrm>
              <a:custGeom>
                <a:avLst/>
                <a:gdLst/>
                <a:ahLst/>
                <a:cxnLst/>
                <a:rect l="l" t="t" r="r" b="b"/>
                <a:pathLst>
                  <a:path w="199870" h="358923">
                    <a:moveTo>
                      <a:pt x="162489" y="358923"/>
                    </a:moveTo>
                    <a:lnTo>
                      <a:pt x="0" y="20763"/>
                    </a:lnTo>
                    <a:lnTo>
                      <a:pt x="42597" y="0"/>
                    </a:lnTo>
                    <a:lnTo>
                      <a:pt x="199870" y="341565"/>
                    </a:lnTo>
                    <a:lnTo>
                      <a:pt x="162489" y="35892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1" name="Контур"/>
              <p:cNvSpPr/>
              <p:nvPr/>
            </p:nvSpPr>
            <p:spPr>
              <a:xfrm>
                <a:off x="10105178" y="9294597"/>
                <a:ext cx="190822" cy="195833"/>
              </a:xfrm>
              <a:custGeom>
                <a:avLst/>
                <a:gdLst/>
                <a:ahLst/>
                <a:cxnLst/>
                <a:rect l="l" t="t" r="r" b="b"/>
                <a:pathLst>
                  <a:path w="190822" h="195833">
                    <a:moveTo>
                      <a:pt x="190822" y="128160"/>
                    </a:moveTo>
                    <a:lnTo>
                      <a:pt x="50040" y="195833"/>
                    </a:lnTo>
                    <a:lnTo>
                      <a:pt x="29124" y="152318"/>
                    </a:lnTo>
                    <a:lnTo>
                      <a:pt x="0" y="91730"/>
                    </a:lnTo>
                    <a:lnTo>
                      <a:pt x="19082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2" name="Контур"/>
              <p:cNvSpPr/>
              <p:nvPr/>
            </p:nvSpPr>
            <p:spPr>
              <a:xfrm>
                <a:off x="10243157" y="9144032"/>
                <a:ext cx="52843" cy="134861"/>
              </a:xfrm>
              <a:custGeom>
                <a:avLst/>
                <a:gdLst/>
                <a:ahLst/>
                <a:cxnLst/>
                <a:rect l="l" t="t" r="r" b="b"/>
                <a:pathLst>
                  <a:path w="52843" h="134861">
                    <a:moveTo>
                      <a:pt x="52843" y="134861"/>
                    </a:moveTo>
                    <a:lnTo>
                      <a:pt x="0" y="25152"/>
                    </a:lnTo>
                    <a:lnTo>
                      <a:pt x="5284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3" name="Контур"/>
              <p:cNvSpPr/>
              <p:nvPr/>
            </p:nvSpPr>
            <p:spPr>
              <a:xfrm>
                <a:off x="5881762" y="9788913"/>
                <a:ext cx="308220" cy="399087"/>
              </a:xfrm>
              <a:custGeom>
                <a:avLst/>
                <a:gdLst/>
                <a:ahLst/>
                <a:cxnLst/>
                <a:rect l="l" t="t" r="r" b="b"/>
                <a:pathLst>
                  <a:path w="308220" h="399087">
                    <a:moveTo>
                      <a:pt x="75337" y="399087"/>
                    </a:moveTo>
                    <a:lnTo>
                      <a:pt x="141901" y="368626"/>
                    </a:lnTo>
                    <a:lnTo>
                      <a:pt x="0" y="57555"/>
                    </a:lnTo>
                    <a:lnTo>
                      <a:pt x="126167" y="0"/>
                    </a:lnTo>
                    <a:lnTo>
                      <a:pt x="308220" y="3990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4" name="Контур"/>
              <p:cNvSpPr/>
              <p:nvPr/>
            </p:nvSpPr>
            <p:spPr>
              <a:xfrm>
                <a:off x="4773041" y="9922742"/>
                <a:ext cx="571228" cy="265258"/>
              </a:xfrm>
              <a:custGeom>
                <a:avLst/>
                <a:gdLst/>
                <a:ahLst/>
                <a:cxnLst/>
                <a:rect l="l" t="t" r="r" b="b"/>
                <a:pathLst>
                  <a:path w="571228" h="265258">
                    <a:moveTo>
                      <a:pt x="24004" y="265258"/>
                    </a:moveTo>
                    <a:lnTo>
                      <a:pt x="0" y="216021"/>
                    </a:lnTo>
                    <a:lnTo>
                      <a:pt x="443110" y="0"/>
                    </a:lnTo>
                    <a:lnTo>
                      <a:pt x="571228" y="265258"/>
                    </a:lnTo>
                    <a:lnTo>
                      <a:pt x="419817" y="265258"/>
                    </a:lnTo>
                    <a:lnTo>
                      <a:pt x="384092" y="189708"/>
                    </a:lnTo>
                    <a:lnTo>
                      <a:pt x="225409" y="2652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5" name="Контур"/>
              <p:cNvSpPr/>
              <p:nvPr/>
            </p:nvSpPr>
            <p:spPr>
              <a:xfrm>
                <a:off x="5778568" y="10176322"/>
                <a:ext cx="29990" cy="11678"/>
              </a:xfrm>
              <a:custGeom>
                <a:avLst/>
                <a:gdLst/>
                <a:ahLst/>
                <a:cxnLst/>
                <a:rect l="l" t="t" r="r" b="b"/>
                <a:pathLst>
                  <a:path w="29990" h="11678">
                    <a:moveTo>
                      <a:pt x="0" y="11678"/>
                    </a:moveTo>
                    <a:lnTo>
                      <a:pt x="24401" y="0"/>
                    </a:lnTo>
                    <a:lnTo>
                      <a:pt x="29990" y="1167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6" name="Контур"/>
              <p:cNvSpPr/>
              <p:nvPr/>
            </p:nvSpPr>
            <p:spPr>
              <a:xfrm>
                <a:off x="3683946" y="10184701"/>
                <a:ext cx="6970" cy="3299"/>
              </a:xfrm>
              <a:custGeom>
                <a:avLst/>
                <a:gdLst/>
                <a:ahLst/>
                <a:cxnLst/>
                <a:rect l="l" t="t" r="r" b="b"/>
                <a:pathLst>
                  <a:path w="6970" h="3299">
                    <a:moveTo>
                      <a:pt x="0" y="3299"/>
                    </a:moveTo>
                    <a:lnTo>
                      <a:pt x="4609" y="0"/>
                    </a:lnTo>
                    <a:lnTo>
                      <a:pt x="6970" y="32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7" name="Контур"/>
              <p:cNvSpPr/>
              <p:nvPr/>
            </p:nvSpPr>
            <p:spPr>
              <a:xfrm>
                <a:off x="5462040" y="9585206"/>
                <a:ext cx="512568" cy="602794"/>
              </a:xfrm>
              <a:custGeom>
                <a:avLst/>
                <a:gdLst/>
                <a:ahLst/>
                <a:cxnLst/>
                <a:rect l="l" t="t" r="r" b="b"/>
                <a:pathLst>
                  <a:path w="512568" h="602794">
                    <a:moveTo>
                      <a:pt x="185775" y="602794"/>
                    </a:moveTo>
                    <a:lnTo>
                      <a:pt x="0" y="214626"/>
                    </a:lnTo>
                    <a:lnTo>
                      <a:pt x="448451" y="0"/>
                    </a:lnTo>
                    <a:lnTo>
                      <a:pt x="512568" y="133968"/>
                    </a:lnTo>
                    <a:lnTo>
                      <a:pt x="388710" y="193281"/>
                    </a:lnTo>
                    <a:lnTo>
                      <a:pt x="194903" y="286001"/>
                    </a:lnTo>
                    <a:lnTo>
                      <a:pt x="340929" y="591116"/>
                    </a:lnTo>
                    <a:lnTo>
                      <a:pt x="316528" y="6027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8" name="Контур"/>
              <p:cNvSpPr/>
              <p:nvPr/>
            </p:nvSpPr>
            <p:spPr>
              <a:xfrm>
                <a:off x="5631087" y="9371726"/>
                <a:ext cx="53111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1" h="67537">
                    <a:moveTo>
                      <a:pt x="0" y="12534"/>
                    </a:moveTo>
                    <a:lnTo>
                      <a:pt x="30538" y="0"/>
                    </a:lnTo>
                    <a:lnTo>
                      <a:pt x="53111" y="55004"/>
                    </a:lnTo>
                    <a:lnTo>
                      <a:pt x="22573" y="67537"/>
                    </a:lnTo>
                    <a:lnTo>
                      <a:pt x="0" y="125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9" name="Контур"/>
              <p:cNvSpPr/>
              <p:nvPr/>
            </p:nvSpPr>
            <p:spPr>
              <a:xfrm>
                <a:off x="5661625" y="9359193"/>
                <a:ext cx="53112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2" h="67537">
                    <a:moveTo>
                      <a:pt x="0" y="12533"/>
                    </a:moveTo>
                    <a:lnTo>
                      <a:pt x="30538" y="0"/>
                    </a:lnTo>
                    <a:lnTo>
                      <a:pt x="53112" y="55004"/>
                    </a:lnTo>
                    <a:lnTo>
                      <a:pt x="22573" y="67537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0" name="Контур"/>
              <p:cNvSpPr/>
              <p:nvPr/>
            </p:nvSpPr>
            <p:spPr>
              <a:xfrm>
                <a:off x="5311265" y="9842471"/>
                <a:ext cx="166194" cy="233349"/>
              </a:xfrm>
              <a:custGeom>
                <a:avLst/>
                <a:gdLst/>
                <a:ahLst/>
                <a:cxnLst/>
                <a:rect l="l" t="t" r="r" b="b"/>
                <a:pathLst>
                  <a:path w="166194" h="233349">
                    <a:moveTo>
                      <a:pt x="95482" y="233349"/>
                    </a:moveTo>
                    <a:lnTo>
                      <a:pt x="0" y="33843"/>
                    </a:lnTo>
                    <a:lnTo>
                      <a:pt x="70712" y="0"/>
                    </a:lnTo>
                    <a:lnTo>
                      <a:pt x="166194" y="199506"/>
                    </a:lnTo>
                    <a:lnTo>
                      <a:pt x="95482" y="2333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1" name="Контур"/>
              <p:cNvSpPr/>
              <p:nvPr/>
            </p:nvSpPr>
            <p:spPr>
              <a:xfrm>
                <a:off x="5583292" y="9382112"/>
                <a:ext cx="46479" cy="37638"/>
              </a:xfrm>
              <a:custGeom>
                <a:avLst/>
                <a:gdLst/>
                <a:ahLst/>
                <a:cxnLst/>
                <a:rect l="l" t="t" r="r" b="b"/>
                <a:pathLst>
                  <a:path w="46479" h="37638">
                    <a:moveTo>
                      <a:pt x="9471" y="37638"/>
                    </a:moveTo>
                    <a:lnTo>
                      <a:pt x="0" y="16902"/>
                    </a:lnTo>
                    <a:lnTo>
                      <a:pt x="37008" y="0"/>
                    </a:lnTo>
                    <a:lnTo>
                      <a:pt x="46479" y="20735"/>
                    </a:lnTo>
                    <a:lnTo>
                      <a:pt x="9471" y="3763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2" name="Контур"/>
              <p:cNvSpPr/>
              <p:nvPr/>
            </p:nvSpPr>
            <p:spPr>
              <a:xfrm>
                <a:off x="5692163" y="9346661"/>
                <a:ext cx="53113" cy="67536"/>
              </a:xfrm>
              <a:custGeom>
                <a:avLst/>
                <a:gdLst/>
                <a:ahLst/>
                <a:cxnLst/>
                <a:rect l="l" t="t" r="r" b="b"/>
                <a:pathLst>
                  <a:path w="53113" h="67536">
                    <a:moveTo>
                      <a:pt x="0" y="12532"/>
                    </a:moveTo>
                    <a:lnTo>
                      <a:pt x="30539" y="0"/>
                    </a:lnTo>
                    <a:lnTo>
                      <a:pt x="53113" y="55003"/>
                    </a:lnTo>
                    <a:lnTo>
                      <a:pt x="22574" y="67536"/>
                    </a:lnTo>
                    <a:lnTo>
                      <a:pt x="0" y="125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3" name="Контур"/>
              <p:cNvSpPr/>
              <p:nvPr/>
            </p:nvSpPr>
            <p:spPr>
              <a:xfrm>
                <a:off x="6656884" y="9830065"/>
                <a:ext cx="874409" cy="357935"/>
              </a:xfrm>
              <a:custGeom>
                <a:avLst/>
                <a:gdLst/>
                <a:ahLst/>
                <a:cxnLst/>
                <a:rect l="l" t="t" r="r" b="b"/>
                <a:pathLst>
                  <a:path w="874409" h="357935">
                    <a:moveTo>
                      <a:pt x="0" y="357935"/>
                    </a:moveTo>
                    <a:lnTo>
                      <a:pt x="77711" y="321712"/>
                    </a:lnTo>
                    <a:lnTo>
                      <a:pt x="757356" y="0"/>
                    </a:lnTo>
                    <a:lnTo>
                      <a:pt x="874409" y="248148"/>
                    </a:lnTo>
                    <a:lnTo>
                      <a:pt x="641665" y="3579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4" name="Контур"/>
              <p:cNvSpPr/>
              <p:nvPr/>
            </p:nvSpPr>
            <p:spPr>
              <a:xfrm>
                <a:off x="6449407" y="10046168"/>
                <a:ext cx="285188" cy="141832"/>
              </a:xfrm>
              <a:custGeom>
                <a:avLst/>
                <a:gdLst/>
                <a:ahLst/>
                <a:cxnLst/>
                <a:rect l="l" t="t" r="r" b="b"/>
                <a:pathLst>
                  <a:path w="285188" h="141832">
                    <a:moveTo>
                      <a:pt x="12280" y="141832"/>
                    </a:moveTo>
                    <a:lnTo>
                      <a:pt x="0" y="114672"/>
                    </a:lnTo>
                    <a:lnTo>
                      <a:pt x="233274" y="0"/>
                    </a:lnTo>
                    <a:lnTo>
                      <a:pt x="285188" y="105609"/>
                    </a:lnTo>
                    <a:lnTo>
                      <a:pt x="207477" y="1418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5" name="Контур"/>
              <p:cNvSpPr/>
              <p:nvPr/>
            </p:nvSpPr>
            <p:spPr>
              <a:xfrm>
                <a:off x="5850750" y="9719174"/>
                <a:ext cx="157179" cy="127294"/>
              </a:xfrm>
              <a:custGeom>
                <a:avLst/>
                <a:gdLst/>
                <a:ahLst/>
                <a:cxnLst/>
                <a:rect l="l" t="t" r="r" b="b"/>
                <a:pathLst>
                  <a:path w="157179" h="127294">
                    <a:moveTo>
                      <a:pt x="123858" y="0"/>
                    </a:moveTo>
                    <a:lnTo>
                      <a:pt x="157179" y="69739"/>
                    </a:lnTo>
                    <a:lnTo>
                      <a:pt x="31012" y="127294"/>
                    </a:lnTo>
                    <a:lnTo>
                      <a:pt x="0" y="59313"/>
                    </a:lnTo>
                    <a:lnTo>
                      <a:pt x="12385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6" name="Контур"/>
              <p:cNvSpPr/>
              <p:nvPr/>
            </p:nvSpPr>
            <p:spPr>
              <a:xfrm>
                <a:off x="6354489" y="9597386"/>
                <a:ext cx="859608" cy="563454"/>
              </a:xfrm>
              <a:custGeom>
                <a:avLst/>
                <a:gdLst/>
                <a:ahLst/>
                <a:cxnLst/>
                <a:rect l="l" t="t" r="r" b="b"/>
                <a:pathLst>
                  <a:path w="859608" h="563454">
                    <a:moveTo>
                      <a:pt x="767381" y="0"/>
                    </a:moveTo>
                    <a:lnTo>
                      <a:pt x="818419" y="108842"/>
                    </a:lnTo>
                    <a:lnTo>
                      <a:pt x="859608" y="193942"/>
                    </a:lnTo>
                    <a:lnTo>
                      <a:pt x="328192" y="448782"/>
                    </a:lnTo>
                    <a:lnTo>
                      <a:pt x="94918" y="563454"/>
                    </a:lnTo>
                    <a:lnTo>
                      <a:pt x="0" y="360555"/>
                    </a:lnTo>
                    <a:lnTo>
                      <a:pt x="322472" y="209041"/>
                    </a:lnTo>
                    <a:lnTo>
                      <a:pt x="76738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7" name="Контур"/>
              <p:cNvSpPr/>
              <p:nvPr/>
            </p:nvSpPr>
            <p:spPr>
              <a:xfrm>
                <a:off x="6729856" y="9190710"/>
                <a:ext cx="689319" cy="458792"/>
              </a:xfrm>
              <a:custGeom>
                <a:avLst/>
                <a:gdLst/>
                <a:ahLst/>
                <a:cxnLst/>
                <a:rect l="l" t="t" r="r" b="b"/>
                <a:pathLst>
                  <a:path w="689319" h="458792">
                    <a:moveTo>
                      <a:pt x="0" y="292296"/>
                    </a:moveTo>
                    <a:lnTo>
                      <a:pt x="609469" y="0"/>
                    </a:lnTo>
                    <a:lnTo>
                      <a:pt x="689319" y="166496"/>
                    </a:lnTo>
                    <a:lnTo>
                      <a:pt x="79850" y="458792"/>
                    </a:lnTo>
                    <a:lnTo>
                      <a:pt x="0" y="29229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8" name="Контур"/>
              <p:cNvSpPr/>
              <p:nvPr/>
            </p:nvSpPr>
            <p:spPr>
              <a:xfrm>
                <a:off x="6049326" y="9474873"/>
                <a:ext cx="122828" cy="89558"/>
              </a:xfrm>
              <a:custGeom>
                <a:avLst/>
                <a:gdLst/>
                <a:ahLst/>
                <a:cxnLst/>
                <a:rect l="l" t="t" r="r" b="b"/>
                <a:pathLst>
                  <a:path w="122828" h="89558">
                    <a:moveTo>
                      <a:pt x="19188" y="89558"/>
                    </a:moveTo>
                    <a:lnTo>
                      <a:pt x="0" y="48850"/>
                    </a:lnTo>
                    <a:lnTo>
                      <a:pt x="103640" y="0"/>
                    </a:lnTo>
                    <a:lnTo>
                      <a:pt x="122828" y="40708"/>
                    </a:lnTo>
                    <a:lnTo>
                      <a:pt x="19188" y="895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9" name="Контур"/>
              <p:cNvSpPr/>
              <p:nvPr/>
            </p:nvSpPr>
            <p:spPr>
              <a:xfrm>
                <a:off x="6211373" y="9191515"/>
                <a:ext cx="245885" cy="274876"/>
              </a:xfrm>
              <a:custGeom>
                <a:avLst/>
                <a:gdLst/>
                <a:ahLst/>
                <a:cxnLst/>
                <a:rect l="l" t="t" r="r" b="b"/>
                <a:pathLst>
                  <a:path w="245885" h="274876">
                    <a:moveTo>
                      <a:pt x="245885" y="210510"/>
                    </a:moveTo>
                    <a:lnTo>
                      <a:pt x="95841" y="274876"/>
                    </a:lnTo>
                    <a:lnTo>
                      <a:pt x="72576" y="223630"/>
                    </a:lnTo>
                    <a:lnTo>
                      <a:pt x="37773" y="146959"/>
                    </a:lnTo>
                    <a:lnTo>
                      <a:pt x="23607" y="115747"/>
                    </a:lnTo>
                    <a:lnTo>
                      <a:pt x="0" y="63754"/>
                    </a:lnTo>
                    <a:lnTo>
                      <a:pt x="151417" y="0"/>
                    </a:lnTo>
                    <a:lnTo>
                      <a:pt x="169327" y="39751"/>
                    </a:lnTo>
                    <a:lnTo>
                      <a:pt x="245885" y="21051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0" name="Контур"/>
              <p:cNvSpPr/>
              <p:nvPr/>
            </p:nvSpPr>
            <p:spPr>
              <a:xfrm>
                <a:off x="5847244" y="9327368"/>
                <a:ext cx="99840" cy="88235"/>
              </a:xfrm>
              <a:custGeom>
                <a:avLst/>
                <a:gdLst/>
                <a:ahLst/>
                <a:cxnLst/>
                <a:rect l="l" t="t" r="r" b="b"/>
                <a:pathLst>
                  <a:path w="99840" h="88235">
                    <a:moveTo>
                      <a:pt x="0" y="36727"/>
                    </a:moveTo>
                    <a:lnTo>
                      <a:pt x="75216" y="0"/>
                    </a:lnTo>
                    <a:lnTo>
                      <a:pt x="90886" y="34935"/>
                    </a:lnTo>
                    <a:lnTo>
                      <a:pt x="99840" y="52852"/>
                    </a:lnTo>
                    <a:lnTo>
                      <a:pt x="23281" y="88235"/>
                    </a:lnTo>
                    <a:lnTo>
                      <a:pt x="0" y="367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1" name="Контур"/>
              <p:cNvSpPr/>
              <p:nvPr/>
            </p:nvSpPr>
            <p:spPr>
              <a:xfrm>
                <a:off x="5938130" y="9313703"/>
                <a:ext cx="173713" cy="115558"/>
              </a:xfrm>
              <a:custGeom>
                <a:avLst/>
                <a:gdLst/>
                <a:ahLst/>
                <a:cxnLst/>
                <a:rect l="l" t="t" r="r" b="b"/>
                <a:pathLst>
                  <a:path w="173713" h="115558">
                    <a:moveTo>
                      <a:pt x="0" y="48600"/>
                    </a:moveTo>
                    <a:lnTo>
                      <a:pt x="100736" y="4480"/>
                    </a:lnTo>
                    <a:lnTo>
                      <a:pt x="107900" y="17917"/>
                    </a:lnTo>
                    <a:lnTo>
                      <a:pt x="149985" y="0"/>
                    </a:lnTo>
                    <a:lnTo>
                      <a:pt x="173713" y="47925"/>
                    </a:lnTo>
                    <a:lnTo>
                      <a:pt x="33130" y="115558"/>
                    </a:lnTo>
                    <a:lnTo>
                      <a:pt x="8954" y="66517"/>
                    </a:lnTo>
                    <a:lnTo>
                      <a:pt x="0" y="4860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2" name="Контур"/>
              <p:cNvSpPr/>
              <p:nvPr/>
            </p:nvSpPr>
            <p:spPr>
              <a:xfrm>
                <a:off x="5722702" y="9334127"/>
                <a:ext cx="53112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2" h="67537">
                    <a:moveTo>
                      <a:pt x="0" y="12534"/>
                    </a:moveTo>
                    <a:lnTo>
                      <a:pt x="30538" y="0"/>
                    </a:lnTo>
                    <a:lnTo>
                      <a:pt x="53112" y="55004"/>
                    </a:lnTo>
                    <a:lnTo>
                      <a:pt x="22574" y="67537"/>
                    </a:lnTo>
                    <a:lnTo>
                      <a:pt x="0" y="125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3" name="Контур"/>
              <p:cNvSpPr/>
              <p:nvPr/>
            </p:nvSpPr>
            <p:spPr>
              <a:xfrm>
                <a:off x="6445878" y="9305624"/>
                <a:ext cx="80520" cy="84204"/>
              </a:xfrm>
              <a:custGeom>
                <a:avLst/>
                <a:gdLst/>
                <a:ahLst/>
                <a:cxnLst/>
                <a:rect l="l" t="t" r="r" b="b"/>
                <a:pathLst>
                  <a:path w="80520" h="84204">
                    <a:moveTo>
                      <a:pt x="51900" y="0"/>
                    </a:moveTo>
                    <a:lnTo>
                      <a:pt x="80520" y="59051"/>
                    </a:lnTo>
                    <a:lnTo>
                      <a:pt x="28619" y="84204"/>
                    </a:lnTo>
                    <a:lnTo>
                      <a:pt x="0" y="25154"/>
                    </a:lnTo>
                    <a:lnTo>
                      <a:pt x="5190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4" name="Контур"/>
              <p:cNvSpPr/>
              <p:nvPr/>
            </p:nvSpPr>
            <p:spPr>
              <a:xfrm>
                <a:off x="7597500" y="9801860"/>
                <a:ext cx="452021" cy="240477"/>
              </a:xfrm>
              <a:custGeom>
                <a:avLst/>
                <a:gdLst/>
                <a:ahLst/>
                <a:cxnLst/>
                <a:rect l="l" t="t" r="r" b="b"/>
                <a:pathLst>
                  <a:path w="452021" h="240477">
                    <a:moveTo>
                      <a:pt x="134763" y="240477"/>
                    </a:moveTo>
                    <a:lnTo>
                      <a:pt x="107899" y="181354"/>
                    </a:lnTo>
                    <a:lnTo>
                      <a:pt x="59546" y="201958"/>
                    </a:lnTo>
                    <a:lnTo>
                      <a:pt x="48354" y="178667"/>
                    </a:lnTo>
                    <a:lnTo>
                      <a:pt x="37160" y="184490"/>
                    </a:lnTo>
                    <a:lnTo>
                      <a:pt x="31340" y="173293"/>
                    </a:lnTo>
                    <a:lnTo>
                      <a:pt x="21490" y="177771"/>
                    </a:lnTo>
                    <a:lnTo>
                      <a:pt x="0" y="132534"/>
                    </a:lnTo>
                    <a:lnTo>
                      <a:pt x="74542" y="99726"/>
                    </a:lnTo>
                    <a:lnTo>
                      <a:pt x="94913" y="142052"/>
                    </a:lnTo>
                    <a:lnTo>
                      <a:pt x="272287" y="59844"/>
                    </a:lnTo>
                    <a:lnTo>
                      <a:pt x="393126" y="4874"/>
                    </a:lnTo>
                    <a:lnTo>
                      <a:pt x="404749" y="0"/>
                    </a:lnTo>
                    <a:lnTo>
                      <a:pt x="452021" y="110129"/>
                    </a:lnTo>
                    <a:lnTo>
                      <a:pt x="134763" y="24047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5" name="Контур"/>
              <p:cNvSpPr/>
              <p:nvPr/>
            </p:nvSpPr>
            <p:spPr>
              <a:xfrm>
                <a:off x="7668237" y="9813075"/>
                <a:ext cx="201550" cy="130837"/>
              </a:xfrm>
              <a:custGeom>
                <a:avLst/>
                <a:gdLst/>
                <a:ahLst/>
                <a:cxnLst/>
                <a:rect l="l" t="t" r="r" b="b"/>
                <a:pathLst>
                  <a:path w="201550" h="130837">
                    <a:moveTo>
                      <a:pt x="24176" y="130837"/>
                    </a:moveTo>
                    <a:lnTo>
                      <a:pt x="3805" y="88511"/>
                    </a:lnTo>
                    <a:lnTo>
                      <a:pt x="0" y="81121"/>
                    </a:lnTo>
                    <a:lnTo>
                      <a:pt x="179428" y="0"/>
                    </a:lnTo>
                    <a:lnTo>
                      <a:pt x="201550" y="48629"/>
                    </a:lnTo>
                    <a:lnTo>
                      <a:pt x="24176" y="13083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6" name="Контур"/>
              <p:cNvSpPr/>
              <p:nvPr/>
            </p:nvSpPr>
            <p:spPr>
              <a:xfrm>
                <a:off x="7847665" y="9758105"/>
                <a:ext cx="142961" cy="103599"/>
              </a:xfrm>
              <a:custGeom>
                <a:avLst/>
                <a:gdLst/>
                <a:ahLst/>
                <a:cxnLst/>
                <a:rect l="l" t="t" r="r" b="b"/>
                <a:pathLst>
                  <a:path w="142961" h="103599">
                    <a:moveTo>
                      <a:pt x="22122" y="103599"/>
                    </a:moveTo>
                    <a:lnTo>
                      <a:pt x="0" y="54970"/>
                    </a:lnTo>
                    <a:lnTo>
                      <a:pt x="120839" y="0"/>
                    </a:lnTo>
                    <a:lnTo>
                      <a:pt x="142961" y="48629"/>
                    </a:lnTo>
                    <a:lnTo>
                      <a:pt x="22122" y="1035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7" name="Контур"/>
              <p:cNvSpPr/>
              <p:nvPr/>
            </p:nvSpPr>
            <p:spPr>
              <a:xfrm>
                <a:off x="7883798" y="9610128"/>
                <a:ext cx="87573" cy="99604"/>
              </a:xfrm>
              <a:custGeom>
                <a:avLst/>
                <a:gdLst/>
                <a:ahLst/>
                <a:cxnLst/>
                <a:rect l="l" t="t" r="r" b="b"/>
                <a:pathLst>
                  <a:path w="87573" h="99604">
                    <a:moveTo>
                      <a:pt x="0" y="24201"/>
                    </a:moveTo>
                    <a:lnTo>
                      <a:pt x="53401" y="0"/>
                    </a:lnTo>
                    <a:lnTo>
                      <a:pt x="87573" y="75402"/>
                    </a:lnTo>
                    <a:lnTo>
                      <a:pt x="34173" y="99604"/>
                    </a:lnTo>
                    <a:lnTo>
                      <a:pt x="0" y="242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8" name="Контур"/>
              <p:cNvSpPr/>
              <p:nvPr/>
            </p:nvSpPr>
            <p:spPr>
              <a:xfrm>
                <a:off x="7121870" y="9444875"/>
                <a:ext cx="384181" cy="261353"/>
              </a:xfrm>
              <a:custGeom>
                <a:avLst/>
                <a:gdLst/>
                <a:ahLst/>
                <a:cxnLst/>
                <a:rect l="l" t="t" r="r" b="b"/>
                <a:pathLst>
                  <a:path w="384181" h="261353">
                    <a:moveTo>
                      <a:pt x="0" y="152511"/>
                    </a:moveTo>
                    <a:lnTo>
                      <a:pt x="334320" y="0"/>
                    </a:lnTo>
                    <a:lnTo>
                      <a:pt x="384181" y="106157"/>
                    </a:lnTo>
                    <a:lnTo>
                      <a:pt x="51038" y="261353"/>
                    </a:lnTo>
                    <a:lnTo>
                      <a:pt x="0" y="1525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9" name="Контур"/>
              <p:cNvSpPr/>
              <p:nvPr/>
            </p:nvSpPr>
            <p:spPr>
              <a:xfrm>
                <a:off x="8109149" y="8853122"/>
                <a:ext cx="591273" cy="749277"/>
              </a:xfrm>
              <a:custGeom>
                <a:avLst/>
                <a:gdLst/>
                <a:ahLst/>
                <a:cxnLst/>
                <a:rect l="l" t="t" r="r" b="b"/>
                <a:pathLst>
                  <a:path w="591273" h="749277">
                    <a:moveTo>
                      <a:pt x="296739" y="0"/>
                    </a:moveTo>
                    <a:lnTo>
                      <a:pt x="591273" y="604647"/>
                    </a:lnTo>
                    <a:lnTo>
                      <a:pt x="294741" y="749277"/>
                    </a:lnTo>
                    <a:lnTo>
                      <a:pt x="0" y="145026"/>
                    </a:lnTo>
                    <a:lnTo>
                      <a:pt x="145026" y="72675"/>
                    </a:lnTo>
                    <a:lnTo>
                      <a:pt x="29673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0" name="Контур"/>
              <p:cNvSpPr/>
              <p:nvPr/>
            </p:nvSpPr>
            <p:spPr>
              <a:xfrm>
                <a:off x="7500646" y="9338129"/>
                <a:ext cx="154786" cy="109009"/>
              </a:xfrm>
              <a:custGeom>
                <a:avLst/>
                <a:gdLst/>
                <a:ahLst/>
                <a:cxnLst/>
                <a:rect l="l" t="t" r="r" b="b"/>
                <a:pathLst>
                  <a:path w="154786" h="109009">
                    <a:moveTo>
                      <a:pt x="6590" y="83921"/>
                    </a:moveTo>
                    <a:lnTo>
                      <a:pt x="0" y="68004"/>
                    </a:lnTo>
                    <a:lnTo>
                      <a:pt x="77903" y="35755"/>
                    </a:lnTo>
                    <a:lnTo>
                      <a:pt x="72471" y="22635"/>
                    </a:lnTo>
                    <a:lnTo>
                      <a:pt x="127152" y="0"/>
                    </a:lnTo>
                    <a:lnTo>
                      <a:pt x="154786" y="66757"/>
                    </a:lnTo>
                    <a:lnTo>
                      <a:pt x="99435" y="89670"/>
                    </a:lnTo>
                    <a:lnTo>
                      <a:pt x="94206" y="77039"/>
                    </a:lnTo>
                    <a:lnTo>
                      <a:pt x="16975" y="109009"/>
                    </a:lnTo>
                    <a:lnTo>
                      <a:pt x="6590" y="8392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1" name="Контур"/>
              <p:cNvSpPr/>
              <p:nvPr/>
            </p:nvSpPr>
            <p:spPr>
              <a:xfrm>
                <a:off x="7622329" y="10153554"/>
                <a:ext cx="88835" cy="34446"/>
              </a:xfrm>
              <a:custGeom>
                <a:avLst/>
                <a:gdLst/>
                <a:ahLst/>
                <a:cxnLst/>
                <a:rect l="l" t="t" r="r" b="b"/>
                <a:pathLst>
                  <a:path w="88835" h="34446">
                    <a:moveTo>
                      <a:pt x="0" y="34446"/>
                    </a:moveTo>
                    <a:lnTo>
                      <a:pt x="72459" y="0"/>
                    </a:lnTo>
                    <a:lnTo>
                      <a:pt x="88835" y="344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2" name="Контур"/>
              <p:cNvSpPr/>
              <p:nvPr/>
            </p:nvSpPr>
            <p:spPr>
              <a:xfrm>
                <a:off x="1783220" y="6986539"/>
                <a:ext cx="505024" cy="415289"/>
              </a:xfrm>
              <a:custGeom>
                <a:avLst/>
                <a:gdLst/>
                <a:ahLst/>
                <a:cxnLst/>
                <a:rect l="l" t="t" r="r" b="b"/>
                <a:pathLst>
                  <a:path w="505024" h="415289">
                    <a:moveTo>
                      <a:pt x="505024" y="90046"/>
                    </a:moveTo>
                    <a:lnTo>
                      <a:pt x="245577" y="282211"/>
                    </a:lnTo>
                    <a:lnTo>
                      <a:pt x="269150" y="316821"/>
                    </a:lnTo>
                    <a:lnTo>
                      <a:pt x="215881" y="353269"/>
                    </a:lnTo>
                    <a:lnTo>
                      <a:pt x="190473" y="322334"/>
                    </a:lnTo>
                    <a:lnTo>
                      <a:pt x="148838" y="351431"/>
                    </a:lnTo>
                    <a:lnTo>
                      <a:pt x="65720" y="415289"/>
                    </a:lnTo>
                    <a:lnTo>
                      <a:pt x="0" y="326944"/>
                    </a:lnTo>
                    <a:lnTo>
                      <a:pt x="125370" y="234064"/>
                    </a:lnTo>
                    <a:lnTo>
                      <a:pt x="178983" y="194347"/>
                    </a:lnTo>
                    <a:lnTo>
                      <a:pt x="446246" y="0"/>
                    </a:lnTo>
                    <a:lnTo>
                      <a:pt x="505024" y="900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3" name="Контур"/>
              <p:cNvSpPr/>
              <p:nvPr/>
            </p:nvSpPr>
            <p:spPr>
              <a:xfrm>
                <a:off x="1932058" y="7308873"/>
                <a:ext cx="67043" cy="62469"/>
              </a:xfrm>
              <a:custGeom>
                <a:avLst/>
                <a:gdLst/>
                <a:ahLst/>
                <a:cxnLst/>
                <a:rect l="l" t="t" r="r" b="b"/>
                <a:pathLst>
                  <a:path w="67043" h="62469">
                    <a:moveTo>
                      <a:pt x="0" y="29097"/>
                    </a:moveTo>
                    <a:lnTo>
                      <a:pt x="41635" y="0"/>
                    </a:lnTo>
                    <a:lnTo>
                      <a:pt x="67043" y="30935"/>
                    </a:lnTo>
                    <a:lnTo>
                      <a:pt x="26039" y="62469"/>
                    </a:lnTo>
                    <a:lnTo>
                      <a:pt x="0" y="2909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4" name="Контур"/>
              <p:cNvSpPr/>
              <p:nvPr/>
            </p:nvSpPr>
            <p:spPr>
              <a:xfrm>
                <a:off x="1758947" y="6928292"/>
                <a:ext cx="506208" cy="385191"/>
              </a:xfrm>
              <a:custGeom>
                <a:avLst/>
                <a:gdLst/>
                <a:ahLst/>
                <a:cxnLst/>
                <a:rect l="l" t="t" r="r" b="b"/>
                <a:pathLst>
                  <a:path w="506208" h="385191">
                    <a:moveTo>
                      <a:pt x="24273" y="385191"/>
                    </a:moveTo>
                    <a:lnTo>
                      <a:pt x="0" y="349475"/>
                    </a:lnTo>
                    <a:lnTo>
                      <a:pt x="484013" y="0"/>
                    </a:lnTo>
                    <a:lnTo>
                      <a:pt x="506208" y="33231"/>
                    </a:lnTo>
                    <a:lnTo>
                      <a:pt x="470519" y="58247"/>
                    </a:lnTo>
                    <a:lnTo>
                      <a:pt x="203256" y="252594"/>
                    </a:lnTo>
                    <a:lnTo>
                      <a:pt x="149643" y="292311"/>
                    </a:lnTo>
                    <a:lnTo>
                      <a:pt x="24273" y="38519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5" name="Контур"/>
              <p:cNvSpPr/>
              <p:nvPr/>
            </p:nvSpPr>
            <p:spPr>
              <a:xfrm>
                <a:off x="1656598" y="7201661"/>
                <a:ext cx="82350" cy="82800"/>
              </a:xfrm>
              <a:custGeom>
                <a:avLst/>
                <a:gdLst/>
                <a:ahLst/>
                <a:cxnLst/>
                <a:rect l="l" t="t" r="r" b="b"/>
                <a:pathLst>
                  <a:path w="82350" h="82800">
                    <a:moveTo>
                      <a:pt x="46800" y="0"/>
                    </a:moveTo>
                    <a:lnTo>
                      <a:pt x="82350" y="48600"/>
                    </a:lnTo>
                    <a:lnTo>
                      <a:pt x="35550" y="82800"/>
                    </a:lnTo>
                    <a:lnTo>
                      <a:pt x="0" y="34200"/>
                    </a:lnTo>
                    <a:lnTo>
                      <a:pt x="4680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6" name="Контур"/>
              <p:cNvSpPr/>
              <p:nvPr/>
            </p:nvSpPr>
            <p:spPr>
              <a:xfrm>
                <a:off x="730238" y="6031343"/>
                <a:ext cx="601254" cy="1254726"/>
              </a:xfrm>
              <a:custGeom>
                <a:avLst/>
                <a:gdLst/>
                <a:ahLst/>
                <a:cxnLst/>
                <a:rect l="l" t="t" r="r" b="b"/>
                <a:pathLst>
                  <a:path w="601254" h="1254726">
                    <a:moveTo>
                      <a:pt x="320166" y="420732"/>
                    </a:moveTo>
                    <a:lnTo>
                      <a:pt x="484245" y="0"/>
                    </a:lnTo>
                    <a:lnTo>
                      <a:pt x="601254" y="45198"/>
                    </a:lnTo>
                    <a:lnTo>
                      <a:pt x="391617" y="576531"/>
                    </a:lnTo>
                    <a:lnTo>
                      <a:pt x="429777" y="591588"/>
                    </a:lnTo>
                    <a:lnTo>
                      <a:pt x="409770" y="642294"/>
                    </a:lnTo>
                    <a:lnTo>
                      <a:pt x="371610" y="627246"/>
                    </a:lnTo>
                    <a:lnTo>
                      <a:pt x="116550" y="1254726"/>
                    </a:lnTo>
                    <a:lnTo>
                      <a:pt x="0" y="1211562"/>
                    </a:lnTo>
                    <a:lnTo>
                      <a:pt x="261918" y="559800"/>
                    </a:lnTo>
                    <a:lnTo>
                      <a:pt x="247275" y="553914"/>
                    </a:lnTo>
                    <a:lnTo>
                      <a:pt x="303489" y="414027"/>
                    </a:lnTo>
                    <a:lnTo>
                      <a:pt x="320166" y="4207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7" name="Контур"/>
              <p:cNvSpPr/>
              <p:nvPr/>
            </p:nvSpPr>
            <p:spPr>
              <a:xfrm>
                <a:off x="725198" y="7076954"/>
                <a:ext cx="67158" cy="108018"/>
              </a:xfrm>
              <a:custGeom>
                <a:avLst/>
                <a:gdLst/>
                <a:ahLst/>
                <a:cxnLst/>
                <a:rect l="l" t="t" r="r" b="b"/>
                <a:pathLst>
                  <a:path w="67158" h="108018">
                    <a:moveTo>
                      <a:pt x="28323" y="108018"/>
                    </a:moveTo>
                    <a:lnTo>
                      <a:pt x="0" y="96633"/>
                    </a:lnTo>
                    <a:lnTo>
                      <a:pt x="38835" y="0"/>
                    </a:lnTo>
                    <a:lnTo>
                      <a:pt x="67158" y="11385"/>
                    </a:lnTo>
                    <a:lnTo>
                      <a:pt x="28323" y="1080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8" name="Контур"/>
              <p:cNvSpPr/>
              <p:nvPr/>
            </p:nvSpPr>
            <p:spPr>
              <a:xfrm>
                <a:off x="476312" y="6834998"/>
                <a:ext cx="202266" cy="313047"/>
              </a:xfrm>
              <a:custGeom>
                <a:avLst/>
                <a:gdLst/>
                <a:ahLst/>
                <a:cxnLst/>
                <a:rect l="l" t="t" r="r" b="b"/>
                <a:pathLst>
                  <a:path w="202266" h="313047">
                    <a:moveTo>
                      <a:pt x="0" y="276381"/>
                    </a:moveTo>
                    <a:lnTo>
                      <a:pt x="110790" y="0"/>
                    </a:lnTo>
                    <a:lnTo>
                      <a:pt x="202266" y="36666"/>
                    </a:lnTo>
                    <a:lnTo>
                      <a:pt x="91485" y="313047"/>
                    </a:lnTo>
                    <a:lnTo>
                      <a:pt x="0" y="27638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9" name="Контур"/>
              <p:cNvSpPr/>
              <p:nvPr/>
            </p:nvSpPr>
            <p:spPr>
              <a:xfrm>
                <a:off x="1057350" y="6852968"/>
                <a:ext cx="34120" cy="38448"/>
              </a:xfrm>
              <a:custGeom>
                <a:avLst/>
                <a:gdLst/>
                <a:ahLst/>
                <a:cxnLst/>
                <a:rect l="l" t="t" r="r" b="b"/>
                <a:pathLst>
                  <a:path w="34120" h="38448">
                    <a:moveTo>
                      <a:pt x="0" y="31131"/>
                    </a:moveTo>
                    <a:lnTo>
                      <a:pt x="9108" y="0"/>
                    </a:lnTo>
                    <a:lnTo>
                      <a:pt x="34120" y="7318"/>
                    </a:lnTo>
                    <a:lnTo>
                      <a:pt x="25012" y="38448"/>
                    </a:lnTo>
                    <a:lnTo>
                      <a:pt x="0" y="3113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0" name="Контур"/>
              <p:cNvSpPr/>
              <p:nvPr/>
            </p:nvSpPr>
            <p:spPr>
              <a:xfrm>
                <a:off x="1434038" y="6175604"/>
                <a:ext cx="470304" cy="579582"/>
              </a:xfrm>
              <a:custGeom>
                <a:avLst/>
                <a:gdLst/>
                <a:ahLst/>
                <a:cxnLst/>
                <a:rect l="l" t="t" r="r" b="b"/>
                <a:pathLst>
                  <a:path w="470304" h="579582">
                    <a:moveTo>
                      <a:pt x="196992" y="358740"/>
                    </a:moveTo>
                    <a:lnTo>
                      <a:pt x="246438" y="191025"/>
                    </a:lnTo>
                    <a:lnTo>
                      <a:pt x="251595" y="192546"/>
                    </a:lnTo>
                    <a:lnTo>
                      <a:pt x="304128" y="0"/>
                    </a:lnTo>
                    <a:lnTo>
                      <a:pt x="470304" y="45396"/>
                    </a:lnTo>
                    <a:lnTo>
                      <a:pt x="423909" y="215235"/>
                    </a:lnTo>
                    <a:lnTo>
                      <a:pt x="399654" y="208611"/>
                    </a:lnTo>
                    <a:lnTo>
                      <a:pt x="337761" y="444222"/>
                    </a:lnTo>
                    <a:lnTo>
                      <a:pt x="56943" y="579582"/>
                    </a:lnTo>
                    <a:lnTo>
                      <a:pt x="0" y="557226"/>
                    </a:lnTo>
                    <a:lnTo>
                      <a:pt x="56943" y="412182"/>
                    </a:lnTo>
                    <a:lnTo>
                      <a:pt x="76284" y="414729"/>
                    </a:lnTo>
                    <a:lnTo>
                      <a:pt x="196992" y="35874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1" name="Контур"/>
              <p:cNvSpPr/>
              <p:nvPr/>
            </p:nvSpPr>
            <p:spPr>
              <a:xfrm>
                <a:off x="1270006" y="6791117"/>
                <a:ext cx="38881" cy="26420"/>
              </a:xfrm>
              <a:custGeom>
                <a:avLst/>
                <a:gdLst/>
                <a:ahLst/>
                <a:cxnLst/>
                <a:rect l="l" t="t" r="r" b="b"/>
                <a:pathLst>
                  <a:path w="38881" h="26420">
                    <a:moveTo>
                      <a:pt x="0" y="18370"/>
                    </a:moveTo>
                    <a:lnTo>
                      <a:pt x="4273" y="0"/>
                    </a:lnTo>
                    <a:lnTo>
                      <a:pt x="38881" y="8051"/>
                    </a:lnTo>
                    <a:lnTo>
                      <a:pt x="34608" y="26420"/>
                    </a:lnTo>
                    <a:lnTo>
                      <a:pt x="0" y="1837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2" name="Контур"/>
              <p:cNvSpPr/>
              <p:nvPr/>
            </p:nvSpPr>
            <p:spPr>
              <a:xfrm>
                <a:off x="432779" y="6079439"/>
                <a:ext cx="539136" cy="618417"/>
              </a:xfrm>
              <a:custGeom>
                <a:avLst/>
                <a:gdLst/>
                <a:ahLst/>
                <a:cxnLst/>
                <a:rect l="l" t="t" r="r" b="b"/>
                <a:pathLst>
                  <a:path w="539136" h="618417">
                    <a:moveTo>
                      <a:pt x="31815" y="537588"/>
                    </a:moveTo>
                    <a:lnTo>
                      <a:pt x="0" y="510633"/>
                    </a:lnTo>
                    <a:lnTo>
                      <a:pt x="409482" y="0"/>
                    </a:lnTo>
                    <a:lnTo>
                      <a:pt x="539136" y="105255"/>
                    </a:lnTo>
                    <a:lnTo>
                      <a:pt x="127233" y="618417"/>
                    </a:lnTo>
                    <a:lnTo>
                      <a:pt x="31815" y="5375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3" name="Контур"/>
              <p:cNvSpPr/>
              <p:nvPr/>
            </p:nvSpPr>
            <p:spPr>
              <a:xfrm>
                <a:off x="1431095" y="6640526"/>
                <a:ext cx="35514" cy="39186"/>
              </a:xfrm>
              <a:custGeom>
                <a:avLst/>
                <a:gdLst/>
                <a:ahLst/>
                <a:cxnLst/>
                <a:rect l="l" t="t" r="r" b="b"/>
                <a:pathLst>
                  <a:path w="35514" h="39186">
                    <a:moveTo>
                      <a:pt x="28926" y="26118"/>
                    </a:moveTo>
                    <a:lnTo>
                      <a:pt x="23796" y="39186"/>
                    </a:lnTo>
                    <a:lnTo>
                      <a:pt x="0" y="29844"/>
                    </a:lnTo>
                    <a:lnTo>
                      <a:pt x="11718" y="0"/>
                    </a:lnTo>
                    <a:lnTo>
                      <a:pt x="35514" y="9342"/>
                    </a:lnTo>
                    <a:lnTo>
                      <a:pt x="28926" y="261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4" name="Контур"/>
              <p:cNvSpPr/>
              <p:nvPr/>
            </p:nvSpPr>
            <p:spPr>
              <a:xfrm>
                <a:off x="1121855" y="6466943"/>
                <a:ext cx="235863" cy="213210"/>
              </a:xfrm>
              <a:custGeom>
                <a:avLst/>
                <a:gdLst/>
                <a:ahLst/>
                <a:cxnLst/>
                <a:rect l="l" t="t" r="r" b="b"/>
                <a:pathLst>
                  <a:path w="235863" h="213210">
                    <a:moveTo>
                      <a:pt x="0" y="140931"/>
                    </a:moveTo>
                    <a:lnTo>
                      <a:pt x="55602" y="0"/>
                    </a:lnTo>
                    <a:lnTo>
                      <a:pt x="104631" y="19968"/>
                    </a:lnTo>
                    <a:lnTo>
                      <a:pt x="135913" y="32614"/>
                    </a:lnTo>
                    <a:lnTo>
                      <a:pt x="235863" y="71145"/>
                    </a:lnTo>
                    <a:lnTo>
                      <a:pt x="179631" y="213210"/>
                    </a:lnTo>
                    <a:lnTo>
                      <a:pt x="38160" y="155988"/>
                    </a:lnTo>
                    <a:lnTo>
                      <a:pt x="0" y="14093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5" name="Контур"/>
              <p:cNvSpPr/>
              <p:nvPr/>
            </p:nvSpPr>
            <p:spPr>
              <a:xfrm>
                <a:off x="1226486" y="6440774"/>
                <a:ext cx="49933" cy="58783"/>
              </a:xfrm>
              <a:custGeom>
                <a:avLst/>
                <a:gdLst/>
                <a:ahLst/>
                <a:cxnLst/>
                <a:rect l="l" t="t" r="r" b="b"/>
                <a:pathLst>
                  <a:path w="49933" h="58783">
                    <a:moveTo>
                      <a:pt x="31282" y="58783"/>
                    </a:moveTo>
                    <a:lnTo>
                      <a:pt x="0" y="46137"/>
                    </a:lnTo>
                    <a:lnTo>
                      <a:pt x="18650" y="0"/>
                    </a:lnTo>
                    <a:lnTo>
                      <a:pt x="49933" y="12646"/>
                    </a:lnTo>
                    <a:lnTo>
                      <a:pt x="31282" y="5878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6" name="Контур"/>
              <p:cNvSpPr/>
              <p:nvPr/>
            </p:nvSpPr>
            <p:spPr>
              <a:xfrm>
                <a:off x="1486157" y="6351356"/>
                <a:ext cx="86787" cy="94239"/>
              </a:xfrm>
              <a:custGeom>
                <a:avLst/>
                <a:gdLst/>
                <a:ahLst/>
                <a:cxnLst/>
                <a:rect l="l" t="t" r="r" b="b"/>
                <a:pathLst>
                  <a:path w="86787" h="94239">
                    <a:moveTo>
                      <a:pt x="0" y="70596"/>
                    </a:moveTo>
                    <a:lnTo>
                      <a:pt x="28773" y="0"/>
                    </a:lnTo>
                    <a:lnTo>
                      <a:pt x="86787" y="23643"/>
                    </a:lnTo>
                    <a:lnTo>
                      <a:pt x="58014" y="94239"/>
                    </a:lnTo>
                    <a:lnTo>
                      <a:pt x="0" y="7059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7" name="Контур"/>
              <p:cNvSpPr/>
              <p:nvPr/>
            </p:nvSpPr>
            <p:spPr>
              <a:xfrm>
                <a:off x="1207631" y="6336167"/>
                <a:ext cx="69667" cy="73038"/>
              </a:xfrm>
              <a:custGeom>
                <a:avLst/>
                <a:gdLst/>
                <a:ahLst/>
                <a:cxnLst/>
                <a:rect l="l" t="t" r="r" b="b"/>
                <a:pathLst>
                  <a:path w="69667" h="73038">
                    <a:moveTo>
                      <a:pt x="21558" y="0"/>
                    </a:moveTo>
                    <a:lnTo>
                      <a:pt x="69667" y="19898"/>
                    </a:lnTo>
                    <a:lnTo>
                      <a:pt x="47553" y="73038"/>
                    </a:lnTo>
                    <a:lnTo>
                      <a:pt x="0" y="54586"/>
                    </a:lnTo>
                    <a:lnTo>
                      <a:pt x="2155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8" name="Контур"/>
              <p:cNvSpPr/>
              <p:nvPr/>
            </p:nvSpPr>
            <p:spPr>
              <a:xfrm>
                <a:off x="1358894" y="6144330"/>
                <a:ext cx="57278" cy="100106"/>
              </a:xfrm>
              <a:custGeom>
                <a:avLst/>
                <a:gdLst/>
                <a:ahLst/>
                <a:cxnLst/>
                <a:rect l="l" t="t" r="r" b="b"/>
                <a:pathLst>
                  <a:path w="57278" h="100106">
                    <a:moveTo>
                      <a:pt x="18830" y="0"/>
                    </a:moveTo>
                    <a:lnTo>
                      <a:pt x="57278" y="7847"/>
                    </a:lnTo>
                    <a:lnTo>
                      <a:pt x="38448" y="100106"/>
                    </a:lnTo>
                    <a:lnTo>
                      <a:pt x="0" y="92258"/>
                    </a:lnTo>
                    <a:lnTo>
                      <a:pt x="1883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9" name="Контур"/>
              <p:cNvSpPr/>
              <p:nvPr/>
            </p:nvSpPr>
            <p:spPr>
              <a:xfrm>
                <a:off x="1229189" y="6288005"/>
                <a:ext cx="67104" cy="68060"/>
              </a:xfrm>
              <a:custGeom>
                <a:avLst/>
                <a:gdLst/>
                <a:ahLst/>
                <a:cxnLst/>
                <a:rect l="l" t="t" r="r" b="b"/>
                <a:pathLst>
                  <a:path w="67104" h="68060">
                    <a:moveTo>
                      <a:pt x="0" y="48162"/>
                    </a:moveTo>
                    <a:lnTo>
                      <a:pt x="3429" y="39141"/>
                    </a:lnTo>
                    <a:lnTo>
                      <a:pt x="18873" y="0"/>
                    </a:lnTo>
                    <a:lnTo>
                      <a:pt x="67104" y="19035"/>
                    </a:lnTo>
                    <a:lnTo>
                      <a:pt x="48109" y="68060"/>
                    </a:lnTo>
                    <a:lnTo>
                      <a:pt x="0" y="481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0" name="Контур"/>
              <p:cNvSpPr/>
              <p:nvPr/>
            </p:nvSpPr>
            <p:spPr>
              <a:xfrm>
                <a:off x="3473609" y="7151078"/>
                <a:ext cx="199602" cy="187065"/>
              </a:xfrm>
              <a:custGeom>
                <a:avLst/>
                <a:gdLst/>
                <a:ahLst/>
                <a:cxnLst/>
                <a:rect l="l" t="t" r="r" b="b"/>
                <a:pathLst>
                  <a:path w="199602" h="187065">
                    <a:moveTo>
                      <a:pt x="199602" y="100809"/>
                    </a:moveTo>
                    <a:lnTo>
                      <a:pt x="64233" y="187065"/>
                    </a:lnTo>
                    <a:lnTo>
                      <a:pt x="0" y="86256"/>
                    </a:lnTo>
                    <a:lnTo>
                      <a:pt x="90873" y="28350"/>
                    </a:lnTo>
                    <a:lnTo>
                      <a:pt x="135369" y="0"/>
                    </a:lnTo>
                    <a:lnTo>
                      <a:pt x="199602" y="1008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1" name="Контур"/>
              <p:cNvSpPr/>
              <p:nvPr/>
            </p:nvSpPr>
            <p:spPr>
              <a:xfrm>
                <a:off x="2787915" y="7005499"/>
                <a:ext cx="283134" cy="361345"/>
              </a:xfrm>
              <a:custGeom>
                <a:avLst/>
                <a:gdLst/>
                <a:ahLst/>
                <a:cxnLst/>
                <a:rect l="l" t="t" r="r" b="b"/>
                <a:pathLst>
                  <a:path w="283134" h="361345">
                    <a:moveTo>
                      <a:pt x="0" y="58986"/>
                    </a:moveTo>
                    <a:lnTo>
                      <a:pt x="94597" y="0"/>
                    </a:lnTo>
                    <a:lnTo>
                      <a:pt x="283134" y="302359"/>
                    </a:lnTo>
                    <a:lnTo>
                      <a:pt x="188539" y="361345"/>
                    </a:lnTo>
                    <a:lnTo>
                      <a:pt x="0" y="5898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2" name="Контур"/>
              <p:cNvSpPr/>
              <p:nvPr/>
            </p:nvSpPr>
            <p:spPr>
              <a:xfrm>
                <a:off x="2381403" y="7132190"/>
                <a:ext cx="325202" cy="222983"/>
              </a:xfrm>
              <a:custGeom>
                <a:avLst/>
                <a:gdLst/>
                <a:ahLst/>
                <a:cxnLst/>
                <a:rect l="l" t="t" r="r" b="b"/>
                <a:pathLst>
                  <a:path w="325202" h="222983">
                    <a:moveTo>
                      <a:pt x="60996" y="222983"/>
                    </a:moveTo>
                    <a:lnTo>
                      <a:pt x="0" y="126668"/>
                    </a:lnTo>
                    <a:lnTo>
                      <a:pt x="199050" y="610"/>
                    </a:lnTo>
                    <a:lnTo>
                      <a:pt x="224381" y="40610"/>
                    </a:lnTo>
                    <a:lnTo>
                      <a:pt x="288504" y="0"/>
                    </a:lnTo>
                    <a:lnTo>
                      <a:pt x="325202" y="57946"/>
                    </a:lnTo>
                    <a:lnTo>
                      <a:pt x="60996" y="22298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3" name="Контур"/>
              <p:cNvSpPr/>
              <p:nvPr/>
            </p:nvSpPr>
            <p:spPr>
              <a:xfrm>
                <a:off x="3181702" y="6776884"/>
                <a:ext cx="332002" cy="362152"/>
              </a:xfrm>
              <a:custGeom>
                <a:avLst/>
                <a:gdLst/>
                <a:ahLst/>
                <a:cxnLst/>
                <a:rect l="l" t="t" r="r" b="b"/>
                <a:pathLst>
                  <a:path w="332002" h="362152">
                    <a:moveTo>
                      <a:pt x="332002" y="254235"/>
                    </a:moveTo>
                    <a:lnTo>
                      <a:pt x="155044" y="362152"/>
                    </a:lnTo>
                    <a:lnTo>
                      <a:pt x="0" y="107917"/>
                    </a:lnTo>
                    <a:lnTo>
                      <a:pt x="176959" y="0"/>
                    </a:lnTo>
                    <a:lnTo>
                      <a:pt x="332002" y="2542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4" name="Контур"/>
              <p:cNvSpPr/>
              <p:nvPr/>
            </p:nvSpPr>
            <p:spPr>
              <a:xfrm>
                <a:off x="2977628" y="6977153"/>
                <a:ext cx="102843" cy="93357"/>
              </a:xfrm>
              <a:custGeom>
                <a:avLst/>
                <a:gdLst/>
                <a:ahLst/>
                <a:cxnLst/>
                <a:rect l="l" t="t" r="r" b="b"/>
                <a:pathLst>
                  <a:path w="102843" h="93357">
                    <a:moveTo>
                      <a:pt x="41247" y="85752"/>
                    </a:moveTo>
                    <a:lnTo>
                      <a:pt x="29781" y="93357"/>
                    </a:lnTo>
                    <a:lnTo>
                      <a:pt x="0" y="48465"/>
                    </a:lnTo>
                    <a:lnTo>
                      <a:pt x="73062" y="0"/>
                    </a:lnTo>
                    <a:lnTo>
                      <a:pt x="102843" y="44892"/>
                    </a:lnTo>
                    <a:lnTo>
                      <a:pt x="41247" y="857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5" name="Контур"/>
              <p:cNvSpPr/>
              <p:nvPr/>
            </p:nvSpPr>
            <p:spPr>
              <a:xfrm>
                <a:off x="3018875" y="7022045"/>
                <a:ext cx="82422" cy="72252"/>
              </a:xfrm>
              <a:custGeom>
                <a:avLst/>
                <a:gdLst/>
                <a:ahLst/>
                <a:cxnLst/>
                <a:rect l="l" t="t" r="r" b="b"/>
                <a:pathLst>
                  <a:path w="82422" h="72252">
                    <a:moveTo>
                      <a:pt x="0" y="40860"/>
                    </a:moveTo>
                    <a:lnTo>
                      <a:pt x="61596" y="0"/>
                    </a:lnTo>
                    <a:lnTo>
                      <a:pt x="82422" y="31392"/>
                    </a:lnTo>
                    <a:lnTo>
                      <a:pt x="20826" y="72252"/>
                    </a:lnTo>
                    <a:lnTo>
                      <a:pt x="0" y="408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6" name="Контур"/>
              <p:cNvSpPr/>
              <p:nvPr/>
            </p:nvSpPr>
            <p:spPr>
              <a:xfrm>
                <a:off x="2743763" y="6939101"/>
                <a:ext cx="147420" cy="124119"/>
              </a:xfrm>
              <a:custGeom>
                <a:avLst/>
                <a:gdLst/>
                <a:ahLst/>
                <a:cxnLst/>
                <a:rect l="l" t="t" r="r" b="b"/>
                <a:pathLst>
                  <a:path w="147420" h="124119">
                    <a:moveTo>
                      <a:pt x="132902" y="24879"/>
                    </a:moveTo>
                    <a:lnTo>
                      <a:pt x="147420" y="46683"/>
                    </a:lnTo>
                    <a:lnTo>
                      <a:pt x="31077" y="124119"/>
                    </a:lnTo>
                    <a:lnTo>
                      <a:pt x="0" y="77436"/>
                    </a:lnTo>
                    <a:lnTo>
                      <a:pt x="116343" y="0"/>
                    </a:lnTo>
                    <a:lnTo>
                      <a:pt x="132902" y="2487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7" name="Контур"/>
              <p:cNvSpPr/>
              <p:nvPr/>
            </p:nvSpPr>
            <p:spPr>
              <a:xfrm>
                <a:off x="2921412" y="6926495"/>
                <a:ext cx="60903" cy="53335"/>
              </a:xfrm>
              <a:custGeom>
                <a:avLst/>
                <a:gdLst/>
                <a:ahLst/>
                <a:cxnLst/>
                <a:rect l="l" t="t" r="r" b="b"/>
                <a:pathLst>
                  <a:path w="60903" h="53335">
                    <a:moveTo>
                      <a:pt x="15735" y="53335"/>
                    </a:moveTo>
                    <a:lnTo>
                      <a:pt x="0" y="26011"/>
                    </a:lnTo>
                    <a:lnTo>
                      <a:pt x="45167" y="0"/>
                    </a:lnTo>
                    <a:lnTo>
                      <a:pt x="60903" y="27325"/>
                    </a:lnTo>
                    <a:lnTo>
                      <a:pt x="15735" y="533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8" name="Контур"/>
              <p:cNvSpPr/>
              <p:nvPr/>
            </p:nvSpPr>
            <p:spPr>
              <a:xfrm>
                <a:off x="3320896" y="6129705"/>
                <a:ext cx="819079" cy="773709"/>
              </a:xfrm>
              <a:custGeom>
                <a:avLst/>
                <a:gdLst/>
                <a:ahLst/>
                <a:cxnLst/>
                <a:rect l="l" t="t" r="r" b="b"/>
                <a:pathLst>
                  <a:path w="819079" h="773709">
                    <a:moveTo>
                      <a:pt x="238674" y="773709"/>
                    </a:moveTo>
                    <a:lnTo>
                      <a:pt x="83071" y="578339"/>
                    </a:lnTo>
                    <a:lnTo>
                      <a:pt x="40898" y="519210"/>
                    </a:lnTo>
                    <a:lnTo>
                      <a:pt x="0" y="462936"/>
                    </a:lnTo>
                    <a:lnTo>
                      <a:pt x="624980" y="0"/>
                    </a:lnTo>
                    <a:lnTo>
                      <a:pt x="628782" y="5186"/>
                    </a:lnTo>
                    <a:lnTo>
                      <a:pt x="819079" y="264452"/>
                    </a:lnTo>
                    <a:lnTo>
                      <a:pt x="527248" y="467396"/>
                    </a:lnTo>
                    <a:lnTo>
                      <a:pt x="370324" y="580049"/>
                    </a:lnTo>
                    <a:lnTo>
                      <a:pt x="330076" y="608939"/>
                    </a:lnTo>
                    <a:lnTo>
                      <a:pt x="292591" y="635849"/>
                    </a:lnTo>
                    <a:lnTo>
                      <a:pt x="339267" y="705038"/>
                    </a:lnTo>
                    <a:lnTo>
                      <a:pt x="271141" y="751883"/>
                    </a:lnTo>
                    <a:lnTo>
                      <a:pt x="238674" y="7737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9" name="Контур"/>
              <p:cNvSpPr/>
              <p:nvPr/>
            </p:nvSpPr>
            <p:spPr>
              <a:xfrm>
                <a:off x="2541195" y="6716623"/>
                <a:ext cx="123757" cy="98837"/>
              </a:xfrm>
              <a:custGeom>
                <a:avLst/>
                <a:gdLst/>
                <a:ahLst/>
                <a:cxnLst/>
                <a:rect l="l" t="t" r="r" b="b"/>
                <a:pathLst>
                  <a:path w="123757" h="98837">
                    <a:moveTo>
                      <a:pt x="0" y="50060"/>
                    </a:moveTo>
                    <a:lnTo>
                      <a:pt x="99123" y="0"/>
                    </a:lnTo>
                    <a:lnTo>
                      <a:pt x="123757" y="48777"/>
                    </a:lnTo>
                    <a:lnTo>
                      <a:pt x="24634" y="98837"/>
                    </a:lnTo>
                    <a:lnTo>
                      <a:pt x="0" y="500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0" name="Контур"/>
              <p:cNvSpPr/>
              <p:nvPr/>
            </p:nvSpPr>
            <p:spPr>
              <a:xfrm>
                <a:off x="2586450" y="6799679"/>
                <a:ext cx="99311" cy="94194"/>
              </a:xfrm>
              <a:custGeom>
                <a:avLst/>
                <a:gdLst/>
                <a:ahLst/>
                <a:cxnLst/>
                <a:rect l="l" t="t" r="r" b="b"/>
                <a:pathLst>
                  <a:path w="99311" h="94194">
                    <a:moveTo>
                      <a:pt x="0" y="44838"/>
                    </a:moveTo>
                    <a:lnTo>
                      <a:pt x="65550" y="0"/>
                    </a:lnTo>
                    <a:lnTo>
                      <a:pt x="99311" y="49355"/>
                    </a:lnTo>
                    <a:lnTo>
                      <a:pt x="33762" y="94194"/>
                    </a:lnTo>
                    <a:lnTo>
                      <a:pt x="0" y="4483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1" name="Контур"/>
              <p:cNvSpPr/>
              <p:nvPr/>
            </p:nvSpPr>
            <p:spPr>
              <a:xfrm>
                <a:off x="2834663" y="6609067"/>
                <a:ext cx="129893" cy="95840"/>
              </a:xfrm>
              <a:custGeom>
                <a:avLst/>
                <a:gdLst/>
                <a:ahLst/>
                <a:cxnLst/>
                <a:rect l="l" t="t" r="r" b="b"/>
                <a:pathLst>
                  <a:path w="129893" h="95840">
                    <a:moveTo>
                      <a:pt x="0" y="49879"/>
                    </a:moveTo>
                    <a:lnTo>
                      <a:pt x="95967" y="0"/>
                    </a:lnTo>
                    <a:lnTo>
                      <a:pt x="129893" y="65273"/>
                    </a:lnTo>
                    <a:lnTo>
                      <a:pt x="89520" y="86257"/>
                    </a:lnTo>
                    <a:lnTo>
                      <a:pt x="79482" y="66944"/>
                    </a:lnTo>
                    <a:lnTo>
                      <a:pt x="23889" y="95840"/>
                    </a:lnTo>
                    <a:lnTo>
                      <a:pt x="0" y="4987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2" name="Контур"/>
              <p:cNvSpPr/>
              <p:nvPr/>
            </p:nvSpPr>
            <p:spPr>
              <a:xfrm>
                <a:off x="2847219" y="6432074"/>
                <a:ext cx="331678" cy="198990"/>
              </a:xfrm>
              <a:custGeom>
                <a:avLst/>
                <a:gdLst/>
                <a:ahLst/>
                <a:cxnLst/>
                <a:rect l="l" t="t" r="r" b="b"/>
                <a:pathLst>
                  <a:path w="331678" h="198990">
                    <a:moveTo>
                      <a:pt x="0" y="160997"/>
                    </a:moveTo>
                    <a:lnTo>
                      <a:pt x="312077" y="0"/>
                    </a:lnTo>
                    <a:lnTo>
                      <a:pt x="331678" y="37995"/>
                    </a:lnTo>
                    <a:lnTo>
                      <a:pt x="19600" y="198990"/>
                    </a:lnTo>
                    <a:lnTo>
                      <a:pt x="0" y="16099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3" name="Контур"/>
              <p:cNvSpPr/>
              <p:nvPr/>
            </p:nvSpPr>
            <p:spPr>
              <a:xfrm>
                <a:off x="1965486" y="6238145"/>
                <a:ext cx="154317" cy="161974"/>
              </a:xfrm>
              <a:custGeom>
                <a:avLst/>
                <a:gdLst/>
                <a:ahLst/>
                <a:cxnLst/>
                <a:rect l="l" t="t" r="r" b="b"/>
                <a:pathLst>
                  <a:path w="154317" h="161974">
                    <a:moveTo>
                      <a:pt x="107084" y="0"/>
                    </a:moveTo>
                    <a:lnTo>
                      <a:pt x="130435" y="23371"/>
                    </a:lnTo>
                    <a:lnTo>
                      <a:pt x="154317" y="46653"/>
                    </a:lnTo>
                    <a:lnTo>
                      <a:pt x="45623" y="161974"/>
                    </a:lnTo>
                    <a:lnTo>
                      <a:pt x="0" y="115716"/>
                    </a:lnTo>
                    <a:lnTo>
                      <a:pt x="10708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4" name="Контур"/>
              <p:cNvSpPr/>
              <p:nvPr/>
            </p:nvSpPr>
            <p:spPr>
              <a:xfrm>
                <a:off x="2704197" y="5831976"/>
                <a:ext cx="367510" cy="363703"/>
              </a:xfrm>
              <a:custGeom>
                <a:avLst/>
                <a:gdLst/>
                <a:ahLst/>
                <a:cxnLst/>
                <a:rect l="l" t="t" r="r" b="b"/>
                <a:pathLst>
                  <a:path w="367510" h="363703">
                    <a:moveTo>
                      <a:pt x="226325" y="0"/>
                    </a:moveTo>
                    <a:lnTo>
                      <a:pt x="367510" y="157800"/>
                    </a:lnTo>
                    <a:lnTo>
                      <a:pt x="145779" y="363703"/>
                    </a:lnTo>
                    <a:lnTo>
                      <a:pt x="0" y="205599"/>
                    </a:lnTo>
                    <a:lnTo>
                      <a:pt x="22632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5" name="Контур"/>
              <p:cNvSpPr/>
              <p:nvPr/>
            </p:nvSpPr>
            <p:spPr>
              <a:xfrm>
                <a:off x="252000" y="6564968"/>
                <a:ext cx="38921" cy="75569"/>
              </a:xfrm>
              <a:custGeom>
                <a:avLst/>
                <a:gdLst/>
                <a:ahLst/>
                <a:cxnLst/>
                <a:rect l="l" t="t" r="r" b="b"/>
                <a:pathLst>
                  <a:path w="38921" h="75569">
                    <a:moveTo>
                      <a:pt x="6177" y="75569"/>
                    </a:moveTo>
                    <a:lnTo>
                      <a:pt x="0" y="71537"/>
                    </a:lnTo>
                    <a:lnTo>
                      <a:pt x="0" y="0"/>
                    </a:lnTo>
                    <a:lnTo>
                      <a:pt x="38921" y="254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6" name="Контур"/>
              <p:cNvSpPr/>
              <p:nvPr/>
            </p:nvSpPr>
            <p:spPr>
              <a:xfrm>
                <a:off x="281075" y="7295262"/>
                <a:ext cx="108620" cy="120992"/>
              </a:xfrm>
              <a:custGeom>
                <a:avLst/>
                <a:gdLst/>
                <a:ahLst/>
                <a:cxnLst/>
                <a:rect l="l" t="t" r="r" b="b"/>
                <a:pathLst>
                  <a:path w="108620" h="120992">
                    <a:moveTo>
                      <a:pt x="23589" y="19463"/>
                    </a:moveTo>
                    <a:lnTo>
                      <a:pt x="54429" y="0"/>
                    </a:lnTo>
                    <a:lnTo>
                      <a:pt x="108620" y="85460"/>
                    </a:lnTo>
                    <a:lnTo>
                      <a:pt x="53204" y="120992"/>
                    </a:lnTo>
                    <a:lnTo>
                      <a:pt x="0" y="35276"/>
                    </a:lnTo>
                    <a:lnTo>
                      <a:pt x="23589" y="194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7" name="Контур"/>
              <p:cNvSpPr/>
              <p:nvPr/>
            </p:nvSpPr>
            <p:spPr>
              <a:xfrm>
                <a:off x="252000" y="7265990"/>
                <a:ext cx="52664" cy="76109"/>
              </a:xfrm>
              <a:custGeom>
                <a:avLst/>
                <a:gdLst/>
                <a:ahLst/>
                <a:cxnLst/>
                <a:rect l="l" t="t" r="r" b="b"/>
                <a:pathLst>
                  <a:path w="52664" h="76109">
                    <a:moveTo>
                      <a:pt x="0" y="13901"/>
                    </a:moveTo>
                    <a:lnTo>
                      <a:pt x="22325" y="0"/>
                    </a:lnTo>
                    <a:lnTo>
                      <a:pt x="52664" y="48735"/>
                    </a:lnTo>
                    <a:lnTo>
                      <a:pt x="29075" y="64548"/>
                    </a:lnTo>
                    <a:lnTo>
                      <a:pt x="26141" y="59832"/>
                    </a:lnTo>
                    <a:lnTo>
                      <a:pt x="0" y="761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8" name="Контур"/>
              <p:cNvSpPr/>
              <p:nvPr/>
            </p:nvSpPr>
            <p:spPr>
              <a:xfrm>
                <a:off x="1356050" y="8271472"/>
                <a:ext cx="77848" cy="84274"/>
              </a:xfrm>
              <a:custGeom>
                <a:avLst/>
                <a:gdLst/>
                <a:ahLst/>
                <a:cxnLst/>
                <a:rect l="l" t="t" r="r" b="b"/>
                <a:pathLst>
                  <a:path w="77848" h="84274">
                    <a:moveTo>
                      <a:pt x="0" y="22265"/>
                    </a:moveTo>
                    <a:lnTo>
                      <a:pt x="50520" y="0"/>
                    </a:lnTo>
                    <a:lnTo>
                      <a:pt x="77848" y="62009"/>
                    </a:lnTo>
                    <a:lnTo>
                      <a:pt x="27328" y="84274"/>
                    </a:lnTo>
                    <a:lnTo>
                      <a:pt x="0" y="2226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9" name="Контур"/>
              <p:cNvSpPr/>
              <p:nvPr/>
            </p:nvSpPr>
            <p:spPr>
              <a:xfrm>
                <a:off x="1859504" y="8140421"/>
                <a:ext cx="272205" cy="400167"/>
              </a:xfrm>
              <a:custGeom>
                <a:avLst/>
                <a:gdLst/>
                <a:ahLst/>
                <a:cxnLst/>
                <a:rect l="l" t="t" r="r" b="b"/>
                <a:pathLst>
                  <a:path w="272205" h="400167">
                    <a:moveTo>
                      <a:pt x="227767" y="370680"/>
                    </a:moveTo>
                    <a:lnTo>
                      <a:pt x="165456" y="400167"/>
                    </a:lnTo>
                    <a:lnTo>
                      <a:pt x="0" y="50517"/>
                    </a:lnTo>
                    <a:lnTo>
                      <a:pt x="66573" y="19008"/>
                    </a:lnTo>
                    <a:lnTo>
                      <a:pt x="106740" y="0"/>
                    </a:lnTo>
                    <a:lnTo>
                      <a:pt x="272205" y="349650"/>
                    </a:lnTo>
                    <a:lnTo>
                      <a:pt x="227767" y="37068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0" name="Контур"/>
              <p:cNvSpPr/>
              <p:nvPr/>
            </p:nvSpPr>
            <p:spPr>
              <a:xfrm>
                <a:off x="680779" y="8371953"/>
                <a:ext cx="120850" cy="142226"/>
              </a:xfrm>
              <a:custGeom>
                <a:avLst/>
                <a:gdLst/>
                <a:ahLst/>
                <a:cxnLst/>
                <a:rect l="l" t="t" r="r" b="b"/>
                <a:pathLst>
                  <a:path w="120850" h="142226">
                    <a:moveTo>
                      <a:pt x="0" y="32481"/>
                    </a:moveTo>
                    <a:lnTo>
                      <a:pt x="51122" y="0"/>
                    </a:lnTo>
                    <a:lnTo>
                      <a:pt x="92110" y="64543"/>
                    </a:lnTo>
                    <a:lnTo>
                      <a:pt x="120850" y="109745"/>
                    </a:lnTo>
                    <a:lnTo>
                      <a:pt x="69728" y="142226"/>
                    </a:lnTo>
                    <a:lnTo>
                      <a:pt x="0" y="3248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1" name="Контур"/>
              <p:cNvSpPr/>
              <p:nvPr/>
            </p:nvSpPr>
            <p:spPr>
              <a:xfrm>
                <a:off x="1187998" y="8224419"/>
                <a:ext cx="525992" cy="328374"/>
              </a:xfrm>
              <a:custGeom>
                <a:avLst/>
                <a:gdLst/>
                <a:ahLst/>
                <a:cxnLst/>
                <a:rect l="l" t="t" r="r" b="b"/>
                <a:pathLst>
                  <a:path w="525992" h="328374">
                    <a:moveTo>
                      <a:pt x="474300" y="0"/>
                    </a:moveTo>
                    <a:lnTo>
                      <a:pt x="484084" y="20075"/>
                    </a:lnTo>
                    <a:lnTo>
                      <a:pt x="518637" y="87506"/>
                    </a:lnTo>
                    <a:lnTo>
                      <a:pt x="525992" y="102905"/>
                    </a:lnTo>
                    <a:lnTo>
                      <a:pt x="50157" y="328374"/>
                    </a:lnTo>
                    <a:lnTo>
                      <a:pt x="0" y="225918"/>
                    </a:lnTo>
                    <a:lnTo>
                      <a:pt x="195380" y="131327"/>
                    </a:lnTo>
                    <a:lnTo>
                      <a:pt x="245900" y="109062"/>
                    </a:lnTo>
                    <a:lnTo>
                      <a:pt x="47430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2" name="Контур"/>
              <p:cNvSpPr/>
              <p:nvPr/>
            </p:nvSpPr>
            <p:spPr>
              <a:xfrm>
                <a:off x="1672082" y="8186710"/>
                <a:ext cx="113965" cy="140614"/>
              </a:xfrm>
              <a:custGeom>
                <a:avLst/>
                <a:gdLst/>
                <a:ahLst/>
                <a:cxnLst/>
                <a:rect l="l" t="t" r="r" b="b"/>
                <a:pathLst>
                  <a:path w="113965" h="140614">
                    <a:moveTo>
                      <a:pt x="0" y="57784"/>
                    </a:moveTo>
                    <a:lnTo>
                      <a:pt x="37671" y="38849"/>
                    </a:lnTo>
                    <a:lnTo>
                      <a:pt x="27211" y="17230"/>
                    </a:lnTo>
                    <a:lnTo>
                      <a:pt x="61688" y="0"/>
                    </a:lnTo>
                    <a:lnTo>
                      <a:pt x="113965" y="104601"/>
                    </a:lnTo>
                    <a:lnTo>
                      <a:pt x="41908" y="140614"/>
                    </a:lnTo>
                    <a:lnTo>
                      <a:pt x="34553" y="125215"/>
                    </a:lnTo>
                    <a:lnTo>
                      <a:pt x="0" y="577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3" name="Контур"/>
              <p:cNvSpPr/>
              <p:nvPr/>
            </p:nvSpPr>
            <p:spPr>
              <a:xfrm>
                <a:off x="1274918" y="8217166"/>
                <a:ext cx="131652" cy="101880"/>
              </a:xfrm>
              <a:custGeom>
                <a:avLst/>
                <a:gdLst/>
                <a:ahLst/>
                <a:cxnLst/>
                <a:rect l="l" t="t" r="r" b="b"/>
                <a:pathLst>
                  <a:path w="131652" h="101880">
                    <a:moveTo>
                      <a:pt x="107658" y="0"/>
                    </a:moveTo>
                    <a:lnTo>
                      <a:pt x="131652" y="54306"/>
                    </a:lnTo>
                    <a:lnTo>
                      <a:pt x="81132" y="76571"/>
                    </a:lnTo>
                    <a:lnTo>
                      <a:pt x="24003" y="101880"/>
                    </a:lnTo>
                    <a:lnTo>
                      <a:pt x="0" y="47574"/>
                    </a:lnTo>
                    <a:lnTo>
                      <a:pt x="10765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4" name="Контур"/>
              <p:cNvSpPr/>
              <p:nvPr/>
            </p:nvSpPr>
            <p:spPr>
              <a:xfrm>
                <a:off x="1416657" y="8183443"/>
                <a:ext cx="44467" cy="49703"/>
              </a:xfrm>
              <a:custGeom>
                <a:avLst/>
                <a:gdLst/>
                <a:ahLst/>
                <a:cxnLst/>
                <a:rect l="l" t="t" r="r" b="b"/>
                <a:pathLst>
                  <a:path w="44467" h="49703">
                    <a:moveTo>
                      <a:pt x="0" y="13402"/>
                    </a:moveTo>
                    <a:lnTo>
                      <a:pt x="25031" y="0"/>
                    </a:lnTo>
                    <a:lnTo>
                      <a:pt x="44467" y="36301"/>
                    </a:lnTo>
                    <a:lnTo>
                      <a:pt x="19437" y="49703"/>
                    </a:lnTo>
                    <a:lnTo>
                      <a:pt x="0" y="1340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5" name="Контур"/>
              <p:cNvSpPr/>
              <p:nvPr/>
            </p:nvSpPr>
            <p:spPr>
              <a:xfrm>
                <a:off x="1913819" y="8114519"/>
                <a:ext cx="52425" cy="44910"/>
              </a:xfrm>
              <a:custGeom>
                <a:avLst/>
                <a:gdLst/>
                <a:ahLst/>
                <a:cxnLst/>
                <a:rect l="l" t="t" r="r" b="b"/>
                <a:pathLst>
                  <a:path w="52425" h="44910">
                    <a:moveTo>
                      <a:pt x="12258" y="44910"/>
                    </a:moveTo>
                    <a:lnTo>
                      <a:pt x="0" y="19008"/>
                    </a:lnTo>
                    <a:lnTo>
                      <a:pt x="40167" y="0"/>
                    </a:lnTo>
                    <a:lnTo>
                      <a:pt x="52425" y="25902"/>
                    </a:lnTo>
                    <a:lnTo>
                      <a:pt x="12258" y="4491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6" name="Контур"/>
              <p:cNvSpPr/>
              <p:nvPr/>
            </p:nvSpPr>
            <p:spPr>
              <a:xfrm>
                <a:off x="1646477" y="8071137"/>
                <a:ext cx="73006" cy="70250"/>
              </a:xfrm>
              <a:custGeom>
                <a:avLst/>
                <a:gdLst/>
                <a:ahLst/>
                <a:cxnLst/>
                <a:rect l="l" t="t" r="r" b="b"/>
                <a:pathLst>
                  <a:path w="73006" h="70250">
                    <a:moveTo>
                      <a:pt x="22505" y="70250"/>
                    </a:moveTo>
                    <a:lnTo>
                      <a:pt x="0" y="25264"/>
                    </a:lnTo>
                    <a:lnTo>
                      <a:pt x="50501" y="0"/>
                    </a:lnTo>
                    <a:lnTo>
                      <a:pt x="73006" y="44986"/>
                    </a:lnTo>
                    <a:lnTo>
                      <a:pt x="22505" y="7025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7" name="Контур"/>
              <p:cNvSpPr/>
              <p:nvPr/>
            </p:nvSpPr>
            <p:spPr>
              <a:xfrm>
                <a:off x="1709602" y="8017503"/>
                <a:ext cx="117706" cy="100197"/>
              </a:xfrm>
              <a:custGeom>
                <a:avLst/>
                <a:gdLst/>
                <a:ahLst/>
                <a:cxnLst/>
                <a:rect l="l" t="t" r="r" b="b"/>
                <a:pathLst>
                  <a:path w="117706" h="100197">
                    <a:moveTo>
                      <a:pt x="0" y="50753"/>
                    </a:moveTo>
                    <a:lnTo>
                      <a:pt x="89743" y="0"/>
                    </a:lnTo>
                    <a:lnTo>
                      <a:pt x="117706" y="49444"/>
                    </a:lnTo>
                    <a:lnTo>
                      <a:pt x="27963" y="100197"/>
                    </a:lnTo>
                    <a:lnTo>
                      <a:pt x="0" y="507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8" name="Контур"/>
              <p:cNvSpPr/>
              <p:nvPr/>
            </p:nvSpPr>
            <p:spPr>
              <a:xfrm>
                <a:off x="1227551" y="7611167"/>
                <a:ext cx="324657" cy="467082"/>
              </a:xfrm>
              <a:custGeom>
                <a:avLst/>
                <a:gdLst/>
                <a:ahLst/>
                <a:cxnLst/>
                <a:rect l="l" t="t" r="r" b="b"/>
                <a:pathLst>
                  <a:path w="324657" h="467082">
                    <a:moveTo>
                      <a:pt x="248706" y="467082"/>
                    </a:moveTo>
                    <a:lnTo>
                      <a:pt x="0" y="48870"/>
                    </a:lnTo>
                    <a:lnTo>
                      <a:pt x="77436" y="0"/>
                    </a:lnTo>
                    <a:lnTo>
                      <a:pt x="324657" y="421920"/>
                    </a:lnTo>
                    <a:lnTo>
                      <a:pt x="248706" y="4670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9" name="Контур"/>
              <p:cNvSpPr/>
              <p:nvPr/>
            </p:nvSpPr>
            <p:spPr>
              <a:xfrm>
                <a:off x="1710216" y="7661298"/>
                <a:ext cx="342633" cy="387985"/>
              </a:xfrm>
              <a:custGeom>
                <a:avLst/>
                <a:gdLst/>
                <a:ahLst/>
                <a:cxnLst/>
                <a:rect l="l" t="t" r="r" b="b"/>
                <a:pathLst>
                  <a:path w="342633" h="387985">
                    <a:moveTo>
                      <a:pt x="131340" y="30014"/>
                    </a:moveTo>
                    <a:lnTo>
                      <a:pt x="188583" y="0"/>
                    </a:lnTo>
                    <a:lnTo>
                      <a:pt x="342633" y="272667"/>
                    </a:lnTo>
                    <a:lnTo>
                      <a:pt x="309106" y="292262"/>
                    </a:lnTo>
                    <a:lnTo>
                      <a:pt x="282963" y="305501"/>
                    </a:lnTo>
                    <a:lnTo>
                      <a:pt x="288574" y="315698"/>
                    </a:lnTo>
                    <a:lnTo>
                      <a:pt x="157208" y="387985"/>
                    </a:lnTo>
                    <a:lnTo>
                      <a:pt x="0" y="102288"/>
                    </a:lnTo>
                    <a:lnTo>
                      <a:pt x="131340" y="3001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0" name="Контур"/>
              <p:cNvSpPr/>
              <p:nvPr/>
            </p:nvSpPr>
            <p:spPr>
              <a:xfrm>
                <a:off x="695363" y="7791824"/>
                <a:ext cx="156420" cy="151164"/>
              </a:xfrm>
              <a:custGeom>
                <a:avLst/>
                <a:gdLst/>
                <a:ahLst/>
                <a:cxnLst/>
                <a:rect l="l" t="t" r="r" b="b"/>
                <a:pathLst>
                  <a:path w="156420" h="151164">
                    <a:moveTo>
                      <a:pt x="63918" y="151164"/>
                    </a:moveTo>
                    <a:lnTo>
                      <a:pt x="0" y="57528"/>
                    </a:lnTo>
                    <a:lnTo>
                      <a:pt x="97794" y="0"/>
                    </a:lnTo>
                    <a:lnTo>
                      <a:pt x="131760" y="55197"/>
                    </a:lnTo>
                    <a:lnTo>
                      <a:pt x="156420" y="95265"/>
                    </a:lnTo>
                    <a:lnTo>
                      <a:pt x="136494" y="107307"/>
                    </a:lnTo>
                    <a:lnTo>
                      <a:pt x="63918" y="1511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1" name="Контур"/>
              <p:cNvSpPr/>
              <p:nvPr/>
            </p:nvSpPr>
            <p:spPr>
              <a:xfrm>
                <a:off x="2063206" y="7135507"/>
                <a:ext cx="850678" cy="645452"/>
              </a:xfrm>
              <a:custGeom>
                <a:avLst/>
                <a:gdLst/>
                <a:ahLst/>
                <a:cxnLst/>
                <a:rect l="l" t="t" r="r" b="b"/>
                <a:pathLst>
                  <a:path w="850678" h="645452">
                    <a:moveTo>
                      <a:pt x="379193" y="219666"/>
                    </a:moveTo>
                    <a:lnTo>
                      <a:pt x="643399" y="54629"/>
                    </a:lnTo>
                    <a:lnTo>
                      <a:pt x="729660" y="0"/>
                    </a:lnTo>
                    <a:lnTo>
                      <a:pt x="850678" y="191092"/>
                    </a:lnTo>
                    <a:lnTo>
                      <a:pt x="763743" y="246148"/>
                    </a:lnTo>
                    <a:lnTo>
                      <a:pt x="784281" y="278579"/>
                    </a:lnTo>
                    <a:lnTo>
                      <a:pt x="320356" y="572383"/>
                    </a:lnTo>
                    <a:lnTo>
                      <a:pt x="295454" y="533064"/>
                    </a:lnTo>
                    <a:lnTo>
                      <a:pt x="211438" y="585339"/>
                    </a:lnTo>
                    <a:lnTo>
                      <a:pt x="171158" y="610690"/>
                    </a:lnTo>
                    <a:lnTo>
                      <a:pt x="116694" y="645452"/>
                    </a:lnTo>
                    <a:lnTo>
                      <a:pt x="45344" y="530800"/>
                    </a:lnTo>
                    <a:lnTo>
                      <a:pt x="6377" y="469857"/>
                    </a:lnTo>
                    <a:lnTo>
                      <a:pt x="0" y="458553"/>
                    </a:lnTo>
                    <a:lnTo>
                      <a:pt x="53015" y="426234"/>
                    </a:lnTo>
                    <a:lnTo>
                      <a:pt x="379193" y="21966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2" name="Контур"/>
              <p:cNvSpPr/>
              <p:nvPr/>
            </p:nvSpPr>
            <p:spPr>
              <a:xfrm>
                <a:off x="1686819" y="7647052"/>
                <a:ext cx="154737" cy="116534"/>
              </a:xfrm>
              <a:custGeom>
                <a:avLst/>
                <a:gdLst/>
                <a:ahLst/>
                <a:cxnLst/>
                <a:rect l="l" t="t" r="r" b="b"/>
                <a:pathLst>
                  <a:path w="154737" h="116534">
                    <a:moveTo>
                      <a:pt x="23397" y="116534"/>
                    </a:moveTo>
                    <a:lnTo>
                      <a:pt x="0" y="71971"/>
                    </a:lnTo>
                    <a:lnTo>
                      <a:pt x="131939" y="0"/>
                    </a:lnTo>
                    <a:lnTo>
                      <a:pt x="154737" y="44260"/>
                    </a:lnTo>
                    <a:lnTo>
                      <a:pt x="23397" y="1165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3" name="Контур"/>
              <p:cNvSpPr/>
              <p:nvPr/>
            </p:nvSpPr>
            <p:spPr>
              <a:xfrm>
                <a:off x="1998803" y="7487089"/>
                <a:ext cx="81730" cy="62812"/>
              </a:xfrm>
              <a:custGeom>
                <a:avLst/>
                <a:gdLst/>
                <a:ahLst/>
                <a:cxnLst/>
                <a:rect l="l" t="t" r="r" b="b"/>
                <a:pathLst>
                  <a:path w="81730" h="62812">
                    <a:moveTo>
                      <a:pt x="13236" y="62812"/>
                    </a:moveTo>
                    <a:lnTo>
                      <a:pt x="0" y="40332"/>
                    </a:lnTo>
                    <a:lnTo>
                      <a:pt x="68492" y="0"/>
                    </a:lnTo>
                    <a:lnTo>
                      <a:pt x="81730" y="22479"/>
                    </a:lnTo>
                    <a:lnTo>
                      <a:pt x="13236" y="628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4" name="Контур"/>
              <p:cNvSpPr/>
              <p:nvPr/>
            </p:nvSpPr>
            <p:spPr>
              <a:xfrm>
                <a:off x="2041077" y="7605364"/>
                <a:ext cx="67473" cy="79169"/>
              </a:xfrm>
              <a:custGeom>
                <a:avLst/>
                <a:gdLst/>
                <a:ahLst/>
                <a:cxnLst/>
                <a:rect l="l" t="t" r="r" b="b"/>
                <a:pathLst>
                  <a:path w="67473" h="79169">
                    <a:moveTo>
                      <a:pt x="28506" y="0"/>
                    </a:moveTo>
                    <a:lnTo>
                      <a:pt x="67473" y="60943"/>
                    </a:lnTo>
                    <a:lnTo>
                      <a:pt x="38969" y="79169"/>
                    </a:lnTo>
                    <a:lnTo>
                      <a:pt x="0" y="18227"/>
                    </a:lnTo>
                    <a:lnTo>
                      <a:pt x="2850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5" name="Контур"/>
              <p:cNvSpPr/>
              <p:nvPr/>
            </p:nvSpPr>
            <p:spPr>
              <a:xfrm>
                <a:off x="1679769" y="7466449"/>
                <a:ext cx="56888" cy="65424"/>
              </a:xfrm>
              <a:custGeom>
                <a:avLst/>
                <a:gdLst/>
                <a:ahLst/>
                <a:cxnLst/>
                <a:rect l="l" t="t" r="r" b="b"/>
                <a:pathLst>
                  <a:path w="56888" h="65424">
                    <a:moveTo>
                      <a:pt x="0" y="15788"/>
                    </a:moveTo>
                    <a:lnTo>
                      <a:pt x="23396" y="0"/>
                    </a:lnTo>
                    <a:lnTo>
                      <a:pt x="56888" y="49637"/>
                    </a:lnTo>
                    <a:lnTo>
                      <a:pt x="33491" y="65424"/>
                    </a:lnTo>
                    <a:lnTo>
                      <a:pt x="0" y="157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6" name="Контур"/>
              <p:cNvSpPr/>
              <p:nvPr/>
            </p:nvSpPr>
            <p:spPr>
              <a:xfrm>
                <a:off x="3472422" y="8625672"/>
                <a:ext cx="56643" cy="45818"/>
              </a:xfrm>
              <a:custGeom>
                <a:avLst/>
                <a:gdLst/>
                <a:ahLst/>
                <a:cxnLst/>
                <a:rect l="l" t="t" r="r" b="b"/>
                <a:pathLst>
                  <a:path w="56643" h="45818">
                    <a:moveTo>
                      <a:pt x="11289" y="45818"/>
                    </a:moveTo>
                    <a:lnTo>
                      <a:pt x="0" y="26495"/>
                    </a:lnTo>
                    <a:lnTo>
                      <a:pt x="45354" y="0"/>
                    </a:lnTo>
                    <a:lnTo>
                      <a:pt x="56643" y="19324"/>
                    </a:lnTo>
                    <a:lnTo>
                      <a:pt x="11289" y="458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7" name="Контур"/>
              <p:cNvSpPr/>
              <p:nvPr/>
            </p:nvSpPr>
            <p:spPr>
              <a:xfrm>
                <a:off x="2412942" y="8486076"/>
                <a:ext cx="221747" cy="198878"/>
              </a:xfrm>
              <a:custGeom>
                <a:avLst/>
                <a:gdLst/>
                <a:ahLst/>
                <a:cxnLst/>
                <a:rect l="l" t="t" r="r" b="b"/>
                <a:pathLst>
                  <a:path w="221747" h="198878">
                    <a:moveTo>
                      <a:pt x="75726" y="176355"/>
                    </a:moveTo>
                    <a:lnTo>
                      <a:pt x="0" y="31896"/>
                    </a:lnTo>
                    <a:lnTo>
                      <a:pt x="63227" y="0"/>
                    </a:lnTo>
                    <a:lnTo>
                      <a:pt x="90459" y="45930"/>
                    </a:lnTo>
                    <a:lnTo>
                      <a:pt x="151146" y="21020"/>
                    </a:lnTo>
                    <a:lnTo>
                      <a:pt x="221747" y="148442"/>
                    </a:lnTo>
                    <a:lnTo>
                      <a:pt x="126477" y="198878"/>
                    </a:lnTo>
                    <a:lnTo>
                      <a:pt x="75726" y="17635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8" name="Контур"/>
              <p:cNvSpPr/>
              <p:nvPr/>
            </p:nvSpPr>
            <p:spPr>
              <a:xfrm>
                <a:off x="2647097" y="8300582"/>
                <a:ext cx="408808" cy="297997"/>
              </a:xfrm>
              <a:custGeom>
                <a:avLst/>
                <a:gdLst/>
                <a:ahLst/>
                <a:cxnLst/>
                <a:rect l="l" t="t" r="r" b="b"/>
                <a:pathLst>
                  <a:path w="408808" h="297997">
                    <a:moveTo>
                      <a:pt x="0" y="238564"/>
                    </a:moveTo>
                    <a:lnTo>
                      <a:pt x="370543" y="0"/>
                    </a:lnTo>
                    <a:lnTo>
                      <a:pt x="408808" y="59433"/>
                    </a:lnTo>
                    <a:lnTo>
                      <a:pt x="38264" y="297997"/>
                    </a:lnTo>
                    <a:lnTo>
                      <a:pt x="0" y="2385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9" name="Контур"/>
              <p:cNvSpPr/>
              <p:nvPr/>
            </p:nvSpPr>
            <p:spPr>
              <a:xfrm>
                <a:off x="2400829" y="8407276"/>
                <a:ext cx="60504" cy="59060"/>
              </a:xfrm>
              <a:custGeom>
                <a:avLst/>
                <a:gdLst/>
                <a:ahLst/>
                <a:cxnLst/>
                <a:rect l="l" t="t" r="r" b="b"/>
                <a:pathLst>
                  <a:path w="60504" h="59060">
                    <a:moveTo>
                      <a:pt x="18312" y="59060"/>
                    </a:moveTo>
                    <a:lnTo>
                      <a:pt x="0" y="44010"/>
                    </a:lnTo>
                    <a:lnTo>
                      <a:pt x="0" y="20451"/>
                    </a:lnTo>
                    <a:lnTo>
                      <a:pt x="14721" y="1308"/>
                    </a:lnTo>
                    <a:lnTo>
                      <a:pt x="42845" y="0"/>
                    </a:lnTo>
                    <a:lnTo>
                      <a:pt x="60504" y="22904"/>
                    </a:lnTo>
                    <a:lnTo>
                      <a:pt x="58862" y="41392"/>
                    </a:lnTo>
                    <a:lnTo>
                      <a:pt x="40550" y="58406"/>
                    </a:lnTo>
                    <a:lnTo>
                      <a:pt x="18312" y="590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0" name="Контур"/>
              <p:cNvSpPr/>
              <p:nvPr/>
            </p:nvSpPr>
            <p:spPr>
              <a:xfrm>
                <a:off x="2473547" y="7445216"/>
                <a:ext cx="1404711" cy="970749"/>
              </a:xfrm>
              <a:custGeom>
                <a:avLst/>
                <a:gdLst/>
                <a:ahLst/>
                <a:cxnLst/>
                <a:rect l="l" t="t" r="r" b="b"/>
                <a:pathLst>
                  <a:path w="1404711" h="970749">
                    <a:moveTo>
                      <a:pt x="1319013" y="0"/>
                    </a:moveTo>
                    <a:lnTo>
                      <a:pt x="1404711" y="135297"/>
                    </a:lnTo>
                    <a:lnTo>
                      <a:pt x="85698" y="970749"/>
                    </a:lnTo>
                    <a:lnTo>
                      <a:pt x="0" y="835452"/>
                    </a:lnTo>
                    <a:lnTo>
                      <a:pt x="131901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1" name="Контур"/>
              <p:cNvSpPr/>
              <p:nvPr/>
            </p:nvSpPr>
            <p:spPr>
              <a:xfrm>
                <a:off x="2394627" y="7941470"/>
                <a:ext cx="326345" cy="248013"/>
              </a:xfrm>
              <a:custGeom>
                <a:avLst/>
                <a:gdLst/>
                <a:ahLst/>
                <a:cxnLst/>
                <a:rect l="l" t="t" r="r" b="b"/>
                <a:pathLst>
                  <a:path w="326345" h="248013">
                    <a:moveTo>
                      <a:pt x="0" y="181241"/>
                    </a:moveTo>
                    <a:lnTo>
                      <a:pt x="283686" y="0"/>
                    </a:lnTo>
                    <a:lnTo>
                      <a:pt x="326345" y="66772"/>
                    </a:lnTo>
                    <a:lnTo>
                      <a:pt x="42659" y="248013"/>
                    </a:lnTo>
                    <a:lnTo>
                      <a:pt x="0" y="1812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2" name="Контур"/>
              <p:cNvSpPr/>
              <p:nvPr/>
            </p:nvSpPr>
            <p:spPr>
              <a:xfrm>
                <a:off x="2177470" y="7977523"/>
                <a:ext cx="149114" cy="189060"/>
              </a:xfrm>
              <a:custGeom>
                <a:avLst/>
                <a:gdLst/>
                <a:ahLst/>
                <a:cxnLst/>
                <a:rect l="l" t="t" r="r" b="b"/>
                <a:pathLst>
                  <a:path w="149114" h="189060">
                    <a:moveTo>
                      <a:pt x="61391" y="0"/>
                    </a:moveTo>
                    <a:lnTo>
                      <a:pt x="149114" y="141743"/>
                    </a:lnTo>
                    <a:lnTo>
                      <a:pt x="72585" y="189060"/>
                    </a:lnTo>
                    <a:lnTo>
                      <a:pt x="0" y="37592"/>
                    </a:lnTo>
                    <a:lnTo>
                      <a:pt x="6139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3" name="Контур"/>
              <p:cNvSpPr/>
              <p:nvPr/>
            </p:nvSpPr>
            <p:spPr>
              <a:xfrm>
                <a:off x="2238861" y="7609455"/>
                <a:ext cx="660840" cy="513256"/>
              </a:xfrm>
              <a:custGeom>
                <a:avLst/>
                <a:gdLst/>
                <a:ahLst/>
                <a:cxnLst/>
                <a:rect l="l" t="t" r="r" b="b"/>
                <a:pathLst>
                  <a:path w="660840" h="513256">
                    <a:moveTo>
                      <a:pt x="538941" y="0"/>
                    </a:moveTo>
                    <a:lnTo>
                      <a:pt x="660840" y="191967"/>
                    </a:lnTo>
                    <a:lnTo>
                      <a:pt x="617817" y="219991"/>
                    </a:lnTo>
                    <a:lnTo>
                      <a:pt x="474240" y="309703"/>
                    </a:lnTo>
                    <a:lnTo>
                      <a:pt x="439452" y="332015"/>
                    </a:lnTo>
                    <a:lnTo>
                      <a:pt x="155766" y="513256"/>
                    </a:lnTo>
                    <a:lnTo>
                      <a:pt x="134702" y="480379"/>
                    </a:lnTo>
                    <a:lnTo>
                      <a:pt x="87723" y="509811"/>
                    </a:lnTo>
                    <a:lnTo>
                      <a:pt x="0" y="368068"/>
                    </a:lnTo>
                    <a:lnTo>
                      <a:pt x="45123" y="340040"/>
                    </a:lnTo>
                    <a:lnTo>
                      <a:pt x="32342" y="320069"/>
                    </a:lnTo>
                    <a:lnTo>
                      <a:pt x="326854" y="132150"/>
                    </a:lnTo>
                    <a:lnTo>
                      <a:pt x="53894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4" name="Контур"/>
              <p:cNvSpPr/>
              <p:nvPr/>
            </p:nvSpPr>
            <p:spPr>
              <a:xfrm>
                <a:off x="2713101" y="7829446"/>
                <a:ext cx="177746" cy="149832"/>
              </a:xfrm>
              <a:custGeom>
                <a:avLst/>
                <a:gdLst/>
                <a:ahLst/>
                <a:cxnLst/>
                <a:rect l="l" t="t" r="r" b="b"/>
                <a:pathLst>
                  <a:path w="177746" h="149832">
                    <a:moveTo>
                      <a:pt x="41805" y="149832"/>
                    </a:moveTo>
                    <a:lnTo>
                      <a:pt x="0" y="89712"/>
                    </a:lnTo>
                    <a:lnTo>
                      <a:pt x="143577" y="0"/>
                    </a:lnTo>
                    <a:lnTo>
                      <a:pt x="177746" y="65187"/>
                    </a:lnTo>
                    <a:lnTo>
                      <a:pt x="41805" y="1498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5" name="Контур"/>
              <p:cNvSpPr/>
              <p:nvPr/>
            </p:nvSpPr>
            <p:spPr>
              <a:xfrm>
                <a:off x="2209671" y="7702901"/>
                <a:ext cx="356044" cy="274622"/>
              </a:xfrm>
              <a:custGeom>
                <a:avLst/>
                <a:gdLst/>
                <a:ahLst/>
                <a:cxnLst/>
                <a:rect l="l" t="t" r="r" b="b"/>
                <a:pathLst>
                  <a:path w="356044" h="274622">
                    <a:moveTo>
                      <a:pt x="356044" y="38704"/>
                    </a:moveTo>
                    <a:lnTo>
                      <a:pt x="61532" y="226623"/>
                    </a:lnTo>
                    <a:lnTo>
                      <a:pt x="74313" y="246594"/>
                    </a:lnTo>
                    <a:lnTo>
                      <a:pt x="29190" y="274622"/>
                    </a:lnTo>
                    <a:lnTo>
                      <a:pt x="0" y="216729"/>
                    </a:lnTo>
                    <a:lnTo>
                      <a:pt x="55245" y="182249"/>
                    </a:lnTo>
                    <a:lnTo>
                      <a:pt x="50322" y="173493"/>
                    </a:lnTo>
                    <a:lnTo>
                      <a:pt x="332292" y="0"/>
                    </a:lnTo>
                    <a:lnTo>
                      <a:pt x="356044" y="387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6" name="Контур"/>
              <p:cNvSpPr/>
              <p:nvPr/>
            </p:nvSpPr>
            <p:spPr>
              <a:xfrm>
                <a:off x="2777802" y="7520655"/>
                <a:ext cx="263646" cy="280767"/>
              </a:xfrm>
              <a:custGeom>
                <a:avLst/>
                <a:gdLst/>
                <a:ahLst/>
                <a:cxnLst/>
                <a:rect l="l" t="t" r="r" b="b"/>
                <a:pathLst>
                  <a:path w="263646" h="280767">
                    <a:moveTo>
                      <a:pt x="0" y="88800"/>
                    </a:moveTo>
                    <a:lnTo>
                      <a:pt x="144040" y="0"/>
                    </a:lnTo>
                    <a:lnTo>
                      <a:pt x="215486" y="114277"/>
                    </a:lnTo>
                    <a:lnTo>
                      <a:pt x="263646" y="192247"/>
                    </a:lnTo>
                    <a:lnTo>
                      <a:pt x="121899" y="280767"/>
                    </a:lnTo>
                    <a:lnTo>
                      <a:pt x="0" y="8880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7" name="Контур"/>
              <p:cNvSpPr/>
              <p:nvPr/>
            </p:nvSpPr>
            <p:spPr>
              <a:xfrm>
                <a:off x="2234364" y="7720846"/>
                <a:ext cx="67354" cy="68368"/>
              </a:xfrm>
              <a:custGeom>
                <a:avLst/>
                <a:gdLst/>
                <a:ahLst/>
                <a:cxnLst/>
                <a:rect l="l" t="t" r="r" b="b"/>
                <a:pathLst>
                  <a:path w="67354" h="68368">
                    <a:moveTo>
                      <a:pt x="0" y="25351"/>
                    </a:moveTo>
                    <a:lnTo>
                      <a:pt x="40280" y="0"/>
                    </a:lnTo>
                    <a:lnTo>
                      <a:pt x="67354" y="43017"/>
                    </a:lnTo>
                    <a:lnTo>
                      <a:pt x="27075" y="68368"/>
                    </a:lnTo>
                    <a:lnTo>
                      <a:pt x="0" y="2535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8" name="Контур"/>
              <p:cNvSpPr/>
              <p:nvPr/>
            </p:nvSpPr>
            <p:spPr>
              <a:xfrm>
                <a:off x="2921842" y="7495863"/>
                <a:ext cx="111101" cy="139069"/>
              </a:xfrm>
              <a:custGeom>
                <a:avLst/>
                <a:gdLst/>
                <a:ahLst/>
                <a:cxnLst/>
                <a:rect l="l" t="t" r="r" b="b"/>
                <a:pathLst>
                  <a:path w="111101" h="139069">
                    <a:moveTo>
                      <a:pt x="0" y="24792"/>
                    </a:moveTo>
                    <a:lnTo>
                      <a:pt x="39655" y="0"/>
                    </a:lnTo>
                    <a:lnTo>
                      <a:pt x="111101" y="114276"/>
                    </a:lnTo>
                    <a:lnTo>
                      <a:pt x="71446" y="139069"/>
                    </a:lnTo>
                    <a:lnTo>
                      <a:pt x="0" y="247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9" name="Контур"/>
              <p:cNvSpPr/>
              <p:nvPr/>
            </p:nvSpPr>
            <p:spPr>
              <a:xfrm>
                <a:off x="3184758" y="7185770"/>
                <a:ext cx="293834" cy="405372"/>
              </a:xfrm>
              <a:custGeom>
                <a:avLst/>
                <a:gdLst/>
                <a:ahLst/>
                <a:cxnLst/>
                <a:rect l="l" t="t" r="r" b="b"/>
                <a:pathLst>
                  <a:path w="293834" h="405372">
                    <a:moveTo>
                      <a:pt x="185114" y="405372"/>
                    </a:moveTo>
                    <a:lnTo>
                      <a:pt x="0" y="120391"/>
                    </a:lnTo>
                    <a:lnTo>
                      <a:pt x="198285" y="0"/>
                    </a:lnTo>
                    <a:lnTo>
                      <a:pt x="234115" y="61587"/>
                    </a:lnTo>
                    <a:lnTo>
                      <a:pt x="174089" y="100195"/>
                    </a:lnTo>
                    <a:lnTo>
                      <a:pt x="293834" y="292308"/>
                    </a:lnTo>
                    <a:lnTo>
                      <a:pt x="224928" y="337964"/>
                    </a:lnTo>
                    <a:lnTo>
                      <a:pt x="240852" y="366766"/>
                    </a:lnTo>
                    <a:lnTo>
                      <a:pt x="185114" y="40537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0" name="Контур"/>
              <p:cNvSpPr/>
              <p:nvPr/>
            </p:nvSpPr>
            <p:spPr>
              <a:xfrm>
                <a:off x="2063774" y="7258858"/>
                <a:ext cx="378625" cy="302883"/>
              </a:xfrm>
              <a:custGeom>
                <a:avLst/>
                <a:gdLst/>
                <a:ahLst/>
                <a:cxnLst/>
                <a:rect l="l" t="t" r="r" b="b"/>
                <a:pathLst>
                  <a:path w="378625" h="302883">
                    <a:moveTo>
                      <a:pt x="0" y="213013"/>
                    </a:moveTo>
                    <a:lnTo>
                      <a:pt x="317629" y="0"/>
                    </a:lnTo>
                    <a:lnTo>
                      <a:pt x="378625" y="96315"/>
                    </a:lnTo>
                    <a:lnTo>
                      <a:pt x="52447" y="302883"/>
                    </a:lnTo>
                    <a:lnTo>
                      <a:pt x="0" y="21301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1" name="Контур"/>
              <p:cNvSpPr/>
              <p:nvPr/>
            </p:nvSpPr>
            <p:spPr>
              <a:xfrm>
                <a:off x="252000" y="7451870"/>
                <a:ext cx="30425" cy="97863"/>
              </a:xfrm>
              <a:custGeom>
                <a:avLst/>
                <a:gdLst/>
                <a:ahLst/>
                <a:cxnLst/>
                <a:rect l="l" t="t" r="r" b="b"/>
                <a:pathLst>
                  <a:path w="30425" h="97863">
                    <a:moveTo>
                      <a:pt x="0" y="0"/>
                    </a:moveTo>
                    <a:lnTo>
                      <a:pt x="30425" y="48867"/>
                    </a:lnTo>
                    <a:lnTo>
                      <a:pt x="11417" y="60405"/>
                    </a:lnTo>
                    <a:lnTo>
                      <a:pt x="25628" y="82527"/>
                    </a:lnTo>
                    <a:lnTo>
                      <a:pt x="0" y="978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2" name="Контур"/>
              <p:cNvSpPr/>
              <p:nvPr/>
            </p:nvSpPr>
            <p:spPr>
              <a:xfrm>
                <a:off x="263417" y="7439087"/>
                <a:ext cx="148374" cy="121482"/>
              </a:xfrm>
              <a:custGeom>
                <a:avLst/>
                <a:gdLst/>
                <a:ahLst/>
                <a:cxnLst/>
                <a:rect l="l" t="t" r="r" b="b"/>
                <a:pathLst>
                  <a:path w="148374" h="121482">
                    <a:moveTo>
                      <a:pt x="0" y="73188"/>
                    </a:moveTo>
                    <a:lnTo>
                      <a:pt x="19008" y="61650"/>
                    </a:lnTo>
                    <a:lnTo>
                      <a:pt x="94401" y="14706"/>
                    </a:lnTo>
                    <a:lnTo>
                      <a:pt x="118026" y="0"/>
                    </a:lnTo>
                    <a:lnTo>
                      <a:pt x="148374" y="48744"/>
                    </a:lnTo>
                    <a:lnTo>
                      <a:pt x="31023" y="121482"/>
                    </a:lnTo>
                    <a:lnTo>
                      <a:pt x="14211" y="95310"/>
                    </a:lnTo>
                    <a:lnTo>
                      <a:pt x="0" y="731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3" name="Контур"/>
              <p:cNvSpPr/>
              <p:nvPr/>
            </p:nvSpPr>
            <p:spPr>
              <a:xfrm>
                <a:off x="252000" y="7325822"/>
                <a:ext cx="105818" cy="174915"/>
              </a:xfrm>
              <a:custGeom>
                <a:avLst/>
                <a:gdLst/>
                <a:ahLst/>
                <a:cxnLst/>
                <a:rect l="l" t="t" r="r" b="b"/>
                <a:pathLst>
                  <a:path w="105818" h="174915">
                    <a:moveTo>
                      <a:pt x="0" y="126048"/>
                    </a:moveTo>
                    <a:lnTo>
                      <a:pt x="0" y="16277"/>
                    </a:lnTo>
                    <a:lnTo>
                      <a:pt x="26141" y="0"/>
                    </a:lnTo>
                    <a:lnTo>
                      <a:pt x="29075" y="4716"/>
                    </a:lnTo>
                    <a:lnTo>
                      <a:pt x="82279" y="90432"/>
                    </a:lnTo>
                    <a:lnTo>
                      <a:pt x="105818" y="127971"/>
                    </a:lnTo>
                    <a:lnTo>
                      <a:pt x="30425" y="1749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4" name="Контур"/>
              <p:cNvSpPr/>
              <p:nvPr/>
            </p:nvSpPr>
            <p:spPr>
              <a:xfrm>
                <a:off x="511076" y="7444844"/>
                <a:ext cx="38197" cy="39428"/>
              </a:xfrm>
              <a:custGeom>
                <a:avLst/>
                <a:gdLst/>
                <a:ahLst/>
                <a:cxnLst/>
                <a:rect l="l" t="t" r="r" b="b"/>
                <a:pathLst>
                  <a:path w="38197" h="39428">
                    <a:moveTo>
                      <a:pt x="22104" y="0"/>
                    </a:moveTo>
                    <a:lnTo>
                      <a:pt x="38197" y="25450"/>
                    </a:lnTo>
                    <a:lnTo>
                      <a:pt x="16093" y="39428"/>
                    </a:lnTo>
                    <a:lnTo>
                      <a:pt x="0" y="13978"/>
                    </a:lnTo>
                    <a:lnTo>
                      <a:pt x="2210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5" name="Контур"/>
              <p:cNvSpPr/>
              <p:nvPr/>
            </p:nvSpPr>
            <p:spPr>
              <a:xfrm>
                <a:off x="356540" y="7660037"/>
                <a:ext cx="1119717" cy="802367"/>
              </a:xfrm>
              <a:custGeom>
                <a:avLst/>
                <a:gdLst/>
                <a:ahLst/>
                <a:cxnLst/>
                <a:rect l="l" t="t" r="r" b="b"/>
                <a:pathLst>
                  <a:path w="1119717" h="802367">
                    <a:moveTo>
                      <a:pt x="589977" y="169812"/>
                    </a:moveTo>
                    <a:lnTo>
                      <a:pt x="871011" y="0"/>
                    </a:lnTo>
                    <a:lnTo>
                      <a:pt x="1119717" y="418212"/>
                    </a:lnTo>
                    <a:lnTo>
                      <a:pt x="738765" y="648693"/>
                    </a:lnTo>
                    <a:lnTo>
                      <a:pt x="653517" y="507798"/>
                    </a:lnTo>
                    <a:lnTo>
                      <a:pt x="159430" y="802367"/>
                    </a:lnTo>
                    <a:lnTo>
                      <a:pt x="0" y="526302"/>
                    </a:lnTo>
                    <a:lnTo>
                      <a:pt x="402741" y="282951"/>
                    </a:lnTo>
                    <a:lnTo>
                      <a:pt x="475317" y="239094"/>
                    </a:lnTo>
                    <a:lnTo>
                      <a:pt x="495243" y="227052"/>
                    </a:lnTo>
                    <a:lnTo>
                      <a:pt x="524142" y="209592"/>
                    </a:lnTo>
                    <a:lnTo>
                      <a:pt x="530487" y="205758"/>
                    </a:lnTo>
                    <a:lnTo>
                      <a:pt x="589977" y="1698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6" name="Контур"/>
              <p:cNvSpPr/>
              <p:nvPr/>
            </p:nvSpPr>
            <p:spPr>
              <a:xfrm>
                <a:off x="658417" y="7915336"/>
                <a:ext cx="63476" cy="53408"/>
              </a:xfrm>
              <a:custGeom>
                <a:avLst/>
                <a:gdLst/>
                <a:ahLst/>
                <a:cxnLst/>
                <a:rect l="l" t="t" r="r" b="b"/>
                <a:pathLst>
                  <a:path w="63476" h="53408">
                    <a:moveTo>
                      <a:pt x="0" y="28712"/>
                    </a:moveTo>
                    <a:lnTo>
                      <a:pt x="49006" y="0"/>
                    </a:lnTo>
                    <a:lnTo>
                      <a:pt x="63476" y="24696"/>
                    </a:lnTo>
                    <a:lnTo>
                      <a:pt x="14470" y="53408"/>
                    </a:lnTo>
                    <a:lnTo>
                      <a:pt x="0" y="287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7" name="Контур"/>
              <p:cNvSpPr/>
              <p:nvPr/>
            </p:nvSpPr>
            <p:spPr>
              <a:xfrm>
                <a:off x="426302" y="8559191"/>
                <a:ext cx="116949" cy="96815"/>
              </a:xfrm>
              <a:custGeom>
                <a:avLst/>
                <a:gdLst/>
                <a:ahLst/>
                <a:cxnLst/>
                <a:rect l="l" t="t" r="r" b="b"/>
                <a:pathLst>
                  <a:path w="116949" h="96815">
                    <a:moveTo>
                      <a:pt x="0" y="48408"/>
                    </a:moveTo>
                    <a:lnTo>
                      <a:pt x="91276" y="0"/>
                    </a:lnTo>
                    <a:lnTo>
                      <a:pt x="116949" y="48408"/>
                    </a:lnTo>
                    <a:lnTo>
                      <a:pt x="25672" y="96815"/>
                    </a:lnTo>
                    <a:lnTo>
                      <a:pt x="0" y="4840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8" name="Контур"/>
              <p:cNvSpPr/>
              <p:nvPr/>
            </p:nvSpPr>
            <p:spPr>
              <a:xfrm>
                <a:off x="610365" y="8404434"/>
                <a:ext cx="140142" cy="151321"/>
              </a:xfrm>
              <a:custGeom>
                <a:avLst/>
                <a:gdLst/>
                <a:ahLst/>
                <a:cxnLst/>
                <a:rect l="l" t="t" r="r" b="b"/>
                <a:pathLst>
                  <a:path w="140142" h="151321">
                    <a:moveTo>
                      <a:pt x="0" y="37672"/>
                    </a:moveTo>
                    <a:lnTo>
                      <a:pt x="70414" y="0"/>
                    </a:lnTo>
                    <a:lnTo>
                      <a:pt x="140142" y="109745"/>
                    </a:lnTo>
                    <a:lnTo>
                      <a:pt x="82303" y="151321"/>
                    </a:lnTo>
                    <a:lnTo>
                      <a:pt x="0" y="3767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9" name="Контур"/>
              <p:cNvSpPr/>
              <p:nvPr/>
            </p:nvSpPr>
            <p:spPr>
              <a:xfrm>
                <a:off x="558594" y="8442106"/>
                <a:ext cx="152584" cy="174449"/>
              </a:xfrm>
              <a:custGeom>
                <a:avLst/>
                <a:gdLst/>
                <a:ahLst/>
                <a:cxnLst/>
                <a:rect l="l" t="t" r="r" b="b"/>
                <a:pathLst>
                  <a:path w="152584" h="174449">
                    <a:moveTo>
                      <a:pt x="51771" y="0"/>
                    </a:moveTo>
                    <a:lnTo>
                      <a:pt x="134074" y="113649"/>
                    </a:lnTo>
                    <a:lnTo>
                      <a:pt x="152584" y="136906"/>
                    </a:lnTo>
                    <a:lnTo>
                      <a:pt x="102379" y="174449"/>
                    </a:lnTo>
                    <a:lnTo>
                      <a:pt x="0" y="37542"/>
                    </a:lnTo>
                    <a:lnTo>
                      <a:pt x="5177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0" name="Контур"/>
              <p:cNvSpPr/>
              <p:nvPr/>
            </p:nvSpPr>
            <p:spPr>
              <a:xfrm>
                <a:off x="252000" y="8746658"/>
                <a:ext cx="384347" cy="394688"/>
              </a:xfrm>
              <a:custGeom>
                <a:avLst/>
                <a:gdLst/>
                <a:ahLst/>
                <a:cxnLst/>
                <a:rect l="l" t="t" r="r" b="b"/>
                <a:pathLst>
                  <a:path w="384347" h="394688">
                    <a:moveTo>
                      <a:pt x="351653" y="153651"/>
                    </a:moveTo>
                    <a:lnTo>
                      <a:pt x="259812" y="215184"/>
                    </a:lnTo>
                    <a:lnTo>
                      <a:pt x="175953" y="274192"/>
                    </a:lnTo>
                    <a:lnTo>
                      <a:pt x="85268" y="336778"/>
                    </a:lnTo>
                    <a:lnTo>
                      <a:pt x="0" y="394688"/>
                    </a:lnTo>
                    <a:lnTo>
                      <a:pt x="0" y="207681"/>
                    </a:lnTo>
                    <a:lnTo>
                      <a:pt x="116195" y="128046"/>
                    </a:lnTo>
                    <a:lnTo>
                      <a:pt x="180194" y="82155"/>
                    </a:lnTo>
                    <a:lnTo>
                      <a:pt x="197348" y="106437"/>
                    </a:lnTo>
                    <a:lnTo>
                      <a:pt x="281687" y="51447"/>
                    </a:lnTo>
                    <a:lnTo>
                      <a:pt x="263443" y="20825"/>
                    </a:lnTo>
                    <a:lnTo>
                      <a:pt x="294664" y="0"/>
                    </a:lnTo>
                    <a:lnTo>
                      <a:pt x="358635" y="94936"/>
                    </a:lnTo>
                    <a:lnTo>
                      <a:pt x="384347" y="1292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1" name="Контур"/>
              <p:cNvSpPr/>
              <p:nvPr/>
            </p:nvSpPr>
            <p:spPr>
              <a:xfrm>
                <a:off x="382237" y="9108944"/>
                <a:ext cx="93475" cy="81749"/>
              </a:xfrm>
              <a:custGeom>
                <a:avLst/>
                <a:gdLst/>
                <a:ahLst/>
                <a:cxnLst/>
                <a:rect l="l" t="t" r="r" b="b"/>
                <a:pathLst>
                  <a:path w="93475" h="81749">
                    <a:moveTo>
                      <a:pt x="23639" y="81749"/>
                    </a:moveTo>
                    <a:lnTo>
                      <a:pt x="0" y="45338"/>
                    </a:lnTo>
                    <a:lnTo>
                      <a:pt x="69836" y="0"/>
                    </a:lnTo>
                    <a:lnTo>
                      <a:pt x="93475" y="36411"/>
                    </a:lnTo>
                    <a:lnTo>
                      <a:pt x="23639" y="817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2" name="Контур"/>
              <p:cNvSpPr/>
              <p:nvPr/>
            </p:nvSpPr>
            <p:spPr>
              <a:xfrm>
                <a:off x="670539" y="8760278"/>
                <a:ext cx="221710" cy="250789"/>
              </a:xfrm>
              <a:custGeom>
                <a:avLst/>
                <a:gdLst/>
                <a:ahLst/>
                <a:cxnLst/>
                <a:rect l="l" t="t" r="r" b="b"/>
                <a:pathLst>
                  <a:path w="221710" h="250789">
                    <a:moveTo>
                      <a:pt x="0" y="63051"/>
                    </a:moveTo>
                    <a:lnTo>
                      <a:pt x="89600" y="0"/>
                    </a:lnTo>
                    <a:lnTo>
                      <a:pt x="221710" y="187737"/>
                    </a:lnTo>
                    <a:lnTo>
                      <a:pt x="132110" y="250789"/>
                    </a:lnTo>
                    <a:lnTo>
                      <a:pt x="0" y="6305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3" name="Контур"/>
              <p:cNvSpPr/>
              <p:nvPr/>
            </p:nvSpPr>
            <p:spPr>
              <a:xfrm>
                <a:off x="427953" y="8961842"/>
                <a:ext cx="99418" cy="79524"/>
              </a:xfrm>
              <a:custGeom>
                <a:avLst/>
                <a:gdLst/>
                <a:ahLst/>
                <a:cxnLst/>
                <a:rect l="l" t="t" r="r" b="b"/>
                <a:pathLst>
                  <a:path w="99418" h="79524">
                    <a:moveTo>
                      <a:pt x="0" y="59008"/>
                    </a:moveTo>
                    <a:lnTo>
                      <a:pt x="83859" y="0"/>
                    </a:lnTo>
                    <a:lnTo>
                      <a:pt x="99418" y="21895"/>
                    </a:lnTo>
                    <a:lnTo>
                      <a:pt x="14159" y="79524"/>
                    </a:lnTo>
                    <a:lnTo>
                      <a:pt x="0" y="5900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4" name="Контур"/>
              <p:cNvSpPr/>
              <p:nvPr/>
            </p:nvSpPr>
            <p:spPr>
              <a:xfrm>
                <a:off x="1069420" y="8812013"/>
                <a:ext cx="137239" cy="141470"/>
              </a:xfrm>
              <a:custGeom>
                <a:avLst/>
                <a:gdLst/>
                <a:ahLst/>
                <a:cxnLst/>
                <a:rect l="l" t="t" r="r" b="b"/>
                <a:pathLst>
                  <a:path w="137239" h="141470">
                    <a:moveTo>
                      <a:pt x="54909" y="141470"/>
                    </a:moveTo>
                    <a:lnTo>
                      <a:pt x="0" y="51788"/>
                    </a:lnTo>
                    <a:lnTo>
                      <a:pt x="78899" y="0"/>
                    </a:lnTo>
                    <a:lnTo>
                      <a:pt x="137239" y="87941"/>
                    </a:lnTo>
                    <a:lnTo>
                      <a:pt x="54909" y="14147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5" name="Контур"/>
              <p:cNvSpPr/>
              <p:nvPr/>
            </p:nvSpPr>
            <p:spPr>
              <a:xfrm>
                <a:off x="1698799" y="9784324"/>
                <a:ext cx="339434" cy="329695"/>
              </a:xfrm>
              <a:custGeom>
                <a:avLst/>
                <a:gdLst/>
                <a:ahLst/>
                <a:cxnLst/>
                <a:rect l="l" t="t" r="r" b="b"/>
                <a:pathLst>
                  <a:path w="339434" h="329695">
                    <a:moveTo>
                      <a:pt x="204300" y="0"/>
                    </a:moveTo>
                    <a:lnTo>
                      <a:pt x="268037" y="76637"/>
                    </a:lnTo>
                    <a:lnTo>
                      <a:pt x="331467" y="156643"/>
                    </a:lnTo>
                    <a:lnTo>
                      <a:pt x="339434" y="168292"/>
                    </a:lnTo>
                    <a:lnTo>
                      <a:pt x="142823" y="329695"/>
                    </a:lnTo>
                    <a:lnTo>
                      <a:pt x="0" y="160120"/>
                    </a:lnTo>
                    <a:lnTo>
                      <a:pt x="20430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6" name="Контур"/>
              <p:cNvSpPr/>
              <p:nvPr/>
            </p:nvSpPr>
            <p:spPr>
              <a:xfrm>
                <a:off x="2173062" y="9795215"/>
                <a:ext cx="89419" cy="89184"/>
              </a:xfrm>
              <a:custGeom>
                <a:avLst/>
                <a:gdLst/>
                <a:ahLst/>
                <a:cxnLst/>
                <a:rect l="l" t="t" r="r" b="b"/>
                <a:pathLst>
                  <a:path w="89419" h="89184">
                    <a:moveTo>
                      <a:pt x="54531" y="0"/>
                    </a:moveTo>
                    <a:lnTo>
                      <a:pt x="89419" y="53867"/>
                    </a:lnTo>
                    <a:lnTo>
                      <a:pt x="34888" y="89184"/>
                    </a:lnTo>
                    <a:lnTo>
                      <a:pt x="0" y="35317"/>
                    </a:lnTo>
                    <a:lnTo>
                      <a:pt x="5453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7" name="Контур"/>
              <p:cNvSpPr/>
              <p:nvPr/>
            </p:nvSpPr>
            <p:spPr>
              <a:xfrm>
                <a:off x="2134140" y="9377834"/>
                <a:ext cx="376602" cy="409409"/>
              </a:xfrm>
              <a:custGeom>
                <a:avLst/>
                <a:gdLst/>
                <a:ahLst/>
                <a:cxnLst/>
                <a:rect l="l" t="t" r="r" b="b"/>
                <a:pathLst>
                  <a:path w="376602" h="409409">
                    <a:moveTo>
                      <a:pt x="376602" y="56716"/>
                    </a:moveTo>
                    <a:lnTo>
                      <a:pt x="159037" y="275592"/>
                    </a:lnTo>
                    <a:lnTo>
                      <a:pt x="149232" y="270687"/>
                    </a:lnTo>
                    <a:lnTo>
                      <a:pt x="84118" y="334610"/>
                    </a:lnTo>
                    <a:lnTo>
                      <a:pt x="125179" y="376302"/>
                    </a:lnTo>
                    <a:lnTo>
                      <a:pt x="92697" y="409409"/>
                    </a:lnTo>
                    <a:lnTo>
                      <a:pt x="51330" y="367718"/>
                    </a:lnTo>
                    <a:lnTo>
                      <a:pt x="47959" y="371090"/>
                    </a:lnTo>
                    <a:lnTo>
                      <a:pt x="0" y="324327"/>
                    </a:lnTo>
                    <a:lnTo>
                      <a:pt x="326652" y="0"/>
                    </a:lnTo>
                    <a:lnTo>
                      <a:pt x="376602" y="5671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8" name="Контур"/>
              <p:cNvSpPr/>
              <p:nvPr/>
            </p:nvSpPr>
            <p:spPr>
              <a:xfrm>
                <a:off x="1720061" y="9596493"/>
                <a:ext cx="141577" cy="158699"/>
              </a:xfrm>
              <a:custGeom>
                <a:avLst/>
                <a:gdLst/>
                <a:ahLst/>
                <a:cxnLst/>
                <a:rect l="l" t="t" r="r" b="b"/>
                <a:pathLst>
                  <a:path w="141577" h="158699">
                    <a:moveTo>
                      <a:pt x="0" y="43498"/>
                    </a:moveTo>
                    <a:lnTo>
                      <a:pt x="70912" y="0"/>
                    </a:lnTo>
                    <a:lnTo>
                      <a:pt x="141577" y="115201"/>
                    </a:lnTo>
                    <a:lnTo>
                      <a:pt x="70665" y="158699"/>
                    </a:lnTo>
                    <a:lnTo>
                      <a:pt x="0" y="4349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9" name="Контур"/>
              <p:cNvSpPr/>
              <p:nvPr/>
            </p:nvSpPr>
            <p:spPr>
              <a:xfrm>
                <a:off x="1739256" y="9277108"/>
                <a:ext cx="275201" cy="248125"/>
              </a:xfrm>
              <a:custGeom>
                <a:avLst/>
                <a:gdLst/>
                <a:ahLst/>
                <a:cxnLst/>
                <a:rect l="l" t="t" r="r" b="b"/>
                <a:pathLst>
                  <a:path w="275201" h="248125">
                    <a:moveTo>
                      <a:pt x="45806" y="228735"/>
                    </a:moveTo>
                    <a:lnTo>
                      <a:pt x="0" y="156114"/>
                    </a:lnTo>
                    <a:lnTo>
                      <a:pt x="244222" y="0"/>
                    </a:lnTo>
                    <a:lnTo>
                      <a:pt x="248724" y="6996"/>
                    </a:lnTo>
                    <a:lnTo>
                      <a:pt x="275201" y="48462"/>
                    </a:lnTo>
                    <a:lnTo>
                      <a:pt x="220119" y="82603"/>
                    </a:lnTo>
                    <a:lnTo>
                      <a:pt x="171658" y="114650"/>
                    </a:lnTo>
                    <a:lnTo>
                      <a:pt x="199496" y="158199"/>
                    </a:lnTo>
                    <a:lnTo>
                      <a:pt x="58816" y="248125"/>
                    </a:lnTo>
                    <a:lnTo>
                      <a:pt x="45806" y="2287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0" name="Контур"/>
              <p:cNvSpPr/>
              <p:nvPr/>
            </p:nvSpPr>
            <p:spPr>
              <a:xfrm>
                <a:off x="1641927" y="9452764"/>
                <a:ext cx="98428" cy="93339"/>
              </a:xfrm>
              <a:custGeom>
                <a:avLst/>
                <a:gdLst/>
                <a:ahLst/>
                <a:cxnLst/>
                <a:rect l="l" t="t" r="r" b="b"/>
                <a:pathLst>
                  <a:path w="98428" h="93339">
                    <a:moveTo>
                      <a:pt x="66347" y="0"/>
                    </a:moveTo>
                    <a:lnTo>
                      <a:pt x="98428" y="50863"/>
                    </a:lnTo>
                    <a:lnTo>
                      <a:pt x="32792" y="93339"/>
                    </a:lnTo>
                    <a:lnTo>
                      <a:pt x="0" y="45111"/>
                    </a:lnTo>
                    <a:lnTo>
                      <a:pt x="6634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1" name="Контур"/>
              <p:cNvSpPr/>
              <p:nvPr/>
            </p:nvSpPr>
            <p:spPr>
              <a:xfrm>
                <a:off x="1708274" y="9433222"/>
                <a:ext cx="76788" cy="92162"/>
              </a:xfrm>
              <a:custGeom>
                <a:avLst/>
                <a:gdLst/>
                <a:ahLst/>
                <a:cxnLst/>
                <a:rect l="l" t="t" r="r" b="b"/>
                <a:pathLst>
                  <a:path w="76788" h="92162">
                    <a:moveTo>
                      <a:pt x="30982" y="0"/>
                    </a:moveTo>
                    <a:lnTo>
                      <a:pt x="76788" y="72621"/>
                    </a:lnTo>
                    <a:lnTo>
                      <a:pt x="45805" y="92162"/>
                    </a:lnTo>
                    <a:lnTo>
                      <a:pt x="32081" y="70405"/>
                    </a:lnTo>
                    <a:lnTo>
                      <a:pt x="0" y="19542"/>
                    </a:lnTo>
                    <a:lnTo>
                      <a:pt x="3098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2" name="Контур"/>
              <p:cNvSpPr/>
              <p:nvPr/>
            </p:nvSpPr>
            <p:spPr>
              <a:xfrm>
                <a:off x="1959375" y="9325570"/>
                <a:ext cx="86536" cy="82856"/>
              </a:xfrm>
              <a:custGeom>
                <a:avLst/>
                <a:gdLst/>
                <a:ahLst/>
                <a:cxnLst/>
                <a:rect l="l" t="t" r="r" b="b"/>
                <a:pathLst>
                  <a:path w="86536" h="82856">
                    <a:moveTo>
                      <a:pt x="86536" y="50748"/>
                    </a:moveTo>
                    <a:lnTo>
                      <a:pt x="32662" y="82856"/>
                    </a:lnTo>
                    <a:lnTo>
                      <a:pt x="0" y="34141"/>
                    </a:lnTo>
                    <a:lnTo>
                      <a:pt x="55082" y="0"/>
                    </a:lnTo>
                    <a:lnTo>
                      <a:pt x="86536" y="5074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3" name="Контур"/>
              <p:cNvSpPr/>
              <p:nvPr/>
            </p:nvSpPr>
            <p:spPr>
              <a:xfrm>
                <a:off x="1987980" y="9087542"/>
                <a:ext cx="348090" cy="288776"/>
              </a:xfrm>
              <a:custGeom>
                <a:avLst/>
                <a:gdLst/>
                <a:ahLst/>
                <a:cxnLst/>
                <a:rect l="l" t="t" r="r" b="b"/>
                <a:pathLst>
                  <a:path w="348090" h="288776">
                    <a:moveTo>
                      <a:pt x="26477" y="238028"/>
                    </a:moveTo>
                    <a:lnTo>
                      <a:pt x="0" y="196562"/>
                    </a:lnTo>
                    <a:lnTo>
                      <a:pt x="312888" y="0"/>
                    </a:lnTo>
                    <a:lnTo>
                      <a:pt x="348090" y="56034"/>
                    </a:lnTo>
                    <a:lnTo>
                      <a:pt x="285351" y="95448"/>
                    </a:lnTo>
                    <a:lnTo>
                      <a:pt x="308079" y="131627"/>
                    </a:lnTo>
                    <a:lnTo>
                      <a:pt x="57931" y="288776"/>
                    </a:lnTo>
                    <a:lnTo>
                      <a:pt x="26477" y="23802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4" name="Контур"/>
              <p:cNvSpPr/>
              <p:nvPr/>
            </p:nvSpPr>
            <p:spPr>
              <a:xfrm>
                <a:off x="1174554" y="8642333"/>
                <a:ext cx="742204" cy="609367"/>
              </a:xfrm>
              <a:custGeom>
                <a:avLst/>
                <a:gdLst/>
                <a:ahLst/>
                <a:cxnLst/>
                <a:rect l="l" t="t" r="r" b="b"/>
                <a:pathLst>
                  <a:path w="742204" h="609367">
                    <a:moveTo>
                      <a:pt x="122170" y="592439"/>
                    </a:moveTo>
                    <a:lnTo>
                      <a:pt x="0" y="393178"/>
                    </a:lnTo>
                    <a:lnTo>
                      <a:pt x="599243" y="0"/>
                    </a:lnTo>
                    <a:lnTo>
                      <a:pt x="611465" y="19332"/>
                    </a:lnTo>
                    <a:lnTo>
                      <a:pt x="742204" y="227309"/>
                    </a:lnTo>
                    <a:lnTo>
                      <a:pt x="131933" y="609367"/>
                    </a:lnTo>
                    <a:lnTo>
                      <a:pt x="122170" y="59243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5" name="Контур"/>
              <p:cNvSpPr/>
              <p:nvPr/>
            </p:nvSpPr>
            <p:spPr>
              <a:xfrm>
                <a:off x="1786019" y="8606738"/>
                <a:ext cx="218231" cy="262904"/>
              </a:xfrm>
              <a:custGeom>
                <a:avLst/>
                <a:gdLst/>
                <a:ahLst/>
                <a:cxnLst/>
                <a:rect l="l" t="t" r="r" b="b"/>
                <a:pathLst>
                  <a:path w="218231" h="262904">
                    <a:moveTo>
                      <a:pt x="0" y="54927"/>
                    </a:moveTo>
                    <a:lnTo>
                      <a:pt x="83331" y="0"/>
                    </a:lnTo>
                    <a:lnTo>
                      <a:pt x="218231" y="200895"/>
                    </a:lnTo>
                    <a:lnTo>
                      <a:pt x="130739" y="262904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6" name="Контур"/>
              <p:cNvSpPr/>
              <p:nvPr/>
            </p:nvSpPr>
            <p:spPr>
              <a:xfrm>
                <a:off x="2050277" y="8606918"/>
                <a:ext cx="141849" cy="135486"/>
              </a:xfrm>
              <a:custGeom>
                <a:avLst/>
                <a:gdLst/>
                <a:ahLst/>
                <a:cxnLst/>
                <a:rect l="l" t="t" r="r" b="b"/>
                <a:pathLst>
                  <a:path w="141849" h="135486">
                    <a:moveTo>
                      <a:pt x="0" y="56106"/>
                    </a:moveTo>
                    <a:lnTo>
                      <a:pt x="94950" y="0"/>
                    </a:lnTo>
                    <a:lnTo>
                      <a:pt x="141849" y="79380"/>
                    </a:lnTo>
                    <a:lnTo>
                      <a:pt x="46890" y="135486"/>
                    </a:lnTo>
                    <a:lnTo>
                      <a:pt x="0" y="5610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7" name="Контур"/>
              <p:cNvSpPr/>
              <p:nvPr/>
            </p:nvSpPr>
            <p:spPr>
              <a:xfrm>
                <a:off x="2610439" y="9071566"/>
                <a:ext cx="80365" cy="86273"/>
              </a:xfrm>
              <a:custGeom>
                <a:avLst/>
                <a:gdLst/>
                <a:ahLst/>
                <a:cxnLst/>
                <a:rect l="l" t="t" r="r" b="b"/>
                <a:pathLst>
                  <a:path w="80365" h="86273">
                    <a:moveTo>
                      <a:pt x="45545" y="0"/>
                    </a:moveTo>
                    <a:lnTo>
                      <a:pt x="80365" y="59716"/>
                    </a:lnTo>
                    <a:lnTo>
                      <a:pt x="34820" y="86273"/>
                    </a:lnTo>
                    <a:lnTo>
                      <a:pt x="0" y="26557"/>
                    </a:lnTo>
                    <a:lnTo>
                      <a:pt x="4554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8" name="Контур"/>
              <p:cNvSpPr/>
              <p:nvPr/>
            </p:nvSpPr>
            <p:spPr>
              <a:xfrm>
                <a:off x="2300868" y="8981802"/>
                <a:ext cx="193096" cy="161774"/>
              </a:xfrm>
              <a:custGeom>
                <a:avLst/>
                <a:gdLst/>
                <a:ahLst/>
                <a:cxnLst/>
                <a:rect l="l" t="t" r="r" b="b"/>
                <a:pathLst>
                  <a:path w="193096" h="161774">
                    <a:moveTo>
                      <a:pt x="0" y="105740"/>
                    </a:moveTo>
                    <a:lnTo>
                      <a:pt x="155254" y="0"/>
                    </a:lnTo>
                    <a:lnTo>
                      <a:pt x="193096" y="55562"/>
                    </a:lnTo>
                    <a:lnTo>
                      <a:pt x="35202" y="161774"/>
                    </a:lnTo>
                    <a:lnTo>
                      <a:pt x="0" y="10574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9" name="Контур"/>
              <p:cNvSpPr/>
              <p:nvPr/>
            </p:nvSpPr>
            <p:spPr>
              <a:xfrm>
                <a:off x="2624259" y="8942380"/>
                <a:ext cx="122879" cy="152938"/>
              </a:xfrm>
              <a:custGeom>
                <a:avLst/>
                <a:gdLst/>
                <a:ahLst/>
                <a:cxnLst/>
                <a:rect l="l" t="t" r="r" b="b"/>
                <a:pathLst>
                  <a:path w="122879" h="152938">
                    <a:moveTo>
                      <a:pt x="0" y="29949"/>
                    </a:moveTo>
                    <a:lnTo>
                      <a:pt x="55854" y="0"/>
                    </a:lnTo>
                    <a:lnTo>
                      <a:pt x="122879" y="120245"/>
                    </a:lnTo>
                    <a:lnTo>
                      <a:pt x="66672" y="152938"/>
                    </a:lnTo>
                    <a:lnTo>
                      <a:pt x="0" y="299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0" name="Контур"/>
              <p:cNvSpPr/>
              <p:nvPr/>
            </p:nvSpPr>
            <p:spPr>
              <a:xfrm>
                <a:off x="2588956" y="8878410"/>
                <a:ext cx="75515" cy="74510"/>
              </a:xfrm>
              <a:custGeom>
                <a:avLst/>
                <a:gdLst/>
                <a:ahLst/>
                <a:cxnLst/>
                <a:rect l="l" t="t" r="r" b="b"/>
                <a:pathLst>
                  <a:path w="75515" h="74510">
                    <a:moveTo>
                      <a:pt x="0" y="28650"/>
                    </a:moveTo>
                    <a:lnTo>
                      <a:pt x="48328" y="0"/>
                    </a:lnTo>
                    <a:lnTo>
                      <a:pt x="75515" y="45860"/>
                    </a:lnTo>
                    <a:lnTo>
                      <a:pt x="27187" y="74510"/>
                    </a:lnTo>
                    <a:lnTo>
                      <a:pt x="0" y="2865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1" name="Контур"/>
              <p:cNvSpPr/>
              <p:nvPr/>
            </p:nvSpPr>
            <p:spPr>
              <a:xfrm>
                <a:off x="3270263" y="8864106"/>
                <a:ext cx="71710" cy="70399"/>
              </a:xfrm>
              <a:custGeom>
                <a:avLst/>
                <a:gdLst/>
                <a:ahLst/>
                <a:cxnLst/>
                <a:rect l="l" t="t" r="r" b="b"/>
                <a:pathLst>
                  <a:path w="71710" h="70399">
                    <a:moveTo>
                      <a:pt x="25747" y="70399"/>
                    </a:moveTo>
                    <a:lnTo>
                      <a:pt x="0" y="27742"/>
                    </a:lnTo>
                    <a:lnTo>
                      <a:pt x="45963" y="0"/>
                    </a:lnTo>
                    <a:lnTo>
                      <a:pt x="71710" y="42657"/>
                    </a:lnTo>
                    <a:lnTo>
                      <a:pt x="25747" y="703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2" name="Контур"/>
              <p:cNvSpPr/>
              <p:nvPr/>
            </p:nvSpPr>
            <p:spPr>
              <a:xfrm>
                <a:off x="3102197" y="8831434"/>
                <a:ext cx="127076" cy="95752"/>
              </a:xfrm>
              <a:custGeom>
                <a:avLst/>
                <a:gdLst/>
                <a:ahLst/>
                <a:cxnLst/>
                <a:rect l="l" t="t" r="r" b="b"/>
                <a:pathLst>
                  <a:path w="127076" h="95752">
                    <a:moveTo>
                      <a:pt x="38602" y="95752"/>
                    </a:moveTo>
                    <a:lnTo>
                      <a:pt x="0" y="32084"/>
                    </a:lnTo>
                    <a:lnTo>
                      <a:pt x="52919" y="0"/>
                    </a:lnTo>
                    <a:lnTo>
                      <a:pt x="67440" y="23949"/>
                    </a:lnTo>
                    <a:lnTo>
                      <a:pt x="102994" y="2392"/>
                    </a:lnTo>
                    <a:lnTo>
                      <a:pt x="127076" y="42111"/>
                    </a:lnTo>
                    <a:lnTo>
                      <a:pt x="38602" y="957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3" name="Контур"/>
              <p:cNvSpPr/>
              <p:nvPr/>
            </p:nvSpPr>
            <p:spPr>
              <a:xfrm>
                <a:off x="3233884" y="8707682"/>
                <a:ext cx="132813" cy="116415"/>
              </a:xfrm>
              <a:custGeom>
                <a:avLst/>
                <a:gdLst/>
                <a:ahLst/>
                <a:cxnLst/>
                <a:rect l="l" t="t" r="r" b="b"/>
                <a:pathLst>
                  <a:path w="132813" h="116415">
                    <a:moveTo>
                      <a:pt x="132813" y="50175"/>
                    </a:moveTo>
                    <a:lnTo>
                      <a:pt x="33462" y="116415"/>
                    </a:lnTo>
                    <a:lnTo>
                      <a:pt x="0" y="66240"/>
                    </a:lnTo>
                    <a:lnTo>
                      <a:pt x="99360" y="0"/>
                    </a:lnTo>
                    <a:lnTo>
                      <a:pt x="132813" y="501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4" name="Контур"/>
              <p:cNvSpPr/>
              <p:nvPr/>
            </p:nvSpPr>
            <p:spPr>
              <a:xfrm>
                <a:off x="3333244" y="8634266"/>
                <a:ext cx="152138" cy="136446"/>
              </a:xfrm>
              <a:custGeom>
                <a:avLst/>
                <a:gdLst/>
                <a:ahLst/>
                <a:cxnLst/>
                <a:rect l="l" t="t" r="r" b="b"/>
                <a:pathLst>
                  <a:path w="152138" h="136446">
                    <a:moveTo>
                      <a:pt x="0" y="73416"/>
                    </a:moveTo>
                    <a:lnTo>
                      <a:pt x="110114" y="0"/>
                    </a:lnTo>
                    <a:lnTo>
                      <a:pt x="152138" y="63030"/>
                    </a:lnTo>
                    <a:lnTo>
                      <a:pt x="42024" y="136446"/>
                    </a:lnTo>
                    <a:lnTo>
                      <a:pt x="33453" y="123591"/>
                    </a:lnTo>
                    <a:lnTo>
                      <a:pt x="0" y="7341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5" name="Контур"/>
              <p:cNvSpPr/>
              <p:nvPr/>
            </p:nvSpPr>
            <p:spPr>
              <a:xfrm>
                <a:off x="3077942" y="8390747"/>
                <a:ext cx="391541" cy="309153"/>
              </a:xfrm>
              <a:custGeom>
                <a:avLst/>
                <a:gdLst/>
                <a:ahLst/>
                <a:cxnLst/>
                <a:rect l="l" t="t" r="r" b="b"/>
                <a:pathLst>
                  <a:path w="391541" h="309153">
                    <a:moveTo>
                      <a:pt x="0" y="207405"/>
                    </a:moveTo>
                    <a:lnTo>
                      <a:pt x="327006" y="0"/>
                    </a:lnTo>
                    <a:lnTo>
                      <a:pt x="391541" y="101748"/>
                    </a:lnTo>
                    <a:lnTo>
                      <a:pt x="64535" y="309153"/>
                    </a:lnTo>
                    <a:lnTo>
                      <a:pt x="0" y="2074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6" name="Контур"/>
              <p:cNvSpPr/>
              <p:nvPr/>
            </p:nvSpPr>
            <p:spPr>
              <a:xfrm>
                <a:off x="2494667" y="9203210"/>
                <a:ext cx="268686" cy="212227"/>
              </a:xfrm>
              <a:custGeom>
                <a:avLst/>
                <a:gdLst/>
                <a:ahLst/>
                <a:cxnLst/>
                <a:rect l="l" t="t" r="r" b="b"/>
                <a:pathLst>
                  <a:path w="268686" h="212227">
                    <a:moveTo>
                      <a:pt x="223525" y="0"/>
                    </a:moveTo>
                    <a:lnTo>
                      <a:pt x="268686" y="71973"/>
                    </a:lnTo>
                    <a:lnTo>
                      <a:pt x="45160" y="212227"/>
                    </a:lnTo>
                    <a:lnTo>
                      <a:pt x="0" y="140254"/>
                    </a:lnTo>
                    <a:lnTo>
                      <a:pt x="22352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7" name="Контур"/>
              <p:cNvSpPr/>
              <p:nvPr/>
            </p:nvSpPr>
            <p:spPr>
              <a:xfrm>
                <a:off x="647978" y="8693780"/>
                <a:ext cx="112161" cy="129549"/>
              </a:xfrm>
              <a:custGeom>
                <a:avLst/>
                <a:gdLst/>
                <a:ahLst/>
                <a:cxnLst/>
                <a:rect l="l" t="t" r="r" b="b"/>
                <a:pathLst>
                  <a:path w="112161" h="129549">
                    <a:moveTo>
                      <a:pt x="65392" y="0"/>
                    </a:moveTo>
                    <a:lnTo>
                      <a:pt x="112161" y="66498"/>
                    </a:lnTo>
                    <a:lnTo>
                      <a:pt x="22561" y="129549"/>
                    </a:lnTo>
                    <a:lnTo>
                      <a:pt x="4251" y="106321"/>
                    </a:lnTo>
                    <a:lnTo>
                      <a:pt x="0" y="46454"/>
                    </a:lnTo>
                    <a:lnTo>
                      <a:pt x="6539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8" name="Контур"/>
              <p:cNvSpPr/>
              <p:nvPr/>
            </p:nvSpPr>
            <p:spPr>
              <a:xfrm>
                <a:off x="918104" y="8791184"/>
                <a:ext cx="111013" cy="126498"/>
              </a:xfrm>
              <a:custGeom>
                <a:avLst/>
                <a:gdLst/>
                <a:ahLst/>
                <a:cxnLst/>
                <a:rect l="l" t="t" r="r" b="b"/>
                <a:pathLst>
                  <a:path w="111013" h="126498">
                    <a:moveTo>
                      <a:pt x="111013" y="97199"/>
                    </a:moveTo>
                    <a:lnTo>
                      <a:pt x="63379" y="126498"/>
                    </a:lnTo>
                    <a:lnTo>
                      <a:pt x="0" y="30834"/>
                    </a:lnTo>
                    <a:lnTo>
                      <a:pt x="46413" y="0"/>
                    </a:lnTo>
                    <a:lnTo>
                      <a:pt x="111013" y="971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9" name="Контур"/>
              <p:cNvSpPr/>
              <p:nvPr/>
            </p:nvSpPr>
            <p:spPr>
              <a:xfrm>
                <a:off x="839552" y="8563664"/>
                <a:ext cx="254718" cy="205488"/>
              </a:xfrm>
              <a:custGeom>
                <a:avLst/>
                <a:gdLst/>
                <a:ahLst/>
                <a:cxnLst/>
                <a:rect l="l" t="t" r="r" b="b"/>
                <a:pathLst>
                  <a:path w="254718" h="205488">
                    <a:moveTo>
                      <a:pt x="206325" y="0"/>
                    </a:moveTo>
                    <a:lnTo>
                      <a:pt x="254718" y="78876"/>
                    </a:lnTo>
                    <a:lnTo>
                      <a:pt x="48393" y="205488"/>
                    </a:lnTo>
                    <a:lnTo>
                      <a:pt x="0" y="126639"/>
                    </a:lnTo>
                    <a:lnTo>
                      <a:pt x="20632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50" name="Контур"/>
              <p:cNvSpPr/>
              <p:nvPr/>
            </p:nvSpPr>
            <p:spPr>
              <a:xfrm>
                <a:off x="694734" y="8635400"/>
                <a:ext cx="110736" cy="124878"/>
              </a:xfrm>
              <a:custGeom>
                <a:avLst/>
                <a:gdLst/>
                <a:ahLst/>
                <a:cxnLst/>
                <a:rect l="l" t="t" r="r" b="b"/>
                <a:pathLst>
                  <a:path w="110736" h="124878">
                    <a:moveTo>
                      <a:pt x="0" y="31881"/>
                    </a:moveTo>
                    <a:lnTo>
                      <a:pt x="45330" y="0"/>
                    </a:lnTo>
                    <a:lnTo>
                      <a:pt x="110736" y="92997"/>
                    </a:lnTo>
                    <a:lnTo>
                      <a:pt x="65405" y="124878"/>
                    </a:lnTo>
                    <a:lnTo>
                      <a:pt x="18636" y="58380"/>
                    </a:lnTo>
                    <a:lnTo>
                      <a:pt x="0" y="3188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51" name="Контур"/>
              <p:cNvSpPr/>
              <p:nvPr/>
            </p:nvSpPr>
            <p:spPr>
              <a:xfrm>
                <a:off x="931973" y="8863801"/>
                <a:ext cx="364751" cy="455188"/>
              </a:xfrm>
              <a:custGeom>
                <a:avLst/>
                <a:gdLst/>
                <a:ahLst/>
                <a:cxnLst/>
                <a:rect l="l" t="t" r="r" b="b"/>
                <a:pathLst>
                  <a:path w="364751" h="455188">
                    <a:moveTo>
                      <a:pt x="227304" y="455188"/>
                    </a:moveTo>
                    <a:lnTo>
                      <a:pt x="0" y="84217"/>
                    </a:lnTo>
                    <a:lnTo>
                      <a:pt x="49510" y="53881"/>
                    </a:lnTo>
                    <a:lnTo>
                      <a:pt x="97144" y="24582"/>
                    </a:lnTo>
                    <a:lnTo>
                      <a:pt x="137447" y="0"/>
                    </a:lnTo>
                    <a:lnTo>
                      <a:pt x="192356" y="89682"/>
                    </a:lnTo>
                    <a:lnTo>
                      <a:pt x="242581" y="171710"/>
                    </a:lnTo>
                    <a:lnTo>
                      <a:pt x="364751" y="370971"/>
                    </a:lnTo>
                    <a:lnTo>
                      <a:pt x="227304" y="4551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52" name="Контур"/>
              <p:cNvSpPr/>
              <p:nvPr/>
            </p:nvSpPr>
            <p:spPr>
              <a:xfrm>
                <a:off x="678909" y="9078707"/>
                <a:ext cx="152228" cy="211885"/>
              </a:xfrm>
              <a:custGeom>
                <a:avLst/>
                <a:gdLst/>
                <a:ahLst/>
                <a:cxnLst/>
                <a:rect l="l" t="t" r="r" b="b"/>
                <a:pathLst>
                  <a:path w="152228" h="211885">
                    <a:moveTo>
                      <a:pt x="107865" y="211885"/>
                    </a:moveTo>
                    <a:lnTo>
                      <a:pt x="5678" y="65044"/>
                    </a:lnTo>
                    <a:lnTo>
                      <a:pt x="22749" y="54101"/>
                    </a:lnTo>
                    <a:lnTo>
                      <a:pt x="0" y="18614"/>
                    </a:lnTo>
                    <a:lnTo>
                      <a:pt x="30745" y="0"/>
                    </a:lnTo>
                    <a:lnTo>
                      <a:pt x="152228" y="181638"/>
                    </a:lnTo>
                    <a:lnTo>
                      <a:pt x="107865" y="2118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53" name="Контур"/>
              <p:cNvSpPr/>
              <p:nvPr/>
            </p:nvSpPr>
            <p:spPr>
              <a:xfrm>
                <a:off x="405876" y="9130481"/>
                <a:ext cx="153481" cy="153762"/>
              </a:xfrm>
              <a:custGeom>
                <a:avLst/>
                <a:gdLst/>
                <a:ahLst/>
                <a:cxnLst/>
                <a:rect l="l" t="t" r="r" b="b"/>
                <a:pathLst>
                  <a:path w="153481" h="153762">
                    <a:moveTo>
                      <a:pt x="0" y="60212"/>
                    </a:moveTo>
                    <a:lnTo>
                      <a:pt x="69836" y="14874"/>
                    </a:lnTo>
                    <a:lnTo>
                      <a:pt x="92746" y="0"/>
                    </a:lnTo>
                    <a:lnTo>
                      <a:pt x="153481" y="93548"/>
                    </a:lnTo>
                    <a:lnTo>
                      <a:pt x="60734" y="153762"/>
                    </a:lnTo>
                    <a:lnTo>
                      <a:pt x="0" y="602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</p:grpSp>
        <p:grpSp>
          <p:nvGrpSpPr>
            <p:cNvPr id="1212" name="Земельные участки (ЕГРН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1155" name="Контур"/>
              <p:cNvSpPr/>
              <p:nvPr/>
            </p:nvSpPr>
            <p:spPr>
              <a:xfrm>
                <a:off x="8379932" y="5987418"/>
                <a:ext cx="1916068" cy="1258727"/>
              </a:xfrm>
              <a:custGeom>
                <a:avLst/>
                <a:gdLst/>
                <a:ahLst/>
                <a:cxnLst/>
                <a:rect l="l" t="t" r="r" b="b"/>
                <a:pathLst>
                  <a:path w="1916068" h="1258727" fill="none">
                    <a:moveTo>
                      <a:pt x="1916068" y="258325"/>
                    </a:moveTo>
                    <a:lnTo>
                      <a:pt x="1733118" y="364412"/>
                    </a:lnTo>
                    <a:lnTo>
                      <a:pt x="1382930" y="454319"/>
                    </a:lnTo>
                    <a:lnTo>
                      <a:pt x="1359440" y="464489"/>
                    </a:lnTo>
                    <a:lnTo>
                      <a:pt x="1203651" y="503368"/>
                    </a:lnTo>
                    <a:lnTo>
                      <a:pt x="956606" y="0"/>
                    </a:lnTo>
                    <a:lnTo>
                      <a:pt x="0" y="451160"/>
                    </a:lnTo>
                    <a:lnTo>
                      <a:pt x="375922" y="1246577"/>
                    </a:lnTo>
                    <a:lnTo>
                      <a:pt x="381592" y="1258727"/>
                    </a:lnTo>
                    <a:lnTo>
                      <a:pt x="1916068" y="526497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56" name="Контур"/>
              <p:cNvSpPr/>
              <p:nvPr/>
            </p:nvSpPr>
            <p:spPr>
              <a:xfrm>
                <a:off x="7290598" y="2673277"/>
                <a:ext cx="2138206" cy="4052304"/>
              </a:xfrm>
              <a:custGeom>
                <a:avLst/>
                <a:gdLst/>
                <a:ahLst/>
                <a:cxnLst/>
                <a:rect l="l" t="t" r="r" b="b"/>
                <a:pathLst>
                  <a:path w="2138206" h="4052304" fill="none">
                    <a:moveTo>
                      <a:pt x="2045940" y="3314141"/>
                    </a:moveTo>
                    <a:lnTo>
                      <a:pt x="2019481" y="3260411"/>
                    </a:lnTo>
                    <a:lnTo>
                      <a:pt x="1929933" y="3077892"/>
                    </a:lnTo>
                    <a:lnTo>
                      <a:pt x="767587" y="3637500"/>
                    </a:lnTo>
                    <a:lnTo>
                      <a:pt x="399219" y="3814886"/>
                    </a:lnTo>
                    <a:lnTo>
                      <a:pt x="215979" y="3903174"/>
                    </a:lnTo>
                    <a:lnTo>
                      <a:pt x="287078" y="4052304"/>
                    </a:lnTo>
                    <a:lnTo>
                      <a:pt x="839496" y="3790499"/>
                    </a:lnTo>
                    <a:lnTo>
                      <a:pt x="1053425" y="3689161"/>
                    </a:lnTo>
                    <a:lnTo>
                      <a:pt x="1089334" y="3765301"/>
                    </a:lnTo>
                    <a:lnTo>
                      <a:pt x="2045940" y="3314141"/>
                    </a:lnTo>
                    <a:close/>
                    <a:moveTo>
                      <a:pt x="399219" y="3814886"/>
                    </a:moveTo>
                    <a:lnTo>
                      <a:pt x="1929933" y="3077892"/>
                    </a:lnTo>
                    <a:lnTo>
                      <a:pt x="1768026" y="2747953"/>
                    </a:lnTo>
                    <a:lnTo>
                      <a:pt x="1540061" y="2230455"/>
                    </a:lnTo>
                    <a:lnTo>
                      <a:pt x="1542582" y="2207595"/>
                    </a:lnTo>
                    <a:lnTo>
                      <a:pt x="1564361" y="2201475"/>
                    </a:lnTo>
                    <a:lnTo>
                      <a:pt x="1492723" y="2058106"/>
                    </a:lnTo>
                    <a:lnTo>
                      <a:pt x="1484893" y="2051356"/>
                    </a:lnTo>
                    <a:lnTo>
                      <a:pt x="449175" y="2852433"/>
                    </a:lnTo>
                    <a:lnTo>
                      <a:pt x="508394" y="2923443"/>
                    </a:lnTo>
                    <a:lnTo>
                      <a:pt x="459884" y="2960972"/>
                    </a:lnTo>
                    <a:lnTo>
                      <a:pt x="427125" y="2920653"/>
                    </a:lnTo>
                    <a:lnTo>
                      <a:pt x="375555" y="2961602"/>
                    </a:lnTo>
                    <a:lnTo>
                      <a:pt x="349005" y="2929922"/>
                    </a:lnTo>
                    <a:lnTo>
                      <a:pt x="92776" y="3128099"/>
                    </a:lnTo>
                    <a:lnTo>
                      <a:pt x="126795" y="3170759"/>
                    </a:lnTo>
                    <a:lnTo>
                      <a:pt x="100605" y="3194698"/>
                    </a:lnTo>
                    <a:lnTo>
                      <a:pt x="399219" y="3814886"/>
                    </a:lnTo>
                    <a:close/>
                    <a:moveTo>
                      <a:pt x="307516" y="2870342"/>
                    </a:moveTo>
                    <a:lnTo>
                      <a:pt x="346215" y="2919842"/>
                    </a:lnTo>
                    <a:lnTo>
                      <a:pt x="352245" y="2927402"/>
                    </a:lnTo>
                    <a:lnTo>
                      <a:pt x="362145" y="2940002"/>
                    </a:lnTo>
                    <a:lnTo>
                      <a:pt x="412635" y="2900133"/>
                    </a:lnTo>
                    <a:lnTo>
                      <a:pt x="456914" y="2955482"/>
                    </a:lnTo>
                    <a:lnTo>
                      <a:pt x="499574" y="2922453"/>
                    </a:lnTo>
                    <a:lnTo>
                      <a:pt x="400576" y="2798163"/>
                    </a:lnTo>
                    <a:lnTo>
                      <a:pt x="399316" y="2797713"/>
                    </a:lnTo>
                    <a:lnTo>
                      <a:pt x="307516" y="2870342"/>
                    </a:lnTo>
                    <a:close/>
                    <a:moveTo>
                      <a:pt x="404093" y="1647791"/>
                    </a:moveTo>
                    <a:lnTo>
                      <a:pt x="518753" y="1563013"/>
                    </a:lnTo>
                    <a:lnTo>
                      <a:pt x="419575" y="1428733"/>
                    </a:lnTo>
                    <a:lnTo>
                      <a:pt x="398425" y="1444123"/>
                    </a:lnTo>
                    <a:lnTo>
                      <a:pt x="90810" y="1040474"/>
                    </a:lnTo>
                    <a:lnTo>
                      <a:pt x="46080" y="1070533"/>
                    </a:lnTo>
                    <a:lnTo>
                      <a:pt x="0" y="1104373"/>
                    </a:lnTo>
                    <a:lnTo>
                      <a:pt x="404093" y="1647791"/>
                    </a:lnTo>
                    <a:close/>
                    <a:moveTo>
                      <a:pt x="1436397" y="0"/>
                    </a:moveTo>
                    <a:lnTo>
                      <a:pt x="1313818" y="84149"/>
                    </a:lnTo>
                    <a:lnTo>
                      <a:pt x="1309858" y="78749"/>
                    </a:lnTo>
                    <a:lnTo>
                      <a:pt x="1066858" y="258296"/>
                    </a:lnTo>
                    <a:lnTo>
                      <a:pt x="1080538" y="313015"/>
                    </a:lnTo>
                    <a:lnTo>
                      <a:pt x="1101417" y="341725"/>
                    </a:lnTo>
                    <a:lnTo>
                      <a:pt x="1275477" y="214737"/>
                    </a:lnTo>
                    <a:lnTo>
                      <a:pt x="1439184" y="439377"/>
                    </a:lnTo>
                    <a:lnTo>
                      <a:pt x="1130665" y="664733"/>
                    </a:lnTo>
                    <a:lnTo>
                      <a:pt x="1162884" y="707933"/>
                    </a:lnTo>
                    <a:lnTo>
                      <a:pt x="591926" y="1125256"/>
                    </a:lnTo>
                    <a:lnTo>
                      <a:pt x="623335" y="1168276"/>
                    </a:lnTo>
                    <a:lnTo>
                      <a:pt x="536755" y="1231815"/>
                    </a:lnTo>
                    <a:lnTo>
                      <a:pt x="435867" y="1096366"/>
                    </a:lnTo>
                    <a:lnTo>
                      <a:pt x="397707" y="1124805"/>
                    </a:lnTo>
                    <a:lnTo>
                      <a:pt x="336598" y="1045965"/>
                    </a:lnTo>
                    <a:lnTo>
                      <a:pt x="376738" y="1014466"/>
                    </a:lnTo>
                    <a:lnTo>
                      <a:pt x="308699" y="919966"/>
                    </a:lnTo>
                    <a:lnTo>
                      <a:pt x="890638" y="495533"/>
                    </a:lnTo>
                    <a:lnTo>
                      <a:pt x="869578" y="466643"/>
                    </a:lnTo>
                    <a:lnTo>
                      <a:pt x="894868" y="448193"/>
                    </a:lnTo>
                    <a:lnTo>
                      <a:pt x="859859" y="407603"/>
                    </a:lnTo>
                    <a:lnTo>
                      <a:pt x="103230" y="955514"/>
                    </a:lnTo>
                    <a:lnTo>
                      <a:pt x="12060" y="1016893"/>
                    </a:lnTo>
                    <a:lnTo>
                      <a:pt x="46080" y="1070533"/>
                    </a:lnTo>
                    <a:lnTo>
                      <a:pt x="90810" y="1040474"/>
                    </a:lnTo>
                    <a:lnTo>
                      <a:pt x="398425" y="1444123"/>
                    </a:lnTo>
                    <a:lnTo>
                      <a:pt x="419575" y="1428733"/>
                    </a:lnTo>
                    <a:lnTo>
                      <a:pt x="518753" y="1563013"/>
                    </a:lnTo>
                    <a:lnTo>
                      <a:pt x="404093" y="1647791"/>
                    </a:lnTo>
                    <a:lnTo>
                      <a:pt x="476992" y="1748501"/>
                    </a:lnTo>
                    <a:lnTo>
                      <a:pt x="487972" y="1754891"/>
                    </a:lnTo>
                    <a:lnTo>
                      <a:pt x="608840" y="1906271"/>
                    </a:lnTo>
                    <a:lnTo>
                      <a:pt x="621530" y="1964411"/>
                    </a:lnTo>
                    <a:lnTo>
                      <a:pt x="699108" y="2202729"/>
                    </a:lnTo>
                    <a:lnTo>
                      <a:pt x="819437" y="2107871"/>
                    </a:lnTo>
                    <a:lnTo>
                      <a:pt x="813767" y="2101391"/>
                    </a:lnTo>
                    <a:lnTo>
                      <a:pt x="2092665" y="1117077"/>
                    </a:lnTo>
                    <a:lnTo>
                      <a:pt x="2032096" y="1040577"/>
                    </a:lnTo>
                    <a:lnTo>
                      <a:pt x="2115436" y="971458"/>
                    </a:lnTo>
                    <a:lnTo>
                      <a:pt x="2090236" y="937708"/>
                    </a:lnTo>
                    <a:lnTo>
                      <a:pt x="2138206" y="901888"/>
                    </a:lnTo>
                    <a:lnTo>
                      <a:pt x="1505606" y="80190"/>
                    </a:lnTo>
                    <a:lnTo>
                      <a:pt x="1436397" y="0"/>
                    </a:lnTo>
                    <a:close/>
                    <a:moveTo>
                      <a:pt x="308699" y="919966"/>
                    </a:moveTo>
                    <a:lnTo>
                      <a:pt x="376738" y="1014466"/>
                    </a:lnTo>
                    <a:lnTo>
                      <a:pt x="336598" y="1045965"/>
                    </a:lnTo>
                    <a:lnTo>
                      <a:pt x="397707" y="1124805"/>
                    </a:lnTo>
                    <a:lnTo>
                      <a:pt x="435867" y="1096366"/>
                    </a:lnTo>
                    <a:lnTo>
                      <a:pt x="536755" y="1231815"/>
                    </a:lnTo>
                    <a:lnTo>
                      <a:pt x="623335" y="1168276"/>
                    </a:lnTo>
                    <a:lnTo>
                      <a:pt x="591926" y="1125256"/>
                    </a:lnTo>
                    <a:lnTo>
                      <a:pt x="1162884" y="707933"/>
                    </a:lnTo>
                    <a:lnTo>
                      <a:pt x="1130665" y="664733"/>
                    </a:lnTo>
                    <a:lnTo>
                      <a:pt x="1439184" y="439377"/>
                    </a:lnTo>
                    <a:lnTo>
                      <a:pt x="1275477" y="214737"/>
                    </a:lnTo>
                    <a:lnTo>
                      <a:pt x="308699" y="919966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57" name="Контур"/>
              <p:cNvSpPr/>
              <p:nvPr/>
            </p:nvSpPr>
            <p:spPr>
              <a:xfrm>
                <a:off x="8775581" y="1584000"/>
                <a:ext cx="1520419" cy="4349688"/>
              </a:xfrm>
              <a:custGeom>
                <a:avLst/>
                <a:gdLst/>
                <a:ahLst/>
                <a:cxnLst/>
                <a:rect l="l" t="t" r="r" b="b"/>
                <a:pathLst>
                  <a:path w="1520419" h="4349688" fill="none">
                    <a:moveTo>
                      <a:pt x="1520419" y="2953652"/>
                    </a:moveTo>
                    <a:lnTo>
                      <a:pt x="1175668" y="2231287"/>
                    </a:lnTo>
                    <a:lnTo>
                      <a:pt x="1015468" y="2355215"/>
                    </a:lnTo>
                    <a:lnTo>
                      <a:pt x="1520419" y="3413286"/>
                    </a:lnTo>
                    <a:moveTo>
                      <a:pt x="534588" y="4349688"/>
                    </a:moveTo>
                    <a:lnTo>
                      <a:pt x="1520419" y="3879398"/>
                    </a:lnTo>
                    <a:moveTo>
                      <a:pt x="1520419" y="3413286"/>
                    </a:moveTo>
                    <a:lnTo>
                      <a:pt x="1015468" y="2355215"/>
                    </a:lnTo>
                    <a:lnTo>
                      <a:pt x="0" y="3140633"/>
                    </a:lnTo>
                    <a:lnTo>
                      <a:pt x="7740" y="3147383"/>
                    </a:lnTo>
                    <a:lnTo>
                      <a:pt x="79378" y="3290752"/>
                    </a:lnTo>
                    <a:lnTo>
                      <a:pt x="62548" y="3336922"/>
                    </a:lnTo>
                    <a:lnTo>
                      <a:pt x="283043" y="3837230"/>
                    </a:lnTo>
                    <a:lnTo>
                      <a:pt x="534588" y="4349688"/>
                    </a:lnTo>
                    <a:lnTo>
                      <a:pt x="534588" y="4349688"/>
                    </a:lnTo>
                    <a:moveTo>
                      <a:pt x="204569" y="3082765"/>
                    </a:moveTo>
                    <a:lnTo>
                      <a:pt x="139229" y="3134244"/>
                    </a:lnTo>
                    <a:lnTo>
                      <a:pt x="101250" y="3084924"/>
                    </a:lnTo>
                    <a:lnTo>
                      <a:pt x="166770" y="3033625"/>
                    </a:lnTo>
                    <a:lnTo>
                      <a:pt x="204569" y="3082765"/>
                    </a:lnTo>
                    <a:lnTo>
                      <a:pt x="204569" y="3082765"/>
                    </a:lnTo>
                    <a:moveTo>
                      <a:pt x="1135430" y="3368609"/>
                    </a:moveTo>
                    <a:lnTo>
                      <a:pt x="1100241" y="3295529"/>
                    </a:lnTo>
                    <a:lnTo>
                      <a:pt x="1150191" y="3273030"/>
                    </a:lnTo>
                    <a:lnTo>
                      <a:pt x="1185740" y="3346469"/>
                    </a:lnTo>
                    <a:lnTo>
                      <a:pt x="1135430" y="3368609"/>
                    </a:lnTo>
                    <a:lnTo>
                      <a:pt x="1135430" y="3368609"/>
                    </a:lnTo>
                    <a:moveTo>
                      <a:pt x="649276" y="81649"/>
                    </a:moveTo>
                    <a:lnTo>
                      <a:pt x="726584" y="289278"/>
                    </a:lnTo>
                    <a:lnTo>
                      <a:pt x="740354" y="326358"/>
                    </a:lnTo>
                    <a:lnTo>
                      <a:pt x="817843" y="310339"/>
                    </a:lnTo>
                    <a:lnTo>
                      <a:pt x="836294" y="209359"/>
                    </a:lnTo>
                    <a:lnTo>
                      <a:pt x="878735" y="0"/>
                    </a:lnTo>
                    <a:moveTo>
                      <a:pt x="753863" y="0"/>
                    </a:moveTo>
                    <a:lnTo>
                      <a:pt x="692566" y="41420"/>
                    </a:lnTo>
                    <a:lnTo>
                      <a:pt x="649276" y="81649"/>
                    </a:lnTo>
                    <a:lnTo>
                      <a:pt x="649276" y="81649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58" name="Контур"/>
              <p:cNvSpPr/>
              <p:nvPr/>
            </p:nvSpPr>
            <p:spPr>
              <a:xfrm>
                <a:off x="8830659" y="4874752"/>
                <a:ext cx="24300" cy="46170"/>
              </a:xfrm>
              <a:custGeom>
                <a:avLst/>
                <a:gdLst/>
                <a:ahLst/>
                <a:cxnLst/>
                <a:rect l="l" t="t" r="r" b="b"/>
                <a:pathLst>
                  <a:path w="24300" h="46170" fill="none">
                    <a:moveTo>
                      <a:pt x="7470" y="46170"/>
                    </a:moveTo>
                    <a:lnTo>
                      <a:pt x="24300" y="0"/>
                    </a:lnTo>
                    <a:lnTo>
                      <a:pt x="2521" y="6120"/>
                    </a:lnTo>
                    <a:lnTo>
                      <a:pt x="0" y="28980"/>
                    </a:lnTo>
                    <a:lnTo>
                      <a:pt x="7470" y="4617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59" name="Контур"/>
              <p:cNvSpPr/>
              <p:nvPr/>
            </p:nvSpPr>
            <p:spPr>
              <a:xfrm>
                <a:off x="8836170" y="1584000"/>
                <a:ext cx="1459830" cy="8076656"/>
              </a:xfrm>
              <a:custGeom>
                <a:avLst/>
                <a:gdLst/>
                <a:ahLst/>
                <a:cxnLst/>
                <a:rect l="l" t="t" r="r" b="b"/>
                <a:pathLst>
                  <a:path w="1459830" h="8076656" fill="none">
                    <a:moveTo>
                      <a:pt x="401759" y="0"/>
                    </a:moveTo>
                    <a:lnTo>
                      <a:pt x="484198" y="116568"/>
                    </a:lnTo>
                    <a:lnTo>
                      <a:pt x="588687" y="81649"/>
                    </a:lnTo>
                    <a:lnTo>
                      <a:pt x="631977" y="41420"/>
                    </a:lnTo>
                    <a:lnTo>
                      <a:pt x="693274" y="0"/>
                    </a:lnTo>
                    <a:moveTo>
                      <a:pt x="0" y="207014"/>
                    </a:moveTo>
                    <a:lnTo>
                      <a:pt x="97379" y="327614"/>
                    </a:lnTo>
                    <a:lnTo>
                      <a:pt x="126628" y="363614"/>
                    </a:lnTo>
                    <a:lnTo>
                      <a:pt x="226348" y="293325"/>
                    </a:lnTo>
                    <a:lnTo>
                      <a:pt x="319947" y="426255"/>
                    </a:lnTo>
                    <a:lnTo>
                      <a:pt x="584905" y="328337"/>
                    </a:lnTo>
                    <a:lnTo>
                      <a:pt x="597325" y="357047"/>
                    </a:lnTo>
                    <a:lnTo>
                      <a:pt x="679765" y="326358"/>
                    </a:lnTo>
                    <a:lnTo>
                      <a:pt x="588687" y="81649"/>
                    </a:lnTo>
                    <a:lnTo>
                      <a:pt x="484198" y="116568"/>
                    </a:lnTo>
                    <a:lnTo>
                      <a:pt x="401759" y="0"/>
                    </a:lnTo>
                    <a:moveTo>
                      <a:pt x="290207" y="0"/>
                    </a:moveTo>
                    <a:lnTo>
                      <a:pt x="258570" y="22517"/>
                    </a:lnTo>
                    <a:lnTo>
                      <a:pt x="71550" y="154185"/>
                    </a:lnTo>
                    <a:lnTo>
                      <a:pt x="73350" y="155625"/>
                    </a:lnTo>
                    <a:lnTo>
                      <a:pt x="27900" y="185504"/>
                    </a:lnTo>
                    <a:lnTo>
                      <a:pt x="0" y="207014"/>
                    </a:lnTo>
                    <a:lnTo>
                      <a:pt x="0" y="207014"/>
                    </a:lnTo>
                    <a:moveTo>
                      <a:pt x="1459830" y="1964635"/>
                    </a:moveTo>
                    <a:lnTo>
                      <a:pt x="1115079" y="2231287"/>
                    </a:lnTo>
                    <a:lnTo>
                      <a:pt x="1459830" y="2953652"/>
                    </a:lnTo>
                    <a:moveTo>
                      <a:pt x="949622" y="7772637"/>
                    </a:moveTo>
                    <a:lnTo>
                      <a:pt x="1071030" y="8026076"/>
                    </a:lnTo>
                    <a:lnTo>
                      <a:pt x="1095149" y="8076656"/>
                    </a:lnTo>
                    <a:lnTo>
                      <a:pt x="1459830" y="7902065"/>
                    </a:lnTo>
                    <a:moveTo>
                      <a:pt x="1459830" y="7543880"/>
                    </a:moveTo>
                    <a:lnTo>
                      <a:pt x="1453800" y="7531352"/>
                    </a:lnTo>
                    <a:lnTo>
                      <a:pt x="949622" y="7772637"/>
                    </a:lnTo>
                    <a:lnTo>
                      <a:pt x="949622" y="7772637"/>
                    </a:lnTo>
                    <a:moveTo>
                      <a:pt x="851263" y="6273157"/>
                    </a:moveTo>
                    <a:lnTo>
                      <a:pt x="909942" y="6394836"/>
                    </a:lnTo>
                    <a:lnTo>
                      <a:pt x="1453800" y="7531352"/>
                    </a:lnTo>
                    <a:lnTo>
                      <a:pt x="1459830" y="7543880"/>
                    </a:lnTo>
                    <a:moveTo>
                      <a:pt x="1459830" y="7233809"/>
                    </a:moveTo>
                    <a:lnTo>
                      <a:pt x="1272726" y="6842586"/>
                    </a:lnTo>
                    <a:lnTo>
                      <a:pt x="1229167" y="6751056"/>
                    </a:lnTo>
                    <a:lnTo>
                      <a:pt x="1012272" y="6295478"/>
                    </a:lnTo>
                    <a:lnTo>
                      <a:pt x="973213" y="6214388"/>
                    </a:lnTo>
                    <a:lnTo>
                      <a:pt x="892663" y="6253267"/>
                    </a:lnTo>
                    <a:lnTo>
                      <a:pt x="851263" y="6273157"/>
                    </a:lnTo>
                    <a:lnTo>
                      <a:pt x="851263" y="6273157"/>
                    </a:lnTo>
                    <a:moveTo>
                      <a:pt x="1459830" y="5979892"/>
                    </a:moveTo>
                    <a:lnTo>
                      <a:pt x="973213" y="6214388"/>
                    </a:lnTo>
                    <a:lnTo>
                      <a:pt x="1012272" y="6295478"/>
                    </a:lnTo>
                    <a:lnTo>
                      <a:pt x="1459830" y="6079782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0" name="Контур"/>
              <p:cNvSpPr/>
              <p:nvPr/>
            </p:nvSpPr>
            <p:spPr>
              <a:xfrm>
                <a:off x="9242564" y="7978836"/>
                <a:ext cx="1047406" cy="1377801"/>
              </a:xfrm>
              <a:custGeom>
                <a:avLst/>
                <a:gdLst/>
                <a:ahLst/>
                <a:cxnLst/>
                <a:rect l="l" t="t" r="r" b="b"/>
                <a:pathLst>
                  <a:path w="1047406" h="1377801" fill="none">
                    <a:moveTo>
                      <a:pt x="0" y="242635"/>
                    </a:moveTo>
                    <a:lnTo>
                      <a:pt x="543228" y="1377801"/>
                    </a:lnTo>
                    <a:lnTo>
                      <a:pt x="1047406" y="1136516"/>
                    </a:lnTo>
                    <a:lnTo>
                      <a:pt x="503548" y="0"/>
                    </a:lnTo>
                    <a:lnTo>
                      <a:pt x="0" y="242635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1" name="Контур"/>
              <p:cNvSpPr/>
              <p:nvPr/>
            </p:nvSpPr>
            <p:spPr>
              <a:xfrm>
                <a:off x="8726995" y="1584000"/>
                <a:ext cx="1569005" cy="7233809"/>
              </a:xfrm>
              <a:custGeom>
                <a:avLst/>
                <a:gdLst/>
                <a:ahLst/>
                <a:cxnLst/>
                <a:rect l="l" t="t" r="r" b="b"/>
                <a:pathLst>
                  <a:path w="1569005" h="7233809" fill="none">
                    <a:moveTo>
                      <a:pt x="612063" y="4408638"/>
                    </a:moveTo>
                    <a:lnTo>
                      <a:pt x="1569005" y="3951996"/>
                    </a:lnTo>
                    <a:moveTo>
                      <a:pt x="1569005" y="3879398"/>
                    </a:moveTo>
                    <a:lnTo>
                      <a:pt x="583174" y="4349688"/>
                    </a:lnTo>
                    <a:lnTo>
                      <a:pt x="612063" y="4408638"/>
                    </a:lnTo>
                    <a:lnTo>
                      <a:pt x="612063" y="4408638"/>
                    </a:lnTo>
                    <a:moveTo>
                      <a:pt x="1569005" y="6079782"/>
                    </a:moveTo>
                    <a:lnTo>
                      <a:pt x="1121447" y="6295478"/>
                    </a:lnTo>
                    <a:lnTo>
                      <a:pt x="1338342" y="6751056"/>
                    </a:lnTo>
                    <a:lnTo>
                      <a:pt x="1381901" y="6842586"/>
                    </a:lnTo>
                    <a:lnTo>
                      <a:pt x="1569005" y="7233809"/>
                    </a:lnTo>
                    <a:moveTo>
                      <a:pt x="1012377" y="4867907"/>
                    </a:moveTo>
                    <a:lnTo>
                      <a:pt x="1035867" y="4857737"/>
                    </a:lnTo>
                    <a:lnTo>
                      <a:pt x="1386055" y="4767830"/>
                    </a:lnTo>
                    <a:lnTo>
                      <a:pt x="1569005" y="4661743"/>
                    </a:lnTo>
                    <a:moveTo>
                      <a:pt x="1569005" y="3951996"/>
                    </a:moveTo>
                    <a:lnTo>
                      <a:pt x="612063" y="4408638"/>
                    </a:lnTo>
                    <a:lnTo>
                      <a:pt x="856588" y="4906786"/>
                    </a:lnTo>
                    <a:lnTo>
                      <a:pt x="1012377" y="4867907"/>
                    </a:lnTo>
                    <a:lnTo>
                      <a:pt x="1012377" y="4867907"/>
                    </a:lnTo>
                    <a:moveTo>
                      <a:pt x="0" y="1089277"/>
                    </a:moveTo>
                    <a:lnTo>
                      <a:pt x="69209" y="1169467"/>
                    </a:lnTo>
                    <a:lnTo>
                      <a:pt x="701809" y="1991165"/>
                    </a:lnTo>
                    <a:lnTo>
                      <a:pt x="653839" y="2026985"/>
                    </a:lnTo>
                    <a:lnTo>
                      <a:pt x="679039" y="2060735"/>
                    </a:lnTo>
                    <a:lnTo>
                      <a:pt x="595699" y="2129854"/>
                    </a:lnTo>
                    <a:lnTo>
                      <a:pt x="656268" y="2206354"/>
                    </a:lnTo>
                    <a:lnTo>
                      <a:pt x="1175927" y="1801090"/>
                    </a:lnTo>
                    <a:lnTo>
                      <a:pt x="1216788" y="1672571"/>
                    </a:lnTo>
                    <a:lnTo>
                      <a:pt x="1212918" y="1667711"/>
                    </a:lnTo>
                    <a:lnTo>
                      <a:pt x="1334327" y="1573843"/>
                    </a:lnTo>
                    <a:lnTo>
                      <a:pt x="1355747" y="1601563"/>
                    </a:lnTo>
                    <a:lnTo>
                      <a:pt x="1504787" y="1486634"/>
                    </a:lnTo>
                    <a:lnTo>
                      <a:pt x="1483187" y="1458645"/>
                    </a:lnTo>
                    <a:lnTo>
                      <a:pt x="1569005" y="1392296"/>
                    </a:lnTo>
                    <a:moveTo>
                      <a:pt x="927920" y="0"/>
                    </a:moveTo>
                    <a:lnTo>
                      <a:pt x="848069" y="411408"/>
                    </a:lnTo>
                    <a:lnTo>
                      <a:pt x="832589" y="427967"/>
                    </a:lnTo>
                    <a:lnTo>
                      <a:pt x="0" y="1089277"/>
                    </a:lnTo>
                    <a:lnTo>
                      <a:pt x="0" y="1089277"/>
                    </a:lnTo>
                    <a:moveTo>
                      <a:pt x="1424422" y="826129"/>
                    </a:moveTo>
                    <a:lnTo>
                      <a:pt x="1420642" y="785989"/>
                    </a:lnTo>
                    <a:lnTo>
                      <a:pt x="1436662" y="756109"/>
                    </a:lnTo>
                    <a:lnTo>
                      <a:pt x="1467082" y="728030"/>
                    </a:lnTo>
                    <a:lnTo>
                      <a:pt x="1558882" y="657291"/>
                    </a:lnTo>
                    <a:lnTo>
                      <a:pt x="1564552" y="664131"/>
                    </a:lnTo>
                    <a:lnTo>
                      <a:pt x="1569005" y="666841"/>
                    </a:lnTo>
                    <a:moveTo>
                      <a:pt x="1569005" y="1002007"/>
                    </a:moveTo>
                    <a:lnTo>
                      <a:pt x="1560320" y="998478"/>
                    </a:lnTo>
                    <a:lnTo>
                      <a:pt x="1424422" y="826129"/>
                    </a:lnTo>
                    <a:lnTo>
                      <a:pt x="1424422" y="826129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2" name="Контур"/>
              <p:cNvSpPr/>
              <p:nvPr/>
            </p:nvSpPr>
            <p:spPr>
              <a:xfrm>
                <a:off x="6729455" y="2176653"/>
                <a:ext cx="2004203" cy="1211656"/>
              </a:xfrm>
              <a:custGeom>
                <a:avLst/>
                <a:gdLst/>
                <a:ahLst/>
                <a:cxnLst/>
                <a:rect l="l" t="t" r="r" b="b"/>
                <a:pathLst>
                  <a:path w="2004203" h="1211656" fill="none">
                    <a:moveTo>
                      <a:pt x="0" y="1169356"/>
                    </a:moveTo>
                    <a:lnTo>
                      <a:pt x="38879" y="1211656"/>
                    </a:lnTo>
                    <a:lnTo>
                      <a:pt x="53729" y="1207336"/>
                    </a:lnTo>
                    <a:lnTo>
                      <a:pt x="1116089" y="164880"/>
                    </a:lnTo>
                    <a:lnTo>
                      <a:pt x="1126979" y="175230"/>
                    </a:lnTo>
                    <a:lnTo>
                      <a:pt x="1208159" y="101342"/>
                    </a:lnTo>
                    <a:lnTo>
                      <a:pt x="1166399" y="45542"/>
                    </a:lnTo>
                    <a:lnTo>
                      <a:pt x="1073699" y="124200"/>
                    </a:lnTo>
                    <a:lnTo>
                      <a:pt x="837359" y="352257"/>
                    </a:lnTo>
                    <a:lnTo>
                      <a:pt x="741869" y="449726"/>
                    </a:lnTo>
                    <a:lnTo>
                      <a:pt x="656190" y="530095"/>
                    </a:lnTo>
                    <a:lnTo>
                      <a:pt x="654210" y="528025"/>
                    </a:lnTo>
                    <a:lnTo>
                      <a:pt x="524970" y="645023"/>
                    </a:lnTo>
                    <a:lnTo>
                      <a:pt x="295920" y="879560"/>
                    </a:lnTo>
                    <a:lnTo>
                      <a:pt x="293490" y="877220"/>
                    </a:lnTo>
                    <a:lnTo>
                      <a:pt x="219870" y="950299"/>
                    </a:lnTo>
                    <a:lnTo>
                      <a:pt x="0" y="1169356"/>
                    </a:lnTo>
                    <a:close/>
                    <a:moveTo>
                      <a:pt x="920251" y="0"/>
                    </a:moveTo>
                    <a:lnTo>
                      <a:pt x="806131" y="125279"/>
                    </a:lnTo>
                    <a:lnTo>
                      <a:pt x="647641" y="301316"/>
                    </a:lnTo>
                    <a:lnTo>
                      <a:pt x="535411" y="425695"/>
                    </a:lnTo>
                    <a:lnTo>
                      <a:pt x="581940" y="468895"/>
                    </a:lnTo>
                    <a:lnTo>
                      <a:pt x="639991" y="405176"/>
                    </a:lnTo>
                    <a:lnTo>
                      <a:pt x="667800" y="430646"/>
                    </a:lnTo>
                    <a:lnTo>
                      <a:pt x="708120" y="390236"/>
                    </a:lnTo>
                    <a:lnTo>
                      <a:pt x="720450" y="401666"/>
                    </a:lnTo>
                    <a:lnTo>
                      <a:pt x="1012770" y="80820"/>
                    </a:lnTo>
                    <a:lnTo>
                      <a:pt x="1007730" y="76410"/>
                    </a:lnTo>
                    <a:lnTo>
                      <a:pt x="920251" y="0"/>
                    </a:lnTo>
                    <a:close/>
                    <a:moveTo>
                      <a:pt x="1978914" y="20077"/>
                    </a:moveTo>
                    <a:lnTo>
                      <a:pt x="1764084" y="157145"/>
                    </a:lnTo>
                    <a:lnTo>
                      <a:pt x="1438195" y="404101"/>
                    </a:lnTo>
                    <a:lnTo>
                      <a:pt x="1176295" y="584908"/>
                    </a:lnTo>
                    <a:lnTo>
                      <a:pt x="1218325" y="626038"/>
                    </a:lnTo>
                    <a:lnTo>
                      <a:pt x="1367812" y="824668"/>
                    </a:lnTo>
                    <a:lnTo>
                      <a:pt x="1568962" y="676710"/>
                    </a:lnTo>
                    <a:lnTo>
                      <a:pt x="1542232" y="641610"/>
                    </a:lnTo>
                    <a:lnTo>
                      <a:pt x="1765252" y="485643"/>
                    </a:lnTo>
                    <a:lnTo>
                      <a:pt x="1853002" y="429754"/>
                    </a:lnTo>
                    <a:lnTo>
                      <a:pt x="1941472" y="358295"/>
                    </a:lnTo>
                    <a:lnTo>
                      <a:pt x="1812144" y="172895"/>
                    </a:lnTo>
                    <a:lnTo>
                      <a:pt x="1829694" y="160565"/>
                    </a:lnTo>
                    <a:lnTo>
                      <a:pt x="1835634" y="169115"/>
                    </a:lnTo>
                    <a:lnTo>
                      <a:pt x="2004203" y="56707"/>
                    </a:lnTo>
                    <a:lnTo>
                      <a:pt x="1978914" y="20077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3" name="Контур"/>
              <p:cNvSpPr/>
              <p:nvPr/>
            </p:nvSpPr>
            <p:spPr>
              <a:xfrm>
                <a:off x="7154347" y="1584000"/>
                <a:ext cx="1730147" cy="992517"/>
              </a:xfrm>
              <a:custGeom>
                <a:avLst/>
                <a:gdLst/>
                <a:ahLst/>
                <a:cxnLst/>
                <a:rect l="l" t="t" r="r" b="b"/>
                <a:pathLst>
                  <a:path w="1730147" h="992517" fill="none">
                    <a:moveTo>
                      <a:pt x="0" y="942927"/>
                    </a:moveTo>
                    <a:lnTo>
                      <a:pt x="51210" y="992517"/>
                    </a:lnTo>
                    <a:lnTo>
                      <a:pt x="155340" y="879569"/>
                    </a:lnTo>
                    <a:lnTo>
                      <a:pt x="317340" y="700201"/>
                    </a:lnTo>
                    <a:lnTo>
                      <a:pt x="445050" y="548733"/>
                    </a:lnTo>
                    <a:lnTo>
                      <a:pt x="937272" y="0"/>
                    </a:lnTo>
                    <a:moveTo>
                      <a:pt x="852320" y="0"/>
                    </a:moveTo>
                    <a:lnTo>
                      <a:pt x="756631" y="106029"/>
                    </a:lnTo>
                    <a:lnTo>
                      <a:pt x="608311" y="269826"/>
                    </a:lnTo>
                    <a:lnTo>
                      <a:pt x="484291" y="407525"/>
                    </a:lnTo>
                    <a:lnTo>
                      <a:pt x="399691" y="500853"/>
                    </a:lnTo>
                    <a:lnTo>
                      <a:pt x="331741" y="575912"/>
                    </a:lnTo>
                    <a:lnTo>
                      <a:pt x="204300" y="716850"/>
                    </a:lnTo>
                    <a:lnTo>
                      <a:pt x="0" y="942927"/>
                    </a:lnTo>
                    <a:lnTo>
                      <a:pt x="0" y="942927"/>
                    </a:lnTo>
                    <a:moveTo>
                      <a:pt x="1415612" y="0"/>
                    </a:moveTo>
                    <a:lnTo>
                      <a:pt x="695248" y="564395"/>
                    </a:lnTo>
                    <a:lnTo>
                      <a:pt x="717298" y="591575"/>
                    </a:lnTo>
                    <a:lnTo>
                      <a:pt x="792717" y="685445"/>
                    </a:lnTo>
                    <a:lnTo>
                      <a:pt x="1730147" y="0"/>
                    </a:lnTo>
                    <a:moveTo>
                      <a:pt x="952560" y="0"/>
                    </a:moveTo>
                    <a:lnTo>
                      <a:pt x="912870" y="44470"/>
                    </a:lnTo>
                    <a:lnTo>
                      <a:pt x="559170" y="434345"/>
                    </a:lnTo>
                    <a:lnTo>
                      <a:pt x="454860" y="551703"/>
                    </a:lnTo>
                    <a:lnTo>
                      <a:pt x="482219" y="576093"/>
                    </a:lnTo>
                    <a:lnTo>
                      <a:pt x="493019" y="586893"/>
                    </a:lnTo>
                    <a:lnTo>
                      <a:pt x="557099" y="521464"/>
                    </a:lnTo>
                    <a:lnTo>
                      <a:pt x="592109" y="552694"/>
                    </a:lnTo>
                    <a:lnTo>
                      <a:pt x="630989" y="509855"/>
                    </a:lnTo>
                    <a:lnTo>
                      <a:pt x="645839" y="520655"/>
                    </a:lnTo>
                    <a:lnTo>
                      <a:pt x="685799" y="474395"/>
                    </a:lnTo>
                    <a:lnTo>
                      <a:pt x="732959" y="441186"/>
                    </a:lnTo>
                    <a:lnTo>
                      <a:pt x="740429" y="447846"/>
                    </a:lnTo>
                    <a:lnTo>
                      <a:pt x="767519" y="417606"/>
                    </a:lnTo>
                    <a:lnTo>
                      <a:pt x="1226517" y="148151"/>
                    </a:lnTo>
                    <a:lnTo>
                      <a:pt x="1415611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4" name="Контур"/>
              <p:cNvSpPr/>
              <p:nvPr/>
            </p:nvSpPr>
            <p:spPr>
              <a:xfrm>
                <a:off x="7795461" y="8603059"/>
                <a:ext cx="162809" cy="145439"/>
              </a:xfrm>
              <a:custGeom>
                <a:avLst/>
                <a:gdLst/>
                <a:ahLst/>
                <a:cxnLst/>
                <a:rect l="l" t="t" r="r" b="b"/>
                <a:pathLst>
                  <a:path w="162809" h="145439" fill="none">
                    <a:moveTo>
                      <a:pt x="120330" y="0"/>
                    </a:moveTo>
                    <a:lnTo>
                      <a:pt x="51660" y="33570"/>
                    </a:lnTo>
                    <a:lnTo>
                      <a:pt x="0" y="57419"/>
                    </a:lnTo>
                    <a:lnTo>
                      <a:pt x="42389" y="145439"/>
                    </a:lnTo>
                    <a:lnTo>
                      <a:pt x="162809" y="87390"/>
                    </a:lnTo>
                    <a:lnTo>
                      <a:pt x="120330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5" name="Контур"/>
              <p:cNvSpPr/>
              <p:nvPr/>
            </p:nvSpPr>
            <p:spPr>
              <a:xfrm>
                <a:off x="7627616" y="6912808"/>
                <a:ext cx="2668384" cy="3275192"/>
              </a:xfrm>
              <a:custGeom>
                <a:avLst/>
                <a:gdLst/>
                <a:ahLst/>
                <a:cxnLst/>
                <a:rect l="l" t="t" r="r" b="b"/>
                <a:pathLst>
                  <a:path w="2668384" h="3275192" fill="none">
                    <a:moveTo>
                      <a:pt x="2668384" y="0"/>
                    </a:moveTo>
                    <a:lnTo>
                      <a:pt x="2064862" y="287983"/>
                    </a:lnTo>
                    <a:lnTo>
                      <a:pt x="1839773" y="395441"/>
                    </a:lnTo>
                    <a:lnTo>
                      <a:pt x="1074596" y="760563"/>
                    </a:lnTo>
                    <a:lnTo>
                      <a:pt x="0" y="1273372"/>
                    </a:lnTo>
                    <a:lnTo>
                      <a:pt x="219505" y="1723821"/>
                    </a:lnTo>
                    <a:lnTo>
                      <a:pt x="288175" y="1690251"/>
                    </a:lnTo>
                    <a:lnTo>
                      <a:pt x="330654" y="1777641"/>
                    </a:lnTo>
                    <a:lnTo>
                      <a:pt x="482753" y="1704383"/>
                    </a:lnTo>
                    <a:lnTo>
                      <a:pt x="2059817" y="944349"/>
                    </a:lnTo>
                    <a:lnTo>
                      <a:pt x="2101217" y="924459"/>
                    </a:lnTo>
                    <a:lnTo>
                      <a:pt x="2181767" y="885580"/>
                    </a:lnTo>
                    <a:lnTo>
                      <a:pt x="2668384" y="651084"/>
                    </a:lnTo>
                    <a:moveTo>
                      <a:pt x="2668384" y="2573278"/>
                    </a:moveTo>
                    <a:lnTo>
                      <a:pt x="1469677" y="3146989"/>
                    </a:lnTo>
                    <a:lnTo>
                      <a:pt x="1201781" y="3275192"/>
                    </a:lnTo>
                    <a:moveTo>
                      <a:pt x="1491441" y="3275192"/>
                    </a:moveTo>
                    <a:lnTo>
                      <a:pt x="1803214" y="3126382"/>
                    </a:lnTo>
                    <a:lnTo>
                      <a:pt x="2174463" y="2952685"/>
                    </a:lnTo>
                    <a:lnTo>
                      <a:pt x="2372642" y="2853687"/>
                    </a:lnTo>
                    <a:lnTo>
                      <a:pt x="2419712" y="2830828"/>
                    </a:lnTo>
                    <a:lnTo>
                      <a:pt x="2564341" y="2764409"/>
                    </a:lnTo>
                    <a:lnTo>
                      <a:pt x="2668384" y="2718298"/>
                    </a:lnTo>
                    <a:moveTo>
                      <a:pt x="1614948" y="1308663"/>
                    </a:moveTo>
                    <a:lnTo>
                      <a:pt x="268913" y="1957279"/>
                    </a:lnTo>
                    <a:lnTo>
                      <a:pt x="544757" y="2529587"/>
                    </a:lnTo>
                    <a:lnTo>
                      <a:pt x="591557" y="2506998"/>
                    </a:lnTo>
                    <a:lnTo>
                      <a:pt x="871451" y="3084166"/>
                    </a:lnTo>
                    <a:lnTo>
                      <a:pt x="823301" y="3107475"/>
                    </a:lnTo>
                    <a:lnTo>
                      <a:pt x="901510" y="3269744"/>
                    </a:lnTo>
                    <a:lnTo>
                      <a:pt x="905621" y="3275192"/>
                    </a:lnTo>
                    <a:moveTo>
                      <a:pt x="1201778" y="3275192"/>
                    </a:moveTo>
                    <a:lnTo>
                      <a:pt x="2303703" y="2747848"/>
                    </a:lnTo>
                    <a:lnTo>
                      <a:pt x="1614948" y="1308663"/>
                    </a:lnTo>
                    <a:lnTo>
                      <a:pt x="1614948" y="1308663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6" name="Контур"/>
              <p:cNvSpPr/>
              <p:nvPr/>
            </p:nvSpPr>
            <p:spPr>
              <a:xfrm>
                <a:off x="7578206" y="7857157"/>
                <a:ext cx="2167906" cy="1012930"/>
              </a:xfrm>
              <a:custGeom>
                <a:avLst/>
                <a:gdLst/>
                <a:ahLst/>
                <a:cxnLst/>
                <a:rect l="l" t="t" r="r" b="b"/>
                <a:pathLst>
                  <a:path w="2167906" h="1012930" fill="none">
                    <a:moveTo>
                      <a:pt x="259644" y="891341"/>
                    </a:moveTo>
                    <a:lnTo>
                      <a:pt x="318323" y="1012930"/>
                    </a:lnTo>
                    <a:lnTo>
                      <a:pt x="403643" y="971801"/>
                    </a:lnTo>
                    <a:lnTo>
                      <a:pt x="1664358" y="364314"/>
                    </a:lnTo>
                    <a:lnTo>
                      <a:pt x="2167906" y="121679"/>
                    </a:lnTo>
                    <a:lnTo>
                      <a:pt x="2109227" y="0"/>
                    </a:lnTo>
                    <a:lnTo>
                      <a:pt x="532163" y="760034"/>
                    </a:lnTo>
                    <a:lnTo>
                      <a:pt x="380064" y="833292"/>
                    </a:lnTo>
                    <a:lnTo>
                      <a:pt x="259644" y="891341"/>
                    </a:lnTo>
                    <a:close/>
                    <a:moveTo>
                      <a:pt x="0" y="352603"/>
                    </a:moveTo>
                    <a:lnTo>
                      <a:pt x="217255" y="803321"/>
                    </a:lnTo>
                    <a:lnTo>
                      <a:pt x="268915" y="779472"/>
                    </a:lnTo>
                    <a:lnTo>
                      <a:pt x="49410" y="329023"/>
                    </a:lnTo>
                    <a:lnTo>
                      <a:pt x="0" y="352603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7" name="Контур"/>
              <p:cNvSpPr/>
              <p:nvPr/>
            </p:nvSpPr>
            <p:spPr>
              <a:xfrm>
                <a:off x="7398480" y="6513915"/>
                <a:ext cx="2897520" cy="1574075"/>
              </a:xfrm>
              <a:custGeom>
                <a:avLst/>
                <a:gdLst/>
                <a:ahLst/>
                <a:cxnLst/>
                <a:rect l="l" t="t" r="r" b="b"/>
                <a:pathLst>
                  <a:path w="2897520" h="1574075" fill="none">
                    <a:moveTo>
                      <a:pt x="121047" y="1574075"/>
                    </a:moveTo>
                    <a:lnTo>
                      <a:pt x="132027" y="1543026"/>
                    </a:lnTo>
                    <a:lnTo>
                      <a:pt x="146337" y="1502346"/>
                    </a:lnTo>
                    <a:lnTo>
                      <a:pt x="506876" y="1330270"/>
                    </a:lnTo>
                    <a:lnTo>
                      <a:pt x="1262333" y="969737"/>
                    </a:lnTo>
                    <a:lnTo>
                      <a:pt x="1941380" y="645744"/>
                    </a:lnTo>
                    <a:lnTo>
                      <a:pt x="2897520" y="189452"/>
                    </a:lnTo>
                    <a:moveTo>
                      <a:pt x="2897520" y="0"/>
                    </a:moveTo>
                    <a:lnTo>
                      <a:pt x="1363044" y="732230"/>
                    </a:lnTo>
                    <a:lnTo>
                      <a:pt x="72179" y="1348267"/>
                    </a:lnTo>
                    <a:lnTo>
                      <a:pt x="0" y="1322886"/>
                    </a:lnTo>
                    <a:lnTo>
                      <a:pt x="101608" y="1533666"/>
                    </a:lnTo>
                    <a:lnTo>
                      <a:pt x="111147" y="1553556"/>
                    </a:lnTo>
                    <a:lnTo>
                      <a:pt x="121047" y="1574075"/>
                    </a:lnTo>
                    <a:lnTo>
                      <a:pt x="121047" y="1574075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8" name="Контур"/>
              <p:cNvSpPr/>
              <p:nvPr/>
            </p:nvSpPr>
            <p:spPr>
              <a:xfrm>
                <a:off x="5731713" y="1787684"/>
                <a:ext cx="3201836" cy="4231034"/>
              </a:xfrm>
              <a:custGeom>
                <a:avLst/>
                <a:gdLst/>
                <a:ahLst/>
                <a:cxnLst/>
                <a:rect l="l" t="t" r="r" b="b"/>
                <a:pathLst>
                  <a:path w="3201836" h="4231034" fill="none">
                    <a:moveTo>
                      <a:pt x="484469" y="2591964"/>
                    </a:moveTo>
                    <a:lnTo>
                      <a:pt x="116819" y="2902999"/>
                    </a:lnTo>
                    <a:lnTo>
                      <a:pt x="98459" y="2943589"/>
                    </a:lnTo>
                    <a:lnTo>
                      <a:pt x="99089" y="2972119"/>
                    </a:lnTo>
                    <a:lnTo>
                      <a:pt x="115558" y="3012348"/>
                    </a:lnTo>
                    <a:lnTo>
                      <a:pt x="195118" y="2975809"/>
                    </a:lnTo>
                    <a:lnTo>
                      <a:pt x="258027" y="3118009"/>
                    </a:lnTo>
                    <a:lnTo>
                      <a:pt x="290336" y="3156079"/>
                    </a:lnTo>
                    <a:lnTo>
                      <a:pt x="295826" y="3202788"/>
                    </a:lnTo>
                    <a:lnTo>
                      <a:pt x="690287" y="4045995"/>
                    </a:lnTo>
                    <a:lnTo>
                      <a:pt x="782715" y="4231034"/>
                    </a:lnTo>
                    <a:lnTo>
                      <a:pt x="1013835" y="4086407"/>
                    </a:lnTo>
                    <a:lnTo>
                      <a:pt x="2267172" y="3116762"/>
                    </a:lnTo>
                    <a:lnTo>
                      <a:pt x="2180415" y="2850004"/>
                    </a:lnTo>
                    <a:lnTo>
                      <a:pt x="2167725" y="2791864"/>
                    </a:lnTo>
                    <a:lnTo>
                      <a:pt x="2046857" y="2640484"/>
                    </a:lnTo>
                    <a:lnTo>
                      <a:pt x="2035877" y="2634094"/>
                    </a:lnTo>
                    <a:lnTo>
                      <a:pt x="1558885" y="1989966"/>
                    </a:lnTo>
                    <a:lnTo>
                      <a:pt x="1604965" y="1956126"/>
                    </a:lnTo>
                    <a:lnTo>
                      <a:pt x="1570945" y="1902486"/>
                    </a:lnTo>
                    <a:lnTo>
                      <a:pt x="1507586" y="1819506"/>
                    </a:lnTo>
                    <a:lnTo>
                      <a:pt x="842218" y="2310088"/>
                    </a:lnTo>
                    <a:lnTo>
                      <a:pt x="811528" y="2342488"/>
                    </a:lnTo>
                    <a:lnTo>
                      <a:pt x="486539" y="2594574"/>
                    </a:lnTo>
                    <a:lnTo>
                      <a:pt x="484469" y="2591964"/>
                    </a:lnTo>
                    <a:close/>
                    <a:moveTo>
                      <a:pt x="1713229" y="2639222"/>
                    </a:moveTo>
                    <a:lnTo>
                      <a:pt x="1757059" y="2609972"/>
                    </a:lnTo>
                    <a:lnTo>
                      <a:pt x="1787839" y="2656682"/>
                    </a:lnTo>
                    <a:lnTo>
                      <a:pt x="1744639" y="2685842"/>
                    </a:lnTo>
                    <a:lnTo>
                      <a:pt x="1713229" y="2639222"/>
                    </a:lnTo>
                    <a:close/>
                    <a:moveTo>
                      <a:pt x="3101757" y="0"/>
                    </a:moveTo>
                    <a:lnTo>
                      <a:pt x="2912938" y="156868"/>
                    </a:lnTo>
                    <a:lnTo>
                      <a:pt x="2878558" y="174057"/>
                    </a:lnTo>
                    <a:lnTo>
                      <a:pt x="2850838" y="198087"/>
                    </a:lnTo>
                    <a:lnTo>
                      <a:pt x="2813038" y="240746"/>
                    </a:lnTo>
                    <a:lnTo>
                      <a:pt x="2335498" y="688760"/>
                    </a:lnTo>
                    <a:lnTo>
                      <a:pt x="2121298" y="922307"/>
                    </a:lnTo>
                    <a:lnTo>
                      <a:pt x="1946788" y="1093755"/>
                    </a:lnTo>
                    <a:lnTo>
                      <a:pt x="1361339" y="1623937"/>
                    </a:lnTo>
                    <a:lnTo>
                      <a:pt x="1218329" y="1743005"/>
                    </a:lnTo>
                    <a:lnTo>
                      <a:pt x="974250" y="1926872"/>
                    </a:lnTo>
                    <a:lnTo>
                      <a:pt x="115651" y="2548942"/>
                    </a:lnTo>
                    <a:lnTo>
                      <a:pt x="200070" y="2665582"/>
                    </a:lnTo>
                    <a:lnTo>
                      <a:pt x="418770" y="2507184"/>
                    </a:lnTo>
                    <a:lnTo>
                      <a:pt x="486539" y="2594574"/>
                    </a:lnTo>
                    <a:lnTo>
                      <a:pt x="811528" y="2342488"/>
                    </a:lnTo>
                    <a:lnTo>
                      <a:pt x="842218" y="2310088"/>
                    </a:lnTo>
                    <a:lnTo>
                      <a:pt x="1507586" y="1819506"/>
                    </a:lnTo>
                    <a:lnTo>
                      <a:pt x="1570945" y="1902486"/>
                    </a:lnTo>
                    <a:lnTo>
                      <a:pt x="1662115" y="1841107"/>
                    </a:lnTo>
                    <a:lnTo>
                      <a:pt x="2422884" y="1290136"/>
                    </a:lnTo>
                    <a:lnTo>
                      <a:pt x="2216067" y="1015007"/>
                    </a:lnTo>
                    <a:lnTo>
                      <a:pt x="2174037" y="973877"/>
                    </a:lnTo>
                    <a:lnTo>
                      <a:pt x="2435937" y="793070"/>
                    </a:lnTo>
                    <a:lnTo>
                      <a:pt x="2761826" y="546114"/>
                    </a:lnTo>
                    <a:lnTo>
                      <a:pt x="2976656" y="409046"/>
                    </a:lnTo>
                    <a:lnTo>
                      <a:pt x="2933096" y="348746"/>
                    </a:lnTo>
                    <a:lnTo>
                      <a:pt x="3201836" y="123930"/>
                    </a:lnTo>
                    <a:lnTo>
                      <a:pt x="3101757" y="0"/>
                    </a:lnTo>
                    <a:close/>
                    <a:moveTo>
                      <a:pt x="444149" y="2539944"/>
                    </a:moveTo>
                    <a:lnTo>
                      <a:pt x="0" y="2891389"/>
                    </a:lnTo>
                    <a:lnTo>
                      <a:pt x="16920" y="2928198"/>
                    </a:lnTo>
                    <a:lnTo>
                      <a:pt x="37709" y="2973378"/>
                    </a:lnTo>
                    <a:lnTo>
                      <a:pt x="116819" y="2902999"/>
                    </a:lnTo>
                    <a:lnTo>
                      <a:pt x="484469" y="2591964"/>
                    </a:lnTo>
                    <a:lnTo>
                      <a:pt x="444149" y="2539944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9" name="Контур"/>
              <p:cNvSpPr/>
              <p:nvPr/>
            </p:nvSpPr>
            <p:spPr>
              <a:xfrm>
                <a:off x="5909649" y="1584000"/>
                <a:ext cx="2196646" cy="2193191"/>
              </a:xfrm>
              <a:custGeom>
                <a:avLst/>
                <a:gdLst/>
                <a:ahLst/>
                <a:cxnLst/>
                <a:rect l="l" t="t" r="r" b="b"/>
                <a:pathLst>
                  <a:path w="2196646" h="2193191" fill="none">
                    <a:moveTo>
                      <a:pt x="1894490" y="0"/>
                    </a:moveTo>
                    <a:lnTo>
                      <a:pt x="1089360" y="886227"/>
                    </a:lnTo>
                    <a:lnTo>
                      <a:pt x="1037880" y="937256"/>
                    </a:lnTo>
                    <a:lnTo>
                      <a:pt x="1018980" y="921416"/>
                    </a:lnTo>
                    <a:lnTo>
                      <a:pt x="996750" y="942926"/>
                    </a:lnTo>
                    <a:lnTo>
                      <a:pt x="977310" y="927176"/>
                    </a:lnTo>
                    <a:lnTo>
                      <a:pt x="520741" y="1391659"/>
                    </a:lnTo>
                    <a:lnTo>
                      <a:pt x="572940" y="1440169"/>
                    </a:lnTo>
                    <a:lnTo>
                      <a:pt x="534780" y="1475809"/>
                    </a:lnTo>
                    <a:lnTo>
                      <a:pt x="484021" y="1424779"/>
                    </a:lnTo>
                    <a:lnTo>
                      <a:pt x="434251" y="1474278"/>
                    </a:lnTo>
                    <a:lnTo>
                      <a:pt x="479700" y="1519998"/>
                    </a:lnTo>
                    <a:lnTo>
                      <a:pt x="437670" y="1562118"/>
                    </a:lnTo>
                    <a:lnTo>
                      <a:pt x="446580" y="1571028"/>
                    </a:lnTo>
                    <a:lnTo>
                      <a:pt x="0" y="2067821"/>
                    </a:lnTo>
                    <a:lnTo>
                      <a:pt x="137068" y="2193191"/>
                    </a:lnTo>
                    <a:lnTo>
                      <a:pt x="499678" y="1789636"/>
                    </a:lnTo>
                    <a:lnTo>
                      <a:pt x="560157" y="1846516"/>
                    </a:lnTo>
                    <a:lnTo>
                      <a:pt x="602367" y="1897546"/>
                    </a:lnTo>
                    <a:lnTo>
                      <a:pt x="612897" y="1888006"/>
                    </a:lnTo>
                    <a:lnTo>
                      <a:pt x="661046" y="1946236"/>
                    </a:lnTo>
                    <a:lnTo>
                      <a:pt x="706406" y="1907897"/>
                    </a:lnTo>
                    <a:lnTo>
                      <a:pt x="855265" y="1800529"/>
                    </a:lnTo>
                    <a:lnTo>
                      <a:pt x="819806" y="1762009"/>
                    </a:lnTo>
                    <a:lnTo>
                      <a:pt x="1113296" y="1469873"/>
                    </a:lnTo>
                    <a:lnTo>
                      <a:pt x="1115726" y="1472213"/>
                    </a:lnTo>
                    <a:lnTo>
                      <a:pt x="1344776" y="1237676"/>
                    </a:lnTo>
                    <a:lnTo>
                      <a:pt x="1561675" y="1042379"/>
                    </a:lnTo>
                    <a:lnTo>
                      <a:pt x="1893505" y="716853"/>
                    </a:lnTo>
                    <a:lnTo>
                      <a:pt x="1984045" y="639995"/>
                    </a:lnTo>
                    <a:lnTo>
                      <a:pt x="1928606" y="576995"/>
                    </a:lnTo>
                    <a:lnTo>
                      <a:pt x="1823846" y="665823"/>
                    </a:lnTo>
                    <a:lnTo>
                      <a:pt x="1832576" y="673473"/>
                    </a:lnTo>
                    <a:lnTo>
                      <a:pt x="1540256" y="994319"/>
                    </a:lnTo>
                    <a:lnTo>
                      <a:pt x="1527926" y="982889"/>
                    </a:lnTo>
                    <a:lnTo>
                      <a:pt x="1487606" y="1023299"/>
                    </a:lnTo>
                    <a:lnTo>
                      <a:pt x="1459797" y="997829"/>
                    </a:lnTo>
                    <a:lnTo>
                      <a:pt x="1401746" y="1061548"/>
                    </a:lnTo>
                    <a:lnTo>
                      <a:pt x="1355217" y="1018348"/>
                    </a:lnTo>
                    <a:lnTo>
                      <a:pt x="1740057" y="592653"/>
                    </a:lnTo>
                    <a:lnTo>
                      <a:pt x="1756437" y="606963"/>
                    </a:lnTo>
                    <a:lnTo>
                      <a:pt x="1699558" y="551703"/>
                    </a:lnTo>
                    <a:lnTo>
                      <a:pt x="2196646" y="0"/>
                    </a:lnTo>
                    <a:moveTo>
                      <a:pt x="2181968" y="0"/>
                    </a:moveTo>
                    <a:lnTo>
                      <a:pt x="1689748" y="548733"/>
                    </a:lnTo>
                    <a:lnTo>
                      <a:pt x="1562038" y="700201"/>
                    </a:lnTo>
                    <a:lnTo>
                      <a:pt x="1295908" y="992517"/>
                    </a:lnTo>
                    <a:lnTo>
                      <a:pt x="1244698" y="942927"/>
                    </a:lnTo>
                    <a:lnTo>
                      <a:pt x="2096823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0" name="Контур"/>
              <p:cNvSpPr/>
              <p:nvPr/>
            </p:nvSpPr>
            <p:spPr>
              <a:xfrm>
                <a:off x="5251945" y="1627464"/>
                <a:ext cx="942111" cy="952914"/>
              </a:xfrm>
              <a:custGeom>
                <a:avLst/>
                <a:gdLst/>
                <a:ahLst/>
                <a:cxnLst/>
                <a:rect l="l" t="t" r="r" b="b"/>
                <a:pathLst>
                  <a:path w="942111" h="952914" fill="none">
                    <a:moveTo>
                      <a:pt x="392489" y="0"/>
                    </a:moveTo>
                    <a:lnTo>
                      <a:pt x="0" y="370164"/>
                    </a:lnTo>
                    <a:lnTo>
                      <a:pt x="549622" y="952914"/>
                    </a:lnTo>
                    <a:lnTo>
                      <a:pt x="942111" y="582659"/>
                    </a:lnTo>
                    <a:lnTo>
                      <a:pt x="392489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1" name="Контур"/>
              <p:cNvSpPr/>
              <p:nvPr/>
            </p:nvSpPr>
            <p:spPr>
              <a:xfrm>
                <a:off x="5644434" y="1584000"/>
                <a:ext cx="1452855" cy="773453"/>
              </a:xfrm>
              <a:custGeom>
                <a:avLst/>
                <a:gdLst/>
                <a:ahLst/>
                <a:cxnLst/>
                <a:rect l="l" t="t" r="r" b="b"/>
                <a:pathLst>
                  <a:path w="1452855" h="773453" fill="none">
                    <a:moveTo>
                      <a:pt x="46083" y="0"/>
                    </a:moveTo>
                    <a:lnTo>
                      <a:pt x="0" y="43464"/>
                    </a:lnTo>
                    <a:lnTo>
                      <a:pt x="549622" y="626123"/>
                    </a:lnTo>
                    <a:lnTo>
                      <a:pt x="688490" y="773453"/>
                    </a:lnTo>
                    <a:lnTo>
                      <a:pt x="786770" y="680844"/>
                    </a:lnTo>
                    <a:lnTo>
                      <a:pt x="144547" y="0"/>
                    </a:lnTo>
                    <a:moveTo>
                      <a:pt x="144547" y="0"/>
                    </a:moveTo>
                    <a:lnTo>
                      <a:pt x="786770" y="680844"/>
                    </a:lnTo>
                    <a:lnTo>
                      <a:pt x="1285100" y="210871"/>
                    </a:lnTo>
                    <a:lnTo>
                      <a:pt x="1389590" y="59673"/>
                    </a:lnTo>
                    <a:lnTo>
                      <a:pt x="1452855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2" name="Контур"/>
              <p:cNvSpPr/>
              <p:nvPr/>
            </p:nvSpPr>
            <p:spPr>
              <a:xfrm>
                <a:off x="5423536" y="5867975"/>
                <a:ext cx="3337988" cy="2233863"/>
              </a:xfrm>
              <a:custGeom>
                <a:avLst/>
                <a:gdLst/>
                <a:ahLst/>
                <a:cxnLst/>
                <a:rect l="l" t="t" r="r" b="b"/>
                <a:pathLst>
                  <a:path w="3337988" h="2233863" fill="none">
                    <a:moveTo>
                      <a:pt x="243359" y="1480118"/>
                    </a:moveTo>
                    <a:lnTo>
                      <a:pt x="0" y="1632305"/>
                    </a:lnTo>
                    <a:lnTo>
                      <a:pt x="2070" y="1637435"/>
                    </a:lnTo>
                    <a:lnTo>
                      <a:pt x="36359" y="1722125"/>
                    </a:lnTo>
                    <a:lnTo>
                      <a:pt x="42208" y="1822294"/>
                    </a:lnTo>
                    <a:lnTo>
                      <a:pt x="252985" y="2158533"/>
                    </a:lnTo>
                    <a:lnTo>
                      <a:pt x="295554" y="2233863"/>
                    </a:lnTo>
                    <a:lnTo>
                      <a:pt x="598223" y="2043967"/>
                    </a:lnTo>
                    <a:lnTo>
                      <a:pt x="474655" y="1847227"/>
                    </a:lnTo>
                    <a:lnTo>
                      <a:pt x="416246" y="1754257"/>
                    </a:lnTo>
                    <a:lnTo>
                      <a:pt x="294298" y="1560848"/>
                    </a:lnTo>
                    <a:lnTo>
                      <a:pt x="246239" y="1484708"/>
                    </a:lnTo>
                    <a:lnTo>
                      <a:pt x="243359" y="1480118"/>
                    </a:lnTo>
                    <a:close/>
                    <a:moveTo>
                      <a:pt x="1967667" y="0"/>
                    </a:moveTo>
                    <a:lnTo>
                      <a:pt x="1313998" y="597592"/>
                    </a:lnTo>
                    <a:lnTo>
                      <a:pt x="1383926" y="742581"/>
                    </a:lnTo>
                    <a:lnTo>
                      <a:pt x="1684250" y="1365649"/>
                    </a:lnTo>
                    <a:lnTo>
                      <a:pt x="1691540" y="1362229"/>
                    </a:lnTo>
                    <a:lnTo>
                      <a:pt x="1854346" y="1698738"/>
                    </a:lnTo>
                    <a:lnTo>
                      <a:pt x="1846606" y="1702427"/>
                    </a:lnTo>
                    <a:lnTo>
                      <a:pt x="1974944" y="1968826"/>
                    </a:lnTo>
                    <a:lnTo>
                      <a:pt x="2047123" y="1994207"/>
                    </a:lnTo>
                    <a:lnTo>
                      <a:pt x="3337988" y="1378170"/>
                    </a:lnTo>
                    <a:lnTo>
                      <a:pt x="3332318" y="1366020"/>
                    </a:lnTo>
                    <a:lnTo>
                      <a:pt x="2956396" y="570603"/>
                    </a:lnTo>
                    <a:lnTo>
                      <a:pt x="2920487" y="494463"/>
                    </a:lnTo>
                    <a:lnTo>
                      <a:pt x="2706558" y="595801"/>
                    </a:lnTo>
                    <a:lnTo>
                      <a:pt x="2154140" y="857606"/>
                    </a:lnTo>
                    <a:lnTo>
                      <a:pt x="2083041" y="708476"/>
                    </a:lnTo>
                    <a:lnTo>
                      <a:pt x="2266281" y="620188"/>
                    </a:lnTo>
                    <a:lnTo>
                      <a:pt x="2061265" y="194400"/>
                    </a:lnTo>
                    <a:lnTo>
                      <a:pt x="1967667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3" name="Контур"/>
              <p:cNvSpPr/>
              <p:nvPr/>
            </p:nvSpPr>
            <p:spPr>
              <a:xfrm>
                <a:off x="6397969" y="3127583"/>
                <a:ext cx="3898031" cy="3070054"/>
              </a:xfrm>
              <a:custGeom>
                <a:avLst/>
                <a:gdLst/>
                <a:ahLst/>
                <a:cxnLst/>
                <a:rect l="l" t="t" r="r" b="b"/>
                <a:pathLst>
                  <a:path w="3898031" h="3070054" fill="none">
                    <a:moveTo>
                      <a:pt x="3898031" y="0"/>
                    </a:moveTo>
                    <a:lnTo>
                      <a:pt x="347579" y="2746508"/>
                    </a:lnTo>
                    <a:lnTo>
                      <a:pt x="122399" y="2887445"/>
                    </a:lnTo>
                    <a:lnTo>
                      <a:pt x="49049" y="2933435"/>
                    </a:lnTo>
                    <a:lnTo>
                      <a:pt x="0" y="2964124"/>
                    </a:lnTo>
                    <a:lnTo>
                      <a:pt x="45629" y="3070054"/>
                    </a:lnTo>
                    <a:lnTo>
                      <a:pt x="343528" y="2888167"/>
                    </a:lnTo>
                    <a:lnTo>
                      <a:pt x="775077" y="2535912"/>
                    </a:lnTo>
                    <a:lnTo>
                      <a:pt x="1059566" y="2318746"/>
                    </a:lnTo>
                    <a:lnTo>
                      <a:pt x="1564375" y="1936522"/>
                    </a:lnTo>
                    <a:lnTo>
                      <a:pt x="2080254" y="1543228"/>
                    </a:lnTo>
                    <a:lnTo>
                      <a:pt x="2670923" y="1098365"/>
                    </a:lnTo>
                    <a:lnTo>
                      <a:pt x="3044603" y="803980"/>
                    </a:lnTo>
                    <a:lnTo>
                      <a:pt x="3477592" y="473865"/>
                    </a:lnTo>
                    <a:lnTo>
                      <a:pt x="3898031" y="152094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4" name="Контур"/>
              <p:cNvSpPr/>
              <p:nvPr/>
            </p:nvSpPr>
            <p:spPr>
              <a:xfrm>
                <a:off x="6100967" y="6384025"/>
                <a:ext cx="322649" cy="281156"/>
              </a:xfrm>
              <a:custGeom>
                <a:avLst/>
                <a:gdLst/>
                <a:ahLst/>
                <a:cxnLst/>
                <a:rect l="l" t="t" r="r" b="b"/>
                <a:pathLst>
                  <a:path w="322649" h="281156" fill="none">
                    <a:moveTo>
                      <a:pt x="285660" y="0"/>
                    </a:moveTo>
                    <a:lnTo>
                      <a:pt x="229320" y="37439"/>
                    </a:lnTo>
                    <a:lnTo>
                      <a:pt x="227430" y="39959"/>
                    </a:lnTo>
                    <a:lnTo>
                      <a:pt x="215730" y="83069"/>
                    </a:lnTo>
                    <a:lnTo>
                      <a:pt x="214380" y="85229"/>
                    </a:lnTo>
                    <a:lnTo>
                      <a:pt x="0" y="281156"/>
                    </a:lnTo>
                    <a:lnTo>
                      <a:pt x="322649" y="81000"/>
                    </a:lnTo>
                    <a:lnTo>
                      <a:pt x="285660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5" name="Контур"/>
              <p:cNvSpPr/>
              <p:nvPr/>
            </p:nvSpPr>
            <p:spPr>
              <a:xfrm>
                <a:off x="6443598" y="3279578"/>
                <a:ext cx="3852402" cy="3135408"/>
              </a:xfrm>
              <a:custGeom>
                <a:avLst/>
                <a:gdLst/>
                <a:ahLst/>
                <a:cxnLst/>
                <a:rect l="l" t="t" r="r" b="b"/>
                <a:pathLst>
                  <a:path w="3852402" h="3135408" fill="none">
                    <a:moveTo>
                      <a:pt x="3852402" y="0"/>
                    </a:moveTo>
                    <a:lnTo>
                      <a:pt x="2998974" y="651985"/>
                    </a:lnTo>
                    <a:lnTo>
                      <a:pt x="2625294" y="946370"/>
                    </a:lnTo>
                    <a:lnTo>
                      <a:pt x="729448" y="2383917"/>
                    </a:lnTo>
                    <a:lnTo>
                      <a:pt x="297899" y="2736172"/>
                    </a:lnTo>
                    <a:lnTo>
                      <a:pt x="0" y="2918059"/>
                    </a:lnTo>
                    <a:lnTo>
                      <a:pt x="106557" y="3135408"/>
                    </a:lnTo>
                    <a:lnTo>
                      <a:pt x="309687" y="3010760"/>
                    </a:lnTo>
                    <a:lnTo>
                      <a:pt x="1199245" y="2321101"/>
                    </a:lnTo>
                    <a:lnTo>
                      <a:pt x="1154516" y="2264041"/>
                    </a:lnTo>
                    <a:lnTo>
                      <a:pt x="1246316" y="2191412"/>
                    </a:lnTo>
                    <a:lnTo>
                      <a:pt x="1292845" y="2248652"/>
                    </a:lnTo>
                    <a:lnTo>
                      <a:pt x="3852402" y="269011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6" name="Контур"/>
              <p:cNvSpPr/>
              <p:nvPr/>
            </p:nvSpPr>
            <p:spPr>
              <a:xfrm>
                <a:off x="5671862" y="4690683"/>
                <a:ext cx="775156" cy="1425414"/>
              </a:xfrm>
              <a:custGeom>
                <a:avLst/>
                <a:gdLst/>
                <a:ahLst/>
                <a:cxnLst/>
                <a:rect l="l" t="t" r="r" b="b"/>
                <a:pathLst>
                  <a:path w="775156" h="1425414" fill="none">
                    <a:moveTo>
                      <a:pt x="176670" y="0"/>
                    </a:moveTo>
                    <a:lnTo>
                      <a:pt x="97560" y="70379"/>
                    </a:lnTo>
                    <a:lnTo>
                      <a:pt x="329305" y="574107"/>
                    </a:lnTo>
                    <a:lnTo>
                      <a:pt x="558080" y="1050295"/>
                    </a:lnTo>
                    <a:lnTo>
                      <a:pt x="719807" y="1386354"/>
                    </a:lnTo>
                    <a:lnTo>
                      <a:pt x="726107" y="1401024"/>
                    </a:lnTo>
                    <a:lnTo>
                      <a:pt x="775156" y="1370335"/>
                    </a:lnTo>
                    <a:lnTo>
                      <a:pt x="764087" y="1361335"/>
                    </a:lnTo>
                    <a:lnTo>
                      <a:pt x="729257" y="1312735"/>
                    </a:lnTo>
                    <a:lnTo>
                      <a:pt x="656719" y="1170445"/>
                    </a:lnTo>
                    <a:lnTo>
                      <a:pt x="290967" y="392038"/>
                    </a:lnTo>
                    <a:lnTo>
                      <a:pt x="158940" y="69120"/>
                    </a:lnTo>
                    <a:lnTo>
                      <a:pt x="158310" y="40590"/>
                    </a:lnTo>
                    <a:lnTo>
                      <a:pt x="176670" y="0"/>
                    </a:lnTo>
                    <a:close/>
                    <a:moveTo>
                      <a:pt x="97560" y="70379"/>
                    </a:moveTo>
                    <a:lnTo>
                      <a:pt x="0" y="157138"/>
                    </a:lnTo>
                    <a:lnTo>
                      <a:pt x="56610" y="160558"/>
                    </a:lnTo>
                    <a:lnTo>
                      <a:pt x="99449" y="188008"/>
                    </a:lnTo>
                    <a:lnTo>
                      <a:pt x="423532" y="860666"/>
                    </a:lnTo>
                    <a:lnTo>
                      <a:pt x="551510" y="1110955"/>
                    </a:lnTo>
                    <a:lnTo>
                      <a:pt x="589219" y="1213824"/>
                    </a:lnTo>
                    <a:lnTo>
                      <a:pt x="681827" y="1409304"/>
                    </a:lnTo>
                    <a:lnTo>
                      <a:pt x="687227" y="1425414"/>
                    </a:lnTo>
                    <a:lnTo>
                      <a:pt x="726107" y="1401024"/>
                    </a:lnTo>
                    <a:lnTo>
                      <a:pt x="719807" y="1386354"/>
                    </a:lnTo>
                    <a:lnTo>
                      <a:pt x="558080" y="1050295"/>
                    </a:lnTo>
                    <a:lnTo>
                      <a:pt x="329305" y="574107"/>
                    </a:lnTo>
                    <a:lnTo>
                      <a:pt x="97560" y="70379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7" name="Контур"/>
              <p:cNvSpPr/>
              <p:nvPr/>
            </p:nvSpPr>
            <p:spPr>
              <a:xfrm>
                <a:off x="6330646" y="6290338"/>
                <a:ext cx="2201978" cy="3897662"/>
              </a:xfrm>
              <a:custGeom>
                <a:avLst/>
                <a:gdLst/>
                <a:ahLst/>
                <a:cxnLst/>
                <a:rect l="l" t="t" r="r" b="b"/>
                <a:pathLst>
                  <a:path w="2201978" h="3897662" fill="none">
                    <a:moveTo>
                      <a:pt x="1786347" y="3897662"/>
                    </a:moveTo>
                    <a:lnTo>
                      <a:pt x="1705644" y="3727512"/>
                    </a:lnTo>
                    <a:lnTo>
                      <a:pt x="1787004" y="3688813"/>
                    </a:lnTo>
                    <a:lnTo>
                      <a:pt x="1758025" y="3627973"/>
                    </a:lnTo>
                    <a:lnTo>
                      <a:pt x="1460576" y="3750190"/>
                    </a:lnTo>
                    <a:lnTo>
                      <a:pt x="1265637" y="3797529"/>
                    </a:lnTo>
                    <a:lnTo>
                      <a:pt x="1195258" y="3787088"/>
                    </a:lnTo>
                    <a:lnTo>
                      <a:pt x="963280" y="3897662"/>
                    </a:lnTo>
                    <a:moveTo>
                      <a:pt x="1488300" y="3065115"/>
                    </a:moveTo>
                    <a:lnTo>
                      <a:pt x="1271671" y="3140623"/>
                    </a:lnTo>
                    <a:lnTo>
                      <a:pt x="1266632" y="3129103"/>
                    </a:lnTo>
                    <a:lnTo>
                      <a:pt x="1187612" y="3160423"/>
                    </a:lnTo>
                    <a:lnTo>
                      <a:pt x="1169612" y="3116593"/>
                    </a:lnTo>
                    <a:lnTo>
                      <a:pt x="975213" y="3224321"/>
                    </a:lnTo>
                    <a:lnTo>
                      <a:pt x="859383" y="3277870"/>
                    </a:lnTo>
                    <a:lnTo>
                      <a:pt x="788374" y="3300099"/>
                    </a:lnTo>
                    <a:lnTo>
                      <a:pt x="785134" y="3293169"/>
                    </a:lnTo>
                    <a:lnTo>
                      <a:pt x="14467" y="3660541"/>
                    </a:lnTo>
                    <a:lnTo>
                      <a:pt x="115895" y="3874470"/>
                    </a:lnTo>
                    <a:lnTo>
                      <a:pt x="124328" y="3897662"/>
                    </a:lnTo>
                    <a:moveTo>
                      <a:pt x="963280" y="3897662"/>
                    </a:moveTo>
                    <a:lnTo>
                      <a:pt x="1195258" y="3787088"/>
                    </a:lnTo>
                    <a:lnTo>
                      <a:pt x="1265637" y="3797529"/>
                    </a:lnTo>
                    <a:lnTo>
                      <a:pt x="1460576" y="3750190"/>
                    </a:lnTo>
                    <a:lnTo>
                      <a:pt x="1758025" y="3627973"/>
                    </a:lnTo>
                    <a:lnTo>
                      <a:pt x="1488300" y="3065115"/>
                    </a:lnTo>
                    <a:lnTo>
                      <a:pt x="1488300" y="3065115"/>
                    </a:lnTo>
                    <a:moveTo>
                      <a:pt x="2058875" y="3897662"/>
                    </a:moveTo>
                    <a:lnTo>
                      <a:pt x="1701598" y="3154306"/>
                    </a:lnTo>
                    <a:lnTo>
                      <a:pt x="1483443" y="2726718"/>
                    </a:lnTo>
                    <a:lnTo>
                      <a:pt x="1351865" y="2481559"/>
                    </a:lnTo>
                    <a:lnTo>
                      <a:pt x="1166199" y="2082230"/>
                    </a:lnTo>
                    <a:lnTo>
                      <a:pt x="753018" y="1237583"/>
                    </a:lnTo>
                    <a:lnTo>
                      <a:pt x="668600" y="1050564"/>
                    </a:lnTo>
                    <a:lnTo>
                      <a:pt x="219509" y="124648"/>
                    </a:lnTo>
                    <a:lnTo>
                      <a:pt x="0" y="259375"/>
                    </a:lnTo>
                    <a:lnTo>
                      <a:pt x="45180" y="247226"/>
                    </a:lnTo>
                    <a:lnTo>
                      <a:pt x="101069" y="254156"/>
                    </a:lnTo>
                    <a:lnTo>
                      <a:pt x="149309" y="283316"/>
                    </a:lnTo>
                    <a:lnTo>
                      <a:pt x="178558" y="323096"/>
                    </a:lnTo>
                    <a:lnTo>
                      <a:pt x="1901388" y="3897662"/>
                    </a:lnTo>
                    <a:moveTo>
                      <a:pt x="422639" y="0"/>
                    </a:moveTo>
                    <a:lnTo>
                      <a:pt x="219509" y="124648"/>
                    </a:lnTo>
                    <a:lnTo>
                      <a:pt x="668600" y="1050564"/>
                    </a:lnTo>
                    <a:lnTo>
                      <a:pt x="753018" y="1237583"/>
                    </a:lnTo>
                    <a:lnTo>
                      <a:pt x="1166199" y="2082230"/>
                    </a:lnTo>
                    <a:lnTo>
                      <a:pt x="1351865" y="2481559"/>
                    </a:lnTo>
                    <a:lnTo>
                      <a:pt x="1483443" y="2726718"/>
                    </a:lnTo>
                    <a:lnTo>
                      <a:pt x="1701598" y="3154306"/>
                    </a:lnTo>
                    <a:lnTo>
                      <a:pt x="2058875" y="3897662"/>
                    </a:lnTo>
                    <a:moveTo>
                      <a:pt x="2201978" y="3897662"/>
                    </a:moveTo>
                    <a:lnTo>
                      <a:pt x="2198480" y="3892214"/>
                    </a:lnTo>
                    <a:lnTo>
                      <a:pt x="396538" y="153989"/>
                    </a:lnTo>
                    <a:lnTo>
                      <a:pt x="384748" y="115649"/>
                    </a:lnTo>
                    <a:lnTo>
                      <a:pt x="384659" y="75689"/>
                    </a:lnTo>
                    <a:lnTo>
                      <a:pt x="396269" y="37350"/>
                    </a:lnTo>
                    <a:lnTo>
                      <a:pt x="422639" y="0"/>
                    </a:lnTo>
                    <a:lnTo>
                      <a:pt x="422639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8" name="Контур"/>
              <p:cNvSpPr/>
              <p:nvPr/>
            </p:nvSpPr>
            <p:spPr>
              <a:xfrm>
                <a:off x="930516" y="2228733"/>
                <a:ext cx="6750642" cy="7718546"/>
              </a:xfrm>
              <a:custGeom>
                <a:avLst/>
                <a:gdLst/>
                <a:ahLst/>
                <a:cxnLst/>
                <a:rect l="l" t="t" r="r" b="b"/>
                <a:pathLst>
                  <a:path w="6750642" h="7718546" fill="none">
                    <a:moveTo>
                      <a:pt x="6627884" y="6808841"/>
                    </a:moveTo>
                    <a:lnTo>
                      <a:pt x="6598095" y="6787961"/>
                    </a:lnTo>
                    <a:lnTo>
                      <a:pt x="6044597" y="7052825"/>
                    </a:lnTo>
                    <a:lnTo>
                      <a:pt x="5994647" y="7076855"/>
                    </a:lnTo>
                    <a:lnTo>
                      <a:pt x="5278970" y="7418847"/>
                    </a:lnTo>
                    <a:lnTo>
                      <a:pt x="5422067" y="7718546"/>
                    </a:lnTo>
                    <a:lnTo>
                      <a:pt x="6185264" y="7354774"/>
                    </a:lnTo>
                    <a:lnTo>
                      <a:pt x="6188504" y="7361704"/>
                    </a:lnTo>
                    <a:lnTo>
                      <a:pt x="6259513" y="7339475"/>
                    </a:lnTo>
                    <a:lnTo>
                      <a:pt x="6375343" y="7285926"/>
                    </a:lnTo>
                    <a:lnTo>
                      <a:pt x="6569742" y="7178198"/>
                    </a:lnTo>
                    <a:lnTo>
                      <a:pt x="6587742" y="7222028"/>
                    </a:lnTo>
                    <a:lnTo>
                      <a:pt x="6666762" y="7190708"/>
                    </a:lnTo>
                    <a:lnTo>
                      <a:pt x="6671801" y="7202228"/>
                    </a:lnTo>
                    <a:lnTo>
                      <a:pt x="6730301" y="7178739"/>
                    </a:lnTo>
                    <a:lnTo>
                      <a:pt x="6701862" y="7111599"/>
                    </a:lnTo>
                    <a:lnTo>
                      <a:pt x="6715812" y="7077310"/>
                    </a:lnTo>
                    <a:lnTo>
                      <a:pt x="6750642" y="7063000"/>
                    </a:lnTo>
                    <a:lnTo>
                      <a:pt x="6627884" y="6808841"/>
                    </a:lnTo>
                    <a:close/>
                    <a:moveTo>
                      <a:pt x="5629716" y="4677829"/>
                    </a:moveTo>
                    <a:lnTo>
                      <a:pt x="4787318" y="5200090"/>
                    </a:lnTo>
                    <a:lnTo>
                      <a:pt x="4909266" y="5393499"/>
                    </a:lnTo>
                    <a:lnTo>
                      <a:pt x="4967675" y="5486469"/>
                    </a:lnTo>
                    <a:lnTo>
                      <a:pt x="5091243" y="5683209"/>
                    </a:lnTo>
                    <a:lnTo>
                      <a:pt x="4788574" y="5873105"/>
                    </a:lnTo>
                    <a:lnTo>
                      <a:pt x="4850133" y="5982725"/>
                    </a:lnTo>
                    <a:lnTo>
                      <a:pt x="4855443" y="5991545"/>
                    </a:lnTo>
                    <a:lnTo>
                      <a:pt x="5173952" y="5814878"/>
                    </a:lnTo>
                    <a:lnTo>
                      <a:pt x="5901959" y="5419606"/>
                    </a:lnTo>
                    <a:lnTo>
                      <a:pt x="5914829" y="5437066"/>
                    </a:lnTo>
                    <a:lnTo>
                      <a:pt x="6037138" y="5369117"/>
                    </a:lnTo>
                    <a:lnTo>
                      <a:pt x="5979810" y="5240328"/>
                    </a:lnTo>
                    <a:lnTo>
                      <a:pt x="5776503" y="4913539"/>
                    </a:lnTo>
                    <a:lnTo>
                      <a:pt x="5794773" y="4902199"/>
                    </a:lnTo>
                    <a:lnTo>
                      <a:pt x="5767054" y="4857559"/>
                    </a:lnTo>
                    <a:lnTo>
                      <a:pt x="5748694" y="4868989"/>
                    </a:lnTo>
                    <a:lnTo>
                      <a:pt x="5629716" y="4677829"/>
                    </a:lnTo>
                    <a:close/>
                    <a:moveTo>
                      <a:pt x="6321442" y="5944215"/>
                    </a:moveTo>
                    <a:lnTo>
                      <a:pt x="5734464" y="6288279"/>
                    </a:lnTo>
                    <a:lnTo>
                      <a:pt x="5153066" y="6588783"/>
                    </a:lnTo>
                    <a:lnTo>
                      <a:pt x="4811878" y="6762659"/>
                    </a:lnTo>
                    <a:lnTo>
                      <a:pt x="4579229" y="6883077"/>
                    </a:lnTo>
                    <a:lnTo>
                      <a:pt x="4727995" y="7212835"/>
                    </a:lnTo>
                    <a:lnTo>
                      <a:pt x="4918614" y="7137237"/>
                    </a:lnTo>
                    <a:lnTo>
                      <a:pt x="4943184" y="7186557"/>
                    </a:lnTo>
                    <a:lnTo>
                      <a:pt x="5016804" y="7155238"/>
                    </a:lnTo>
                    <a:lnTo>
                      <a:pt x="5037593" y="7200957"/>
                    </a:lnTo>
                    <a:lnTo>
                      <a:pt x="5182582" y="7136429"/>
                    </a:lnTo>
                    <a:lnTo>
                      <a:pt x="5220562" y="7229758"/>
                    </a:lnTo>
                    <a:lnTo>
                      <a:pt x="5306151" y="7191779"/>
                    </a:lnTo>
                    <a:lnTo>
                      <a:pt x="5314791" y="7211219"/>
                    </a:lnTo>
                    <a:lnTo>
                      <a:pt x="5355741" y="7192950"/>
                    </a:lnTo>
                    <a:lnTo>
                      <a:pt x="5377520" y="7239659"/>
                    </a:lnTo>
                    <a:lnTo>
                      <a:pt x="6660015" y="6643332"/>
                    </a:lnTo>
                    <a:lnTo>
                      <a:pt x="6321442" y="5944215"/>
                    </a:lnTo>
                    <a:close/>
                    <a:moveTo>
                      <a:pt x="1912300" y="3572162"/>
                    </a:moveTo>
                    <a:lnTo>
                      <a:pt x="1843001" y="3504212"/>
                    </a:lnTo>
                    <a:lnTo>
                      <a:pt x="1838861" y="3508262"/>
                    </a:lnTo>
                    <a:lnTo>
                      <a:pt x="1270151" y="4057704"/>
                    </a:lnTo>
                    <a:lnTo>
                      <a:pt x="1286891" y="4075434"/>
                    </a:lnTo>
                    <a:lnTo>
                      <a:pt x="1278521" y="4082994"/>
                    </a:lnTo>
                    <a:lnTo>
                      <a:pt x="1341790" y="4150044"/>
                    </a:lnTo>
                    <a:lnTo>
                      <a:pt x="1888360" y="3619412"/>
                    </a:lnTo>
                    <a:lnTo>
                      <a:pt x="1894750" y="3595112"/>
                    </a:lnTo>
                    <a:lnTo>
                      <a:pt x="1912300" y="3572162"/>
                    </a:lnTo>
                    <a:close/>
                    <a:moveTo>
                      <a:pt x="1379511" y="2556066"/>
                    </a:moveTo>
                    <a:lnTo>
                      <a:pt x="1847600" y="2114532"/>
                    </a:lnTo>
                    <a:lnTo>
                      <a:pt x="1736452" y="1996632"/>
                    </a:lnTo>
                    <a:lnTo>
                      <a:pt x="1618733" y="1995911"/>
                    </a:lnTo>
                    <a:lnTo>
                      <a:pt x="1521173" y="2104000"/>
                    </a:lnTo>
                    <a:lnTo>
                      <a:pt x="1441973" y="2176359"/>
                    </a:lnTo>
                    <a:lnTo>
                      <a:pt x="1353683" y="2238728"/>
                    </a:lnTo>
                    <a:lnTo>
                      <a:pt x="493194" y="3029096"/>
                    </a:lnTo>
                    <a:lnTo>
                      <a:pt x="390324" y="3134575"/>
                    </a:lnTo>
                    <a:lnTo>
                      <a:pt x="388523" y="3250854"/>
                    </a:lnTo>
                    <a:lnTo>
                      <a:pt x="1135062" y="4042313"/>
                    </a:lnTo>
                    <a:lnTo>
                      <a:pt x="1249541" y="4045734"/>
                    </a:lnTo>
                    <a:lnTo>
                      <a:pt x="2490731" y="2875031"/>
                    </a:lnTo>
                    <a:lnTo>
                      <a:pt x="2492981" y="2798711"/>
                    </a:lnTo>
                    <a:lnTo>
                      <a:pt x="2378683" y="2677572"/>
                    </a:lnTo>
                    <a:lnTo>
                      <a:pt x="1910593" y="3119105"/>
                    </a:lnTo>
                    <a:lnTo>
                      <a:pt x="1379511" y="2556066"/>
                    </a:lnTo>
                    <a:close/>
                    <a:moveTo>
                      <a:pt x="117352" y="3619940"/>
                    </a:moveTo>
                    <a:lnTo>
                      <a:pt x="90262" y="3640729"/>
                    </a:lnTo>
                    <a:lnTo>
                      <a:pt x="107272" y="3662869"/>
                    </a:lnTo>
                    <a:lnTo>
                      <a:pt x="134362" y="3641989"/>
                    </a:lnTo>
                    <a:lnTo>
                      <a:pt x="117352" y="3619940"/>
                    </a:lnTo>
                    <a:close/>
                    <a:moveTo>
                      <a:pt x="215362" y="3545421"/>
                    </a:moveTo>
                    <a:lnTo>
                      <a:pt x="215182" y="3544971"/>
                    </a:lnTo>
                    <a:lnTo>
                      <a:pt x="180803" y="3463161"/>
                    </a:lnTo>
                    <a:lnTo>
                      <a:pt x="133733" y="3440931"/>
                    </a:lnTo>
                    <a:lnTo>
                      <a:pt x="124193" y="3454521"/>
                    </a:lnTo>
                    <a:lnTo>
                      <a:pt x="90713" y="3500060"/>
                    </a:lnTo>
                    <a:lnTo>
                      <a:pt x="178462" y="3583850"/>
                    </a:lnTo>
                    <a:lnTo>
                      <a:pt x="215362" y="3545421"/>
                    </a:lnTo>
                    <a:close/>
                    <a:moveTo>
                      <a:pt x="181344" y="3371632"/>
                    </a:moveTo>
                    <a:lnTo>
                      <a:pt x="173334" y="3383692"/>
                    </a:lnTo>
                    <a:lnTo>
                      <a:pt x="160824" y="3401781"/>
                    </a:lnTo>
                    <a:lnTo>
                      <a:pt x="206273" y="3401872"/>
                    </a:lnTo>
                    <a:lnTo>
                      <a:pt x="181344" y="3371632"/>
                    </a:lnTo>
                    <a:close/>
                    <a:moveTo>
                      <a:pt x="43554" y="3454880"/>
                    </a:moveTo>
                    <a:lnTo>
                      <a:pt x="90713" y="3500060"/>
                    </a:lnTo>
                    <a:lnTo>
                      <a:pt x="124193" y="3454521"/>
                    </a:lnTo>
                    <a:lnTo>
                      <a:pt x="160824" y="3401781"/>
                    </a:lnTo>
                    <a:lnTo>
                      <a:pt x="94674" y="3401511"/>
                    </a:lnTo>
                    <a:lnTo>
                      <a:pt x="43554" y="3454880"/>
                    </a:lnTo>
                    <a:close/>
                    <a:moveTo>
                      <a:pt x="379253" y="3241584"/>
                    </a:moveTo>
                    <a:lnTo>
                      <a:pt x="287994" y="3149514"/>
                    </a:lnTo>
                    <a:lnTo>
                      <a:pt x="268554" y="3218543"/>
                    </a:lnTo>
                    <a:lnTo>
                      <a:pt x="211674" y="3325642"/>
                    </a:lnTo>
                    <a:lnTo>
                      <a:pt x="181344" y="3371632"/>
                    </a:lnTo>
                    <a:lnTo>
                      <a:pt x="206273" y="3401872"/>
                    </a:lnTo>
                    <a:lnTo>
                      <a:pt x="220313" y="3416812"/>
                    </a:lnTo>
                    <a:lnTo>
                      <a:pt x="296903" y="3326903"/>
                    </a:lnTo>
                    <a:lnTo>
                      <a:pt x="379253" y="3241584"/>
                    </a:lnTo>
                    <a:close/>
                    <a:moveTo>
                      <a:pt x="493194" y="3029096"/>
                    </a:moveTo>
                    <a:lnTo>
                      <a:pt x="447384" y="2999846"/>
                    </a:lnTo>
                    <a:lnTo>
                      <a:pt x="349014" y="3140964"/>
                    </a:lnTo>
                    <a:lnTo>
                      <a:pt x="296094" y="3120804"/>
                    </a:lnTo>
                    <a:lnTo>
                      <a:pt x="287994" y="3149514"/>
                    </a:lnTo>
                    <a:lnTo>
                      <a:pt x="379253" y="3241584"/>
                    </a:lnTo>
                    <a:lnTo>
                      <a:pt x="388523" y="3250854"/>
                    </a:lnTo>
                    <a:lnTo>
                      <a:pt x="390324" y="3134575"/>
                    </a:lnTo>
                    <a:lnTo>
                      <a:pt x="419664" y="3105145"/>
                    </a:lnTo>
                    <a:lnTo>
                      <a:pt x="493194" y="3029096"/>
                    </a:lnTo>
                    <a:close/>
                    <a:moveTo>
                      <a:pt x="146336" y="3006774"/>
                    </a:moveTo>
                    <a:lnTo>
                      <a:pt x="287994" y="3149514"/>
                    </a:lnTo>
                    <a:lnTo>
                      <a:pt x="296094" y="3120804"/>
                    </a:lnTo>
                    <a:lnTo>
                      <a:pt x="340466" y="2920646"/>
                    </a:lnTo>
                    <a:lnTo>
                      <a:pt x="308696" y="2950976"/>
                    </a:lnTo>
                    <a:lnTo>
                      <a:pt x="250466" y="3006685"/>
                    </a:lnTo>
                    <a:lnTo>
                      <a:pt x="146336" y="3006774"/>
                    </a:lnTo>
                    <a:close/>
                    <a:moveTo>
                      <a:pt x="515794" y="1529887"/>
                    </a:moveTo>
                    <a:lnTo>
                      <a:pt x="616232" y="1704936"/>
                    </a:lnTo>
                    <a:lnTo>
                      <a:pt x="473760" y="2183372"/>
                    </a:lnTo>
                    <a:lnTo>
                      <a:pt x="405627" y="2626349"/>
                    </a:lnTo>
                    <a:lnTo>
                      <a:pt x="296094" y="3120804"/>
                    </a:lnTo>
                    <a:lnTo>
                      <a:pt x="349014" y="3140964"/>
                    </a:lnTo>
                    <a:lnTo>
                      <a:pt x="488694" y="2938917"/>
                    </a:lnTo>
                    <a:lnTo>
                      <a:pt x="547375" y="2819668"/>
                    </a:lnTo>
                    <a:lnTo>
                      <a:pt x="569335" y="2761619"/>
                    </a:lnTo>
                    <a:lnTo>
                      <a:pt x="663837" y="2364812"/>
                    </a:lnTo>
                    <a:lnTo>
                      <a:pt x="672927" y="2366342"/>
                    </a:lnTo>
                    <a:lnTo>
                      <a:pt x="678237" y="2334932"/>
                    </a:lnTo>
                    <a:lnTo>
                      <a:pt x="670317" y="2333582"/>
                    </a:lnTo>
                    <a:lnTo>
                      <a:pt x="707669" y="1978625"/>
                    </a:lnTo>
                    <a:lnTo>
                      <a:pt x="703620" y="1804476"/>
                    </a:lnTo>
                    <a:lnTo>
                      <a:pt x="658532" y="1593248"/>
                    </a:lnTo>
                    <a:lnTo>
                      <a:pt x="609663" y="1486868"/>
                    </a:lnTo>
                    <a:lnTo>
                      <a:pt x="515794" y="1529887"/>
                    </a:lnTo>
                    <a:close/>
                    <a:moveTo>
                      <a:pt x="1480671" y="2460667"/>
                    </a:moveTo>
                    <a:lnTo>
                      <a:pt x="1379511" y="2556066"/>
                    </a:lnTo>
                    <a:lnTo>
                      <a:pt x="1910593" y="3119105"/>
                    </a:lnTo>
                    <a:lnTo>
                      <a:pt x="2378683" y="2677572"/>
                    </a:lnTo>
                    <a:lnTo>
                      <a:pt x="1847600" y="2114532"/>
                    </a:lnTo>
                    <a:lnTo>
                      <a:pt x="1792700" y="2166281"/>
                    </a:lnTo>
                    <a:lnTo>
                      <a:pt x="1480671" y="2460667"/>
                    </a:lnTo>
                    <a:close/>
                    <a:moveTo>
                      <a:pt x="2444669" y="172890"/>
                    </a:moveTo>
                    <a:lnTo>
                      <a:pt x="2283391" y="0"/>
                    </a:lnTo>
                    <a:lnTo>
                      <a:pt x="2310661" y="43110"/>
                    </a:lnTo>
                    <a:lnTo>
                      <a:pt x="2318851" y="76230"/>
                    </a:lnTo>
                    <a:lnTo>
                      <a:pt x="2318400" y="109889"/>
                    </a:lnTo>
                    <a:lnTo>
                      <a:pt x="2307870" y="144719"/>
                    </a:lnTo>
                    <a:lnTo>
                      <a:pt x="2287800" y="178379"/>
                    </a:lnTo>
                    <a:lnTo>
                      <a:pt x="2187270" y="292137"/>
                    </a:lnTo>
                    <a:lnTo>
                      <a:pt x="2131650" y="366476"/>
                    </a:lnTo>
                    <a:lnTo>
                      <a:pt x="2092860" y="424346"/>
                    </a:lnTo>
                    <a:lnTo>
                      <a:pt x="2011500" y="570864"/>
                    </a:lnTo>
                    <a:lnTo>
                      <a:pt x="1941209" y="731692"/>
                    </a:lnTo>
                    <a:lnTo>
                      <a:pt x="1890718" y="899721"/>
                    </a:lnTo>
                    <a:lnTo>
                      <a:pt x="1780826" y="1334147"/>
                    </a:lnTo>
                    <a:lnTo>
                      <a:pt x="1745096" y="1438366"/>
                    </a:lnTo>
                    <a:lnTo>
                      <a:pt x="1700995" y="1539345"/>
                    </a:lnTo>
                    <a:lnTo>
                      <a:pt x="1626655" y="1669394"/>
                    </a:lnTo>
                    <a:lnTo>
                      <a:pt x="1538545" y="1789092"/>
                    </a:lnTo>
                    <a:lnTo>
                      <a:pt x="1437025" y="1897721"/>
                    </a:lnTo>
                    <a:lnTo>
                      <a:pt x="819175" y="2470022"/>
                    </a:lnTo>
                    <a:lnTo>
                      <a:pt x="794245" y="2485502"/>
                    </a:lnTo>
                    <a:lnTo>
                      <a:pt x="766165" y="2494052"/>
                    </a:lnTo>
                    <a:lnTo>
                      <a:pt x="722426" y="2492612"/>
                    </a:lnTo>
                    <a:lnTo>
                      <a:pt x="694976" y="2482352"/>
                    </a:lnTo>
                    <a:lnTo>
                      <a:pt x="671126" y="2465251"/>
                    </a:lnTo>
                    <a:lnTo>
                      <a:pt x="649347" y="2425832"/>
                    </a:lnTo>
                    <a:lnTo>
                      <a:pt x="569335" y="2761619"/>
                    </a:lnTo>
                    <a:lnTo>
                      <a:pt x="520195" y="2879697"/>
                    </a:lnTo>
                    <a:lnTo>
                      <a:pt x="488694" y="2938917"/>
                    </a:lnTo>
                    <a:lnTo>
                      <a:pt x="447384" y="2999846"/>
                    </a:lnTo>
                    <a:lnTo>
                      <a:pt x="493194" y="3029096"/>
                    </a:lnTo>
                    <a:lnTo>
                      <a:pt x="1353683" y="2238728"/>
                    </a:lnTo>
                    <a:lnTo>
                      <a:pt x="1441973" y="2176359"/>
                    </a:lnTo>
                    <a:lnTo>
                      <a:pt x="1521173" y="2104000"/>
                    </a:lnTo>
                    <a:lnTo>
                      <a:pt x="1595423" y="2024531"/>
                    </a:lnTo>
                    <a:lnTo>
                      <a:pt x="1746713" y="1842913"/>
                    </a:lnTo>
                    <a:lnTo>
                      <a:pt x="1871813" y="1621246"/>
                    </a:lnTo>
                    <a:lnTo>
                      <a:pt x="1966674" y="1367178"/>
                    </a:lnTo>
                    <a:lnTo>
                      <a:pt x="2127508" y="742314"/>
                    </a:lnTo>
                    <a:lnTo>
                      <a:pt x="2138398" y="683184"/>
                    </a:lnTo>
                    <a:lnTo>
                      <a:pt x="2177458" y="581845"/>
                    </a:lnTo>
                    <a:lnTo>
                      <a:pt x="2202388" y="533696"/>
                    </a:lnTo>
                    <a:lnTo>
                      <a:pt x="2369519" y="320218"/>
                    </a:lnTo>
                    <a:lnTo>
                      <a:pt x="2359169" y="257129"/>
                    </a:lnTo>
                    <a:lnTo>
                      <a:pt x="2444669" y="172890"/>
                    </a:lnTo>
                    <a:close/>
                    <a:moveTo>
                      <a:pt x="0" y="2655596"/>
                    </a:moveTo>
                    <a:lnTo>
                      <a:pt x="308696" y="2950976"/>
                    </a:lnTo>
                    <a:lnTo>
                      <a:pt x="340466" y="2920646"/>
                    </a:lnTo>
                    <a:lnTo>
                      <a:pt x="405627" y="2626349"/>
                    </a:lnTo>
                    <a:lnTo>
                      <a:pt x="473760" y="2183372"/>
                    </a:lnTo>
                    <a:lnTo>
                      <a:pt x="452790" y="2182382"/>
                    </a:lnTo>
                    <a:lnTo>
                      <a:pt x="0" y="2655596"/>
                    </a:lnTo>
                    <a:close/>
                    <a:moveTo>
                      <a:pt x="1800532" y="1867843"/>
                    </a:moveTo>
                    <a:lnTo>
                      <a:pt x="1785233" y="1774694"/>
                    </a:lnTo>
                    <a:lnTo>
                      <a:pt x="1746713" y="1842913"/>
                    </a:lnTo>
                    <a:lnTo>
                      <a:pt x="1733573" y="1855153"/>
                    </a:lnTo>
                    <a:lnTo>
                      <a:pt x="1618733" y="1995911"/>
                    </a:lnTo>
                    <a:lnTo>
                      <a:pt x="1736452" y="1996632"/>
                    </a:lnTo>
                    <a:lnTo>
                      <a:pt x="2492981" y="2798711"/>
                    </a:lnTo>
                    <a:lnTo>
                      <a:pt x="2490731" y="2875031"/>
                    </a:lnTo>
                    <a:lnTo>
                      <a:pt x="2667490" y="2708263"/>
                    </a:lnTo>
                    <a:lnTo>
                      <a:pt x="2591171" y="2706103"/>
                    </a:lnTo>
                    <a:lnTo>
                      <a:pt x="1800532" y="1867843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9" name="Контур"/>
              <p:cNvSpPr/>
              <p:nvPr/>
            </p:nvSpPr>
            <p:spPr>
              <a:xfrm>
                <a:off x="4349337" y="1584000"/>
                <a:ext cx="1341180" cy="1155308"/>
              </a:xfrm>
              <a:custGeom>
                <a:avLst/>
                <a:gdLst/>
                <a:ahLst/>
                <a:cxnLst/>
                <a:rect l="l" t="t" r="r" b="b"/>
                <a:pathLst>
                  <a:path w="1341180" h="1155308" fill="none">
                    <a:moveTo>
                      <a:pt x="678151" y="142909"/>
                    </a:moveTo>
                    <a:lnTo>
                      <a:pt x="801719" y="273859"/>
                    </a:lnTo>
                    <a:lnTo>
                      <a:pt x="1092047" y="0"/>
                    </a:lnTo>
                    <a:moveTo>
                      <a:pt x="829654" y="0"/>
                    </a:moveTo>
                    <a:lnTo>
                      <a:pt x="678151" y="142909"/>
                    </a:lnTo>
                    <a:lnTo>
                      <a:pt x="678151" y="142909"/>
                    </a:lnTo>
                    <a:moveTo>
                      <a:pt x="116278" y="1155308"/>
                    </a:moveTo>
                    <a:lnTo>
                      <a:pt x="902608" y="413628"/>
                    </a:lnTo>
                    <a:lnTo>
                      <a:pt x="1295097" y="43464"/>
                    </a:lnTo>
                    <a:lnTo>
                      <a:pt x="1341180" y="0"/>
                    </a:lnTo>
                    <a:moveTo>
                      <a:pt x="1092047" y="0"/>
                    </a:moveTo>
                    <a:lnTo>
                      <a:pt x="801719" y="273859"/>
                    </a:lnTo>
                    <a:lnTo>
                      <a:pt x="710009" y="360347"/>
                    </a:lnTo>
                    <a:lnTo>
                      <a:pt x="0" y="1030118"/>
                    </a:lnTo>
                    <a:lnTo>
                      <a:pt x="116278" y="1155308"/>
                    </a:lnTo>
                    <a:lnTo>
                      <a:pt x="116278" y="1155308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0" name="Контур"/>
              <p:cNvSpPr/>
              <p:nvPr/>
            </p:nvSpPr>
            <p:spPr>
              <a:xfrm>
                <a:off x="4226669" y="1813308"/>
                <a:ext cx="832677" cy="800810"/>
              </a:xfrm>
              <a:custGeom>
                <a:avLst/>
                <a:gdLst/>
                <a:ahLst/>
                <a:cxnLst/>
                <a:rect l="l" t="t" r="r" b="b"/>
                <a:pathLst>
                  <a:path w="832677" h="800810" fill="none">
                    <a:moveTo>
                      <a:pt x="709109" y="0"/>
                    </a:moveTo>
                    <a:lnTo>
                      <a:pt x="0" y="668870"/>
                    </a:lnTo>
                    <a:lnTo>
                      <a:pt x="122668" y="800810"/>
                    </a:lnTo>
                    <a:lnTo>
                      <a:pt x="832677" y="131039"/>
                    </a:lnTo>
                    <a:lnTo>
                      <a:pt x="709109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1" name="Контур"/>
              <p:cNvSpPr/>
              <p:nvPr/>
            </p:nvSpPr>
            <p:spPr>
              <a:xfrm>
                <a:off x="3140651" y="1584000"/>
                <a:ext cx="2038340" cy="898178"/>
              </a:xfrm>
              <a:custGeom>
                <a:avLst/>
                <a:gdLst/>
                <a:ahLst/>
                <a:cxnLst/>
                <a:rect l="l" t="t" r="r" b="b"/>
                <a:pathLst>
                  <a:path w="2038340" h="898178" fill="none">
                    <a:moveTo>
                      <a:pt x="1886837" y="142909"/>
                    </a:moveTo>
                    <a:lnTo>
                      <a:pt x="2038340" y="0"/>
                    </a:lnTo>
                    <a:moveTo>
                      <a:pt x="1880849" y="0"/>
                    </a:moveTo>
                    <a:lnTo>
                      <a:pt x="1816908" y="60289"/>
                    </a:lnTo>
                    <a:lnTo>
                      <a:pt x="1760058" y="0"/>
                    </a:lnTo>
                    <a:moveTo>
                      <a:pt x="1160501" y="0"/>
                    </a:moveTo>
                    <a:lnTo>
                      <a:pt x="746363" y="390669"/>
                    </a:lnTo>
                    <a:lnTo>
                      <a:pt x="427948" y="51100"/>
                    </a:lnTo>
                    <a:lnTo>
                      <a:pt x="348478" y="127058"/>
                    </a:lnTo>
                    <a:lnTo>
                      <a:pt x="355408" y="134798"/>
                    </a:lnTo>
                    <a:lnTo>
                      <a:pt x="672383" y="475448"/>
                    </a:lnTo>
                    <a:lnTo>
                      <a:pt x="997189" y="802508"/>
                    </a:lnTo>
                    <a:lnTo>
                      <a:pt x="1086018" y="898178"/>
                    </a:lnTo>
                    <a:lnTo>
                      <a:pt x="1795127" y="229308"/>
                    </a:lnTo>
                    <a:lnTo>
                      <a:pt x="1918695" y="360347"/>
                    </a:lnTo>
                    <a:lnTo>
                      <a:pt x="2010405" y="273859"/>
                    </a:lnTo>
                    <a:lnTo>
                      <a:pt x="1886837" y="142909"/>
                    </a:lnTo>
                    <a:lnTo>
                      <a:pt x="1886837" y="142909"/>
                    </a:lnTo>
                    <a:moveTo>
                      <a:pt x="1816908" y="60289"/>
                    </a:moveTo>
                    <a:lnTo>
                      <a:pt x="1880849" y="0"/>
                    </a:lnTo>
                    <a:moveTo>
                      <a:pt x="1760058" y="0"/>
                    </a:moveTo>
                    <a:lnTo>
                      <a:pt x="1816908" y="60289"/>
                    </a:lnTo>
                    <a:lnTo>
                      <a:pt x="1816908" y="60289"/>
                    </a:lnTo>
                    <a:moveTo>
                      <a:pt x="482482" y="0"/>
                    </a:moveTo>
                    <a:lnTo>
                      <a:pt x="427948" y="51100"/>
                    </a:lnTo>
                    <a:lnTo>
                      <a:pt x="746363" y="390669"/>
                    </a:lnTo>
                    <a:lnTo>
                      <a:pt x="1160501" y="0"/>
                    </a:lnTo>
                    <a:moveTo>
                      <a:pt x="348478" y="127058"/>
                    </a:moveTo>
                    <a:lnTo>
                      <a:pt x="427948" y="51100"/>
                    </a:lnTo>
                    <a:lnTo>
                      <a:pt x="482482" y="0"/>
                    </a:lnTo>
                    <a:moveTo>
                      <a:pt x="338334" y="0"/>
                    </a:moveTo>
                    <a:lnTo>
                      <a:pt x="282149" y="52989"/>
                    </a:lnTo>
                    <a:lnTo>
                      <a:pt x="348478" y="127058"/>
                    </a:lnTo>
                    <a:lnTo>
                      <a:pt x="348478" y="127058"/>
                    </a:lnTo>
                    <a:moveTo>
                      <a:pt x="73979" y="249366"/>
                    </a:moveTo>
                    <a:lnTo>
                      <a:pt x="338359" y="0"/>
                    </a:lnTo>
                    <a:moveTo>
                      <a:pt x="184194" y="0"/>
                    </a:moveTo>
                    <a:lnTo>
                      <a:pt x="0" y="166656"/>
                    </a:lnTo>
                    <a:lnTo>
                      <a:pt x="73979" y="249366"/>
                    </a:lnTo>
                    <a:lnTo>
                      <a:pt x="73979" y="249366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2" name="Контур"/>
              <p:cNvSpPr/>
              <p:nvPr/>
            </p:nvSpPr>
            <p:spPr>
              <a:xfrm>
                <a:off x="4098755" y="5033760"/>
                <a:ext cx="1921400" cy="1129032"/>
              </a:xfrm>
              <a:custGeom>
                <a:avLst/>
                <a:gdLst/>
                <a:ahLst/>
                <a:cxnLst/>
                <a:rect l="l" t="t" r="r" b="b"/>
                <a:pathLst>
                  <a:path w="1921400" h="1129032" fill="none">
                    <a:moveTo>
                      <a:pt x="88740" y="943903"/>
                    </a:moveTo>
                    <a:lnTo>
                      <a:pt x="2160" y="1006812"/>
                    </a:lnTo>
                    <a:lnTo>
                      <a:pt x="0" y="1008432"/>
                    </a:lnTo>
                    <a:lnTo>
                      <a:pt x="87209" y="1129032"/>
                    </a:lnTo>
                    <a:lnTo>
                      <a:pt x="89459" y="1127412"/>
                    </a:lnTo>
                    <a:lnTo>
                      <a:pt x="174959" y="1065313"/>
                    </a:lnTo>
                    <a:lnTo>
                      <a:pt x="91620" y="951373"/>
                    </a:lnTo>
                    <a:lnTo>
                      <a:pt x="88740" y="943903"/>
                    </a:lnTo>
                    <a:close/>
                    <a:moveTo>
                      <a:pt x="1271068" y="71547"/>
                    </a:moveTo>
                    <a:lnTo>
                      <a:pt x="1219948" y="99717"/>
                    </a:lnTo>
                    <a:lnTo>
                      <a:pt x="927988" y="310223"/>
                    </a:lnTo>
                    <a:lnTo>
                      <a:pt x="1359531" y="908362"/>
                    </a:lnTo>
                    <a:lnTo>
                      <a:pt x="1921400" y="551518"/>
                    </a:lnTo>
                    <a:lnTo>
                      <a:pt x="1860381" y="425069"/>
                    </a:lnTo>
                    <a:lnTo>
                      <a:pt x="1819071" y="420928"/>
                    </a:lnTo>
                    <a:lnTo>
                      <a:pt x="1750223" y="312119"/>
                    </a:lnTo>
                    <a:lnTo>
                      <a:pt x="1781453" y="263069"/>
                    </a:lnTo>
                    <a:lnTo>
                      <a:pt x="1654375" y="0"/>
                    </a:lnTo>
                    <a:lnTo>
                      <a:pt x="1271068" y="71547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3" name="Контур"/>
              <p:cNvSpPr/>
              <p:nvPr/>
            </p:nvSpPr>
            <p:spPr>
              <a:xfrm>
                <a:off x="4928656" y="1584000"/>
                <a:ext cx="2292355" cy="2202094"/>
              </a:xfrm>
              <a:custGeom>
                <a:avLst/>
                <a:gdLst/>
                <a:ahLst/>
                <a:cxnLst/>
                <a:rect l="l" t="t" r="r" b="b"/>
                <a:pathLst>
                  <a:path w="2292355" h="2202094" fill="none">
                    <a:moveTo>
                      <a:pt x="131128" y="2202094"/>
                    </a:moveTo>
                    <a:lnTo>
                      <a:pt x="521097" y="1838320"/>
                    </a:lnTo>
                    <a:lnTo>
                      <a:pt x="556467" y="1799800"/>
                    </a:lnTo>
                    <a:lnTo>
                      <a:pt x="604707" y="1836970"/>
                    </a:lnTo>
                    <a:lnTo>
                      <a:pt x="674547" y="1740221"/>
                    </a:lnTo>
                    <a:lnTo>
                      <a:pt x="1965776" y="522269"/>
                    </a:lnTo>
                    <a:lnTo>
                      <a:pt x="1859578" y="408689"/>
                    </a:lnTo>
                    <a:lnTo>
                      <a:pt x="2292355" y="0"/>
                    </a:lnTo>
                    <a:moveTo>
                      <a:pt x="2168629" y="0"/>
                    </a:moveTo>
                    <a:lnTo>
                      <a:pt x="2105368" y="59673"/>
                    </a:lnTo>
                    <a:lnTo>
                      <a:pt x="2000878" y="210871"/>
                    </a:lnTo>
                    <a:lnTo>
                      <a:pt x="220139" y="1890337"/>
                    </a:lnTo>
                    <a:lnTo>
                      <a:pt x="0" y="2076454"/>
                    </a:lnTo>
                    <a:lnTo>
                      <a:pt x="110428" y="2194174"/>
                    </a:lnTo>
                    <a:lnTo>
                      <a:pt x="131128" y="2202094"/>
                    </a:lnTo>
                    <a:lnTo>
                      <a:pt x="131128" y="2202094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4" name="Контур"/>
              <p:cNvSpPr/>
              <p:nvPr/>
            </p:nvSpPr>
            <p:spPr>
              <a:xfrm>
                <a:off x="1264513" y="1636989"/>
                <a:ext cx="5068411" cy="3683138"/>
              </a:xfrm>
              <a:custGeom>
                <a:avLst/>
                <a:gdLst/>
                <a:ahLst/>
                <a:cxnLst/>
                <a:rect l="l" t="t" r="r" b="b"/>
                <a:pathLst>
                  <a:path w="5068411" h="3683138" fill="none">
                    <a:moveTo>
                      <a:pt x="3773848" y="2613682"/>
                    </a:moveTo>
                    <a:lnTo>
                      <a:pt x="2680350" y="3396669"/>
                    </a:lnTo>
                    <a:lnTo>
                      <a:pt x="2903727" y="3683138"/>
                    </a:lnTo>
                    <a:lnTo>
                      <a:pt x="3986514" y="2908341"/>
                    </a:lnTo>
                    <a:lnTo>
                      <a:pt x="3773848" y="2613682"/>
                    </a:lnTo>
                    <a:close/>
                    <a:moveTo>
                      <a:pt x="1876138" y="113667"/>
                    </a:moveTo>
                    <a:lnTo>
                      <a:pt x="1787848" y="206816"/>
                    </a:lnTo>
                    <a:lnTo>
                      <a:pt x="1963166" y="404185"/>
                    </a:lnTo>
                    <a:lnTo>
                      <a:pt x="2775134" y="1272235"/>
                    </a:lnTo>
                    <a:lnTo>
                      <a:pt x="3441394" y="1996554"/>
                    </a:lnTo>
                    <a:lnTo>
                      <a:pt x="3766830" y="2324154"/>
                    </a:lnTo>
                    <a:lnTo>
                      <a:pt x="3784469" y="2383914"/>
                    </a:lnTo>
                    <a:lnTo>
                      <a:pt x="3974999" y="2230286"/>
                    </a:lnTo>
                    <a:lnTo>
                      <a:pt x="3936929" y="2239286"/>
                    </a:lnTo>
                    <a:lnTo>
                      <a:pt x="3900569" y="2237485"/>
                    </a:lnTo>
                    <a:lnTo>
                      <a:pt x="3860520" y="2223175"/>
                    </a:lnTo>
                    <a:lnTo>
                      <a:pt x="3831270" y="2201485"/>
                    </a:lnTo>
                    <a:lnTo>
                      <a:pt x="1876138" y="113667"/>
                    </a:lnTo>
                    <a:close/>
                    <a:moveTo>
                      <a:pt x="2962156" y="845189"/>
                    </a:moveTo>
                    <a:lnTo>
                      <a:pt x="2873327" y="749519"/>
                    </a:lnTo>
                    <a:lnTo>
                      <a:pt x="2548521" y="422459"/>
                    </a:lnTo>
                    <a:lnTo>
                      <a:pt x="2231546" y="81809"/>
                    </a:lnTo>
                    <a:lnTo>
                      <a:pt x="2224616" y="74069"/>
                    </a:lnTo>
                    <a:lnTo>
                      <a:pt x="2158287" y="0"/>
                    </a:lnTo>
                    <a:lnTo>
                      <a:pt x="1950117" y="196377"/>
                    </a:lnTo>
                    <a:lnTo>
                      <a:pt x="3342937" y="1681106"/>
                    </a:lnTo>
                    <a:lnTo>
                      <a:pt x="3664143" y="2023465"/>
                    </a:lnTo>
                    <a:lnTo>
                      <a:pt x="3884282" y="1837348"/>
                    </a:lnTo>
                    <a:lnTo>
                      <a:pt x="3201102" y="1102319"/>
                    </a:lnTo>
                    <a:lnTo>
                      <a:pt x="3084824" y="977129"/>
                    </a:lnTo>
                    <a:lnTo>
                      <a:pt x="2962156" y="845189"/>
                    </a:lnTo>
                    <a:close/>
                    <a:moveTo>
                      <a:pt x="3987432" y="360639"/>
                    </a:moveTo>
                    <a:lnTo>
                      <a:pt x="3201102" y="1102319"/>
                    </a:lnTo>
                    <a:lnTo>
                      <a:pt x="3884282" y="1837348"/>
                    </a:lnTo>
                    <a:lnTo>
                      <a:pt x="5068411" y="720464"/>
                    </a:lnTo>
                    <a:lnTo>
                      <a:pt x="4929543" y="573134"/>
                    </a:lnTo>
                    <a:lnTo>
                      <a:pt x="4537054" y="943389"/>
                    </a:lnTo>
                    <a:lnTo>
                      <a:pt x="3987432" y="360639"/>
                    </a:lnTo>
                    <a:close/>
                    <a:moveTo>
                      <a:pt x="2577224" y="1473742"/>
                    </a:moveTo>
                    <a:lnTo>
                      <a:pt x="1497675" y="2492527"/>
                    </a:lnTo>
                    <a:lnTo>
                      <a:pt x="2257174" y="3297847"/>
                    </a:lnTo>
                    <a:lnTo>
                      <a:pt x="2333493" y="3300007"/>
                    </a:lnTo>
                    <a:lnTo>
                      <a:pt x="2889873" y="2775315"/>
                    </a:lnTo>
                    <a:lnTo>
                      <a:pt x="2994363" y="2624117"/>
                    </a:lnTo>
                    <a:lnTo>
                      <a:pt x="3347163" y="2291391"/>
                    </a:lnTo>
                    <a:lnTo>
                      <a:pt x="2577224" y="1473742"/>
                    </a:lnTo>
                    <a:close/>
                    <a:moveTo>
                      <a:pt x="1677503" y="1162608"/>
                    </a:moveTo>
                    <a:lnTo>
                      <a:pt x="1239569" y="693348"/>
                    </a:lnTo>
                    <a:lnTo>
                      <a:pt x="1193579" y="643938"/>
                    </a:lnTo>
                    <a:lnTo>
                      <a:pt x="0" y="1756682"/>
                    </a:lnTo>
                    <a:lnTo>
                      <a:pt x="46080" y="1806092"/>
                    </a:lnTo>
                    <a:lnTo>
                      <a:pt x="789649" y="2603312"/>
                    </a:lnTo>
                    <a:lnTo>
                      <a:pt x="801799" y="2614562"/>
                    </a:lnTo>
                    <a:lnTo>
                      <a:pt x="815209" y="2624282"/>
                    </a:lnTo>
                    <a:lnTo>
                      <a:pt x="829699" y="2632382"/>
                    </a:lnTo>
                    <a:lnTo>
                      <a:pt x="1366998" y="2131089"/>
                    </a:lnTo>
                    <a:lnTo>
                      <a:pt x="1411099" y="2030110"/>
                    </a:lnTo>
                    <a:lnTo>
                      <a:pt x="1446829" y="1925891"/>
                    </a:lnTo>
                    <a:lnTo>
                      <a:pt x="1493270" y="1742473"/>
                    </a:lnTo>
                    <a:lnTo>
                      <a:pt x="1556721" y="1491465"/>
                    </a:lnTo>
                    <a:lnTo>
                      <a:pt x="1607212" y="1323436"/>
                    </a:lnTo>
                    <a:lnTo>
                      <a:pt x="1677503" y="1162608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5" name="Контур"/>
              <p:cNvSpPr/>
              <p:nvPr/>
            </p:nvSpPr>
            <p:spPr>
              <a:xfrm>
                <a:off x="1828192" y="1584000"/>
                <a:ext cx="1195184" cy="1215597"/>
              </a:xfrm>
              <a:custGeom>
                <a:avLst/>
                <a:gdLst/>
                <a:ahLst/>
                <a:cxnLst/>
                <a:rect l="l" t="t" r="r" b="b"/>
                <a:pathLst>
                  <a:path w="1195184" h="1215597" fill="none">
                    <a:moveTo>
                      <a:pt x="1180604" y="1044959"/>
                    </a:moveTo>
                    <a:lnTo>
                      <a:pt x="796940" y="633479"/>
                    </a:lnTo>
                    <a:lnTo>
                      <a:pt x="760130" y="593969"/>
                    </a:lnTo>
                    <a:lnTo>
                      <a:pt x="205867" y="0"/>
                    </a:lnTo>
                    <a:moveTo>
                      <a:pt x="126941" y="0"/>
                    </a:moveTo>
                    <a:lnTo>
                      <a:pt x="92879" y="37678"/>
                    </a:lnTo>
                    <a:lnTo>
                      <a:pt x="57689" y="6448"/>
                    </a:lnTo>
                    <a:lnTo>
                      <a:pt x="50431" y="0"/>
                    </a:lnTo>
                    <a:moveTo>
                      <a:pt x="19814" y="0"/>
                    </a:moveTo>
                    <a:lnTo>
                      <a:pt x="0" y="21838"/>
                    </a:lnTo>
                    <a:lnTo>
                      <a:pt x="76948" y="104278"/>
                    </a:lnTo>
                    <a:lnTo>
                      <a:pt x="123028" y="153688"/>
                    </a:lnTo>
                    <a:lnTo>
                      <a:pt x="629900" y="696927"/>
                    </a:lnTo>
                    <a:lnTo>
                      <a:pt x="675890" y="746337"/>
                    </a:lnTo>
                    <a:lnTo>
                      <a:pt x="1113824" y="1215597"/>
                    </a:lnTo>
                    <a:lnTo>
                      <a:pt x="1195184" y="1069079"/>
                    </a:lnTo>
                    <a:lnTo>
                      <a:pt x="1192394" y="1062509"/>
                    </a:lnTo>
                    <a:lnTo>
                      <a:pt x="1189064" y="1056299"/>
                    </a:lnTo>
                    <a:lnTo>
                      <a:pt x="1185104" y="1050359"/>
                    </a:lnTo>
                    <a:lnTo>
                      <a:pt x="1180604" y="1044959"/>
                    </a:lnTo>
                    <a:lnTo>
                      <a:pt x="1180604" y="1044959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6" name="Контур"/>
              <p:cNvSpPr/>
              <p:nvPr/>
            </p:nvSpPr>
            <p:spPr>
              <a:xfrm>
                <a:off x="2683542" y="1929033"/>
                <a:ext cx="565825" cy="666176"/>
              </a:xfrm>
              <a:custGeom>
                <a:avLst/>
                <a:gdLst/>
                <a:ahLst/>
                <a:cxnLst/>
                <a:rect l="l" t="t" r="r" b="b"/>
                <a:pathLst>
                  <a:path w="565825" h="666176" fill="none">
                    <a:moveTo>
                      <a:pt x="530365" y="299700"/>
                    </a:moveTo>
                    <a:lnTo>
                      <a:pt x="250739" y="0"/>
                    </a:lnTo>
                    <a:lnTo>
                      <a:pt x="12150" y="222657"/>
                    </a:lnTo>
                    <a:lnTo>
                      <a:pt x="0" y="247767"/>
                    </a:lnTo>
                    <a:lnTo>
                      <a:pt x="899" y="264777"/>
                    </a:lnTo>
                    <a:lnTo>
                      <a:pt x="11609" y="284486"/>
                    </a:lnTo>
                    <a:lnTo>
                      <a:pt x="355494" y="653126"/>
                    </a:lnTo>
                    <a:lnTo>
                      <a:pt x="378624" y="666176"/>
                    </a:lnTo>
                    <a:lnTo>
                      <a:pt x="434244" y="591837"/>
                    </a:lnTo>
                    <a:lnTo>
                      <a:pt x="534774" y="478079"/>
                    </a:lnTo>
                    <a:lnTo>
                      <a:pt x="554844" y="444419"/>
                    </a:lnTo>
                    <a:lnTo>
                      <a:pt x="565374" y="409589"/>
                    </a:lnTo>
                    <a:lnTo>
                      <a:pt x="565825" y="375930"/>
                    </a:lnTo>
                    <a:lnTo>
                      <a:pt x="557635" y="342810"/>
                    </a:lnTo>
                    <a:lnTo>
                      <a:pt x="530365" y="29970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7" name="Контур"/>
              <p:cNvSpPr/>
              <p:nvPr/>
            </p:nvSpPr>
            <p:spPr>
              <a:xfrm>
                <a:off x="3014203" y="1584000"/>
                <a:ext cx="309370" cy="166656"/>
              </a:xfrm>
              <a:custGeom>
                <a:avLst/>
                <a:gdLst/>
                <a:ahLst/>
                <a:cxnLst/>
                <a:rect l="l" t="t" r="r" b="b"/>
                <a:pathLst>
                  <a:path w="309370" h="166656" fill="none">
                    <a:moveTo>
                      <a:pt x="163109" y="0"/>
                    </a:moveTo>
                    <a:lnTo>
                      <a:pt x="152999" y="9517"/>
                    </a:lnTo>
                    <a:lnTo>
                      <a:pt x="113129" y="33097"/>
                    </a:lnTo>
                    <a:lnTo>
                      <a:pt x="87479" y="40026"/>
                    </a:lnTo>
                    <a:lnTo>
                      <a:pt x="54360" y="41376"/>
                    </a:lnTo>
                    <a:lnTo>
                      <a:pt x="0" y="24996"/>
                    </a:lnTo>
                    <a:lnTo>
                      <a:pt x="126448" y="166656"/>
                    </a:lnTo>
                    <a:lnTo>
                      <a:pt x="309370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8" name="Контур"/>
              <p:cNvSpPr/>
              <p:nvPr/>
            </p:nvSpPr>
            <p:spPr>
              <a:xfrm>
                <a:off x="2715749" y="2565511"/>
                <a:ext cx="1125988" cy="1564005"/>
              </a:xfrm>
              <a:custGeom>
                <a:avLst/>
                <a:gdLst/>
                <a:ahLst/>
                <a:cxnLst/>
                <a:rect l="l" t="t" r="r" b="b"/>
                <a:pathLst>
                  <a:path w="1125988" h="1564005" fill="none">
                    <a:moveTo>
                      <a:pt x="612545" y="0"/>
                    </a:moveTo>
                    <a:lnTo>
                      <a:pt x="533885" y="93689"/>
                    </a:lnTo>
                    <a:lnTo>
                      <a:pt x="448745" y="218428"/>
                    </a:lnTo>
                    <a:lnTo>
                      <a:pt x="394205" y="317697"/>
                    </a:lnTo>
                    <a:lnTo>
                      <a:pt x="334624" y="456475"/>
                    </a:lnTo>
                    <a:lnTo>
                      <a:pt x="310684" y="528114"/>
                    </a:lnTo>
                    <a:lnTo>
                      <a:pt x="181441" y="1030400"/>
                    </a:lnTo>
                    <a:lnTo>
                      <a:pt x="86580" y="1284468"/>
                    </a:lnTo>
                    <a:lnTo>
                      <a:pt x="0" y="1437916"/>
                    </a:lnTo>
                    <a:lnTo>
                      <a:pt x="15299" y="1531065"/>
                    </a:lnTo>
                    <a:lnTo>
                      <a:pt x="46439" y="1564005"/>
                    </a:lnTo>
                    <a:lnTo>
                      <a:pt x="1125988" y="545220"/>
                    </a:lnTo>
                    <a:lnTo>
                      <a:pt x="612545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9" name="Контур"/>
              <p:cNvSpPr/>
              <p:nvPr/>
            </p:nvSpPr>
            <p:spPr>
              <a:xfrm>
                <a:off x="2034045" y="1584000"/>
                <a:ext cx="1028121" cy="1069079"/>
              </a:xfrm>
              <a:custGeom>
                <a:avLst/>
                <a:gdLst/>
                <a:ahLst/>
                <a:cxnLst/>
                <a:rect l="l" t="t" r="r" b="b"/>
                <a:pathLst>
                  <a:path w="1028121" h="1069079" fill="none">
                    <a:moveTo>
                      <a:pt x="900236" y="345033"/>
                    </a:moveTo>
                    <a:lnTo>
                      <a:pt x="578336" y="0"/>
                    </a:lnTo>
                    <a:moveTo>
                      <a:pt x="0" y="0"/>
                    </a:moveTo>
                    <a:lnTo>
                      <a:pt x="974751" y="1044959"/>
                    </a:lnTo>
                    <a:lnTo>
                      <a:pt x="989331" y="1069079"/>
                    </a:lnTo>
                    <a:lnTo>
                      <a:pt x="1028121" y="1011209"/>
                    </a:lnTo>
                    <a:lnTo>
                      <a:pt x="1004991" y="998159"/>
                    </a:lnTo>
                    <a:lnTo>
                      <a:pt x="661106" y="629519"/>
                    </a:lnTo>
                    <a:lnTo>
                      <a:pt x="649317" y="604140"/>
                    </a:lnTo>
                    <a:lnTo>
                      <a:pt x="652377" y="581910"/>
                    </a:lnTo>
                    <a:lnTo>
                      <a:pt x="661647" y="567690"/>
                    </a:lnTo>
                    <a:lnTo>
                      <a:pt x="900236" y="345033"/>
                    </a:lnTo>
                    <a:lnTo>
                      <a:pt x="900236" y="345033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0" name="Контур"/>
              <p:cNvSpPr/>
              <p:nvPr/>
            </p:nvSpPr>
            <p:spPr>
              <a:xfrm>
                <a:off x="758001" y="1737688"/>
                <a:ext cx="1700091" cy="1655983"/>
              </a:xfrm>
              <a:custGeom>
                <a:avLst/>
                <a:gdLst/>
                <a:ahLst/>
                <a:cxnLst/>
                <a:rect l="l" t="t" r="r" b="b"/>
                <a:pathLst>
                  <a:path w="1700091" h="1655983" fill="none">
                    <a:moveTo>
                      <a:pt x="1700091" y="543239"/>
                    </a:moveTo>
                    <a:lnTo>
                      <a:pt x="1193219" y="0"/>
                    </a:lnTo>
                    <a:lnTo>
                      <a:pt x="0" y="1113104"/>
                    </a:lnTo>
                    <a:lnTo>
                      <a:pt x="506512" y="1655983"/>
                    </a:lnTo>
                    <a:lnTo>
                      <a:pt x="1700091" y="543239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1" name="Контур"/>
              <p:cNvSpPr/>
              <p:nvPr/>
            </p:nvSpPr>
            <p:spPr>
              <a:xfrm>
                <a:off x="252000" y="1584000"/>
                <a:ext cx="2888651" cy="3140225"/>
              </a:xfrm>
              <a:custGeom>
                <a:avLst/>
                <a:gdLst/>
                <a:ahLst/>
                <a:cxnLst/>
                <a:rect l="l" t="t" r="r" b="b"/>
                <a:pathLst>
                  <a:path w="2888651" h="3140225" fill="none">
                    <a:moveTo>
                      <a:pt x="0" y="1418126"/>
                    </a:moveTo>
                    <a:lnTo>
                      <a:pt x="51593" y="1471177"/>
                    </a:lnTo>
                    <a:lnTo>
                      <a:pt x="118102" y="1542817"/>
                    </a:lnTo>
                    <a:lnTo>
                      <a:pt x="217822" y="1438599"/>
                    </a:lnTo>
                    <a:lnTo>
                      <a:pt x="0" y="1230170"/>
                    </a:lnTo>
                    <a:moveTo>
                      <a:pt x="0" y="40740"/>
                    </a:moveTo>
                    <a:lnTo>
                      <a:pt x="43678" y="0"/>
                    </a:lnTo>
                    <a:moveTo>
                      <a:pt x="43678" y="0"/>
                    </a:moveTo>
                    <a:lnTo>
                      <a:pt x="0" y="40740"/>
                    </a:lnTo>
                    <a:moveTo>
                      <a:pt x="0" y="336292"/>
                    </a:moveTo>
                    <a:lnTo>
                      <a:pt x="360561" y="0"/>
                    </a:lnTo>
                    <a:moveTo>
                      <a:pt x="1699220" y="153688"/>
                    </a:moveTo>
                    <a:lnTo>
                      <a:pt x="1653140" y="104278"/>
                    </a:lnTo>
                    <a:lnTo>
                      <a:pt x="1576192" y="21838"/>
                    </a:lnTo>
                    <a:lnTo>
                      <a:pt x="1555822" y="0"/>
                    </a:lnTo>
                    <a:moveTo>
                      <a:pt x="360561" y="0"/>
                    </a:moveTo>
                    <a:lnTo>
                      <a:pt x="0" y="336292"/>
                    </a:lnTo>
                    <a:moveTo>
                      <a:pt x="0" y="724353"/>
                    </a:moveTo>
                    <a:lnTo>
                      <a:pt x="459921" y="1217472"/>
                    </a:lnTo>
                    <a:lnTo>
                      <a:pt x="506001" y="1266792"/>
                    </a:lnTo>
                    <a:lnTo>
                      <a:pt x="1699220" y="153688"/>
                    </a:lnTo>
                    <a:lnTo>
                      <a:pt x="1699220" y="153688"/>
                    </a:lnTo>
                    <a:moveTo>
                      <a:pt x="2542032" y="0"/>
                    </a:moveTo>
                    <a:lnTo>
                      <a:pt x="2620544" y="82505"/>
                    </a:lnTo>
                    <a:lnTo>
                      <a:pt x="2800361" y="259805"/>
                    </a:lnTo>
                    <a:lnTo>
                      <a:pt x="2871191" y="182406"/>
                    </a:lnTo>
                    <a:lnTo>
                      <a:pt x="2888651" y="166656"/>
                    </a:lnTo>
                    <a:lnTo>
                      <a:pt x="2762203" y="24996"/>
                    </a:lnTo>
                    <a:lnTo>
                      <a:pt x="2759863" y="23736"/>
                    </a:lnTo>
                    <a:lnTo>
                      <a:pt x="2754193" y="20226"/>
                    </a:lnTo>
                    <a:lnTo>
                      <a:pt x="2748703" y="16446"/>
                    </a:lnTo>
                    <a:lnTo>
                      <a:pt x="2743393" y="12486"/>
                    </a:lnTo>
                    <a:lnTo>
                      <a:pt x="2738263" y="8166"/>
                    </a:lnTo>
                    <a:lnTo>
                      <a:pt x="2733403" y="3666"/>
                    </a:lnTo>
                    <a:lnTo>
                      <a:pt x="2729738" y="0"/>
                    </a:lnTo>
                    <a:moveTo>
                      <a:pt x="1555822" y="0"/>
                    </a:moveTo>
                    <a:lnTo>
                      <a:pt x="1576192" y="21838"/>
                    </a:lnTo>
                    <a:lnTo>
                      <a:pt x="1596006" y="0"/>
                    </a:lnTo>
                    <a:moveTo>
                      <a:pt x="1626623" y="0"/>
                    </a:moveTo>
                    <a:lnTo>
                      <a:pt x="1633881" y="6448"/>
                    </a:lnTo>
                    <a:lnTo>
                      <a:pt x="1669071" y="37678"/>
                    </a:lnTo>
                    <a:lnTo>
                      <a:pt x="1703111" y="0"/>
                    </a:lnTo>
                    <a:moveTo>
                      <a:pt x="2379511" y="2184078"/>
                    </a:moveTo>
                    <a:lnTo>
                      <a:pt x="1842212" y="2685371"/>
                    </a:lnTo>
                    <a:lnTo>
                      <a:pt x="1827722" y="2677271"/>
                    </a:lnTo>
                    <a:lnTo>
                      <a:pt x="1802162" y="2656301"/>
                    </a:lnTo>
                    <a:lnTo>
                      <a:pt x="0" y="724342"/>
                    </a:lnTo>
                    <a:moveTo>
                      <a:pt x="0" y="962200"/>
                    </a:moveTo>
                    <a:lnTo>
                      <a:pt x="401871" y="1363540"/>
                    </a:lnTo>
                    <a:lnTo>
                      <a:pt x="888044" y="1823800"/>
                    </a:lnTo>
                    <a:lnTo>
                      <a:pt x="1150121" y="2097580"/>
                    </a:lnTo>
                    <a:lnTo>
                      <a:pt x="1194310" y="2174620"/>
                    </a:lnTo>
                    <a:lnTo>
                      <a:pt x="1288179" y="2131601"/>
                    </a:lnTo>
                    <a:lnTo>
                      <a:pt x="1337048" y="2237981"/>
                    </a:lnTo>
                    <a:lnTo>
                      <a:pt x="1382136" y="2449209"/>
                    </a:lnTo>
                    <a:lnTo>
                      <a:pt x="1386185" y="2623358"/>
                    </a:lnTo>
                    <a:lnTo>
                      <a:pt x="1348833" y="2978315"/>
                    </a:lnTo>
                    <a:lnTo>
                      <a:pt x="1356753" y="2979665"/>
                    </a:lnTo>
                    <a:lnTo>
                      <a:pt x="1351443" y="3011075"/>
                    </a:lnTo>
                    <a:lnTo>
                      <a:pt x="1342353" y="3009545"/>
                    </a:lnTo>
                    <a:lnTo>
                      <a:pt x="1327863" y="3070565"/>
                    </a:lnTo>
                    <a:lnTo>
                      <a:pt x="1349642" y="3109984"/>
                    </a:lnTo>
                    <a:lnTo>
                      <a:pt x="1360982" y="3119344"/>
                    </a:lnTo>
                    <a:lnTo>
                      <a:pt x="1386812" y="3133115"/>
                    </a:lnTo>
                    <a:lnTo>
                      <a:pt x="1430101" y="3140225"/>
                    </a:lnTo>
                    <a:lnTo>
                      <a:pt x="1472761" y="3130235"/>
                    </a:lnTo>
                    <a:lnTo>
                      <a:pt x="1497691" y="3114755"/>
                    </a:lnTo>
                    <a:lnTo>
                      <a:pt x="2115541" y="2542454"/>
                    </a:lnTo>
                    <a:lnTo>
                      <a:pt x="2217061" y="2433825"/>
                    </a:lnTo>
                    <a:lnTo>
                      <a:pt x="2305171" y="2314127"/>
                    </a:lnTo>
                    <a:lnTo>
                      <a:pt x="2379511" y="2184078"/>
                    </a:lnTo>
                    <a:lnTo>
                      <a:pt x="2379511" y="2184078"/>
                    </a:lnTo>
                    <a:moveTo>
                      <a:pt x="888044" y="1823800"/>
                    </a:moveTo>
                    <a:lnTo>
                      <a:pt x="401871" y="1363540"/>
                    </a:lnTo>
                    <a:lnTo>
                      <a:pt x="0" y="962530"/>
                    </a:lnTo>
                    <a:moveTo>
                      <a:pt x="0" y="1230170"/>
                    </a:moveTo>
                    <a:lnTo>
                      <a:pt x="217822" y="1438599"/>
                    </a:lnTo>
                    <a:lnTo>
                      <a:pt x="118102" y="1542817"/>
                    </a:lnTo>
                    <a:lnTo>
                      <a:pt x="216290" y="1648477"/>
                    </a:lnTo>
                    <a:lnTo>
                      <a:pt x="321860" y="1538139"/>
                    </a:lnTo>
                    <a:lnTo>
                      <a:pt x="1267117" y="2442459"/>
                    </a:lnTo>
                    <a:lnTo>
                      <a:pt x="1294748" y="2349669"/>
                    </a:lnTo>
                    <a:lnTo>
                      <a:pt x="1150121" y="2097580"/>
                    </a:lnTo>
                    <a:lnTo>
                      <a:pt x="888044" y="1823800"/>
                    </a:lnTo>
                    <a:lnTo>
                      <a:pt x="888044" y="182380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2" name="Контур"/>
              <p:cNvSpPr/>
              <p:nvPr/>
            </p:nvSpPr>
            <p:spPr>
              <a:xfrm>
                <a:off x="468290" y="3122139"/>
                <a:ext cx="1050827" cy="1289966"/>
              </a:xfrm>
              <a:custGeom>
                <a:avLst/>
                <a:gdLst/>
                <a:ahLst/>
                <a:cxnLst/>
                <a:rect l="l" t="t" r="r" b="b"/>
                <a:pathLst>
                  <a:path w="1050827" h="1289966" fill="none">
                    <a:moveTo>
                      <a:pt x="935986" y="1289966"/>
                    </a:moveTo>
                    <a:lnTo>
                      <a:pt x="945886" y="1256756"/>
                    </a:lnTo>
                    <a:lnTo>
                      <a:pt x="915016" y="1288976"/>
                    </a:lnTo>
                    <a:lnTo>
                      <a:pt x="935986" y="1289966"/>
                    </a:lnTo>
                    <a:close/>
                    <a:moveTo>
                      <a:pt x="105570" y="0"/>
                    </a:moveTo>
                    <a:lnTo>
                      <a:pt x="0" y="110338"/>
                    </a:lnTo>
                    <a:lnTo>
                      <a:pt x="61019" y="176128"/>
                    </a:lnTo>
                    <a:lnTo>
                      <a:pt x="186118" y="312118"/>
                    </a:lnTo>
                    <a:lnTo>
                      <a:pt x="340555" y="478258"/>
                    </a:lnTo>
                    <a:lnTo>
                      <a:pt x="415074" y="577798"/>
                    </a:lnTo>
                    <a:lnTo>
                      <a:pt x="516592" y="720267"/>
                    </a:lnTo>
                    <a:lnTo>
                      <a:pt x="583371" y="826377"/>
                    </a:lnTo>
                    <a:lnTo>
                      <a:pt x="651410" y="960747"/>
                    </a:lnTo>
                    <a:lnTo>
                      <a:pt x="718458" y="1098626"/>
                    </a:lnTo>
                    <a:lnTo>
                      <a:pt x="772277" y="1208876"/>
                    </a:lnTo>
                    <a:lnTo>
                      <a:pt x="809267" y="1280245"/>
                    </a:lnTo>
                    <a:lnTo>
                      <a:pt x="861376" y="1286456"/>
                    </a:lnTo>
                    <a:lnTo>
                      <a:pt x="915016" y="1288976"/>
                    </a:lnTo>
                    <a:lnTo>
                      <a:pt x="945886" y="1256756"/>
                    </a:lnTo>
                    <a:lnTo>
                      <a:pt x="1050827" y="904320"/>
                    </a:lnTo>
                    <a:lnTo>
                      <a:pt x="105570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3" name="Контур"/>
              <p:cNvSpPr/>
              <p:nvPr/>
            </p:nvSpPr>
            <p:spPr>
              <a:xfrm>
                <a:off x="252000" y="1584000"/>
                <a:ext cx="4796982" cy="4501726"/>
              </a:xfrm>
              <a:custGeom>
                <a:avLst/>
                <a:gdLst/>
                <a:ahLst/>
                <a:cxnLst/>
                <a:rect l="l" t="t" r="r" b="b"/>
                <a:pathLst>
                  <a:path w="4796982" h="4501726" fill="none">
                    <a:moveTo>
                      <a:pt x="2360410" y="0"/>
                    </a:moveTo>
                    <a:lnTo>
                      <a:pt x="3377522" y="1090323"/>
                    </a:lnTo>
                    <a:lnTo>
                      <a:pt x="4554435" y="2341142"/>
                    </a:lnTo>
                    <a:lnTo>
                      <a:pt x="4592684" y="2404591"/>
                    </a:lnTo>
                    <a:lnTo>
                      <a:pt x="4609063" y="2476861"/>
                    </a:lnTo>
                    <a:lnTo>
                      <a:pt x="4602223" y="2550570"/>
                    </a:lnTo>
                    <a:lnTo>
                      <a:pt x="4573243" y="2617260"/>
                    </a:lnTo>
                    <a:lnTo>
                      <a:pt x="4796982" y="2436903"/>
                    </a:lnTo>
                    <a:lnTo>
                      <a:pt x="4779343" y="2377143"/>
                    </a:lnTo>
                    <a:lnTo>
                      <a:pt x="4453907" y="2049543"/>
                    </a:lnTo>
                    <a:lnTo>
                      <a:pt x="3787647" y="1325224"/>
                    </a:lnTo>
                    <a:lnTo>
                      <a:pt x="2975679" y="457174"/>
                    </a:lnTo>
                    <a:lnTo>
                      <a:pt x="2800361" y="259805"/>
                    </a:lnTo>
                    <a:lnTo>
                      <a:pt x="2620544" y="82505"/>
                    </a:lnTo>
                    <a:lnTo>
                      <a:pt x="2542032" y="0"/>
                    </a:lnTo>
                    <a:moveTo>
                      <a:pt x="0" y="2321088"/>
                    </a:moveTo>
                    <a:lnTo>
                      <a:pt x="383147" y="1920546"/>
                    </a:lnTo>
                    <a:lnTo>
                      <a:pt x="160130" y="1707156"/>
                    </a:lnTo>
                    <a:lnTo>
                      <a:pt x="0" y="1874526"/>
                    </a:lnTo>
                    <a:moveTo>
                      <a:pt x="0" y="1874526"/>
                    </a:moveTo>
                    <a:lnTo>
                      <a:pt x="160130" y="1707156"/>
                    </a:lnTo>
                    <a:lnTo>
                      <a:pt x="216290" y="1648477"/>
                    </a:lnTo>
                    <a:lnTo>
                      <a:pt x="118102" y="1542817"/>
                    </a:lnTo>
                    <a:lnTo>
                      <a:pt x="0" y="1666259"/>
                    </a:lnTo>
                    <a:moveTo>
                      <a:pt x="0" y="1666259"/>
                    </a:moveTo>
                    <a:lnTo>
                      <a:pt x="118102" y="1542817"/>
                    </a:lnTo>
                    <a:lnTo>
                      <a:pt x="51593" y="1471177"/>
                    </a:lnTo>
                    <a:lnTo>
                      <a:pt x="0" y="1418126"/>
                    </a:lnTo>
                    <a:moveTo>
                      <a:pt x="0" y="4345244"/>
                    </a:moveTo>
                    <a:lnTo>
                      <a:pt x="48063" y="4391207"/>
                    </a:lnTo>
                    <a:lnTo>
                      <a:pt x="41853" y="4397776"/>
                    </a:lnTo>
                    <a:lnTo>
                      <a:pt x="150571" y="4501726"/>
                    </a:lnTo>
                    <a:lnTo>
                      <a:pt x="225181" y="4423698"/>
                    </a:lnTo>
                    <a:lnTo>
                      <a:pt x="116463" y="4319748"/>
                    </a:lnTo>
                    <a:lnTo>
                      <a:pt x="0" y="4208324"/>
                    </a:lnTo>
                    <a:moveTo>
                      <a:pt x="0" y="4441531"/>
                    </a:moveTo>
                    <a:lnTo>
                      <a:pt x="41853" y="4397776"/>
                    </a:lnTo>
                    <a:lnTo>
                      <a:pt x="48063" y="4391207"/>
                    </a:lnTo>
                    <a:lnTo>
                      <a:pt x="0" y="4345244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4" name="Контур"/>
              <p:cNvSpPr/>
              <p:nvPr/>
            </p:nvSpPr>
            <p:spPr>
              <a:xfrm>
                <a:off x="368463" y="5350975"/>
                <a:ext cx="575368" cy="656723"/>
              </a:xfrm>
              <a:custGeom>
                <a:avLst/>
                <a:gdLst/>
                <a:ahLst/>
                <a:cxnLst/>
                <a:rect l="l" t="t" r="r" b="b"/>
                <a:pathLst>
                  <a:path w="575368" h="656723" fill="none">
                    <a:moveTo>
                      <a:pt x="0" y="552773"/>
                    </a:moveTo>
                    <a:lnTo>
                      <a:pt x="108718" y="656723"/>
                    </a:lnTo>
                    <a:lnTo>
                      <a:pt x="156688" y="606683"/>
                    </a:lnTo>
                    <a:lnTo>
                      <a:pt x="230489" y="490405"/>
                    </a:lnTo>
                    <a:lnTo>
                      <a:pt x="389789" y="323997"/>
                    </a:lnTo>
                    <a:lnTo>
                      <a:pt x="500668" y="247138"/>
                    </a:lnTo>
                    <a:lnTo>
                      <a:pt x="575368" y="169019"/>
                    </a:lnTo>
                    <a:lnTo>
                      <a:pt x="572579" y="41760"/>
                    </a:lnTo>
                    <a:lnTo>
                      <a:pt x="528840" y="0"/>
                    </a:lnTo>
                    <a:lnTo>
                      <a:pt x="0" y="552773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5" name="Контур"/>
              <p:cNvSpPr/>
              <p:nvPr/>
            </p:nvSpPr>
            <p:spPr>
              <a:xfrm>
                <a:off x="252000" y="3232477"/>
                <a:ext cx="1131306" cy="4418883"/>
              </a:xfrm>
              <a:custGeom>
                <a:avLst/>
                <a:gdLst/>
                <a:ahLst/>
                <a:cxnLst/>
                <a:rect l="l" t="t" r="r" b="b"/>
                <a:pathLst>
                  <a:path w="1131306" h="4418883" fill="none">
                    <a:moveTo>
                      <a:pt x="339577" y="1826178"/>
                    </a:moveTo>
                    <a:lnTo>
                      <a:pt x="0" y="2181125"/>
                    </a:lnTo>
                    <a:moveTo>
                      <a:pt x="0" y="2559847"/>
                    </a:moveTo>
                    <a:lnTo>
                      <a:pt x="116463" y="2671271"/>
                    </a:lnTo>
                    <a:lnTo>
                      <a:pt x="645303" y="2118498"/>
                    </a:lnTo>
                    <a:lnTo>
                      <a:pt x="339577" y="1826178"/>
                    </a:lnTo>
                    <a:lnTo>
                      <a:pt x="339577" y="1826178"/>
                    </a:lnTo>
                    <a:moveTo>
                      <a:pt x="0" y="2181083"/>
                    </a:moveTo>
                    <a:lnTo>
                      <a:pt x="339577" y="1826178"/>
                    </a:lnTo>
                    <a:lnTo>
                      <a:pt x="0" y="1501483"/>
                    </a:lnTo>
                    <a:moveTo>
                      <a:pt x="0" y="1501483"/>
                    </a:moveTo>
                    <a:lnTo>
                      <a:pt x="339577" y="1826178"/>
                    </a:lnTo>
                    <a:lnTo>
                      <a:pt x="645303" y="2118498"/>
                    </a:lnTo>
                    <a:lnTo>
                      <a:pt x="689042" y="2160258"/>
                    </a:lnTo>
                    <a:lnTo>
                      <a:pt x="859860" y="2367888"/>
                    </a:lnTo>
                    <a:lnTo>
                      <a:pt x="890190" y="2321898"/>
                    </a:lnTo>
                    <a:lnTo>
                      <a:pt x="947070" y="2214799"/>
                    </a:lnTo>
                    <a:lnTo>
                      <a:pt x="966510" y="2145770"/>
                    </a:lnTo>
                    <a:lnTo>
                      <a:pt x="824852" y="2003030"/>
                    </a:lnTo>
                    <a:lnTo>
                      <a:pt x="784803" y="1964960"/>
                    </a:lnTo>
                    <a:lnTo>
                      <a:pt x="773193" y="1947860"/>
                    </a:lnTo>
                    <a:lnTo>
                      <a:pt x="680135" y="1812050"/>
                    </a:lnTo>
                    <a:lnTo>
                      <a:pt x="419408" y="1563830"/>
                    </a:lnTo>
                    <a:lnTo>
                      <a:pt x="263440" y="1468160"/>
                    </a:lnTo>
                    <a:lnTo>
                      <a:pt x="0" y="1217151"/>
                    </a:lnTo>
                    <a:moveTo>
                      <a:pt x="0" y="1217151"/>
                    </a:moveTo>
                    <a:lnTo>
                      <a:pt x="263440" y="1468160"/>
                    </a:lnTo>
                    <a:lnTo>
                      <a:pt x="419408" y="1563830"/>
                    </a:lnTo>
                    <a:lnTo>
                      <a:pt x="680135" y="1812050"/>
                    </a:lnTo>
                    <a:lnTo>
                      <a:pt x="784803" y="1964960"/>
                    </a:lnTo>
                    <a:lnTo>
                      <a:pt x="824852" y="2003030"/>
                    </a:lnTo>
                    <a:lnTo>
                      <a:pt x="928982" y="2002941"/>
                    </a:lnTo>
                    <a:lnTo>
                      <a:pt x="987212" y="1947232"/>
                    </a:lnTo>
                    <a:lnTo>
                      <a:pt x="678516" y="1651852"/>
                    </a:lnTo>
                    <a:lnTo>
                      <a:pt x="1131306" y="1178638"/>
                    </a:lnTo>
                    <a:lnTo>
                      <a:pt x="1025557" y="1169907"/>
                    </a:lnTo>
                    <a:lnTo>
                      <a:pt x="799661" y="716039"/>
                    </a:lnTo>
                    <a:lnTo>
                      <a:pt x="732882" y="609929"/>
                    </a:lnTo>
                    <a:lnTo>
                      <a:pt x="556845" y="367920"/>
                    </a:lnTo>
                    <a:lnTo>
                      <a:pt x="216290" y="0"/>
                    </a:lnTo>
                    <a:lnTo>
                      <a:pt x="160130" y="58679"/>
                    </a:lnTo>
                    <a:lnTo>
                      <a:pt x="383147" y="272069"/>
                    </a:lnTo>
                    <a:lnTo>
                      <a:pt x="0" y="672611"/>
                    </a:lnTo>
                    <a:moveTo>
                      <a:pt x="58138" y="3480184"/>
                    </a:moveTo>
                    <a:lnTo>
                      <a:pt x="0" y="3549608"/>
                    </a:lnTo>
                    <a:moveTo>
                      <a:pt x="0" y="4418883"/>
                    </a:moveTo>
                    <a:lnTo>
                      <a:pt x="35452" y="4399528"/>
                    </a:lnTo>
                    <a:lnTo>
                      <a:pt x="421551" y="4164722"/>
                    </a:lnTo>
                    <a:lnTo>
                      <a:pt x="436581" y="4102893"/>
                    </a:lnTo>
                    <a:lnTo>
                      <a:pt x="58138" y="3480184"/>
                    </a:lnTo>
                    <a:lnTo>
                      <a:pt x="58138" y="3480184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6" name="Контур"/>
              <p:cNvSpPr/>
              <p:nvPr/>
            </p:nvSpPr>
            <p:spPr>
              <a:xfrm>
                <a:off x="310138" y="6473895"/>
                <a:ext cx="668782" cy="923304"/>
              </a:xfrm>
              <a:custGeom>
                <a:avLst/>
                <a:gdLst/>
                <a:ahLst/>
                <a:cxnLst/>
                <a:rect l="l" t="t" r="r" b="b"/>
                <a:pathLst>
                  <a:path w="668782" h="923304" fill="none">
                    <a:moveTo>
                      <a:pt x="105750" y="152908"/>
                    </a:moveTo>
                    <a:lnTo>
                      <a:pt x="74520" y="199257"/>
                    </a:lnTo>
                    <a:lnTo>
                      <a:pt x="48870" y="180357"/>
                    </a:lnTo>
                    <a:lnTo>
                      <a:pt x="0" y="238766"/>
                    </a:lnTo>
                    <a:lnTo>
                      <a:pt x="378443" y="861475"/>
                    </a:lnTo>
                    <a:lnTo>
                      <a:pt x="363413" y="923304"/>
                    </a:lnTo>
                    <a:lnTo>
                      <a:pt x="555652" y="806396"/>
                    </a:lnTo>
                    <a:lnTo>
                      <a:pt x="493823" y="791366"/>
                    </a:lnTo>
                    <a:lnTo>
                      <a:pt x="105750" y="152908"/>
                    </a:lnTo>
                    <a:close/>
                    <a:moveTo>
                      <a:pt x="493823" y="791366"/>
                    </a:moveTo>
                    <a:lnTo>
                      <a:pt x="555652" y="806396"/>
                    </a:lnTo>
                    <a:lnTo>
                      <a:pt x="616942" y="769767"/>
                    </a:lnTo>
                    <a:lnTo>
                      <a:pt x="622522" y="765807"/>
                    </a:lnTo>
                    <a:lnTo>
                      <a:pt x="668782" y="732687"/>
                    </a:lnTo>
                    <a:lnTo>
                      <a:pt x="624592" y="659428"/>
                    </a:lnTo>
                    <a:lnTo>
                      <a:pt x="223560" y="0"/>
                    </a:lnTo>
                    <a:lnTo>
                      <a:pt x="126270" y="122488"/>
                    </a:lnTo>
                    <a:lnTo>
                      <a:pt x="105750" y="152908"/>
                    </a:lnTo>
                    <a:lnTo>
                      <a:pt x="493823" y="791366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7" name="Контур"/>
              <p:cNvSpPr/>
              <p:nvPr/>
            </p:nvSpPr>
            <p:spPr>
              <a:xfrm>
                <a:off x="252000" y="5981776"/>
                <a:ext cx="150571" cy="283064"/>
              </a:xfrm>
              <a:custGeom>
                <a:avLst/>
                <a:gdLst/>
                <a:ahLst/>
                <a:cxnLst/>
                <a:rect l="l" t="t" r="r" b="b"/>
                <a:pathLst>
                  <a:path w="150571" h="283064" fill="none">
                    <a:moveTo>
                      <a:pt x="0" y="283064"/>
                    </a:moveTo>
                    <a:lnTo>
                      <a:pt x="52021" y="206909"/>
                    </a:lnTo>
                    <a:lnTo>
                      <a:pt x="150571" y="103950"/>
                    </a:lnTo>
                    <a:lnTo>
                      <a:pt x="41853" y="0"/>
                    </a:lnTo>
                    <a:lnTo>
                      <a:pt x="0" y="43755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8" name="Контур"/>
              <p:cNvSpPr/>
              <p:nvPr/>
            </p:nvSpPr>
            <p:spPr>
              <a:xfrm>
                <a:off x="533698" y="5754174"/>
                <a:ext cx="1321281" cy="1379149"/>
              </a:xfrm>
              <a:custGeom>
                <a:avLst/>
                <a:gdLst/>
                <a:ahLst/>
                <a:cxnLst/>
                <a:rect l="l" t="t" r="r" b="b"/>
                <a:pathLst>
                  <a:path w="1321281" h="1379149" fill="none">
                    <a:moveTo>
                      <a:pt x="612000" y="19530"/>
                    </a:moveTo>
                    <a:lnTo>
                      <a:pt x="638460" y="71190"/>
                    </a:lnTo>
                    <a:lnTo>
                      <a:pt x="643320" y="80819"/>
                    </a:lnTo>
                    <a:lnTo>
                      <a:pt x="539100" y="134998"/>
                    </a:lnTo>
                    <a:lnTo>
                      <a:pt x="502470" y="138688"/>
                    </a:lnTo>
                    <a:lnTo>
                      <a:pt x="490320" y="144898"/>
                    </a:lnTo>
                    <a:lnTo>
                      <a:pt x="345150" y="285206"/>
                    </a:lnTo>
                    <a:lnTo>
                      <a:pt x="0" y="719721"/>
                    </a:lnTo>
                    <a:lnTo>
                      <a:pt x="401032" y="1379149"/>
                    </a:lnTo>
                    <a:lnTo>
                      <a:pt x="724042" y="1182862"/>
                    </a:lnTo>
                    <a:lnTo>
                      <a:pt x="1321281" y="660150"/>
                    </a:lnTo>
                    <a:lnTo>
                      <a:pt x="631350" y="0"/>
                    </a:lnTo>
                    <a:lnTo>
                      <a:pt x="612000" y="1953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9" name="Контур"/>
              <p:cNvSpPr/>
              <p:nvPr/>
            </p:nvSpPr>
            <p:spPr>
              <a:xfrm>
                <a:off x="252000" y="6613150"/>
                <a:ext cx="58138" cy="168948"/>
              </a:xfrm>
              <a:custGeom>
                <a:avLst/>
                <a:gdLst/>
                <a:ahLst/>
                <a:cxnLst/>
                <a:rect l="l" t="t" r="r" b="b"/>
                <a:pathLst>
                  <a:path w="58138" h="168948" fill="none">
                    <a:moveTo>
                      <a:pt x="17009" y="31832"/>
                    </a:moveTo>
                    <a:lnTo>
                      <a:pt x="8999" y="29762"/>
                    </a:lnTo>
                    <a:lnTo>
                      <a:pt x="0" y="23647"/>
                    </a:lnTo>
                    <a:moveTo>
                      <a:pt x="0" y="168948"/>
                    </a:moveTo>
                    <a:lnTo>
                      <a:pt x="58138" y="99511"/>
                    </a:lnTo>
                    <a:lnTo>
                      <a:pt x="17009" y="31832"/>
                    </a:lnTo>
                    <a:lnTo>
                      <a:pt x="17009" y="31832"/>
                    </a:lnTo>
                    <a:moveTo>
                      <a:pt x="0" y="23647"/>
                    </a:moveTo>
                    <a:lnTo>
                      <a:pt x="8999" y="29762"/>
                    </a:lnTo>
                    <a:lnTo>
                      <a:pt x="17009" y="31832"/>
                    </a:lnTo>
                    <a:lnTo>
                      <a:pt x="4589" y="11402"/>
                    </a:lnTo>
                    <a:lnTo>
                      <a:pt x="0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0" name="Контур"/>
              <p:cNvSpPr/>
              <p:nvPr/>
            </p:nvSpPr>
            <p:spPr>
              <a:xfrm>
                <a:off x="596054" y="3834962"/>
                <a:ext cx="6024208" cy="5532326"/>
              </a:xfrm>
              <a:custGeom>
                <a:avLst/>
                <a:gdLst/>
                <a:ahLst/>
                <a:cxnLst/>
                <a:rect l="l" t="t" r="r" b="b"/>
                <a:pathLst>
                  <a:path w="6024208" h="5532326" fill="none">
                    <a:moveTo>
                      <a:pt x="0" y="4614509"/>
                    </a:moveTo>
                    <a:lnTo>
                      <a:pt x="17820" y="4620989"/>
                    </a:lnTo>
                    <a:lnTo>
                      <a:pt x="118258" y="4747259"/>
                    </a:lnTo>
                    <a:lnTo>
                      <a:pt x="69118" y="4782988"/>
                    </a:lnTo>
                    <a:lnTo>
                      <a:pt x="99268" y="4831678"/>
                    </a:lnTo>
                    <a:lnTo>
                      <a:pt x="143908" y="4799459"/>
                    </a:lnTo>
                    <a:lnTo>
                      <a:pt x="208527" y="4890988"/>
                    </a:lnTo>
                    <a:lnTo>
                      <a:pt x="163617" y="4925368"/>
                    </a:lnTo>
                    <a:lnTo>
                      <a:pt x="338484" y="5168727"/>
                    </a:lnTo>
                    <a:lnTo>
                      <a:pt x="544130" y="5497226"/>
                    </a:lnTo>
                    <a:lnTo>
                      <a:pt x="548900" y="5494706"/>
                    </a:lnTo>
                    <a:lnTo>
                      <a:pt x="568070" y="5528456"/>
                    </a:lnTo>
                    <a:lnTo>
                      <a:pt x="574910" y="5532326"/>
                    </a:lnTo>
                    <a:lnTo>
                      <a:pt x="1514147" y="4943827"/>
                    </a:lnTo>
                    <a:lnTo>
                      <a:pt x="1497767" y="4916197"/>
                    </a:lnTo>
                    <a:lnTo>
                      <a:pt x="1596497" y="4857608"/>
                    </a:lnTo>
                    <a:lnTo>
                      <a:pt x="1496509" y="4680849"/>
                    </a:lnTo>
                    <a:lnTo>
                      <a:pt x="1601358" y="4628920"/>
                    </a:lnTo>
                    <a:lnTo>
                      <a:pt x="1433512" y="4273601"/>
                    </a:lnTo>
                    <a:lnTo>
                      <a:pt x="1405252" y="4263071"/>
                    </a:lnTo>
                    <a:lnTo>
                      <a:pt x="1233894" y="4244440"/>
                    </a:lnTo>
                    <a:lnTo>
                      <a:pt x="811075" y="4442526"/>
                    </a:lnTo>
                    <a:lnTo>
                      <a:pt x="808825" y="4437666"/>
                    </a:lnTo>
                    <a:lnTo>
                      <a:pt x="704606" y="4485635"/>
                    </a:lnTo>
                    <a:lnTo>
                      <a:pt x="706316" y="4489775"/>
                    </a:lnTo>
                    <a:lnTo>
                      <a:pt x="590847" y="4480144"/>
                    </a:lnTo>
                    <a:lnTo>
                      <a:pt x="489957" y="4504893"/>
                    </a:lnTo>
                    <a:lnTo>
                      <a:pt x="392399" y="4365303"/>
                    </a:lnTo>
                    <a:lnTo>
                      <a:pt x="79110" y="4578960"/>
                    </a:lnTo>
                    <a:lnTo>
                      <a:pt x="74790" y="4575540"/>
                    </a:lnTo>
                    <a:lnTo>
                      <a:pt x="0" y="4614509"/>
                    </a:lnTo>
                    <a:close/>
                    <a:moveTo>
                      <a:pt x="3926860" y="3431944"/>
                    </a:moveTo>
                    <a:lnTo>
                      <a:pt x="2051625" y="4607053"/>
                    </a:lnTo>
                    <a:lnTo>
                      <a:pt x="2222442" y="4942302"/>
                    </a:lnTo>
                    <a:lnTo>
                      <a:pt x="2382102" y="4814144"/>
                    </a:lnTo>
                    <a:lnTo>
                      <a:pt x="2948110" y="4459460"/>
                    </a:lnTo>
                    <a:lnTo>
                      <a:pt x="2972680" y="4443620"/>
                    </a:lnTo>
                    <a:lnTo>
                      <a:pt x="2969530" y="4439030"/>
                    </a:lnTo>
                    <a:lnTo>
                      <a:pt x="3519878" y="4090017"/>
                    </a:lnTo>
                    <a:lnTo>
                      <a:pt x="3551108" y="4139516"/>
                    </a:lnTo>
                    <a:lnTo>
                      <a:pt x="3624638" y="4113867"/>
                    </a:lnTo>
                    <a:lnTo>
                      <a:pt x="3739567" y="4042768"/>
                    </a:lnTo>
                    <a:lnTo>
                      <a:pt x="3703928" y="3985889"/>
                    </a:lnTo>
                    <a:lnTo>
                      <a:pt x="4122877" y="3723363"/>
                    </a:lnTo>
                    <a:lnTo>
                      <a:pt x="3926860" y="3431944"/>
                    </a:lnTo>
                    <a:close/>
                    <a:moveTo>
                      <a:pt x="1363766" y="3701745"/>
                    </a:moveTo>
                    <a:lnTo>
                      <a:pt x="1367096" y="3708495"/>
                    </a:lnTo>
                    <a:lnTo>
                      <a:pt x="1346036" y="3721184"/>
                    </a:lnTo>
                    <a:lnTo>
                      <a:pt x="1372046" y="3771224"/>
                    </a:lnTo>
                    <a:lnTo>
                      <a:pt x="1368896" y="3759344"/>
                    </a:lnTo>
                    <a:lnTo>
                      <a:pt x="1376366" y="3716325"/>
                    </a:lnTo>
                    <a:lnTo>
                      <a:pt x="1395896" y="3682215"/>
                    </a:lnTo>
                    <a:lnTo>
                      <a:pt x="1402466" y="3676725"/>
                    </a:lnTo>
                    <a:lnTo>
                      <a:pt x="1363766" y="3701745"/>
                    </a:lnTo>
                    <a:close/>
                    <a:moveTo>
                      <a:pt x="2155584" y="3190914"/>
                    </a:moveTo>
                    <a:lnTo>
                      <a:pt x="1363766" y="3701745"/>
                    </a:lnTo>
                    <a:lnTo>
                      <a:pt x="1367096" y="3708495"/>
                    </a:lnTo>
                    <a:lnTo>
                      <a:pt x="1346036" y="3721184"/>
                    </a:lnTo>
                    <a:lnTo>
                      <a:pt x="1715119" y="4436052"/>
                    </a:lnTo>
                    <a:lnTo>
                      <a:pt x="2061618" y="4220146"/>
                    </a:lnTo>
                    <a:lnTo>
                      <a:pt x="2118588" y="4166146"/>
                    </a:lnTo>
                    <a:lnTo>
                      <a:pt x="2292377" y="4059048"/>
                    </a:lnTo>
                    <a:lnTo>
                      <a:pt x="2258538" y="3997309"/>
                    </a:lnTo>
                    <a:lnTo>
                      <a:pt x="2361138" y="3932510"/>
                    </a:lnTo>
                    <a:lnTo>
                      <a:pt x="2367708" y="3943040"/>
                    </a:lnTo>
                    <a:lnTo>
                      <a:pt x="2391648" y="3928010"/>
                    </a:lnTo>
                    <a:lnTo>
                      <a:pt x="2385078" y="3917480"/>
                    </a:lnTo>
                    <a:lnTo>
                      <a:pt x="2492357" y="3850431"/>
                    </a:lnTo>
                    <a:lnTo>
                      <a:pt x="2376980" y="3655852"/>
                    </a:lnTo>
                    <a:lnTo>
                      <a:pt x="2411810" y="3502043"/>
                    </a:lnTo>
                    <a:lnTo>
                      <a:pt x="2468240" y="3468564"/>
                    </a:lnTo>
                    <a:lnTo>
                      <a:pt x="2474900" y="3456414"/>
                    </a:lnTo>
                    <a:lnTo>
                      <a:pt x="2471030" y="3443184"/>
                    </a:lnTo>
                    <a:lnTo>
                      <a:pt x="2387872" y="3302784"/>
                    </a:lnTo>
                    <a:lnTo>
                      <a:pt x="2364922" y="3308364"/>
                    </a:lnTo>
                    <a:lnTo>
                      <a:pt x="2276003" y="3182455"/>
                    </a:lnTo>
                    <a:lnTo>
                      <a:pt x="2185734" y="3239964"/>
                    </a:lnTo>
                    <a:lnTo>
                      <a:pt x="2155584" y="3190914"/>
                    </a:lnTo>
                    <a:close/>
                    <a:moveTo>
                      <a:pt x="2825800" y="4536139"/>
                    </a:moveTo>
                    <a:lnTo>
                      <a:pt x="2474981" y="4756005"/>
                    </a:lnTo>
                    <a:lnTo>
                      <a:pt x="2637068" y="5023214"/>
                    </a:lnTo>
                    <a:lnTo>
                      <a:pt x="2951438" y="4808388"/>
                    </a:lnTo>
                    <a:lnTo>
                      <a:pt x="2950898" y="4786248"/>
                    </a:lnTo>
                    <a:lnTo>
                      <a:pt x="2950268" y="4759158"/>
                    </a:lnTo>
                    <a:lnTo>
                      <a:pt x="2949908" y="4744668"/>
                    </a:lnTo>
                    <a:lnTo>
                      <a:pt x="2928308" y="4707678"/>
                    </a:lnTo>
                    <a:lnTo>
                      <a:pt x="2879079" y="4612818"/>
                    </a:lnTo>
                    <a:lnTo>
                      <a:pt x="2859460" y="4573849"/>
                    </a:lnTo>
                    <a:lnTo>
                      <a:pt x="2843620" y="4555849"/>
                    </a:lnTo>
                    <a:lnTo>
                      <a:pt x="2838940" y="4558729"/>
                    </a:lnTo>
                    <a:lnTo>
                      <a:pt x="2825800" y="4536139"/>
                    </a:lnTo>
                    <a:close/>
                    <a:moveTo>
                      <a:pt x="2155584" y="3190914"/>
                    </a:moveTo>
                    <a:lnTo>
                      <a:pt x="2185734" y="3239964"/>
                    </a:lnTo>
                    <a:lnTo>
                      <a:pt x="2276003" y="3182455"/>
                    </a:lnTo>
                    <a:lnTo>
                      <a:pt x="2364922" y="3308364"/>
                    </a:lnTo>
                    <a:lnTo>
                      <a:pt x="2387872" y="3302784"/>
                    </a:lnTo>
                    <a:lnTo>
                      <a:pt x="2471030" y="3443184"/>
                    </a:lnTo>
                    <a:lnTo>
                      <a:pt x="2474900" y="3456414"/>
                    </a:lnTo>
                    <a:lnTo>
                      <a:pt x="2468240" y="3468564"/>
                    </a:lnTo>
                    <a:lnTo>
                      <a:pt x="2411810" y="3502043"/>
                    </a:lnTo>
                    <a:lnTo>
                      <a:pt x="2376980" y="3655852"/>
                    </a:lnTo>
                    <a:lnTo>
                      <a:pt x="2492357" y="3850431"/>
                    </a:lnTo>
                    <a:lnTo>
                      <a:pt x="2385078" y="3917480"/>
                    </a:lnTo>
                    <a:lnTo>
                      <a:pt x="2391648" y="3928010"/>
                    </a:lnTo>
                    <a:lnTo>
                      <a:pt x="2367708" y="3943040"/>
                    </a:lnTo>
                    <a:lnTo>
                      <a:pt x="2361138" y="3932510"/>
                    </a:lnTo>
                    <a:lnTo>
                      <a:pt x="2258538" y="3997309"/>
                    </a:lnTo>
                    <a:lnTo>
                      <a:pt x="2292377" y="4059048"/>
                    </a:lnTo>
                    <a:lnTo>
                      <a:pt x="2118588" y="4166146"/>
                    </a:lnTo>
                    <a:lnTo>
                      <a:pt x="2061618" y="4220146"/>
                    </a:lnTo>
                    <a:lnTo>
                      <a:pt x="1715119" y="4436052"/>
                    </a:lnTo>
                    <a:lnTo>
                      <a:pt x="1834637" y="4674461"/>
                    </a:lnTo>
                    <a:lnTo>
                      <a:pt x="1889986" y="4647192"/>
                    </a:lnTo>
                    <a:lnTo>
                      <a:pt x="1912846" y="4693901"/>
                    </a:lnTo>
                    <a:lnTo>
                      <a:pt x="3381642" y="3773578"/>
                    </a:lnTo>
                    <a:lnTo>
                      <a:pt x="3064847" y="3294689"/>
                    </a:lnTo>
                    <a:lnTo>
                      <a:pt x="3088787" y="3278939"/>
                    </a:lnTo>
                    <a:lnTo>
                      <a:pt x="2778382" y="2830470"/>
                    </a:lnTo>
                    <a:lnTo>
                      <a:pt x="2570033" y="2948278"/>
                    </a:lnTo>
                    <a:lnTo>
                      <a:pt x="2359434" y="3080936"/>
                    </a:lnTo>
                    <a:lnTo>
                      <a:pt x="2386343" y="3118196"/>
                    </a:lnTo>
                    <a:lnTo>
                      <a:pt x="2344853" y="3144925"/>
                    </a:lnTo>
                    <a:lnTo>
                      <a:pt x="2324874" y="3117295"/>
                    </a:lnTo>
                    <a:lnTo>
                      <a:pt x="2323074" y="3103885"/>
                    </a:lnTo>
                    <a:lnTo>
                      <a:pt x="2277804" y="3133045"/>
                    </a:lnTo>
                    <a:lnTo>
                      <a:pt x="2268714" y="3118915"/>
                    </a:lnTo>
                    <a:lnTo>
                      <a:pt x="2155584" y="3190914"/>
                    </a:lnTo>
                    <a:close/>
                    <a:moveTo>
                      <a:pt x="1703779" y="4443072"/>
                    </a:moveTo>
                    <a:lnTo>
                      <a:pt x="1800257" y="4656461"/>
                    </a:lnTo>
                    <a:lnTo>
                      <a:pt x="1819877" y="4682471"/>
                    </a:lnTo>
                    <a:lnTo>
                      <a:pt x="1846426" y="4735571"/>
                    </a:lnTo>
                    <a:lnTo>
                      <a:pt x="1912846" y="4693901"/>
                    </a:lnTo>
                    <a:lnTo>
                      <a:pt x="1889986" y="4647192"/>
                    </a:lnTo>
                    <a:lnTo>
                      <a:pt x="1834637" y="4674461"/>
                    </a:lnTo>
                    <a:lnTo>
                      <a:pt x="1715119" y="4436052"/>
                    </a:lnTo>
                    <a:lnTo>
                      <a:pt x="1703779" y="4443072"/>
                    </a:lnTo>
                    <a:close/>
                    <a:moveTo>
                      <a:pt x="5152579" y="880920"/>
                    </a:moveTo>
                    <a:lnTo>
                      <a:pt x="4495310" y="1377802"/>
                    </a:lnTo>
                    <a:lnTo>
                      <a:pt x="2439084" y="2870698"/>
                    </a:lnTo>
                    <a:lnTo>
                      <a:pt x="2256115" y="2979596"/>
                    </a:lnTo>
                    <a:lnTo>
                      <a:pt x="2195275" y="3042955"/>
                    </a:lnTo>
                    <a:lnTo>
                      <a:pt x="1318857" y="3663945"/>
                    </a:lnTo>
                    <a:lnTo>
                      <a:pt x="1339287" y="3697965"/>
                    </a:lnTo>
                    <a:lnTo>
                      <a:pt x="2234965" y="3053125"/>
                    </a:lnTo>
                    <a:lnTo>
                      <a:pt x="2264665" y="3011366"/>
                    </a:lnTo>
                    <a:lnTo>
                      <a:pt x="2302915" y="2978246"/>
                    </a:lnTo>
                    <a:lnTo>
                      <a:pt x="2407494" y="2920467"/>
                    </a:lnTo>
                    <a:lnTo>
                      <a:pt x="2627544" y="2770800"/>
                    </a:lnTo>
                    <a:lnTo>
                      <a:pt x="2674974" y="2750730"/>
                    </a:lnTo>
                    <a:lnTo>
                      <a:pt x="4096160" y="1712867"/>
                    </a:lnTo>
                    <a:lnTo>
                      <a:pt x="4698079" y="1294644"/>
                    </a:lnTo>
                    <a:lnTo>
                      <a:pt x="4866109" y="1146057"/>
                    </a:lnTo>
                    <a:lnTo>
                      <a:pt x="5023248" y="1035718"/>
                    </a:lnTo>
                    <a:lnTo>
                      <a:pt x="5075808" y="1012859"/>
                    </a:lnTo>
                    <a:lnTo>
                      <a:pt x="5173368" y="926100"/>
                    </a:lnTo>
                    <a:lnTo>
                      <a:pt x="5152579" y="880920"/>
                    </a:lnTo>
                    <a:close/>
                    <a:moveTo>
                      <a:pt x="2359434" y="3080936"/>
                    </a:moveTo>
                    <a:lnTo>
                      <a:pt x="2323074" y="3103885"/>
                    </a:lnTo>
                    <a:lnTo>
                      <a:pt x="2324874" y="3117295"/>
                    </a:lnTo>
                    <a:lnTo>
                      <a:pt x="2344853" y="3144925"/>
                    </a:lnTo>
                    <a:lnTo>
                      <a:pt x="2386343" y="3118196"/>
                    </a:lnTo>
                    <a:lnTo>
                      <a:pt x="2366363" y="3090566"/>
                    </a:lnTo>
                    <a:lnTo>
                      <a:pt x="2359434" y="3080936"/>
                    </a:lnTo>
                    <a:close/>
                    <a:moveTo>
                      <a:pt x="5135659" y="844111"/>
                    </a:moveTo>
                    <a:lnTo>
                      <a:pt x="4754690" y="1145426"/>
                    </a:lnTo>
                    <a:lnTo>
                      <a:pt x="2625834" y="2674231"/>
                    </a:lnTo>
                    <a:lnTo>
                      <a:pt x="2424685" y="2847928"/>
                    </a:lnTo>
                    <a:lnTo>
                      <a:pt x="2248105" y="2955656"/>
                    </a:lnTo>
                    <a:lnTo>
                      <a:pt x="2167915" y="3025135"/>
                    </a:lnTo>
                    <a:lnTo>
                      <a:pt x="1301667" y="3635415"/>
                    </a:lnTo>
                    <a:lnTo>
                      <a:pt x="1318857" y="3663945"/>
                    </a:lnTo>
                    <a:lnTo>
                      <a:pt x="2195275" y="3042955"/>
                    </a:lnTo>
                    <a:lnTo>
                      <a:pt x="2256115" y="2979596"/>
                    </a:lnTo>
                    <a:lnTo>
                      <a:pt x="2439084" y="2870698"/>
                    </a:lnTo>
                    <a:lnTo>
                      <a:pt x="4495310" y="1377802"/>
                    </a:lnTo>
                    <a:lnTo>
                      <a:pt x="5152579" y="880920"/>
                    </a:lnTo>
                    <a:lnTo>
                      <a:pt x="5135659" y="844111"/>
                    </a:lnTo>
                    <a:close/>
                    <a:moveTo>
                      <a:pt x="1347482" y="2882210"/>
                    </a:moveTo>
                    <a:lnTo>
                      <a:pt x="1411111" y="2943410"/>
                    </a:lnTo>
                    <a:lnTo>
                      <a:pt x="1522981" y="2887432"/>
                    </a:lnTo>
                    <a:lnTo>
                      <a:pt x="1672560" y="2794283"/>
                    </a:lnTo>
                    <a:lnTo>
                      <a:pt x="1795410" y="2738664"/>
                    </a:lnTo>
                    <a:lnTo>
                      <a:pt x="2501819" y="2178873"/>
                    </a:lnTo>
                    <a:lnTo>
                      <a:pt x="2461139" y="2134953"/>
                    </a:lnTo>
                    <a:lnTo>
                      <a:pt x="3475617" y="1396245"/>
                    </a:lnTo>
                    <a:lnTo>
                      <a:pt x="3465537" y="1359076"/>
                    </a:lnTo>
                    <a:lnTo>
                      <a:pt x="3400828" y="1265836"/>
                    </a:lnTo>
                    <a:lnTo>
                      <a:pt x="3345209" y="1200766"/>
                    </a:lnTo>
                    <a:lnTo>
                      <a:pt x="2714041" y="1658228"/>
                    </a:lnTo>
                    <a:lnTo>
                      <a:pt x="2355571" y="1996354"/>
                    </a:lnTo>
                    <a:lnTo>
                      <a:pt x="2336041" y="1975384"/>
                    </a:lnTo>
                    <a:lnTo>
                      <a:pt x="2091061" y="2202630"/>
                    </a:lnTo>
                    <a:lnTo>
                      <a:pt x="2112301" y="2225670"/>
                    </a:lnTo>
                    <a:lnTo>
                      <a:pt x="1730971" y="2585485"/>
                    </a:lnTo>
                    <a:lnTo>
                      <a:pt x="1717022" y="2570725"/>
                    </a:lnTo>
                    <a:lnTo>
                      <a:pt x="1709102" y="2578645"/>
                    </a:lnTo>
                    <a:lnTo>
                      <a:pt x="1679672" y="2547505"/>
                    </a:lnTo>
                    <a:lnTo>
                      <a:pt x="1338302" y="2873390"/>
                    </a:lnTo>
                    <a:lnTo>
                      <a:pt x="1347482" y="2882210"/>
                    </a:lnTo>
                    <a:close/>
                    <a:moveTo>
                      <a:pt x="713715" y="1635355"/>
                    </a:moveTo>
                    <a:lnTo>
                      <a:pt x="631365" y="1720674"/>
                    </a:lnTo>
                    <a:lnTo>
                      <a:pt x="554775" y="1810583"/>
                    </a:lnTo>
                    <a:lnTo>
                      <a:pt x="1313554" y="2615182"/>
                    </a:lnTo>
                    <a:lnTo>
                      <a:pt x="1469524" y="2436084"/>
                    </a:lnTo>
                    <a:lnTo>
                      <a:pt x="722985" y="1644625"/>
                    </a:lnTo>
                    <a:lnTo>
                      <a:pt x="713715" y="1635355"/>
                    </a:lnTo>
                    <a:close/>
                    <a:moveTo>
                      <a:pt x="4126232" y="0"/>
                    </a:moveTo>
                    <a:lnTo>
                      <a:pt x="4015622" y="93418"/>
                    </a:lnTo>
                    <a:lnTo>
                      <a:pt x="3662822" y="426144"/>
                    </a:lnTo>
                    <a:lnTo>
                      <a:pt x="3558332" y="577342"/>
                    </a:lnTo>
                    <a:lnTo>
                      <a:pt x="1589043" y="2434825"/>
                    </a:lnTo>
                    <a:lnTo>
                      <a:pt x="1604613" y="2451475"/>
                    </a:lnTo>
                    <a:lnTo>
                      <a:pt x="2177463" y="1897983"/>
                    </a:lnTo>
                    <a:lnTo>
                      <a:pt x="2246762" y="1965933"/>
                    </a:lnTo>
                    <a:lnTo>
                      <a:pt x="2229212" y="1988883"/>
                    </a:lnTo>
                    <a:lnTo>
                      <a:pt x="2222822" y="2013183"/>
                    </a:lnTo>
                    <a:lnTo>
                      <a:pt x="1676252" y="2543815"/>
                    </a:lnTo>
                    <a:lnTo>
                      <a:pt x="1679672" y="2547505"/>
                    </a:lnTo>
                    <a:lnTo>
                      <a:pt x="2225252" y="2013903"/>
                    </a:lnTo>
                    <a:lnTo>
                      <a:pt x="2230742" y="1988793"/>
                    </a:lnTo>
                    <a:lnTo>
                      <a:pt x="2280602" y="1940913"/>
                    </a:lnTo>
                    <a:lnTo>
                      <a:pt x="2512441" y="1804296"/>
                    </a:lnTo>
                    <a:lnTo>
                      <a:pt x="2685421" y="1678928"/>
                    </a:lnTo>
                    <a:lnTo>
                      <a:pt x="3292020" y="1105816"/>
                    </a:lnTo>
                    <a:lnTo>
                      <a:pt x="3522690" y="895489"/>
                    </a:lnTo>
                    <a:lnTo>
                      <a:pt x="3876479" y="635934"/>
                    </a:lnTo>
                    <a:lnTo>
                      <a:pt x="4150169" y="377997"/>
                    </a:lnTo>
                    <a:lnTo>
                      <a:pt x="4148189" y="433527"/>
                    </a:lnTo>
                    <a:lnTo>
                      <a:pt x="4272119" y="337228"/>
                    </a:lnTo>
                    <a:lnTo>
                      <a:pt x="4229189" y="366298"/>
                    </a:lnTo>
                    <a:lnTo>
                      <a:pt x="4237649" y="351718"/>
                    </a:lnTo>
                    <a:lnTo>
                      <a:pt x="4195709" y="334438"/>
                    </a:lnTo>
                    <a:lnTo>
                      <a:pt x="4263569" y="270719"/>
                    </a:lnTo>
                    <a:lnTo>
                      <a:pt x="4265009" y="225899"/>
                    </a:lnTo>
                    <a:lnTo>
                      <a:pt x="4259700" y="189089"/>
                    </a:lnTo>
                    <a:lnTo>
                      <a:pt x="4248630" y="153629"/>
                    </a:lnTo>
                    <a:lnTo>
                      <a:pt x="4225320" y="109980"/>
                    </a:lnTo>
                    <a:lnTo>
                      <a:pt x="4126232" y="0"/>
                    </a:lnTo>
                    <a:close/>
                    <a:moveTo>
                      <a:pt x="2714041" y="1658228"/>
                    </a:moveTo>
                    <a:lnTo>
                      <a:pt x="2512441" y="1804296"/>
                    </a:lnTo>
                    <a:lnTo>
                      <a:pt x="2280602" y="1940913"/>
                    </a:lnTo>
                    <a:lnTo>
                      <a:pt x="2230742" y="1988793"/>
                    </a:lnTo>
                    <a:lnTo>
                      <a:pt x="2225252" y="2013903"/>
                    </a:lnTo>
                    <a:lnTo>
                      <a:pt x="1756352" y="2473256"/>
                    </a:lnTo>
                    <a:lnTo>
                      <a:pt x="1679672" y="2547505"/>
                    </a:lnTo>
                    <a:lnTo>
                      <a:pt x="1709102" y="2578645"/>
                    </a:lnTo>
                    <a:lnTo>
                      <a:pt x="1717022" y="2570725"/>
                    </a:lnTo>
                    <a:lnTo>
                      <a:pt x="1730971" y="2585485"/>
                    </a:lnTo>
                    <a:lnTo>
                      <a:pt x="2112301" y="2225670"/>
                    </a:lnTo>
                    <a:lnTo>
                      <a:pt x="2091061" y="2202630"/>
                    </a:lnTo>
                    <a:lnTo>
                      <a:pt x="2336041" y="1975384"/>
                    </a:lnTo>
                    <a:lnTo>
                      <a:pt x="2355571" y="1996354"/>
                    </a:lnTo>
                    <a:lnTo>
                      <a:pt x="2714041" y="1658228"/>
                    </a:lnTo>
                    <a:close/>
                    <a:moveTo>
                      <a:pt x="4823791" y="3781958"/>
                    </a:moveTo>
                    <a:lnTo>
                      <a:pt x="4478192" y="4013974"/>
                    </a:lnTo>
                    <a:lnTo>
                      <a:pt x="3972753" y="4362628"/>
                    </a:lnTo>
                    <a:lnTo>
                      <a:pt x="3981753" y="4378198"/>
                    </a:lnTo>
                    <a:lnTo>
                      <a:pt x="4291977" y="4910906"/>
                    </a:lnTo>
                    <a:lnTo>
                      <a:pt x="4362897" y="4871757"/>
                    </a:lnTo>
                    <a:lnTo>
                      <a:pt x="4444527" y="4826668"/>
                    </a:lnTo>
                    <a:lnTo>
                      <a:pt x="4548116" y="4782569"/>
                    </a:lnTo>
                    <a:lnTo>
                      <a:pt x="4578356" y="4769519"/>
                    </a:lnTo>
                    <a:lnTo>
                      <a:pt x="4600316" y="4757819"/>
                    </a:lnTo>
                    <a:lnTo>
                      <a:pt x="4971295" y="4551723"/>
                    </a:lnTo>
                    <a:lnTo>
                      <a:pt x="5135364" y="4475045"/>
                    </a:lnTo>
                    <a:lnTo>
                      <a:pt x="5146884" y="4466225"/>
                    </a:lnTo>
                    <a:lnTo>
                      <a:pt x="5184595" y="4376496"/>
                    </a:lnTo>
                    <a:lnTo>
                      <a:pt x="5123036" y="4266876"/>
                    </a:lnTo>
                    <a:lnTo>
                      <a:pt x="4843051" y="3818137"/>
                    </a:lnTo>
                    <a:lnTo>
                      <a:pt x="4823791" y="3781958"/>
                    </a:lnTo>
                    <a:close/>
                    <a:moveTo>
                      <a:pt x="2716103" y="2769360"/>
                    </a:moveTo>
                    <a:lnTo>
                      <a:pt x="2770732" y="2836140"/>
                    </a:lnTo>
                    <a:lnTo>
                      <a:pt x="2778382" y="2830470"/>
                    </a:lnTo>
                    <a:lnTo>
                      <a:pt x="3088787" y="3278939"/>
                    </a:lnTo>
                    <a:lnTo>
                      <a:pt x="3064847" y="3294689"/>
                    </a:lnTo>
                    <a:lnTo>
                      <a:pt x="3381642" y="3773578"/>
                    </a:lnTo>
                    <a:lnTo>
                      <a:pt x="4180479" y="3272917"/>
                    </a:lnTo>
                    <a:lnTo>
                      <a:pt x="3830745" y="2763968"/>
                    </a:lnTo>
                    <a:lnTo>
                      <a:pt x="3814455" y="2802038"/>
                    </a:lnTo>
                    <a:lnTo>
                      <a:pt x="3635718" y="2557688"/>
                    </a:lnTo>
                    <a:lnTo>
                      <a:pt x="3668298" y="2536089"/>
                    </a:lnTo>
                    <a:lnTo>
                      <a:pt x="3645528" y="2501349"/>
                    </a:lnTo>
                    <a:lnTo>
                      <a:pt x="3693588" y="2466339"/>
                    </a:lnTo>
                    <a:lnTo>
                      <a:pt x="3499461" y="2198320"/>
                    </a:lnTo>
                    <a:lnTo>
                      <a:pt x="3264472" y="2356987"/>
                    </a:lnTo>
                    <a:lnTo>
                      <a:pt x="2716103" y="2769360"/>
                    </a:lnTo>
                    <a:close/>
                    <a:moveTo>
                      <a:pt x="4245006" y="3646865"/>
                    </a:moveTo>
                    <a:lnTo>
                      <a:pt x="3703928" y="3985889"/>
                    </a:lnTo>
                    <a:lnTo>
                      <a:pt x="3739567" y="4042768"/>
                    </a:lnTo>
                    <a:lnTo>
                      <a:pt x="3644977" y="4101357"/>
                    </a:lnTo>
                    <a:lnTo>
                      <a:pt x="3624638" y="4113867"/>
                    </a:lnTo>
                    <a:lnTo>
                      <a:pt x="4375324" y="3852154"/>
                    </a:lnTo>
                    <a:lnTo>
                      <a:pt x="4245006" y="3646865"/>
                    </a:lnTo>
                    <a:close/>
                    <a:moveTo>
                      <a:pt x="5964178" y="3071600"/>
                    </a:moveTo>
                    <a:lnTo>
                      <a:pt x="5963368" y="3043341"/>
                    </a:lnTo>
                    <a:lnTo>
                      <a:pt x="6024208" y="3009051"/>
                    </a:lnTo>
                    <a:lnTo>
                      <a:pt x="5906310" y="2766052"/>
                    </a:lnTo>
                    <a:lnTo>
                      <a:pt x="5873101" y="2729512"/>
                    </a:lnTo>
                    <a:lnTo>
                      <a:pt x="5835661" y="2709532"/>
                    </a:lnTo>
                    <a:lnTo>
                      <a:pt x="5793992" y="2702152"/>
                    </a:lnTo>
                    <a:lnTo>
                      <a:pt x="5751962" y="2708091"/>
                    </a:lnTo>
                    <a:lnTo>
                      <a:pt x="5719832" y="2722671"/>
                    </a:lnTo>
                    <a:lnTo>
                      <a:pt x="4245006" y="3646865"/>
                    </a:lnTo>
                    <a:lnTo>
                      <a:pt x="4478192" y="4013974"/>
                    </a:lnTo>
                    <a:lnTo>
                      <a:pt x="4863841" y="3755138"/>
                    </a:lnTo>
                    <a:lnTo>
                      <a:pt x="4827482" y="3665318"/>
                    </a:lnTo>
                    <a:lnTo>
                      <a:pt x="5070841" y="3513131"/>
                    </a:lnTo>
                    <a:lnTo>
                      <a:pt x="5121780" y="3593861"/>
                    </a:lnTo>
                    <a:lnTo>
                      <a:pt x="5964178" y="3071600"/>
                    </a:lnTo>
                    <a:close/>
                    <a:moveTo>
                      <a:pt x="5059414" y="3106694"/>
                    </a:moveTo>
                    <a:lnTo>
                      <a:pt x="5504913" y="2830219"/>
                    </a:lnTo>
                    <a:lnTo>
                      <a:pt x="5719293" y="2634292"/>
                    </a:lnTo>
                    <a:lnTo>
                      <a:pt x="5720643" y="2632132"/>
                    </a:lnTo>
                    <a:lnTo>
                      <a:pt x="5732343" y="2589022"/>
                    </a:lnTo>
                    <a:lnTo>
                      <a:pt x="5734233" y="2586502"/>
                    </a:lnTo>
                    <a:lnTo>
                      <a:pt x="5790573" y="2549063"/>
                    </a:lnTo>
                    <a:lnTo>
                      <a:pt x="5691215" y="2331084"/>
                    </a:lnTo>
                    <a:lnTo>
                      <a:pt x="5545685" y="2415232"/>
                    </a:lnTo>
                    <a:lnTo>
                      <a:pt x="4459118" y="3103900"/>
                    </a:lnTo>
                    <a:lnTo>
                      <a:pt x="4507628" y="3183190"/>
                    </a:lnTo>
                    <a:lnTo>
                      <a:pt x="4238978" y="3358057"/>
                    </a:lnTo>
                    <a:lnTo>
                      <a:pt x="4367946" y="3553176"/>
                    </a:lnTo>
                    <a:lnTo>
                      <a:pt x="5059414" y="3106694"/>
                    </a:lnTo>
                    <a:close/>
                    <a:moveTo>
                      <a:pt x="4180479" y="3272917"/>
                    </a:moveTo>
                    <a:lnTo>
                      <a:pt x="4238978" y="3358057"/>
                    </a:lnTo>
                    <a:lnTo>
                      <a:pt x="4507628" y="3183190"/>
                    </a:lnTo>
                    <a:lnTo>
                      <a:pt x="4459118" y="3103900"/>
                    </a:lnTo>
                    <a:lnTo>
                      <a:pt x="4180479" y="3272917"/>
                    </a:lnTo>
                    <a:close/>
                    <a:moveTo>
                      <a:pt x="4430689" y="1509021"/>
                    </a:moveTo>
                    <a:lnTo>
                      <a:pt x="3680361" y="2053062"/>
                    </a:lnTo>
                    <a:lnTo>
                      <a:pt x="3586491" y="2129741"/>
                    </a:lnTo>
                    <a:lnTo>
                      <a:pt x="3594321" y="2150171"/>
                    </a:lnTo>
                    <a:lnTo>
                      <a:pt x="3677660" y="2264111"/>
                    </a:lnTo>
                    <a:lnTo>
                      <a:pt x="3592160" y="2326210"/>
                    </a:lnTo>
                    <a:lnTo>
                      <a:pt x="3693588" y="2466339"/>
                    </a:lnTo>
                    <a:lnTo>
                      <a:pt x="3645528" y="2501349"/>
                    </a:lnTo>
                    <a:lnTo>
                      <a:pt x="3668298" y="2536089"/>
                    </a:lnTo>
                    <a:lnTo>
                      <a:pt x="3635718" y="2557688"/>
                    </a:lnTo>
                    <a:lnTo>
                      <a:pt x="3814455" y="2802038"/>
                    </a:lnTo>
                    <a:lnTo>
                      <a:pt x="3830745" y="2763968"/>
                    </a:lnTo>
                    <a:lnTo>
                      <a:pt x="4862142" y="2107160"/>
                    </a:lnTo>
                    <a:lnTo>
                      <a:pt x="4430689" y="1509021"/>
                    </a:lnTo>
                    <a:close/>
                    <a:moveTo>
                      <a:pt x="5418701" y="1752746"/>
                    </a:moveTo>
                    <a:lnTo>
                      <a:pt x="4862232" y="2107160"/>
                    </a:lnTo>
                    <a:lnTo>
                      <a:pt x="3830745" y="2763968"/>
                    </a:lnTo>
                    <a:lnTo>
                      <a:pt x="4180479" y="3272917"/>
                    </a:lnTo>
                    <a:lnTo>
                      <a:pt x="4459118" y="3103900"/>
                    </a:lnTo>
                    <a:lnTo>
                      <a:pt x="5545685" y="2415232"/>
                    </a:lnTo>
                    <a:lnTo>
                      <a:pt x="5691215" y="2331084"/>
                    </a:lnTo>
                    <a:lnTo>
                      <a:pt x="5566118" y="1989625"/>
                    </a:lnTo>
                    <a:lnTo>
                      <a:pt x="5418701" y="1752746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1" name="Контур"/>
              <p:cNvSpPr/>
              <p:nvPr/>
            </p:nvSpPr>
            <p:spPr>
              <a:xfrm>
                <a:off x="3811190" y="8872065"/>
                <a:ext cx="6484810" cy="1315935"/>
              </a:xfrm>
              <a:custGeom>
                <a:avLst/>
                <a:gdLst/>
                <a:ahLst/>
                <a:cxnLst/>
                <a:rect l="l" t="t" r="r" b="b"/>
                <a:pathLst>
                  <a:path w="6484810" h="1315935" fill="none">
                    <a:moveTo>
                      <a:pt x="3959337" y="383219"/>
                    </a:moveTo>
                    <a:lnTo>
                      <a:pt x="3779341" y="0"/>
                    </a:lnTo>
                    <a:lnTo>
                      <a:pt x="2496846" y="596327"/>
                    </a:lnTo>
                    <a:lnTo>
                      <a:pt x="2475067" y="549618"/>
                    </a:lnTo>
                    <a:lnTo>
                      <a:pt x="2434117" y="567887"/>
                    </a:lnTo>
                    <a:lnTo>
                      <a:pt x="2425477" y="548447"/>
                    </a:lnTo>
                    <a:lnTo>
                      <a:pt x="2339888" y="586426"/>
                    </a:lnTo>
                    <a:lnTo>
                      <a:pt x="2301908" y="493097"/>
                    </a:lnTo>
                    <a:lnTo>
                      <a:pt x="2156919" y="557625"/>
                    </a:lnTo>
                    <a:lnTo>
                      <a:pt x="2136130" y="511906"/>
                    </a:lnTo>
                    <a:lnTo>
                      <a:pt x="2062510" y="543225"/>
                    </a:lnTo>
                    <a:lnTo>
                      <a:pt x="2037940" y="493905"/>
                    </a:lnTo>
                    <a:lnTo>
                      <a:pt x="1847321" y="569503"/>
                    </a:lnTo>
                    <a:lnTo>
                      <a:pt x="1698555" y="239745"/>
                    </a:lnTo>
                    <a:lnTo>
                      <a:pt x="1610175" y="285464"/>
                    </a:lnTo>
                    <a:lnTo>
                      <a:pt x="1597305" y="286454"/>
                    </a:lnTo>
                    <a:lnTo>
                      <a:pt x="1266376" y="534400"/>
                    </a:lnTo>
                    <a:lnTo>
                      <a:pt x="864076" y="953254"/>
                    </a:lnTo>
                    <a:lnTo>
                      <a:pt x="806565" y="1041093"/>
                    </a:lnTo>
                    <a:lnTo>
                      <a:pt x="758595" y="1135862"/>
                    </a:lnTo>
                    <a:lnTo>
                      <a:pt x="688875" y="1315935"/>
                    </a:lnTo>
                    <a:moveTo>
                      <a:pt x="2643784" y="1315935"/>
                    </a:moveTo>
                    <a:lnTo>
                      <a:pt x="2635351" y="1292743"/>
                    </a:lnTo>
                    <a:lnTo>
                      <a:pt x="2533923" y="1078814"/>
                    </a:lnTo>
                    <a:lnTo>
                      <a:pt x="2541393" y="1075214"/>
                    </a:lnTo>
                    <a:lnTo>
                      <a:pt x="2398296" y="775515"/>
                    </a:lnTo>
                    <a:lnTo>
                      <a:pt x="3717421" y="144629"/>
                    </a:lnTo>
                    <a:lnTo>
                      <a:pt x="3747210" y="165509"/>
                    </a:lnTo>
                    <a:lnTo>
                      <a:pt x="3869968" y="419668"/>
                    </a:lnTo>
                    <a:lnTo>
                      <a:pt x="3959337" y="383219"/>
                    </a:lnTo>
                    <a:lnTo>
                      <a:pt x="3959337" y="383219"/>
                    </a:lnTo>
                    <a:moveTo>
                      <a:pt x="5643291" y="1315935"/>
                    </a:moveTo>
                    <a:lnTo>
                      <a:pt x="6034988" y="1128428"/>
                    </a:lnTo>
                    <a:lnTo>
                      <a:pt x="6484810" y="913145"/>
                    </a:lnTo>
                    <a:moveTo>
                      <a:pt x="6484810" y="759041"/>
                    </a:moveTo>
                    <a:lnTo>
                      <a:pt x="6380767" y="805152"/>
                    </a:lnTo>
                    <a:lnTo>
                      <a:pt x="6236138" y="871571"/>
                    </a:lnTo>
                    <a:lnTo>
                      <a:pt x="6189068" y="894430"/>
                    </a:lnTo>
                    <a:lnTo>
                      <a:pt x="5990889" y="993428"/>
                    </a:lnTo>
                    <a:lnTo>
                      <a:pt x="5619640" y="1167125"/>
                    </a:lnTo>
                    <a:lnTo>
                      <a:pt x="5307867" y="1315935"/>
                    </a:lnTo>
                    <a:moveTo>
                      <a:pt x="118069" y="1259427"/>
                    </a:moveTo>
                    <a:lnTo>
                      <a:pt x="0" y="1315935"/>
                    </a:lnTo>
                    <a:moveTo>
                      <a:pt x="145100" y="1315935"/>
                    </a:moveTo>
                    <a:lnTo>
                      <a:pt x="118069" y="1259427"/>
                    </a:lnTo>
                    <a:lnTo>
                      <a:pt x="118069" y="1259427"/>
                    </a:lnTo>
                    <a:moveTo>
                      <a:pt x="590746" y="1202640"/>
                    </a:moveTo>
                    <a:lnTo>
                      <a:pt x="488326" y="1252769"/>
                    </a:lnTo>
                    <a:lnTo>
                      <a:pt x="519842" y="1315935"/>
                    </a:lnTo>
                    <a:moveTo>
                      <a:pt x="645123" y="1315935"/>
                    </a:moveTo>
                    <a:lnTo>
                      <a:pt x="590746" y="1202640"/>
                    </a:lnTo>
                    <a:lnTo>
                      <a:pt x="590746" y="120264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2" name="Контур"/>
              <p:cNvSpPr/>
              <p:nvPr/>
            </p:nvSpPr>
            <p:spPr>
              <a:xfrm>
                <a:off x="3233122" y="7644380"/>
                <a:ext cx="3950618" cy="2460473"/>
              </a:xfrm>
              <a:custGeom>
                <a:avLst/>
                <a:gdLst/>
                <a:ahLst/>
                <a:cxnLst/>
                <a:rect l="l" t="t" r="r" b="b"/>
                <a:pathLst>
                  <a:path w="3950618" h="2460473" fill="none">
                    <a:moveTo>
                      <a:pt x="1667236" y="1521875"/>
                    </a:moveTo>
                    <a:lnTo>
                      <a:pt x="1657877" y="1523225"/>
                    </a:lnTo>
                    <a:lnTo>
                      <a:pt x="1499658" y="1544734"/>
                    </a:lnTo>
                    <a:lnTo>
                      <a:pt x="1336399" y="1564352"/>
                    </a:lnTo>
                    <a:lnTo>
                      <a:pt x="1165400" y="1580731"/>
                    </a:lnTo>
                    <a:lnTo>
                      <a:pt x="832312" y="1614569"/>
                    </a:lnTo>
                    <a:lnTo>
                      <a:pt x="501654" y="1699076"/>
                    </a:lnTo>
                    <a:lnTo>
                      <a:pt x="866056" y="2460473"/>
                    </a:lnTo>
                    <a:lnTo>
                      <a:pt x="1199325" y="2300996"/>
                    </a:lnTo>
                    <a:lnTo>
                      <a:pt x="1754265" y="1703854"/>
                    </a:lnTo>
                    <a:lnTo>
                      <a:pt x="1667236" y="1521875"/>
                    </a:lnTo>
                    <a:close/>
                    <a:moveTo>
                      <a:pt x="1317685" y="557350"/>
                    </a:moveTo>
                    <a:lnTo>
                      <a:pt x="436408" y="1112820"/>
                    </a:lnTo>
                    <a:lnTo>
                      <a:pt x="314370" y="998970"/>
                    </a:lnTo>
                    <a:lnTo>
                      <a:pt x="0" y="1213796"/>
                    </a:lnTo>
                    <a:lnTo>
                      <a:pt x="48510" y="1287866"/>
                    </a:lnTo>
                    <a:lnTo>
                      <a:pt x="99629" y="1365806"/>
                    </a:lnTo>
                    <a:lnTo>
                      <a:pt x="206458" y="1302177"/>
                    </a:lnTo>
                    <a:lnTo>
                      <a:pt x="306448" y="1309287"/>
                    </a:lnTo>
                    <a:lnTo>
                      <a:pt x="501654" y="1699076"/>
                    </a:lnTo>
                    <a:lnTo>
                      <a:pt x="832312" y="1614569"/>
                    </a:lnTo>
                    <a:lnTo>
                      <a:pt x="1165400" y="1580731"/>
                    </a:lnTo>
                    <a:lnTo>
                      <a:pt x="1336399" y="1564352"/>
                    </a:lnTo>
                    <a:lnTo>
                      <a:pt x="1499658" y="1544734"/>
                    </a:lnTo>
                    <a:lnTo>
                      <a:pt x="1657877" y="1523225"/>
                    </a:lnTo>
                    <a:lnTo>
                      <a:pt x="1821136" y="1499736"/>
                    </a:lnTo>
                    <a:lnTo>
                      <a:pt x="1877925" y="1490287"/>
                    </a:lnTo>
                    <a:lnTo>
                      <a:pt x="1641860" y="1097168"/>
                    </a:lnTo>
                    <a:lnTo>
                      <a:pt x="1317685" y="557350"/>
                    </a:lnTo>
                    <a:close/>
                    <a:moveTo>
                      <a:pt x="3772872" y="0"/>
                    </a:moveTo>
                    <a:lnTo>
                      <a:pt x="3603402" y="92518"/>
                    </a:lnTo>
                    <a:lnTo>
                      <a:pt x="3585583" y="77938"/>
                    </a:lnTo>
                    <a:lnTo>
                      <a:pt x="2503606" y="677057"/>
                    </a:lnTo>
                    <a:lnTo>
                      <a:pt x="2498296" y="665627"/>
                    </a:lnTo>
                    <a:lnTo>
                      <a:pt x="2334227" y="742305"/>
                    </a:lnTo>
                    <a:lnTo>
                      <a:pt x="1963248" y="948401"/>
                    </a:lnTo>
                    <a:lnTo>
                      <a:pt x="1941288" y="960101"/>
                    </a:lnTo>
                    <a:lnTo>
                      <a:pt x="1911048" y="973151"/>
                    </a:lnTo>
                    <a:lnTo>
                      <a:pt x="1807459" y="1017250"/>
                    </a:lnTo>
                    <a:lnTo>
                      <a:pt x="1725829" y="1062339"/>
                    </a:lnTo>
                    <a:lnTo>
                      <a:pt x="1952175" y="1472197"/>
                    </a:lnTo>
                    <a:lnTo>
                      <a:pt x="1985925" y="1455008"/>
                    </a:lnTo>
                    <a:lnTo>
                      <a:pt x="2190314" y="1378420"/>
                    </a:lnTo>
                    <a:lnTo>
                      <a:pt x="2392723" y="1285272"/>
                    </a:lnTo>
                    <a:lnTo>
                      <a:pt x="2412253" y="1258092"/>
                    </a:lnTo>
                    <a:lnTo>
                      <a:pt x="2444473" y="1241982"/>
                    </a:lnTo>
                    <a:lnTo>
                      <a:pt x="3950618" y="368819"/>
                    </a:lnTo>
                    <a:lnTo>
                      <a:pt x="3772872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3" name="Контур"/>
              <p:cNvSpPr/>
              <p:nvPr/>
            </p:nvSpPr>
            <p:spPr>
              <a:xfrm>
                <a:off x="1229824" y="8649106"/>
                <a:ext cx="4512570" cy="1538894"/>
              </a:xfrm>
              <a:custGeom>
                <a:avLst/>
                <a:gdLst/>
                <a:ahLst/>
                <a:cxnLst/>
                <a:rect l="l" t="t" r="r" b="b"/>
                <a:pathLst>
                  <a:path w="4512570" h="1538894" fill="none">
                    <a:moveTo>
                      <a:pt x="1548979" y="671124"/>
                    </a:moveTo>
                    <a:lnTo>
                      <a:pt x="1489489" y="699563"/>
                    </a:lnTo>
                    <a:lnTo>
                      <a:pt x="643042" y="1104284"/>
                    </a:lnTo>
                    <a:lnTo>
                      <a:pt x="654562" y="1128404"/>
                    </a:lnTo>
                    <a:lnTo>
                      <a:pt x="510202" y="1219483"/>
                    </a:lnTo>
                    <a:lnTo>
                      <a:pt x="635120" y="1480842"/>
                    </a:lnTo>
                    <a:lnTo>
                      <a:pt x="638899" y="1488762"/>
                    </a:lnTo>
                    <a:lnTo>
                      <a:pt x="662859" y="1538894"/>
                    </a:lnTo>
                    <a:moveTo>
                      <a:pt x="1964275" y="1538894"/>
                    </a:moveTo>
                    <a:lnTo>
                      <a:pt x="1556448" y="686693"/>
                    </a:lnTo>
                    <a:lnTo>
                      <a:pt x="1548979" y="671124"/>
                    </a:lnTo>
                    <a:lnTo>
                      <a:pt x="1548979" y="671124"/>
                    </a:lnTo>
                    <a:moveTo>
                      <a:pt x="1453578" y="890901"/>
                    </a:moveTo>
                    <a:lnTo>
                      <a:pt x="1763711" y="1538894"/>
                    </a:lnTo>
                    <a:moveTo>
                      <a:pt x="835856" y="1538894"/>
                    </a:moveTo>
                    <a:lnTo>
                      <a:pt x="763189" y="1387063"/>
                    </a:lnTo>
                    <a:lnTo>
                      <a:pt x="762019" y="1384723"/>
                    </a:lnTo>
                    <a:lnTo>
                      <a:pt x="698571" y="1252154"/>
                    </a:lnTo>
                    <a:lnTo>
                      <a:pt x="998719" y="1108517"/>
                    </a:lnTo>
                    <a:lnTo>
                      <a:pt x="1019239" y="1098707"/>
                    </a:lnTo>
                    <a:lnTo>
                      <a:pt x="1453578" y="890901"/>
                    </a:lnTo>
                    <a:lnTo>
                      <a:pt x="1453578" y="890901"/>
                    </a:lnTo>
                    <a:moveTo>
                      <a:pt x="510202" y="1219483"/>
                    </a:moveTo>
                    <a:lnTo>
                      <a:pt x="0" y="1538894"/>
                    </a:lnTo>
                    <a:moveTo>
                      <a:pt x="662859" y="1538894"/>
                    </a:moveTo>
                    <a:lnTo>
                      <a:pt x="638899" y="1488762"/>
                    </a:lnTo>
                    <a:lnTo>
                      <a:pt x="635120" y="1480842"/>
                    </a:lnTo>
                    <a:lnTo>
                      <a:pt x="510202" y="1219483"/>
                    </a:lnTo>
                    <a:lnTo>
                      <a:pt x="510202" y="1219483"/>
                    </a:lnTo>
                    <a:moveTo>
                      <a:pt x="1748332" y="0"/>
                    </a:moveTo>
                    <a:lnTo>
                      <a:pt x="1366102" y="306895"/>
                    </a:lnTo>
                    <a:lnTo>
                      <a:pt x="1251982" y="398603"/>
                    </a:lnTo>
                    <a:lnTo>
                      <a:pt x="1445481" y="454764"/>
                    </a:lnTo>
                    <a:lnTo>
                      <a:pt x="1544299" y="661314"/>
                    </a:lnTo>
                    <a:lnTo>
                      <a:pt x="1548979" y="671124"/>
                    </a:lnTo>
                    <a:lnTo>
                      <a:pt x="1556448" y="686693"/>
                    </a:lnTo>
                    <a:lnTo>
                      <a:pt x="1964275" y="1538894"/>
                    </a:lnTo>
                    <a:moveTo>
                      <a:pt x="2263571" y="1538894"/>
                    </a:moveTo>
                    <a:lnTo>
                      <a:pt x="2198679" y="1403273"/>
                    </a:lnTo>
                    <a:lnTo>
                      <a:pt x="1860286" y="696235"/>
                    </a:lnTo>
                    <a:lnTo>
                      <a:pt x="1789818" y="547646"/>
                    </a:lnTo>
                    <a:lnTo>
                      <a:pt x="1713949" y="389967"/>
                    </a:lnTo>
                    <a:lnTo>
                      <a:pt x="1689020" y="338217"/>
                    </a:lnTo>
                    <a:lnTo>
                      <a:pt x="1748332" y="0"/>
                    </a:lnTo>
                    <a:lnTo>
                      <a:pt x="1748332" y="0"/>
                    </a:lnTo>
                    <a:moveTo>
                      <a:pt x="4447771" y="237346"/>
                    </a:moveTo>
                    <a:lnTo>
                      <a:pt x="4415551" y="253366"/>
                    </a:lnTo>
                    <a:lnTo>
                      <a:pt x="4396021" y="280546"/>
                    </a:lnTo>
                    <a:lnTo>
                      <a:pt x="4193612" y="373694"/>
                    </a:lnTo>
                    <a:lnTo>
                      <a:pt x="3989223" y="450282"/>
                    </a:lnTo>
                    <a:lnTo>
                      <a:pt x="3938373" y="476111"/>
                    </a:lnTo>
                    <a:lnTo>
                      <a:pt x="3670534" y="517149"/>
                    </a:lnTo>
                    <a:lnTo>
                      <a:pt x="3757563" y="699128"/>
                    </a:lnTo>
                    <a:lnTo>
                      <a:pt x="3202623" y="1296270"/>
                    </a:lnTo>
                    <a:lnTo>
                      <a:pt x="2869354" y="1455747"/>
                    </a:lnTo>
                    <a:lnTo>
                      <a:pt x="2504952" y="694350"/>
                    </a:lnTo>
                    <a:lnTo>
                      <a:pt x="2309746" y="304561"/>
                    </a:lnTo>
                    <a:lnTo>
                      <a:pt x="2209756" y="297451"/>
                    </a:lnTo>
                    <a:lnTo>
                      <a:pt x="1789818" y="547646"/>
                    </a:lnTo>
                    <a:lnTo>
                      <a:pt x="1860286" y="696235"/>
                    </a:lnTo>
                    <a:lnTo>
                      <a:pt x="2249985" y="509759"/>
                    </a:lnTo>
                    <a:lnTo>
                      <a:pt x="2588377" y="1216797"/>
                    </a:lnTo>
                    <a:lnTo>
                      <a:pt x="2198679" y="1403273"/>
                    </a:lnTo>
                    <a:lnTo>
                      <a:pt x="2263571" y="1538894"/>
                    </a:lnTo>
                    <a:moveTo>
                      <a:pt x="2581366" y="1538894"/>
                    </a:moveTo>
                    <a:lnTo>
                      <a:pt x="2699435" y="1482386"/>
                    </a:lnTo>
                    <a:lnTo>
                      <a:pt x="2726466" y="1538894"/>
                    </a:lnTo>
                    <a:moveTo>
                      <a:pt x="3270241" y="1538894"/>
                    </a:moveTo>
                    <a:lnTo>
                      <a:pt x="3339961" y="1358821"/>
                    </a:lnTo>
                    <a:lnTo>
                      <a:pt x="3387931" y="1264052"/>
                    </a:lnTo>
                    <a:lnTo>
                      <a:pt x="3445442" y="1176213"/>
                    </a:lnTo>
                    <a:lnTo>
                      <a:pt x="3847742" y="757359"/>
                    </a:lnTo>
                    <a:lnTo>
                      <a:pt x="4178671" y="509413"/>
                    </a:lnTo>
                    <a:lnTo>
                      <a:pt x="4191541" y="508423"/>
                    </a:lnTo>
                    <a:lnTo>
                      <a:pt x="4512570" y="342286"/>
                    </a:lnTo>
                    <a:lnTo>
                      <a:pt x="4464511" y="258406"/>
                    </a:lnTo>
                    <a:lnTo>
                      <a:pt x="4447771" y="237346"/>
                    </a:lnTo>
                    <a:lnTo>
                      <a:pt x="4447771" y="237346"/>
                    </a:lnTo>
                    <a:moveTo>
                      <a:pt x="3172112" y="1425599"/>
                    </a:moveTo>
                    <a:lnTo>
                      <a:pt x="3226489" y="1538894"/>
                    </a:lnTo>
                    <a:moveTo>
                      <a:pt x="3101208" y="1538894"/>
                    </a:moveTo>
                    <a:lnTo>
                      <a:pt x="3069692" y="1475728"/>
                    </a:lnTo>
                    <a:lnTo>
                      <a:pt x="3172112" y="1425599"/>
                    </a:lnTo>
                    <a:lnTo>
                      <a:pt x="3172112" y="1425599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4" name="Контур"/>
              <p:cNvSpPr/>
              <p:nvPr/>
            </p:nvSpPr>
            <p:spPr>
              <a:xfrm>
                <a:off x="3090110" y="9158865"/>
                <a:ext cx="728091" cy="893514"/>
              </a:xfrm>
              <a:custGeom>
                <a:avLst/>
                <a:gdLst/>
                <a:ahLst/>
                <a:cxnLst/>
                <a:rect l="l" t="t" r="r" b="b"/>
                <a:pathLst>
                  <a:path w="728091" h="893514" fill="none">
                    <a:moveTo>
                      <a:pt x="389699" y="0"/>
                    </a:moveTo>
                    <a:lnTo>
                      <a:pt x="0" y="186476"/>
                    </a:lnTo>
                    <a:lnTo>
                      <a:pt x="338393" y="893514"/>
                    </a:lnTo>
                    <a:lnTo>
                      <a:pt x="728091" y="707038"/>
                    </a:lnTo>
                    <a:lnTo>
                      <a:pt x="389699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5" name="Контур"/>
              <p:cNvSpPr/>
              <p:nvPr/>
            </p:nvSpPr>
            <p:spPr>
              <a:xfrm>
                <a:off x="1928395" y="9540007"/>
                <a:ext cx="1065140" cy="647993"/>
              </a:xfrm>
              <a:custGeom>
                <a:avLst/>
                <a:gdLst/>
                <a:ahLst/>
                <a:cxnLst/>
                <a:rect l="l" t="t" r="r" b="b"/>
                <a:pathLst>
                  <a:path w="1065140" h="647993" fill="none">
                    <a:moveTo>
                      <a:pt x="755007" y="0"/>
                    </a:moveTo>
                    <a:lnTo>
                      <a:pt x="320668" y="207806"/>
                    </a:lnTo>
                    <a:lnTo>
                      <a:pt x="300148" y="217616"/>
                    </a:lnTo>
                    <a:lnTo>
                      <a:pt x="0" y="361253"/>
                    </a:lnTo>
                    <a:lnTo>
                      <a:pt x="63448" y="493822"/>
                    </a:lnTo>
                    <a:lnTo>
                      <a:pt x="64618" y="496162"/>
                    </a:lnTo>
                    <a:lnTo>
                      <a:pt x="137285" y="647993"/>
                    </a:lnTo>
                    <a:moveTo>
                      <a:pt x="1065140" y="647993"/>
                    </a:moveTo>
                    <a:lnTo>
                      <a:pt x="755007" y="0"/>
                    </a:lnTo>
                    <a:lnTo>
                      <a:pt x="755007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6" name="Контур"/>
              <p:cNvSpPr/>
              <p:nvPr/>
            </p:nvSpPr>
            <p:spPr>
              <a:xfrm>
                <a:off x="269009" y="6551743"/>
                <a:ext cx="1918771" cy="2824815"/>
              </a:xfrm>
              <a:custGeom>
                <a:avLst/>
                <a:gdLst/>
                <a:ahLst/>
                <a:cxnLst/>
                <a:rect l="l" t="t" r="r" b="b"/>
                <a:pathLst>
                  <a:path w="1918771" h="2824815" fill="none">
                    <a:moveTo>
                      <a:pt x="1685762" y="2324514"/>
                    </a:moveTo>
                    <a:lnTo>
                      <a:pt x="901955" y="2815545"/>
                    </a:lnTo>
                    <a:lnTo>
                      <a:pt x="918424" y="2824815"/>
                    </a:lnTo>
                    <a:lnTo>
                      <a:pt x="1091494" y="2766047"/>
                    </a:lnTo>
                    <a:lnTo>
                      <a:pt x="1118223" y="2771087"/>
                    </a:lnTo>
                    <a:lnTo>
                      <a:pt x="1166733" y="2799527"/>
                    </a:lnTo>
                    <a:lnTo>
                      <a:pt x="1191573" y="2805107"/>
                    </a:lnTo>
                    <a:lnTo>
                      <a:pt x="1376432" y="2692609"/>
                    </a:lnTo>
                    <a:lnTo>
                      <a:pt x="1629421" y="2539432"/>
                    </a:lnTo>
                    <a:lnTo>
                      <a:pt x="1918771" y="2357275"/>
                    </a:lnTo>
                    <a:lnTo>
                      <a:pt x="1841192" y="2227046"/>
                    </a:lnTo>
                    <a:lnTo>
                      <a:pt x="1685762" y="2324514"/>
                    </a:lnTo>
                    <a:close/>
                    <a:moveTo>
                      <a:pt x="101789" y="0"/>
                    </a:moveTo>
                    <a:lnTo>
                      <a:pt x="26549" y="100079"/>
                    </a:lnTo>
                    <a:lnTo>
                      <a:pt x="0" y="93239"/>
                    </a:lnTo>
                    <a:lnTo>
                      <a:pt x="41129" y="160918"/>
                    </a:lnTo>
                    <a:lnTo>
                      <a:pt x="89999" y="102509"/>
                    </a:lnTo>
                    <a:lnTo>
                      <a:pt x="115649" y="121409"/>
                    </a:lnTo>
                    <a:lnTo>
                      <a:pt x="146879" y="75060"/>
                    </a:lnTo>
                    <a:lnTo>
                      <a:pt x="102869" y="2700"/>
                    </a:lnTo>
                    <a:lnTo>
                      <a:pt x="101789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7" name="Контур"/>
              <p:cNvSpPr/>
              <p:nvPr/>
            </p:nvSpPr>
            <p:spPr>
              <a:xfrm>
                <a:off x="252000" y="5392735"/>
                <a:ext cx="859860" cy="1259087"/>
              </a:xfrm>
              <a:custGeom>
                <a:avLst/>
                <a:gdLst/>
                <a:ahLst/>
                <a:cxnLst/>
                <a:rect l="l" t="t" r="r" b="b"/>
                <a:pathLst>
                  <a:path w="859860" h="1259087" fill="none">
                    <a:moveTo>
                      <a:pt x="273151" y="564923"/>
                    </a:moveTo>
                    <a:lnTo>
                      <a:pt x="52021" y="795950"/>
                    </a:lnTo>
                    <a:lnTo>
                      <a:pt x="0" y="872105"/>
                    </a:lnTo>
                    <a:moveTo>
                      <a:pt x="0" y="1220415"/>
                    </a:moveTo>
                    <a:lnTo>
                      <a:pt x="4589" y="1231817"/>
                    </a:lnTo>
                    <a:lnTo>
                      <a:pt x="17009" y="1252247"/>
                    </a:lnTo>
                    <a:lnTo>
                      <a:pt x="43558" y="1259087"/>
                    </a:lnTo>
                    <a:lnTo>
                      <a:pt x="118798" y="1159008"/>
                    </a:lnTo>
                    <a:lnTo>
                      <a:pt x="92519" y="1093668"/>
                    </a:lnTo>
                    <a:lnTo>
                      <a:pt x="88470" y="1020409"/>
                    </a:lnTo>
                    <a:lnTo>
                      <a:pt x="108270" y="949849"/>
                    </a:lnTo>
                    <a:lnTo>
                      <a:pt x="149580" y="889280"/>
                    </a:lnTo>
                    <a:lnTo>
                      <a:pt x="773190" y="237509"/>
                    </a:lnTo>
                    <a:lnTo>
                      <a:pt x="839340" y="237779"/>
                    </a:lnTo>
                    <a:lnTo>
                      <a:pt x="859860" y="207630"/>
                    </a:lnTo>
                    <a:lnTo>
                      <a:pt x="689042" y="0"/>
                    </a:lnTo>
                    <a:lnTo>
                      <a:pt x="691831" y="127259"/>
                    </a:lnTo>
                    <a:lnTo>
                      <a:pt x="617131" y="205378"/>
                    </a:lnTo>
                    <a:lnTo>
                      <a:pt x="506252" y="282237"/>
                    </a:lnTo>
                    <a:lnTo>
                      <a:pt x="346952" y="448645"/>
                    </a:lnTo>
                    <a:lnTo>
                      <a:pt x="273151" y="564923"/>
                    </a:lnTo>
                    <a:lnTo>
                      <a:pt x="273151" y="564923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8" name="Контур"/>
              <p:cNvSpPr/>
              <p:nvPr/>
            </p:nvSpPr>
            <p:spPr>
              <a:xfrm>
                <a:off x="340470" y="5683613"/>
                <a:ext cx="836548" cy="943190"/>
              </a:xfrm>
              <a:custGeom>
                <a:avLst/>
                <a:gdLst/>
                <a:ahLst/>
                <a:cxnLst/>
                <a:rect l="l" t="t" r="r" b="b"/>
                <a:pathLst>
                  <a:path w="836548" h="943190" fill="none">
                    <a:moveTo>
                      <a:pt x="144809" y="710722"/>
                    </a:moveTo>
                    <a:lnTo>
                      <a:pt x="89999" y="788841"/>
                    </a:lnTo>
                    <a:lnTo>
                      <a:pt x="30328" y="868130"/>
                    </a:lnTo>
                    <a:lnTo>
                      <a:pt x="31408" y="870830"/>
                    </a:lnTo>
                    <a:lnTo>
                      <a:pt x="75418" y="943190"/>
                    </a:lnTo>
                    <a:lnTo>
                      <a:pt x="95938" y="912770"/>
                    </a:lnTo>
                    <a:lnTo>
                      <a:pt x="193228" y="790282"/>
                    </a:lnTo>
                    <a:lnTo>
                      <a:pt x="144809" y="710722"/>
                    </a:lnTo>
                    <a:close/>
                    <a:moveTo>
                      <a:pt x="61110" y="598402"/>
                    </a:moveTo>
                    <a:lnTo>
                      <a:pt x="19800" y="658971"/>
                    </a:lnTo>
                    <a:lnTo>
                      <a:pt x="0" y="729531"/>
                    </a:lnTo>
                    <a:lnTo>
                      <a:pt x="4049" y="802790"/>
                    </a:lnTo>
                    <a:lnTo>
                      <a:pt x="30328" y="868130"/>
                    </a:lnTo>
                    <a:lnTo>
                      <a:pt x="89999" y="788841"/>
                    </a:lnTo>
                    <a:lnTo>
                      <a:pt x="144809" y="710722"/>
                    </a:lnTo>
                    <a:lnTo>
                      <a:pt x="70560" y="588592"/>
                    </a:lnTo>
                    <a:lnTo>
                      <a:pt x="61110" y="598402"/>
                    </a:lnTo>
                    <a:close/>
                    <a:moveTo>
                      <a:pt x="805408" y="90541"/>
                    </a:moveTo>
                    <a:lnTo>
                      <a:pt x="768508" y="128970"/>
                    </a:lnTo>
                    <a:lnTo>
                      <a:pt x="680759" y="45180"/>
                    </a:lnTo>
                    <a:lnTo>
                      <a:pt x="581219" y="180629"/>
                    </a:lnTo>
                    <a:lnTo>
                      <a:pt x="561779" y="165329"/>
                    </a:lnTo>
                    <a:lnTo>
                      <a:pt x="511109" y="230578"/>
                    </a:lnTo>
                    <a:lnTo>
                      <a:pt x="372689" y="406256"/>
                    </a:lnTo>
                    <a:lnTo>
                      <a:pt x="236969" y="575723"/>
                    </a:lnTo>
                    <a:lnTo>
                      <a:pt x="164429" y="682822"/>
                    </a:lnTo>
                    <a:lnTo>
                      <a:pt x="144809" y="710722"/>
                    </a:lnTo>
                    <a:lnTo>
                      <a:pt x="193228" y="790282"/>
                    </a:lnTo>
                    <a:lnTo>
                      <a:pt x="538378" y="355767"/>
                    </a:lnTo>
                    <a:lnTo>
                      <a:pt x="683548" y="215459"/>
                    </a:lnTo>
                    <a:lnTo>
                      <a:pt x="695698" y="209249"/>
                    </a:lnTo>
                    <a:lnTo>
                      <a:pt x="732328" y="205559"/>
                    </a:lnTo>
                    <a:lnTo>
                      <a:pt x="814228" y="162990"/>
                    </a:lnTo>
                    <a:lnTo>
                      <a:pt x="836548" y="151380"/>
                    </a:lnTo>
                    <a:lnTo>
                      <a:pt x="831688" y="141751"/>
                    </a:lnTo>
                    <a:lnTo>
                      <a:pt x="805408" y="90541"/>
                    </a:lnTo>
                    <a:close/>
                    <a:moveTo>
                      <a:pt x="707398" y="165060"/>
                    </a:moveTo>
                    <a:lnTo>
                      <a:pt x="724408" y="187109"/>
                    </a:lnTo>
                    <a:lnTo>
                      <a:pt x="697318" y="207989"/>
                    </a:lnTo>
                    <a:lnTo>
                      <a:pt x="680308" y="185849"/>
                    </a:lnTo>
                    <a:lnTo>
                      <a:pt x="707398" y="165060"/>
                    </a:lnTo>
                    <a:close/>
                    <a:moveTo>
                      <a:pt x="70560" y="588592"/>
                    </a:moveTo>
                    <a:lnTo>
                      <a:pt x="144809" y="710722"/>
                    </a:lnTo>
                    <a:lnTo>
                      <a:pt x="164429" y="682822"/>
                    </a:lnTo>
                    <a:lnTo>
                      <a:pt x="236969" y="575723"/>
                    </a:lnTo>
                    <a:lnTo>
                      <a:pt x="372689" y="406256"/>
                    </a:lnTo>
                    <a:lnTo>
                      <a:pt x="511109" y="230578"/>
                    </a:lnTo>
                    <a:lnTo>
                      <a:pt x="561779" y="165329"/>
                    </a:lnTo>
                    <a:lnTo>
                      <a:pt x="581219" y="180629"/>
                    </a:lnTo>
                    <a:lnTo>
                      <a:pt x="680759" y="45180"/>
                    </a:lnTo>
                    <a:lnTo>
                      <a:pt x="633600" y="0"/>
                    </a:lnTo>
                    <a:lnTo>
                      <a:pt x="70560" y="588592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9" name="Контур"/>
              <p:cNvSpPr/>
              <p:nvPr/>
            </p:nvSpPr>
            <p:spPr>
              <a:xfrm>
                <a:off x="252000" y="1584000"/>
                <a:ext cx="8874876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8874876" h="8604000" fill="none">
                    <a:moveTo>
                      <a:pt x="2395679" y="6858015"/>
                    </a:moveTo>
                    <a:lnTo>
                      <a:pt x="1858201" y="7194789"/>
                    </a:lnTo>
                    <a:lnTo>
                      <a:pt x="1935780" y="7325018"/>
                    </a:lnTo>
                    <a:lnTo>
                      <a:pt x="1646430" y="7507175"/>
                    </a:lnTo>
                    <a:lnTo>
                      <a:pt x="1208582" y="7772850"/>
                    </a:lnTo>
                    <a:lnTo>
                      <a:pt x="1183742" y="7767270"/>
                    </a:lnTo>
                    <a:lnTo>
                      <a:pt x="1135232" y="7738830"/>
                    </a:lnTo>
                    <a:lnTo>
                      <a:pt x="1108503" y="7733790"/>
                    </a:lnTo>
                    <a:lnTo>
                      <a:pt x="935433" y="7792558"/>
                    </a:lnTo>
                    <a:lnTo>
                      <a:pt x="918964" y="7783288"/>
                    </a:lnTo>
                    <a:lnTo>
                      <a:pt x="0" y="8359192"/>
                    </a:lnTo>
                    <a:moveTo>
                      <a:pt x="517457" y="8604000"/>
                    </a:moveTo>
                    <a:lnTo>
                      <a:pt x="789631" y="8366123"/>
                    </a:lnTo>
                    <a:lnTo>
                      <a:pt x="2229806" y="7463709"/>
                    </a:lnTo>
                    <a:lnTo>
                      <a:pt x="2566496" y="7193264"/>
                    </a:lnTo>
                    <a:lnTo>
                      <a:pt x="2395679" y="6858015"/>
                    </a:lnTo>
                    <a:lnTo>
                      <a:pt x="2395679" y="6858015"/>
                    </a:lnTo>
                    <a:moveTo>
                      <a:pt x="0" y="8344729"/>
                    </a:moveTo>
                    <a:lnTo>
                      <a:pt x="892234" y="7780948"/>
                    </a:lnTo>
                    <a:lnTo>
                      <a:pt x="486071" y="7149960"/>
                    </a:lnTo>
                    <a:lnTo>
                      <a:pt x="270794" y="6886530"/>
                    </a:lnTo>
                    <a:lnTo>
                      <a:pt x="235785" y="6829380"/>
                    </a:lnTo>
                    <a:lnTo>
                      <a:pt x="0" y="6983095"/>
                    </a:lnTo>
                    <a:moveTo>
                      <a:pt x="202664" y="7075799"/>
                    </a:moveTo>
                    <a:lnTo>
                      <a:pt x="175124" y="7026029"/>
                    </a:lnTo>
                    <a:lnTo>
                      <a:pt x="262694" y="6976710"/>
                    </a:lnTo>
                    <a:lnTo>
                      <a:pt x="290233" y="7026479"/>
                    </a:lnTo>
                    <a:lnTo>
                      <a:pt x="202664" y="7075799"/>
                    </a:lnTo>
                    <a:lnTo>
                      <a:pt x="202664" y="7075799"/>
                    </a:lnTo>
                    <a:moveTo>
                      <a:pt x="0" y="6983095"/>
                    </a:moveTo>
                    <a:lnTo>
                      <a:pt x="235785" y="6829380"/>
                    </a:lnTo>
                    <a:lnTo>
                      <a:pt x="270794" y="6886530"/>
                    </a:lnTo>
                    <a:lnTo>
                      <a:pt x="305354" y="6866281"/>
                    </a:lnTo>
                    <a:lnTo>
                      <a:pt x="318584" y="6884551"/>
                    </a:lnTo>
                    <a:lnTo>
                      <a:pt x="349004" y="6861781"/>
                    </a:lnTo>
                    <a:lnTo>
                      <a:pt x="418844" y="6826502"/>
                    </a:lnTo>
                    <a:lnTo>
                      <a:pt x="423164" y="6829922"/>
                    </a:lnTo>
                    <a:lnTo>
                      <a:pt x="736453" y="6616265"/>
                    </a:lnTo>
                    <a:lnTo>
                      <a:pt x="834011" y="6755855"/>
                    </a:lnTo>
                    <a:lnTo>
                      <a:pt x="934901" y="6731106"/>
                    </a:lnTo>
                    <a:lnTo>
                      <a:pt x="1050370" y="6740737"/>
                    </a:lnTo>
                    <a:lnTo>
                      <a:pt x="1026880" y="6682867"/>
                    </a:lnTo>
                    <a:lnTo>
                      <a:pt x="1128130" y="6635708"/>
                    </a:lnTo>
                    <a:lnTo>
                      <a:pt x="1155129" y="6693488"/>
                    </a:lnTo>
                    <a:lnTo>
                      <a:pt x="1577948" y="6495402"/>
                    </a:lnTo>
                    <a:lnTo>
                      <a:pt x="1749306" y="6514033"/>
                    </a:lnTo>
                    <a:lnTo>
                      <a:pt x="1777566" y="6524563"/>
                    </a:lnTo>
                    <a:lnTo>
                      <a:pt x="1871704" y="6726972"/>
                    </a:lnTo>
                    <a:lnTo>
                      <a:pt x="1960354" y="6683953"/>
                    </a:lnTo>
                    <a:lnTo>
                      <a:pt x="1795657" y="6350774"/>
                    </a:lnTo>
                    <a:lnTo>
                      <a:pt x="1773158" y="6289575"/>
                    </a:lnTo>
                    <a:lnTo>
                      <a:pt x="1761908" y="6293175"/>
                    </a:lnTo>
                    <a:lnTo>
                      <a:pt x="1551312" y="5896096"/>
                    </a:lnTo>
                    <a:lnTo>
                      <a:pt x="2635450" y="5106539"/>
                    </a:lnTo>
                    <a:lnTo>
                      <a:pt x="2662089" y="5093669"/>
                    </a:lnTo>
                    <a:lnTo>
                      <a:pt x="2677119" y="5120579"/>
                    </a:lnTo>
                    <a:lnTo>
                      <a:pt x="2718069" y="5098530"/>
                    </a:lnTo>
                    <a:lnTo>
                      <a:pt x="2699529" y="5059920"/>
                    </a:lnTo>
                    <a:lnTo>
                      <a:pt x="2654980" y="5005470"/>
                    </a:lnTo>
                    <a:lnTo>
                      <a:pt x="2416751" y="5112027"/>
                    </a:lnTo>
                    <a:lnTo>
                      <a:pt x="1445205" y="5583708"/>
                    </a:lnTo>
                    <a:lnTo>
                      <a:pt x="1411726" y="5515218"/>
                    </a:lnTo>
                    <a:lnTo>
                      <a:pt x="0" y="6382230"/>
                    </a:lnTo>
                    <a:moveTo>
                      <a:pt x="4999027" y="2961330"/>
                    </a:moveTo>
                    <a:lnTo>
                      <a:pt x="3916240" y="3736127"/>
                    </a:lnTo>
                    <a:lnTo>
                      <a:pt x="2139464" y="4989626"/>
                    </a:lnTo>
                    <a:lnTo>
                      <a:pt x="2016614" y="5045245"/>
                    </a:lnTo>
                    <a:lnTo>
                      <a:pt x="1867035" y="5138394"/>
                    </a:lnTo>
                    <a:lnTo>
                      <a:pt x="1505686" y="5311910"/>
                    </a:lnTo>
                    <a:lnTo>
                      <a:pt x="0" y="6226646"/>
                    </a:lnTo>
                    <a:moveTo>
                      <a:pt x="0" y="6382230"/>
                    </a:moveTo>
                    <a:lnTo>
                      <a:pt x="1411726" y="5515218"/>
                    </a:lnTo>
                    <a:lnTo>
                      <a:pt x="1648065" y="5346561"/>
                    </a:lnTo>
                    <a:lnTo>
                      <a:pt x="1863074" y="5238203"/>
                    </a:lnTo>
                    <a:lnTo>
                      <a:pt x="2063503" y="5151175"/>
                    </a:lnTo>
                    <a:lnTo>
                      <a:pt x="2047124" y="5114905"/>
                    </a:lnTo>
                    <a:lnTo>
                      <a:pt x="2486772" y="4944809"/>
                    </a:lnTo>
                    <a:lnTo>
                      <a:pt x="2916070" y="4748973"/>
                    </a:lnTo>
                    <a:lnTo>
                      <a:pt x="3243849" y="4546117"/>
                    </a:lnTo>
                    <a:lnTo>
                      <a:pt x="5595364" y="2752626"/>
                    </a:lnTo>
                    <a:lnTo>
                      <a:pt x="6453963" y="2130556"/>
                    </a:lnTo>
                    <a:lnTo>
                      <a:pt x="6698042" y="1946689"/>
                    </a:lnTo>
                    <a:lnTo>
                      <a:pt x="6876602" y="1796211"/>
                    </a:lnTo>
                    <a:lnTo>
                      <a:pt x="7426501" y="1297439"/>
                    </a:lnTo>
                    <a:lnTo>
                      <a:pt x="7601011" y="1125991"/>
                    </a:lnTo>
                    <a:lnTo>
                      <a:pt x="7815211" y="892444"/>
                    </a:lnTo>
                    <a:lnTo>
                      <a:pt x="8292751" y="444430"/>
                    </a:lnTo>
                    <a:lnTo>
                      <a:pt x="8330551" y="401771"/>
                    </a:lnTo>
                    <a:lnTo>
                      <a:pt x="8358271" y="377741"/>
                    </a:lnTo>
                    <a:lnTo>
                      <a:pt x="8392651" y="360552"/>
                    </a:lnTo>
                    <a:lnTo>
                      <a:pt x="8609280" y="182894"/>
                    </a:lnTo>
                    <a:lnTo>
                      <a:pt x="8612070" y="185504"/>
                    </a:lnTo>
                    <a:lnTo>
                      <a:pt x="8657520" y="155625"/>
                    </a:lnTo>
                    <a:lnTo>
                      <a:pt x="8874876" y="0"/>
                    </a:lnTo>
                    <a:moveTo>
                      <a:pt x="8758770" y="0"/>
                    </a:moveTo>
                    <a:lnTo>
                      <a:pt x="7727373" y="745924"/>
                    </a:lnTo>
                    <a:lnTo>
                      <a:pt x="6544774" y="1808359"/>
                    </a:lnTo>
                    <a:lnTo>
                      <a:pt x="4999027" y="2961330"/>
                    </a:lnTo>
                    <a:lnTo>
                      <a:pt x="4999027" y="296133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10" name="Контур"/>
              <p:cNvSpPr/>
              <p:nvPr/>
            </p:nvSpPr>
            <p:spPr>
              <a:xfrm>
                <a:off x="427124" y="8449471"/>
                <a:ext cx="287188" cy="210328"/>
              </a:xfrm>
              <a:custGeom>
                <a:avLst/>
                <a:gdLst/>
                <a:ahLst/>
                <a:cxnLst/>
                <a:rect l="l" t="t" r="r" b="b"/>
                <a:pathLst>
                  <a:path w="287188" h="210328" fill="none">
                    <a:moveTo>
                      <a:pt x="0" y="160558"/>
                    </a:moveTo>
                    <a:lnTo>
                      <a:pt x="27540" y="210328"/>
                    </a:lnTo>
                    <a:lnTo>
                      <a:pt x="115109" y="161008"/>
                    </a:lnTo>
                    <a:lnTo>
                      <a:pt x="87570" y="111239"/>
                    </a:lnTo>
                    <a:lnTo>
                      <a:pt x="0" y="160558"/>
                    </a:lnTo>
                    <a:close/>
                    <a:moveTo>
                      <a:pt x="132930" y="26910"/>
                    </a:moveTo>
                    <a:lnTo>
                      <a:pt x="199259" y="110519"/>
                    </a:lnTo>
                    <a:lnTo>
                      <a:pt x="242728" y="165329"/>
                    </a:lnTo>
                    <a:lnTo>
                      <a:pt x="287188" y="132750"/>
                    </a:lnTo>
                    <a:lnTo>
                      <a:pt x="186750" y="6480"/>
                    </a:lnTo>
                    <a:lnTo>
                      <a:pt x="168930" y="0"/>
                    </a:lnTo>
                    <a:lnTo>
                      <a:pt x="143460" y="19080"/>
                    </a:lnTo>
                    <a:lnTo>
                      <a:pt x="132930" y="2691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11" name="Контур"/>
              <p:cNvSpPr/>
              <p:nvPr/>
            </p:nvSpPr>
            <p:spPr>
              <a:xfrm>
                <a:off x="252000" y="6286437"/>
                <a:ext cx="2020306" cy="1524864"/>
              </a:xfrm>
              <a:custGeom>
                <a:avLst/>
                <a:gdLst/>
                <a:ahLst/>
                <a:cxnLst/>
                <a:rect l="l" t="t" r="r" b="b"/>
                <a:pathLst>
                  <a:path w="2020306" h="1524864" fill="none">
                    <a:moveTo>
                      <a:pt x="0" y="1524864"/>
                    </a:moveTo>
                    <a:lnTo>
                      <a:pt x="1472476" y="628103"/>
                    </a:lnTo>
                    <a:lnTo>
                      <a:pt x="1681996" y="420835"/>
                    </a:lnTo>
                    <a:lnTo>
                      <a:pt x="2020306" y="92340"/>
                    </a:lnTo>
                    <a:lnTo>
                      <a:pt x="1957037" y="25290"/>
                    </a:lnTo>
                    <a:lnTo>
                      <a:pt x="1965407" y="17730"/>
                    </a:lnTo>
                    <a:lnTo>
                      <a:pt x="1948667" y="0"/>
                    </a:lnTo>
                    <a:lnTo>
                      <a:pt x="1736357" y="205017"/>
                    </a:lnTo>
                    <a:lnTo>
                      <a:pt x="1692077" y="264687"/>
                    </a:lnTo>
                    <a:lnTo>
                      <a:pt x="1538087" y="413904"/>
                    </a:lnTo>
                    <a:lnTo>
                      <a:pt x="1402458" y="516323"/>
                    </a:lnTo>
                    <a:lnTo>
                      <a:pt x="725930" y="926805"/>
                    </a:lnTo>
                    <a:lnTo>
                      <a:pt x="642680" y="988094"/>
                    </a:lnTo>
                    <a:lnTo>
                      <a:pt x="214731" y="1243870"/>
                    </a:lnTo>
                    <a:lnTo>
                      <a:pt x="0" y="1370917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</p:grpSp>
        <p:grpSp>
          <p:nvGrpSpPr>
            <p:cNvPr id="1429" name="Красные линии и ЛГР (ОГД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1213" name="Контур"/>
              <p:cNvSpPr/>
              <p:nvPr/>
            </p:nvSpPr>
            <p:spPr>
              <a:xfrm>
                <a:off x="3279293" y="4774084"/>
                <a:ext cx="782579" cy="738124"/>
              </a:xfrm>
              <a:custGeom>
                <a:avLst/>
                <a:gdLst/>
                <a:ahLst/>
                <a:cxnLst/>
                <a:rect l="l" t="t" r="r" b="b"/>
                <a:pathLst>
                  <a:path w="782579" h="738124" fill="none">
                    <a:moveTo>
                      <a:pt x="782579" y="0"/>
                    </a:moveTo>
                    <a:lnTo>
                      <a:pt x="690918" y="86454"/>
                    </a:lnTo>
                    <a:moveTo>
                      <a:pt x="690918" y="86454"/>
                    </a:moveTo>
                    <a:lnTo>
                      <a:pt x="599257" y="172908"/>
                    </a:lnTo>
                    <a:moveTo>
                      <a:pt x="599257" y="172908"/>
                    </a:moveTo>
                    <a:lnTo>
                      <a:pt x="507596" y="259362"/>
                    </a:lnTo>
                    <a:moveTo>
                      <a:pt x="507596" y="259362"/>
                    </a:moveTo>
                    <a:lnTo>
                      <a:pt x="415935" y="345816"/>
                    </a:lnTo>
                    <a:moveTo>
                      <a:pt x="415935" y="345816"/>
                    </a:moveTo>
                    <a:lnTo>
                      <a:pt x="324275" y="432270"/>
                    </a:lnTo>
                    <a:moveTo>
                      <a:pt x="324275" y="432270"/>
                    </a:moveTo>
                    <a:lnTo>
                      <a:pt x="234828" y="516635"/>
                    </a:lnTo>
                    <a:lnTo>
                      <a:pt x="232614" y="518724"/>
                    </a:lnTo>
                    <a:moveTo>
                      <a:pt x="232614" y="518724"/>
                    </a:moveTo>
                    <a:lnTo>
                      <a:pt x="140953" y="605178"/>
                    </a:lnTo>
                    <a:moveTo>
                      <a:pt x="140953" y="605178"/>
                    </a:moveTo>
                    <a:lnTo>
                      <a:pt x="49292" y="691632"/>
                    </a:lnTo>
                    <a:moveTo>
                      <a:pt x="49292" y="691632"/>
                    </a:moveTo>
                    <a:lnTo>
                      <a:pt x="0" y="738124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4" name="Контур"/>
              <p:cNvSpPr/>
              <p:nvPr/>
            </p:nvSpPr>
            <p:spPr>
              <a:xfrm>
                <a:off x="3420454" y="4875187"/>
                <a:ext cx="595320" cy="564971"/>
              </a:xfrm>
              <a:custGeom>
                <a:avLst/>
                <a:gdLst/>
                <a:ahLst/>
                <a:cxnLst/>
                <a:rect l="l" t="t" r="r" b="b"/>
                <a:pathLst>
                  <a:path w="595320" h="564971" fill="none">
                    <a:moveTo>
                      <a:pt x="563893" y="46247"/>
                    </a:moveTo>
                    <a:lnTo>
                      <a:pt x="549965" y="0"/>
                    </a:lnTo>
                    <a:lnTo>
                      <a:pt x="595320" y="16606"/>
                    </a:lnTo>
                    <a:lnTo>
                      <a:pt x="563893" y="46247"/>
                    </a:lnTo>
                    <a:lnTo>
                      <a:pt x="567822" y="42542"/>
                    </a:lnTo>
                    <a:lnTo>
                      <a:pt x="557376" y="7857"/>
                    </a:lnTo>
                    <a:lnTo>
                      <a:pt x="591392" y="20311"/>
                    </a:lnTo>
                    <a:lnTo>
                      <a:pt x="587686" y="16383"/>
                    </a:lnTo>
                    <a:lnTo>
                      <a:pt x="564116" y="38614"/>
                    </a:lnTo>
                    <a:lnTo>
                      <a:pt x="567822" y="42542"/>
                    </a:lnTo>
                    <a:lnTo>
                      <a:pt x="563893" y="46247"/>
                    </a:lnTo>
                    <a:lnTo>
                      <a:pt x="564340" y="30980"/>
                    </a:lnTo>
                    <a:lnTo>
                      <a:pt x="560411" y="34685"/>
                    </a:lnTo>
                    <a:lnTo>
                      <a:pt x="560858" y="19418"/>
                    </a:lnTo>
                    <a:lnTo>
                      <a:pt x="556929" y="23124"/>
                    </a:lnTo>
                    <a:lnTo>
                      <a:pt x="553670" y="3928"/>
                    </a:lnTo>
                    <a:lnTo>
                      <a:pt x="572643" y="8303"/>
                    </a:lnTo>
                    <a:lnTo>
                      <a:pt x="568714" y="12008"/>
                    </a:lnTo>
                    <a:lnTo>
                      <a:pt x="583981" y="12454"/>
                    </a:lnTo>
                    <a:lnTo>
                      <a:pt x="580053" y="16160"/>
                    </a:lnTo>
                    <a:lnTo>
                      <a:pt x="595320" y="16606"/>
                    </a:lnTo>
                    <a:lnTo>
                      <a:pt x="583758" y="20088"/>
                    </a:lnTo>
                    <a:lnTo>
                      <a:pt x="583535" y="27721"/>
                    </a:lnTo>
                    <a:lnTo>
                      <a:pt x="575901" y="27498"/>
                    </a:lnTo>
                    <a:lnTo>
                      <a:pt x="575678" y="35132"/>
                    </a:lnTo>
                    <a:lnTo>
                      <a:pt x="568045" y="34909"/>
                    </a:lnTo>
                    <a:lnTo>
                      <a:pt x="563893" y="46247"/>
                    </a:lnTo>
                    <a:lnTo>
                      <a:pt x="564116" y="38614"/>
                    </a:lnTo>
                    <a:lnTo>
                      <a:pt x="571750" y="38837"/>
                    </a:lnTo>
                    <a:lnTo>
                      <a:pt x="571973" y="31203"/>
                    </a:lnTo>
                    <a:lnTo>
                      <a:pt x="579607" y="31427"/>
                    </a:lnTo>
                    <a:lnTo>
                      <a:pt x="579830" y="23793"/>
                    </a:lnTo>
                    <a:lnTo>
                      <a:pt x="587463" y="24016"/>
                    </a:lnTo>
                    <a:lnTo>
                      <a:pt x="587686" y="16383"/>
                    </a:lnTo>
                    <a:lnTo>
                      <a:pt x="583981" y="12454"/>
                    </a:lnTo>
                    <a:lnTo>
                      <a:pt x="580053" y="16160"/>
                    </a:lnTo>
                    <a:lnTo>
                      <a:pt x="572643" y="8303"/>
                    </a:lnTo>
                    <a:lnTo>
                      <a:pt x="568714" y="12008"/>
                    </a:lnTo>
                    <a:lnTo>
                      <a:pt x="549965" y="0"/>
                    </a:lnTo>
                    <a:lnTo>
                      <a:pt x="557376" y="7857"/>
                    </a:lnTo>
                    <a:lnTo>
                      <a:pt x="553447" y="11562"/>
                    </a:lnTo>
                    <a:lnTo>
                      <a:pt x="560858" y="19418"/>
                    </a:lnTo>
                    <a:lnTo>
                      <a:pt x="556929" y="23124"/>
                    </a:lnTo>
                    <a:lnTo>
                      <a:pt x="564340" y="30980"/>
                    </a:lnTo>
                    <a:lnTo>
                      <a:pt x="560411" y="34685"/>
                    </a:lnTo>
                    <a:lnTo>
                      <a:pt x="564116" y="38614"/>
                    </a:lnTo>
                    <a:moveTo>
                      <a:pt x="380572" y="219155"/>
                    </a:moveTo>
                    <a:lnTo>
                      <a:pt x="366644" y="172908"/>
                    </a:lnTo>
                    <a:lnTo>
                      <a:pt x="411998" y="189514"/>
                    </a:lnTo>
                    <a:lnTo>
                      <a:pt x="380572" y="219155"/>
                    </a:lnTo>
                    <a:lnTo>
                      <a:pt x="384500" y="215450"/>
                    </a:lnTo>
                    <a:lnTo>
                      <a:pt x="374054" y="180765"/>
                    </a:lnTo>
                    <a:lnTo>
                      <a:pt x="408070" y="193219"/>
                    </a:lnTo>
                    <a:lnTo>
                      <a:pt x="404365" y="189291"/>
                    </a:lnTo>
                    <a:lnTo>
                      <a:pt x="380795" y="211522"/>
                    </a:lnTo>
                    <a:lnTo>
                      <a:pt x="384500" y="215450"/>
                    </a:lnTo>
                    <a:lnTo>
                      <a:pt x="380572" y="219155"/>
                    </a:lnTo>
                    <a:lnTo>
                      <a:pt x="381018" y="203888"/>
                    </a:lnTo>
                    <a:lnTo>
                      <a:pt x="377090" y="207594"/>
                    </a:lnTo>
                    <a:lnTo>
                      <a:pt x="377536" y="192327"/>
                    </a:lnTo>
                    <a:lnTo>
                      <a:pt x="373608" y="196032"/>
                    </a:lnTo>
                    <a:lnTo>
                      <a:pt x="370349" y="176836"/>
                    </a:lnTo>
                    <a:lnTo>
                      <a:pt x="389321" y="181211"/>
                    </a:lnTo>
                    <a:lnTo>
                      <a:pt x="385393" y="184916"/>
                    </a:lnTo>
                    <a:lnTo>
                      <a:pt x="400660" y="185362"/>
                    </a:lnTo>
                    <a:lnTo>
                      <a:pt x="396731" y="189068"/>
                    </a:lnTo>
                    <a:lnTo>
                      <a:pt x="411998" y="189514"/>
                    </a:lnTo>
                    <a:lnTo>
                      <a:pt x="400436" y="192996"/>
                    </a:lnTo>
                    <a:lnTo>
                      <a:pt x="400213" y="200629"/>
                    </a:lnTo>
                    <a:lnTo>
                      <a:pt x="392580" y="200406"/>
                    </a:lnTo>
                    <a:lnTo>
                      <a:pt x="392357" y="208040"/>
                    </a:lnTo>
                    <a:lnTo>
                      <a:pt x="384723" y="207817"/>
                    </a:lnTo>
                    <a:lnTo>
                      <a:pt x="380572" y="219155"/>
                    </a:lnTo>
                    <a:lnTo>
                      <a:pt x="380795" y="211522"/>
                    </a:lnTo>
                    <a:lnTo>
                      <a:pt x="388428" y="211745"/>
                    </a:lnTo>
                    <a:lnTo>
                      <a:pt x="388651" y="204111"/>
                    </a:lnTo>
                    <a:lnTo>
                      <a:pt x="396285" y="204335"/>
                    </a:lnTo>
                    <a:lnTo>
                      <a:pt x="396508" y="196701"/>
                    </a:lnTo>
                    <a:lnTo>
                      <a:pt x="404142" y="196924"/>
                    </a:lnTo>
                    <a:lnTo>
                      <a:pt x="404365" y="189291"/>
                    </a:lnTo>
                    <a:lnTo>
                      <a:pt x="400660" y="185362"/>
                    </a:lnTo>
                    <a:lnTo>
                      <a:pt x="396731" y="189068"/>
                    </a:lnTo>
                    <a:lnTo>
                      <a:pt x="389321" y="181211"/>
                    </a:lnTo>
                    <a:lnTo>
                      <a:pt x="385393" y="184916"/>
                    </a:lnTo>
                    <a:lnTo>
                      <a:pt x="366644" y="172908"/>
                    </a:lnTo>
                    <a:lnTo>
                      <a:pt x="374054" y="180765"/>
                    </a:lnTo>
                    <a:lnTo>
                      <a:pt x="370126" y="184470"/>
                    </a:lnTo>
                    <a:lnTo>
                      <a:pt x="377536" y="192327"/>
                    </a:lnTo>
                    <a:lnTo>
                      <a:pt x="373608" y="196032"/>
                    </a:lnTo>
                    <a:lnTo>
                      <a:pt x="381018" y="203888"/>
                    </a:lnTo>
                    <a:lnTo>
                      <a:pt x="377090" y="207594"/>
                    </a:lnTo>
                    <a:lnTo>
                      <a:pt x="380795" y="211522"/>
                    </a:lnTo>
                    <a:moveTo>
                      <a:pt x="197250" y="392063"/>
                    </a:moveTo>
                    <a:lnTo>
                      <a:pt x="183322" y="345816"/>
                    </a:lnTo>
                    <a:lnTo>
                      <a:pt x="228677" y="362422"/>
                    </a:lnTo>
                    <a:lnTo>
                      <a:pt x="197250" y="392063"/>
                    </a:lnTo>
                    <a:lnTo>
                      <a:pt x="201178" y="388358"/>
                    </a:lnTo>
                    <a:lnTo>
                      <a:pt x="190732" y="353673"/>
                    </a:lnTo>
                    <a:lnTo>
                      <a:pt x="224748" y="366127"/>
                    </a:lnTo>
                    <a:lnTo>
                      <a:pt x="221043" y="362199"/>
                    </a:lnTo>
                    <a:lnTo>
                      <a:pt x="197473" y="384430"/>
                    </a:lnTo>
                    <a:lnTo>
                      <a:pt x="201178" y="388358"/>
                    </a:lnTo>
                    <a:lnTo>
                      <a:pt x="197250" y="392063"/>
                    </a:lnTo>
                    <a:lnTo>
                      <a:pt x="197696" y="376796"/>
                    </a:lnTo>
                    <a:lnTo>
                      <a:pt x="193768" y="380502"/>
                    </a:lnTo>
                    <a:lnTo>
                      <a:pt x="194214" y="365235"/>
                    </a:lnTo>
                    <a:lnTo>
                      <a:pt x="190286" y="368940"/>
                    </a:lnTo>
                    <a:lnTo>
                      <a:pt x="187027" y="349744"/>
                    </a:lnTo>
                    <a:lnTo>
                      <a:pt x="205999" y="354119"/>
                    </a:lnTo>
                    <a:lnTo>
                      <a:pt x="202071" y="357824"/>
                    </a:lnTo>
                    <a:lnTo>
                      <a:pt x="217338" y="358271"/>
                    </a:lnTo>
                    <a:lnTo>
                      <a:pt x="213410" y="361976"/>
                    </a:lnTo>
                    <a:lnTo>
                      <a:pt x="228677" y="362422"/>
                    </a:lnTo>
                    <a:lnTo>
                      <a:pt x="217115" y="365904"/>
                    </a:lnTo>
                    <a:lnTo>
                      <a:pt x="216892" y="373537"/>
                    </a:lnTo>
                    <a:lnTo>
                      <a:pt x="209258" y="373314"/>
                    </a:lnTo>
                    <a:lnTo>
                      <a:pt x="209035" y="380948"/>
                    </a:lnTo>
                    <a:lnTo>
                      <a:pt x="201402" y="380725"/>
                    </a:lnTo>
                    <a:lnTo>
                      <a:pt x="197250" y="392063"/>
                    </a:lnTo>
                    <a:lnTo>
                      <a:pt x="197473" y="384430"/>
                    </a:lnTo>
                    <a:lnTo>
                      <a:pt x="205107" y="384653"/>
                    </a:lnTo>
                    <a:lnTo>
                      <a:pt x="205330" y="377020"/>
                    </a:lnTo>
                    <a:lnTo>
                      <a:pt x="212963" y="377243"/>
                    </a:lnTo>
                    <a:lnTo>
                      <a:pt x="213187" y="369609"/>
                    </a:lnTo>
                    <a:lnTo>
                      <a:pt x="220820" y="369832"/>
                    </a:lnTo>
                    <a:lnTo>
                      <a:pt x="221043" y="362199"/>
                    </a:lnTo>
                    <a:lnTo>
                      <a:pt x="217338" y="358271"/>
                    </a:lnTo>
                    <a:lnTo>
                      <a:pt x="213410" y="361976"/>
                    </a:lnTo>
                    <a:lnTo>
                      <a:pt x="205999" y="354119"/>
                    </a:lnTo>
                    <a:lnTo>
                      <a:pt x="202071" y="357824"/>
                    </a:lnTo>
                    <a:lnTo>
                      <a:pt x="183322" y="345816"/>
                    </a:lnTo>
                    <a:lnTo>
                      <a:pt x="190732" y="353673"/>
                    </a:lnTo>
                    <a:lnTo>
                      <a:pt x="186804" y="357378"/>
                    </a:lnTo>
                    <a:lnTo>
                      <a:pt x="194214" y="365235"/>
                    </a:lnTo>
                    <a:lnTo>
                      <a:pt x="190286" y="368940"/>
                    </a:lnTo>
                    <a:lnTo>
                      <a:pt x="197696" y="376796"/>
                    </a:lnTo>
                    <a:lnTo>
                      <a:pt x="193768" y="380502"/>
                    </a:lnTo>
                    <a:lnTo>
                      <a:pt x="197473" y="384430"/>
                    </a:lnTo>
                    <a:moveTo>
                      <a:pt x="13928" y="564971"/>
                    </a:moveTo>
                    <a:lnTo>
                      <a:pt x="0" y="518724"/>
                    </a:lnTo>
                    <a:lnTo>
                      <a:pt x="45355" y="535330"/>
                    </a:lnTo>
                    <a:lnTo>
                      <a:pt x="13928" y="564971"/>
                    </a:lnTo>
                    <a:lnTo>
                      <a:pt x="17857" y="561266"/>
                    </a:lnTo>
                    <a:lnTo>
                      <a:pt x="7411" y="526581"/>
                    </a:lnTo>
                    <a:lnTo>
                      <a:pt x="41427" y="539035"/>
                    </a:lnTo>
                    <a:lnTo>
                      <a:pt x="37721" y="535107"/>
                    </a:lnTo>
                    <a:lnTo>
                      <a:pt x="14152" y="557338"/>
                    </a:lnTo>
                    <a:lnTo>
                      <a:pt x="17857" y="561266"/>
                    </a:lnTo>
                    <a:lnTo>
                      <a:pt x="13928" y="564971"/>
                    </a:lnTo>
                    <a:lnTo>
                      <a:pt x="14375" y="549704"/>
                    </a:lnTo>
                    <a:lnTo>
                      <a:pt x="10446" y="553410"/>
                    </a:lnTo>
                    <a:lnTo>
                      <a:pt x="10893" y="538143"/>
                    </a:lnTo>
                    <a:lnTo>
                      <a:pt x="6964" y="541848"/>
                    </a:lnTo>
                    <a:lnTo>
                      <a:pt x="3705" y="522652"/>
                    </a:lnTo>
                    <a:lnTo>
                      <a:pt x="22678" y="527027"/>
                    </a:lnTo>
                    <a:lnTo>
                      <a:pt x="18749" y="530732"/>
                    </a:lnTo>
                    <a:lnTo>
                      <a:pt x="34016" y="531179"/>
                    </a:lnTo>
                    <a:lnTo>
                      <a:pt x="30088" y="534884"/>
                    </a:lnTo>
                    <a:lnTo>
                      <a:pt x="45355" y="535330"/>
                    </a:lnTo>
                    <a:lnTo>
                      <a:pt x="33793" y="538812"/>
                    </a:lnTo>
                    <a:lnTo>
                      <a:pt x="33570" y="546446"/>
                    </a:lnTo>
                    <a:lnTo>
                      <a:pt x="25937" y="546222"/>
                    </a:lnTo>
                    <a:lnTo>
                      <a:pt x="25713" y="553856"/>
                    </a:lnTo>
                    <a:lnTo>
                      <a:pt x="18080" y="553633"/>
                    </a:lnTo>
                    <a:lnTo>
                      <a:pt x="13928" y="564971"/>
                    </a:lnTo>
                    <a:lnTo>
                      <a:pt x="14152" y="557338"/>
                    </a:lnTo>
                    <a:lnTo>
                      <a:pt x="21785" y="557561"/>
                    </a:lnTo>
                    <a:lnTo>
                      <a:pt x="22008" y="549928"/>
                    </a:lnTo>
                    <a:lnTo>
                      <a:pt x="29642" y="550151"/>
                    </a:lnTo>
                    <a:lnTo>
                      <a:pt x="29865" y="542517"/>
                    </a:lnTo>
                    <a:lnTo>
                      <a:pt x="37498" y="542740"/>
                    </a:lnTo>
                    <a:lnTo>
                      <a:pt x="37721" y="535107"/>
                    </a:lnTo>
                    <a:lnTo>
                      <a:pt x="34016" y="531179"/>
                    </a:lnTo>
                    <a:lnTo>
                      <a:pt x="30088" y="534884"/>
                    </a:lnTo>
                    <a:lnTo>
                      <a:pt x="22678" y="527027"/>
                    </a:lnTo>
                    <a:lnTo>
                      <a:pt x="18749" y="530732"/>
                    </a:lnTo>
                    <a:lnTo>
                      <a:pt x="0" y="518724"/>
                    </a:lnTo>
                    <a:lnTo>
                      <a:pt x="7411" y="526581"/>
                    </a:lnTo>
                    <a:lnTo>
                      <a:pt x="3482" y="530286"/>
                    </a:lnTo>
                    <a:lnTo>
                      <a:pt x="10893" y="538143"/>
                    </a:lnTo>
                    <a:lnTo>
                      <a:pt x="6964" y="541848"/>
                    </a:lnTo>
                    <a:lnTo>
                      <a:pt x="14375" y="549704"/>
                    </a:lnTo>
                    <a:lnTo>
                      <a:pt x="10446" y="553410"/>
                    </a:lnTo>
                    <a:lnTo>
                      <a:pt x="14152" y="557338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5" name="Контур"/>
              <p:cNvSpPr/>
              <p:nvPr/>
            </p:nvSpPr>
            <p:spPr>
              <a:xfrm>
                <a:off x="3279293" y="4774084"/>
                <a:ext cx="782579" cy="738124"/>
              </a:xfrm>
              <a:custGeom>
                <a:avLst/>
                <a:gdLst/>
                <a:ahLst/>
                <a:cxnLst/>
                <a:rect l="l" t="t" r="r" b="b"/>
                <a:pathLst>
                  <a:path w="782579" h="738124" fill="none">
                    <a:moveTo>
                      <a:pt x="0" y="738124"/>
                    </a:moveTo>
                    <a:lnTo>
                      <a:pt x="91661" y="651670"/>
                    </a:lnTo>
                    <a:moveTo>
                      <a:pt x="91661" y="651670"/>
                    </a:moveTo>
                    <a:lnTo>
                      <a:pt x="183322" y="565216"/>
                    </a:lnTo>
                    <a:moveTo>
                      <a:pt x="183322" y="565216"/>
                    </a:moveTo>
                    <a:lnTo>
                      <a:pt x="234828" y="516635"/>
                    </a:lnTo>
                    <a:lnTo>
                      <a:pt x="274982" y="478762"/>
                    </a:lnTo>
                    <a:moveTo>
                      <a:pt x="274982" y="478762"/>
                    </a:moveTo>
                    <a:lnTo>
                      <a:pt x="366643" y="392308"/>
                    </a:lnTo>
                    <a:moveTo>
                      <a:pt x="366643" y="392308"/>
                    </a:moveTo>
                    <a:lnTo>
                      <a:pt x="458304" y="305854"/>
                    </a:lnTo>
                    <a:moveTo>
                      <a:pt x="458304" y="305854"/>
                    </a:moveTo>
                    <a:lnTo>
                      <a:pt x="549965" y="219400"/>
                    </a:lnTo>
                    <a:moveTo>
                      <a:pt x="549965" y="219400"/>
                    </a:moveTo>
                    <a:lnTo>
                      <a:pt x="641626" y="132946"/>
                    </a:lnTo>
                    <a:moveTo>
                      <a:pt x="641626" y="132946"/>
                    </a:moveTo>
                    <a:lnTo>
                      <a:pt x="733286" y="46492"/>
                    </a:lnTo>
                    <a:moveTo>
                      <a:pt x="733286" y="46492"/>
                    </a:moveTo>
                    <a:lnTo>
                      <a:pt x="78257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6" name="Контур"/>
              <p:cNvSpPr/>
              <p:nvPr/>
            </p:nvSpPr>
            <p:spPr>
              <a:xfrm>
                <a:off x="3325391" y="4846133"/>
                <a:ext cx="595319" cy="564971"/>
              </a:xfrm>
              <a:custGeom>
                <a:avLst/>
                <a:gdLst/>
                <a:ahLst/>
                <a:cxnLst/>
                <a:rect l="l" t="t" r="r" b="b"/>
                <a:pathLst>
                  <a:path w="595319" h="564971" fill="none">
                    <a:moveTo>
                      <a:pt x="31426" y="518724"/>
                    </a:moveTo>
                    <a:lnTo>
                      <a:pt x="45354" y="564971"/>
                    </a:lnTo>
                    <a:lnTo>
                      <a:pt x="0" y="548365"/>
                    </a:lnTo>
                    <a:lnTo>
                      <a:pt x="31426" y="518724"/>
                    </a:lnTo>
                    <a:lnTo>
                      <a:pt x="27498" y="522429"/>
                    </a:lnTo>
                    <a:lnTo>
                      <a:pt x="37944" y="557115"/>
                    </a:lnTo>
                    <a:lnTo>
                      <a:pt x="3928" y="544660"/>
                    </a:lnTo>
                    <a:lnTo>
                      <a:pt x="7633" y="548589"/>
                    </a:lnTo>
                    <a:lnTo>
                      <a:pt x="31203" y="526358"/>
                    </a:lnTo>
                    <a:lnTo>
                      <a:pt x="27498" y="522429"/>
                    </a:lnTo>
                    <a:lnTo>
                      <a:pt x="31426" y="518724"/>
                    </a:lnTo>
                    <a:lnTo>
                      <a:pt x="30980" y="533991"/>
                    </a:lnTo>
                    <a:lnTo>
                      <a:pt x="34908" y="530286"/>
                    </a:lnTo>
                    <a:lnTo>
                      <a:pt x="34462" y="545553"/>
                    </a:lnTo>
                    <a:lnTo>
                      <a:pt x="38390" y="541848"/>
                    </a:lnTo>
                    <a:lnTo>
                      <a:pt x="41649" y="561043"/>
                    </a:lnTo>
                    <a:lnTo>
                      <a:pt x="22677" y="556668"/>
                    </a:lnTo>
                    <a:lnTo>
                      <a:pt x="26605" y="552963"/>
                    </a:lnTo>
                    <a:lnTo>
                      <a:pt x="11338" y="552517"/>
                    </a:lnTo>
                    <a:lnTo>
                      <a:pt x="15267" y="548812"/>
                    </a:lnTo>
                    <a:lnTo>
                      <a:pt x="0" y="548365"/>
                    </a:lnTo>
                    <a:lnTo>
                      <a:pt x="11561" y="544883"/>
                    </a:lnTo>
                    <a:lnTo>
                      <a:pt x="11785" y="537250"/>
                    </a:lnTo>
                    <a:lnTo>
                      <a:pt x="19418" y="537473"/>
                    </a:lnTo>
                    <a:lnTo>
                      <a:pt x="19641" y="529840"/>
                    </a:lnTo>
                    <a:lnTo>
                      <a:pt x="27275" y="530063"/>
                    </a:lnTo>
                    <a:lnTo>
                      <a:pt x="31426" y="518724"/>
                    </a:lnTo>
                    <a:lnTo>
                      <a:pt x="31203" y="526358"/>
                    </a:lnTo>
                    <a:lnTo>
                      <a:pt x="23570" y="526134"/>
                    </a:lnTo>
                    <a:lnTo>
                      <a:pt x="23346" y="533768"/>
                    </a:lnTo>
                    <a:lnTo>
                      <a:pt x="15713" y="533545"/>
                    </a:lnTo>
                    <a:lnTo>
                      <a:pt x="15490" y="541178"/>
                    </a:lnTo>
                    <a:lnTo>
                      <a:pt x="7856" y="540955"/>
                    </a:lnTo>
                    <a:lnTo>
                      <a:pt x="7633" y="548589"/>
                    </a:lnTo>
                    <a:lnTo>
                      <a:pt x="11338" y="552517"/>
                    </a:lnTo>
                    <a:lnTo>
                      <a:pt x="15267" y="548812"/>
                    </a:lnTo>
                    <a:lnTo>
                      <a:pt x="22677" y="556668"/>
                    </a:lnTo>
                    <a:lnTo>
                      <a:pt x="26605" y="552963"/>
                    </a:lnTo>
                    <a:lnTo>
                      <a:pt x="45354" y="564971"/>
                    </a:lnTo>
                    <a:lnTo>
                      <a:pt x="37944" y="557115"/>
                    </a:lnTo>
                    <a:lnTo>
                      <a:pt x="41872" y="553409"/>
                    </a:lnTo>
                    <a:lnTo>
                      <a:pt x="34462" y="545553"/>
                    </a:lnTo>
                    <a:lnTo>
                      <a:pt x="38390" y="541848"/>
                    </a:lnTo>
                    <a:lnTo>
                      <a:pt x="30980" y="533991"/>
                    </a:lnTo>
                    <a:lnTo>
                      <a:pt x="34908" y="530286"/>
                    </a:lnTo>
                    <a:lnTo>
                      <a:pt x="31203" y="526358"/>
                    </a:lnTo>
                    <a:moveTo>
                      <a:pt x="214748" y="345816"/>
                    </a:moveTo>
                    <a:lnTo>
                      <a:pt x="228676" y="392063"/>
                    </a:lnTo>
                    <a:lnTo>
                      <a:pt x="183321" y="375457"/>
                    </a:lnTo>
                    <a:lnTo>
                      <a:pt x="214748" y="345816"/>
                    </a:lnTo>
                    <a:lnTo>
                      <a:pt x="210820" y="349521"/>
                    </a:lnTo>
                    <a:lnTo>
                      <a:pt x="221266" y="384207"/>
                    </a:lnTo>
                    <a:lnTo>
                      <a:pt x="187250" y="371752"/>
                    </a:lnTo>
                    <a:lnTo>
                      <a:pt x="190955" y="375681"/>
                    </a:lnTo>
                    <a:lnTo>
                      <a:pt x="214525" y="353450"/>
                    </a:lnTo>
                    <a:lnTo>
                      <a:pt x="210820" y="349521"/>
                    </a:lnTo>
                    <a:lnTo>
                      <a:pt x="214748" y="345816"/>
                    </a:lnTo>
                    <a:lnTo>
                      <a:pt x="214302" y="361083"/>
                    </a:lnTo>
                    <a:lnTo>
                      <a:pt x="218230" y="357378"/>
                    </a:lnTo>
                    <a:lnTo>
                      <a:pt x="217784" y="372645"/>
                    </a:lnTo>
                    <a:lnTo>
                      <a:pt x="221712" y="368940"/>
                    </a:lnTo>
                    <a:lnTo>
                      <a:pt x="224971" y="388135"/>
                    </a:lnTo>
                    <a:lnTo>
                      <a:pt x="205999" y="383760"/>
                    </a:lnTo>
                    <a:lnTo>
                      <a:pt x="209927" y="380055"/>
                    </a:lnTo>
                    <a:lnTo>
                      <a:pt x="194660" y="379609"/>
                    </a:lnTo>
                    <a:lnTo>
                      <a:pt x="198588" y="375904"/>
                    </a:lnTo>
                    <a:lnTo>
                      <a:pt x="183321" y="375457"/>
                    </a:lnTo>
                    <a:lnTo>
                      <a:pt x="194883" y="371975"/>
                    </a:lnTo>
                    <a:lnTo>
                      <a:pt x="195106" y="364342"/>
                    </a:lnTo>
                    <a:lnTo>
                      <a:pt x="202740" y="364565"/>
                    </a:lnTo>
                    <a:lnTo>
                      <a:pt x="202963" y="356932"/>
                    </a:lnTo>
                    <a:lnTo>
                      <a:pt x="210596" y="357155"/>
                    </a:lnTo>
                    <a:lnTo>
                      <a:pt x="214748" y="345816"/>
                    </a:lnTo>
                    <a:lnTo>
                      <a:pt x="214525" y="353450"/>
                    </a:lnTo>
                    <a:lnTo>
                      <a:pt x="206891" y="353226"/>
                    </a:lnTo>
                    <a:lnTo>
                      <a:pt x="206668" y="360860"/>
                    </a:lnTo>
                    <a:lnTo>
                      <a:pt x="199035" y="360637"/>
                    </a:lnTo>
                    <a:lnTo>
                      <a:pt x="198811" y="368270"/>
                    </a:lnTo>
                    <a:lnTo>
                      <a:pt x="191178" y="368047"/>
                    </a:lnTo>
                    <a:lnTo>
                      <a:pt x="190955" y="375681"/>
                    </a:lnTo>
                    <a:lnTo>
                      <a:pt x="194660" y="379609"/>
                    </a:lnTo>
                    <a:lnTo>
                      <a:pt x="198588" y="375904"/>
                    </a:lnTo>
                    <a:lnTo>
                      <a:pt x="205999" y="383760"/>
                    </a:lnTo>
                    <a:lnTo>
                      <a:pt x="209927" y="380055"/>
                    </a:lnTo>
                    <a:lnTo>
                      <a:pt x="228676" y="392063"/>
                    </a:lnTo>
                    <a:lnTo>
                      <a:pt x="221266" y="384207"/>
                    </a:lnTo>
                    <a:lnTo>
                      <a:pt x="225194" y="380501"/>
                    </a:lnTo>
                    <a:lnTo>
                      <a:pt x="217784" y="372645"/>
                    </a:lnTo>
                    <a:lnTo>
                      <a:pt x="221712" y="368940"/>
                    </a:lnTo>
                    <a:lnTo>
                      <a:pt x="214302" y="361083"/>
                    </a:lnTo>
                    <a:lnTo>
                      <a:pt x="218230" y="357378"/>
                    </a:lnTo>
                    <a:lnTo>
                      <a:pt x="214525" y="353450"/>
                    </a:lnTo>
                    <a:moveTo>
                      <a:pt x="398069" y="172908"/>
                    </a:moveTo>
                    <a:lnTo>
                      <a:pt x="411998" y="219155"/>
                    </a:lnTo>
                    <a:lnTo>
                      <a:pt x="366643" y="202549"/>
                    </a:lnTo>
                    <a:lnTo>
                      <a:pt x="398069" y="172908"/>
                    </a:lnTo>
                    <a:lnTo>
                      <a:pt x="394141" y="176613"/>
                    </a:lnTo>
                    <a:lnTo>
                      <a:pt x="404587" y="211299"/>
                    </a:lnTo>
                    <a:lnTo>
                      <a:pt x="370571" y="198844"/>
                    </a:lnTo>
                    <a:lnTo>
                      <a:pt x="374276" y="202773"/>
                    </a:lnTo>
                    <a:lnTo>
                      <a:pt x="397846" y="180542"/>
                    </a:lnTo>
                    <a:lnTo>
                      <a:pt x="394141" y="176613"/>
                    </a:lnTo>
                    <a:lnTo>
                      <a:pt x="398069" y="172908"/>
                    </a:lnTo>
                    <a:lnTo>
                      <a:pt x="397623" y="188175"/>
                    </a:lnTo>
                    <a:lnTo>
                      <a:pt x="401552" y="184470"/>
                    </a:lnTo>
                    <a:lnTo>
                      <a:pt x="401105" y="199737"/>
                    </a:lnTo>
                    <a:lnTo>
                      <a:pt x="405034" y="196032"/>
                    </a:lnTo>
                    <a:lnTo>
                      <a:pt x="408292" y="215227"/>
                    </a:lnTo>
                    <a:lnTo>
                      <a:pt x="389320" y="210852"/>
                    </a:lnTo>
                    <a:lnTo>
                      <a:pt x="393249" y="207147"/>
                    </a:lnTo>
                    <a:lnTo>
                      <a:pt x="377982" y="206701"/>
                    </a:lnTo>
                    <a:lnTo>
                      <a:pt x="381910" y="202996"/>
                    </a:lnTo>
                    <a:lnTo>
                      <a:pt x="366643" y="202549"/>
                    </a:lnTo>
                    <a:lnTo>
                      <a:pt x="378205" y="199067"/>
                    </a:lnTo>
                    <a:lnTo>
                      <a:pt x="378428" y="191434"/>
                    </a:lnTo>
                    <a:lnTo>
                      <a:pt x="386061" y="191657"/>
                    </a:lnTo>
                    <a:lnTo>
                      <a:pt x="386285" y="184024"/>
                    </a:lnTo>
                    <a:lnTo>
                      <a:pt x="393918" y="184247"/>
                    </a:lnTo>
                    <a:lnTo>
                      <a:pt x="398069" y="172908"/>
                    </a:lnTo>
                    <a:lnTo>
                      <a:pt x="397846" y="180542"/>
                    </a:lnTo>
                    <a:lnTo>
                      <a:pt x="390213" y="180318"/>
                    </a:lnTo>
                    <a:lnTo>
                      <a:pt x="389990" y="187952"/>
                    </a:lnTo>
                    <a:lnTo>
                      <a:pt x="382356" y="187729"/>
                    </a:lnTo>
                    <a:lnTo>
                      <a:pt x="382133" y="195362"/>
                    </a:lnTo>
                    <a:lnTo>
                      <a:pt x="374500" y="195139"/>
                    </a:lnTo>
                    <a:lnTo>
                      <a:pt x="374276" y="202773"/>
                    </a:lnTo>
                    <a:lnTo>
                      <a:pt x="377982" y="206701"/>
                    </a:lnTo>
                    <a:lnTo>
                      <a:pt x="381910" y="202996"/>
                    </a:lnTo>
                    <a:lnTo>
                      <a:pt x="389320" y="210852"/>
                    </a:lnTo>
                    <a:lnTo>
                      <a:pt x="393249" y="207147"/>
                    </a:lnTo>
                    <a:lnTo>
                      <a:pt x="411998" y="219155"/>
                    </a:lnTo>
                    <a:lnTo>
                      <a:pt x="404587" y="211299"/>
                    </a:lnTo>
                    <a:lnTo>
                      <a:pt x="408516" y="207593"/>
                    </a:lnTo>
                    <a:lnTo>
                      <a:pt x="401105" y="199737"/>
                    </a:lnTo>
                    <a:lnTo>
                      <a:pt x="405034" y="196032"/>
                    </a:lnTo>
                    <a:lnTo>
                      <a:pt x="397623" y="188175"/>
                    </a:lnTo>
                    <a:lnTo>
                      <a:pt x="401552" y="184470"/>
                    </a:lnTo>
                    <a:lnTo>
                      <a:pt x="397846" y="180542"/>
                    </a:lnTo>
                    <a:moveTo>
                      <a:pt x="581391" y="0"/>
                    </a:moveTo>
                    <a:lnTo>
                      <a:pt x="595319" y="46247"/>
                    </a:lnTo>
                    <a:lnTo>
                      <a:pt x="549965" y="29641"/>
                    </a:lnTo>
                    <a:lnTo>
                      <a:pt x="581391" y="0"/>
                    </a:lnTo>
                    <a:lnTo>
                      <a:pt x="577463" y="3705"/>
                    </a:lnTo>
                    <a:lnTo>
                      <a:pt x="587909" y="38391"/>
                    </a:lnTo>
                    <a:lnTo>
                      <a:pt x="553893" y="25936"/>
                    </a:lnTo>
                    <a:lnTo>
                      <a:pt x="557598" y="29865"/>
                    </a:lnTo>
                    <a:lnTo>
                      <a:pt x="581168" y="7633"/>
                    </a:lnTo>
                    <a:lnTo>
                      <a:pt x="577463" y="3705"/>
                    </a:lnTo>
                    <a:lnTo>
                      <a:pt x="581391" y="0"/>
                    </a:lnTo>
                    <a:lnTo>
                      <a:pt x="580945" y="15267"/>
                    </a:lnTo>
                    <a:lnTo>
                      <a:pt x="584873" y="11562"/>
                    </a:lnTo>
                    <a:lnTo>
                      <a:pt x="584427" y="26829"/>
                    </a:lnTo>
                    <a:lnTo>
                      <a:pt x="588355" y="23124"/>
                    </a:lnTo>
                    <a:lnTo>
                      <a:pt x="591614" y="42319"/>
                    </a:lnTo>
                    <a:lnTo>
                      <a:pt x="572642" y="37944"/>
                    </a:lnTo>
                    <a:lnTo>
                      <a:pt x="576570" y="34239"/>
                    </a:lnTo>
                    <a:lnTo>
                      <a:pt x="561303" y="33793"/>
                    </a:lnTo>
                    <a:lnTo>
                      <a:pt x="565232" y="30088"/>
                    </a:lnTo>
                    <a:lnTo>
                      <a:pt x="549965" y="29641"/>
                    </a:lnTo>
                    <a:lnTo>
                      <a:pt x="561526" y="26159"/>
                    </a:lnTo>
                    <a:lnTo>
                      <a:pt x="561749" y="18526"/>
                    </a:lnTo>
                    <a:lnTo>
                      <a:pt x="569383" y="18749"/>
                    </a:lnTo>
                    <a:lnTo>
                      <a:pt x="569606" y="11115"/>
                    </a:lnTo>
                    <a:lnTo>
                      <a:pt x="577240" y="11339"/>
                    </a:lnTo>
                    <a:lnTo>
                      <a:pt x="581391" y="0"/>
                    </a:lnTo>
                    <a:lnTo>
                      <a:pt x="581168" y="7633"/>
                    </a:lnTo>
                    <a:lnTo>
                      <a:pt x="573534" y="7410"/>
                    </a:lnTo>
                    <a:lnTo>
                      <a:pt x="573311" y="15044"/>
                    </a:lnTo>
                    <a:lnTo>
                      <a:pt x="565678" y="14821"/>
                    </a:lnTo>
                    <a:lnTo>
                      <a:pt x="565455" y="22454"/>
                    </a:lnTo>
                    <a:lnTo>
                      <a:pt x="557821" y="22231"/>
                    </a:lnTo>
                    <a:lnTo>
                      <a:pt x="557598" y="29865"/>
                    </a:lnTo>
                    <a:lnTo>
                      <a:pt x="561303" y="33793"/>
                    </a:lnTo>
                    <a:lnTo>
                      <a:pt x="565232" y="30088"/>
                    </a:lnTo>
                    <a:lnTo>
                      <a:pt x="572642" y="37944"/>
                    </a:lnTo>
                    <a:lnTo>
                      <a:pt x="576570" y="34239"/>
                    </a:lnTo>
                    <a:lnTo>
                      <a:pt x="595319" y="46247"/>
                    </a:lnTo>
                    <a:lnTo>
                      <a:pt x="587909" y="38391"/>
                    </a:lnTo>
                    <a:lnTo>
                      <a:pt x="591837" y="34685"/>
                    </a:lnTo>
                    <a:lnTo>
                      <a:pt x="584427" y="26829"/>
                    </a:lnTo>
                    <a:lnTo>
                      <a:pt x="588355" y="23124"/>
                    </a:lnTo>
                    <a:lnTo>
                      <a:pt x="580945" y="15267"/>
                    </a:lnTo>
                    <a:lnTo>
                      <a:pt x="584873" y="11562"/>
                    </a:lnTo>
                    <a:lnTo>
                      <a:pt x="581168" y="7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7" name="Контур"/>
              <p:cNvSpPr/>
              <p:nvPr/>
            </p:nvSpPr>
            <p:spPr>
              <a:xfrm>
                <a:off x="3279293" y="5034137"/>
                <a:ext cx="659637" cy="478071"/>
              </a:xfrm>
              <a:custGeom>
                <a:avLst/>
                <a:gdLst/>
                <a:ahLst/>
                <a:cxnLst/>
                <a:rect l="l" t="t" r="r" b="b"/>
                <a:pathLst>
                  <a:path w="659637" h="478071" fill="none">
                    <a:moveTo>
                      <a:pt x="659637" y="0"/>
                    </a:moveTo>
                    <a:lnTo>
                      <a:pt x="557614" y="73941"/>
                    </a:lnTo>
                    <a:moveTo>
                      <a:pt x="557614" y="73941"/>
                    </a:moveTo>
                    <a:lnTo>
                      <a:pt x="455591" y="147882"/>
                    </a:lnTo>
                    <a:moveTo>
                      <a:pt x="455591" y="147882"/>
                    </a:moveTo>
                    <a:lnTo>
                      <a:pt x="353568" y="221823"/>
                    </a:lnTo>
                    <a:moveTo>
                      <a:pt x="353568" y="221823"/>
                    </a:moveTo>
                    <a:lnTo>
                      <a:pt x="251545" y="295764"/>
                    </a:lnTo>
                    <a:moveTo>
                      <a:pt x="251545" y="295764"/>
                    </a:moveTo>
                    <a:lnTo>
                      <a:pt x="149521" y="369705"/>
                    </a:lnTo>
                    <a:moveTo>
                      <a:pt x="149521" y="369705"/>
                    </a:moveTo>
                    <a:lnTo>
                      <a:pt x="47498" y="443646"/>
                    </a:lnTo>
                    <a:moveTo>
                      <a:pt x="47498" y="443646"/>
                    </a:moveTo>
                    <a:lnTo>
                      <a:pt x="0" y="478071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8" name="Контур"/>
              <p:cNvSpPr/>
              <p:nvPr/>
            </p:nvSpPr>
            <p:spPr>
              <a:xfrm>
                <a:off x="3362146" y="5064354"/>
                <a:ext cx="450934" cy="343419"/>
              </a:xfrm>
              <a:custGeom>
                <a:avLst/>
                <a:gdLst/>
                <a:ahLst/>
                <a:cxnLst/>
                <a:rect l="l" t="t" r="r" b="b"/>
                <a:pathLst>
                  <a:path w="450934" h="343419" fill="none">
                    <a:moveTo>
                      <a:pt x="443072" y="0"/>
                    </a:moveTo>
                    <a:lnTo>
                      <a:pt x="450934" y="47655"/>
                    </a:lnTo>
                    <a:lnTo>
                      <a:pt x="408093" y="25351"/>
                    </a:lnTo>
                    <a:lnTo>
                      <a:pt x="443072" y="0"/>
                    </a:lnTo>
                    <a:lnTo>
                      <a:pt x="438700" y="3169"/>
                    </a:lnTo>
                    <a:lnTo>
                      <a:pt x="444596" y="38910"/>
                    </a:lnTo>
                    <a:lnTo>
                      <a:pt x="412465" y="22182"/>
                    </a:lnTo>
                    <a:lnTo>
                      <a:pt x="415634" y="26555"/>
                    </a:lnTo>
                    <a:lnTo>
                      <a:pt x="441868" y="7541"/>
                    </a:lnTo>
                    <a:lnTo>
                      <a:pt x="438700" y="3169"/>
                    </a:lnTo>
                    <a:lnTo>
                      <a:pt x="443072" y="0"/>
                    </a:lnTo>
                    <a:lnTo>
                      <a:pt x="440665" y="15083"/>
                    </a:lnTo>
                    <a:lnTo>
                      <a:pt x="445037" y="11914"/>
                    </a:lnTo>
                    <a:lnTo>
                      <a:pt x="442630" y="26996"/>
                    </a:lnTo>
                    <a:lnTo>
                      <a:pt x="447003" y="23827"/>
                    </a:lnTo>
                    <a:lnTo>
                      <a:pt x="447765" y="43282"/>
                    </a:lnTo>
                    <a:lnTo>
                      <a:pt x="429513" y="36503"/>
                    </a:lnTo>
                    <a:lnTo>
                      <a:pt x="433885" y="33334"/>
                    </a:lnTo>
                    <a:lnTo>
                      <a:pt x="418803" y="30927"/>
                    </a:lnTo>
                    <a:lnTo>
                      <a:pt x="423175" y="27758"/>
                    </a:lnTo>
                    <a:lnTo>
                      <a:pt x="408093" y="25351"/>
                    </a:lnTo>
                    <a:lnTo>
                      <a:pt x="420006" y="23386"/>
                    </a:lnTo>
                    <a:lnTo>
                      <a:pt x="421210" y="15844"/>
                    </a:lnTo>
                    <a:lnTo>
                      <a:pt x="428751" y="17048"/>
                    </a:lnTo>
                    <a:lnTo>
                      <a:pt x="429955" y="9507"/>
                    </a:lnTo>
                    <a:lnTo>
                      <a:pt x="437496" y="10710"/>
                    </a:lnTo>
                    <a:lnTo>
                      <a:pt x="443072" y="0"/>
                    </a:lnTo>
                    <a:lnTo>
                      <a:pt x="441868" y="7541"/>
                    </a:lnTo>
                    <a:lnTo>
                      <a:pt x="434327" y="6338"/>
                    </a:lnTo>
                    <a:lnTo>
                      <a:pt x="433124" y="13879"/>
                    </a:lnTo>
                    <a:lnTo>
                      <a:pt x="425582" y="12676"/>
                    </a:lnTo>
                    <a:lnTo>
                      <a:pt x="424379" y="20217"/>
                    </a:lnTo>
                    <a:lnTo>
                      <a:pt x="416837" y="19013"/>
                    </a:lnTo>
                    <a:lnTo>
                      <a:pt x="415634" y="26555"/>
                    </a:lnTo>
                    <a:lnTo>
                      <a:pt x="418803" y="30927"/>
                    </a:lnTo>
                    <a:lnTo>
                      <a:pt x="423175" y="27758"/>
                    </a:lnTo>
                    <a:lnTo>
                      <a:pt x="429513" y="36503"/>
                    </a:lnTo>
                    <a:lnTo>
                      <a:pt x="433885" y="33334"/>
                    </a:lnTo>
                    <a:lnTo>
                      <a:pt x="450934" y="47655"/>
                    </a:lnTo>
                    <a:lnTo>
                      <a:pt x="444596" y="38910"/>
                    </a:lnTo>
                    <a:lnTo>
                      <a:pt x="448968" y="35741"/>
                    </a:lnTo>
                    <a:lnTo>
                      <a:pt x="442630" y="26996"/>
                    </a:lnTo>
                    <a:lnTo>
                      <a:pt x="447003" y="23827"/>
                    </a:lnTo>
                    <a:lnTo>
                      <a:pt x="440665" y="15083"/>
                    </a:lnTo>
                    <a:lnTo>
                      <a:pt x="445037" y="11914"/>
                    </a:lnTo>
                    <a:lnTo>
                      <a:pt x="441868" y="7541"/>
                    </a:lnTo>
                    <a:moveTo>
                      <a:pt x="239026" y="147882"/>
                    </a:moveTo>
                    <a:lnTo>
                      <a:pt x="246887" y="195537"/>
                    </a:lnTo>
                    <a:lnTo>
                      <a:pt x="204046" y="173233"/>
                    </a:lnTo>
                    <a:lnTo>
                      <a:pt x="239026" y="147882"/>
                    </a:lnTo>
                    <a:lnTo>
                      <a:pt x="234653" y="151051"/>
                    </a:lnTo>
                    <a:lnTo>
                      <a:pt x="240549" y="186792"/>
                    </a:lnTo>
                    <a:lnTo>
                      <a:pt x="208419" y="170064"/>
                    </a:lnTo>
                    <a:lnTo>
                      <a:pt x="211588" y="174437"/>
                    </a:lnTo>
                    <a:lnTo>
                      <a:pt x="237822" y="155423"/>
                    </a:lnTo>
                    <a:lnTo>
                      <a:pt x="234653" y="151051"/>
                    </a:lnTo>
                    <a:lnTo>
                      <a:pt x="239026" y="147882"/>
                    </a:lnTo>
                    <a:lnTo>
                      <a:pt x="236619" y="162965"/>
                    </a:lnTo>
                    <a:lnTo>
                      <a:pt x="240991" y="159796"/>
                    </a:lnTo>
                    <a:lnTo>
                      <a:pt x="238584" y="174878"/>
                    </a:lnTo>
                    <a:lnTo>
                      <a:pt x="242956" y="171709"/>
                    </a:lnTo>
                    <a:lnTo>
                      <a:pt x="243718" y="191165"/>
                    </a:lnTo>
                    <a:lnTo>
                      <a:pt x="225467" y="184385"/>
                    </a:lnTo>
                    <a:lnTo>
                      <a:pt x="229839" y="181216"/>
                    </a:lnTo>
                    <a:lnTo>
                      <a:pt x="214757" y="178809"/>
                    </a:lnTo>
                    <a:lnTo>
                      <a:pt x="219129" y="175640"/>
                    </a:lnTo>
                    <a:lnTo>
                      <a:pt x="204046" y="173233"/>
                    </a:lnTo>
                    <a:lnTo>
                      <a:pt x="215960" y="171268"/>
                    </a:lnTo>
                    <a:lnTo>
                      <a:pt x="217164" y="163727"/>
                    </a:lnTo>
                    <a:lnTo>
                      <a:pt x="224705" y="164930"/>
                    </a:lnTo>
                    <a:lnTo>
                      <a:pt x="225908" y="157389"/>
                    </a:lnTo>
                    <a:lnTo>
                      <a:pt x="233450" y="158592"/>
                    </a:lnTo>
                    <a:lnTo>
                      <a:pt x="239026" y="147882"/>
                    </a:lnTo>
                    <a:lnTo>
                      <a:pt x="237822" y="155423"/>
                    </a:lnTo>
                    <a:lnTo>
                      <a:pt x="230281" y="154220"/>
                    </a:lnTo>
                    <a:lnTo>
                      <a:pt x="229077" y="161761"/>
                    </a:lnTo>
                    <a:lnTo>
                      <a:pt x="221536" y="160558"/>
                    </a:lnTo>
                    <a:lnTo>
                      <a:pt x="220333" y="168099"/>
                    </a:lnTo>
                    <a:lnTo>
                      <a:pt x="212791" y="166895"/>
                    </a:lnTo>
                    <a:lnTo>
                      <a:pt x="211588" y="174437"/>
                    </a:lnTo>
                    <a:lnTo>
                      <a:pt x="214757" y="178809"/>
                    </a:lnTo>
                    <a:lnTo>
                      <a:pt x="219129" y="175640"/>
                    </a:lnTo>
                    <a:lnTo>
                      <a:pt x="225467" y="184385"/>
                    </a:lnTo>
                    <a:lnTo>
                      <a:pt x="229839" y="181216"/>
                    </a:lnTo>
                    <a:lnTo>
                      <a:pt x="246887" y="195537"/>
                    </a:lnTo>
                    <a:lnTo>
                      <a:pt x="240549" y="186792"/>
                    </a:lnTo>
                    <a:lnTo>
                      <a:pt x="244922" y="183623"/>
                    </a:lnTo>
                    <a:lnTo>
                      <a:pt x="238584" y="174878"/>
                    </a:lnTo>
                    <a:lnTo>
                      <a:pt x="242956" y="171709"/>
                    </a:lnTo>
                    <a:lnTo>
                      <a:pt x="236619" y="162965"/>
                    </a:lnTo>
                    <a:lnTo>
                      <a:pt x="240991" y="159796"/>
                    </a:lnTo>
                    <a:lnTo>
                      <a:pt x="237822" y="155423"/>
                    </a:lnTo>
                    <a:moveTo>
                      <a:pt x="34979" y="295764"/>
                    </a:moveTo>
                    <a:lnTo>
                      <a:pt x="42841" y="343419"/>
                    </a:lnTo>
                    <a:lnTo>
                      <a:pt x="0" y="321115"/>
                    </a:lnTo>
                    <a:lnTo>
                      <a:pt x="34979" y="295764"/>
                    </a:lnTo>
                    <a:lnTo>
                      <a:pt x="30607" y="298933"/>
                    </a:lnTo>
                    <a:lnTo>
                      <a:pt x="36503" y="334674"/>
                    </a:lnTo>
                    <a:lnTo>
                      <a:pt x="4372" y="317946"/>
                    </a:lnTo>
                    <a:lnTo>
                      <a:pt x="7541" y="322319"/>
                    </a:lnTo>
                    <a:lnTo>
                      <a:pt x="33776" y="303305"/>
                    </a:lnTo>
                    <a:lnTo>
                      <a:pt x="30607" y="298933"/>
                    </a:lnTo>
                    <a:lnTo>
                      <a:pt x="34979" y="295764"/>
                    </a:lnTo>
                    <a:lnTo>
                      <a:pt x="32572" y="310847"/>
                    </a:lnTo>
                    <a:lnTo>
                      <a:pt x="36945" y="307678"/>
                    </a:lnTo>
                    <a:lnTo>
                      <a:pt x="34538" y="322760"/>
                    </a:lnTo>
                    <a:lnTo>
                      <a:pt x="38910" y="319592"/>
                    </a:lnTo>
                    <a:lnTo>
                      <a:pt x="39672" y="339047"/>
                    </a:lnTo>
                    <a:lnTo>
                      <a:pt x="21421" y="332267"/>
                    </a:lnTo>
                    <a:lnTo>
                      <a:pt x="25793" y="329098"/>
                    </a:lnTo>
                    <a:lnTo>
                      <a:pt x="10710" y="326691"/>
                    </a:lnTo>
                    <a:lnTo>
                      <a:pt x="15083" y="323522"/>
                    </a:lnTo>
                    <a:lnTo>
                      <a:pt x="0" y="321115"/>
                    </a:lnTo>
                    <a:lnTo>
                      <a:pt x="11914" y="319150"/>
                    </a:lnTo>
                    <a:lnTo>
                      <a:pt x="13117" y="311609"/>
                    </a:lnTo>
                    <a:lnTo>
                      <a:pt x="20659" y="312812"/>
                    </a:lnTo>
                    <a:lnTo>
                      <a:pt x="21862" y="305271"/>
                    </a:lnTo>
                    <a:lnTo>
                      <a:pt x="29403" y="306474"/>
                    </a:lnTo>
                    <a:lnTo>
                      <a:pt x="34979" y="295764"/>
                    </a:lnTo>
                    <a:lnTo>
                      <a:pt x="33776" y="303305"/>
                    </a:lnTo>
                    <a:lnTo>
                      <a:pt x="26235" y="302102"/>
                    </a:lnTo>
                    <a:lnTo>
                      <a:pt x="25031" y="309643"/>
                    </a:lnTo>
                    <a:lnTo>
                      <a:pt x="17490" y="308440"/>
                    </a:lnTo>
                    <a:lnTo>
                      <a:pt x="16286" y="315981"/>
                    </a:lnTo>
                    <a:lnTo>
                      <a:pt x="8745" y="314778"/>
                    </a:lnTo>
                    <a:lnTo>
                      <a:pt x="7541" y="322319"/>
                    </a:lnTo>
                    <a:lnTo>
                      <a:pt x="10710" y="326691"/>
                    </a:lnTo>
                    <a:lnTo>
                      <a:pt x="15083" y="323522"/>
                    </a:lnTo>
                    <a:lnTo>
                      <a:pt x="21421" y="332267"/>
                    </a:lnTo>
                    <a:lnTo>
                      <a:pt x="25793" y="329098"/>
                    </a:lnTo>
                    <a:lnTo>
                      <a:pt x="42841" y="343419"/>
                    </a:lnTo>
                    <a:lnTo>
                      <a:pt x="36503" y="334674"/>
                    </a:lnTo>
                    <a:lnTo>
                      <a:pt x="40876" y="331505"/>
                    </a:lnTo>
                    <a:lnTo>
                      <a:pt x="34538" y="322760"/>
                    </a:lnTo>
                    <a:lnTo>
                      <a:pt x="38910" y="319592"/>
                    </a:lnTo>
                    <a:lnTo>
                      <a:pt x="32572" y="310847"/>
                    </a:lnTo>
                    <a:lnTo>
                      <a:pt x="36945" y="307678"/>
                    </a:lnTo>
                    <a:lnTo>
                      <a:pt x="33776" y="30330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9" name="Контур"/>
              <p:cNvSpPr/>
              <p:nvPr/>
            </p:nvSpPr>
            <p:spPr>
              <a:xfrm>
                <a:off x="3938930" y="4222407"/>
                <a:ext cx="1120072" cy="811730"/>
              </a:xfrm>
              <a:custGeom>
                <a:avLst/>
                <a:gdLst/>
                <a:ahLst/>
                <a:cxnLst/>
                <a:rect l="l" t="t" r="r" b="b"/>
                <a:pathLst>
                  <a:path w="1120072" h="811730" fill="none">
                    <a:moveTo>
                      <a:pt x="1120072" y="0"/>
                    </a:moveTo>
                    <a:lnTo>
                      <a:pt x="1018047" y="73939"/>
                    </a:lnTo>
                    <a:moveTo>
                      <a:pt x="1018047" y="73939"/>
                    </a:moveTo>
                    <a:lnTo>
                      <a:pt x="916022" y="147877"/>
                    </a:lnTo>
                    <a:moveTo>
                      <a:pt x="916022" y="147877"/>
                    </a:moveTo>
                    <a:lnTo>
                      <a:pt x="813997" y="221816"/>
                    </a:lnTo>
                    <a:moveTo>
                      <a:pt x="813997" y="221816"/>
                    </a:moveTo>
                    <a:lnTo>
                      <a:pt x="711972" y="295755"/>
                    </a:lnTo>
                    <a:moveTo>
                      <a:pt x="711972" y="295755"/>
                    </a:moveTo>
                    <a:lnTo>
                      <a:pt x="609947" y="369693"/>
                    </a:lnTo>
                    <a:moveTo>
                      <a:pt x="609947" y="369693"/>
                    </a:moveTo>
                    <a:lnTo>
                      <a:pt x="507922" y="443632"/>
                    </a:lnTo>
                    <a:moveTo>
                      <a:pt x="507922" y="443632"/>
                    </a:moveTo>
                    <a:lnTo>
                      <a:pt x="445588" y="488806"/>
                    </a:lnTo>
                    <a:lnTo>
                      <a:pt x="405897" y="517571"/>
                    </a:lnTo>
                    <a:moveTo>
                      <a:pt x="405897" y="517571"/>
                    </a:moveTo>
                    <a:lnTo>
                      <a:pt x="303872" y="591509"/>
                    </a:lnTo>
                    <a:moveTo>
                      <a:pt x="303872" y="591509"/>
                    </a:moveTo>
                    <a:lnTo>
                      <a:pt x="201848" y="665448"/>
                    </a:lnTo>
                    <a:moveTo>
                      <a:pt x="201848" y="665448"/>
                    </a:moveTo>
                    <a:lnTo>
                      <a:pt x="99823" y="739386"/>
                    </a:lnTo>
                    <a:moveTo>
                      <a:pt x="99823" y="739386"/>
                    </a:moveTo>
                    <a:lnTo>
                      <a:pt x="42491" y="780935"/>
                    </a:lnTo>
                    <a:lnTo>
                      <a:pt x="0" y="81173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20" name="Контур"/>
              <p:cNvSpPr/>
              <p:nvPr/>
            </p:nvSpPr>
            <p:spPr>
              <a:xfrm>
                <a:off x="4139099" y="4310900"/>
                <a:ext cx="859039" cy="639164"/>
              </a:xfrm>
              <a:custGeom>
                <a:avLst/>
                <a:gdLst/>
                <a:ahLst/>
                <a:cxnLst/>
                <a:rect l="l" t="t" r="r" b="b"/>
                <a:pathLst>
                  <a:path w="859039" h="639164" fill="none">
                    <a:moveTo>
                      <a:pt x="824060" y="47656"/>
                    </a:moveTo>
                    <a:lnTo>
                      <a:pt x="816199" y="0"/>
                    </a:lnTo>
                    <a:lnTo>
                      <a:pt x="859039" y="22305"/>
                    </a:lnTo>
                    <a:lnTo>
                      <a:pt x="824060" y="47656"/>
                    </a:lnTo>
                    <a:lnTo>
                      <a:pt x="828432" y="44487"/>
                    </a:lnTo>
                    <a:lnTo>
                      <a:pt x="822537" y="8745"/>
                    </a:lnTo>
                    <a:lnTo>
                      <a:pt x="854667" y="25474"/>
                    </a:lnTo>
                    <a:lnTo>
                      <a:pt x="851498" y="21101"/>
                    </a:lnTo>
                    <a:lnTo>
                      <a:pt x="825263" y="40114"/>
                    </a:lnTo>
                    <a:lnTo>
                      <a:pt x="828432" y="44487"/>
                    </a:lnTo>
                    <a:lnTo>
                      <a:pt x="824060" y="47656"/>
                    </a:lnTo>
                    <a:lnTo>
                      <a:pt x="826467" y="32573"/>
                    </a:lnTo>
                    <a:lnTo>
                      <a:pt x="822094" y="35742"/>
                    </a:lnTo>
                    <a:lnTo>
                      <a:pt x="824502" y="20659"/>
                    </a:lnTo>
                    <a:lnTo>
                      <a:pt x="820129" y="23828"/>
                    </a:lnTo>
                    <a:lnTo>
                      <a:pt x="819368" y="4373"/>
                    </a:lnTo>
                    <a:lnTo>
                      <a:pt x="837619" y="11153"/>
                    </a:lnTo>
                    <a:lnTo>
                      <a:pt x="833247" y="14322"/>
                    </a:lnTo>
                    <a:lnTo>
                      <a:pt x="848329" y="16729"/>
                    </a:lnTo>
                    <a:lnTo>
                      <a:pt x="843957" y="19898"/>
                    </a:lnTo>
                    <a:lnTo>
                      <a:pt x="859039" y="22305"/>
                    </a:lnTo>
                    <a:lnTo>
                      <a:pt x="847126" y="24270"/>
                    </a:lnTo>
                    <a:lnTo>
                      <a:pt x="845922" y="31812"/>
                    </a:lnTo>
                    <a:lnTo>
                      <a:pt x="838381" y="30608"/>
                    </a:lnTo>
                    <a:lnTo>
                      <a:pt x="837177" y="38149"/>
                    </a:lnTo>
                    <a:lnTo>
                      <a:pt x="829636" y="36945"/>
                    </a:lnTo>
                    <a:lnTo>
                      <a:pt x="824060" y="47656"/>
                    </a:lnTo>
                    <a:lnTo>
                      <a:pt x="825263" y="40114"/>
                    </a:lnTo>
                    <a:lnTo>
                      <a:pt x="832805" y="41318"/>
                    </a:lnTo>
                    <a:lnTo>
                      <a:pt x="834008" y="33777"/>
                    </a:lnTo>
                    <a:lnTo>
                      <a:pt x="841550" y="34980"/>
                    </a:lnTo>
                    <a:lnTo>
                      <a:pt x="842753" y="27439"/>
                    </a:lnTo>
                    <a:lnTo>
                      <a:pt x="850294" y="28643"/>
                    </a:lnTo>
                    <a:lnTo>
                      <a:pt x="851498" y="21101"/>
                    </a:lnTo>
                    <a:lnTo>
                      <a:pt x="848329" y="16729"/>
                    </a:lnTo>
                    <a:lnTo>
                      <a:pt x="843957" y="19898"/>
                    </a:lnTo>
                    <a:lnTo>
                      <a:pt x="837619" y="11153"/>
                    </a:lnTo>
                    <a:lnTo>
                      <a:pt x="833247" y="14322"/>
                    </a:lnTo>
                    <a:lnTo>
                      <a:pt x="816199" y="0"/>
                    </a:lnTo>
                    <a:lnTo>
                      <a:pt x="822537" y="8745"/>
                    </a:lnTo>
                    <a:lnTo>
                      <a:pt x="818164" y="11914"/>
                    </a:lnTo>
                    <a:lnTo>
                      <a:pt x="824502" y="20659"/>
                    </a:lnTo>
                    <a:lnTo>
                      <a:pt x="820129" y="23828"/>
                    </a:lnTo>
                    <a:lnTo>
                      <a:pt x="826467" y="32573"/>
                    </a:lnTo>
                    <a:lnTo>
                      <a:pt x="822094" y="35742"/>
                    </a:lnTo>
                    <a:lnTo>
                      <a:pt x="825263" y="40114"/>
                    </a:lnTo>
                    <a:moveTo>
                      <a:pt x="620010" y="195533"/>
                    </a:moveTo>
                    <a:lnTo>
                      <a:pt x="612149" y="147878"/>
                    </a:lnTo>
                    <a:lnTo>
                      <a:pt x="654990" y="170182"/>
                    </a:lnTo>
                    <a:lnTo>
                      <a:pt x="620010" y="195533"/>
                    </a:lnTo>
                    <a:lnTo>
                      <a:pt x="624382" y="192364"/>
                    </a:lnTo>
                    <a:lnTo>
                      <a:pt x="618487" y="156623"/>
                    </a:lnTo>
                    <a:lnTo>
                      <a:pt x="650617" y="173351"/>
                    </a:lnTo>
                    <a:lnTo>
                      <a:pt x="647448" y="168979"/>
                    </a:lnTo>
                    <a:lnTo>
                      <a:pt x="621213" y="187991"/>
                    </a:lnTo>
                    <a:lnTo>
                      <a:pt x="624382" y="192364"/>
                    </a:lnTo>
                    <a:lnTo>
                      <a:pt x="620010" y="195533"/>
                    </a:lnTo>
                    <a:lnTo>
                      <a:pt x="622417" y="180450"/>
                    </a:lnTo>
                    <a:lnTo>
                      <a:pt x="618045" y="183619"/>
                    </a:lnTo>
                    <a:lnTo>
                      <a:pt x="620452" y="168536"/>
                    </a:lnTo>
                    <a:lnTo>
                      <a:pt x="616079" y="171705"/>
                    </a:lnTo>
                    <a:lnTo>
                      <a:pt x="615318" y="152250"/>
                    </a:lnTo>
                    <a:lnTo>
                      <a:pt x="633569" y="159030"/>
                    </a:lnTo>
                    <a:lnTo>
                      <a:pt x="629197" y="162199"/>
                    </a:lnTo>
                    <a:lnTo>
                      <a:pt x="644280" y="164606"/>
                    </a:lnTo>
                    <a:lnTo>
                      <a:pt x="639907" y="167775"/>
                    </a:lnTo>
                    <a:lnTo>
                      <a:pt x="654990" y="170182"/>
                    </a:lnTo>
                    <a:lnTo>
                      <a:pt x="643076" y="172147"/>
                    </a:lnTo>
                    <a:lnTo>
                      <a:pt x="641872" y="179689"/>
                    </a:lnTo>
                    <a:lnTo>
                      <a:pt x="634331" y="178485"/>
                    </a:lnTo>
                    <a:lnTo>
                      <a:pt x="633127" y="186026"/>
                    </a:lnTo>
                    <a:lnTo>
                      <a:pt x="625586" y="184823"/>
                    </a:lnTo>
                    <a:lnTo>
                      <a:pt x="620010" y="195533"/>
                    </a:lnTo>
                    <a:lnTo>
                      <a:pt x="621213" y="187991"/>
                    </a:lnTo>
                    <a:lnTo>
                      <a:pt x="628755" y="189195"/>
                    </a:lnTo>
                    <a:lnTo>
                      <a:pt x="629958" y="181654"/>
                    </a:lnTo>
                    <a:lnTo>
                      <a:pt x="637500" y="182858"/>
                    </a:lnTo>
                    <a:lnTo>
                      <a:pt x="638703" y="175316"/>
                    </a:lnTo>
                    <a:lnTo>
                      <a:pt x="646245" y="176520"/>
                    </a:lnTo>
                    <a:lnTo>
                      <a:pt x="647448" y="168979"/>
                    </a:lnTo>
                    <a:lnTo>
                      <a:pt x="644280" y="164606"/>
                    </a:lnTo>
                    <a:lnTo>
                      <a:pt x="639907" y="167775"/>
                    </a:lnTo>
                    <a:lnTo>
                      <a:pt x="633569" y="159030"/>
                    </a:lnTo>
                    <a:lnTo>
                      <a:pt x="629197" y="162199"/>
                    </a:lnTo>
                    <a:lnTo>
                      <a:pt x="612149" y="147878"/>
                    </a:lnTo>
                    <a:lnTo>
                      <a:pt x="618487" y="156623"/>
                    </a:lnTo>
                    <a:lnTo>
                      <a:pt x="614114" y="159791"/>
                    </a:lnTo>
                    <a:lnTo>
                      <a:pt x="620452" y="168536"/>
                    </a:lnTo>
                    <a:lnTo>
                      <a:pt x="616079" y="171705"/>
                    </a:lnTo>
                    <a:lnTo>
                      <a:pt x="622417" y="180450"/>
                    </a:lnTo>
                    <a:lnTo>
                      <a:pt x="618045" y="183619"/>
                    </a:lnTo>
                    <a:lnTo>
                      <a:pt x="621213" y="187991"/>
                    </a:lnTo>
                    <a:moveTo>
                      <a:pt x="415960" y="343410"/>
                    </a:moveTo>
                    <a:lnTo>
                      <a:pt x="408099" y="295755"/>
                    </a:lnTo>
                    <a:lnTo>
                      <a:pt x="450940" y="318060"/>
                    </a:lnTo>
                    <a:lnTo>
                      <a:pt x="415960" y="343410"/>
                    </a:lnTo>
                    <a:lnTo>
                      <a:pt x="420332" y="340241"/>
                    </a:lnTo>
                    <a:lnTo>
                      <a:pt x="414437" y="304500"/>
                    </a:lnTo>
                    <a:lnTo>
                      <a:pt x="446567" y="321228"/>
                    </a:lnTo>
                    <a:lnTo>
                      <a:pt x="443399" y="316856"/>
                    </a:lnTo>
                    <a:lnTo>
                      <a:pt x="417164" y="335869"/>
                    </a:lnTo>
                    <a:lnTo>
                      <a:pt x="420332" y="340241"/>
                    </a:lnTo>
                    <a:lnTo>
                      <a:pt x="415960" y="343410"/>
                    </a:lnTo>
                    <a:lnTo>
                      <a:pt x="418367" y="328327"/>
                    </a:lnTo>
                    <a:lnTo>
                      <a:pt x="413995" y="331496"/>
                    </a:lnTo>
                    <a:lnTo>
                      <a:pt x="416402" y="316414"/>
                    </a:lnTo>
                    <a:lnTo>
                      <a:pt x="412030" y="319582"/>
                    </a:lnTo>
                    <a:lnTo>
                      <a:pt x="411268" y="300127"/>
                    </a:lnTo>
                    <a:lnTo>
                      <a:pt x="429520" y="306907"/>
                    </a:lnTo>
                    <a:lnTo>
                      <a:pt x="425147" y="310076"/>
                    </a:lnTo>
                    <a:lnTo>
                      <a:pt x="440230" y="312483"/>
                    </a:lnTo>
                    <a:lnTo>
                      <a:pt x="435857" y="315652"/>
                    </a:lnTo>
                    <a:lnTo>
                      <a:pt x="450940" y="318060"/>
                    </a:lnTo>
                    <a:lnTo>
                      <a:pt x="439026" y="320025"/>
                    </a:lnTo>
                    <a:lnTo>
                      <a:pt x="437822" y="327566"/>
                    </a:lnTo>
                    <a:lnTo>
                      <a:pt x="430281" y="326362"/>
                    </a:lnTo>
                    <a:lnTo>
                      <a:pt x="429077" y="333904"/>
                    </a:lnTo>
                    <a:lnTo>
                      <a:pt x="421536" y="332700"/>
                    </a:lnTo>
                    <a:lnTo>
                      <a:pt x="415960" y="343410"/>
                    </a:lnTo>
                    <a:lnTo>
                      <a:pt x="417164" y="335869"/>
                    </a:lnTo>
                    <a:lnTo>
                      <a:pt x="424705" y="337072"/>
                    </a:lnTo>
                    <a:lnTo>
                      <a:pt x="425909" y="329531"/>
                    </a:lnTo>
                    <a:lnTo>
                      <a:pt x="433450" y="330735"/>
                    </a:lnTo>
                    <a:lnTo>
                      <a:pt x="434654" y="323193"/>
                    </a:lnTo>
                    <a:lnTo>
                      <a:pt x="442195" y="324397"/>
                    </a:lnTo>
                    <a:lnTo>
                      <a:pt x="443399" y="316856"/>
                    </a:lnTo>
                    <a:lnTo>
                      <a:pt x="440230" y="312483"/>
                    </a:lnTo>
                    <a:lnTo>
                      <a:pt x="435857" y="315652"/>
                    </a:lnTo>
                    <a:lnTo>
                      <a:pt x="429520" y="306907"/>
                    </a:lnTo>
                    <a:lnTo>
                      <a:pt x="425147" y="310076"/>
                    </a:lnTo>
                    <a:lnTo>
                      <a:pt x="408099" y="295755"/>
                    </a:lnTo>
                    <a:lnTo>
                      <a:pt x="414437" y="304500"/>
                    </a:lnTo>
                    <a:lnTo>
                      <a:pt x="410065" y="307669"/>
                    </a:lnTo>
                    <a:lnTo>
                      <a:pt x="416402" y="316414"/>
                    </a:lnTo>
                    <a:lnTo>
                      <a:pt x="412030" y="319582"/>
                    </a:lnTo>
                    <a:lnTo>
                      <a:pt x="418367" y="328327"/>
                    </a:lnTo>
                    <a:lnTo>
                      <a:pt x="413995" y="331496"/>
                    </a:lnTo>
                    <a:lnTo>
                      <a:pt x="417164" y="335869"/>
                    </a:lnTo>
                    <a:moveTo>
                      <a:pt x="211910" y="491287"/>
                    </a:moveTo>
                    <a:lnTo>
                      <a:pt x="204050" y="443632"/>
                    </a:lnTo>
                    <a:lnTo>
                      <a:pt x="246890" y="465937"/>
                    </a:lnTo>
                    <a:lnTo>
                      <a:pt x="211910" y="491287"/>
                    </a:lnTo>
                    <a:lnTo>
                      <a:pt x="216283" y="488118"/>
                    </a:lnTo>
                    <a:lnTo>
                      <a:pt x="210387" y="452377"/>
                    </a:lnTo>
                    <a:lnTo>
                      <a:pt x="242518" y="469106"/>
                    </a:lnTo>
                    <a:lnTo>
                      <a:pt x="239349" y="464733"/>
                    </a:lnTo>
                    <a:lnTo>
                      <a:pt x="213114" y="483746"/>
                    </a:lnTo>
                    <a:lnTo>
                      <a:pt x="216283" y="488118"/>
                    </a:lnTo>
                    <a:lnTo>
                      <a:pt x="211910" y="491287"/>
                    </a:lnTo>
                    <a:lnTo>
                      <a:pt x="214317" y="476205"/>
                    </a:lnTo>
                    <a:lnTo>
                      <a:pt x="209945" y="479373"/>
                    </a:lnTo>
                    <a:lnTo>
                      <a:pt x="212352" y="464291"/>
                    </a:lnTo>
                    <a:lnTo>
                      <a:pt x="207980" y="467460"/>
                    </a:lnTo>
                    <a:lnTo>
                      <a:pt x="207218" y="448004"/>
                    </a:lnTo>
                    <a:lnTo>
                      <a:pt x="225470" y="454784"/>
                    </a:lnTo>
                    <a:lnTo>
                      <a:pt x="221097" y="457953"/>
                    </a:lnTo>
                    <a:lnTo>
                      <a:pt x="236180" y="460361"/>
                    </a:lnTo>
                    <a:lnTo>
                      <a:pt x="231807" y="463529"/>
                    </a:lnTo>
                    <a:lnTo>
                      <a:pt x="246890" y="465937"/>
                    </a:lnTo>
                    <a:lnTo>
                      <a:pt x="234976" y="467902"/>
                    </a:lnTo>
                    <a:lnTo>
                      <a:pt x="233773" y="475443"/>
                    </a:lnTo>
                    <a:lnTo>
                      <a:pt x="226231" y="474239"/>
                    </a:lnTo>
                    <a:lnTo>
                      <a:pt x="225028" y="481781"/>
                    </a:lnTo>
                    <a:lnTo>
                      <a:pt x="217486" y="480577"/>
                    </a:lnTo>
                    <a:lnTo>
                      <a:pt x="211910" y="491287"/>
                    </a:lnTo>
                    <a:lnTo>
                      <a:pt x="213114" y="483746"/>
                    </a:lnTo>
                    <a:lnTo>
                      <a:pt x="220655" y="484950"/>
                    </a:lnTo>
                    <a:lnTo>
                      <a:pt x="221859" y="477408"/>
                    </a:lnTo>
                    <a:lnTo>
                      <a:pt x="229400" y="478612"/>
                    </a:lnTo>
                    <a:lnTo>
                      <a:pt x="230604" y="471071"/>
                    </a:lnTo>
                    <a:lnTo>
                      <a:pt x="238145" y="472274"/>
                    </a:lnTo>
                    <a:lnTo>
                      <a:pt x="239349" y="464733"/>
                    </a:lnTo>
                    <a:lnTo>
                      <a:pt x="236180" y="460361"/>
                    </a:lnTo>
                    <a:lnTo>
                      <a:pt x="231807" y="463529"/>
                    </a:lnTo>
                    <a:lnTo>
                      <a:pt x="225470" y="454784"/>
                    </a:lnTo>
                    <a:lnTo>
                      <a:pt x="221097" y="457953"/>
                    </a:lnTo>
                    <a:lnTo>
                      <a:pt x="204050" y="443632"/>
                    </a:lnTo>
                    <a:lnTo>
                      <a:pt x="210387" y="452377"/>
                    </a:lnTo>
                    <a:lnTo>
                      <a:pt x="206015" y="455546"/>
                    </a:lnTo>
                    <a:lnTo>
                      <a:pt x="212352" y="464291"/>
                    </a:lnTo>
                    <a:lnTo>
                      <a:pt x="207980" y="467460"/>
                    </a:lnTo>
                    <a:lnTo>
                      <a:pt x="214317" y="476205"/>
                    </a:lnTo>
                    <a:lnTo>
                      <a:pt x="209945" y="479373"/>
                    </a:lnTo>
                    <a:lnTo>
                      <a:pt x="213114" y="483746"/>
                    </a:lnTo>
                    <a:moveTo>
                      <a:pt x="7860" y="639164"/>
                    </a:moveTo>
                    <a:lnTo>
                      <a:pt x="0" y="591509"/>
                    </a:lnTo>
                    <a:lnTo>
                      <a:pt x="42840" y="613814"/>
                    </a:lnTo>
                    <a:lnTo>
                      <a:pt x="7860" y="639164"/>
                    </a:lnTo>
                    <a:lnTo>
                      <a:pt x="12233" y="635996"/>
                    </a:lnTo>
                    <a:lnTo>
                      <a:pt x="6337" y="600254"/>
                    </a:lnTo>
                    <a:lnTo>
                      <a:pt x="38468" y="616983"/>
                    </a:lnTo>
                    <a:lnTo>
                      <a:pt x="35299" y="612610"/>
                    </a:lnTo>
                    <a:lnTo>
                      <a:pt x="9064" y="631623"/>
                    </a:lnTo>
                    <a:lnTo>
                      <a:pt x="12233" y="635996"/>
                    </a:lnTo>
                    <a:lnTo>
                      <a:pt x="7860" y="639164"/>
                    </a:lnTo>
                    <a:lnTo>
                      <a:pt x="10268" y="624082"/>
                    </a:lnTo>
                    <a:lnTo>
                      <a:pt x="5895" y="627251"/>
                    </a:lnTo>
                    <a:lnTo>
                      <a:pt x="8303" y="612168"/>
                    </a:lnTo>
                    <a:lnTo>
                      <a:pt x="3930" y="615337"/>
                    </a:lnTo>
                    <a:lnTo>
                      <a:pt x="3169" y="595882"/>
                    </a:lnTo>
                    <a:lnTo>
                      <a:pt x="21420" y="602662"/>
                    </a:lnTo>
                    <a:lnTo>
                      <a:pt x="17048" y="605830"/>
                    </a:lnTo>
                    <a:lnTo>
                      <a:pt x="32130" y="608238"/>
                    </a:lnTo>
                    <a:lnTo>
                      <a:pt x="27758" y="611407"/>
                    </a:lnTo>
                    <a:lnTo>
                      <a:pt x="42840" y="613814"/>
                    </a:lnTo>
                    <a:lnTo>
                      <a:pt x="30926" y="615779"/>
                    </a:lnTo>
                    <a:lnTo>
                      <a:pt x="29723" y="623320"/>
                    </a:lnTo>
                    <a:lnTo>
                      <a:pt x="22181" y="622117"/>
                    </a:lnTo>
                    <a:lnTo>
                      <a:pt x="20978" y="629658"/>
                    </a:lnTo>
                    <a:lnTo>
                      <a:pt x="13436" y="628454"/>
                    </a:lnTo>
                    <a:lnTo>
                      <a:pt x="7860" y="639164"/>
                    </a:lnTo>
                    <a:lnTo>
                      <a:pt x="9064" y="631623"/>
                    </a:lnTo>
                    <a:lnTo>
                      <a:pt x="16605" y="632827"/>
                    </a:lnTo>
                    <a:lnTo>
                      <a:pt x="17809" y="625286"/>
                    </a:lnTo>
                    <a:lnTo>
                      <a:pt x="25350" y="626489"/>
                    </a:lnTo>
                    <a:lnTo>
                      <a:pt x="26554" y="618948"/>
                    </a:lnTo>
                    <a:lnTo>
                      <a:pt x="34095" y="620152"/>
                    </a:lnTo>
                    <a:lnTo>
                      <a:pt x="35299" y="612610"/>
                    </a:lnTo>
                    <a:lnTo>
                      <a:pt x="32130" y="608238"/>
                    </a:lnTo>
                    <a:lnTo>
                      <a:pt x="27758" y="611407"/>
                    </a:lnTo>
                    <a:lnTo>
                      <a:pt x="21420" y="602662"/>
                    </a:lnTo>
                    <a:lnTo>
                      <a:pt x="17048" y="605830"/>
                    </a:lnTo>
                    <a:lnTo>
                      <a:pt x="0" y="591509"/>
                    </a:lnTo>
                    <a:lnTo>
                      <a:pt x="6337" y="600254"/>
                    </a:lnTo>
                    <a:lnTo>
                      <a:pt x="1965" y="603423"/>
                    </a:lnTo>
                    <a:lnTo>
                      <a:pt x="8303" y="612168"/>
                    </a:lnTo>
                    <a:lnTo>
                      <a:pt x="3930" y="615337"/>
                    </a:lnTo>
                    <a:lnTo>
                      <a:pt x="10268" y="624082"/>
                    </a:lnTo>
                    <a:lnTo>
                      <a:pt x="5895" y="627251"/>
                    </a:lnTo>
                    <a:lnTo>
                      <a:pt x="9064" y="63162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21" name="Контур"/>
              <p:cNvSpPr/>
              <p:nvPr/>
            </p:nvSpPr>
            <p:spPr>
              <a:xfrm>
                <a:off x="4061872" y="4263463"/>
                <a:ext cx="701096" cy="510621"/>
              </a:xfrm>
              <a:custGeom>
                <a:avLst/>
                <a:gdLst/>
                <a:ahLst/>
                <a:cxnLst/>
                <a:rect l="l" t="t" r="r" b="b"/>
                <a:pathLst>
                  <a:path w="701096" h="510621" fill="none">
                    <a:moveTo>
                      <a:pt x="0" y="510621"/>
                    </a:moveTo>
                    <a:lnTo>
                      <a:pt x="101850" y="436441"/>
                    </a:lnTo>
                    <a:moveTo>
                      <a:pt x="101850" y="436441"/>
                    </a:moveTo>
                    <a:lnTo>
                      <a:pt x="203700" y="362262"/>
                    </a:lnTo>
                    <a:moveTo>
                      <a:pt x="203700" y="362262"/>
                    </a:moveTo>
                    <a:lnTo>
                      <a:pt x="305550" y="288083"/>
                    </a:lnTo>
                    <a:moveTo>
                      <a:pt x="305550" y="288083"/>
                    </a:moveTo>
                    <a:lnTo>
                      <a:pt x="407400" y="213904"/>
                    </a:lnTo>
                    <a:moveTo>
                      <a:pt x="407400" y="213904"/>
                    </a:moveTo>
                    <a:lnTo>
                      <a:pt x="509250" y="139725"/>
                    </a:lnTo>
                    <a:moveTo>
                      <a:pt x="509250" y="139725"/>
                    </a:moveTo>
                    <a:lnTo>
                      <a:pt x="611100" y="65545"/>
                    </a:lnTo>
                    <a:moveTo>
                      <a:pt x="611100" y="65545"/>
                    </a:moveTo>
                    <a:lnTo>
                      <a:pt x="701096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22" name="Контур"/>
              <p:cNvSpPr/>
              <p:nvPr/>
            </p:nvSpPr>
            <p:spPr>
              <a:xfrm>
                <a:off x="4187540" y="4399201"/>
                <a:ext cx="450293" cy="344353"/>
              </a:xfrm>
              <a:custGeom>
                <a:avLst/>
                <a:gdLst/>
                <a:ahLst/>
                <a:cxnLst/>
                <a:rect l="l" t="t" r="r" b="b"/>
                <a:pathLst>
                  <a:path w="450293" h="344353" fill="none">
                    <a:moveTo>
                      <a:pt x="7973" y="344353"/>
                    </a:moveTo>
                    <a:lnTo>
                      <a:pt x="0" y="296717"/>
                    </a:lnTo>
                    <a:lnTo>
                      <a:pt x="42893" y="318921"/>
                    </a:lnTo>
                    <a:lnTo>
                      <a:pt x="7973" y="344353"/>
                    </a:lnTo>
                    <a:lnTo>
                      <a:pt x="12338" y="341174"/>
                    </a:lnTo>
                    <a:lnTo>
                      <a:pt x="6358" y="305447"/>
                    </a:lnTo>
                    <a:lnTo>
                      <a:pt x="38528" y="322100"/>
                    </a:lnTo>
                    <a:lnTo>
                      <a:pt x="35349" y="317735"/>
                    </a:lnTo>
                    <a:lnTo>
                      <a:pt x="9159" y="336809"/>
                    </a:lnTo>
                    <a:lnTo>
                      <a:pt x="12338" y="341174"/>
                    </a:lnTo>
                    <a:lnTo>
                      <a:pt x="7973" y="344353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3179" y="301082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42893" y="318921"/>
                    </a:lnTo>
                    <a:lnTo>
                      <a:pt x="30984" y="320914"/>
                    </a:lnTo>
                    <a:lnTo>
                      <a:pt x="29798" y="328458"/>
                    </a:lnTo>
                    <a:lnTo>
                      <a:pt x="22254" y="327272"/>
                    </a:lnTo>
                    <a:lnTo>
                      <a:pt x="21068" y="334816"/>
                    </a:lnTo>
                    <a:lnTo>
                      <a:pt x="13524" y="333630"/>
                    </a:lnTo>
                    <a:lnTo>
                      <a:pt x="7973" y="344353"/>
                    </a:lnTo>
                    <a:lnTo>
                      <a:pt x="9159" y="336809"/>
                    </a:lnTo>
                    <a:lnTo>
                      <a:pt x="16703" y="337995"/>
                    </a:lnTo>
                    <a:lnTo>
                      <a:pt x="17889" y="330451"/>
                    </a:lnTo>
                    <a:lnTo>
                      <a:pt x="25433" y="331637"/>
                    </a:lnTo>
                    <a:lnTo>
                      <a:pt x="26619" y="324093"/>
                    </a:lnTo>
                    <a:lnTo>
                      <a:pt x="34163" y="325279"/>
                    </a:lnTo>
                    <a:lnTo>
                      <a:pt x="35349" y="317735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0" y="296717"/>
                    </a:lnTo>
                    <a:lnTo>
                      <a:pt x="6358" y="305447"/>
                    </a:lnTo>
                    <a:lnTo>
                      <a:pt x="1993" y="308626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9159" y="336809"/>
                    </a:lnTo>
                    <a:moveTo>
                      <a:pt x="211673" y="195995"/>
                    </a:moveTo>
                    <a:lnTo>
                      <a:pt x="203700" y="148359"/>
                    </a:lnTo>
                    <a:lnTo>
                      <a:pt x="246593" y="170562"/>
                    </a:lnTo>
                    <a:lnTo>
                      <a:pt x="211673" y="195995"/>
                    </a:lnTo>
                    <a:lnTo>
                      <a:pt x="216038" y="192816"/>
                    </a:lnTo>
                    <a:lnTo>
                      <a:pt x="210058" y="157089"/>
                    </a:lnTo>
                    <a:lnTo>
                      <a:pt x="242228" y="173741"/>
                    </a:lnTo>
                    <a:lnTo>
                      <a:pt x="239049" y="169376"/>
                    </a:lnTo>
                    <a:lnTo>
                      <a:pt x="212859" y="188451"/>
                    </a:lnTo>
                    <a:lnTo>
                      <a:pt x="216038" y="192816"/>
                    </a:lnTo>
                    <a:lnTo>
                      <a:pt x="211673" y="195995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06879" y="152724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46593" y="170562"/>
                    </a:lnTo>
                    <a:lnTo>
                      <a:pt x="234684" y="172555"/>
                    </a:lnTo>
                    <a:lnTo>
                      <a:pt x="233498" y="180100"/>
                    </a:lnTo>
                    <a:lnTo>
                      <a:pt x="225954" y="178914"/>
                    </a:lnTo>
                    <a:lnTo>
                      <a:pt x="224768" y="186458"/>
                    </a:lnTo>
                    <a:lnTo>
                      <a:pt x="217224" y="185272"/>
                    </a:lnTo>
                    <a:lnTo>
                      <a:pt x="211673" y="195995"/>
                    </a:lnTo>
                    <a:lnTo>
                      <a:pt x="212859" y="188451"/>
                    </a:lnTo>
                    <a:lnTo>
                      <a:pt x="220403" y="189637"/>
                    </a:lnTo>
                    <a:lnTo>
                      <a:pt x="221589" y="182093"/>
                    </a:lnTo>
                    <a:lnTo>
                      <a:pt x="229133" y="183279"/>
                    </a:lnTo>
                    <a:lnTo>
                      <a:pt x="230319" y="175735"/>
                    </a:lnTo>
                    <a:lnTo>
                      <a:pt x="237863" y="176920"/>
                    </a:lnTo>
                    <a:lnTo>
                      <a:pt x="239049" y="169376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03700" y="148359"/>
                    </a:lnTo>
                    <a:lnTo>
                      <a:pt x="210058" y="157089"/>
                    </a:lnTo>
                    <a:lnTo>
                      <a:pt x="205693" y="160268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859" y="188451"/>
                    </a:lnTo>
                    <a:moveTo>
                      <a:pt x="415373" y="47637"/>
                    </a:moveTo>
                    <a:lnTo>
                      <a:pt x="407400" y="0"/>
                    </a:lnTo>
                    <a:lnTo>
                      <a:pt x="450293" y="22204"/>
                    </a:lnTo>
                    <a:lnTo>
                      <a:pt x="415373" y="47637"/>
                    </a:lnTo>
                    <a:lnTo>
                      <a:pt x="419738" y="44458"/>
                    </a:lnTo>
                    <a:lnTo>
                      <a:pt x="413759" y="8730"/>
                    </a:lnTo>
                    <a:lnTo>
                      <a:pt x="445928" y="25383"/>
                    </a:lnTo>
                    <a:lnTo>
                      <a:pt x="442749" y="21018"/>
                    </a:lnTo>
                    <a:lnTo>
                      <a:pt x="416559" y="40093"/>
                    </a:lnTo>
                    <a:lnTo>
                      <a:pt x="419738" y="44458"/>
                    </a:lnTo>
                    <a:lnTo>
                      <a:pt x="415373" y="47637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0580" y="4365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50293" y="22204"/>
                    </a:lnTo>
                    <a:lnTo>
                      <a:pt x="438384" y="24197"/>
                    </a:lnTo>
                    <a:lnTo>
                      <a:pt x="437198" y="31741"/>
                    </a:lnTo>
                    <a:lnTo>
                      <a:pt x="429654" y="30555"/>
                    </a:lnTo>
                    <a:lnTo>
                      <a:pt x="428468" y="38099"/>
                    </a:lnTo>
                    <a:lnTo>
                      <a:pt x="420924" y="36914"/>
                    </a:lnTo>
                    <a:lnTo>
                      <a:pt x="415373" y="47637"/>
                    </a:lnTo>
                    <a:lnTo>
                      <a:pt x="416559" y="40093"/>
                    </a:lnTo>
                    <a:lnTo>
                      <a:pt x="424103" y="41279"/>
                    </a:lnTo>
                    <a:lnTo>
                      <a:pt x="425289" y="33734"/>
                    </a:lnTo>
                    <a:lnTo>
                      <a:pt x="432833" y="34920"/>
                    </a:lnTo>
                    <a:lnTo>
                      <a:pt x="434019" y="27376"/>
                    </a:lnTo>
                    <a:lnTo>
                      <a:pt x="441563" y="28562"/>
                    </a:lnTo>
                    <a:lnTo>
                      <a:pt x="442749" y="21018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07400" y="0"/>
                    </a:lnTo>
                    <a:lnTo>
                      <a:pt x="413759" y="8730"/>
                    </a:lnTo>
                    <a:lnTo>
                      <a:pt x="409394" y="11909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6559" y="4009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23" name="Контур"/>
              <p:cNvSpPr/>
              <p:nvPr/>
            </p:nvSpPr>
            <p:spPr>
              <a:xfrm>
                <a:off x="4061872" y="4263463"/>
                <a:ext cx="701096" cy="510621"/>
              </a:xfrm>
              <a:custGeom>
                <a:avLst/>
                <a:gdLst/>
                <a:ahLst/>
                <a:cxnLst/>
                <a:rect l="l" t="t" r="r" b="b"/>
                <a:pathLst>
                  <a:path w="701096" h="510621" fill="none">
                    <a:moveTo>
                      <a:pt x="0" y="510621"/>
                    </a:moveTo>
                    <a:lnTo>
                      <a:pt x="101850" y="436441"/>
                    </a:lnTo>
                    <a:moveTo>
                      <a:pt x="101850" y="436441"/>
                    </a:moveTo>
                    <a:lnTo>
                      <a:pt x="203700" y="362262"/>
                    </a:lnTo>
                    <a:moveTo>
                      <a:pt x="203700" y="362262"/>
                    </a:moveTo>
                    <a:lnTo>
                      <a:pt x="305550" y="288083"/>
                    </a:lnTo>
                    <a:moveTo>
                      <a:pt x="305550" y="288083"/>
                    </a:moveTo>
                    <a:lnTo>
                      <a:pt x="407400" y="213904"/>
                    </a:lnTo>
                    <a:moveTo>
                      <a:pt x="407400" y="213904"/>
                    </a:moveTo>
                    <a:lnTo>
                      <a:pt x="509250" y="139725"/>
                    </a:lnTo>
                    <a:moveTo>
                      <a:pt x="509250" y="139725"/>
                    </a:moveTo>
                    <a:lnTo>
                      <a:pt x="611100" y="65545"/>
                    </a:lnTo>
                    <a:moveTo>
                      <a:pt x="611100" y="65545"/>
                    </a:moveTo>
                    <a:lnTo>
                      <a:pt x="701096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24" name="Контур"/>
              <p:cNvSpPr/>
              <p:nvPr/>
            </p:nvSpPr>
            <p:spPr>
              <a:xfrm>
                <a:off x="4187540" y="4399201"/>
                <a:ext cx="450293" cy="344353"/>
              </a:xfrm>
              <a:custGeom>
                <a:avLst/>
                <a:gdLst/>
                <a:ahLst/>
                <a:cxnLst/>
                <a:rect l="l" t="t" r="r" b="b"/>
                <a:pathLst>
                  <a:path w="450293" h="344353" fill="none">
                    <a:moveTo>
                      <a:pt x="7973" y="344353"/>
                    </a:moveTo>
                    <a:lnTo>
                      <a:pt x="0" y="296717"/>
                    </a:lnTo>
                    <a:lnTo>
                      <a:pt x="42893" y="318921"/>
                    </a:lnTo>
                    <a:lnTo>
                      <a:pt x="7973" y="344353"/>
                    </a:lnTo>
                    <a:lnTo>
                      <a:pt x="12338" y="341174"/>
                    </a:lnTo>
                    <a:lnTo>
                      <a:pt x="6358" y="305447"/>
                    </a:lnTo>
                    <a:lnTo>
                      <a:pt x="38528" y="322100"/>
                    </a:lnTo>
                    <a:lnTo>
                      <a:pt x="35349" y="317735"/>
                    </a:lnTo>
                    <a:lnTo>
                      <a:pt x="9159" y="336809"/>
                    </a:lnTo>
                    <a:lnTo>
                      <a:pt x="12338" y="341174"/>
                    </a:lnTo>
                    <a:lnTo>
                      <a:pt x="7973" y="344353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3179" y="301082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42893" y="318921"/>
                    </a:lnTo>
                    <a:lnTo>
                      <a:pt x="30984" y="320914"/>
                    </a:lnTo>
                    <a:lnTo>
                      <a:pt x="29798" y="328458"/>
                    </a:lnTo>
                    <a:lnTo>
                      <a:pt x="22254" y="327272"/>
                    </a:lnTo>
                    <a:lnTo>
                      <a:pt x="21068" y="334816"/>
                    </a:lnTo>
                    <a:lnTo>
                      <a:pt x="13524" y="333630"/>
                    </a:lnTo>
                    <a:lnTo>
                      <a:pt x="7973" y="344353"/>
                    </a:lnTo>
                    <a:lnTo>
                      <a:pt x="9159" y="336809"/>
                    </a:lnTo>
                    <a:lnTo>
                      <a:pt x="16703" y="337995"/>
                    </a:lnTo>
                    <a:lnTo>
                      <a:pt x="17889" y="330451"/>
                    </a:lnTo>
                    <a:lnTo>
                      <a:pt x="25433" y="331637"/>
                    </a:lnTo>
                    <a:lnTo>
                      <a:pt x="26619" y="324093"/>
                    </a:lnTo>
                    <a:lnTo>
                      <a:pt x="34163" y="325279"/>
                    </a:lnTo>
                    <a:lnTo>
                      <a:pt x="35349" y="317735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0" y="296717"/>
                    </a:lnTo>
                    <a:lnTo>
                      <a:pt x="6358" y="305447"/>
                    </a:lnTo>
                    <a:lnTo>
                      <a:pt x="1993" y="308626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9159" y="336809"/>
                    </a:lnTo>
                    <a:moveTo>
                      <a:pt x="211673" y="195995"/>
                    </a:moveTo>
                    <a:lnTo>
                      <a:pt x="203700" y="148359"/>
                    </a:lnTo>
                    <a:lnTo>
                      <a:pt x="246593" y="170562"/>
                    </a:lnTo>
                    <a:lnTo>
                      <a:pt x="211673" y="195995"/>
                    </a:lnTo>
                    <a:lnTo>
                      <a:pt x="216038" y="192816"/>
                    </a:lnTo>
                    <a:lnTo>
                      <a:pt x="210058" y="157089"/>
                    </a:lnTo>
                    <a:lnTo>
                      <a:pt x="242228" y="173741"/>
                    </a:lnTo>
                    <a:lnTo>
                      <a:pt x="239049" y="169376"/>
                    </a:lnTo>
                    <a:lnTo>
                      <a:pt x="212859" y="188451"/>
                    </a:lnTo>
                    <a:lnTo>
                      <a:pt x="216038" y="192816"/>
                    </a:lnTo>
                    <a:lnTo>
                      <a:pt x="211673" y="195995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06879" y="152724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46593" y="170562"/>
                    </a:lnTo>
                    <a:lnTo>
                      <a:pt x="234684" y="172555"/>
                    </a:lnTo>
                    <a:lnTo>
                      <a:pt x="233498" y="180100"/>
                    </a:lnTo>
                    <a:lnTo>
                      <a:pt x="225954" y="178914"/>
                    </a:lnTo>
                    <a:lnTo>
                      <a:pt x="224768" y="186458"/>
                    </a:lnTo>
                    <a:lnTo>
                      <a:pt x="217224" y="185272"/>
                    </a:lnTo>
                    <a:lnTo>
                      <a:pt x="211673" y="195995"/>
                    </a:lnTo>
                    <a:lnTo>
                      <a:pt x="212859" y="188451"/>
                    </a:lnTo>
                    <a:lnTo>
                      <a:pt x="220403" y="189637"/>
                    </a:lnTo>
                    <a:lnTo>
                      <a:pt x="221589" y="182093"/>
                    </a:lnTo>
                    <a:lnTo>
                      <a:pt x="229133" y="183279"/>
                    </a:lnTo>
                    <a:lnTo>
                      <a:pt x="230319" y="175735"/>
                    </a:lnTo>
                    <a:lnTo>
                      <a:pt x="237863" y="176920"/>
                    </a:lnTo>
                    <a:lnTo>
                      <a:pt x="239049" y="169376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03700" y="148359"/>
                    </a:lnTo>
                    <a:lnTo>
                      <a:pt x="210058" y="157089"/>
                    </a:lnTo>
                    <a:lnTo>
                      <a:pt x="205693" y="160268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859" y="188451"/>
                    </a:lnTo>
                    <a:moveTo>
                      <a:pt x="415373" y="47637"/>
                    </a:moveTo>
                    <a:lnTo>
                      <a:pt x="407400" y="0"/>
                    </a:lnTo>
                    <a:lnTo>
                      <a:pt x="450293" y="22204"/>
                    </a:lnTo>
                    <a:lnTo>
                      <a:pt x="415373" y="47637"/>
                    </a:lnTo>
                    <a:lnTo>
                      <a:pt x="419738" y="44458"/>
                    </a:lnTo>
                    <a:lnTo>
                      <a:pt x="413759" y="8730"/>
                    </a:lnTo>
                    <a:lnTo>
                      <a:pt x="445928" y="25383"/>
                    </a:lnTo>
                    <a:lnTo>
                      <a:pt x="442749" y="21018"/>
                    </a:lnTo>
                    <a:lnTo>
                      <a:pt x="416559" y="40093"/>
                    </a:lnTo>
                    <a:lnTo>
                      <a:pt x="419738" y="44458"/>
                    </a:lnTo>
                    <a:lnTo>
                      <a:pt x="415373" y="47637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0580" y="4365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50293" y="22204"/>
                    </a:lnTo>
                    <a:lnTo>
                      <a:pt x="438384" y="24197"/>
                    </a:lnTo>
                    <a:lnTo>
                      <a:pt x="437198" y="31741"/>
                    </a:lnTo>
                    <a:lnTo>
                      <a:pt x="429654" y="30555"/>
                    </a:lnTo>
                    <a:lnTo>
                      <a:pt x="428468" y="38099"/>
                    </a:lnTo>
                    <a:lnTo>
                      <a:pt x="420924" y="36914"/>
                    </a:lnTo>
                    <a:lnTo>
                      <a:pt x="415373" y="47637"/>
                    </a:lnTo>
                    <a:lnTo>
                      <a:pt x="416559" y="40093"/>
                    </a:lnTo>
                    <a:lnTo>
                      <a:pt x="424103" y="41279"/>
                    </a:lnTo>
                    <a:lnTo>
                      <a:pt x="425289" y="33734"/>
                    </a:lnTo>
                    <a:lnTo>
                      <a:pt x="432833" y="34920"/>
                    </a:lnTo>
                    <a:lnTo>
                      <a:pt x="434019" y="27376"/>
                    </a:lnTo>
                    <a:lnTo>
                      <a:pt x="441563" y="28562"/>
                    </a:lnTo>
                    <a:lnTo>
                      <a:pt x="442749" y="21018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07400" y="0"/>
                    </a:lnTo>
                    <a:lnTo>
                      <a:pt x="413759" y="8730"/>
                    </a:lnTo>
                    <a:lnTo>
                      <a:pt x="409394" y="11909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6559" y="4009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25" name="Контур"/>
              <p:cNvSpPr/>
              <p:nvPr/>
            </p:nvSpPr>
            <p:spPr>
              <a:xfrm>
                <a:off x="3839392" y="2737648"/>
                <a:ext cx="1307079" cy="1189103"/>
              </a:xfrm>
              <a:custGeom>
                <a:avLst/>
                <a:gdLst/>
                <a:ahLst/>
                <a:cxnLst/>
                <a:rect l="l" t="t" r="r" b="b"/>
                <a:pathLst>
                  <a:path w="1307079" h="1189103" fill="none">
                    <a:moveTo>
                      <a:pt x="769973" y="1189103"/>
                    </a:moveTo>
                    <a:lnTo>
                      <a:pt x="744059" y="1161585"/>
                    </a:lnTo>
                    <a:moveTo>
                      <a:pt x="744059" y="1161585"/>
                    </a:moveTo>
                    <a:lnTo>
                      <a:pt x="718144" y="1134067"/>
                    </a:lnTo>
                    <a:moveTo>
                      <a:pt x="718144" y="1134067"/>
                    </a:moveTo>
                    <a:lnTo>
                      <a:pt x="692229" y="1106548"/>
                    </a:lnTo>
                    <a:moveTo>
                      <a:pt x="692229" y="1106548"/>
                    </a:moveTo>
                    <a:lnTo>
                      <a:pt x="666314" y="1079030"/>
                    </a:lnTo>
                    <a:moveTo>
                      <a:pt x="666314" y="1079030"/>
                    </a:moveTo>
                    <a:lnTo>
                      <a:pt x="640400" y="1051511"/>
                    </a:lnTo>
                    <a:moveTo>
                      <a:pt x="640400" y="1051511"/>
                    </a:moveTo>
                    <a:lnTo>
                      <a:pt x="614485" y="1023993"/>
                    </a:lnTo>
                    <a:moveTo>
                      <a:pt x="614485" y="1023993"/>
                    </a:moveTo>
                    <a:lnTo>
                      <a:pt x="588570" y="996474"/>
                    </a:lnTo>
                    <a:moveTo>
                      <a:pt x="588570" y="996474"/>
                    </a:moveTo>
                    <a:lnTo>
                      <a:pt x="562655" y="968956"/>
                    </a:lnTo>
                    <a:moveTo>
                      <a:pt x="562655" y="968956"/>
                    </a:moveTo>
                    <a:lnTo>
                      <a:pt x="536741" y="941437"/>
                    </a:lnTo>
                    <a:moveTo>
                      <a:pt x="536741" y="941437"/>
                    </a:moveTo>
                    <a:lnTo>
                      <a:pt x="510826" y="913919"/>
                    </a:lnTo>
                    <a:moveTo>
                      <a:pt x="510826" y="913919"/>
                    </a:moveTo>
                    <a:lnTo>
                      <a:pt x="484911" y="886400"/>
                    </a:lnTo>
                    <a:moveTo>
                      <a:pt x="484911" y="886400"/>
                    </a:moveTo>
                    <a:lnTo>
                      <a:pt x="458996" y="858882"/>
                    </a:lnTo>
                    <a:moveTo>
                      <a:pt x="458996" y="858882"/>
                    </a:moveTo>
                    <a:lnTo>
                      <a:pt x="433082" y="831363"/>
                    </a:lnTo>
                    <a:moveTo>
                      <a:pt x="433082" y="831363"/>
                    </a:moveTo>
                    <a:lnTo>
                      <a:pt x="407167" y="803845"/>
                    </a:lnTo>
                    <a:moveTo>
                      <a:pt x="407167" y="803845"/>
                    </a:moveTo>
                    <a:lnTo>
                      <a:pt x="381252" y="776326"/>
                    </a:lnTo>
                    <a:moveTo>
                      <a:pt x="381252" y="776326"/>
                    </a:moveTo>
                    <a:lnTo>
                      <a:pt x="355337" y="748808"/>
                    </a:lnTo>
                    <a:moveTo>
                      <a:pt x="355337" y="748808"/>
                    </a:moveTo>
                    <a:lnTo>
                      <a:pt x="329423" y="721290"/>
                    </a:lnTo>
                    <a:moveTo>
                      <a:pt x="329423" y="721290"/>
                    </a:moveTo>
                    <a:lnTo>
                      <a:pt x="303508" y="693771"/>
                    </a:lnTo>
                    <a:moveTo>
                      <a:pt x="303508" y="693771"/>
                    </a:moveTo>
                    <a:lnTo>
                      <a:pt x="277593" y="666253"/>
                    </a:lnTo>
                    <a:moveTo>
                      <a:pt x="277593" y="666253"/>
                    </a:moveTo>
                    <a:lnTo>
                      <a:pt x="251678" y="638734"/>
                    </a:lnTo>
                    <a:moveTo>
                      <a:pt x="251678" y="638734"/>
                    </a:moveTo>
                    <a:lnTo>
                      <a:pt x="225764" y="611216"/>
                    </a:lnTo>
                    <a:moveTo>
                      <a:pt x="225764" y="611216"/>
                    </a:moveTo>
                    <a:lnTo>
                      <a:pt x="199849" y="583697"/>
                    </a:lnTo>
                    <a:moveTo>
                      <a:pt x="199849" y="583697"/>
                    </a:moveTo>
                    <a:lnTo>
                      <a:pt x="173934" y="556179"/>
                    </a:lnTo>
                    <a:moveTo>
                      <a:pt x="173934" y="556179"/>
                    </a:moveTo>
                    <a:lnTo>
                      <a:pt x="148019" y="528660"/>
                    </a:lnTo>
                    <a:moveTo>
                      <a:pt x="148019" y="528660"/>
                    </a:moveTo>
                    <a:lnTo>
                      <a:pt x="122105" y="501142"/>
                    </a:lnTo>
                    <a:moveTo>
                      <a:pt x="122105" y="501142"/>
                    </a:moveTo>
                    <a:lnTo>
                      <a:pt x="96190" y="473623"/>
                    </a:lnTo>
                    <a:moveTo>
                      <a:pt x="96190" y="473623"/>
                    </a:moveTo>
                    <a:lnTo>
                      <a:pt x="70275" y="446105"/>
                    </a:lnTo>
                    <a:moveTo>
                      <a:pt x="70275" y="446105"/>
                    </a:moveTo>
                    <a:lnTo>
                      <a:pt x="44360" y="418586"/>
                    </a:lnTo>
                    <a:moveTo>
                      <a:pt x="44360" y="418586"/>
                    </a:moveTo>
                    <a:lnTo>
                      <a:pt x="18446" y="391068"/>
                    </a:lnTo>
                    <a:moveTo>
                      <a:pt x="18446" y="391068"/>
                    </a:moveTo>
                    <a:lnTo>
                      <a:pt x="0" y="371481"/>
                    </a:lnTo>
                    <a:moveTo>
                      <a:pt x="623916" y="0"/>
                    </a:moveTo>
                    <a:lnTo>
                      <a:pt x="649648" y="27689"/>
                    </a:lnTo>
                    <a:moveTo>
                      <a:pt x="649648" y="27689"/>
                    </a:moveTo>
                    <a:lnTo>
                      <a:pt x="675381" y="55378"/>
                    </a:lnTo>
                    <a:moveTo>
                      <a:pt x="675381" y="55378"/>
                    </a:moveTo>
                    <a:lnTo>
                      <a:pt x="701114" y="83066"/>
                    </a:lnTo>
                    <a:moveTo>
                      <a:pt x="701114" y="83066"/>
                    </a:moveTo>
                    <a:lnTo>
                      <a:pt x="726847" y="110755"/>
                    </a:lnTo>
                    <a:moveTo>
                      <a:pt x="726847" y="110755"/>
                    </a:moveTo>
                    <a:lnTo>
                      <a:pt x="752580" y="138444"/>
                    </a:lnTo>
                    <a:moveTo>
                      <a:pt x="752580" y="138444"/>
                    </a:moveTo>
                    <a:lnTo>
                      <a:pt x="778312" y="166133"/>
                    </a:lnTo>
                    <a:moveTo>
                      <a:pt x="778312" y="166133"/>
                    </a:moveTo>
                    <a:lnTo>
                      <a:pt x="804045" y="193821"/>
                    </a:lnTo>
                    <a:moveTo>
                      <a:pt x="804045" y="193821"/>
                    </a:moveTo>
                    <a:lnTo>
                      <a:pt x="829778" y="221510"/>
                    </a:lnTo>
                    <a:moveTo>
                      <a:pt x="829778" y="221510"/>
                    </a:moveTo>
                    <a:lnTo>
                      <a:pt x="855511" y="249199"/>
                    </a:lnTo>
                    <a:moveTo>
                      <a:pt x="855511" y="249199"/>
                    </a:moveTo>
                    <a:lnTo>
                      <a:pt x="881244" y="276887"/>
                    </a:lnTo>
                    <a:moveTo>
                      <a:pt x="881244" y="276887"/>
                    </a:moveTo>
                    <a:lnTo>
                      <a:pt x="906976" y="304576"/>
                    </a:lnTo>
                    <a:moveTo>
                      <a:pt x="906976" y="304576"/>
                    </a:moveTo>
                    <a:lnTo>
                      <a:pt x="932709" y="332265"/>
                    </a:lnTo>
                    <a:moveTo>
                      <a:pt x="932709" y="332265"/>
                    </a:moveTo>
                    <a:lnTo>
                      <a:pt x="958442" y="359953"/>
                    </a:lnTo>
                    <a:moveTo>
                      <a:pt x="958442" y="359953"/>
                    </a:moveTo>
                    <a:lnTo>
                      <a:pt x="984175" y="387642"/>
                    </a:lnTo>
                    <a:moveTo>
                      <a:pt x="984175" y="387642"/>
                    </a:moveTo>
                    <a:lnTo>
                      <a:pt x="1009907" y="415331"/>
                    </a:lnTo>
                    <a:moveTo>
                      <a:pt x="1009907" y="415331"/>
                    </a:moveTo>
                    <a:lnTo>
                      <a:pt x="1035640" y="443019"/>
                    </a:lnTo>
                    <a:moveTo>
                      <a:pt x="1035640" y="443019"/>
                    </a:moveTo>
                    <a:lnTo>
                      <a:pt x="1061373" y="470708"/>
                    </a:lnTo>
                    <a:moveTo>
                      <a:pt x="1061373" y="470708"/>
                    </a:moveTo>
                    <a:lnTo>
                      <a:pt x="1087106" y="498397"/>
                    </a:lnTo>
                    <a:moveTo>
                      <a:pt x="1087106" y="498397"/>
                    </a:moveTo>
                    <a:lnTo>
                      <a:pt x="1112839" y="526085"/>
                    </a:lnTo>
                    <a:moveTo>
                      <a:pt x="1112839" y="526085"/>
                    </a:moveTo>
                    <a:lnTo>
                      <a:pt x="1138571" y="553774"/>
                    </a:lnTo>
                    <a:moveTo>
                      <a:pt x="1138571" y="553774"/>
                    </a:moveTo>
                    <a:lnTo>
                      <a:pt x="1164304" y="581463"/>
                    </a:lnTo>
                    <a:moveTo>
                      <a:pt x="1164304" y="581463"/>
                    </a:moveTo>
                    <a:lnTo>
                      <a:pt x="1190037" y="609152"/>
                    </a:lnTo>
                    <a:moveTo>
                      <a:pt x="1190037" y="609152"/>
                    </a:moveTo>
                    <a:lnTo>
                      <a:pt x="1215770" y="636840"/>
                    </a:lnTo>
                    <a:moveTo>
                      <a:pt x="1215770" y="636840"/>
                    </a:moveTo>
                    <a:lnTo>
                      <a:pt x="1241503" y="664529"/>
                    </a:lnTo>
                    <a:moveTo>
                      <a:pt x="1241503" y="664529"/>
                    </a:moveTo>
                    <a:lnTo>
                      <a:pt x="1267235" y="692218"/>
                    </a:lnTo>
                    <a:moveTo>
                      <a:pt x="1267235" y="692218"/>
                    </a:moveTo>
                    <a:lnTo>
                      <a:pt x="1292968" y="719906"/>
                    </a:lnTo>
                    <a:moveTo>
                      <a:pt x="1292968" y="719906"/>
                    </a:moveTo>
                    <a:lnTo>
                      <a:pt x="1307079" y="73509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26" name="Контур"/>
              <p:cNvSpPr/>
              <p:nvPr/>
            </p:nvSpPr>
            <p:spPr>
              <a:xfrm>
                <a:off x="3393096" y="2635212"/>
                <a:ext cx="446296" cy="473917"/>
              </a:xfrm>
              <a:custGeom>
                <a:avLst/>
                <a:gdLst/>
                <a:ahLst/>
                <a:cxnLst/>
                <a:rect l="l" t="t" r="r" b="b"/>
                <a:pathLst>
                  <a:path w="446296" h="473917" fill="none">
                    <a:moveTo>
                      <a:pt x="109267" y="116030"/>
                    </a:moveTo>
                    <a:lnTo>
                      <a:pt x="446296" y="473917"/>
                    </a:lnTo>
                    <a:moveTo>
                      <a:pt x="446296" y="473917"/>
                    </a:moveTo>
                    <a:lnTo>
                      <a:pt x="109267" y="116030"/>
                    </a:lnTo>
                    <a:moveTo>
                      <a:pt x="78433" y="83288"/>
                    </a:moveTo>
                    <a:lnTo>
                      <a:pt x="0" y="0"/>
                    </a:lnTo>
                    <a:moveTo>
                      <a:pt x="0" y="0"/>
                    </a:moveTo>
                    <a:lnTo>
                      <a:pt x="78433" y="83288"/>
                    </a:lnTo>
                    <a:moveTo>
                      <a:pt x="78433" y="83288"/>
                    </a:moveTo>
                    <a:lnTo>
                      <a:pt x="109267" y="116030"/>
                    </a:lnTo>
                    <a:moveTo>
                      <a:pt x="109267" y="116030"/>
                    </a:moveTo>
                    <a:lnTo>
                      <a:pt x="78433" y="8328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27" name="Контур"/>
              <p:cNvSpPr/>
              <p:nvPr/>
            </p:nvSpPr>
            <p:spPr>
              <a:xfrm>
                <a:off x="2950075" y="1946779"/>
                <a:ext cx="297743" cy="704694"/>
              </a:xfrm>
              <a:custGeom>
                <a:avLst/>
                <a:gdLst/>
                <a:ahLst/>
                <a:cxnLst/>
                <a:rect l="l" t="t" r="r" b="b"/>
                <a:pathLst>
                  <a:path w="297743" h="704694" fill="none">
                    <a:moveTo>
                      <a:pt x="70943" y="704694"/>
                    </a:moveTo>
                    <a:lnTo>
                      <a:pt x="91990" y="673296"/>
                    </a:lnTo>
                    <a:moveTo>
                      <a:pt x="91990" y="673296"/>
                    </a:moveTo>
                    <a:lnTo>
                      <a:pt x="109733" y="646824"/>
                    </a:lnTo>
                    <a:lnTo>
                      <a:pt x="113287" y="642074"/>
                    </a:lnTo>
                    <a:moveTo>
                      <a:pt x="113287" y="642074"/>
                    </a:moveTo>
                    <a:lnTo>
                      <a:pt x="135932" y="611808"/>
                    </a:lnTo>
                    <a:moveTo>
                      <a:pt x="135932" y="611808"/>
                    </a:moveTo>
                    <a:lnTo>
                      <a:pt x="158576" y="581542"/>
                    </a:lnTo>
                    <a:moveTo>
                      <a:pt x="158576" y="581542"/>
                    </a:moveTo>
                    <a:lnTo>
                      <a:pt x="165353" y="572484"/>
                    </a:lnTo>
                    <a:lnTo>
                      <a:pt x="182602" y="552382"/>
                    </a:lnTo>
                    <a:moveTo>
                      <a:pt x="182602" y="552382"/>
                    </a:moveTo>
                    <a:lnTo>
                      <a:pt x="207217" y="523695"/>
                    </a:lnTo>
                    <a:moveTo>
                      <a:pt x="207217" y="523695"/>
                    </a:moveTo>
                    <a:lnTo>
                      <a:pt x="231831" y="495008"/>
                    </a:lnTo>
                    <a:moveTo>
                      <a:pt x="231831" y="495008"/>
                    </a:moveTo>
                    <a:lnTo>
                      <a:pt x="238793" y="486894"/>
                    </a:lnTo>
                    <a:lnTo>
                      <a:pt x="253103" y="473574"/>
                    </a:lnTo>
                    <a:lnTo>
                      <a:pt x="258034" y="467845"/>
                    </a:lnTo>
                    <a:moveTo>
                      <a:pt x="258034" y="467845"/>
                    </a:moveTo>
                    <a:lnTo>
                      <a:pt x="265883" y="458724"/>
                    </a:lnTo>
                    <a:lnTo>
                      <a:pt x="276863" y="442434"/>
                    </a:lnTo>
                    <a:lnTo>
                      <a:pt x="279702" y="437010"/>
                    </a:lnTo>
                    <a:moveTo>
                      <a:pt x="279702" y="437010"/>
                    </a:moveTo>
                    <a:lnTo>
                      <a:pt x="285953" y="425064"/>
                    </a:lnTo>
                    <a:lnTo>
                      <a:pt x="293063" y="406794"/>
                    </a:lnTo>
                    <a:lnTo>
                      <a:pt x="294016" y="402179"/>
                    </a:lnTo>
                    <a:moveTo>
                      <a:pt x="294016" y="402179"/>
                    </a:moveTo>
                    <a:lnTo>
                      <a:pt x="296483" y="390234"/>
                    </a:lnTo>
                    <a:lnTo>
                      <a:pt x="297743" y="373404"/>
                    </a:lnTo>
                    <a:lnTo>
                      <a:pt x="297324" y="364688"/>
                    </a:lnTo>
                    <a:moveTo>
                      <a:pt x="297324" y="364688"/>
                    </a:moveTo>
                    <a:lnTo>
                      <a:pt x="296933" y="356574"/>
                    </a:lnTo>
                    <a:lnTo>
                      <a:pt x="293963" y="340014"/>
                    </a:lnTo>
                    <a:lnTo>
                      <a:pt x="290099" y="327756"/>
                    </a:lnTo>
                    <a:moveTo>
                      <a:pt x="290099" y="327756"/>
                    </a:moveTo>
                    <a:lnTo>
                      <a:pt x="288743" y="323454"/>
                    </a:lnTo>
                    <a:lnTo>
                      <a:pt x="281363" y="307704"/>
                    </a:lnTo>
                    <a:lnTo>
                      <a:pt x="272872" y="294266"/>
                    </a:lnTo>
                    <a:moveTo>
                      <a:pt x="272872" y="294266"/>
                    </a:moveTo>
                    <a:lnTo>
                      <a:pt x="272093" y="293034"/>
                    </a:lnTo>
                    <a:lnTo>
                      <a:pt x="261488" y="280330"/>
                    </a:lnTo>
                    <a:lnTo>
                      <a:pt x="247988" y="265855"/>
                    </a:lnTo>
                    <a:moveTo>
                      <a:pt x="247988" y="265855"/>
                    </a:moveTo>
                    <a:lnTo>
                      <a:pt x="222206" y="238212"/>
                    </a:lnTo>
                    <a:moveTo>
                      <a:pt x="222206" y="238212"/>
                    </a:moveTo>
                    <a:lnTo>
                      <a:pt x="196424" y="210569"/>
                    </a:lnTo>
                    <a:moveTo>
                      <a:pt x="196424" y="210569"/>
                    </a:moveTo>
                    <a:lnTo>
                      <a:pt x="195318" y="209383"/>
                    </a:lnTo>
                    <a:lnTo>
                      <a:pt x="170642" y="182926"/>
                    </a:lnTo>
                    <a:moveTo>
                      <a:pt x="170642" y="182926"/>
                    </a:moveTo>
                    <a:lnTo>
                      <a:pt x="148421" y="159100"/>
                    </a:lnTo>
                    <a:lnTo>
                      <a:pt x="147052" y="157633"/>
                    </a:lnTo>
                    <a:lnTo>
                      <a:pt x="144860" y="155283"/>
                    </a:lnTo>
                    <a:moveTo>
                      <a:pt x="144860" y="155283"/>
                    </a:moveTo>
                    <a:lnTo>
                      <a:pt x="119079" y="127640"/>
                    </a:lnTo>
                    <a:moveTo>
                      <a:pt x="119079" y="127640"/>
                    </a:moveTo>
                    <a:lnTo>
                      <a:pt x="93297" y="99997"/>
                    </a:lnTo>
                    <a:moveTo>
                      <a:pt x="93297" y="99997"/>
                    </a:moveTo>
                    <a:lnTo>
                      <a:pt x="67515" y="72354"/>
                    </a:lnTo>
                    <a:moveTo>
                      <a:pt x="67515" y="72354"/>
                    </a:moveTo>
                    <a:lnTo>
                      <a:pt x="64913" y="69564"/>
                    </a:lnTo>
                    <a:lnTo>
                      <a:pt x="41727" y="44716"/>
                    </a:lnTo>
                    <a:moveTo>
                      <a:pt x="41727" y="44716"/>
                    </a:moveTo>
                    <a:lnTo>
                      <a:pt x="15938" y="17080"/>
                    </a:lnTo>
                    <a:moveTo>
                      <a:pt x="15938" y="17080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28" name="Контур"/>
              <p:cNvSpPr/>
              <p:nvPr/>
            </p:nvSpPr>
            <p:spPr>
              <a:xfrm>
                <a:off x="3325907" y="2563866"/>
                <a:ext cx="67189" cy="71346"/>
              </a:xfrm>
              <a:custGeom>
                <a:avLst/>
                <a:gdLst/>
                <a:ahLst/>
                <a:cxnLst/>
                <a:rect l="l" t="t" r="r" b="b"/>
                <a:pathLst>
                  <a:path w="67189" h="71346" fill="none">
                    <a:moveTo>
                      <a:pt x="0" y="0"/>
                    </a:moveTo>
                    <a:lnTo>
                      <a:pt x="67189" y="7134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29" name="Контур"/>
              <p:cNvSpPr/>
              <p:nvPr/>
            </p:nvSpPr>
            <p:spPr>
              <a:xfrm>
                <a:off x="4666740" y="4222407"/>
                <a:ext cx="1064257" cy="1168900"/>
              </a:xfrm>
              <a:custGeom>
                <a:avLst/>
                <a:gdLst/>
                <a:ahLst/>
                <a:cxnLst/>
                <a:rect l="l" t="t" r="r" b="b"/>
                <a:pathLst>
                  <a:path w="1064257" h="1168900" fill="none">
                    <a:moveTo>
                      <a:pt x="799578" y="586726"/>
                    </a:moveTo>
                    <a:lnTo>
                      <a:pt x="806917" y="581379"/>
                    </a:lnTo>
                    <a:lnTo>
                      <a:pt x="814252" y="576036"/>
                    </a:lnTo>
                    <a:moveTo>
                      <a:pt x="0" y="1168900"/>
                    </a:moveTo>
                    <a:lnTo>
                      <a:pt x="30555" y="1146646"/>
                    </a:lnTo>
                    <a:moveTo>
                      <a:pt x="30555" y="1146646"/>
                    </a:moveTo>
                    <a:lnTo>
                      <a:pt x="61110" y="1124392"/>
                    </a:lnTo>
                    <a:moveTo>
                      <a:pt x="61110" y="1124392"/>
                    </a:moveTo>
                    <a:lnTo>
                      <a:pt x="91665" y="1102139"/>
                    </a:lnTo>
                    <a:moveTo>
                      <a:pt x="91665" y="1102139"/>
                    </a:moveTo>
                    <a:lnTo>
                      <a:pt x="122220" y="1079885"/>
                    </a:lnTo>
                    <a:moveTo>
                      <a:pt x="122220" y="1079885"/>
                    </a:moveTo>
                    <a:lnTo>
                      <a:pt x="152775" y="1057631"/>
                    </a:lnTo>
                    <a:moveTo>
                      <a:pt x="152775" y="1057631"/>
                    </a:moveTo>
                    <a:lnTo>
                      <a:pt x="183330" y="1035377"/>
                    </a:lnTo>
                    <a:moveTo>
                      <a:pt x="183330" y="1035377"/>
                    </a:moveTo>
                    <a:lnTo>
                      <a:pt x="213885" y="1013123"/>
                    </a:lnTo>
                    <a:moveTo>
                      <a:pt x="213885" y="1013123"/>
                    </a:moveTo>
                    <a:lnTo>
                      <a:pt x="244440" y="990869"/>
                    </a:lnTo>
                    <a:moveTo>
                      <a:pt x="244440" y="990869"/>
                    </a:moveTo>
                    <a:lnTo>
                      <a:pt x="274995" y="968616"/>
                    </a:lnTo>
                    <a:moveTo>
                      <a:pt x="274995" y="968616"/>
                    </a:moveTo>
                    <a:lnTo>
                      <a:pt x="305550" y="946362"/>
                    </a:lnTo>
                    <a:moveTo>
                      <a:pt x="305550" y="946362"/>
                    </a:moveTo>
                    <a:lnTo>
                      <a:pt x="336105" y="924108"/>
                    </a:lnTo>
                    <a:moveTo>
                      <a:pt x="336105" y="924108"/>
                    </a:moveTo>
                    <a:lnTo>
                      <a:pt x="366660" y="901854"/>
                    </a:lnTo>
                    <a:moveTo>
                      <a:pt x="366660" y="901854"/>
                    </a:moveTo>
                    <a:lnTo>
                      <a:pt x="397215" y="879600"/>
                    </a:lnTo>
                    <a:moveTo>
                      <a:pt x="397215" y="879600"/>
                    </a:moveTo>
                    <a:lnTo>
                      <a:pt x="427770" y="857346"/>
                    </a:lnTo>
                    <a:moveTo>
                      <a:pt x="427770" y="857346"/>
                    </a:moveTo>
                    <a:lnTo>
                      <a:pt x="458325" y="835093"/>
                    </a:lnTo>
                    <a:moveTo>
                      <a:pt x="458325" y="835093"/>
                    </a:moveTo>
                    <a:lnTo>
                      <a:pt x="488880" y="812839"/>
                    </a:lnTo>
                    <a:moveTo>
                      <a:pt x="488880" y="812839"/>
                    </a:moveTo>
                    <a:lnTo>
                      <a:pt x="519435" y="790585"/>
                    </a:lnTo>
                    <a:moveTo>
                      <a:pt x="519435" y="790585"/>
                    </a:moveTo>
                    <a:lnTo>
                      <a:pt x="549990" y="768331"/>
                    </a:lnTo>
                    <a:moveTo>
                      <a:pt x="549990" y="768331"/>
                    </a:moveTo>
                    <a:lnTo>
                      <a:pt x="580545" y="746077"/>
                    </a:lnTo>
                    <a:moveTo>
                      <a:pt x="580545" y="746077"/>
                    </a:moveTo>
                    <a:lnTo>
                      <a:pt x="581092" y="745679"/>
                    </a:lnTo>
                    <a:moveTo>
                      <a:pt x="581092" y="745679"/>
                    </a:moveTo>
                    <a:lnTo>
                      <a:pt x="611648" y="723425"/>
                    </a:lnTo>
                    <a:moveTo>
                      <a:pt x="611648" y="723425"/>
                    </a:moveTo>
                    <a:lnTo>
                      <a:pt x="642203" y="701171"/>
                    </a:lnTo>
                    <a:moveTo>
                      <a:pt x="642203" y="701171"/>
                    </a:moveTo>
                    <a:lnTo>
                      <a:pt x="672758" y="678918"/>
                    </a:lnTo>
                    <a:moveTo>
                      <a:pt x="672758" y="678918"/>
                    </a:moveTo>
                    <a:lnTo>
                      <a:pt x="688248" y="667636"/>
                    </a:lnTo>
                    <a:lnTo>
                      <a:pt x="703324" y="656680"/>
                    </a:lnTo>
                    <a:moveTo>
                      <a:pt x="703324" y="656680"/>
                    </a:moveTo>
                    <a:lnTo>
                      <a:pt x="733902" y="634457"/>
                    </a:lnTo>
                    <a:moveTo>
                      <a:pt x="733902" y="634457"/>
                    </a:moveTo>
                    <a:lnTo>
                      <a:pt x="764480" y="612234"/>
                    </a:lnTo>
                    <a:moveTo>
                      <a:pt x="764480" y="612234"/>
                    </a:moveTo>
                    <a:lnTo>
                      <a:pt x="795057" y="590012"/>
                    </a:lnTo>
                    <a:moveTo>
                      <a:pt x="795057" y="590012"/>
                    </a:moveTo>
                    <a:lnTo>
                      <a:pt x="799578" y="586726"/>
                    </a:lnTo>
                    <a:moveTo>
                      <a:pt x="1064257" y="850557"/>
                    </a:moveTo>
                    <a:lnTo>
                      <a:pt x="1037530" y="877287"/>
                    </a:lnTo>
                    <a:moveTo>
                      <a:pt x="1037530" y="877287"/>
                    </a:moveTo>
                    <a:lnTo>
                      <a:pt x="1010802" y="904017"/>
                    </a:lnTo>
                    <a:moveTo>
                      <a:pt x="1010802" y="904017"/>
                    </a:moveTo>
                    <a:lnTo>
                      <a:pt x="984075" y="930747"/>
                    </a:lnTo>
                    <a:moveTo>
                      <a:pt x="984075" y="930747"/>
                    </a:moveTo>
                    <a:lnTo>
                      <a:pt x="957347" y="957476"/>
                    </a:lnTo>
                    <a:moveTo>
                      <a:pt x="957347" y="957476"/>
                    </a:moveTo>
                    <a:lnTo>
                      <a:pt x="950816" y="964008"/>
                    </a:lnTo>
                    <a:lnTo>
                      <a:pt x="930596" y="943834"/>
                    </a:lnTo>
                    <a:moveTo>
                      <a:pt x="930596" y="943834"/>
                    </a:moveTo>
                    <a:lnTo>
                      <a:pt x="903838" y="917135"/>
                    </a:lnTo>
                    <a:moveTo>
                      <a:pt x="903838" y="917135"/>
                    </a:moveTo>
                    <a:lnTo>
                      <a:pt x="899728" y="913036"/>
                    </a:lnTo>
                    <a:lnTo>
                      <a:pt x="867814" y="910766"/>
                    </a:lnTo>
                    <a:moveTo>
                      <a:pt x="867814" y="910766"/>
                    </a:moveTo>
                    <a:lnTo>
                      <a:pt x="830109" y="908085"/>
                    </a:lnTo>
                    <a:moveTo>
                      <a:pt x="830109" y="908085"/>
                    </a:moveTo>
                    <a:lnTo>
                      <a:pt x="792404" y="905404"/>
                    </a:lnTo>
                    <a:moveTo>
                      <a:pt x="792404" y="905404"/>
                    </a:moveTo>
                    <a:lnTo>
                      <a:pt x="754699" y="902722"/>
                    </a:lnTo>
                    <a:moveTo>
                      <a:pt x="754699" y="902722"/>
                    </a:moveTo>
                    <a:lnTo>
                      <a:pt x="716995" y="900041"/>
                    </a:lnTo>
                    <a:moveTo>
                      <a:pt x="716995" y="900041"/>
                    </a:moveTo>
                    <a:lnTo>
                      <a:pt x="679290" y="897360"/>
                    </a:lnTo>
                    <a:moveTo>
                      <a:pt x="679290" y="897360"/>
                    </a:moveTo>
                    <a:lnTo>
                      <a:pt x="678776" y="897323"/>
                    </a:lnTo>
                    <a:moveTo>
                      <a:pt x="857484" y="544536"/>
                    </a:moveTo>
                    <a:lnTo>
                      <a:pt x="814252" y="576036"/>
                    </a:lnTo>
                    <a:moveTo>
                      <a:pt x="760628" y="431166"/>
                    </a:moveTo>
                    <a:lnTo>
                      <a:pt x="785181" y="459906"/>
                    </a:lnTo>
                    <a:moveTo>
                      <a:pt x="785181" y="459906"/>
                    </a:moveTo>
                    <a:lnTo>
                      <a:pt x="809735" y="488646"/>
                    </a:lnTo>
                    <a:moveTo>
                      <a:pt x="809735" y="488646"/>
                    </a:moveTo>
                    <a:lnTo>
                      <a:pt x="834288" y="517385"/>
                    </a:lnTo>
                    <a:moveTo>
                      <a:pt x="834288" y="517385"/>
                    </a:moveTo>
                    <a:lnTo>
                      <a:pt x="857484" y="544536"/>
                    </a:lnTo>
                    <a:moveTo>
                      <a:pt x="633872" y="282802"/>
                    </a:moveTo>
                    <a:lnTo>
                      <a:pt x="658426" y="311541"/>
                    </a:lnTo>
                    <a:moveTo>
                      <a:pt x="658426" y="311541"/>
                    </a:moveTo>
                    <a:lnTo>
                      <a:pt x="682979" y="340281"/>
                    </a:lnTo>
                    <a:moveTo>
                      <a:pt x="682979" y="340281"/>
                    </a:moveTo>
                    <a:lnTo>
                      <a:pt x="707533" y="369020"/>
                    </a:lnTo>
                    <a:moveTo>
                      <a:pt x="707533" y="369020"/>
                    </a:moveTo>
                    <a:lnTo>
                      <a:pt x="732087" y="397760"/>
                    </a:lnTo>
                    <a:moveTo>
                      <a:pt x="732087" y="397760"/>
                    </a:moveTo>
                    <a:lnTo>
                      <a:pt x="756640" y="426499"/>
                    </a:lnTo>
                    <a:moveTo>
                      <a:pt x="756640" y="426499"/>
                    </a:moveTo>
                    <a:lnTo>
                      <a:pt x="760628" y="431166"/>
                    </a:lnTo>
                    <a:moveTo>
                      <a:pt x="392262" y="0"/>
                    </a:moveTo>
                    <a:lnTo>
                      <a:pt x="416815" y="28740"/>
                    </a:lnTo>
                    <a:moveTo>
                      <a:pt x="416815" y="28740"/>
                    </a:moveTo>
                    <a:lnTo>
                      <a:pt x="441369" y="57479"/>
                    </a:lnTo>
                    <a:moveTo>
                      <a:pt x="441369" y="57479"/>
                    </a:moveTo>
                    <a:lnTo>
                      <a:pt x="465922" y="86219"/>
                    </a:lnTo>
                    <a:moveTo>
                      <a:pt x="465922" y="86219"/>
                    </a:moveTo>
                    <a:lnTo>
                      <a:pt x="490476" y="114959"/>
                    </a:lnTo>
                    <a:moveTo>
                      <a:pt x="490476" y="114959"/>
                    </a:moveTo>
                    <a:lnTo>
                      <a:pt x="515029" y="143698"/>
                    </a:lnTo>
                    <a:moveTo>
                      <a:pt x="515029" y="143698"/>
                    </a:moveTo>
                    <a:lnTo>
                      <a:pt x="539583" y="172438"/>
                    </a:lnTo>
                    <a:moveTo>
                      <a:pt x="539583" y="172438"/>
                    </a:moveTo>
                    <a:lnTo>
                      <a:pt x="564137" y="201177"/>
                    </a:lnTo>
                    <a:moveTo>
                      <a:pt x="564137" y="201177"/>
                    </a:moveTo>
                    <a:lnTo>
                      <a:pt x="588690" y="229917"/>
                    </a:lnTo>
                    <a:moveTo>
                      <a:pt x="588690" y="229917"/>
                    </a:moveTo>
                    <a:lnTo>
                      <a:pt x="613244" y="258656"/>
                    </a:lnTo>
                    <a:moveTo>
                      <a:pt x="613244" y="258656"/>
                    </a:moveTo>
                    <a:lnTo>
                      <a:pt x="633872" y="28280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30" name="Контур"/>
              <p:cNvSpPr/>
              <p:nvPr/>
            </p:nvSpPr>
            <p:spPr>
              <a:xfrm>
                <a:off x="4762968" y="4114808"/>
                <a:ext cx="296034" cy="148655"/>
              </a:xfrm>
              <a:custGeom>
                <a:avLst/>
                <a:gdLst/>
                <a:ahLst/>
                <a:cxnLst/>
                <a:rect l="l" t="t" r="r" b="b"/>
                <a:pathLst>
                  <a:path w="296034" h="148655" fill="none">
                    <a:moveTo>
                      <a:pt x="0" y="148655"/>
                    </a:moveTo>
                    <a:lnTo>
                      <a:pt x="7994" y="142834"/>
                    </a:lnTo>
                    <a:moveTo>
                      <a:pt x="7994" y="142834"/>
                    </a:moveTo>
                    <a:lnTo>
                      <a:pt x="0" y="148655"/>
                    </a:lnTo>
                    <a:moveTo>
                      <a:pt x="296034" y="107599"/>
                    </a:moveTo>
                    <a:lnTo>
                      <a:pt x="204108" y="0"/>
                    </a:lnTo>
                    <a:lnTo>
                      <a:pt x="7994" y="142834"/>
                    </a:lnTo>
                    <a:moveTo>
                      <a:pt x="7994" y="142834"/>
                    </a:moveTo>
                    <a:lnTo>
                      <a:pt x="204108" y="0"/>
                    </a:lnTo>
                    <a:lnTo>
                      <a:pt x="296034" y="10759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31" name="Контур"/>
              <p:cNvSpPr/>
              <p:nvPr/>
            </p:nvSpPr>
            <p:spPr>
              <a:xfrm>
                <a:off x="5593989" y="3834651"/>
                <a:ext cx="221081" cy="288877"/>
              </a:xfrm>
              <a:custGeom>
                <a:avLst/>
                <a:gdLst/>
                <a:ahLst/>
                <a:cxnLst/>
                <a:rect l="l" t="t" r="r" b="b"/>
                <a:pathLst>
                  <a:path w="221081" h="288877" fill="none">
                    <a:moveTo>
                      <a:pt x="0" y="0"/>
                    </a:moveTo>
                    <a:lnTo>
                      <a:pt x="22973" y="30018"/>
                    </a:lnTo>
                    <a:moveTo>
                      <a:pt x="22973" y="30018"/>
                    </a:moveTo>
                    <a:lnTo>
                      <a:pt x="45946" y="60036"/>
                    </a:lnTo>
                    <a:moveTo>
                      <a:pt x="45946" y="60036"/>
                    </a:moveTo>
                    <a:lnTo>
                      <a:pt x="68919" y="90054"/>
                    </a:lnTo>
                    <a:moveTo>
                      <a:pt x="68919" y="90054"/>
                    </a:moveTo>
                    <a:lnTo>
                      <a:pt x="91892" y="120072"/>
                    </a:lnTo>
                    <a:moveTo>
                      <a:pt x="91892" y="120072"/>
                    </a:moveTo>
                    <a:lnTo>
                      <a:pt x="114865" y="150090"/>
                    </a:lnTo>
                    <a:moveTo>
                      <a:pt x="114865" y="150090"/>
                    </a:moveTo>
                    <a:lnTo>
                      <a:pt x="137838" y="180107"/>
                    </a:lnTo>
                    <a:moveTo>
                      <a:pt x="137838" y="180107"/>
                    </a:moveTo>
                    <a:lnTo>
                      <a:pt x="160811" y="210125"/>
                    </a:lnTo>
                    <a:moveTo>
                      <a:pt x="160811" y="210125"/>
                    </a:moveTo>
                    <a:lnTo>
                      <a:pt x="183785" y="240143"/>
                    </a:lnTo>
                    <a:moveTo>
                      <a:pt x="183785" y="240143"/>
                    </a:moveTo>
                    <a:lnTo>
                      <a:pt x="206758" y="270161"/>
                    </a:lnTo>
                    <a:moveTo>
                      <a:pt x="206758" y="270161"/>
                    </a:moveTo>
                    <a:lnTo>
                      <a:pt x="221081" y="288877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32" name="Контур"/>
              <p:cNvSpPr/>
              <p:nvPr/>
            </p:nvSpPr>
            <p:spPr>
              <a:xfrm>
                <a:off x="5407343" y="2278267"/>
                <a:ext cx="1300668" cy="1556384"/>
              </a:xfrm>
              <a:custGeom>
                <a:avLst/>
                <a:gdLst/>
                <a:ahLst/>
                <a:cxnLst/>
                <a:rect l="l" t="t" r="r" b="b"/>
                <a:pathLst>
                  <a:path w="1300668" h="1556384" fill="none">
                    <a:moveTo>
                      <a:pt x="1300668" y="0"/>
                    </a:moveTo>
                    <a:lnTo>
                      <a:pt x="1209009" y="86456"/>
                    </a:lnTo>
                    <a:moveTo>
                      <a:pt x="1209009" y="86456"/>
                    </a:moveTo>
                    <a:lnTo>
                      <a:pt x="1117350" y="172912"/>
                    </a:lnTo>
                    <a:moveTo>
                      <a:pt x="1117350" y="172912"/>
                    </a:moveTo>
                    <a:lnTo>
                      <a:pt x="1025691" y="259368"/>
                    </a:lnTo>
                    <a:moveTo>
                      <a:pt x="1025691" y="259368"/>
                    </a:moveTo>
                    <a:lnTo>
                      <a:pt x="934033" y="345825"/>
                    </a:lnTo>
                    <a:moveTo>
                      <a:pt x="934033" y="345825"/>
                    </a:moveTo>
                    <a:lnTo>
                      <a:pt x="842374" y="432281"/>
                    </a:lnTo>
                    <a:moveTo>
                      <a:pt x="842374" y="432281"/>
                    </a:moveTo>
                    <a:lnTo>
                      <a:pt x="750715" y="518737"/>
                    </a:lnTo>
                    <a:moveTo>
                      <a:pt x="750715" y="518737"/>
                    </a:moveTo>
                    <a:lnTo>
                      <a:pt x="659057" y="605193"/>
                    </a:lnTo>
                    <a:moveTo>
                      <a:pt x="659057" y="605193"/>
                    </a:moveTo>
                    <a:lnTo>
                      <a:pt x="567398" y="691650"/>
                    </a:lnTo>
                    <a:moveTo>
                      <a:pt x="567398" y="691650"/>
                    </a:moveTo>
                    <a:lnTo>
                      <a:pt x="475739" y="778106"/>
                    </a:lnTo>
                    <a:moveTo>
                      <a:pt x="475739" y="778106"/>
                    </a:moveTo>
                    <a:lnTo>
                      <a:pt x="384080" y="864562"/>
                    </a:lnTo>
                    <a:moveTo>
                      <a:pt x="384080" y="864562"/>
                    </a:moveTo>
                    <a:lnTo>
                      <a:pt x="292422" y="951018"/>
                    </a:lnTo>
                    <a:moveTo>
                      <a:pt x="292422" y="951018"/>
                    </a:moveTo>
                    <a:lnTo>
                      <a:pt x="200763" y="1037475"/>
                    </a:lnTo>
                    <a:moveTo>
                      <a:pt x="200763" y="1037475"/>
                    </a:moveTo>
                    <a:lnTo>
                      <a:pt x="193529" y="1044298"/>
                    </a:lnTo>
                    <a:lnTo>
                      <a:pt x="125620" y="1138411"/>
                    </a:lnTo>
                    <a:moveTo>
                      <a:pt x="125620" y="1138411"/>
                    </a:moveTo>
                    <a:lnTo>
                      <a:pt x="51892" y="1240588"/>
                    </a:lnTo>
                    <a:moveTo>
                      <a:pt x="51892" y="1240588"/>
                    </a:moveTo>
                    <a:lnTo>
                      <a:pt x="0" y="1312504"/>
                    </a:lnTo>
                    <a:lnTo>
                      <a:pt x="6640" y="1321180"/>
                    </a:lnTo>
                    <a:lnTo>
                      <a:pt x="22680" y="1342138"/>
                    </a:lnTo>
                    <a:moveTo>
                      <a:pt x="22680" y="1342138"/>
                    </a:moveTo>
                    <a:lnTo>
                      <a:pt x="99257" y="1442198"/>
                    </a:lnTo>
                    <a:moveTo>
                      <a:pt x="99257" y="1442198"/>
                    </a:moveTo>
                    <a:lnTo>
                      <a:pt x="175834" y="1542257"/>
                    </a:lnTo>
                    <a:moveTo>
                      <a:pt x="175834" y="1542257"/>
                    </a:moveTo>
                    <a:lnTo>
                      <a:pt x="186646" y="1556384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33" name="Контур"/>
              <p:cNvSpPr/>
              <p:nvPr/>
            </p:nvSpPr>
            <p:spPr>
              <a:xfrm>
                <a:off x="5444616" y="2379372"/>
                <a:ext cx="1217300" cy="1442451"/>
              </a:xfrm>
              <a:custGeom>
                <a:avLst/>
                <a:gdLst/>
                <a:ahLst/>
                <a:cxnLst/>
                <a:rect l="l" t="t" r="r" b="b"/>
                <a:pathLst>
                  <a:path w="1217300" h="1442451" fill="none">
                    <a:moveTo>
                      <a:pt x="1185874" y="46247"/>
                    </a:moveTo>
                    <a:lnTo>
                      <a:pt x="1171945" y="0"/>
                    </a:lnTo>
                    <a:lnTo>
                      <a:pt x="1217300" y="16605"/>
                    </a:lnTo>
                    <a:lnTo>
                      <a:pt x="1185874" y="46247"/>
                    </a:lnTo>
                    <a:lnTo>
                      <a:pt x="1189802" y="42542"/>
                    </a:lnTo>
                    <a:lnTo>
                      <a:pt x="1179355" y="7857"/>
                    </a:lnTo>
                    <a:lnTo>
                      <a:pt x="1213371" y="20310"/>
                    </a:lnTo>
                    <a:lnTo>
                      <a:pt x="1209666" y="16382"/>
                    </a:lnTo>
                    <a:lnTo>
                      <a:pt x="1186097" y="38614"/>
                    </a:lnTo>
                    <a:lnTo>
                      <a:pt x="1189802" y="42542"/>
                    </a:lnTo>
                    <a:lnTo>
                      <a:pt x="1185874" y="46247"/>
                    </a:lnTo>
                    <a:lnTo>
                      <a:pt x="1186320" y="30980"/>
                    </a:lnTo>
                    <a:lnTo>
                      <a:pt x="1182392" y="34686"/>
                    </a:lnTo>
                    <a:lnTo>
                      <a:pt x="1182837" y="19419"/>
                    </a:lnTo>
                    <a:lnTo>
                      <a:pt x="1178909" y="23124"/>
                    </a:lnTo>
                    <a:lnTo>
                      <a:pt x="1175650" y="3929"/>
                    </a:lnTo>
                    <a:lnTo>
                      <a:pt x="1194622" y="8303"/>
                    </a:lnTo>
                    <a:lnTo>
                      <a:pt x="1190694" y="12008"/>
                    </a:lnTo>
                    <a:lnTo>
                      <a:pt x="1205961" y="12454"/>
                    </a:lnTo>
                    <a:lnTo>
                      <a:pt x="1202033" y="16159"/>
                    </a:lnTo>
                    <a:lnTo>
                      <a:pt x="1217300" y="16605"/>
                    </a:lnTo>
                    <a:lnTo>
                      <a:pt x="1205738" y="20087"/>
                    </a:lnTo>
                    <a:lnTo>
                      <a:pt x="1205515" y="27721"/>
                    </a:lnTo>
                    <a:lnTo>
                      <a:pt x="1197881" y="27498"/>
                    </a:lnTo>
                    <a:lnTo>
                      <a:pt x="1197659" y="35131"/>
                    </a:lnTo>
                    <a:lnTo>
                      <a:pt x="1190025" y="34908"/>
                    </a:lnTo>
                    <a:lnTo>
                      <a:pt x="1185874" y="46247"/>
                    </a:lnTo>
                    <a:lnTo>
                      <a:pt x="1186097" y="38614"/>
                    </a:lnTo>
                    <a:lnTo>
                      <a:pt x="1193730" y="38837"/>
                    </a:lnTo>
                    <a:lnTo>
                      <a:pt x="1193953" y="31203"/>
                    </a:lnTo>
                    <a:lnTo>
                      <a:pt x="1201587" y="31426"/>
                    </a:lnTo>
                    <a:lnTo>
                      <a:pt x="1201810" y="23793"/>
                    </a:lnTo>
                    <a:lnTo>
                      <a:pt x="1209443" y="24016"/>
                    </a:lnTo>
                    <a:lnTo>
                      <a:pt x="1209666" y="16382"/>
                    </a:lnTo>
                    <a:lnTo>
                      <a:pt x="1205961" y="12454"/>
                    </a:lnTo>
                    <a:lnTo>
                      <a:pt x="1202033" y="16159"/>
                    </a:lnTo>
                    <a:lnTo>
                      <a:pt x="1194622" y="8303"/>
                    </a:lnTo>
                    <a:lnTo>
                      <a:pt x="1190694" y="12008"/>
                    </a:lnTo>
                    <a:lnTo>
                      <a:pt x="1171945" y="0"/>
                    </a:lnTo>
                    <a:lnTo>
                      <a:pt x="1179355" y="7857"/>
                    </a:lnTo>
                    <a:lnTo>
                      <a:pt x="1175427" y="11562"/>
                    </a:lnTo>
                    <a:lnTo>
                      <a:pt x="1182837" y="19419"/>
                    </a:lnTo>
                    <a:lnTo>
                      <a:pt x="1178909" y="23124"/>
                    </a:lnTo>
                    <a:lnTo>
                      <a:pt x="1186320" y="30980"/>
                    </a:lnTo>
                    <a:lnTo>
                      <a:pt x="1182392" y="34686"/>
                    </a:lnTo>
                    <a:lnTo>
                      <a:pt x="1186097" y="38614"/>
                    </a:lnTo>
                    <a:moveTo>
                      <a:pt x="1002556" y="219160"/>
                    </a:moveTo>
                    <a:lnTo>
                      <a:pt x="988627" y="172913"/>
                    </a:lnTo>
                    <a:lnTo>
                      <a:pt x="1033982" y="189518"/>
                    </a:lnTo>
                    <a:lnTo>
                      <a:pt x="1002556" y="219160"/>
                    </a:lnTo>
                    <a:lnTo>
                      <a:pt x="1006485" y="215454"/>
                    </a:lnTo>
                    <a:lnTo>
                      <a:pt x="996038" y="180769"/>
                    </a:lnTo>
                    <a:lnTo>
                      <a:pt x="1030054" y="193223"/>
                    </a:lnTo>
                    <a:lnTo>
                      <a:pt x="1026349" y="189295"/>
                    </a:lnTo>
                    <a:lnTo>
                      <a:pt x="1002779" y="211526"/>
                    </a:lnTo>
                    <a:lnTo>
                      <a:pt x="1006485" y="215454"/>
                    </a:lnTo>
                    <a:lnTo>
                      <a:pt x="1002556" y="219160"/>
                    </a:lnTo>
                    <a:lnTo>
                      <a:pt x="1003002" y="203893"/>
                    </a:lnTo>
                    <a:lnTo>
                      <a:pt x="999074" y="207598"/>
                    </a:lnTo>
                    <a:lnTo>
                      <a:pt x="999520" y="192331"/>
                    </a:lnTo>
                    <a:lnTo>
                      <a:pt x="995592" y="196036"/>
                    </a:lnTo>
                    <a:lnTo>
                      <a:pt x="992332" y="176841"/>
                    </a:lnTo>
                    <a:lnTo>
                      <a:pt x="1011305" y="181215"/>
                    </a:lnTo>
                    <a:lnTo>
                      <a:pt x="1007376" y="184920"/>
                    </a:lnTo>
                    <a:lnTo>
                      <a:pt x="1022643" y="185366"/>
                    </a:lnTo>
                    <a:lnTo>
                      <a:pt x="1018715" y="189072"/>
                    </a:lnTo>
                    <a:lnTo>
                      <a:pt x="1033982" y="189518"/>
                    </a:lnTo>
                    <a:lnTo>
                      <a:pt x="1022421" y="193000"/>
                    </a:lnTo>
                    <a:lnTo>
                      <a:pt x="1022198" y="200633"/>
                    </a:lnTo>
                    <a:lnTo>
                      <a:pt x="1014564" y="200410"/>
                    </a:lnTo>
                    <a:lnTo>
                      <a:pt x="1014341" y="208044"/>
                    </a:lnTo>
                    <a:lnTo>
                      <a:pt x="1006708" y="207821"/>
                    </a:lnTo>
                    <a:lnTo>
                      <a:pt x="1002556" y="219160"/>
                    </a:lnTo>
                    <a:lnTo>
                      <a:pt x="1002779" y="211526"/>
                    </a:lnTo>
                    <a:lnTo>
                      <a:pt x="1010413" y="211749"/>
                    </a:lnTo>
                    <a:lnTo>
                      <a:pt x="1010636" y="204116"/>
                    </a:lnTo>
                    <a:lnTo>
                      <a:pt x="1018269" y="204339"/>
                    </a:lnTo>
                    <a:lnTo>
                      <a:pt x="1018492" y="196705"/>
                    </a:lnTo>
                    <a:lnTo>
                      <a:pt x="1026126" y="196928"/>
                    </a:lnTo>
                    <a:lnTo>
                      <a:pt x="1026349" y="189295"/>
                    </a:lnTo>
                    <a:lnTo>
                      <a:pt x="1022643" y="185366"/>
                    </a:lnTo>
                    <a:lnTo>
                      <a:pt x="1018715" y="189072"/>
                    </a:lnTo>
                    <a:lnTo>
                      <a:pt x="1011305" y="181215"/>
                    </a:lnTo>
                    <a:lnTo>
                      <a:pt x="1007376" y="184920"/>
                    </a:lnTo>
                    <a:lnTo>
                      <a:pt x="988627" y="172913"/>
                    </a:lnTo>
                    <a:lnTo>
                      <a:pt x="996038" y="180769"/>
                    </a:lnTo>
                    <a:lnTo>
                      <a:pt x="992109" y="184475"/>
                    </a:lnTo>
                    <a:lnTo>
                      <a:pt x="999520" y="192331"/>
                    </a:lnTo>
                    <a:lnTo>
                      <a:pt x="995592" y="196036"/>
                    </a:lnTo>
                    <a:lnTo>
                      <a:pt x="1003002" y="203893"/>
                    </a:lnTo>
                    <a:lnTo>
                      <a:pt x="999074" y="207598"/>
                    </a:lnTo>
                    <a:lnTo>
                      <a:pt x="1002779" y="211526"/>
                    </a:lnTo>
                    <a:moveTo>
                      <a:pt x="819239" y="392072"/>
                    </a:moveTo>
                    <a:lnTo>
                      <a:pt x="805310" y="345825"/>
                    </a:lnTo>
                    <a:lnTo>
                      <a:pt x="850665" y="362430"/>
                    </a:lnTo>
                    <a:lnTo>
                      <a:pt x="819239" y="392072"/>
                    </a:lnTo>
                    <a:lnTo>
                      <a:pt x="823167" y="388367"/>
                    </a:lnTo>
                    <a:lnTo>
                      <a:pt x="812720" y="353682"/>
                    </a:lnTo>
                    <a:lnTo>
                      <a:pt x="846737" y="366135"/>
                    </a:lnTo>
                    <a:lnTo>
                      <a:pt x="843031" y="362207"/>
                    </a:lnTo>
                    <a:lnTo>
                      <a:pt x="819462" y="384439"/>
                    </a:lnTo>
                    <a:lnTo>
                      <a:pt x="823167" y="388367"/>
                    </a:lnTo>
                    <a:lnTo>
                      <a:pt x="819239" y="392072"/>
                    </a:lnTo>
                    <a:lnTo>
                      <a:pt x="819685" y="376805"/>
                    </a:lnTo>
                    <a:lnTo>
                      <a:pt x="815757" y="380511"/>
                    </a:lnTo>
                    <a:lnTo>
                      <a:pt x="816203" y="365244"/>
                    </a:lnTo>
                    <a:lnTo>
                      <a:pt x="812274" y="368949"/>
                    </a:lnTo>
                    <a:lnTo>
                      <a:pt x="809015" y="349754"/>
                    </a:lnTo>
                    <a:lnTo>
                      <a:pt x="827987" y="354128"/>
                    </a:lnTo>
                    <a:lnTo>
                      <a:pt x="824059" y="357833"/>
                    </a:lnTo>
                    <a:lnTo>
                      <a:pt x="839326" y="358279"/>
                    </a:lnTo>
                    <a:lnTo>
                      <a:pt x="835398" y="361984"/>
                    </a:lnTo>
                    <a:lnTo>
                      <a:pt x="850665" y="362430"/>
                    </a:lnTo>
                    <a:lnTo>
                      <a:pt x="839103" y="365912"/>
                    </a:lnTo>
                    <a:lnTo>
                      <a:pt x="838880" y="373546"/>
                    </a:lnTo>
                    <a:lnTo>
                      <a:pt x="831247" y="373323"/>
                    </a:lnTo>
                    <a:lnTo>
                      <a:pt x="831024" y="380956"/>
                    </a:lnTo>
                    <a:lnTo>
                      <a:pt x="823390" y="380733"/>
                    </a:lnTo>
                    <a:lnTo>
                      <a:pt x="819239" y="392072"/>
                    </a:lnTo>
                    <a:lnTo>
                      <a:pt x="819462" y="384439"/>
                    </a:lnTo>
                    <a:lnTo>
                      <a:pt x="827095" y="384662"/>
                    </a:lnTo>
                    <a:lnTo>
                      <a:pt x="827318" y="377028"/>
                    </a:lnTo>
                    <a:lnTo>
                      <a:pt x="834952" y="377251"/>
                    </a:lnTo>
                    <a:lnTo>
                      <a:pt x="835175" y="369618"/>
                    </a:lnTo>
                    <a:lnTo>
                      <a:pt x="842808" y="369841"/>
                    </a:lnTo>
                    <a:lnTo>
                      <a:pt x="843031" y="362207"/>
                    </a:lnTo>
                    <a:lnTo>
                      <a:pt x="839326" y="358279"/>
                    </a:lnTo>
                    <a:lnTo>
                      <a:pt x="835398" y="361984"/>
                    </a:lnTo>
                    <a:lnTo>
                      <a:pt x="827987" y="354128"/>
                    </a:lnTo>
                    <a:lnTo>
                      <a:pt x="824059" y="357833"/>
                    </a:lnTo>
                    <a:lnTo>
                      <a:pt x="805310" y="345825"/>
                    </a:lnTo>
                    <a:lnTo>
                      <a:pt x="812720" y="353682"/>
                    </a:lnTo>
                    <a:lnTo>
                      <a:pt x="808792" y="357387"/>
                    </a:lnTo>
                    <a:lnTo>
                      <a:pt x="816203" y="365244"/>
                    </a:lnTo>
                    <a:lnTo>
                      <a:pt x="812274" y="368949"/>
                    </a:lnTo>
                    <a:lnTo>
                      <a:pt x="819685" y="376805"/>
                    </a:lnTo>
                    <a:lnTo>
                      <a:pt x="815757" y="380511"/>
                    </a:lnTo>
                    <a:lnTo>
                      <a:pt x="819462" y="384439"/>
                    </a:lnTo>
                    <a:moveTo>
                      <a:pt x="635922" y="564985"/>
                    </a:moveTo>
                    <a:lnTo>
                      <a:pt x="621992" y="518738"/>
                    </a:lnTo>
                    <a:lnTo>
                      <a:pt x="667347" y="535343"/>
                    </a:lnTo>
                    <a:lnTo>
                      <a:pt x="635922" y="564985"/>
                    </a:lnTo>
                    <a:lnTo>
                      <a:pt x="639850" y="561279"/>
                    </a:lnTo>
                    <a:lnTo>
                      <a:pt x="629403" y="526594"/>
                    </a:lnTo>
                    <a:lnTo>
                      <a:pt x="663419" y="539048"/>
                    </a:lnTo>
                    <a:lnTo>
                      <a:pt x="659714" y="535120"/>
                    </a:lnTo>
                    <a:lnTo>
                      <a:pt x="636145" y="557351"/>
                    </a:lnTo>
                    <a:lnTo>
                      <a:pt x="639850" y="561279"/>
                    </a:lnTo>
                    <a:lnTo>
                      <a:pt x="635922" y="564985"/>
                    </a:lnTo>
                    <a:lnTo>
                      <a:pt x="636368" y="549718"/>
                    </a:lnTo>
                    <a:lnTo>
                      <a:pt x="632439" y="553423"/>
                    </a:lnTo>
                    <a:lnTo>
                      <a:pt x="632885" y="538156"/>
                    </a:lnTo>
                    <a:lnTo>
                      <a:pt x="628957" y="541861"/>
                    </a:lnTo>
                    <a:lnTo>
                      <a:pt x="625698" y="522666"/>
                    </a:lnTo>
                    <a:lnTo>
                      <a:pt x="644670" y="527040"/>
                    </a:lnTo>
                    <a:lnTo>
                      <a:pt x="640742" y="530745"/>
                    </a:lnTo>
                    <a:lnTo>
                      <a:pt x="656009" y="531191"/>
                    </a:lnTo>
                    <a:lnTo>
                      <a:pt x="652080" y="534897"/>
                    </a:lnTo>
                    <a:lnTo>
                      <a:pt x="667347" y="535343"/>
                    </a:lnTo>
                    <a:lnTo>
                      <a:pt x="655786" y="538825"/>
                    </a:lnTo>
                    <a:lnTo>
                      <a:pt x="655563" y="546458"/>
                    </a:lnTo>
                    <a:lnTo>
                      <a:pt x="647929" y="546235"/>
                    </a:lnTo>
                    <a:lnTo>
                      <a:pt x="647706" y="553869"/>
                    </a:lnTo>
                    <a:lnTo>
                      <a:pt x="640073" y="553646"/>
                    </a:lnTo>
                    <a:lnTo>
                      <a:pt x="635922" y="564985"/>
                    </a:lnTo>
                    <a:lnTo>
                      <a:pt x="636145" y="557351"/>
                    </a:lnTo>
                    <a:lnTo>
                      <a:pt x="643778" y="557574"/>
                    </a:lnTo>
                    <a:lnTo>
                      <a:pt x="644001" y="549941"/>
                    </a:lnTo>
                    <a:lnTo>
                      <a:pt x="651635" y="550164"/>
                    </a:lnTo>
                    <a:lnTo>
                      <a:pt x="651857" y="542530"/>
                    </a:lnTo>
                    <a:lnTo>
                      <a:pt x="659491" y="542753"/>
                    </a:lnTo>
                    <a:lnTo>
                      <a:pt x="659714" y="535120"/>
                    </a:lnTo>
                    <a:lnTo>
                      <a:pt x="656009" y="531191"/>
                    </a:lnTo>
                    <a:lnTo>
                      <a:pt x="652080" y="534897"/>
                    </a:lnTo>
                    <a:lnTo>
                      <a:pt x="644670" y="527040"/>
                    </a:lnTo>
                    <a:lnTo>
                      <a:pt x="640742" y="530745"/>
                    </a:lnTo>
                    <a:lnTo>
                      <a:pt x="621992" y="518738"/>
                    </a:lnTo>
                    <a:lnTo>
                      <a:pt x="629403" y="526594"/>
                    </a:lnTo>
                    <a:lnTo>
                      <a:pt x="625475" y="530300"/>
                    </a:lnTo>
                    <a:lnTo>
                      <a:pt x="632885" y="538156"/>
                    </a:lnTo>
                    <a:lnTo>
                      <a:pt x="628957" y="541861"/>
                    </a:lnTo>
                    <a:lnTo>
                      <a:pt x="636368" y="549718"/>
                    </a:lnTo>
                    <a:lnTo>
                      <a:pt x="632439" y="553423"/>
                    </a:lnTo>
                    <a:lnTo>
                      <a:pt x="636145" y="557351"/>
                    </a:lnTo>
                    <a:moveTo>
                      <a:pt x="452604" y="737897"/>
                    </a:moveTo>
                    <a:lnTo>
                      <a:pt x="438675" y="691650"/>
                    </a:lnTo>
                    <a:lnTo>
                      <a:pt x="484030" y="708255"/>
                    </a:lnTo>
                    <a:lnTo>
                      <a:pt x="452604" y="737897"/>
                    </a:lnTo>
                    <a:lnTo>
                      <a:pt x="456532" y="734192"/>
                    </a:lnTo>
                    <a:lnTo>
                      <a:pt x="446086" y="699507"/>
                    </a:lnTo>
                    <a:lnTo>
                      <a:pt x="480102" y="711960"/>
                    </a:lnTo>
                    <a:lnTo>
                      <a:pt x="476397" y="708032"/>
                    </a:lnTo>
                    <a:lnTo>
                      <a:pt x="452827" y="730264"/>
                    </a:lnTo>
                    <a:lnTo>
                      <a:pt x="456532" y="734192"/>
                    </a:lnTo>
                    <a:lnTo>
                      <a:pt x="452604" y="737897"/>
                    </a:lnTo>
                    <a:lnTo>
                      <a:pt x="453050" y="722630"/>
                    </a:lnTo>
                    <a:lnTo>
                      <a:pt x="449122" y="726335"/>
                    </a:lnTo>
                    <a:lnTo>
                      <a:pt x="449568" y="711068"/>
                    </a:lnTo>
                    <a:lnTo>
                      <a:pt x="445640" y="714774"/>
                    </a:lnTo>
                    <a:lnTo>
                      <a:pt x="442380" y="695579"/>
                    </a:lnTo>
                    <a:lnTo>
                      <a:pt x="461353" y="699953"/>
                    </a:lnTo>
                    <a:lnTo>
                      <a:pt x="457424" y="703658"/>
                    </a:lnTo>
                    <a:lnTo>
                      <a:pt x="472691" y="704104"/>
                    </a:lnTo>
                    <a:lnTo>
                      <a:pt x="468763" y="707809"/>
                    </a:lnTo>
                    <a:lnTo>
                      <a:pt x="484030" y="708255"/>
                    </a:lnTo>
                    <a:lnTo>
                      <a:pt x="472468" y="711737"/>
                    </a:lnTo>
                    <a:lnTo>
                      <a:pt x="472245" y="719371"/>
                    </a:lnTo>
                    <a:lnTo>
                      <a:pt x="464612" y="719148"/>
                    </a:lnTo>
                    <a:lnTo>
                      <a:pt x="464389" y="726781"/>
                    </a:lnTo>
                    <a:lnTo>
                      <a:pt x="456755" y="726558"/>
                    </a:lnTo>
                    <a:lnTo>
                      <a:pt x="452604" y="737897"/>
                    </a:lnTo>
                    <a:lnTo>
                      <a:pt x="452827" y="730264"/>
                    </a:lnTo>
                    <a:lnTo>
                      <a:pt x="460461" y="730487"/>
                    </a:lnTo>
                    <a:lnTo>
                      <a:pt x="460684" y="722853"/>
                    </a:lnTo>
                    <a:lnTo>
                      <a:pt x="468317" y="723076"/>
                    </a:lnTo>
                    <a:lnTo>
                      <a:pt x="468540" y="715443"/>
                    </a:lnTo>
                    <a:lnTo>
                      <a:pt x="476174" y="715666"/>
                    </a:lnTo>
                    <a:lnTo>
                      <a:pt x="476397" y="708032"/>
                    </a:lnTo>
                    <a:lnTo>
                      <a:pt x="472691" y="704104"/>
                    </a:lnTo>
                    <a:lnTo>
                      <a:pt x="468763" y="707809"/>
                    </a:lnTo>
                    <a:lnTo>
                      <a:pt x="461353" y="699953"/>
                    </a:lnTo>
                    <a:lnTo>
                      <a:pt x="457424" y="703658"/>
                    </a:lnTo>
                    <a:lnTo>
                      <a:pt x="438675" y="691650"/>
                    </a:lnTo>
                    <a:lnTo>
                      <a:pt x="446086" y="699507"/>
                    </a:lnTo>
                    <a:lnTo>
                      <a:pt x="442157" y="703212"/>
                    </a:lnTo>
                    <a:lnTo>
                      <a:pt x="449568" y="711068"/>
                    </a:lnTo>
                    <a:lnTo>
                      <a:pt x="445640" y="714774"/>
                    </a:lnTo>
                    <a:lnTo>
                      <a:pt x="453050" y="722630"/>
                    </a:lnTo>
                    <a:lnTo>
                      <a:pt x="449122" y="726335"/>
                    </a:lnTo>
                    <a:lnTo>
                      <a:pt x="452827" y="730264"/>
                    </a:lnTo>
                    <a:moveTo>
                      <a:pt x="269287" y="910810"/>
                    </a:moveTo>
                    <a:lnTo>
                      <a:pt x="255358" y="864563"/>
                    </a:lnTo>
                    <a:lnTo>
                      <a:pt x="300713" y="881168"/>
                    </a:lnTo>
                    <a:lnTo>
                      <a:pt x="269287" y="910810"/>
                    </a:lnTo>
                    <a:lnTo>
                      <a:pt x="273215" y="907104"/>
                    </a:lnTo>
                    <a:lnTo>
                      <a:pt x="262768" y="872419"/>
                    </a:lnTo>
                    <a:lnTo>
                      <a:pt x="296784" y="884873"/>
                    </a:lnTo>
                    <a:lnTo>
                      <a:pt x="293079" y="880945"/>
                    </a:lnTo>
                    <a:lnTo>
                      <a:pt x="269510" y="903176"/>
                    </a:lnTo>
                    <a:lnTo>
                      <a:pt x="273215" y="907104"/>
                    </a:lnTo>
                    <a:lnTo>
                      <a:pt x="269287" y="910810"/>
                    </a:lnTo>
                    <a:lnTo>
                      <a:pt x="269733" y="895543"/>
                    </a:lnTo>
                    <a:lnTo>
                      <a:pt x="265804" y="899248"/>
                    </a:lnTo>
                    <a:lnTo>
                      <a:pt x="266250" y="883981"/>
                    </a:lnTo>
                    <a:lnTo>
                      <a:pt x="262322" y="887686"/>
                    </a:lnTo>
                    <a:lnTo>
                      <a:pt x="259063" y="868491"/>
                    </a:lnTo>
                    <a:lnTo>
                      <a:pt x="278035" y="872865"/>
                    </a:lnTo>
                    <a:lnTo>
                      <a:pt x="274107" y="876570"/>
                    </a:lnTo>
                    <a:lnTo>
                      <a:pt x="289374" y="877016"/>
                    </a:lnTo>
                    <a:lnTo>
                      <a:pt x="285446" y="880722"/>
                    </a:lnTo>
                    <a:lnTo>
                      <a:pt x="300713" y="881168"/>
                    </a:lnTo>
                    <a:lnTo>
                      <a:pt x="289151" y="884650"/>
                    </a:lnTo>
                    <a:lnTo>
                      <a:pt x="288928" y="892283"/>
                    </a:lnTo>
                    <a:lnTo>
                      <a:pt x="281294" y="892060"/>
                    </a:lnTo>
                    <a:lnTo>
                      <a:pt x="281071" y="899694"/>
                    </a:lnTo>
                    <a:lnTo>
                      <a:pt x="273438" y="899471"/>
                    </a:lnTo>
                    <a:lnTo>
                      <a:pt x="269287" y="910810"/>
                    </a:lnTo>
                    <a:lnTo>
                      <a:pt x="269510" y="903176"/>
                    </a:lnTo>
                    <a:lnTo>
                      <a:pt x="277143" y="903399"/>
                    </a:lnTo>
                    <a:lnTo>
                      <a:pt x="277366" y="895766"/>
                    </a:lnTo>
                    <a:lnTo>
                      <a:pt x="285000" y="895989"/>
                    </a:lnTo>
                    <a:lnTo>
                      <a:pt x="285223" y="888355"/>
                    </a:lnTo>
                    <a:lnTo>
                      <a:pt x="292856" y="888578"/>
                    </a:lnTo>
                    <a:lnTo>
                      <a:pt x="293079" y="880945"/>
                    </a:lnTo>
                    <a:lnTo>
                      <a:pt x="289374" y="877016"/>
                    </a:lnTo>
                    <a:lnTo>
                      <a:pt x="285446" y="880722"/>
                    </a:lnTo>
                    <a:lnTo>
                      <a:pt x="278035" y="872865"/>
                    </a:lnTo>
                    <a:lnTo>
                      <a:pt x="274107" y="876570"/>
                    </a:lnTo>
                    <a:lnTo>
                      <a:pt x="255358" y="864563"/>
                    </a:lnTo>
                    <a:lnTo>
                      <a:pt x="262768" y="872419"/>
                    </a:lnTo>
                    <a:lnTo>
                      <a:pt x="258840" y="876125"/>
                    </a:lnTo>
                    <a:lnTo>
                      <a:pt x="266250" y="883981"/>
                    </a:lnTo>
                    <a:lnTo>
                      <a:pt x="262322" y="887686"/>
                    </a:lnTo>
                    <a:lnTo>
                      <a:pt x="269733" y="895543"/>
                    </a:lnTo>
                    <a:lnTo>
                      <a:pt x="265804" y="899248"/>
                    </a:lnTo>
                    <a:lnTo>
                      <a:pt x="269510" y="903176"/>
                    </a:lnTo>
                    <a:moveTo>
                      <a:pt x="113705" y="1094448"/>
                    </a:moveTo>
                    <a:lnTo>
                      <a:pt x="91312" y="1051654"/>
                    </a:lnTo>
                    <a:lnTo>
                      <a:pt x="138983" y="1059416"/>
                    </a:lnTo>
                    <a:lnTo>
                      <a:pt x="113705" y="1094448"/>
                    </a:lnTo>
                    <a:lnTo>
                      <a:pt x="116865" y="1090069"/>
                    </a:lnTo>
                    <a:lnTo>
                      <a:pt x="100070" y="1057973"/>
                    </a:lnTo>
                    <a:lnTo>
                      <a:pt x="135824" y="1063795"/>
                    </a:lnTo>
                    <a:lnTo>
                      <a:pt x="131445" y="1060635"/>
                    </a:lnTo>
                    <a:lnTo>
                      <a:pt x="112486" y="1086909"/>
                    </a:lnTo>
                    <a:lnTo>
                      <a:pt x="116865" y="1090069"/>
                    </a:lnTo>
                    <a:lnTo>
                      <a:pt x="113705" y="1094448"/>
                    </a:lnTo>
                    <a:lnTo>
                      <a:pt x="111267" y="1079370"/>
                    </a:lnTo>
                    <a:lnTo>
                      <a:pt x="108107" y="1083749"/>
                    </a:lnTo>
                    <a:lnTo>
                      <a:pt x="105668" y="1068672"/>
                    </a:lnTo>
                    <a:lnTo>
                      <a:pt x="102509" y="1073051"/>
                    </a:lnTo>
                    <a:lnTo>
                      <a:pt x="95691" y="1054814"/>
                    </a:lnTo>
                    <a:lnTo>
                      <a:pt x="115148" y="1055535"/>
                    </a:lnTo>
                    <a:lnTo>
                      <a:pt x="111988" y="1059914"/>
                    </a:lnTo>
                    <a:lnTo>
                      <a:pt x="127066" y="1057475"/>
                    </a:lnTo>
                    <a:lnTo>
                      <a:pt x="123906" y="1061854"/>
                    </a:lnTo>
                    <a:lnTo>
                      <a:pt x="138983" y="1059416"/>
                    </a:lnTo>
                    <a:lnTo>
                      <a:pt x="128285" y="1065014"/>
                    </a:lnTo>
                    <a:lnTo>
                      <a:pt x="129504" y="1072553"/>
                    </a:lnTo>
                    <a:lnTo>
                      <a:pt x="121965" y="1073772"/>
                    </a:lnTo>
                    <a:lnTo>
                      <a:pt x="123185" y="1081311"/>
                    </a:lnTo>
                    <a:lnTo>
                      <a:pt x="115646" y="1082530"/>
                    </a:lnTo>
                    <a:lnTo>
                      <a:pt x="113705" y="1094448"/>
                    </a:lnTo>
                    <a:lnTo>
                      <a:pt x="112486" y="1086909"/>
                    </a:lnTo>
                    <a:lnTo>
                      <a:pt x="120025" y="1085690"/>
                    </a:lnTo>
                    <a:lnTo>
                      <a:pt x="118805" y="1078151"/>
                    </a:lnTo>
                    <a:lnTo>
                      <a:pt x="126344" y="1076932"/>
                    </a:lnTo>
                    <a:lnTo>
                      <a:pt x="125125" y="1069393"/>
                    </a:lnTo>
                    <a:lnTo>
                      <a:pt x="132664" y="1068174"/>
                    </a:lnTo>
                    <a:lnTo>
                      <a:pt x="131445" y="1060635"/>
                    </a:lnTo>
                    <a:lnTo>
                      <a:pt x="127066" y="1057475"/>
                    </a:lnTo>
                    <a:lnTo>
                      <a:pt x="123906" y="1061854"/>
                    </a:lnTo>
                    <a:lnTo>
                      <a:pt x="115148" y="1055535"/>
                    </a:lnTo>
                    <a:lnTo>
                      <a:pt x="111988" y="1059914"/>
                    </a:lnTo>
                    <a:lnTo>
                      <a:pt x="91312" y="1051654"/>
                    </a:lnTo>
                    <a:lnTo>
                      <a:pt x="100070" y="1057973"/>
                    </a:lnTo>
                    <a:lnTo>
                      <a:pt x="96910" y="1062352"/>
                    </a:lnTo>
                    <a:lnTo>
                      <a:pt x="105668" y="1068672"/>
                    </a:lnTo>
                    <a:lnTo>
                      <a:pt x="102509" y="1073051"/>
                    </a:lnTo>
                    <a:lnTo>
                      <a:pt x="111267" y="1079370"/>
                    </a:lnTo>
                    <a:lnTo>
                      <a:pt x="108107" y="1083749"/>
                    </a:lnTo>
                    <a:lnTo>
                      <a:pt x="112486" y="1086909"/>
                    </a:lnTo>
                    <a:moveTo>
                      <a:pt x="47434" y="1233229"/>
                    </a:moveTo>
                    <a:lnTo>
                      <a:pt x="0" y="1242331"/>
                    </a:lnTo>
                    <a:lnTo>
                      <a:pt x="21179" y="1198923"/>
                    </a:lnTo>
                    <a:lnTo>
                      <a:pt x="47434" y="1233229"/>
                    </a:lnTo>
                    <a:lnTo>
                      <a:pt x="44152" y="1228941"/>
                    </a:lnTo>
                    <a:lnTo>
                      <a:pt x="8577" y="1235768"/>
                    </a:lnTo>
                    <a:lnTo>
                      <a:pt x="24461" y="1203211"/>
                    </a:lnTo>
                    <a:lnTo>
                      <a:pt x="20173" y="1206493"/>
                    </a:lnTo>
                    <a:lnTo>
                      <a:pt x="39864" y="1232223"/>
                    </a:lnTo>
                    <a:lnTo>
                      <a:pt x="44152" y="1228941"/>
                    </a:lnTo>
                    <a:lnTo>
                      <a:pt x="47434" y="1233229"/>
                    </a:lnTo>
                    <a:lnTo>
                      <a:pt x="32294" y="1231217"/>
                    </a:lnTo>
                    <a:lnTo>
                      <a:pt x="35576" y="1235505"/>
                    </a:lnTo>
                    <a:lnTo>
                      <a:pt x="20435" y="1233492"/>
                    </a:lnTo>
                    <a:lnTo>
                      <a:pt x="23717" y="1237780"/>
                    </a:lnTo>
                    <a:lnTo>
                      <a:pt x="4289" y="1239049"/>
                    </a:lnTo>
                    <a:lnTo>
                      <a:pt x="10590" y="1220627"/>
                    </a:lnTo>
                    <a:lnTo>
                      <a:pt x="13871" y="1224915"/>
                    </a:lnTo>
                    <a:lnTo>
                      <a:pt x="15884" y="1209775"/>
                    </a:lnTo>
                    <a:lnTo>
                      <a:pt x="19166" y="1214063"/>
                    </a:lnTo>
                    <a:lnTo>
                      <a:pt x="21179" y="1198923"/>
                    </a:lnTo>
                    <a:lnTo>
                      <a:pt x="23454" y="1210782"/>
                    </a:lnTo>
                    <a:lnTo>
                      <a:pt x="31025" y="1211788"/>
                    </a:lnTo>
                    <a:lnTo>
                      <a:pt x="30018" y="1219358"/>
                    </a:lnTo>
                    <a:lnTo>
                      <a:pt x="37588" y="1220365"/>
                    </a:lnTo>
                    <a:lnTo>
                      <a:pt x="36582" y="1227935"/>
                    </a:lnTo>
                    <a:lnTo>
                      <a:pt x="47434" y="1233229"/>
                    </a:lnTo>
                    <a:lnTo>
                      <a:pt x="39864" y="1232223"/>
                    </a:lnTo>
                    <a:lnTo>
                      <a:pt x="40870" y="1224653"/>
                    </a:lnTo>
                    <a:lnTo>
                      <a:pt x="33300" y="1223646"/>
                    </a:lnTo>
                    <a:lnTo>
                      <a:pt x="34306" y="1216076"/>
                    </a:lnTo>
                    <a:lnTo>
                      <a:pt x="26736" y="1215070"/>
                    </a:lnTo>
                    <a:lnTo>
                      <a:pt x="27743" y="1207500"/>
                    </a:lnTo>
                    <a:lnTo>
                      <a:pt x="20173" y="1206493"/>
                    </a:lnTo>
                    <a:lnTo>
                      <a:pt x="15884" y="1209775"/>
                    </a:lnTo>
                    <a:lnTo>
                      <a:pt x="19166" y="1214063"/>
                    </a:lnTo>
                    <a:lnTo>
                      <a:pt x="10590" y="1220627"/>
                    </a:lnTo>
                    <a:lnTo>
                      <a:pt x="13871" y="1224915"/>
                    </a:lnTo>
                    <a:lnTo>
                      <a:pt x="0" y="1242331"/>
                    </a:lnTo>
                    <a:lnTo>
                      <a:pt x="8577" y="1235768"/>
                    </a:lnTo>
                    <a:lnTo>
                      <a:pt x="11859" y="1240056"/>
                    </a:lnTo>
                    <a:lnTo>
                      <a:pt x="20435" y="1233492"/>
                    </a:lnTo>
                    <a:lnTo>
                      <a:pt x="23717" y="1237780"/>
                    </a:lnTo>
                    <a:lnTo>
                      <a:pt x="32294" y="1231217"/>
                    </a:lnTo>
                    <a:lnTo>
                      <a:pt x="35576" y="1235505"/>
                    </a:lnTo>
                    <a:lnTo>
                      <a:pt x="39864" y="1232223"/>
                    </a:lnTo>
                    <a:moveTo>
                      <a:pt x="200588" y="1433349"/>
                    </a:moveTo>
                    <a:lnTo>
                      <a:pt x="153155" y="1442451"/>
                    </a:lnTo>
                    <a:lnTo>
                      <a:pt x="174333" y="1399042"/>
                    </a:lnTo>
                    <a:lnTo>
                      <a:pt x="200588" y="1433349"/>
                    </a:lnTo>
                    <a:lnTo>
                      <a:pt x="197307" y="1429060"/>
                    </a:lnTo>
                    <a:lnTo>
                      <a:pt x="161731" y="1435887"/>
                    </a:lnTo>
                    <a:lnTo>
                      <a:pt x="177615" y="1403331"/>
                    </a:lnTo>
                    <a:lnTo>
                      <a:pt x="173327" y="1406613"/>
                    </a:lnTo>
                    <a:lnTo>
                      <a:pt x="193018" y="1432342"/>
                    </a:lnTo>
                    <a:lnTo>
                      <a:pt x="197307" y="1429060"/>
                    </a:lnTo>
                    <a:lnTo>
                      <a:pt x="200588" y="1433349"/>
                    </a:lnTo>
                    <a:lnTo>
                      <a:pt x="185448" y="1431336"/>
                    </a:lnTo>
                    <a:lnTo>
                      <a:pt x="188730" y="1435624"/>
                    </a:lnTo>
                    <a:lnTo>
                      <a:pt x="173590" y="1433611"/>
                    </a:lnTo>
                    <a:lnTo>
                      <a:pt x="176872" y="1437900"/>
                    </a:lnTo>
                    <a:lnTo>
                      <a:pt x="157443" y="1439169"/>
                    </a:lnTo>
                    <a:lnTo>
                      <a:pt x="163744" y="1420746"/>
                    </a:lnTo>
                    <a:lnTo>
                      <a:pt x="167026" y="1425035"/>
                    </a:lnTo>
                    <a:lnTo>
                      <a:pt x="169039" y="1409894"/>
                    </a:lnTo>
                    <a:lnTo>
                      <a:pt x="172321" y="1414183"/>
                    </a:lnTo>
                    <a:lnTo>
                      <a:pt x="174333" y="1399042"/>
                    </a:lnTo>
                    <a:lnTo>
                      <a:pt x="176609" y="1410901"/>
                    </a:lnTo>
                    <a:lnTo>
                      <a:pt x="184179" y="1411907"/>
                    </a:lnTo>
                    <a:lnTo>
                      <a:pt x="183173" y="1419477"/>
                    </a:lnTo>
                    <a:lnTo>
                      <a:pt x="190743" y="1420484"/>
                    </a:lnTo>
                    <a:lnTo>
                      <a:pt x="189736" y="1428054"/>
                    </a:lnTo>
                    <a:lnTo>
                      <a:pt x="200588" y="1433349"/>
                    </a:lnTo>
                    <a:lnTo>
                      <a:pt x="193018" y="1432342"/>
                    </a:lnTo>
                    <a:lnTo>
                      <a:pt x="194025" y="1424772"/>
                    </a:lnTo>
                    <a:lnTo>
                      <a:pt x="186455" y="1423766"/>
                    </a:lnTo>
                    <a:lnTo>
                      <a:pt x="187461" y="1416195"/>
                    </a:lnTo>
                    <a:lnTo>
                      <a:pt x="179891" y="1415189"/>
                    </a:lnTo>
                    <a:lnTo>
                      <a:pt x="180897" y="1407619"/>
                    </a:lnTo>
                    <a:lnTo>
                      <a:pt x="173327" y="1406613"/>
                    </a:lnTo>
                    <a:lnTo>
                      <a:pt x="169039" y="1409894"/>
                    </a:lnTo>
                    <a:lnTo>
                      <a:pt x="172321" y="1414183"/>
                    </a:lnTo>
                    <a:lnTo>
                      <a:pt x="163744" y="1420746"/>
                    </a:lnTo>
                    <a:lnTo>
                      <a:pt x="167026" y="1425035"/>
                    </a:lnTo>
                    <a:lnTo>
                      <a:pt x="153155" y="1442451"/>
                    </a:lnTo>
                    <a:lnTo>
                      <a:pt x="161731" y="1435887"/>
                    </a:lnTo>
                    <a:lnTo>
                      <a:pt x="165013" y="1440175"/>
                    </a:lnTo>
                    <a:lnTo>
                      <a:pt x="173590" y="1433611"/>
                    </a:lnTo>
                    <a:lnTo>
                      <a:pt x="176872" y="1437900"/>
                    </a:lnTo>
                    <a:lnTo>
                      <a:pt x="185448" y="1431336"/>
                    </a:lnTo>
                    <a:lnTo>
                      <a:pt x="188730" y="1435624"/>
                    </a:lnTo>
                    <a:lnTo>
                      <a:pt x="193018" y="14323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34" name="Контур"/>
              <p:cNvSpPr/>
              <p:nvPr/>
            </p:nvSpPr>
            <p:spPr>
              <a:xfrm>
                <a:off x="5407343" y="2278267"/>
                <a:ext cx="1300668" cy="1556384"/>
              </a:xfrm>
              <a:custGeom>
                <a:avLst/>
                <a:gdLst/>
                <a:ahLst/>
                <a:cxnLst/>
                <a:rect l="l" t="t" r="r" b="b"/>
                <a:pathLst>
                  <a:path w="1300668" h="1556384" fill="none">
                    <a:moveTo>
                      <a:pt x="562345" y="1248906"/>
                    </a:moveTo>
                    <a:lnTo>
                      <a:pt x="472165" y="1349436"/>
                    </a:lnTo>
                    <a:lnTo>
                      <a:pt x="186646" y="1556384"/>
                    </a:lnTo>
                    <a:moveTo>
                      <a:pt x="186646" y="1556384"/>
                    </a:moveTo>
                    <a:lnTo>
                      <a:pt x="110068" y="1456324"/>
                    </a:lnTo>
                    <a:moveTo>
                      <a:pt x="110068" y="1456324"/>
                    </a:moveTo>
                    <a:lnTo>
                      <a:pt x="33491" y="1356265"/>
                    </a:lnTo>
                    <a:moveTo>
                      <a:pt x="33491" y="1356265"/>
                    </a:moveTo>
                    <a:lnTo>
                      <a:pt x="6640" y="1321180"/>
                    </a:lnTo>
                    <a:lnTo>
                      <a:pt x="0" y="1312504"/>
                    </a:lnTo>
                    <a:lnTo>
                      <a:pt x="41483" y="1255014"/>
                    </a:lnTo>
                    <a:moveTo>
                      <a:pt x="41483" y="1255014"/>
                    </a:moveTo>
                    <a:lnTo>
                      <a:pt x="115211" y="1152836"/>
                    </a:lnTo>
                    <a:moveTo>
                      <a:pt x="115211" y="1152836"/>
                    </a:moveTo>
                    <a:lnTo>
                      <a:pt x="188939" y="1050659"/>
                    </a:lnTo>
                    <a:moveTo>
                      <a:pt x="188939" y="1050659"/>
                    </a:moveTo>
                    <a:lnTo>
                      <a:pt x="193529" y="1044298"/>
                    </a:lnTo>
                    <a:lnTo>
                      <a:pt x="279481" y="963224"/>
                    </a:lnTo>
                    <a:moveTo>
                      <a:pt x="279481" y="963224"/>
                    </a:moveTo>
                    <a:lnTo>
                      <a:pt x="371140" y="876768"/>
                    </a:lnTo>
                    <a:moveTo>
                      <a:pt x="371140" y="876768"/>
                    </a:moveTo>
                    <a:lnTo>
                      <a:pt x="462799" y="790312"/>
                    </a:lnTo>
                    <a:moveTo>
                      <a:pt x="462799" y="790312"/>
                    </a:moveTo>
                    <a:lnTo>
                      <a:pt x="554458" y="703856"/>
                    </a:lnTo>
                    <a:moveTo>
                      <a:pt x="554458" y="703856"/>
                    </a:moveTo>
                    <a:lnTo>
                      <a:pt x="646116" y="617399"/>
                    </a:lnTo>
                    <a:moveTo>
                      <a:pt x="646116" y="617399"/>
                    </a:moveTo>
                    <a:lnTo>
                      <a:pt x="737775" y="530943"/>
                    </a:lnTo>
                    <a:moveTo>
                      <a:pt x="737775" y="530943"/>
                    </a:moveTo>
                    <a:lnTo>
                      <a:pt x="829434" y="444487"/>
                    </a:lnTo>
                    <a:moveTo>
                      <a:pt x="829434" y="444487"/>
                    </a:moveTo>
                    <a:lnTo>
                      <a:pt x="921092" y="358031"/>
                    </a:lnTo>
                    <a:moveTo>
                      <a:pt x="921092" y="358031"/>
                    </a:moveTo>
                    <a:lnTo>
                      <a:pt x="1012751" y="271574"/>
                    </a:lnTo>
                    <a:moveTo>
                      <a:pt x="1012751" y="271574"/>
                    </a:moveTo>
                    <a:lnTo>
                      <a:pt x="1104410" y="185118"/>
                    </a:lnTo>
                    <a:moveTo>
                      <a:pt x="1104410" y="185118"/>
                    </a:moveTo>
                    <a:lnTo>
                      <a:pt x="1196068" y="98662"/>
                    </a:lnTo>
                    <a:moveTo>
                      <a:pt x="1196068" y="98662"/>
                    </a:moveTo>
                    <a:lnTo>
                      <a:pt x="1287727" y="12206"/>
                    </a:lnTo>
                    <a:moveTo>
                      <a:pt x="1287727" y="12206"/>
                    </a:moveTo>
                    <a:lnTo>
                      <a:pt x="1300668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35" name="Контур"/>
              <p:cNvSpPr/>
              <p:nvPr/>
            </p:nvSpPr>
            <p:spPr>
              <a:xfrm>
                <a:off x="5398190" y="2229576"/>
                <a:ext cx="1296671" cy="1547125"/>
              </a:xfrm>
              <a:custGeom>
                <a:avLst/>
                <a:gdLst/>
                <a:ahLst/>
                <a:cxnLst/>
                <a:rect l="l" t="t" r="r" b="b"/>
                <a:pathLst>
                  <a:path w="1296671" h="1547125" fill="none">
                    <a:moveTo>
                      <a:pt x="57194" y="1512819"/>
                    </a:moveTo>
                    <a:lnTo>
                      <a:pt x="104628" y="1503717"/>
                    </a:lnTo>
                    <a:lnTo>
                      <a:pt x="83449" y="1547125"/>
                    </a:lnTo>
                    <a:lnTo>
                      <a:pt x="57194" y="1512819"/>
                    </a:lnTo>
                    <a:lnTo>
                      <a:pt x="60476" y="1517107"/>
                    </a:lnTo>
                    <a:lnTo>
                      <a:pt x="96052" y="1510281"/>
                    </a:lnTo>
                    <a:lnTo>
                      <a:pt x="80168" y="1542837"/>
                    </a:lnTo>
                    <a:lnTo>
                      <a:pt x="84456" y="1539555"/>
                    </a:lnTo>
                    <a:lnTo>
                      <a:pt x="64765" y="1513826"/>
                    </a:lnTo>
                    <a:lnTo>
                      <a:pt x="60476" y="1517107"/>
                    </a:lnTo>
                    <a:lnTo>
                      <a:pt x="57194" y="1512819"/>
                    </a:lnTo>
                    <a:lnTo>
                      <a:pt x="72335" y="1514832"/>
                    </a:lnTo>
                    <a:lnTo>
                      <a:pt x="69053" y="1510544"/>
                    </a:lnTo>
                    <a:lnTo>
                      <a:pt x="84193" y="1512556"/>
                    </a:lnTo>
                    <a:lnTo>
                      <a:pt x="80911" y="1508268"/>
                    </a:lnTo>
                    <a:lnTo>
                      <a:pt x="100340" y="1506999"/>
                    </a:lnTo>
                    <a:lnTo>
                      <a:pt x="94039" y="1525421"/>
                    </a:lnTo>
                    <a:lnTo>
                      <a:pt x="90757" y="1521133"/>
                    </a:lnTo>
                    <a:lnTo>
                      <a:pt x="88744" y="1536273"/>
                    </a:lnTo>
                    <a:lnTo>
                      <a:pt x="85462" y="1531985"/>
                    </a:lnTo>
                    <a:lnTo>
                      <a:pt x="83449" y="1547125"/>
                    </a:lnTo>
                    <a:lnTo>
                      <a:pt x="81174" y="1535267"/>
                    </a:lnTo>
                    <a:lnTo>
                      <a:pt x="73604" y="1534261"/>
                    </a:lnTo>
                    <a:lnTo>
                      <a:pt x="74610" y="1526690"/>
                    </a:lnTo>
                    <a:lnTo>
                      <a:pt x="67040" y="1525684"/>
                    </a:lnTo>
                    <a:lnTo>
                      <a:pt x="68046" y="1518114"/>
                    </a:lnTo>
                    <a:lnTo>
                      <a:pt x="57194" y="1512819"/>
                    </a:lnTo>
                    <a:lnTo>
                      <a:pt x="64765" y="1513826"/>
                    </a:lnTo>
                    <a:lnTo>
                      <a:pt x="63758" y="1521396"/>
                    </a:lnTo>
                    <a:lnTo>
                      <a:pt x="71328" y="1522402"/>
                    </a:lnTo>
                    <a:lnTo>
                      <a:pt x="70322" y="1529972"/>
                    </a:lnTo>
                    <a:lnTo>
                      <a:pt x="77892" y="1530979"/>
                    </a:lnTo>
                    <a:lnTo>
                      <a:pt x="76886" y="1538549"/>
                    </a:lnTo>
                    <a:lnTo>
                      <a:pt x="84456" y="1539555"/>
                    </a:lnTo>
                    <a:lnTo>
                      <a:pt x="88744" y="1536273"/>
                    </a:lnTo>
                    <a:lnTo>
                      <a:pt x="85462" y="1531985"/>
                    </a:lnTo>
                    <a:lnTo>
                      <a:pt x="94039" y="1525421"/>
                    </a:lnTo>
                    <a:lnTo>
                      <a:pt x="90757" y="1521133"/>
                    </a:lnTo>
                    <a:lnTo>
                      <a:pt x="104628" y="1503717"/>
                    </a:lnTo>
                    <a:lnTo>
                      <a:pt x="96052" y="1510281"/>
                    </a:lnTo>
                    <a:lnTo>
                      <a:pt x="92770" y="1505993"/>
                    </a:lnTo>
                    <a:lnTo>
                      <a:pt x="84193" y="1512556"/>
                    </a:lnTo>
                    <a:lnTo>
                      <a:pt x="80911" y="1508268"/>
                    </a:lnTo>
                    <a:lnTo>
                      <a:pt x="72335" y="1514832"/>
                    </a:lnTo>
                    <a:lnTo>
                      <a:pt x="69053" y="1510544"/>
                    </a:lnTo>
                    <a:lnTo>
                      <a:pt x="64765" y="1513826"/>
                    </a:lnTo>
                    <a:moveTo>
                      <a:pt x="25278" y="1246563"/>
                    </a:moveTo>
                    <a:lnTo>
                      <a:pt x="47671" y="1289357"/>
                    </a:lnTo>
                    <a:lnTo>
                      <a:pt x="0" y="1281595"/>
                    </a:lnTo>
                    <a:lnTo>
                      <a:pt x="25278" y="1246563"/>
                    </a:lnTo>
                    <a:lnTo>
                      <a:pt x="22118" y="1250942"/>
                    </a:lnTo>
                    <a:lnTo>
                      <a:pt x="38913" y="1283037"/>
                    </a:lnTo>
                    <a:lnTo>
                      <a:pt x="3159" y="1277216"/>
                    </a:lnTo>
                    <a:lnTo>
                      <a:pt x="7538" y="1280376"/>
                    </a:lnTo>
                    <a:lnTo>
                      <a:pt x="26497" y="1254101"/>
                    </a:lnTo>
                    <a:lnTo>
                      <a:pt x="22118" y="1250942"/>
                    </a:lnTo>
                    <a:lnTo>
                      <a:pt x="25278" y="1246563"/>
                    </a:lnTo>
                    <a:lnTo>
                      <a:pt x="27716" y="1261640"/>
                    </a:lnTo>
                    <a:lnTo>
                      <a:pt x="30876" y="1257261"/>
                    </a:lnTo>
                    <a:lnTo>
                      <a:pt x="33315" y="1272339"/>
                    </a:lnTo>
                    <a:lnTo>
                      <a:pt x="36474" y="1267960"/>
                    </a:lnTo>
                    <a:lnTo>
                      <a:pt x="43292" y="1286197"/>
                    </a:lnTo>
                    <a:lnTo>
                      <a:pt x="23835" y="1285476"/>
                    </a:lnTo>
                    <a:lnTo>
                      <a:pt x="26995" y="1281097"/>
                    </a:lnTo>
                    <a:lnTo>
                      <a:pt x="11917" y="1283535"/>
                    </a:lnTo>
                    <a:lnTo>
                      <a:pt x="15077" y="1279156"/>
                    </a:lnTo>
                    <a:lnTo>
                      <a:pt x="0" y="1281595"/>
                    </a:lnTo>
                    <a:lnTo>
                      <a:pt x="10698" y="1275997"/>
                    </a:lnTo>
                    <a:lnTo>
                      <a:pt x="9479" y="1268458"/>
                    </a:lnTo>
                    <a:lnTo>
                      <a:pt x="17018" y="1267239"/>
                    </a:lnTo>
                    <a:lnTo>
                      <a:pt x="15799" y="1259700"/>
                    </a:lnTo>
                    <a:lnTo>
                      <a:pt x="23337" y="1258481"/>
                    </a:lnTo>
                    <a:lnTo>
                      <a:pt x="25278" y="1246563"/>
                    </a:lnTo>
                    <a:lnTo>
                      <a:pt x="26497" y="1254101"/>
                    </a:lnTo>
                    <a:lnTo>
                      <a:pt x="18958" y="1255321"/>
                    </a:lnTo>
                    <a:lnTo>
                      <a:pt x="20178" y="1262860"/>
                    </a:lnTo>
                    <a:lnTo>
                      <a:pt x="12639" y="1264079"/>
                    </a:lnTo>
                    <a:lnTo>
                      <a:pt x="13858" y="1271618"/>
                    </a:lnTo>
                    <a:lnTo>
                      <a:pt x="6319" y="1272837"/>
                    </a:lnTo>
                    <a:lnTo>
                      <a:pt x="7538" y="1280376"/>
                    </a:lnTo>
                    <a:lnTo>
                      <a:pt x="11917" y="1283535"/>
                    </a:lnTo>
                    <a:lnTo>
                      <a:pt x="15077" y="1279156"/>
                    </a:lnTo>
                    <a:lnTo>
                      <a:pt x="23835" y="1285476"/>
                    </a:lnTo>
                    <a:lnTo>
                      <a:pt x="26995" y="1281097"/>
                    </a:lnTo>
                    <a:lnTo>
                      <a:pt x="47671" y="1289357"/>
                    </a:lnTo>
                    <a:lnTo>
                      <a:pt x="38913" y="1283037"/>
                    </a:lnTo>
                    <a:lnTo>
                      <a:pt x="42073" y="1278658"/>
                    </a:lnTo>
                    <a:lnTo>
                      <a:pt x="33315" y="1272339"/>
                    </a:lnTo>
                    <a:lnTo>
                      <a:pt x="36474" y="1267960"/>
                    </a:lnTo>
                    <a:lnTo>
                      <a:pt x="27716" y="1261640"/>
                    </a:lnTo>
                    <a:lnTo>
                      <a:pt x="30876" y="1257261"/>
                    </a:lnTo>
                    <a:lnTo>
                      <a:pt x="26497" y="1254101"/>
                    </a:lnTo>
                    <a:moveTo>
                      <a:pt x="172734" y="1042208"/>
                    </a:moveTo>
                    <a:lnTo>
                      <a:pt x="195127" y="1085002"/>
                    </a:lnTo>
                    <a:lnTo>
                      <a:pt x="147455" y="1077240"/>
                    </a:lnTo>
                    <a:lnTo>
                      <a:pt x="172734" y="1042208"/>
                    </a:lnTo>
                    <a:lnTo>
                      <a:pt x="169574" y="1046587"/>
                    </a:lnTo>
                    <a:lnTo>
                      <a:pt x="186369" y="1078683"/>
                    </a:lnTo>
                    <a:lnTo>
                      <a:pt x="150615" y="1072861"/>
                    </a:lnTo>
                    <a:lnTo>
                      <a:pt x="154994" y="1076021"/>
                    </a:lnTo>
                    <a:lnTo>
                      <a:pt x="173953" y="1049747"/>
                    </a:lnTo>
                    <a:lnTo>
                      <a:pt x="169574" y="1046587"/>
                    </a:lnTo>
                    <a:lnTo>
                      <a:pt x="172734" y="1042208"/>
                    </a:lnTo>
                    <a:lnTo>
                      <a:pt x="175172" y="1057286"/>
                    </a:lnTo>
                    <a:lnTo>
                      <a:pt x="178332" y="1052907"/>
                    </a:lnTo>
                    <a:lnTo>
                      <a:pt x="180770" y="1067984"/>
                    </a:lnTo>
                    <a:lnTo>
                      <a:pt x="183930" y="1063605"/>
                    </a:lnTo>
                    <a:lnTo>
                      <a:pt x="190748" y="1081843"/>
                    </a:lnTo>
                    <a:lnTo>
                      <a:pt x="171291" y="1081121"/>
                    </a:lnTo>
                    <a:lnTo>
                      <a:pt x="174451" y="1076742"/>
                    </a:lnTo>
                    <a:lnTo>
                      <a:pt x="159373" y="1079181"/>
                    </a:lnTo>
                    <a:lnTo>
                      <a:pt x="162533" y="1074802"/>
                    </a:lnTo>
                    <a:lnTo>
                      <a:pt x="147455" y="1077240"/>
                    </a:lnTo>
                    <a:lnTo>
                      <a:pt x="158154" y="1071642"/>
                    </a:lnTo>
                    <a:lnTo>
                      <a:pt x="156935" y="1064103"/>
                    </a:lnTo>
                    <a:lnTo>
                      <a:pt x="164474" y="1062884"/>
                    </a:lnTo>
                    <a:lnTo>
                      <a:pt x="163254" y="1055345"/>
                    </a:lnTo>
                    <a:lnTo>
                      <a:pt x="170793" y="1054126"/>
                    </a:lnTo>
                    <a:lnTo>
                      <a:pt x="172734" y="1042208"/>
                    </a:lnTo>
                    <a:lnTo>
                      <a:pt x="173953" y="1049747"/>
                    </a:lnTo>
                    <a:lnTo>
                      <a:pt x="166414" y="1050966"/>
                    </a:lnTo>
                    <a:lnTo>
                      <a:pt x="167633" y="1058505"/>
                    </a:lnTo>
                    <a:lnTo>
                      <a:pt x="160095" y="1059724"/>
                    </a:lnTo>
                    <a:lnTo>
                      <a:pt x="161314" y="1067263"/>
                    </a:lnTo>
                    <a:lnTo>
                      <a:pt x="153775" y="1068482"/>
                    </a:lnTo>
                    <a:lnTo>
                      <a:pt x="154994" y="1076021"/>
                    </a:lnTo>
                    <a:lnTo>
                      <a:pt x="159373" y="1079181"/>
                    </a:lnTo>
                    <a:lnTo>
                      <a:pt x="162533" y="1074802"/>
                    </a:lnTo>
                    <a:lnTo>
                      <a:pt x="171291" y="1081121"/>
                    </a:lnTo>
                    <a:lnTo>
                      <a:pt x="174451" y="1076742"/>
                    </a:lnTo>
                    <a:lnTo>
                      <a:pt x="195127" y="1085002"/>
                    </a:lnTo>
                    <a:lnTo>
                      <a:pt x="186369" y="1078683"/>
                    </a:lnTo>
                    <a:lnTo>
                      <a:pt x="189528" y="1074304"/>
                    </a:lnTo>
                    <a:lnTo>
                      <a:pt x="180770" y="1067984"/>
                    </a:lnTo>
                    <a:lnTo>
                      <a:pt x="183930" y="1063605"/>
                    </a:lnTo>
                    <a:lnTo>
                      <a:pt x="175172" y="1057286"/>
                    </a:lnTo>
                    <a:lnTo>
                      <a:pt x="178332" y="1052907"/>
                    </a:lnTo>
                    <a:lnTo>
                      <a:pt x="173953" y="1049747"/>
                    </a:lnTo>
                    <a:moveTo>
                      <a:pt x="366155" y="864563"/>
                    </a:moveTo>
                    <a:lnTo>
                      <a:pt x="380084" y="910810"/>
                    </a:lnTo>
                    <a:lnTo>
                      <a:pt x="334729" y="894205"/>
                    </a:lnTo>
                    <a:lnTo>
                      <a:pt x="366155" y="864563"/>
                    </a:lnTo>
                    <a:lnTo>
                      <a:pt x="362227" y="868268"/>
                    </a:lnTo>
                    <a:lnTo>
                      <a:pt x="372674" y="902953"/>
                    </a:lnTo>
                    <a:lnTo>
                      <a:pt x="338657" y="890499"/>
                    </a:lnTo>
                    <a:lnTo>
                      <a:pt x="342363" y="894428"/>
                    </a:lnTo>
                    <a:lnTo>
                      <a:pt x="365932" y="872196"/>
                    </a:lnTo>
                    <a:lnTo>
                      <a:pt x="362227" y="868268"/>
                    </a:lnTo>
                    <a:lnTo>
                      <a:pt x="366155" y="864563"/>
                    </a:lnTo>
                    <a:lnTo>
                      <a:pt x="365709" y="879830"/>
                    </a:lnTo>
                    <a:lnTo>
                      <a:pt x="369637" y="876124"/>
                    </a:lnTo>
                    <a:lnTo>
                      <a:pt x="369191" y="891391"/>
                    </a:lnTo>
                    <a:lnTo>
                      <a:pt x="373120" y="887686"/>
                    </a:lnTo>
                    <a:lnTo>
                      <a:pt x="376379" y="906881"/>
                    </a:lnTo>
                    <a:lnTo>
                      <a:pt x="357407" y="902507"/>
                    </a:lnTo>
                    <a:lnTo>
                      <a:pt x="361335" y="898802"/>
                    </a:lnTo>
                    <a:lnTo>
                      <a:pt x="346068" y="898356"/>
                    </a:lnTo>
                    <a:lnTo>
                      <a:pt x="349996" y="894651"/>
                    </a:lnTo>
                    <a:lnTo>
                      <a:pt x="334729" y="894205"/>
                    </a:lnTo>
                    <a:lnTo>
                      <a:pt x="346291" y="890722"/>
                    </a:lnTo>
                    <a:lnTo>
                      <a:pt x="346514" y="883089"/>
                    </a:lnTo>
                    <a:lnTo>
                      <a:pt x="354147" y="883312"/>
                    </a:lnTo>
                    <a:lnTo>
                      <a:pt x="354370" y="875678"/>
                    </a:lnTo>
                    <a:lnTo>
                      <a:pt x="362004" y="875901"/>
                    </a:lnTo>
                    <a:lnTo>
                      <a:pt x="366155" y="864563"/>
                    </a:lnTo>
                    <a:lnTo>
                      <a:pt x="365932" y="872196"/>
                    </a:lnTo>
                    <a:lnTo>
                      <a:pt x="358299" y="871973"/>
                    </a:lnTo>
                    <a:lnTo>
                      <a:pt x="358076" y="879607"/>
                    </a:lnTo>
                    <a:lnTo>
                      <a:pt x="350442" y="879384"/>
                    </a:lnTo>
                    <a:lnTo>
                      <a:pt x="350219" y="887017"/>
                    </a:lnTo>
                    <a:lnTo>
                      <a:pt x="342586" y="886794"/>
                    </a:lnTo>
                    <a:lnTo>
                      <a:pt x="342363" y="894428"/>
                    </a:lnTo>
                    <a:lnTo>
                      <a:pt x="346068" y="898356"/>
                    </a:lnTo>
                    <a:lnTo>
                      <a:pt x="349996" y="894651"/>
                    </a:lnTo>
                    <a:lnTo>
                      <a:pt x="357407" y="902507"/>
                    </a:lnTo>
                    <a:lnTo>
                      <a:pt x="361335" y="898802"/>
                    </a:lnTo>
                    <a:lnTo>
                      <a:pt x="380084" y="910810"/>
                    </a:lnTo>
                    <a:lnTo>
                      <a:pt x="372674" y="902953"/>
                    </a:lnTo>
                    <a:lnTo>
                      <a:pt x="376602" y="899248"/>
                    </a:lnTo>
                    <a:lnTo>
                      <a:pt x="369191" y="891391"/>
                    </a:lnTo>
                    <a:lnTo>
                      <a:pt x="373120" y="887686"/>
                    </a:lnTo>
                    <a:lnTo>
                      <a:pt x="365709" y="879830"/>
                    </a:lnTo>
                    <a:lnTo>
                      <a:pt x="369637" y="876124"/>
                    </a:lnTo>
                    <a:lnTo>
                      <a:pt x="365932" y="872196"/>
                    </a:lnTo>
                    <a:moveTo>
                      <a:pt x="549473" y="691650"/>
                    </a:moveTo>
                    <a:lnTo>
                      <a:pt x="563402" y="737897"/>
                    </a:lnTo>
                    <a:lnTo>
                      <a:pt x="518047" y="721292"/>
                    </a:lnTo>
                    <a:lnTo>
                      <a:pt x="549473" y="691650"/>
                    </a:lnTo>
                    <a:lnTo>
                      <a:pt x="545544" y="695355"/>
                    </a:lnTo>
                    <a:lnTo>
                      <a:pt x="555991" y="730041"/>
                    </a:lnTo>
                    <a:lnTo>
                      <a:pt x="521975" y="717587"/>
                    </a:lnTo>
                    <a:lnTo>
                      <a:pt x="525680" y="721515"/>
                    </a:lnTo>
                    <a:lnTo>
                      <a:pt x="549250" y="699284"/>
                    </a:lnTo>
                    <a:lnTo>
                      <a:pt x="545544" y="695355"/>
                    </a:lnTo>
                    <a:lnTo>
                      <a:pt x="549473" y="691650"/>
                    </a:lnTo>
                    <a:lnTo>
                      <a:pt x="549027" y="706917"/>
                    </a:lnTo>
                    <a:lnTo>
                      <a:pt x="552955" y="703212"/>
                    </a:lnTo>
                    <a:lnTo>
                      <a:pt x="552509" y="718479"/>
                    </a:lnTo>
                    <a:lnTo>
                      <a:pt x="556437" y="714774"/>
                    </a:lnTo>
                    <a:lnTo>
                      <a:pt x="559696" y="733969"/>
                    </a:lnTo>
                    <a:lnTo>
                      <a:pt x="540724" y="729595"/>
                    </a:lnTo>
                    <a:lnTo>
                      <a:pt x="544652" y="725889"/>
                    </a:lnTo>
                    <a:lnTo>
                      <a:pt x="529385" y="725443"/>
                    </a:lnTo>
                    <a:lnTo>
                      <a:pt x="533314" y="721738"/>
                    </a:lnTo>
                    <a:lnTo>
                      <a:pt x="518047" y="721292"/>
                    </a:lnTo>
                    <a:lnTo>
                      <a:pt x="529608" y="717810"/>
                    </a:lnTo>
                    <a:lnTo>
                      <a:pt x="529831" y="710176"/>
                    </a:lnTo>
                    <a:lnTo>
                      <a:pt x="537465" y="710399"/>
                    </a:lnTo>
                    <a:lnTo>
                      <a:pt x="537688" y="702766"/>
                    </a:lnTo>
                    <a:lnTo>
                      <a:pt x="545321" y="702989"/>
                    </a:lnTo>
                    <a:lnTo>
                      <a:pt x="549473" y="691650"/>
                    </a:lnTo>
                    <a:lnTo>
                      <a:pt x="549250" y="699284"/>
                    </a:lnTo>
                    <a:lnTo>
                      <a:pt x="541616" y="699061"/>
                    </a:lnTo>
                    <a:lnTo>
                      <a:pt x="541393" y="706694"/>
                    </a:lnTo>
                    <a:lnTo>
                      <a:pt x="533760" y="706471"/>
                    </a:lnTo>
                    <a:lnTo>
                      <a:pt x="533537" y="714105"/>
                    </a:lnTo>
                    <a:lnTo>
                      <a:pt x="525903" y="713882"/>
                    </a:lnTo>
                    <a:lnTo>
                      <a:pt x="525680" y="721515"/>
                    </a:lnTo>
                    <a:lnTo>
                      <a:pt x="529385" y="725443"/>
                    </a:lnTo>
                    <a:lnTo>
                      <a:pt x="533314" y="721738"/>
                    </a:lnTo>
                    <a:lnTo>
                      <a:pt x="540724" y="729595"/>
                    </a:lnTo>
                    <a:lnTo>
                      <a:pt x="544652" y="725889"/>
                    </a:lnTo>
                    <a:lnTo>
                      <a:pt x="563402" y="737897"/>
                    </a:lnTo>
                    <a:lnTo>
                      <a:pt x="555991" y="730041"/>
                    </a:lnTo>
                    <a:lnTo>
                      <a:pt x="559919" y="726335"/>
                    </a:lnTo>
                    <a:lnTo>
                      <a:pt x="552509" y="718479"/>
                    </a:lnTo>
                    <a:lnTo>
                      <a:pt x="556437" y="714774"/>
                    </a:lnTo>
                    <a:lnTo>
                      <a:pt x="549027" y="706917"/>
                    </a:lnTo>
                    <a:lnTo>
                      <a:pt x="552955" y="703212"/>
                    </a:lnTo>
                    <a:lnTo>
                      <a:pt x="549250" y="699284"/>
                    </a:lnTo>
                    <a:moveTo>
                      <a:pt x="732790" y="518738"/>
                    </a:moveTo>
                    <a:lnTo>
                      <a:pt x="746719" y="564985"/>
                    </a:lnTo>
                    <a:lnTo>
                      <a:pt x="701364" y="548380"/>
                    </a:lnTo>
                    <a:lnTo>
                      <a:pt x="732790" y="518738"/>
                    </a:lnTo>
                    <a:lnTo>
                      <a:pt x="728862" y="522443"/>
                    </a:lnTo>
                    <a:lnTo>
                      <a:pt x="739309" y="557128"/>
                    </a:lnTo>
                    <a:lnTo>
                      <a:pt x="705292" y="544675"/>
                    </a:lnTo>
                    <a:lnTo>
                      <a:pt x="708998" y="548603"/>
                    </a:lnTo>
                    <a:lnTo>
                      <a:pt x="732567" y="526371"/>
                    </a:lnTo>
                    <a:lnTo>
                      <a:pt x="728862" y="522443"/>
                    </a:lnTo>
                    <a:lnTo>
                      <a:pt x="732790" y="518738"/>
                    </a:lnTo>
                    <a:lnTo>
                      <a:pt x="732344" y="534005"/>
                    </a:lnTo>
                    <a:lnTo>
                      <a:pt x="736272" y="530299"/>
                    </a:lnTo>
                    <a:lnTo>
                      <a:pt x="735826" y="545566"/>
                    </a:lnTo>
                    <a:lnTo>
                      <a:pt x="739755" y="541861"/>
                    </a:lnTo>
                    <a:lnTo>
                      <a:pt x="743014" y="561056"/>
                    </a:lnTo>
                    <a:lnTo>
                      <a:pt x="724042" y="556682"/>
                    </a:lnTo>
                    <a:lnTo>
                      <a:pt x="727970" y="552977"/>
                    </a:lnTo>
                    <a:lnTo>
                      <a:pt x="712703" y="552531"/>
                    </a:lnTo>
                    <a:lnTo>
                      <a:pt x="716631" y="548826"/>
                    </a:lnTo>
                    <a:lnTo>
                      <a:pt x="701364" y="548380"/>
                    </a:lnTo>
                    <a:lnTo>
                      <a:pt x="712926" y="544897"/>
                    </a:lnTo>
                    <a:lnTo>
                      <a:pt x="713149" y="537264"/>
                    </a:lnTo>
                    <a:lnTo>
                      <a:pt x="720782" y="537487"/>
                    </a:lnTo>
                    <a:lnTo>
                      <a:pt x="721005" y="529853"/>
                    </a:lnTo>
                    <a:lnTo>
                      <a:pt x="728639" y="530076"/>
                    </a:lnTo>
                    <a:lnTo>
                      <a:pt x="732790" y="518738"/>
                    </a:lnTo>
                    <a:lnTo>
                      <a:pt x="732567" y="526371"/>
                    </a:lnTo>
                    <a:lnTo>
                      <a:pt x="724933" y="526148"/>
                    </a:lnTo>
                    <a:lnTo>
                      <a:pt x="724710" y="533782"/>
                    </a:lnTo>
                    <a:lnTo>
                      <a:pt x="717077" y="533559"/>
                    </a:lnTo>
                    <a:lnTo>
                      <a:pt x="716854" y="541192"/>
                    </a:lnTo>
                    <a:lnTo>
                      <a:pt x="709221" y="540969"/>
                    </a:lnTo>
                    <a:lnTo>
                      <a:pt x="708998" y="548603"/>
                    </a:lnTo>
                    <a:lnTo>
                      <a:pt x="712703" y="552531"/>
                    </a:lnTo>
                    <a:lnTo>
                      <a:pt x="716631" y="548826"/>
                    </a:lnTo>
                    <a:lnTo>
                      <a:pt x="724042" y="556682"/>
                    </a:lnTo>
                    <a:lnTo>
                      <a:pt x="727970" y="552977"/>
                    </a:lnTo>
                    <a:lnTo>
                      <a:pt x="746719" y="564985"/>
                    </a:lnTo>
                    <a:lnTo>
                      <a:pt x="739309" y="557128"/>
                    </a:lnTo>
                    <a:lnTo>
                      <a:pt x="743237" y="553423"/>
                    </a:lnTo>
                    <a:lnTo>
                      <a:pt x="735826" y="545566"/>
                    </a:lnTo>
                    <a:lnTo>
                      <a:pt x="739755" y="541861"/>
                    </a:lnTo>
                    <a:lnTo>
                      <a:pt x="732344" y="534005"/>
                    </a:lnTo>
                    <a:lnTo>
                      <a:pt x="736272" y="530299"/>
                    </a:lnTo>
                    <a:lnTo>
                      <a:pt x="732567" y="526371"/>
                    </a:lnTo>
                    <a:moveTo>
                      <a:pt x="916107" y="345825"/>
                    </a:moveTo>
                    <a:lnTo>
                      <a:pt x="930037" y="392072"/>
                    </a:lnTo>
                    <a:lnTo>
                      <a:pt x="884681" y="375467"/>
                    </a:lnTo>
                    <a:lnTo>
                      <a:pt x="916107" y="345825"/>
                    </a:lnTo>
                    <a:lnTo>
                      <a:pt x="912179" y="349530"/>
                    </a:lnTo>
                    <a:lnTo>
                      <a:pt x="922626" y="384216"/>
                    </a:lnTo>
                    <a:lnTo>
                      <a:pt x="888610" y="371762"/>
                    </a:lnTo>
                    <a:lnTo>
                      <a:pt x="892315" y="375690"/>
                    </a:lnTo>
                    <a:lnTo>
                      <a:pt x="915884" y="353459"/>
                    </a:lnTo>
                    <a:lnTo>
                      <a:pt x="912179" y="349530"/>
                    </a:lnTo>
                    <a:lnTo>
                      <a:pt x="916107" y="345825"/>
                    </a:lnTo>
                    <a:lnTo>
                      <a:pt x="915661" y="361092"/>
                    </a:lnTo>
                    <a:lnTo>
                      <a:pt x="919590" y="357387"/>
                    </a:lnTo>
                    <a:lnTo>
                      <a:pt x="919144" y="372654"/>
                    </a:lnTo>
                    <a:lnTo>
                      <a:pt x="923072" y="368949"/>
                    </a:lnTo>
                    <a:lnTo>
                      <a:pt x="926331" y="388144"/>
                    </a:lnTo>
                    <a:lnTo>
                      <a:pt x="907359" y="383770"/>
                    </a:lnTo>
                    <a:lnTo>
                      <a:pt x="911287" y="380064"/>
                    </a:lnTo>
                    <a:lnTo>
                      <a:pt x="896020" y="379618"/>
                    </a:lnTo>
                    <a:lnTo>
                      <a:pt x="899948" y="375913"/>
                    </a:lnTo>
                    <a:lnTo>
                      <a:pt x="884681" y="375467"/>
                    </a:lnTo>
                    <a:lnTo>
                      <a:pt x="896243" y="371985"/>
                    </a:lnTo>
                    <a:lnTo>
                      <a:pt x="896466" y="364352"/>
                    </a:lnTo>
                    <a:lnTo>
                      <a:pt x="904100" y="364574"/>
                    </a:lnTo>
                    <a:lnTo>
                      <a:pt x="904323" y="356941"/>
                    </a:lnTo>
                    <a:lnTo>
                      <a:pt x="911956" y="357164"/>
                    </a:lnTo>
                    <a:lnTo>
                      <a:pt x="916107" y="345825"/>
                    </a:lnTo>
                    <a:lnTo>
                      <a:pt x="915884" y="353459"/>
                    </a:lnTo>
                    <a:lnTo>
                      <a:pt x="908251" y="353236"/>
                    </a:lnTo>
                    <a:lnTo>
                      <a:pt x="908028" y="360869"/>
                    </a:lnTo>
                    <a:lnTo>
                      <a:pt x="900394" y="360646"/>
                    </a:lnTo>
                    <a:lnTo>
                      <a:pt x="900171" y="368280"/>
                    </a:lnTo>
                    <a:lnTo>
                      <a:pt x="892538" y="368057"/>
                    </a:lnTo>
                    <a:lnTo>
                      <a:pt x="892315" y="375690"/>
                    </a:lnTo>
                    <a:lnTo>
                      <a:pt x="896020" y="379618"/>
                    </a:lnTo>
                    <a:lnTo>
                      <a:pt x="899948" y="375913"/>
                    </a:lnTo>
                    <a:lnTo>
                      <a:pt x="907359" y="383770"/>
                    </a:lnTo>
                    <a:lnTo>
                      <a:pt x="911287" y="380064"/>
                    </a:lnTo>
                    <a:lnTo>
                      <a:pt x="930037" y="392072"/>
                    </a:lnTo>
                    <a:lnTo>
                      <a:pt x="922626" y="384216"/>
                    </a:lnTo>
                    <a:lnTo>
                      <a:pt x="926554" y="380510"/>
                    </a:lnTo>
                    <a:lnTo>
                      <a:pt x="919144" y="372654"/>
                    </a:lnTo>
                    <a:lnTo>
                      <a:pt x="923072" y="368949"/>
                    </a:lnTo>
                    <a:lnTo>
                      <a:pt x="915661" y="361092"/>
                    </a:lnTo>
                    <a:lnTo>
                      <a:pt x="919590" y="357387"/>
                    </a:lnTo>
                    <a:lnTo>
                      <a:pt x="915884" y="353459"/>
                    </a:lnTo>
                    <a:moveTo>
                      <a:pt x="1099425" y="172913"/>
                    </a:moveTo>
                    <a:lnTo>
                      <a:pt x="1113354" y="219160"/>
                    </a:lnTo>
                    <a:lnTo>
                      <a:pt x="1067999" y="202555"/>
                    </a:lnTo>
                    <a:lnTo>
                      <a:pt x="1099425" y="172913"/>
                    </a:lnTo>
                    <a:lnTo>
                      <a:pt x="1095497" y="176618"/>
                    </a:lnTo>
                    <a:lnTo>
                      <a:pt x="1105943" y="211303"/>
                    </a:lnTo>
                    <a:lnTo>
                      <a:pt x="1071927" y="198850"/>
                    </a:lnTo>
                    <a:lnTo>
                      <a:pt x="1075632" y="202778"/>
                    </a:lnTo>
                    <a:lnTo>
                      <a:pt x="1099202" y="180546"/>
                    </a:lnTo>
                    <a:lnTo>
                      <a:pt x="1095497" y="176618"/>
                    </a:lnTo>
                    <a:lnTo>
                      <a:pt x="1099425" y="172913"/>
                    </a:lnTo>
                    <a:lnTo>
                      <a:pt x="1098979" y="188180"/>
                    </a:lnTo>
                    <a:lnTo>
                      <a:pt x="1102907" y="184474"/>
                    </a:lnTo>
                    <a:lnTo>
                      <a:pt x="1102461" y="199741"/>
                    </a:lnTo>
                    <a:lnTo>
                      <a:pt x="1106389" y="196036"/>
                    </a:lnTo>
                    <a:lnTo>
                      <a:pt x="1109649" y="215231"/>
                    </a:lnTo>
                    <a:lnTo>
                      <a:pt x="1090676" y="210857"/>
                    </a:lnTo>
                    <a:lnTo>
                      <a:pt x="1094605" y="207152"/>
                    </a:lnTo>
                    <a:lnTo>
                      <a:pt x="1079338" y="206706"/>
                    </a:lnTo>
                    <a:lnTo>
                      <a:pt x="1083266" y="203001"/>
                    </a:lnTo>
                    <a:lnTo>
                      <a:pt x="1067999" y="202555"/>
                    </a:lnTo>
                    <a:lnTo>
                      <a:pt x="1079561" y="199073"/>
                    </a:lnTo>
                    <a:lnTo>
                      <a:pt x="1079784" y="191439"/>
                    </a:lnTo>
                    <a:lnTo>
                      <a:pt x="1087417" y="191662"/>
                    </a:lnTo>
                    <a:lnTo>
                      <a:pt x="1087640" y="184028"/>
                    </a:lnTo>
                    <a:lnTo>
                      <a:pt x="1095274" y="184251"/>
                    </a:lnTo>
                    <a:lnTo>
                      <a:pt x="1099425" y="172913"/>
                    </a:lnTo>
                    <a:lnTo>
                      <a:pt x="1099202" y="180546"/>
                    </a:lnTo>
                    <a:lnTo>
                      <a:pt x="1091568" y="180323"/>
                    </a:lnTo>
                    <a:lnTo>
                      <a:pt x="1091345" y="187957"/>
                    </a:lnTo>
                    <a:lnTo>
                      <a:pt x="1083712" y="187734"/>
                    </a:lnTo>
                    <a:lnTo>
                      <a:pt x="1083489" y="195367"/>
                    </a:lnTo>
                    <a:lnTo>
                      <a:pt x="1075855" y="195144"/>
                    </a:lnTo>
                    <a:lnTo>
                      <a:pt x="1075632" y="202778"/>
                    </a:lnTo>
                    <a:lnTo>
                      <a:pt x="1079338" y="206706"/>
                    </a:lnTo>
                    <a:lnTo>
                      <a:pt x="1083266" y="203001"/>
                    </a:lnTo>
                    <a:lnTo>
                      <a:pt x="1090676" y="210857"/>
                    </a:lnTo>
                    <a:lnTo>
                      <a:pt x="1094605" y="207152"/>
                    </a:lnTo>
                    <a:lnTo>
                      <a:pt x="1113354" y="219160"/>
                    </a:lnTo>
                    <a:lnTo>
                      <a:pt x="1105943" y="211303"/>
                    </a:lnTo>
                    <a:lnTo>
                      <a:pt x="1109872" y="207598"/>
                    </a:lnTo>
                    <a:lnTo>
                      <a:pt x="1102461" y="199741"/>
                    </a:lnTo>
                    <a:lnTo>
                      <a:pt x="1106389" y="196036"/>
                    </a:lnTo>
                    <a:lnTo>
                      <a:pt x="1098979" y="188180"/>
                    </a:lnTo>
                    <a:lnTo>
                      <a:pt x="1102907" y="184474"/>
                    </a:lnTo>
                    <a:lnTo>
                      <a:pt x="1099202" y="180546"/>
                    </a:lnTo>
                    <a:moveTo>
                      <a:pt x="1282742" y="0"/>
                    </a:moveTo>
                    <a:lnTo>
                      <a:pt x="1296671" y="46247"/>
                    </a:lnTo>
                    <a:lnTo>
                      <a:pt x="1251316" y="29642"/>
                    </a:lnTo>
                    <a:lnTo>
                      <a:pt x="1282742" y="0"/>
                    </a:lnTo>
                    <a:lnTo>
                      <a:pt x="1278814" y="3705"/>
                    </a:lnTo>
                    <a:lnTo>
                      <a:pt x="1289261" y="38391"/>
                    </a:lnTo>
                    <a:lnTo>
                      <a:pt x="1255245" y="25937"/>
                    </a:lnTo>
                    <a:lnTo>
                      <a:pt x="1258950" y="29865"/>
                    </a:lnTo>
                    <a:lnTo>
                      <a:pt x="1282519" y="7634"/>
                    </a:lnTo>
                    <a:lnTo>
                      <a:pt x="1278814" y="3705"/>
                    </a:lnTo>
                    <a:lnTo>
                      <a:pt x="1282742" y="0"/>
                    </a:lnTo>
                    <a:lnTo>
                      <a:pt x="1282296" y="15267"/>
                    </a:lnTo>
                    <a:lnTo>
                      <a:pt x="1286224" y="11562"/>
                    </a:lnTo>
                    <a:lnTo>
                      <a:pt x="1285779" y="26829"/>
                    </a:lnTo>
                    <a:lnTo>
                      <a:pt x="1289707" y="23124"/>
                    </a:lnTo>
                    <a:lnTo>
                      <a:pt x="1292966" y="42319"/>
                    </a:lnTo>
                    <a:lnTo>
                      <a:pt x="1273994" y="37945"/>
                    </a:lnTo>
                    <a:lnTo>
                      <a:pt x="1277922" y="34239"/>
                    </a:lnTo>
                    <a:lnTo>
                      <a:pt x="1262655" y="33794"/>
                    </a:lnTo>
                    <a:lnTo>
                      <a:pt x="1266583" y="30088"/>
                    </a:lnTo>
                    <a:lnTo>
                      <a:pt x="1251316" y="29642"/>
                    </a:lnTo>
                    <a:lnTo>
                      <a:pt x="1262878" y="26160"/>
                    </a:lnTo>
                    <a:lnTo>
                      <a:pt x="1263101" y="18527"/>
                    </a:lnTo>
                    <a:lnTo>
                      <a:pt x="1270734" y="18749"/>
                    </a:lnTo>
                    <a:lnTo>
                      <a:pt x="1270957" y="11116"/>
                    </a:lnTo>
                    <a:lnTo>
                      <a:pt x="1278591" y="11339"/>
                    </a:lnTo>
                    <a:lnTo>
                      <a:pt x="1282742" y="0"/>
                    </a:lnTo>
                    <a:lnTo>
                      <a:pt x="1282519" y="7634"/>
                    </a:lnTo>
                    <a:lnTo>
                      <a:pt x="1274886" y="7411"/>
                    </a:lnTo>
                    <a:lnTo>
                      <a:pt x="1274663" y="15044"/>
                    </a:lnTo>
                    <a:lnTo>
                      <a:pt x="1267029" y="14821"/>
                    </a:lnTo>
                    <a:lnTo>
                      <a:pt x="1266806" y="22455"/>
                    </a:lnTo>
                    <a:lnTo>
                      <a:pt x="1259173" y="22232"/>
                    </a:lnTo>
                    <a:lnTo>
                      <a:pt x="1258950" y="29865"/>
                    </a:lnTo>
                    <a:lnTo>
                      <a:pt x="1262655" y="33794"/>
                    </a:lnTo>
                    <a:lnTo>
                      <a:pt x="1266583" y="30088"/>
                    </a:lnTo>
                    <a:lnTo>
                      <a:pt x="1273994" y="37945"/>
                    </a:lnTo>
                    <a:lnTo>
                      <a:pt x="1277922" y="34239"/>
                    </a:lnTo>
                    <a:lnTo>
                      <a:pt x="1296671" y="46247"/>
                    </a:lnTo>
                    <a:lnTo>
                      <a:pt x="1289261" y="38391"/>
                    </a:lnTo>
                    <a:lnTo>
                      <a:pt x="1293189" y="34685"/>
                    </a:lnTo>
                    <a:lnTo>
                      <a:pt x="1285779" y="26829"/>
                    </a:lnTo>
                    <a:lnTo>
                      <a:pt x="1289707" y="23124"/>
                    </a:lnTo>
                    <a:lnTo>
                      <a:pt x="1282296" y="15267"/>
                    </a:lnTo>
                    <a:lnTo>
                      <a:pt x="1286224" y="11562"/>
                    </a:lnTo>
                    <a:lnTo>
                      <a:pt x="1282519" y="76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36" name="Контур"/>
              <p:cNvSpPr/>
              <p:nvPr/>
            </p:nvSpPr>
            <p:spPr>
              <a:xfrm>
                <a:off x="4463308" y="1625833"/>
                <a:ext cx="1728370" cy="1846905"/>
              </a:xfrm>
              <a:custGeom>
                <a:avLst/>
                <a:gdLst/>
                <a:ahLst/>
                <a:cxnLst/>
                <a:rect l="l" t="t" r="r" b="b"/>
                <a:pathLst>
                  <a:path w="1728370" h="1846905" fill="none">
                    <a:moveTo>
                      <a:pt x="683163" y="1846905"/>
                    </a:moveTo>
                    <a:lnTo>
                      <a:pt x="710661" y="1820968"/>
                    </a:lnTo>
                    <a:moveTo>
                      <a:pt x="710661" y="1820968"/>
                    </a:moveTo>
                    <a:lnTo>
                      <a:pt x="738160" y="1795032"/>
                    </a:lnTo>
                    <a:moveTo>
                      <a:pt x="738160" y="1795032"/>
                    </a:moveTo>
                    <a:lnTo>
                      <a:pt x="765658" y="1769096"/>
                    </a:lnTo>
                    <a:moveTo>
                      <a:pt x="765658" y="1769096"/>
                    </a:moveTo>
                    <a:lnTo>
                      <a:pt x="793156" y="1743160"/>
                    </a:lnTo>
                    <a:moveTo>
                      <a:pt x="793156" y="1743160"/>
                    </a:moveTo>
                    <a:lnTo>
                      <a:pt x="820654" y="1717224"/>
                    </a:lnTo>
                    <a:moveTo>
                      <a:pt x="820654" y="1717224"/>
                    </a:moveTo>
                    <a:lnTo>
                      <a:pt x="848153" y="1691288"/>
                    </a:lnTo>
                    <a:moveTo>
                      <a:pt x="848153" y="1691288"/>
                    </a:moveTo>
                    <a:lnTo>
                      <a:pt x="875651" y="1665351"/>
                    </a:lnTo>
                    <a:moveTo>
                      <a:pt x="875651" y="1665351"/>
                    </a:moveTo>
                    <a:lnTo>
                      <a:pt x="903149" y="1639415"/>
                    </a:lnTo>
                    <a:moveTo>
                      <a:pt x="903149" y="1639415"/>
                    </a:moveTo>
                    <a:lnTo>
                      <a:pt x="930647" y="1613479"/>
                    </a:lnTo>
                    <a:moveTo>
                      <a:pt x="930647" y="1613479"/>
                    </a:moveTo>
                    <a:lnTo>
                      <a:pt x="958146" y="1587543"/>
                    </a:lnTo>
                    <a:moveTo>
                      <a:pt x="958146" y="1587543"/>
                    </a:moveTo>
                    <a:lnTo>
                      <a:pt x="985644" y="1561607"/>
                    </a:lnTo>
                    <a:moveTo>
                      <a:pt x="985644" y="1561607"/>
                    </a:moveTo>
                    <a:lnTo>
                      <a:pt x="1013142" y="1535670"/>
                    </a:lnTo>
                    <a:moveTo>
                      <a:pt x="1013142" y="1535670"/>
                    </a:moveTo>
                    <a:lnTo>
                      <a:pt x="1040640" y="1509734"/>
                    </a:lnTo>
                    <a:moveTo>
                      <a:pt x="1040640" y="1509734"/>
                    </a:moveTo>
                    <a:lnTo>
                      <a:pt x="1068139" y="1483798"/>
                    </a:lnTo>
                    <a:moveTo>
                      <a:pt x="1068139" y="1483798"/>
                    </a:moveTo>
                    <a:lnTo>
                      <a:pt x="1095637" y="1457862"/>
                    </a:lnTo>
                    <a:moveTo>
                      <a:pt x="1095637" y="1457862"/>
                    </a:moveTo>
                    <a:lnTo>
                      <a:pt x="1123135" y="1431926"/>
                    </a:lnTo>
                    <a:moveTo>
                      <a:pt x="1123135" y="1431926"/>
                    </a:moveTo>
                    <a:lnTo>
                      <a:pt x="1150634" y="1405990"/>
                    </a:lnTo>
                    <a:moveTo>
                      <a:pt x="1150634" y="1405990"/>
                    </a:moveTo>
                    <a:lnTo>
                      <a:pt x="1178132" y="1380053"/>
                    </a:lnTo>
                    <a:moveTo>
                      <a:pt x="1178132" y="1380053"/>
                    </a:moveTo>
                    <a:lnTo>
                      <a:pt x="1205630" y="1354117"/>
                    </a:lnTo>
                    <a:moveTo>
                      <a:pt x="1205630" y="1354117"/>
                    </a:moveTo>
                    <a:lnTo>
                      <a:pt x="1233128" y="1328181"/>
                    </a:lnTo>
                    <a:moveTo>
                      <a:pt x="1233128" y="1328181"/>
                    </a:moveTo>
                    <a:lnTo>
                      <a:pt x="1260627" y="1302245"/>
                    </a:lnTo>
                    <a:moveTo>
                      <a:pt x="1260627" y="1302245"/>
                    </a:moveTo>
                    <a:lnTo>
                      <a:pt x="1288125" y="1276309"/>
                    </a:lnTo>
                    <a:moveTo>
                      <a:pt x="1288125" y="1276309"/>
                    </a:moveTo>
                    <a:lnTo>
                      <a:pt x="1315623" y="1250373"/>
                    </a:lnTo>
                    <a:moveTo>
                      <a:pt x="1315623" y="1250373"/>
                    </a:moveTo>
                    <a:lnTo>
                      <a:pt x="1327719" y="1238964"/>
                    </a:lnTo>
                    <a:lnTo>
                      <a:pt x="1343121" y="1224436"/>
                    </a:lnTo>
                    <a:moveTo>
                      <a:pt x="1343121" y="1224436"/>
                    </a:moveTo>
                    <a:lnTo>
                      <a:pt x="1370619" y="1198500"/>
                    </a:lnTo>
                    <a:moveTo>
                      <a:pt x="1370619" y="1198500"/>
                    </a:moveTo>
                    <a:lnTo>
                      <a:pt x="1376467" y="1192985"/>
                    </a:lnTo>
                    <a:moveTo>
                      <a:pt x="1376467" y="1192985"/>
                    </a:moveTo>
                    <a:lnTo>
                      <a:pt x="1350531" y="1165486"/>
                    </a:lnTo>
                    <a:moveTo>
                      <a:pt x="1350531" y="1165486"/>
                    </a:moveTo>
                    <a:lnTo>
                      <a:pt x="1324595" y="1137988"/>
                    </a:lnTo>
                    <a:moveTo>
                      <a:pt x="1324595" y="1137988"/>
                    </a:moveTo>
                    <a:lnTo>
                      <a:pt x="1298659" y="1110489"/>
                    </a:lnTo>
                    <a:moveTo>
                      <a:pt x="1298659" y="1110489"/>
                    </a:moveTo>
                    <a:lnTo>
                      <a:pt x="1272723" y="1082991"/>
                    </a:lnTo>
                    <a:moveTo>
                      <a:pt x="1272723" y="1082991"/>
                    </a:moveTo>
                    <a:lnTo>
                      <a:pt x="1246787" y="1055493"/>
                    </a:lnTo>
                    <a:moveTo>
                      <a:pt x="1246787" y="1055493"/>
                    </a:moveTo>
                    <a:lnTo>
                      <a:pt x="1220851" y="1027994"/>
                    </a:lnTo>
                    <a:moveTo>
                      <a:pt x="1220851" y="1027994"/>
                    </a:moveTo>
                    <a:lnTo>
                      <a:pt x="1194915" y="1000496"/>
                    </a:lnTo>
                    <a:moveTo>
                      <a:pt x="1194915" y="1000496"/>
                    </a:moveTo>
                    <a:lnTo>
                      <a:pt x="1168979" y="972997"/>
                    </a:lnTo>
                    <a:moveTo>
                      <a:pt x="1168979" y="972997"/>
                    </a:moveTo>
                    <a:lnTo>
                      <a:pt x="1143043" y="945499"/>
                    </a:lnTo>
                    <a:moveTo>
                      <a:pt x="1143043" y="945499"/>
                    </a:moveTo>
                    <a:lnTo>
                      <a:pt x="1117106" y="918001"/>
                    </a:lnTo>
                    <a:moveTo>
                      <a:pt x="1117106" y="918001"/>
                    </a:moveTo>
                    <a:lnTo>
                      <a:pt x="1091170" y="890502"/>
                    </a:lnTo>
                    <a:moveTo>
                      <a:pt x="1091170" y="890502"/>
                    </a:moveTo>
                    <a:lnTo>
                      <a:pt x="1065234" y="863004"/>
                    </a:lnTo>
                    <a:moveTo>
                      <a:pt x="1065234" y="863004"/>
                    </a:moveTo>
                    <a:lnTo>
                      <a:pt x="1039298" y="835505"/>
                    </a:lnTo>
                    <a:moveTo>
                      <a:pt x="1039298" y="835505"/>
                    </a:moveTo>
                    <a:lnTo>
                      <a:pt x="1013362" y="808007"/>
                    </a:lnTo>
                    <a:moveTo>
                      <a:pt x="1013362" y="808007"/>
                    </a:moveTo>
                    <a:lnTo>
                      <a:pt x="987426" y="780508"/>
                    </a:lnTo>
                    <a:moveTo>
                      <a:pt x="987426" y="780508"/>
                    </a:moveTo>
                    <a:lnTo>
                      <a:pt x="961490" y="753010"/>
                    </a:lnTo>
                    <a:moveTo>
                      <a:pt x="961490" y="753010"/>
                    </a:moveTo>
                    <a:lnTo>
                      <a:pt x="935554" y="725512"/>
                    </a:lnTo>
                    <a:moveTo>
                      <a:pt x="935554" y="725512"/>
                    </a:moveTo>
                    <a:lnTo>
                      <a:pt x="909618" y="698013"/>
                    </a:lnTo>
                    <a:moveTo>
                      <a:pt x="909618" y="698013"/>
                    </a:moveTo>
                    <a:lnTo>
                      <a:pt x="883682" y="670515"/>
                    </a:lnTo>
                    <a:moveTo>
                      <a:pt x="883682" y="670515"/>
                    </a:moveTo>
                    <a:lnTo>
                      <a:pt x="857746" y="643016"/>
                    </a:lnTo>
                    <a:moveTo>
                      <a:pt x="857746" y="643016"/>
                    </a:moveTo>
                    <a:lnTo>
                      <a:pt x="831810" y="615518"/>
                    </a:lnTo>
                    <a:moveTo>
                      <a:pt x="831810" y="615518"/>
                    </a:moveTo>
                    <a:lnTo>
                      <a:pt x="805874" y="588020"/>
                    </a:lnTo>
                    <a:moveTo>
                      <a:pt x="805874" y="588020"/>
                    </a:moveTo>
                    <a:lnTo>
                      <a:pt x="779938" y="560521"/>
                    </a:lnTo>
                    <a:moveTo>
                      <a:pt x="779938" y="560521"/>
                    </a:moveTo>
                    <a:lnTo>
                      <a:pt x="754002" y="533023"/>
                    </a:lnTo>
                    <a:moveTo>
                      <a:pt x="754002" y="533023"/>
                    </a:moveTo>
                    <a:lnTo>
                      <a:pt x="728066" y="505524"/>
                    </a:lnTo>
                    <a:moveTo>
                      <a:pt x="728066" y="505524"/>
                    </a:moveTo>
                    <a:lnTo>
                      <a:pt x="713320" y="489890"/>
                    </a:lnTo>
                    <a:lnTo>
                      <a:pt x="725184" y="478700"/>
                    </a:lnTo>
                    <a:moveTo>
                      <a:pt x="725184" y="478700"/>
                    </a:moveTo>
                    <a:lnTo>
                      <a:pt x="752682" y="452764"/>
                    </a:lnTo>
                    <a:moveTo>
                      <a:pt x="752682" y="452764"/>
                    </a:moveTo>
                    <a:lnTo>
                      <a:pt x="780180" y="426827"/>
                    </a:lnTo>
                    <a:moveTo>
                      <a:pt x="780180" y="426827"/>
                    </a:moveTo>
                    <a:lnTo>
                      <a:pt x="807678" y="400891"/>
                    </a:lnTo>
                    <a:moveTo>
                      <a:pt x="807678" y="400891"/>
                    </a:moveTo>
                    <a:lnTo>
                      <a:pt x="811528" y="397260"/>
                    </a:lnTo>
                    <a:lnTo>
                      <a:pt x="833840" y="420903"/>
                    </a:lnTo>
                    <a:moveTo>
                      <a:pt x="833840" y="420903"/>
                    </a:moveTo>
                    <a:lnTo>
                      <a:pt x="859784" y="448394"/>
                    </a:lnTo>
                    <a:moveTo>
                      <a:pt x="859784" y="448394"/>
                    </a:moveTo>
                    <a:lnTo>
                      <a:pt x="885728" y="475884"/>
                    </a:lnTo>
                    <a:moveTo>
                      <a:pt x="885728" y="475884"/>
                    </a:moveTo>
                    <a:lnTo>
                      <a:pt x="911672" y="503375"/>
                    </a:lnTo>
                    <a:moveTo>
                      <a:pt x="911672" y="503375"/>
                    </a:moveTo>
                    <a:lnTo>
                      <a:pt x="937616" y="530866"/>
                    </a:lnTo>
                    <a:moveTo>
                      <a:pt x="937616" y="530866"/>
                    </a:moveTo>
                    <a:lnTo>
                      <a:pt x="963560" y="558357"/>
                    </a:lnTo>
                    <a:moveTo>
                      <a:pt x="963560" y="558357"/>
                    </a:moveTo>
                    <a:lnTo>
                      <a:pt x="989504" y="585848"/>
                    </a:lnTo>
                    <a:moveTo>
                      <a:pt x="989504" y="585848"/>
                    </a:moveTo>
                    <a:lnTo>
                      <a:pt x="1015448" y="613339"/>
                    </a:lnTo>
                    <a:moveTo>
                      <a:pt x="1015448" y="613339"/>
                    </a:moveTo>
                    <a:lnTo>
                      <a:pt x="1041392" y="640830"/>
                    </a:lnTo>
                    <a:moveTo>
                      <a:pt x="1041392" y="640830"/>
                    </a:moveTo>
                    <a:lnTo>
                      <a:pt x="1067336" y="668321"/>
                    </a:lnTo>
                    <a:moveTo>
                      <a:pt x="1067336" y="668321"/>
                    </a:moveTo>
                    <a:lnTo>
                      <a:pt x="1093280" y="695811"/>
                    </a:lnTo>
                    <a:moveTo>
                      <a:pt x="1093280" y="695811"/>
                    </a:moveTo>
                    <a:lnTo>
                      <a:pt x="1119224" y="723302"/>
                    </a:lnTo>
                    <a:moveTo>
                      <a:pt x="1119224" y="723302"/>
                    </a:moveTo>
                    <a:lnTo>
                      <a:pt x="1145168" y="750793"/>
                    </a:lnTo>
                    <a:moveTo>
                      <a:pt x="1145168" y="750793"/>
                    </a:moveTo>
                    <a:lnTo>
                      <a:pt x="1171112" y="778284"/>
                    </a:lnTo>
                    <a:moveTo>
                      <a:pt x="1171112" y="778284"/>
                    </a:moveTo>
                    <a:lnTo>
                      <a:pt x="1197056" y="805775"/>
                    </a:lnTo>
                    <a:moveTo>
                      <a:pt x="1197056" y="805775"/>
                    </a:moveTo>
                    <a:lnTo>
                      <a:pt x="1223000" y="833266"/>
                    </a:lnTo>
                    <a:moveTo>
                      <a:pt x="1223000" y="833266"/>
                    </a:moveTo>
                    <a:lnTo>
                      <a:pt x="1248944" y="860757"/>
                    </a:lnTo>
                    <a:moveTo>
                      <a:pt x="1248944" y="860757"/>
                    </a:moveTo>
                    <a:lnTo>
                      <a:pt x="1274888" y="888248"/>
                    </a:lnTo>
                    <a:moveTo>
                      <a:pt x="1274888" y="888248"/>
                    </a:moveTo>
                    <a:lnTo>
                      <a:pt x="1300832" y="915738"/>
                    </a:lnTo>
                    <a:moveTo>
                      <a:pt x="1300832" y="915738"/>
                    </a:moveTo>
                    <a:lnTo>
                      <a:pt x="1326776" y="943229"/>
                    </a:lnTo>
                    <a:moveTo>
                      <a:pt x="1326776" y="943229"/>
                    </a:moveTo>
                    <a:lnTo>
                      <a:pt x="1335920" y="952919"/>
                    </a:lnTo>
                    <a:lnTo>
                      <a:pt x="1353725" y="936122"/>
                    </a:lnTo>
                    <a:moveTo>
                      <a:pt x="1353725" y="936122"/>
                    </a:moveTo>
                    <a:lnTo>
                      <a:pt x="1381221" y="910183"/>
                    </a:lnTo>
                    <a:moveTo>
                      <a:pt x="1381221" y="910183"/>
                    </a:moveTo>
                    <a:lnTo>
                      <a:pt x="1408717" y="884245"/>
                    </a:lnTo>
                    <a:moveTo>
                      <a:pt x="1408717" y="884245"/>
                    </a:moveTo>
                    <a:lnTo>
                      <a:pt x="1436213" y="858306"/>
                    </a:lnTo>
                    <a:moveTo>
                      <a:pt x="1436213" y="858306"/>
                    </a:moveTo>
                    <a:lnTo>
                      <a:pt x="1463709" y="832368"/>
                    </a:lnTo>
                    <a:moveTo>
                      <a:pt x="1463709" y="832368"/>
                    </a:moveTo>
                    <a:lnTo>
                      <a:pt x="1491205" y="806429"/>
                    </a:lnTo>
                    <a:moveTo>
                      <a:pt x="1491205" y="806429"/>
                    </a:moveTo>
                    <a:lnTo>
                      <a:pt x="1518701" y="780490"/>
                    </a:lnTo>
                    <a:moveTo>
                      <a:pt x="1518701" y="780490"/>
                    </a:moveTo>
                    <a:lnTo>
                      <a:pt x="1546197" y="754552"/>
                    </a:lnTo>
                    <a:moveTo>
                      <a:pt x="1546197" y="754552"/>
                    </a:moveTo>
                    <a:lnTo>
                      <a:pt x="1573693" y="728613"/>
                    </a:lnTo>
                    <a:moveTo>
                      <a:pt x="1573693" y="728613"/>
                    </a:moveTo>
                    <a:lnTo>
                      <a:pt x="1601189" y="702674"/>
                    </a:lnTo>
                    <a:moveTo>
                      <a:pt x="1601189" y="702674"/>
                    </a:moveTo>
                    <a:lnTo>
                      <a:pt x="1628685" y="676736"/>
                    </a:lnTo>
                    <a:moveTo>
                      <a:pt x="1628685" y="676736"/>
                    </a:moveTo>
                    <a:lnTo>
                      <a:pt x="1656181" y="650797"/>
                    </a:lnTo>
                    <a:moveTo>
                      <a:pt x="1656181" y="650797"/>
                    </a:moveTo>
                    <a:lnTo>
                      <a:pt x="1683677" y="624859"/>
                    </a:lnTo>
                    <a:moveTo>
                      <a:pt x="1683677" y="624859"/>
                    </a:moveTo>
                    <a:lnTo>
                      <a:pt x="1711173" y="598920"/>
                    </a:lnTo>
                    <a:moveTo>
                      <a:pt x="1711173" y="598920"/>
                    </a:moveTo>
                    <a:lnTo>
                      <a:pt x="1728370" y="582696"/>
                    </a:lnTo>
                    <a:moveTo>
                      <a:pt x="1178777" y="0"/>
                    </a:moveTo>
                    <a:lnTo>
                      <a:pt x="1151278" y="25936"/>
                    </a:lnTo>
                    <a:moveTo>
                      <a:pt x="1151278" y="25936"/>
                    </a:moveTo>
                    <a:lnTo>
                      <a:pt x="1123780" y="51873"/>
                    </a:lnTo>
                    <a:moveTo>
                      <a:pt x="1123780" y="51873"/>
                    </a:moveTo>
                    <a:lnTo>
                      <a:pt x="1096282" y="77809"/>
                    </a:lnTo>
                    <a:moveTo>
                      <a:pt x="1096282" y="77809"/>
                    </a:moveTo>
                    <a:lnTo>
                      <a:pt x="1068784" y="103745"/>
                    </a:lnTo>
                    <a:moveTo>
                      <a:pt x="1068784" y="103745"/>
                    </a:moveTo>
                    <a:lnTo>
                      <a:pt x="1041285" y="129681"/>
                    </a:lnTo>
                    <a:moveTo>
                      <a:pt x="1041285" y="129681"/>
                    </a:moveTo>
                    <a:lnTo>
                      <a:pt x="1013787" y="155617"/>
                    </a:lnTo>
                    <a:moveTo>
                      <a:pt x="1013787" y="155617"/>
                    </a:moveTo>
                    <a:lnTo>
                      <a:pt x="986289" y="181553"/>
                    </a:lnTo>
                    <a:moveTo>
                      <a:pt x="986289" y="181553"/>
                    </a:moveTo>
                    <a:lnTo>
                      <a:pt x="958791" y="207490"/>
                    </a:lnTo>
                    <a:moveTo>
                      <a:pt x="958791" y="207490"/>
                    </a:moveTo>
                    <a:lnTo>
                      <a:pt x="931292" y="233426"/>
                    </a:lnTo>
                    <a:moveTo>
                      <a:pt x="931292" y="233426"/>
                    </a:moveTo>
                    <a:lnTo>
                      <a:pt x="903794" y="259362"/>
                    </a:lnTo>
                    <a:moveTo>
                      <a:pt x="903794" y="259362"/>
                    </a:moveTo>
                    <a:lnTo>
                      <a:pt x="876296" y="285298"/>
                    </a:lnTo>
                    <a:moveTo>
                      <a:pt x="876296" y="285298"/>
                    </a:moveTo>
                    <a:lnTo>
                      <a:pt x="848797" y="311234"/>
                    </a:lnTo>
                    <a:moveTo>
                      <a:pt x="848797" y="311234"/>
                    </a:moveTo>
                    <a:lnTo>
                      <a:pt x="821299" y="337171"/>
                    </a:lnTo>
                    <a:moveTo>
                      <a:pt x="821299" y="337171"/>
                    </a:moveTo>
                    <a:lnTo>
                      <a:pt x="793801" y="363107"/>
                    </a:lnTo>
                    <a:moveTo>
                      <a:pt x="793801" y="363107"/>
                    </a:moveTo>
                    <a:lnTo>
                      <a:pt x="766303" y="389043"/>
                    </a:lnTo>
                    <a:moveTo>
                      <a:pt x="766303" y="389043"/>
                    </a:moveTo>
                    <a:lnTo>
                      <a:pt x="738804" y="414979"/>
                    </a:lnTo>
                    <a:moveTo>
                      <a:pt x="738804" y="414979"/>
                    </a:moveTo>
                    <a:lnTo>
                      <a:pt x="711306" y="440915"/>
                    </a:lnTo>
                    <a:moveTo>
                      <a:pt x="711306" y="440915"/>
                    </a:moveTo>
                    <a:lnTo>
                      <a:pt x="683808" y="466852"/>
                    </a:lnTo>
                    <a:moveTo>
                      <a:pt x="683808" y="466852"/>
                    </a:moveTo>
                    <a:lnTo>
                      <a:pt x="656310" y="492788"/>
                    </a:lnTo>
                    <a:moveTo>
                      <a:pt x="656310" y="492788"/>
                    </a:moveTo>
                    <a:lnTo>
                      <a:pt x="628811" y="518724"/>
                    </a:lnTo>
                    <a:moveTo>
                      <a:pt x="628811" y="518724"/>
                    </a:moveTo>
                    <a:lnTo>
                      <a:pt x="601313" y="544660"/>
                    </a:lnTo>
                    <a:moveTo>
                      <a:pt x="601313" y="544660"/>
                    </a:moveTo>
                    <a:lnTo>
                      <a:pt x="573815" y="570596"/>
                    </a:lnTo>
                    <a:moveTo>
                      <a:pt x="573815" y="570596"/>
                    </a:moveTo>
                    <a:lnTo>
                      <a:pt x="546317" y="596532"/>
                    </a:lnTo>
                    <a:moveTo>
                      <a:pt x="546317" y="596532"/>
                    </a:moveTo>
                    <a:lnTo>
                      <a:pt x="518818" y="622469"/>
                    </a:lnTo>
                    <a:moveTo>
                      <a:pt x="518818" y="622469"/>
                    </a:moveTo>
                    <a:lnTo>
                      <a:pt x="491320" y="648405"/>
                    </a:lnTo>
                    <a:moveTo>
                      <a:pt x="491320" y="648405"/>
                    </a:moveTo>
                    <a:lnTo>
                      <a:pt x="463822" y="674341"/>
                    </a:lnTo>
                    <a:moveTo>
                      <a:pt x="463822" y="674341"/>
                    </a:moveTo>
                    <a:lnTo>
                      <a:pt x="436324" y="700277"/>
                    </a:lnTo>
                    <a:moveTo>
                      <a:pt x="436324" y="700277"/>
                    </a:moveTo>
                    <a:lnTo>
                      <a:pt x="408825" y="726213"/>
                    </a:lnTo>
                    <a:moveTo>
                      <a:pt x="408825" y="726213"/>
                    </a:moveTo>
                    <a:lnTo>
                      <a:pt x="381327" y="752150"/>
                    </a:lnTo>
                    <a:moveTo>
                      <a:pt x="381327" y="752150"/>
                    </a:moveTo>
                    <a:lnTo>
                      <a:pt x="353829" y="778086"/>
                    </a:lnTo>
                    <a:moveTo>
                      <a:pt x="353829" y="778086"/>
                    </a:moveTo>
                    <a:lnTo>
                      <a:pt x="326331" y="804022"/>
                    </a:lnTo>
                    <a:moveTo>
                      <a:pt x="326331" y="804022"/>
                    </a:moveTo>
                    <a:lnTo>
                      <a:pt x="298832" y="829958"/>
                    </a:lnTo>
                    <a:moveTo>
                      <a:pt x="298832" y="829958"/>
                    </a:moveTo>
                    <a:lnTo>
                      <a:pt x="271334" y="855894"/>
                    </a:lnTo>
                    <a:moveTo>
                      <a:pt x="271334" y="855894"/>
                    </a:moveTo>
                    <a:lnTo>
                      <a:pt x="243836" y="881831"/>
                    </a:lnTo>
                    <a:moveTo>
                      <a:pt x="243836" y="881831"/>
                    </a:moveTo>
                    <a:lnTo>
                      <a:pt x="216338" y="907767"/>
                    </a:lnTo>
                    <a:moveTo>
                      <a:pt x="216338" y="907767"/>
                    </a:moveTo>
                    <a:lnTo>
                      <a:pt x="188839" y="933703"/>
                    </a:lnTo>
                    <a:moveTo>
                      <a:pt x="188839" y="933703"/>
                    </a:moveTo>
                    <a:lnTo>
                      <a:pt x="161341" y="959639"/>
                    </a:lnTo>
                    <a:moveTo>
                      <a:pt x="161341" y="959639"/>
                    </a:moveTo>
                    <a:lnTo>
                      <a:pt x="133843" y="985575"/>
                    </a:lnTo>
                    <a:moveTo>
                      <a:pt x="133843" y="985575"/>
                    </a:moveTo>
                    <a:lnTo>
                      <a:pt x="106345" y="1011511"/>
                    </a:lnTo>
                    <a:moveTo>
                      <a:pt x="106345" y="1011511"/>
                    </a:moveTo>
                    <a:lnTo>
                      <a:pt x="78846" y="1037448"/>
                    </a:lnTo>
                    <a:moveTo>
                      <a:pt x="78846" y="1037448"/>
                    </a:moveTo>
                    <a:lnTo>
                      <a:pt x="51348" y="1063384"/>
                    </a:lnTo>
                    <a:moveTo>
                      <a:pt x="51348" y="1063384"/>
                    </a:moveTo>
                    <a:lnTo>
                      <a:pt x="23850" y="1089320"/>
                    </a:lnTo>
                    <a:moveTo>
                      <a:pt x="23850" y="1089320"/>
                    </a:moveTo>
                    <a:lnTo>
                      <a:pt x="0" y="1111815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37" name="Контур"/>
              <p:cNvSpPr/>
              <p:nvPr/>
            </p:nvSpPr>
            <p:spPr>
              <a:xfrm>
                <a:off x="5148692" y="1584000"/>
                <a:ext cx="288629" cy="272251"/>
              </a:xfrm>
              <a:custGeom>
                <a:avLst/>
                <a:gdLst/>
                <a:ahLst/>
                <a:cxnLst/>
                <a:rect l="l" t="t" r="r" b="b"/>
                <a:pathLst>
                  <a:path w="288629" h="272251" fill="none">
                    <a:moveTo>
                      <a:pt x="0" y="272251"/>
                    </a:moveTo>
                    <a:lnTo>
                      <a:pt x="91658" y="185794"/>
                    </a:lnTo>
                    <a:moveTo>
                      <a:pt x="91658" y="185794"/>
                    </a:moveTo>
                    <a:lnTo>
                      <a:pt x="183316" y="99337"/>
                    </a:lnTo>
                    <a:moveTo>
                      <a:pt x="183316" y="99337"/>
                    </a:moveTo>
                    <a:lnTo>
                      <a:pt x="274974" y="12880"/>
                    </a:lnTo>
                    <a:moveTo>
                      <a:pt x="274974" y="12880"/>
                    </a:moveTo>
                    <a:lnTo>
                      <a:pt x="28862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38" name="Контур"/>
              <p:cNvSpPr/>
              <p:nvPr/>
            </p:nvSpPr>
            <p:spPr>
              <a:xfrm>
                <a:off x="5194786" y="1708898"/>
                <a:ext cx="45355" cy="46247"/>
              </a:xfrm>
              <a:custGeom>
                <a:avLst/>
                <a:gdLst/>
                <a:ahLst/>
                <a:cxnLst/>
                <a:rect l="l" t="t" r="r" b="b"/>
                <a:pathLst>
                  <a:path w="45355" h="46247" fill="none">
                    <a:moveTo>
                      <a:pt x="31426" y="0"/>
                    </a:moveTo>
                    <a:lnTo>
                      <a:pt x="45355" y="46247"/>
                    </a:lnTo>
                    <a:lnTo>
                      <a:pt x="0" y="29642"/>
                    </a:lnTo>
                    <a:lnTo>
                      <a:pt x="31426" y="0"/>
                    </a:lnTo>
                    <a:lnTo>
                      <a:pt x="27497" y="3705"/>
                    </a:lnTo>
                    <a:lnTo>
                      <a:pt x="37944" y="38390"/>
                    </a:lnTo>
                    <a:lnTo>
                      <a:pt x="3928" y="25937"/>
                    </a:lnTo>
                    <a:lnTo>
                      <a:pt x="7633" y="29865"/>
                    </a:lnTo>
                    <a:lnTo>
                      <a:pt x="31203" y="7633"/>
                    </a:lnTo>
                    <a:lnTo>
                      <a:pt x="27497" y="3705"/>
                    </a:lnTo>
                    <a:lnTo>
                      <a:pt x="31426" y="0"/>
                    </a:lnTo>
                    <a:lnTo>
                      <a:pt x="30980" y="15267"/>
                    </a:lnTo>
                    <a:lnTo>
                      <a:pt x="34908" y="11562"/>
                    </a:lnTo>
                    <a:lnTo>
                      <a:pt x="34462" y="26829"/>
                    </a:lnTo>
                    <a:lnTo>
                      <a:pt x="38390" y="23123"/>
                    </a:lnTo>
                    <a:lnTo>
                      <a:pt x="41650" y="42318"/>
                    </a:lnTo>
                    <a:lnTo>
                      <a:pt x="22677" y="37944"/>
                    </a:lnTo>
                    <a:lnTo>
                      <a:pt x="26606" y="34239"/>
                    </a:lnTo>
                    <a:lnTo>
                      <a:pt x="11339" y="33793"/>
                    </a:lnTo>
                    <a:lnTo>
                      <a:pt x="15267" y="30088"/>
                    </a:lnTo>
                    <a:lnTo>
                      <a:pt x="0" y="29642"/>
                    </a:lnTo>
                    <a:lnTo>
                      <a:pt x="11562" y="26160"/>
                    </a:lnTo>
                    <a:lnTo>
                      <a:pt x="11785" y="18526"/>
                    </a:lnTo>
                    <a:lnTo>
                      <a:pt x="19418" y="18749"/>
                    </a:lnTo>
                    <a:lnTo>
                      <a:pt x="19641" y="11116"/>
                    </a:lnTo>
                    <a:lnTo>
                      <a:pt x="27274" y="11339"/>
                    </a:lnTo>
                    <a:lnTo>
                      <a:pt x="31426" y="0"/>
                    </a:lnTo>
                    <a:lnTo>
                      <a:pt x="31203" y="7633"/>
                    </a:lnTo>
                    <a:lnTo>
                      <a:pt x="23569" y="7410"/>
                    </a:lnTo>
                    <a:lnTo>
                      <a:pt x="23346" y="15044"/>
                    </a:lnTo>
                    <a:lnTo>
                      <a:pt x="15713" y="14821"/>
                    </a:lnTo>
                    <a:lnTo>
                      <a:pt x="15490" y="22455"/>
                    </a:lnTo>
                    <a:lnTo>
                      <a:pt x="7856" y="22232"/>
                    </a:lnTo>
                    <a:lnTo>
                      <a:pt x="7633" y="29865"/>
                    </a:lnTo>
                    <a:lnTo>
                      <a:pt x="11339" y="33793"/>
                    </a:lnTo>
                    <a:lnTo>
                      <a:pt x="15267" y="30088"/>
                    </a:lnTo>
                    <a:lnTo>
                      <a:pt x="22677" y="37944"/>
                    </a:lnTo>
                    <a:lnTo>
                      <a:pt x="26606" y="34239"/>
                    </a:lnTo>
                    <a:lnTo>
                      <a:pt x="45355" y="46247"/>
                    </a:lnTo>
                    <a:lnTo>
                      <a:pt x="37944" y="38390"/>
                    </a:lnTo>
                    <a:lnTo>
                      <a:pt x="41873" y="34685"/>
                    </a:lnTo>
                    <a:lnTo>
                      <a:pt x="34462" y="26829"/>
                    </a:lnTo>
                    <a:lnTo>
                      <a:pt x="38390" y="23123"/>
                    </a:lnTo>
                    <a:lnTo>
                      <a:pt x="30980" y="15267"/>
                    </a:lnTo>
                    <a:lnTo>
                      <a:pt x="34908" y="11562"/>
                    </a:lnTo>
                    <a:lnTo>
                      <a:pt x="31203" y="7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39" name="Контур"/>
              <p:cNvSpPr/>
              <p:nvPr/>
            </p:nvSpPr>
            <p:spPr>
              <a:xfrm>
                <a:off x="4933468" y="1584000"/>
                <a:ext cx="503853" cy="358707"/>
              </a:xfrm>
              <a:custGeom>
                <a:avLst/>
                <a:gdLst/>
                <a:ahLst/>
                <a:cxnLst/>
                <a:rect l="l" t="t" r="r" b="b"/>
                <a:pathLst>
                  <a:path w="503853" h="358707" fill="none">
                    <a:moveTo>
                      <a:pt x="0" y="227701"/>
                    </a:moveTo>
                    <a:lnTo>
                      <a:pt x="123564" y="358707"/>
                    </a:lnTo>
                    <a:moveTo>
                      <a:pt x="503853" y="0"/>
                    </a:moveTo>
                    <a:lnTo>
                      <a:pt x="447346" y="53301"/>
                    </a:lnTo>
                    <a:moveTo>
                      <a:pt x="447346" y="53301"/>
                    </a:moveTo>
                    <a:lnTo>
                      <a:pt x="355688" y="139758"/>
                    </a:lnTo>
                    <a:moveTo>
                      <a:pt x="355688" y="139758"/>
                    </a:moveTo>
                    <a:lnTo>
                      <a:pt x="264030" y="226215"/>
                    </a:lnTo>
                    <a:moveTo>
                      <a:pt x="264030" y="226215"/>
                    </a:moveTo>
                    <a:lnTo>
                      <a:pt x="215224" y="272251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40" name="Контур"/>
              <p:cNvSpPr/>
              <p:nvPr/>
            </p:nvSpPr>
            <p:spPr>
              <a:xfrm>
                <a:off x="5197707" y="1651950"/>
                <a:ext cx="228671" cy="219161"/>
              </a:xfrm>
              <a:custGeom>
                <a:avLst/>
                <a:gdLst/>
                <a:ahLst/>
                <a:cxnLst/>
                <a:rect l="l" t="t" r="r" b="b"/>
                <a:pathLst>
                  <a:path w="228671" h="219161" fill="none">
                    <a:moveTo>
                      <a:pt x="197245" y="46247"/>
                    </a:moveTo>
                    <a:lnTo>
                      <a:pt x="183316" y="0"/>
                    </a:lnTo>
                    <a:lnTo>
                      <a:pt x="228671" y="16605"/>
                    </a:lnTo>
                    <a:lnTo>
                      <a:pt x="197245" y="46247"/>
                    </a:lnTo>
                    <a:lnTo>
                      <a:pt x="201174" y="42542"/>
                    </a:lnTo>
                    <a:lnTo>
                      <a:pt x="190727" y="7857"/>
                    </a:lnTo>
                    <a:lnTo>
                      <a:pt x="224743" y="20310"/>
                    </a:lnTo>
                    <a:lnTo>
                      <a:pt x="221038" y="16382"/>
                    </a:lnTo>
                    <a:lnTo>
                      <a:pt x="197468" y="38614"/>
                    </a:lnTo>
                    <a:lnTo>
                      <a:pt x="201174" y="42542"/>
                    </a:lnTo>
                    <a:lnTo>
                      <a:pt x="197245" y="46247"/>
                    </a:lnTo>
                    <a:lnTo>
                      <a:pt x="197691" y="30980"/>
                    </a:lnTo>
                    <a:lnTo>
                      <a:pt x="193763" y="34685"/>
                    </a:lnTo>
                    <a:lnTo>
                      <a:pt x="194209" y="19418"/>
                    </a:lnTo>
                    <a:lnTo>
                      <a:pt x="190281" y="23124"/>
                    </a:lnTo>
                    <a:lnTo>
                      <a:pt x="187021" y="3928"/>
                    </a:lnTo>
                    <a:lnTo>
                      <a:pt x="205994" y="8302"/>
                    </a:lnTo>
                    <a:lnTo>
                      <a:pt x="202065" y="12008"/>
                    </a:lnTo>
                    <a:lnTo>
                      <a:pt x="217332" y="12454"/>
                    </a:lnTo>
                    <a:lnTo>
                      <a:pt x="213404" y="16159"/>
                    </a:lnTo>
                    <a:lnTo>
                      <a:pt x="228671" y="16605"/>
                    </a:lnTo>
                    <a:lnTo>
                      <a:pt x="217109" y="20087"/>
                    </a:lnTo>
                    <a:lnTo>
                      <a:pt x="216887" y="27721"/>
                    </a:lnTo>
                    <a:lnTo>
                      <a:pt x="209253" y="27498"/>
                    </a:lnTo>
                    <a:lnTo>
                      <a:pt x="209030" y="35131"/>
                    </a:lnTo>
                    <a:lnTo>
                      <a:pt x="201397" y="34908"/>
                    </a:lnTo>
                    <a:lnTo>
                      <a:pt x="197245" y="46247"/>
                    </a:lnTo>
                    <a:lnTo>
                      <a:pt x="197468" y="38614"/>
                    </a:lnTo>
                    <a:lnTo>
                      <a:pt x="205102" y="38836"/>
                    </a:lnTo>
                    <a:lnTo>
                      <a:pt x="205325" y="31203"/>
                    </a:lnTo>
                    <a:lnTo>
                      <a:pt x="212958" y="31426"/>
                    </a:lnTo>
                    <a:lnTo>
                      <a:pt x="213181" y="23792"/>
                    </a:lnTo>
                    <a:lnTo>
                      <a:pt x="220815" y="24015"/>
                    </a:lnTo>
                    <a:lnTo>
                      <a:pt x="221038" y="16382"/>
                    </a:lnTo>
                    <a:lnTo>
                      <a:pt x="217332" y="12454"/>
                    </a:lnTo>
                    <a:lnTo>
                      <a:pt x="213404" y="16159"/>
                    </a:lnTo>
                    <a:lnTo>
                      <a:pt x="205994" y="8302"/>
                    </a:lnTo>
                    <a:lnTo>
                      <a:pt x="202065" y="12008"/>
                    </a:lnTo>
                    <a:lnTo>
                      <a:pt x="183316" y="0"/>
                    </a:lnTo>
                    <a:lnTo>
                      <a:pt x="190727" y="7857"/>
                    </a:lnTo>
                    <a:lnTo>
                      <a:pt x="186798" y="11562"/>
                    </a:lnTo>
                    <a:lnTo>
                      <a:pt x="194209" y="19418"/>
                    </a:lnTo>
                    <a:lnTo>
                      <a:pt x="190281" y="23124"/>
                    </a:lnTo>
                    <a:lnTo>
                      <a:pt x="197691" y="30980"/>
                    </a:lnTo>
                    <a:lnTo>
                      <a:pt x="193763" y="34685"/>
                    </a:lnTo>
                    <a:lnTo>
                      <a:pt x="197468" y="38614"/>
                    </a:lnTo>
                    <a:moveTo>
                      <a:pt x="13929" y="219161"/>
                    </a:moveTo>
                    <a:lnTo>
                      <a:pt x="0" y="172914"/>
                    </a:lnTo>
                    <a:lnTo>
                      <a:pt x="45355" y="189518"/>
                    </a:lnTo>
                    <a:lnTo>
                      <a:pt x="13929" y="219161"/>
                    </a:lnTo>
                    <a:lnTo>
                      <a:pt x="17857" y="215456"/>
                    </a:lnTo>
                    <a:lnTo>
                      <a:pt x="7410" y="180770"/>
                    </a:lnTo>
                    <a:lnTo>
                      <a:pt x="41427" y="193224"/>
                    </a:lnTo>
                    <a:lnTo>
                      <a:pt x="37721" y="189296"/>
                    </a:lnTo>
                    <a:lnTo>
                      <a:pt x="14152" y="211527"/>
                    </a:lnTo>
                    <a:lnTo>
                      <a:pt x="17857" y="215456"/>
                    </a:lnTo>
                    <a:lnTo>
                      <a:pt x="13929" y="219161"/>
                    </a:lnTo>
                    <a:lnTo>
                      <a:pt x="14375" y="203894"/>
                    </a:lnTo>
                    <a:lnTo>
                      <a:pt x="10447" y="207599"/>
                    </a:lnTo>
                    <a:lnTo>
                      <a:pt x="10893" y="192332"/>
                    </a:lnTo>
                    <a:lnTo>
                      <a:pt x="6965" y="196037"/>
                    </a:lnTo>
                    <a:lnTo>
                      <a:pt x="3705" y="176842"/>
                    </a:lnTo>
                    <a:lnTo>
                      <a:pt x="22677" y="181216"/>
                    </a:lnTo>
                    <a:lnTo>
                      <a:pt x="18749" y="184922"/>
                    </a:lnTo>
                    <a:lnTo>
                      <a:pt x="34016" y="185367"/>
                    </a:lnTo>
                    <a:lnTo>
                      <a:pt x="30088" y="189073"/>
                    </a:lnTo>
                    <a:lnTo>
                      <a:pt x="45355" y="189518"/>
                    </a:lnTo>
                    <a:lnTo>
                      <a:pt x="33793" y="193001"/>
                    </a:lnTo>
                    <a:lnTo>
                      <a:pt x="33570" y="200634"/>
                    </a:lnTo>
                    <a:lnTo>
                      <a:pt x="25937" y="200411"/>
                    </a:lnTo>
                    <a:lnTo>
                      <a:pt x="25714" y="208045"/>
                    </a:lnTo>
                    <a:lnTo>
                      <a:pt x="18080" y="207822"/>
                    </a:lnTo>
                    <a:lnTo>
                      <a:pt x="13929" y="219161"/>
                    </a:lnTo>
                    <a:lnTo>
                      <a:pt x="14152" y="211527"/>
                    </a:lnTo>
                    <a:lnTo>
                      <a:pt x="21786" y="211750"/>
                    </a:lnTo>
                    <a:lnTo>
                      <a:pt x="22009" y="204117"/>
                    </a:lnTo>
                    <a:lnTo>
                      <a:pt x="29642" y="204340"/>
                    </a:lnTo>
                    <a:lnTo>
                      <a:pt x="29865" y="196706"/>
                    </a:lnTo>
                    <a:lnTo>
                      <a:pt x="37499" y="196929"/>
                    </a:lnTo>
                    <a:lnTo>
                      <a:pt x="37721" y="189296"/>
                    </a:lnTo>
                    <a:lnTo>
                      <a:pt x="34016" y="185367"/>
                    </a:lnTo>
                    <a:lnTo>
                      <a:pt x="30088" y="189073"/>
                    </a:lnTo>
                    <a:lnTo>
                      <a:pt x="22677" y="181216"/>
                    </a:lnTo>
                    <a:lnTo>
                      <a:pt x="18749" y="184922"/>
                    </a:lnTo>
                    <a:lnTo>
                      <a:pt x="0" y="172914"/>
                    </a:lnTo>
                    <a:lnTo>
                      <a:pt x="7410" y="180770"/>
                    </a:lnTo>
                    <a:lnTo>
                      <a:pt x="3482" y="184476"/>
                    </a:lnTo>
                    <a:lnTo>
                      <a:pt x="10893" y="192332"/>
                    </a:lnTo>
                    <a:lnTo>
                      <a:pt x="6965" y="196037"/>
                    </a:lnTo>
                    <a:lnTo>
                      <a:pt x="14375" y="203894"/>
                    </a:lnTo>
                    <a:lnTo>
                      <a:pt x="10447" y="207599"/>
                    </a:lnTo>
                    <a:lnTo>
                      <a:pt x="14152" y="2115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41" name="Контур"/>
              <p:cNvSpPr/>
              <p:nvPr/>
            </p:nvSpPr>
            <p:spPr>
              <a:xfrm>
                <a:off x="5025129" y="1584000"/>
                <a:ext cx="149754" cy="272251"/>
              </a:xfrm>
              <a:custGeom>
                <a:avLst/>
                <a:gdLst/>
                <a:ahLst/>
                <a:cxnLst/>
                <a:rect l="l" t="t" r="r" b="b"/>
                <a:pathLst>
                  <a:path w="149754" h="272251" fill="none">
                    <a:moveTo>
                      <a:pt x="123563" y="272251"/>
                    </a:moveTo>
                    <a:lnTo>
                      <a:pt x="37109" y="180590"/>
                    </a:lnTo>
                    <a:moveTo>
                      <a:pt x="37109" y="180590"/>
                    </a:moveTo>
                    <a:lnTo>
                      <a:pt x="0" y="141247"/>
                    </a:lnTo>
                    <a:lnTo>
                      <a:pt x="52318" y="91902"/>
                    </a:lnTo>
                    <a:moveTo>
                      <a:pt x="52318" y="91902"/>
                    </a:moveTo>
                    <a:lnTo>
                      <a:pt x="143979" y="5448"/>
                    </a:lnTo>
                    <a:moveTo>
                      <a:pt x="143979" y="5448"/>
                    </a:moveTo>
                    <a:lnTo>
                      <a:pt x="14975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42" name="Контур"/>
              <p:cNvSpPr/>
              <p:nvPr/>
            </p:nvSpPr>
            <p:spPr>
              <a:xfrm>
                <a:off x="5001341" y="1764799"/>
                <a:ext cx="46247" cy="45355"/>
              </a:xfrm>
              <a:custGeom>
                <a:avLst/>
                <a:gdLst/>
                <a:ahLst/>
                <a:cxnLst/>
                <a:rect l="l" t="t" r="r" b="b"/>
                <a:pathLst>
                  <a:path w="46247" h="45355" fill="none">
                    <a:moveTo>
                      <a:pt x="0" y="13928"/>
                    </a:moveTo>
                    <a:lnTo>
                      <a:pt x="46247" y="0"/>
                    </a:lnTo>
                    <a:lnTo>
                      <a:pt x="29641" y="45355"/>
                    </a:lnTo>
                    <a:lnTo>
                      <a:pt x="0" y="13928"/>
                    </a:lnTo>
                    <a:lnTo>
                      <a:pt x="3705" y="17856"/>
                    </a:lnTo>
                    <a:lnTo>
                      <a:pt x="38391" y="7410"/>
                    </a:lnTo>
                    <a:lnTo>
                      <a:pt x="25936" y="41426"/>
                    </a:lnTo>
                    <a:lnTo>
                      <a:pt x="29865" y="37721"/>
                    </a:lnTo>
                    <a:lnTo>
                      <a:pt x="7633" y="14151"/>
                    </a:lnTo>
                    <a:lnTo>
                      <a:pt x="3705" y="17856"/>
                    </a:lnTo>
                    <a:lnTo>
                      <a:pt x="0" y="13928"/>
                    </a:lnTo>
                    <a:lnTo>
                      <a:pt x="15267" y="14374"/>
                    </a:lnTo>
                    <a:lnTo>
                      <a:pt x="11562" y="10446"/>
                    </a:lnTo>
                    <a:lnTo>
                      <a:pt x="26829" y="10892"/>
                    </a:lnTo>
                    <a:lnTo>
                      <a:pt x="23124" y="6964"/>
                    </a:lnTo>
                    <a:lnTo>
                      <a:pt x="42319" y="3705"/>
                    </a:lnTo>
                    <a:lnTo>
                      <a:pt x="37944" y="22677"/>
                    </a:lnTo>
                    <a:lnTo>
                      <a:pt x="34239" y="18749"/>
                    </a:lnTo>
                    <a:lnTo>
                      <a:pt x="33793" y="34016"/>
                    </a:lnTo>
                    <a:lnTo>
                      <a:pt x="30088" y="30088"/>
                    </a:lnTo>
                    <a:lnTo>
                      <a:pt x="29641" y="45355"/>
                    </a:lnTo>
                    <a:lnTo>
                      <a:pt x="26159" y="33793"/>
                    </a:lnTo>
                    <a:lnTo>
                      <a:pt x="18526" y="33570"/>
                    </a:lnTo>
                    <a:lnTo>
                      <a:pt x="18749" y="25936"/>
                    </a:lnTo>
                    <a:lnTo>
                      <a:pt x="11115" y="25713"/>
                    </a:lnTo>
                    <a:lnTo>
                      <a:pt x="11339" y="18080"/>
                    </a:lnTo>
                    <a:lnTo>
                      <a:pt x="0" y="13928"/>
                    </a:lnTo>
                    <a:lnTo>
                      <a:pt x="7633" y="14151"/>
                    </a:lnTo>
                    <a:lnTo>
                      <a:pt x="7410" y="21785"/>
                    </a:lnTo>
                    <a:lnTo>
                      <a:pt x="15044" y="22008"/>
                    </a:lnTo>
                    <a:lnTo>
                      <a:pt x="14821" y="29641"/>
                    </a:lnTo>
                    <a:lnTo>
                      <a:pt x="22454" y="29864"/>
                    </a:lnTo>
                    <a:lnTo>
                      <a:pt x="22231" y="37498"/>
                    </a:lnTo>
                    <a:lnTo>
                      <a:pt x="29865" y="37721"/>
                    </a:lnTo>
                    <a:lnTo>
                      <a:pt x="33793" y="34016"/>
                    </a:lnTo>
                    <a:lnTo>
                      <a:pt x="30088" y="30088"/>
                    </a:lnTo>
                    <a:lnTo>
                      <a:pt x="37944" y="22677"/>
                    </a:lnTo>
                    <a:lnTo>
                      <a:pt x="34239" y="18749"/>
                    </a:lnTo>
                    <a:lnTo>
                      <a:pt x="46247" y="0"/>
                    </a:lnTo>
                    <a:lnTo>
                      <a:pt x="38391" y="7410"/>
                    </a:lnTo>
                    <a:lnTo>
                      <a:pt x="34685" y="3482"/>
                    </a:lnTo>
                    <a:lnTo>
                      <a:pt x="26829" y="10892"/>
                    </a:lnTo>
                    <a:lnTo>
                      <a:pt x="23124" y="6964"/>
                    </a:lnTo>
                    <a:lnTo>
                      <a:pt x="15267" y="14374"/>
                    </a:lnTo>
                    <a:lnTo>
                      <a:pt x="11562" y="10446"/>
                    </a:lnTo>
                    <a:lnTo>
                      <a:pt x="7633" y="1415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43" name="Контур"/>
              <p:cNvSpPr/>
              <p:nvPr/>
            </p:nvSpPr>
            <p:spPr>
              <a:xfrm>
                <a:off x="5057032" y="1856251"/>
                <a:ext cx="5238968" cy="3262490"/>
              </a:xfrm>
              <a:custGeom>
                <a:avLst/>
                <a:gdLst/>
                <a:ahLst/>
                <a:cxnLst/>
                <a:rect l="l" t="t" r="r" b="b"/>
                <a:pathLst>
                  <a:path w="5238968" h="3262490" fill="none">
                    <a:moveTo>
                      <a:pt x="91660" y="0"/>
                    </a:moveTo>
                    <a:lnTo>
                      <a:pt x="64162" y="25937"/>
                    </a:lnTo>
                    <a:moveTo>
                      <a:pt x="64162" y="25937"/>
                    </a:moveTo>
                    <a:lnTo>
                      <a:pt x="36664" y="51873"/>
                    </a:lnTo>
                    <a:moveTo>
                      <a:pt x="36664" y="51873"/>
                    </a:moveTo>
                    <a:lnTo>
                      <a:pt x="9167" y="77810"/>
                    </a:lnTo>
                    <a:moveTo>
                      <a:pt x="9167" y="77810"/>
                    </a:moveTo>
                    <a:lnTo>
                      <a:pt x="0" y="86456"/>
                    </a:lnTo>
                    <a:moveTo>
                      <a:pt x="3273697" y="2788188"/>
                    </a:moveTo>
                    <a:lnTo>
                      <a:pt x="3269632" y="2778259"/>
                    </a:lnTo>
                    <a:moveTo>
                      <a:pt x="699138" y="3191539"/>
                    </a:moveTo>
                    <a:lnTo>
                      <a:pt x="714090" y="3226256"/>
                    </a:lnTo>
                    <a:moveTo>
                      <a:pt x="714090" y="3226256"/>
                    </a:moveTo>
                    <a:lnTo>
                      <a:pt x="729041" y="3260974"/>
                    </a:lnTo>
                    <a:moveTo>
                      <a:pt x="729041" y="3260974"/>
                    </a:moveTo>
                    <a:lnTo>
                      <a:pt x="729694" y="3262490"/>
                    </a:lnTo>
                    <a:moveTo>
                      <a:pt x="699138" y="3191539"/>
                    </a:moveTo>
                    <a:lnTo>
                      <a:pt x="673965" y="3216713"/>
                    </a:lnTo>
                    <a:moveTo>
                      <a:pt x="5238968" y="2684496"/>
                    </a:moveTo>
                    <a:lnTo>
                      <a:pt x="5235977" y="2678230"/>
                    </a:lnTo>
                    <a:moveTo>
                      <a:pt x="5235977" y="2678230"/>
                    </a:moveTo>
                    <a:lnTo>
                      <a:pt x="5219692" y="2644118"/>
                    </a:lnTo>
                    <a:moveTo>
                      <a:pt x="5219692" y="2644118"/>
                    </a:moveTo>
                    <a:lnTo>
                      <a:pt x="5203408" y="2610005"/>
                    </a:lnTo>
                    <a:moveTo>
                      <a:pt x="5203408" y="2610005"/>
                    </a:moveTo>
                    <a:lnTo>
                      <a:pt x="5187124" y="2575893"/>
                    </a:lnTo>
                    <a:moveTo>
                      <a:pt x="5187124" y="2575893"/>
                    </a:moveTo>
                    <a:lnTo>
                      <a:pt x="5170839" y="2541780"/>
                    </a:lnTo>
                    <a:moveTo>
                      <a:pt x="5170839" y="2541780"/>
                    </a:moveTo>
                    <a:lnTo>
                      <a:pt x="5154555" y="2507668"/>
                    </a:lnTo>
                    <a:moveTo>
                      <a:pt x="5154555" y="2507668"/>
                    </a:moveTo>
                    <a:lnTo>
                      <a:pt x="5138271" y="2473555"/>
                    </a:lnTo>
                    <a:moveTo>
                      <a:pt x="5138271" y="2473555"/>
                    </a:moveTo>
                    <a:lnTo>
                      <a:pt x="5121987" y="2439443"/>
                    </a:lnTo>
                    <a:moveTo>
                      <a:pt x="5121987" y="2439443"/>
                    </a:moveTo>
                    <a:lnTo>
                      <a:pt x="5105702" y="2405330"/>
                    </a:lnTo>
                    <a:moveTo>
                      <a:pt x="5105702" y="2405330"/>
                    </a:moveTo>
                    <a:lnTo>
                      <a:pt x="5089418" y="2371218"/>
                    </a:lnTo>
                    <a:moveTo>
                      <a:pt x="5089418" y="2371218"/>
                    </a:moveTo>
                    <a:lnTo>
                      <a:pt x="5073134" y="2337105"/>
                    </a:lnTo>
                    <a:moveTo>
                      <a:pt x="5073134" y="2337105"/>
                    </a:moveTo>
                    <a:lnTo>
                      <a:pt x="5056849" y="2302993"/>
                    </a:lnTo>
                    <a:moveTo>
                      <a:pt x="5056849" y="2302993"/>
                    </a:moveTo>
                    <a:lnTo>
                      <a:pt x="5040565" y="2268881"/>
                    </a:lnTo>
                    <a:moveTo>
                      <a:pt x="5040565" y="2268881"/>
                    </a:moveTo>
                    <a:lnTo>
                      <a:pt x="5024281" y="2234768"/>
                    </a:lnTo>
                    <a:moveTo>
                      <a:pt x="5024281" y="2234768"/>
                    </a:moveTo>
                    <a:lnTo>
                      <a:pt x="5007996" y="2200656"/>
                    </a:lnTo>
                    <a:moveTo>
                      <a:pt x="5007996" y="2200656"/>
                    </a:moveTo>
                    <a:lnTo>
                      <a:pt x="4991712" y="2166543"/>
                    </a:lnTo>
                    <a:moveTo>
                      <a:pt x="4991712" y="2166543"/>
                    </a:moveTo>
                    <a:lnTo>
                      <a:pt x="4977175" y="2136091"/>
                    </a:lnTo>
                    <a:lnTo>
                      <a:pt x="4975428" y="2132431"/>
                    </a:lnTo>
                    <a:moveTo>
                      <a:pt x="4975428" y="2132431"/>
                    </a:moveTo>
                    <a:lnTo>
                      <a:pt x="4959143" y="2098318"/>
                    </a:lnTo>
                    <a:moveTo>
                      <a:pt x="4959143" y="2098318"/>
                    </a:moveTo>
                    <a:lnTo>
                      <a:pt x="4942859" y="2064206"/>
                    </a:lnTo>
                    <a:moveTo>
                      <a:pt x="4942859" y="2064206"/>
                    </a:moveTo>
                    <a:lnTo>
                      <a:pt x="4926574" y="2030093"/>
                    </a:lnTo>
                    <a:moveTo>
                      <a:pt x="4926574" y="2030093"/>
                    </a:moveTo>
                    <a:lnTo>
                      <a:pt x="4910290" y="1995981"/>
                    </a:lnTo>
                    <a:moveTo>
                      <a:pt x="4910290" y="1995981"/>
                    </a:moveTo>
                    <a:lnTo>
                      <a:pt x="4894005" y="1961869"/>
                    </a:lnTo>
                    <a:moveTo>
                      <a:pt x="4894005" y="1961869"/>
                    </a:moveTo>
                    <a:lnTo>
                      <a:pt x="4891862" y="1957380"/>
                    </a:lnTo>
                    <a:moveTo>
                      <a:pt x="3273697" y="2788188"/>
                    </a:moveTo>
                    <a:lnTo>
                      <a:pt x="3269632" y="2778259"/>
                    </a:lnTo>
                    <a:moveTo>
                      <a:pt x="3269632" y="2778259"/>
                    </a:moveTo>
                    <a:lnTo>
                      <a:pt x="3299531" y="2755131"/>
                    </a:lnTo>
                    <a:moveTo>
                      <a:pt x="3299531" y="2755131"/>
                    </a:moveTo>
                    <a:lnTo>
                      <a:pt x="3329429" y="2732003"/>
                    </a:lnTo>
                    <a:moveTo>
                      <a:pt x="3329429" y="2732003"/>
                    </a:moveTo>
                    <a:lnTo>
                      <a:pt x="3359328" y="2708874"/>
                    </a:lnTo>
                    <a:moveTo>
                      <a:pt x="3359328" y="2708874"/>
                    </a:moveTo>
                    <a:lnTo>
                      <a:pt x="3389227" y="2685746"/>
                    </a:lnTo>
                    <a:moveTo>
                      <a:pt x="3389227" y="2685746"/>
                    </a:moveTo>
                    <a:lnTo>
                      <a:pt x="3419125" y="2662618"/>
                    </a:lnTo>
                    <a:moveTo>
                      <a:pt x="3419125" y="2662618"/>
                    </a:moveTo>
                    <a:lnTo>
                      <a:pt x="3449024" y="2639490"/>
                    </a:lnTo>
                    <a:moveTo>
                      <a:pt x="3449024" y="2639490"/>
                    </a:moveTo>
                    <a:lnTo>
                      <a:pt x="3478922" y="2616362"/>
                    </a:lnTo>
                    <a:moveTo>
                      <a:pt x="3478922" y="2616362"/>
                    </a:moveTo>
                    <a:lnTo>
                      <a:pt x="3508821" y="2593233"/>
                    </a:lnTo>
                    <a:moveTo>
                      <a:pt x="3508821" y="2593233"/>
                    </a:moveTo>
                    <a:lnTo>
                      <a:pt x="3538720" y="2570105"/>
                    </a:lnTo>
                    <a:moveTo>
                      <a:pt x="3538720" y="2570105"/>
                    </a:moveTo>
                    <a:lnTo>
                      <a:pt x="3568618" y="2546977"/>
                    </a:lnTo>
                    <a:moveTo>
                      <a:pt x="3568618" y="2546977"/>
                    </a:moveTo>
                    <a:lnTo>
                      <a:pt x="3598517" y="2523849"/>
                    </a:lnTo>
                    <a:moveTo>
                      <a:pt x="3598517" y="2523849"/>
                    </a:moveTo>
                    <a:lnTo>
                      <a:pt x="3628415" y="2500721"/>
                    </a:lnTo>
                    <a:moveTo>
                      <a:pt x="3628415" y="2500721"/>
                    </a:moveTo>
                    <a:lnTo>
                      <a:pt x="3658314" y="2477592"/>
                    </a:lnTo>
                    <a:moveTo>
                      <a:pt x="3658314" y="2477592"/>
                    </a:moveTo>
                    <a:lnTo>
                      <a:pt x="3688213" y="2454464"/>
                    </a:lnTo>
                    <a:moveTo>
                      <a:pt x="3688213" y="2454464"/>
                    </a:moveTo>
                    <a:lnTo>
                      <a:pt x="3718111" y="2431336"/>
                    </a:lnTo>
                    <a:moveTo>
                      <a:pt x="3718111" y="2431336"/>
                    </a:moveTo>
                    <a:lnTo>
                      <a:pt x="3748010" y="2408208"/>
                    </a:lnTo>
                    <a:moveTo>
                      <a:pt x="3748010" y="2408208"/>
                    </a:moveTo>
                    <a:lnTo>
                      <a:pt x="3777908" y="2385080"/>
                    </a:lnTo>
                    <a:moveTo>
                      <a:pt x="3777908" y="2385080"/>
                    </a:moveTo>
                    <a:lnTo>
                      <a:pt x="3807807" y="2361951"/>
                    </a:lnTo>
                    <a:moveTo>
                      <a:pt x="3807807" y="2361951"/>
                    </a:moveTo>
                    <a:lnTo>
                      <a:pt x="3837706" y="2338823"/>
                    </a:lnTo>
                    <a:moveTo>
                      <a:pt x="3837706" y="2338823"/>
                    </a:moveTo>
                    <a:lnTo>
                      <a:pt x="3867604" y="2315695"/>
                    </a:lnTo>
                    <a:moveTo>
                      <a:pt x="3867604" y="2315695"/>
                    </a:moveTo>
                    <a:lnTo>
                      <a:pt x="3897503" y="2292567"/>
                    </a:lnTo>
                    <a:moveTo>
                      <a:pt x="3897503" y="2292567"/>
                    </a:moveTo>
                    <a:lnTo>
                      <a:pt x="3927401" y="2269439"/>
                    </a:lnTo>
                    <a:moveTo>
                      <a:pt x="3927401" y="2269439"/>
                    </a:moveTo>
                    <a:lnTo>
                      <a:pt x="3957300" y="2246310"/>
                    </a:lnTo>
                    <a:moveTo>
                      <a:pt x="3957300" y="2246310"/>
                    </a:moveTo>
                    <a:lnTo>
                      <a:pt x="3987199" y="2223182"/>
                    </a:lnTo>
                    <a:moveTo>
                      <a:pt x="3987199" y="2223182"/>
                    </a:moveTo>
                    <a:lnTo>
                      <a:pt x="4017097" y="2200054"/>
                    </a:lnTo>
                    <a:moveTo>
                      <a:pt x="4017097" y="2200054"/>
                    </a:moveTo>
                    <a:lnTo>
                      <a:pt x="4046996" y="2176926"/>
                    </a:lnTo>
                    <a:moveTo>
                      <a:pt x="4046996" y="2176926"/>
                    </a:moveTo>
                    <a:lnTo>
                      <a:pt x="4076894" y="2153798"/>
                    </a:lnTo>
                    <a:moveTo>
                      <a:pt x="4076894" y="2153798"/>
                    </a:moveTo>
                    <a:lnTo>
                      <a:pt x="4106793" y="2130669"/>
                    </a:lnTo>
                    <a:moveTo>
                      <a:pt x="4106793" y="2130669"/>
                    </a:moveTo>
                    <a:lnTo>
                      <a:pt x="4136692" y="2107541"/>
                    </a:lnTo>
                    <a:moveTo>
                      <a:pt x="4136692" y="2107541"/>
                    </a:moveTo>
                    <a:lnTo>
                      <a:pt x="4166590" y="2084413"/>
                    </a:lnTo>
                    <a:moveTo>
                      <a:pt x="4166590" y="2084413"/>
                    </a:moveTo>
                    <a:lnTo>
                      <a:pt x="4196489" y="2061285"/>
                    </a:lnTo>
                    <a:moveTo>
                      <a:pt x="4196489" y="2061285"/>
                    </a:moveTo>
                    <a:lnTo>
                      <a:pt x="4226387" y="2038157"/>
                    </a:lnTo>
                    <a:moveTo>
                      <a:pt x="4226387" y="2038157"/>
                    </a:moveTo>
                    <a:lnTo>
                      <a:pt x="4256286" y="2015028"/>
                    </a:lnTo>
                    <a:moveTo>
                      <a:pt x="4256286" y="2015028"/>
                    </a:moveTo>
                    <a:lnTo>
                      <a:pt x="4286185" y="1991900"/>
                    </a:lnTo>
                    <a:moveTo>
                      <a:pt x="4286185" y="1991900"/>
                    </a:moveTo>
                    <a:lnTo>
                      <a:pt x="4316083" y="1968772"/>
                    </a:lnTo>
                    <a:moveTo>
                      <a:pt x="4316083" y="1968772"/>
                    </a:moveTo>
                    <a:lnTo>
                      <a:pt x="4345982" y="1945644"/>
                    </a:lnTo>
                    <a:moveTo>
                      <a:pt x="4345982" y="1945644"/>
                    </a:moveTo>
                    <a:lnTo>
                      <a:pt x="4375880" y="1922516"/>
                    </a:lnTo>
                    <a:moveTo>
                      <a:pt x="4375880" y="1922516"/>
                    </a:moveTo>
                    <a:lnTo>
                      <a:pt x="4405779" y="1899387"/>
                    </a:lnTo>
                    <a:moveTo>
                      <a:pt x="4405779" y="1899387"/>
                    </a:moveTo>
                    <a:lnTo>
                      <a:pt x="4435678" y="1876259"/>
                    </a:lnTo>
                    <a:moveTo>
                      <a:pt x="4435678" y="1876259"/>
                    </a:moveTo>
                    <a:lnTo>
                      <a:pt x="4465576" y="1853131"/>
                    </a:lnTo>
                    <a:moveTo>
                      <a:pt x="4465576" y="1853131"/>
                    </a:moveTo>
                    <a:lnTo>
                      <a:pt x="4495475" y="1830003"/>
                    </a:lnTo>
                    <a:moveTo>
                      <a:pt x="4495475" y="1830003"/>
                    </a:moveTo>
                    <a:lnTo>
                      <a:pt x="4525373" y="1806875"/>
                    </a:lnTo>
                    <a:moveTo>
                      <a:pt x="4525373" y="1806875"/>
                    </a:moveTo>
                    <a:lnTo>
                      <a:pt x="4555272" y="1783746"/>
                    </a:lnTo>
                    <a:moveTo>
                      <a:pt x="4555272" y="1783746"/>
                    </a:moveTo>
                    <a:lnTo>
                      <a:pt x="4585171" y="1760618"/>
                    </a:lnTo>
                    <a:moveTo>
                      <a:pt x="4585171" y="1760618"/>
                    </a:moveTo>
                    <a:lnTo>
                      <a:pt x="4615069" y="1737490"/>
                    </a:lnTo>
                    <a:moveTo>
                      <a:pt x="4615069" y="1737490"/>
                    </a:moveTo>
                    <a:lnTo>
                      <a:pt x="4644968" y="1714362"/>
                    </a:lnTo>
                    <a:moveTo>
                      <a:pt x="4644968" y="1714362"/>
                    </a:moveTo>
                    <a:lnTo>
                      <a:pt x="4674866" y="1691234"/>
                    </a:lnTo>
                    <a:moveTo>
                      <a:pt x="4674866" y="1691234"/>
                    </a:moveTo>
                    <a:lnTo>
                      <a:pt x="4704765" y="1668105"/>
                    </a:lnTo>
                    <a:moveTo>
                      <a:pt x="4704765" y="1668105"/>
                    </a:moveTo>
                    <a:lnTo>
                      <a:pt x="4725193" y="1652303"/>
                    </a:lnTo>
                    <a:lnTo>
                      <a:pt x="4731897" y="1642383"/>
                    </a:lnTo>
                    <a:moveTo>
                      <a:pt x="4731897" y="1642383"/>
                    </a:moveTo>
                    <a:lnTo>
                      <a:pt x="4753061" y="1611063"/>
                    </a:lnTo>
                    <a:moveTo>
                      <a:pt x="4753061" y="1611063"/>
                    </a:moveTo>
                    <a:lnTo>
                      <a:pt x="4774225" y="1579743"/>
                    </a:lnTo>
                    <a:moveTo>
                      <a:pt x="4774225" y="1579743"/>
                    </a:moveTo>
                    <a:lnTo>
                      <a:pt x="4795389" y="1548424"/>
                    </a:lnTo>
                    <a:moveTo>
                      <a:pt x="4795389" y="1548424"/>
                    </a:moveTo>
                    <a:lnTo>
                      <a:pt x="4816553" y="1517104"/>
                    </a:lnTo>
                    <a:moveTo>
                      <a:pt x="4816553" y="1517104"/>
                    </a:moveTo>
                    <a:lnTo>
                      <a:pt x="4837717" y="1485784"/>
                    </a:lnTo>
                    <a:moveTo>
                      <a:pt x="4837717" y="1485784"/>
                    </a:moveTo>
                    <a:lnTo>
                      <a:pt x="4858881" y="1454464"/>
                    </a:lnTo>
                    <a:moveTo>
                      <a:pt x="4858881" y="1454464"/>
                    </a:moveTo>
                    <a:lnTo>
                      <a:pt x="4867951" y="1441043"/>
                    </a:lnTo>
                    <a:moveTo>
                      <a:pt x="3269632" y="2778259"/>
                    </a:moveTo>
                    <a:lnTo>
                      <a:pt x="3299531" y="2755131"/>
                    </a:lnTo>
                    <a:moveTo>
                      <a:pt x="3299531" y="2755131"/>
                    </a:moveTo>
                    <a:lnTo>
                      <a:pt x="3329429" y="2732003"/>
                    </a:lnTo>
                    <a:moveTo>
                      <a:pt x="3329429" y="2732003"/>
                    </a:moveTo>
                    <a:lnTo>
                      <a:pt x="3359328" y="2708874"/>
                    </a:lnTo>
                    <a:moveTo>
                      <a:pt x="3359328" y="2708874"/>
                    </a:moveTo>
                    <a:lnTo>
                      <a:pt x="3389227" y="2685746"/>
                    </a:lnTo>
                    <a:moveTo>
                      <a:pt x="3389227" y="2685746"/>
                    </a:moveTo>
                    <a:lnTo>
                      <a:pt x="3419125" y="2662618"/>
                    </a:lnTo>
                    <a:moveTo>
                      <a:pt x="3419125" y="2662618"/>
                    </a:moveTo>
                    <a:lnTo>
                      <a:pt x="3449024" y="2639490"/>
                    </a:lnTo>
                    <a:moveTo>
                      <a:pt x="3449024" y="2639490"/>
                    </a:moveTo>
                    <a:lnTo>
                      <a:pt x="3478922" y="2616362"/>
                    </a:lnTo>
                    <a:moveTo>
                      <a:pt x="3478922" y="2616362"/>
                    </a:moveTo>
                    <a:lnTo>
                      <a:pt x="3508821" y="2593233"/>
                    </a:lnTo>
                    <a:moveTo>
                      <a:pt x="3508821" y="2593233"/>
                    </a:moveTo>
                    <a:lnTo>
                      <a:pt x="3538720" y="2570105"/>
                    </a:lnTo>
                    <a:moveTo>
                      <a:pt x="3538720" y="2570105"/>
                    </a:moveTo>
                    <a:lnTo>
                      <a:pt x="3568618" y="2546977"/>
                    </a:lnTo>
                    <a:moveTo>
                      <a:pt x="3568618" y="2546977"/>
                    </a:moveTo>
                    <a:lnTo>
                      <a:pt x="3598517" y="2523849"/>
                    </a:lnTo>
                    <a:moveTo>
                      <a:pt x="3598517" y="2523849"/>
                    </a:moveTo>
                    <a:lnTo>
                      <a:pt x="3628415" y="2500721"/>
                    </a:lnTo>
                    <a:moveTo>
                      <a:pt x="3628415" y="2500721"/>
                    </a:moveTo>
                    <a:lnTo>
                      <a:pt x="3658314" y="2477592"/>
                    </a:lnTo>
                    <a:moveTo>
                      <a:pt x="3658314" y="2477592"/>
                    </a:moveTo>
                    <a:lnTo>
                      <a:pt x="3688213" y="2454464"/>
                    </a:lnTo>
                    <a:moveTo>
                      <a:pt x="3688213" y="2454464"/>
                    </a:moveTo>
                    <a:lnTo>
                      <a:pt x="3718111" y="2431336"/>
                    </a:lnTo>
                    <a:moveTo>
                      <a:pt x="3718111" y="2431336"/>
                    </a:moveTo>
                    <a:lnTo>
                      <a:pt x="3748010" y="2408208"/>
                    </a:lnTo>
                    <a:moveTo>
                      <a:pt x="3748010" y="2408208"/>
                    </a:moveTo>
                    <a:lnTo>
                      <a:pt x="3777908" y="2385080"/>
                    </a:lnTo>
                    <a:moveTo>
                      <a:pt x="3777908" y="2385080"/>
                    </a:moveTo>
                    <a:lnTo>
                      <a:pt x="3807807" y="2361951"/>
                    </a:lnTo>
                    <a:moveTo>
                      <a:pt x="3807807" y="2361951"/>
                    </a:moveTo>
                    <a:lnTo>
                      <a:pt x="3837706" y="2338823"/>
                    </a:lnTo>
                    <a:moveTo>
                      <a:pt x="3837706" y="2338823"/>
                    </a:moveTo>
                    <a:lnTo>
                      <a:pt x="3867604" y="2315695"/>
                    </a:lnTo>
                    <a:moveTo>
                      <a:pt x="3867604" y="2315695"/>
                    </a:moveTo>
                    <a:lnTo>
                      <a:pt x="3897503" y="2292567"/>
                    </a:lnTo>
                    <a:moveTo>
                      <a:pt x="3897503" y="2292567"/>
                    </a:moveTo>
                    <a:lnTo>
                      <a:pt x="3927401" y="2269439"/>
                    </a:lnTo>
                    <a:moveTo>
                      <a:pt x="3927401" y="2269439"/>
                    </a:moveTo>
                    <a:lnTo>
                      <a:pt x="3957300" y="2246310"/>
                    </a:lnTo>
                    <a:moveTo>
                      <a:pt x="3957300" y="2246310"/>
                    </a:moveTo>
                    <a:lnTo>
                      <a:pt x="3987199" y="2223182"/>
                    </a:lnTo>
                    <a:moveTo>
                      <a:pt x="3987199" y="2223182"/>
                    </a:moveTo>
                    <a:lnTo>
                      <a:pt x="4017097" y="2200054"/>
                    </a:lnTo>
                    <a:moveTo>
                      <a:pt x="4017097" y="2200054"/>
                    </a:moveTo>
                    <a:lnTo>
                      <a:pt x="4046996" y="2176926"/>
                    </a:lnTo>
                    <a:moveTo>
                      <a:pt x="4046996" y="2176926"/>
                    </a:moveTo>
                    <a:lnTo>
                      <a:pt x="4076894" y="2153798"/>
                    </a:lnTo>
                    <a:moveTo>
                      <a:pt x="4076894" y="2153798"/>
                    </a:moveTo>
                    <a:lnTo>
                      <a:pt x="4106793" y="2130669"/>
                    </a:lnTo>
                    <a:moveTo>
                      <a:pt x="4106793" y="2130669"/>
                    </a:moveTo>
                    <a:lnTo>
                      <a:pt x="4136692" y="2107541"/>
                    </a:lnTo>
                    <a:moveTo>
                      <a:pt x="4136692" y="2107541"/>
                    </a:moveTo>
                    <a:lnTo>
                      <a:pt x="4166590" y="2084413"/>
                    </a:lnTo>
                    <a:moveTo>
                      <a:pt x="4166590" y="2084413"/>
                    </a:moveTo>
                    <a:lnTo>
                      <a:pt x="4196489" y="2061285"/>
                    </a:lnTo>
                    <a:moveTo>
                      <a:pt x="4196489" y="2061285"/>
                    </a:moveTo>
                    <a:lnTo>
                      <a:pt x="4226387" y="2038157"/>
                    </a:lnTo>
                    <a:moveTo>
                      <a:pt x="4226387" y="2038157"/>
                    </a:moveTo>
                    <a:lnTo>
                      <a:pt x="4256286" y="2015028"/>
                    </a:lnTo>
                    <a:moveTo>
                      <a:pt x="4256286" y="2015028"/>
                    </a:moveTo>
                    <a:lnTo>
                      <a:pt x="4286185" y="1991900"/>
                    </a:lnTo>
                    <a:moveTo>
                      <a:pt x="4286185" y="1991900"/>
                    </a:moveTo>
                    <a:lnTo>
                      <a:pt x="4316083" y="1968772"/>
                    </a:lnTo>
                    <a:moveTo>
                      <a:pt x="4316083" y="1968772"/>
                    </a:moveTo>
                    <a:lnTo>
                      <a:pt x="4345982" y="1945644"/>
                    </a:lnTo>
                    <a:moveTo>
                      <a:pt x="4345982" y="1945644"/>
                    </a:moveTo>
                    <a:lnTo>
                      <a:pt x="4375880" y="1922516"/>
                    </a:lnTo>
                    <a:moveTo>
                      <a:pt x="4375880" y="1922516"/>
                    </a:moveTo>
                    <a:lnTo>
                      <a:pt x="4405779" y="1899387"/>
                    </a:lnTo>
                    <a:moveTo>
                      <a:pt x="4405779" y="1899387"/>
                    </a:moveTo>
                    <a:lnTo>
                      <a:pt x="4435678" y="1876259"/>
                    </a:lnTo>
                    <a:moveTo>
                      <a:pt x="4435678" y="1876259"/>
                    </a:moveTo>
                    <a:lnTo>
                      <a:pt x="4465576" y="1853131"/>
                    </a:lnTo>
                    <a:moveTo>
                      <a:pt x="4465576" y="1853131"/>
                    </a:moveTo>
                    <a:lnTo>
                      <a:pt x="4495475" y="1830003"/>
                    </a:lnTo>
                    <a:moveTo>
                      <a:pt x="4495475" y="1830003"/>
                    </a:moveTo>
                    <a:lnTo>
                      <a:pt x="4525373" y="1806875"/>
                    </a:lnTo>
                    <a:moveTo>
                      <a:pt x="4525373" y="1806875"/>
                    </a:moveTo>
                    <a:lnTo>
                      <a:pt x="4555272" y="1783746"/>
                    </a:lnTo>
                    <a:moveTo>
                      <a:pt x="4555272" y="1783746"/>
                    </a:moveTo>
                    <a:lnTo>
                      <a:pt x="4585171" y="1760618"/>
                    </a:lnTo>
                    <a:moveTo>
                      <a:pt x="4585171" y="1760618"/>
                    </a:moveTo>
                    <a:lnTo>
                      <a:pt x="4615069" y="1737490"/>
                    </a:lnTo>
                    <a:moveTo>
                      <a:pt x="4615069" y="1737490"/>
                    </a:moveTo>
                    <a:lnTo>
                      <a:pt x="4644968" y="1714362"/>
                    </a:lnTo>
                    <a:moveTo>
                      <a:pt x="4644968" y="1714362"/>
                    </a:moveTo>
                    <a:lnTo>
                      <a:pt x="4674866" y="1691234"/>
                    </a:lnTo>
                    <a:moveTo>
                      <a:pt x="4674866" y="1691234"/>
                    </a:moveTo>
                    <a:lnTo>
                      <a:pt x="4704765" y="1668105"/>
                    </a:lnTo>
                    <a:moveTo>
                      <a:pt x="4704765" y="1668105"/>
                    </a:moveTo>
                    <a:lnTo>
                      <a:pt x="4725193" y="1652303"/>
                    </a:lnTo>
                    <a:lnTo>
                      <a:pt x="4731897" y="1642383"/>
                    </a:lnTo>
                    <a:moveTo>
                      <a:pt x="4731897" y="1642383"/>
                    </a:moveTo>
                    <a:lnTo>
                      <a:pt x="4753061" y="1611063"/>
                    </a:lnTo>
                    <a:moveTo>
                      <a:pt x="4753061" y="1611063"/>
                    </a:moveTo>
                    <a:lnTo>
                      <a:pt x="4774225" y="1579743"/>
                    </a:lnTo>
                    <a:moveTo>
                      <a:pt x="4774225" y="1579743"/>
                    </a:moveTo>
                    <a:lnTo>
                      <a:pt x="4795389" y="1548424"/>
                    </a:lnTo>
                    <a:moveTo>
                      <a:pt x="4795389" y="1548424"/>
                    </a:moveTo>
                    <a:lnTo>
                      <a:pt x="4816553" y="1517104"/>
                    </a:lnTo>
                    <a:moveTo>
                      <a:pt x="4816553" y="1517104"/>
                    </a:moveTo>
                    <a:lnTo>
                      <a:pt x="4837717" y="1485784"/>
                    </a:lnTo>
                    <a:moveTo>
                      <a:pt x="4837717" y="1485784"/>
                    </a:moveTo>
                    <a:lnTo>
                      <a:pt x="4858881" y="1454464"/>
                    </a:lnTo>
                    <a:moveTo>
                      <a:pt x="4858881" y="1454464"/>
                    </a:moveTo>
                    <a:lnTo>
                      <a:pt x="4867951" y="1441043"/>
                    </a:lnTo>
                    <a:moveTo>
                      <a:pt x="871282" y="2415248"/>
                    </a:moveTo>
                    <a:lnTo>
                      <a:pt x="872847" y="2417292"/>
                    </a:lnTo>
                    <a:moveTo>
                      <a:pt x="5175233" y="1203359"/>
                    </a:moveTo>
                    <a:lnTo>
                      <a:pt x="5205132" y="1180232"/>
                    </a:lnTo>
                    <a:moveTo>
                      <a:pt x="5205132" y="1180232"/>
                    </a:moveTo>
                    <a:lnTo>
                      <a:pt x="5235031" y="1157105"/>
                    </a:lnTo>
                    <a:moveTo>
                      <a:pt x="5235031" y="1157105"/>
                    </a:moveTo>
                    <a:lnTo>
                      <a:pt x="5238968" y="115406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44" name="Контур"/>
              <p:cNvSpPr/>
              <p:nvPr/>
            </p:nvSpPr>
            <p:spPr>
              <a:xfrm>
                <a:off x="6766935" y="1584000"/>
                <a:ext cx="1033378" cy="883409"/>
              </a:xfrm>
              <a:custGeom>
                <a:avLst/>
                <a:gdLst/>
                <a:ahLst/>
                <a:cxnLst/>
                <a:rect l="l" t="t" r="r" b="b"/>
                <a:pathLst>
                  <a:path w="1033378" h="883409" fill="none">
                    <a:moveTo>
                      <a:pt x="1033378" y="0"/>
                    </a:moveTo>
                    <a:lnTo>
                      <a:pt x="1001031" y="35606"/>
                    </a:lnTo>
                    <a:moveTo>
                      <a:pt x="1001031" y="35606"/>
                    </a:moveTo>
                    <a:lnTo>
                      <a:pt x="916305" y="128867"/>
                    </a:lnTo>
                    <a:moveTo>
                      <a:pt x="916305" y="128867"/>
                    </a:moveTo>
                    <a:lnTo>
                      <a:pt x="831580" y="222128"/>
                    </a:lnTo>
                    <a:moveTo>
                      <a:pt x="831580" y="222128"/>
                    </a:moveTo>
                    <a:lnTo>
                      <a:pt x="746854" y="315388"/>
                    </a:lnTo>
                    <a:moveTo>
                      <a:pt x="746854" y="315388"/>
                    </a:moveTo>
                    <a:lnTo>
                      <a:pt x="662129" y="408649"/>
                    </a:lnTo>
                    <a:moveTo>
                      <a:pt x="662129" y="408649"/>
                    </a:moveTo>
                    <a:lnTo>
                      <a:pt x="577403" y="501910"/>
                    </a:lnTo>
                    <a:moveTo>
                      <a:pt x="577403" y="501910"/>
                    </a:moveTo>
                    <a:lnTo>
                      <a:pt x="492678" y="595171"/>
                    </a:lnTo>
                    <a:moveTo>
                      <a:pt x="492678" y="595171"/>
                    </a:moveTo>
                    <a:lnTo>
                      <a:pt x="407952" y="688432"/>
                    </a:lnTo>
                    <a:moveTo>
                      <a:pt x="407952" y="688432"/>
                    </a:moveTo>
                    <a:lnTo>
                      <a:pt x="323227" y="781693"/>
                    </a:lnTo>
                    <a:moveTo>
                      <a:pt x="323227" y="781693"/>
                    </a:moveTo>
                    <a:lnTo>
                      <a:pt x="238501" y="874954"/>
                    </a:lnTo>
                    <a:moveTo>
                      <a:pt x="238501" y="874954"/>
                    </a:moveTo>
                    <a:lnTo>
                      <a:pt x="230820" y="883409"/>
                    </a:lnTo>
                    <a:lnTo>
                      <a:pt x="152203" y="800059"/>
                    </a:lnTo>
                    <a:moveTo>
                      <a:pt x="152203" y="800059"/>
                    </a:moveTo>
                    <a:lnTo>
                      <a:pt x="65749" y="708398"/>
                    </a:lnTo>
                    <a:moveTo>
                      <a:pt x="65749" y="708398"/>
                    </a:moveTo>
                    <a:lnTo>
                      <a:pt x="0" y="63869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45" name="Контур"/>
              <p:cNvSpPr/>
              <p:nvPr/>
            </p:nvSpPr>
            <p:spPr>
              <a:xfrm>
                <a:off x="6912174" y="1584000"/>
                <a:ext cx="833274" cy="790418"/>
              </a:xfrm>
              <a:custGeom>
                <a:avLst/>
                <a:gdLst/>
                <a:ahLst/>
                <a:cxnLst/>
                <a:rect l="l" t="t" r="r" b="b"/>
                <a:pathLst>
                  <a:path w="833274" h="790418" fill="none">
                    <a:moveTo>
                      <a:pt x="816096" y="0"/>
                    </a:moveTo>
                    <a:lnTo>
                      <a:pt x="833274" y="44331"/>
                    </a:lnTo>
                    <a:lnTo>
                      <a:pt x="786774" y="31270"/>
                    </a:lnTo>
                    <a:lnTo>
                      <a:pt x="815182" y="0"/>
                    </a:lnTo>
                    <a:lnTo>
                      <a:pt x="812192" y="3292"/>
                    </a:lnTo>
                    <a:lnTo>
                      <a:pt x="825280" y="37069"/>
                    </a:lnTo>
                    <a:lnTo>
                      <a:pt x="790405" y="27273"/>
                    </a:lnTo>
                    <a:lnTo>
                      <a:pt x="794402" y="30904"/>
                    </a:lnTo>
                    <a:lnTo>
                      <a:pt x="816189" y="6923"/>
                    </a:lnTo>
                    <a:lnTo>
                      <a:pt x="812192" y="3292"/>
                    </a:lnTo>
                    <a:lnTo>
                      <a:pt x="815182" y="0"/>
                    </a:lnTo>
                    <a:moveTo>
                      <a:pt x="815857" y="0"/>
                    </a:moveTo>
                    <a:lnTo>
                      <a:pt x="816554" y="14551"/>
                    </a:lnTo>
                    <a:lnTo>
                      <a:pt x="820185" y="10554"/>
                    </a:lnTo>
                    <a:lnTo>
                      <a:pt x="820917" y="25810"/>
                    </a:lnTo>
                    <a:lnTo>
                      <a:pt x="824548" y="21813"/>
                    </a:lnTo>
                    <a:lnTo>
                      <a:pt x="829277" y="40700"/>
                    </a:lnTo>
                    <a:lnTo>
                      <a:pt x="810024" y="37801"/>
                    </a:lnTo>
                    <a:lnTo>
                      <a:pt x="813655" y="33804"/>
                    </a:lnTo>
                    <a:lnTo>
                      <a:pt x="798399" y="34535"/>
                    </a:lnTo>
                    <a:lnTo>
                      <a:pt x="802030" y="30538"/>
                    </a:lnTo>
                    <a:lnTo>
                      <a:pt x="786774" y="31270"/>
                    </a:lnTo>
                    <a:lnTo>
                      <a:pt x="798033" y="26907"/>
                    </a:lnTo>
                    <a:lnTo>
                      <a:pt x="797667" y="19279"/>
                    </a:lnTo>
                    <a:lnTo>
                      <a:pt x="805295" y="18914"/>
                    </a:lnTo>
                    <a:lnTo>
                      <a:pt x="804930" y="11286"/>
                    </a:lnTo>
                    <a:lnTo>
                      <a:pt x="812557" y="10920"/>
                    </a:lnTo>
                    <a:lnTo>
                      <a:pt x="815625" y="0"/>
                    </a:lnTo>
                    <a:moveTo>
                      <a:pt x="815857" y="0"/>
                    </a:moveTo>
                    <a:lnTo>
                      <a:pt x="816189" y="6923"/>
                    </a:lnTo>
                    <a:lnTo>
                      <a:pt x="808561" y="7289"/>
                    </a:lnTo>
                    <a:lnTo>
                      <a:pt x="808926" y="14917"/>
                    </a:lnTo>
                    <a:lnTo>
                      <a:pt x="801298" y="15282"/>
                    </a:lnTo>
                    <a:lnTo>
                      <a:pt x="801664" y="22910"/>
                    </a:lnTo>
                    <a:lnTo>
                      <a:pt x="794036" y="23276"/>
                    </a:lnTo>
                    <a:lnTo>
                      <a:pt x="794402" y="30904"/>
                    </a:lnTo>
                    <a:lnTo>
                      <a:pt x="798399" y="34535"/>
                    </a:lnTo>
                    <a:lnTo>
                      <a:pt x="802030" y="30538"/>
                    </a:lnTo>
                    <a:lnTo>
                      <a:pt x="810024" y="37801"/>
                    </a:lnTo>
                    <a:lnTo>
                      <a:pt x="813655" y="33804"/>
                    </a:lnTo>
                    <a:lnTo>
                      <a:pt x="833274" y="44331"/>
                    </a:lnTo>
                    <a:lnTo>
                      <a:pt x="825280" y="37069"/>
                    </a:lnTo>
                    <a:lnTo>
                      <a:pt x="828911" y="33072"/>
                    </a:lnTo>
                    <a:lnTo>
                      <a:pt x="820917" y="25810"/>
                    </a:lnTo>
                    <a:lnTo>
                      <a:pt x="824548" y="21813"/>
                    </a:lnTo>
                    <a:lnTo>
                      <a:pt x="816554" y="14551"/>
                    </a:lnTo>
                    <a:lnTo>
                      <a:pt x="820185" y="10554"/>
                    </a:lnTo>
                    <a:lnTo>
                      <a:pt x="816189" y="6923"/>
                    </a:lnTo>
                    <a:moveTo>
                      <a:pt x="646372" y="185817"/>
                    </a:moveTo>
                    <a:lnTo>
                      <a:pt x="663823" y="230853"/>
                    </a:lnTo>
                    <a:lnTo>
                      <a:pt x="617323" y="217792"/>
                    </a:lnTo>
                    <a:lnTo>
                      <a:pt x="646372" y="185817"/>
                    </a:lnTo>
                    <a:lnTo>
                      <a:pt x="642741" y="189814"/>
                    </a:lnTo>
                    <a:lnTo>
                      <a:pt x="655829" y="223591"/>
                    </a:lnTo>
                    <a:lnTo>
                      <a:pt x="620954" y="213795"/>
                    </a:lnTo>
                    <a:lnTo>
                      <a:pt x="624951" y="217426"/>
                    </a:lnTo>
                    <a:lnTo>
                      <a:pt x="646738" y="193445"/>
                    </a:lnTo>
                    <a:lnTo>
                      <a:pt x="642741" y="189814"/>
                    </a:lnTo>
                    <a:lnTo>
                      <a:pt x="646372" y="185817"/>
                    </a:lnTo>
                    <a:lnTo>
                      <a:pt x="647103" y="201073"/>
                    </a:lnTo>
                    <a:lnTo>
                      <a:pt x="650734" y="197076"/>
                    </a:lnTo>
                    <a:lnTo>
                      <a:pt x="651466" y="212332"/>
                    </a:lnTo>
                    <a:lnTo>
                      <a:pt x="655097" y="208335"/>
                    </a:lnTo>
                    <a:lnTo>
                      <a:pt x="659826" y="227222"/>
                    </a:lnTo>
                    <a:lnTo>
                      <a:pt x="640573" y="224322"/>
                    </a:lnTo>
                    <a:lnTo>
                      <a:pt x="644204" y="220325"/>
                    </a:lnTo>
                    <a:lnTo>
                      <a:pt x="628948" y="221057"/>
                    </a:lnTo>
                    <a:lnTo>
                      <a:pt x="632579" y="217060"/>
                    </a:lnTo>
                    <a:lnTo>
                      <a:pt x="617323" y="217792"/>
                    </a:lnTo>
                    <a:lnTo>
                      <a:pt x="628582" y="213429"/>
                    </a:lnTo>
                    <a:lnTo>
                      <a:pt x="628216" y="205801"/>
                    </a:lnTo>
                    <a:lnTo>
                      <a:pt x="635844" y="205435"/>
                    </a:lnTo>
                    <a:lnTo>
                      <a:pt x="635478" y="197807"/>
                    </a:lnTo>
                    <a:lnTo>
                      <a:pt x="643106" y="197441"/>
                    </a:lnTo>
                    <a:lnTo>
                      <a:pt x="646372" y="185817"/>
                    </a:lnTo>
                    <a:lnTo>
                      <a:pt x="646738" y="193445"/>
                    </a:lnTo>
                    <a:lnTo>
                      <a:pt x="639110" y="193810"/>
                    </a:lnTo>
                    <a:lnTo>
                      <a:pt x="639475" y="201438"/>
                    </a:lnTo>
                    <a:lnTo>
                      <a:pt x="631847" y="201804"/>
                    </a:lnTo>
                    <a:lnTo>
                      <a:pt x="632213" y="209432"/>
                    </a:lnTo>
                    <a:lnTo>
                      <a:pt x="624585" y="209798"/>
                    </a:lnTo>
                    <a:lnTo>
                      <a:pt x="624951" y="217426"/>
                    </a:lnTo>
                    <a:lnTo>
                      <a:pt x="628948" y="221057"/>
                    </a:lnTo>
                    <a:lnTo>
                      <a:pt x="632579" y="217060"/>
                    </a:lnTo>
                    <a:lnTo>
                      <a:pt x="640573" y="224322"/>
                    </a:lnTo>
                    <a:lnTo>
                      <a:pt x="644204" y="220325"/>
                    </a:lnTo>
                    <a:lnTo>
                      <a:pt x="663823" y="230853"/>
                    </a:lnTo>
                    <a:lnTo>
                      <a:pt x="655829" y="223591"/>
                    </a:lnTo>
                    <a:lnTo>
                      <a:pt x="659460" y="219594"/>
                    </a:lnTo>
                    <a:lnTo>
                      <a:pt x="651466" y="212332"/>
                    </a:lnTo>
                    <a:lnTo>
                      <a:pt x="655097" y="208335"/>
                    </a:lnTo>
                    <a:lnTo>
                      <a:pt x="647103" y="201073"/>
                    </a:lnTo>
                    <a:lnTo>
                      <a:pt x="650734" y="197076"/>
                    </a:lnTo>
                    <a:lnTo>
                      <a:pt x="646738" y="193445"/>
                    </a:lnTo>
                    <a:moveTo>
                      <a:pt x="476921" y="372338"/>
                    </a:moveTo>
                    <a:lnTo>
                      <a:pt x="494372" y="417375"/>
                    </a:lnTo>
                    <a:lnTo>
                      <a:pt x="447872" y="404313"/>
                    </a:lnTo>
                    <a:lnTo>
                      <a:pt x="476921" y="372338"/>
                    </a:lnTo>
                    <a:lnTo>
                      <a:pt x="473290" y="376335"/>
                    </a:lnTo>
                    <a:lnTo>
                      <a:pt x="486378" y="410112"/>
                    </a:lnTo>
                    <a:lnTo>
                      <a:pt x="451503" y="400317"/>
                    </a:lnTo>
                    <a:lnTo>
                      <a:pt x="455500" y="403948"/>
                    </a:lnTo>
                    <a:lnTo>
                      <a:pt x="477287" y="379966"/>
                    </a:lnTo>
                    <a:lnTo>
                      <a:pt x="473290" y="376335"/>
                    </a:lnTo>
                    <a:lnTo>
                      <a:pt x="476921" y="372338"/>
                    </a:lnTo>
                    <a:lnTo>
                      <a:pt x="477652" y="387594"/>
                    </a:lnTo>
                    <a:lnTo>
                      <a:pt x="481283" y="383597"/>
                    </a:lnTo>
                    <a:lnTo>
                      <a:pt x="482015" y="398853"/>
                    </a:lnTo>
                    <a:lnTo>
                      <a:pt x="485646" y="394856"/>
                    </a:lnTo>
                    <a:lnTo>
                      <a:pt x="490375" y="413744"/>
                    </a:lnTo>
                    <a:lnTo>
                      <a:pt x="471122" y="410844"/>
                    </a:lnTo>
                    <a:lnTo>
                      <a:pt x="474753" y="406847"/>
                    </a:lnTo>
                    <a:lnTo>
                      <a:pt x="459497" y="407579"/>
                    </a:lnTo>
                    <a:lnTo>
                      <a:pt x="463128" y="403582"/>
                    </a:lnTo>
                    <a:lnTo>
                      <a:pt x="447872" y="404313"/>
                    </a:lnTo>
                    <a:lnTo>
                      <a:pt x="459131" y="399951"/>
                    </a:lnTo>
                    <a:lnTo>
                      <a:pt x="458765" y="392323"/>
                    </a:lnTo>
                    <a:lnTo>
                      <a:pt x="466393" y="391957"/>
                    </a:lnTo>
                    <a:lnTo>
                      <a:pt x="466027" y="384329"/>
                    </a:lnTo>
                    <a:lnTo>
                      <a:pt x="473655" y="383963"/>
                    </a:lnTo>
                    <a:lnTo>
                      <a:pt x="476921" y="372338"/>
                    </a:lnTo>
                    <a:lnTo>
                      <a:pt x="477287" y="379966"/>
                    </a:lnTo>
                    <a:lnTo>
                      <a:pt x="469659" y="380332"/>
                    </a:lnTo>
                    <a:lnTo>
                      <a:pt x="470024" y="387960"/>
                    </a:lnTo>
                    <a:lnTo>
                      <a:pt x="462396" y="388326"/>
                    </a:lnTo>
                    <a:lnTo>
                      <a:pt x="462762" y="395954"/>
                    </a:lnTo>
                    <a:lnTo>
                      <a:pt x="455134" y="396320"/>
                    </a:lnTo>
                    <a:lnTo>
                      <a:pt x="455500" y="403948"/>
                    </a:lnTo>
                    <a:lnTo>
                      <a:pt x="459497" y="407579"/>
                    </a:lnTo>
                    <a:lnTo>
                      <a:pt x="463128" y="403582"/>
                    </a:lnTo>
                    <a:lnTo>
                      <a:pt x="471122" y="410844"/>
                    </a:lnTo>
                    <a:lnTo>
                      <a:pt x="474753" y="406847"/>
                    </a:lnTo>
                    <a:lnTo>
                      <a:pt x="494372" y="417375"/>
                    </a:lnTo>
                    <a:lnTo>
                      <a:pt x="486378" y="410112"/>
                    </a:lnTo>
                    <a:lnTo>
                      <a:pt x="490009" y="406116"/>
                    </a:lnTo>
                    <a:lnTo>
                      <a:pt x="482015" y="398853"/>
                    </a:lnTo>
                    <a:lnTo>
                      <a:pt x="485646" y="394856"/>
                    </a:lnTo>
                    <a:lnTo>
                      <a:pt x="477652" y="387594"/>
                    </a:lnTo>
                    <a:lnTo>
                      <a:pt x="481283" y="383597"/>
                    </a:lnTo>
                    <a:lnTo>
                      <a:pt x="477287" y="379966"/>
                    </a:lnTo>
                    <a:moveTo>
                      <a:pt x="307470" y="558860"/>
                    </a:moveTo>
                    <a:lnTo>
                      <a:pt x="324920" y="603896"/>
                    </a:lnTo>
                    <a:lnTo>
                      <a:pt x="278421" y="590835"/>
                    </a:lnTo>
                    <a:lnTo>
                      <a:pt x="307470" y="558860"/>
                    </a:lnTo>
                    <a:lnTo>
                      <a:pt x="303839" y="562857"/>
                    </a:lnTo>
                    <a:lnTo>
                      <a:pt x="316927" y="596634"/>
                    </a:lnTo>
                    <a:lnTo>
                      <a:pt x="282052" y="586838"/>
                    </a:lnTo>
                    <a:lnTo>
                      <a:pt x="286049" y="590469"/>
                    </a:lnTo>
                    <a:lnTo>
                      <a:pt x="307836" y="566488"/>
                    </a:lnTo>
                    <a:lnTo>
                      <a:pt x="303839" y="562857"/>
                    </a:lnTo>
                    <a:lnTo>
                      <a:pt x="307470" y="558860"/>
                    </a:lnTo>
                    <a:lnTo>
                      <a:pt x="308201" y="574116"/>
                    </a:lnTo>
                    <a:lnTo>
                      <a:pt x="311832" y="570119"/>
                    </a:lnTo>
                    <a:lnTo>
                      <a:pt x="312564" y="585375"/>
                    </a:lnTo>
                    <a:lnTo>
                      <a:pt x="316195" y="581378"/>
                    </a:lnTo>
                    <a:lnTo>
                      <a:pt x="320924" y="600265"/>
                    </a:lnTo>
                    <a:lnTo>
                      <a:pt x="301671" y="597366"/>
                    </a:lnTo>
                    <a:lnTo>
                      <a:pt x="305302" y="593369"/>
                    </a:lnTo>
                    <a:lnTo>
                      <a:pt x="290046" y="594100"/>
                    </a:lnTo>
                    <a:lnTo>
                      <a:pt x="293677" y="590104"/>
                    </a:lnTo>
                    <a:lnTo>
                      <a:pt x="278421" y="590835"/>
                    </a:lnTo>
                    <a:lnTo>
                      <a:pt x="289680" y="586473"/>
                    </a:lnTo>
                    <a:lnTo>
                      <a:pt x="289314" y="578845"/>
                    </a:lnTo>
                    <a:lnTo>
                      <a:pt x="296942" y="578479"/>
                    </a:lnTo>
                    <a:lnTo>
                      <a:pt x="296576" y="570851"/>
                    </a:lnTo>
                    <a:lnTo>
                      <a:pt x="304204" y="570485"/>
                    </a:lnTo>
                    <a:lnTo>
                      <a:pt x="307470" y="558860"/>
                    </a:lnTo>
                    <a:lnTo>
                      <a:pt x="307836" y="566488"/>
                    </a:lnTo>
                    <a:lnTo>
                      <a:pt x="300208" y="566854"/>
                    </a:lnTo>
                    <a:lnTo>
                      <a:pt x="300573" y="574482"/>
                    </a:lnTo>
                    <a:lnTo>
                      <a:pt x="292945" y="574848"/>
                    </a:lnTo>
                    <a:lnTo>
                      <a:pt x="293311" y="582476"/>
                    </a:lnTo>
                    <a:lnTo>
                      <a:pt x="285683" y="582841"/>
                    </a:lnTo>
                    <a:lnTo>
                      <a:pt x="286049" y="590469"/>
                    </a:lnTo>
                    <a:lnTo>
                      <a:pt x="290046" y="594100"/>
                    </a:lnTo>
                    <a:lnTo>
                      <a:pt x="293677" y="590104"/>
                    </a:lnTo>
                    <a:lnTo>
                      <a:pt x="301671" y="597366"/>
                    </a:lnTo>
                    <a:lnTo>
                      <a:pt x="305302" y="593369"/>
                    </a:lnTo>
                    <a:lnTo>
                      <a:pt x="324920" y="603896"/>
                    </a:lnTo>
                    <a:lnTo>
                      <a:pt x="316927" y="596634"/>
                    </a:lnTo>
                    <a:lnTo>
                      <a:pt x="320558" y="592637"/>
                    </a:lnTo>
                    <a:lnTo>
                      <a:pt x="312564" y="585375"/>
                    </a:lnTo>
                    <a:lnTo>
                      <a:pt x="316195" y="581378"/>
                    </a:lnTo>
                    <a:lnTo>
                      <a:pt x="308201" y="574116"/>
                    </a:lnTo>
                    <a:lnTo>
                      <a:pt x="311832" y="570119"/>
                    </a:lnTo>
                    <a:lnTo>
                      <a:pt x="307836" y="566488"/>
                    </a:lnTo>
                    <a:moveTo>
                      <a:pt x="138019" y="745382"/>
                    </a:moveTo>
                    <a:lnTo>
                      <a:pt x="155469" y="790418"/>
                    </a:lnTo>
                    <a:lnTo>
                      <a:pt x="108970" y="777357"/>
                    </a:lnTo>
                    <a:lnTo>
                      <a:pt x="138019" y="745382"/>
                    </a:lnTo>
                    <a:lnTo>
                      <a:pt x="134388" y="749379"/>
                    </a:lnTo>
                    <a:lnTo>
                      <a:pt x="147476" y="783156"/>
                    </a:lnTo>
                    <a:lnTo>
                      <a:pt x="112601" y="773360"/>
                    </a:lnTo>
                    <a:lnTo>
                      <a:pt x="116598" y="776991"/>
                    </a:lnTo>
                    <a:lnTo>
                      <a:pt x="138384" y="753010"/>
                    </a:lnTo>
                    <a:lnTo>
                      <a:pt x="134388" y="749379"/>
                    </a:lnTo>
                    <a:lnTo>
                      <a:pt x="138019" y="745382"/>
                    </a:lnTo>
                    <a:lnTo>
                      <a:pt x="138750" y="760638"/>
                    </a:lnTo>
                    <a:lnTo>
                      <a:pt x="142381" y="756641"/>
                    </a:lnTo>
                    <a:lnTo>
                      <a:pt x="143113" y="771897"/>
                    </a:lnTo>
                    <a:lnTo>
                      <a:pt x="146744" y="767900"/>
                    </a:lnTo>
                    <a:lnTo>
                      <a:pt x="151473" y="786787"/>
                    </a:lnTo>
                    <a:lnTo>
                      <a:pt x="132220" y="783888"/>
                    </a:lnTo>
                    <a:lnTo>
                      <a:pt x="135851" y="779891"/>
                    </a:lnTo>
                    <a:lnTo>
                      <a:pt x="120595" y="780622"/>
                    </a:lnTo>
                    <a:lnTo>
                      <a:pt x="124226" y="776625"/>
                    </a:lnTo>
                    <a:lnTo>
                      <a:pt x="108970" y="777357"/>
                    </a:lnTo>
                    <a:lnTo>
                      <a:pt x="120229" y="772994"/>
                    </a:lnTo>
                    <a:lnTo>
                      <a:pt x="119863" y="765366"/>
                    </a:lnTo>
                    <a:lnTo>
                      <a:pt x="127491" y="765000"/>
                    </a:lnTo>
                    <a:lnTo>
                      <a:pt x="127125" y="757372"/>
                    </a:lnTo>
                    <a:lnTo>
                      <a:pt x="134753" y="757007"/>
                    </a:lnTo>
                    <a:lnTo>
                      <a:pt x="138019" y="745382"/>
                    </a:lnTo>
                    <a:lnTo>
                      <a:pt x="138384" y="753010"/>
                    </a:lnTo>
                    <a:lnTo>
                      <a:pt x="130757" y="753376"/>
                    </a:lnTo>
                    <a:lnTo>
                      <a:pt x="131122" y="761004"/>
                    </a:lnTo>
                    <a:lnTo>
                      <a:pt x="123494" y="761369"/>
                    </a:lnTo>
                    <a:lnTo>
                      <a:pt x="123860" y="768997"/>
                    </a:lnTo>
                    <a:lnTo>
                      <a:pt x="116232" y="769363"/>
                    </a:lnTo>
                    <a:lnTo>
                      <a:pt x="116598" y="776991"/>
                    </a:lnTo>
                    <a:lnTo>
                      <a:pt x="120595" y="780622"/>
                    </a:lnTo>
                    <a:lnTo>
                      <a:pt x="124226" y="776625"/>
                    </a:lnTo>
                    <a:lnTo>
                      <a:pt x="132220" y="783888"/>
                    </a:lnTo>
                    <a:lnTo>
                      <a:pt x="135851" y="779891"/>
                    </a:lnTo>
                    <a:lnTo>
                      <a:pt x="155469" y="790418"/>
                    </a:lnTo>
                    <a:lnTo>
                      <a:pt x="147476" y="783156"/>
                    </a:lnTo>
                    <a:lnTo>
                      <a:pt x="151107" y="779159"/>
                    </a:lnTo>
                    <a:lnTo>
                      <a:pt x="143113" y="771897"/>
                    </a:lnTo>
                    <a:lnTo>
                      <a:pt x="146744" y="767900"/>
                    </a:lnTo>
                    <a:lnTo>
                      <a:pt x="138750" y="760638"/>
                    </a:lnTo>
                    <a:lnTo>
                      <a:pt x="142381" y="756641"/>
                    </a:lnTo>
                    <a:lnTo>
                      <a:pt x="138384" y="753010"/>
                    </a:lnTo>
                    <a:moveTo>
                      <a:pt x="46248" y="763007"/>
                    </a:moveTo>
                    <a:lnTo>
                      <a:pt x="0" y="776935"/>
                    </a:lnTo>
                    <a:lnTo>
                      <a:pt x="16606" y="731580"/>
                    </a:lnTo>
                    <a:lnTo>
                      <a:pt x="46248" y="763007"/>
                    </a:lnTo>
                    <a:lnTo>
                      <a:pt x="42542" y="759079"/>
                    </a:lnTo>
                    <a:lnTo>
                      <a:pt x="7857" y="769525"/>
                    </a:lnTo>
                    <a:lnTo>
                      <a:pt x="20311" y="735509"/>
                    </a:lnTo>
                    <a:lnTo>
                      <a:pt x="16383" y="739214"/>
                    </a:lnTo>
                    <a:lnTo>
                      <a:pt x="38614" y="762784"/>
                    </a:lnTo>
                    <a:lnTo>
                      <a:pt x="42542" y="759079"/>
                    </a:lnTo>
                    <a:lnTo>
                      <a:pt x="46248" y="763007"/>
                    </a:lnTo>
                    <a:lnTo>
                      <a:pt x="30981" y="762561"/>
                    </a:lnTo>
                    <a:lnTo>
                      <a:pt x="34686" y="766489"/>
                    </a:lnTo>
                    <a:lnTo>
                      <a:pt x="19419" y="766043"/>
                    </a:lnTo>
                    <a:lnTo>
                      <a:pt x="23124" y="769971"/>
                    </a:lnTo>
                    <a:lnTo>
                      <a:pt x="3929" y="773230"/>
                    </a:lnTo>
                    <a:lnTo>
                      <a:pt x="8303" y="754258"/>
                    </a:lnTo>
                    <a:lnTo>
                      <a:pt x="12008" y="758186"/>
                    </a:lnTo>
                    <a:lnTo>
                      <a:pt x="12455" y="742919"/>
                    </a:lnTo>
                    <a:lnTo>
                      <a:pt x="16160" y="746847"/>
                    </a:lnTo>
                    <a:lnTo>
                      <a:pt x="16606" y="731580"/>
                    </a:lnTo>
                    <a:lnTo>
                      <a:pt x="20088" y="743142"/>
                    </a:lnTo>
                    <a:lnTo>
                      <a:pt x="27722" y="743365"/>
                    </a:lnTo>
                    <a:lnTo>
                      <a:pt x="27498" y="750999"/>
                    </a:lnTo>
                    <a:lnTo>
                      <a:pt x="35132" y="751222"/>
                    </a:lnTo>
                    <a:lnTo>
                      <a:pt x="34909" y="758855"/>
                    </a:lnTo>
                    <a:lnTo>
                      <a:pt x="46248" y="763007"/>
                    </a:lnTo>
                    <a:lnTo>
                      <a:pt x="38614" y="762784"/>
                    </a:lnTo>
                    <a:lnTo>
                      <a:pt x="38837" y="755150"/>
                    </a:lnTo>
                    <a:lnTo>
                      <a:pt x="31204" y="754927"/>
                    </a:lnTo>
                    <a:lnTo>
                      <a:pt x="31427" y="747294"/>
                    </a:lnTo>
                    <a:lnTo>
                      <a:pt x="23793" y="747071"/>
                    </a:lnTo>
                    <a:lnTo>
                      <a:pt x="24016" y="739437"/>
                    </a:lnTo>
                    <a:lnTo>
                      <a:pt x="16383" y="739214"/>
                    </a:lnTo>
                    <a:lnTo>
                      <a:pt x="12455" y="742919"/>
                    </a:lnTo>
                    <a:lnTo>
                      <a:pt x="16160" y="746847"/>
                    </a:lnTo>
                    <a:lnTo>
                      <a:pt x="8303" y="754258"/>
                    </a:lnTo>
                    <a:lnTo>
                      <a:pt x="12008" y="758186"/>
                    </a:lnTo>
                    <a:lnTo>
                      <a:pt x="0" y="776935"/>
                    </a:lnTo>
                    <a:lnTo>
                      <a:pt x="7857" y="769525"/>
                    </a:lnTo>
                    <a:lnTo>
                      <a:pt x="11562" y="773453"/>
                    </a:lnTo>
                    <a:lnTo>
                      <a:pt x="19419" y="766043"/>
                    </a:lnTo>
                    <a:lnTo>
                      <a:pt x="23124" y="769971"/>
                    </a:lnTo>
                    <a:lnTo>
                      <a:pt x="30981" y="762561"/>
                    </a:lnTo>
                    <a:lnTo>
                      <a:pt x="34686" y="766489"/>
                    </a:lnTo>
                    <a:lnTo>
                      <a:pt x="38614" y="76278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46" name="Контур"/>
              <p:cNvSpPr/>
              <p:nvPr/>
            </p:nvSpPr>
            <p:spPr>
              <a:xfrm>
                <a:off x="6766935" y="1584000"/>
                <a:ext cx="715199" cy="638690"/>
              </a:xfrm>
              <a:custGeom>
                <a:avLst/>
                <a:gdLst/>
                <a:ahLst/>
                <a:cxnLst/>
                <a:rect l="l" t="t" r="r" b="b"/>
                <a:pathLst>
                  <a:path w="715199" h="638690" fill="none">
                    <a:moveTo>
                      <a:pt x="0" y="638690"/>
                    </a:moveTo>
                    <a:lnTo>
                      <a:pt x="91661" y="552236"/>
                    </a:lnTo>
                    <a:moveTo>
                      <a:pt x="91661" y="552236"/>
                    </a:moveTo>
                    <a:lnTo>
                      <a:pt x="183322" y="465782"/>
                    </a:lnTo>
                    <a:moveTo>
                      <a:pt x="183322" y="465782"/>
                    </a:moveTo>
                    <a:lnTo>
                      <a:pt x="209290" y="441289"/>
                    </a:lnTo>
                    <a:lnTo>
                      <a:pt x="274983" y="379328"/>
                    </a:lnTo>
                    <a:moveTo>
                      <a:pt x="274983" y="379328"/>
                    </a:moveTo>
                    <a:lnTo>
                      <a:pt x="366644" y="292874"/>
                    </a:lnTo>
                    <a:moveTo>
                      <a:pt x="366644" y="292874"/>
                    </a:moveTo>
                    <a:lnTo>
                      <a:pt x="458305" y="206421"/>
                    </a:lnTo>
                    <a:moveTo>
                      <a:pt x="458305" y="206421"/>
                    </a:moveTo>
                    <a:lnTo>
                      <a:pt x="549966" y="119967"/>
                    </a:lnTo>
                    <a:moveTo>
                      <a:pt x="549966" y="119967"/>
                    </a:moveTo>
                    <a:lnTo>
                      <a:pt x="596229" y="76332"/>
                    </a:lnTo>
                    <a:lnTo>
                      <a:pt x="648753" y="42632"/>
                    </a:lnTo>
                    <a:moveTo>
                      <a:pt x="648753" y="42632"/>
                    </a:moveTo>
                    <a:lnTo>
                      <a:pt x="71519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47" name="Контур"/>
              <p:cNvSpPr/>
              <p:nvPr/>
            </p:nvSpPr>
            <p:spPr>
              <a:xfrm>
                <a:off x="6813033" y="1584000"/>
                <a:ext cx="605155" cy="537587"/>
              </a:xfrm>
              <a:custGeom>
                <a:avLst/>
                <a:gdLst/>
                <a:ahLst/>
                <a:cxnLst/>
                <a:rect l="l" t="t" r="r" b="b"/>
                <a:pathLst>
                  <a:path w="605155" h="537587" fill="none">
                    <a:moveTo>
                      <a:pt x="31426" y="491339"/>
                    </a:moveTo>
                    <a:lnTo>
                      <a:pt x="45355" y="537587"/>
                    </a:lnTo>
                    <a:lnTo>
                      <a:pt x="0" y="520981"/>
                    </a:lnTo>
                    <a:lnTo>
                      <a:pt x="31426" y="491339"/>
                    </a:lnTo>
                    <a:lnTo>
                      <a:pt x="27498" y="495045"/>
                    </a:lnTo>
                    <a:lnTo>
                      <a:pt x="37944" y="529730"/>
                    </a:lnTo>
                    <a:lnTo>
                      <a:pt x="3928" y="517276"/>
                    </a:lnTo>
                    <a:lnTo>
                      <a:pt x="7633" y="521204"/>
                    </a:lnTo>
                    <a:lnTo>
                      <a:pt x="31203" y="498973"/>
                    </a:lnTo>
                    <a:lnTo>
                      <a:pt x="27498" y="495045"/>
                    </a:lnTo>
                    <a:lnTo>
                      <a:pt x="31426" y="491339"/>
                    </a:lnTo>
                    <a:lnTo>
                      <a:pt x="30980" y="506606"/>
                    </a:lnTo>
                    <a:lnTo>
                      <a:pt x="34909" y="502901"/>
                    </a:lnTo>
                    <a:lnTo>
                      <a:pt x="34462" y="518168"/>
                    </a:lnTo>
                    <a:lnTo>
                      <a:pt x="38391" y="514463"/>
                    </a:lnTo>
                    <a:lnTo>
                      <a:pt x="41649" y="533658"/>
                    </a:lnTo>
                    <a:lnTo>
                      <a:pt x="22677" y="529284"/>
                    </a:lnTo>
                    <a:lnTo>
                      <a:pt x="26606" y="525579"/>
                    </a:lnTo>
                    <a:lnTo>
                      <a:pt x="11339" y="525132"/>
                    </a:lnTo>
                    <a:lnTo>
                      <a:pt x="15267" y="521427"/>
                    </a:lnTo>
                    <a:lnTo>
                      <a:pt x="0" y="520981"/>
                    </a:lnTo>
                    <a:lnTo>
                      <a:pt x="11562" y="517499"/>
                    </a:lnTo>
                    <a:lnTo>
                      <a:pt x="11785" y="509865"/>
                    </a:lnTo>
                    <a:lnTo>
                      <a:pt x="19418" y="510088"/>
                    </a:lnTo>
                    <a:lnTo>
                      <a:pt x="19642" y="502455"/>
                    </a:lnTo>
                    <a:lnTo>
                      <a:pt x="27275" y="502678"/>
                    </a:lnTo>
                    <a:lnTo>
                      <a:pt x="31426" y="491339"/>
                    </a:lnTo>
                    <a:lnTo>
                      <a:pt x="31203" y="498973"/>
                    </a:lnTo>
                    <a:lnTo>
                      <a:pt x="23570" y="498750"/>
                    </a:lnTo>
                    <a:lnTo>
                      <a:pt x="23347" y="506383"/>
                    </a:lnTo>
                    <a:lnTo>
                      <a:pt x="15713" y="506160"/>
                    </a:lnTo>
                    <a:lnTo>
                      <a:pt x="15490" y="513794"/>
                    </a:lnTo>
                    <a:lnTo>
                      <a:pt x="7857" y="513570"/>
                    </a:lnTo>
                    <a:lnTo>
                      <a:pt x="7633" y="521204"/>
                    </a:lnTo>
                    <a:lnTo>
                      <a:pt x="11339" y="525132"/>
                    </a:lnTo>
                    <a:lnTo>
                      <a:pt x="15267" y="521427"/>
                    </a:lnTo>
                    <a:lnTo>
                      <a:pt x="22677" y="529284"/>
                    </a:lnTo>
                    <a:lnTo>
                      <a:pt x="26606" y="525579"/>
                    </a:lnTo>
                    <a:lnTo>
                      <a:pt x="45355" y="537587"/>
                    </a:lnTo>
                    <a:lnTo>
                      <a:pt x="37944" y="529730"/>
                    </a:lnTo>
                    <a:lnTo>
                      <a:pt x="41873" y="526025"/>
                    </a:lnTo>
                    <a:lnTo>
                      <a:pt x="34462" y="518168"/>
                    </a:lnTo>
                    <a:lnTo>
                      <a:pt x="38391" y="514463"/>
                    </a:lnTo>
                    <a:lnTo>
                      <a:pt x="30980" y="506606"/>
                    </a:lnTo>
                    <a:lnTo>
                      <a:pt x="34909" y="502901"/>
                    </a:lnTo>
                    <a:lnTo>
                      <a:pt x="31203" y="498973"/>
                    </a:lnTo>
                    <a:moveTo>
                      <a:pt x="214748" y="318432"/>
                    </a:moveTo>
                    <a:lnTo>
                      <a:pt x="228676" y="364679"/>
                    </a:lnTo>
                    <a:lnTo>
                      <a:pt x="183322" y="348073"/>
                    </a:lnTo>
                    <a:lnTo>
                      <a:pt x="214748" y="318432"/>
                    </a:lnTo>
                    <a:lnTo>
                      <a:pt x="210820" y="322137"/>
                    </a:lnTo>
                    <a:lnTo>
                      <a:pt x="221266" y="356822"/>
                    </a:lnTo>
                    <a:lnTo>
                      <a:pt x="187250" y="344368"/>
                    </a:lnTo>
                    <a:lnTo>
                      <a:pt x="190955" y="348296"/>
                    </a:lnTo>
                    <a:lnTo>
                      <a:pt x="214525" y="326065"/>
                    </a:lnTo>
                    <a:lnTo>
                      <a:pt x="210820" y="322137"/>
                    </a:lnTo>
                    <a:lnTo>
                      <a:pt x="214748" y="318432"/>
                    </a:lnTo>
                    <a:lnTo>
                      <a:pt x="214302" y="333699"/>
                    </a:lnTo>
                    <a:lnTo>
                      <a:pt x="218230" y="329993"/>
                    </a:lnTo>
                    <a:lnTo>
                      <a:pt x="217784" y="345260"/>
                    </a:lnTo>
                    <a:lnTo>
                      <a:pt x="221712" y="341555"/>
                    </a:lnTo>
                    <a:lnTo>
                      <a:pt x="224971" y="360750"/>
                    </a:lnTo>
                    <a:lnTo>
                      <a:pt x="205999" y="356376"/>
                    </a:lnTo>
                    <a:lnTo>
                      <a:pt x="209927" y="352671"/>
                    </a:lnTo>
                    <a:lnTo>
                      <a:pt x="194660" y="352224"/>
                    </a:lnTo>
                    <a:lnTo>
                      <a:pt x="198589" y="348519"/>
                    </a:lnTo>
                    <a:lnTo>
                      <a:pt x="183322" y="348073"/>
                    </a:lnTo>
                    <a:lnTo>
                      <a:pt x="194884" y="344591"/>
                    </a:lnTo>
                    <a:lnTo>
                      <a:pt x="195107" y="336957"/>
                    </a:lnTo>
                    <a:lnTo>
                      <a:pt x="202740" y="337181"/>
                    </a:lnTo>
                    <a:lnTo>
                      <a:pt x="202963" y="329547"/>
                    </a:lnTo>
                    <a:lnTo>
                      <a:pt x="210597" y="329770"/>
                    </a:lnTo>
                    <a:lnTo>
                      <a:pt x="214748" y="318432"/>
                    </a:lnTo>
                    <a:lnTo>
                      <a:pt x="214525" y="326065"/>
                    </a:lnTo>
                    <a:lnTo>
                      <a:pt x="206892" y="325842"/>
                    </a:lnTo>
                    <a:lnTo>
                      <a:pt x="206669" y="333475"/>
                    </a:lnTo>
                    <a:lnTo>
                      <a:pt x="199035" y="333252"/>
                    </a:lnTo>
                    <a:lnTo>
                      <a:pt x="198812" y="340886"/>
                    </a:lnTo>
                    <a:lnTo>
                      <a:pt x="191178" y="340663"/>
                    </a:lnTo>
                    <a:lnTo>
                      <a:pt x="190955" y="348296"/>
                    </a:lnTo>
                    <a:lnTo>
                      <a:pt x="194660" y="352224"/>
                    </a:lnTo>
                    <a:lnTo>
                      <a:pt x="198589" y="348519"/>
                    </a:lnTo>
                    <a:lnTo>
                      <a:pt x="205999" y="356376"/>
                    </a:lnTo>
                    <a:lnTo>
                      <a:pt x="209927" y="352671"/>
                    </a:lnTo>
                    <a:lnTo>
                      <a:pt x="228676" y="364679"/>
                    </a:lnTo>
                    <a:lnTo>
                      <a:pt x="221266" y="356822"/>
                    </a:lnTo>
                    <a:lnTo>
                      <a:pt x="225194" y="353117"/>
                    </a:lnTo>
                    <a:lnTo>
                      <a:pt x="217784" y="345260"/>
                    </a:lnTo>
                    <a:lnTo>
                      <a:pt x="221712" y="341555"/>
                    </a:lnTo>
                    <a:lnTo>
                      <a:pt x="214302" y="333699"/>
                    </a:lnTo>
                    <a:lnTo>
                      <a:pt x="218230" y="329993"/>
                    </a:lnTo>
                    <a:lnTo>
                      <a:pt x="214525" y="326065"/>
                    </a:lnTo>
                    <a:moveTo>
                      <a:pt x="398070" y="145524"/>
                    </a:moveTo>
                    <a:lnTo>
                      <a:pt x="411998" y="191771"/>
                    </a:lnTo>
                    <a:lnTo>
                      <a:pt x="366644" y="175165"/>
                    </a:lnTo>
                    <a:lnTo>
                      <a:pt x="398070" y="145524"/>
                    </a:lnTo>
                    <a:lnTo>
                      <a:pt x="394142" y="149229"/>
                    </a:lnTo>
                    <a:lnTo>
                      <a:pt x="404588" y="183914"/>
                    </a:lnTo>
                    <a:lnTo>
                      <a:pt x="370572" y="171460"/>
                    </a:lnTo>
                    <a:lnTo>
                      <a:pt x="374277" y="175388"/>
                    </a:lnTo>
                    <a:lnTo>
                      <a:pt x="397847" y="153157"/>
                    </a:lnTo>
                    <a:lnTo>
                      <a:pt x="394142" y="149229"/>
                    </a:lnTo>
                    <a:lnTo>
                      <a:pt x="398070" y="145524"/>
                    </a:lnTo>
                    <a:lnTo>
                      <a:pt x="397624" y="160791"/>
                    </a:lnTo>
                    <a:lnTo>
                      <a:pt x="401552" y="157086"/>
                    </a:lnTo>
                    <a:lnTo>
                      <a:pt x="401106" y="172353"/>
                    </a:lnTo>
                    <a:lnTo>
                      <a:pt x="405034" y="168648"/>
                    </a:lnTo>
                    <a:lnTo>
                      <a:pt x="408293" y="187843"/>
                    </a:lnTo>
                    <a:lnTo>
                      <a:pt x="389321" y="183468"/>
                    </a:lnTo>
                    <a:lnTo>
                      <a:pt x="393249" y="179763"/>
                    </a:lnTo>
                    <a:lnTo>
                      <a:pt x="377982" y="179317"/>
                    </a:lnTo>
                    <a:lnTo>
                      <a:pt x="381911" y="175612"/>
                    </a:lnTo>
                    <a:lnTo>
                      <a:pt x="366644" y="175165"/>
                    </a:lnTo>
                    <a:lnTo>
                      <a:pt x="378205" y="171683"/>
                    </a:lnTo>
                    <a:lnTo>
                      <a:pt x="378429" y="164050"/>
                    </a:lnTo>
                    <a:lnTo>
                      <a:pt x="386062" y="164273"/>
                    </a:lnTo>
                    <a:lnTo>
                      <a:pt x="386285" y="156639"/>
                    </a:lnTo>
                    <a:lnTo>
                      <a:pt x="393919" y="156863"/>
                    </a:lnTo>
                    <a:lnTo>
                      <a:pt x="398070" y="145524"/>
                    </a:lnTo>
                    <a:lnTo>
                      <a:pt x="397847" y="153157"/>
                    </a:lnTo>
                    <a:lnTo>
                      <a:pt x="390214" y="152934"/>
                    </a:lnTo>
                    <a:lnTo>
                      <a:pt x="389990" y="160568"/>
                    </a:lnTo>
                    <a:lnTo>
                      <a:pt x="382357" y="160345"/>
                    </a:lnTo>
                    <a:lnTo>
                      <a:pt x="382134" y="167978"/>
                    </a:lnTo>
                    <a:lnTo>
                      <a:pt x="374500" y="167755"/>
                    </a:lnTo>
                    <a:lnTo>
                      <a:pt x="374277" y="175388"/>
                    </a:lnTo>
                    <a:lnTo>
                      <a:pt x="377982" y="179317"/>
                    </a:lnTo>
                    <a:lnTo>
                      <a:pt x="381911" y="175612"/>
                    </a:lnTo>
                    <a:lnTo>
                      <a:pt x="389321" y="183468"/>
                    </a:lnTo>
                    <a:lnTo>
                      <a:pt x="393249" y="179763"/>
                    </a:lnTo>
                    <a:lnTo>
                      <a:pt x="411998" y="191771"/>
                    </a:lnTo>
                    <a:lnTo>
                      <a:pt x="404588" y="183914"/>
                    </a:lnTo>
                    <a:lnTo>
                      <a:pt x="408516" y="180209"/>
                    </a:lnTo>
                    <a:lnTo>
                      <a:pt x="401106" y="172353"/>
                    </a:lnTo>
                    <a:lnTo>
                      <a:pt x="405034" y="168648"/>
                    </a:lnTo>
                    <a:lnTo>
                      <a:pt x="397624" y="160791"/>
                    </a:lnTo>
                    <a:lnTo>
                      <a:pt x="401552" y="157086"/>
                    </a:lnTo>
                    <a:lnTo>
                      <a:pt x="397847" y="153157"/>
                    </a:lnTo>
                    <a:moveTo>
                      <a:pt x="602132" y="0"/>
                    </a:moveTo>
                    <a:lnTo>
                      <a:pt x="605155" y="28196"/>
                    </a:lnTo>
                    <a:lnTo>
                      <a:pt x="563647" y="3501"/>
                    </a:lnTo>
                    <a:lnTo>
                      <a:pt x="569103" y="0"/>
                    </a:lnTo>
                    <a:moveTo>
                      <a:pt x="597274" y="0"/>
                    </a:moveTo>
                    <a:lnTo>
                      <a:pt x="599323" y="19106"/>
                    </a:lnTo>
                    <a:lnTo>
                      <a:pt x="568192" y="585"/>
                    </a:lnTo>
                    <a:lnTo>
                      <a:pt x="571108" y="5130"/>
                    </a:lnTo>
                    <a:lnTo>
                      <a:pt x="579103" y="0"/>
                    </a:lnTo>
                    <a:moveTo>
                      <a:pt x="599586" y="0"/>
                    </a:moveTo>
                    <a:lnTo>
                      <a:pt x="598036" y="7100"/>
                    </a:lnTo>
                    <a:lnTo>
                      <a:pt x="602581" y="4184"/>
                    </a:lnTo>
                    <a:lnTo>
                      <a:pt x="602239" y="23651"/>
                    </a:lnTo>
                    <a:lnTo>
                      <a:pt x="584401" y="15849"/>
                    </a:lnTo>
                    <a:lnTo>
                      <a:pt x="588946" y="12932"/>
                    </a:lnTo>
                    <a:lnTo>
                      <a:pt x="574024" y="9675"/>
                    </a:lnTo>
                    <a:lnTo>
                      <a:pt x="578569" y="6759"/>
                    </a:lnTo>
                    <a:lnTo>
                      <a:pt x="563647" y="3501"/>
                    </a:lnTo>
                    <a:lnTo>
                      <a:pt x="575653" y="2214"/>
                    </a:lnTo>
                    <a:lnTo>
                      <a:pt x="576136" y="0"/>
                    </a:lnTo>
                    <a:moveTo>
                      <a:pt x="572228" y="0"/>
                    </a:moveTo>
                    <a:lnTo>
                      <a:pt x="571108" y="5130"/>
                    </a:lnTo>
                    <a:lnTo>
                      <a:pt x="574024" y="9675"/>
                    </a:lnTo>
                    <a:lnTo>
                      <a:pt x="578569" y="6759"/>
                    </a:lnTo>
                    <a:lnTo>
                      <a:pt x="584401" y="15849"/>
                    </a:lnTo>
                    <a:lnTo>
                      <a:pt x="588946" y="12932"/>
                    </a:lnTo>
                    <a:lnTo>
                      <a:pt x="605155" y="28196"/>
                    </a:lnTo>
                    <a:lnTo>
                      <a:pt x="599323" y="19106"/>
                    </a:lnTo>
                    <a:lnTo>
                      <a:pt x="603868" y="16190"/>
                    </a:lnTo>
                    <a:lnTo>
                      <a:pt x="598036" y="7100"/>
                    </a:lnTo>
                    <a:lnTo>
                      <a:pt x="602581" y="4184"/>
                    </a:lnTo>
                    <a:lnTo>
                      <a:pt x="599896" y="0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48" name="Контур"/>
              <p:cNvSpPr/>
              <p:nvPr/>
            </p:nvSpPr>
            <p:spPr>
              <a:xfrm>
                <a:off x="6766935" y="1584000"/>
                <a:ext cx="715199" cy="638690"/>
              </a:xfrm>
              <a:custGeom>
                <a:avLst/>
                <a:gdLst/>
                <a:ahLst/>
                <a:cxnLst/>
                <a:rect l="l" t="t" r="r" b="b"/>
                <a:pathLst>
                  <a:path w="715199" h="638690" fill="none">
                    <a:moveTo>
                      <a:pt x="715199" y="0"/>
                    </a:moveTo>
                    <a:lnTo>
                      <a:pt x="690577" y="15797"/>
                    </a:lnTo>
                    <a:moveTo>
                      <a:pt x="690577" y="15797"/>
                    </a:moveTo>
                    <a:lnTo>
                      <a:pt x="596229" y="76332"/>
                    </a:lnTo>
                    <a:lnTo>
                      <a:pt x="586116" y="85870"/>
                    </a:lnTo>
                    <a:moveTo>
                      <a:pt x="586116" y="85870"/>
                    </a:moveTo>
                    <a:lnTo>
                      <a:pt x="494455" y="172324"/>
                    </a:lnTo>
                    <a:moveTo>
                      <a:pt x="494455" y="172324"/>
                    </a:moveTo>
                    <a:lnTo>
                      <a:pt x="402794" y="258778"/>
                    </a:lnTo>
                    <a:moveTo>
                      <a:pt x="402794" y="258778"/>
                    </a:moveTo>
                    <a:lnTo>
                      <a:pt x="311133" y="345232"/>
                    </a:lnTo>
                    <a:moveTo>
                      <a:pt x="311133" y="345232"/>
                    </a:moveTo>
                    <a:lnTo>
                      <a:pt x="219472" y="431686"/>
                    </a:lnTo>
                    <a:moveTo>
                      <a:pt x="219472" y="431686"/>
                    </a:moveTo>
                    <a:lnTo>
                      <a:pt x="209290" y="441289"/>
                    </a:lnTo>
                    <a:lnTo>
                      <a:pt x="127811" y="518140"/>
                    </a:lnTo>
                    <a:moveTo>
                      <a:pt x="127811" y="518140"/>
                    </a:moveTo>
                    <a:lnTo>
                      <a:pt x="36150" y="604593"/>
                    </a:lnTo>
                    <a:moveTo>
                      <a:pt x="36150" y="604593"/>
                    </a:moveTo>
                    <a:lnTo>
                      <a:pt x="0" y="63869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49" name="Контур"/>
              <p:cNvSpPr/>
              <p:nvPr/>
            </p:nvSpPr>
            <p:spPr>
              <a:xfrm>
                <a:off x="6803294" y="1584000"/>
                <a:ext cx="768646" cy="665490"/>
              </a:xfrm>
              <a:custGeom>
                <a:avLst/>
                <a:gdLst/>
                <a:ahLst/>
                <a:cxnLst/>
                <a:rect l="l" t="t" r="r" b="b"/>
                <a:pathLst>
                  <a:path w="768646" h="665490" fill="none">
                    <a:moveTo>
                      <a:pt x="768113" y="504"/>
                    </a:moveTo>
                    <a:lnTo>
                      <a:pt x="767961" y="0"/>
                    </a:lnTo>
                    <a:moveTo>
                      <a:pt x="768646" y="0"/>
                    </a:moveTo>
                    <a:lnTo>
                      <a:pt x="768113" y="504"/>
                    </a:lnTo>
                    <a:lnTo>
                      <a:pt x="768646" y="0"/>
                    </a:lnTo>
                    <a:moveTo>
                      <a:pt x="768646" y="0"/>
                    </a:moveTo>
                    <a:lnTo>
                      <a:pt x="768113" y="504"/>
                    </a:lnTo>
                    <a:lnTo>
                      <a:pt x="768127" y="0"/>
                    </a:lnTo>
                    <a:moveTo>
                      <a:pt x="768297" y="0"/>
                    </a:moveTo>
                    <a:lnTo>
                      <a:pt x="768113" y="504"/>
                    </a:lnTo>
                    <a:lnTo>
                      <a:pt x="768127" y="0"/>
                    </a:lnTo>
                    <a:moveTo>
                      <a:pt x="563893" y="146767"/>
                    </a:moveTo>
                    <a:lnTo>
                      <a:pt x="549965" y="100520"/>
                    </a:lnTo>
                    <a:lnTo>
                      <a:pt x="595320" y="117126"/>
                    </a:lnTo>
                    <a:lnTo>
                      <a:pt x="563893" y="146767"/>
                    </a:lnTo>
                    <a:lnTo>
                      <a:pt x="567822" y="143062"/>
                    </a:lnTo>
                    <a:lnTo>
                      <a:pt x="557376" y="108376"/>
                    </a:lnTo>
                    <a:lnTo>
                      <a:pt x="591392" y="120831"/>
                    </a:lnTo>
                    <a:lnTo>
                      <a:pt x="587686" y="116902"/>
                    </a:lnTo>
                    <a:lnTo>
                      <a:pt x="564116" y="139133"/>
                    </a:lnTo>
                    <a:lnTo>
                      <a:pt x="567822" y="143062"/>
                    </a:lnTo>
                    <a:lnTo>
                      <a:pt x="563893" y="146767"/>
                    </a:lnTo>
                    <a:lnTo>
                      <a:pt x="564340" y="131500"/>
                    </a:lnTo>
                    <a:lnTo>
                      <a:pt x="560411" y="135205"/>
                    </a:lnTo>
                    <a:lnTo>
                      <a:pt x="560858" y="119938"/>
                    </a:lnTo>
                    <a:lnTo>
                      <a:pt x="556929" y="123643"/>
                    </a:lnTo>
                    <a:lnTo>
                      <a:pt x="553670" y="104448"/>
                    </a:lnTo>
                    <a:lnTo>
                      <a:pt x="572643" y="108823"/>
                    </a:lnTo>
                    <a:lnTo>
                      <a:pt x="568714" y="112528"/>
                    </a:lnTo>
                    <a:lnTo>
                      <a:pt x="583981" y="112974"/>
                    </a:lnTo>
                    <a:lnTo>
                      <a:pt x="580053" y="116679"/>
                    </a:lnTo>
                    <a:lnTo>
                      <a:pt x="595320" y="117126"/>
                    </a:lnTo>
                    <a:lnTo>
                      <a:pt x="583758" y="120608"/>
                    </a:lnTo>
                    <a:lnTo>
                      <a:pt x="583535" y="128241"/>
                    </a:lnTo>
                    <a:lnTo>
                      <a:pt x="575901" y="128018"/>
                    </a:lnTo>
                    <a:lnTo>
                      <a:pt x="575678" y="135651"/>
                    </a:lnTo>
                    <a:lnTo>
                      <a:pt x="568045" y="135428"/>
                    </a:lnTo>
                    <a:lnTo>
                      <a:pt x="563893" y="146767"/>
                    </a:lnTo>
                    <a:lnTo>
                      <a:pt x="564116" y="139133"/>
                    </a:lnTo>
                    <a:lnTo>
                      <a:pt x="571750" y="139357"/>
                    </a:lnTo>
                    <a:lnTo>
                      <a:pt x="571973" y="131723"/>
                    </a:lnTo>
                    <a:lnTo>
                      <a:pt x="579607" y="131946"/>
                    </a:lnTo>
                    <a:lnTo>
                      <a:pt x="579830" y="124313"/>
                    </a:lnTo>
                    <a:lnTo>
                      <a:pt x="587463" y="124536"/>
                    </a:lnTo>
                    <a:lnTo>
                      <a:pt x="587686" y="116902"/>
                    </a:lnTo>
                    <a:lnTo>
                      <a:pt x="583981" y="112974"/>
                    </a:lnTo>
                    <a:lnTo>
                      <a:pt x="580053" y="116679"/>
                    </a:lnTo>
                    <a:lnTo>
                      <a:pt x="572643" y="108823"/>
                    </a:lnTo>
                    <a:lnTo>
                      <a:pt x="568714" y="112528"/>
                    </a:lnTo>
                    <a:lnTo>
                      <a:pt x="549965" y="100520"/>
                    </a:lnTo>
                    <a:lnTo>
                      <a:pt x="557376" y="108376"/>
                    </a:lnTo>
                    <a:lnTo>
                      <a:pt x="553447" y="112081"/>
                    </a:lnTo>
                    <a:lnTo>
                      <a:pt x="560858" y="119938"/>
                    </a:lnTo>
                    <a:lnTo>
                      <a:pt x="556929" y="123643"/>
                    </a:lnTo>
                    <a:lnTo>
                      <a:pt x="564340" y="131500"/>
                    </a:lnTo>
                    <a:lnTo>
                      <a:pt x="560411" y="135205"/>
                    </a:lnTo>
                    <a:lnTo>
                      <a:pt x="564116" y="139133"/>
                    </a:lnTo>
                    <a:moveTo>
                      <a:pt x="380571" y="319675"/>
                    </a:moveTo>
                    <a:lnTo>
                      <a:pt x="366643" y="273427"/>
                    </a:lnTo>
                    <a:lnTo>
                      <a:pt x="411998" y="290033"/>
                    </a:lnTo>
                    <a:lnTo>
                      <a:pt x="380571" y="319675"/>
                    </a:lnTo>
                    <a:lnTo>
                      <a:pt x="384500" y="315969"/>
                    </a:lnTo>
                    <a:lnTo>
                      <a:pt x="374054" y="281284"/>
                    </a:lnTo>
                    <a:lnTo>
                      <a:pt x="408070" y="293738"/>
                    </a:lnTo>
                    <a:lnTo>
                      <a:pt x="404364" y="289810"/>
                    </a:lnTo>
                    <a:lnTo>
                      <a:pt x="380795" y="312041"/>
                    </a:lnTo>
                    <a:lnTo>
                      <a:pt x="384500" y="315969"/>
                    </a:lnTo>
                    <a:lnTo>
                      <a:pt x="380571" y="319675"/>
                    </a:lnTo>
                    <a:lnTo>
                      <a:pt x="381018" y="304408"/>
                    </a:lnTo>
                    <a:lnTo>
                      <a:pt x="377089" y="308113"/>
                    </a:lnTo>
                    <a:lnTo>
                      <a:pt x="377536" y="292846"/>
                    </a:lnTo>
                    <a:lnTo>
                      <a:pt x="373607" y="296551"/>
                    </a:lnTo>
                    <a:lnTo>
                      <a:pt x="370349" y="277356"/>
                    </a:lnTo>
                    <a:lnTo>
                      <a:pt x="389321" y="281730"/>
                    </a:lnTo>
                    <a:lnTo>
                      <a:pt x="385392" y="285435"/>
                    </a:lnTo>
                    <a:lnTo>
                      <a:pt x="400659" y="285882"/>
                    </a:lnTo>
                    <a:lnTo>
                      <a:pt x="396731" y="289587"/>
                    </a:lnTo>
                    <a:lnTo>
                      <a:pt x="411998" y="290033"/>
                    </a:lnTo>
                    <a:lnTo>
                      <a:pt x="400436" y="293515"/>
                    </a:lnTo>
                    <a:lnTo>
                      <a:pt x="400213" y="301149"/>
                    </a:lnTo>
                    <a:lnTo>
                      <a:pt x="392580" y="300926"/>
                    </a:lnTo>
                    <a:lnTo>
                      <a:pt x="392356" y="308559"/>
                    </a:lnTo>
                    <a:lnTo>
                      <a:pt x="384723" y="308336"/>
                    </a:lnTo>
                    <a:lnTo>
                      <a:pt x="380571" y="319675"/>
                    </a:lnTo>
                    <a:lnTo>
                      <a:pt x="380795" y="312041"/>
                    </a:lnTo>
                    <a:lnTo>
                      <a:pt x="388428" y="312264"/>
                    </a:lnTo>
                    <a:lnTo>
                      <a:pt x="388651" y="304631"/>
                    </a:lnTo>
                    <a:lnTo>
                      <a:pt x="396285" y="304854"/>
                    </a:lnTo>
                    <a:lnTo>
                      <a:pt x="396508" y="297220"/>
                    </a:lnTo>
                    <a:lnTo>
                      <a:pt x="404141" y="297444"/>
                    </a:lnTo>
                    <a:lnTo>
                      <a:pt x="404364" y="289810"/>
                    </a:lnTo>
                    <a:lnTo>
                      <a:pt x="400659" y="285882"/>
                    </a:lnTo>
                    <a:lnTo>
                      <a:pt x="396731" y="289587"/>
                    </a:lnTo>
                    <a:lnTo>
                      <a:pt x="389321" y="281730"/>
                    </a:lnTo>
                    <a:lnTo>
                      <a:pt x="385392" y="285435"/>
                    </a:lnTo>
                    <a:lnTo>
                      <a:pt x="366643" y="273427"/>
                    </a:lnTo>
                    <a:lnTo>
                      <a:pt x="374054" y="281284"/>
                    </a:lnTo>
                    <a:lnTo>
                      <a:pt x="370125" y="284989"/>
                    </a:lnTo>
                    <a:lnTo>
                      <a:pt x="377536" y="292846"/>
                    </a:lnTo>
                    <a:lnTo>
                      <a:pt x="373607" y="296551"/>
                    </a:lnTo>
                    <a:lnTo>
                      <a:pt x="381018" y="304408"/>
                    </a:lnTo>
                    <a:lnTo>
                      <a:pt x="377089" y="308113"/>
                    </a:lnTo>
                    <a:lnTo>
                      <a:pt x="380795" y="312041"/>
                    </a:lnTo>
                    <a:moveTo>
                      <a:pt x="197249" y="492582"/>
                    </a:moveTo>
                    <a:lnTo>
                      <a:pt x="183321" y="446335"/>
                    </a:lnTo>
                    <a:lnTo>
                      <a:pt x="228676" y="462941"/>
                    </a:lnTo>
                    <a:lnTo>
                      <a:pt x="197249" y="492582"/>
                    </a:lnTo>
                    <a:lnTo>
                      <a:pt x="201178" y="488877"/>
                    </a:lnTo>
                    <a:lnTo>
                      <a:pt x="190732" y="454192"/>
                    </a:lnTo>
                    <a:lnTo>
                      <a:pt x="224748" y="466646"/>
                    </a:lnTo>
                    <a:lnTo>
                      <a:pt x="221043" y="462718"/>
                    </a:lnTo>
                    <a:lnTo>
                      <a:pt x="197473" y="484949"/>
                    </a:lnTo>
                    <a:lnTo>
                      <a:pt x="201178" y="488877"/>
                    </a:lnTo>
                    <a:lnTo>
                      <a:pt x="197249" y="492582"/>
                    </a:lnTo>
                    <a:lnTo>
                      <a:pt x="197696" y="477315"/>
                    </a:lnTo>
                    <a:lnTo>
                      <a:pt x="193767" y="481020"/>
                    </a:lnTo>
                    <a:lnTo>
                      <a:pt x="194214" y="465753"/>
                    </a:lnTo>
                    <a:lnTo>
                      <a:pt x="190285" y="469459"/>
                    </a:lnTo>
                    <a:lnTo>
                      <a:pt x="187027" y="450263"/>
                    </a:lnTo>
                    <a:lnTo>
                      <a:pt x="205999" y="454638"/>
                    </a:lnTo>
                    <a:lnTo>
                      <a:pt x="202070" y="458343"/>
                    </a:lnTo>
                    <a:lnTo>
                      <a:pt x="217337" y="458789"/>
                    </a:lnTo>
                    <a:lnTo>
                      <a:pt x="213409" y="462495"/>
                    </a:lnTo>
                    <a:lnTo>
                      <a:pt x="228676" y="462941"/>
                    </a:lnTo>
                    <a:lnTo>
                      <a:pt x="217114" y="466423"/>
                    </a:lnTo>
                    <a:lnTo>
                      <a:pt x="216891" y="474056"/>
                    </a:lnTo>
                    <a:lnTo>
                      <a:pt x="209258" y="473833"/>
                    </a:lnTo>
                    <a:lnTo>
                      <a:pt x="209034" y="481467"/>
                    </a:lnTo>
                    <a:lnTo>
                      <a:pt x="201401" y="481244"/>
                    </a:lnTo>
                    <a:lnTo>
                      <a:pt x="197249" y="492582"/>
                    </a:lnTo>
                    <a:lnTo>
                      <a:pt x="197473" y="484949"/>
                    </a:lnTo>
                    <a:lnTo>
                      <a:pt x="205106" y="485172"/>
                    </a:lnTo>
                    <a:lnTo>
                      <a:pt x="205329" y="477538"/>
                    </a:lnTo>
                    <a:lnTo>
                      <a:pt x="212963" y="477762"/>
                    </a:lnTo>
                    <a:lnTo>
                      <a:pt x="213186" y="470128"/>
                    </a:lnTo>
                    <a:lnTo>
                      <a:pt x="220819" y="470351"/>
                    </a:lnTo>
                    <a:lnTo>
                      <a:pt x="221043" y="462718"/>
                    </a:lnTo>
                    <a:lnTo>
                      <a:pt x="217337" y="458789"/>
                    </a:lnTo>
                    <a:lnTo>
                      <a:pt x="213409" y="462495"/>
                    </a:lnTo>
                    <a:lnTo>
                      <a:pt x="205999" y="454638"/>
                    </a:lnTo>
                    <a:lnTo>
                      <a:pt x="202070" y="458343"/>
                    </a:lnTo>
                    <a:lnTo>
                      <a:pt x="183321" y="446335"/>
                    </a:lnTo>
                    <a:lnTo>
                      <a:pt x="190732" y="454192"/>
                    </a:lnTo>
                    <a:lnTo>
                      <a:pt x="186803" y="457897"/>
                    </a:lnTo>
                    <a:lnTo>
                      <a:pt x="194214" y="465753"/>
                    </a:lnTo>
                    <a:lnTo>
                      <a:pt x="190285" y="469459"/>
                    </a:lnTo>
                    <a:lnTo>
                      <a:pt x="197696" y="477315"/>
                    </a:lnTo>
                    <a:lnTo>
                      <a:pt x="193767" y="481020"/>
                    </a:lnTo>
                    <a:lnTo>
                      <a:pt x="197473" y="484949"/>
                    </a:lnTo>
                    <a:moveTo>
                      <a:pt x="13928" y="665490"/>
                    </a:moveTo>
                    <a:lnTo>
                      <a:pt x="0" y="619243"/>
                    </a:lnTo>
                    <a:lnTo>
                      <a:pt x="45354" y="635849"/>
                    </a:lnTo>
                    <a:lnTo>
                      <a:pt x="13928" y="665490"/>
                    </a:lnTo>
                    <a:lnTo>
                      <a:pt x="17856" y="661785"/>
                    </a:lnTo>
                    <a:lnTo>
                      <a:pt x="7410" y="627100"/>
                    </a:lnTo>
                    <a:lnTo>
                      <a:pt x="41426" y="639554"/>
                    </a:lnTo>
                    <a:lnTo>
                      <a:pt x="37721" y="635626"/>
                    </a:lnTo>
                    <a:lnTo>
                      <a:pt x="14151" y="657857"/>
                    </a:lnTo>
                    <a:lnTo>
                      <a:pt x="17856" y="661785"/>
                    </a:lnTo>
                    <a:lnTo>
                      <a:pt x="13928" y="665490"/>
                    </a:lnTo>
                    <a:lnTo>
                      <a:pt x="14374" y="650223"/>
                    </a:lnTo>
                    <a:lnTo>
                      <a:pt x="10446" y="653928"/>
                    </a:lnTo>
                    <a:lnTo>
                      <a:pt x="10892" y="638661"/>
                    </a:lnTo>
                    <a:lnTo>
                      <a:pt x="6964" y="642367"/>
                    </a:lnTo>
                    <a:lnTo>
                      <a:pt x="3705" y="623171"/>
                    </a:lnTo>
                    <a:lnTo>
                      <a:pt x="22677" y="627546"/>
                    </a:lnTo>
                    <a:lnTo>
                      <a:pt x="18749" y="631251"/>
                    </a:lnTo>
                    <a:lnTo>
                      <a:pt x="34016" y="631697"/>
                    </a:lnTo>
                    <a:lnTo>
                      <a:pt x="30087" y="635403"/>
                    </a:lnTo>
                    <a:lnTo>
                      <a:pt x="45354" y="635849"/>
                    </a:lnTo>
                    <a:lnTo>
                      <a:pt x="33793" y="639331"/>
                    </a:lnTo>
                    <a:lnTo>
                      <a:pt x="33569" y="646964"/>
                    </a:lnTo>
                    <a:lnTo>
                      <a:pt x="25936" y="646741"/>
                    </a:lnTo>
                    <a:lnTo>
                      <a:pt x="25713" y="654375"/>
                    </a:lnTo>
                    <a:lnTo>
                      <a:pt x="18079" y="654152"/>
                    </a:lnTo>
                    <a:lnTo>
                      <a:pt x="13928" y="665490"/>
                    </a:lnTo>
                    <a:lnTo>
                      <a:pt x="14151" y="657857"/>
                    </a:lnTo>
                    <a:lnTo>
                      <a:pt x="21784" y="658080"/>
                    </a:lnTo>
                    <a:lnTo>
                      <a:pt x="22008" y="650446"/>
                    </a:lnTo>
                    <a:lnTo>
                      <a:pt x="29641" y="650670"/>
                    </a:lnTo>
                    <a:lnTo>
                      <a:pt x="29864" y="643036"/>
                    </a:lnTo>
                    <a:lnTo>
                      <a:pt x="37498" y="643259"/>
                    </a:lnTo>
                    <a:lnTo>
                      <a:pt x="37721" y="635626"/>
                    </a:lnTo>
                    <a:lnTo>
                      <a:pt x="34016" y="631697"/>
                    </a:lnTo>
                    <a:lnTo>
                      <a:pt x="30087" y="635403"/>
                    </a:lnTo>
                    <a:lnTo>
                      <a:pt x="22677" y="627546"/>
                    </a:lnTo>
                    <a:lnTo>
                      <a:pt x="18749" y="631251"/>
                    </a:lnTo>
                    <a:lnTo>
                      <a:pt x="0" y="619243"/>
                    </a:lnTo>
                    <a:lnTo>
                      <a:pt x="7410" y="627100"/>
                    </a:lnTo>
                    <a:lnTo>
                      <a:pt x="3482" y="630805"/>
                    </a:lnTo>
                    <a:lnTo>
                      <a:pt x="10892" y="638661"/>
                    </a:lnTo>
                    <a:lnTo>
                      <a:pt x="6964" y="642367"/>
                    </a:lnTo>
                    <a:lnTo>
                      <a:pt x="14374" y="650223"/>
                    </a:lnTo>
                    <a:lnTo>
                      <a:pt x="10446" y="653928"/>
                    </a:lnTo>
                    <a:lnTo>
                      <a:pt x="14151" y="65785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50" name="Контур"/>
              <p:cNvSpPr/>
              <p:nvPr/>
            </p:nvSpPr>
            <p:spPr>
              <a:xfrm>
                <a:off x="5642085" y="1584000"/>
                <a:ext cx="1451132" cy="2687499"/>
              </a:xfrm>
              <a:custGeom>
                <a:avLst/>
                <a:gdLst/>
                <a:ahLst/>
                <a:cxnLst/>
                <a:rect l="l" t="t" r="r" b="b"/>
                <a:pathLst>
                  <a:path w="1451132" h="2687499" fill="none">
                    <a:moveTo>
                      <a:pt x="1124850" y="638690"/>
                    </a:moveTo>
                    <a:lnTo>
                      <a:pt x="1097352" y="664626"/>
                    </a:lnTo>
                    <a:moveTo>
                      <a:pt x="1097352" y="664626"/>
                    </a:moveTo>
                    <a:lnTo>
                      <a:pt x="1069853" y="690562"/>
                    </a:lnTo>
                    <a:moveTo>
                      <a:pt x="1069853" y="690562"/>
                    </a:moveTo>
                    <a:lnTo>
                      <a:pt x="1065926" y="694267"/>
                    </a:lnTo>
                    <a:moveTo>
                      <a:pt x="654091" y="538568"/>
                    </a:moveTo>
                    <a:lnTo>
                      <a:pt x="680027" y="566067"/>
                    </a:lnTo>
                    <a:moveTo>
                      <a:pt x="680027" y="566067"/>
                    </a:moveTo>
                    <a:lnTo>
                      <a:pt x="705964" y="593565"/>
                    </a:lnTo>
                    <a:moveTo>
                      <a:pt x="705964" y="593565"/>
                    </a:moveTo>
                    <a:lnTo>
                      <a:pt x="731900" y="621063"/>
                    </a:lnTo>
                    <a:moveTo>
                      <a:pt x="731900" y="621063"/>
                    </a:moveTo>
                    <a:lnTo>
                      <a:pt x="757836" y="648561"/>
                    </a:lnTo>
                    <a:moveTo>
                      <a:pt x="757836" y="648561"/>
                    </a:moveTo>
                    <a:lnTo>
                      <a:pt x="783772" y="676059"/>
                    </a:lnTo>
                    <a:moveTo>
                      <a:pt x="783772" y="676059"/>
                    </a:moveTo>
                    <a:lnTo>
                      <a:pt x="786752" y="679219"/>
                    </a:lnTo>
                    <a:lnTo>
                      <a:pt x="811091" y="656263"/>
                    </a:lnTo>
                    <a:moveTo>
                      <a:pt x="811091" y="656263"/>
                    </a:moveTo>
                    <a:lnTo>
                      <a:pt x="838589" y="630326"/>
                    </a:lnTo>
                    <a:moveTo>
                      <a:pt x="838589" y="630326"/>
                    </a:moveTo>
                    <a:lnTo>
                      <a:pt x="866088" y="604390"/>
                    </a:lnTo>
                    <a:moveTo>
                      <a:pt x="866088" y="604390"/>
                    </a:moveTo>
                    <a:lnTo>
                      <a:pt x="893586" y="578454"/>
                    </a:lnTo>
                    <a:moveTo>
                      <a:pt x="893586" y="578454"/>
                    </a:moveTo>
                    <a:lnTo>
                      <a:pt x="921084" y="552518"/>
                    </a:lnTo>
                    <a:moveTo>
                      <a:pt x="921084" y="552518"/>
                    </a:moveTo>
                    <a:lnTo>
                      <a:pt x="948583" y="526582"/>
                    </a:lnTo>
                    <a:moveTo>
                      <a:pt x="948583" y="526582"/>
                    </a:moveTo>
                    <a:lnTo>
                      <a:pt x="976081" y="500645"/>
                    </a:lnTo>
                    <a:moveTo>
                      <a:pt x="976081" y="500645"/>
                    </a:moveTo>
                    <a:lnTo>
                      <a:pt x="1003579" y="474709"/>
                    </a:lnTo>
                    <a:moveTo>
                      <a:pt x="1003579" y="474709"/>
                    </a:moveTo>
                    <a:lnTo>
                      <a:pt x="1031077" y="448773"/>
                    </a:lnTo>
                    <a:moveTo>
                      <a:pt x="1031077" y="448773"/>
                    </a:moveTo>
                    <a:lnTo>
                      <a:pt x="1058576" y="422837"/>
                    </a:lnTo>
                    <a:moveTo>
                      <a:pt x="1058576" y="422837"/>
                    </a:moveTo>
                    <a:lnTo>
                      <a:pt x="1086074" y="396901"/>
                    </a:lnTo>
                    <a:moveTo>
                      <a:pt x="1086074" y="396901"/>
                    </a:moveTo>
                    <a:lnTo>
                      <a:pt x="1113572" y="370965"/>
                    </a:lnTo>
                    <a:moveTo>
                      <a:pt x="1113572" y="370965"/>
                    </a:moveTo>
                    <a:lnTo>
                      <a:pt x="1141070" y="345028"/>
                    </a:lnTo>
                    <a:moveTo>
                      <a:pt x="1141070" y="345028"/>
                    </a:moveTo>
                    <a:lnTo>
                      <a:pt x="1168569" y="319092"/>
                    </a:lnTo>
                    <a:moveTo>
                      <a:pt x="1168569" y="319092"/>
                    </a:moveTo>
                    <a:lnTo>
                      <a:pt x="1196067" y="293156"/>
                    </a:lnTo>
                    <a:moveTo>
                      <a:pt x="1196067" y="293156"/>
                    </a:moveTo>
                    <a:lnTo>
                      <a:pt x="1203460" y="286183"/>
                    </a:lnTo>
                    <a:lnTo>
                      <a:pt x="1223565" y="267220"/>
                    </a:lnTo>
                    <a:moveTo>
                      <a:pt x="1223565" y="267220"/>
                    </a:moveTo>
                    <a:lnTo>
                      <a:pt x="1251063" y="241283"/>
                    </a:lnTo>
                    <a:moveTo>
                      <a:pt x="1251063" y="241283"/>
                    </a:moveTo>
                    <a:lnTo>
                      <a:pt x="1278561" y="215347"/>
                    </a:lnTo>
                    <a:moveTo>
                      <a:pt x="1278561" y="215347"/>
                    </a:moveTo>
                    <a:lnTo>
                      <a:pt x="1285074" y="209204"/>
                    </a:lnTo>
                    <a:lnTo>
                      <a:pt x="1301482" y="185477"/>
                    </a:lnTo>
                    <a:moveTo>
                      <a:pt x="1301482" y="185477"/>
                    </a:moveTo>
                    <a:lnTo>
                      <a:pt x="1322981" y="154387"/>
                    </a:lnTo>
                    <a:moveTo>
                      <a:pt x="1322981" y="154387"/>
                    </a:moveTo>
                    <a:lnTo>
                      <a:pt x="1344481" y="123297"/>
                    </a:lnTo>
                    <a:moveTo>
                      <a:pt x="1344481" y="123297"/>
                    </a:moveTo>
                    <a:lnTo>
                      <a:pt x="1365981" y="92207"/>
                    </a:lnTo>
                    <a:moveTo>
                      <a:pt x="1365981" y="92207"/>
                    </a:moveTo>
                    <a:lnTo>
                      <a:pt x="1387481" y="61117"/>
                    </a:lnTo>
                    <a:moveTo>
                      <a:pt x="1387481" y="61117"/>
                    </a:moveTo>
                    <a:lnTo>
                      <a:pt x="1389632" y="58006"/>
                    </a:lnTo>
                    <a:lnTo>
                      <a:pt x="1414379" y="34665"/>
                    </a:lnTo>
                    <a:moveTo>
                      <a:pt x="1414379" y="34665"/>
                    </a:moveTo>
                    <a:lnTo>
                      <a:pt x="1441878" y="8729"/>
                    </a:lnTo>
                    <a:moveTo>
                      <a:pt x="1441878" y="8729"/>
                    </a:moveTo>
                    <a:lnTo>
                      <a:pt x="1451132" y="0"/>
                    </a:lnTo>
                    <a:moveTo>
                      <a:pt x="146107" y="0"/>
                    </a:moveTo>
                    <a:lnTo>
                      <a:pt x="154016" y="8385"/>
                    </a:lnTo>
                    <a:moveTo>
                      <a:pt x="154016" y="8385"/>
                    </a:moveTo>
                    <a:lnTo>
                      <a:pt x="179953" y="35883"/>
                    </a:lnTo>
                    <a:moveTo>
                      <a:pt x="179953" y="35883"/>
                    </a:moveTo>
                    <a:lnTo>
                      <a:pt x="205889" y="63381"/>
                    </a:lnTo>
                    <a:moveTo>
                      <a:pt x="205889" y="63381"/>
                    </a:moveTo>
                    <a:lnTo>
                      <a:pt x="231825" y="90879"/>
                    </a:lnTo>
                    <a:moveTo>
                      <a:pt x="231825" y="90879"/>
                    </a:moveTo>
                    <a:lnTo>
                      <a:pt x="257762" y="118377"/>
                    </a:lnTo>
                    <a:moveTo>
                      <a:pt x="257762" y="118377"/>
                    </a:moveTo>
                    <a:lnTo>
                      <a:pt x="283698" y="145875"/>
                    </a:lnTo>
                    <a:moveTo>
                      <a:pt x="283698" y="145875"/>
                    </a:moveTo>
                    <a:lnTo>
                      <a:pt x="309635" y="173373"/>
                    </a:lnTo>
                    <a:moveTo>
                      <a:pt x="309635" y="173373"/>
                    </a:moveTo>
                    <a:lnTo>
                      <a:pt x="335571" y="200871"/>
                    </a:lnTo>
                    <a:moveTo>
                      <a:pt x="335571" y="200871"/>
                    </a:moveTo>
                    <a:lnTo>
                      <a:pt x="361508" y="228369"/>
                    </a:lnTo>
                    <a:moveTo>
                      <a:pt x="361508" y="228369"/>
                    </a:moveTo>
                    <a:lnTo>
                      <a:pt x="387444" y="255867"/>
                    </a:lnTo>
                    <a:moveTo>
                      <a:pt x="387444" y="255867"/>
                    </a:moveTo>
                    <a:lnTo>
                      <a:pt x="413381" y="283365"/>
                    </a:lnTo>
                    <a:moveTo>
                      <a:pt x="413381" y="283365"/>
                    </a:moveTo>
                    <a:lnTo>
                      <a:pt x="439317" y="310863"/>
                    </a:lnTo>
                    <a:moveTo>
                      <a:pt x="439317" y="310863"/>
                    </a:moveTo>
                    <a:lnTo>
                      <a:pt x="465253" y="338361"/>
                    </a:lnTo>
                    <a:moveTo>
                      <a:pt x="465253" y="338361"/>
                    </a:moveTo>
                    <a:lnTo>
                      <a:pt x="491190" y="365860"/>
                    </a:lnTo>
                    <a:moveTo>
                      <a:pt x="491190" y="365860"/>
                    </a:moveTo>
                    <a:lnTo>
                      <a:pt x="517126" y="393358"/>
                    </a:lnTo>
                    <a:moveTo>
                      <a:pt x="517126" y="393358"/>
                    </a:moveTo>
                    <a:lnTo>
                      <a:pt x="543063" y="420856"/>
                    </a:lnTo>
                    <a:moveTo>
                      <a:pt x="543063" y="420856"/>
                    </a:moveTo>
                    <a:lnTo>
                      <a:pt x="568999" y="448354"/>
                    </a:lnTo>
                    <a:moveTo>
                      <a:pt x="568999" y="448354"/>
                    </a:moveTo>
                    <a:lnTo>
                      <a:pt x="594936" y="475852"/>
                    </a:lnTo>
                    <a:moveTo>
                      <a:pt x="594936" y="475852"/>
                    </a:moveTo>
                    <a:lnTo>
                      <a:pt x="620872" y="503350"/>
                    </a:lnTo>
                    <a:moveTo>
                      <a:pt x="620872" y="503350"/>
                    </a:moveTo>
                    <a:lnTo>
                      <a:pt x="646809" y="530848"/>
                    </a:lnTo>
                    <a:moveTo>
                      <a:pt x="646809" y="530848"/>
                    </a:moveTo>
                    <a:lnTo>
                      <a:pt x="654091" y="538568"/>
                    </a:lnTo>
                    <a:moveTo>
                      <a:pt x="549593" y="624529"/>
                    </a:moveTo>
                    <a:lnTo>
                      <a:pt x="533944" y="607937"/>
                    </a:lnTo>
                    <a:lnTo>
                      <a:pt x="523658" y="597030"/>
                    </a:lnTo>
                    <a:moveTo>
                      <a:pt x="523658" y="597030"/>
                    </a:moveTo>
                    <a:lnTo>
                      <a:pt x="497722" y="569532"/>
                    </a:lnTo>
                    <a:moveTo>
                      <a:pt x="497722" y="569532"/>
                    </a:moveTo>
                    <a:lnTo>
                      <a:pt x="471785" y="542034"/>
                    </a:lnTo>
                    <a:moveTo>
                      <a:pt x="471785" y="542034"/>
                    </a:moveTo>
                    <a:lnTo>
                      <a:pt x="445849" y="514536"/>
                    </a:lnTo>
                    <a:moveTo>
                      <a:pt x="445849" y="514536"/>
                    </a:moveTo>
                    <a:lnTo>
                      <a:pt x="419913" y="487037"/>
                    </a:lnTo>
                    <a:moveTo>
                      <a:pt x="419913" y="487037"/>
                    </a:moveTo>
                    <a:lnTo>
                      <a:pt x="393977" y="459539"/>
                    </a:lnTo>
                    <a:moveTo>
                      <a:pt x="393977" y="459539"/>
                    </a:moveTo>
                    <a:lnTo>
                      <a:pt x="368041" y="432041"/>
                    </a:lnTo>
                    <a:moveTo>
                      <a:pt x="368041" y="432041"/>
                    </a:moveTo>
                    <a:lnTo>
                      <a:pt x="342105" y="404543"/>
                    </a:lnTo>
                    <a:moveTo>
                      <a:pt x="342105" y="404543"/>
                    </a:moveTo>
                    <a:lnTo>
                      <a:pt x="316168" y="377044"/>
                    </a:lnTo>
                    <a:moveTo>
                      <a:pt x="316168" y="377044"/>
                    </a:moveTo>
                    <a:lnTo>
                      <a:pt x="290232" y="349546"/>
                    </a:lnTo>
                    <a:moveTo>
                      <a:pt x="290232" y="349546"/>
                    </a:moveTo>
                    <a:lnTo>
                      <a:pt x="264296" y="322048"/>
                    </a:lnTo>
                    <a:moveTo>
                      <a:pt x="264296" y="322048"/>
                    </a:moveTo>
                    <a:lnTo>
                      <a:pt x="238360" y="294549"/>
                    </a:lnTo>
                    <a:moveTo>
                      <a:pt x="238360" y="294549"/>
                    </a:moveTo>
                    <a:lnTo>
                      <a:pt x="212424" y="267051"/>
                    </a:lnTo>
                    <a:moveTo>
                      <a:pt x="212424" y="267051"/>
                    </a:moveTo>
                    <a:lnTo>
                      <a:pt x="186488" y="239553"/>
                    </a:lnTo>
                    <a:moveTo>
                      <a:pt x="186488" y="239553"/>
                    </a:moveTo>
                    <a:lnTo>
                      <a:pt x="160551" y="212055"/>
                    </a:lnTo>
                    <a:moveTo>
                      <a:pt x="160551" y="212055"/>
                    </a:moveTo>
                    <a:lnTo>
                      <a:pt x="134615" y="184556"/>
                    </a:lnTo>
                    <a:moveTo>
                      <a:pt x="134615" y="184556"/>
                    </a:moveTo>
                    <a:lnTo>
                      <a:pt x="108679" y="157058"/>
                    </a:lnTo>
                    <a:moveTo>
                      <a:pt x="108679" y="157058"/>
                    </a:moveTo>
                    <a:lnTo>
                      <a:pt x="82743" y="129560"/>
                    </a:lnTo>
                    <a:moveTo>
                      <a:pt x="82743" y="129560"/>
                    </a:moveTo>
                    <a:lnTo>
                      <a:pt x="56807" y="102062"/>
                    </a:lnTo>
                    <a:moveTo>
                      <a:pt x="56807" y="102062"/>
                    </a:moveTo>
                    <a:lnTo>
                      <a:pt x="30870" y="74563"/>
                    </a:lnTo>
                    <a:moveTo>
                      <a:pt x="30870" y="74563"/>
                    </a:moveTo>
                    <a:lnTo>
                      <a:pt x="4934" y="47065"/>
                    </a:lnTo>
                    <a:moveTo>
                      <a:pt x="4934" y="47065"/>
                    </a:moveTo>
                    <a:lnTo>
                      <a:pt x="0" y="41833"/>
                    </a:lnTo>
                    <a:moveTo>
                      <a:pt x="172985" y="2539528"/>
                    </a:moveTo>
                    <a:lnTo>
                      <a:pt x="195958" y="2569546"/>
                    </a:lnTo>
                    <a:moveTo>
                      <a:pt x="195958" y="2569546"/>
                    </a:moveTo>
                    <a:lnTo>
                      <a:pt x="218931" y="2599564"/>
                    </a:lnTo>
                    <a:moveTo>
                      <a:pt x="218931" y="2599564"/>
                    </a:moveTo>
                    <a:lnTo>
                      <a:pt x="241904" y="2629581"/>
                    </a:lnTo>
                    <a:moveTo>
                      <a:pt x="241904" y="2629581"/>
                    </a:moveTo>
                    <a:lnTo>
                      <a:pt x="264877" y="2659599"/>
                    </a:lnTo>
                    <a:moveTo>
                      <a:pt x="264877" y="2659599"/>
                    </a:moveTo>
                    <a:lnTo>
                      <a:pt x="286229" y="2687499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51" name="Контур"/>
              <p:cNvSpPr/>
              <p:nvPr/>
            </p:nvSpPr>
            <p:spPr>
              <a:xfrm>
                <a:off x="9788657" y="3813631"/>
                <a:ext cx="160237" cy="123937"/>
              </a:xfrm>
              <a:custGeom>
                <a:avLst/>
                <a:gdLst/>
                <a:ahLst/>
                <a:cxnLst/>
                <a:rect l="l" t="t" r="r" b="b"/>
                <a:pathLst>
                  <a:path w="160237" h="123937" fill="none">
                    <a:moveTo>
                      <a:pt x="0" y="123937"/>
                    </a:moveTo>
                    <a:lnTo>
                      <a:pt x="160237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52" name="Контур"/>
              <p:cNvSpPr/>
              <p:nvPr/>
            </p:nvSpPr>
            <p:spPr>
              <a:xfrm>
                <a:off x="9924983" y="3184383"/>
                <a:ext cx="371017" cy="629248"/>
              </a:xfrm>
              <a:custGeom>
                <a:avLst/>
                <a:gdLst/>
                <a:ahLst/>
                <a:cxnLst/>
                <a:rect l="l" t="t" r="r" b="b"/>
                <a:pathLst>
                  <a:path w="371017" h="629248" fill="none">
                    <a:moveTo>
                      <a:pt x="23911" y="629248"/>
                    </a:moveTo>
                    <a:lnTo>
                      <a:pt x="53811" y="606121"/>
                    </a:lnTo>
                    <a:moveTo>
                      <a:pt x="53811" y="606121"/>
                    </a:moveTo>
                    <a:lnTo>
                      <a:pt x="83712" y="582995"/>
                    </a:lnTo>
                    <a:moveTo>
                      <a:pt x="83712" y="582995"/>
                    </a:moveTo>
                    <a:lnTo>
                      <a:pt x="113612" y="559869"/>
                    </a:lnTo>
                    <a:moveTo>
                      <a:pt x="113612" y="559869"/>
                    </a:moveTo>
                    <a:lnTo>
                      <a:pt x="143512" y="536743"/>
                    </a:lnTo>
                    <a:moveTo>
                      <a:pt x="143512" y="536743"/>
                    </a:moveTo>
                    <a:lnTo>
                      <a:pt x="173412" y="513616"/>
                    </a:lnTo>
                    <a:moveTo>
                      <a:pt x="173412" y="513616"/>
                    </a:moveTo>
                    <a:lnTo>
                      <a:pt x="203312" y="490490"/>
                    </a:lnTo>
                    <a:moveTo>
                      <a:pt x="203312" y="490490"/>
                    </a:moveTo>
                    <a:lnTo>
                      <a:pt x="233212" y="467364"/>
                    </a:lnTo>
                    <a:moveTo>
                      <a:pt x="233212" y="467364"/>
                    </a:moveTo>
                    <a:lnTo>
                      <a:pt x="263112" y="444238"/>
                    </a:lnTo>
                    <a:moveTo>
                      <a:pt x="263112" y="444238"/>
                    </a:moveTo>
                    <a:lnTo>
                      <a:pt x="293012" y="421111"/>
                    </a:lnTo>
                    <a:moveTo>
                      <a:pt x="293012" y="421111"/>
                    </a:moveTo>
                    <a:lnTo>
                      <a:pt x="322912" y="397985"/>
                    </a:lnTo>
                    <a:moveTo>
                      <a:pt x="322912" y="397985"/>
                    </a:moveTo>
                    <a:lnTo>
                      <a:pt x="352812" y="374859"/>
                    </a:lnTo>
                    <a:moveTo>
                      <a:pt x="352812" y="374859"/>
                    </a:moveTo>
                    <a:lnTo>
                      <a:pt x="371017" y="360778"/>
                    </a:lnTo>
                    <a:moveTo>
                      <a:pt x="0" y="112911"/>
                    </a:moveTo>
                    <a:lnTo>
                      <a:pt x="29899" y="89783"/>
                    </a:lnTo>
                    <a:moveTo>
                      <a:pt x="29899" y="89783"/>
                    </a:moveTo>
                    <a:lnTo>
                      <a:pt x="59799" y="66656"/>
                    </a:lnTo>
                    <a:moveTo>
                      <a:pt x="59799" y="66656"/>
                    </a:moveTo>
                    <a:lnTo>
                      <a:pt x="89698" y="43529"/>
                    </a:lnTo>
                    <a:moveTo>
                      <a:pt x="89698" y="43529"/>
                    </a:moveTo>
                    <a:lnTo>
                      <a:pt x="119598" y="20402"/>
                    </a:lnTo>
                    <a:moveTo>
                      <a:pt x="119598" y="20402"/>
                    </a:moveTo>
                    <a:lnTo>
                      <a:pt x="145973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53" name="Контур"/>
              <p:cNvSpPr/>
              <p:nvPr/>
            </p:nvSpPr>
            <p:spPr>
              <a:xfrm>
                <a:off x="5969688" y="3386417"/>
                <a:ext cx="174751" cy="140756"/>
              </a:xfrm>
              <a:custGeom>
                <a:avLst/>
                <a:gdLst/>
                <a:ahLst/>
                <a:cxnLst/>
                <a:rect l="l" t="t" r="r" b="b"/>
                <a:pathLst>
                  <a:path w="174751" h="140756" fill="none">
                    <a:moveTo>
                      <a:pt x="174751" y="0"/>
                    </a:moveTo>
                    <a:lnTo>
                      <a:pt x="0" y="14075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54" name="Контур"/>
              <p:cNvSpPr/>
              <p:nvPr/>
            </p:nvSpPr>
            <p:spPr>
              <a:xfrm>
                <a:off x="9948894" y="3545161"/>
                <a:ext cx="347106" cy="268470"/>
              </a:xfrm>
              <a:custGeom>
                <a:avLst/>
                <a:gdLst/>
                <a:ahLst/>
                <a:cxnLst/>
                <a:rect l="l" t="t" r="r" b="b"/>
                <a:pathLst>
                  <a:path w="347106" h="268470" fill="none">
                    <a:moveTo>
                      <a:pt x="0" y="268470"/>
                    </a:moveTo>
                    <a:lnTo>
                      <a:pt x="29900" y="245343"/>
                    </a:lnTo>
                    <a:moveTo>
                      <a:pt x="29900" y="245343"/>
                    </a:moveTo>
                    <a:lnTo>
                      <a:pt x="59801" y="222217"/>
                    </a:lnTo>
                    <a:moveTo>
                      <a:pt x="59801" y="222217"/>
                    </a:moveTo>
                    <a:lnTo>
                      <a:pt x="89701" y="199091"/>
                    </a:lnTo>
                    <a:moveTo>
                      <a:pt x="89701" y="199091"/>
                    </a:moveTo>
                    <a:lnTo>
                      <a:pt x="119601" y="175965"/>
                    </a:lnTo>
                    <a:moveTo>
                      <a:pt x="119601" y="175965"/>
                    </a:moveTo>
                    <a:lnTo>
                      <a:pt x="149501" y="152838"/>
                    </a:lnTo>
                    <a:moveTo>
                      <a:pt x="149501" y="152838"/>
                    </a:moveTo>
                    <a:lnTo>
                      <a:pt x="179401" y="129712"/>
                    </a:lnTo>
                    <a:moveTo>
                      <a:pt x="179401" y="129712"/>
                    </a:moveTo>
                    <a:lnTo>
                      <a:pt x="209301" y="106586"/>
                    </a:lnTo>
                    <a:moveTo>
                      <a:pt x="209301" y="106586"/>
                    </a:moveTo>
                    <a:lnTo>
                      <a:pt x="239201" y="83460"/>
                    </a:lnTo>
                    <a:moveTo>
                      <a:pt x="239201" y="83460"/>
                    </a:moveTo>
                    <a:lnTo>
                      <a:pt x="269101" y="60333"/>
                    </a:lnTo>
                    <a:moveTo>
                      <a:pt x="269101" y="60333"/>
                    </a:moveTo>
                    <a:lnTo>
                      <a:pt x="299001" y="37207"/>
                    </a:lnTo>
                    <a:moveTo>
                      <a:pt x="299001" y="37207"/>
                    </a:moveTo>
                    <a:lnTo>
                      <a:pt x="328901" y="14081"/>
                    </a:lnTo>
                    <a:moveTo>
                      <a:pt x="328901" y="14081"/>
                    </a:moveTo>
                    <a:lnTo>
                      <a:pt x="347106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55" name="Контур"/>
              <p:cNvSpPr/>
              <p:nvPr/>
            </p:nvSpPr>
            <p:spPr>
              <a:xfrm>
                <a:off x="6144439" y="2278267"/>
                <a:ext cx="699581" cy="1108150"/>
              </a:xfrm>
              <a:custGeom>
                <a:avLst/>
                <a:gdLst/>
                <a:ahLst/>
                <a:cxnLst/>
                <a:rect l="l" t="t" r="r" b="b"/>
                <a:pathLst>
                  <a:path w="699581" h="1108150" fill="none">
                    <a:moveTo>
                      <a:pt x="563572" y="0"/>
                    </a:moveTo>
                    <a:lnTo>
                      <a:pt x="650025" y="91661"/>
                    </a:lnTo>
                    <a:moveTo>
                      <a:pt x="650025" y="91661"/>
                    </a:moveTo>
                    <a:lnTo>
                      <a:pt x="699581" y="144201"/>
                    </a:lnTo>
                    <a:lnTo>
                      <a:pt x="661884" y="182552"/>
                    </a:lnTo>
                    <a:moveTo>
                      <a:pt x="661884" y="182552"/>
                    </a:moveTo>
                    <a:lnTo>
                      <a:pt x="573558" y="272411"/>
                    </a:lnTo>
                    <a:moveTo>
                      <a:pt x="573558" y="272411"/>
                    </a:moveTo>
                    <a:lnTo>
                      <a:pt x="485232" y="362269"/>
                    </a:lnTo>
                    <a:moveTo>
                      <a:pt x="485232" y="362269"/>
                    </a:moveTo>
                    <a:lnTo>
                      <a:pt x="396906" y="452127"/>
                    </a:lnTo>
                    <a:moveTo>
                      <a:pt x="396906" y="452127"/>
                    </a:moveTo>
                    <a:lnTo>
                      <a:pt x="308580" y="541985"/>
                    </a:lnTo>
                    <a:moveTo>
                      <a:pt x="308580" y="541985"/>
                    </a:moveTo>
                    <a:lnTo>
                      <a:pt x="220254" y="631844"/>
                    </a:lnTo>
                    <a:moveTo>
                      <a:pt x="220254" y="631844"/>
                    </a:moveTo>
                    <a:lnTo>
                      <a:pt x="185519" y="667181"/>
                    </a:lnTo>
                    <a:lnTo>
                      <a:pt x="203904" y="685663"/>
                    </a:lnTo>
                    <a:lnTo>
                      <a:pt x="224947" y="706818"/>
                    </a:lnTo>
                    <a:lnTo>
                      <a:pt x="210445" y="721369"/>
                    </a:lnTo>
                    <a:moveTo>
                      <a:pt x="210445" y="721369"/>
                    </a:moveTo>
                    <a:lnTo>
                      <a:pt x="173729" y="758208"/>
                    </a:lnTo>
                    <a:lnTo>
                      <a:pt x="226311" y="810260"/>
                    </a:lnTo>
                    <a:moveTo>
                      <a:pt x="226311" y="810260"/>
                    </a:moveTo>
                    <a:lnTo>
                      <a:pt x="241445" y="825242"/>
                    </a:lnTo>
                    <a:lnTo>
                      <a:pt x="200549" y="866226"/>
                    </a:lnTo>
                    <a:lnTo>
                      <a:pt x="209459" y="875136"/>
                    </a:lnTo>
                    <a:lnTo>
                      <a:pt x="186592" y="900575"/>
                    </a:lnTo>
                    <a:moveTo>
                      <a:pt x="186592" y="900575"/>
                    </a:moveTo>
                    <a:lnTo>
                      <a:pt x="102359" y="994281"/>
                    </a:lnTo>
                    <a:moveTo>
                      <a:pt x="102359" y="994281"/>
                    </a:moveTo>
                    <a:lnTo>
                      <a:pt x="18125" y="1087987"/>
                    </a:lnTo>
                    <a:moveTo>
                      <a:pt x="18125" y="1087987"/>
                    </a:moveTo>
                    <a:lnTo>
                      <a:pt x="0" y="110815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56" name="Контур"/>
              <p:cNvSpPr/>
              <p:nvPr/>
            </p:nvSpPr>
            <p:spPr>
              <a:xfrm>
                <a:off x="6177758" y="2393051"/>
                <a:ext cx="623670" cy="888341"/>
              </a:xfrm>
              <a:custGeom>
                <a:avLst/>
                <a:gdLst/>
                <a:ahLst/>
                <a:cxnLst/>
                <a:rect l="l" t="t" r="r" b="b"/>
                <a:pathLst>
                  <a:path w="623670" h="888341" fill="none">
                    <a:moveTo>
                      <a:pt x="577423" y="13928"/>
                    </a:moveTo>
                    <a:lnTo>
                      <a:pt x="623670" y="0"/>
                    </a:lnTo>
                    <a:lnTo>
                      <a:pt x="607064" y="45355"/>
                    </a:lnTo>
                    <a:lnTo>
                      <a:pt x="577423" y="13928"/>
                    </a:lnTo>
                    <a:lnTo>
                      <a:pt x="581128" y="17857"/>
                    </a:lnTo>
                    <a:lnTo>
                      <a:pt x="615814" y="7411"/>
                    </a:lnTo>
                    <a:lnTo>
                      <a:pt x="603359" y="41427"/>
                    </a:lnTo>
                    <a:lnTo>
                      <a:pt x="607288" y="37721"/>
                    </a:lnTo>
                    <a:lnTo>
                      <a:pt x="585057" y="14151"/>
                    </a:lnTo>
                    <a:lnTo>
                      <a:pt x="581128" y="17857"/>
                    </a:lnTo>
                    <a:lnTo>
                      <a:pt x="577423" y="13928"/>
                    </a:lnTo>
                    <a:lnTo>
                      <a:pt x="592690" y="14375"/>
                    </a:lnTo>
                    <a:lnTo>
                      <a:pt x="588985" y="10446"/>
                    </a:lnTo>
                    <a:lnTo>
                      <a:pt x="604252" y="10893"/>
                    </a:lnTo>
                    <a:lnTo>
                      <a:pt x="600547" y="6964"/>
                    </a:lnTo>
                    <a:lnTo>
                      <a:pt x="619742" y="3705"/>
                    </a:lnTo>
                    <a:lnTo>
                      <a:pt x="615367" y="22678"/>
                    </a:lnTo>
                    <a:lnTo>
                      <a:pt x="611662" y="18749"/>
                    </a:lnTo>
                    <a:lnTo>
                      <a:pt x="611216" y="34016"/>
                    </a:lnTo>
                    <a:lnTo>
                      <a:pt x="607511" y="30088"/>
                    </a:lnTo>
                    <a:lnTo>
                      <a:pt x="607064" y="45355"/>
                    </a:lnTo>
                    <a:lnTo>
                      <a:pt x="603582" y="33793"/>
                    </a:lnTo>
                    <a:lnTo>
                      <a:pt x="595949" y="33570"/>
                    </a:lnTo>
                    <a:lnTo>
                      <a:pt x="596172" y="25936"/>
                    </a:lnTo>
                    <a:lnTo>
                      <a:pt x="588539" y="25713"/>
                    </a:lnTo>
                    <a:lnTo>
                      <a:pt x="588762" y="18080"/>
                    </a:lnTo>
                    <a:lnTo>
                      <a:pt x="577423" y="13928"/>
                    </a:lnTo>
                    <a:lnTo>
                      <a:pt x="585057" y="14151"/>
                    </a:lnTo>
                    <a:lnTo>
                      <a:pt x="584833" y="21785"/>
                    </a:lnTo>
                    <a:lnTo>
                      <a:pt x="592467" y="22008"/>
                    </a:lnTo>
                    <a:lnTo>
                      <a:pt x="592244" y="29642"/>
                    </a:lnTo>
                    <a:lnTo>
                      <a:pt x="599877" y="29865"/>
                    </a:lnTo>
                    <a:lnTo>
                      <a:pt x="599654" y="37498"/>
                    </a:lnTo>
                    <a:lnTo>
                      <a:pt x="607288" y="37721"/>
                    </a:lnTo>
                    <a:lnTo>
                      <a:pt x="611216" y="34016"/>
                    </a:lnTo>
                    <a:lnTo>
                      <a:pt x="607511" y="30088"/>
                    </a:lnTo>
                    <a:lnTo>
                      <a:pt x="615367" y="22678"/>
                    </a:lnTo>
                    <a:lnTo>
                      <a:pt x="611662" y="18749"/>
                    </a:lnTo>
                    <a:lnTo>
                      <a:pt x="623670" y="0"/>
                    </a:lnTo>
                    <a:lnTo>
                      <a:pt x="615814" y="7411"/>
                    </a:lnTo>
                    <a:lnTo>
                      <a:pt x="612109" y="3482"/>
                    </a:lnTo>
                    <a:lnTo>
                      <a:pt x="604252" y="10893"/>
                    </a:lnTo>
                    <a:lnTo>
                      <a:pt x="600547" y="6964"/>
                    </a:lnTo>
                    <a:lnTo>
                      <a:pt x="592690" y="14375"/>
                    </a:lnTo>
                    <a:lnTo>
                      <a:pt x="588985" y="10446"/>
                    </a:lnTo>
                    <a:lnTo>
                      <a:pt x="585057" y="14151"/>
                    </a:lnTo>
                    <a:moveTo>
                      <a:pt x="501728" y="119772"/>
                    </a:moveTo>
                    <a:lnTo>
                      <a:pt x="517395" y="165460"/>
                    </a:lnTo>
                    <a:lnTo>
                      <a:pt x="471445" y="150581"/>
                    </a:lnTo>
                    <a:lnTo>
                      <a:pt x="501728" y="119772"/>
                    </a:lnTo>
                    <a:lnTo>
                      <a:pt x="497943" y="123624"/>
                    </a:lnTo>
                    <a:lnTo>
                      <a:pt x="509693" y="157889"/>
                    </a:lnTo>
                    <a:lnTo>
                      <a:pt x="475231" y="146730"/>
                    </a:lnTo>
                    <a:lnTo>
                      <a:pt x="479082" y="150515"/>
                    </a:lnTo>
                    <a:lnTo>
                      <a:pt x="501794" y="127409"/>
                    </a:lnTo>
                    <a:lnTo>
                      <a:pt x="497943" y="123624"/>
                    </a:lnTo>
                    <a:lnTo>
                      <a:pt x="501728" y="119772"/>
                    </a:lnTo>
                    <a:lnTo>
                      <a:pt x="501860" y="135045"/>
                    </a:lnTo>
                    <a:lnTo>
                      <a:pt x="505645" y="131194"/>
                    </a:lnTo>
                    <a:lnTo>
                      <a:pt x="505776" y="146467"/>
                    </a:lnTo>
                    <a:lnTo>
                      <a:pt x="509562" y="142616"/>
                    </a:lnTo>
                    <a:lnTo>
                      <a:pt x="513544" y="161675"/>
                    </a:lnTo>
                    <a:lnTo>
                      <a:pt x="494420" y="158021"/>
                    </a:lnTo>
                    <a:lnTo>
                      <a:pt x="498206" y="154169"/>
                    </a:lnTo>
                    <a:lnTo>
                      <a:pt x="482933" y="154301"/>
                    </a:lnTo>
                    <a:lnTo>
                      <a:pt x="486718" y="150450"/>
                    </a:lnTo>
                    <a:lnTo>
                      <a:pt x="471445" y="150581"/>
                    </a:lnTo>
                    <a:lnTo>
                      <a:pt x="482867" y="146664"/>
                    </a:lnTo>
                    <a:lnTo>
                      <a:pt x="482801" y="139028"/>
                    </a:lnTo>
                    <a:lnTo>
                      <a:pt x="490438" y="138962"/>
                    </a:lnTo>
                    <a:lnTo>
                      <a:pt x="490372" y="131326"/>
                    </a:lnTo>
                    <a:lnTo>
                      <a:pt x="498009" y="131260"/>
                    </a:lnTo>
                    <a:lnTo>
                      <a:pt x="501728" y="119772"/>
                    </a:lnTo>
                    <a:lnTo>
                      <a:pt x="501794" y="127409"/>
                    </a:lnTo>
                    <a:lnTo>
                      <a:pt x="494158" y="127475"/>
                    </a:lnTo>
                    <a:lnTo>
                      <a:pt x="494223" y="135111"/>
                    </a:lnTo>
                    <a:lnTo>
                      <a:pt x="486587" y="135177"/>
                    </a:lnTo>
                    <a:lnTo>
                      <a:pt x="486652" y="142813"/>
                    </a:lnTo>
                    <a:lnTo>
                      <a:pt x="479016" y="142879"/>
                    </a:lnTo>
                    <a:lnTo>
                      <a:pt x="479082" y="150515"/>
                    </a:lnTo>
                    <a:lnTo>
                      <a:pt x="482933" y="154301"/>
                    </a:lnTo>
                    <a:lnTo>
                      <a:pt x="486718" y="150450"/>
                    </a:lnTo>
                    <a:lnTo>
                      <a:pt x="494420" y="158021"/>
                    </a:lnTo>
                    <a:lnTo>
                      <a:pt x="498206" y="154169"/>
                    </a:lnTo>
                    <a:lnTo>
                      <a:pt x="517395" y="165460"/>
                    </a:lnTo>
                    <a:lnTo>
                      <a:pt x="509693" y="157889"/>
                    </a:lnTo>
                    <a:lnTo>
                      <a:pt x="513479" y="154038"/>
                    </a:lnTo>
                    <a:lnTo>
                      <a:pt x="505776" y="146467"/>
                    </a:lnTo>
                    <a:lnTo>
                      <a:pt x="509562" y="142616"/>
                    </a:lnTo>
                    <a:lnTo>
                      <a:pt x="501860" y="135045"/>
                    </a:lnTo>
                    <a:lnTo>
                      <a:pt x="505645" y="131194"/>
                    </a:lnTo>
                    <a:lnTo>
                      <a:pt x="501794" y="127409"/>
                    </a:lnTo>
                    <a:moveTo>
                      <a:pt x="325076" y="299489"/>
                    </a:moveTo>
                    <a:lnTo>
                      <a:pt x="340743" y="345177"/>
                    </a:lnTo>
                    <a:lnTo>
                      <a:pt x="294793" y="330298"/>
                    </a:lnTo>
                    <a:lnTo>
                      <a:pt x="325076" y="299489"/>
                    </a:lnTo>
                    <a:lnTo>
                      <a:pt x="321291" y="303340"/>
                    </a:lnTo>
                    <a:lnTo>
                      <a:pt x="333041" y="337606"/>
                    </a:lnTo>
                    <a:lnTo>
                      <a:pt x="298578" y="326447"/>
                    </a:lnTo>
                    <a:lnTo>
                      <a:pt x="302430" y="330232"/>
                    </a:lnTo>
                    <a:lnTo>
                      <a:pt x="325142" y="307126"/>
                    </a:lnTo>
                    <a:lnTo>
                      <a:pt x="321291" y="303340"/>
                    </a:lnTo>
                    <a:lnTo>
                      <a:pt x="325076" y="299489"/>
                    </a:lnTo>
                    <a:lnTo>
                      <a:pt x="325208" y="314762"/>
                    </a:lnTo>
                    <a:lnTo>
                      <a:pt x="328993" y="310911"/>
                    </a:lnTo>
                    <a:lnTo>
                      <a:pt x="329124" y="326184"/>
                    </a:lnTo>
                    <a:lnTo>
                      <a:pt x="332910" y="322333"/>
                    </a:lnTo>
                    <a:lnTo>
                      <a:pt x="336892" y="341391"/>
                    </a:lnTo>
                    <a:lnTo>
                      <a:pt x="317768" y="337737"/>
                    </a:lnTo>
                    <a:lnTo>
                      <a:pt x="321554" y="333886"/>
                    </a:lnTo>
                    <a:lnTo>
                      <a:pt x="306281" y="334017"/>
                    </a:lnTo>
                    <a:lnTo>
                      <a:pt x="310066" y="330166"/>
                    </a:lnTo>
                    <a:lnTo>
                      <a:pt x="294793" y="330298"/>
                    </a:lnTo>
                    <a:lnTo>
                      <a:pt x="306215" y="326381"/>
                    </a:lnTo>
                    <a:lnTo>
                      <a:pt x="306149" y="318744"/>
                    </a:lnTo>
                    <a:lnTo>
                      <a:pt x="313786" y="318679"/>
                    </a:lnTo>
                    <a:lnTo>
                      <a:pt x="313720" y="311042"/>
                    </a:lnTo>
                    <a:lnTo>
                      <a:pt x="321357" y="310977"/>
                    </a:lnTo>
                    <a:lnTo>
                      <a:pt x="325076" y="299489"/>
                    </a:lnTo>
                    <a:lnTo>
                      <a:pt x="325142" y="307126"/>
                    </a:lnTo>
                    <a:lnTo>
                      <a:pt x="317505" y="307191"/>
                    </a:lnTo>
                    <a:lnTo>
                      <a:pt x="317571" y="314828"/>
                    </a:lnTo>
                    <a:lnTo>
                      <a:pt x="309935" y="314893"/>
                    </a:lnTo>
                    <a:lnTo>
                      <a:pt x="310000" y="322530"/>
                    </a:lnTo>
                    <a:lnTo>
                      <a:pt x="302364" y="322595"/>
                    </a:lnTo>
                    <a:lnTo>
                      <a:pt x="302430" y="330232"/>
                    </a:lnTo>
                    <a:lnTo>
                      <a:pt x="306281" y="334017"/>
                    </a:lnTo>
                    <a:lnTo>
                      <a:pt x="310066" y="330166"/>
                    </a:lnTo>
                    <a:lnTo>
                      <a:pt x="317768" y="337737"/>
                    </a:lnTo>
                    <a:lnTo>
                      <a:pt x="321554" y="333886"/>
                    </a:lnTo>
                    <a:lnTo>
                      <a:pt x="340743" y="345177"/>
                    </a:lnTo>
                    <a:lnTo>
                      <a:pt x="333041" y="337606"/>
                    </a:lnTo>
                    <a:lnTo>
                      <a:pt x="336826" y="333755"/>
                    </a:lnTo>
                    <a:lnTo>
                      <a:pt x="329124" y="326184"/>
                    </a:lnTo>
                    <a:lnTo>
                      <a:pt x="332910" y="322333"/>
                    </a:lnTo>
                    <a:lnTo>
                      <a:pt x="325208" y="314762"/>
                    </a:lnTo>
                    <a:lnTo>
                      <a:pt x="328993" y="310911"/>
                    </a:lnTo>
                    <a:lnTo>
                      <a:pt x="325142" y="307126"/>
                    </a:lnTo>
                    <a:moveTo>
                      <a:pt x="148424" y="479206"/>
                    </a:moveTo>
                    <a:lnTo>
                      <a:pt x="164091" y="524893"/>
                    </a:lnTo>
                    <a:lnTo>
                      <a:pt x="118141" y="510014"/>
                    </a:lnTo>
                    <a:lnTo>
                      <a:pt x="148424" y="479206"/>
                    </a:lnTo>
                    <a:lnTo>
                      <a:pt x="144639" y="483057"/>
                    </a:lnTo>
                    <a:lnTo>
                      <a:pt x="156389" y="517322"/>
                    </a:lnTo>
                    <a:lnTo>
                      <a:pt x="121926" y="506163"/>
                    </a:lnTo>
                    <a:lnTo>
                      <a:pt x="125777" y="509948"/>
                    </a:lnTo>
                    <a:lnTo>
                      <a:pt x="148490" y="486842"/>
                    </a:lnTo>
                    <a:lnTo>
                      <a:pt x="144639" y="483057"/>
                    </a:lnTo>
                    <a:lnTo>
                      <a:pt x="148424" y="479206"/>
                    </a:lnTo>
                    <a:lnTo>
                      <a:pt x="148556" y="494479"/>
                    </a:lnTo>
                    <a:lnTo>
                      <a:pt x="152341" y="490627"/>
                    </a:lnTo>
                    <a:lnTo>
                      <a:pt x="152472" y="505900"/>
                    </a:lnTo>
                    <a:lnTo>
                      <a:pt x="156258" y="502049"/>
                    </a:lnTo>
                    <a:lnTo>
                      <a:pt x="160240" y="521108"/>
                    </a:lnTo>
                    <a:lnTo>
                      <a:pt x="141116" y="517454"/>
                    </a:lnTo>
                    <a:lnTo>
                      <a:pt x="144901" y="513603"/>
                    </a:lnTo>
                    <a:lnTo>
                      <a:pt x="129629" y="513734"/>
                    </a:lnTo>
                    <a:lnTo>
                      <a:pt x="133414" y="509883"/>
                    </a:lnTo>
                    <a:lnTo>
                      <a:pt x="118141" y="510014"/>
                    </a:lnTo>
                    <a:lnTo>
                      <a:pt x="129563" y="506097"/>
                    </a:lnTo>
                    <a:lnTo>
                      <a:pt x="129497" y="498461"/>
                    </a:lnTo>
                    <a:lnTo>
                      <a:pt x="137134" y="498395"/>
                    </a:lnTo>
                    <a:lnTo>
                      <a:pt x="137068" y="490759"/>
                    </a:lnTo>
                    <a:lnTo>
                      <a:pt x="144704" y="490693"/>
                    </a:lnTo>
                    <a:lnTo>
                      <a:pt x="148424" y="479206"/>
                    </a:lnTo>
                    <a:lnTo>
                      <a:pt x="148490" y="486842"/>
                    </a:lnTo>
                    <a:lnTo>
                      <a:pt x="140853" y="486908"/>
                    </a:lnTo>
                    <a:lnTo>
                      <a:pt x="140919" y="494544"/>
                    </a:lnTo>
                    <a:lnTo>
                      <a:pt x="133283" y="494610"/>
                    </a:lnTo>
                    <a:lnTo>
                      <a:pt x="133348" y="502246"/>
                    </a:lnTo>
                    <a:lnTo>
                      <a:pt x="125712" y="502312"/>
                    </a:lnTo>
                    <a:lnTo>
                      <a:pt x="125777" y="509948"/>
                    </a:lnTo>
                    <a:lnTo>
                      <a:pt x="129629" y="513734"/>
                    </a:lnTo>
                    <a:lnTo>
                      <a:pt x="133414" y="509883"/>
                    </a:lnTo>
                    <a:lnTo>
                      <a:pt x="141116" y="517454"/>
                    </a:lnTo>
                    <a:lnTo>
                      <a:pt x="144901" y="513603"/>
                    </a:lnTo>
                    <a:lnTo>
                      <a:pt x="164091" y="524893"/>
                    </a:lnTo>
                    <a:lnTo>
                      <a:pt x="156389" y="517322"/>
                    </a:lnTo>
                    <a:lnTo>
                      <a:pt x="160174" y="513471"/>
                    </a:lnTo>
                    <a:lnTo>
                      <a:pt x="152472" y="505900"/>
                    </a:lnTo>
                    <a:lnTo>
                      <a:pt x="156258" y="502049"/>
                    </a:lnTo>
                    <a:lnTo>
                      <a:pt x="148556" y="494479"/>
                    </a:lnTo>
                    <a:lnTo>
                      <a:pt x="152341" y="490627"/>
                    </a:lnTo>
                    <a:lnTo>
                      <a:pt x="148490" y="486842"/>
                    </a:lnTo>
                    <a:moveTo>
                      <a:pt x="155002" y="733853"/>
                    </a:moveTo>
                    <a:lnTo>
                      <a:pt x="200745" y="718348"/>
                    </a:lnTo>
                    <a:lnTo>
                      <a:pt x="185703" y="764245"/>
                    </a:lnTo>
                    <a:lnTo>
                      <a:pt x="155002" y="733853"/>
                    </a:lnTo>
                    <a:lnTo>
                      <a:pt x="158840" y="737652"/>
                    </a:lnTo>
                    <a:lnTo>
                      <a:pt x="193147" y="726023"/>
                    </a:lnTo>
                    <a:lnTo>
                      <a:pt x="181866" y="760446"/>
                    </a:lnTo>
                    <a:lnTo>
                      <a:pt x="185665" y="756608"/>
                    </a:lnTo>
                    <a:lnTo>
                      <a:pt x="162639" y="733814"/>
                    </a:lnTo>
                    <a:lnTo>
                      <a:pt x="158840" y="737652"/>
                    </a:lnTo>
                    <a:lnTo>
                      <a:pt x="155002" y="733853"/>
                    </a:lnTo>
                    <a:lnTo>
                      <a:pt x="170275" y="733776"/>
                    </a:lnTo>
                    <a:lnTo>
                      <a:pt x="166438" y="729977"/>
                    </a:lnTo>
                    <a:lnTo>
                      <a:pt x="181711" y="729899"/>
                    </a:lnTo>
                    <a:lnTo>
                      <a:pt x="177873" y="726100"/>
                    </a:lnTo>
                    <a:lnTo>
                      <a:pt x="196946" y="722185"/>
                    </a:lnTo>
                    <a:lnTo>
                      <a:pt x="193224" y="741296"/>
                    </a:lnTo>
                    <a:lnTo>
                      <a:pt x="189386" y="737497"/>
                    </a:lnTo>
                    <a:lnTo>
                      <a:pt x="189464" y="752771"/>
                    </a:lnTo>
                    <a:lnTo>
                      <a:pt x="185626" y="748972"/>
                    </a:lnTo>
                    <a:lnTo>
                      <a:pt x="185703" y="764245"/>
                    </a:lnTo>
                    <a:lnTo>
                      <a:pt x="181827" y="752809"/>
                    </a:lnTo>
                    <a:lnTo>
                      <a:pt x="174190" y="752848"/>
                    </a:lnTo>
                    <a:lnTo>
                      <a:pt x="174152" y="745211"/>
                    </a:lnTo>
                    <a:lnTo>
                      <a:pt x="166515" y="745250"/>
                    </a:lnTo>
                    <a:lnTo>
                      <a:pt x="166476" y="737613"/>
                    </a:lnTo>
                    <a:lnTo>
                      <a:pt x="155002" y="733853"/>
                    </a:lnTo>
                    <a:lnTo>
                      <a:pt x="162639" y="733814"/>
                    </a:lnTo>
                    <a:lnTo>
                      <a:pt x="162677" y="741451"/>
                    </a:lnTo>
                    <a:lnTo>
                      <a:pt x="170314" y="741412"/>
                    </a:lnTo>
                    <a:lnTo>
                      <a:pt x="170353" y="749049"/>
                    </a:lnTo>
                    <a:lnTo>
                      <a:pt x="177989" y="749010"/>
                    </a:lnTo>
                    <a:lnTo>
                      <a:pt x="178028" y="756647"/>
                    </a:lnTo>
                    <a:lnTo>
                      <a:pt x="185665" y="756608"/>
                    </a:lnTo>
                    <a:lnTo>
                      <a:pt x="189464" y="752771"/>
                    </a:lnTo>
                    <a:lnTo>
                      <a:pt x="185626" y="748972"/>
                    </a:lnTo>
                    <a:lnTo>
                      <a:pt x="193224" y="741296"/>
                    </a:lnTo>
                    <a:lnTo>
                      <a:pt x="189386" y="737497"/>
                    </a:lnTo>
                    <a:lnTo>
                      <a:pt x="200745" y="718348"/>
                    </a:lnTo>
                    <a:lnTo>
                      <a:pt x="193147" y="726023"/>
                    </a:lnTo>
                    <a:lnTo>
                      <a:pt x="189309" y="722224"/>
                    </a:lnTo>
                    <a:lnTo>
                      <a:pt x="181711" y="729899"/>
                    </a:lnTo>
                    <a:lnTo>
                      <a:pt x="177873" y="726100"/>
                    </a:lnTo>
                    <a:lnTo>
                      <a:pt x="170275" y="733776"/>
                    </a:lnTo>
                    <a:lnTo>
                      <a:pt x="166438" y="729977"/>
                    </a:lnTo>
                    <a:lnTo>
                      <a:pt x="162639" y="733814"/>
                    </a:lnTo>
                    <a:moveTo>
                      <a:pt x="28880" y="843397"/>
                    </a:moveTo>
                    <a:lnTo>
                      <a:pt x="46568" y="888341"/>
                    </a:lnTo>
                    <a:lnTo>
                      <a:pt x="0" y="875525"/>
                    </a:lnTo>
                    <a:lnTo>
                      <a:pt x="28880" y="843397"/>
                    </a:lnTo>
                    <a:lnTo>
                      <a:pt x="25270" y="847413"/>
                    </a:lnTo>
                    <a:lnTo>
                      <a:pt x="38536" y="881121"/>
                    </a:lnTo>
                    <a:lnTo>
                      <a:pt x="3610" y="871509"/>
                    </a:lnTo>
                    <a:lnTo>
                      <a:pt x="7626" y="875119"/>
                    </a:lnTo>
                    <a:lnTo>
                      <a:pt x="29286" y="851023"/>
                    </a:lnTo>
                    <a:lnTo>
                      <a:pt x="25270" y="847413"/>
                    </a:lnTo>
                    <a:lnTo>
                      <a:pt x="28880" y="843397"/>
                    </a:lnTo>
                    <a:lnTo>
                      <a:pt x="29692" y="858649"/>
                    </a:lnTo>
                    <a:lnTo>
                      <a:pt x="33302" y="854633"/>
                    </a:lnTo>
                    <a:lnTo>
                      <a:pt x="34114" y="869885"/>
                    </a:lnTo>
                    <a:lnTo>
                      <a:pt x="37724" y="865869"/>
                    </a:lnTo>
                    <a:lnTo>
                      <a:pt x="42552" y="884731"/>
                    </a:lnTo>
                    <a:lnTo>
                      <a:pt x="23284" y="881933"/>
                    </a:lnTo>
                    <a:lnTo>
                      <a:pt x="26894" y="877917"/>
                    </a:lnTo>
                    <a:lnTo>
                      <a:pt x="11642" y="878729"/>
                    </a:lnTo>
                    <a:lnTo>
                      <a:pt x="15252" y="874713"/>
                    </a:lnTo>
                    <a:lnTo>
                      <a:pt x="0" y="875525"/>
                    </a:lnTo>
                    <a:lnTo>
                      <a:pt x="11236" y="871103"/>
                    </a:lnTo>
                    <a:lnTo>
                      <a:pt x="10830" y="863477"/>
                    </a:lnTo>
                    <a:lnTo>
                      <a:pt x="18456" y="863071"/>
                    </a:lnTo>
                    <a:lnTo>
                      <a:pt x="18050" y="855445"/>
                    </a:lnTo>
                    <a:lnTo>
                      <a:pt x="25676" y="855039"/>
                    </a:lnTo>
                    <a:lnTo>
                      <a:pt x="28880" y="843397"/>
                    </a:lnTo>
                    <a:lnTo>
                      <a:pt x="29286" y="851023"/>
                    </a:lnTo>
                    <a:lnTo>
                      <a:pt x="21660" y="851429"/>
                    </a:lnTo>
                    <a:lnTo>
                      <a:pt x="22066" y="859055"/>
                    </a:lnTo>
                    <a:lnTo>
                      <a:pt x="14440" y="859461"/>
                    </a:lnTo>
                    <a:lnTo>
                      <a:pt x="14846" y="867087"/>
                    </a:lnTo>
                    <a:lnTo>
                      <a:pt x="7220" y="867493"/>
                    </a:lnTo>
                    <a:lnTo>
                      <a:pt x="7626" y="875119"/>
                    </a:lnTo>
                    <a:lnTo>
                      <a:pt x="11642" y="878729"/>
                    </a:lnTo>
                    <a:lnTo>
                      <a:pt x="15252" y="874713"/>
                    </a:lnTo>
                    <a:lnTo>
                      <a:pt x="23284" y="881933"/>
                    </a:lnTo>
                    <a:lnTo>
                      <a:pt x="26894" y="877917"/>
                    </a:lnTo>
                    <a:lnTo>
                      <a:pt x="46568" y="888341"/>
                    </a:lnTo>
                    <a:lnTo>
                      <a:pt x="38536" y="881121"/>
                    </a:lnTo>
                    <a:lnTo>
                      <a:pt x="42146" y="877105"/>
                    </a:lnTo>
                    <a:lnTo>
                      <a:pt x="34114" y="869885"/>
                    </a:lnTo>
                    <a:lnTo>
                      <a:pt x="37724" y="865869"/>
                    </a:lnTo>
                    <a:lnTo>
                      <a:pt x="29692" y="858649"/>
                    </a:lnTo>
                    <a:lnTo>
                      <a:pt x="33302" y="854633"/>
                    </a:lnTo>
                    <a:lnTo>
                      <a:pt x="29286" y="85102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57" name="Контур"/>
              <p:cNvSpPr/>
              <p:nvPr/>
            </p:nvSpPr>
            <p:spPr>
              <a:xfrm>
                <a:off x="10070956" y="3059610"/>
                <a:ext cx="169275" cy="13538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135382" fill="none">
                    <a:moveTo>
                      <a:pt x="0" y="124773"/>
                    </a:moveTo>
                    <a:lnTo>
                      <a:pt x="8244" y="135382"/>
                    </a:lnTo>
                    <a:lnTo>
                      <a:pt x="27483" y="120433"/>
                    </a:lnTo>
                    <a:moveTo>
                      <a:pt x="27483" y="120433"/>
                    </a:moveTo>
                    <a:lnTo>
                      <a:pt x="57331" y="97239"/>
                    </a:lnTo>
                    <a:moveTo>
                      <a:pt x="57331" y="97239"/>
                    </a:moveTo>
                    <a:lnTo>
                      <a:pt x="87179" y="74046"/>
                    </a:lnTo>
                    <a:moveTo>
                      <a:pt x="87179" y="74046"/>
                    </a:moveTo>
                    <a:lnTo>
                      <a:pt x="117027" y="50853"/>
                    </a:lnTo>
                    <a:moveTo>
                      <a:pt x="117027" y="50853"/>
                    </a:moveTo>
                    <a:lnTo>
                      <a:pt x="146875" y="27659"/>
                    </a:lnTo>
                    <a:moveTo>
                      <a:pt x="146875" y="27659"/>
                    </a:moveTo>
                    <a:lnTo>
                      <a:pt x="169275" y="10253"/>
                    </a:lnTo>
                    <a:lnTo>
                      <a:pt x="163488" y="2805"/>
                    </a:lnTo>
                    <a:moveTo>
                      <a:pt x="163488" y="2805"/>
                    </a:moveTo>
                    <a:lnTo>
                      <a:pt x="161309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58" name="Контур"/>
              <p:cNvSpPr/>
              <p:nvPr/>
            </p:nvSpPr>
            <p:spPr>
              <a:xfrm>
                <a:off x="3325907" y="2563866"/>
                <a:ext cx="67189" cy="71346"/>
              </a:xfrm>
              <a:custGeom>
                <a:avLst/>
                <a:gdLst/>
                <a:ahLst/>
                <a:cxnLst/>
                <a:rect l="l" t="t" r="r" b="b"/>
                <a:pathLst>
                  <a:path w="67189" h="71346" fill="none">
                    <a:moveTo>
                      <a:pt x="67189" y="71346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59" name="Контур"/>
              <p:cNvSpPr/>
              <p:nvPr/>
            </p:nvSpPr>
            <p:spPr>
              <a:xfrm>
                <a:off x="3420458" y="1635375"/>
                <a:ext cx="803896" cy="845158"/>
              </a:xfrm>
              <a:custGeom>
                <a:avLst/>
                <a:gdLst/>
                <a:ahLst/>
                <a:cxnLst/>
                <a:rect l="l" t="t" r="r" b="b"/>
                <a:pathLst>
                  <a:path w="803896" h="845158" fill="none">
                    <a:moveTo>
                      <a:pt x="803896" y="845158"/>
                    </a:moveTo>
                    <a:lnTo>
                      <a:pt x="778163" y="817469"/>
                    </a:lnTo>
                    <a:moveTo>
                      <a:pt x="778163" y="817469"/>
                    </a:moveTo>
                    <a:lnTo>
                      <a:pt x="752430" y="789781"/>
                    </a:lnTo>
                    <a:moveTo>
                      <a:pt x="752430" y="789781"/>
                    </a:moveTo>
                    <a:lnTo>
                      <a:pt x="726697" y="762092"/>
                    </a:lnTo>
                    <a:moveTo>
                      <a:pt x="726697" y="762092"/>
                    </a:moveTo>
                    <a:lnTo>
                      <a:pt x="715052" y="749561"/>
                    </a:lnTo>
                    <a:lnTo>
                      <a:pt x="700470" y="734879"/>
                    </a:lnTo>
                    <a:moveTo>
                      <a:pt x="700470" y="734879"/>
                    </a:moveTo>
                    <a:lnTo>
                      <a:pt x="673832" y="708059"/>
                    </a:lnTo>
                    <a:moveTo>
                      <a:pt x="673832" y="708059"/>
                    </a:moveTo>
                    <a:lnTo>
                      <a:pt x="647195" y="681240"/>
                    </a:lnTo>
                    <a:moveTo>
                      <a:pt x="647195" y="681240"/>
                    </a:moveTo>
                    <a:lnTo>
                      <a:pt x="620558" y="654420"/>
                    </a:lnTo>
                    <a:moveTo>
                      <a:pt x="620558" y="654420"/>
                    </a:moveTo>
                    <a:lnTo>
                      <a:pt x="593921" y="627600"/>
                    </a:lnTo>
                    <a:moveTo>
                      <a:pt x="593921" y="627600"/>
                    </a:moveTo>
                    <a:lnTo>
                      <a:pt x="567283" y="600780"/>
                    </a:lnTo>
                    <a:moveTo>
                      <a:pt x="567283" y="600780"/>
                    </a:moveTo>
                    <a:lnTo>
                      <a:pt x="540646" y="573961"/>
                    </a:lnTo>
                    <a:moveTo>
                      <a:pt x="540646" y="573961"/>
                    </a:moveTo>
                    <a:lnTo>
                      <a:pt x="514009" y="547141"/>
                    </a:lnTo>
                    <a:moveTo>
                      <a:pt x="514009" y="547141"/>
                    </a:moveTo>
                    <a:lnTo>
                      <a:pt x="487372" y="520321"/>
                    </a:lnTo>
                    <a:moveTo>
                      <a:pt x="487372" y="520321"/>
                    </a:moveTo>
                    <a:lnTo>
                      <a:pt x="460735" y="493501"/>
                    </a:lnTo>
                    <a:moveTo>
                      <a:pt x="460735" y="493501"/>
                    </a:moveTo>
                    <a:lnTo>
                      <a:pt x="434097" y="466682"/>
                    </a:lnTo>
                    <a:moveTo>
                      <a:pt x="434097" y="466682"/>
                    </a:moveTo>
                    <a:lnTo>
                      <a:pt x="407460" y="439862"/>
                    </a:lnTo>
                    <a:moveTo>
                      <a:pt x="407460" y="439862"/>
                    </a:moveTo>
                    <a:lnTo>
                      <a:pt x="390193" y="422476"/>
                    </a:lnTo>
                    <a:lnTo>
                      <a:pt x="381136" y="412742"/>
                    </a:lnTo>
                    <a:moveTo>
                      <a:pt x="381136" y="412742"/>
                    </a:moveTo>
                    <a:lnTo>
                      <a:pt x="355387" y="385068"/>
                    </a:lnTo>
                    <a:moveTo>
                      <a:pt x="355387" y="385068"/>
                    </a:moveTo>
                    <a:lnTo>
                      <a:pt x="329638" y="357394"/>
                    </a:lnTo>
                    <a:moveTo>
                      <a:pt x="329638" y="357394"/>
                    </a:moveTo>
                    <a:lnTo>
                      <a:pt x="303889" y="329720"/>
                    </a:lnTo>
                    <a:moveTo>
                      <a:pt x="303889" y="329720"/>
                    </a:moveTo>
                    <a:lnTo>
                      <a:pt x="278141" y="302046"/>
                    </a:lnTo>
                    <a:moveTo>
                      <a:pt x="278141" y="302046"/>
                    </a:moveTo>
                    <a:lnTo>
                      <a:pt x="252392" y="274372"/>
                    </a:lnTo>
                    <a:moveTo>
                      <a:pt x="252392" y="274372"/>
                    </a:moveTo>
                    <a:lnTo>
                      <a:pt x="226643" y="246698"/>
                    </a:lnTo>
                    <a:moveTo>
                      <a:pt x="226643" y="246698"/>
                    </a:moveTo>
                    <a:lnTo>
                      <a:pt x="200895" y="219025"/>
                    </a:lnTo>
                    <a:moveTo>
                      <a:pt x="200895" y="219025"/>
                    </a:moveTo>
                    <a:lnTo>
                      <a:pt x="175146" y="191351"/>
                    </a:lnTo>
                    <a:moveTo>
                      <a:pt x="175146" y="191351"/>
                    </a:moveTo>
                    <a:lnTo>
                      <a:pt x="149397" y="163677"/>
                    </a:lnTo>
                    <a:moveTo>
                      <a:pt x="149397" y="163677"/>
                    </a:moveTo>
                    <a:lnTo>
                      <a:pt x="137284" y="150658"/>
                    </a:lnTo>
                    <a:lnTo>
                      <a:pt x="123648" y="136003"/>
                    </a:lnTo>
                    <a:moveTo>
                      <a:pt x="123648" y="136003"/>
                    </a:moveTo>
                    <a:lnTo>
                      <a:pt x="97899" y="108329"/>
                    </a:lnTo>
                    <a:moveTo>
                      <a:pt x="97899" y="108329"/>
                    </a:moveTo>
                    <a:lnTo>
                      <a:pt x="73255" y="81842"/>
                    </a:lnTo>
                    <a:lnTo>
                      <a:pt x="72173" y="80635"/>
                    </a:lnTo>
                    <a:moveTo>
                      <a:pt x="72173" y="80635"/>
                    </a:moveTo>
                    <a:lnTo>
                      <a:pt x="46963" y="52469"/>
                    </a:lnTo>
                    <a:moveTo>
                      <a:pt x="46963" y="52469"/>
                    </a:moveTo>
                    <a:lnTo>
                      <a:pt x="21753" y="24304"/>
                    </a:lnTo>
                    <a:moveTo>
                      <a:pt x="21753" y="24304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60" name="Контур"/>
              <p:cNvSpPr/>
              <p:nvPr/>
            </p:nvSpPr>
            <p:spPr>
              <a:xfrm>
                <a:off x="4224354" y="1942707"/>
                <a:ext cx="832678" cy="669764"/>
              </a:xfrm>
              <a:custGeom>
                <a:avLst/>
                <a:gdLst/>
                <a:ahLst/>
                <a:cxnLst/>
                <a:rect l="l" t="t" r="r" b="b"/>
                <a:pathLst>
                  <a:path w="832678" h="669764" fill="none">
                    <a:moveTo>
                      <a:pt x="832678" y="0"/>
                    </a:moveTo>
                    <a:lnTo>
                      <a:pt x="741020" y="86456"/>
                    </a:lnTo>
                    <a:moveTo>
                      <a:pt x="741020" y="86456"/>
                    </a:moveTo>
                    <a:lnTo>
                      <a:pt x="649362" y="172913"/>
                    </a:lnTo>
                    <a:moveTo>
                      <a:pt x="649362" y="172913"/>
                    </a:moveTo>
                    <a:lnTo>
                      <a:pt x="557703" y="259370"/>
                    </a:lnTo>
                    <a:moveTo>
                      <a:pt x="557703" y="259370"/>
                    </a:moveTo>
                    <a:lnTo>
                      <a:pt x="466045" y="345826"/>
                    </a:lnTo>
                    <a:moveTo>
                      <a:pt x="466045" y="345826"/>
                    </a:moveTo>
                    <a:lnTo>
                      <a:pt x="374387" y="432283"/>
                    </a:lnTo>
                    <a:moveTo>
                      <a:pt x="374387" y="432283"/>
                    </a:moveTo>
                    <a:lnTo>
                      <a:pt x="282728" y="518740"/>
                    </a:lnTo>
                    <a:moveTo>
                      <a:pt x="282728" y="518740"/>
                    </a:moveTo>
                    <a:lnTo>
                      <a:pt x="191070" y="605196"/>
                    </a:lnTo>
                    <a:moveTo>
                      <a:pt x="191070" y="605196"/>
                    </a:moveTo>
                    <a:lnTo>
                      <a:pt x="122618" y="669764"/>
                    </a:lnTo>
                    <a:lnTo>
                      <a:pt x="100901" y="646396"/>
                    </a:lnTo>
                    <a:moveTo>
                      <a:pt x="100901" y="646396"/>
                    </a:moveTo>
                    <a:lnTo>
                      <a:pt x="15125" y="554100"/>
                    </a:lnTo>
                    <a:moveTo>
                      <a:pt x="15125" y="554100"/>
                    </a:moveTo>
                    <a:lnTo>
                      <a:pt x="0" y="53782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61" name="Контур"/>
              <p:cNvSpPr/>
              <p:nvPr/>
            </p:nvSpPr>
            <p:spPr>
              <a:xfrm>
                <a:off x="4178480" y="2043813"/>
                <a:ext cx="832458" cy="564987"/>
              </a:xfrm>
              <a:custGeom>
                <a:avLst/>
                <a:gdLst/>
                <a:ahLst/>
                <a:cxnLst/>
                <a:rect l="l" t="t" r="r" b="b"/>
                <a:pathLst>
                  <a:path w="832458" h="564987" fill="none">
                    <a:moveTo>
                      <a:pt x="801032" y="46247"/>
                    </a:moveTo>
                    <a:lnTo>
                      <a:pt x="787103" y="0"/>
                    </a:lnTo>
                    <a:lnTo>
                      <a:pt x="832458" y="16605"/>
                    </a:lnTo>
                    <a:lnTo>
                      <a:pt x="801032" y="46247"/>
                    </a:lnTo>
                    <a:lnTo>
                      <a:pt x="804961" y="42541"/>
                    </a:lnTo>
                    <a:lnTo>
                      <a:pt x="794513" y="7856"/>
                    </a:lnTo>
                    <a:lnTo>
                      <a:pt x="828530" y="20310"/>
                    </a:lnTo>
                    <a:lnTo>
                      <a:pt x="824825" y="16382"/>
                    </a:lnTo>
                    <a:lnTo>
                      <a:pt x="801255" y="38613"/>
                    </a:lnTo>
                    <a:lnTo>
                      <a:pt x="804961" y="42541"/>
                    </a:lnTo>
                    <a:lnTo>
                      <a:pt x="801032" y="46247"/>
                    </a:lnTo>
                    <a:lnTo>
                      <a:pt x="801478" y="30980"/>
                    </a:lnTo>
                    <a:lnTo>
                      <a:pt x="797550" y="34685"/>
                    </a:lnTo>
                    <a:lnTo>
                      <a:pt x="797996" y="19418"/>
                    </a:lnTo>
                    <a:lnTo>
                      <a:pt x="794068" y="23123"/>
                    </a:lnTo>
                    <a:lnTo>
                      <a:pt x="790808" y="3928"/>
                    </a:lnTo>
                    <a:lnTo>
                      <a:pt x="809780" y="8302"/>
                    </a:lnTo>
                    <a:lnTo>
                      <a:pt x="805852" y="12007"/>
                    </a:lnTo>
                    <a:lnTo>
                      <a:pt x="821119" y="12453"/>
                    </a:lnTo>
                    <a:lnTo>
                      <a:pt x="817191" y="16159"/>
                    </a:lnTo>
                    <a:lnTo>
                      <a:pt x="832458" y="16605"/>
                    </a:lnTo>
                    <a:lnTo>
                      <a:pt x="820896" y="20087"/>
                    </a:lnTo>
                    <a:lnTo>
                      <a:pt x="820673" y="27720"/>
                    </a:lnTo>
                    <a:lnTo>
                      <a:pt x="813040" y="27497"/>
                    </a:lnTo>
                    <a:lnTo>
                      <a:pt x="812817" y="35131"/>
                    </a:lnTo>
                    <a:lnTo>
                      <a:pt x="805183" y="34908"/>
                    </a:lnTo>
                    <a:lnTo>
                      <a:pt x="801032" y="46247"/>
                    </a:lnTo>
                    <a:lnTo>
                      <a:pt x="801255" y="38613"/>
                    </a:lnTo>
                    <a:lnTo>
                      <a:pt x="808889" y="38836"/>
                    </a:lnTo>
                    <a:lnTo>
                      <a:pt x="809112" y="31203"/>
                    </a:lnTo>
                    <a:lnTo>
                      <a:pt x="816745" y="31426"/>
                    </a:lnTo>
                    <a:lnTo>
                      <a:pt x="816968" y="23792"/>
                    </a:lnTo>
                    <a:lnTo>
                      <a:pt x="824602" y="24015"/>
                    </a:lnTo>
                    <a:lnTo>
                      <a:pt x="824825" y="16382"/>
                    </a:lnTo>
                    <a:lnTo>
                      <a:pt x="821119" y="12453"/>
                    </a:lnTo>
                    <a:lnTo>
                      <a:pt x="817191" y="16159"/>
                    </a:lnTo>
                    <a:lnTo>
                      <a:pt x="809780" y="8302"/>
                    </a:lnTo>
                    <a:lnTo>
                      <a:pt x="805852" y="12007"/>
                    </a:lnTo>
                    <a:lnTo>
                      <a:pt x="787103" y="0"/>
                    </a:lnTo>
                    <a:lnTo>
                      <a:pt x="794513" y="7856"/>
                    </a:lnTo>
                    <a:lnTo>
                      <a:pt x="790585" y="11562"/>
                    </a:lnTo>
                    <a:lnTo>
                      <a:pt x="797996" y="19418"/>
                    </a:lnTo>
                    <a:lnTo>
                      <a:pt x="794068" y="23123"/>
                    </a:lnTo>
                    <a:lnTo>
                      <a:pt x="801478" y="30980"/>
                    </a:lnTo>
                    <a:lnTo>
                      <a:pt x="797550" y="34685"/>
                    </a:lnTo>
                    <a:lnTo>
                      <a:pt x="801255" y="38613"/>
                    </a:lnTo>
                    <a:moveTo>
                      <a:pt x="617716" y="219160"/>
                    </a:moveTo>
                    <a:lnTo>
                      <a:pt x="603786" y="172913"/>
                    </a:lnTo>
                    <a:lnTo>
                      <a:pt x="649141" y="189518"/>
                    </a:lnTo>
                    <a:lnTo>
                      <a:pt x="617716" y="219160"/>
                    </a:lnTo>
                    <a:lnTo>
                      <a:pt x="621644" y="215455"/>
                    </a:lnTo>
                    <a:lnTo>
                      <a:pt x="611197" y="180770"/>
                    </a:lnTo>
                    <a:lnTo>
                      <a:pt x="645213" y="193223"/>
                    </a:lnTo>
                    <a:lnTo>
                      <a:pt x="641508" y="189295"/>
                    </a:lnTo>
                    <a:lnTo>
                      <a:pt x="617939" y="211527"/>
                    </a:lnTo>
                    <a:lnTo>
                      <a:pt x="621644" y="215455"/>
                    </a:lnTo>
                    <a:lnTo>
                      <a:pt x="617716" y="219160"/>
                    </a:lnTo>
                    <a:lnTo>
                      <a:pt x="618161" y="203893"/>
                    </a:lnTo>
                    <a:lnTo>
                      <a:pt x="614233" y="207598"/>
                    </a:lnTo>
                    <a:lnTo>
                      <a:pt x="614679" y="192331"/>
                    </a:lnTo>
                    <a:lnTo>
                      <a:pt x="610751" y="196037"/>
                    </a:lnTo>
                    <a:lnTo>
                      <a:pt x="607491" y="176841"/>
                    </a:lnTo>
                    <a:lnTo>
                      <a:pt x="626464" y="181215"/>
                    </a:lnTo>
                    <a:lnTo>
                      <a:pt x="622536" y="184921"/>
                    </a:lnTo>
                    <a:lnTo>
                      <a:pt x="637803" y="185367"/>
                    </a:lnTo>
                    <a:lnTo>
                      <a:pt x="633874" y="189072"/>
                    </a:lnTo>
                    <a:lnTo>
                      <a:pt x="649141" y="189518"/>
                    </a:lnTo>
                    <a:lnTo>
                      <a:pt x="637580" y="193000"/>
                    </a:lnTo>
                    <a:lnTo>
                      <a:pt x="637357" y="200634"/>
                    </a:lnTo>
                    <a:lnTo>
                      <a:pt x="629723" y="200411"/>
                    </a:lnTo>
                    <a:lnTo>
                      <a:pt x="629500" y="208044"/>
                    </a:lnTo>
                    <a:lnTo>
                      <a:pt x="621867" y="207821"/>
                    </a:lnTo>
                    <a:lnTo>
                      <a:pt x="617716" y="219160"/>
                    </a:lnTo>
                    <a:lnTo>
                      <a:pt x="617939" y="211527"/>
                    </a:lnTo>
                    <a:lnTo>
                      <a:pt x="625572" y="211749"/>
                    </a:lnTo>
                    <a:lnTo>
                      <a:pt x="625795" y="204116"/>
                    </a:lnTo>
                    <a:lnTo>
                      <a:pt x="633428" y="204339"/>
                    </a:lnTo>
                    <a:lnTo>
                      <a:pt x="633651" y="196705"/>
                    </a:lnTo>
                    <a:lnTo>
                      <a:pt x="641285" y="196928"/>
                    </a:lnTo>
                    <a:lnTo>
                      <a:pt x="641508" y="189295"/>
                    </a:lnTo>
                    <a:lnTo>
                      <a:pt x="637803" y="185367"/>
                    </a:lnTo>
                    <a:lnTo>
                      <a:pt x="633874" y="189072"/>
                    </a:lnTo>
                    <a:lnTo>
                      <a:pt x="626464" y="181215"/>
                    </a:lnTo>
                    <a:lnTo>
                      <a:pt x="622536" y="184921"/>
                    </a:lnTo>
                    <a:lnTo>
                      <a:pt x="603786" y="172913"/>
                    </a:lnTo>
                    <a:lnTo>
                      <a:pt x="611197" y="180770"/>
                    </a:lnTo>
                    <a:lnTo>
                      <a:pt x="607269" y="184475"/>
                    </a:lnTo>
                    <a:lnTo>
                      <a:pt x="614679" y="192331"/>
                    </a:lnTo>
                    <a:lnTo>
                      <a:pt x="610751" y="196037"/>
                    </a:lnTo>
                    <a:lnTo>
                      <a:pt x="618161" y="203893"/>
                    </a:lnTo>
                    <a:lnTo>
                      <a:pt x="614233" y="207598"/>
                    </a:lnTo>
                    <a:lnTo>
                      <a:pt x="617939" y="211527"/>
                    </a:lnTo>
                    <a:moveTo>
                      <a:pt x="434399" y="392073"/>
                    </a:moveTo>
                    <a:lnTo>
                      <a:pt x="420470" y="345826"/>
                    </a:lnTo>
                    <a:lnTo>
                      <a:pt x="465825" y="362431"/>
                    </a:lnTo>
                    <a:lnTo>
                      <a:pt x="434399" y="392073"/>
                    </a:lnTo>
                    <a:lnTo>
                      <a:pt x="438327" y="388368"/>
                    </a:lnTo>
                    <a:lnTo>
                      <a:pt x="427880" y="353683"/>
                    </a:lnTo>
                    <a:lnTo>
                      <a:pt x="461896" y="366136"/>
                    </a:lnTo>
                    <a:lnTo>
                      <a:pt x="458191" y="362208"/>
                    </a:lnTo>
                    <a:lnTo>
                      <a:pt x="434622" y="384440"/>
                    </a:lnTo>
                    <a:lnTo>
                      <a:pt x="438327" y="388368"/>
                    </a:lnTo>
                    <a:lnTo>
                      <a:pt x="434399" y="392073"/>
                    </a:lnTo>
                    <a:lnTo>
                      <a:pt x="434845" y="376806"/>
                    </a:lnTo>
                    <a:lnTo>
                      <a:pt x="430917" y="380512"/>
                    </a:lnTo>
                    <a:lnTo>
                      <a:pt x="431362" y="365245"/>
                    </a:lnTo>
                    <a:lnTo>
                      <a:pt x="427434" y="368950"/>
                    </a:lnTo>
                    <a:lnTo>
                      <a:pt x="424175" y="349755"/>
                    </a:lnTo>
                    <a:lnTo>
                      <a:pt x="443147" y="354129"/>
                    </a:lnTo>
                    <a:lnTo>
                      <a:pt x="439219" y="357834"/>
                    </a:lnTo>
                    <a:lnTo>
                      <a:pt x="454486" y="358280"/>
                    </a:lnTo>
                    <a:lnTo>
                      <a:pt x="450558" y="361985"/>
                    </a:lnTo>
                    <a:lnTo>
                      <a:pt x="465825" y="362431"/>
                    </a:lnTo>
                    <a:lnTo>
                      <a:pt x="454263" y="365913"/>
                    </a:lnTo>
                    <a:lnTo>
                      <a:pt x="454040" y="373547"/>
                    </a:lnTo>
                    <a:lnTo>
                      <a:pt x="446407" y="373324"/>
                    </a:lnTo>
                    <a:lnTo>
                      <a:pt x="446184" y="380957"/>
                    </a:lnTo>
                    <a:lnTo>
                      <a:pt x="438550" y="380734"/>
                    </a:lnTo>
                    <a:lnTo>
                      <a:pt x="434399" y="392073"/>
                    </a:lnTo>
                    <a:lnTo>
                      <a:pt x="434622" y="384440"/>
                    </a:lnTo>
                    <a:lnTo>
                      <a:pt x="442255" y="384663"/>
                    </a:lnTo>
                    <a:lnTo>
                      <a:pt x="442478" y="377029"/>
                    </a:lnTo>
                    <a:lnTo>
                      <a:pt x="450112" y="377252"/>
                    </a:lnTo>
                    <a:lnTo>
                      <a:pt x="450335" y="369619"/>
                    </a:lnTo>
                    <a:lnTo>
                      <a:pt x="457968" y="369842"/>
                    </a:lnTo>
                    <a:lnTo>
                      <a:pt x="458191" y="362208"/>
                    </a:lnTo>
                    <a:lnTo>
                      <a:pt x="454486" y="358280"/>
                    </a:lnTo>
                    <a:lnTo>
                      <a:pt x="450558" y="361985"/>
                    </a:lnTo>
                    <a:lnTo>
                      <a:pt x="443147" y="354129"/>
                    </a:lnTo>
                    <a:lnTo>
                      <a:pt x="439219" y="357834"/>
                    </a:lnTo>
                    <a:lnTo>
                      <a:pt x="420470" y="345826"/>
                    </a:lnTo>
                    <a:lnTo>
                      <a:pt x="427880" y="353683"/>
                    </a:lnTo>
                    <a:lnTo>
                      <a:pt x="423952" y="357388"/>
                    </a:lnTo>
                    <a:lnTo>
                      <a:pt x="431362" y="365245"/>
                    </a:lnTo>
                    <a:lnTo>
                      <a:pt x="427434" y="368950"/>
                    </a:lnTo>
                    <a:lnTo>
                      <a:pt x="434845" y="376806"/>
                    </a:lnTo>
                    <a:lnTo>
                      <a:pt x="430917" y="380512"/>
                    </a:lnTo>
                    <a:lnTo>
                      <a:pt x="434622" y="384440"/>
                    </a:lnTo>
                    <a:moveTo>
                      <a:pt x="251082" y="564987"/>
                    </a:moveTo>
                    <a:lnTo>
                      <a:pt x="237153" y="518740"/>
                    </a:lnTo>
                    <a:lnTo>
                      <a:pt x="282508" y="535344"/>
                    </a:lnTo>
                    <a:lnTo>
                      <a:pt x="251082" y="564987"/>
                    </a:lnTo>
                    <a:lnTo>
                      <a:pt x="255010" y="561281"/>
                    </a:lnTo>
                    <a:lnTo>
                      <a:pt x="244563" y="526596"/>
                    </a:lnTo>
                    <a:lnTo>
                      <a:pt x="278580" y="539050"/>
                    </a:lnTo>
                    <a:lnTo>
                      <a:pt x="274874" y="535121"/>
                    </a:lnTo>
                    <a:lnTo>
                      <a:pt x="251305" y="557353"/>
                    </a:lnTo>
                    <a:lnTo>
                      <a:pt x="255010" y="561281"/>
                    </a:lnTo>
                    <a:lnTo>
                      <a:pt x="251082" y="564987"/>
                    </a:lnTo>
                    <a:lnTo>
                      <a:pt x="251528" y="549720"/>
                    </a:lnTo>
                    <a:lnTo>
                      <a:pt x="247600" y="553425"/>
                    </a:lnTo>
                    <a:lnTo>
                      <a:pt x="248046" y="538158"/>
                    </a:lnTo>
                    <a:lnTo>
                      <a:pt x="244118" y="541863"/>
                    </a:lnTo>
                    <a:lnTo>
                      <a:pt x="240858" y="522668"/>
                    </a:lnTo>
                    <a:lnTo>
                      <a:pt x="259830" y="527042"/>
                    </a:lnTo>
                    <a:lnTo>
                      <a:pt x="255902" y="530747"/>
                    </a:lnTo>
                    <a:lnTo>
                      <a:pt x="271169" y="531193"/>
                    </a:lnTo>
                    <a:lnTo>
                      <a:pt x="267241" y="534898"/>
                    </a:lnTo>
                    <a:lnTo>
                      <a:pt x="282508" y="535344"/>
                    </a:lnTo>
                    <a:lnTo>
                      <a:pt x="270946" y="538827"/>
                    </a:lnTo>
                    <a:lnTo>
                      <a:pt x="270723" y="546460"/>
                    </a:lnTo>
                    <a:lnTo>
                      <a:pt x="263090" y="546237"/>
                    </a:lnTo>
                    <a:lnTo>
                      <a:pt x="262867" y="553871"/>
                    </a:lnTo>
                    <a:lnTo>
                      <a:pt x="255233" y="553648"/>
                    </a:lnTo>
                    <a:lnTo>
                      <a:pt x="251082" y="564987"/>
                    </a:lnTo>
                    <a:lnTo>
                      <a:pt x="251305" y="557353"/>
                    </a:lnTo>
                    <a:lnTo>
                      <a:pt x="258939" y="557576"/>
                    </a:lnTo>
                    <a:lnTo>
                      <a:pt x="259162" y="549942"/>
                    </a:lnTo>
                    <a:lnTo>
                      <a:pt x="266795" y="550165"/>
                    </a:lnTo>
                    <a:lnTo>
                      <a:pt x="267018" y="542532"/>
                    </a:lnTo>
                    <a:lnTo>
                      <a:pt x="274652" y="542755"/>
                    </a:lnTo>
                    <a:lnTo>
                      <a:pt x="274874" y="535121"/>
                    </a:lnTo>
                    <a:lnTo>
                      <a:pt x="271169" y="531193"/>
                    </a:lnTo>
                    <a:lnTo>
                      <a:pt x="267241" y="534898"/>
                    </a:lnTo>
                    <a:lnTo>
                      <a:pt x="259830" y="527042"/>
                    </a:lnTo>
                    <a:lnTo>
                      <a:pt x="255902" y="530747"/>
                    </a:lnTo>
                    <a:lnTo>
                      <a:pt x="237153" y="518740"/>
                    </a:lnTo>
                    <a:lnTo>
                      <a:pt x="244563" y="526596"/>
                    </a:lnTo>
                    <a:lnTo>
                      <a:pt x="240635" y="530301"/>
                    </a:lnTo>
                    <a:lnTo>
                      <a:pt x="248046" y="538158"/>
                    </a:lnTo>
                    <a:lnTo>
                      <a:pt x="244118" y="541863"/>
                    </a:lnTo>
                    <a:lnTo>
                      <a:pt x="251528" y="549720"/>
                    </a:lnTo>
                    <a:lnTo>
                      <a:pt x="247600" y="553425"/>
                    </a:lnTo>
                    <a:lnTo>
                      <a:pt x="251305" y="557353"/>
                    </a:lnTo>
                    <a:moveTo>
                      <a:pt x="0" y="466681"/>
                    </a:moveTo>
                    <a:lnTo>
                      <a:pt x="46349" y="453095"/>
                    </a:lnTo>
                    <a:lnTo>
                      <a:pt x="29409" y="498326"/>
                    </a:lnTo>
                    <a:lnTo>
                      <a:pt x="0" y="466681"/>
                    </a:lnTo>
                    <a:lnTo>
                      <a:pt x="3676" y="470637"/>
                    </a:lnTo>
                    <a:lnTo>
                      <a:pt x="38438" y="460447"/>
                    </a:lnTo>
                    <a:lnTo>
                      <a:pt x="25733" y="494370"/>
                    </a:lnTo>
                    <a:lnTo>
                      <a:pt x="29688" y="490694"/>
                    </a:lnTo>
                    <a:lnTo>
                      <a:pt x="7632" y="466961"/>
                    </a:lnTo>
                    <a:lnTo>
                      <a:pt x="3676" y="470637"/>
                    </a:lnTo>
                    <a:lnTo>
                      <a:pt x="0" y="466681"/>
                    </a:lnTo>
                    <a:lnTo>
                      <a:pt x="15263" y="467240"/>
                    </a:lnTo>
                    <a:lnTo>
                      <a:pt x="11587" y="463285"/>
                    </a:lnTo>
                    <a:lnTo>
                      <a:pt x="26851" y="463844"/>
                    </a:lnTo>
                    <a:lnTo>
                      <a:pt x="23174" y="459888"/>
                    </a:lnTo>
                    <a:lnTo>
                      <a:pt x="42393" y="456771"/>
                    </a:lnTo>
                    <a:lnTo>
                      <a:pt x="37879" y="475710"/>
                    </a:lnTo>
                    <a:lnTo>
                      <a:pt x="34203" y="471755"/>
                    </a:lnTo>
                    <a:lnTo>
                      <a:pt x="33644" y="487018"/>
                    </a:lnTo>
                    <a:lnTo>
                      <a:pt x="29968" y="483062"/>
                    </a:lnTo>
                    <a:lnTo>
                      <a:pt x="29409" y="498326"/>
                    </a:lnTo>
                    <a:lnTo>
                      <a:pt x="26012" y="486738"/>
                    </a:lnTo>
                    <a:lnTo>
                      <a:pt x="18381" y="486459"/>
                    </a:lnTo>
                    <a:lnTo>
                      <a:pt x="18660" y="478827"/>
                    </a:lnTo>
                    <a:lnTo>
                      <a:pt x="11028" y="478548"/>
                    </a:lnTo>
                    <a:lnTo>
                      <a:pt x="11308" y="470916"/>
                    </a:lnTo>
                    <a:lnTo>
                      <a:pt x="0" y="466681"/>
                    </a:lnTo>
                    <a:lnTo>
                      <a:pt x="7632" y="466961"/>
                    </a:lnTo>
                    <a:lnTo>
                      <a:pt x="7352" y="474592"/>
                    </a:lnTo>
                    <a:lnTo>
                      <a:pt x="14984" y="474872"/>
                    </a:lnTo>
                    <a:lnTo>
                      <a:pt x="14704" y="482504"/>
                    </a:lnTo>
                    <a:lnTo>
                      <a:pt x="22336" y="482783"/>
                    </a:lnTo>
                    <a:lnTo>
                      <a:pt x="22057" y="490415"/>
                    </a:lnTo>
                    <a:lnTo>
                      <a:pt x="29688" y="490694"/>
                    </a:lnTo>
                    <a:lnTo>
                      <a:pt x="33644" y="487018"/>
                    </a:lnTo>
                    <a:lnTo>
                      <a:pt x="29968" y="483062"/>
                    </a:lnTo>
                    <a:lnTo>
                      <a:pt x="37879" y="475710"/>
                    </a:lnTo>
                    <a:lnTo>
                      <a:pt x="34203" y="471755"/>
                    </a:lnTo>
                    <a:lnTo>
                      <a:pt x="46349" y="453095"/>
                    </a:lnTo>
                    <a:lnTo>
                      <a:pt x="38438" y="460447"/>
                    </a:lnTo>
                    <a:lnTo>
                      <a:pt x="34762" y="456491"/>
                    </a:lnTo>
                    <a:lnTo>
                      <a:pt x="26851" y="463844"/>
                    </a:lnTo>
                    <a:lnTo>
                      <a:pt x="23174" y="459888"/>
                    </a:lnTo>
                    <a:lnTo>
                      <a:pt x="15263" y="467240"/>
                    </a:lnTo>
                    <a:lnTo>
                      <a:pt x="11587" y="463285"/>
                    </a:lnTo>
                    <a:lnTo>
                      <a:pt x="7632" y="46696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62" name="Контур"/>
              <p:cNvSpPr/>
              <p:nvPr/>
            </p:nvSpPr>
            <p:spPr>
              <a:xfrm>
                <a:off x="3078071" y="1584000"/>
                <a:ext cx="95325" cy="40181"/>
              </a:xfrm>
              <a:custGeom>
                <a:avLst/>
                <a:gdLst/>
                <a:ahLst/>
                <a:cxnLst/>
                <a:rect l="l" t="t" r="r" b="b"/>
                <a:pathLst>
                  <a:path w="95325" h="40181" fill="none">
                    <a:moveTo>
                      <a:pt x="0" y="40170"/>
                    </a:moveTo>
                    <a:lnTo>
                      <a:pt x="1422" y="40181"/>
                    </a:lnTo>
                    <a:lnTo>
                      <a:pt x="8064" y="39902"/>
                    </a:lnTo>
                    <a:lnTo>
                      <a:pt x="14686" y="39295"/>
                    </a:lnTo>
                    <a:lnTo>
                      <a:pt x="21271" y="38365"/>
                    </a:lnTo>
                    <a:lnTo>
                      <a:pt x="27801" y="37110"/>
                    </a:lnTo>
                    <a:lnTo>
                      <a:pt x="34261" y="35537"/>
                    </a:lnTo>
                    <a:lnTo>
                      <a:pt x="37264" y="34647"/>
                    </a:lnTo>
                    <a:moveTo>
                      <a:pt x="37264" y="34647"/>
                    </a:moveTo>
                    <a:lnTo>
                      <a:pt x="40637" y="33647"/>
                    </a:lnTo>
                    <a:lnTo>
                      <a:pt x="46910" y="31444"/>
                    </a:lnTo>
                    <a:lnTo>
                      <a:pt x="53070" y="28936"/>
                    </a:lnTo>
                    <a:lnTo>
                      <a:pt x="59096" y="26128"/>
                    </a:lnTo>
                    <a:lnTo>
                      <a:pt x="64978" y="23025"/>
                    </a:lnTo>
                    <a:lnTo>
                      <a:pt x="70699" y="19637"/>
                    </a:lnTo>
                    <a:lnTo>
                      <a:pt x="71563" y="19067"/>
                    </a:lnTo>
                    <a:moveTo>
                      <a:pt x="71563" y="19067"/>
                    </a:moveTo>
                    <a:lnTo>
                      <a:pt x="76248" y="15972"/>
                    </a:lnTo>
                    <a:lnTo>
                      <a:pt x="81608" y="12040"/>
                    </a:lnTo>
                    <a:lnTo>
                      <a:pt x="86769" y="7846"/>
                    </a:lnTo>
                    <a:lnTo>
                      <a:pt x="91717" y="3403"/>
                    </a:lnTo>
                    <a:lnTo>
                      <a:pt x="95325" y="0"/>
                    </a:lnTo>
                    <a:moveTo>
                      <a:pt x="0" y="40170"/>
                    </a:moveTo>
                    <a:lnTo>
                      <a:pt x="1422" y="40181"/>
                    </a:lnTo>
                    <a:lnTo>
                      <a:pt x="8064" y="39902"/>
                    </a:lnTo>
                    <a:lnTo>
                      <a:pt x="14686" y="39295"/>
                    </a:lnTo>
                    <a:lnTo>
                      <a:pt x="21271" y="38365"/>
                    </a:lnTo>
                    <a:lnTo>
                      <a:pt x="27801" y="37110"/>
                    </a:lnTo>
                    <a:lnTo>
                      <a:pt x="34261" y="35537"/>
                    </a:lnTo>
                    <a:lnTo>
                      <a:pt x="37264" y="34647"/>
                    </a:lnTo>
                    <a:moveTo>
                      <a:pt x="37264" y="34647"/>
                    </a:moveTo>
                    <a:lnTo>
                      <a:pt x="40637" y="33647"/>
                    </a:lnTo>
                    <a:lnTo>
                      <a:pt x="46910" y="31444"/>
                    </a:lnTo>
                    <a:lnTo>
                      <a:pt x="53070" y="28936"/>
                    </a:lnTo>
                    <a:lnTo>
                      <a:pt x="59096" y="26128"/>
                    </a:lnTo>
                    <a:lnTo>
                      <a:pt x="64978" y="23025"/>
                    </a:lnTo>
                    <a:lnTo>
                      <a:pt x="70699" y="19637"/>
                    </a:lnTo>
                    <a:lnTo>
                      <a:pt x="71563" y="19067"/>
                    </a:lnTo>
                    <a:moveTo>
                      <a:pt x="71563" y="19067"/>
                    </a:moveTo>
                    <a:lnTo>
                      <a:pt x="76248" y="15972"/>
                    </a:lnTo>
                    <a:lnTo>
                      <a:pt x="81608" y="12040"/>
                    </a:lnTo>
                    <a:lnTo>
                      <a:pt x="86769" y="7846"/>
                    </a:lnTo>
                    <a:lnTo>
                      <a:pt x="91717" y="3403"/>
                    </a:lnTo>
                    <a:lnTo>
                      <a:pt x="95325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63" name="Контур"/>
              <p:cNvSpPr/>
              <p:nvPr/>
            </p:nvSpPr>
            <p:spPr>
              <a:xfrm>
                <a:off x="4224354" y="1811701"/>
                <a:ext cx="709114" cy="668832"/>
              </a:xfrm>
              <a:custGeom>
                <a:avLst/>
                <a:gdLst/>
                <a:ahLst/>
                <a:cxnLst/>
                <a:rect l="l" t="t" r="r" b="b"/>
                <a:pathLst>
                  <a:path w="709114" h="668832" fill="none">
                    <a:moveTo>
                      <a:pt x="0" y="668832"/>
                    </a:moveTo>
                    <a:lnTo>
                      <a:pt x="91661" y="582378"/>
                    </a:lnTo>
                    <a:moveTo>
                      <a:pt x="91661" y="582378"/>
                    </a:moveTo>
                    <a:lnTo>
                      <a:pt x="183322" y="495924"/>
                    </a:lnTo>
                    <a:moveTo>
                      <a:pt x="183322" y="495924"/>
                    </a:moveTo>
                    <a:lnTo>
                      <a:pt x="274983" y="409470"/>
                    </a:lnTo>
                    <a:moveTo>
                      <a:pt x="274983" y="409470"/>
                    </a:moveTo>
                    <a:lnTo>
                      <a:pt x="366644" y="323016"/>
                    </a:lnTo>
                    <a:moveTo>
                      <a:pt x="366644" y="323016"/>
                    </a:moveTo>
                    <a:lnTo>
                      <a:pt x="458305" y="236562"/>
                    </a:lnTo>
                    <a:moveTo>
                      <a:pt x="458305" y="236562"/>
                    </a:moveTo>
                    <a:lnTo>
                      <a:pt x="549966" y="150108"/>
                    </a:lnTo>
                    <a:moveTo>
                      <a:pt x="549966" y="150108"/>
                    </a:moveTo>
                    <a:lnTo>
                      <a:pt x="641626" y="63654"/>
                    </a:lnTo>
                    <a:moveTo>
                      <a:pt x="641626" y="63654"/>
                    </a:moveTo>
                    <a:lnTo>
                      <a:pt x="70911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64" name="Контур"/>
              <p:cNvSpPr/>
              <p:nvPr/>
            </p:nvSpPr>
            <p:spPr>
              <a:xfrm>
                <a:off x="4270452" y="1814458"/>
                <a:ext cx="595320" cy="564971"/>
              </a:xfrm>
              <a:custGeom>
                <a:avLst/>
                <a:gdLst/>
                <a:ahLst/>
                <a:cxnLst/>
                <a:rect l="l" t="t" r="r" b="b"/>
                <a:pathLst>
                  <a:path w="595320" h="564971" fill="none">
                    <a:moveTo>
                      <a:pt x="31427" y="518724"/>
                    </a:moveTo>
                    <a:lnTo>
                      <a:pt x="45355" y="564971"/>
                    </a:lnTo>
                    <a:lnTo>
                      <a:pt x="0" y="548365"/>
                    </a:lnTo>
                    <a:lnTo>
                      <a:pt x="31427" y="518724"/>
                    </a:lnTo>
                    <a:lnTo>
                      <a:pt x="27498" y="522429"/>
                    </a:lnTo>
                    <a:lnTo>
                      <a:pt x="37945" y="557115"/>
                    </a:lnTo>
                    <a:lnTo>
                      <a:pt x="3929" y="544660"/>
                    </a:lnTo>
                    <a:lnTo>
                      <a:pt x="7634" y="548588"/>
                    </a:lnTo>
                    <a:lnTo>
                      <a:pt x="31204" y="526357"/>
                    </a:lnTo>
                    <a:lnTo>
                      <a:pt x="27498" y="522429"/>
                    </a:lnTo>
                    <a:lnTo>
                      <a:pt x="31427" y="518724"/>
                    </a:lnTo>
                    <a:lnTo>
                      <a:pt x="30980" y="533991"/>
                    </a:lnTo>
                    <a:lnTo>
                      <a:pt x="34909" y="530286"/>
                    </a:lnTo>
                    <a:lnTo>
                      <a:pt x="34462" y="545553"/>
                    </a:lnTo>
                    <a:lnTo>
                      <a:pt x="38391" y="541848"/>
                    </a:lnTo>
                    <a:lnTo>
                      <a:pt x="41650" y="561043"/>
                    </a:lnTo>
                    <a:lnTo>
                      <a:pt x="22678" y="556668"/>
                    </a:lnTo>
                    <a:lnTo>
                      <a:pt x="26606" y="552963"/>
                    </a:lnTo>
                    <a:lnTo>
                      <a:pt x="11339" y="552517"/>
                    </a:lnTo>
                    <a:lnTo>
                      <a:pt x="15267" y="548812"/>
                    </a:lnTo>
                    <a:lnTo>
                      <a:pt x="0" y="548365"/>
                    </a:lnTo>
                    <a:lnTo>
                      <a:pt x="11562" y="544883"/>
                    </a:lnTo>
                    <a:lnTo>
                      <a:pt x="11785" y="537250"/>
                    </a:lnTo>
                    <a:lnTo>
                      <a:pt x="19419" y="537473"/>
                    </a:lnTo>
                    <a:lnTo>
                      <a:pt x="19642" y="529839"/>
                    </a:lnTo>
                    <a:lnTo>
                      <a:pt x="27275" y="530063"/>
                    </a:lnTo>
                    <a:lnTo>
                      <a:pt x="31427" y="518724"/>
                    </a:lnTo>
                    <a:lnTo>
                      <a:pt x="31204" y="526357"/>
                    </a:lnTo>
                    <a:lnTo>
                      <a:pt x="23570" y="526134"/>
                    </a:lnTo>
                    <a:lnTo>
                      <a:pt x="23347" y="533768"/>
                    </a:lnTo>
                    <a:lnTo>
                      <a:pt x="15713" y="533545"/>
                    </a:lnTo>
                    <a:lnTo>
                      <a:pt x="15490" y="541178"/>
                    </a:lnTo>
                    <a:lnTo>
                      <a:pt x="7857" y="540955"/>
                    </a:lnTo>
                    <a:lnTo>
                      <a:pt x="7634" y="548588"/>
                    </a:lnTo>
                    <a:lnTo>
                      <a:pt x="11339" y="552517"/>
                    </a:lnTo>
                    <a:lnTo>
                      <a:pt x="15267" y="548812"/>
                    </a:lnTo>
                    <a:lnTo>
                      <a:pt x="22678" y="556668"/>
                    </a:lnTo>
                    <a:lnTo>
                      <a:pt x="26606" y="552963"/>
                    </a:lnTo>
                    <a:lnTo>
                      <a:pt x="45355" y="564971"/>
                    </a:lnTo>
                    <a:lnTo>
                      <a:pt x="37945" y="557115"/>
                    </a:lnTo>
                    <a:lnTo>
                      <a:pt x="41873" y="553409"/>
                    </a:lnTo>
                    <a:lnTo>
                      <a:pt x="34462" y="545553"/>
                    </a:lnTo>
                    <a:lnTo>
                      <a:pt x="38391" y="541848"/>
                    </a:lnTo>
                    <a:lnTo>
                      <a:pt x="30980" y="533991"/>
                    </a:lnTo>
                    <a:lnTo>
                      <a:pt x="34909" y="530286"/>
                    </a:lnTo>
                    <a:lnTo>
                      <a:pt x="31204" y="526357"/>
                    </a:lnTo>
                    <a:moveTo>
                      <a:pt x="214748" y="345816"/>
                    </a:moveTo>
                    <a:lnTo>
                      <a:pt x="228677" y="392063"/>
                    </a:lnTo>
                    <a:lnTo>
                      <a:pt x="183322" y="375457"/>
                    </a:lnTo>
                    <a:lnTo>
                      <a:pt x="214748" y="345816"/>
                    </a:lnTo>
                    <a:lnTo>
                      <a:pt x="210820" y="349521"/>
                    </a:lnTo>
                    <a:lnTo>
                      <a:pt x="221266" y="384207"/>
                    </a:lnTo>
                    <a:lnTo>
                      <a:pt x="187250" y="371752"/>
                    </a:lnTo>
                    <a:lnTo>
                      <a:pt x="190955" y="375681"/>
                    </a:lnTo>
                    <a:lnTo>
                      <a:pt x="214525" y="353450"/>
                    </a:lnTo>
                    <a:lnTo>
                      <a:pt x="210820" y="349521"/>
                    </a:lnTo>
                    <a:lnTo>
                      <a:pt x="214748" y="345816"/>
                    </a:lnTo>
                    <a:lnTo>
                      <a:pt x="214302" y="361083"/>
                    </a:lnTo>
                    <a:lnTo>
                      <a:pt x="218231" y="357378"/>
                    </a:lnTo>
                    <a:lnTo>
                      <a:pt x="217784" y="372645"/>
                    </a:lnTo>
                    <a:lnTo>
                      <a:pt x="221713" y="368940"/>
                    </a:lnTo>
                    <a:lnTo>
                      <a:pt x="224971" y="388135"/>
                    </a:lnTo>
                    <a:lnTo>
                      <a:pt x="205999" y="383760"/>
                    </a:lnTo>
                    <a:lnTo>
                      <a:pt x="209928" y="380055"/>
                    </a:lnTo>
                    <a:lnTo>
                      <a:pt x="194661" y="379609"/>
                    </a:lnTo>
                    <a:lnTo>
                      <a:pt x="198589" y="375904"/>
                    </a:lnTo>
                    <a:lnTo>
                      <a:pt x="183322" y="375457"/>
                    </a:lnTo>
                    <a:lnTo>
                      <a:pt x="194884" y="371975"/>
                    </a:lnTo>
                    <a:lnTo>
                      <a:pt x="195107" y="364342"/>
                    </a:lnTo>
                    <a:lnTo>
                      <a:pt x="202740" y="364565"/>
                    </a:lnTo>
                    <a:lnTo>
                      <a:pt x="202964" y="356932"/>
                    </a:lnTo>
                    <a:lnTo>
                      <a:pt x="210597" y="357155"/>
                    </a:lnTo>
                    <a:lnTo>
                      <a:pt x="214748" y="345816"/>
                    </a:lnTo>
                    <a:lnTo>
                      <a:pt x="214525" y="353450"/>
                    </a:lnTo>
                    <a:lnTo>
                      <a:pt x="206892" y="353226"/>
                    </a:lnTo>
                    <a:lnTo>
                      <a:pt x="206669" y="360860"/>
                    </a:lnTo>
                    <a:lnTo>
                      <a:pt x="199035" y="360637"/>
                    </a:lnTo>
                    <a:lnTo>
                      <a:pt x="198812" y="368270"/>
                    </a:lnTo>
                    <a:lnTo>
                      <a:pt x="191179" y="368047"/>
                    </a:lnTo>
                    <a:lnTo>
                      <a:pt x="190955" y="375681"/>
                    </a:lnTo>
                    <a:lnTo>
                      <a:pt x="194661" y="379609"/>
                    </a:lnTo>
                    <a:lnTo>
                      <a:pt x="198589" y="375904"/>
                    </a:lnTo>
                    <a:lnTo>
                      <a:pt x="205999" y="383760"/>
                    </a:lnTo>
                    <a:lnTo>
                      <a:pt x="209928" y="380055"/>
                    </a:lnTo>
                    <a:lnTo>
                      <a:pt x="228677" y="392063"/>
                    </a:lnTo>
                    <a:lnTo>
                      <a:pt x="221266" y="384207"/>
                    </a:lnTo>
                    <a:lnTo>
                      <a:pt x="225195" y="380501"/>
                    </a:lnTo>
                    <a:lnTo>
                      <a:pt x="217784" y="372645"/>
                    </a:lnTo>
                    <a:lnTo>
                      <a:pt x="221713" y="368940"/>
                    </a:lnTo>
                    <a:lnTo>
                      <a:pt x="214302" y="361083"/>
                    </a:lnTo>
                    <a:lnTo>
                      <a:pt x="218231" y="357378"/>
                    </a:lnTo>
                    <a:lnTo>
                      <a:pt x="214525" y="353450"/>
                    </a:lnTo>
                    <a:moveTo>
                      <a:pt x="398070" y="172908"/>
                    </a:moveTo>
                    <a:lnTo>
                      <a:pt x="411998" y="219155"/>
                    </a:lnTo>
                    <a:lnTo>
                      <a:pt x="366644" y="202549"/>
                    </a:lnTo>
                    <a:lnTo>
                      <a:pt x="398070" y="172908"/>
                    </a:lnTo>
                    <a:lnTo>
                      <a:pt x="394142" y="176613"/>
                    </a:lnTo>
                    <a:lnTo>
                      <a:pt x="404588" y="211299"/>
                    </a:lnTo>
                    <a:lnTo>
                      <a:pt x="370572" y="198844"/>
                    </a:lnTo>
                    <a:lnTo>
                      <a:pt x="374277" y="202773"/>
                    </a:lnTo>
                    <a:lnTo>
                      <a:pt x="397847" y="180542"/>
                    </a:lnTo>
                    <a:lnTo>
                      <a:pt x="394142" y="176613"/>
                    </a:lnTo>
                    <a:lnTo>
                      <a:pt x="398070" y="172908"/>
                    </a:lnTo>
                    <a:lnTo>
                      <a:pt x="397624" y="188175"/>
                    </a:lnTo>
                    <a:lnTo>
                      <a:pt x="401552" y="184470"/>
                    </a:lnTo>
                    <a:lnTo>
                      <a:pt x="401106" y="199737"/>
                    </a:lnTo>
                    <a:lnTo>
                      <a:pt x="405034" y="196032"/>
                    </a:lnTo>
                    <a:lnTo>
                      <a:pt x="408293" y="215227"/>
                    </a:lnTo>
                    <a:lnTo>
                      <a:pt x="389321" y="210852"/>
                    </a:lnTo>
                    <a:lnTo>
                      <a:pt x="393249" y="207147"/>
                    </a:lnTo>
                    <a:lnTo>
                      <a:pt x="377982" y="206701"/>
                    </a:lnTo>
                    <a:lnTo>
                      <a:pt x="381911" y="202996"/>
                    </a:lnTo>
                    <a:lnTo>
                      <a:pt x="366644" y="202549"/>
                    </a:lnTo>
                    <a:lnTo>
                      <a:pt x="378205" y="199067"/>
                    </a:lnTo>
                    <a:lnTo>
                      <a:pt x="378429" y="191434"/>
                    </a:lnTo>
                    <a:lnTo>
                      <a:pt x="386062" y="191657"/>
                    </a:lnTo>
                    <a:lnTo>
                      <a:pt x="386285" y="184024"/>
                    </a:lnTo>
                    <a:lnTo>
                      <a:pt x="393919" y="184247"/>
                    </a:lnTo>
                    <a:lnTo>
                      <a:pt x="398070" y="172908"/>
                    </a:lnTo>
                    <a:lnTo>
                      <a:pt x="397847" y="180542"/>
                    </a:lnTo>
                    <a:lnTo>
                      <a:pt x="390214" y="180318"/>
                    </a:lnTo>
                    <a:lnTo>
                      <a:pt x="389990" y="187952"/>
                    </a:lnTo>
                    <a:lnTo>
                      <a:pt x="382357" y="187729"/>
                    </a:lnTo>
                    <a:lnTo>
                      <a:pt x="382134" y="195362"/>
                    </a:lnTo>
                    <a:lnTo>
                      <a:pt x="374500" y="195139"/>
                    </a:lnTo>
                    <a:lnTo>
                      <a:pt x="374277" y="202773"/>
                    </a:lnTo>
                    <a:lnTo>
                      <a:pt x="377982" y="206701"/>
                    </a:lnTo>
                    <a:lnTo>
                      <a:pt x="381911" y="202996"/>
                    </a:lnTo>
                    <a:lnTo>
                      <a:pt x="389321" y="210852"/>
                    </a:lnTo>
                    <a:lnTo>
                      <a:pt x="393249" y="207147"/>
                    </a:lnTo>
                    <a:lnTo>
                      <a:pt x="411998" y="219155"/>
                    </a:lnTo>
                    <a:lnTo>
                      <a:pt x="404588" y="211299"/>
                    </a:lnTo>
                    <a:lnTo>
                      <a:pt x="408516" y="207594"/>
                    </a:lnTo>
                    <a:lnTo>
                      <a:pt x="401106" y="199737"/>
                    </a:lnTo>
                    <a:lnTo>
                      <a:pt x="405034" y="196032"/>
                    </a:lnTo>
                    <a:lnTo>
                      <a:pt x="397624" y="188175"/>
                    </a:lnTo>
                    <a:lnTo>
                      <a:pt x="401552" y="184470"/>
                    </a:lnTo>
                    <a:lnTo>
                      <a:pt x="397847" y="180542"/>
                    </a:lnTo>
                    <a:moveTo>
                      <a:pt x="581392" y="0"/>
                    </a:moveTo>
                    <a:lnTo>
                      <a:pt x="595320" y="46247"/>
                    </a:lnTo>
                    <a:lnTo>
                      <a:pt x="549965" y="29642"/>
                    </a:lnTo>
                    <a:lnTo>
                      <a:pt x="581392" y="0"/>
                    </a:lnTo>
                    <a:lnTo>
                      <a:pt x="577464" y="3705"/>
                    </a:lnTo>
                    <a:lnTo>
                      <a:pt x="587910" y="38391"/>
                    </a:lnTo>
                    <a:lnTo>
                      <a:pt x="553894" y="25936"/>
                    </a:lnTo>
                    <a:lnTo>
                      <a:pt x="557599" y="29865"/>
                    </a:lnTo>
                    <a:lnTo>
                      <a:pt x="581169" y="7634"/>
                    </a:lnTo>
                    <a:lnTo>
                      <a:pt x="577464" y="3705"/>
                    </a:lnTo>
                    <a:lnTo>
                      <a:pt x="581392" y="0"/>
                    </a:lnTo>
                    <a:lnTo>
                      <a:pt x="580946" y="15267"/>
                    </a:lnTo>
                    <a:lnTo>
                      <a:pt x="584874" y="11562"/>
                    </a:lnTo>
                    <a:lnTo>
                      <a:pt x="584428" y="26829"/>
                    </a:lnTo>
                    <a:lnTo>
                      <a:pt x="588356" y="23124"/>
                    </a:lnTo>
                    <a:lnTo>
                      <a:pt x="591615" y="42319"/>
                    </a:lnTo>
                    <a:lnTo>
                      <a:pt x="572643" y="37945"/>
                    </a:lnTo>
                    <a:lnTo>
                      <a:pt x="576571" y="34239"/>
                    </a:lnTo>
                    <a:lnTo>
                      <a:pt x="561304" y="33793"/>
                    </a:lnTo>
                    <a:lnTo>
                      <a:pt x="565232" y="30088"/>
                    </a:lnTo>
                    <a:lnTo>
                      <a:pt x="549965" y="29642"/>
                    </a:lnTo>
                    <a:lnTo>
                      <a:pt x="561527" y="26160"/>
                    </a:lnTo>
                    <a:lnTo>
                      <a:pt x="561750" y="18526"/>
                    </a:lnTo>
                    <a:lnTo>
                      <a:pt x="569384" y="18749"/>
                    </a:lnTo>
                    <a:lnTo>
                      <a:pt x="569607" y="11116"/>
                    </a:lnTo>
                    <a:lnTo>
                      <a:pt x="577240" y="11339"/>
                    </a:lnTo>
                    <a:lnTo>
                      <a:pt x="581392" y="0"/>
                    </a:lnTo>
                    <a:lnTo>
                      <a:pt x="581169" y="7634"/>
                    </a:lnTo>
                    <a:lnTo>
                      <a:pt x="573535" y="7411"/>
                    </a:lnTo>
                    <a:lnTo>
                      <a:pt x="573312" y="15044"/>
                    </a:lnTo>
                    <a:lnTo>
                      <a:pt x="565679" y="14821"/>
                    </a:lnTo>
                    <a:lnTo>
                      <a:pt x="565455" y="22454"/>
                    </a:lnTo>
                    <a:lnTo>
                      <a:pt x="557822" y="22231"/>
                    </a:lnTo>
                    <a:lnTo>
                      <a:pt x="557599" y="29865"/>
                    </a:lnTo>
                    <a:lnTo>
                      <a:pt x="561304" y="33793"/>
                    </a:lnTo>
                    <a:lnTo>
                      <a:pt x="565232" y="30088"/>
                    </a:lnTo>
                    <a:lnTo>
                      <a:pt x="572643" y="37945"/>
                    </a:lnTo>
                    <a:lnTo>
                      <a:pt x="576571" y="34239"/>
                    </a:lnTo>
                    <a:lnTo>
                      <a:pt x="595320" y="46247"/>
                    </a:lnTo>
                    <a:lnTo>
                      <a:pt x="587910" y="38391"/>
                    </a:lnTo>
                    <a:lnTo>
                      <a:pt x="591838" y="34686"/>
                    </a:lnTo>
                    <a:lnTo>
                      <a:pt x="584428" y="26829"/>
                    </a:lnTo>
                    <a:lnTo>
                      <a:pt x="588356" y="23124"/>
                    </a:lnTo>
                    <a:lnTo>
                      <a:pt x="580946" y="15267"/>
                    </a:lnTo>
                    <a:lnTo>
                      <a:pt x="584874" y="11562"/>
                    </a:lnTo>
                    <a:lnTo>
                      <a:pt x="581169" y="76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65" name="Контур"/>
              <p:cNvSpPr/>
              <p:nvPr/>
            </p:nvSpPr>
            <p:spPr>
              <a:xfrm>
                <a:off x="4224354" y="1942707"/>
                <a:ext cx="832678" cy="669764"/>
              </a:xfrm>
              <a:custGeom>
                <a:avLst/>
                <a:gdLst/>
                <a:ahLst/>
                <a:cxnLst/>
                <a:rect l="l" t="t" r="r" b="b"/>
                <a:pathLst>
                  <a:path w="832678" h="669764" fill="none">
                    <a:moveTo>
                      <a:pt x="0" y="537826"/>
                    </a:moveTo>
                    <a:lnTo>
                      <a:pt x="85776" y="630122"/>
                    </a:lnTo>
                    <a:moveTo>
                      <a:pt x="85776" y="630122"/>
                    </a:moveTo>
                    <a:lnTo>
                      <a:pt x="122618" y="669764"/>
                    </a:lnTo>
                    <a:lnTo>
                      <a:pt x="174908" y="620441"/>
                    </a:lnTo>
                    <a:moveTo>
                      <a:pt x="174908" y="620441"/>
                    </a:moveTo>
                    <a:lnTo>
                      <a:pt x="266566" y="533985"/>
                    </a:lnTo>
                    <a:moveTo>
                      <a:pt x="266566" y="533985"/>
                    </a:moveTo>
                    <a:lnTo>
                      <a:pt x="358224" y="447528"/>
                    </a:lnTo>
                    <a:moveTo>
                      <a:pt x="358224" y="447528"/>
                    </a:moveTo>
                    <a:lnTo>
                      <a:pt x="449883" y="361071"/>
                    </a:lnTo>
                    <a:moveTo>
                      <a:pt x="449883" y="361071"/>
                    </a:moveTo>
                    <a:lnTo>
                      <a:pt x="541541" y="274615"/>
                    </a:lnTo>
                    <a:moveTo>
                      <a:pt x="541541" y="274615"/>
                    </a:moveTo>
                    <a:lnTo>
                      <a:pt x="633199" y="188158"/>
                    </a:lnTo>
                    <a:moveTo>
                      <a:pt x="633199" y="188158"/>
                    </a:moveTo>
                    <a:lnTo>
                      <a:pt x="724858" y="101702"/>
                    </a:lnTo>
                    <a:moveTo>
                      <a:pt x="724858" y="101702"/>
                    </a:moveTo>
                    <a:lnTo>
                      <a:pt x="816516" y="15245"/>
                    </a:lnTo>
                    <a:moveTo>
                      <a:pt x="816516" y="15245"/>
                    </a:moveTo>
                    <a:lnTo>
                      <a:pt x="832678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66" name="Контур"/>
              <p:cNvSpPr/>
              <p:nvPr/>
            </p:nvSpPr>
            <p:spPr>
              <a:xfrm>
                <a:off x="4324781" y="1897056"/>
                <a:ext cx="715880" cy="675672"/>
              </a:xfrm>
              <a:custGeom>
                <a:avLst/>
                <a:gdLst/>
                <a:ahLst/>
                <a:cxnLst/>
                <a:rect l="l" t="t" r="r" b="b"/>
                <a:pathLst>
                  <a:path w="715880" h="675672" fill="none">
                    <a:moveTo>
                      <a:pt x="46348" y="662086"/>
                    </a:moveTo>
                    <a:lnTo>
                      <a:pt x="0" y="675672"/>
                    </a:lnTo>
                    <a:lnTo>
                      <a:pt x="16940" y="630441"/>
                    </a:lnTo>
                    <a:lnTo>
                      <a:pt x="46348" y="662086"/>
                    </a:lnTo>
                    <a:lnTo>
                      <a:pt x="42672" y="658130"/>
                    </a:lnTo>
                    <a:lnTo>
                      <a:pt x="7911" y="668320"/>
                    </a:lnTo>
                    <a:lnTo>
                      <a:pt x="20616" y="634397"/>
                    </a:lnTo>
                    <a:lnTo>
                      <a:pt x="16660" y="638073"/>
                    </a:lnTo>
                    <a:lnTo>
                      <a:pt x="38717" y="661806"/>
                    </a:lnTo>
                    <a:lnTo>
                      <a:pt x="42672" y="658130"/>
                    </a:lnTo>
                    <a:lnTo>
                      <a:pt x="46348" y="662086"/>
                    </a:lnTo>
                    <a:lnTo>
                      <a:pt x="31085" y="661527"/>
                    </a:lnTo>
                    <a:lnTo>
                      <a:pt x="34761" y="665482"/>
                    </a:lnTo>
                    <a:lnTo>
                      <a:pt x="19498" y="664923"/>
                    </a:lnTo>
                    <a:lnTo>
                      <a:pt x="23174" y="668879"/>
                    </a:lnTo>
                    <a:lnTo>
                      <a:pt x="3955" y="671996"/>
                    </a:lnTo>
                    <a:lnTo>
                      <a:pt x="8470" y="653057"/>
                    </a:lnTo>
                    <a:lnTo>
                      <a:pt x="12146" y="657012"/>
                    </a:lnTo>
                    <a:lnTo>
                      <a:pt x="12705" y="641749"/>
                    </a:lnTo>
                    <a:lnTo>
                      <a:pt x="16381" y="645705"/>
                    </a:lnTo>
                    <a:lnTo>
                      <a:pt x="16940" y="630441"/>
                    </a:lnTo>
                    <a:lnTo>
                      <a:pt x="20336" y="642028"/>
                    </a:lnTo>
                    <a:lnTo>
                      <a:pt x="27968" y="642308"/>
                    </a:lnTo>
                    <a:lnTo>
                      <a:pt x="27688" y="649939"/>
                    </a:lnTo>
                    <a:lnTo>
                      <a:pt x="35320" y="650219"/>
                    </a:lnTo>
                    <a:lnTo>
                      <a:pt x="35041" y="657851"/>
                    </a:lnTo>
                    <a:lnTo>
                      <a:pt x="46348" y="662086"/>
                    </a:lnTo>
                    <a:lnTo>
                      <a:pt x="38717" y="661806"/>
                    </a:lnTo>
                    <a:lnTo>
                      <a:pt x="38996" y="654174"/>
                    </a:lnTo>
                    <a:lnTo>
                      <a:pt x="31365" y="653895"/>
                    </a:lnTo>
                    <a:lnTo>
                      <a:pt x="31644" y="646263"/>
                    </a:lnTo>
                    <a:lnTo>
                      <a:pt x="24012" y="645984"/>
                    </a:lnTo>
                    <a:lnTo>
                      <a:pt x="24292" y="638352"/>
                    </a:lnTo>
                    <a:lnTo>
                      <a:pt x="16660" y="638073"/>
                    </a:lnTo>
                    <a:lnTo>
                      <a:pt x="12705" y="641749"/>
                    </a:lnTo>
                    <a:lnTo>
                      <a:pt x="16381" y="645705"/>
                    </a:lnTo>
                    <a:lnTo>
                      <a:pt x="8470" y="653057"/>
                    </a:lnTo>
                    <a:lnTo>
                      <a:pt x="12146" y="657012"/>
                    </a:lnTo>
                    <a:lnTo>
                      <a:pt x="0" y="675672"/>
                    </a:lnTo>
                    <a:lnTo>
                      <a:pt x="7911" y="668320"/>
                    </a:lnTo>
                    <a:lnTo>
                      <a:pt x="11587" y="672276"/>
                    </a:lnTo>
                    <a:lnTo>
                      <a:pt x="19498" y="664923"/>
                    </a:lnTo>
                    <a:lnTo>
                      <a:pt x="23174" y="668879"/>
                    </a:lnTo>
                    <a:lnTo>
                      <a:pt x="31085" y="661527"/>
                    </a:lnTo>
                    <a:lnTo>
                      <a:pt x="34761" y="665482"/>
                    </a:lnTo>
                    <a:lnTo>
                      <a:pt x="38717" y="661806"/>
                    </a:lnTo>
                    <a:moveTo>
                      <a:pt x="152001" y="518739"/>
                    </a:moveTo>
                    <a:lnTo>
                      <a:pt x="165930" y="564986"/>
                    </a:lnTo>
                    <a:lnTo>
                      <a:pt x="120575" y="548382"/>
                    </a:lnTo>
                    <a:lnTo>
                      <a:pt x="152001" y="518739"/>
                    </a:lnTo>
                    <a:lnTo>
                      <a:pt x="148073" y="522445"/>
                    </a:lnTo>
                    <a:lnTo>
                      <a:pt x="158520" y="557130"/>
                    </a:lnTo>
                    <a:lnTo>
                      <a:pt x="124503" y="544676"/>
                    </a:lnTo>
                    <a:lnTo>
                      <a:pt x="128209" y="548605"/>
                    </a:lnTo>
                    <a:lnTo>
                      <a:pt x="151778" y="526373"/>
                    </a:lnTo>
                    <a:lnTo>
                      <a:pt x="148073" y="522445"/>
                    </a:lnTo>
                    <a:lnTo>
                      <a:pt x="152001" y="518739"/>
                    </a:lnTo>
                    <a:lnTo>
                      <a:pt x="151555" y="534006"/>
                    </a:lnTo>
                    <a:lnTo>
                      <a:pt x="155483" y="530301"/>
                    </a:lnTo>
                    <a:lnTo>
                      <a:pt x="155037" y="545568"/>
                    </a:lnTo>
                    <a:lnTo>
                      <a:pt x="158966" y="541863"/>
                    </a:lnTo>
                    <a:lnTo>
                      <a:pt x="162225" y="561058"/>
                    </a:lnTo>
                    <a:lnTo>
                      <a:pt x="143253" y="556684"/>
                    </a:lnTo>
                    <a:lnTo>
                      <a:pt x="147181" y="552979"/>
                    </a:lnTo>
                    <a:lnTo>
                      <a:pt x="131914" y="552533"/>
                    </a:lnTo>
                    <a:lnTo>
                      <a:pt x="135842" y="548827"/>
                    </a:lnTo>
                    <a:lnTo>
                      <a:pt x="120575" y="548382"/>
                    </a:lnTo>
                    <a:lnTo>
                      <a:pt x="132137" y="544899"/>
                    </a:lnTo>
                    <a:lnTo>
                      <a:pt x="132360" y="537266"/>
                    </a:lnTo>
                    <a:lnTo>
                      <a:pt x="139993" y="537489"/>
                    </a:lnTo>
                    <a:lnTo>
                      <a:pt x="140216" y="529855"/>
                    </a:lnTo>
                    <a:lnTo>
                      <a:pt x="147850" y="530078"/>
                    </a:lnTo>
                    <a:lnTo>
                      <a:pt x="152001" y="518739"/>
                    </a:lnTo>
                    <a:lnTo>
                      <a:pt x="151778" y="526373"/>
                    </a:lnTo>
                    <a:lnTo>
                      <a:pt x="144144" y="526150"/>
                    </a:lnTo>
                    <a:lnTo>
                      <a:pt x="143921" y="533783"/>
                    </a:lnTo>
                    <a:lnTo>
                      <a:pt x="136288" y="533560"/>
                    </a:lnTo>
                    <a:lnTo>
                      <a:pt x="136065" y="541194"/>
                    </a:lnTo>
                    <a:lnTo>
                      <a:pt x="128432" y="540971"/>
                    </a:lnTo>
                    <a:lnTo>
                      <a:pt x="128209" y="548605"/>
                    </a:lnTo>
                    <a:lnTo>
                      <a:pt x="131914" y="552533"/>
                    </a:lnTo>
                    <a:lnTo>
                      <a:pt x="135842" y="548827"/>
                    </a:lnTo>
                    <a:lnTo>
                      <a:pt x="143253" y="556684"/>
                    </a:lnTo>
                    <a:lnTo>
                      <a:pt x="147181" y="552979"/>
                    </a:lnTo>
                    <a:lnTo>
                      <a:pt x="165930" y="564986"/>
                    </a:lnTo>
                    <a:lnTo>
                      <a:pt x="158520" y="557130"/>
                    </a:lnTo>
                    <a:lnTo>
                      <a:pt x="162448" y="553424"/>
                    </a:lnTo>
                    <a:lnTo>
                      <a:pt x="155037" y="545568"/>
                    </a:lnTo>
                    <a:lnTo>
                      <a:pt x="158966" y="541863"/>
                    </a:lnTo>
                    <a:lnTo>
                      <a:pt x="151555" y="534006"/>
                    </a:lnTo>
                    <a:lnTo>
                      <a:pt x="155483" y="530301"/>
                    </a:lnTo>
                    <a:lnTo>
                      <a:pt x="151778" y="526373"/>
                    </a:lnTo>
                    <a:moveTo>
                      <a:pt x="335317" y="345826"/>
                    </a:moveTo>
                    <a:lnTo>
                      <a:pt x="349247" y="392073"/>
                    </a:lnTo>
                    <a:lnTo>
                      <a:pt x="303892" y="375468"/>
                    </a:lnTo>
                    <a:lnTo>
                      <a:pt x="335317" y="345826"/>
                    </a:lnTo>
                    <a:lnTo>
                      <a:pt x="331389" y="349531"/>
                    </a:lnTo>
                    <a:lnTo>
                      <a:pt x="341836" y="384217"/>
                    </a:lnTo>
                    <a:lnTo>
                      <a:pt x="307820" y="371763"/>
                    </a:lnTo>
                    <a:lnTo>
                      <a:pt x="311525" y="375691"/>
                    </a:lnTo>
                    <a:lnTo>
                      <a:pt x="335095" y="353460"/>
                    </a:lnTo>
                    <a:lnTo>
                      <a:pt x="331389" y="349531"/>
                    </a:lnTo>
                    <a:lnTo>
                      <a:pt x="335317" y="345826"/>
                    </a:lnTo>
                    <a:lnTo>
                      <a:pt x="334872" y="361093"/>
                    </a:lnTo>
                    <a:lnTo>
                      <a:pt x="338800" y="357388"/>
                    </a:lnTo>
                    <a:lnTo>
                      <a:pt x="338354" y="372655"/>
                    </a:lnTo>
                    <a:lnTo>
                      <a:pt x="342282" y="368950"/>
                    </a:lnTo>
                    <a:lnTo>
                      <a:pt x="345542" y="388145"/>
                    </a:lnTo>
                    <a:lnTo>
                      <a:pt x="326569" y="383771"/>
                    </a:lnTo>
                    <a:lnTo>
                      <a:pt x="330498" y="380065"/>
                    </a:lnTo>
                    <a:lnTo>
                      <a:pt x="315231" y="379620"/>
                    </a:lnTo>
                    <a:lnTo>
                      <a:pt x="319159" y="375914"/>
                    </a:lnTo>
                    <a:lnTo>
                      <a:pt x="303892" y="375468"/>
                    </a:lnTo>
                    <a:lnTo>
                      <a:pt x="315453" y="371986"/>
                    </a:lnTo>
                    <a:lnTo>
                      <a:pt x="315676" y="364353"/>
                    </a:lnTo>
                    <a:lnTo>
                      <a:pt x="323310" y="364575"/>
                    </a:lnTo>
                    <a:lnTo>
                      <a:pt x="323533" y="356942"/>
                    </a:lnTo>
                    <a:lnTo>
                      <a:pt x="331166" y="357165"/>
                    </a:lnTo>
                    <a:lnTo>
                      <a:pt x="335317" y="345826"/>
                    </a:lnTo>
                    <a:lnTo>
                      <a:pt x="335095" y="353460"/>
                    </a:lnTo>
                    <a:lnTo>
                      <a:pt x="327461" y="353237"/>
                    </a:lnTo>
                    <a:lnTo>
                      <a:pt x="327238" y="360870"/>
                    </a:lnTo>
                    <a:lnTo>
                      <a:pt x="319605" y="360647"/>
                    </a:lnTo>
                    <a:lnTo>
                      <a:pt x="319382" y="368281"/>
                    </a:lnTo>
                    <a:lnTo>
                      <a:pt x="311748" y="368058"/>
                    </a:lnTo>
                    <a:lnTo>
                      <a:pt x="311525" y="375691"/>
                    </a:lnTo>
                    <a:lnTo>
                      <a:pt x="315231" y="379620"/>
                    </a:lnTo>
                    <a:lnTo>
                      <a:pt x="319159" y="375914"/>
                    </a:lnTo>
                    <a:lnTo>
                      <a:pt x="326569" y="383771"/>
                    </a:lnTo>
                    <a:lnTo>
                      <a:pt x="330498" y="380065"/>
                    </a:lnTo>
                    <a:lnTo>
                      <a:pt x="349247" y="392073"/>
                    </a:lnTo>
                    <a:lnTo>
                      <a:pt x="341836" y="384217"/>
                    </a:lnTo>
                    <a:lnTo>
                      <a:pt x="345765" y="380511"/>
                    </a:lnTo>
                    <a:lnTo>
                      <a:pt x="338354" y="372655"/>
                    </a:lnTo>
                    <a:lnTo>
                      <a:pt x="342282" y="368950"/>
                    </a:lnTo>
                    <a:lnTo>
                      <a:pt x="334872" y="361093"/>
                    </a:lnTo>
                    <a:lnTo>
                      <a:pt x="338800" y="357388"/>
                    </a:lnTo>
                    <a:lnTo>
                      <a:pt x="335095" y="353460"/>
                    </a:lnTo>
                    <a:moveTo>
                      <a:pt x="518634" y="172913"/>
                    </a:moveTo>
                    <a:lnTo>
                      <a:pt x="532564" y="219160"/>
                    </a:lnTo>
                    <a:lnTo>
                      <a:pt x="487208" y="202555"/>
                    </a:lnTo>
                    <a:lnTo>
                      <a:pt x="518634" y="172913"/>
                    </a:lnTo>
                    <a:lnTo>
                      <a:pt x="514706" y="176618"/>
                    </a:lnTo>
                    <a:lnTo>
                      <a:pt x="525153" y="211303"/>
                    </a:lnTo>
                    <a:lnTo>
                      <a:pt x="491137" y="198850"/>
                    </a:lnTo>
                    <a:lnTo>
                      <a:pt x="494842" y="202778"/>
                    </a:lnTo>
                    <a:lnTo>
                      <a:pt x="518411" y="180546"/>
                    </a:lnTo>
                    <a:lnTo>
                      <a:pt x="514706" y="176618"/>
                    </a:lnTo>
                    <a:lnTo>
                      <a:pt x="518634" y="172913"/>
                    </a:lnTo>
                    <a:lnTo>
                      <a:pt x="518188" y="188180"/>
                    </a:lnTo>
                    <a:lnTo>
                      <a:pt x="522117" y="184475"/>
                    </a:lnTo>
                    <a:lnTo>
                      <a:pt x="521671" y="199742"/>
                    </a:lnTo>
                    <a:lnTo>
                      <a:pt x="525599" y="196036"/>
                    </a:lnTo>
                    <a:lnTo>
                      <a:pt x="528858" y="215231"/>
                    </a:lnTo>
                    <a:lnTo>
                      <a:pt x="509886" y="210857"/>
                    </a:lnTo>
                    <a:lnTo>
                      <a:pt x="513814" y="207152"/>
                    </a:lnTo>
                    <a:lnTo>
                      <a:pt x="498547" y="206706"/>
                    </a:lnTo>
                    <a:lnTo>
                      <a:pt x="502475" y="203001"/>
                    </a:lnTo>
                    <a:lnTo>
                      <a:pt x="487208" y="202555"/>
                    </a:lnTo>
                    <a:lnTo>
                      <a:pt x="498770" y="199073"/>
                    </a:lnTo>
                    <a:lnTo>
                      <a:pt x="498993" y="191439"/>
                    </a:lnTo>
                    <a:lnTo>
                      <a:pt x="506627" y="191662"/>
                    </a:lnTo>
                    <a:lnTo>
                      <a:pt x="506850" y="184029"/>
                    </a:lnTo>
                    <a:lnTo>
                      <a:pt x="514483" y="184252"/>
                    </a:lnTo>
                    <a:lnTo>
                      <a:pt x="518634" y="172913"/>
                    </a:lnTo>
                    <a:lnTo>
                      <a:pt x="518411" y="180546"/>
                    </a:lnTo>
                    <a:lnTo>
                      <a:pt x="510778" y="180323"/>
                    </a:lnTo>
                    <a:lnTo>
                      <a:pt x="510555" y="187957"/>
                    </a:lnTo>
                    <a:lnTo>
                      <a:pt x="502921" y="187734"/>
                    </a:lnTo>
                    <a:lnTo>
                      <a:pt x="502698" y="195367"/>
                    </a:lnTo>
                    <a:lnTo>
                      <a:pt x="495065" y="195145"/>
                    </a:lnTo>
                    <a:lnTo>
                      <a:pt x="494842" y="202778"/>
                    </a:lnTo>
                    <a:lnTo>
                      <a:pt x="498547" y="206706"/>
                    </a:lnTo>
                    <a:lnTo>
                      <a:pt x="502475" y="203001"/>
                    </a:lnTo>
                    <a:lnTo>
                      <a:pt x="509886" y="210857"/>
                    </a:lnTo>
                    <a:lnTo>
                      <a:pt x="513814" y="207152"/>
                    </a:lnTo>
                    <a:lnTo>
                      <a:pt x="532564" y="219160"/>
                    </a:lnTo>
                    <a:lnTo>
                      <a:pt x="525153" y="211303"/>
                    </a:lnTo>
                    <a:lnTo>
                      <a:pt x="529081" y="207598"/>
                    </a:lnTo>
                    <a:lnTo>
                      <a:pt x="521671" y="199742"/>
                    </a:lnTo>
                    <a:lnTo>
                      <a:pt x="525599" y="196036"/>
                    </a:lnTo>
                    <a:lnTo>
                      <a:pt x="518188" y="188180"/>
                    </a:lnTo>
                    <a:lnTo>
                      <a:pt x="522117" y="184475"/>
                    </a:lnTo>
                    <a:lnTo>
                      <a:pt x="518411" y="180546"/>
                    </a:lnTo>
                    <a:moveTo>
                      <a:pt x="701951" y="0"/>
                    </a:moveTo>
                    <a:lnTo>
                      <a:pt x="715880" y="46246"/>
                    </a:lnTo>
                    <a:lnTo>
                      <a:pt x="670525" y="29642"/>
                    </a:lnTo>
                    <a:lnTo>
                      <a:pt x="701951" y="0"/>
                    </a:lnTo>
                    <a:lnTo>
                      <a:pt x="698023" y="3705"/>
                    </a:lnTo>
                    <a:lnTo>
                      <a:pt x="708470" y="38390"/>
                    </a:lnTo>
                    <a:lnTo>
                      <a:pt x="674453" y="25937"/>
                    </a:lnTo>
                    <a:lnTo>
                      <a:pt x="678159" y="29865"/>
                    </a:lnTo>
                    <a:lnTo>
                      <a:pt x="701728" y="7633"/>
                    </a:lnTo>
                    <a:lnTo>
                      <a:pt x="698023" y="3705"/>
                    </a:lnTo>
                    <a:lnTo>
                      <a:pt x="701951" y="0"/>
                    </a:lnTo>
                    <a:lnTo>
                      <a:pt x="701505" y="15267"/>
                    </a:lnTo>
                    <a:lnTo>
                      <a:pt x="705433" y="11561"/>
                    </a:lnTo>
                    <a:lnTo>
                      <a:pt x="704987" y="26828"/>
                    </a:lnTo>
                    <a:lnTo>
                      <a:pt x="708916" y="23123"/>
                    </a:lnTo>
                    <a:lnTo>
                      <a:pt x="712175" y="42318"/>
                    </a:lnTo>
                    <a:lnTo>
                      <a:pt x="693203" y="37944"/>
                    </a:lnTo>
                    <a:lnTo>
                      <a:pt x="697131" y="34239"/>
                    </a:lnTo>
                    <a:lnTo>
                      <a:pt x="681864" y="33793"/>
                    </a:lnTo>
                    <a:lnTo>
                      <a:pt x="685792" y="30088"/>
                    </a:lnTo>
                    <a:lnTo>
                      <a:pt x="670525" y="29642"/>
                    </a:lnTo>
                    <a:lnTo>
                      <a:pt x="682087" y="26160"/>
                    </a:lnTo>
                    <a:lnTo>
                      <a:pt x="682310" y="18526"/>
                    </a:lnTo>
                    <a:lnTo>
                      <a:pt x="689943" y="18749"/>
                    </a:lnTo>
                    <a:lnTo>
                      <a:pt x="690166" y="11115"/>
                    </a:lnTo>
                    <a:lnTo>
                      <a:pt x="697800" y="11338"/>
                    </a:lnTo>
                    <a:lnTo>
                      <a:pt x="701951" y="0"/>
                    </a:lnTo>
                    <a:lnTo>
                      <a:pt x="701728" y="7633"/>
                    </a:lnTo>
                    <a:lnTo>
                      <a:pt x="694094" y="7410"/>
                    </a:lnTo>
                    <a:lnTo>
                      <a:pt x="693871" y="15044"/>
                    </a:lnTo>
                    <a:lnTo>
                      <a:pt x="686238" y="14821"/>
                    </a:lnTo>
                    <a:lnTo>
                      <a:pt x="686015" y="22454"/>
                    </a:lnTo>
                    <a:lnTo>
                      <a:pt x="678382" y="22231"/>
                    </a:lnTo>
                    <a:lnTo>
                      <a:pt x="678159" y="29865"/>
                    </a:lnTo>
                    <a:lnTo>
                      <a:pt x="681864" y="33793"/>
                    </a:lnTo>
                    <a:lnTo>
                      <a:pt x="685792" y="30088"/>
                    </a:lnTo>
                    <a:lnTo>
                      <a:pt x="693203" y="37944"/>
                    </a:lnTo>
                    <a:lnTo>
                      <a:pt x="697131" y="34239"/>
                    </a:lnTo>
                    <a:lnTo>
                      <a:pt x="715880" y="46246"/>
                    </a:lnTo>
                    <a:lnTo>
                      <a:pt x="708470" y="38390"/>
                    </a:lnTo>
                    <a:lnTo>
                      <a:pt x="712398" y="34685"/>
                    </a:lnTo>
                    <a:lnTo>
                      <a:pt x="704987" y="26828"/>
                    </a:lnTo>
                    <a:lnTo>
                      <a:pt x="708916" y="23123"/>
                    </a:lnTo>
                    <a:lnTo>
                      <a:pt x="701505" y="15267"/>
                    </a:lnTo>
                    <a:lnTo>
                      <a:pt x="705433" y="11561"/>
                    </a:lnTo>
                    <a:lnTo>
                      <a:pt x="701728" y="7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67" name="Контур"/>
              <p:cNvSpPr/>
              <p:nvPr/>
            </p:nvSpPr>
            <p:spPr>
              <a:xfrm>
                <a:off x="3420458" y="1584000"/>
                <a:ext cx="54465" cy="51375"/>
              </a:xfrm>
              <a:custGeom>
                <a:avLst/>
                <a:gdLst/>
                <a:ahLst/>
                <a:cxnLst/>
                <a:rect l="l" t="t" r="r" b="b"/>
                <a:pathLst>
                  <a:path w="54465" h="51375" fill="none">
                    <a:moveTo>
                      <a:pt x="0" y="51375"/>
                    </a:moveTo>
                    <a:lnTo>
                      <a:pt x="27497" y="25438"/>
                    </a:lnTo>
                    <a:moveTo>
                      <a:pt x="27497" y="25438"/>
                    </a:moveTo>
                    <a:lnTo>
                      <a:pt x="54465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68" name="Контур"/>
              <p:cNvSpPr/>
              <p:nvPr/>
            </p:nvSpPr>
            <p:spPr>
              <a:xfrm>
                <a:off x="4144872" y="7972896"/>
                <a:ext cx="174396" cy="276273"/>
              </a:xfrm>
              <a:custGeom>
                <a:avLst/>
                <a:gdLst/>
                <a:ahLst/>
                <a:cxnLst/>
                <a:rect l="l" t="t" r="r" b="b"/>
                <a:pathLst>
                  <a:path w="174396" h="276273" fill="none">
                    <a:moveTo>
                      <a:pt x="174396" y="276273"/>
                    </a:moveTo>
                    <a:lnTo>
                      <a:pt x="138396" y="219159"/>
                    </a:ln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69" name="Контур"/>
              <p:cNvSpPr/>
              <p:nvPr/>
            </p:nvSpPr>
            <p:spPr>
              <a:xfrm>
                <a:off x="3936545" y="7972896"/>
                <a:ext cx="208327" cy="72641"/>
              </a:xfrm>
              <a:custGeom>
                <a:avLst/>
                <a:gdLst/>
                <a:ahLst/>
                <a:cxnLst/>
                <a:rect l="l" t="t" r="r" b="b"/>
                <a:pathLst>
                  <a:path w="208327" h="72641" fill="none">
                    <a:moveTo>
                      <a:pt x="0" y="72641"/>
                    </a:moveTo>
                    <a:lnTo>
                      <a:pt x="35692" y="60195"/>
                    </a:lnTo>
                    <a:moveTo>
                      <a:pt x="35692" y="60195"/>
                    </a:moveTo>
                    <a:lnTo>
                      <a:pt x="71385" y="47750"/>
                    </a:lnTo>
                    <a:moveTo>
                      <a:pt x="71385" y="47750"/>
                    </a:moveTo>
                    <a:lnTo>
                      <a:pt x="107077" y="35304"/>
                    </a:lnTo>
                    <a:moveTo>
                      <a:pt x="107077" y="35304"/>
                    </a:moveTo>
                    <a:lnTo>
                      <a:pt x="142770" y="22859"/>
                    </a:lnTo>
                    <a:moveTo>
                      <a:pt x="142770" y="22859"/>
                    </a:moveTo>
                    <a:lnTo>
                      <a:pt x="178462" y="10413"/>
                    </a:lnTo>
                    <a:moveTo>
                      <a:pt x="178462" y="10413"/>
                    </a:moveTo>
                    <a:lnTo>
                      <a:pt x="208327" y="0"/>
                    </a:lnTo>
                    <a:moveTo>
                      <a:pt x="0" y="72641"/>
                    </a:moveTo>
                    <a:lnTo>
                      <a:pt x="35692" y="60195"/>
                    </a:lnTo>
                    <a:moveTo>
                      <a:pt x="35692" y="60195"/>
                    </a:moveTo>
                    <a:lnTo>
                      <a:pt x="71385" y="47750"/>
                    </a:lnTo>
                    <a:moveTo>
                      <a:pt x="71385" y="47750"/>
                    </a:moveTo>
                    <a:lnTo>
                      <a:pt x="107077" y="35304"/>
                    </a:lnTo>
                    <a:moveTo>
                      <a:pt x="107077" y="35304"/>
                    </a:moveTo>
                    <a:lnTo>
                      <a:pt x="142770" y="22859"/>
                    </a:lnTo>
                    <a:moveTo>
                      <a:pt x="142770" y="22859"/>
                    </a:moveTo>
                    <a:lnTo>
                      <a:pt x="178462" y="10413"/>
                    </a:lnTo>
                    <a:moveTo>
                      <a:pt x="178462" y="10413"/>
                    </a:moveTo>
                    <a:lnTo>
                      <a:pt x="208327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70" name="Контур"/>
              <p:cNvSpPr/>
              <p:nvPr/>
            </p:nvSpPr>
            <p:spPr>
              <a:xfrm>
                <a:off x="4144872" y="7685478"/>
                <a:ext cx="824285" cy="287418"/>
              </a:xfrm>
              <a:custGeom>
                <a:avLst/>
                <a:gdLst/>
                <a:ahLst/>
                <a:cxnLst/>
                <a:rect l="l" t="t" r="r" b="b"/>
                <a:pathLst>
                  <a:path w="824285" h="287418" fill="none">
                    <a:moveTo>
                      <a:pt x="0" y="287418"/>
                    </a:moveTo>
                    <a:lnTo>
                      <a:pt x="118974" y="245933"/>
                    </a:lnTo>
                    <a:moveTo>
                      <a:pt x="118974" y="245933"/>
                    </a:moveTo>
                    <a:lnTo>
                      <a:pt x="237949" y="204448"/>
                    </a:lnTo>
                    <a:moveTo>
                      <a:pt x="237949" y="204448"/>
                    </a:moveTo>
                    <a:lnTo>
                      <a:pt x="356924" y="162963"/>
                    </a:lnTo>
                    <a:moveTo>
                      <a:pt x="356924" y="162963"/>
                    </a:moveTo>
                    <a:lnTo>
                      <a:pt x="475899" y="121478"/>
                    </a:lnTo>
                    <a:moveTo>
                      <a:pt x="475899" y="121478"/>
                    </a:moveTo>
                    <a:lnTo>
                      <a:pt x="594873" y="79992"/>
                    </a:lnTo>
                    <a:moveTo>
                      <a:pt x="594873" y="79992"/>
                    </a:moveTo>
                    <a:lnTo>
                      <a:pt x="713848" y="38507"/>
                    </a:lnTo>
                    <a:moveTo>
                      <a:pt x="713848" y="38507"/>
                    </a:moveTo>
                    <a:lnTo>
                      <a:pt x="82428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71" name="Контур"/>
              <p:cNvSpPr/>
              <p:nvPr/>
            </p:nvSpPr>
            <p:spPr>
              <a:xfrm>
                <a:off x="4281626" y="7768557"/>
                <a:ext cx="516690" cy="213843"/>
              </a:xfrm>
              <a:custGeom>
                <a:avLst/>
                <a:gdLst/>
                <a:ahLst/>
                <a:cxnLst/>
                <a:rect l="l" t="t" r="r" b="b"/>
                <a:pathLst>
                  <a:path w="516690" h="213843" fill="none">
                    <a:moveTo>
                      <a:pt x="0" y="213843"/>
                    </a:moveTo>
                    <a:lnTo>
                      <a:pt x="6172" y="165940"/>
                    </a:lnTo>
                    <a:lnTo>
                      <a:pt x="40791" y="199619"/>
                    </a:lnTo>
                    <a:lnTo>
                      <a:pt x="0" y="213843"/>
                    </a:lnTo>
                    <a:lnTo>
                      <a:pt x="5099" y="212065"/>
                    </a:lnTo>
                    <a:lnTo>
                      <a:pt x="9728" y="176138"/>
                    </a:lnTo>
                    <a:lnTo>
                      <a:pt x="35692" y="201397"/>
                    </a:lnTo>
                    <a:lnTo>
                      <a:pt x="33914" y="196298"/>
                    </a:lnTo>
                    <a:lnTo>
                      <a:pt x="3321" y="206966"/>
                    </a:lnTo>
                    <a:lnTo>
                      <a:pt x="5099" y="212065"/>
                    </a:lnTo>
                    <a:lnTo>
                      <a:pt x="0" y="213843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7950" y="171039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40791" y="199619"/>
                    </a:lnTo>
                    <a:lnTo>
                      <a:pt x="28815" y="198076"/>
                    </a:lnTo>
                    <a:lnTo>
                      <a:pt x="25494" y="204953"/>
                    </a:lnTo>
                    <a:lnTo>
                      <a:pt x="18617" y="201632"/>
                    </a:lnTo>
                    <a:lnTo>
                      <a:pt x="15296" y="208509"/>
                    </a:lnTo>
                    <a:lnTo>
                      <a:pt x="8420" y="205188"/>
                    </a:lnTo>
                    <a:lnTo>
                      <a:pt x="0" y="213843"/>
                    </a:lnTo>
                    <a:lnTo>
                      <a:pt x="3321" y="206966"/>
                    </a:lnTo>
                    <a:lnTo>
                      <a:pt x="10198" y="210287"/>
                    </a:lnTo>
                    <a:lnTo>
                      <a:pt x="13518" y="203410"/>
                    </a:lnTo>
                    <a:lnTo>
                      <a:pt x="20395" y="206731"/>
                    </a:lnTo>
                    <a:lnTo>
                      <a:pt x="23716" y="199854"/>
                    </a:lnTo>
                    <a:lnTo>
                      <a:pt x="30593" y="203175"/>
                    </a:lnTo>
                    <a:lnTo>
                      <a:pt x="33914" y="19629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6172" y="165940"/>
                    </a:lnTo>
                    <a:lnTo>
                      <a:pt x="9728" y="176138"/>
                    </a:lnTo>
                    <a:lnTo>
                      <a:pt x="4629" y="177916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3321" y="206966"/>
                    </a:lnTo>
                    <a:moveTo>
                      <a:pt x="237949" y="130873"/>
                    </a:moveTo>
                    <a:lnTo>
                      <a:pt x="244121" y="82970"/>
                    </a:lnTo>
                    <a:lnTo>
                      <a:pt x="278741" y="116649"/>
                    </a:lnTo>
                    <a:lnTo>
                      <a:pt x="237949" y="130873"/>
                    </a:lnTo>
                    <a:lnTo>
                      <a:pt x="243048" y="129095"/>
                    </a:lnTo>
                    <a:lnTo>
                      <a:pt x="247677" y="93168"/>
                    </a:lnTo>
                    <a:lnTo>
                      <a:pt x="273642" y="118427"/>
                    </a:lnTo>
                    <a:lnTo>
                      <a:pt x="271864" y="113328"/>
                    </a:lnTo>
                    <a:lnTo>
                      <a:pt x="241270" y="123996"/>
                    </a:lnTo>
                    <a:lnTo>
                      <a:pt x="243048" y="129095"/>
                    </a:lnTo>
                    <a:lnTo>
                      <a:pt x="237949" y="130873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5899" y="88069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78741" y="116649"/>
                    </a:lnTo>
                    <a:lnTo>
                      <a:pt x="266765" y="115106"/>
                    </a:lnTo>
                    <a:lnTo>
                      <a:pt x="263444" y="121983"/>
                    </a:lnTo>
                    <a:lnTo>
                      <a:pt x="256567" y="118662"/>
                    </a:lnTo>
                    <a:lnTo>
                      <a:pt x="253246" y="125539"/>
                    </a:lnTo>
                    <a:lnTo>
                      <a:pt x="246369" y="122218"/>
                    </a:lnTo>
                    <a:lnTo>
                      <a:pt x="237949" y="130873"/>
                    </a:lnTo>
                    <a:lnTo>
                      <a:pt x="241270" y="123996"/>
                    </a:lnTo>
                    <a:lnTo>
                      <a:pt x="248147" y="127317"/>
                    </a:lnTo>
                    <a:lnTo>
                      <a:pt x="251468" y="120440"/>
                    </a:lnTo>
                    <a:lnTo>
                      <a:pt x="258345" y="123761"/>
                    </a:lnTo>
                    <a:lnTo>
                      <a:pt x="261666" y="116884"/>
                    </a:lnTo>
                    <a:lnTo>
                      <a:pt x="268543" y="120205"/>
                    </a:lnTo>
                    <a:lnTo>
                      <a:pt x="271864" y="113328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44121" y="82970"/>
                    </a:lnTo>
                    <a:lnTo>
                      <a:pt x="247677" y="93168"/>
                    </a:lnTo>
                    <a:lnTo>
                      <a:pt x="242578" y="94945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1270" y="123996"/>
                    </a:lnTo>
                    <a:moveTo>
                      <a:pt x="475899" y="47903"/>
                    </a:moveTo>
                    <a:lnTo>
                      <a:pt x="482071" y="0"/>
                    </a:lnTo>
                    <a:lnTo>
                      <a:pt x="516690" y="33679"/>
                    </a:lnTo>
                    <a:lnTo>
                      <a:pt x="475899" y="47903"/>
                    </a:lnTo>
                    <a:lnTo>
                      <a:pt x="480998" y="46125"/>
                    </a:lnTo>
                    <a:lnTo>
                      <a:pt x="485627" y="10197"/>
                    </a:lnTo>
                    <a:lnTo>
                      <a:pt x="511591" y="35457"/>
                    </a:lnTo>
                    <a:lnTo>
                      <a:pt x="509813" y="30358"/>
                    </a:lnTo>
                    <a:lnTo>
                      <a:pt x="479220" y="41026"/>
                    </a:lnTo>
                    <a:lnTo>
                      <a:pt x="480998" y="46125"/>
                    </a:lnTo>
                    <a:lnTo>
                      <a:pt x="475899" y="47903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3849" y="5099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516690" y="33679"/>
                    </a:lnTo>
                    <a:lnTo>
                      <a:pt x="504714" y="32136"/>
                    </a:lnTo>
                    <a:lnTo>
                      <a:pt x="501393" y="39013"/>
                    </a:lnTo>
                    <a:lnTo>
                      <a:pt x="494516" y="35692"/>
                    </a:lnTo>
                    <a:lnTo>
                      <a:pt x="491195" y="42569"/>
                    </a:lnTo>
                    <a:lnTo>
                      <a:pt x="484319" y="39248"/>
                    </a:lnTo>
                    <a:lnTo>
                      <a:pt x="475899" y="47903"/>
                    </a:lnTo>
                    <a:lnTo>
                      <a:pt x="479220" y="41026"/>
                    </a:lnTo>
                    <a:lnTo>
                      <a:pt x="486096" y="44347"/>
                    </a:lnTo>
                    <a:lnTo>
                      <a:pt x="489417" y="37470"/>
                    </a:lnTo>
                    <a:lnTo>
                      <a:pt x="496294" y="40791"/>
                    </a:lnTo>
                    <a:lnTo>
                      <a:pt x="499615" y="33914"/>
                    </a:lnTo>
                    <a:lnTo>
                      <a:pt x="506492" y="37235"/>
                    </a:lnTo>
                    <a:lnTo>
                      <a:pt x="509813" y="30358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482071" y="0"/>
                    </a:lnTo>
                    <a:lnTo>
                      <a:pt x="485627" y="10197"/>
                    </a:lnTo>
                    <a:lnTo>
                      <a:pt x="480528" y="11975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79220" y="4102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72" name="Контур"/>
              <p:cNvSpPr/>
              <p:nvPr/>
            </p:nvSpPr>
            <p:spPr>
              <a:xfrm>
                <a:off x="4144872" y="7685478"/>
                <a:ext cx="824285" cy="287418"/>
              </a:xfrm>
              <a:custGeom>
                <a:avLst/>
                <a:gdLst/>
                <a:ahLst/>
                <a:cxnLst/>
                <a:rect l="l" t="t" r="r" b="b"/>
                <a:pathLst>
                  <a:path w="824285" h="287418" fill="none">
                    <a:moveTo>
                      <a:pt x="0" y="287418"/>
                    </a:moveTo>
                    <a:lnTo>
                      <a:pt x="118974" y="245933"/>
                    </a:lnTo>
                    <a:moveTo>
                      <a:pt x="118974" y="245933"/>
                    </a:moveTo>
                    <a:lnTo>
                      <a:pt x="237949" y="204448"/>
                    </a:lnTo>
                    <a:moveTo>
                      <a:pt x="237949" y="204448"/>
                    </a:moveTo>
                    <a:lnTo>
                      <a:pt x="356924" y="162963"/>
                    </a:lnTo>
                    <a:moveTo>
                      <a:pt x="356924" y="162963"/>
                    </a:moveTo>
                    <a:lnTo>
                      <a:pt x="475899" y="121478"/>
                    </a:lnTo>
                    <a:moveTo>
                      <a:pt x="475899" y="121478"/>
                    </a:moveTo>
                    <a:lnTo>
                      <a:pt x="594873" y="79992"/>
                    </a:lnTo>
                    <a:moveTo>
                      <a:pt x="594873" y="79992"/>
                    </a:moveTo>
                    <a:lnTo>
                      <a:pt x="713848" y="38507"/>
                    </a:lnTo>
                    <a:moveTo>
                      <a:pt x="713848" y="38507"/>
                    </a:moveTo>
                    <a:lnTo>
                      <a:pt x="82428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73" name="Контур"/>
              <p:cNvSpPr/>
              <p:nvPr/>
            </p:nvSpPr>
            <p:spPr>
              <a:xfrm>
                <a:off x="4281626" y="7768557"/>
                <a:ext cx="516690" cy="213843"/>
              </a:xfrm>
              <a:custGeom>
                <a:avLst/>
                <a:gdLst/>
                <a:ahLst/>
                <a:cxnLst/>
                <a:rect l="l" t="t" r="r" b="b"/>
                <a:pathLst>
                  <a:path w="516690" h="213843" fill="none">
                    <a:moveTo>
                      <a:pt x="0" y="213843"/>
                    </a:moveTo>
                    <a:lnTo>
                      <a:pt x="6172" y="165940"/>
                    </a:lnTo>
                    <a:lnTo>
                      <a:pt x="40791" y="199619"/>
                    </a:lnTo>
                    <a:lnTo>
                      <a:pt x="0" y="213843"/>
                    </a:lnTo>
                    <a:lnTo>
                      <a:pt x="5099" y="212065"/>
                    </a:lnTo>
                    <a:lnTo>
                      <a:pt x="9728" y="176138"/>
                    </a:lnTo>
                    <a:lnTo>
                      <a:pt x="35692" y="201397"/>
                    </a:lnTo>
                    <a:lnTo>
                      <a:pt x="33914" y="196298"/>
                    </a:lnTo>
                    <a:lnTo>
                      <a:pt x="3321" y="206966"/>
                    </a:lnTo>
                    <a:lnTo>
                      <a:pt x="5099" y="212065"/>
                    </a:lnTo>
                    <a:lnTo>
                      <a:pt x="0" y="213843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7950" y="171039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40791" y="199619"/>
                    </a:lnTo>
                    <a:lnTo>
                      <a:pt x="28815" y="198076"/>
                    </a:lnTo>
                    <a:lnTo>
                      <a:pt x="25494" y="204953"/>
                    </a:lnTo>
                    <a:lnTo>
                      <a:pt x="18617" y="201632"/>
                    </a:lnTo>
                    <a:lnTo>
                      <a:pt x="15296" y="208509"/>
                    </a:lnTo>
                    <a:lnTo>
                      <a:pt x="8420" y="205188"/>
                    </a:lnTo>
                    <a:lnTo>
                      <a:pt x="0" y="213843"/>
                    </a:lnTo>
                    <a:lnTo>
                      <a:pt x="3321" y="206966"/>
                    </a:lnTo>
                    <a:lnTo>
                      <a:pt x="10198" y="210287"/>
                    </a:lnTo>
                    <a:lnTo>
                      <a:pt x="13518" y="203410"/>
                    </a:lnTo>
                    <a:lnTo>
                      <a:pt x="20395" y="206731"/>
                    </a:lnTo>
                    <a:lnTo>
                      <a:pt x="23716" y="199854"/>
                    </a:lnTo>
                    <a:lnTo>
                      <a:pt x="30593" y="203175"/>
                    </a:lnTo>
                    <a:lnTo>
                      <a:pt x="33914" y="19629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6172" y="165940"/>
                    </a:lnTo>
                    <a:lnTo>
                      <a:pt x="9728" y="176138"/>
                    </a:lnTo>
                    <a:lnTo>
                      <a:pt x="4629" y="177916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3321" y="206966"/>
                    </a:lnTo>
                    <a:moveTo>
                      <a:pt x="237949" y="130873"/>
                    </a:moveTo>
                    <a:lnTo>
                      <a:pt x="244121" y="82970"/>
                    </a:lnTo>
                    <a:lnTo>
                      <a:pt x="278741" y="116649"/>
                    </a:lnTo>
                    <a:lnTo>
                      <a:pt x="237949" y="130873"/>
                    </a:lnTo>
                    <a:lnTo>
                      <a:pt x="243048" y="129095"/>
                    </a:lnTo>
                    <a:lnTo>
                      <a:pt x="247677" y="93168"/>
                    </a:lnTo>
                    <a:lnTo>
                      <a:pt x="273642" y="118427"/>
                    </a:lnTo>
                    <a:lnTo>
                      <a:pt x="271864" y="113328"/>
                    </a:lnTo>
                    <a:lnTo>
                      <a:pt x="241270" y="123996"/>
                    </a:lnTo>
                    <a:lnTo>
                      <a:pt x="243048" y="129095"/>
                    </a:lnTo>
                    <a:lnTo>
                      <a:pt x="237949" y="130873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5899" y="88069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78741" y="116649"/>
                    </a:lnTo>
                    <a:lnTo>
                      <a:pt x="266765" y="115106"/>
                    </a:lnTo>
                    <a:lnTo>
                      <a:pt x="263444" y="121983"/>
                    </a:lnTo>
                    <a:lnTo>
                      <a:pt x="256567" y="118662"/>
                    </a:lnTo>
                    <a:lnTo>
                      <a:pt x="253246" y="125539"/>
                    </a:lnTo>
                    <a:lnTo>
                      <a:pt x="246369" y="122218"/>
                    </a:lnTo>
                    <a:lnTo>
                      <a:pt x="237949" y="130873"/>
                    </a:lnTo>
                    <a:lnTo>
                      <a:pt x="241270" y="123996"/>
                    </a:lnTo>
                    <a:lnTo>
                      <a:pt x="248147" y="127317"/>
                    </a:lnTo>
                    <a:lnTo>
                      <a:pt x="251468" y="120440"/>
                    </a:lnTo>
                    <a:lnTo>
                      <a:pt x="258345" y="123761"/>
                    </a:lnTo>
                    <a:lnTo>
                      <a:pt x="261666" y="116884"/>
                    </a:lnTo>
                    <a:lnTo>
                      <a:pt x="268543" y="120205"/>
                    </a:lnTo>
                    <a:lnTo>
                      <a:pt x="271864" y="113328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44121" y="82970"/>
                    </a:lnTo>
                    <a:lnTo>
                      <a:pt x="247677" y="93168"/>
                    </a:lnTo>
                    <a:lnTo>
                      <a:pt x="242578" y="94945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1270" y="123996"/>
                    </a:lnTo>
                    <a:moveTo>
                      <a:pt x="475899" y="47903"/>
                    </a:moveTo>
                    <a:lnTo>
                      <a:pt x="482071" y="0"/>
                    </a:lnTo>
                    <a:lnTo>
                      <a:pt x="516690" y="33679"/>
                    </a:lnTo>
                    <a:lnTo>
                      <a:pt x="475899" y="47903"/>
                    </a:lnTo>
                    <a:lnTo>
                      <a:pt x="480998" y="46125"/>
                    </a:lnTo>
                    <a:lnTo>
                      <a:pt x="485627" y="10197"/>
                    </a:lnTo>
                    <a:lnTo>
                      <a:pt x="511591" y="35457"/>
                    </a:lnTo>
                    <a:lnTo>
                      <a:pt x="509813" y="30358"/>
                    </a:lnTo>
                    <a:lnTo>
                      <a:pt x="479220" y="41026"/>
                    </a:lnTo>
                    <a:lnTo>
                      <a:pt x="480998" y="46125"/>
                    </a:lnTo>
                    <a:lnTo>
                      <a:pt x="475899" y="47903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3849" y="5099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516690" y="33679"/>
                    </a:lnTo>
                    <a:lnTo>
                      <a:pt x="504714" y="32136"/>
                    </a:lnTo>
                    <a:lnTo>
                      <a:pt x="501393" y="39013"/>
                    </a:lnTo>
                    <a:lnTo>
                      <a:pt x="494516" y="35692"/>
                    </a:lnTo>
                    <a:lnTo>
                      <a:pt x="491195" y="42569"/>
                    </a:lnTo>
                    <a:lnTo>
                      <a:pt x="484319" y="39248"/>
                    </a:lnTo>
                    <a:lnTo>
                      <a:pt x="475899" y="47903"/>
                    </a:lnTo>
                    <a:lnTo>
                      <a:pt x="479220" y="41026"/>
                    </a:lnTo>
                    <a:lnTo>
                      <a:pt x="486096" y="44347"/>
                    </a:lnTo>
                    <a:lnTo>
                      <a:pt x="489417" y="37470"/>
                    </a:lnTo>
                    <a:lnTo>
                      <a:pt x="496294" y="40791"/>
                    </a:lnTo>
                    <a:lnTo>
                      <a:pt x="499615" y="33914"/>
                    </a:lnTo>
                    <a:lnTo>
                      <a:pt x="506492" y="37235"/>
                    </a:lnTo>
                    <a:lnTo>
                      <a:pt x="509813" y="30358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482071" y="0"/>
                    </a:lnTo>
                    <a:lnTo>
                      <a:pt x="485627" y="10197"/>
                    </a:lnTo>
                    <a:lnTo>
                      <a:pt x="480528" y="11975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79220" y="4102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74" name="Контур"/>
              <p:cNvSpPr/>
              <p:nvPr/>
            </p:nvSpPr>
            <p:spPr>
              <a:xfrm>
                <a:off x="5002809" y="7592579"/>
                <a:ext cx="232765" cy="145861"/>
              </a:xfrm>
              <a:custGeom>
                <a:avLst/>
                <a:gdLst/>
                <a:ahLst/>
                <a:cxnLst/>
                <a:rect l="l" t="t" r="r" b="b"/>
                <a:pathLst>
                  <a:path w="232765" h="145861" fill="none">
                    <a:moveTo>
                      <a:pt x="0" y="145861"/>
                    </a:moveTo>
                    <a:lnTo>
                      <a:pt x="232765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75" name="Контур"/>
              <p:cNvSpPr/>
              <p:nvPr/>
            </p:nvSpPr>
            <p:spPr>
              <a:xfrm>
                <a:off x="4144872" y="7685478"/>
                <a:ext cx="857937" cy="287418"/>
              </a:xfrm>
              <a:custGeom>
                <a:avLst/>
                <a:gdLst/>
                <a:ahLst/>
                <a:cxnLst/>
                <a:rect l="l" t="t" r="r" b="b"/>
                <a:pathLst>
                  <a:path w="857937" h="287418" fill="none">
                    <a:moveTo>
                      <a:pt x="824285" y="0"/>
                    </a:moveTo>
                    <a:lnTo>
                      <a:pt x="857937" y="52962"/>
                    </a:lnTo>
                    <a:moveTo>
                      <a:pt x="0" y="287418"/>
                    </a:moveTo>
                    <a:lnTo>
                      <a:pt x="118974" y="245933"/>
                    </a:lnTo>
                    <a:moveTo>
                      <a:pt x="118974" y="245933"/>
                    </a:moveTo>
                    <a:lnTo>
                      <a:pt x="237949" y="204448"/>
                    </a:lnTo>
                    <a:moveTo>
                      <a:pt x="237949" y="204448"/>
                    </a:moveTo>
                    <a:lnTo>
                      <a:pt x="356924" y="162963"/>
                    </a:lnTo>
                    <a:moveTo>
                      <a:pt x="356924" y="162963"/>
                    </a:moveTo>
                    <a:lnTo>
                      <a:pt x="475899" y="121478"/>
                    </a:lnTo>
                    <a:moveTo>
                      <a:pt x="475899" y="121478"/>
                    </a:moveTo>
                    <a:lnTo>
                      <a:pt x="594873" y="79992"/>
                    </a:lnTo>
                    <a:moveTo>
                      <a:pt x="594873" y="79992"/>
                    </a:moveTo>
                    <a:lnTo>
                      <a:pt x="713848" y="38507"/>
                    </a:lnTo>
                    <a:moveTo>
                      <a:pt x="713848" y="38507"/>
                    </a:moveTo>
                    <a:lnTo>
                      <a:pt x="82428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76" name="Контур"/>
              <p:cNvSpPr/>
              <p:nvPr/>
            </p:nvSpPr>
            <p:spPr>
              <a:xfrm>
                <a:off x="4281626" y="7768557"/>
                <a:ext cx="516690" cy="213843"/>
              </a:xfrm>
              <a:custGeom>
                <a:avLst/>
                <a:gdLst/>
                <a:ahLst/>
                <a:cxnLst/>
                <a:rect l="l" t="t" r="r" b="b"/>
                <a:pathLst>
                  <a:path w="516690" h="213843" fill="none">
                    <a:moveTo>
                      <a:pt x="0" y="213843"/>
                    </a:moveTo>
                    <a:lnTo>
                      <a:pt x="6172" y="165940"/>
                    </a:lnTo>
                    <a:lnTo>
                      <a:pt x="40791" y="199619"/>
                    </a:lnTo>
                    <a:lnTo>
                      <a:pt x="0" y="213843"/>
                    </a:lnTo>
                    <a:lnTo>
                      <a:pt x="5099" y="212065"/>
                    </a:lnTo>
                    <a:lnTo>
                      <a:pt x="9728" y="176138"/>
                    </a:lnTo>
                    <a:lnTo>
                      <a:pt x="35692" y="201397"/>
                    </a:lnTo>
                    <a:lnTo>
                      <a:pt x="33914" y="196298"/>
                    </a:lnTo>
                    <a:lnTo>
                      <a:pt x="3321" y="206966"/>
                    </a:lnTo>
                    <a:lnTo>
                      <a:pt x="5099" y="212065"/>
                    </a:lnTo>
                    <a:lnTo>
                      <a:pt x="0" y="213843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7950" y="171039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40791" y="199619"/>
                    </a:lnTo>
                    <a:lnTo>
                      <a:pt x="28815" y="198076"/>
                    </a:lnTo>
                    <a:lnTo>
                      <a:pt x="25494" y="204953"/>
                    </a:lnTo>
                    <a:lnTo>
                      <a:pt x="18617" y="201632"/>
                    </a:lnTo>
                    <a:lnTo>
                      <a:pt x="15296" y="208509"/>
                    </a:lnTo>
                    <a:lnTo>
                      <a:pt x="8420" y="205188"/>
                    </a:lnTo>
                    <a:lnTo>
                      <a:pt x="0" y="213843"/>
                    </a:lnTo>
                    <a:lnTo>
                      <a:pt x="3321" y="206966"/>
                    </a:lnTo>
                    <a:lnTo>
                      <a:pt x="10198" y="210287"/>
                    </a:lnTo>
                    <a:lnTo>
                      <a:pt x="13518" y="203410"/>
                    </a:lnTo>
                    <a:lnTo>
                      <a:pt x="20395" y="206731"/>
                    </a:lnTo>
                    <a:lnTo>
                      <a:pt x="23716" y="199854"/>
                    </a:lnTo>
                    <a:lnTo>
                      <a:pt x="30593" y="203175"/>
                    </a:lnTo>
                    <a:lnTo>
                      <a:pt x="33914" y="19629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6172" y="165940"/>
                    </a:lnTo>
                    <a:lnTo>
                      <a:pt x="9728" y="176138"/>
                    </a:lnTo>
                    <a:lnTo>
                      <a:pt x="4629" y="177916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3321" y="206966"/>
                    </a:lnTo>
                    <a:moveTo>
                      <a:pt x="237949" y="130873"/>
                    </a:moveTo>
                    <a:lnTo>
                      <a:pt x="244121" y="82970"/>
                    </a:lnTo>
                    <a:lnTo>
                      <a:pt x="278741" y="116649"/>
                    </a:lnTo>
                    <a:lnTo>
                      <a:pt x="237949" y="130873"/>
                    </a:lnTo>
                    <a:lnTo>
                      <a:pt x="243048" y="129095"/>
                    </a:lnTo>
                    <a:lnTo>
                      <a:pt x="247677" y="93168"/>
                    </a:lnTo>
                    <a:lnTo>
                      <a:pt x="273642" y="118427"/>
                    </a:lnTo>
                    <a:lnTo>
                      <a:pt x="271864" y="113328"/>
                    </a:lnTo>
                    <a:lnTo>
                      <a:pt x="241270" y="123996"/>
                    </a:lnTo>
                    <a:lnTo>
                      <a:pt x="243048" y="129095"/>
                    </a:lnTo>
                    <a:lnTo>
                      <a:pt x="237949" y="130873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5899" y="88069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78741" y="116649"/>
                    </a:lnTo>
                    <a:lnTo>
                      <a:pt x="266765" y="115106"/>
                    </a:lnTo>
                    <a:lnTo>
                      <a:pt x="263444" y="121983"/>
                    </a:lnTo>
                    <a:lnTo>
                      <a:pt x="256567" y="118662"/>
                    </a:lnTo>
                    <a:lnTo>
                      <a:pt x="253246" y="125539"/>
                    </a:lnTo>
                    <a:lnTo>
                      <a:pt x="246369" y="122218"/>
                    </a:lnTo>
                    <a:lnTo>
                      <a:pt x="237949" y="130873"/>
                    </a:lnTo>
                    <a:lnTo>
                      <a:pt x="241270" y="123996"/>
                    </a:lnTo>
                    <a:lnTo>
                      <a:pt x="248147" y="127317"/>
                    </a:lnTo>
                    <a:lnTo>
                      <a:pt x="251468" y="120440"/>
                    </a:lnTo>
                    <a:lnTo>
                      <a:pt x="258345" y="123761"/>
                    </a:lnTo>
                    <a:lnTo>
                      <a:pt x="261666" y="116884"/>
                    </a:lnTo>
                    <a:lnTo>
                      <a:pt x="268543" y="120205"/>
                    </a:lnTo>
                    <a:lnTo>
                      <a:pt x="271864" y="113328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44121" y="82970"/>
                    </a:lnTo>
                    <a:lnTo>
                      <a:pt x="247677" y="93168"/>
                    </a:lnTo>
                    <a:lnTo>
                      <a:pt x="242578" y="94945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1270" y="123996"/>
                    </a:lnTo>
                    <a:moveTo>
                      <a:pt x="475899" y="47903"/>
                    </a:moveTo>
                    <a:lnTo>
                      <a:pt x="482071" y="0"/>
                    </a:lnTo>
                    <a:lnTo>
                      <a:pt x="516690" y="33679"/>
                    </a:lnTo>
                    <a:lnTo>
                      <a:pt x="475899" y="47903"/>
                    </a:lnTo>
                    <a:lnTo>
                      <a:pt x="480998" y="46125"/>
                    </a:lnTo>
                    <a:lnTo>
                      <a:pt x="485627" y="10197"/>
                    </a:lnTo>
                    <a:lnTo>
                      <a:pt x="511591" y="35457"/>
                    </a:lnTo>
                    <a:lnTo>
                      <a:pt x="509813" y="30358"/>
                    </a:lnTo>
                    <a:lnTo>
                      <a:pt x="479220" y="41026"/>
                    </a:lnTo>
                    <a:lnTo>
                      <a:pt x="480998" y="46125"/>
                    </a:lnTo>
                    <a:lnTo>
                      <a:pt x="475899" y="47903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3849" y="5099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516690" y="33679"/>
                    </a:lnTo>
                    <a:lnTo>
                      <a:pt x="504714" y="32136"/>
                    </a:lnTo>
                    <a:lnTo>
                      <a:pt x="501393" y="39013"/>
                    </a:lnTo>
                    <a:lnTo>
                      <a:pt x="494516" y="35692"/>
                    </a:lnTo>
                    <a:lnTo>
                      <a:pt x="491195" y="42569"/>
                    </a:lnTo>
                    <a:lnTo>
                      <a:pt x="484319" y="39248"/>
                    </a:lnTo>
                    <a:lnTo>
                      <a:pt x="475899" y="47903"/>
                    </a:lnTo>
                    <a:lnTo>
                      <a:pt x="479220" y="41026"/>
                    </a:lnTo>
                    <a:lnTo>
                      <a:pt x="486096" y="44347"/>
                    </a:lnTo>
                    <a:lnTo>
                      <a:pt x="489417" y="37470"/>
                    </a:lnTo>
                    <a:lnTo>
                      <a:pt x="496294" y="40791"/>
                    </a:lnTo>
                    <a:lnTo>
                      <a:pt x="499615" y="33914"/>
                    </a:lnTo>
                    <a:lnTo>
                      <a:pt x="506492" y="37235"/>
                    </a:lnTo>
                    <a:lnTo>
                      <a:pt x="509813" y="30358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482071" y="0"/>
                    </a:lnTo>
                    <a:lnTo>
                      <a:pt x="485627" y="10197"/>
                    </a:lnTo>
                    <a:lnTo>
                      <a:pt x="480528" y="11975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79220" y="4102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77" name="Контур"/>
              <p:cNvSpPr/>
              <p:nvPr/>
            </p:nvSpPr>
            <p:spPr>
              <a:xfrm>
                <a:off x="2996795" y="4644439"/>
                <a:ext cx="5333934" cy="3041039"/>
              </a:xfrm>
              <a:custGeom>
                <a:avLst/>
                <a:gdLst/>
                <a:ahLst/>
                <a:cxnLst/>
                <a:rect l="l" t="t" r="r" b="b"/>
                <a:pathLst>
                  <a:path w="5333934" h="3041039" fill="none">
                    <a:moveTo>
                      <a:pt x="1972362" y="3041039"/>
                    </a:moveTo>
                    <a:lnTo>
                      <a:pt x="2008054" y="3028593"/>
                    </a:lnTo>
                    <a:moveTo>
                      <a:pt x="2008054" y="3028593"/>
                    </a:moveTo>
                    <a:lnTo>
                      <a:pt x="2043746" y="3016147"/>
                    </a:lnTo>
                    <a:moveTo>
                      <a:pt x="2043746" y="3016147"/>
                    </a:moveTo>
                    <a:lnTo>
                      <a:pt x="2079439" y="3003701"/>
                    </a:lnTo>
                    <a:moveTo>
                      <a:pt x="2079439" y="3003701"/>
                    </a:moveTo>
                    <a:lnTo>
                      <a:pt x="2115131" y="2991256"/>
                    </a:lnTo>
                    <a:moveTo>
                      <a:pt x="2115131" y="2991256"/>
                    </a:moveTo>
                    <a:lnTo>
                      <a:pt x="2150823" y="2978810"/>
                    </a:lnTo>
                    <a:moveTo>
                      <a:pt x="2150823" y="2978810"/>
                    </a:moveTo>
                    <a:lnTo>
                      <a:pt x="2186516" y="2966364"/>
                    </a:lnTo>
                    <a:moveTo>
                      <a:pt x="2186516" y="2966364"/>
                    </a:moveTo>
                    <a:lnTo>
                      <a:pt x="2222208" y="2953919"/>
                    </a:lnTo>
                    <a:moveTo>
                      <a:pt x="2222208" y="2953919"/>
                    </a:moveTo>
                    <a:lnTo>
                      <a:pt x="2238779" y="2948140"/>
                    </a:lnTo>
                    <a:moveTo>
                      <a:pt x="1972362" y="3041039"/>
                    </a:moveTo>
                    <a:lnTo>
                      <a:pt x="2008054" y="3028593"/>
                    </a:lnTo>
                    <a:moveTo>
                      <a:pt x="2008054" y="3028593"/>
                    </a:moveTo>
                    <a:lnTo>
                      <a:pt x="2043746" y="3016147"/>
                    </a:lnTo>
                    <a:moveTo>
                      <a:pt x="2043746" y="3016147"/>
                    </a:moveTo>
                    <a:lnTo>
                      <a:pt x="2079439" y="3003701"/>
                    </a:lnTo>
                    <a:moveTo>
                      <a:pt x="2079439" y="3003701"/>
                    </a:moveTo>
                    <a:lnTo>
                      <a:pt x="2115131" y="2991256"/>
                    </a:lnTo>
                    <a:moveTo>
                      <a:pt x="2115131" y="2991256"/>
                    </a:moveTo>
                    <a:lnTo>
                      <a:pt x="2150823" y="2978810"/>
                    </a:lnTo>
                    <a:moveTo>
                      <a:pt x="2150823" y="2978810"/>
                    </a:moveTo>
                    <a:lnTo>
                      <a:pt x="2186516" y="2966364"/>
                    </a:lnTo>
                    <a:moveTo>
                      <a:pt x="2186516" y="2966364"/>
                    </a:moveTo>
                    <a:lnTo>
                      <a:pt x="2222208" y="2953919"/>
                    </a:lnTo>
                    <a:moveTo>
                      <a:pt x="2222208" y="2953919"/>
                    </a:moveTo>
                    <a:lnTo>
                      <a:pt x="2238779" y="2948140"/>
                    </a:lnTo>
                    <a:moveTo>
                      <a:pt x="983083" y="2959734"/>
                    </a:moveTo>
                    <a:lnTo>
                      <a:pt x="1015114" y="2939663"/>
                    </a:lnTo>
                    <a:moveTo>
                      <a:pt x="1015114" y="2939663"/>
                    </a:moveTo>
                    <a:lnTo>
                      <a:pt x="1047145" y="2919592"/>
                    </a:lnTo>
                    <a:moveTo>
                      <a:pt x="1047145" y="2919592"/>
                    </a:moveTo>
                    <a:lnTo>
                      <a:pt x="1079176" y="2899520"/>
                    </a:lnTo>
                    <a:moveTo>
                      <a:pt x="1079176" y="2899520"/>
                    </a:moveTo>
                    <a:lnTo>
                      <a:pt x="1111207" y="2879449"/>
                    </a:lnTo>
                    <a:moveTo>
                      <a:pt x="1111207" y="2879449"/>
                    </a:moveTo>
                    <a:lnTo>
                      <a:pt x="1143238" y="2859378"/>
                    </a:lnTo>
                    <a:moveTo>
                      <a:pt x="1143238" y="2859378"/>
                    </a:moveTo>
                    <a:lnTo>
                      <a:pt x="1175269" y="2839306"/>
                    </a:lnTo>
                    <a:moveTo>
                      <a:pt x="1175269" y="2839306"/>
                    </a:moveTo>
                    <a:lnTo>
                      <a:pt x="1207300" y="2819235"/>
                    </a:lnTo>
                    <a:moveTo>
                      <a:pt x="1207300" y="2819235"/>
                    </a:moveTo>
                    <a:lnTo>
                      <a:pt x="1239331" y="2799164"/>
                    </a:lnTo>
                    <a:moveTo>
                      <a:pt x="1239331" y="2799164"/>
                    </a:moveTo>
                    <a:lnTo>
                      <a:pt x="1271362" y="2779092"/>
                    </a:lnTo>
                    <a:moveTo>
                      <a:pt x="1271362" y="2779092"/>
                    </a:moveTo>
                    <a:lnTo>
                      <a:pt x="1303393" y="2759021"/>
                    </a:lnTo>
                    <a:moveTo>
                      <a:pt x="1303393" y="2759021"/>
                    </a:moveTo>
                    <a:lnTo>
                      <a:pt x="1335424" y="2738950"/>
                    </a:lnTo>
                    <a:moveTo>
                      <a:pt x="1335424" y="2738950"/>
                    </a:moveTo>
                    <a:lnTo>
                      <a:pt x="1367455" y="2718878"/>
                    </a:lnTo>
                    <a:moveTo>
                      <a:pt x="1367455" y="2718878"/>
                    </a:moveTo>
                    <a:lnTo>
                      <a:pt x="1399486" y="2698807"/>
                    </a:lnTo>
                    <a:moveTo>
                      <a:pt x="1399486" y="2698807"/>
                    </a:moveTo>
                    <a:lnTo>
                      <a:pt x="1431517" y="2678736"/>
                    </a:lnTo>
                    <a:moveTo>
                      <a:pt x="1431517" y="2678736"/>
                    </a:moveTo>
                    <a:lnTo>
                      <a:pt x="1463548" y="2658664"/>
                    </a:lnTo>
                    <a:moveTo>
                      <a:pt x="1463548" y="2658664"/>
                    </a:moveTo>
                    <a:lnTo>
                      <a:pt x="1495579" y="2638593"/>
                    </a:lnTo>
                    <a:moveTo>
                      <a:pt x="1495579" y="2638593"/>
                    </a:moveTo>
                    <a:lnTo>
                      <a:pt x="1523843" y="2620882"/>
                    </a:lnTo>
                    <a:moveTo>
                      <a:pt x="2238779" y="2948140"/>
                    </a:moveTo>
                    <a:lnTo>
                      <a:pt x="2274472" y="2935695"/>
                    </a:lnTo>
                    <a:moveTo>
                      <a:pt x="2274472" y="2935695"/>
                    </a:moveTo>
                    <a:lnTo>
                      <a:pt x="2310164" y="2923249"/>
                    </a:lnTo>
                    <a:moveTo>
                      <a:pt x="2310164" y="2923249"/>
                    </a:moveTo>
                    <a:lnTo>
                      <a:pt x="2326416" y="2917582"/>
                    </a:lnTo>
                    <a:lnTo>
                      <a:pt x="2343709" y="2906409"/>
                    </a:lnTo>
                    <a:moveTo>
                      <a:pt x="2343709" y="2906409"/>
                    </a:moveTo>
                    <a:lnTo>
                      <a:pt x="2375459" y="2885895"/>
                    </a:lnTo>
                    <a:moveTo>
                      <a:pt x="2375459" y="2885895"/>
                    </a:moveTo>
                    <a:lnTo>
                      <a:pt x="2407208" y="2865382"/>
                    </a:lnTo>
                    <a:moveTo>
                      <a:pt x="2407208" y="2865382"/>
                    </a:moveTo>
                    <a:lnTo>
                      <a:pt x="2438958" y="2844869"/>
                    </a:lnTo>
                    <a:moveTo>
                      <a:pt x="2438958" y="2844869"/>
                    </a:moveTo>
                    <a:lnTo>
                      <a:pt x="2470708" y="2824355"/>
                    </a:lnTo>
                    <a:moveTo>
                      <a:pt x="2470708" y="2824355"/>
                    </a:moveTo>
                    <a:lnTo>
                      <a:pt x="2502457" y="2803842"/>
                    </a:lnTo>
                    <a:moveTo>
                      <a:pt x="2502457" y="2803842"/>
                    </a:moveTo>
                    <a:lnTo>
                      <a:pt x="2534207" y="2783328"/>
                    </a:lnTo>
                    <a:moveTo>
                      <a:pt x="2534207" y="2783328"/>
                    </a:moveTo>
                    <a:lnTo>
                      <a:pt x="2565957" y="2762815"/>
                    </a:lnTo>
                    <a:moveTo>
                      <a:pt x="2565957" y="2762815"/>
                    </a:moveTo>
                    <a:lnTo>
                      <a:pt x="2597706" y="2742301"/>
                    </a:lnTo>
                    <a:moveTo>
                      <a:pt x="2597706" y="2742301"/>
                    </a:moveTo>
                    <a:lnTo>
                      <a:pt x="2629456" y="2721788"/>
                    </a:lnTo>
                    <a:moveTo>
                      <a:pt x="2629456" y="2721788"/>
                    </a:moveTo>
                    <a:lnTo>
                      <a:pt x="2661205" y="2701275"/>
                    </a:lnTo>
                    <a:moveTo>
                      <a:pt x="2661205" y="2701275"/>
                    </a:moveTo>
                    <a:lnTo>
                      <a:pt x="2692955" y="2680761"/>
                    </a:lnTo>
                    <a:moveTo>
                      <a:pt x="2692955" y="2680761"/>
                    </a:moveTo>
                    <a:lnTo>
                      <a:pt x="2724705" y="2660248"/>
                    </a:lnTo>
                    <a:moveTo>
                      <a:pt x="2724705" y="2660248"/>
                    </a:moveTo>
                    <a:lnTo>
                      <a:pt x="2756454" y="2639734"/>
                    </a:lnTo>
                    <a:moveTo>
                      <a:pt x="2756454" y="2639734"/>
                    </a:moveTo>
                    <a:lnTo>
                      <a:pt x="2788204" y="2619221"/>
                    </a:lnTo>
                    <a:moveTo>
                      <a:pt x="2788204" y="2619221"/>
                    </a:moveTo>
                    <a:lnTo>
                      <a:pt x="2819954" y="2598708"/>
                    </a:lnTo>
                    <a:moveTo>
                      <a:pt x="2819954" y="2598708"/>
                    </a:moveTo>
                    <a:lnTo>
                      <a:pt x="2851703" y="2578194"/>
                    </a:lnTo>
                    <a:moveTo>
                      <a:pt x="2851703" y="2578194"/>
                    </a:moveTo>
                    <a:lnTo>
                      <a:pt x="2883453" y="2557681"/>
                    </a:lnTo>
                    <a:moveTo>
                      <a:pt x="2883453" y="2557681"/>
                    </a:moveTo>
                    <a:lnTo>
                      <a:pt x="2915203" y="2537167"/>
                    </a:lnTo>
                    <a:moveTo>
                      <a:pt x="2915203" y="2537167"/>
                    </a:moveTo>
                    <a:lnTo>
                      <a:pt x="2946952" y="2516654"/>
                    </a:lnTo>
                    <a:moveTo>
                      <a:pt x="2946952" y="2516654"/>
                    </a:moveTo>
                    <a:lnTo>
                      <a:pt x="2978702" y="2496141"/>
                    </a:lnTo>
                    <a:moveTo>
                      <a:pt x="2978702" y="2496141"/>
                    </a:moveTo>
                    <a:lnTo>
                      <a:pt x="3010452" y="2475627"/>
                    </a:lnTo>
                    <a:moveTo>
                      <a:pt x="3010452" y="2475627"/>
                    </a:moveTo>
                    <a:lnTo>
                      <a:pt x="3042201" y="2455114"/>
                    </a:lnTo>
                    <a:moveTo>
                      <a:pt x="3042201" y="2455114"/>
                    </a:moveTo>
                    <a:lnTo>
                      <a:pt x="3073951" y="2434600"/>
                    </a:lnTo>
                    <a:moveTo>
                      <a:pt x="3073951" y="2434600"/>
                    </a:moveTo>
                    <a:lnTo>
                      <a:pt x="3105701" y="2414087"/>
                    </a:lnTo>
                    <a:moveTo>
                      <a:pt x="3105701" y="2414087"/>
                    </a:moveTo>
                    <a:lnTo>
                      <a:pt x="3137450" y="2393574"/>
                    </a:lnTo>
                    <a:moveTo>
                      <a:pt x="3137450" y="2393574"/>
                    </a:moveTo>
                    <a:lnTo>
                      <a:pt x="3169200" y="2373060"/>
                    </a:lnTo>
                    <a:moveTo>
                      <a:pt x="3169200" y="2373060"/>
                    </a:moveTo>
                    <a:lnTo>
                      <a:pt x="3200950" y="2352547"/>
                    </a:lnTo>
                    <a:moveTo>
                      <a:pt x="3200950" y="2352547"/>
                    </a:moveTo>
                    <a:lnTo>
                      <a:pt x="3232699" y="2332033"/>
                    </a:lnTo>
                    <a:moveTo>
                      <a:pt x="3232699" y="2332033"/>
                    </a:moveTo>
                    <a:lnTo>
                      <a:pt x="3264449" y="2311520"/>
                    </a:lnTo>
                    <a:moveTo>
                      <a:pt x="3264449" y="2311520"/>
                    </a:moveTo>
                    <a:lnTo>
                      <a:pt x="3296198" y="2291007"/>
                    </a:lnTo>
                    <a:moveTo>
                      <a:pt x="3296198" y="2291007"/>
                    </a:moveTo>
                    <a:lnTo>
                      <a:pt x="3327948" y="2270493"/>
                    </a:lnTo>
                    <a:moveTo>
                      <a:pt x="3327948" y="2270493"/>
                    </a:moveTo>
                    <a:lnTo>
                      <a:pt x="3359698" y="2249980"/>
                    </a:lnTo>
                    <a:moveTo>
                      <a:pt x="3359698" y="2249980"/>
                    </a:moveTo>
                    <a:lnTo>
                      <a:pt x="3391447" y="2229466"/>
                    </a:lnTo>
                    <a:moveTo>
                      <a:pt x="3391447" y="2229466"/>
                    </a:moveTo>
                    <a:lnTo>
                      <a:pt x="3423197" y="2208953"/>
                    </a:lnTo>
                    <a:moveTo>
                      <a:pt x="3423197" y="2208953"/>
                    </a:moveTo>
                    <a:lnTo>
                      <a:pt x="3454947" y="2188440"/>
                    </a:lnTo>
                    <a:moveTo>
                      <a:pt x="3454947" y="2188440"/>
                    </a:moveTo>
                    <a:lnTo>
                      <a:pt x="3486696" y="2167926"/>
                    </a:lnTo>
                    <a:moveTo>
                      <a:pt x="3486696" y="2167926"/>
                    </a:moveTo>
                    <a:lnTo>
                      <a:pt x="3518446" y="2147413"/>
                    </a:lnTo>
                    <a:moveTo>
                      <a:pt x="3518446" y="2147413"/>
                    </a:moveTo>
                    <a:lnTo>
                      <a:pt x="3550196" y="2126899"/>
                    </a:lnTo>
                    <a:moveTo>
                      <a:pt x="3550196" y="2126899"/>
                    </a:moveTo>
                    <a:lnTo>
                      <a:pt x="3578233" y="2108784"/>
                    </a:lnTo>
                    <a:moveTo>
                      <a:pt x="1719785" y="2912310"/>
                    </a:moveTo>
                    <a:lnTo>
                      <a:pt x="1698694" y="2880941"/>
                    </a:lnTo>
                    <a:moveTo>
                      <a:pt x="1698694" y="2880941"/>
                    </a:moveTo>
                    <a:lnTo>
                      <a:pt x="1677603" y="2849572"/>
                    </a:lnTo>
                    <a:moveTo>
                      <a:pt x="1677603" y="2849572"/>
                    </a:moveTo>
                    <a:lnTo>
                      <a:pt x="1656512" y="2818203"/>
                    </a:lnTo>
                    <a:moveTo>
                      <a:pt x="1656512" y="2818203"/>
                    </a:moveTo>
                    <a:lnTo>
                      <a:pt x="1635421" y="2786834"/>
                    </a:lnTo>
                    <a:moveTo>
                      <a:pt x="1635421" y="2786834"/>
                    </a:moveTo>
                    <a:lnTo>
                      <a:pt x="1614330" y="2755465"/>
                    </a:lnTo>
                    <a:moveTo>
                      <a:pt x="1614330" y="2755465"/>
                    </a:moveTo>
                    <a:lnTo>
                      <a:pt x="1593239" y="2724096"/>
                    </a:lnTo>
                    <a:moveTo>
                      <a:pt x="1593239" y="2724096"/>
                    </a:moveTo>
                    <a:lnTo>
                      <a:pt x="1572148" y="2692727"/>
                    </a:lnTo>
                    <a:moveTo>
                      <a:pt x="1572148" y="2692727"/>
                    </a:moveTo>
                    <a:lnTo>
                      <a:pt x="1551057" y="2661358"/>
                    </a:lnTo>
                    <a:moveTo>
                      <a:pt x="1551057" y="2661358"/>
                    </a:moveTo>
                    <a:lnTo>
                      <a:pt x="1529966" y="2629990"/>
                    </a:lnTo>
                    <a:moveTo>
                      <a:pt x="1529966" y="2629990"/>
                    </a:moveTo>
                    <a:lnTo>
                      <a:pt x="1523843" y="2620882"/>
                    </a:lnTo>
                    <a:moveTo>
                      <a:pt x="76187" y="1062360"/>
                    </a:moveTo>
                    <a:lnTo>
                      <a:pt x="48689" y="1088296"/>
                    </a:lnTo>
                    <a:moveTo>
                      <a:pt x="48689" y="1088296"/>
                    </a:moveTo>
                    <a:lnTo>
                      <a:pt x="21190" y="1114232"/>
                    </a:lnTo>
                    <a:moveTo>
                      <a:pt x="21190" y="1114232"/>
                    </a:moveTo>
                    <a:lnTo>
                      <a:pt x="3838" y="1130598"/>
                    </a:lnTo>
                    <a:lnTo>
                      <a:pt x="0" y="1134217"/>
                    </a:lnTo>
                    <a:moveTo>
                      <a:pt x="1841931" y="2835770"/>
                    </a:moveTo>
                    <a:lnTo>
                      <a:pt x="1842007" y="2835722"/>
                    </a:lnTo>
                    <a:moveTo>
                      <a:pt x="282498" y="867769"/>
                    </a:moveTo>
                    <a:lnTo>
                      <a:pt x="255000" y="893705"/>
                    </a:lnTo>
                    <a:moveTo>
                      <a:pt x="255000" y="893705"/>
                    </a:moveTo>
                    <a:lnTo>
                      <a:pt x="227501" y="919641"/>
                    </a:lnTo>
                    <a:moveTo>
                      <a:pt x="227501" y="919641"/>
                    </a:moveTo>
                    <a:lnTo>
                      <a:pt x="200003" y="945577"/>
                    </a:lnTo>
                    <a:moveTo>
                      <a:pt x="200003" y="945577"/>
                    </a:moveTo>
                    <a:lnTo>
                      <a:pt x="172505" y="971513"/>
                    </a:lnTo>
                    <a:moveTo>
                      <a:pt x="172505" y="971513"/>
                    </a:moveTo>
                    <a:lnTo>
                      <a:pt x="145007" y="997450"/>
                    </a:lnTo>
                    <a:moveTo>
                      <a:pt x="145007" y="997450"/>
                    </a:moveTo>
                    <a:lnTo>
                      <a:pt x="117508" y="1023386"/>
                    </a:lnTo>
                    <a:moveTo>
                      <a:pt x="117508" y="1023386"/>
                    </a:moveTo>
                    <a:lnTo>
                      <a:pt x="90010" y="1049322"/>
                    </a:lnTo>
                    <a:moveTo>
                      <a:pt x="90010" y="1049322"/>
                    </a:moveTo>
                    <a:lnTo>
                      <a:pt x="76187" y="1062360"/>
                    </a:lnTo>
                    <a:moveTo>
                      <a:pt x="1719785" y="2912310"/>
                    </a:moveTo>
                    <a:lnTo>
                      <a:pt x="1751816" y="2892238"/>
                    </a:lnTo>
                    <a:moveTo>
                      <a:pt x="1751816" y="2892238"/>
                    </a:moveTo>
                    <a:lnTo>
                      <a:pt x="1783847" y="2872166"/>
                    </a:lnTo>
                    <a:moveTo>
                      <a:pt x="1783847" y="2872166"/>
                    </a:moveTo>
                    <a:lnTo>
                      <a:pt x="1791463" y="2867394"/>
                    </a:lnTo>
                    <a:lnTo>
                      <a:pt x="1815878" y="2852095"/>
                    </a:lnTo>
                    <a:moveTo>
                      <a:pt x="1815878" y="2852095"/>
                    </a:moveTo>
                    <a:lnTo>
                      <a:pt x="1841931" y="2835770"/>
                    </a:lnTo>
                    <a:moveTo>
                      <a:pt x="1842007" y="2835722"/>
                    </a:moveTo>
                    <a:lnTo>
                      <a:pt x="1874038" y="2815650"/>
                    </a:lnTo>
                    <a:moveTo>
                      <a:pt x="1874038" y="2815650"/>
                    </a:moveTo>
                    <a:lnTo>
                      <a:pt x="1906069" y="2795579"/>
                    </a:lnTo>
                    <a:moveTo>
                      <a:pt x="1906069" y="2795579"/>
                    </a:moveTo>
                    <a:lnTo>
                      <a:pt x="1938100" y="2775508"/>
                    </a:lnTo>
                    <a:moveTo>
                      <a:pt x="1938100" y="2775508"/>
                    </a:moveTo>
                    <a:lnTo>
                      <a:pt x="1970131" y="2755436"/>
                    </a:lnTo>
                    <a:moveTo>
                      <a:pt x="1970131" y="2755436"/>
                    </a:moveTo>
                    <a:lnTo>
                      <a:pt x="2002162" y="2735365"/>
                    </a:lnTo>
                    <a:moveTo>
                      <a:pt x="2002162" y="2735365"/>
                    </a:moveTo>
                    <a:lnTo>
                      <a:pt x="2034193" y="2715294"/>
                    </a:lnTo>
                    <a:moveTo>
                      <a:pt x="2034193" y="2715294"/>
                    </a:moveTo>
                    <a:lnTo>
                      <a:pt x="2066224" y="2695223"/>
                    </a:lnTo>
                    <a:moveTo>
                      <a:pt x="2066224" y="2695223"/>
                    </a:moveTo>
                    <a:lnTo>
                      <a:pt x="2098255" y="2675151"/>
                    </a:lnTo>
                    <a:moveTo>
                      <a:pt x="2098255" y="2675151"/>
                    </a:moveTo>
                    <a:lnTo>
                      <a:pt x="2130286" y="2655080"/>
                    </a:lnTo>
                    <a:moveTo>
                      <a:pt x="2130286" y="2655080"/>
                    </a:moveTo>
                    <a:lnTo>
                      <a:pt x="2162317" y="2635009"/>
                    </a:lnTo>
                    <a:moveTo>
                      <a:pt x="2162317" y="2635009"/>
                    </a:moveTo>
                    <a:lnTo>
                      <a:pt x="2194348" y="2614937"/>
                    </a:lnTo>
                    <a:moveTo>
                      <a:pt x="2194348" y="2614937"/>
                    </a:moveTo>
                    <a:lnTo>
                      <a:pt x="2226379" y="2594866"/>
                    </a:lnTo>
                    <a:moveTo>
                      <a:pt x="2226379" y="2594866"/>
                    </a:moveTo>
                    <a:lnTo>
                      <a:pt x="2258410" y="2574795"/>
                    </a:lnTo>
                    <a:moveTo>
                      <a:pt x="2258410" y="2574795"/>
                    </a:moveTo>
                    <a:lnTo>
                      <a:pt x="2290441" y="2554724"/>
                    </a:lnTo>
                    <a:moveTo>
                      <a:pt x="2290441" y="2554724"/>
                    </a:moveTo>
                    <a:lnTo>
                      <a:pt x="2322472" y="2534652"/>
                    </a:lnTo>
                    <a:moveTo>
                      <a:pt x="2322472" y="2534652"/>
                    </a:moveTo>
                    <a:lnTo>
                      <a:pt x="2354503" y="2514581"/>
                    </a:lnTo>
                    <a:moveTo>
                      <a:pt x="2354503" y="2514581"/>
                    </a:moveTo>
                    <a:lnTo>
                      <a:pt x="2386534" y="2494510"/>
                    </a:lnTo>
                    <a:moveTo>
                      <a:pt x="2386534" y="2494510"/>
                    </a:moveTo>
                    <a:lnTo>
                      <a:pt x="2418565" y="2474438"/>
                    </a:lnTo>
                    <a:moveTo>
                      <a:pt x="2418565" y="2474438"/>
                    </a:moveTo>
                    <a:lnTo>
                      <a:pt x="2450596" y="2454367"/>
                    </a:lnTo>
                    <a:moveTo>
                      <a:pt x="2450596" y="2454367"/>
                    </a:moveTo>
                    <a:lnTo>
                      <a:pt x="2482627" y="2434296"/>
                    </a:lnTo>
                    <a:moveTo>
                      <a:pt x="2482627" y="2434296"/>
                    </a:moveTo>
                    <a:lnTo>
                      <a:pt x="2514658" y="2414224"/>
                    </a:lnTo>
                    <a:moveTo>
                      <a:pt x="2514658" y="2414224"/>
                    </a:moveTo>
                    <a:lnTo>
                      <a:pt x="2546689" y="2394153"/>
                    </a:lnTo>
                    <a:moveTo>
                      <a:pt x="2546689" y="2394153"/>
                    </a:moveTo>
                    <a:lnTo>
                      <a:pt x="2554123" y="2389494"/>
                    </a:lnTo>
                    <a:lnTo>
                      <a:pt x="2578720" y="2374082"/>
                    </a:lnTo>
                    <a:moveTo>
                      <a:pt x="2578720" y="2374082"/>
                    </a:moveTo>
                    <a:lnTo>
                      <a:pt x="2610751" y="2354011"/>
                    </a:lnTo>
                    <a:moveTo>
                      <a:pt x="2610751" y="2354011"/>
                    </a:moveTo>
                    <a:lnTo>
                      <a:pt x="2642781" y="2333939"/>
                    </a:lnTo>
                    <a:moveTo>
                      <a:pt x="2642781" y="2333939"/>
                    </a:moveTo>
                    <a:lnTo>
                      <a:pt x="2674812" y="2313868"/>
                    </a:lnTo>
                    <a:moveTo>
                      <a:pt x="2674812" y="2313868"/>
                    </a:moveTo>
                    <a:lnTo>
                      <a:pt x="2706843" y="2293797"/>
                    </a:lnTo>
                    <a:moveTo>
                      <a:pt x="2706843" y="2293797"/>
                    </a:moveTo>
                    <a:lnTo>
                      <a:pt x="2738874" y="2273726"/>
                    </a:lnTo>
                    <a:moveTo>
                      <a:pt x="2738874" y="2273726"/>
                    </a:moveTo>
                    <a:lnTo>
                      <a:pt x="2770905" y="2253654"/>
                    </a:lnTo>
                    <a:moveTo>
                      <a:pt x="2770905" y="2253654"/>
                    </a:moveTo>
                    <a:lnTo>
                      <a:pt x="2802936" y="2233583"/>
                    </a:lnTo>
                    <a:moveTo>
                      <a:pt x="2802936" y="2233583"/>
                    </a:moveTo>
                    <a:lnTo>
                      <a:pt x="2834967" y="2213512"/>
                    </a:lnTo>
                    <a:moveTo>
                      <a:pt x="2834967" y="2213512"/>
                    </a:moveTo>
                    <a:lnTo>
                      <a:pt x="2866998" y="2193440"/>
                    </a:lnTo>
                    <a:moveTo>
                      <a:pt x="2866998" y="2193440"/>
                    </a:moveTo>
                    <a:lnTo>
                      <a:pt x="2899029" y="2173369"/>
                    </a:lnTo>
                    <a:moveTo>
                      <a:pt x="2899029" y="2173369"/>
                    </a:moveTo>
                    <a:lnTo>
                      <a:pt x="2931060" y="2153298"/>
                    </a:lnTo>
                    <a:moveTo>
                      <a:pt x="2931060" y="2153298"/>
                    </a:moveTo>
                    <a:lnTo>
                      <a:pt x="2963091" y="2133227"/>
                    </a:lnTo>
                    <a:moveTo>
                      <a:pt x="2963091" y="2133227"/>
                    </a:moveTo>
                    <a:lnTo>
                      <a:pt x="2995122" y="2113155"/>
                    </a:lnTo>
                    <a:moveTo>
                      <a:pt x="2995122" y="2113155"/>
                    </a:moveTo>
                    <a:lnTo>
                      <a:pt x="3007720" y="2105262"/>
                    </a:lnTo>
                    <a:moveTo>
                      <a:pt x="3808363" y="1964514"/>
                    </a:moveTo>
                    <a:lnTo>
                      <a:pt x="3791947" y="1930465"/>
                    </a:lnTo>
                    <a:moveTo>
                      <a:pt x="3791947" y="1930465"/>
                    </a:moveTo>
                    <a:lnTo>
                      <a:pt x="3775530" y="1896416"/>
                    </a:lnTo>
                    <a:moveTo>
                      <a:pt x="3775530" y="1896416"/>
                    </a:moveTo>
                    <a:lnTo>
                      <a:pt x="3759114" y="1862367"/>
                    </a:lnTo>
                    <a:moveTo>
                      <a:pt x="3759114" y="1862367"/>
                    </a:moveTo>
                    <a:lnTo>
                      <a:pt x="3742697" y="1828318"/>
                    </a:lnTo>
                    <a:moveTo>
                      <a:pt x="3742697" y="1828318"/>
                    </a:moveTo>
                    <a:lnTo>
                      <a:pt x="3738475" y="1819560"/>
                    </a:lnTo>
                    <a:moveTo>
                      <a:pt x="3808363" y="1964514"/>
                    </a:moveTo>
                    <a:lnTo>
                      <a:pt x="3791947" y="1930465"/>
                    </a:lnTo>
                    <a:moveTo>
                      <a:pt x="3791947" y="1930465"/>
                    </a:moveTo>
                    <a:lnTo>
                      <a:pt x="3775530" y="1896416"/>
                    </a:lnTo>
                    <a:moveTo>
                      <a:pt x="3775530" y="1896416"/>
                    </a:moveTo>
                    <a:lnTo>
                      <a:pt x="3759114" y="1862367"/>
                    </a:lnTo>
                    <a:moveTo>
                      <a:pt x="3759114" y="1862367"/>
                    </a:moveTo>
                    <a:lnTo>
                      <a:pt x="3742697" y="1828318"/>
                    </a:lnTo>
                    <a:moveTo>
                      <a:pt x="3742697" y="1828318"/>
                    </a:moveTo>
                    <a:lnTo>
                      <a:pt x="3738475" y="1819560"/>
                    </a:lnTo>
                    <a:moveTo>
                      <a:pt x="3142001" y="1203735"/>
                    </a:moveTo>
                    <a:lnTo>
                      <a:pt x="3158412" y="1237787"/>
                    </a:lnTo>
                    <a:moveTo>
                      <a:pt x="3158412" y="1237787"/>
                    </a:moveTo>
                    <a:lnTo>
                      <a:pt x="3174824" y="1271838"/>
                    </a:lnTo>
                    <a:moveTo>
                      <a:pt x="3174824" y="1271838"/>
                    </a:moveTo>
                    <a:lnTo>
                      <a:pt x="3191235" y="1305890"/>
                    </a:lnTo>
                    <a:moveTo>
                      <a:pt x="3191235" y="1305890"/>
                    </a:moveTo>
                    <a:lnTo>
                      <a:pt x="3207646" y="1339941"/>
                    </a:lnTo>
                    <a:moveTo>
                      <a:pt x="3207646" y="1339941"/>
                    </a:moveTo>
                    <a:lnTo>
                      <a:pt x="3211307" y="1347537"/>
                    </a:lnTo>
                    <a:lnTo>
                      <a:pt x="3224057" y="1373993"/>
                    </a:lnTo>
                    <a:moveTo>
                      <a:pt x="3224057" y="1373993"/>
                    </a:moveTo>
                    <a:lnTo>
                      <a:pt x="3240469" y="1408044"/>
                    </a:lnTo>
                    <a:moveTo>
                      <a:pt x="3240469" y="1408044"/>
                    </a:moveTo>
                    <a:lnTo>
                      <a:pt x="3256881" y="1442096"/>
                    </a:lnTo>
                    <a:moveTo>
                      <a:pt x="3256881" y="1442096"/>
                    </a:moveTo>
                    <a:lnTo>
                      <a:pt x="3273292" y="1476147"/>
                    </a:lnTo>
                    <a:moveTo>
                      <a:pt x="3273292" y="1476147"/>
                    </a:moveTo>
                    <a:lnTo>
                      <a:pt x="3289704" y="1510199"/>
                    </a:lnTo>
                    <a:moveTo>
                      <a:pt x="3289704" y="1510199"/>
                    </a:moveTo>
                    <a:lnTo>
                      <a:pt x="3291133" y="1513164"/>
                    </a:lnTo>
                    <a:moveTo>
                      <a:pt x="3618532" y="1308105"/>
                    </a:moveTo>
                    <a:lnTo>
                      <a:pt x="3650573" y="1288050"/>
                    </a:lnTo>
                    <a:moveTo>
                      <a:pt x="3650573" y="1288050"/>
                    </a:moveTo>
                    <a:lnTo>
                      <a:pt x="3682614" y="1267995"/>
                    </a:lnTo>
                    <a:moveTo>
                      <a:pt x="3682614" y="1267995"/>
                    </a:moveTo>
                    <a:lnTo>
                      <a:pt x="3714656" y="1247940"/>
                    </a:lnTo>
                    <a:moveTo>
                      <a:pt x="3714656" y="1247940"/>
                    </a:moveTo>
                    <a:lnTo>
                      <a:pt x="3746443" y="1228044"/>
                    </a:lnTo>
                    <a:lnTo>
                      <a:pt x="3746680" y="1227861"/>
                    </a:lnTo>
                    <a:moveTo>
                      <a:pt x="3746680" y="1227861"/>
                    </a:moveTo>
                    <a:lnTo>
                      <a:pt x="3776578" y="1204733"/>
                    </a:lnTo>
                    <a:moveTo>
                      <a:pt x="3776578" y="1204733"/>
                    </a:moveTo>
                    <a:lnTo>
                      <a:pt x="3806477" y="1181604"/>
                    </a:lnTo>
                    <a:moveTo>
                      <a:pt x="3806477" y="1181604"/>
                    </a:moveTo>
                    <a:lnTo>
                      <a:pt x="3836375" y="1158475"/>
                    </a:lnTo>
                    <a:moveTo>
                      <a:pt x="3836375" y="1158475"/>
                    </a:moveTo>
                    <a:lnTo>
                      <a:pt x="3866273" y="1135347"/>
                    </a:lnTo>
                    <a:moveTo>
                      <a:pt x="3866273" y="1135347"/>
                    </a:moveTo>
                    <a:lnTo>
                      <a:pt x="3896171" y="1112218"/>
                    </a:lnTo>
                    <a:moveTo>
                      <a:pt x="3896171" y="1112218"/>
                    </a:moveTo>
                    <a:lnTo>
                      <a:pt x="3926070" y="1089090"/>
                    </a:lnTo>
                    <a:moveTo>
                      <a:pt x="3926070" y="1089090"/>
                    </a:moveTo>
                    <a:lnTo>
                      <a:pt x="3955968" y="1065961"/>
                    </a:lnTo>
                    <a:moveTo>
                      <a:pt x="3955968" y="1065961"/>
                    </a:moveTo>
                    <a:lnTo>
                      <a:pt x="3985866" y="1042832"/>
                    </a:lnTo>
                    <a:moveTo>
                      <a:pt x="3985866" y="1042832"/>
                    </a:moveTo>
                    <a:lnTo>
                      <a:pt x="4015765" y="1019704"/>
                    </a:lnTo>
                    <a:moveTo>
                      <a:pt x="4015765" y="1019704"/>
                    </a:moveTo>
                    <a:lnTo>
                      <a:pt x="4045663" y="996575"/>
                    </a:lnTo>
                    <a:moveTo>
                      <a:pt x="4045663" y="996575"/>
                    </a:moveTo>
                    <a:lnTo>
                      <a:pt x="4075561" y="973447"/>
                    </a:lnTo>
                    <a:moveTo>
                      <a:pt x="4075561" y="973447"/>
                    </a:moveTo>
                    <a:lnTo>
                      <a:pt x="4105459" y="950318"/>
                    </a:lnTo>
                    <a:moveTo>
                      <a:pt x="4105459" y="950318"/>
                    </a:moveTo>
                    <a:lnTo>
                      <a:pt x="4135358" y="927189"/>
                    </a:lnTo>
                    <a:moveTo>
                      <a:pt x="4135358" y="927189"/>
                    </a:moveTo>
                    <a:lnTo>
                      <a:pt x="4165256" y="904061"/>
                    </a:lnTo>
                    <a:moveTo>
                      <a:pt x="4165256" y="904061"/>
                    </a:moveTo>
                    <a:lnTo>
                      <a:pt x="4195154" y="880932"/>
                    </a:lnTo>
                    <a:moveTo>
                      <a:pt x="4195154" y="880932"/>
                    </a:moveTo>
                    <a:lnTo>
                      <a:pt x="4225053" y="857804"/>
                    </a:lnTo>
                    <a:moveTo>
                      <a:pt x="4225053" y="857804"/>
                    </a:moveTo>
                    <a:lnTo>
                      <a:pt x="4254951" y="834675"/>
                    </a:lnTo>
                    <a:moveTo>
                      <a:pt x="4254951" y="834675"/>
                    </a:moveTo>
                    <a:lnTo>
                      <a:pt x="4284849" y="811546"/>
                    </a:lnTo>
                    <a:moveTo>
                      <a:pt x="4284849" y="811546"/>
                    </a:moveTo>
                    <a:lnTo>
                      <a:pt x="4314747" y="788418"/>
                    </a:lnTo>
                    <a:moveTo>
                      <a:pt x="4314747" y="788418"/>
                    </a:moveTo>
                    <a:lnTo>
                      <a:pt x="4344646" y="765289"/>
                    </a:lnTo>
                    <a:moveTo>
                      <a:pt x="4344646" y="765289"/>
                    </a:moveTo>
                    <a:lnTo>
                      <a:pt x="4374544" y="742161"/>
                    </a:lnTo>
                    <a:moveTo>
                      <a:pt x="4374544" y="742161"/>
                    </a:moveTo>
                    <a:lnTo>
                      <a:pt x="4404442" y="719032"/>
                    </a:lnTo>
                    <a:moveTo>
                      <a:pt x="4404442" y="719032"/>
                    </a:moveTo>
                    <a:lnTo>
                      <a:pt x="4434341" y="695903"/>
                    </a:lnTo>
                    <a:moveTo>
                      <a:pt x="4434341" y="695903"/>
                    </a:moveTo>
                    <a:lnTo>
                      <a:pt x="4464239" y="672775"/>
                    </a:lnTo>
                    <a:moveTo>
                      <a:pt x="4464239" y="672775"/>
                    </a:moveTo>
                    <a:lnTo>
                      <a:pt x="4494137" y="649646"/>
                    </a:lnTo>
                    <a:moveTo>
                      <a:pt x="4494137" y="649646"/>
                    </a:moveTo>
                    <a:lnTo>
                      <a:pt x="4524035" y="626518"/>
                    </a:lnTo>
                    <a:moveTo>
                      <a:pt x="4524035" y="626518"/>
                    </a:moveTo>
                    <a:lnTo>
                      <a:pt x="4553934" y="603389"/>
                    </a:lnTo>
                    <a:moveTo>
                      <a:pt x="4553934" y="603389"/>
                    </a:moveTo>
                    <a:lnTo>
                      <a:pt x="4583832" y="580260"/>
                    </a:lnTo>
                    <a:moveTo>
                      <a:pt x="4583832" y="580260"/>
                    </a:moveTo>
                    <a:lnTo>
                      <a:pt x="4613730" y="557132"/>
                    </a:lnTo>
                    <a:moveTo>
                      <a:pt x="4613730" y="557132"/>
                    </a:moveTo>
                    <a:lnTo>
                      <a:pt x="4643629" y="534003"/>
                    </a:lnTo>
                    <a:moveTo>
                      <a:pt x="4643629" y="534003"/>
                    </a:moveTo>
                    <a:lnTo>
                      <a:pt x="4673527" y="510875"/>
                    </a:lnTo>
                    <a:moveTo>
                      <a:pt x="4673527" y="510875"/>
                    </a:moveTo>
                    <a:lnTo>
                      <a:pt x="4703425" y="487746"/>
                    </a:lnTo>
                    <a:moveTo>
                      <a:pt x="4703425" y="487746"/>
                    </a:moveTo>
                    <a:lnTo>
                      <a:pt x="4733324" y="464617"/>
                    </a:lnTo>
                    <a:moveTo>
                      <a:pt x="4733324" y="464617"/>
                    </a:moveTo>
                    <a:lnTo>
                      <a:pt x="4763222" y="441489"/>
                    </a:lnTo>
                    <a:moveTo>
                      <a:pt x="4763222" y="441489"/>
                    </a:moveTo>
                    <a:lnTo>
                      <a:pt x="4793120" y="418360"/>
                    </a:lnTo>
                    <a:moveTo>
                      <a:pt x="4793120" y="418360"/>
                    </a:moveTo>
                    <a:lnTo>
                      <a:pt x="4823018" y="395232"/>
                    </a:lnTo>
                    <a:moveTo>
                      <a:pt x="4823018" y="395232"/>
                    </a:moveTo>
                    <a:lnTo>
                      <a:pt x="4852917" y="372103"/>
                    </a:lnTo>
                    <a:moveTo>
                      <a:pt x="4852917" y="372103"/>
                    </a:moveTo>
                    <a:lnTo>
                      <a:pt x="4882815" y="348974"/>
                    </a:lnTo>
                    <a:moveTo>
                      <a:pt x="4882815" y="348974"/>
                    </a:moveTo>
                    <a:lnTo>
                      <a:pt x="4912713" y="325846"/>
                    </a:lnTo>
                    <a:moveTo>
                      <a:pt x="4912713" y="325846"/>
                    </a:moveTo>
                    <a:lnTo>
                      <a:pt x="4942612" y="302717"/>
                    </a:lnTo>
                    <a:moveTo>
                      <a:pt x="4942612" y="302717"/>
                    </a:moveTo>
                    <a:lnTo>
                      <a:pt x="4972510" y="279589"/>
                    </a:lnTo>
                    <a:moveTo>
                      <a:pt x="4972510" y="279589"/>
                    </a:moveTo>
                    <a:lnTo>
                      <a:pt x="5002408" y="256460"/>
                    </a:lnTo>
                    <a:moveTo>
                      <a:pt x="5002408" y="256460"/>
                    </a:moveTo>
                    <a:lnTo>
                      <a:pt x="5032306" y="233331"/>
                    </a:lnTo>
                    <a:moveTo>
                      <a:pt x="5032306" y="233331"/>
                    </a:moveTo>
                    <a:lnTo>
                      <a:pt x="5062205" y="210203"/>
                    </a:lnTo>
                    <a:moveTo>
                      <a:pt x="5062205" y="210203"/>
                    </a:moveTo>
                    <a:lnTo>
                      <a:pt x="5092103" y="187074"/>
                    </a:lnTo>
                    <a:moveTo>
                      <a:pt x="5092103" y="187074"/>
                    </a:moveTo>
                    <a:lnTo>
                      <a:pt x="5122001" y="163946"/>
                    </a:lnTo>
                    <a:moveTo>
                      <a:pt x="5122001" y="163946"/>
                    </a:moveTo>
                    <a:lnTo>
                      <a:pt x="5151900" y="140817"/>
                    </a:lnTo>
                    <a:moveTo>
                      <a:pt x="5151900" y="140817"/>
                    </a:moveTo>
                    <a:lnTo>
                      <a:pt x="5181798" y="117688"/>
                    </a:lnTo>
                    <a:moveTo>
                      <a:pt x="5181798" y="117688"/>
                    </a:moveTo>
                    <a:lnTo>
                      <a:pt x="5211696" y="94560"/>
                    </a:lnTo>
                    <a:moveTo>
                      <a:pt x="5211696" y="94560"/>
                    </a:moveTo>
                    <a:lnTo>
                      <a:pt x="5241594" y="71431"/>
                    </a:lnTo>
                    <a:moveTo>
                      <a:pt x="5241594" y="71431"/>
                    </a:moveTo>
                    <a:lnTo>
                      <a:pt x="5271493" y="48303"/>
                    </a:lnTo>
                    <a:moveTo>
                      <a:pt x="5271493" y="48303"/>
                    </a:moveTo>
                    <a:lnTo>
                      <a:pt x="5301391" y="25174"/>
                    </a:lnTo>
                    <a:moveTo>
                      <a:pt x="5301391" y="25174"/>
                    </a:moveTo>
                    <a:lnTo>
                      <a:pt x="5331289" y="2045"/>
                    </a:lnTo>
                    <a:moveTo>
                      <a:pt x="5331289" y="2045"/>
                    </a:moveTo>
                    <a:lnTo>
                      <a:pt x="5333934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78" name="Контур"/>
              <p:cNvSpPr/>
              <p:nvPr/>
            </p:nvSpPr>
            <p:spPr>
              <a:xfrm>
                <a:off x="6970162" y="5798196"/>
                <a:ext cx="741948" cy="697804"/>
              </a:xfrm>
              <a:custGeom>
                <a:avLst/>
                <a:gdLst/>
                <a:ahLst/>
                <a:cxnLst/>
                <a:rect l="l" t="t" r="r" b="b"/>
                <a:pathLst>
                  <a:path w="741948" h="697804" fill="none">
                    <a:moveTo>
                      <a:pt x="741948" y="14734"/>
                    </a:moveTo>
                    <a:lnTo>
                      <a:pt x="731016" y="0"/>
                    </a:lnTo>
                    <a:lnTo>
                      <a:pt x="544032" y="144709"/>
                    </a:lnTo>
                    <a:lnTo>
                      <a:pt x="483005" y="210266"/>
                    </a:lnTo>
                    <a:lnTo>
                      <a:pt x="380337" y="344152"/>
                    </a:lnTo>
                    <a:lnTo>
                      <a:pt x="0" y="665897"/>
                    </a:lnTo>
                    <a:lnTo>
                      <a:pt x="15223" y="697804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79" name="Контур"/>
              <p:cNvSpPr/>
              <p:nvPr/>
            </p:nvSpPr>
            <p:spPr>
              <a:xfrm>
                <a:off x="6581891" y="4644439"/>
                <a:ext cx="1748838" cy="1819560"/>
              </a:xfrm>
              <a:custGeom>
                <a:avLst/>
                <a:gdLst/>
                <a:ahLst/>
                <a:cxnLst/>
                <a:rect l="l" t="t" r="r" b="b"/>
                <a:pathLst>
                  <a:path w="1748838" h="1819560" fill="none">
                    <a:moveTo>
                      <a:pt x="153379" y="1819560"/>
                    </a:moveTo>
                    <a:lnTo>
                      <a:pt x="181275" y="1794053"/>
                    </a:lnTo>
                    <a:moveTo>
                      <a:pt x="181275" y="1794053"/>
                    </a:moveTo>
                    <a:lnTo>
                      <a:pt x="209172" y="1768546"/>
                    </a:lnTo>
                    <a:moveTo>
                      <a:pt x="209172" y="1768546"/>
                    </a:moveTo>
                    <a:lnTo>
                      <a:pt x="237068" y="1743038"/>
                    </a:lnTo>
                    <a:moveTo>
                      <a:pt x="237068" y="1743038"/>
                    </a:moveTo>
                    <a:lnTo>
                      <a:pt x="264965" y="1717531"/>
                    </a:lnTo>
                    <a:moveTo>
                      <a:pt x="264965" y="1717531"/>
                    </a:moveTo>
                    <a:lnTo>
                      <a:pt x="292861" y="1692024"/>
                    </a:lnTo>
                    <a:moveTo>
                      <a:pt x="292861" y="1692024"/>
                    </a:moveTo>
                    <a:lnTo>
                      <a:pt x="320758" y="1666516"/>
                    </a:lnTo>
                    <a:moveTo>
                      <a:pt x="320758" y="1666516"/>
                    </a:moveTo>
                    <a:lnTo>
                      <a:pt x="348654" y="1641009"/>
                    </a:lnTo>
                    <a:moveTo>
                      <a:pt x="348654" y="1641009"/>
                    </a:moveTo>
                    <a:lnTo>
                      <a:pt x="376551" y="1615502"/>
                    </a:lnTo>
                    <a:moveTo>
                      <a:pt x="376551" y="1615502"/>
                    </a:moveTo>
                    <a:lnTo>
                      <a:pt x="404447" y="1589994"/>
                    </a:lnTo>
                    <a:moveTo>
                      <a:pt x="404447" y="1589994"/>
                    </a:moveTo>
                    <a:lnTo>
                      <a:pt x="432344" y="1564487"/>
                    </a:lnTo>
                    <a:moveTo>
                      <a:pt x="432344" y="1564487"/>
                    </a:moveTo>
                    <a:lnTo>
                      <a:pt x="460241" y="1538980"/>
                    </a:lnTo>
                    <a:moveTo>
                      <a:pt x="460241" y="1538980"/>
                    </a:moveTo>
                    <a:lnTo>
                      <a:pt x="488137" y="1513472"/>
                    </a:lnTo>
                    <a:moveTo>
                      <a:pt x="488137" y="1513472"/>
                    </a:moveTo>
                    <a:lnTo>
                      <a:pt x="516034" y="1487965"/>
                    </a:lnTo>
                    <a:moveTo>
                      <a:pt x="516034" y="1487965"/>
                    </a:moveTo>
                    <a:lnTo>
                      <a:pt x="543930" y="1462458"/>
                    </a:lnTo>
                    <a:moveTo>
                      <a:pt x="543930" y="1462458"/>
                    </a:moveTo>
                    <a:lnTo>
                      <a:pt x="571827" y="1436950"/>
                    </a:lnTo>
                    <a:moveTo>
                      <a:pt x="571827" y="1436950"/>
                    </a:moveTo>
                    <a:lnTo>
                      <a:pt x="599723" y="1411443"/>
                    </a:lnTo>
                    <a:moveTo>
                      <a:pt x="599723" y="1411443"/>
                    </a:moveTo>
                    <a:lnTo>
                      <a:pt x="627620" y="1385936"/>
                    </a:lnTo>
                    <a:moveTo>
                      <a:pt x="627620" y="1385936"/>
                    </a:moveTo>
                    <a:lnTo>
                      <a:pt x="655516" y="1360428"/>
                    </a:lnTo>
                    <a:moveTo>
                      <a:pt x="655516" y="1360428"/>
                    </a:moveTo>
                    <a:lnTo>
                      <a:pt x="683413" y="1334921"/>
                    </a:lnTo>
                    <a:moveTo>
                      <a:pt x="683413" y="1334921"/>
                    </a:moveTo>
                    <a:lnTo>
                      <a:pt x="711309" y="1309414"/>
                    </a:lnTo>
                    <a:moveTo>
                      <a:pt x="711309" y="1309414"/>
                    </a:moveTo>
                    <a:lnTo>
                      <a:pt x="739206" y="1283906"/>
                    </a:lnTo>
                    <a:moveTo>
                      <a:pt x="739206" y="1283906"/>
                    </a:moveTo>
                    <a:lnTo>
                      <a:pt x="767102" y="1258399"/>
                    </a:lnTo>
                    <a:moveTo>
                      <a:pt x="767102" y="1258399"/>
                    </a:moveTo>
                    <a:lnTo>
                      <a:pt x="794999" y="1232892"/>
                    </a:lnTo>
                    <a:moveTo>
                      <a:pt x="794999" y="1232892"/>
                    </a:moveTo>
                    <a:lnTo>
                      <a:pt x="822895" y="1207384"/>
                    </a:lnTo>
                    <a:moveTo>
                      <a:pt x="822895" y="1207384"/>
                    </a:moveTo>
                    <a:lnTo>
                      <a:pt x="833170" y="1197990"/>
                    </a:lnTo>
                    <a:lnTo>
                      <a:pt x="818295" y="1179311"/>
                    </a:lnTo>
                    <a:moveTo>
                      <a:pt x="818295" y="1179311"/>
                    </a:moveTo>
                    <a:lnTo>
                      <a:pt x="799166" y="1155290"/>
                    </a:lnTo>
                    <a:moveTo>
                      <a:pt x="153379" y="1819560"/>
                    </a:moveTo>
                    <a:lnTo>
                      <a:pt x="181275" y="1794053"/>
                    </a:lnTo>
                    <a:moveTo>
                      <a:pt x="181275" y="1794053"/>
                    </a:moveTo>
                    <a:lnTo>
                      <a:pt x="209172" y="1768546"/>
                    </a:lnTo>
                    <a:moveTo>
                      <a:pt x="209172" y="1768546"/>
                    </a:moveTo>
                    <a:lnTo>
                      <a:pt x="237068" y="1743038"/>
                    </a:lnTo>
                    <a:moveTo>
                      <a:pt x="237068" y="1743038"/>
                    </a:moveTo>
                    <a:lnTo>
                      <a:pt x="264965" y="1717531"/>
                    </a:lnTo>
                    <a:moveTo>
                      <a:pt x="264965" y="1717531"/>
                    </a:moveTo>
                    <a:lnTo>
                      <a:pt x="292861" y="1692024"/>
                    </a:lnTo>
                    <a:moveTo>
                      <a:pt x="292861" y="1692024"/>
                    </a:moveTo>
                    <a:lnTo>
                      <a:pt x="320758" y="1666516"/>
                    </a:lnTo>
                    <a:moveTo>
                      <a:pt x="320758" y="1666516"/>
                    </a:moveTo>
                    <a:lnTo>
                      <a:pt x="348654" y="1641009"/>
                    </a:lnTo>
                    <a:moveTo>
                      <a:pt x="348654" y="1641009"/>
                    </a:moveTo>
                    <a:lnTo>
                      <a:pt x="376551" y="1615502"/>
                    </a:lnTo>
                    <a:moveTo>
                      <a:pt x="376551" y="1615502"/>
                    </a:moveTo>
                    <a:lnTo>
                      <a:pt x="404447" y="1589994"/>
                    </a:lnTo>
                    <a:moveTo>
                      <a:pt x="404447" y="1589994"/>
                    </a:moveTo>
                    <a:lnTo>
                      <a:pt x="432344" y="1564487"/>
                    </a:lnTo>
                    <a:moveTo>
                      <a:pt x="432344" y="1564487"/>
                    </a:moveTo>
                    <a:lnTo>
                      <a:pt x="460241" y="1538980"/>
                    </a:lnTo>
                    <a:moveTo>
                      <a:pt x="460241" y="1538980"/>
                    </a:moveTo>
                    <a:lnTo>
                      <a:pt x="488137" y="1513472"/>
                    </a:lnTo>
                    <a:moveTo>
                      <a:pt x="488137" y="1513472"/>
                    </a:moveTo>
                    <a:lnTo>
                      <a:pt x="516034" y="1487965"/>
                    </a:lnTo>
                    <a:moveTo>
                      <a:pt x="516034" y="1487965"/>
                    </a:moveTo>
                    <a:lnTo>
                      <a:pt x="543930" y="1462458"/>
                    </a:lnTo>
                    <a:moveTo>
                      <a:pt x="543930" y="1462458"/>
                    </a:moveTo>
                    <a:lnTo>
                      <a:pt x="571827" y="1436950"/>
                    </a:lnTo>
                    <a:moveTo>
                      <a:pt x="571827" y="1436950"/>
                    </a:moveTo>
                    <a:lnTo>
                      <a:pt x="599723" y="1411443"/>
                    </a:lnTo>
                    <a:moveTo>
                      <a:pt x="599723" y="1411443"/>
                    </a:moveTo>
                    <a:lnTo>
                      <a:pt x="627620" y="1385936"/>
                    </a:lnTo>
                    <a:moveTo>
                      <a:pt x="627620" y="1385936"/>
                    </a:moveTo>
                    <a:lnTo>
                      <a:pt x="655516" y="1360428"/>
                    </a:lnTo>
                    <a:moveTo>
                      <a:pt x="655516" y="1360428"/>
                    </a:moveTo>
                    <a:lnTo>
                      <a:pt x="683413" y="1334921"/>
                    </a:lnTo>
                    <a:moveTo>
                      <a:pt x="683413" y="1334921"/>
                    </a:moveTo>
                    <a:lnTo>
                      <a:pt x="711309" y="1309414"/>
                    </a:lnTo>
                    <a:moveTo>
                      <a:pt x="711309" y="1309414"/>
                    </a:moveTo>
                    <a:lnTo>
                      <a:pt x="739206" y="1283906"/>
                    </a:lnTo>
                    <a:moveTo>
                      <a:pt x="739206" y="1283906"/>
                    </a:moveTo>
                    <a:lnTo>
                      <a:pt x="767102" y="1258399"/>
                    </a:lnTo>
                    <a:moveTo>
                      <a:pt x="767102" y="1258399"/>
                    </a:moveTo>
                    <a:lnTo>
                      <a:pt x="794999" y="1232892"/>
                    </a:lnTo>
                    <a:moveTo>
                      <a:pt x="794999" y="1232892"/>
                    </a:moveTo>
                    <a:lnTo>
                      <a:pt x="822895" y="1207384"/>
                    </a:lnTo>
                    <a:moveTo>
                      <a:pt x="822895" y="1207384"/>
                    </a:moveTo>
                    <a:lnTo>
                      <a:pt x="833170" y="1197990"/>
                    </a:lnTo>
                    <a:lnTo>
                      <a:pt x="818295" y="1179311"/>
                    </a:lnTo>
                    <a:moveTo>
                      <a:pt x="818295" y="1179311"/>
                    </a:moveTo>
                    <a:lnTo>
                      <a:pt x="799166" y="1155290"/>
                    </a:lnTo>
                    <a:moveTo>
                      <a:pt x="0" y="1238749"/>
                    </a:moveTo>
                    <a:lnTo>
                      <a:pt x="16415" y="1272799"/>
                    </a:lnTo>
                    <a:moveTo>
                      <a:pt x="16415" y="1272799"/>
                    </a:moveTo>
                    <a:lnTo>
                      <a:pt x="32830" y="1306849"/>
                    </a:lnTo>
                    <a:moveTo>
                      <a:pt x="32830" y="1306849"/>
                    </a:moveTo>
                    <a:lnTo>
                      <a:pt x="33436" y="1308105"/>
                    </a:lnTo>
                    <a:moveTo>
                      <a:pt x="0" y="1238749"/>
                    </a:moveTo>
                    <a:lnTo>
                      <a:pt x="16415" y="1272799"/>
                    </a:lnTo>
                    <a:moveTo>
                      <a:pt x="16415" y="1272799"/>
                    </a:moveTo>
                    <a:lnTo>
                      <a:pt x="32830" y="1306849"/>
                    </a:lnTo>
                    <a:moveTo>
                      <a:pt x="32830" y="1306849"/>
                    </a:moveTo>
                    <a:lnTo>
                      <a:pt x="33436" y="1308105"/>
                    </a:lnTo>
                    <a:moveTo>
                      <a:pt x="33436" y="1308105"/>
                    </a:moveTo>
                    <a:lnTo>
                      <a:pt x="65477" y="1288050"/>
                    </a:lnTo>
                    <a:moveTo>
                      <a:pt x="65477" y="1288050"/>
                    </a:moveTo>
                    <a:lnTo>
                      <a:pt x="97518" y="1267995"/>
                    </a:lnTo>
                    <a:moveTo>
                      <a:pt x="97518" y="1267995"/>
                    </a:moveTo>
                    <a:lnTo>
                      <a:pt x="129560" y="1247940"/>
                    </a:lnTo>
                    <a:moveTo>
                      <a:pt x="129560" y="1247940"/>
                    </a:moveTo>
                    <a:lnTo>
                      <a:pt x="161347" y="1228044"/>
                    </a:lnTo>
                    <a:lnTo>
                      <a:pt x="161584" y="1227861"/>
                    </a:lnTo>
                    <a:moveTo>
                      <a:pt x="161584" y="1227861"/>
                    </a:moveTo>
                    <a:lnTo>
                      <a:pt x="191482" y="1204733"/>
                    </a:lnTo>
                    <a:moveTo>
                      <a:pt x="191482" y="1204733"/>
                    </a:moveTo>
                    <a:lnTo>
                      <a:pt x="221381" y="1181604"/>
                    </a:lnTo>
                    <a:moveTo>
                      <a:pt x="221381" y="1181604"/>
                    </a:moveTo>
                    <a:lnTo>
                      <a:pt x="251279" y="1158475"/>
                    </a:lnTo>
                    <a:moveTo>
                      <a:pt x="251279" y="1158475"/>
                    </a:moveTo>
                    <a:lnTo>
                      <a:pt x="281177" y="1135347"/>
                    </a:lnTo>
                    <a:moveTo>
                      <a:pt x="281177" y="1135347"/>
                    </a:moveTo>
                    <a:lnTo>
                      <a:pt x="311075" y="1112218"/>
                    </a:lnTo>
                    <a:moveTo>
                      <a:pt x="311075" y="1112218"/>
                    </a:moveTo>
                    <a:lnTo>
                      <a:pt x="340974" y="1089090"/>
                    </a:lnTo>
                    <a:moveTo>
                      <a:pt x="340974" y="1089090"/>
                    </a:moveTo>
                    <a:lnTo>
                      <a:pt x="370872" y="1065961"/>
                    </a:lnTo>
                    <a:moveTo>
                      <a:pt x="370872" y="1065961"/>
                    </a:moveTo>
                    <a:lnTo>
                      <a:pt x="400770" y="1042832"/>
                    </a:lnTo>
                    <a:moveTo>
                      <a:pt x="400770" y="1042832"/>
                    </a:moveTo>
                    <a:lnTo>
                      <a:pt x="430669" y="1019704"/>
                    </a:lnTo>
                    <a:moveTo>
                      <a:pt x="430669" y="1019704"/>
                    </a:moveTo>
                    <a:lnTo>
                      <a:pt x="460567" y="996575"/>
                    </a:lnTo>
                    <a:moveTo>
                      <a:pt x="460567" y="996575"/>
                    </a:moveTo>
                    <a:lnTo>
                      <a:pt x="490465" y="973447"/>
                    </a:lnTo>
                    <a:moveTo>
                      <a:pt x="490465" y="973447"/>
                    </a:moveTo>
                    <a:lnTo>
                      <a:pt x="520363" y="950318"/>
                    </a:lnTo>
                    <a:moveTo>
                      <a:pt x="520363" y="950318"/>
                    </a:moveTo>
                    <a:lnTo>
                      <a:pt x="550262" y="927189"/>
                    </a:lnTo>
                    <a:moveTo>
                      <a:pt x="550262" y="927189"/>
                    </a:moveTo>
                    <a:lnTo>
                      <a:pt x="580160" y="904061"/>
                    </a:lnTo>
                    <a:moveTo>
                      <a:pt x="580160" y="904061"/>
                    </a:moveTo>
                    <a:lnTo>
                      <a:pt x="610058" y="880932"/>
                    </a:lnTo>
                    <a:moveTo>
                      <a:pt x="610058" y="880932"/>
                    </a:moveTo>
                    <a:lnTo>
                      <a:pt x="639957" y="857804"/>
                    </a:lnTo>
                    <a:moveTo>
                      <a:pt x="639957" y="857804"/>
                    </a:moveTo>
                    <a:lnTo>
                      <a:pt x="669855" y="834675"/>
                    </a:lnTo>
                    <a:moveTo>
                      <a:pt x="669855" y="834675"/>
                    </a:moveTo>
                    <a:lnTo>
                      <a:pt x="699753" y="811546"/>
                    </a:lnTo>
                    <a:moveTo>
                      <a:pt x="699753" y="811546"/>
                    </a:moveTo>
                    <a:lnTo>
                      <a:pt x="729651" y="788418"/>
                    </a:lnTo>
                    <a:moveTo>
                      <a:pt x="729651" y="788418"/>
                    </a:moveTo>
                    <a:lnTo>
                      <a:pt x="759550" y="765289"/>
                    </a:lnTo>
                    <a:moveTo>
                      <a:pt x="759550" y="765289"/>
                    </a:moveTo>
                    <a:lnTo>
                      <a:pt x="789448" y="742161"/>
                    </a:lnTo>
                    <a:moveTo>
                      <a:pt x="789448" y="742161"/>
                    </a:moveTo>
                    <a:lnTo>
                      <a:pt x="819346" y="719032"/>
                    </a:lnTo>
                    <a:moveTo>
                      <a:pt x="819346" y="719032"/>
                    </a:moveTo>
                    <a:lnTo>
                      <a:pt x="849245" y="695903"/>
                    </a:lnTo>
                    <a:moveTo>
                      <a:pt x="849245" y="695903"/>
                    </a:moveTo>
                    <a:lnTo>
                      <a:pt x="879143" y="672775"/>
                    </a:lnTo>
                    <a:moveTo>
                      <a:pt x="879143" y="672775"/>
                    </a:moveTo>
                    <a:lnTo>
                      <a:pt x="909041" y="649646"/>
                    </a:lnTo>
                    <a:moveTo>
                      <a:pt x="909041" y="649646"/>
                    </a:moveTo>
                    <a:lnTo>
                      <a:pt x="938939" y="626518"/>
                    </a:lnTo>
                    <a:moveTo>
                      <a:pt x="938939" y="626518"/>
                    </a:moveTo>
                    <a:lnTo>
                      <a:pt x="968838" y="603389"/>
                    </a:lnTo>
                    <a:moveTo>
                      <a:pt x="968838" y="603389"/>
                    </a:moveTo>
                    <a:lnTo>
                      <a:pt x="998736" y="580260"/>
                    </a:lnTo>
                    <a:moveTo>
                      <a:pt x="998736" y="580260"/>
                    </a:moveTo>
                    <a:lnTo>
                      <a:pt x="1028634" y="557132"/>
                    </a:lnTo>
                    <a:moveTo>
                      <a:pt x="1028634" y="557132"/>
                    </a:moveTo>
                    <a:lnTo>
                      <a:pt x="1058533" y="534003"/>
                    </a:lnTo>
                    <a:moveTo>
                      <a:pt x="1058533" y="534003"/>
                    </a:moveTo>
                    <a:lnTo>
                      <a:pt x="1088431" y="510875"/>
                    </a:lnTo>
                    <a:moveTo>
                      <a:pt x="1088431" y="510875"/>
                    </a:moveTo>
                    <a:lnTo>
                      <a:pt x="1118329" y="487746"/>
                    </a:lnTo>
                    <a:moveTo>
                      <a:pt x="1118329" y="487746"/>
                    </a:moveTo>
                    <a:lnTo>
                      <a:pt x="1148228" y="464617"/>
                    </a:lnTo>
                    <a:moveTo>
                      <a:pt x="1148228" y="464617"/>
                    </a:moveTo>
                    <a:lnTo>
                      <a:pt x="1178126" y="441489"/>
                    </a:lnTo>
                    <a:moveTo>
                      <a:pt x="1178126" y="441489"/>
                    </a:moveTo>
                    <a:lnTo>
                      <a:pt x="1208024" y="418360"/>
                    </a:lnTo>
                    <a:moveTo>
                      <a:pt x="1208024" y="418360"/>
                    </a:moveTo>
                    <a:lnTo>
                      <a:pt x="1237922" y="395232"/>
                    </a:lnTo>
                    <a:moveTo>
                      <a:pt x="1237922" y="395232"/>
                    </a:moveTo>
                    <a:lnTo>
                      <a:pt x="1267821" y="372103"/>
                    </a:lnTo>
                    <a:moveTo>
                      <a:pt x="1267821" y="372103"/>
                    </a:moveTo>
                    <a:lnTo>
                      <a:pt x="1297719" y="348974"/>
                    </a:lnTo>
                    <a:moveTo>
                      <a:pt x="1297719" y="348974"/>
                    </a:moveTo>
                    <a:lnTo>
                      <a:pt x="1327617" y="325846"/>
                    </a:lnTo>
                    <a:moveTo>
                      <a:pt x="1327617" y="325846"/>
                    </a:moveTo>
                    <a:lnTo>
                      <a:pt x="1357516" y="302717"/>
                    </a:lnTo>
                    <a:moveTo>
                      <a:pt x="1357516" y="302717"/>
                    </a:moveTo>
                    <a:lnTo>
                      <a:pt x="1387414" y="279589"/>
                    </a:lnTo>
                    <a:moveTo>
                      <a:pt x="1387414" y="279589"/>
                    </a:moveTo>
                    <a:lnTo>
                      <a:pt x="1417312" y="256460"/>
                    </a:lnTo>
                    <a:moveTo>
                      <a:pt x="1417312" y="256460"/>
                    </a:moveTo>
                    <a:lnTo>
                      <a:pt x="1447210" y="233331"/>
                    </a:lnTo>
                    <a:moveTo>
                      <a:pt x="1447210" y="233331"/>
                    </a:moveTo>
                    <a:lnTo>
                      <a:pt x="1477109" y="210203"/>
                    </a:lnTo>
                    <a:moveTo>
                      <a:pt x="1477109" y="210203"/>
                    </a:moveTo>
                    <a:lnTo>
                      <a:pt x="1507007" y="187074"/>
                    </a:lnTo>
                    <a:moveTo>
                      <a:pt x="1507007" y="187074"/>
                    </a:moveTo>
                    <a:lnTo>
                      <a:pt x="1536905" y="163946"/>
                    </a:lnTo>
                    <a:moveTo>
                      <a:pt x="1536905" y="163946"/>
                    </a:moveTo>
                    <a:lnTo>
                      <a:pt x="1566804" y="140817"/>
                    </a:lnTo>
                    <a:moveTo>
                      <a:pt x="1566804" y="140817"/>
                    </a:moveTo>
                    <a:lnTo>
                      <a:pt x="1596702" y="117688"/>
                    </a:lnTo>
                    <a:moveTo>
                      <a:pt x="1596702" y="117688"/>
                    </a:moveTo>
                    <a:lnTo>
                      <a:pt x="1626600" y="94560"/>
                    </a:lnTo>
                    <a:moveTo>
                      <a:pt x="1626600" y="94560"/>
                    </a:moveTo>
                    <a:lnTo>
                      <a:pt x="1656498" y="71431"/>
                    </a:lnTo>
                    <a:moveTo>
                      <a:pt x="1656498" y="71431"/>
                    </a:moveTo>
                    <a:lnTo>
                      <a:pt x="1686397" y="48303"/>
                    </a:lnTo>
                    <a:moveTo>
                      <a:pt x="1686397" y="48303"/>
                    </a:moveTo>
                    <a:lnTo>
                      <a:pt x="1716295" y="25174"/>
                    </a:lnTo>
                    <a:moveTo>
                      <a:pt x="1716295" y="25174"/>
                    </a:moveTo>
                    <a:lnTo>
                      <a:pt x="1746193" y="2045"/>
                    </a:lnTo>
                    <a:moveTo>
                      <a:pt x="1746193" y="2045"/>
                    </a:moveTo>
                    <a:lnTo>
                      <a:pt x="1748838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80" name="Контур"/>
              <p:cNvSpPr/>
              <p:nvPr/>
            </p:nvSpPr>
            <p:spPr>
              <a:xfrm>
                <a:off x="6581891" y="3297294"/>
                <a:ext cx="3343092" cy="2585894"/>
              </a:xfrm>
              <a:custGeom>
                <a:avLst/>
                <a:gdLst/>
                <a:ahLst/>
                <a:cxnLst/>
                <a:rect l="l" t="t" r="r" b="b"/>
                <a:pathLst>
                  <a:path w="3343092" h="2585894" fill="none">
                    <a:moveTo>
                      <a:pt x="0" y="2585894"/>
                    </a:moveTo>
                    <a:lnTo>
                      <a:pt x="29900" y="2562767"/>
                    </a:lnTo>
                    <a:moveTo>
                      <a:pt x="29900" y="2562767"/>
                    </a:moveTo>
                    <a:lnTo>
                      <a:pt x="59799" y="2539639"/>
                    </a:lnTo>
                    <a:moveTo>
                      <a:pt x="59799" y="2539639"/>
                    </a:moveTo>
                    <a:lnTo>
                      <a:pt x="89698" y="2516512"/>
                    </a:lnTo>
                    <a:moveTo>
                      <a:pt x="89698" y="2516512"/>
                    </a:moveTo>
                    <a:lnTo>
                      <a:pt x="119598" y="2493385"/>
                    </a:lnTo>
                    <a:moveTo>
                      <a:pt x="119598" y="2493385"/>
                    </a:moveTo>
                    <a:lnTo>
                      <a:pt x="149497" y="2470258"/>
                    </a:lnTo>
                    <a:moveTo>
                      <a:pt x="149497" y="2470258"/>
                    </a:moveTo>
                    <a:lnTo>
                      <a:pt x="179396" y="2447130"/>
                    </a:lnTo>
                    <a:moveTo>
                      <a:pt x="179396" y="2447130"/>
                    </a:moveTo>
                    <a:lnTo>
                      <a:pt x="209296" y="2424003"/>
                    </a:lnTo>
                    <a:moveTo>
                      <a:pt x="209296" y="2424003"/>
                    </a:moveTo>
                    <a:lnTo>
                      <a:pt x="239195" y="2400876"/>
                    </a:lnTo>
                    <a:moveTo>
                      <a:pt x="239195" y="2400876"/>
                    </a:moveTo>
                    <a:lnTo>
                      <a:pt x="269094" y="2377749"/>
                    </a:lnTo>
                    <a:moveTo>
                      <a:pt x="269094" y="2377749"/>
                    </a:moveTo>
                    <a:lnTo>
                      <a:pt x="298994" y="2354621"/>
                    </a:lnTo>
                    <a:moveTo>
                      <a:pt x="298994" y="2354621"/>
                    </a:moveTo>
                    <a:lnTo>
                      <a:pt x="328893" y="2331494"/>
                    </a:lnTo>
                    <a:moveTo>
                      <a:pt x="328893" y="2331494"/>
                    </a:moveTo>
                    <a:lnTo>
                      <a:pt x="358792" y="2308367"/>
                    </a:lnTo>
                    <a:moveTo>
                      <a:pt x="358792" y="2308367"/>
                    </a:moveTo>
                    <a:lnTo>
                      <a:pt x="388692" y="2285240"/>
                    </a:lnTo>
                    <a:moveTo>
                      <a:pt x="388692" y="2285240"/>
                    </a:moveTo>
                    <a:lnTo>
                      <a:pt x="418591" y="2262112"/>
                    </a:lnTo>
                    <a:moveTo>
                      <a:pt x="418591" y="2262112"/>
                    </a:moveTo>
                    <a:lnTo>
                      <a:pt x="448490" y="2238985"/>
                    </a:lnTo>
                    <a:moveTo>
                      <a:pt x="448490" y="2238985"/>
                    </a:moveTo>
                    <a:lnTo>
                      <a:pt x="478390" y="2215858"/>
                    </a:lnTo>
                    <a:moveTo>
                      <a:pt x="478390" y="2215858"/>
                    </a:moveTo>
                    <a:lnTo>
                      <a:pt x="508289" y="2192731"/>
                    </a:lnTo>
                    <a:moveTo>
                      <a:pt x="508289" y="2192731"/>
                    </a:moveTo>
                    <a:lnTo>
                      <a:pt x="538188" y="2169603"/>
                    </a:lnTo>
                    <a:moveTo>
                      <a:pt x="538188" y="2169603"/>
                    </a:moveTo>
                    <a:lnTo>
                      <a:pt x="568088" y="2146476"/>
                    </a:lnTo>
                    <a:moveTo>
                      <a:pt x="568088" y="2146476"/>
                    </a:moveTo>
                    <a:lnTo>
                      <a:pt x="597987" y="2123349"/>
                    </a:lnTo>
                    <a:moveTo>
                      <a:pt x="597987" y="2123349"/>
                    </a:moveTo>
                    <a:lnTo>
                      <a:pt x="627886" y="2100222"/>
                    </a:lnTo>
                    <a:moveTo>
                      <a:pt x="627886" y="2100222"/>
                    </a:moveTo>
                    <a:lnTo>
                      <a:pt x="657786" y="2077094"/>
                    </a:lnTo>
                    <a:moveTo>
                      <a:pt x="657786" y="2077094"/>
                    </a:moveTo>
                    <a:lnTo>
                      <a:pt x="687685" y="2053967"/>
                    </a:lnTo>
                    <a:moveTo>
                      <a:pt x="687685" y="2053967"/>
                    </a:moveTo>
                    <a:lnTo>
                      <a:pt x="717584" y="2030840"/>
                    </a:lnTo>
                    <a:moveTo>
                      <a:pt x="717584" y="2030840"/>
                    </a:moveTo>
                    <a:lnTo>
                      <a:pt x="747484" y="2007713"/>
                    </a:lnTo>
                    <a:moveTo>
                      <a:pt x="747484" y="2007713"/>
                    </a:moveTo>
                    <a:lnTo>
                      <a:pt x="777383" y="1984585"/>
                    </a:lnTo>
                    <a:moveTo>
                      <a:pt x="777383" y="1984585"/>
                    </a:moveTo>
                    <a:lnTo>
                      <a:pt x="807282" y="1961458"/>
                    </a:lnTo>
                    <a:moveTo>
                      <a:pt x="807282" y="1961458"/>
                    </a:moveTo>
                    <a:lnTo>
                      <a:pt x="837182" y="1938331"/>
                    </a:lnTo>
                    <a:moveTo>
                      <a:pt x="837182" y="1938331"/>
                    </a:moveTo>
                    <a:lnTo>
                      <a:pt x="867081" y="1915204"/>
                    </a:lnTo>
                    <a:moveTo>
                      <a:pt x="867081" y="1915204"/>
                    </a:moveTo>
                    <a:lnTo>
                      <a:pt x="896980" y="1892076"/>
                    </a:lnTo>
                    <a:moveTo>
                      <a:pt x="896980" y="1892076"/>
                    </a:moveTo>
                    <a:lnTo>
                      <a:pt x="926880" y="1868949"/>
                    </a:lnTo>
                    <a:moveTo>
                      <a:pt x="926880" y="1868949"/>
                    </a:moveTo>
                    <a:lnTo>
                      <a:pt x="956779" y="1845822"/>
                    </a:lnTo>
                    <a:moveTo>
                      <a:pt x="956779" y="1845822"/>
                    </a:moveTo>
                    <a:lnTo>
                      <a:pt x="986678" y="1822695"/>
                    </a:lnTo>
                    <a:moveTo>
                      <a:pt x="986678" y="1822695"/>
                    </a:moveTo>
                    <a:lnTo>
                      <a:pt x="1016578" y="1799567"/>
                    </a:lnTo>
                    <a:moveTo>
                      <a:pt x="1016578" y="1799567"/>
                    </a:moveTo>
                    <a:lnTo>
                      <a:pt x="1046477" y="1776440"/>
                    </a:lnTo>
                    <a:moveTo>
                      <a:pt x="1046477" y="1776440"/>
                    </a:moveTo>
                    <a:lnTo>
                      <a:pt x="1076376" y="1753313"/>
                    </a:lnTo>
                    <a:moveTo>
                      <a:pt x="1076376" y="1753313"/>
                    </a:moveTo>
                    <a:lnTo>
                      <a:pt x="1106276" y="1730186"/>
                    </a:lnTo>
                    <a:moveTo>
                      <a:pt x="1106276" y="1730186"/>
                    </a:moveTo>
                    <a:lnTo>
                      <a:pt x="1136175" y="1707058"/>
                    </a:lnTo>
                    <a:moveTo>
                      <a:pt x="1136175" y="1707058"/>
                    </a:moveTo>
                    <a:lnTo>
                      <a:pt x="1166074" y="1683931"/>
                    </a:lnTo>
                    <a:moveTo>
                      <a:pt x="1166074" y="1683931"/>
                    </a:moveTo>
                    <a:lnTo>
                      <a:pt x="1195974" y="1660804"/>
                    </a:lnTo>
                    <a:moveTo>
                      <a:pt x="1195974" y="1660804"/>
                    </a:moveTo>
                    <a:lnTo>
                      <a:pt x="1225873" y="1637677"/>
                    </a:lnTo>
                    <a:moveTo>
                      <a:pt x="1225873" y="1637677"/>
                    </a:moveTo>
                    <a:lnTo>
                      <a:pt x="1255772" y="1614549"/>
                    </a:lnTo>
                    <a:moveTo>
                      <a:pt x="1255772" y="1614549"/>
                    </a:moveTo>
                    <a:lnTo>
                      <a:pt x="1285672" y="1591422"/>
                    </a:lnTo>
                    <a:moveTo>
                      <a:pt x="1285672" y="1591422"/>
                    </a:moveTo>
                    <a:lnTo>
                      <a:pt x="1315571" y="1568295"/>
                    </a:lnTo>
                    <a:moveTo>
                      <a:pt x="1315571" y="1568295"/>
                    </a:moveTo>
                    <a:lnTo>
                      <a:pt x="1345470" y="1545168"/>
                    </a:lnTo>
                    <a:moveTo>
                      <a:pt x="1345470" y="1545168"/>
                    </a:moveTo>
                    <a:lnTo>
                      <a:pt x="1375370" y="1522040"/>
                    </a:lnTo>
                    <a:moveTo>
                      <a:pt x="1375370" y="1522040"/>
                    </a:moveTo>
                    <a:lnTo>
                      <a:pt x="1405269" y="1498913"/>
                    </a:lnTo>
                    <a:moveTo>
                      <a:pt x="1405269" y="1498913"/>
                    </a:moveTo>
                    <a:lnTo>
                      <a:pt x="1435168" y="1475786"/>
                    </a:lnTo>
                    <a:moveTo>
                      <a:pt x="1435168" y="1475786"/>
                    </a:moveTo>
                    <a:lnTo>
                      <a:pt x="1465068" y="1452659"/>
                    </a:lnTo>
                    <a:moveTo>
                      <a:pt x="1465068" y="1452659"/>
                    </a:moveTo>
                    <a:lnTo>
                      <a:pt x="1494967" y="1429531"/>
                    </a:lnTo>
                    <a:moveTo>
                      <a:pt x="1494967" y="1429531"/>
                    </a:moveTo>
                    <a:lnTo>
                      <a:pt x="1524866" y="1406404"/>
                    </a:lnTo>
                    <a:moveTo>
                      <a:pt x="1524866" y="1406404"/>
                    </a:moveTo>
                    <a:lnTo>
                      <a:pt x="1554766" y="1383277"/>
                    </a:lnTo>
                    <a:moveTo>
                      <a:pt x="1554766" y="1383277"/>
                    </a:moveTo>
                    <a:lnTo>
                      <a:pt x="1584665" y="1360150"/>
                    </a:lnTo>
                    <a:moveTo>
                      <a:pt x="1584665" y="1360150"/>
                    </a:moveTo>
                    <a:lnTo>
                      <a:pt x="1614564" y="1337022"/>
                    </a:lnTo>
                    <a:moveTo>
                      <a:pt x="1614564" y="1337022"/>
                    </a:moveTo>
                    <a:lnTo>
                      <a:pt x="1644464" y="1313895"/>
                    </a:lnTo>
                    <a:moveTo>
                      <a:pt x="1644464" y="1313895"/>
                    </a:moveTo>
                    <a:lnTo>
                      <a:pt x="1674363" y="1290768"/>
                    </a:lnTo>
                    <a:moveTo>
                      <a:pt x="1674363" y="1290768"/>
                    </a:moveTo>
                    <a:lnTo>
                      <a:pt x="1704262" y="1267641"/>
                    </a:lnTo>
                    <a:moveTo>
                      <a:pt x="1704262" y="1267641"/>
                    </a:moveTo>
                    <a:lnTo>
                      <a:pt x="1734162" y="1244513"/>
                    </a:lnTo>
                    <a:moveTo>
                      <a:pt x="1734162" y="1244513"/>
                    </a:moveTo>
                    <a:lnTo>
                      <a:pt x="1764061" y="1221386"/>
                    </a:lnTo>
                    <a:moveTo>
                      <a:pt x="1764061" y="1221386"/>
                    </a:moveTo>
                    <a:lnTo>
                      <a:pt x="1793960" y="1198259"/>
                    </a:lnTo>
                    <a:moveTo>
                      <a:pt x="1793960" y="1198259"/>
                    </a:moveTo>
                    <a:lnTo>
                      <a:pt x="1823860" y="1175132"/>
                    </a:lnTo>
                    <a:moveTo>
                      <a:pt x="1823860" y="1175132"/>
                    </a:moveTo>
                    <a:lnTo>
                      <a:pt x="1853759" y="1152004"/>
                    </a:lnTo>
                    <a:moveTo>
                      <a:pt x="1853759" y="1152004"/>
                    </a:moveTo>
                    <a:lnTo>
                      <a:pt x="1883658" y="1128877"/>
                    </a:lnTo>
                    <a:moveTo>
                      <a:pt x="1883658" y="1128877"/>
                    </a:moveTo>
                    <a:lnTo>
                      <a:pt x="1913558" y="1105750"/>
                    </a:lnTo>
                    <a:moveTo>
                      <a:pt x="1913558" y="1105750"/>
                    </a:moveTo>
                    <a:lnTo>
                      <a:pt x="1943457" y="1082623"/>
                    </a:lnTo>
                    <a:moveTo>
                      <a:pt x="1943457" y="1082623"/>
                    </a:moveTo>
                    <a:lnTo>
                      <a:pt x="1973356" y="1059495"/>
                    </a:lnTo>
                    <a:moveTo>
                      <a:pt x="1973356" y="1059495"/>
                    </a:moveTo>
                    <a:lnTo>
                      <a:pt x="2003256" y="1036368"/>
                    </a:lnTo>
                    <a:moveTo>
                      <a:pt x="2003256" y="1036368"/>
                    </a:moveTo>
                    <a:lnTo>
                      <a:pt x="2033155" y="1013241"/>
                    </a:lnTo>
                    <a:moveTo>
                      <a:pt x="2033155" y="1013241"/>
                    </a:moveTo>
                    <a:lnTo>
                      <a:pt x="2063054" y="990114"/>
                    </a:lnTo>
                    <a:moveTo>
                      <a:pt x="2063054" y="990114"/>
                    </a:moveTo>
                    <a:lnTo>
                      <a:pt x="2092954" y="966986"/>
                    </a:lnTo>
                    <a:moveTo>
                      <a:pt x="2092954" y="966986"/>
                    </a:moveTo>
                    <a:lnTo>
                      <a:pt x="2122853" y="943859"/>
                    </a:lnTo>
                    <a:moveTo>
                      <a:pt x="2122853" y="943859"/>
                    </a:moveTo>
                    <a:lnTo>
                      <a:pt x="2152752" y="920732"/>
                    </a:lnTo>
                    <a:moveTo>
                      <a:pt x="2152752" y="920732"/>
                    </a:moveTo>
                    <a:lnTo>
                      <a:pt x="2182652" y="897605"/>
                    </a:lnTo>
                    <a:moveTo>
                      <a:pt x="2182652" y="897605"/>
                    </a:moveTo>
                    <a:lnTo>
                      <a:pt x="2212551" y="874477"/>
                    </a:lnTo>
                    <a:moveTo>
                      <a:pt x="2212551" y="874477"/>
                    </a:moveTo>
                    <a:lnTo>
                      <a:pt x="2242450" y="851350"/>
                    </a:lnTo>
                    <a:moveTo>
                      <a:pt x="2242450" y="851350"/>
                    </a:moveTo>
                    <a:lnTo>
                      <a:pt x="2272350" y="828223"/>
                    </a:lnTo>
                    <a:moveTo>
                      <a:pt x="2272350" y="828223"/>
                    </a:moveTo>
                    <a:lnTo>
                      <a:pt x="2302249" y="805096"/>
                    </a:lnTo>
                    <a:moveTo>
                      <a:pt x="2302249" y="805096"/>
                    </a:moveTo>
                    <a:lnTo>
                      <a:pt x="2332148" y="781968"/>
                    </a:lnTo>
                    <a:moveTo>
                      <a:pt x="2332148" y="781968"/>
                    </a:moveTo>
                    <a:lnTo>
                      <a:pt x="2362048" y="758841"/>
                    </a:lnTo>
                    <a:moveTo>
                      <a:pt x="2362048" y="758841"/>
                    </a:moveTo>
                    <a:lnTo>
                      <a:pt x="2391947" y="735714"/>
                    </a:lnTo>
                    <a:moveTo>
                      <a:pt x="2391947" y="735714"/>
                    </a:moveTo>
                    <a:lnTo>
                      <a:pt x="2421847" y="712587"/>
                    </a:lnTo>
                    <a:moveTo>
                      <a:pt x="2421847" y="712587"/>
                    </a:moveTo>
                    <a:lnTo>
                      <a:pt x="2451746" y="689459"/>
                    </a:lnTo>
                    <a:moveTo>
                      <a:pt x="2451746" y="689459"/>
                    </a:moveTo>
                    <a:lnTo>
                      <a:pt x="2481645" y="666332"/>
                    </a:lnTo>
                    <a:moveTo>
                      <a:pt x="2481645" y="666332"/>
                    </a:moveTo>
                    <a:lnTo>
                      <a:pt x="2511545" y="643205"/>
                    </a:lnTo>
                    <a:moveTo>
                      <a:pt x="2511545" y="643205"/>
                    </a:moveTo>
                    <a:lnTo>
                      <a:pt x="2541444" y="620078"/>
                    </a:lnTo>
                    <a:moveTo>
                      <a:pt x="2541444" y="620078"/>
                    </a:moveTo>
                    <a:lnTo>
                      <a:pt x="2571343" y="596950"/>
                    </a:lnTo>
                    <a:moveTo>
                      <a:pt x="2571343" y="596950"/>
                    </a:moveTo>
                    <a:lnTo>
                      <a:pt x="2601243" y="573823"/>
                    </a:lnTo>
                    <a:moveTo>
                      <a:pt x="2601243" y="573823"/>
                    </a:moveTo>
                    <a:lnTo>
                      <a:pt x="2631142" y="550696"/>
                    </a:lnTo>
                    <a:moveTo>
                      <a:pt x="2631142" y="550696"/>
                    </a:moveTo>
                    <a:lnTo>
                      <a:pt x="2661041" y="527569"/>
                    </a:lnTo>
                    <a:moveTo>
                      <a:pt x="2661041" y="527569"/>
                    </a:moveTo>
                    <a:lnTo>
                      <a:pt x="2690941" y="504441"/>
                    </a:lnTo>
                    <a:moveTo>
                      <a:pt x="2690941" y="504441"/>
                    </a:moveTo>
                    <a:lnTo>
                      <a:pt x="2720840" y="481314"/>
                    </a:lnTo>
                    <a:moveTo>
                      <a:pt x="2720840" y="481314"/>
                    </a:moveTo>
                    <a:lnTo>
                      <a:pt x="2750739" y="458187"/>
                    </a:lnTo>
                    <a:moveTo>
                      <a:pt x="2750739" y="458187"/>
                    </a:moveTo>
                    <a:lnTo>
                      <a:pt x="2780639" y="435060"/>
                    </a:lnTo>
                    <a:moveTo>
                      <a:pt x="2780639" y="435060"/>
                    </a:moveTo>
                    <a:lnTo>
                      <a:pt x="2810538" y="411932"/>
                    </a:lnTo>
                    <a:moveTo>
                      <a:pt x="2810538" y="411932"/>
                    </a:moveTo>
                    <a:lnTo>
                      <a:pt x="2840437" y="388805"/>
                    </a:lnTo>
                    <a:moveTo>
                      <a:pt x="2840437" y="388805"/>
                    </a:moveTo>
                    <a:lnTo>
                      <a:pt x="2870337" y="365678"/>
                    </a:lnTo>
                    <a:moveTo>
                      <a:pt x="2870337" y="365678"/>
                    </a:moveTo>
                    <a:lnTo>
                      <a:pt x="2900236" y="342551"/>
                    </a:lnTo>
                    <a:moveTo>
                      <a:pt x="2900236" y="342551"/>
                    </a:moveTo>
                    <a:lnTo>
                      <a:pt x="2930135" y="319423"/>
                    </a:lnTo>
                    <a:moveTo>
                      <a:pt x="2930135" y="319423"/>
                    </a:moveTo>
                    <a:lnTo>
                      <a:pt x="2960035" y="296296"/>
                    </a:lnTo>
                    <a:moveTo>
                      <a:pt x="2960035" y="296296"/>
                    </a:moveTo>
                    <a:lnTo>
                      <a:pt x="2989934" y="273169"/>
                    </a:lnTo>
                    <a:moveTo>
                      <a:pt x="2989934" y="273169"/>
                    </a:moveTo>
                    <a:lnTo>
                      <a:pt x="3019833" y="250042"/>
                    </a:lnTo>
                    <a:moveTo>
                      <a:pt x="3019833" y="250042"/>
                    </a:moveTo>
                    <a:lnTo>
                      <a:pt x="3049733" y="226914"/>
                    </a:lnTo>
                    <a:moveTo>
                      <a:pt x="3049733" y="226914"/>
                    </a:moveTo>
                    <a:lnTo>
                      <a:pt x="3079632" y="203787"/>
                    </a:lnTo>
                    <a:moveTo>
                      <a:pt x="3079632" y="203787"/>
                    </a:moveTo>
                    <a:lnTo>
                      <a:pt x="3109531" y="180660"/>
                    </a:lnTo>
                    <a:moveTo>
                      <a:pt x="3109531" y="180660"/>
                    </a:moveTo>
                    <a:lnTo>
                      <a:pt x="3139431" y="157533"/>
                    </a:lnTo>
                    <a:moveTo>
                      <a:pt x="3139431" y="157533"/>
                    </a:moveTo>
                    <a:lnTo>
                      <a:pt x="3169330" y="134405"/>
                    </a:lnTo>
                    <a:moveTo>
                      <a:pt x="3169330" y="134405"/>
                    </a:moveTo>
                    <a:lnTo>
                      <a:pt x="3199229" y="111278"/>
                    </a:lnTo>
                    <a:moveTo>
                      <a:pt x="3199229" y="111278"/>
                    </a:moveTo>
                    <a:lnTo>
                      <a:pt x="3229129" y="88151"/>
                    </a:lnTo>
                    <a:moveTo>
                      <a:pt x="3229129" y="88151"/>
                    </a:moveTo>
                    <a:lnTo>
                      <a:pt x="3259028" y="65024"/>
                    </a:lnTo>
                    <a:moveTo>
                      <a:pt x="3259028" y="65024"/>
                    </a:moveTo>
                    <a:lnTo>
                      <a:pt x="3288927" y="41896"/>
                    </a:lnTo>
                    <a:moveTo>
                      <a:pt x="3288927" y="41896"/>
                    </a:moveTo>
                    <a:lnTo>
                      <a:pt x="3318827" y="18769"/>
                    </a:lnTo>
                    <a:moveTo>
                      <a:pt x="3318827" y="18769"/>
                    </a:moveTo>
                    <a:lnTo>
                      <a:pt x="334309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  <p:sp>
            <p:nvSpPr>
              <p:cNvPr id="1281" name="Контур"/>
              <p:cNvSpPr/>
              <p:nvPr/>
            </p:nvSpPr>
            <p:spPr>
              <a:xfrm>
                <a:off x="5786726" y="3937568"/>
                <a:ext cx="4509274" cy="6250432"/>
              </a:xfrm>
              <a:custGeom>
                <a:avLst/>
                <a:gdLst/>
                <a:ahLst/>
                <a:cxnLst/>
                <a:rect l="l" t="t" r="r" b="b"/>
                <a:pathLst>
                  <a:path w="4509274" h="6250432" fill="none">
                    <a:moveTo>
                      <a:pt x="626184" y="1595095"/>
                    </a:moveTo>
                    <a:lnTo>
                      <a:pt x="642598" y="1629145"/>
                    </a:lnTo>
                    <a:moveTo>
                      <a:pt x="642598" y="1629145"/>
                    </a:moveTo>
                    <a:lnTo>
                      <a:pt x="659013" y="1663195"/>
                    </a:lnTo>
                    <a:moveTo>
                      <a:pt x="659013" y="1663195"/>
                    </a:moveTo>
                    <a:lnTo>
                      <a:pt x="675428" y="1697245"/>
                    </a:lnTo>
                    <a:moveTo>
                      <a:pt x="675428" y="1697245"/>
                    </a:moveTo>
                    <a:lnTo>
                      <a:pt x="691843" y="1731295"/>
                    </a:lnTo>
                    <a:moveTo>
                      <a:pt x="691843" y="1731295"/>
                    </a:moveTo>
                    <a:lnTo>
                      <a:pt x="708258" y="1765344"/>
                    </a:lnTo>
                    <a:moveTo>
                      <a:pt x="708258" y="1765344"/>
                    </a:moveTo>
                    <a:lnTo>
                      <a:pt x="724673" y="1799394"/>
                    </a:lnTo>
                    <a:moveTo>
                      <a:pt x="724673" y="1799394"/>
                    </a:moveTo>
                    <a:lnTo>
                      <a:pt x="741087" y="1833444"/>
                    </a:lnTo>
                    <a:moveTo>
                      <a:pt x="741087" y="1833444"/>
                    </a:moveTo>
                    <a:lnTo>
                      <a:pt x="757502" y="1867494"/>
                    </a:lnTo>
                    <a:moveTo>
                      <a:pt x="757502" y="1867494"/>
                    </a:moveTo>
                    <a:lnTo>
                      <a:pt x="773917" y="1901544"/>
                    </a:lnTo>
                    <a:moveTo>
                      <a:pt x="773917" y="1901544"/>
                    </a:moveTo>
                    <a:lnTo>
                      <a:pt x="790332" y="1935594"/>
                    </a:lnTo>
                    <a:moveTo>
                      <a:pt x="790332" y="1935594"/>
                    </a:moveTo>
                    <a:lnTo>
                      <a:pt x="795165" y="1945620"/>
                    </a:lnTo>
                    <a:moveTo>
                      <a:pt x="334330" y="1806553"/>
                    </a:moveTo>
                    <a:lnTo>
                      <a:pt x="334612" y="1807013"/>
                    </a:lnTo>
                    <a:lnTo>
                      <a:pt x="354336" y="1838625"/>
                    </a:lnTo>
                    <a:moveTo>
                      <a:pt x="354336" y="1838625"/>
                    </a:moveTo>
                    <a:lnTo>
                      <a:pt x="374346" y="1870694"/>
                    </a:lnTo>
                    <a:moveTo>
                      <a:pt x="374346" y="1870694"/>
                    </a:moveTo>
                    <a:lnTo>
                      <a:pt x="385883" y="1889187"/>
                    </a:lnTo>
                    <a:lnTo>
                      <a:pt x="372364" y="1897751"/>
                    </a:lnTo>
                    <a:moveTo>
                      <a:pt x="372364" y="1897751"/>
                    </a:moveTo>
                    <a:lnTo>
                      <a:pt x="352070" y="1910606"/>
                    </a:lnTo>
                    <a:moveTo>
                      <a:pt x="1594331" y="1862161"/>
                    </a:moveTo>
                    <a:lnTo>
                      <a:pt x="1624231" y="1839035"/>
                    </a:lnTo>
                    <a:moveTo>
                      <a:pt x="1624231" y="1839035"/>
                    </a:moveTo>
                    <a:lnTo>
                      <a:pt x="1654131" y="1815909"/>
                    </a:lnTo>
                    <a:moveTo>
                      <a:pt x="1654131" y="1815909"/>
                    </a:moveTo>
                    <a:lnTo>
                      <a:pt x="1684031" y="1792782"/>
                    </a:lnTo>
                    <a:moveTo>
                      <a:pt x="1684031" y="1792782"/>
                    </a:moveTo>
                    <a:lnTo>
                      <a:pt x="1713931" y="1769656"/>
                    </a:lnTo>
                    <a:moveTo>
                      <a:pt x="1713931" y="1769656"/>
                    </a:moveTo>
                    <a:lnTo>
                      <a:pt x="1743831" y="1746530"/>
                    </a:lnTo>
                    <a:moveTo>
                      <a:pt x="1743831" y="1746530"/>
                    </a:moveTo>
                    <a:lnTo>
                      <a:pt x="1773732" y="1723403"/>
                    </a:lnTo>
                    <a:moveTo>
                      <a:pt x="1773732" y="1723403"/>
                    </a:moveTo>
                    <a:lnTo>
                      <a:pt x="1803632" y="1700277"/>
                    </a:lnTo>
                    <a:moveTo>
                      <a:pt x="1803632" y="1700277"/>
                    </a:moveTo>
                    <a:lnTo>
                      <a:pt x="1833532" y="1677151"/>
                    </a:lnTo>
                    <a:moveTo>
                      <a:pt x="1833532" y="1677151"/>
                    </a:moveTo>
                    <a:lnTo>
                      <a:pt x="1863432" y="1654024"/>
                    </a:lnTo>
                    <a:moveTo>
                      <a:pt x="1863432" y="1654024"/>
                    </a:moveTo>
                    <a:lnTo>
                      <a:pt x="1893332" y="1630898"/>
                    </a:lnTo>
                    <a:moveTo>
                      <a:pt x="1893332" y="1630898"/>
                    </a:moveTo>
                    <a:lnTo>
                      <a:pt x="1923232" y="1607772"/>
                    </a:lnTo>
                    <a:moveTo>
                      <a:pt x="1923232" y="1607772"/>
                    </a:moveTo>
                    <a:lnTo>
                      <a:pt x="1953132" y="1584646"/>
                    </a:lnTo>
                    <a:moveTo>
                      <a:pt x="1953132" y="1584646"/>
                    </a:moveTo>
                    <a:lnTo>
                      <a:pt x="1969552" y="1571945"/>
                    </a:lnTo>
                    <a:lnTo>
                      <a:pt x="1983032" y="1561519"/>
                    </a:lnTo>
                    <a:moveTo>
                      <a:pt x="1983032" y="1561519"/>
                    </a:moveTo>
                    <a:lnTo>
                      <a:pt x="2012932" y="1538393"/>
                    </a:lnTo>
                    <a:moveTo>
                      <a:pt x="2012932" y="1538393"/>
                    </a:moveTo>
                    <a:lnTo>
                      <a:pt x="2042832" y="1515267"/>
                    </a:lnTo>
                    <a:moveTo>
                      <a:pt x="2042832" y="1515267"/>
                    </a:moveTo>
                    <a:lnTo>
                      <a:pt x="2072732" y="1492140"/>
                    </a:lnTo>
                    <a:moveTo>
                      <a:pt x="2072732" y="1492140"/>
                    </a:moveTo>
                    <a:lnTo>
                      <a:pt x="2102632" y="1469014"/>
                    </a:lnTo>
                    <a:moveTo>
                      <a:pt x="2102632" y="1469014"/>
                    </a:moveTo>
                    <a:lnTo>
                      <a:pt x="2132532" y="1445888"/>
                    </a:lnTo>
                    <a:moveTo>
                      <a:pt x="2132532" y="1445888"/>
                    </a:moveTo>
                    <a:lnTo>
                      <a:pt x="2162433" y="1422762"/>
                    </a:lnTo>
                    <a:moveTo>
                      <a:pt x="2162433" y="1422762"/>
                    </a:moveTo>
                    <a:lnTo>
                      <a:pt x="2192333" y="1399635"/>
                    </a:lnTo>
                    <a:moveTo>
                      <a:pt x="2192333" y="1399635"/>
                    </a:moveTo>
                    <a:lnTo>
                      <a:pt x="2222233" y="1376509"/>
                    </a:lnTo>
                    <a:moveTo>
                      <a:pt x="2222233" y="1376509"/>
                    </a:moveTo>
                    <a:lnTo>
                      <a:pt x="2252133" y="1353383"/>
                    </a:lnTo>
                    <a:moveTo>
                      <a:pt x="2252133" y="1353383"/>
                    </a:moveTo>
                    <a:lnTo>
                      <a:pt x="2282033" y="1330257"/>
                    </a:lnTo>
                    <a:moveTo>
                      <a:pt x="2282033" y="1330257"/>
                    </a:moveTo>
                    <a:lnTo>
                      <a:pt x="2311933" y="1307130"/>
                    </a:lnTo>
                    <a:moveTo>
                      <a:pt x="2311933" y="1307130"/>
                    </a:moveTo>
                    <a:lnTo>
                      <a:pt x="2341833" y="1284004"/>
                    </a:lnTo>
                    <a:moveTo>
                      <a:pt x="2341833" y="1284004"/>
                    </a:moveTo>
                    <a:lnTo>
                      <a:pt x="2371733" y="1260878"/>
                    </a:lnTo>
                    <a:moveTo>
                      <a:pt x="2371733" y="1260878"/>
                    </a:moveTo>
                    <a:lnTo>
                      <a:pt x="2401633" y="1237751"/>
                    </a:lnTo>
                    <a:moveTo>
                      <a:pt x="2401633" y="1237751"/>
                    </a:moveTo>
                    <a:lnTo>
                      <a:pt x="2431533" y="1214625"/>
                    </a:lnTo>
                    <a:moveTo>
                      <a:pt x="2431533" y="1214625"/>
                    </a:moveTo>
                    <a:lnTo>
                      <a:pt x="2461434" y="1191499"/>
                    </a:lnTo>
                    <a:moveTo>
                      <a:pt x="2461434" y="1191499"/>
                    </a:moveTo>
                    <a:lnTo>
                      <a:pt x="2491334" y="1168373"/>
                    </a:lnTo>
                    <a:moveTo>
                      <a:pt x="2491334" y="1168373"/>
                    </a:moveTo>
                    <a:lnTo>
                      <a:pt x="2521234" y="1145246"/>
                    </a:lnTo>
                    <a:moveTo>
                      <a:pt x="2521234" y="1145246"/>
                    </a:moveTo>
                    <a:lnTo>
                      <a:pt x="2551134" y="1122120"/>
                    </a:lnTo>
                    <a:moveTo>
                      <a:pt x="2551134" y="1122120"/>
                    </a:moveTo>
                    <a:lnTo>
                      <a:pt x="2581034" y="1098994"/>
                    </a:lnTo>
                    <a:moveTo>
                      <a:pt x="2581034" y="1098994"/>
                    </a:moveTo>
                    <a:lnTo>
                      <a:pt x="2610934" y="1075868"/>
                    </a:lnTo>
                    <a:moveTo>
                      <a:pt x="2610934" y="1075868"/>
                    </a:moveTo>
                    <a:lnTo>
                      <a:pt x="2640834" y="1052741"/>
                    </a:lnTo>
                    <a:moveTo>
                      <a:pt x="2640834" y="1052741"/>
                    </a:moveTo>
                    <a:lnTo>
                      <a:pt x="2670734" y="1029615"/>
                    </a:lnTo>
                    <a:moveTo>
                      <a:pt x="2670734" y="1029615"/>
                    </a:moveTo>
                    <a:lnTo>
                      <a:pt x="2681452" y="1021325"/>
                    </a:lnTo>
                    <a:lnTo>
                      <a:pt x="2700634" y="1006489"/>
                    </a:lnTo>
                    <a:moveTo>
                      <a:pt x="2700634" y="1006489"/>
                    </a:moveTo>
                    <a:lnTo>
                      <a:pt x="2730534" y="983363"/>
                    </a:lnTo>
                    <a:moveTo>
                      <a:pt x="2730534" y="983363"/>
                    </a:moveTo>
                    <a:lnTo>
                      <a:pt x="2760434" y="960236"/>
                    </a:lnTo>
                    <a:moveTo>
                      <a:pt x="2760434" y="960236"/>
                    </a:moveTo>
                    <a:lnTo>
                      <a:pt x="2790335" y="937110"/>
                    </a:lnTo>
                    <a:moveTo>
                      <a:pt x="2790335" y="937110"/>
                    </a:moveTo>
                    <a:lnTo>
                      <a:pt x="2820235" y="913984"/>
                    </a:lnTo>
                    <a:moveTo>
                      <a:pt x="2820235" y="913984"/>
                    </a:moveTo>
                    <a:lnTo>
                      <a:pt x="2850135" y="890857"/>
                    </a:lnTo>
                    <a:moveTo>
                      <a:pt x="2850135" y="890857"/>
                    </a:moveTo>
                    <a:lnTo>
                      <a:pt x="2880035" y="867731"/>
                    </a:lnTo>
                    <a:moveTo>
                      <a:pt x="2880035" y="867731"/>
                    </a:moveTo>
                    <a:lnTo>
                      <a:pt x="2909935" y="844605"/>
                    </a:lnTo>
                    <a:moveTo>
                      <a:pt x="2909935" y="844605"/>
                    </a:moveTo>
                    <a:lnTo>
                      <a:pt x="2939835" y="821479"/>
                    </a:lnTo>
                    <a:moveTo>
                      <a:pt x="2939835" y="821479"/>
                    </a:moveTo>
                    <a:lnTo>
                      <a:pt x="2969735" y="798352"/>
                    </a:lnTo>
                    <a:moveTo>
                      <a:pt x="2969735" y="798352"/>
                    </a:moveTo>
                    <a:lnTo>
                      <a:pt x="2999635" y="775226"/>
                    </a:lnTo>
                    <a:moveTo>
                      <a:pt x="2999635" y="775226"/>
                    </a:moveTo>
                    <a:lnTo>
                      <a:pt x="3029535" y="752100"/>
                    </a:lnTo>
                    <a:moveTo>
                      <a:pt x="3029535" y="752100"/>
                    </a:moveTo>
                    <a:lnTo>
                      <a:pt x="3059435" y="728974"/>
                    </a:lnTo>
                    <a:moveTo>
                      <a:pt x="3059435" y="728974"/>
                    </a:moveTo>
                    <a:lnTo>
                      <a:pt x="3089336" y="705847"/>
                    </a:lnTo>
                    <a:moveTo>
                      <a:pt x="3089336" y="705847"/>
                    </a:moveTo>
                    <a:lnTo>
                      <a:pt x="3119236" y="682721"/>
                    </a:lnTo>
                    <a:moveTo>
                      <a:pt x="3119236" y="682721"/>
                    </a:moveTo>
                    <a:lnTo>
                      <a:pt x="3149136" y="659595"/>
                    </a:lnTo>
                    <a:moveTo>
                      <a:pt x="3149136" y="659595"/>
                    </a:moveTo>
                    <a:lnTo>
                      <a:pt x="3179036" y="636469"/>
                    </a:lnTo>
                    <a:moveTo>
                      <a:pt x="3179036" y="636469"/>
                    </a:moveTo>
                    <a:lnTo>
                      <a:pt x="3208936" y="613342"/>
                    </a:lnTo>
                    <a:moveTo>
                      <a:pt x="3208936" y="613342"/>
                    </a:moveTo>
                    <a:lnTo>
                      <a:pt x="3238836" y="590216"/>
                    </a:lnTo>
                    <a:moveTo>
                      <a:pt x="3238836" y="590216"/>
                    </a:moveTo>
                    <a:lnTo>
                      <a:pt x="3268736" y="567090"/>
                    </a:lnTo>
                    <a:moveTo>
                      <a:pt x="3268736" y="567090"/>
                    </a:moveTo>
                    <a:lnTo>
                      <a:pt x="3298636" y="543964"/>
                    </a:lnTo>
                    <a:moveTo>
                      <a:pt x="3298636" y="543964"/>
                    </a:moveTo>
                    <a:lnTo>
                      <a:pt x="3328536" y="520837"/>
                    </a:lnTo>
                    <a:moveTo>
                      <a:pt x="3328536" y="520837"/>
                    </a:moveTo>
                    <a:lnTo>
                      <a:pt x="3358437" y="497711"/>
                    </a:lnTo>
                    <a:moveTo>
                      <a:pt x="3358437" y="497711"/>
                    </a:moveTo>
                    <a:lnTo>
                      <a:pt x="3388337" y="474585"/>
                    </a:lnTo>
                    <a:moveTo>
                      <a:pt x="3388337" y="474585"/>
                    </a:moveTo>
                    <a:lnTo>
                      <a:pt x="3418237" y="451459"/>
                    </a:lnTo>
                    <a:moveTo>
                      <a:pt x="3418237" y="451459"/>
                    </a:moveTo>
                    <a:lnTo>
                      <a:pt x="3448137" y="428332"/>
                    </a:lnTo>
                    <a:moveTo>
                      <a:pt x="3448137" y="428332"/>
                    </a:moveTo>
                    <a:lnTo>
                      <a:pt x="3478037" y="405206"/>
                    </a:lnTo>
                    <a:moveTo>
                      <a:pt x="3478037" y="405206"/>
                    </a:moveTo>
                    <a:lnTo>
                      <a:pt x="3507937" y="382080"/>
                    </a:lnTo>
                    <a:moveTo>
                      <a:pt x="3507937" y="382080"/>
                    </a:moveTo>
                    <a:lnTo>
                      <a:pt x="3537837" y="358954"/>
                    </a:lnTo>
                    <a:moveTo>
                      <a:pt x="3537837" y="358954"/>
                    </a:moveTo>
                    <a:lnTo>
                      <a:pt x="3567737" y="335827"/>
                    </a:lnTo>
                    <a:moveTo>
                      <a:pt x="3567737" y="335827"/>
                    </a:moveTo>
                    <a:lnTo>
                      <a:pt x="3597637" y="312701"/>
                    </a:lnTo>
                    <a:moveTo>
                      <a:pt x="3597637" y="312701"/>
                    </a:moveTo>
                    <a:lnTo>
                      <a:pt x="3627537" y="289575"/>
                    </a:lnTo>
                    <a:moveTo>
                      <a:pt x="3627537" y="289575"/>
                    </a:moveTo>
                    <a:lnTo>
                      <a:pt x="3657438" y="266448"/>
                    </a:lnTo>
                    <a:moveTo>
                      <a:pt x="3657438" y="266448"/>
                    </a:moveTo>
                    <a:lnTo>
                      <a:pt x="3687338" y="243322"/>
                    </a:lnTo>
                    <a:moveTo>
                      <a:pt x="3687338" y="243322"/>
                    </a:moveTo>
                    <a:lnTo>
                      <a:pt x="3717238" y="220196"/>
                    </a:lnTo>
                    <a:moveTo>
                      <a:pt x="3717238" y="220196"/>
                    </a:moveTo>
                    <a:lnTo>
                      <a:pt x="3747138" y="197070"/>
                    </a:lnTo>
                    <a:moveTo>
                      <a:pt x="3747138" y="197070"/>
                    </a:moveTo>
                    <a:lnTo>
                      <a:pt x="3777038" y="173943"/>
                    </a:lnTo>
                    <a:moveTo>
                      <a:pt x="3777038" y="173943"/>
                    </a:moveTo>
                    <a:lnTo>
                      <a:pt x="3806938" y="150817"/>
                    </a:lnTo>
                    <a:moveTo>
                      <a:pt x="3806938" y="150817"/>
                    </a:moveTo>
                    <a:lnTo>
                      <a:pt x="3836838" y="127691"/>
                    </a:lnTo>
                    <a:moveTo>
                      <a:pt x="3836838" y="127691"/>
                    </a:moveTo>
                    <a:lnTo>
                      <a:pt x="3866738" y="104565"/>
                    </a:lnTo>
                    <a:moveTo>
                      <a:pt x="3866738" y="104565"/>
                    </a:moveTo>
                    <a:lnTo>
                      <a:pt x="3896638" y="81438"/>
                    </a:lnTo>
                    <a:moveTo>
                      <a:pt x="3896638" y="81438"/>
                    </a:moveTo>
                    <a:lnTo>
                      <a:pt x="3926538" y="58312"/>
                    </a:lnTo>
                    <a:moveTo>
                      <a:pt x="3926538" y="58312"/>
                    </a:moveTo>
                    <a:lnTo>
                      <a:pt x="3956439" y="35186"/>
                    </a:lnTo>
                    <a:moveTo>
                      <a:pt x="3956439" y="35186"/>
                    </a:moveTo>
                    <a:lnTo>
                      <a:pt x="3986339" y="12060"/>
                    </a:lnTo>
                    <a:moveTo>
                      <a:pt x="3986339" y="12060"/>
                    </a:moveTo>
                    <a:lnTo>
                      <a:pt x="4001931" y="0"/>
                    </a:lnTo>
                    <a:moveTo>
                      <a:pt x="1594331" y="1862161"/>
                    </a:moveTo>
                    <a:lnTo>
                      <a:pt x="1624231" y="1839035"/>
                    </a:lnTo>
                    <a:moveTo>
                      <a:pt x="1624231" y="1839035"/>
                    </a:moveTo>
                    <a:lnTo>
                      <a:pt x="1654131" y="1815909"/>
                    </a:lnTo>
                    <a:moveTo>
                      <a:pt x="1654131" y="1815909"/>
                    </a:moveTo>
                    <a:lnTo>
                      <a:pt x="1684031" y="1792782"/>
                    </a:lnTo>
                    <a:moveTo>
                      <a:pt x="1684031" y="1792782"/>
                    </a:moveTo>
                    <a:lnTo>
                      <a:pt x="1713931" y="1769656"/>
                    </a:lnTo>
                    <a:moveTo>
                      <a:pt x="1713931" y="1769656"/>
                    </a:moveTo>
                    <a:lnTo>
                      <a:pt x="1743831" y="1746530"/>
                    </a:lnTo>
                    <a:moveTo>
                      <a:pt x="1743831" y="1746530"/>
                    </a:moveTo>
                    <a:lnTo>
                      <a:pt x="1773732" y="1723403"/>
                    </a:lnTo>
                    <a:moveTo>
                      <a:pt x="1773732" y="1723403"/>
                    </a:moveTo>
                    <a:lnTo>
                      <a:pt x="1803632" y="1700277"/>
                    </a:lnTo>
                    <a:moveTo>
                      <a:pt x="1803632" y="1700277"/>
                    </a:moveTo>
                    <a:lnTo>
                      <a:pt x="1833532" y="1677151"/>
                    </a:lnTo>
                    <a:moveTo>
                      <a:pt x="1833532" y="1677151"/>
                    </a:moveTo>
                    <a:lnTo>
                      <a:pt x="1863432" y="1654024"/>
                    </a:lnTo>
                    <a:moveTo>
                      <a:pt x="1863432" y="1654024"/>
                    </a:moveTo>
                    <a:lnTo>
                      <a:pt x="1893332" y="1630898"/>
                    </a:lnTo>
                    <a:moveTo>
                      <a:pt x="1893332" y="1630898"/>
                    </a:moveTo>
                    <a:lnTo>
                      <a:pt x="1923232" y="1607772"/>
                    </a:lnTo>
                    <a:moveTo>
                      <a:pt x="1923232" y="1607772"/>
                    </a:moveTo>
                    <a:lnTo>
                      <a:pt x="1953132" y="1584646"/>
                    </a:lnTo>
                    <a:moveTo>
                      <a:pt x="1953132" y="1584646"/>
                    </a:moveTo>
                    <a:lnTo>
                      <a:pt x="1969552" y="1571945"/>
                    </a:lnTo>
                    <a:lnTo>
                      <a:pt x="1983032" y="1561519"/>
                    </a:lnTo>
                    <a:moveTo>
                      <a:pt x="1983032" y="1561519"/>
                    </a:moveTo>
                    <a:lnTo>
                      <a:pt x="2012932" y="1538393"/>
                    </a:lnTo>
                    <a:moveTo>
                      <a:pt x="2012932" y="1538393"/>
                    </a:moveTo>
                    <a:lnTo>
                      <a:pt x="2042832" y="1515267"/>
                    </a:lnTo>
                    <a:moveTo>
                      <a:pt x="2042832" y="1515267"/>
                    </a:moveTo>
                    <a:lnTo>
                      <a:pt x="2072732" y="1492140"/>
                    </a:lnTo>
                    <a:moveTo>
                      <a:pt x="2072732" y="1492140"/>
                    </a:moveTo>
                    <a:lnTo>
                      <a:pt x="2102632" y="1469014"/>
                    </a:lnTo>
                    <a:moveTo>
                      <a:pt x="2102632" y="1469014"/>
                    </a:moveTo>
                    <a:lnTo>
                      <a:pt x="2132532" y="1445888"/>
                    </a:lnTo>
                    <a:moveTo>
                      <a:pt x="2132532" y="1445888"/>
                    </a:moveTo>
                    <a:lnTo>
                      <a:pt x="2162433" y="1422762"/>
                    </a:lnTo>
                    <a:moveTo>
                      <a:pt x="2162433" y="1422762"/>
                    </a:moveTo>
                    <a:lnTo>
                      <a:pt x="2192333" y="1399635"/>
                    </a:lnTo>
                    <a:moveTo>
                      <a:pt x="2192333" y="1399635"/>
                    </a:moveTo>
                    <a:lnTo>
                      <a:pt x="2222233" y="1376509"/>
                    </a:lnTo>
                    <a:moveTo>
                      <a:pt x="2222233" y="1376509"/>
                    </a:moveTo>
                    <a:lnTo>
                      <a:pt x="2252133" y="1353383"/>
                    </a:lnTo>
                    <a:moveTo>
                      <a:pt x="2252133" y="1353383"/>
                    </a:moveTo>
                    <a:lnTo>
                      <a:pt x="2282033" y="1330257"/>
                    </a:lnTo>
                    <a:moveTo>
                      <a:pt x="2282033" y="1330257"/>
                    </a:moveTo>
                    <a:lnTo>
                      <a:pt x="2311933" y="1307130"/>
                    </a:lnTo>
                    <a:moveTo>
                      <a:pt x="2311933" y="1307130"/>
                    </a:moveTo>
                    <a:lnTo>
                      <a:pt x="2341833" y="1284004"/>
                    </a:lnTo>
                    <a:moveTo>
                      <a:pt x="2341833" y="1284004"/>
                    </a:moveTo>
                    <a:lnTo>
                      <a:pt x="2371733" y="1260878"/>
                    </a:lnTo>
                    <a:moveTo>
                      <a:pt x="2371733" y="1260878"/>
                    </a:moveTo>
                    <a:lnTo>
                      <a:pt x="2401633" y="1237751"/>
                    </a:lnTo>
                    <a:moveTo>
                      <a:pt x="2401633" y="1237751"/>
                    </a:moveTo>
                    <a:lnTo>
                      <a:pt x="2431533" y="1214625"/>
                    </a:lnTo>
                    <a:moveTo>
                      <a:pt x="2431533" y="1214625"/>
                    </a:moveTo>
                    <a:lnTo>
                      <a:pt x="2461434" y="1191499"/>
                    </a:lnTo>
                    <a:moveTo>
                      <a:pt x="2461434" y="1191499"/>
                    </a:moveTo>
                    <a:lnTo>
                      <a:pt x="2491334" y="1168373"/>
                    </a:lnTo>
                    <a:moveTo>
                      <a:pt x="2491334" y="1168373"/>
                    </a:moveTo>
                    <a:lnTo>
                      <a:pt x="2521234" y="1145246"/>
                    </a:lnTo>
                    <a:moveTo>
                      <a:pt x="2521234" y="1145246"/>
                    </a:moveTo>
                    <a:lnTo>
                      <a:pt x="2551134" y="1122120"/>
                    </a:lnTo>
                    <a:moveTo>
                      <a:pt x="2551134" y="1122120"/>
                    </a:moveTo>
                    <a:lnTo>
                      <a:pt x="2581034" y="1098994"/>
                    </a:lnTo>
                    <a:moveTo>
                      <a:pt x="2581034" y="1098994"/>
                    </a:moveTo>
                    <a:lnTo>
                      <a:pt x="2610934" y="1075868"/>
                    </a:lnTo>
                    <a:moveTo>
                      <a:pt x="2610934" y="1075868"/>
                    </a:moveTo>
                    <a:lnTo>
                      <a:pt x="2640834" y="1052741"/>
                    </a:lnTo>
                    <a:moveTo>
                      <a:pt x="2640834" y="1052741"/>
                    </a:moveTo>
                    <a:lnTo>
                      <a:pt x="2670734" y="1029615"/>
                    </a:lnTo>
                    <a:moveTo>
                      <a:pt x="2670734" y="1029615"/>
                    </a:moveTo>
                    <a:lnTo>
                      <a:pt x="2681452" y="1021325"/>
                    </a:lnTo>
                    <a:lnTo>
                      <a:pt x="2700634" y="1006489"/>
                    </a:lnTo>
                    <a:moveTo>
                      <a:pt x="2700634" y="1006489"/>
                    </a:moveTo>
                    <a:lnTo>
                      <a:pt x="2730534" y="983363"/>
                    </a:lnTo>
                    <a:moveTo>
                      <a:pt x="2730534" y="983363"/>
                    </a:moveTo>
                    <a:lnTo>
                      <a:pt x="2760434" y="960236"/>
                    </a:lnTo>
                    <a:moveTo>
                      <a:pt x="2760434" y="960236"/>
                    </a:moveTo>
                    <a:lnTo>
                      <a:pt x="2790335" y="937110"/>
                    </a:lnTo>
                    <a:moveTo>
                      <a:pt x="2790335" y="937110"/>
                    </a:moveTo>
                    <a:lnTo>
                      <a:pt x="2820235" y="913984"/>
                    </a:lnTo>
                    <a:moveTo>
                      <a:pt x="2820235" y="913984"/>
                    </a:moveTo>
                    <a:lnTo>
                      <a:pt x="2850135" y="890857"/>
                    </a:lnTo>
                    <a:moveTo>
                      <a:pt x="2850135" y="890857"/>
                    </a:moveTo>
                    <a:lnTo>
                      <a:pt x="2880035" y="867731"/>
                    </a:lnTo>
                    <a:moveTo>
                      <a:pt x="2880035" y="867731"/>
                    </a:moveTo>
                    <a:lnTo>
                      <a:pt x="2909935" y="844605"/>
                    </a:lnTo>
                    <a:moveTo>
                      <a:pt x="2909935" y="844605"/>
                    </a:moveTo>
                    <a:lnTo>
                      <a:pt x="2939835" y="821479"/>
                    </a:lnTo>
                    <a:moveTo>
                      <a:pt x="2939835" y="821479"/>
                    </a:moveTo>
                    <a:lnTo>
                      <a:pt x="2969735" y="798352"/>
                    </a:lnTo>
                    <a:moveTo>
                      <a:pt x="2969735" y="798352"/>
                    </a:moveTo>
                    <a:lnTo>
                      <a:pt x="2999635" y="775226"/>
                    </a:lnTo>
                    <a:moveTo>
                      <a:pt x="2999635" y="775226"/>
                    </a:moveTo>
                    <a:lnTo>
                      <a:pt x="3029535" y="752100"/>
                    </a:lnTo>
                    <a:moveTo>
                      <a:pt x="3029535" y="752100"/>
                    </a:moveTo>
                    <a:lnTo>
                      <a:pt x="3059435" y="728974"/>
                    </a:lnTo>
                    <a:moveTo>
                      <a:pt x="3059435" y="728974"/>
                    </a:moveTo>
                    <a:lnTo>
                      <a:pt x="3089336" y="705847"/>
                    </a:lnTo>
                    <a:moveTo>
                      <a:pt x="3089336" y="705847"/>
                    </a:moveTo>
                    <a:lnTo>
                      <a:pt x="3119236" y="682721"/>
                    </a:lnTo>
                    <a:moveTo>
                      <a:pt x="3119236" y="682721"/>
                    </a:moveTo>
                    <a:lnTo>
                      <a:pt x="3149136" y="659595"/>
                    </a:lnTo>
                    <a:moveTo>
                      <a:pt x="3149136" y="659595"/>
                    </a:moveTo>
                    <a:lnTo>
                      <a:pt x="3179036" y="636469"/>
                    </a:lnTo>
                    <a:moveTo>
                      <a:pt x="3179036" y="636469"/>
                    </a:moveTo>
                    <a:lnTo>
                      <a:pt x="3208936" y="613342"/>
                    </a:lnTo>
                    <a:moveTo>
                      <a:pt x="3208936" y="613342"/>
                    </a:moveTo>
                    <a:lnTo>
                      <a:pt x="3238836" y="590216"/>
                    </a:lnTo>
                    <a:moveTo>
                      <a:pt x="3238836" y="590216"/>
                    </a:moveTo>
                    <a:lnTo>
                      <a:pt x="3268736" y="567090"/>
                    </a:lnTo>
                    <a:moveTo>
                      <a:pt x="3268736" y="567090"/>
                    </a:moveTo>
                    <a:lnTo>
                      <a:pt x="3298636" y="543964"/>
                    </a:lnTo>
                    <a:moveTo>
                      <a:pt x="3298636" y="543964"/>
                    </a:moveTo>
                    <a:lnTo>
                      <a:pt x="3328536" y="520837"/>
                    </a:lnTo>
                    <a:moveTo>
                      <a:pt x="3328536" y="520837"/>
                    </a:moveTo>
                    <a:lnTo>
                      <a:pt x="3358437" y="497711"/>
                    </a:lnTo>
                    <a:moveTo>
                      <a:pt x="3358437" y="497711"/>
                    </a:moveTo>
                    <a:lnTo>
                      <a:pt x="3388337" y="474585"/>
                    </a:lnTo>
                    <a:moveTo>
                      <a:pt x="3388337" y="474585"/>
                    </a:moveTo>
                    <a:lnTo>
                      <a:pt x="3418237" y="451459"/>
                    </a:lnTo>
                    <a:moveTo>
                      <a:pt x="3418237" y="451459"/>
                    </a:moveTo>
                    <a:lnTo>
                      <a:pt x="3448137" y="428332"/>
                    </a:lnTo>
                    <a:moveTo>
                      <a:pt x="3448137" y="428332"/>
                    </a:moveTo>
                    <a:lnTo>
                      <a:pt x="3478037" y="405206"/>
                    </a:lnTo>
                    <a:moveTo>
                      <a:pt x="3478037" y="405206"/>
                    </a:moveTo>
                    <a:lnTo>
                      <a:pt x="3507937" y="382080"/>
                    </a:lnTo>
                    <a:moveTo>
                      <a:pt x="3507937" y="382080"/>
                    </a:moveTo>
                    <a:lnTo>
                      <a:pt x="3537837" y="358954"/>
                    </a:lnTo>
                    <a:moveTo>
                      <a:pt x="3537837" y="358954"/>
                    </a:moveTo>
                    <a:lnTo>
                      <a:pt x="3567737" y="335827"/>
                    </a:lnTo>
                    <a:moveTo>
                      <a:pt x="3567737" y="335827"/>
                    </a:moveTo>
                    <a:lnTo>
                      <a:pt x="3597637" y="312701"/>
                    </a:lnTo>
                    <a:moveTo>
                      <a:pt x="3597637" y="312701"/>
                    </a:moveTo>
                    <a:lnTo>
                      <a:pt x="3627537" y="289575"/>
                    </a:lnTo>
                    <a:moveTo>
                      <a:pt x="3627537" y="289575"/>
                    </a:moveTo>
                    <a:lnTo>
                      <a:pt x="3657438" y="266448"/>
                    </a:lnTo>
                    <a:moveTo>
                      <a:pt x="3657438" y="266448"/>
                    </a:moveTo>
                    <a:lnTo>
                      <a:pt x="3687338" y="243322"/>
                    </a:lnTo>
                    <a:moveTo>
                      <a:pt x="3687338" y="243322"/>
                    </a:moveTo>
                    <a:lnTo>
                      <a:pt x="3717238" y="220196"/>
                    </a:lnTo>
                    <a:moveTo>
                      <a:pt x="3717238" y="220196"/>
                    </a:moveTo>
                    <a:lnTo>
                      <a:pt x="3747138" y="197070"/>
                    </a:lnTo>
                    <a:moveTo>
                      <a:pt x="3747138" y="197070"/>
                    </a:moveTo>
                    <a:lnTo>
                      <a:pt x="3777038" y="173943"/>
                    </a:lnTo>
                    <a:moveTo>
                      <a:pt x="3777038" y="173943"/>
                    </a:moveTo>
                    <a:lnTo>
                      <a:pt x="3806938" y="150817"/>
                    </a:lnTo>
                    <a:moveTo>
                      <a:pt x="3806938" y="150817"/>
                    </a:moveTo>
                    <a:lnTo>
                      <a:pt x="3836838" y="127691"/>
                    </a:lnTo>
                    <a:moveTo>
                      <a:pt x="3836838" y="127691"/>
                    </a:moveTo>
                    <a:lnTo>
                      <a:pt x="3866738" y="104565"/>
                    </a:lnTo>
                    <a:moveTo>
                      <a:pt x="3866738" y="104565"/>
                    </a:moveTo>
                    <a:lnTo>
                      <a:pt x="3896638" y="81438"/>
                    </a:lnTo>
                    <a:moveTo>
                      <a:pt x="3896638" y="81438"/>
                    </a:moveTo>
                    <a:lnTo>
                      <a:pt x="3926538" y="58312"/>
                    </a:lnTo>
                    <a:moveTo>
                      <a:pt x="3926538" y="58312"/>
                    </a:moveTo>
                    <a:lnTo>
                      <a:pt x="3956439" y="35186"/>
                    </a:lnTo>
                    <a:moveTo>
                      <a:pt x="3956439" y="35186"/>
                    </a:moveTo>
                    <a:lnTo>
                      <a:pt x="3986339" y="12060"/>
                    </a:lnTo>
                    <a:moveTo>
                      <a:pt x="3986339" y="12060"/>
                    </a:moveTo>
                    <a:lnTo>
                      <a:pt x="4001931" y="0"/>
                    </a:lnTo>
                    <a:moveTo>
                      <a:pt x="269539" y="1739363"/>
                    </a:moveTo>
                    <a:lnTo>
                      <a:pt x="286390" y="1728702"/>
                    </a:lnTo>
                    <a:lnTo>
                      <a:pt x="295755" y="1743909"/>
                    </a:lnTo>
                    <a:moveTo>
                      <a:pt x="295755" y="1743909"/>
                    </a:moveTo>
                    <a:lnTo>
                      <a:pt x="315575" y="1776096"/>
                    </a:lnTo>
                    <a:moveTo>
                      <a:pt x="315575" y="1776096"/>
                    </a:moveTo>
                    <a:lnTo>
                      <a:pt x="334330" y="1806553"/>
                    </a:lnTo>
                    <a:moveTo>
                      <a:pt x="0" y="1181173"/>
                    </a:moveTo>
                    <a:lnTo>
                      <a:pt x="2484" y="1185525"/>
                    </a:lnTo>
                    <a:lnTo>
                      <a:pt x="4762" y="1189985"/>
                    </a:lnTo>
                    <a:lnTo>
                      <a:pt x="16823" y="1215011"/>
                    </a:lnTo>
                    <a:moveTo>
                      <a:pt x="16823" y="1215011"/>
                    </a:moveTo>
                    <a:lnTo>
                      <a:pt x="33234" y="1249062"/>
                    </a:lnTo>
                    <a:moveTo>
                      <a:pt x="33234" y="1249062"/>
                    </a:moveTo>
                    <a:lnTo>
                      <a:pt x="49645" y="1283114"/>
                    </a:lnTo>
                    <a:moveTo>
                      <a:pt x="49645" y="1283114"/>
                    </a:moveTo>
                    <a:lnTo>
                      <a:pt x="66056" y="1317166"/>
                    </a:lnTo>
                    <a:moveTo>
                      <a:pt x="66056" y="1317166"/>
                    </a:moveTo>
                    <a:lnTo>
                      <a:pt x="66549" y="1318189"/>
                    </a:lnTo>
                    <a:lnTo>
                      <a:pt x="82468" y="1351217"/>
                    </a:lnTo>
                    <a:moveTo>
                      <a:pt x="82468" y="1351217"/>
                    </a:moveTo>
                    <a:lnTo>
                      <a:pt x="98880" y="1385268"/>
                    </a:lnTo>
                    <a:moveTo>
                      <a:pt x="98880" y="1385268"/>
                    </a:moveTo>
                    <a:lnTo>
                      <a:pt x="99532" y="1386621"/>
                    </a:lnTo>
                    <a:lnTo>
                      <a:pt x="115291" y="1419320"/>
                    </a:lnTo>
                    <a:moveTo>
                      <a:pt x="115291" y="1419320"/>
                    </a:moveTo>
                    <a:lnTo>
                      <a:pt x="131703" y="1453371"/>
                    </a:lnTo>
                    <a:moveTo>
                      <a:pt x="131703" y="1453371"/>
                    </a:moveTo>
                    <a:lnTo>
                      <a:pt x="148114" y="1487423"/>
                    </a:lnTo>
                    <a:moveTo>
                      <a:pt x="148114" y="1487423"/>
                    </a:moveTo>
                    <a:lnTo>
                      <a:pt x="164526" y="1521474"/>
                    </a:lnTo>
                    <a:moveTo>
                      <a:pt x="164526" y="1521474"/>
                    </a:moveTo>
                    <a:lnTo>
                      <a:pt x="180937" y="1555526"/>
                    </a:lnTo>
                    <a:moveTo>
                      <a:pt x="180937" y="1555526"/>
                    </a:moveTo>
                    <a:lnTo>
                      <a:pt x="197348" y="1589577"/>
                    </a:lnTo>
                    <a:moveTo>
                      <a:pt x="197348" y="1589577"/>
                    </a:moveTo>
                    <a:lnTo>
                      <a:pt x="213760" y="1623629"/>
                    </a:lnTo>
                    <a:moveTo>
                      <a:pt x="213760" y="1623629"/>
                    </a:moveTo>
                    <a:lnTo>
                      <a:pt x="230171" y="1657680"/>
                    </a:lnTo>
                    <a:moveTo>
                      <a:pt x="230171" y="1657680"/>
                    </a:moveTo>
                    <a:lnTo>
                      <a:pt x="246582" y="1691732"/>
                    </a:lnTo>
                    <a:moveTo>
                      <a:pt x="246582" y="1691732"/>
                    </a:moveTo>
                    <a:lnTo>
                      <a:pt x="262994" y="1725783"/>
                    </a:lnTo>
                    <a:moveTo>
                      <a:pt x="262994" y="1725783"/>
                    </a:moveTo>
                    <a:lnTo>
                      <a:pt x="269539" y="1739363"/>
                    </a:lnTo>
                    <a:moveTo>
                      <a:pt x="143153" y="335975"/>
                    </a:moveTo>
                    <a:lnTo>
                      <a:pt x="166125" y="365994"/>
                    </a:lnTo>
                    <a:moveTo>
                      <a:pt x="166125" y="365994"/>
                    </a:moveTo>
                    <a:lnTo>
                      <a:pt x="189096" y="396013"/>
                    </a:lnTo>
                    <a:moveTo>
                      <a:pt x="189096" y="396013"/>
                    </a:moveTo>
                    <a:lnTo>
                      <a:pt x="212068" y="426033"/>
                    </a:lnTo>
                    <a:moveTo>
                      <a:pt x="212068" y="426033"/>
                    </a:moveTo>
                    <a:lnTo>
                      <a:pt x="235039" y="456052"/>
                    </a:lnTo>
                    <a:moveTo>
                      <a:pt x="235039" y="456052"/>
                    </a:moveTo>
                    <a:lnTo>
                      <a:pt x="258011" y="486071"/>
                    </a:lnTo>
                    <a:moveTo>
                      <a:pt x="258011" y="486071"/>
                    </a:moveTo>
                    <a:lnTo>
                      <a:pt x="280982" y="516090"/>
                    </a:lnTo>
                    <a:moveTo>
                      <a:pt x="280982" y="516090"/>
                    </a:moveTo>
                    <a:lnTo>
                      <a:pt x="303954" y="546109"/>
                    </a:lnTo>
                    <a:moveTo>
                      <a:pt x="303954" y="546109"/>
                    </a:moveTo>
                    <a:lnTo>
                      <a:pt x="326925" y="576128"/>
                    </a:lnTo>
                    <a:moveTo>
                      <a:pt x="326925" y="576128"/>
                    </a:moveTo>
                    <a:lnTo>
                      <a:pt x="349897" y="606147"/>
                    </a:lnTo>
                    <a:moveTo>
                      <a:pt x="349897" y="606147"/>
                    </a:moveTo>
                    <a:lnTo>
                      <a:pt x="372868" y="636167"/>
                    </a:lnTo>
                    <a:moveTo>
                      <a:pt x="372868" y="636167"/>
                    </a:moveTo>
                    <a:lnTo>
                      <a:pt x="395840" y="666186"/>
                    </a:lnTo>
                    <a:moveTo>
                      <a:pt x="395840" y="666186"/>
                    </a:moveTo>
                    <a:lnTo>
                      <a:pt x="402382" y="674735"/>
                    </a:lnTo>
                    <a:lnTo>
                      <a:pt x="418814" y="696203"/>
                    </a:lnTo>
                    <a:moveTo>
                      <a:pt x="418814" y="696203"/>
                    </a:moveTo>
                    <a:lnTo>
                      <a:pt x="441790" y="726218"/>
                    </a:lnTo>
                    <a:moveTo>
                      <a:pt x="441790" y="726218"/>
                    </a:moveTo>
                    <a:lnTo>
                      <a:pt x="464766" y="756234"/>
                    </a:lnTo>
                    <a:moveTo>
                      <a:pt x="464766" y="756234"/>
                    </a:moveTo>
                    <a:lnTo>
                      <a:pt x="487742" y="786250"/>
                    </a:lnTo>
                    <a:moveTo>
                      <a:pt x="487742" y="786250"/>
                    </a:moveTo>
                    <a:lnTo>
                      <a:pt x="510718" y="816266"/>
                    </a:lnTo>
                    <a:moveTo>
                      <a:pt x="510718" y="816266"/>
                    </a:moveTo>
                    <a:lnTo>
                      <a:pt x="533694" y="846281"/>
                    </a:lnTo>
                    <a:moveTo>
                      <a:pt x="533694" y="846281"/>
                    </a:moveTo>
                    <a:lnTo>
                      <a:pt x="542745" y="858105"/>
                    </a:lnTo>
                    <a:lnTo>
                      <a:pt x="524528" y="871999"/>
                    </a:lnTo>
                    <a:moveTo>
                      <a:pt x="524528" y="871999"/>
                    </a:moveTo>
                    <a:lnTo>
                      <a:pt x="494473" y="894923"/>
                    </a:lnTo>
                    <a:moveTo>
                      <a:pt x="494473" y="894923"/>
                    </a:moveTo>
                    <a:lnTo>
                      <a:pt x="464417" y="917847"/>
                    </a:lnTo>
                    <a:moveTo>
                      <a:pt x="464417" y="917847"/>
                    </a:moveTo>
                    <a:lnTo>
                      <a:pt x="434361" y="940770"/>
                    </a:lnTo>
                    <a:moveTo>
                      <a:pt x="434361" y="940770"/>
                    </a:moveTo>
                    <a:lnTo>
                      <a:pt x="404306" y="963694"/>
                    </a:lnTo>
                    <a:moveTo>
                      <a:pt x="404306" y="963694"/>
                    </a:moveTo>
                    <a:lnTo>
                      <a:pt x="374250" y="986618"/>
                    </a:lnTo>
                    <a:moveTo>
                      <a:pt x="374250" y="986618"/>
                    </a:moveTo>
                    <a:lnTo>
                      <a:pt x="344195" y="1009542"/>
                    </a:lnTo>
                    <a:moveTo>
                      <a:pt x="344195" y="1009542"/>
                    </a:moveTo>
                    <a:lnTo>
                      <a:pt x="343979" y="1009706"/>
                    </a:lnTo>
                    <a:lnTo>
                      <a:pt x="360276" y="1043512"/>
                    </a:lnTo>
                    <a:moveTo>
                      <a:pt x="360276" y="1043512"/>
                    </a:moveTo>
                    <a:lnTo>
                      <a:pt x="376691" y="1077562"/>
                    </a:lnTo>
                    <a:moveTo>
                      <a:pt x="376691" y="1077562"/>
                    </a:moveTo>
                    <a:lnTo>
                      <a:pt x="393106" y="1111612"/>
                    </a:lnTo>
                    <a:moveTo>
                      <a:pt x="393106" y="1111612"/>
                    </a:moveTo>
                    <a:lnTo>
                      <a:pt x="409521" y="1145662"/>
                    </a:lnTo>
                    <a:moveTo>
                      <a:pt x="409521" y="1145662"/>
                    </a:moveTo>
                    <a:lnTo>
                      <a:pt x="425936" y="1179712"/>
                    </a:lnTo>
                    <a:moveTo>
                      <a:pt x="425936" y="1179712"/>
                    </a:moveTo>
                    <a:lnTo>
                      <a:pt x="442350" y="1213762"/>
                    </a:lnTo>
                    <a:moveTo>
                      <a:pt x="442350" y="1213762"/>
                    </a:moveTo>
                    <a:lnTo>
                      <a:pt x="458765" y="1247811"/>
                    </a:lnTo>
                    <a:moveTo>
                      <a:pt x="458765" y="1247811"/>
                    </a:moveTo>
                    <a:lnTo>
                      <a:pt x="475180" y="1281861"/>
                    </a:lnTo>
                    <a:moveTo>
                      <a:pt x="475180" y="1281861"/>
                    </a:moveTo>
                    <a:lnTo>
                      <a:pt x="491595" y="1315911"/>
                    </a:lnTo>
                    <a:moveTo>
                      <a:pt x="491595" y="1315911"/>
                    </a:moveTo>
                    <a:lnTo>
                      <a:pt x="508009" y="1349961"/>
                    </a:lnTo>
                    <a:moveTo>
                      <a:pt x="508009" y="1349961"/>
                    </a:moveTo>
                    <a:lnTo>
                      <a:pt x="524424" y="1384011"/>
                    </a:lnTo>
                    <a:moveTo>
                      <a:pt x="524424" y="1384011"/>
                    </a:moveTo>
                    <a:lnTo>
                      <a:pt x="540839" y="1418061"/>
                    </a:lnTo>
                    <a:moveTo>
                      <a:pt x="540839" y="1418061"/>
                    </a:moveTo>
                    <a:lnTo>
                      <a:pt x="557254" y="1452111"/>
                    </a:lnTo>
                    <a:moveTo>
                      <a:pt x="557254" y="1452111"/>
                    </a:moveTo>
                    <a:lnTo>
                      <a:pt x="573668" y="1486161"/>
                    </a:lnTo>
                    <a:moveTo>
                      <a:pt x="573668" y="1486161"/>
                    </a:moveTo>
                    <a:lnTo>
                      <a:pt x="590083" y="1520211"/>
                    </a:lnTo>
                    <a:moveTo>
                      <a:pt x="590083" y="1520211"/>
                    </a:moveTo>
                    <a:lnTo>
                      <a:pt x="606498" y="1554261"/>
                    </a:lnTo>
                    <a:moveTo>
                      <a:pt x="606498" y="1554261"/>
                    </a:moveTo>
                    <a:lnTo>
                      <a:pt x="622913" y="1588310"/>
                    </a:lnTo>
                    <a:moveTo>
                      <a:pt x="622913" y="1588310"/>
                    </a:moveTo>
                    <a:lnTo>
                      <a:pt x="626184" y="1595095"/>
                    </a:lnTo>
                    <a:moveTo>
                      <a:pt x="2443822" y="6250432"/>
                    </a:moveTo>
                    <a:lnTo>
                      <a:pt x="2440766" y="6244091"/>
                    </a:lnTo>
                    <a:moveTo>
                      <a:pt x="2440766" y="6244091"/>
                    </a:moveTo>
                    <a:lnTo>
                      <a:pt x="2424359" y="6210037"/>
                    </a:lnTo>
                    <a:moveTo>
                      <a:pt x="2424359" y="6210037"/>
                    </a:moveTo>
                    <a:lnTo>
                      <a:pt x="2407952" y="6175984"/>
                    </a:lnTo>
                    <a:moveTo>
                      <a:pt x="2407952" y="6175984"/>
                    </a:moveTo>
                    <a:lnTo>
                      <a:pt x="2398293" y="6155935"/>
                    </a:lnTo>
                    <a:lnTo>
                      <a:pt x="2391545" y="6141930"/>
                    </a:lnTo>
                    <a:moveTo>
                      <a:pt x="2391545" y="6141930"/>
                    </a:moveTo>
                    <a:lnTo>
                      <a:pt x="2375137" y="6107877"/>
                    </a:lnTo>
                    <a:moveTo>
                      <a:pt x="2375137" y="6107877"/>
                    </a:moveTo>
                    <a:lnTo>
                      <a:pt x="2358730" y="6073823"/>
                    </a:lnTo>
                    <a:moveTo>
                      <a:pt x="2358730" y="6073823"/>
                    </a:moveTo>
                    <a:lnTo>
                      <a:pt x="2342323" y="6039770"/>
                    </a:lnTo>
                    <a:moveTo>
                      <a:pt x="2342323" y="6039770"/>
                    </a:moveTo>
                    <a:lnTo>
                      <a:pt x="2328382" y="6010836"/>
                    </a:lnTo>
                    <a:lnTo>
                      <a:pt x="2325915" y="6005716"/>
                    </a:lnTo>
                    <a:moveTo>
                      <a:pt x="2325915" y="6005716"/>
                    </a:moveTo>
                    <a:lnTo>
                      <a:pt x="2309502" y="5971666"/>
                    </a:lnTo>
                    <a:moveTo>
                      <a:pt x="2309502" y="5971666"/>
                    </a:moveTo>
                    <a:lnTo>
                      <a:pt x="2293089" y="5937615"/>
                    </a:lnTo>
                    <a:moveTo>
                      <a:pt x="2293089" y="5937615"/>
                    </a:moveTo>
                    <a:lnTo>
                      <a:pt x="2276676" y="5903564"/>
                    </a:lnTo>
                    <a:moveTo>
                      <a:pt x="2276676" y="5903564"/>
                    </a:moveTo>
                    <a:lnTo>
                      <a:pt x="2260263" y="5869513"/>
                    </a:lnTo>
                    <a:moveTo>
                      <a:pt x="2260263" y="5869513"/>
                    </a:moveTo>
                    <a:lnTo>
                      <a:pt x="2243850" y="5835463"/>
                    </a:lnTo>
                    <a:moveTo>
                      <a:pt x="2243850" y="5835463"/>
                    </a:moveTo>
                    <a:lnTo>
                      <a:pt x="2227437" y="5801412"/>
                    </a:lnTo>
                    <a:moveTo>
                      <a:pt x="2227437" y="5801412"/>
                    </a:moveTo>
                    <a:lnTo>
                      <a:pt x="2211024" y="5767361"/>
                    </a:lnTo>
                    <a:moveTo>
                      <a:pt x="2211024" y="5767361"/>
                    </a:moveTo>
                    <a:lnTo>
                      <a:pt x="2194611" y="5733310"/>
                    </a:lnTo>
                    <a:moveTo>
                      <a:pt x="2194611" y="5733310"/>
                    </a:moveTo>
                    <a:lnTo>
                      <a:pt x="2178198" y="5699260"/>
                    </a:lnTo>
                    <a:moveTo>
                      <a:pt x="2178198" y="5699260"/>
                    </a:moveTo>
                    <a:lnTo>
                      <a:pt x="2161785" y="5665209"/>
                    </a:lnTo>
                    <a:moveTo>
                      <a:pt x="2161785" y="5665209"/>
                    </a:moveTo>
                    <a:lnTo>
                      <a:pt x="2145372" y="5631158"/>
                    </a:lnTo>
                    <a:moveTo>
                      <a:pt x="2145372" y="5631158"/>
                    </a:moveTo>
                    <a:lnTo>
                      <a:pt x="2128959" y="5597107"/>
                    </a:lnTo>
                    <a:moveTo>
                      <a:pt x="2128959" y="5597107"/>
                    </a:moveTo>
                    <a:lnTo>
                      <a:pt x="2112546" y="5563057"/>
                    </a:lnTo>
                    <a:moveTo>
                      <a:pt x="2112546" y="5563057"/>
                    </a:moveTo>
                    <a:lnTo>
                      <a:pt x="2096133" y="5529006"/>
                    </a:lnTo>
                    <a:moveTo>
                      <a:pt x="2096133" y="5529006"/>
                    </a:moveTo>
                    <a:lnTo>
                      <a:pt x="2079720" y="5494955"/>
                    </a:lnTo>
                    <a:moveTo>
                      <a:pt x="2079720" y="5494955"/>
                    </a:moveTo>
                    <a:lnTo>
                      <a:pt x="2063307" y="5460904"/>
                    </a:lnTo>
                    <a:moveTo>
                      <a:pt x="2063307" y="5460904"/>
                    </a:moveTo>
                    <a:lnTo>
                      <a:pt x="2046894" y="5426854"/>
                    </a:lnTo>
                    <a:moveTo>
                      <a:pt x="2046894" y="5426854"/>
                    </a:moveTo>
                    <a:lnTo>
                      <a:pt x="2030481" y="5392803"/>
                    </a:lnTo>
                    <a:moveTo>
                      <a:pt x="2030481" y="5392803"/>
                    </a:moveTo>
                    <a:lnTo>
                      <a:pt x="2014068" y="5358752"/>
                    </a:lnTo>
                    <a:moveTo>
                      <a:pt x="2014068" y="5358752"/>
                    </a:moveTo>
                    <a:lnTo>
                      <a:pt x="1997655" y="5324701"/>
                    </a:lnTo>
                    <a:moveTo>
                      <a:pt x="1997655" y="5324701"/>
                    </a:moveTo>
                    <a:lnTo>
                      <a:pt x="1981242" y="5290651"/>
                    </a:lnTo>
                    <a:moveTo>
                      <a:pt x="1981242" y="5290651"/>
                    </a:moveTo>
                    <a:lnTo>
                      <a:pt x="1964829" y="5256600"/>
                    </a:lnTo>
                    <a:moveTo>
                      <a:pt x="1964829" y="5256600"/>
                    </a:moveTo>
                    <a:lnTo>
                      <a:pt x="1948416" y="5222549"/>
                    </a:lnTo>
                    <a:moveTo>
                      <a:pt x="1948416" y="5222549"/>
                    </a:moveTo>
                    <a:lnTo>
                      <a:pt x="1937602" y="5200115"/>
                    </a:lnTo>
                    <a:lnTo>
                      <a:pt x="1932003" y="5188498"/>
                    </a:lnTo>
                    <a:moveTo>
                      <a:pt x="1932003" y="5188498"/>
                    </a:moveTo>
                    <a:lnTo>
                      <a:pt x="1915590" y="5154448"/>
                    </a:lnTo>
                    <a:moveTo>
                      <a:pt x="1915590" y="5154448"/>
                    </a:moveTo>
                    <a:lnTo>
                      <a:pt x="1908564" y="5139873"/>
                    </a:lnTo>
                    <a:lnTo>
                      <a:pt x="1899177" y="5120397"/>
                    </a:lnTo>
                    <a:moveTo>
                      <a:pt x="1899177" y="5120397"/>
                    </a:moveTo>
                    <a:lnTo>
                      <a:pt x="1882763" y="5086346"/>
                    </a:lnTo>
                    <a:moveTo>
                      <a:pt x="1882763" y="5086346"/>
                    </a:moveTo>
                    <a:lnTo>
                      <a:pt x="1866350" y="5052296"/>
                    </a:lnTo>
                    <a:moveTo>
                      <a:pt x="1866350" y="5052296"/>
                    </a:moveTo>
                    <a:lnTo>
                      <a:pt x="1849937" y="5018245"/>
                    </a:lnTo>
                    <a:moveTo>
                      <a:pt x="1849937" y="5018245"/>
                    </a:moveTo>
                    <a:lnTo>
                      <a:pt x="1833524" y="4984194"/>
                    </a:lnTo>
                    <a:moveTo>
                      <a:pt x="1833524" y="4984194"/>
                    </a:moveTo>
                    <a:lnTo>
                      <a:pt x="1817111" y="4950143"/>
                    </a:lnTo>
                    <a:moveTo>
                      <a:pt x="1817111" y="4950143"/>
                    </a:moveTo>
                    <a:lnTo>
                      <a:pt x="1810841" y="4937135"/>
                    </a:lnTo>
                    <a:moveTo>
                      <a:pt x="2661891" y="6081082"/>
                    </a:moveTo>
                    <a:lnTo>
                      <a:pt x="2678305" y="6115133"/>
                    </a:lnTo>
                    <a:moveTo>
                      <a:pt x="2678305" y="6115133"/>
                    </a:moveTo>
                    <a:lnTo>
                      <a:pt x="2694718" y="6149183"/>
                    </a:lnTo>
                    <a:moveTo>
                      <a:pt x="2694718" y="6149183"/>
                    </a:moveTo>
                    <a:lnTo>
                      <a:pt x="2711132" y="6183234"/>
                    </a:lnTo>
                    <a:moveTo>
                      <a:pt x="2711132" y="6183234"/>
                    </a:moveTo>
                    <a:lnTo>
                      <a:pt x="2727546" y="6217284"/>
                    </a:lnTo>
                    <a:moveTo>
                      <a:pt x="2727546" y="6217284"/>
                    </a:moveTo>
                    <a:lnTo>
                      <a:pt x="2740132" y="6243395"/>
                    </a:lnTo>
                    <a:lnTo>
                      <a:pt x="2743151" y="6249276"/>
                    </a:lnTo>
                    <a:lnTo>
                      <a:pt x="2743817" y="6250432"/>
                    </a:lnTo>
                    <a:moveTo>
                      <a:pt x="3037067" y="6250432"/>
                    </a:moveTo>
                    <a:lnTo>
                      <a:pt x="3056336" y="6241210"/>
                    </a:lnTo>
                    <a:moveTo>
                      <a:pt x="3056336" y="6241210"/>
                    </a:moveTo>
                    <a:lnTo>
                      <a:pt x="3090432" y="6224891"/>
                    </a:lnTo>
                    <a:moveTo>
                      <a:pt x="3090432" y="6224891"/>
                    </a:moveTo>
                    <a:lnTo>
                      <a:pt x="3124528" y="6208572"/>
                    </a:lnTo>
                    <a:moveTo>
                      <a:pt x="3124528" y="6208572"/>
                    </a:moveTo>
                    <a:lnTo>
                      <a:pt x="3158623" y="6192253"/>
                    </a:lnTo>
                    <a:moveTo>
                      <a:pt x="3158623" y="6192253"/>
                    </a:moveTo>
                    <a:lnTo>
                      <a:pt x="3192719" y="6175934"/>
                    </a:lnTo>
                    <a:moveTo>
                      <a:pt x="3192719" y="6175934"/>
                    </a:moveTo>
                    <a:lnTo>
                      <a:pt x="3226815" y="6159615"/>
                    </a:lnTo>
                    <a:moveTo>
                      <a:pt x="3226815" y="6159615"/>
                    </a:moveTo>
                    <a:lnTo>
                      <a:pt x="3260911" y="6143296"/>
                    </a:lnTo>
                    <a:moveTo>
                      <a:pt x="3260911" y="6143296"/>
                    </a:moveTo>
                    <a:lnTo>
                      <a:pt x="3295007" y="6126977"/>
                    </a:lnTo>
                    <a:moveTo>
                      <a:pt x="3295007" y="6126977"/>
                    </a:moveTo>
                    <a:lnTo>
                      <a:pt x="3329103" y="6110658"/>
                    </a:lnTo>
                    <a:moveTo>
                      <a:pt x="3329103" y="6110658"/>
                    </a:moveTo>
                    <a:lnTo>
                      <a:pt x="3363199" y="6094339"/>
                    </a:lnTo>
                    <a:moveTo>
                      <a:pt x="3363199" y="6094339"/>
                    </a:moveTo>
                    <a:lnTo>
                      <a:pt x="3397295" y="6078020"/>
                    </a:lnTo>
                    <a:moveTo>
                      <a:pt x="3397295" y="6078020"/>
                    </a:moveTo>
                    <a:lnTo>
                      <a:pt x="3431391" y="6061701"/>
                    </a:lnTo>
                    <a:moveTo>
                      <a:pt x="3431391" y="6061701"/>
                    </a:moveTo>
                    <a:lnTo>
                      <a:pt x="3465487" y="6045382"/>
                    </a:lnTo>
                    <a:moveTo>
                      <a:pt x="3465487" y="6045382"/>
                    </a:moveTo>
                    <a:lnTo>
                      <a:pt x="3499583" y="6029064"/>
                    </a:lnTo>
                    <a:moveTo>
                      <a:pt x="3499583" y="6029064"/>
                    </a:moveTo>
                    <a:lnTo>
                      <a:pt x="3533679" y="6012745"/>
                    </a:lnTo>
                    <a:moveTo>
                      <a:pt x="3533679" y="6012745"/>
                    </a:moveTo>
                    <a:lnTo>
                      <a:pt x="3567775" y="5996426"/>
                    </a:lnTo>
                    <a:moveTo>
                      <a:pt x="3567775" y="5996426"/>
                    </a:moveTo>
                    <a:lnTo>
                      <a:pt x="3601871" y="5980107"/>
                    </a:lnTo>
                    <a:moveTo>
                      <a:pt x="3601871" y="5980107"/>
                    </a:moveTo>
                    <a:lnTo>
                      <a:pt x="3635967" y="5963788"/>
                    </a:lnTo>
                    <a:moveTo>
                      <a:pt x="3635967" y="5963788"/>
                    </a:moveTo>
                    <a:lnTo>
                      <a:pt x="3670062" y="5947469"/>
                    </a:lnTo>
                    <a:moveTo>
                      <a:pt x="3670062" y="5947469"/>
                    </a:moveTo>
                    <a:lnTo>
                      <a:pt x="3704158" y="5931150"/>
                    </a:lnTo>
                    <a:moveTo>
                      <a:pt x="3704158" y="5931150"/>
                    </a:moveTo>
                    <a:lnTo>
                      <a:pt x="3738254" y="5914831"/>
                    </a:lnTo>
                    <a:moveTo>
                      <a:pt x="3738254" y="5914831"/>
                    </a:moveTo>
                    <a:lnTo>
                      <a:pt x="3772350" y="5898512"/>
                    </a:lnTo>
                    <a:moveTo>
                      <a:pt x="3772350" y="5898512"/>
                    </a:moveTo>
                    <a:lnTo>
                      <a:pt x="3806446" y="5882193"/>
                    </a:lnTo>
                    <a:moveTo>
                      <a:pt x="3806446" y="5882193"/>
                    </a:moveTo>
                    <a:lnTo>
                      <a:pt x="3840542" y="5865874"/>
                    </a:lnTo>
                    <a:moveTo>
                      <a:pt x="3840542" y="5865874"/>
                    </a:moveTo>
                    <a:lnTo>
                      <a:pt x="3874638" y="5849555"/>
                    </a:lnTo>
                    <a:moveTo>
                      <a:pt x="3874638" y="5849555"/>
                    </a:moveTo>
                    <a:lnTo>
                      <a:pt x="3908734" y="5833236"/>
                    </a:lnTo>
                    <a:moveTo>
                      <a:pt x="3908734" y="5833236"/>
                    </a:moveTo>
                    <a:lnTo>
                      <a:pt x="3942830" y="5816918"/>
                    </a:lnTo>
                    <a:moveTo>
                      <a:pt x="3942830" y="5816918"/>
                    </a:moveTo>
                    <a:lnTo>
                      <a:pt x="3976926" y="5800599"/>
                    </a:lnTo>
                    <a:moveTo>
                      <a:pt x="3976926" y="5800599"/>
                    </a:moveTo>
                    <a:lnTo>
                      <a:pt x="4011022" y="5784280"/>
                    </a:lnTo>
                    <a:moveTo>
                      <a:pt x="4011022" y="5784280"/>
                    </a:moveTo>
                    <a:lnTo>
                      <a:pt x="4045118" y="5767961"/>
                    </a:lnTo>
                    <a:moveTo>
                      <a:pt x="4045118" y="5767961"/>
                    </a:moveTo>
                    <a:lnTo>
                      <a:pt x="4079214" y="5751642"/>
                    </a:lnTo>
                    <a:moveTo>
                      <a:pt x="4079214" y="5751642"/>
                    </a:moveTo>
                    <a:lnTo>
                      <a:pt x="4113310" y="5735323"/>
                    </a:lnTo>
                    <a:moveTo>
                      <a:pt x="4113310" y="5735323"/>
                    </a:moveTo>
                    <a:lnTo>
                      <a:pt x="4147406" y="5719004"/>
                    </a:lnTo>
                    <a:moveTo>
                      <a:pt x="4147406" y="5719004"/>
                    </a:moveTo>
                    <a:lnTo>
                      <a:pt x="4181501" y="5702685"/>
                    </a:lnTo>
                    <a:moveTo>
                      <a:pt x="4181501" y="5702685"/>
                    </a:moveTo>
                    <a:lnTo>
                      <a:pt x="4215597" y="5686366"/>
                    </a:lnTo>
                    <a:moveTo>
                      <a:pt x="4215597" y="5686366"/>
                    </a:moveTo>
                    <a:lnTo>
                      <a:pt x="4249693" y="5670047"/>
                    </a:lnTo>
                    <a:moveTo>
                      <a:pt x="4249693" y="5670047"/>
                    </a:moveTo>
                    <a:lnTo>
                      <a:pt x="4283789" y="5653728"/>
                    </a:lnTo>
                    <a:moveTo>
                      <a:pt x="4283789" y="5653728"/>
                    </a:moveTo>
                    <a:lnTo>
                      <a:pt x="4317885" y="5637409"/>
                    </a:lnTo>
                    <a:moveTo>
                      <a:pt x="4317885" y="5637409"/>
                    </a:moveTo>
                    <a:lnTo>
                      <a:pt x="4351981" y="5621090"/>
                    </a:lnTo>
                    <a:moveTo>
                      <a:pt x="4351981" y="5621090"/>
                    </a:moveTo>
                    <a:lnTo>
                      <a:pt x="4386077" y="5604771"/>
                    </a:lnTo>
                    <a:moveTo>
                      <a:pt x="4386077" y="5604771"/>
                    </a:moveTo>
                    <a:lnTo>
                      <a:pt x="4420173" y="5588453"/>
                    </a:lnTo>
                    <a:moveTo>
                      <a:pt x="4420173" y="5588453"/>
                    </a:moveTo>
                    <a:lnTo>
                      <a:pt x="4454269" y="5572134"/>
                    </a:lnTo>
                    <a:moveTo>
                      <a:pt x="4454269" y="5572134"/>
                    </a:moveTo>
                    <a:lnTo>
                      <a:pt x="4488365" y="5555815"/>
                    </a:lnTo>
                    <a:moveTo>
                      <a:pt x="4488365" y="5555815"/>
                    </a:moveTo>
                    <a:lnTo>
                      <a:pt x="4509274" y="5545807"/>
                    </a:lnTo>
                    <a:moveTo>
                      <a:pt x="4501016" y="5176138"/>
                    </a:moveTo>
                    <a:lnTo>
                      <a:pt x="4509274" y="5193391"/>
                    </a:lnTo>
                    <a:moveTo>
                      <a:pt x="2110481" y="4937135"/>
                    </a:moveTo>
                    <a:lnTo>
                      <a:pt x="2126895" y="4971186"/>
                    </a:lnTo>
                    <a:moveTo>
                      <a:pt x="2126895" y="4971186"/>
                    </a:moveTo>
                    <a:lnTo>
                      <a:pt x="2143308" y="5005236"/>
                    </a:lnTo>
                    <a:moveTo>
                      <a:pt x="2143308" y="5005236"/>
                    </a:moveTo>
                    <a:lnTo>
                      <a:pt x="2159721" y="5039287"/>
                    </a:lnTo>
                    <a:moveTo>
                      <a:pt x="2159721" y="5039287"/>
                    </a:moveTo>
                    <a:lnTo>
                      <a:pt x="2176134" y="5073338"/>
                    </a:lnTo>
                    <a:moveTo>
                      <a:pt x="2176134" y="5073338"/>
                    </a:moveTo>
                    <a:lnTo>
                      <a:pt x="2192548" y="5107388"/>
                    </a:lnTo>
                    <a:moveTo>
                      <a:pt x="2192548" y="5107388"/>
                    </a:moveTo>
                    <a:lnTo>
                      <a:pt x="2208961" y="5141439"/>
                    </a:lnTo>
                    <a:moveTo>
                      <a:pt x="2208961" y="5141439"/>
                    </a:moveTo>
                    <a:lnTo>
                      <a:pt x="2225374" y="5175490"/>
                    </a:lnTo>
                    <a:moveTo>
                      <a:pt x="2225374" y="5175490"/>
                    </a:moveTo>
                    <a:lnTo>
                      <a:pt x="2241787" y="5209540"/>
                    </a:lnTo>
                    <a:moveTo>
                      <a:pt x="2241787" y="5209540"/>
                    </a:moveTo>
                    <a:lnTo>
                      <a:pt x="2258200" y="5243591"/>
                    </a:lnTo>
                    <a:moveTo>
                      <a:pt x="2258200" y="5243591"/>
                    </a:moveTo>
                    <a:lnTo>
                      <a:pt x="2274614" y="5277641"/>
                    </a:lnTo>
                    <a:moveTo>
                      <a:pt x="2274614" y="5277641"/>
                    </a:moveTo>
                    <a:lnTo>
                      <a:pt x="2291027" y="5311692"/>
                    </a:lnTo>
                    <a:moveTo>
                      <a:pt x="2291027" y="5311692"/>
                    </a:moveTo>
                    <a:lnTo>
                      <a:pt x="2307440" y="5345743"/>
                    </a:lnTo>
                    <a:moveTo>
                      <a:pt x="2307440" y="5345743"/>
                    </a:moveTo>
                    <a:lnTo>
                      <a:pt x="2323853" y="5379793"/>
                    </a:lnTo>
                    <a:moveTo>
                      <a:pt x="2323853" y="5379793"/>
                    </a:moveTo>
                    <a:lnTo>
                      <a:pt x="2340267" y="5413844"/>
                    </a:lnTo>
                    <a:moveTo>
                      <a:pt x="2340267" y="5413844"/>
                    </a:moveTo>
                    <a:lnTo>
                      <a:pt x="2356680" y="5447895"/>
                    </a:lnTo>
                    <a:moveTo>
                      <a:pt x="2356680" y="5447895"/>
                    </a:moveTo>
                    <a:lnTo>
                      <a:pt x="2373093" y="5481945"/>
                    </a:lnTo>
                    <a:moveTo>
                      <a:pt x="2373093" y="5481945"/>
                    </a:moveTo>
                    <a:lnTo>
                      <a:pt x="2383336" y="5503196"/>
                    </a:lnTo>
                    <a:moveTo>
                      <a:pt x="2661891" y="6081082"/>
                    </a:moveTo>
                    <a:lnTo>
                      <a:pt x="2695937" y="6064659"/>
                    </a:lnTo>
                    <a:moveTo>
                      <a:pt x="2695937" y="6064659"/>
                    </a:moveTo>
                    <a:lnTo>
                      <a:pt x="2710094" y="6057830"/>
                    </a:lnTo>
                    <a:lnTo>
                      <a:pt x="2700457" y="6037961"/>
                    </a:lnTo>
                    <a:moveTo>
                      <a:pt x="2700457" y="6037961"/>
                    </a:moveTo>
                    <a:lnTo>
                      <a:pt x="2683962" y="6003950"/>
                    </a:lnTo>
                    <a:moveTo>
                      <a:pt x="2683962" y="6003950"/>
                    </a:moveTo>
                    <a:lnTo>
                      <a:pt x="2667466" y="5969940"/>
                    </a:lnTo>
                    <a:moveTo>
                      <a:pt x="2667466" y="5969940"/>
                    </a:moveTo>
                    <a:lnTo>
                      <a:pt x="2650970" y="5935929"/>
                    </a:lnTo>
                    <a:moveTo>
                      <a:pt x="2650970" y="5935929"/>
                    </a:moveTo>
                    <a:lnTo>
                      <a:pt x="2634474" y="5901918"/>
                    </a:lnTo>
                    <a:moveTo>
                      <a:pt x="2634474" y="5901918"/>
                    </a:moveTo>
                    <a:lnTo>
                      <a:pt x="2617979" y="5867907"/>
                    </a:lnTo>
                    <a:moveTo>
                      <a:pt x="2617979" y="5867907"/>
                    </a:moveTo>
                    <a:lnTo>
                      <a:pt x="2601483" y="5833897"/>
                    </a:lnTo>
                    <a:moveTo>
                      <a:pt x="2601483" y="5833897"/>
                    </a:moveTo>
                    <a:lnTo>
                      <a:pt x="2584987" y="5799886"/>
                    </a:lnTo>
                    <a:moveTo>
                      <a:pt x="2584987" y="5799886"/>
                    </a:moveTo>
                    <a:lnTo>
                      <a:pt x="2568491" y="5765875"/>
                    </a:lnTo>
                    <a:moveTo>
                      <a:pt x="2568491" y="5765875"/>
                    </a:moveTo>
                    <a:lnTo>
                      <a:pt x="2551996" y="5731864"/>
                    </a:lnTo>
                    <a:moveTo>
                      <a:pt x="2551996" y="5731864"/>
                    </a:moveTo>
                    <a:lnTo>
                      <a:pt x="2535500" y="5697854"/>
                    </a:lnTo>
                    <a:moveTo>
                      <a:pt x="2535500" y="5697854"/>
                    </a:moveTo>
                    <a:lnTo>
                      <a:pt x="2519004" y="5663843"/>
                    </a:lnTo>
                    <a:moveTo>
                      <a:pt x="2519004" y="5663843"/>
                    </a:moveTo>
                    <a:lnTo>
                      <a:pt x="2502508" y="5629832"/>
                    </a:lnTo>
                    <a:moveTo>
                      <a:pt x="2502508" y="5629832"/>
                    </a:moveTo>
                    <a:lnTo>
                      <a:pt x="2486013" y="5595821"/>
                    </a:lnTo>
                    <a:moveTo>
                      <a:pt x="2486013" y="5595821"/>
                    </a:moveTo>
                    <a:lnTo>
                      <a:pt x="2469517" y="5561811"/>
                    </a:lnTo>
                    <a:moveTo>
                      <a:pt x="2469517" y="5561811"/>
                    </a:moveTo>
                    <a:lnTo>
                      <a:pt x="2453021" y="5527800"/>
                    </a:lnTo>
                    <a:moveTo>
                      <a:pt x="2453021" y="5527800"/>
                    </a:moveTo>
                    <a:lnTo>
                      <a:pt x="2436525" y="5493789"/>
                    </a:lnTo>
                    <a:moveTo>
                      <a:pt x="2436525" y="5493789"/>
                    </a:moveTo>
                    <a:lnTo>
                      <a:pt x="2430138" y="5480620"/>
                    </a:lnTo>
                    <a:lnTo>
                      <a:pt x="2409275" y="5490684"/>
                    </a:lnTo>
                    <a:moveTo>
                      <a:pt x="2409275" y="5490684"/>
                    </a:moveTo>
                    <a:lnTo>
                      <a:pt x="2383336" y="5503196"/>
                    </a:lnTo>
                    <a:moveTo>
                      <a:pt x="2048864" y="4809305"/>
                    </a:moveTo>
                    <a:lnTo>
                      <a:pt x="2082916" y="4792896"/>
                    </a:lnTo>
                    <a:moveTo>
                      <a:pt x="2082916" y="4792896"/>
                    </a:moveTo>
                    <a:lnTo>
                      <a:pt x="2116969" y="4776488"/>
                    </a:lnTo>
                    <a:moveTo>
                      <a:pt x="2116969" y="4776488"/>
                    </a:moveTo>
                    <a:lnTo>
                      <a:pt x="2151022" y="4760079"/>
                    </a:lnTo>
                    <a:moveTo>
                      <a:pt x="2151022" y="4760079"/>
                    </a:moveTo>
                    <a:lnTo>
                      <a:pt x="2185075" y="4743671"/>
                    </a:lnTo>
                    <a:moveTo>
                      <a:pt x="2185075" y="4743671"/>
                    </a:moveTo>
                    <a:lnTo>
                      <a:pt x="2219128" y="4727262"/>
                    </a:lnTo>
                    <a:moveTo>
                      <a:pt x="2219128" y="4727262"/>
                    </a:moveTo>
                    <a:lnTo>
                      <a:pt x="2253181" y="4710853"/>
                    </a:lnTo>
                    <a:moveTo>
                      <a:pt x="2253181" y="4710853"/>
                    </a:moveTo>
                    <a:lnTo>
                      <a:pt x="2287234" y="4694445"/>
                    </a:lnTo>
                    <a:moveTo>
                      <a:pt x="2287234" y="4694445"/>
                    </a:moveTo>
                    <a:lnTo>
                      <a:pt x="2321287" y="4678036"/>
                    </a:lnTo>
                    <a:moveTo>
                      <a:pt x="2321287" y="4678036"/>
                    </a:moveTo>
                    <a:lnTo>
                      <a:pt x="2355340" y="4661628"/>
                    </a:lnTo>
                    <a:moveTo>
                      <a:pt x="2355340" y="4661628"/>
                    </a:moveTo>
                    <a:lnTo>
                      <a:pt x="2389392" y="4645219"/>
                    </a:lnTo>
                    <a:moveTo>
                      <a:pt x="2389392" y="4645219"/>
                    </a:moveTo>
                    <a:lnTo>
                      <a:pt x="2423445" y="4628811"/>
                    </a:lnTo>
                    <a:moveTo>
                      <a:pt x="2423445" y="4628811"/>
                    </a:moveTo>
                    <a:lnTo>
                      <a:pt x="2457498" y="4612402"/>
                    </a:lnTo>
                    <a:moveTo>
                      <a:pt x="2457498" y="4612402"/>
                    </a:moveTo>
                    <a:lnTo>
                      <a:pt x="2491551" y="4595994"/>
                    </a:lnTo>
                    <a:moveTo>
                      <a:pt x="2491551" y="4595994"/>
                    </a:moveTo>
                    <a:lnTo>
                      <a:pt x="2525604" y="4579585"/>
                    </a:lnTo>
                    <a:moveTo>
                      <a:pt x="2525604" y="4579585"/>
                    </a:moveTo>
                    <a:lnTo>
                      <a:pt x="2559657" y="4563176"/>
                    </a:lnTo>
                    <a:moveTo>
                      <a:pt x="2559657" y="4563176"/>
                    </a:moveTo>
                    <a:lnTo>
                      <a:pt x="2593710" y="4546768"/>
                    </a:lnTo>
                    <a:moveTo>
                      <a:pt x="2593710" y="4546768"/>
                    </a:moveTo>
                    <a:lnTo>
                      <a:pt x="2627763" y="4530359"/>
                    </a:lnTo>
                    <a:moveTo>
                      <a:pt x="2627763" y="4530359"/>
                    </a:moveTo>
                    <a:lnTo>
                      <a:pt x="2661816" y="4513951"/>
                    </a:lnTo>
                    <a:moveTo>
                      <a:pt x="2661816" y="4513951"/>
                    </a:moveTo>
                    <a:lnTo>
                      <a:pt x="2695868" y="4497542"/>
                    </a:lnTo>
                    <a:moveTo>
                      <a:pt x="2695868" y="4497542"/>
                    </a:moveTo>
                    <a:lnTo>
                      <a:pt x="2729921" y="4481134"/>
                    </a:lnTo>
                    <a:moveTo>
                      <a:pt x="2729921" y="4481134"/>
                    </a:moveTo>
                    <a:lnTo>
                      <a:pt x="2763974" y="4464725"/>
                    </a:lnTo>
                    <a:moveTo>
                      <a:pt x="2763974" y="4464725"/>
                    </a:moveTo>
                    <a:lnTo>
                      <a:pt x="2798027" y="4448317"/>
                    </a:lnTo>
                    <a:moveTo>
                      <a:pt x="2798027" y="4448317"/>
                    </a:moveTo>
                    <a:lnTo>
                      <a:pt x="2832080" y="4431908"/>
                    </a:lnTo>
                    <a:moveTo>
                      <a:pt x="2832080" y="4431908"/>
                    </a:moveTo>
                    <a:lnTo>
                      <a:pt x="2866133" y="4415499"/>
                    </a:lnTo>
                    <a:moveTo>
                      <a:pt x="2866133" y="4415499"/>
                    </a:moveTo>
                    <a:lnTo>
                      <a:pt x="2900186" y="4399091"/>
                    </a:lnTo>
                    <a:moveTo>
                      <a:pt x="2900186" y="4399091"/>
                    </a:moveTo>
                    <a:lnTo>
                      <a:pt x="2934239" y="4382682"/>
                    </a:lnTo>
                    <a:moveTo>
                      <a:pt x="2934239" y="4382682"/>
                    </a:moveTo>
                    <a:lnTo>
                      <a:pt x="2968292" y="4366274"/>
                    </a:lnTo>
                    <a:moveTo>
                      <a:pt x="2968292" y="4366274"/>
                    </a:moveTo>
                    <a:lnTo>
                      <a:pt x="3002344" y="4349865"/>
                    </a:lnTo>
                    <a:moveTo>
                      <a:pt x="3002344" y="4349865"/>
                    </a:moveTo>
                    <a:lnTo>
                      <a:pt x="3036397" y="4333457"/>
                    </a:lnTo>
                    <a:moveTo>
                      <a:pt x="3036397" y="4333457"/>
                    </a:moveTo>
                    <a:lnTo>
                      <a:pt x="3070450" y="4317048"/>
                    </a:lnTo>
                    <a:moveTo>
                      <a:pt x="3070450" y="4317048"/>
                    </a:moveTo>
                    <a:lnTo>
                      <a:pt x="3104503" y="4300640"/>
                    </a:lnTo>
                    <a:moveTo>
                      <a:pt x="3104503" y="4300640"/>
                    </a:moveTo>
                    <a:lnTo>
                      <a:pt x="3138556" y="4284231"/>
                    </a:lnTo>
                    <a:moveTo>
                      <a:pt x="3138556" y="4284231"/>
                    </a:moveTo>
                    <a:lnTo>
                      <a:pt x="3172609" y="4267822"/>
                    </a:lnTo>
                    <a:moveTo>
                      <a:pt x="3172609" y="4267822"/>
                    </a:moveTo>
                    <a:lnTo>
                      <a:pt x="3206662" y="4251414"/>
                    </a:lnTo>
                    <a:moveTo>
                      <a:pt x="3206662" y="4251414"/>
                    </a:moveTo>
                    <a:lnTo>
                      <a:pt x="3240715" y="4235005"/>
                    </a:lnTo>
                    <a:moveTo>
                      <a:pt x="3240715" y="4235005"/>
                    </a:moveTo>
                    <a:lnTo>
                      <a:pt x="3274768" y="4218597"/>
                    </a:lnTo>
                    <a:moveTo>
                      <a:pt x="3274768" y="4218597"/>
                    </a:moveTo>
                    <a:lnTo>
                      <a:pt x="3308820" y="4202188"/>
                    </a:lnTo>
                    <a:moveTo>
                      <a:pt x="3308820" y="4202188"/>
                    </a:moveTo>
                    <a:lnTo>
                      <a:pt x="3342873" y="4185780"/>
                    </a:lnTo>
                    <a:moveTo>
                      <a:pt x="3342873" y="4185780"/>
                    </a:moveTo>
                    <a:lnTo>
                      <a:pt x="3376926" y="4169371"/>
                    </a:lnTo>
                    <a:moveTo>
                      <a:pt x="3376926" y="4169371"/>
                    </a:moveTo>
                    <a:lnTo>
                      <a:pt x="3410979" y="4152963"/>
                    </a:lnTo>
                    <a:moveTo>
                      <a:pt x="3410979" y="4152963"/>
                    </a:moveTo>
                    <a:lnTo>
                      <a:pt x="3445032" y="4136554"/>
                    </a:lnTo>
                    <a:moveTo>
                      <a:pt x="3445032" y="4136554"/>
                    </a:moveTo>
                    <a:lnTo>
                      <a:pt x="3479085" y="4120145"/>
                    </a:lnTo>
                    <a:moveTo>
                      <a:pt x="3479085" y="4120145"/>
                    </a:moveTo>
                    <a:lnTo>
                      <a:pt x="3513138" y="4103737"/>
                    </a:lnTo>
                    <a:moveTo>
                      <a:pt x="3513138" y="4103737"/>
                    </a:moveTo>
                    <a:lnTo>
                      <a:pt x="3547191" y="4087328"/>
                    </a:lnTo>
                    <a:moveTo>
                      <a:pt x="3547191" y="4087328"/>
                    </a:moveTo>
                    <a:lnTo>
                      <a:pt x="3581244" y="4070920"/>
                    </a:lnTo>
                    <a:moveTo>
                      <a:pt x="3581244" y="4070920"/>
                    </a:moveTo>
                    <a:lnTo>
                      <a:pt x="3615297" y="4054511"/>
                    </a:lnTo>
                    <a:moveTo>
                      <a:pt x="3615297" y="4054511"/>
                    </a:moveTo>
                    <a:lnTo>
                      <a:pt x="3649349" y="4038103"/>
                    </a:lnTo>
                    <a:moveTo>
                      <a:pt x="3649349" y="4038103"/>
                    </a:moveTo>
                    <a:lnTo>
                      <a:pt x="3683402" y="4021694"/>
                    </a:lnTo>
                    <a:moveTo>
                      <a:pt x="3683402" y="4021694"/>
                    </a:moveTo>
                    <a:lnTo>
                      <a:pt x="3717455" y="4005286"/>
                    </a:lnTo>
                    <a:moveTo>
                      <a:pt x="3717455" y="4005286"/>
                    </a:moveTo>
                    <a:lnTo>
                      <a:pt x="3751508" y="3988877"/>
                    </a:lnTo>
                    <a:moveTo>
                      <a:pt x="3751508" y="3988877"/>
                    </a:moveTo>
                    <a:lnTo>
                      <a:pt x="3785561" y="3972468"/>
                    </a:lnTo>
                    <a:moveTo>
                      <a:pt x="3785561" y="3972468"/>
                    </a:moveTo>
                    <a:lnTo>
                      <a:pt x="3819614" y="3956060"/>
                    </a:lnTo>
                    <a:moveTo>
                      <a:pt x="3819614" y="3956060"/>
                    </a:moveTo>
                    <a:lnTo>
                      <a:pt x="3853667" y="3939651"/>
                    </a:lnTo>
                    <a:moveTo>
                      <a:pt x="3853667" y="3939651"/>
                    </a:moveTo>
                    <a:lnTo>
                      <a:pt x="3887720" y="3923243"/>
                    </a:lnTo>
                    <a:moveTo>
                      <a:pt x="3887720" y="3923243"/>
                    </a:moveTo>
                    <a:lnTo>
                      <a:pt x="3921773" y="3906834"/>
                    </a:lnTo>
                    <a:moveTo>
                      <a:pt x="3921773" y="3906834"/>
                    </a:moveTo>
                    <a:lnTo>
                      <a:pt x="3955825" y="3890426"/>
                    </a:lnTo>
                    <a:moveTo>
                      <a:pt x="3955825" y="3890426"/>
                    </a:moveTo>
                    <a:lnTo>
                      <a:pt x="3989878" y="3874017"/>
                    </a:lnTo>
                    <a:moveTo>
                      <a:pt x="3989878" y="3874017"/>
                    </a:moveTo>
                    <a:lnTo>
                      <a:pt x="4020420" y="3859300"/>
                    </a:lnTo>
                    <a:lnTo>
                      <a:pt x="4022103" y="3862816"/>
                    </a:lnTo>
                    <a:moveTo>
                      <a:pt x="4022103" y="3862816"/>
                    </a:moveTo>
                    <a:lnTo>
                      <a:pt x="4038422" y="3896912"/>
                    </a:lnTo>
                    <a:moveTo>
                      <a:pt x="4038422" y="3896912"/>
                    </a:moveTo>
                    <a:lnTo>
                      <a:pt x="4054740" y="3931008"/>
                    </a:lnTo>
                    <a:moveTo>
                      <a:pt x="4054740" y="3931008"/>
                    </a:moveTo>
                    <a:lnTo>
                      <a:pt x="4071059" y="3965104"/>
                    </a:lnTo>
                    <a:moveTo>
                      <a:pt x="4071059" y="3965104"/>
                    </a:moveTo>
                    <a:lnTo>
                      <a:pt x="4087378" y="3999200"/>
                    </a:lnTo>
                    <a:moveTo>
                      <a:pt x="4087378" y="3999200"/>
                    </a:moveTo>
                    <a:lnTo>
                      <a:pt x="4103697" y="4033296"/>
                    </a:lnTo>
                    <a:moveTo>
                      <a:pt x="4103697" y="4033296"/>
                    </a:moveTo>
                    <a:lnTo>
                      <a:pt x="4120016" y="4067392"/>
                    </a:lnTo>
                    <a:moveTo>
                      <a:pt x="4120016" y="4067392"/>
                    </a:moveTo>
                    <a:lnTo>
                      <a:pt x="4136335" y="4101488"/>
                    </a:lnTo>
                    <a:moveTo>
                      <a:pt x="4136335" y="4101488"/>
                    </a:moveTo>
                    <a:lnTo>
                      <a:pt x="4152654" y="4135584"/>
                    </a:lnTo>
                    <a:moveTo>
                      <a:pt x="4152654" y="4135584"/>
                    </a:moveTo>
                    <a:lnTo>
                      <a:pt x="4168973" y="4169680"/>
                    </a:lnTo>
                    <a:moveTo>
                      <a:pt x="4168973" y="4169680"/>
                    </a:moveTo>
                    <a:lnTo>
                      <a:pt x="4185292" y="4203775"/>
                    </a:lnTo>
                    <a:moveTo>
                      <a:pt x="4185292" y="4203775"/>
                    </a:moveTo>
                    <a:lnTo>
                      <a:pt x="4201611" y="4237871"/>
                    </a:lnTo>
                    <a:moveTo>
                      <a:pt x="4201611" y="4237871"/>
                    </a:moveTo>
                    <a:lnTo>
                      <a:pt x="4217930" y="4271967"/>
                    </a:lnTo>
                    <a:moveTo>
                      <a:pt x="4217930" y="4271967"/>
                    </a:moveTo>
                    <a:lnTo>
                      <a:pt x="4234249" y="4306063"/>
                    </a:lnTo>
                    <a:moveTo>
                      <a:pt x="4234249" y="4306063"/>
                    </a:moveTo>
                    <a:lnTo>
                      <a:pt x="4250568" y="4340159"/>
                    </a:lnTo>
                    <a:moveTo>
                      <a:pt x="4250568" y="4340159"/>
                    </a:moveTo>
                    <a:lnTo>
                      <a:pt x="4266886" y="4374255"/>
                    </a:lnTo>
                    <a:moveTo>
                      <a:pt x="4266886" y="4374255"/>
                    </a:moveTo>
                    <a:lnTo>
                      <a:pt x="4283205" y="4408351"/>
                    </a:lnTo>
                    <a:moveTo>
                      <a:pt x="4283205" y="4408351"/>
                    </a:moveTo>
                    <a:lnTo>
                      <a:pt x="4299524" y="4442447"/>
                    </a:lnTo>
                    <a:moveTo>
                      <a:pt x="4299524" y="4442447"/>
                    </a:moveTo>
                    <a:lnTo>
                      <a:pt x="4315843" y="4476543"/>
                    </a:lnTo>
                    <a:moveTo>
                      <a:pt x="4315843" y="4476543"/>
                    </a:moveTo>
                    <a:lnTo>
                      <a:pt x="4332162" y="4510639"/>
                    </a:lnTo>
                    <a:moveTo>
                      <a:pt x="4332162" y="4510639"/>
                    </a:moveTo>
                    <a:lnTo>
                      <a:pt x="4348481" y="4544735"/>
                    </a:lnTo>
                    <a:moveTo>
                      <a:pt x="4348481" y="4544735"/>
                    </a:moveTo>
                    <a:lnTo>
                      <a:pt x="4364800" y="4578831"/>
                    </a:lnTo>
                    <a:moveTo>
                      <a:pt x="4364800" y="4578831"/>
                    </a:moveTo>
                    <a:lnTo>
                      <a:pt x="4381119" y="4612927"/>
                    </a:lnTo>
                    <a:moveTo>
                      <a:pt x="4381119" y="4612927"/>
                    </a:moveTo>
                    <a:lnTo>
                      <a:pt x="4397438" y="4647023"/>
                    </a:lnTo>
                    <a:moveTo>
                      <a:pt x="4397438" y="4647023"/>
                    </a:moveTo>
                    <a:lnTo>
                      <a:pt x="4413757" y="4681119"/>
                    </a:lnTo>
                    <a:moveTo>
                      <a:pt x="4413757" y="4681119"/>
                    </a:moveTo>
                    <a:lnTo>
                      <a:pt x="4430076" y="4715215"/>
                    </a:lnTo>
                    <a:moveTo>
                      <a:pt x="4430076" y="4715215"/>
                    </a:moveTo>
                    <a:lnTo>
                      <a:pt x="4446395" y="4749310"/>
                    </a:lnTo>
                    <a:moveTo>
                      <a:pt x="4446395" y="4749310"/>
                    </a:moveTo>
                    <a:lnTo>
                      <a:pt x="4462713" y="4783406"/>
                    </a:lnTo>
                    <a:moveTo>
                      <a:pt x="4462713" y="4783406"/>
                    </a:moveTo>
                    <a:lnTo>
                      <a:pt x="4479032" y="4817502"/>
                    </a:lnTo>
                    <a:moveTo>
                      <a:pt x="4479032" y="4817502"/>
                    </a:moveTo>
                    <a:lnTo>
                      <a:pt x="4495351" y="4851598"/>
                    </a:lnTo>
                    <a:moveTo>
                      <a:pt x="4495351" y="4851598"/>
                    </a:moveTo>
                    <a:lnTo>
                      <a:pt x="4509274" y="4880688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82" name="Контур"/>
              <p:cNvSpPr/>
              <p:nvPr/>
            </p:nvSpPr>
            <p:spPr>
              <a:xfrm>
                <a:off x="9240259" y="8219887"/>
                <a:ext cx="1047483" cy="1135132"/>
              </a:xfrm>
              <a:custGeom>
                <a:avLst/>
                <a:gdLst/>
                <a:ahLst/>
                <a:cxnLst/>
                <a:rect l="l" t="t" r="r" b="b"/>
                <a:pathLst>
                  <a:path w="1047483" h="1135132" fill="none">
                    <a:moveTo>
                      <a:pt x="1047483" y="893819"/>
                    </a:moveTo>
                    <a:lnTo>
                      <a:pt x="933830" y="948215"/>
                    </a:lnTo>
                    <a:moveTo>
                      <a:pt x="933830" y="948215"/>
                    </a:moveTo>
                    <a:lnTo>
                      <a:pt x="820177" y="1002612"/>
                    </a:lnTo>
                    <a:moveTo>
                      <a:pt x="820177" y="1002612"/>
                    </a:moveTo>
                    <a:lnTo>
                      <a:pt x="706524" y="1057008"/>
                    </a:lnTo>
                    <a:moveTo>
                      <a:pt x="706524" y="1057008"/>
                    </a:moveTo>
                    <a:lnTo>
                      <a:pt x="592871" y="1111404"/>
                    </a:lnTo>
                    <a:moveTo>
                      <a:pt x="592871" y="1111404"/>
                    </a:moveTo>
                    <a:lnTo>
                      <a:pt x="543296" y="1135132"/>
                    </a:lnTo>
                    <a:lnTo>
                      <a:pt x="512627" y="1071054"/>
                    </a:lnTo>
                    <a:moveTo>
                      <a:pt x="512627" y="1071054"/>
                    </a:moveTo>
                    <a:lnTo>
                      <a:pt x="458230" y="957401"/>
                    </a:lnTo>
                    <a:moveTo>
                      <a:pt x="458230" y="957401"/>
                    </a:moveTo>
                    <a:lnTo>
                      <a:pt x="403834" y="843748"/>
                    </a:lnTo>
                    <a:moveTo>
                      <a:pt x="403834" y="843748"/>
                    </a:moveTo>
                    <a:lnTo>
                      <a:pt x="349437" y="730095"/>
                    </a:lnTo>
                    <a:moveTo>
                      <a:pt x="349437" y="730095"/>
                    </a:moveTo>
                    <a:lnTo>
                      <a:pt x="313407" y="654816"/>
                    </a:lnTo>
                    <a:lnTo>
                      <a:pt x="295040" y="616442"/>
                    </a:lnTo>
                    <a:moveTo>
                      <a:pt x="295040" y="616442"/>
                    </a:moveTo>
                    <a:lnTo>
                      <a:pt x="240644" y="502788"/>
                    </a:lnTo>
                    <a:moveTo>
                      <a:pt x="240644" y="502788"/>
                    </a:moveTo>
                    <a:lnTo>
                      <a:pt x="186248" y="389135"/>
                    </a:lnTo>
                    <a:moveTo>
                      <a:pt x="186248" y="389135"/>
                    </a:moveTo>
                    <a:lnTo>
                      <a:pt x="131851" y="275482"/>
                    </a:lnTo>
                    <a:moveTo>
                      <a:pt x="131851" y="275482"/>
                    </a:moveTo>
                    <a:lnTo>
                      <a:pt x="77455" y="161829"/>
                    </a:lnTo>
                    <a:moveTo>
                      <a:pt x="77455" y="161829"/>
                    </a:moveTo>
                    <a:lnTo>
                      <a:pt x="23058" y="48176"/>
                    </a:lnTo>
                    <a:moveTo>
                      <a:pt x="23058" y="48176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83" name="Контур"/>
              <p:cNvSpPr/>
              <p:nvPr/>
            </p:nvSpPr>
            <p:spPr>
              <a:xfrm>
                <a:off x="9255406" y="8376616"/>
                <a:ext cx="952550" cy="962587"/>
              </a:xfrm>
              <a:custGeom>
                <a:avLst/>
                <a:gdLst/>
                <a:ahLst/>
                <a:cxnLst/>
                <a:rect l="l" t="t" r="r" b="b"/>
                <a:pathLst>
                  <a:path w="952550" h="962587" fill="none">
                    <a:moveTo>
                      <a:pt x="913583" y="853794"/>
                    </a:moveTo>
                    <a:lnTo>
                      <a:pt x="914416" y="805502"/>
                    </a:lnTo>
                    <a:lnTo>
                      <a:pt x="952550" y="835143"/>
                    </a:lnTo>
                    <a:lnTo>
                      <a:pt x="913583" y="853794"/>
                    </a:lnTo>
                    <a:lnTo>
                      <a:pt x="918454" y="851462"/>
                    </a:lnTo>
                    <a:lnTo>
                      <a:pt x="919078" y="815243"/>
                    </a:lnTo>
                    <a:lnTo>
                      <a:pt x="947679" y="837475"/>
                    </a:lnTo>
                    <a:lnTo>
                      <a:pt x="945347" y="832604"/>
                    </a:lnTo>
                    <a:lnTo>
                      <a:pt x="916122" y="846592"/>
                    </a:lnTo>
                    <a:lnTo>
                      <a:pt x="918454" y="851462"/>
                    </a:lnTo>
                    <a:lnTo>
                      <a:pt x="913583" y="853794"/>
                    </a:lnTo>
                    <a:lnTo>
                      <a:pt x="918662" y="839389"/>
                    </a:lnTo>
                    <a:lnTo>
                      <a:pt x="913791" y="841721"/>
                    </a:lnTo>
                    <a:lnTo>
                      <a:pt x="918870" y="827316"/>
                    </a:lnTo>
                    <a:lnTo>
                      <a:pt x="913999" y="829648"/>
                    </a:lnTo>
                    <a:lnTo>
                      <a:pt x="916747" y="810373"/>
                    </a:lnTo>
                    <a:lnTo>
                      <a:pt x="933483" y="820323"/>
                    </a:lnTo>
                    <a:lnTo>
                      <a:pt x="928612" y="822654"/>
                    </a:lnTo>
                    <a:lnTo>
                      <a:pt x="943016" y="827733"/>
                    </a:lnTo>
                    <a:lnTo>
                      <a:pt x="938145" y="830064"/>
                    </a:lnTo>
                    <a:lnTo>
                      <a:pt x="952550" y="835143"/>
                    </a:lnTo>
                    <a:lnTo>
                      <a:pt x="940477" y="834935"/>
                    </a:lnTo>
                    <a:lnTo>
                      <a:pt x="937937" y="842137"/>
                    </a:lnTo>
                    <a:lnTo>
                      <a:pt x="930735" y="839598"/>
                    </a:lnTo>
                    <a:lnTo>
                      <a:pt x="928195" y="846800"/>
                    </a:lnTo>
                    <a:lnTo>
                      <a:pt x="920993" y="844260"/>
                    </a:lnTo>
                    <a:lnTo>
                      <a:pt x="913583" y="853794"/>
                    </a:lnTo>
                    <a:lnTo>
                      <a:pt x="916122" y="846592"/>
                    </a:lnTo>
                    <a:lnTo>
                      <a:pt x="923324" y="849131"/>
                    </a:lnTo>
                    <a:lnTo>
                      <a:pt x="925864" y="841929"/>
                    </a:lnTo>
                    <a:lnTo>
                      <a:pt x="933066" y="844469"/>
                    </a:lnTo>
                    <a:lnTo>
                      <a:pt x="935606" y="837266"/>
                    </a:lnTo>
                    <a:lnTo>
                      <a:pt x="942808" y="839806"/>
                    </a:lnTo>
                    <a:lnTo>
                      <a:pt x="945347" y="832604"/>
                    </a:lnTo>
                    <a:lnTo>
                      <a:pt x="943016" y="827733"/>
                    </a:lnTo>
                    <a:lnTo>
                      <a:pt x="938145" y="830064"/>
                    </a:lnTo>
                    <a:lnTo>
                      <a:pt x="933483" y="820323"/>
                    </a:lnTo>
                    <a:lnTo>
                      <a:pt x="928612" y="822654"/>
                    </a:lnTo>
                    <a:lnTo>
                      <a:pt x="914416" y="805502"/>
                    </a:lnTo>
                    <a:lnTo>
                      <a:pt x="919078" y="815243"/>
                    </a:lnTo>
                    <a:lnTo>
                      <a:pt x="914208" y="817575"/>
                    </a:lnTo>
                    <a:lnTo>
                      <a:pt x="918870" y="827316"/>
                    </a:lnTo>
                    <a:lnTo>
                      <a:pt x="913999" y="829648"/>
                    </a:lnTo>
                    <a:lnTo>
                      <a:pt x="918662" y="839389"/>
                    </a:lnTo>
                    <a:lnTo>
                      <a:pt x="913791" y="841721"/>
                    </a:lnTo>
                    <a:lnTo>
                      <a:pt x="916122" y="846592"/>
                    </a:lnTo>
                    <a:moveTo>
                      <a:pt x="686277" y="962587"/>
                    </a:moveTo>
                    <a:lnTo>
                      <a:pt x="687110" y="914295"/>
                    </a:lnTo>
                    <a:lnTo>
                      <a:pt x="725243" y="943936"/>
                    </a:lnTo>
                    <a:lnTo>
                      <a:pt x="686277" y="962587"/>
                    </a:lnTo>
                    <a:lnTo>
                      <a:pt x="691147" y="960255"/>
                    </a:lnTo>
                    <a:lnTo>
                      <a:pt x="691772" y="924036"/>
                    </a:lnTo>
                    <a:lnTo>
                      <a:pt x="720372" y="946268"/>
                    </a:lnTo>
                    <a:lnTo>
                      <a:pt x="718041" y="941397"/>
                    </a:lnTo>
                    <a:lnTo>
                      <a:pt x="688816" y="955384"/>
                    </a:lnTo>
                    <a:lnTo>
                      <a:pt x="691147" y="960255"/>
                    </a:lnTo>
                    <a:lnTo>
                      <a:pt x="686277" y="962587"/>
                    </a:lnTo>
                    <a:lnTo>
                      <a:pt x="691356" y="948182"/>
                    </a:lnTo>
                    <a:lnTo>
                      <a:pt x="686485" y="950514"/>
                    </a:lnTo>
                    <a:lnTo>
                      <a:pt x="691564" y="936109"/>
                    </a:lnTo>
                    <a:lnTo>
                      <a:pt x="686693" y="938441"/>
                    </a:lnTo>
                    <a:lnTo>
                      <a:pt x="689441" y="919165"/>
                    </a:lnTo>
                    <a:lnTo>
                      <a:pt x="706176" y="929115"/>
                    </a:lnTo>
                    <a:lnTo>
                      <a:pt x="701306" y="931447"/>
                    </a:lnTo>
                    <a:lnTo>
                      <a:pt x="715710" y="936526"/>
                    </a:lnTo>
                    <a:lnTo>
                      <a:pt x="710839" y="938857"/>
                    </a:lnTo>
                    <a:lnTo>
                      <a:pt x="725243" y="943936"/>
                    </a:lnTo>
                    <a:lnTo>
                      <a:pt x="713170" y="943728"/>
                    </a:lnTo>
                    <a:lnTo>
                      <a:pt x="710631" y="950930"/>
                    </a:lnTo>
                    <a:lnTo>
                      <a:pt x="703429" y="948391"/>
                    </a:lnTo>
                    <a:lnTo>
                      <a:pt x="700889" y="955593"/>
                    </a:lnTo>
                    <a:lnTo>
                      <a:pt x="693687" y="953053"/>
                    </a:lnTo>
                    <a:lnTo>
                      <a:pt x="686277" y="962587"/>
                    </a:lnTo>
                    <a:lnTo>
                      <a:pt x="688816" y="955384"/>
                    </a:lnTo>
                    <a:lnTo>
                      <a:pt x="696018" y="957924"/>
                    </a:lnTo>
                    <a:lnTo>
                      <a:pt x="698558" y="950722"/>
                    </a:lnTo>
                    <a:lnTo>
                      <a:pt x="705760" y="953261"/>
                    </a:lnTo>
                    <a:lnTo>
                      <a:pt x="708299" y="946059"/>
                    </a:lnTo>
                    <a:lnTo>
                      <a:pt x="715502" y="948599"/>
                    </a:lnTo>
                    <a:lnTo>
                      <a:pt x="718041" y="941397"/>
                    </a:lnTo>
                    <a:lnTo>
                      <a:pt x="715710" y="936526"/>
                    </a:lnTo>
                    <a:lnTo>
                      <a:pt x="710839" y="938857"/>
                    </a:lnTo>
                    <a:lnTo>
                      <a:pt x="706176" y="929115"/>
                    </a:lnTo>
                    <a:lnTo>
                      <a:pt x="701306" y="931447"/>
                    </a:lnTo>
                    <a:lnTo>
                      <a:pt x="687110" y="914295"/>
                    </a:lnTo>
                    <a:lnTo>
                      <a:pt x="691772" y="924036"/>
                    </a:lnTo>
                    <a:lnTo>
                      <a:pt x="686901" y="926368"/>
                    </a:lnTo>
                    <a:lnTo>
                      <a:pt x="691564" y="936109"/>
                    </a:lnTo>
                    <a:lnTo>
                      <a:pt x="686693" y="938441"/>
                    </a:lnTo>
                    <a:lnTo>
                      <a:pt x="691356" y="948182"/>
                    </a:lnTo>
                    <a:lnTo>
                      <a:pt x="686485" y="950514"/>
                    </a:lnTo>
                    <a:lnTo>
                      <a:pt x="688816" y="955384"/>
                    </a:lnTo>
                    <a:moveTo>
                      <a:pt x="435172" y="909224"/>
                    </a:moveTo>
                    <a:lnTo>
                      <a:pt x="483464" y="910057"/>
                    </a:lnTo>
                    <a:lnTo>
                      <a:pt x="453823" y="948191"/>
                    </a:lnTo>
                    <a:lnTo>
                      <a:pt x="435172" y="909224"/>
                    </a:lnTo>
                    <a:lnTo>
                      <a:pt x="437504" y="914095"/>
                    </a:lnTo>
                    <a:lnTo>
                      <a:pt x="473723" y="914720"/>
                    </a:lnTo>
                    <a:lnTo>
                      <a:pt x="451491" y="943320"/>
                    </a:lnTo>
                    <a:lnTo>
                      <a:pt x="456362" y="940989"/>
                    </a:lnTo>
                    <a:lnTo>
                      <a:pt x="442374" y="911764"/>
                    </a:lnTo>
                    <a:lnTo>
                      <a:pt x="437504" y="914095"/>
                    </a:lnTo>
                    <a:lnTo>
                      <a:pt x="435172" y="909224"/>
                    </a:lnTo>
                    <a:lnTo>
                      <a:pt x="449577" y="914303"/>
                    </a:lnTo>
                    <a:lnTo>
                      <a:pt x="447245" y="909432"/>
                    </a:lnTo>
                    <a:lnTo>
                      <a:pt x="461650" y="914512"/>
                    </a:lnTo>
                    <a:lnTo>
                      <a:pt x="459318" y="909641"/>
                    </a:lnTo>
                    <a:lnTo>
                      <a:pt x="478593" y="912389"/>
                    </a:lnTo>
                    <a:lnTo>
                      <a:pt x="468643" y="929124"/>
                    </a:lnTo>
                    <a:lnTo>
                      <a:pt x="466312" y="924253"/>
                    </a:lnTo>
                    <a:lnTo>
                      <a:pt x="461233" y="938657"/>
                    </a:lnTo>
                    <a:lnTo>
                      <a:pt x="458902" y="933787"/>
                    </a:lnTo>
                    <a:lnTo>
                      <a:pt x="453823" y="948191"/>
                    </a:lnTo>
                    <a:lnTo>
                      <a:pt x="454031" y="936118"/>
                    </a:lnTo>
                    <a:lnTo>
                      <a:pt x="446829" y="933578"/>
                    </a:lnTo>
                    <a:lnTo>
                      <a:pt x="449368" y="926376"/>
                    </a:lnTo>
                    <a:lnTo>
                      <a:pt x="442166" y="923837"/>
                    </a:lnTo>
                    <a:lnTo>
                      <a:pt x="444706" y="916635"/>
                    </a:lnTo>
                    <a:lnTo>
                      <a:pt x="435172" y="909224"/>
                    </a:lnTo>
                    <a:lnTo>
                      <a:pt x="442374" y="911764"/>
                    </a:lnTo>
                    <a:lnTo>
                      <a:pt x="439835" y="918966"/>
                    </a:lnTo>
                    <a:lnTo>
                      <a:pt x="447037" y="921505"/>
                    </a:lnTo>
                    <a:lnTo>
                      <a:pt x="444497" y="928708"/>
                    </a:lnTo>
                    <a:lnTo>
                      <a:pt x="451700" y="931247"/>
                    </a:lnTo>
                    <a:lnTo>
                      <a:pt x="449160" y="938449"/>
                    </a:lnTo>
                    <a:lnTo>
                      <a:pt x="456362" y="940989"/>
                    </a:lnTo>
                    <a:lnTo>
                      <a:pt x="461233" y="938657"/>
                    </a:lnTo>
                    <a:lnTo>
                      <a:pt x="458902" y="933787"/>
                    </a:lnTo>
                    <a:lnTo>
                      <a:pt x="468643" y="929124"/>
                    </a:lnTo>
                    <a:lnTo>
                      <a:pt x="466312" y="924253"/>
                    </a:lnTo>
                    <a:lnTo>
                      <a:pt x="483464" y="910057"/>
                    </a:lnTo>
                    <a:lnTo>
                      <a:pt x="473723" y="914720"/>
                    </a:lnTo>
                    <a:lnTo>
                      <a:pt x="471391" y="909849"/>
                    </a:lnTo>
                    <a:lnTo>
                      <a:pt x="461650" y="914512"/>
                    </a:lnTo>
                    <a:lnTo>
                      <a:pt x="459318" y="909641"/>
                    </a:lnTo>
                    <a:lnTo>
                      <a:pt x="449577" y="914303"/>
                    </a:lnTo>
                    <a:lnTo>
                      <a:pt x="447245" y="909432"/>
                    </a:lnTo>
                    <a:lnTo>
                      <a:pt x="442374" y="911764"/>
                    </a:lnTo>
                    <a:moveTo>
                      <a:pt x="326379" y="681918"/>
                    </a:moveTo>
                    <a:lnTo>
                      <a:pt x="374671" y="682751"/>
                    </a:lnTo>
                    <a:lnTo>
                      <a:pt x="345029" y="720885"/>
                    </a:lnTo>
                    <a:lnTo>
                      <a:pt x="326379" y="681918"/>
                    </a:lnTo>
                    <a:lnTo>
                      <a:pt x="328710" y="686789"/>
                    </a:lnTo>
                    <a:lnTo>
                      <a:pt x="364929" y="687414"/>
                    </a:lnTo>
                    <a:lnTo>
                      <a:pt x="342698" y="716014"/>
                    </a:lnTo>
                    <a:lnTo>
                      <a:pt x="347569" y="713683"/>
                    </a:lnTo>
                    <a:lnTo>
                      <a:pt x="333581" y="684458"/>
                    </a:lnTo>
                    <a:lnTo>
                      <a:pt x="328710" y="686789"/>
                    </a:lnTo>
                    <a:lnTo>
                      <a:pt x="326379" y="681918"/>
                    </a:lnTo>
                    <a:lnTo>
                      <a:pt x="340783" y="686997"/>
                    </a:lnTo>
                    <a:lnTo>
                      <a:pt x="338452" y="682126"/>
                    </a:lnTo>
                    <a:lnTo>
                      <a:pt x="352856" y="687206"/>
                    </a:lnTo>
                    <a:lnTo>
                      <a:pt x="350525" y="682335"/>
                    </a:lnTo>
                    <a:lnTo>
                      <a:pt x="369800" y="685083"/>
                    </a:lnTo>
                    <a:lnTo>
                      <a:pt x="359850" y="701818"/>
                    </a:lnTo>
                    <a:lnTo>
                      <a:pt x="357519" y="696947"/>
                    </a:lnTo>
                    <a:lnTo>
                      <a:pt x="352440" y="711351"/>
                    </a:lnTo>
                    <a:lnTo>
                      <a:pt x="350108" y="706481"/>
                    </a:lnTo>
                    <a:lnTo>
                      <a:pt x="345029" y="720885"/>
                    </a:lnTo>
                    <a:lnTo>
                      <a:pt x="345238" y="708812"/>
                    </a:lnTo>
                    <a:lnTo>
                      <a:pt x="338035" y="706272"/>
                    </a:lnTo>
                    <a:lnTo>
                      <a:pt x="340575" y="699070"/>
                    </a:lnTo>
                    <a:lnTo>
                      <a:pt x="333373" y="696531"/>
                    </a:lnTo>
                    <a:lnTo>
                      <a:pt x="335912" y="689329"/>
                    </a:lnTo>
                    <a:lnTo>
                      <a:pt x="326379" y="681918"/>
                    </a:lnTo>
                    <a:lnTo>
                      <a:pt x="333581" y="684458"/>
                    </a:lnTo>
                    <a:lnTo>
                      <a:pt x="331042" y="691660"/>
                    </a:lnTo>
                    <a:lnTo>
                      <a:pt x="338244" y="694199"/>
                    </a:lnTo>
                    <a:lnTo>
                      <a:pt x="335704" y="701402"/>
                    </a:lnTo>
                    <a:lnTo>
                      <a:pt x="342906" y="703941"/>
                    </a:lnTo>
                    <a:lnTo>
                      <a:pt x="340367" y="711143"/>
                    </a:lnTo>
                    <a:lnTo>
                      <a:pt x="347569" y="713683"/>
                    </a:lnTo>
                    <a:lnTo>
                      <a:pt x="352440" y="711351"/>
                    </a:lnTo>
                    <a:lnTo>
                      <a:pt x="350108" y="706481"/>
                    </a:lnTo>
                    <a:lnTo>
                      <a:pt x="359850" y="701818"/>
                    </a:lnTo>
                    <a:lnTo>
                      <a:pt x="357519" y="696947"/>
                    </a:lnTo>
                    <a:lnTo>
                      <a:pt x="374671" y="682751"/>
                    </a:lnTo>
                    <a:lnTo>
                      <a:pt x="364929" y="687414"/>
                    </a:lnTo>
                    <a:lnTo>
                      <a:pt x="362598" y="682543"/>
                    </a:lnTo>
                    <a:lnTo>
                      <a:pt x="352856" y="687206"/>
                    </a:lnTo>
                    <a:lnTo>
                      <a:pt x="350525" y="682335"/>
                    </a:lnTo>
                    <a:lnTo>
                      <a:pt x="340783" y="686997"/>
                    </a:lnTo>
                    <a:lnTo>
                      <a:pt x="338452" y="682126"/>
                    </a:lnTo>
                    <a:lnTo>
                      <a:pt x="333581" y="684458"/>
                    </a:lnTo>
                    <a:moveTo>
                      <a:pt x="217586" y="454612"/>
                    </a:moveTo>
                    <a:lnTo>
                      <a:pt x="265878" y="455445"/>
                    </a:lnTo>
                    <a:lnTo>
                      <a:pt x="236236" y="493579"/>
                    </a:lnTo>
                    <a:lnTo>
                      <a:pt x="217586" y="454612"/>
                    </a:lnTo>
                    <a:lnTo>
                      <a:pt x="219917" y="459483"/>
                    </a:lnTo>
                    <a:lnTo>
                      <a:pt x="256136" y="460108"/>
                    </a:lnTo>
                    <a:lnTo>
                      <a:pt x="233905" y="488708"/>
                    </a:lnTo>
                    <a:lnTo>
                      <a:pt x="238776" y="486377"/>
                    </a:lnTo>
                    <a:lnTo>
                      <a:pt x="224788" y="457152"/>
                    </a:lnTo>
                    <a:lnTo>
                      <a:pt x="219917" y="459483"/>
                    </a:lnTo>
                    <a:lnTo>
                      <a:pt x="217586" y="454612"/>
                    </a:lnTo>
                    <a:lnTo>
                      <a:pt x="231990" y="459691"/>
                    </a:lnTo>
                    <a:lnTo>
                      <a:pt x="229659" y="454820"/>
                    </a:lnTo>
                    <a:lnTo>
                      <a:pt x="244063" y="459899"/>
                    </a:lnTo>
                    <a:lnTo>
                      <a:pt x="241732" y="455029"/>
                    </a:lnTo>
                    <a:lnTo>
                      <a:pt x="261007" y="457776"/>
                    </a:lnTo>
                    <a:lnTo>
                      <a:pt x="251057" y="474512"/>
                    </a:lnTo>
                    <a:lnTo>
                      <a:pt x="248726" y="469641"/>
                    </a:lnTo>
                    <a:lnTo>
                      <a:pt x="243646" y="484045"/>
                    </a:lnTo>
                    <a:lnTo>
                      <a:pt x="241315" y="479175"/>
                    </a:lnTo>
                    <a:lnTo>
                      <a:pt x="236236" y="493579"/>
                    </a:lnTo>
                    <a:lnTo>
                      <a:pt x="236444" y="481506"/>
                    </a:lnTo>
                    <a:lnTo>
                      <a:pt x="229242" y="478966"/>
                    </a:lnTo>
                    <a:lnTo>
                      <a:pt x="231782" y="471764"/>
                    </a:lnTo>
                    <a:lnTo>
                      <a:pt x="224580" y="469225"/>
                    </a:lnTo>
                    <a:lnTo>
                      <a:pt x="227119" y="462022"/>
                    </a:lnTo>
                    <a:lnTo>
                      <a:pt x="217586" y="454612"/>
                    </a:lnTo>
                    <a:lnTo>
                      <a:pt x="224788" y="457152"/>
                    </a:lnTo>
                    <a:lnTo>
                      <a:pt x="222248" y="464354"/>
                    </a:lnTo>
                    <a:lnTo>
                      <a:pt x="229450" y="466893"/>
                    </a:lnTo>
                    <a:lnTo>
                      <a:pt x="226911" y="474095"/>
                    </a:lnTo>
                    <a:lnTo>
                      <a:pt x="234113" y="476635"/>
                    </a:lnTo>
                    <a:lnTo>
                      <a:pt x="231573" y="483837"/>
                    </a:lnTo>
                    <a:lnTo>
                      <a:pt x="238776" y="486377"/>
                    </a:lnTo>
                    <a:lnTo>
                      <a:pt x="243646" y="484045"/>
                    </a:lnTo>
                    <a:lnTo>
                      <a:pt x="241315" y="479175"/>
                    </a:lnTo>
                    <a:lnTo>
                      <a:pt x="251057" y="474512"/>
                    </a:lnTo>
                    <a:lnTo>
                      <a:pt x="248726" y="469641"/>
                    </a:lnTo>
                    <a:lnTo>
                      <a:pt x="265878" y="455445"/>
                    </a:lnTo>
                    <a:lnTo>
                      <a:pt x="256136" y="460108"/>
                    </a:lnTo>
                    <a:lnTo>
                      <a:pt x="253805" y="455237"/>
                    </a:lnTo>
                    <a:lnTo>
                      <a:pt x="244063" y="459899"/>
                    </a:lnTo>
                    <a:lnTo>
                      <a:pt x="241732" y="455029"/>
                    </a:lnTo>
                    <a:lnTo>
                      <a:pt x="231990" y="459691"/>
                    </a:lnTo>
                    <a:lnTo>
                      <a:pt x="229659" y="454820"/>
                    </a:lnTo>
                    <a:lnTo>
                      <a:pt x="224788" y="457152"/>
                    </a:lnTo>
                    <a:moveTo>
                      <a:pt x="108793" y="227306"/>
                    </a:moveTo>
                    <a:lnTo>
                      <a:pt x="157085" y="228139"/>
                    </a:lnTo>
                    <a:lnTo>
                      <a:pt x="127443" y="266273"/>
                    </a:lnTo>
                    <a:lnTo>
                      <a:pt x="108793" y="227306"/>
                    </a:lnTo>
                    <a:lnTo>
                      <a:pt x="111124" y="232177"/>
                    </a:lnTo>
                    <a:lnTo>
                      <a:pt x="147343" y="232802"/>
                    </a:lnTo>
                    <a:lnTo>
                      <a:pt x="125112" y="261402"/>
                    </a:lnTo>
                    <a:lnTo>
                      <a:pt x="129983" y="259070"/>
                    </a:lnTo>
                    <a:lnTo>
                      <a:pt x="115995" y="229845"/>
                    </a:lnTo>
                    <a:lnTo>
                      <a:pt x="111124" y="232177"/>
                    </a:lnTo>
                    <a:lnTo>
                      <a:pt x="108793" y="227306"/>
                    </a:lnTo>
                    <a:lnTo>
                      <a:pt x="123197" y="232385"/>
                    </a:lnTo>
                    <a:lnTo>
                      <a:pt x="120866" y="227514"/>
                    </a:lnTo>
                    <a:lnTo>
                      <a:pt x="135270" y="232593"/>
                    </a:lnTo>
                    <a:lnTo>
                      <a:pt x="132939" y="227722"/>
                    </a:lnTo>
                    <a:lnTo>
                      <a:pt x="152214" y="230470"/>
                    </a:lnTo>
                    <a:lnTo>
                      <a:pt x="142264" y="247206"/>
                    </a:lnTo>
                    <a:lnTo>
                      <a:pt x="139933" y="242335"/>
                    </a:lnTo>
                    <a:lnTo>
                      <a:pt x="134854" y="256739"/>
                    </a:lnTo>
                    <a:lnTo>
                      <a:pt x="132522" y="251868"/>
                    </a:lnTo>
                    <a:lnTo>
                      <a:pt x="127443" y="266273"/>
                    </a:lnTo>
                    <a:lnTo>
                      <a:pt x="127651" y="254200"/>
                    </a:lnTo>
                    <a:lnTo>
                      <a:pt x="120449" y="251660"/>
                    </a:lnTo>
                    <a:lnTo>
                      <a:pt x="122989" y="244458"/>
                    </a:lnTo>
                    <a:lnTo>
                      <a:pt x="115787" y="241918"/>
                    </a:lnTo>
                    <a:lnTo>
                      <a:pt x="118326" y="234716"/>
                    </a:lnTo>
                    <a:lnTo>
                      <a:pt x="108793" y="227306"/>
                    </a:lnTo>
                    <a:lnTo>
                      <a:pt x="115995" y="229845"/>
                    </a:lnTo>
                    <a:lnTo>
                      <a:pt x="113456" y="237047"/>
                    </a:lnTo>
                    <a:lnTo>
                      <a:pt x="120658" y="239587"/>
                    </a:lnTo>
                    <a:lnTo>
                      <a:pt x="118118" y="246789"/>
                    </a:lnTo>
                    <a:lnTo>
                      <a:pt x="125320" y="249329"/>
                    </a:lnTo>
                    <a:lnTo>
                      <a:pt x="122781" y="256531"/>
                    </a:lnTo>
                    <a:lnTo>
                      <a:pt x="129983" y="259070"/>
                    </a:lnTo>
                    <a:lnTo>
                      <a:pt x="134854" y="256739"/>
                    </a:lnTo>
                    <a:lnTo>
                      <a:pt x="132522" y="251868"/>
                    </a:lnTo>
                    <a:lnTo>
                      <a:pt x="142264" y="247206"/>
                    </a:lnTo>
                    <a:lnTo>
                      <a:pt x="139933" y="242335"/>
                    </a:lnTo>
                    <a:lnTo>
                      <a:pt x="157085" y="228139"/>
                    </a:lnTo>
                    <a:lnTo>
                      <a:pt x="147343" y="232802"/>
                    </a:lnTo>
                    <a:lnTo>
                      <a:pt x="145012" y="227931"/>
                    </a:lnTo>
                    <a:lnTo>
                      <a:pt x="135270" y="232593"/>
                    </a:lnTo>
                    <a:lnTo>
                      <a:pt x="132939" y="227722"/>
                    </a:lnTo>
                    <a:lnTo>
                      <a:pt x="123197" y="232385"/>
                    </a:lnTo>
                    <a:lnTo>
                      <a:pt x="120866" y="227514"/>
                    </a:lnTo>
                    <a:lnTo>
                      <a:pt x="115995" y="229845"/>
                    </a:lnTo>
                    <a:moveTo>
                      <a:pt x="0" y="0"/>
                    </a:moveTo>
                    <a:lnTo>
                      <a:pt x="48292" y="833"/>
                    </a:lnTo>
                    <a:lnTo>
                      <a:pt x="18650" y="38966"/>
                    </a:lnTo>
                    <a:lnTo>
                      <a:pt x="0" y="0"/>
                    </a:lnTo>
                    <a:lnTo>
                      <a:pt x="2331" y="4870"/>
                    </a:lnTo>
                    <a:lnTo>
                      <a:pt x="38550" y="5495"/>
                    </a:lnTo>
                    <a:lnTo>
                      <a:pt x="16319" y="34095"/>
                    </a:lnTo>
                    <a:lnTo>
                      <a:pt x="21190" y="31764"/>
                    </a:lnTo>
                    <a:lnTo>
                      <a:pt x="7202" y="2539"/>
                    </a:lnTo>
                    <a:lnTo>
                      <a:pt x="2331" y="4870"/>
                    </a:lnTo>
                    <a:lnTo>
                      <a:pt x="0" y="0"/>
                    </a:lnTo>
                    <a:lnTo>
                      <a:pt x="14404" y="5079"/>
                    </a:lnTo>
                    <a:lnTo>
                      <a:pt x="12073" y="208"/>
                    </a:lnTo>
                    <a:lnTo>
                      <a:pt x="26477" y="5287"/>
                    </a:lnTo>
                    <a:lnTo>
                      <a:pt x="24146" y="416"/>
                    </a:lnTo>
                    <a:lnTo>
                      <a:pt x="43421" y="3164"/>
                    </a:lnTo>
                    <a:lnTo>
                      <a:pt x="33471" y="19900"/>
                    </a:lnTo>
                    <a:lnTo>
                      <a:pt x="31140" y="15029"/>
                    </a:lnTo>
                    <a:lnTo>
                      <a:pt x="26061" y="29433"/>
                    </a:lnTo>
                    <a:lnTo>
                      <a:pt x="23729" y="24562"/>
                    </a:lnTo>
                    <a:lnTo>
                      <a:pt x="18650" y="38966"/>
                    </a:lnTo>
                    <a:lnTo>
                      <a:pt x="18859" y="26893"/>
                    </a:lnTo>
                    <a:lnTo>
                      <a:pt x="11656" y="24354"/>
                    </a:lnTo>
                    <a:lnTo>
                      <a:pt x="14196" y="17152"/>
                    </a:lnTo>
                    <a:lnTo>
                      <a:pt x="6994" y="14612"/>
                    </a:lnTo>
                    <a:lnTo>
                      <a:pt x="9533" y="7410"/>
                    </a:lnTo>
                    <a:lnTo>
                      <a:pt x="0" y="0"/>
                    </a:lnTo>
                    <a:lnTo>
                      <a:pt x="7202" y="2539"/>
                    </a:lnTo>
                    <a:lnTo>
                      <a:pt x="4663" y="9741"/>
                    </a:lnTo>
                    <a:lnTo>
                      <a:pt x="11865" y="12281"/>
                    </a:lnTo>
                    <a:lnTo>
                      <a:pt x="9325" y="19483"/>
                    </a:lnTo>
                    <a:lnTo>
                      <a:pt x="16527" y="22023"/>
                    </a:lnTo>
                    <a:lnTo>
                      <a:pt x="13988" y="29225"/>
                    </a:lnTo>
                    <a:lnTo>
                      <a:pt x="21190" y="31764"/>
                    </a:lnTo>
                    <a:lnTo>
                      <a:pt x="26061" y="29433"/>
                    </a:lnTo>
                    <a:lnTo>
                      <a:pt x="23729" y="24562"/>
                    </a:lnTo>
                    <a:lnTo>
                      <a:pt x="33471" y="19900"/>
                    </a:lnTo>
                    <a:lnTo>
                      <a:pt x="31140" y="15029"/>
                    </a:lnTo>
                    <a:lnTo>
                      <a:pt x="48292" y="833"/>
                    </a:lnTo>
                    <a:lnTo>
                      <a:pt x="38550" y="5495"/>
                    </a:lnTo>
                    <a:lnTo>
                      <a:pt x="36219" y="624"/>
                    </a:lnTo>
                    <a:lnTo>
                      <a:pt x="26477" y="5287"/>
                    </a:lnTo>
                    <a:lnTo>
                      <a:pt x="24146" y="416"/>
                    </a:lnTo>
                    <a:lnTo>
                      <a:pt x="14404" y="5079"/>
                    </a:lnTo>
                    <a:lnTo>
                      <a:pt x="12073" y="208"/>
                    </a:lnTo>
                    <a:lnTo>
                      <a:pt x="7202" y="253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84" name="Контур"/>
              <p:cNvSpPr/>
              <p:nvPr/>
            </p:nvSpPr>
            <p:spPr>
              <a:xfrm>
                <a:off x="9240259" y="7977249"/>
                <a:ext cx="1047483" cy="1136457"/>
              </a:xfrm>
              <a:custGeom>
                <a:avLst/>
                <a:gdLst/>
                <a:ahLst/>
                <a:cxnLst/>
                <a:rect l="l" t="t" r="r" b="b"/>
                <a:pathLst>
                  <a:path w="1047483" h="1136457" fill="none">
                    <a:moveTo>
                      <a:pt x="0" y="242638"/>
                    </a:moveTo>
                    <a:lnTo>
                      <a:pt x="113510" y="187943"/>
                    </a:lnTo>
                    <a:moveTo>
                      <a:pt x="113510" y="187943"/>
                    </a:moveTo>
                    <a:lnTo>
                      <a:pt x="227020" y="133248"/>
                    </a:lnTo>
                    <a:moveTo>
                      <a:pt x="227020" y="133248"/>
                    </a:moveTo>
                    <a:lnTo>
                      <a:pt x="340530" y="78553"/>
                    </a:lnTo>
                    <a:moveTo>
                      <a:pt x="340530" y="78553"/>
                    </a:moveTo>
                    <a:lnTo>
                      <a:pt x="454039" y="23858"/>
                    </a:lnTo>
                    <a:moveTo>
                      <a:pt x="454039" y="23858"/>
                    </a:moveTo>
                    <a:lnTo>
                      <a:pt x="503554" y="0"/>
                    </a:lnTo>
                    <a:lnTo>
                      <a:pt x="534222" y="64075"/>
                    </a:lnTo>
                    <a:moveTo>
                      <a:pt x="534222" y="64075"/>
                    </a:moveTo>
                    <a:lnTo>
                      <a:pt x="588618" y="177729"/>
                    </a:lnTo>
                    <a:moveTo>
                      <a:pt x="588618" y="177729"/>
                    </a:moveTo>
                    <a:lnTo>
                      <a:pt x="643015" y="291382"/>
                    </a:lnTo>
                    <a:moveTo>
                      <a:pt x="643015" y="291382"/>
                    </a:moveTo>
                    <a:lnTo>
                      <a:pt x="697411" y="405035"/>
                    </a:lnTo>
                    <a:moveTo>
                      <a:pt x="697411" y="405035"/>
                    </a:moveTo>
                    <a:lnTo>
                      <a:pt x="751807" y="518688"/>
                    </a:lnTo>
                    <a:moveTo>
                      <a:pt x="751807" y="518688"/>
                    </a:moveTo>
                    <a:lnTo>
                      <a:pt x="806204" y="632341"/>
                    </a:lnTo>
                    <a:moveTo>
                      <a:pt x="806204" y="632341"/>
                    </a:moveTo>
                    <a:lnTo>
                      <a:pt x="860600" y="745994"/>
                    </a:lnTo>
                    <a:moveTo>
                      <a:pt x="860600" y="745994"/>
                    </a:moveTo>
                    <a:lnTo>
                      <a:pt x="914997" y="859647"/>
                    </a:lnTo>
                    <a:moveTo>
                      <a:pt x="914997" y="859647"/>
                    </a:moveTo>
                    <a:lnTo>
                      <a:pt x="933092" y="897454"/>
                    </a:lnTo>
                    <a:lnTo>
                      <a:pt x="969393" y="973300"/>
                    </a:lnTo>
                    <a:moveTo>
                      <a:pt x="969393" y="973300"/>
                    </a:moveTo>
                    <a:lnTo>
                      <a:pt x="1023790" y="1086953"/>
                    </a:lnTo>
                    <a:moveTo>
                      <a:pt x="1023790" y="1086953"/>
                    </a:moveTo>
                    <a:lnTo>
                      <a:pt x="1047483" y="1136457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85" name="Контур"/>
              <p:cNvSpPr/>
              <p:nvPr/>
            </p:nvSpPr>
            <p:spPr>
              <a:xfrm>
                <a:off x="9319788" y="7993481"/>
                <a:ext cx="952172" cy="962169"/>
              </a:xfrm>
              <a:custGeom>
                <a:avLst/>
                <a:gdLst/>
                <a:ahLst/>
                <a:cxnLst/>
                <a:rect l="l" t="t" r="r" b="b"/>
                <a:pathLst>
                  <a:path w="952172" h="962169" fill="none">
                    <a:moveTo>
                      <a:pt x="38918" y="109390"/>
                    </a:moveTo>
                    <a:lnTo>
                      <a:pt x="38211" y="157684"/>
                    </a:lnTo>
                    <a:lnTo>
                      <a:pt x="0" y="128143"/>
                    </a:lnTo>
                    <a:lnTo>
                      <a:pt x="38918" y="109390"/>
                    </a:lnTo>
                    <a:lnTo>
                      <a:pt x="34053" y="111734"/>
                    </a:lnTo>
                    <a:lnTo>
                      <a:pt x="33523" y="147955"/>
                    </a:lnTo>
                    <a:lnTo>
                      <a:pt x="4865" y="125798"/>
                    </a:lnTo>
                    <a:lnTo>
                      <a:pt x="7209" y="130663"/>
                    </a:lnTo>
                    <a:lnTo>
                      <a:pt x="36397" y="116599"/>
                    </a:lnTo>
                    <a:lnTo>
                      <a:pt x="34053" y="111734"/>
                    </a:lnTo>
                    <a:lnTo>
                      <a:pt x="38918" y="109390"/>
                    </a:lnTo>
                    <a:lnTo>
                      <a:pt x="33877" y="123808"/>
                    </a:lnTo>
                    <a:lnTo>
                      <a:pt x="38741" y="121463"/>
                    </a:lnTo>
                    <a:lnTo>
                      <a:pt x="33700" y="135881"/>
                    </a:lnTo>
                    <a:lnTo>
                      <a:pt x="38565" y="133537"/>
                    </a:lnTo>
                    <a:lnTo>
                      <a:pt x="35867" y="152819"/>
                    </a:lnTo>
                    <a:lnTo>
                      <a:pt x="19106" y="142913"/>
                    </a:lnTo>
                    <a:lnTo>
                      <a:pt x="23971" y="140569"/>
                    </a:lnTo>
                    <a:lnTo>
                      <a:pt x="9553" y="135528"/>
                    </a:lnTo>
                    <a:lnTo>
                      <a:pt x="14418" y="133184"/>
                    </a:lnTo>
                    <a:lnTo>
                      <a:pt x="0" y="128143"/>
                    </a:lnTo>
                    <a:lnTo>
                      <a:pt x="12074" y="128319"/>
                    </a:lnTo>
                    <a:lnTo>
                      <a:pt x="14594" y="121110"/>
                    </a:lnTo>
                    <a:lnTo>
                      <a:pt x="21803" y="123631"/>
                    </a:lnTo>
                    <a:lnTo>
                      <a:pt x="24324" y="116422"/>
                    </a:lnTo>
                    <a:lnTo>
                      <a:pt x="31532" y="118943"/>
                    </a:lnTo>
                    <a:lnTo>
                      <a:pt x="38918" y="109390"/>
                    </a:lnTo>
                    <a:lnTo>
                      <a:pt x="36397" y="116599"/>
                    </a:lnTo>
                    <a:lnTo>
                      <a:pt x="29188" y="114078"/>
                    </a:lnTo>
                    <a:lnTo>
                      <a:pt x="26668" y="121287"/>
                    </a:lnTo>
                    <a:lnTo>
                      <a:pt x="19459" y="118766"/>
                    </a:lnTo>
                    <a:lnTo>
                      <a:pt x="16938" y="125975"/>
                    </a:lnTo>
                    <a:lnTo>
                      <a:pt x="9730" y="123454"/>
                    </a:lnTo>
                    <a:lnTo>
                      <a:pt x="7209" y="130663"/>
                    </a:lnTo>
                    <a:lnTo>
                      <a:pt x="9553" y="135528"/>
                    </a:lnTo>
                    <a:lnTo>
                      <a:pt x="14418" y="133184"/>
                    </a:lnTo>
                    <a:lnTo>
                      <a:pt x="19106" y="142913"/>
                    </a:lnTo>
                    <a:lnTo>
                      <a:pt x="23971" y="140569"/>
                    </a:lnTo>
                    <a:lnTo>
                      <a:pt x="38211" y="157684"/>
                    </a:lnTo>
                    <a:lnTo>
                      <a:pt x="33523" y="147955"/>
                    </a:lnTo>
                    <a:lnTo>
                      <a:pt x="38388" y="145610"/>
                    </a:lnTo>
                    <a:lnTo>
                      <a:pt x="33700" y="135881"/>
                    </a:lnTo>
                    <a:lnTo>
                      <a:pt x="38565" y="133537"/>
                    </a:lnTo>
                    <a:lnTo>
                      <a:pt x="33877" y="123808"/>
                    </a:lnTo>
                    <a:lnTo>
                      <a:pt x="38741" y="121463"/>
                    </a:lnTo>
                    <a:lnTo>
                      <a:pt x="36397" y="116599"/>
                    </a:lnTo>
                    <a:moveTo>
                      <a:pt x="265937" y="0"/>
                    </a:moveTo>
                    <a:lnTo>
                      <a:pt x="265231" y="48294"/>
                    </a:lnTo>
                    <a:lnTo>
                      <a:pt x="227020" y="18753"/>
                    </a:lnTo>
                    <a:lnTo>
                      <a:pt x="265937" y="0"/>
                    </a:lnTo>
                    <a:lnTo>
                      <a:pt x="261073" y="2344"/>
                    </a:lnTo>
                    <a:lnTo>
                      <a:pt x="260543" y="38565"/>
                    </a:lnTo>
                    <a:lnTo>
                      <a:pt x="231884" y="16409"/>
                    </a:lnTo>
                    <a:lnTo>
                      <a:pt x="234229" y="21274"/>
                    </a:lnTo>
                    <a:lnTo>
                      <a:pt x="263417" y="7209"/>
                    </a:lnTo>
                    <a:lnTo>
                      <a:pt x="261073" y="2344"/>
                    </a:lnTo>
                    <a:lnTo>
                      <a:pt x="265937" y="0"/>
                    </a:lnTo>
                    <a:lnTo>
                      <a:pt x="260896" y="14418"/>
                    </a:lnTo>
                    <a:lnTo>
                      <a:pt x="265761" y="12074"/>
                    </a:lnTo>
                    <a:lnTo>
                      <a:pt x="260720" y="26491"/>
                    </a:lnTo>
                    <a:lnTo>
                      <a:pt x="265584" y="24147"/>
                    </a:lnTo>
                    <a:lnTo>
                      <a:pt x="262887" y="43430"/>
                    </a:lnTo>
                    <a:lnTo>
                      <a:pt x="246125" y="33524"/>
                    </a:lnTo>
                    <a:lnTo>
                      <a:pt x="250990" y="31180"/>
                    </a:lnTo>
                    <a:lnTo>
                      <a:pt x="236573" y="26138"/>
                    </a:lnTo>
                    <a:lnTo>
                      <a:pt x="241437" y="23794"/>
                    </a:lnTo>
                    <a:lnTo>
                      <a:pt x="227020" y="18753"/>
                    </a:lnTo>
                    <a:lnTo>
                      <a:pt x="239093" y="18929"/>
                    </a:lnTo>
                    <a:lnTo>
                      <a:pt x="241614" y="11721"/>
                    </a:lnTo>
                    <a:lnTo>
                      <a:pt x="248823" y="14241"/>
                    </a:lnTo>
                    <a:lnTo>
                      <a:pt x="251343" y="7033"/>
                    </a:lnTo>
                    <a:lnTo>
                      <a:pt x="258552" y="9553"/>
                    </a:lnTo>
                    <a:lnTo>
                      <a:pt x="265937" y="0"/>
                    </a:lnTo>
                    <a:lnTo>
                      <a:pt x="263417" y="7209"/>
                    </a:lnTo>
                    <a:lnTo>
                      <a:pt x="256208" y="4688"/>
                    </a:lnTo>
                    <a:lnTo>
                      <a:pt x="253687" y="11897"/>
                    </a:lnTo>
                    <a:lnTo>
                      <a:pt x="246479" y="9377"/>
                    </a:lnTo>
                    <a:lnTo>
                      <a:pt x="243958" y="16585"/>
                    </a:lnTo>
                    <a:lnTo>
                      <a:pt x="236749" y="14065"/>
                    </a:lnTo>
                    <a:lnTo>
                      <a:pt x="234229" y="21274"/>
                    </a:lnTo>
                    <a:lnTo>
                      <a:pt x="236573" y="26138"/>
                    </a:lnTo>
                    <a:lnTo>
                      <a:pt x="241437" y="23794"/>
                    </a:lnTo>
                    <a:lnTo>
                      <a:pt x="246125" y="33524"/>
                    </a:lnTo>
                    <a:lnTo>
                      <a:pt x="250990" y="31180"/>
                    </a:lnTo>
                    <a:lnTo>
                      <a:pt x="265231" y="48294"/>
                    </a:lnTo>
                    <a:lnTo>
                      <a:pt x="260543" y="38565"/>
                    </a:lnTo>
                    <a:lnTo>
                      <a:pt x="265408" y="36221"/>
                    </a:lnTo>
                    <a:lnTo>
                      <a:pt x="260720" y="26491"/>
                    </a:lnTo>
                    <a:lnTo>
                      <a:pt x="265584" y="24147"/>
                    </a:lnTo>
                    <a:lnTo>
                      <a:pt x="260896" y="14418"/>
                    </a:lnTo>
                    <a:lnTo>
                      <a:pt x="265761" y="12074"/>
                    </a:lnTo>
                    <a:lnTo>
                      <a:pt x="263417" y="7209"/>
                    </a:lnTo>
                    <a:moveTo>
                      <a:pt x="517001" y="52944"/>
                    </a:moveTo>
                    <a:lnTo>
                      <a:pt x="468709" y="52111"/>
                    </a:lnTo>
                    <a:lnTo>
                      <a:pt x="498350" y="13977"/>
                    </a:lnTo>
                    <a:lnTo>
                      <a:pt x="517001" y="52944"/>
                    </a:lnTo>
                    <a:lnTo>
                      <a:pt x="514669" y="48073"/>
                    </a:lnTo>
                    <a:lnTo>
                      <a:pt x="478450" y="47448"/>
                    </a:lnTo>
                    <a:lnTo>
                      <a:pt x="500682" y="18848"/>
                    </a:lnTo>
                    <a:lnTo>
                      <a:pt x="495811" y="21179"/>
                    </a:lnTo>
                    <a:lnTo>
                      <a:pt x="509798" y="50404"/>
                    </a:lnTo>
                    <a:lnTo>
                      <a:pt x="514669" y="48073"/>
                    </a:lnTo>
                    <a:lnTo>
                      <a:pt x="517001" y="52944"/>
                    </a:lnTo>
                    <a:lnTo>
                      <a:pt x="502596" y="47865"/>
                    </a:lnTo>
                    <a:lnTo>
                      <a:pt x="504928" y="52736"/>
                    </a:lnTo>
                    <a:lnTo>
                      <a:pt x="490523" y="47657"/>
                    </a:lnTo>
                    <a:lnTo>
                      <a:pt x="492855" y="52527"/>
                    </a:lnTo>
                    <a:lnTo>
                      <a:pt x="473580" y="49780"/>
                    </a:lnTo>
                    <a:lnTo>
                      <a:pt x="483530" y="33044"/>
                    </a:lnTo>
                    <a:lnTo>
                      <a:pt x="485861" y="37915"/>
                    </a:lnTo>
                    <a:lnTo>
                      <a:pt x="490940" y="23511"/>
                    </a:lnTo>
                    <a:lnTo>
                      <a:pt x="493271" y="28381"/>
                    </a:lnTo>
                    <a:lnTo>
                      <a:pt x="498350" y="13977"/>
                    </a:lnTo>
                    <a:lnTo>
                      <a:pt x="498142" y="26050"/>
                    </a:lnTo>
                    <a:lnTo>
                      <a:pt x="505344" y="28590"/>
                    </a:lnTo>
                    <a:lnTo>
                      <a:pt x="502805" y="35792"/>
                    </a:lnTo>
                    <a:lnTo>
                      <a:pt x="510007" y="38331"/>
                    </a:lnTo>
                    <a:lnTo>
                      <a:pt x="507467" y="45534"/>
                    </a:lnTo>
                    <a:lnTo>
                      <a:pt x="517001" y="52944"/>
                    </a:lnTo>
                    <a:lnTo>
                      <a:pt x="509798" y="50404"/>
                    </a:lnTo>
                    <a:lnTo>
                      <a:pt x="512338" y="43202"/>
                    </a:lnTo>
                    <a:lnTo>
                      <a:pt x="505136" y="40663"/>
                    </a:lnTo>
                    <a:lnTo>
                      <a:pt x="507675" y="33461"/>
                    </a:lnTo>
                    <a:lnTo>
                      <a:pt x="500473" y="30921"/>
                    </a:lnTo>
                    <a:lnTo>
                      <a:pt x="503013" y="23719"/>
                    </a:lnTo>
                    <a:lnTo>
                      <a:pt x="495811" y="21179"/>
                    </a:lnTo>
                    <a:lnTo>
                      <a:pt x="490940" y="23511"/>
                    </a:lnTo>
                    <a:lnTo>
                      <a:pt x="493271" y="28381"/>
                    </a:lnTo>
                    <a:lnTo>
                      <a:pt x="483530" y="33044"/>
                    </a:lnTo>
                    <a:lnTo>
                      <a:pt x="485861" y="37915"/>
                    </a:lnTo>
                    <a:lnTo>
                      <a:pt x="468709" y="52111"/>
                    </a:lnTo>
                    <a:lnTo>
                      <a:pt x="478450" y="47448"/>
                    </a:lnTo>
                    <a:lnTo>
                      <a:pt x="480782" y="52319"/>
                    </a:lnTo>
                    <a:lnTo>
                      <a:pt x="490523" y="47657"/>
                    </a:lnTo>
                    <a:lnTo>
                      <a:pt x="492855" y="52527"/>
                    </a:lnTo>
                    <a:lnTo>
                      <a:pt x="502596" y="47865"/>
                    </a:lnTo>
                    <a:lnTo>
                      <a:pt x="504928" y="52736"/>
                    </a:lnTo>
                    <a:lnTo>
                      <a:pt x="509798" y="50404"/>
                    </a:lnTo>
                    <a:moveTo>
                      <a:pt x="625793" y="280250"/>
                    </a:moveTo>
                    <a:lnTo>
                      <a:pt x="577501" y="279417"/>
                    </a:lnTo>
                    <a:lnTo>
                      <a:pt x="607143" y="241284"/>
                    </a:lnTo>
                    <a:lnTo>
                      <a:pt x="625793" y="280250"/>
                    </a:lnTo>
                    <a:lnTo>
                      <a:pt x="623462" y="275379"/>
                    </a:lnTo>
                    <a:lnTo>
                      <a:pt x="587243" y="274755"/>
                    </a:lnTo>
                    <a:lnTo>
                      <a:pt x="609474" y="246154"/>
                    </a:lnTo>
                    <a:lnTo>
                      <a:pt x="604604" y="248486"/>
                    </a:lnTo>
                    <a:lnTo>
                      <a:pt x="618591" y="277711"/>
                    </a:lnTo>
                    <a:lnTo>
                      <a:pt x="623462" y="275379"/>
                    </a:lnTo>
                    <a:lnTo>
                      <a:pt x="625793" y="280250"/>
                    </a:lnTo>
                    <a:lnTo>
                      <a:pt x="611389" y="275171"/>
                    </a:lnTo>
                    <a:lnTo>
                      <a:pt x="613720" y="280042"/>
                    </a:lnTo>
                    <a:lnTo>
                      <a:pt x="599316" y="274963"/>
                    </a:lnTo>
                    <a:lnTo>
                      <a:pt x="601647" y="279834"/>
                    </a:lnTo>
                    <a:lnTo>
                      <a:pt x="582372" y="277086"/>
                    </a:lnTo>
                    <a:lnTo>
                      <a:pt x="592322" y="260350"/>
                    </a:lnTo>
                    <a:lnTo>
                      <a:pt x="594654" y="265221"/>
                    </a:lnTo>
                    <a:lnTo>
                      <a:pt x="599733" y="250817"/>
                    </a:lnTo>
                    <a:lnTo>
                      <a:pt x="602064" y="255688"/>
                    </a:lnTo>
                    <a:lnTo>
                      <a:pt x="607143" y="241284"/>
                    </a:lnTo>
                    <a:lnTo>
                      <a:pt x="606935" y="253356"/>
                    </a:lnTo>
                    <a:lnTo>
                      <a:pt x="614137" y="255896"/>
                    </a:lnTo>
                    <a:lnTo>
                      <a:pt x="611597" y="263098"/>
                    </a:lnTo>
                    <a:lnTo>
                      <a:pt x="618799" y="265638"/>
                    </a:lnTo>
                    <a:lnTo>
                      <a:pt x="616260" y="272840"/>
                    </a:lnTo>
                    <a:lnTo>
                      <a:pt x="625793" y="280250"/>
                    </a:lnTo>
                    <a:lnTo>
                      <a:pt x="618591" y="277711"/>
                    </a:lnTo>
                    <a:lnTo>
                      <a:pt x="621131" y="270509"/>
                    </a:lnTo>
                    <a:lnTo>
                      <a:pt x="613929" y="267969"/>
                    </a:lnTo>
                    <a:lnTo>
                      <a:pt x="616468" y="260767"/>
                    </a:lnTo>
                    <a:lnTo>
                      <a:pt x="609266" y="258227"/>
                    </a:lnTo>
                    <a:lnTo>
                      <a:pt x="611806" y="251025"/>
                    </a:lnTo>
                    <a:lnTo>
                      <a:pt x="604604" y="248486"/>
                    </a:lnTo>
                    <a:lnTo>
                      <a:pt x="599733" y="250817"/>
                    </a:lnTo>
                    <a:lnTo>
                      <a:pt x="602064" y="255688"/>
                    </a:lnTo>
                    <a:lnTo>
                      <a:pt x="592322" y="260350"/>
                    </a:lnTo>
                    <a:lnTo>
                      <a:pt x="594654" y="265221"/>
                    </a:lnTo>
                    <a:lnTo>
                      <a:pt x="577501" y="279417"/>
                    </a:lnTo>
                    <a:lnTo>
                      <a:pt x="587243" y="274755"/>
                    </a:lnTo>
                    <a:lnTo>
                      <a:pt x="589574" y="279625"/>
                    </a:lnTo>
                    <a:lnTo>
                      <a:pt x="599316" y="274963"/>
                    </a:lnTo>
                    <a:lnTo>
                      <a:pt x="601647" y="279834"/>
                    </a:lnTo>
                    <a:lnTo>
                      <a:pt x="611389" y="275171"/>
                    </a:lnTo>
                    <a:lnTo>
                      <a:pt x="613720" y="280042"/>
                    </a:lnTo>
                    <a:lnTo>
                      <a:pt x="618591" y="277711"/>
                    </a:lnTo>
                    <a:moveTo>
                      <a:pt x="734586" y="507557"/>
                    </a:moveTo>
                    <a:lnTo>
                      <a:pt x="686294" y="506723"/>
                    </a:lnTo>
                    <a:lnTo>
                      <a:pt x="715936" y="468590"/>
                    </a:lnTo>
                    <a:lnTo>
                      <a:pt x="734586" y="507557"/>
                    </a:lnTo>
                    <a:lnTo>
                      <a:pt x="732255" y="502686"/>
                    </a:lnTo>
                    <a:lnTo>
                      <a:pt x="696036" y="502061"/>
                    </a:lnTo>
                    <a:lnTo>
                      <a:pt x="718267" y="473461"/>
                    </a:lnTo>
                    <a:lnTo>
                      <a:pt x="713396" y="475792"/>
                    </a:lnTo>
                    <a:lnTo>
                      <a:pt x="727384" y="505017"/>
                    </a:lnTo>
                    <a:lnTo>
                      <a:pt x="732255" y="502686"/>
                    </a:lnTo>
                    <a:lnTo>
                      <a:pt x="734586" y="507557"/>
                    </a:lnTo>
                    <a:lnTo>
                      <a:pt x="720182" y="502477"/>
                    </a:lnTo>
                    <a:lnTo>
                      <a:pt x="722513" y="507348"/>
                    </a:lnTo>
                    <a:lnTo>
                      <a:pt x="708109" y="502269"/>
                    </a:lnTo>
                    <a:lnTo>
                      <a:pt x="710440" y="507140"/>
                    </a:lnTo>
                    <a:lnTo>
                      <a:pt x="691165" y="504392"/>
                    </a:lnTo>
                    <a:lnTo>
                      <a:pt x="701115" y="487657"/>
                    </a:lnTo>
                    <a:lnTo>
                      <a:pt x="703446" y="492527"/>
                    </a:lnTo>
                    <a:lnTo>
                      <a:pt x="708525" y="478123"/>
                    </a:lnTo>
                    <a:lnTo>
                      <a:pt x="710857" y="482994"/>
                    </a:lnTo>
                    <a:lnTo>
                      <a:pt x="715936" y="468590"/>
                    </a:lnTo>
                    <a:lnTo>
                      <a:pt x="715728" y="480663"/>
                    </a:lnTo>
                    <a:lnTo>
                      <a:pt x="722930" y="483202"/>
                    </a:lnTo>
                    <a:lnTo>
                      <a:pt x="720390" y="490404"/>
                    </a:lnTo>
                    <a:lnTo>
                      <a:pt x="727592" y="492944"/>
                    </a:lnTo>
                    <a:lnTo>
                      <a:pt x="725053" y="500146"/>
                    </a:lnTo>
                    <a:lnTo>
                      <a:pt x="734586" y="507557"/>
                    </a:lnTo>
                    <a:lnTo>
                      <a:pt x="727384" y="505017"/>
                    </a:lnTo>
                    <a:lnTo>
                      <a:pt x="729924" y="497815"/>
                    </a:lnTo>
                    <a:lnTo>
                      <a:pt x="722721" y="495275"/>
                    </a:lnTo>
                    <a:lnTo>
                      <a:pt x="725261" y="488073"/>
                    </a:lnTo>
                    <a:lnTo>
                      <a:pt x="718059" y="485534"/>
                    </a:lnTo>
                    <a:lnTo>
                      <a:pt x="720598" y="478331"/>
                    </a:lnTo>
                    <a:lnTo>
                      <a:pt x="713396" y="475792"/>
                    </a:lnTo>
                    <a:lnTo>
                      <a:pt x="708525" y="478123"/>
                    </a:lnTo>
                    <a:lnTo>
                      <a:pt x="710857" y="482994"/>
                    </a:lnTo>
                    <a:lnTo>
                      <a:pt x="701115" y="487657"/>
                    </a:lnTo>
                    <a:lnTo>
                      <a:pt x="703446" y="492527"/>
                    </a:lnTo>
                    <a:lnTo>
                      <a:pt x="686294" y="506723"/>
                    </a:lnTo>
                    <a:lnTo>
                      <a:pt x="696036" y="502061"/>
                    </a:lnTo>
                    <a:lnTo>
                      <a:pt x="698367" y="506932"/>
                    </a:lnTo>
                    <a:lnTo>
                      <a:pt x="708109" y="502269"/>
                    </a:lnTo>
                    <a:lnTo>
                      <a:pt x="710440" y="507140"/>
                    </a:lnTo>
                    <a:lnTo>
                      <a:pt x="720182" y="502477"/>
                    </a:lnTo>
                    <a:lnTo>
                      <a:pt x="722513" y="507348"/>
                    </a:lnTo>
                    <a:lnTo>
                      <a:pt x="727384" y="505017"/>
                    </a:lnTo>
                    <a:moveTo>
                      <a:pt x="843379" y="734863"/>
                    </a:moveTo>
                    <a:lnTo>
                      <a:pt x="795087" y="734030"/>
                    </a:lnTo>
                    <a:lnTo>
                      <a:pt x="824729" y="695896"/>
                    </a:lnTo>
                    <a:lnTo>
                      <a:pt x="843379" y="734863"/>
                    </a:lnTo>
                    <a:lnTo>
                      <a:pt x="841048" y="729992"/>
                    </a:lnTo>
                    <a:lnTo>
                      <a:pt x="804829" y="729367"/>
                    </a:lnTo>
                    <a:lnTo>
                      <a:pt x="827060" y="700767"/>
                    </a:lnTo>
                    <a:lnTo>
                      <a:pt x="822189" y="703098"/>
                    </a:lnTo>
                    <a:lnTo>
                      <a:pt x="836177" y="732323"/>
                    </a:lnTo>
                    <a:lnTo>
                      <a:pt x="841048" y="729992"/>
                    </a:lnTo>
                    <a:lnTo>
                      <a:pt x="843379" y="734863"/>
                    </a:lnTo>
                    <a:lnTo>
                      <a:pt x="828975" y="729784"/>
                    </a:lnTo>
                    <a:lnTo>
                      <a:pt x="831306" y="734655"/>
                    </a:lnTo>
                    <a:lnTo>
                      <a:pt x="816902" y="729575"/>
                    </a:lnTo>
                    <a:lnTo>
                      <a:pt x="819233" y="734446"/>
                    </a:lnTo>
                    <a:lnTo>
                      <a:pt x="799958" y="731698"/>
                    </a:lnTo>
                    <a:lnTo>
                      <a:pt x="809908" y="714963"/>
                    </a:lnTo>
                    <a:lnTo>
                      <a:pt x="812239" y="719834"/>
                    </a:lnTo>
                    <a:lnTo>
                      <a:pt x="817318" y="705429"/>
                    </a:lnTo>
                    <a:lnTo>
                      <a:pt x="819649" y="710300"/>
                    </a:lnTo>
                    <a:lnTo>
                      <a:pt x="824729" y="695896"/>
                    </a:lnTo>
                    <a:lnTo>
                      <a:pt x="824520" y="707969"/>
                    </a:lnTo>
                    <a:lnTo>
                      <a:pt x="831722" y="710509"/>
                    </a:lnTo>
                    <a:lnTo>
                      <a:pt x="829183" y="717711"/>
                    </a:lnTo>
                    <a:lnTo>
                      <a:pt x="836385" y="720250"/>
                    </a:lnTo>
                    <a:lnTo>
                      <a:pt x="833845" y="727452"/>
                    </a:lnTo>
                    <a:lnTo>
                      <a:pt x="843379" y="734863"/>
                    </a:lnTo>
                    <a:lnTo>
                      <a:pt x="836177" y="732323"/>
                    </a:lnTo>
                    <a:lnTo>
                      <a:pt x="838716" y="725121"/>
                    </a:lnTo>
                    <a:lnTo>
                      <a:pt x="831514" y="722582"/>
                    </a:lnTo>
                    <a:lnTo>
                      <a:pt x="834054" y="715379"/>
                    </a:lnTo>
                    <a:lnTo>
                      <a:pt x="826852" y="712840"/>
                    </a:lnTo>
                    <a:lnTo>
                      <a:pt x="829391" y="705638"/>
                    </a:lnTo>
                    <a:lnTo>
                      <a:pt x="822189" y="703098"/>
                    </a:lnTo>
                    <a:lnTo>
                      <a:pt x="817318" y="705429"/>
                    </a:lnTo>
                    <a:lnTo>
                      <a:pt x="819649" y="710300"/>
                    </a:lnTo>
                    <a:lnTo>
                      <a:pt x="809908" y="714963"/>
                    </a:lnTo>
                    <a:lnTo>
                      <a:pt x="812239" y="719834"/>
                    </a:lnTo>
                    <a:lnTo>
                      <a:pt x="795087" y="734030"/>
                    </a:lnTo>
                    <a:lnTo>
                      <a:pt x="804829" y="729367"/>
                    </a:lnTo>
                    <a:lnTo>
                      <a:pt x="807160" y="734238"/>
                    </a:lnTo>
                    <a:lnTo>
                      <a:pt x="816902" y="729575"/>
                    </a:lnTo>
                    <a:lnTo>
                      <a:pt x="819233" y="734446"/>
                    </a:lnTo>
                    <a:lnTo>
                      <a:pt x="828975" y="729784"/>
                    </a:lnTo>
                    <a:lnTo>
                      <a:pt x="831306" y="734655"/>
                    </a:lnTo>
                    <a:lnTo>
                      <a:pt x="836177" y="732323"/>
                    </a:lnTo>
                    <a:moveTo>
                      <a:pt x="952172" y="962169"/>
                    </a:moveTo>
                    <a:lnTo>
                      <a:pt x="903880" y="961336"/>
                    </a:lnTo>
                    <a:lnTo>
                      <a:pt x="933522" y="923202"/>
                    </a:lnTo>
                    <a:lnTo>
                      <a:pt x="952172" y="962169"/>
                    </a:lnTo>
                    <a:lnTo>
                      <a:pt x="949841" y="957298"/>
                    </a:lnTo>
                    <a:lnTo>
                      <a:pt x="913622" y="956673"/>
                    </a:lnTo>
                    <a:lnTo>
                      <a:pt x="935853" y="928073"/>
                    </a:lnTo>
                    <a:lnTo>
                      <a:pt x="930982" y="930404"/>
                    </a:lnTo>
                    <a:lnTo>
                      <a:pt x="944970" y="959629"/>
                    </a:lnTo>
                    <a:lnTo>
                      <a:pt x="949841" y="957298"/>
                    </a:lnTo>
                    <a:lnTo>
                      <a:pt x="952172" y="962169"/>
                    </a:lnTo>
                    <a:lnTo>
                      <a:pt x="937768" y="957090"/>
                    </a:lnTo>
                    <a:lnTo>
                      <a:pt x="940099" y="961960"/>
                    </a:lnTo>
                    <a:lnTo>
                      <a:pt x="925695" y="956881"/>
                    </a:lnTo>
                    <a:lnTo>
                      <a:pt x="928026" y="961752"/>
                    </a:lnTo>
                    <a:lnTo>
                      <a:pt x="908751" y="959004"/>
                    </a:lnTo>
                    <a:lnTo>
                      <a:pt x="918701" y="942269"/>
                    </a:lnTo>
                    <a:lnTo>
                      <a:pt x="921032" y="947140"/>
                    </a:lnTo>
                    <a:lnTo>
                      <a:pt x="926111" y="932735"/>
                    </a:lnTo>
                    <a:lnTo>
                      <a:pt x="928442" y="937606"/>
                    </a:lnTo>
                    <a:lnTo>
                      <a:pt x="933522" y="923202"/>
                    </a:lnTo>
                    <a:lnTo>
                      <a:pt x="933313" y="935275"/>
                    </a:lnTo>
                    <a:lnTo>
                      <a:pt x="940515" y="937815"/>
                    </a:lnTo>
                    <a:lnTo>
                      <a:pt x="937976" y="945017"/>
                    </a:lnTo>
                    <a:lnTo>
                      <a:pt x="945178" y="947556"/>
                    </a:lnTo>
                    <a:lnTo>
                      <a:pt x="942638" y="954758"/>
                    </a:lnTo>
                    <a:lnTo>
                      <a:pt x="952172" y="962169"/>
                    </a:lnTo>
                    <a:lnTo>
                      <a:pt x="944970" y="959629"/>
                    </a:lnTo>
                    <a:lnTo>
                      <a:pt x="947509" y="952427"/>
                    </a:lnTo>
                    <a:lnTo>
                      <a:pt x="940307" y="949888"/>
                    </a:lnTo>
                    <a:lnTo>
                      <a:pt x="942847" y="942685"/>
                    </a:lnTo>
                    <a:lnTo>
                      <a:pt x="935645" y="940146"/>
                    </a:lnTo>
                    <a:lnTo>
                      <a:pt x="938184" y="932944"/>
                    </a:lnTo>
                    <a:lnTo>
                      <a:pt x="930982" y="930404"/>
                    </a:lnTo>
                    <a:lnTo>
                      <a:pt x="926111" y="932735"/>
                    </a:lnTo>
                    <a:lnTo>
                      <a:pt x="928442" y="937606"/>
                    </a:lnTo>
                    <a:lnTo>
                      <a:pt x="918701" y="942269"/>
                    </a:lnTo>
                    <a:lnTo>
                      <a:pt x="921032" y="947140"/>
                    </a:lnTo>
                    <a:lnTo>
                      <a:pt x="903880" y="961336"/>
                    </a:lnTo>
                    <a:lnTo>
                      <a:pt x="913622" y="956673"/>
                    </a:lnTo>
                    <a:lnTo>
                      <a:pt x="915953" y="961544"/>
                    </a:lnTo>
                    <a:lnTo>
                      <a:pt x="925695" y="956881"/>
                    </a:lnTo>
                    <a:lnTo>
                      <a:pt x="928026" y="961752"/>
                    </a:lnTo>
                    <a:lnTo>
                      <a:pt x="937768" y="957090"/>
                    </a:lnTo>
                    <a:lnTo>
                      <a:pt x="940099" y="961960"/>
                    </a:lnTo>
                    <a:lnTo>
                      <a:pt x="944970" y="95962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86" name="Контур"/>
              <p:cNvSpPr/>
              <p:nvPr/>
            </p:nvSpPr>
            <p:spPr>
              <a:xfrm>
                <a:off x="7575418" y="5985977"/>
                <a:ext cx="1758508" cy="738040"/>
              </a:xfrm>
              <a:custGeom>
                <a:avLst/>
                <a:gdLst/>
                <a:ahLst/>
                <a:cxnLst/>
                <a:rect l="l" t="t" r="r" b="b"/>
                <a:pathLst>
                  <a:path w="1758508" h="738040" fill="none">
                    <a:moveTo>
                      <a:pt x="1758508" y="0"/>
                    </a:moveTo>
                    <a:lnTo>
                      <a:pt x="1644544" y="53741"/>
                    </a:lnTo>
                    <a:moveTo>
                      <a:pt x="1644544" y="53741"/>
                    </a:moveTo>
                    <a:lnTo>
                      <a:pt x="1530579" y="107483"/>
                    </a:lnTo>
                    <a:moveTo>
                      <a:pt x="1530579" y="107483"/>
                    </a:moveTo>
                    <a:lnTo>
                      <a:pt x="1416615" y="161224"/>
                    </a:lnTo>
                    <a:moveTo>
                      <a:pt x="1416615" y="161224"/>
                    </a:moveTo>
                    <a:lnTo>
                      <a:pt x="1302651" y="214965"/>
                    </a:lnTo>
                    <a:moveTo>
                      <a:pt x="1302651" y="214965"/>
                    </a:moveTo>
                    <a:lnTo>
                      <a:pt x="1188686" y="268707"/>
                    </a:lnTo>
                    <a:moveTo>
                      <a:pt x="1188686" y="268707"/>
                    </a:moveTo>
                    <a:lnTo>
                      <a:pt x="1074722" y="322448"/>
                    </a:lnTo>
                    <a:moveTo>
                      <a:pt x="1074722" y="322448"/>
                    </a:moveTo>
                    <a:lnTo>
                      <a:pt x="960758" y="376190"/>
                    </a:lnTo>
                    <a:moveTo>
                      <a:pt x="960758" y="376190"/>
                    </a:moveTo>
                    <a:lnTo>
                      <a:pt x="846794" y="429931"/>
                    </a:lnTo>
                    <a:moveTo>
                      <a:pt x="846794" y="429931"/>
                    </a:moveTo>
                    <a:lnTo>
                      <a:pt x="802190" y="450965"/>
                    </a:lnTo>
                    <a:lnTo>
                      <a:pt x="769504" y="381594"/>
                    </a:lnTo>
                    <a:moveTo>
                      <a:pt x="769504" y="381594"/>
                    </a:moveTo>
                    <a:lnTo>
                      <a:pt x="766321" y="374837"/>
                    </a:lnTo>
                    <a:lnTo>
                      <a:pt x="659211" y="425603"/>
                    </a:lnTo>
                    <a:moveTo>
                      <a:pt x="659211" y="425603"/>
                    </a:moveTo>
                    <a:lnTo>
                      <a:pt x="545352" y="479567"/>
                    </a:lnTo>
                    <a:moveTo>
                      <a:pt x="545352" y="479567"/>
                    </a:moveTo>
                    <a:lnTo>
                      <a:pt x="431493" y="533531"/>
                    </a:lnTo>
                    <a:moveTo>
                      <a:pt x="431493" y="533531"/>
                    </a:moveTo>
                    <a:lnTo>
                      <a:pt x="317634" y="587495"/>
                    </a:lnTo>
                    <a:moveTo>
                      <a:pt x="317634" y="587495"/>
                    </a:moveTo>
                    <a:lnTo>
                      <a:pt x="203775" y="641459"/>
                    </a:lnTo>
                    <a:moveTo>
                      <a:pt x="203775" y="641459"/>
                    </a:moveTo>
                    <a:lnTo>
                      <a:pt x="89916" y="695423"/>
                    </a:lnTo>
                    <a:moveTo>
                      <a:pt x="89916" y="695423"/>
                    </a:moveTo>
                    <a:lnTo>
                      <a:pt x="0" y="73804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87" name="Контур"/>
              <p:cNvSpPr/>
              <p:nvPr/>
            </p:nvSpPr>
            <p:spPr>
              <a:xfrm>
                <a:off x="7659997" y="6053709"/>
                <a:ext cx="1593579" cy="689979"/>
              </a:xfrm>
              <a:custGeom>
                <a:avLst/>
                <a:gdLst/>
                <a:ahLst/>
                <a:cxnLst/>
                <a:rect l="l" t="t" r="r" b="b"/>
                <a:pathLst>
                  <a:path w="1593579" h="689979" fill="none">
                    <a:moveTo>
                      <a:pt x="1554506" y="48286"/>
                    </a:moveTo>
                    <a:lnTo>
                      <a:pt x="1555617" y="0"/>
                    </a:lnTo>
                    <a:lnTo>
                      <a:pt x="1593579" y="29861"/>
                    </a:lnTo>
                    <a:lnTo>
                      <a:pt x="1554506" y="48286"/>
                    </a:lnTo>
                    <a:lnTo>
                      <a:pt x="1559390" y="45983"/>
                    </a:lnTo>
                    <a:lnTo>
                      <a:pt x="1560223" y="9768"/>
                    </a:lnTo>
                    <a:lnTo>
                      <a:pt x="1588695" y="32164"/>
                    </a:lnTo>
                    <a:lnTo>
                      <a:pt x="1586392" y="27280"/>
                    </a:lnTo>
                    <a:lnTo>
                      <a:pt x="1557087" y="41099"/>
                    </a:lnTo>
                    <a:lnTo>
                      <a:pt x="1559390" y="45983"/>
                    </a:lnTo>
                    <a:lnTo>
                      <a:pt x="1554506" y="48286"/>
                    </a:lnTo>
                    <a:lnTo>
                      <a:pt x="1559668" y="33911"/>
                    </a:lnTo>
                    <a:lnTo>
                      <a:pt x="1554783" y="36215"/>
                    </a:lnTo>
                    <a:lnTo>
                      <a:pt x="1559945" y="21840"/>
                    </a:lnTo>
                    <a:lnTo>
                      <a:pt x="1555061" y="24143"/>
                    </a:lnTo>
                    <a:lnTo>
                      <a:pt x="1557920" y="4884"/>
                    </a:lnTo>
                    <a:lnTo>
                      <a:pt x="1574598" y="14930"/>
                    </a:lnTo>
                    <a:lnTo>
                      <a:pt x="1569714" y="17234"/>
                    </a:lnTo>
                    <a:lnTo>
                      <a:pt x="1584088" y="22395"/>
                    </a:lnTo>
                    <a:lnTo>
                      <a:pt x="1579204" y="24699"/>
                    </a:lnTo>
                    <a:lnTo>
                      <a:pt x="1593579" y="29861"/>
                    </a:lnTo>
                    <a:lnTo>
                      <a:pt x="1581507" y="29583"/>
                    </a:lnTo>
                    <a:lnTo>
                      <a:pt x="1578926" y="36770"/>
                    </a:lnTo>
                    <a:lnTo>
                      <a:pt x="1571739" y="34189"/>
                    </a:lnTo>
                    <a:lnTo>
                      <a:pt x="1569158" y="41377"/>
                    </a:lnTo>
                    <a:lnTo>
                      <a:pt x="1561971" y="38796"/>
                    </a:lnTo>
                    <a:lnTo>
                      <a:pt x="1554506" y="48286"/>
                    </a:lnTo>
                    <a:lnTo>
                      <a:pt x="1557087" y="41099"/>
                    </a:lnTo>
                    <a:lnTo>
                      <a:pt x="1564274" y="43680"/>
                    </a:lnTo>
                    <a:lnTo>
                      <a:pt x="1566855" y="36492"/>
                    </a:lnTo>
                    <a:lnTo>
                      <a:pt x="1574042" y="39073"/>
                    </a:lnTo>
                    <a:lnTo>
                      <a:pt x="1576623" y="31886"/>
                    </a:lnTo>
                    <a:lnTo>
                      <a:pt x="1583811" y="34467"/>
                    </a:lnTo>
                    <a:lnTo>
                      <a:pt x="1586392" y="27280"/>
                    </a:lnTo>
                    <a:lnTo>
                      <a:pt x="1584088" y="22395"/>
                    </a:lnTo>
                    <a:lnTo>
                      <a:pt x="1579204" y="24699"/>
                    </a:lnTo>
                    <a:lnTo>
                      <a:pt x="1574598" y="14930"/>
                    </a:lnTo>
                    <a:lnTo>
                      <a:pt x="1569714" y="17234"/>
                    </a:lnTo>
                    <a:lnTo>
                      <a:pt x="1555617" y="0"/>
                    </a:lnTo>
                    <a:lnTo>
                      <a:pt x="1560223" y="9768"/>
                    </a:lnTo>
                    <a:lnTo>
                      <a:pt x="1555339" y="12072"/>
                    </a:lnTo>
                    <a:lnTo>
                      <a:pt x="1559945" y="21840"/>
                    </a:lnTo>
                    <a:lnTo>
                      <a:pt x="1555061" y="24143"/>
                    </a:lnTo>
                    <a:lnTo>
                      <a:pt x="1559668" y="33911"/>
                    </a:lnTo>
                    <a:lnTo>
                      <a:pt x="1554783" y="36215"/>
                    </a:lnTo>
                    <a:lnTo>
                      <a:pt x="1557087" y="41099"/>
                    </a:lnTo>
                    <a:moveTo>
                      <a:pt x="1326577" y="155769"/>
                    </a:moveTo>
                    <a:lnTo>
                      <a:pt x="1327688" y="107483"/>
                    </a:lnTo>
                    <a:lnTo>
                      <a:pt x="1365650" y="137344"/>
                    </a:lnTo>
                    <a:lnTo>
                      <a:pt x="1326577" y="155769"/>
                    </a:lnTo>
                    <a:lnTo>
                      <a:pt x="1331461" y="153466"/>
                    </a:lnTo>
                    <a:lnTo>
                      <a:pt x="1332294" y="117251"/>
                    </a:lnTo>
                    <a:lnTo>
                      <a:pt x="1360766" y="139647"/>
                    </a:lnTo>
                    <a:lnTo>
                      <a:pt x="1358463" y="134763"/>
                    </a:lnTo>
                    <a:lnTo>
                      <a:pt x="1329158" y="148582"/>
                    </a:lnTo>
                    <a:lnTo>
                      <a:pt x="1331461" y="153466"/>
                    </a:lnTo>
                    <a:lnTo>
                      <a:pt x="1326577" y="155769"/>
                    </a:lnTo>
                    <a:lnTo>
                      <a:pt x="1331739" y="141394"/>
                    </a:lnTo>
                    <a:lnTo>
                      <a:pt x="1326855" y="143698"/>
                    </a:lnTo>
                    <a:lnTo>
                      <a:pt x="1332017" y="129323"/>
                    </a:lnTo>
                    <a:lnTo>
                      <a:pt x="1327133" y="131626"/>
                    </a:lnTo>
                    <a:lnTo>
                      <a:pt x="1329991" y="112367"/>
                    </a:lnTo>
                    <a:lnTo>
                      <a:pt x="1346669" y="122413"/>
                    </a:lnTo>
                    <a:lnTo>
                      <a:pt x="1341785" y="124716"/>
                    </a:lnTo>
                    <a:lnTo>
                      <a:pt x="1356160" y="129878"/>
                    </a:lnTo>
                    <a:lnTo>
                      <a:pt x="1351276" y="132182"/>
                    </a:lnTo>
                    <a:lnTo>
                      <a:pt x="1365650" y="137344"/>
                    </a:lnTo>
                    <a:lnTo>
                      <a:pt x="1353579" y="137066"/>
                    </a:lnTo>
                    <a:lnTo>
                      <a:pt x="1350998" y="144253"/>
                    </a:lnTo>
                    <a:lnTo>
                      <a:pt x="1343811" y="141672"/>
                    </a:lnTo>
                    <a:lnTo>
                      <a:pt x="1341230" y="148860"/>
                    </a:lnTo>
                    <a:lnTo>
                      <a:pt x="1334042" y="146279"/>
                    </a:lnTo>
                    <a:lnTo>
                      <a:pt x="1326577" y="155769"/>
                    </a:lnTo>
                    <a:lnTo>
                      <a:pt x="1329158" y="148582"/>
                    </a:lnTo>
                    <a:lnTo>
                      <a:pt x="1336345" y="151163"/>
                    </a:lnTo>
                    <a:lnTo>
                      <a:pt x="1338926" y="143975"/>
                    </a:lnTo>
                    <a:lnTo>
                      <a:pt x="1346114" y="146556"/>
                    </a:lnTo>
                    <a:lnTo>
                      <a:pt x="1348695" y="139369"/>
                    </a:lnTo>
                    <a:lnTo>
                      <a:pt x="1355882" y="141950"/>
                    </a:lnTo>
                    <a:lnTo>
                      <a:pt x="1358463" y="134763"/>
                    </a:lnTo>
                    <a:lnTo>
                      <a:pt x="1356160" y="129878"/>
                    </a:lnTo>
                    <a:lnTo>
                      <a:pt x="1351276" y="132182"/>
                    </a:lnTo>
                    <a:lnTo>
                      <a:pt x="1346669" y="122413"/>
                    </a:lnTo>
                    <a:lnTo>
                      <a:pt x="1341785" y="124716"/>
                    </a:lnTo>
                    <a:lnTo>
                      <a:pt x="1327688" y="107483"/>
                    </a:lnTo>
                    <a:lnTo>
                      <a:pt x="1332294" y="117251"/>
                    </a:lnTo>
                    <a:lnTo>
                      <a:pt x="1327410" y="119554"/>
                    </a:lnTo>
                    <a:lnTo>
                      <a:pt x="1332017" y="129323"/>
                    </a:lnTo>
                    <a:lnTo>
                      <a:pt x="1327133" y="131626"/>
                    </a:lnTo>
                    <a:lnTo>
                      <a:pt x="1331739" y="141394"/>
                    </a:lnTo>
                    <a:lnTo>
                      <a:pt x="1326855" y="143698"/>
                    </a:lnTo>
                    <a:lnTo>
                      <a:pt x="1329158" y="148582"/>
                    </a:lnTo>
                    <a:moveTo>
                      <a:pt x="1098648" y="263252"/>
                    </a:moveTo>
                    <a:lnTo>
                      <a:pt x="1099760" y="214966"/>
                    </a:lnTo>
                    <a:lnTo>
                      <a:pt x="1137722" y="244826"/>
                    </a:lnTo>
                    <a:lnTo>
                      <a:pt x="1098648" y="263252"/>
                    </a:lnTo>
                    <a:lnTo>
                      <a:pt x="1103533" y="260949"/>
                    </a:lnTo>
                    <a:lnTo>
                      <a:pt x="1104366" y="224734"/>
                    </a:lnTo>
                    <a:lnTo>
                      <a:pt x="1132838" y="247130"/>
                    </a:lnTo>
                    <a:lnTo>
                      <a:pt x="1130535" y="242245"/>
                    </a:lnTo>
                    <a:lnTo>
                      <a:pt x="1101229" y="256065"/>
                    </a:lnTo>
                    <a:lnTo>
                      <a:pt x="1103533" y="260949"/>
                    </a:lnTo>
                    <a:lnTo>
                      <a:pt x="1098648" y="263252"/>
                    </a:lnTo>
                    <a:lnTo>
                      <a:pt x="1103810" y="248877"/>
                    </a:lnTo>
                    <a:lnTo>
                      <a:pt x="1098926" y="251180"/>
                    </a:lnTo>
                    <a:lnTo>
                      <a:pt x="1104088" y="236806"/>
                    </a:lnTo>
                    <a:lnTo>
                      <a:pt x="1099204" y="239109"/>
                    </a:lnTo>
                    <a:lnTo>
                      <a:pt x="1102063" y="219850"/>
                    </a:lnTo>
                    <a:lnTo>
                      <a:pt x="1118741" y="229896"/>
                    </a:lnTo>
                    <a:lnTo>
                      <a:pt x="1113857" y="232199"/>
                    </a:lnTo>
                    <a:lnTo>
                      <a:pt x="1128231" y="237361"/>
                    </a:lnTo>
                    <a:lnTo>
                      <a:pt x="1123347" y="239664"/>
                    </a:lnTo>
                    <a:lnTo>
                      <a:pt x="1137722" y="244826"/>
                    </a:lnTo>
                    <a:lnTo>
                      <a:pt x="1125650" y="244549"/>
                    </a:lnTo>
                    <a:lnTo>
                      <a:pt x="1123069" y="251736"/>
                    </a:lnTo>
                    <a:lnTo>
                      <a:pt x="1115882" y="249155"/>
                    </a:lnTo>
                    <a:lnTo>
                      <a:pt x="1113301" y="256342"/>
                    </a:lnTo>
                    <a:lnTo>
                      <a:pt x="1106114" y="253761"/>
                    </a:lnTo>
                    <a:lnTo>
                      <a:pt x="1098648" y="263252"/>
                    </a:lnTo>
                    <a:lnTo>
                      <a:pt x="1101229" y="256065"/>
                    </a:lnTo>
                    <a:lnTo>
                      <a:pt x="1108417" y="258646"/>
                    </a:lnTo>
                    <a:lnTo>
                      <a:pt x="1110998" y="251458"/>
                    </a:lnTo>
                    <a:lnTo>
                      <a:pt x="1118185" y="254039"/>
                    </a:lnTo>
                    <a:lnTo>
                      <a:pt x="1120766" y="246852"/>
                    </a:lnTo>
                    <a:lnTo>
                      <a:pt x="1127954" y="249433"/>
                    </a:lnTo>
                    <a:lnTo>
                      <a:pt x="1130535" y="242245"/>
                    </a:lnTo>
                    <a:lnTo>
                      <a:pt x="1128231" y="237361"/>
                    </a:lnTo>
                    <a:lnTo>
                      <a:pt x="1123347" y="239664"/>
                    </a:lnTo>
                    <a:lnTo>
                      <a:pt x="1118741" y="229896"/>
                    </a:lnTo>
                    <a:lnTo>
                      <a:pt x="1113857" y="232199"/>
                    </a:lnTo>
                    <a:lnTo>
                      <a:pt x="1099760" y="214966"/>
                    </a:lnTo>
                    <a:lnTo>
                      <a:pt x="1104366" y="224734"/>
                    </a:lnTo>
                    <a:lnTo>
                      <a:pt x="1099482" y="227037"/>
                    </a:lnTo>
                    <a:lnTo>
                      <a:pt x="1104088" y="236806"/>
                    </a:lnTo>
                    <a:lnTo>
                      <a:pt x="1099204" y="239109"/>
                    </a:lnTo>
                    <a:lnTo>
                      <a:pt x="1103810" y="248877"/>
                    </a:lnTo>
                    <a:lnTo>
                      <a:pt x="1098926" y="251180"/>
                    </a:lnTo>
                    <a:lnTo>
                      <a:pt x="1101229" y="256065"/>
                    </a:lnTo>
                    <a:moveTo>
                      <a:pt x="870720" y="370735"/>
                    </a:moveTo>
                    <a:lnTo>
                      <a:pt x="871831" y="322449"/>
                    </a:lnTo>
                    <a:lnTo>
                      <a:pt x="909793" y="352309"/>
                    </a:lnTo>
                    <a:lnTo>
                      <a:pt x="870720" y="370735"/>
                    </a:lnTo>
                    <a:lnTo>
                      <a:pt x="875604" y="368432"/>
                    </a:lnTo>
                    <a:lnTo>
                      <a:pt x="876437" y="332217"/>
                    </a:lnTo>
                    <a:lnTo>
                      <a:pt x="904909" y="354613"/>
                    </a:lnTo>
                    <a:lnTo>
                      <a:pt x="902606" y="349728"/>
                    </a:lnTo>
                    <a:lnTo>
                      <a:pt x="873301" y="363548"/>
                    </a:lnTo>
                    <a:lnTo>
                      <a:pt x="875604" y="368432"/>
                    </a:lnTo>
                    <a:lnTo>
                      <a:pt x="870720" y="370735"/>
                    </a:lnTo>
                    <a:lnTo>
                      <a:pt x="875882" y="356360"/>
                    </a:lnTo>
                    <a:lnTo>
                      <a:pt x="870998" y="358663"/>
                    </a:lnTo>
                    <a:lnTo>
                      <a:pt x="876160" y="344289"/>
                    </a:lnTo>
                    <a:lnTo>
                      <a:pt x="871275" y="346592"/>
                    </a:lnTo>
                    <a:lnTo>
                      <a:pt x="874134" y="327333"/>
                    </a:lnTo>
                    <a:lnTo>
                      <a:pt x="890812" y="337379"/>
                    </a:lnTo>
                    <a:lnTo>
                      <a:pt x="885928" y="339682"/>
                    </a:lnTo>
                    <a:lnTo>
                      <a:pt x="900303" y="344844"/>
                    </a:lnTo>
                    <a:lnTo>
                      <a:pt x="895419" y="347147"/>
                    </a:lnTo>
                    <a:lnTo>
                      <a:pt x="909793" y="352309"/>
                    </a:lnTo>
                    <a:lnTo>
                      <a:pt x="897722" y="352032"/>
                    </a:lnTo>
                    <a:lnTo>
                      <a:pt x="895141" y="359219"/>
                    </a:lnTo>
                    <a:lnTo>
                      <a:pt x="887953" y="356638"/>
                    </a:lnTo>
                    <a:lnTo>
                      <a:pt x="885372" y="363825"/>
                    </a:lnTo>
                    <a:lnTo>
                      <a:pt x="878185" y="361244"/>
                    </a:lnTo>
                    <a:lnTo>
                      <a:pt x="870720" y="370735"/>
                    </a:lnTo>
                    <a:lnTo>
                      <a:pt x="873301" y="363548"/>
                    </a:lnTo>
                    <a:lnTo>
                      <a:pt x="880488" y="366129"/>
                    </a:lnTo>
                    <a:lnTo>
                      <a:pt x="883069" y="358941"/>
                    </a:lnTo>
                    <a:lnTo>
                      <a:pt x="890257" y="361522"/>
                    </a:lnTo>
                    <a:lnTo>
                      <a:pt x="892838" y="354335"/>
                    </a:lnTo>
                    <a:lnTo>
                      <a:pt x="900025" y="356916"/>
                    </a:lnTo>
                    <a:lnTo>
                      <a:pt x="902606" y="349728"/>
                    </a:lnTo>
                    <a:lnTo>
                      <a:pt x="900303" y="344844"/>
                    </a:lnTo>
                    <a:lnTo>
                      <a:pt x="895419" y="347147"/>
                    </a:lnTo>
                    <a:lnTo>
                      <a:pt x="890812" y="337379"/>
                    </a:lnTo>
                    <a:lnTo>
                      <a:pt x="885928" y="339682"/>
                    </a:lnTo>
                    <a:lnTo>
                      <a:pt x="871831" y="322449"/>
                    </a:lnTo>
                    <a:lnTo>
                      <a:pt x="876437" y="332217"/>
                    </a:lnTo>
                    <a:lnTo>
                      <a:pt x="871553" y="334520"/>
                    </a:lnTo>
                    <a:lnTo>
                      <a:pt x="876160" y="344289"/>
                    </a:lnTo>
                    <a:lnTo>
                      <a:pt x="871275" y="346592"/>
                    </a:lnTo>
                    <a:lnTo>
                      <a:pt x="875882" y="356360"/>
                    </a:lnTo>
                    <a:lnTo>
                      <a:pt x="870998" y="358663"/>
                    </a:lnTo>
                    <a:lnTo>
                      <a:pt x="873301" y="363548"/>
                    </a:lnTo>
                    <a:moveTo>
                      <a:pt x="622650" y="308382"/>
                    </a:moveTo>
                    <a:lnTo>
                      <a:pt x="670936" y="309509"/>
                    </a:lnTo>
                    <a:lnTo>
                      <a:pt x="641063" y="347462"/>
                    </a:lnTo>
                    <a:lnTo>
                      <a:pt x="622650" y="308382"/>
                    </a:lnTo>
                    <a:lnTo>
                      <a:pt x="624952" y="313267"/>
                    </a:lnTo>
                    <a:lnTo>
                      <a:pt x="661166" y="314112"/>
                    </a:lnTo>
                    <a:lnTo>
                      <a:pt x="638761" y="342577"/>
                    </a:lnTo>
                    <a:lnTo>
                      <a:pt x="643646" y="340275"/>
                    </a:lnTo>
                    <a:lnTo>
                      <a:pt x="629837" y="310966"/>
                    </a:lnTo>
                    <a:lnTo>
                      <a:pt x="624952" y="313267"/>
                    </a:lnTo>
                    <a:lnTo>
                      <a:pt x="622650" y="308382"/>
                    </a:lnTo>
                    <a:lnTo>
                      <a:pt x="637023" y="313549"/>
                    </a:lnTo>
                    <a:lnTo>
                      <a:pt x="634722" y="308664"/>
                    </a:lnTo>
                    <a:lnTo>
                      <a:pt x="649095" y="313831"/>
                    </a:lnTo>
                    <a:lnTo>
                      <a:pt x="646793" y="308946"/>
                    </a:lnTo>
                    <a:lnTo>
                      <a:pt x="666051" y="311811"/>
                    </a:lnTo>
                    <a:lnTo>
                      <a:pt x="655999" y="328486"/>
                    </a:lnTo>
                    <a:lnTo>
                      <a:pt x="653698" y="323601"/>
                    </a:lnTo>
                    <a:lnTo>
                      <a:pt x="648531" y="337974"/>
                    </a:lnTo>
                    <a:lnTo>
                      <a:pt x="646230" y="333089"/>
                    </a:lnTo>
                    <a:lnTo>
                      <a:pt x="641063" y="347462"/>
                    </a:lnTo>
                    <a:lnTo>
                      <a:pt x="641345" y="335390"/>
                    </a:lnTo>
                    <a:lnTo>
                      <a:pt x="634158" y="332807"/>
                    </a:lnTo>
                    <a:lnTo>
                      <a:pt x="636741" y="325621"/>
                    </a:lnTo>
                    <a:lnTo>
                      <a:pt x="629555" y="323037"/>
                    </a:lnTo>
                    <a:lnTo>
                      <a:pt x="632138" y="315851"/>
                    </a:lnTo>
                    <a:lnTo>
                      <a:pt x="622650" y="308382"/>
                    </a:lnTo>
                    <a:lnTo>
                      <a:pt x="629837" y="310966"/>
                    </a:lnTo>
                    <a:lnTo>
                      <a:pt x="627253" y="318152"/>
                    </a:lnTo>
                    <a:lnTo>
                      <a:pt x="634440" y="320736"/>
                    </a:lnTo>
                    <a:lnTo>
                      <a:pt x="631857" y="327922"/>
                    </a:lnTo>
                    <a:lnTo>
                      <a:pt x="639043" y="330505"/>
                    </a:lnTo>
                    <a:lnTo>
                      <a:pt x="636460" y="337692"/>
                    </a:lnTo>
                    <a:lnTo>
                      <a:pt x="643646" y="340275"/>
                    </a:lnTo>
                    <a:lnTo>
                      <a:pt x="648531" y="337974"/>
                    </a:lnTo>
                    <a:lnTo>
                      <a:pt x="646230" y="333089"/>
                    </a:lnTo>
                    <a:lnTo>
                      <a:pt x="655999" y="328486"/>
                    </a:lnTo>
                    <a:lnTo>
                      <a:pt x="653698" y="323601"/>
                    </a:lnTo>
                    <a:lnTo>
                      <a:pt x="670936" y="309509"/>
                    </a:lnTo>
                    <a:lnTo>
                      <a:pt x="661166" y="314112"/>
                    </a:lnTo>
                    <a:lnTo>
                      <a:pt x="658864" y="309228"/>
                    </a:lnTo>
                    <a:lnTo>
                      <a:pt x="649095" y="313831"/>
                    </a:lnTo>
                    <a:lnTo>
                      <a:pt x="646793" y="308946"/>
                    </a:lnTo>
                    <a:lnTo>
                      <a:pt x="637023" y="313549"/>
                    </a:lnTo>
                    <a:lnTo>
                      <a:pt x="634722" y="308664"/>
                    </a:lnTo>
                    <a:lnTo>
                      <a:pt x="629837" y="310966"/>
                    </a:lnTo>
                    <a:moveTo>
                      <a:pt x="455436" y="474122"/>
                    </a:moveTo>
                    <a:lnTo>
                      <a:pt x="456453" y="425834"/>
                    </a:lnTo>
                    <a:lnTo>
                      <a:pt x="494473" y="455620"/>
                    </a:lnTo>
                    <a:lnTo>
                      <a:pt x="455436" y="474122"/>
                    </a:lnTo>
                    <a:lnTo>
                      <a:pt x="460316" y="471810"/>
                    </a:lnTo>
                    <a:lnTo>
                      <a:pt x="461078" y="435593"/>
                    </a:lnTo>
                    <a:lnTo>
                      <a:pt x="489594" y="457933"/>
                    </a:lnTo>
                    <a:lnTo>
                      <a:pt x="487281" y="453054"/>
                    </a:lnTo>
                    <a:lnTo>
                      <a:pt x="458003" y="466930"/>
                    </a:lnTo>
                    <a:lnTo>
                      <a:pt x="460316" y="471810"/>
                    </a:lnTo>
                    <a:lnTo>
                      <a:pt x="455436" y="474122"/>
                    </a:lnTo>
                    <a:lnTo>
                      <a:pt x="460570" y="459738"/>
                    </a:lnTo>
                    <a:lnTo>
                      <a:pt x="455690" y="462050"/>
                    </a:lnTo>
                    <a:lnTo>
                      <a:pt x="460824" y="447665"/>
                    </a:lnTo>
                    <a:lnTo>
                      <a:pt x="455944" y="449978"/>
                    </a:lnTo>
                    <a:lnTo>
                      <a:pt x="458765" y="430714"/>
                    </a:lnTo>
                    <a:lnTo>
                      <a:pt x="475463" y="440727"/>
                    </a:lnTo>
                    <a:lnTo>
                      <a:pt x="470583" y="443040"/>
                    </a:lnTo>
                    <a:lnTo>
                      <a:pt x="484968" y="448174"/>
                    </a:lnTo>
                    <a:lnTo>
                      <a:pt x="480089" y="450487"/>
                    </a:lnTo>
                    <a:lnTo>
                      <a:pt x="494473" y="455620"/>
                    </a:lnTo>
                    <a:lnTo>
                      <a:pt x="482401" y="455366"/>
                    </a:lnTo>
                    <a:lnTo>
                      <a:pt x="479834" y="462559"/>
                    </a:lnTo>
                    <a:lnTo>
                      <a:pt x="472642" y="459992"/>
                    </a:lnTo>
                    <a:lnTo>
                      <a:pt x="470075" y="467184"/>
                    </a:lnTo>
                    <a:lnTo>
                      <a:pt x="462883" y="464617"/>
                    </a:lnTo>
                    <a:lnTo>
                      <a:pt x="455436" y="474122"/>
                    </a:lnTo>
                    <a:lnTo>
                      <a:pt x="458003" y="466930"/>
                    </a:lnTo>
                    <a:lnTo>
                      <a:pt x="465195" y="469497"/>
                    </a:lnTo>
                    <a:lnTo>
                      <a:pt x="467762" y="462305"/>
                    </a:lnTo>
                    <a:lnTo>
                      <a:pt x="474955" y="464871"/>
                    </a:lnTo>
                    <a:lnTo>
                      <a:pt x="477522" y="457679"/>
                    </a:lnTo>
                    <a:lnTo>
                      <a:pt x="484714" y="460246"/>
                    </a:lnTo>
                    <a:lnTo>
                      <a:pt x="487281" y="453054"/>
                    </a:lnTo>
                    <a:lnTo>
                      <a:pt x="484968" y="448174"/>
                    </a:lnTo>
                    <a:lnTo>
                      <a:pt x="480089" y="450487"/>
                    </a:lnTo>
                    <a:lnTo>
                      <a:pt x="475463" y="440727"/>
                    </a:lnTo>
                    <a:lnTo>
                      <a:pt x="470583" y="443040"/>
                    </a:lnTo>
                    <a:lnTo>
                      <a:pt x="456453" y="425834"/>
                    </a:lnTo>
                    <a:lnTo>
                      <a:pt x="461078" y="435593"/>
                    </a:lnTo>
                    <a:lnTo>
                      <a:pt x="456199" y="437906"/>
                    </a:lnTo>
                    <a:lnTo>
                      <a:pt x="460824" y="447665"/>
                    </a:lnTo>
                    <a:lnTo>
                      <a:pt x="455944" y="449978"/>
                    </a:lnTo>
                    <a:lnTo>
                      <a:pt x="460570" y="459738"/>
                    </a:lnTo>
                    <a:lnTo>
                      <a:pt x="455690" y="462050"/>
                    </a:lnTo>
                    <a:lnTo>
                      <a:pt x="458003" y="466930"/>
                    </a:lnTo>
                    <a:moveTo>
                      <a:pt x="227718" y="582051"/>
                    </a:moveTo>
                    <a:lnTo>
                      <a:pt x="228735" y="533762"/>
                    </a:lnTo>
                    <a:lnTo>
                      <a:pt x="266755" y="563549"/>
                    </a:lnTo>
                    <a:lnTo>
                      <a:pt x="227718" y="582051"/>
                    </a:lnTo>
                    <a:lnTo>
                      <a:pt x="232598" y="579738"/>
                    </a:lnTo>
                    <a:lnTo>
                      <a:pt x="233360" y="543522"/>
                    </a:lnTo>
                    <a:lnTo>
                      <a:pt x="261876" y="565861"/>
                    </a:lnTo>
                    <a:lnTo>
                      <a:pt x="259563" y="560982"/>
                    </a:lnTo>
                    <a:lnTo>
                      <a:pt x="230285" y="574858"/>
                    </a:lnTo>
                    <a:lnTo>
                      <a:pt x="232598" y="579738"/>
                    </a:lnTo>
                    <a:lnTo>
                      <a:pt x="227718" y="582051"/>
                    </a:lnTo>
                    <a:lnTo>
                      <a:pt x="232852" y="567666"/>
                    </a:lnTo>
                    <a:lnTo>
                      <a:pt x="227972" y="569979"/>
                    </a:lnTo>
                    <a:lnTo>
                      <a:pt x="233106" y="555594"/>
                    </a:lnTo>
                    <a:lnTo>
                      <a:pt x="228226" y="557907"/>
                    </a:lnTo>
                    <a:lnTo>
                      <a:pt x="231047" y="538642"/>
                    </a:lnTo>
                    <a:lnTo>
                      <a:pt x="247745" y="548656"/>
                    </a:lnTo>
                    <a:lnTo>
                      <a:pt x="242865" y="550968"/>
                    </a:lnTo>
                    <a:lnTo>
                      <a:pt x="257250" y="556102"/>
                    </a:lnTo>
                    <a:lnTo>
                      <a:pt x="252371" y="558415"/>
                    </a:lnTo>
                    <a:lnTo>
                      <a:pt x="266755" y="563549"/>
                    </a:lnTo>
                    <a:lnTo>
                      <a:pt x="254683" y="563295"/>
                    </a:lnTo>
                    <a:lnTo>
                      <a:pt x="252116" y="570487"/>
                    </a:lnTo>
                    <a:lnTo>
                      <a:pt x="244924" y="567920"/>
                    </a:lnTo>
                    <a:lnTo>
                      <a:pt x="242357" y="575112"/>
                    </a:lnTo>
                    <a:lnTo>
                      <a:pt x="235165" y="572546"/>
                    </a:lnTo>
                    <a:lnTo>
                      <a:pt x="227718" y="582051"/>
                    </a:lnTo>
                    <a:lnTo>
                      <a:pt x="230285" y="574858"/>
                    </a:lnTo>
                    <a:lnTo>
                      <a:pt x="237477" y="577425"/>
                    </a:lnTo>
                    <a:lnTo>
                      <a:pt x="240044" y="570233"/>
                    </a:lnTo>
                    <a:lnTo>
                      <a:pt x="247237" y="572800"/>
                    </a:lnTo>
                    <a:lnTo>
                      <a:pt x="249804" y="565607"/>
                    </a:lnTo>
                    <a:lnTo>
                      <a:pt x="256996" y="568174"/>
                    </a:lnTo>
                    <a:lnTo>
                      <a:pt x="259563" y="560982"/>
                    </a:lnTo>
                    <a:lnTo>
                      <a:pt x="257250" y="556102"/>
                    </a:lnTo>
                    <a:lnTo>
                      <a:pt x="252371" y="558415"/>
                    </a:lnTo>
                    <a:lnTo>
                      <a:pt x="247745" y="548656"/>
                    </a:lnTo>
                    <a:lnTo>
                      <a:pt x="242865" y="550968"/>
                    </a:lnTo>
                    <a:lnTo>
                      <a:pt x="228735" y="533762"/>
                    </a:lnTo>
                    <a:lnTo>
                      <a:pt x="233360" y="543522"/>
                    </a:lnTo>
                    <a:lnTo>
                      <a:pt x="228481" y="545834"/>
                    </a:lnTo>
                    <a:lnTo>
                      <a:pt x="233106" y="555594"/>
                    </a:lnTo>
                    <a:lnTo>
                      <a:pt x="228226" y="557907"/>
                    </a:lnTo>
                    <a:lnTo>
                      <a:pt x="232852" y="567666"/>
                    </a:lnTo>
                    <a:lnTo>
                      <a:pt x="227972" y="569979"/>
                    </a:lnTo>
                    <a:lnTo>
                      <a:pt x="230285" y="574858"/>
                    </a:lnTo>
                    <a:moveTo>
                      <a:pt x="0" y="689979"/>
                    </a:moveTo>
                    <a:lnTo>
                      <a:pt x="1017" y="641691"/>
                    </a:lnTo>
                    <a:lnTo>
                      <a:pt x="39037" y="671477"/>
                    </a:lnTo>
                    <a:lnTo>
                      <a:pt x="0" y="689979"/>
                    </a:lnTo>
                    <a:lnTo>
                      <a:pt x="4880" y="687666"/>
                    </a:lnTo>
                    <a:lnTo>
                      <a:pt x="5642" y="651450"/>
                    </a:lnTo>
                    <a:lnTo>
                      <a:pt x="34158" y="673790"/>
                    </a:lnTo>
                    <a:lnTo>
                      <a:pt x="31845" y="668910"/>
                    </a:lnTo>
                    <a:lnTo>
                      <a:pt x="2567" y="682787"/>
                    </a:lnTo>
                    <a:lnTo>
                      <a:pt x="4880" y="687666"/>
                    </a:lnTo>
                    <a:lnTo>
                      <a:pt x="0" y="689979"/>
                    </a:lnTo>
                    <a:lnTo>
                      <a:pt x="5134" y="675594"/>
                    </a:lnTo>
                    <a:lnTo>
                      <a:pt x="254" y="677907"/>
                    </a:lnTo>
                    <a:lnTo>
                      <a:pt x="5388" y="663522"/>
                    </a:lnTo>
                    <a:lnTo>
                      <a:pt x="508" y="665835"/>
                    </a:lnTo>
                    <a:lnTo>
                      <a:pt x="3329" y="646570"/>
                    </a:lnTo>
                    <a:lnTo>
                      <a:pt x="20027" y="656584"/>
                    </a:lnTo>
                    <a:lnTo>
                      <a:pt x="15147" y="658897"/>
                    </a:lnTo>
                    <a:lnTo>
                      <a:pt x="29532" y="664030"/>
                    </a:lnTo>
                    <a:lnTo>
                      <a:pt x="24653" y="666343"/>
                    </a:lnTo>
                    <a:lnTo>
                      <a:pt x="39037" y="671477"/>
                    </a:lnTo>
                    <a:lnTo>
                      <a:pt x="26965" y="671223"/>
                    </a:lnTo>
                    <a:lnTo>
                      <a:pt x="24398" y="678415"/>
                    </a:lnTo>
                    <a:lnTo>
                      <a:pt x="17206" y="675848"/>
                    </a:lnTo>
                    <a:lnTo>
                      <a:pt x="14639" y="683041"/>
                    </a:lnTo>
                    <a:lnTo>
                      <a:pt x="7447" y="680474"/>
                    </a:lnTo>
                    <a:lnTo>
                      <a:pt x="0" y="689979"/>
                    </a:lnTo>
                    <a:lnTo>
                      <a:pt x="2567" y="682787"/>
                    </a:lnTo>
                    <a:lnTo>
                      <a:pt x="9759" y="685354"/>
                    </a:lnTo>
                    <a:lnTo>
                      <a:pt x="12326" y="678161"/>
                    </a:lnTo>
                    <a:lnTo>
                      <a:pt x="19519" y="680728"/>
                    </a:lnTo>
                    <a:lnTo>
                      <a:pt x="22086" y="673536"/>
                    </a:lnTo>
                    <a:lnTo>
                      <a:pt x="29278" y="676103"/>
                    </a:lnTo>
                    <a:lnTo>
                      <a:pt x="31845" y="668910"/>
                    </a:lnTo>
                    <a:lnTo>
                      <a:pt x="29532" y="664030"/>
                    </a:lnTo>
                    <a:lnTo>
                      <a:pt x="24653" y="666343"/>
                    </a:lnTo>
                    <a:lnTo>
                      <a:pt x="20027" y="656584"/>
                    </a:lnTo>
                    <a:lnTo>
                      <a:pt x="15147" y="658897"/>
                    </a:lnTo>
                    <a:lnTo>
                      <a:pt x="1017" y="641691"/>
                    </a:lnTo>
                    <a:lnTo>
                      <a:pt x="5642" y="651450"/>
                    </a:lnTo>
                    <a:lnTo>
                      <a:pt x="763" y="653763"/>
                    </a:lnTo>
                    <a:lnTo>
                      <a:pt x="5388" y="663522"/>
                    </a:lnTo>
                    <a:lnTo>
                      <a:pt x="508" y="665835"/>
                    </a:lnTo>
                    <a:lnTo>
                      <a:pt x="5134" y="675594"/>
                    </a:lnTo>
                    <a:lnTo>
                      <a:pt x="254" y="677907"/>
                    </a:lnTo>
                    <a:lnTo>
                      <a:pt x="2567" y="68278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89" name="Контур"/>
              <p:cNvSpPr/>
              <p:nvPr/>
            </p:nvSpPr>
            <p:spPr>
              <a:xfrm>
                <a:off x="7712110" y="3789847"/>
                <a:ext cx="2583890" cy="2023083"/>
              </a:xfrm>
              <a:custGeom>
                <a:avLst/>
                <a:gdLst/>
                <a:ahLst/>
                <a:cxnLst/>
                <a:rect l="l" t="t" r="r" b="b"/>
                <a:pathLst>
                  <a:path w="2583890" h="2023083" fill="none">
                    <a:moveTo>
                      <a:pt x="0" y="2023083"/>
                    </a:moveTo>
                    <a:lnTo>
                      <a:pt x="79988" y="1936746"/>
                    </a:lnTo>
                    <a:lnTo>
                      <a:pt x="1335079" y="965943"/>
                    </a:lnTo>
                    <a:lnTo>
                      <a:pt x="2161859" y="326437"/>
                    </a:lnTo>
                    <a:lnTo>
                      <a:pt x="2322097" y="202495"/>
                    </a:lnTo>
                    <a:lnTo>
                      <a:pt x="2583890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88" name="Надпись"/>
              <p:cNvSpPr txBox="1"/>
              <p:nvPr/>
            </p:nvSpPr>
            <p:spPr>
              <a:xfrm rot="19336700">
                <a:off x="8067774" y="5336034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290" name="Надпись"/>
              <p:cNvSpPr txBox="1"/>
              <p:nvPr/>
            </p:nvSpPr>
            <p:spPr>
              <a:xfrm rot="19336705">
                <a:off x="9295746" y="4386208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291" name="Контур"/>
              <p:cNvSpPr/>
              <p:nvPr/>
            </p:nvSpPr>
            <p:spPr>
              <a:xfrm>
                <a:off x="9240259" y="7977249"/>
                <a:ext cx="1047483" cy="1136457"/>
              </a:xfrm>
              <a:custGeom>
                <a:avLst/>
                <a:gdLst/>
                <a:ahLst/>
                <a:cxnLst/>
                <a:rect l="l" t="t" r="r" b="b"/>
                <a:pathLst>
                  <a:path w="1047483" h="1136457" fill="none">
                    <a:moveTo>
                      <a:pt x="1047483" y="1136457"/>
                    </a:moveTo>
                    <a:lnTo>
                      <a:pt x="993087" y="1022804"/>
                    </a:lnTo>
                    <a:moveTo>
                      <a:pt x="993087" y="1022804"/>
                    </a:moveTo>
                    <a:lnTo>
                      <a:pt x="938690" y="909151"/>
                    </a:lnTo>
                    <a:moveTo>
                      <a:pt x="938690" y="909151"/>
                    </a:moveTo>
                    <a:lnTo>
                      <a:pt x="933092" y="897454"/>
                    </a:lnTo>
                    <a:lnTo>
                      <a:pt x="884293" y="795498"/>
                    </a:lnTo>
                    <a:moveTo>
                      <a:pt x="884293" y="795498"/>
                    </a:moveTo>
                    <a:lnTo>
                      <a:pt x="829897" y="681845"/>
                    </a:lnTo>
                    <a:moveTo>
                      <a:pt x="829897" y="681845"/>
                    </a:moveTo>
                    <a:lnTo>
                      <a:pt x="775501" y="568191"/>
                    </a:lnTo>
                    <a:moveTo>
                      <a:pt x="775501" y="568191"/>
                    </a:moveTo>
                    <a:lnTo>
                      <a:pt x="721104" y="454538"/>
                    </a:lnTo>
                    <a:moveTo>
                      <a:pt x="721104" y="454538"/>
                    </a:moveTo>
                    <a:lnTo>
                      <a:pt x="666708" y="340885"/>
                    </a:lnTo>
                    <a:moveTo>
                      <a:pt x="666708" y="340885"/>
                    </a:moveTo>
                    <a:lnTo>
                      <a:pt x="612312" y="227232"/>
                    </a:lnTo>
                    <a:moveTo>
                      <a:pt x="612312" y="227232"/>
                    </a:moveTo>
                    <a:lnTo>
                      <a:pt x="557915" y="113579"/>
                    </a:lnTo>
                    <a:moveTo>
                      <a:pt x="557915" y="113579"/>
                    </a:moveTo>
                    <a:lnTo>
                      <a:pt x="503554" y="0"/>
                    </a:lnTo>
                    <a:lnTo>
                      <a:pt x="503480" y="35"/>
                    </a:lnTo>
                    <a:moveTo>
                      <a:pt x="503480" y="35"/>
                    </a:moveTo>
                    <a:lnTo>
                      <a:pt x="389971" y="54730"/>
                    </a:lnTo>
                    <a:moveTo>
                      <a:pt x="389971" y="54730"/>
                    </a:moveTo>
                    <a:lnTo>
                      <a:pt x="276461" y="109425"/>
                    </a:lnTo>
                    <a:moveTo>
                      <a:pt x="276461" y="109425"/>
                    </a:moveTo>
                    <a:lnTo>
                      <a:pt x="162951" y="164120"/>
                    </a:lnTo>
                    <a:moveTo>
                      <a:pt x="162951" y="164120"/>
                    </a:moveTo>
                    <a:lnTo>
                      <a:pt x="49441" y="218814"/>
                    </a:lnTo>
                    <a:moveTo>
                      <a:pt x="49441" y="218814"/>
                    </a:moveTo>
                    <a:lnTo>
                      <a:pt x="0" y="24263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92" name="Контур"/>
              <p:cNvSpPr/>
              <p:nvPr/>
            </p:nvSpPr>
            <p:spPr>
              <a:xfrm>
                <a:off x="9398273" y="8046006"/>
                <a:ext cx="821057" cy="987913"/>
              </a:xfrm>
              <a:custGeom>
                <a:avLst/>
                <a:gdLst/>
                <a:ahLst/>
                <a:cxnLst/>
                <a:rect l="l" t="t" r="r" b="b"/>
                <a:pathLst>
                  <a:path w="821057" h="987913" fill="none">
                    <a:moveTo>
                      <a:pt x="772765" y="948946"/>
                    </a:moveTo>
                    <a:lnTo>
                      <a:pt x="821057" y="949779"/>
                    </a:lnTo>
                    <a:lnTo>
                      <a:pt x="791415" y="987913"/>
                    </a:lnTo>
                    <a:lnTo>
                      <a:pt x="772765" y="948946"/>
                    </a:lnTo>
                    <a:lnTo>
                      <a:pt x="775096" y="953817"/>
                    </a:lnTo>
                    <a:lnTo>
                      <a:pt x="811315" y="954442"/>
                    </a:lnTo>
                    <a:lnTo>
                      <a:pt x="789084" y="983042"/>
                    </a:lnTo>
                    <a:lnTo>
                      <a:pt x="793955" y="980711"/>
                    </a:lnTo>
                    <a:lnTo>
                      <a:pt x="779967" y="951486"/>
                    </a:lnTo>
                    <a:lnTo>
                      <a:pt x="775096" y="953817"/>
                    </a:lnTo>
                    <a:lnTo>
                      <a:pt x="772765" y="948946"/>
                    </a:lnTo>
                    <a:lnTo>
                      <a:pt x="787169" y="954026"/>
                    </a:lnTo>
                    <a:lnTo>
                      <a:pt x="784838" y="949155"/>
                    </a:lnTo>
                    <a:lnTo>
                      <a:pt x="799242" y="954234"/>
                    </a:lnTo>
                    <a:lnTo>
                      <a:pt x="796911" y="949363"/>
                    </a:lnTo>
                    <a:lnTo>
                      <a:pt x="816186" y="952111"/>
                    </a:lnTo>
                    <a:lnTo>
                      <a:pt x="806236" y="968846"/>
                    </a:lnTo>
                    <a:lnTo>
                      <a:pt x="803905" y="963975"/>
                    </a:lnTo>
                    <a:lnTo>
                      <a:pt x="798826" y="978380"/>
                    </a:lnTo>
                    <a:lnTo>
                      <a:pt x="796494" y="973509"/>
                    </a:lnTo>
                    <a:lnTo>
                      <a:pt x="791415" y="987913"/>
                    </a:lnTo>
                    <a:lnTo>
                      <a:pt x="791624" y="975840"/>
                    </a:lnTo>
                    <a:lnTo>
                      <a:pt x="784421" y="973301"/>
                    </a:lnTo>
                    <a:lnTo>
                      <a:pt x="786961" y="966098"/>
                    </a:lnTo>
                    <a:lnTo>
                      <a:pt x="779759" y="963559"/>
                    </a:lnTo>
                    <a:lnTo>
                      <a:pt x="782298" y="956357"/>
                    </a:lnTo>
                    <a:lnTo>
                      <a:pt x="772765" y="948946"/>
                    </a:lnTo>
                    <a:lnTo>
                      <a:pt x="779967" y="951486"/>
                    </a:lnTo>
                    <a:lnTo>
                      <a:pt x="777428" y="958688"/>
                    </a:lnTo>
                    <a:lnTo>
                      <a:pt x="784630" y="961228"/>
                    </a:lnTo>
                    <a:lnTo>
                      <a:pt x="782090" y="968430"/>
                    </a:lnTo>
                    <a:lnTo>
                      <a:pt x="789292" y="970969"/>
                    </a:lnTo>
                    <a:lnTo>
                      <a:pt x="786753" y="978171"/>
                    </a:lnTo>
                    <a:lnTo>
                      <a:pt x="793955" y="980711"/>
                    </a:lnTo>
                    <a:lnTo>
                      <a:pt x="798826" y="978380"/>
                    </a:lnTo>
                    <a:lnTo>
                      <a:pt x="796494" y="973509"/>
                    </a:lnTo>
                    <a:lnTo>
                      <a:pt x="806236" y="968846"/>
                    </a:lnTo>
                    <a:lnTo>
                      <a:pt x="803905" y="963975"/>
                    </a:lnTo>
                    <a:lnTo>
                      <a:pt x="821057" y="949779"/>
                    </a:lnTo>
                    <a:lnTo>
                      <a:pt x="811315" y="954442"/>
                    </a:lnTo>
                    <a:lnTo>
                      <a:pt x="808984" y="949571"/>
                    </a:lnTo>
                    <a:lnTo>
                      <a:pt x="799242" y="954234"/>
                    </a:lnTo>
                    <a:lnTo>
                      <a:pt x="796911" y="949363"/>
                    </a:lnTo>
                    <a:lnTo>
                      <a:pt x="787169" y="954026"/>
                    </a:lnTo>
                    <a:lnTo>
                      <a:pt x="784838" y="949155"/>
                    </a:lnTo>
                    <a:lnTo>
                      <a:pt x="779967" y="951486"/>
                    </a:lnTo>
                    <a:moveTo>
                      <a:pt x="663972" y="721640"/>
                    </a:moveTo>
                    <a:lnTo>
                      <a:pt x="712264" y="722473"/>
                    </a:lnTo>
                    <a:lnTo>
                      <a:pt x="682622" y="760607"/>
                    </a:lnTo>
                    <a:lnTo>
                      <a:pt x="663972" y="721640"/>
                    </a:lnTo>
                    <a:lnTo>
                      <a:pt x="666303" y="726511"/>
                    </a:lnTo>
                    <a:lnTo>
                      <a:pt x="702522" y="727136"/>
                    </a:lnTo>
                    <a:lnTo>
                      <a:pt x="680291" y="755736"/>
                    </a:lnTo>
                    <a:lnTo>
                      <a:pt x="685162" y="753405"/>
                    </a:lnTo>
                    <a:lnTo>
                      <a:pt x="671174" y="724180"/>
                    </a:lnTo>
                    <a:lnTo>
                      <a:pt x="666303" y="726511"/>
                    </a:lnTo>
                    <a:lnTo>
                      <a:pt x="663972" y="721640"/>
                    </a:lnTo>
                    <a:lnTo>
                      <a:pt x="678376" y="726719"/>
                    </a:lnTo>
                    <a:lnTo>
                      <a:pt x="676045" y="721848"/>
                    </a:lnTo>
                    <a:lnTo>
                      <a:pt x="690449" y="726928"/>
                    </a:lnTo>
                    <a:lnTo>
                      <a:pt x="688118" y="722057"/>
                    </a:lnTo>
                    <a:lnTo>
                      <a:pt x="707393" y="724805"/>
                    </a:lnTo>
                    <a:lnTo>
                      <a:pt x="697443" y="741540"/>
                    </a:lnTo>
                    <a:lnTo>
                      <a:pt x="695112" y="736669"/>
                    </a:lnTo>
                    <a:lnTo>
                      <a:pt x="690032" y="751074"/>
                    </a:lnTo>
                    <a:lnTo>
                      <a:pt x="687701" y="746203"/>
                    </a:lnTo>
                    <a:lnTo>
                      <a:pt x="682622" y="760607"/>
                    </a:lnTo>
                    <a:lnTo>
                      <a:pt x="682830" y="748534"/>
                    </a:lnTo>
                    <a:lnTo>
                      <a:pt x="675628" y="745994"/>
                    </a:lnTo>
                    <a:lnTo>
                      <a:pt x="678168" y="738792"/>
                    </a:lnTo>
                    <a:lnTo>
                      <a:pt x="670966" y="736253"/>
                    </a:lnTo>
                    <a:lnTo>
                      <a:pt x="673505" y="729051"/>
                    </a:lnTo>
                    <a:lnTo>
                      <a:pt x="663972" y="721640"/>
                    </a:lnTo>
                    <a:lnTo>
                      <a:pt x="671174" y="724180"/>
                    </a:lnTo>
                    <a:lnTo>
                      <a:pt x="668634" y="731382"/>
                    </a:lnTo>
                    <a:lnTo>
                      <a:pt x="675837" y="733921"/>
                    </a:lnTo>
                    <a:lnTo>
                      <a:pt x="673297" y="741124"/>
                    </a:lnTo>
                    <a:lnTo>
                      <a:pt x="680499" y="743663"/>
                    </a:lnTo>
                    <a:lnTo>
                      <a:pt x="677959" y="750865"/>
                    </a:lnTo>
                    <a:lnTo>
                      <a:pt x="685162" y="753405"/>
                    </a:lnTo>
                    <a:lnTo>
                      <a:pt x="690032" y="751074"/>
                    </a:lnTo>
                    <a:lnTo>
                      <a:pt x="687701" y="746203"/>
                    </a:lnTo>
                    <a:lnTo>
                      <a:pt x="697443" y="741540"/>
                    </a:lnTo>
                    <a:lnTo>
                      <a:pt x="695112" y="736669"/>
                    </a:lnTo>
                    <a:lnTo>
                      <a:pt x="712264" y="722473"/>
                    </a:lnTo>
                    <a:lnTo>
                      <a:pt x="702522" y="727136"/>
                    </a:lnTo>
                    <a:lnTo>
                      <a:pt x="700191" y="722265"/>
                    </a:lnTo>
                    <a:lnTo>
                      <a:pt x="690449" y="726928"/>
                    </a:lnTo>
                    <a:lnTo>
                      <a:pt x="688118" y="722057"/>
                    </a:lnTo>
                    <a:lnTo>
                      <a:pt x="678376" y="726719"/>
                    </a:lnTo>
                    <a:lnTo>
                      <a:pt x="676045" y="721848"/>
                    </a:lnTo>
                    <a:lnTo>
                      <a:pt x="671174" y="724180"/>
                    </a:lnTo>
                    <a:moveTo>
                      <a:pt x="555179" y="494334"/>
                    </a:moveTo>
                    <a:lnTo>
                      <a:pt x="603471" y="495167"/>
                    </a:lnTo>
                    <a:lnTo>
                      <a:pt x="573829" y="533301"/>
                    </a:lnTo>
                    <a:lnTo>
                      <a:pt x="555179" y="494334"/>
                    </a:lnTo>
                    <a:lnTo>
                      <a:pt x="557510" y="499205"/>
                    </a:lnTo>
                    <a:lnTo>
                      <a:pt x="593729" y="499830"/>
                    </a:lnTo>
                    <a:lnTo>
                      <a:pt x="571498" y="528430"/>
                    </a:lnTo>
                    <a:lnTo>
                      <a:pt x="576369" y="526099"/>
                    </a:lnTo>
                    <a:lnTo>
                      <a:pt x="562381" y="496873"/>
                    </a:lnTo>
                    <a:lnTo>
                      <a:pt x="557510" y="499205"/>
                    </a:lnTo>
                    <a:lnTo>
                      <a:pt x="555179" y="494334"/>
                    </a:lnTo>
                    <a:lnTo>
                      <a:pt x="569583" y="499413"/>
                    </a:lnTo>
                    <a:lnTo>
                      <a:pt x="567252" y="494542"/>
                    </a:lnTo>
                    <a:lnTo>
                      <a:pt x="581656" y="499621"/>
                    </a:lnTo>
                    <a:lnTo>
                      <a:pt x="579325" y="494750"/>
                    </a:lnTo>
                    <a:lnTo>
                      <a:pt x="598600" y="497498"/>
                    </a:lnTo>
                    <a:lnTo>
                      <a:pt x="588650" y="514234"/>
                    </a:lnTo>
                    <a:lnTo>
                      <a:pt x="586319" y="509363"/>
                    </a:lnTo>
                    <a:lnTo>
                      <a:pt x="581240" y="523767"/>
                    </a:lnTo>
                    <a:lnTo>
                      <a:pt x="578908" y="518896"/>
                    </a:lnTo>
                    <a:lnTo>
                      <a:pt x="573829" y="533301"/>
                    </a:lnTo>
                    <a:lnTo>
                      <a:pt x="574038" y="521228"/>
                    </a:lnTo>
                    <a:lnTo>
                      <a:pt x="566835" y="518688"/>
                    </a:lnTo>
                    <a:lnTo>
                      <a:pt x="569375" y="511486"/>
                    </a:lnTo>
                    <a:lnTo>
                      <a:pt x="562173" y="508946"/>
                    </a:lnTo>
                    <a:lnTo>
                      <a:pt x="564712" y="501744"/>
                    </a:lnTo>
                    <a:lnTo>
                      <a:pt x="555179" y="494334"/>
                    </a:lnTo>
                    <a:lnTo>
                      <a:pt x="562381" y="496873"/>
                    </a:lnTo>
                    <a:lnTo>
                      <a:pt x="559842" y="504076"/>
                    </a:lnTo>
                    <a:lnTo>
                      <a:pt x="567044" y="506615"/>
                    </a:lnTo>
                    <a:lnTo>
                      <a:pt x="564504" y="513817"/>
                    </a:lnTo>
                    <a:lnTo>
                      <a:pt x="571706" y="516357"/>
                    </a:lnTo>
                    <a:lnTo>
                      <a:pt x="569167" y="523559"/>
                    </a:lnTo>
                    <a:lnTo>
                      <a:pt x="576369" y="526099"/>
                    </a:lnTo>
                    <a:lnTo>
                      <a:pt x="581240" y="523767"/>
                    </a:lnTo>
                    <a:lnTo>
                      <a:pt x="578908" y="518896"/>
                    </a:lnTo>
                    <a:lnTo>
                      <a:pt x="588650" y="514234"/>
                    </a:lnTo>
                    <a:lnTo>
                      <a:pt x="586319" y="509363"/>
                    </a:lnTo>
                    <a:lnTo>
                      <a:pt x="603471" y="495167"/>
                    </a:lnTo>
                    <a:lnTo>
                      <a:pt x="593729" y="499830"/>
                    </a:lnTo>
                    <a:lnTo>
                      <a:pt x="591398" y="494959"/>
                    </a:lnTo>
                    <a:lnTo>
                      <a:pt x="581656" y="499621"/>
                    </a:lnTo>
                    <a:lnTo>
                      <a:pt x="579325" y="494750"/>
                    </a:lnTo>
                    <a:lnTo>
                      <a:pt x="569583" y="499413"/>
                    </a:lnTo>
                    <a:lnTo>
                      <a:pt x="567252" y="494542"/>
                    </a:lnTo>
                    <a:lnTo>
                      <a:pt x="562381" y="496873"/>
                    </a:lnTo>
                    <a:moveTo>
                      <a:pt x="446386" y="267028"/>
                    </a:moveTo>
                    <a:lnTo>
                      <a:pt x="494678" y="267861"/>
                    </a:lnTo>
                    <a:lnTo>
                      <a:pt x="465037" y="305994"/>
                    </a:lnTo>
                    <a:lnTo>
                      <a:pt x="446386" y="267028"/>
                    </a:lnTo>
                    <a:lnTo>
                      <a:pt x="448718" y="271898"/>
                    </a:lnTo>
                    <a:lnTo>
                      <a:pt x="484937" y="272523"/>
                    </a:lnTo>
                    <a:lnTo>
                      <a:pt x="462705" y="301124"/>
                    </a:lnTo>
                    <a:lnTo>
                      <a:pt x="467576" y="298792"/>
                    </a:lnTo>
                    <a:lnTo>
                      <a:pt x="453588" y="269567"/>
                    </a:lnTo>
                    <a:lnTo>
                      <a:pt x="448718" y="271898"/>
                    </a:lnTo>
                    <a:lnTo>
                      <a:pt x="446386" y="267028"/>
                    </a:lnTo>
                    <a:lnTo>
                      <a:pt x="460791" y="272107"/>
                    </a:lnTo>
                    <a:lnTo>
                      <a:pt x="458459" y="267236"/>
                    </a:lnTo>
                    <a:lnTo>
                      <a:pt x="472864" y="272315"/>
                    </a:lnTo>
                    <a:lnTo>
                      <a:pt x="470532" y="267444"/>
                    </a:lnTo>
                    <a:lnTo>
                      <a:pt x="489807" y="270192"/>
                    </a:lnTo>
                    <a:lnTo>
                      <a:pt x="479857" y="286928"/>
                    </a:lnTo>
                    <a:lnTo>
                      <a:pt x="477526" y="282057"/>
                    </a:lnTo>
                    <a:lnTo>
                      <a:pt x="472447" y="296461"/>
                    </a:lnTo>
                    <a:lnTo>
                      <a:pt x="470116" y="291590"/>
                    </a:lnTo>
                    <a:lnTo>
                      <a:pt x="465037" y="305994"/>
                    </a:lnTo>
                    <a:lnTo>
                      <a:pt x="465245" y="293921"/>
                    </a:lnTo>
                    <a:lnTo>
                      <a:pt x="458043" y="291382"/>
                    </a:lnTo>
                    <a:lnTo>
                      <a:pt x="460582" y="284180"/>
                    </a:lnTo>
                    <a:lnTo>
                      <a:pt x="453380" y="281640"/>
                    </a:lnTo>
                    <a:lnTo>
                      <a:pt x="455920" y="274438"/>
                    </a:lnTo>
                    <a:lnTo>
                      <a:pt x="446386" y="267028"/>
                    </a:lnTo>
                    <a:lnTo>
                      <a:pt x="453588" y="269567"/>
                    </a:lnTo>
                    <a:lnTo>
                      <a:pt x="451049" y="276769"/>
                    </a:lnTo>
                    <a:lnTo>
                      <a:pt x="458251" y="279309"/>
                    </a:lnTo>
                    <a:lnTo>
                      <a:pt x="455711" y="286511"/>
                    </a:lnTo>
                    <a:lnTo>
                      <a:pt x="462914" y="289051"/>
                    </a:lnTo>
                    <a:lnTo>
                      <a:pt x="460374" y="296253"/>
                    </a:lnTo>
                    <a:lnTo>
                      <a:pt x="467576" y="298792"/>
                    </a:lnTo>
                    <a:lnTo>
                      <a:pt x="472447" y="296461"/>
                    </a:lnTo>
                    <a:lnTo>
                      <a:pt x="470116" y="291590"/>
                    </a:lnTo>
                    <a:lnTo>
                      <a:pt x="479857" y="286928"/>
                    </a:lnTo>
                    <a:lnTo>
                      <a:pt x="477526" y="282057"/>
                    </a:lnTo>
                    <a:lnTo>
                      <a:pt x="494678" y="267861"/>
                    </a:lnTo>
                    <a:lnTo>
                      <a:pt x="484937" y="272523"/>
                    </a:lnTo>
                    <a:lnTo>
                      <a:pt x="482605" y="267653"/>
                    </a:lnTo>
                    <a:lnTo>
                      <a:pt x="472864" y="272315"/>
                    </a:lnTo>
                    <a:lnTo>
                      <a:pt x="470532" y="267444"/>
                    </a:lnTo>
                    <a:lnTo>
                      <a:pt x="460791" y="272107"/>
                    </a:lnTo>
                    <a:lnTo>
                      <a:pt x="458459" y="267236"/>
                    </a:lnTo>
                    <a:lnTo>
                      <a:pt x="453588" y="269567"/>
                    </a:lnTo>
                    <a:moveTo>
                      <a:pt x="337594" y="39721"/>
                    </a:moveTo>
                    <a:lnTo>
                      <a:pt x="385885" y="40555"/>
                    </a:lnTo>
                    <a:lnTo>
                      <a:pt x="356244" y="78688"/>
                    </a:lnTo>
                    <a:lnTo>
                      <a:pt x="337594" y="39721"/>
                    </a:lnTo>
                    <a:lnTo>
                      <a:pt x="339925" y="44592"/>
                    </a:lnTo>
                    <a:lnTo>
                      <a:pt x="376144" y="45217"/>
                    </a:lnTo>
                    <a:lnTo>
                      <a:pt x="353912" y="73817"/>
                    </a:lnTo>
                    <a:lnTo>
                      <a:pt x="358783" y="71486"/>
                    </a:lnTo>
                    <a:lnTo>
                      <a:pt x="344796" y="42261"/>
                    </a:lnTo>
                    <a:lnTo>
                      <a:pt x="339925" y="44592"/>
                    </a:lnTo>
                    <a:lnTo>
                      <a:pt x="337594" y="39721"/>
                    </a:lnTo>
                    <a:lnTo>
                      <a:pt x="351998" y="44801"/>
                    </a:lnTo>
                    <a:lnTo>
                      <a:pt x="349667" y="39930"/>
                    </a:lnTo>
                    <a:lnTo>
                      <a:pt x="364071" y="45009"/>
                    </a:lnTo>
                    <a:lnTo>
                      <a:pt x="361740" y="40138"/>
                    </a:lnTo>
                    <a:lnTo>
                      <a:pt x="381015" y="42886"/>
                    </a:lnTo>
                    <a:lnTo>
                      <a:pt x="371065" y="59621"/>
                    </a:lnTo>
                    <a:lnTo>
                      <a:pt x="368733" y="54751"/>
                    </a:lnTo>
                    <a:lnTo>
                      <a:pt x="363654" y="69155"/>
                    </a:lnTo>
                    <a:lnTo>
                      <a:pt x="361323" y="64284"/>
                    </a:lnTo>
                    <a:lnTo>
                      <a:pt x="356244" y="78688"/>
                    </a:lnTo>
                    <a:lnTo>
                      <a:pt x="356452" y="66615"/>
                    </a:lnTo>
                    <a:lnTo>
                      <a:pt x="349250" y="64076"/>
                    </a:lnTo>
                    <a:lnTo>
                      <a:pt x="351790" y="56873"/>
                    </a:lnTo>
                    <a:lnTo>
                      <a:pt x="344587" y="54334"/>
                    </a:lnTo>
                    <a:lnTo>
                      <a:pt x="347127" y="47132"/>
                    </a:lnTo>
                    <a:lnTo>
                      <a:pt x="337594" y="39721"/>
                    </a:lnTo>
                    <a:lnTo>
                      <a:pt x="344796" y="42261"/>
                    </a:lnTo>
                    <a:lnTo>
                      <a:pt x="342256" y="49463"/>
                    </a:lnTo>
                    <a:lnTo>
                      <a:pt x="349458" y="52003"/>
                    </a:lnTo>
                    <a:lnTo>
                      <a:pt x="346919" y="59205"/>
                    </a:lnTo>
                    <a:lnTo>
                      <a:pt x="354121" y="61744"/>
                    </a:lnTo>
                    <a:lnTo>
                      <a:pt x="351581" y="68946"/>
                    </a:lnTo>
                    <a:lnTo>
                      <a:pt x="358783" y="71486"/>
                    </a:lnTo>
                    <a:lnTo>
                      <a:pt x="363654" y="69155"/>
                    </a:lnTo>
                    <a:lnTo>
                      <a:pt x="361323" y="64284"/>
                    </a:lnTo>
                    <a:lnTo>
                      <a:pt x="371065" y="59621"/>
                    </a:lnTo>
                    <a:lnTo>
                      <a:pt x="368733" y="54751"/>
                    </a:lnTo>
                    <a:lnTo>
                      <a:pt x="385885" y="40555"/>
                    </a:lnTo>
                    <a:lnTo>
                      <a:pt x="376144" y="45217"/>
                    </a:lnTo>
                    <a:lnTo>
                      <a:pt x="373812" y="40346"/>
                    </a:lnTo>
                    <a:lnTo>
                      <a:pt x="364071" y="45009"/>
                    </a:lnTo>
                    <a:lnTo>
                      <a:pt x="361740" y="40138"/>
                    </a:lnTo>
                    <a:lnTo>
                      <a:pt x="351998" y="44801"/>
                    </a:lnTo>
                    <a:lnTo>
                      <a:pt x="349667" y="39930"/>
                    </a:lnTo>
                    <a:lnTo>
                      <a:pt x="344796" y="42261"/>
                    </a:lnTo>
                    <a:moveTo>
                      <a:pt x="227020" y="48294"/>
                    </a:moveTo>
                    <a:lnTo>
                      <a:pt x="227726" y="0"/>
                    </a:lnTo>
                    <a:lnTo>
                      <a:pt x="265937" y="29541"/>
                    </a:lnTo>
                    <a:lnTo>
                      <a:pt x="227020" y="48294"/>
                    </a:lnTo>
                    <a:lnTo>
                      <a:pt x="231884" y="45950"/>
                    </a:lnTo>
                    <a:lnTo>
                      <a:pt x="232414" y="9729"/>
                    </a:lnTo>
                    <a:lnTo>
                      <a:pt x="261073" y="31885"/>
                    </a:lnTo>
                    <a:lnTo>
                      <a:pt x="258729" y="27021"/>
                    </a:lnTo>
                    <a:lnTo>
                      <a:pt x="229540" y="41085"/>
                    </a:lnTo>
                    <a:lnTo>
                      <a:pt x="231884" y="45950"/>
                    </a:lnTo>
                    <a:lnTo>
                      <a:pt x="227020" y="48294"/>
                    </a:lnTo>
                    <a:lnTo>
                      <a:pt x="232061" y="33876"/>
                    </a:lnTo>
                    <a:lnTo>
                      <a:pt x="227196" y="36220"/>
                    </a:lnTo>
                    <a:lnTo>
                      <a:pt x="232238" y="21803"/>
                    </a:lnTo>
                    <a:lnTo>
                      <a:pt x="227373" y="24147"/>
                    </a:lnTo>
                    <a:lnTo>
                      <a:pt x="230070" y="4865"/>
                    </a:lnTo>
                    <a:lnTo>
                      <a:pt x="246832" y="14770"/>
                    </a:lnTo>
                    <a:lnTo>
                      <a:pt x="241967" y="17115"/>
                    </a:lnTo>
                    <a:lnTo>
                      <a:pt x="256385" y="22156"/>
                    </a:lnTo>
                    <a:lnTo>
                      <a:pt x="251520" y="24500"/>
                    </a:lnTo>
                    <a:lnTo>
                      <a:pt x="265937" y="29541"/>
                    </a:lnTo>
                    <a:lnTo>
                      <a:pt x="253864" y="29365"/>
                    </a:lnTo>
                    <a:lnTo>
                      <a:pt x="251343" y="36573"/>
                    </a:lnTo>
                    <a:lnTo>
                      <a:pt x="244135" y="34053"/>
                    </a:lnTo>
                    <a:lnTo>
                      <a:pt x="241614" y="41262"/>
                    </a:lnTo>
                    <a:lnTo>
                      <a:pt x="234405" y="38741"/>
                    </a:lnTo>
                    <a:lnTo>
                      <a:pt x="227020" y="48294"/>
                    </a:lnTo>
                    <a:lnTo>
                      <a:pt x="229540" y="41085"/>
                    </a:lnTo>
                    <a:lnTo>
                      <a:pt x="236749" y="43606"/>
                    </a:lnTo>
                    <a:lnTo>
                      <a:pt x="239270" y="36397"/>
                    </a:lnTo>
                    <a:lnTo>
                      <a:pt x="246479" y="38917"/>
                    </a:lnTo>
                    <a:lnTo>
                      <a:pt x="248999" y="31709"/>
                    </a:lnTo>
                    <a:lnTo>
                      <a:pt x="256208" y="34229"/>
                    </a:lnTo>
                    <a:lnTo>
                      <a:pt x="258729" y="27021"/>
                    </a:lnTo>
                    <a:lnTo>
                      <a:pt x="256385" y="22156"/>
                    </a:lnTo>
                    <a:lnTo>
                      <a:pt x="251520" y="24500"/>
                    </a:lnTo>
                    <a:lnTo>
                      <a:pt x="246832" y="14770"/>
                    </a:lnTo>
                    <a:lnTo>
                      <a:pt x="241967" y="17115"/>
                    </a:lnTo>
                    <a:lnTo>
                      <a:pt x="227726" y="0"/>
                    </a:lnTo>
                    <a:lnTo>
                      <a:pt x="232414" y="9729"/>
                    </a:lnTo>
                    <a:lnTo>
                      <a:pt x="227550" y="12073"/>
                    </a:lnTo>
                    <a:lnTo>
                      <a:pt x="232238" y="21803"/>
                    </a:lnTo>
                    <a:lnTo>
                      <a:pt x="227373" y="24147"/>
                    </a:lnTo>
                    <a:lnTo>
                      <a:pt x="232061" y="33876"/>
                    </a:lnTo>
                    <a:lnTo>
                      <a:pt x="227196" y="36220"/>
                    </a:lnTo>
                    <a:lnTo>
                      <a:pt x="229540" y="41085"/>
                    </a:lnTo>
                    <a:moveTo>
                      <a:pt x="0" y="157683"/>
                    </a:moveTo>
                    <a:lnTo>
                      <a:pt x="706" y="109389"/>
                    </a:lnTo>
                    <a:lnTo>
                      <a:pt x="38918" y="138931"/>
                    </a:lnTo>
                    <a:lnTo>
                      <a:pt x="0" y="157683"/>
                    </a:lnTo>
                    <a:lnTo>
                      <a:pt x="4865" y="155339"/>
                    </a:lnTo>
                    <a:lnTo>
                      <a:pt x="5395" y="119119"/>
                    </a:lnTo>
                    <a:lnTo>
                      <a:pt x="34053" y="141275"/>
                    </a:lnTo>
                    <a:lnTo>
                      <a:pt x="31709" y="136410"/>
                    </a:lnTo>
                    <a:lnTo>
                      <a:pt x="2521" y="150475"/>
                    </a:lnTo>
                    <a:lnTo>
                      <a:pt x="4865" y="155339"/>
                    </a:lnTo>
                    <a:lnTo>
                      <a:pt x="0" y="157683"/>
                    </a:lnTo>
                    <a:lnTo>
                      <a:pt x="5041" y="143266"/>
                    </a:lnTo>
                    <a:lnTo>
                      <a:pt x="177" y="145610"/>
                    </a:lnTo>
                    <a:lnTo>
                      <a:pt x="5218" y="131192"/>
                    </a:lnTo>
                    <a:lnTo>
                      <a:pt x="353" y="133536"/>
                    </a:lnTo>
                    <a:lnTo>
                      <a:pt x="3051" y="114254"/>
                    </a:lnTo>
                    <a:lnTo>
                      <a:pt x="19812" y="124160"/>
                    </a:lnTo>
                    <a:lnTo>
                      <a:pt x="14947" y="126504"/>
                    </a:lnTo>
                    <a:lnTo>
                      <a:pt x="29365" y="131545"/>
                    </a:lnTo>
                    <a:lnTo>
                      <a:pt x="24500" y="133890"/>
                    </a:lnTo>
                    <a:lnTo>
                      <a:pt x="38918" y="138931"/>
                    </a:lnTo>
                    <a:lnTo>
                      <a:pt x="26844" y="138754"/>
                    </a:lnTo>
                    <a:lnTo>
                      <a:pt x="24324" y="145963"/>
                    </a:lnTo>
                    <a:lnTo>
                      <a:pt x="17115" y="143442"/>
                    </a:lnTo>
                    <a:lnTo>
                      <a:pt x="14594" y="150651"/>
                    </a:lnTo>
                    <a:lnTo>
                      <a:pt x="7386" y="148131"/>
                    </a:lnTo>
                    <a:lnTo>
                      <a:pt x="0" y="157683"/>
                    </a:lnTo>
                    <a:lnTo>
                      <a:pt x="2521" y="150475"/>
                    </a:lnTo>
                    <a:lnTo>
                      <a:pt x="9730" y="152995"/>
                    </a:lnTo>
                    <a:lnTo>
                      <a:pt x="12250" y="145786"/>
                    </a:lnTo>
                    <a:lnTo>
                      <a:pt x="19459" y="148307"/>
                    </a:lnTo>
                    <a:lnTo>
                      <a:pt x="21980" y="141098"/>
                    </a:lnTo>
                    <a:lnTo>
                      <a:pt x="29188" y="143619"/>
                    </a:lnTo>
                    <a:lnTo>
                      <a:pt x="31709" y="136410"/>
                    </a:lnTo>
                    <a:lnTo>
                      <a:pt x="29365" y="131545"/>
                    </a:lnTo>
                    <a:lnTo>
                      <a:pt x="24500" y="133890"/>
                    </a:lnTo>
                    <a:lnTo>
                      <a:pt x="19812" y="124160"/>
                    </a:lnTo>
                    <a:lnTo>
                      <a:pt x="14947" y="126504"/>
                    </a:lnTo>
                    <a:lnTo>
                      <a:pt x="706" y="109389"/>
                    </a:lnTo>
                    <a:lnTo>
                      <a:pt x="5395" y="119119"/>
                    </a:lnTo>
                    <a:lnTo>
                      <a:pt x="530" y="121463"/>
                    </a:lnTo>
                    <a:lnTo>
                      <a:pt x="5218" y="131192"/>
                    </a:lnTo>
                    <a:lnTo>
                      <a:pt x="353" y="133536"/>
                    </a:lnTo>
                    <a:lnTo>
                      <a:pt x="5041" y="143266"/>
                    </a:lnTo>
                    <a:lnTo>
                      <a:pt x="177" y="145610"/>
                    </a:lnTo>
                    <a:lnTo>
                      <a:pt x="2521" y="15047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93" name="Контур"/>
              <p:cNvSpPr/>
              <p:nvPr/>
            </p:nvSpPr>
            <p:spPr>
              <a:xfrm>
                <a:off x="7517256" y="8086381"/>
                <a:ext cx="1723003" cy="788322"/>
              </a:xfrm>
              <a:custGeom>
                <a:avLst/>
                <a:gdLst/>
                <a:ahLst/>
                <a:cxnLst/>
                <a:rect l="l" t="t" r="r" b="b"/>
                <a:pathLst>
                  <a:path w="1723003" h="788322" fill="none">
                    <a:moveTo>
                      <a:pt x="376953" y="782102"/>
                    </a:moveTo>
                    <a:lnTo>
                      <a:pt x="379951" y="788322"/>
                    </a:lnTo>
                    <a:moveTo>
                      <a:pt x="376953" y="782102"/>
                    </a:moveTo>
                    <a:lnTo>
                      <a:pt x="411006" y="765693"/>
                    </a:lnTo>
                    <a:moveTo>
                      <a:pt x="411006" y="765693"/>
                    </a:moveTo>
                    <a:lnTo>
                      <a:pt x="445059" y="749285"/>
                    </a:lnTo>
                    <a:moveTo>
                      <a:pt x="445059" y="749285"/>
                    </a:moveTo>
                    <a:lnTo>
                      <a:pt x="479112" y="732876"/>
                    </a:lnTo>
                    <a:moveTo>
                      <a:pt x="479112" y="732876"/>
                    </a:moveTo>
                    <a:lnTo>
                      <a:pt x="513165" y="716468"/>
                    </a:lnTo>
                    <a:moveTo>
                      <a:pt x="513165" y="716468"/>
                    </a:moveTo>
                    <a:lnTo>
                      <a:pt x="547217" y="700059"/>
                    </a:lnTo>
                    <a:moveTo>
                      <a:pt x="547217" y="700059"/>
                    </a:moveTo>
                    <a:lnTo>
                      <a:pt x="581270" y="683651"/>
                    </a:lnTo>
                    <a:moveTo>
                      <a:pt x="581270" y="683651"/>
                    </a:moveTo>
                    <a:lnTo>
                      <a:pt x="615323" y="667242"/>
                    </a:lnTo>
                    <a:moveTo>
                      <a:pt x="615323" y="667242"/>
                    </a:moveTo>
                    <a:lnTo>
                      <a:pt x="649376" y="650834"/>
                    </a:lnTo>
                    <a:moveTo>
                      <a:pt x="649376" y="650834"/>
                    </a:moveTo>
                    <a:lnTo>
                      <a:pt x="683429" y="634426"/>
                    </a:lnTo>
                    <a:moveTo>
                      <a:pt x="683429" y="634426"/>
                    </a:moveTo>
                    <a:lnTo>
                      <a:pt x="717482" y="618017"/>
                    </a:lnTo>
                    <a:moveTo>
                      <a:pt x="717482" y="618017"/>
                    </a:moveTo>
                    <a:lnTo>
                      <a:pt x="751535" y="601609"/>
                    </a:lnTo>
                    <a:moveTo>
                      <a:pt x="751535" y="601609"/>
                    </a:moveTo>
                    <a:lnTo>
                      <a:pt x="785588" y="585200"/>
                    </a:lnTo>
                    <a:moveTo>
                      <a:pt x="785588" y="585200"/>
                    </a:moveTo>
                    <a:lnTo>
                      <a:pt x="819641" y="568792"/>
                    </a:lnTo>
                    <a:moveTo>
                      <a:pt x="819641" y="568792"/>
                    </a:moveTo>
                    <a:lnTo>
                      <a:pt x="853694" y="552383"/>
                    </a:lnTo>
                    <a:moveTo>
                      <a:pt x="853694" y="552383"/>
                    </a:moveTo>
                    <a:lnTo>
                      <a:pt x="887747" y="535975"/>
                    </a:lnTo>
                    <a:moveTo>
                      <a:pt x="887747" y="535975"/>
                    </a:moveTo>
                    <a:lnTo>
                      <a:pt x="921800" y="519566"/>
                    </a:lnTo>
                    <a:moveTo>
                      <a:pt x="921800" y="519566"/>
                    </a:moveTo>
                    <a:lnTo>
                      <a:pt x="955853" y="503158"/>
                    </a:lnTo>
                    <a:moveTo>
                      <a:pt x="955853" y="503158"/>
                    </a:moveTo>
                    <a:lnTo>
                      <a:pt x="989906" y="486749"/>
                    </a:lnTo>
                    <a:moveTo>
                      <a:pt x="989906" y="486749"/>
                    </a:moveTo>
                    <a:lnTo>
                      <a:pt x="1023959" y="470341"/>
                    </a:lnTo>
                    <a:moveTo>
                      <a:pt x="1023959" y="470341"/>
                    </a:moveTo>
                    <a:lnTo>
                      <a:pt x="1058012" y="453933"/>
                    </a:lnTo>
                    <a:moveTo>
                      <a:pt x="1058012" y="453933"/>
                    </a:moveTo>
                    <a:lnTo>
                      <a:pt x="1092065" y="437524"/>
                    </a:lnTo>
                    <a:moveTo>
                      <a:pt x="1092065" y="437524"/>
                    </a:moveTo>
                    <a:lnTo>
                      <a:pt x="1126117" y="421116"/>
                    </a:lnTo>
                    <a:moveTo>
                      <a:pt x="1126117" y="421116"/>
                    </a:moveTo>
                    <a:lnTo>
                      <a:pt x="1160170" y="404707"/>
                    </a:lnTo>
                    <a:moveTo>
                      <a:pt x="1160170" y="404707"/>
                    </a:moveTo>
                    <a:lnTo>
                      <a:pt x="1194223" y="388299"/>
                    </a:lnTo>
                    <a:moveTo>
                      <a:pt x="1194223" y="388299"/>
                    </a:moveTo>
                    <a:lnTo>
                      <a:pt x="1228276" y="371890"/>
                    </a:lnTo>
                    <a:moveTo>
                      <a:pt x="1228276" y="371890"/>
                    </a:moveTo>
                    <a:lnTo>
                      <a:pt x="1262329" y="355482"/>
                    </a:lnTo>
                    <a:moveTo>
                      <a:pt x="1262329" y="355482"/>
                    </a:moveTo>
                    <a:lnTo>
                      <a:pt x="1296382" y="339073"/>
                    </a:lnTo>
                    <a:moveTo>
                      <a:pt x="1296382" y="339073"/>
                    </a:moveTo>
                    <a:lnTo>
                      <a:pt x="1330435" y="322665"/>
                    </a:lnTo>
                    <a:moveTo>
                      <a:pt x="1330435" y="322665"/>
                    </a:moveTo>
                    <a:lnTo>
                      <a:pt x="1364488" y="306257"/>
                    </a:lnTo>
                    <a:moveTo>
                      <a:pt x="1364488" y="306257"/>
                    </a:moveTo>
                    <a:lnTo>
                      <a:pt x="1398541" y="289848"/>
                    </a:lnTo>
                    <a:moveTo>
                      <a:pt x="1398541" y="289848"/>
                    </a:moveTo>
                    <a:lnTo>
                      <a:pt x="1432594" y="273440"/>
                    </a:lnTo>
                    <a:moveTo>
                      <a:pt x="1432594" y="273440"/>
                    </a:moveTo>
                    <a:lnTo>
                      <a:pt x="1466647" y="257031"/>
                    </a:lnTo>
                    <a:moveTo>
                      <a:pt x="1466647" y="257031"/>
                    </a:moveTo>
                    <a:lnTo>
                      <a:pt x="1500700" y="240623"/>
                    </a:lnTo>
                    <a:moveTo>
                      <a:pt x="1500700" y="240623"/>
                    </a:moveTo>
                    <a:lnTo>
                      <a:pt x="1534753" y="224214"/>
                    </a:lnTo>
                    <a:moveTo>
                      <a:pt x="1534753" y="224214"/>
                    </a:moveTo>
                    <a:lnTo>
                      <a:pt x="1568806" y="207806"/>
                    </a:lnTo>
                    <a:moveTo>
                      <a:pt x="1568806" y="207806"/>
                    </a:moveTo>
                    <a:lnTo>
                      <a:pt x="1602859" y="191397"/>
                    </a:lnTo>
                    <a:moveTo>
                      <a:pt x="1602859" y="191397"/>
                    </a:moveTo>
                    <a:lnTo>
                      <a:pt x="1636912" y="174989"/>
                    </a:lnTo>
                    <a:moveTo>
                      <a:pt x="1636912" y="174989"/>
                    </a:moveTo>
                    <a:lnTo>
                      <a:pt x="1670964" y="158580"/>
                    </a:lnTo>
                    <a:moveTo>
                      <a:pt x="1670964" y="158580"/>
                    </a:moveTo>
                    <a:lnTo>
                      <a:pt x="1705017" y="142172"/>
                    </a:lnTo>
                    <a:moveTo>
                      <a:pt x="1705017" y="142172"/>
                    </a:moveTo>
                    <a:lnTo>
                      <a:pt x="1723003" y="133506"/>
                    </a:lnTo>
                    <a:moveTo>
                      <a:pt x="58662" y="121782"/>
                    </a:moveTo>
                    <a:lnTo>
                      <a:pt x="75076" y="155833"/>
                    </a:lnTo>
                    <a:moveTo>
                      <a:pt x="75076" y="155833"/>
                    </a:moveTo>
                    <a:lnTo>
                      <a:pt x="91489" y="189883"/>
                    </a:lnTo>
                    <a:moveTo>
                      <a:pt x="91489" y="189883"/>
                    </a:moveTo>
                    <a:lnTo>
                      <a:pt x="107902" y="223934"/>
                    </a:lnTo>
                    <a:moveTo>
                      <a:pt x="107902" y="223934"/>
                    </a:moveTo>
                    <a:lnTo>
                      <a:pt x="124315" y="257985"/>
                    </a:lnTo>
                    <a:moveTo>
                      <a:pt x="124315" y="257985"/>
                    </a:moveTo>
                    <a:lnTo>
                      <a:pt x="140729" y="292035"/>
                    </a:lnTo>
                    <a:moveTo>
                      <a:pt x="140729" y="292035"/>
                    </a:moveTo>
                    <a:lnTo>
                      <a:pt x="157142" y="326086"/>
                    </a:lnTo>
                    <a:moveTo>
                      <a:pt x="157142" y="326086"/>
                    </a:moveTo>
                    <a:lnTo>
                      <a:pt x="173555" y="360137"/>
                    </a:lnTo>
                    <a:moveTo>
                      <a:pt x="173555" y="360137"/>
                    </a:moveTo>
                    <a:lnTo>
                      <a:pt x="189968" y="394187"/>
                    </a:lnTo>
                    <a:moveTo>
                      <a:pt x="189968" y="394187"/>
                    </a:moveTo>
                    <a:lnTo>
                      <a:pt x="206381" y="428238"/>
                    </a:lnTo>
                    <a:moveTo>
                      <a:pt x="206381" y="428238"/>
                    </a:moveTo>
                    <a:lnTo>
                      <a:pt x="222795" y="462288"/>
                    </a:lnTo>
                    <a:moveTo>
                      <a:pt x="222795" y="462288"/>
                    </a:moveTo>
                    <a:lnTo>
                      <a:pt x="239208" y="496339"/>
                    </a:lnTo>
                    <a:moveTo>
                      <a:pt x="239208" y="496339"/>
                    </a:moveTo>
                    <a:lnTo>
                      <a:pt x="255621" y="530390"/>
                    </a:lnTo>
                    <a:moveTo>
                      <a:pt x="255621" y="530390"/>
                    </a:moveTo>
                    <a:lnTo>
                      <a:pt x="272034" y="564440"/>
                    </a:lnTo>
                    <a:moveTo>
                      <a:pt x="272034" y="564440"/>
                    </a:moveTo>
                    <a:lnTo>
                      <a:pt x="288448" y="598491"/>
                    </a:lnTo>
                    <a:moveTo>
                      <a:pt x="288448" y="598491"/>
                    </a:moveTo>
                    <a:lnTo>
                      <a:pt x="304861" y="632542"/>
                    </a:lnTo>
                    <a:moveTo>
                      <a:pt x="304861" y="632542"/>
                    </a:moveTo>
                    <a:lnTo>
                      <a:pt x="318334" y="660492"/>
                    </a:lnTo>
                    <a:moveTo>
                      <a:pt x="0" y="0"/>
                    </a:moveTo>
                    <a:lnTo>
                      <a:pt x="16404" y="34055"/>
                    </a:lnTo>
                    <a:moveTo>
                      <a:pt x="16404" y="34055"/>
                    </a:moveTo>
                    <a:lnTo>
                      <a:pt x="32809" y="68110"/>
                    </a:lnTo>
                    <a:moveTo>
                      <a:pt x="32809" y="68110"/>
                    </a:moveTo>
                    <a:lnTo>
                      <a:pt x="49213" y="102165"/>
                    </a:lnTo>
                    <a:moveTo>
                      <a:pt x="49213" y="102165"/>
                    </a:moveTo>
                    <a:lnTo>
                      <a:pt x="58662" y="121782"/>
                    </a:lnTo>
                    <a:moveTo>
                      <a:pt x="0" y="0"/>
                    </a:moveTo>
                    <a:lnTo>
                      <a:pt x="16404" y="34055"/>
                    </a:lnTo>
                    <a:moveTo>
                      <a:pt x="16404" y="34055"/>
                    </a:moveTo>
                    <a:lnTo>
                      <a:pt x="32809" y="68110"/>
                    </a:lnTo>
                    <a:moveTo>
                      <a:pt x="32809" y="68110"/>
                    </a:moveTo>
                    <a:lnTo>
                      <a:pt x="49213" y="102165"/>
                    </a:lnTo>
                    <a:moveTo>
                      <a:pt x="49213" y="102165"/>
                    </a:moveTo>
                    <a:lnTo>
                      <a:pt x="58662" y="12178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95" name="Контур"/>
              <p:cNvSpPr/>
              <p:nvPr/>
            </p:nvSpPr>
            <p:spPr>
              <a:xfrm>
                <a:off x="7575918" y="6910086"/>
                <a:ext cx="2720082" cy="1298077"/>
              </a:xfrm>
              <a:custGeom>
                <a:avLst/>
                <a:gdLst/>
                <a:ahLst/>
                <a:cxnLst/>
                <a:rect l="l" t="t" r="r" b="b"/>
                <a:pathLst>
                  <a:path w="2720082" h="1298077" fill="none">
                    <a:moveTo>
                      <a:pt x="0" y="1298077"/>
                    </a:moveTo>
                    <a:lnTo>
                      <a:pt x="411183" y="1101852"/>
                    </a:lnTo>
                    <a:lnTo>
                      <a:pt x="272008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94" name="Надпись"/>
              <p:cNvSpPr txBox="1"/>
              <p:nvPr/>
            </p:nvSpPr>
            <p:spPr>
              <a:xfrm rot="20069316">
                <a:off x="8117754" y="7846415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296" name="Надпись"/>
              <p:cNvSpPr txBox="1"/>
              <p:nvPr/>
            </p:nvSpPr>
            <p:spPr>
              <a:xfrm rot="20069316">
                <a:off x="9713587" y="7084853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297" name="Контур"/>
              <p:cNvSpPr/>
              <p:nvPr/>
            </p:nvSpPr>
            <p:spPr>
              <a:xfrm>
                <a:off x="7517256" y="6700646"/>
                <a:ext cx="2778744" cy="3487354"/>
              </a:xfrm>
              <a:custGeom>
                <a:avLst/>
                <a:gdLst/>
                <a:ahLst/>
                <a:cxnLst/>
                <a:rect l="l" t="t" r="r" b="b"/>
                <a:pathLst>
                  <a:path w="2778744" h="3487354" fill="none">
                    <a:moveTo>
                      <a:pt x="0" y="1385735"/>
                    </a:moveTo>
                    <a:lnTo>
                      <a:pt x="21006" y="1326027"/>
                    </a:lnTo>
                    <a:moveTo>
                      <a:pt x="21006" y="1326027"/>
                    </a:moveTo>
                    <a:lnTo>
                      <a:pt x="25238" y="1314001"/>
                    </a:lnTo>
                    <a:lnTo>
                      <a:pt x="47847" y="1303212"/>
                    </a:lnTo>
                    <a:moveTo>
                      <a:pt x="47847" y="1303212"/>
                    </a:moveTo>
                    <a:lnTo>
                      <a:pt x="81962" y="1286932"/>
                    </a:lnTo>
                    <a:moveTo>
                      <a:pt x="81962" y="1286932"/>
                    </a:moveTo>
                    <a:lnTo>
                      <a:pt x="116076" y="1270652"/>
                    </a:lnTo>
                    <a:moveTo>
                      <a:pt x="116076" y="1270652"/>
                    </a:moveTo>
                    <a:lnTo>
                      <a:pt x="150191" y="1254372"/>
                    </a:lnTo>
                    <a:moveTo>
                      <a:pt x="150191" y="1254372"/>
                    </a:moveTo>
                    <a:lnTo>
                      <a:pt x="184306" y="1238093"/>
                    </a:lnTo>
                    <a:moveTo>
                      <a:pt x="184306" y="1238093"/>
                    </a:moveTo>
                    <a:lnTo>
                      <a:pt x="218420" y="1221813"/>
                    </a:lnTo>
                    <a:moveTo>
                      <a:pt x="218420" y="1221813"/>
                    </a:moveTo>
                    <a:lnTo>
                      <a:pt x="252535" y="1205533"/>
                    </a:lnTo>
                    <a:moveTo>
                      <a:pt x="252535" y="1205533"/>
                    </a:moveTo>
                    <a:lnTo>
                      <a:pt x="286649" y="1189253"/>
                    </a:lnTo>
                    <a:moveTo>
                      <a:pt x="286649" y="1189253"/>
                    </a:moveTo>
                    <a:lnTo>
                      <a:pt x="320764" y="1172973"/>
                    </a:lnTo>
                    <a:moveTo>
                      <a:pt x="320764" y="1172973"/>
                    </a:moveTo>
                    <a:lnTo>
                      <a:pt x="354879" y="1156693"/>
                    </a:lnTo>
                    <a:moveTo>
                      <a:pt x="354879" y="1156693"/>
                    </a:moveTo>
                    <a:lnTo>
                      <a:pt x="388993" y="1140413"/>
                    </a:lnTo>
                    <a:moveTo>
                      <a:pt x="388993" y="1140413"/>
                    </a:moveTo>
                    <a:lnTo>
                      <a:pt x="423108" y="1124134"/>
                    </a:lnTo>
                    <a:moveTo>
                      <a:pt x="423108" y="1124134"/>
                    </a:moveTo>
                    <a:lnTo>
                      <a:pt x="457222" y="1107854"/>
                    </a:lnTo>
                    <a:moveTo>
                      <a:pt x="457222" y="1107854"/>
                    </a:moveTo>
                    <a:lnTo>
                      <a:pt x="491337" y="1091574"/>
                    </a:lnTo>
                    <a:moveTo>
                      <a:pt x="491337" y="1091574"/>
                    </a:moveTo>
                    <a:lnTo>
                      <a:pt x="525452" y="1075294"/>
                    </a:lnTo>
                    <a:moveTo>
                      <a:pt x="525452" y="1075294"/>
                    </a:moveTo>
                    <a:lnTo>
                      <a:pt x="559566" y="1059014"/>
                    </a:lnTo>
                    <a:moveTo>
                      <a:pt x="559566" y="1059014"/>
                    </a:moveTo>
                    <a:lnTo>
                      <a:pt x="593681" y="1042734"/>
                    </a:lnTo>
                    <a:moveTo>
                      <a:pt x="593681" y="1042734"/>
                    </a:moveTo>
                    <a:lnTo>
                      <a:pt x="627796" y="1026455"/>
                    </a:lnTo>
                    <a:moveTo>
                      <a:pt x="627796" y="1026455"/>
                    </a:moveTo>
                    <a:lnTo>
                      <a:pt x="661910" y="1010175"/>
                    </a:lnTo>
                    <a:moveTo>
                      <a:pt x="661910" y="1010175"/>
                    </a:moveTo>
                    <a:lnTo>
                      <a:pt x="696025" y="993895"/>
                    </a:lnTo>
                    <a:moveTo>
                      <a:pt x="696025" y="993895"/>
                    </a:moveTo>
                    <a:lnTo>
                      <a:pt x="730139" y="977615"/>
                    </a:lnTo>
                    <a:moveTo>
                      <a:pt x="730139" y="977615"/>
                    </a:moveTo>
                    <a:lnTo>
                      <a:pt x="764254" y="961335"/>
                    </a:lnTo>
                    <a:moveTo>
                      <a:pt x="764254" y="961335"/>
                    </a:moveTo>
                    <a:lnTo>
                      <a:pt x="798369" y="945055"/>
                    </a:lnTo>
                    <a:moveTo>
                      <a:pt x="798369" y="945055"/>
                    </a:moveTo>
                    <a:lnTo>
                      <a:pt x="832483" y="928776"/>
                    </a:lnTo>
                    <a:moveTo>
                      <a:pt x="832483" y="928776"/>
                    </a:moveTo>
                    <a:lnTo>
                      <a:pt x="866598" y="912496"/>
                    </a:lnTo>
                    <a:moveTo>
                      <a:pt x="866598" y="912496"/>
                    </a:moveTo>
                    <a:lnTo>
                      <a:pt x="900712" y="896216"/>
                    </a:lnTo>
                    <a:moveTo>
                      <a:pt x="900712" y="896216"/>
                    </a:moveTo>
                    <a:lnTo>
                      <a:pt x="934827" y="879936"/>
                    </a:lnTo>
                    <a:moveTo>
                      <a:pt x="934827" y="879936"/>
                    </a:moveTo>
                    <a:lnTo>
                      <a:pt x="968942" y="863656"/>
                    </a:lnTo>
                    <a:moveTo>
                      <a:pt x="968942" y="863656"/>
                    </a:moveTo>
                    <a:lnTo>
                      <a:pt x="1003056" y="847376"/>
                    </a:lnTo>
                    <a:moveTo>
                      <a:pt x="1003056" y="847376"/>
                    </a:moveTo>
                    <a:lnTo>
                      <a:pt x="1037171" y="831096"/>
                    </a:lnTo>
                    <a:moveTo>
                      <a:pt x="1037171" y="831096"/>
                    </a:moveTo>
                    <a:lnTo>
                      <a:pt x="1071285" y="814817"/>
                    </a:lnTo>
                    <a:moveTo>
                      <a:pt x="1071285" y="814817"/>
                    </a:moveTo>
                    <a:lnTo>
                      <a:pt x="1105400" y="798537"/>
                    </a:lnTo>
                    <a:moveTo>
                      <a:pt x="1105400" y="798537"/>
                    </a:moveTo>
                    <a:lnTo>
                      <a:pt x="1139515" y="782257"/>
                    </a:lnTo>
                    <a:moveTo>
                      <a:pt x="1139515" y="782257"/>
                    </a:moveTo>
                    <a:lnTo>
                      <a:pt x="1173629" y="765977"/>
                    </a:lnTo>
                    <a:moveTo>
                      <a:pt x="1173629" y="765977"/>
                    </a:moveTo>
                    <a:lnTo>
                      <a:pt x="1207744" y="749697"/>
                    </a:lnTo>
                    <a:moveTo>
                      <a:pt x="1207744" y="749697"/>
                    </a:moveTo>
                    <a:lnTo>
                      <a:pt x="1241859" y="733417"/>
                    </a:lnTo>
                    <a:moveTo>
                      <a:pt x="1241859" y="733417"/>
                    </a:moveTo>
                    <a:lnTo>
                      <a:pt x="1275973" y="717138"/>
                    </a:lnTo>
                    <a:moveTo>
                      <a:pt x="1275973" y="717138"/>
                    </a:moveTo>
                    <a:lnTo>
                      <a:pt x="1310088" y="700858"/>
                    </a:lnTo>
                    <a:moveTo>
                      <a:pt x="1310088" y="700858"/>
                    </a:moveTo>
                    <a:lnTo>
                      <a:pt x="1344202" y="684578"/>
                    </a:lnTo>
                    <a:moveTo>
                      <a:pt x="1344202" y="684578"/>
                    </a:moveTo>
                    <a:lnTo>
                      <a:pt x="1378317" y="668298"/>
                    </a:lnTo>
                    <a:moveTo>
                      <a:pt x="1378317" y="668298"/>
                    </a:moveTo>
                    <a:lnTo>
                      <a:pt x="1412432" y="652018"/>
                    </a:lnTo>
                    <a:moveTo>
                      <a:pt x="1412432" y="652018"/>
                    </a:moveTo>
                    <a:lnTo>
                      <a:pt x="1446546" y="635738"/>
                    </a:lnTo>
                    <a:moveTo>
                      <a:pt x="1446546" y="635738"/>
                    </a:moveTo>
                    <a:lnTo>
                      <a:pt x="1480661" y="619459"/>
                    </a:lnTo>
                    <a:moveTo>
                      <a:pt x="1480661" y="619459"/>
                    </a:moveTo>
                    <a:lnTo>
                      <a:pt x="1514775" y="603179"/>
                    </a:lnTo>
                    <a:moveTo>
                      <a:pt x="1514775" y="603179"/>
                    </a:moveTo>
                    <a:lnTo>
                      <a:pt x="1548890" y="586899"/>
                    </a:lnTo>
                    <a:moveTo>
                      <a:pt x="1548890" y="586899"/>
                    </a:moveTo>
                    <a:lnTo>
                      <a:pt x="1583005" y="570619"/>
                    </a:lnTo>
                    <a:moveTo>
                      <a:pt x="1583005" y="570619"/>
                    </a:moveTo>
                    <a:lnTo>
                      <a:pt x="1617119" y="554339"/>
                    </a:lnTo>
                    <a:moveTo>
                      <a:pt x="1617119" y="554339"/>
                    </a:moveTo>
                    <a:lnTo>
                      <a:pt x="1651234" y="538059"/>
                    </a:lnTo>
                    <a:moveTo>
                      <a:pt x="1651234" y="538059"/>
                    </a:moveTo>
                    <a:lnTo>
                      <a:pt x="1685348" y="521779"/>
                    </a:lnTo>
                    <a:moveTo>
                      <a:pt x="1685348" y="521779"/>
                    </a:moveTo>
                    <a:lnTo>
                      <a:pt x="1719463" y="505500"/>
                    </a:lnTo>
                    <a:moveTo>
                      <a:pt x="1719463" y="505500"/>
                    </a:moveTo>
                    <a:lnTo>
                      <a:pt x="1753578" y="489220"/>
                    </a:lnTo>
                    <a:moveTo>
                      <a:pt x="1753578" y="489220"/>
                    </a:moveTo>
                    <a:lnTo>
                      <a:pt x="1787692" y="472940"/>
                    </a:lnTo>
                    <a:moveTo>
                      <a:pt x="1787692" y="472940"/>
                    </a:moveTo>
                    <a:lnTo>
                      <a:pt x="1821807" y="456660"/>
                    </a:lnTo>
                    <a:moveTo>
                      <a:pt x="1821807" y="456660"/>
                    </a:moveTo>
                    <a:lnTo>
                      <a:pt x="1855922" y="440380"/>
                    </a:lnTo>
                    <a:moveTo>
                      <a:pt x="1855922" y="440380"/>
                    </a:moveTo>
                    <a:lnTo>
                      <a:pt x="1890036" y="424100"/>
                    </a:lnTo>
                    <a:moveTo>
                      <a:pt x="1890036" y="424100"/>
                    </a:moveTo>
                    <a:lnTo>
                      <a:pt x="1924151" y="407821"/>
                    </a:lnTo>
                    <a:moveTo>
                      <a:pt x="1924151" y="407821"/>
                    </a:moveTo>
                    <a:lnTo>
                      <a:pt x="1958265" y="391541"/>
                    </a:lnTo>
                    <a:moveTo>
                      <a:pt x="1958265" y="391541"/>
                    </a:moveTo>
                    <a:lnTo>
                      <a:pt x="1992380" y="375261"/>
                    </a:lnTo>
                    <a:moveTo>
                      <a:pt x="1992380" y="375261"/>
                    </a:moveTo>
                    <a:lnTo>
                      <a:pt x="2026495" y="358981"/>
                    </a:lnTo>
                    <a:moveTo>
                      <a:pt x="2026495" y="358981"/>
                    </a:moveTo>
                    <a:lnTo>
                      <a:pt x="2060609" y="342701"/>
                    </a:lnTo>
                    <a:moveTo>
                      <a:pt x="2060609" y="342701"/>
                    </a:moveTo>
                    <a:lnTo>
                      <a:pt x="2094724" y="326421"/>
                    </a:lnTo>
                    <a:moveTo>
                      <a:pt x="2094724" y="326421"/>
                    </a:moveTo>
                    <a:lnTo>
                      <a:pt x="2128838" y="310142"/>
                    </a:lnTo>
                    <a:moveTo>
                      <a:pt x="2128838" y="310142"/>
                    </a:moveTo>
                    <a:lnTo>
                      <a:pt x="2162953" y="293862"/>
                    </a:lnTo>
                    <a:moveTo>
                      <a:pt x="2162953" y="293862"/>
                    </a:moveTo>
                    <a:lnTo>
                      <a:pt x="2197068" y="277582"/>
                    </a:lnTo>
                    <a:moveTo>
                      <a:pt x="2197068" y="277582"/>
                    </a:moveTo>
                    <a:lnTo>
                      <a:pt x="2231182" y="261302"/>
                    </a:lnTo>
                    <a:moveTo>
                      <a:pt x="2231182" y="261302"/>
                    </a:moveTo>
                    <a:lnTo>
                      <a:pt x="2265297" y="245022"/>
                    </a:lnTo>
                    <a:moveTo>
                      <a:pt x="2265297" y="245022"/>
                    </a:moveTo>
                    <a:lnTo>
                      <a:pt x="2299411" y="228742"/>
                    </a:lnTo>
                    <a:moveTo>
                      <a:pt x="2299411" y="228742"/>
                    </a:moveTo>
                    <a:lnTo>
                      <a:pt x="2333526" y="212462"/>
                    </a:lnTo>
                    <a:moveTo>
                      <a:pt x="2333526" y="212462"/>
                    </a:moveTo>
                    <a:lnTo>
                      <a:pt x="2367641" y="196183"/>
                    </a:lnTo>
                    <a:moveTo>
                      <a:pt x="2367641" y="196183"/>
                    </a:moveTo>
                    <a:lnTo>
                      <a:pt x="2401755" y="179903"/>
                    </a:lnTo>
                    <a:moveTo>
                      <a:pt x="2401755" y="179903"/>
                    </a:moveTo>
                    <a:lnTo>
                      <a:pt x="2435870" y="163623"/>
                    </a:lnTo>
                    <a:moveTo>
                      <a:pt x="2435870" y="163623"/>
                    </a:moveTo>
                    <a:lnTo>
                      <a:pt x="2469985" y="147343"/>
                    </a:lnTo>
                    <a:moveTo>
                      <a:pt x="2469985" y="147343"/>
                    </a:moveTo>
                    <a:lnTo>
                      <a:pt x="2504099" y="131063"/>
                    </a:lnTo>
                    <a:moveTo>
                      <a:pt x="2504099" y="131063"/>
                    </a:moveTo>
                    <a:lnTo>
                      <a:pt x="2538214" y="114783"/>
                    </a:lnTo>
                    <a:moveTo>
                      <a:pt x="2538214" y="114783"/>
                    </a:moveTo>
                    <a:lnTo>
                      <a:pt x="2572328" y="98504"/>
                    </a:lnTo>
                    <a:moveTo>
                      <a:pt x="2572328" y="98504"/>
                    </a:moveTo>
                    <a:lnTo>
                      <a:pt x="2606443" y="82224"/>
                    </a:lnTo>
                    <a:moveTo>
                      <a:pt x="2606443" y="82224"/>
                    </a:moveTo>
                    <a:lnTo>
                      <a:pt x="2640558" y="65944"/>
                    </a:lnTo>
                    <a:moveTo>
                      <a:pt x="2640558" y="65944"/>
                    </a:moveTo>
                    <a:lnTo>
                      <a:pt x="2674672" y="49664"/>
                    </a:lnTo>
                    <a:moveTo>
                      <a:pt x="2674672" y="49664"/>
                    </a:moveTo>
                    <a:lnTo>
                      <a:pt x="2708787" y="33384"/>
                    </a:lnTo>
                    <a:moveTo>
                      <a:pt x="2708787" y="33384"/>
                    </a:moveTo>
                    <a:lnTo>
                      <a:pt x="2742901" y="17104"/>
                    </a:lnTo>
                    <a:moveTo>
                      <a:pt x="2742901" y="17104"/>
                    </a:moveTo>
                    <a:lnTo>
                      <a:pt x="2777016" y="824"/>
                    </a:lnTo>
                    <a:moveTo>
                      <a:pt x="2777016" y="824"/>
                    </a:moveTo>
                    <a:lnTo>
                      <a:pt x="2778744" y="0"/>
                    </a:lnTo>
                    <a:moveTo>
                      <a:pt x="2263498" y="3487354"/>
                    </a:moveTo>
                    <a:lnTo>
                      <a:pt x="2284336" y="3477351"/>
                    </a:lnTo>
                    <a:moveTo>
                      <a:pt x="2284336" y="3477351"/>
                    </a:moveTo>
                    <a:lnTo>
                      <a:pt x="2318413" y="3460993"/>
                    </a:lnTo>
                    <a:moveTo>
                      <a:pt x="2318413" y="3460993"/>
                    </a:moveTo>
                    <a:lnTo>
                      <a:pt x="2352490" y="3444635"/>
                    </a:lnTo>
                    <a:moveTo>
                      <a:pt x="2352490" y="3444635"/>
                    </a:moveTo>
                    <a:lnTo>
                      <a:pt x="2386567" y="3428277"/>
                    </a:lnTo>
                    <a:moveTo>
                      <a:pt x="2386567" y="3428277"/>
                    </a:moveTo>
                    <a:lnTo>
                      <a:pt x="2420644" y="3411919"/>
                    </a:lnTo>
                    <a:moveTo>
                      <a:pt x="2420644" y="3411919"/>
                    </a:moveTo>
                    <a:lnTo>
                      <a:pt x="2454722" y="3395560"/>
                    </a:lnTo>
                    <a:moveTo>
                      <a:pt x="2454722" y="3395560"/>
                    </a:moveTo>
                    <a:lnTo>
                      <a:pt x="2488799" y="3379202"/>
                    </a:lnTo>
                    <a:moveTo>
                      <a:pt x="2488799" y="3379202"/>
                    </a:moveTo>
                    <a:lnTo>
                      <a:pt x="2522876" y="3362844"/>
                    </a:lnTo>
                    <a:moveTo>
                      <a:pt x="2522876" y="3362844"/>
                    </a:moveTo>
                    <a:lnTo>
                      <a:pt x="2556953" y="3346486"/>
                    </a:lnTo>
                    <a:moveTo>
                      <a:pt x="2556953" y="3346486"/>
                    </a:moveTo>
                    <a:lnTo>
                      <a:pt x="2591030" y="3330128"/>
                    </a:lnTo>
                    <a:moveTo>
                      <a:pt x="2591030" y="3330128"/>
                    </a:moveTo>
                    <a:lnTo>
                      <a:pt x="2625107" y="3313770"/>
                    </a:lnTo>
                    <a:moveTo>
                      <a:pt x="2625107" y="3313770"/>
                    </a:moveTo>
                    <a:lnTo>
                      <a:pt x="2659184" y="3297412"/>
                    </a:lnTo>
                    <a:moveTo>
                      <a:pt x="2659184" y="3297412"/>
                    </a:moveTo>
                    <a:lnTo>
                      <a:pt x="2693262" y="3281053"/>
                    </a:lnTo>
                    <a:moveTo>
                      <a:pt x="2693262" y="3281053"/>
                    </a:moveTo>
                    <a:lnTo>
                      <a:pt x="2727339" y="3264695"/>
                    </a:lnTo>
                    <a:moveTo>
                      <a:pt x="2727339" y="3264695"/>
                    </a:moveTo>
                    <a:lnTo>
                      <a:pt x="2761416" y="3248337"/>
                    </a:lnTo>
                    <a:moveTo>
                      <a:pt x="2761416" y="3248337"/>
                    </a:moveTo>
                    <a:lnTo>
                      <a:pt x="2778744" y="3240019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98" name="Контур"/>
              <p:cNvSpPr/>
              <p:nvPr/>
            </p:nvSpPr>
            <p:spPr>
              <a:xfrm>
                <a:off x="7497798" y="8045983"/>
                <a:ext cx="19458" cy="40398"/>
              </a:xfrm>
              <a:custGeom>
                <a:avLst/>
                <a:gdLst/>
                <a:ahLst/>
                <a:cxnLst/>
                <a:rect l="l" t="t" r="r" b="b"/>
                <a:pathLst>
                  <a:path w="19458" h="40398" fill="none">
                    <a:moveTo>
                      <a:pt x="0" y="0"/>
                    </a:moveTo>
                    <a:lnTo>
                      <a:pt x="19458" y="40398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99" name="Контур"/>
              <p:cNvSpPr/>
              <p:nvPr/>
            </p:nvSpPr>
            <p:spPr>
              <a:xfrm>
                <a:off x="6575028" y="6753223"/>
                <a:ext cx="1022539" cy="2121480"/>
              </a:xfrm>
              <a:custGeom>
                <a:avLst/>
                <a:gdLst/>
                <a:ahLst/>
                <a:cxnLst/>
                <a:rect l="l" t="t" r="r" b="b"/>
                <a:pathLst>
                  <a:path w="1022539" h="2121480" fill="none">
                    <a:moveTo>
                      <a:pt x="0" y="0"/>
                    </a:moveTo>
                    <a:lnTo>
                      <a:pt x="16411" y="34052"/>
                    </a:lnTo>
                    <a:moveTo>
                      <a:pt x="16411" y="34052"/>
                    </a:moveTo>
                    <a:lnTo>
                      <a:pt x="32823" y="68103"/>
                    </a:lnTo>
                    <a:moveTo>
                      <a:pt x="32823" y="68103"/>
                    </a:moveTo>
                    <a:lnTo>
                      <a:pt x="49234" y="102155"/>
                    </a:lnTo>
                    <a:moveTo>
                      <a:pt x="49234" y="102155"/>
                    </a:moveTo>
                    <a:lnTo>
                      <a:pt x="65645" y="136207"/>
                    </a:lnTo>
                    <a:moveTo>
                      <a:pt x="65645" y="136207"/>
                    </a:moveTo>
                    <a:lnTo>
                      <a:pt x="82057" y="170258"/>
                    </a:lnTo>
                    <a:moveTo>
                      <a:pt x="82057" y="170258"/>
                    </a:moveTo>
                    <a:lnTo>
                      <a:pt x="98468" y="204310"/>
                    </a:lnTo>
                    <a:moveTo>
                      <a:pt x="98468" y="204310"/>
                    </a:moveTo>
                    <a:lnTo>
                      <a:pt x="114879" y="238361"/>
                    </a:lnTo>
                    <a:moveTo>
                      <a:pt x="114879" y="238361"/>
                    </a:moveTo>
                    <a:lnTo>
                      <a:pt x="131290" y="272413"/>
                    </a:lnTo>
                    <a:moveTo>
                      <a:pt x="131290" y="272413"/>
                    </a:moveTo>
                    <a:lnTo>
                      <a:pt x="147702" y="306465"/>
                    </a:lnTo>
                    <a:moveTo>
                      <a:pt x="147702" y="306465"/>
                    </a:moveTo>
                    <a:lnTo>
                      <a:pt x="164113" y="340516"/>
                    </a:lnTo>
                    <a:moveTo>
                      <a:pt x="164113" y="340516"/>
                    </a:moveTo>
                    <a:lnTo>
                      <a:pt x="180524" y="374568"/>
                    </a:lnTo>
                    <a:moveTo>
                      <a:pt x="180524" y="374568"/>
                    </a:moveTo>
                    <a:lnTo>
                      <a:pt x="196935" y="408619"/>
                    </a:lnTo>
                    <a:moveTo>
                      <a:pt x="196935" y="408619"/>
                    </a:moveTo>
                    <a:lnTo>
                      <a:pt x="213347" y="442671"/>
                    </a:lnTo>
                    <a:moveTo>
                      <a:pt x="213347" y="442671"/>
                    </a:moveTo>
                    <a:lnTo>
                      <a:pt x="229758" y="476722"/>
                    </a:lnTo>
                    <a:moveTo>
                      <a:pt x="229758" y="476722"/>
                    </a:moveTo>
                    <a:lnTo>
                      <a:pt x="246169" y="510774"/>
                    </a:lnTo>
                    <a:moveTo>
                      <a:pt x="246169" y="510774"/>
                    </a:moveTo>
                    <a:lnTo>
                      <a:pt x="262581" y="544826"/>
                    </a:lnTo>
                    <a:moveTo>
                      <a:pt x="262581" y="544826"/>
                    </a:moveTo>
                    <a:lnTo>
                      <a:pt x="278992" y="578877"/>
                    </a:lnTo>
                    <a:moveTo>
                      <a:pt x="278992" y="578877"/>
                    </a:moveTo>
                    <a:lnTo>
                      <a:pt x="295403" y="612929"/>
                    </a:lnTo>
                    <a:moveTo>
                      <a:pt x="295403" y="612929"/>
                    </a:moveTo>
                    <a:lnTo>
                      <a:pt x="311814" y="646980"/>
                    </a:lnTo>
                    <a:moveTo>
                      <a:pt x="311814" y="646980"/>
                    </a:moveTo>
                    <a:lnTo>
                      <a:pt x="328226" y="681032"/>
                    </a:lnTo>
                    <a:moveTo>
                      <a:pt x="328226" y="681032"/>
                    </a:moveTo>
                    <a:lnTo>
                      <a:pt x="344637" y="715084"/>
                    </a:lnTo>
                    <a:moveTo>
                      <a:pt x="344637" y="715084"/>
                    </a:moveTo>
                    <a:lnTo>
                      <a:pt x="361048" y="749135"/>
                    </a:lnTo>
                    <a:moveTo>
                      <a:pt x="361048" y="749135"/>
                    </a:moveTo>
                    <a:lnTo>
                      <a:pt x="367740" y="763020"/>
                    </a:lnTo>
                    <a:lnTo>
                      <a:pt x="377460" y="783186"/>
                    </a:lnTo>
                    <a:moveTo>
                      <a:pt x="377460" y="783186"/>
                    </a:moveTo>
                    <a:lnTo>
                      <a:pt x="393873" y="817237"/>
                    </a:lnTo>
                    <a:moveTo>
                      <a:pt x="393873" y="817237"/>
                    </a:moveTo>
                    <a:lnTo>
                      <a:pt x="410286" y="851288"/>
                    </a:lnTo>
                    <a:moveTo>
                      <a:pt x="410286" y="851288"/>
                    </a:moveTo>
                    <a:lnTo>
                      <a:pt x="426699" y="885338"/>
                    </a:lnTo>
                    <a:moveTo>
                      <a:pt x="426699" y="885338"/>
                    </a:moveTo>
                    <a:lnTo>
                      <a:pt x="443112" y="919389"/>
                    </a:lnTo>
                    <a:moveTo>
                      <a:pt x="443112" y="919389"/>
                    </a:moveTo>
                    <a:lnTo>
                      <a:pt x="459526" y="953440"/>
                    </a:lnTo>
                    <a:moveTo>
                      <a:pt x="459526" y="953440"/>
                    </a:moveTo>
                    <a:lnTo>
                      <a:pt x="475939" y="987491"/>
                    </a:lnTo>
                    <a:moveTo>
                      <a:pt x="475939" y="987491"/>
                    </a:moveTo>
                    <a:lnTo>
                      <a:pt x="492352" y="1021541"/>
                    </a:lnTo>
                    <a:moveTo>
                      <a:pt x="492352" y="1021541"/>
                    </a:moveTo>
                    <a:lnTo>
                      <a:pt x="508765" y="1055592"/>
                    </a:lnTo>
                    <a:moveTo>
                      <a:pt x="508765" y="1055592"/>
                    </a:moveTo>
                    <a:lnTo>
                      <a:pt x="525178" y="1089643"/>
                    </a:lnTo>
                    <a:moveTo>
                      <a:pt x="525178" y="1089643"/>
                    </a:moveTo>
                    <a:lnTo>
                      <a:pt x="541591" y="1123694"/>
                    </a:lnTo>
                    <a:moveTo>
                      <a:pt x="541591" y="1123694"/>
                    </a:moveTo>
                    <a:lnTo>
                      <a:pt x="558004" y="1157744"/>
                    </a:lnTo>
                    <a:moveTo>
                      <a:pt x="558004" y="1157744"/>
                    </a:moveTo>
                    <a:lnTo>
                      <a:pt x="574417" y="1191795"/>
                    </a:lnTo>
                    <a:moveTo>
                      <a:pt x="574417" y="1191795"/>
                    </a:moveTo>
                    <a:lnTo>
                      <a:pt x="590830" y="1225846"/>
                    </a:lnTo>
                    <a:moveTo>
                      <a:pt x="590830" y="1225846"/>
                    </a:moveTo>
                    <a:lnTo>
                      <a:pt x="607243" y="1259897"/>
                    </a:lnTo>
                    <a:moveTo>
                      <a:pt x="607243" y="1259897"/>
                    </a:moveTo>
                    <a:lnTo>
                      <a:pt x="623656" y="1293947"/>
                    </a:lnTo>
                    <a:moveTo>
                      <a:pt x="623656" y="1293947"/>
                    </a:moveTo>
                    <a:lnTo>
                      <a:pt x="640069" y="1327998"/>
                    </a:lnTo>
                    <a:moveTo>
                      <a:pt x="640069" y="1327998"/>
                    </a:moveTo>
                    <a:lnTo>
                      <a:pt x="656482" y="1362049"/>
                    </a:lnTo>
                    <a:moveTo>
                      <a:pt x="656482" y="1362049"/>
                    </a:moveTo>
                    <a:lnTo>
                      <a:pt x="672895" y="1396100"/>
                    </a:lnTo>
                    <a:moveTo>
                      <a:pt x="672895" y="1396100"/>
                    </a:moveTo>
                    <a:lnTo>
                      <a:pt x="689308" y="1430150"/>
                    </a:lnTo>
                    <a:moveTo>
                      <a:pt x="689308" y="1430150"/>
                    </a:moveTo>
                    <a:lnTo>
                      <a:pt x="705721" y="1464201"/>
                    </a:lnTo>
                    <a:moveTo>
                      <a:pt x="705721" y="1464201"/>
                    </a:moveTo>
                    <a:lnTo>
                      <a:pt x="722134" y="1498252"/>
                    </a:lnTo>
                    <a:moveTo>
                      <a:pt x="722134" y="1498252"/>
                    </a:moveTo>
                    <a:lnTo>
                      <a:pt x="738547" y="1532302"/>
                    </a:lnTo>
                    <a:moveTo>
                      <a:pt x="738547" y="1532302"/>
                    </a:moveTo>
                    <a:lnTo>
                      <a:pt x="754960" y="1566353"/>
                    </a:lnTo>
                    <a:moveTo>
                      <a:pt x="754960" y="1566353"/>
                    </a:moveTo>
                    <a:lnTo>
                      <a:pt x="758520" y="1573740"/>
                    </a:lnTo>
                    <a:lnTo>
                      <a:pt x="771373" y="1600404"/>
                    </a:lnTo>
                    <a:moveTo>
                      <a:pt x="771373" y="1600404"/>
                    </a:moveTo>
                    <a:lnTo>
                      <a:pt x="787786" y="1634455"/>
                    </a:lnTo>
                    <a:moveTo>
                      <a:pt x="787786" y="1634455"/>
                    </a:moveTo>
                    <a:lnTo>
                      <a:pt x="804199" y="1668506"/>
                    </a:lnTo>
                    <a:moveTo>
                      <a:pt x="804199" y="1668506"/>
                    </a:moveTo>
                    <a:lnTo>
                      <a:pt x="820612" y="1702556"/>
                    </a:lnTo>
                    <a:moveTo>
                      <a:pt x="820612" y="1702556"/>
                    </a:moveTo>
                    <a:lnTo>
                      <a:pt x="837025" y="1736607"/>
                    </a:lnTo>
                    <a:moveTo>
                      <a:pt x="837025" y="1736607"/>
                    </a:moveTo>
                    <a:lnTo>
                      <a:pt x="853438" y="1770658"/>
                    </a:lnTo>
                    <a:moveTo>
                      <a:pt x="853438" y="1770658"/>
                    </a:moveTo>
                    <a:lnTo>
                      <a:pt x="869851" y="1804709"/>
                    </a:lnTo>
                    <a:moveTo>
                      <a:pt x="869851" y="1804709"/>
                    </a:moveTo>
                    <a:lnTo>
                      <a:pt x="886263" y="1838759"/>
                    </a:lnTo>
                    <a:moveTo>
                      <a:pt x="886263" y="1838759"/>
                    </a:moveTo>
                    <a:lnTo>
                      <a:pt x="902676" y="1872810"/>
                    </a:lnTo>
                    <a:moveTo>
                      <a:pt x="902676" y="1872810"/>
                    </a:moveTo>
                    <a:lnTo>
                      <a:pt x="919089" y="1906861"/>
                    </a:lnTo>
                    <a:moveTo>
                      <a:pt x="919089" y="1906861"/>
                    </a:moveTo>
                    <a:lnTo>
                      <a:pt x="935502" y="1940912"/>
                    </a:lnTo>
                    <a:moveTo>
                      <a:pt x="935502" y="1940912"/>
                    </a:moveTo>
                    <a:lnTo>
                      <a:pt x="951915" y="1974962"/>
                    </a:lnTo>
                    <a:moveTo>
                      <a:pt x="951915" y="1974962"/>
                    </a:moveTo>
                    <a:lnTo>
                      <a:pt x="968328" y="2009013"/>
                    </a:lnTo>
                    <a:moveTo>
                      <a:pt x="968328" y="2009013"/>
                    </a:moveTo>
                    <a:lnTo>
                      <a:pt x="984741" y="2043064"/>
                    </a:lnTo>
                    <a:moveTo>
                      <a:pt x="984741" y="2043064"/>
                    </a:moveTo>
                    <a:lnTo>
                      <a:pt x="1001154" y="2077115"/>
                    </a:lnTo>
                    <a:moveTo>
                      <a:pt x="1001154" y="2077115"/>
                    </a:moveTo>
                    <a:lnTo>
                      <a:pt x="1017567" y="2111165"/>
                    </a:lnTo>
                    <a:moveTo>
                      <a:pt x="1017567" y="2111165"/>
                    </a:moveTo>
                    <a:lnTo>
                      <a:pt x="1022539" y="212148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01" name="Контур"/>
              <p:cNvSpPr/>
              <p:nvPr/>
            </p:nvSpPr>
            <p:spPr>
              <a:xfrm>
                <a:off x="7497798" y="6710612"/>
                <a:ext cx="2798202" cy="1335371"/>
              </a:xfrm>
              <a:custGeom>
                <a:avLst/>
                <a:gdLst/>
                <a:ahLst/>
                <a:cxnLst/>
                <a:rect l="l" t="t" r="r" b="b"/>
                <a:pathLst>
                  <a:path w="2798202" h="1335371" fill="none">
                    <a:moveTo>
                      <a:pt x="0" y="1335371"/>
                    </a:moveTo>
                    <a:lnTo>
                      <a:pt x="40464" y="1316061"/>
                    </a:lnTo>
                    <a:lnTo>
                      <a:pt x="412818" y="1138363"/>
                    </a:lnTo>
                    <a:lnTo>
                      <a:pt x="812250" y="947743"/>
                    </a:lnTo>
                    <a:lnTo>
                      <a:pt x="1624502" y="560115"/>
                    </a:lnTo>
                    <a:lnTo>
                      <a:pt x="2436754" y="172481"/>
                    </a:lnTo>
                    <a:lnTo>
                      <a:pt x="279820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00" name="Надпись"/>
              <p:cNvSpPr txBox="1"/>
              <p:nvPr/>
            </p:nvSpPr>
            <p:spPr>
              <a:xfrm rot="20069279">
                <a:off x="9184270" y="7137977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302" name="Контур"/>
              <p:cNvSpPr/>
              <p:nvPr/>
            </p:nvSpPr>
            <p:spPr>
              <a:xfrm>
                <a:off x="6004515" y="6157603"/>
                <a:ext cx="388882" cy="592098"/>
              </a:xfrm>
              <a:custGeom>
                <a:avLst/>
                <a:gdLst/>
                <a:ahLst/>
                <a:cxnLst/>
                <a:rect l="l" t="t" r="r" b="b"/>
                <a:pathLst>
                  <a:path w="388882" h="592098" fill="none">
                    <a:moveTo>
                      <a:pt x="283413" y="0"/>
                    </a:moveTo>
                    <a:lnTo>
                      <a:pt x="299824" y="34052"/>
                    </a:lnTo>
                    <a:moveTo>
                      <a:pt x="299824" y="34052"/>
                    </a:moveTo>
                    <a:lnTo>
                      <a:pt x="316236" y="68103"/>
                    </a:lnTo>
                    <a:moveTo>
                      <a:pt x="316236" y="68103"/>
                    </a:moveTo>
                    <a:lnTo>
                      <a:pt x="332647" y="102155"/>
                    </a:lnTo>
                    <a:moveTo>
                      <a:pt x="332647" y="102155"/>
                    </a:moveTo>
                    <a:lnTo>
                      <a:pt x="349059" y="136206"/>
                    </a:lnTo>
                    <a:moveTo>
                      <a:pt x="349059" y="136206"/>
                    </a:moveTo>
                    <a:lnTo>
                      <a:pt x="365470" y="170258"/>
                    </a:lnTo>
                    <a:moveTo>
                      <a:pt x="365470" y="170258"/>
                    </a:moveTo>
                    <a:lnTo>
                      <a:pt x="381881" y="204309"/>
                    </a:lnTo>
                    <a:moveTo>
                      <a:pt x="381881" y="204309"/>
                    </a:moveTo>
                    <a:lnTo>
                      <a:pt x="388882" y="218835"/>
                    </a:lnTo>
                    <a:lnTo>
                      <a:pt x="370816" y="230811"/>
                    </a:lnTo>
                    <a:moveTo>
                      <a:pt x="370816" y="230811"/>
                    </a:moveTo>
                    <a:lnTo>
                      <a:pt x="339310" y="251697"/>
                    </a:lnTo>
                    <a:moveTo>
                      <a:pt x="339310" y="251697"/>
                    </a:moveTo>
                    <a:lnTo>
                      <a:pt x="323429" y="262224"/>
                    </a:lnTo>
                    <a:lnTo>
                      <a:pt x="321573" y="264793"/>
                    </a:lnTo>
                    <a:lnTo>
                      <a:pt x="317482" y="279824"/>
                    </a:lnTo>
                    <a:moveTo>
                      <a:pt x="317482" y="279824"/>
                    </a:moveTo>
                    <a:lnTo>
                      <a:pt x="316613" y="283016"/>
                    </a:lnTo>
                    <a:lnTo>
                      <a:pt x="309844" y="307883"/>
                    </a:lnTo>
                    <a:lnTo>
                      <a:pt x="308529" y="310032"/>
                    </a:lnTo>
                    <a:lnTo>
                      <a:pt x="303953" y="314216"/>
                    </a:lnTo>
                    <a:moveTo>
                      <a:pt x="303953" y="314216"/>
                    </a:moveTo>
                    <a:lnTo>
                      <a:pt x="276055" y="339721"/>
                    </a:lnTo>
                    <a:moveTo>
                      <a:pt x="276055" y="339721"/>
                    </a:moveTo>
                    <a:lnTo>
                      <a:pt x="248156" y="365226"/>
                    </a:lnTo>
                    <a:moveTo>
                      <a:pt x="248156" y="365226"/>
                    </a:moveTo>
                    <a:lnTo>
                      <a:pt x="220258" y="390732"/>
                    </a:lnTo>
                    <a:moveTo>
                      <a:pt x="220258" y="390732"/>
                    </a:moveTo>
                    <a:lnTo>
                      <a:pt x="192360" y="416237"/>
                    </a:lnTo>
                    <a:moveTo>
                      <a:pt x="192360" y="416237"/>
                    </a:moveTo>
                    <a:lnTo>
                      <a:pt x="164461" y="441743"/>
                    </a:lnTo>
                    <a:moveTo>
                      <a:pt x="164461" y="441743"/>
                    </a:moveTo>
                    <a:lnTo>
                      <a:pt x="136563" y="467248"/>
                    </a:lnTo>
                    <a:moveTo>
                      <a:pt x="136563" y="467248"/>
                    </a:moveTo>
                    <a:lnTo>
                      <a:pt x="108665" y="492753"/>
                    </a:lnTo>
                    <a:moveTo>
                      <a:pt x="108665" y="492753"/>
                    </a:moveTo>
                    <a:lnTo>
                      <a:pt x="80766" y="518259"/>
                    </a:lnTo>
                    <a:moveTo>
                      <a:pt x="80766" y="518259"/>
                    </a:moveTo>
                    <a:lnTo>
                      <a:pt x="52868" y="543764"/>
                    </a:lnTo>
                    <a:moveTo>
                      <a:pt x="52868" y="543764"/>
                    </a:moveTo>
                    <a:lnTo>
                      <a:pt x="24970" y="569269"/>
                    </a:lnTo>
                    <a:moveTo>
                      <a:pt x="24970" y="569269"/>
                    </a:moveTo>
                    <a:lnTo>
                      <a:pt x="0" y="592098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03" name="Контур"/>
              <p:cNvSpPr/>
              <p:nvPr/>
            </p:nvSpPr>
            <p:spPr>
              <a:xfrm>
                <a:off x="6805158" y="6496000"/>
                <a:ext cx="180227" cy="112953"/>
              </a:xfrm>
              <a:custGeom>
                <a:avLst/>
                <a:gdLst/>
                <a:ahLst/>
                <a:cxnLst/>
                <a:rect l="l" t="t" r="r" b="b"/>
                <a:pathLst>
                  <a:path w="180227" h="112953" fill="none">
                    <a:moveTo>
                      <a:pt x="0" y="112953"/>
                    </a:moveTo>
                    <a:lnTo>
                      <a:pt x="89610" y="56793"/>
                    </a:lnTo>
                    <a:lnTo>
                      <a:pt x="180227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04" name="Контур"/>
              <p:cNvSpPr/>
              <p:nvPr/>
            </p:nvSpPr>
            <p:spPr>
              <a:xfrm>
                <a:off x="6805158" y="3937568"/>
                <a:ext cx="3490842" cy="3922988"/>
              </a:xfrm>
              <a:custGeom>
                <a:avLst/>
                <a:gdLst/>
                <a:ahLst/>
                <a:cxnLst/>
                <a:rect l="l" t="t" r="r" b="b"/>
                <a:pathLst>
                  <a:path w="3490842" h="3922988" fill="none">
                    <a:moveTo>
                      <a:pt x="0" y="2671385"/>
                    </a:moveTo>
                    <a:lnTo>
                      <a:pt x="16412" y="2705436"/>
                    </a:lnTo>
                    <a:moveTo>
                      <a:pt x="16412" y="2705436"/>
                    </a:moveTo>
                    <a:lnTo>
                      <a:pt x="32824" y="2739487"/>
                    </a:lnTo>
                    <a:moveTo>
                      <a:pt x="32824" y="2739487"/>
                    </a:moveTo>
                    <a:lnTo>
                      <a:pt x="49236" y="2773539"/>
                    </a:lnTo>
                    <a:moveTo>
                      <a:pt x="49236" y="2773539"/>
                    </a:moveTo>
                    <a:lnTo>
                      <a:pt x="65648" y="2807590"/>
                    </a:lnTo>
                    <a:moveTo>
                      <a:pt x="65648" y="2807590"/>
                    </a:moveTo>
                    <a:lnTo>
                      <a:pt x="82061" y="2841641"/>
                    </a:lnTo>
                    <a:moveTo>
                      <a:pt x="82061" y="2841641"/>
                    </a:moveTo>
                    <a:lnTo>
                      <a:pt x="98473" y="2875692"/>
                    </a:lnTo>
                    <a:moveTo>
                      <a:pt x="98473" y="2875692"/>
                    </a:moveTo>
                    <a:lnTo>
                      <a:pt x="114885" y="2909743"/>
                    </a:lnTo>
                    <a:moveTo>
                      <a:pt x="114885" y="2909743"/>
                    </a:moveTo>
                    <a:lnTo>
                      <a:pt x="131297" y="2943795"/>
                    </a:lnTo>
                    <a:moveTo>
                      <a:pt x="131297" y="2943795"/>
                    </a:moveTo>
                    <a:lnTo>
                      <a:pt x="147709" y="2977846"/>
                    </a:lnTo>
                    <a:moveTo>
                      <a:pt x="147709" y="2977846"/>
                    </a:moveTo>
                    <a:lnTo>
                      <a:pt x="164121" y="3011897"/>
                    </a:lnTo>
                    <a:moveTo>
                      <a:pt x="164121" y="3011897"/>
                    </a:moveTo>
                    <a:lnTo>
                      <a:pt x="180533" y="3045948"/>
                    </a:lnTo>
                    <a:moveTo>
                      <a:pt x="180533" y="3045948"/>
                    </a:moveTo>
                    <a:lnTo>
                      <a:pt x="196945" y="3079999"/>
                    </a:lnTo>
                    <a:moveTo>
                      <a:pt x="196945" y="3079999"/>
                    </a:moveTo>
                    <a:lnTo>
                      <a:pt x="213357" y="3114051"/>
                    </a:lnTo>
                    <a:moveTo>
                      <a:pt x="213357" y="3114051"/>
                    </a:moveTo>
                    <a:lnTo>
                      <a:pt x="229769" y="3148102"/>
                    </a:lnTo>
                    <a:moveTo>
                      <a:pt x="229769" y="3148102"/>
                    </a:moveTo>
                    <a:lnTo>
                      <a:pt x="246181" y="3182153"/>
                    </a:lnTo>
                    <a:moveTo>
                      <a:pt x="246181" y="3182153"/>
                    </a:moveTo>
                    <a:lnTo>
                      <a:pt x="262593" y="3216204"/>
                    </a:lnTo>
                    <a:moveTo>
                      <a:pt x="262593" y="3216204"/>
                    </a:moveTo>
                    <a:lnTo>
                      <a:pt x="279005" y="3250255"/>
                    </a:lnTo>
                    <a:moveTo>
                      <a:pt x="279005" y="3250255"/>
                    </a:moveTo>
                    <a:lnTo>
                      <a:pt x="295417" y="3284307"/>
                    </a:lnTo>
                    <a:moveTo>
                      <a:pt x="295417" y="3284307"/>
                    </a:moveTo>
                    <a:lnTo>
                      <a:pt x="311829" y="3318358"/>
                    </a:lnTo>
                    <a:moveTo>
                      <a:pt x="311829" y="3318358"/>
                    </a:moveTo>
                    <a:lnTo>
                      <a:pt x="328241" y="3352409"/>
                    </a:lnTo>
                    <a:moveTo>
                      <a:pt x="328241" y="3352409"/>
                    </a:moveTo>
                    <a:lnTo>
                      <a:pt x="344654" y="3386460"/>
                    </a:lnTo>
                    <a:moveTo>
                      <a:pt x="344654" y="3386460"/>
                    </a:moveTo>
                    <a:lnTo>
                      <a:pt x="361066" y="3420511"/>
                    </a:lnTo>
                    <a:moveTo>
                      <a:pt x="361066" y="3420511"/>
                    </a:moveTo>
                    <a:lnTo>
                      <a:pt x="377478" y="3454563"/>
                    </a:lnTo>
                    <a:moveTo>
                      <a:pt x="377478" y="3454563"/>
                    </a:moveTo>
                    <a:lnTo>
                      <a:pt x="393890" y="3488614"/>
                    </a:lnTo>
                    <a:moveTo>
                      <a:pt x="393890" y="3488614"/>
                    </a:moveTo>
                    <a:lnTo>
                      <a:pt x="410302" y="3522665"/>
                    </a:lnTo>
                    <a:moveTo>
                      <a:pt x="410302" y="3522665"/>
                    </a:moveTo>
                    <a:lnTo>
                      <a:pt x="426714" y="3556716"/>
                    </a:lnTo>
                    <a:moveTo>
                      <a:pt x="426714" y="3556716"/>
                    </a:moveTo>
                    <a:lnTo>
                      <a:pt x="443126" y="3590767"/>
                    </a:lnTo>
                    <a:moveTo>
                      <a:pt x="443126" y="3590767"/>
                    </a:moveTo>
                    <a:lnTo>
                      <a:pt x="459538" y="3624819"/>
                    </a:lnTo>
                    <a:moveTo>
                      <a:pt x="459538" y="3624819"/>
                    </a:moveTo>
                    <a:lnTo>
                      <a:pt x="475950" y="3658870"/>
                    </a:lnTo>
                    <a:moveTo>
                      <a:pt x="475950" y="3658870"/>
                    </a:moveTo>
                    <a:lnTo>
                      <a:pt x="492362" y="3692921"/>
                    </a:lnTo>
                    <a:moveTo>
                      <a:pt x="492362" y="3692921"/>
                    </a:moveTo>
                    <a:lnTo>
                      <a:pt x="508774" y="3726972"/>
                    </a:lnTo>
                    <a:moveTo>
                      <a:pt x="508774" y="3726972"/>
                    </a:moveTo>
                    <a:lnTo>
                      <a:pt x="525186" y="3761023"/>
                    </a:lnTo>
                    <a:moveTo>
                      <a:pt x="525186" y="3761023"/>
                    </a:moveTo>
                    <a:lnTo>
                      <a:pt x="541598" y="3795075"/>
                    </a:lnTo>
                    <a:moveTo>
                      <a:pt x="541598" y="3795075"/>
                    </a:moveTo>
                    <a:lnTo>
                      <a:pt x="558010" y="3829126"/>
                    </a:lnTo>
                    <a:moveTo>
                      <a:pt x="558010" y="3829126"/>
                    </a:moveTo>
                    <a:lnTo>
                      <a:pt x="574422" y="3863177"/>
                    </a:lnTo>
                    <a:moveTo>
                      <a:pt x="574422" y="3863177"/>
                    </a:moveTo>
                    <a:lnTo>
                      <a:pt x="590834" y="3897228"/>
                    </a:lnTo>
                    <a:moveTo>
                      <a:pt x="590834" y="3897228"/>
                    </a:moveTo>
                    <a:lnTo>
                      <a:pt x="591014" y="3897601"/>
                    </a:lnTo>
                    <a:moveTo>
                      <a:pt x="2983499" y="0"/>
                    </a:moveTo>
                    <a:lnTo>
                      <a:pt x="2999783" y="34113"/>
                    </a:lnTo>
                    <a:moveTo>
                      <a:pt x="2999783" y="34113"/>
                    </a:moveTo>
                    <a:lnTo>
                      <a:pt x="3016067" y="68225"/>
                    </a:lnTo>
                    <a:moveTo>
                      <a:pt x="3016067" y="68225"/>
                    </a:moveTo>
                    <a:lnTo>
                      <a:pt x="3032351" y="102338"/>
                    </a:lnTo>
                    <a:moveTo>
                      <a:pt x="3032351" y="102338"/>
                    </a:moveTo>
                    <a:lnTo>
                      <a:pt x="3048635" y="136450"/>
                    </a:lnTo>
                    <a:moveTo>
                      <a:pt x="3048635" y="136450"/>
                    </a:moveTo>
                    <a:lnTo>
                      <a:pt x="3064919" y="170563"/>
                    </a:lnTo>
                    <a:moveTo>
                      <a:pt x="3064919" y="170563"/>
                    </a:moveTo>
                    <a:lnTo>
                      <a:pt x="3068811" y="178716"/>
                    </a:lnTo>
                    <a:lnTo>
                      <a:pt x="3081203" y="204675"/>
                    </a:lnTo>
                    <a:moveTo>
                      <a:pt x="3081203" y="204675"/>
                    </a:moveTo>
                    <a:lnTo>
                      <a:pt x="3097488" y="238788"/>
                    </a:lnTo>
                    <a:moveTo>
                      <a:pt x="3097488" y="238788"/>
                    </a:moveTo>
                    <a:lnTo>
                      <a:pt x="3113772" y="272900"/>
                    </a:lnTo>
                    <a:moveTo>
                      <a:pt x="3113772" y="272900"/>
                    </a:moveTo>
                    <a:lnTo>
                      <a:pt x="3130056" y="307013"/>
                    </a:lnTo>
                    <a:moveTo>
                      <a:pt x="3130056" y="307013"/>
                    </a:moveTo>
                    <a:lnTo>
                      <a:pt x="3146341" y="341125"/>
                    </a:lnTo>
                    <a:moveTo>
                      <a:pt x="3146341" y="341125"/>
                    </a:moveTo>
                    <a:lnTo>
                      <a:pt x="3162625" y="375238"/>
                    </a:lnTo>
                    <a:moveTo>
                      <a:pt x="3162625" y="375238"/>
                    </a:moveTo>
                    <a:lnTo>
                      <a:pt x="3178909" y="409350"/>
                    </a:lnTo>
                    <a:moveTo>
                      <a:pt x="3178909" y="409350"/>
                    </a:moveTo>
                    <a:lnTo>
                      <a:pt x="3195194" y="443463"/>
                    </a:lnTo>
                    <a:moveTo>
                      <a:pt x="3195194" y="443463"/>
                    </a:moveTo>
                    <a:lnTo>
                      <a:pt x="3211478" y="477575"/>
                    </a:lnTo>
                    <a:moveTo>
                      <a:pt x="3211478" y="477575"/>
                    </a:moveTo>
                    <a:lnTo>
                      <a:pt x="3227762" y="511688"/>
                    </a:lnTo>
                    <a:moveTo>
                      <a:pt x="3227762" y="511688"/>
                    </a:moveTo>
                    <a:lnTo>
                      <a:pt x="3244047" y="545800"/>
                    </a:lnTo>
                    <a:moveTo>
                      <a:pt x="3244047" y="545800"/>
                    </a:moveTo>
                    <a:lnTo>
                      <a:pt x="3260331" y="579913"/>
                    </a:lnTo>
                    <a:moveTo>
                      <a:pt x="3260331" y="579913"/>
                    </a:moveTo>
                    <a:lnTo>
                      <a:pt x="3276615" y="614025"/>
                    </a:lnTo>
                    <a:moveTo>
                      <a:pt x="3276615" y="614025"/>
                    </a:moveTo>
                    <a:lnTo>
                      <a:pt x="3292899" y="648138"/>
                    </a:lnTo>
                    <a:moveTo>
                      <a:pt x="3292899" y="648138"/>
                    </a:moveTo>
                    <a:lnTo>
                      <a:pt x="3309184" y="682250"/>
                    </a:lnTo>
                    <a:moveTo>
                      <a:pt x="3309184" y="682250"/>
                    </a:moveTo>
                    <a:lnTo>
                      <a:pt x="3325468" y="716363"/>
                    </a:lnTo>
                    <a:moveTo>
                      <a:pt x="3325468" y="716363"/>
                    </a:moveTo>
                    <a:lnTo>
                      <a:pt x="3341752" y="750475"/>
                    </a:lnTo>
                    <a:moveTo>
                      <a:pt x="3341752" y="750475"/>
                    </a:moveTo>
                    <a:lnTo>
                      <a:pt x="3358037" y="784588"/>
                    </a:lnTo>
                    <a:moveTo>
                      <a:pt x="3358037" y="784588"/>
                    </a:moveTo>
                    <a:lnTo>
                      <a:pt x="3374321" y="818700"/>
                    </a:lnTo>
                    <a:moveTo>
                      <a:pt x="3374321" y="818700"/>
                    </a:moveTo>
                    <a:lnTo>
                      <a:pt x="3390605" y="852812"/>
                    </a:lnTo>
                    <a:moveTo>
                      <a:pt x="3390605" y="852812"/>
                    </a:moveTo>
                    <a:lnTo>
                      <a:pt x="3406890" y="886925"/>
                    </a:lnTo>
                    <a:moveTo>
                      <a:pt x="3406890" y="886925"/>
                    </a:moveTo>
                    <a:lnTo>
                      <a:pt x="3423174" y="921037"/>
                    </a:lnTo>
                    <a:moveTo>
                      <a:pt x="3423174" y="921037"/>
                    </a:moveTo>
                    <a:lnTo>
                      <a:pt x="3439458" y="955150"/>
                    </a:lnTo>
                    <a:moveTo>
                      <a:pt x="3439458" y="955150"/>
                    </a:moveTo>
                    <a:lnTo>
                      <a:pt x="3455743" y="989262"/>
                    </a:lnTo>
                    <a:moveTo>
                      <a:pt x="3455743" y="989262"/>
                    </a:moveTo>
                    <a:lnTo>
                      <a:pt x="3472027" y="1023375"/>
                    </a:lnTo>
                    <a:moveTo>
                      <a:pt x="3472027" y="1023375"/>
                    </a:moveTo>
                    <a:lnTo>
                      <a:pt x="3488311" y="1057487"/>
                    </a:lnTo>
                    <a:moveTo>
                      <a:pt x="3488311" y="1057487"/>
                    </a:moveTo>
                    <a:lnTo>
                      <a:pt x="3490842" y="1062789"/>
                    </a:lnTo>
                    <a:moveTo>
                      <a:pt x="3490842" y="2573604"/>
                    </a:moveTo>
                    <a:lnTo>
                      <a:pt x="3467248" y="2584863"/>
                    </a:lnTo>
                    <a:moveTo>
                      <a:pt x="3467248" y="2584863"/>
                    </a:moveTo>
                    <a:lnTo>
                      <a:pt x="3433133" y="2601143"/>
                    </a:lnTo>
                    <a:moveTo>
                      <a:pt x="3433133" y="2601143"/>
                    </a:moveTo>
                    <a:lnTo>
                      <a:pt x="3399019" y="2617423"/>
                    </a:lnTo>
                    <a:moveTo>
                      <a:pt x="3399019" y="2617423"/>
                    </a:moveTo>
                    <a:lnTo>
                      <a:pt x="3364904" y="2633703"/>
                    </a:lnTo>
                    <a:moveTo>
                      <a:pt x="3364904" y="2633703"/>
                    </a:moveTo>
                    <a:lnTo>
                      <a:pt x="3330790" y="2649983"/>
                    </a:lnTo>
                    <a:moveTo>
                      <a:pt x="3330790" y="2649983"/>
                    </a:moveTo>
                    <a:lnTo>
                      <a:pt x="3296675" y="2666263"/>
                    </a:lnTo>
                    <a:moveTo>
                      <a:pt x="3296675" y="2666263"/>
                    </a:moveTo>
                    <a:lnTo>
                      <a:pt x="3262560" y="2682542"/>
                    </a:lnTo>
                    <a:moveTo>
                      <a:pt x="3262560" y="2682542"/>
                    </a:moveTo>
                    <a:lnTo>
                      <a:pt x="3228446" y="2698822"/>
                    </a:lnTo>
                    <a:moveTo>
                      <a:pt x="3228446" y="2698822"/>
                    </a:moveTo>
                    <a:lnTo>
                      <a:pt x="3194331" y="2715102"/>
                    </a:lnTo>
                    <a:moveTo>
                      <a:pt x="3194331" y="2715102"/>
                    </a:moveTo>
                    <a:lnTo>
                      <a:pt x="3160216" y="2731382"/>
                    </a:lnTo>
                    <a:moveTo>
                      <a:pt x="3160216" y="2731382"/>
                    </a:moveTo>
                    <a:lnTo>
                      <a:pt x="3126102" y="2747662"/>
                    </a:lnTo>
                    <a:moveTo>
                      <a:pt x="3126102" y="2747662"/>
                    </a:moveTo>
                    <a:lnTo>
                      <a:pt x="3091987" y="2763942"/>
                    </a:lnTo>
                    <a:moveTo>
                      <a:pt x="3091987" y="2763942"/>
                    </a:moveTo>
                    <a:lnTo>
                      <a:pt x="3057873" y="2780221"/>
                    </a:lnTo>
                    <a:moveTo>
                      <a:pt x="3057873" y="2780221"/>
                    </a:moveTo>
                    <a:lnTo>
                      <a:pt x="3023758" y="2796501"/>
                    </a:lnTo>
                    <a:moveTo>
                      <a:pt x="3023758" y="2796501"/>
                    </a:moveTo>
                    <a:lnTo>
                      <a:pt x="2989643" y="2812781"/>
                    </a:lnTo>
                    <a:moveTo>
                      <a:pt x="2989643" y="2812781"/>
                    </a:moveTo>
                    <a:lnTo>
                      <a:pt x="2955529" y="2829061"/>
                    </a:lnTo>
                    <a:moveTo>
                      <a:pt x="2955529" y="2829061"/>
                    </a:moveTo>
                    <a:lnTo>
                      <a:pt x="2921414" y="2845341"/>
                    </a:lnTo>
                    <a:moveTo>
                      <a:pt x="2921414" y="2845341"/>
                    </a:moveTo>
                    <a:lnTo>
                      <a:pt x="2887300" y="2861621"/>
                    </a:lnTo>
                    <a:moveTo>
                      <a:pt x="2887300" y="2861621"/>
                    </a:moveTo>
                    <a:lnTo>
                      <a:pt x="2853185" y="2877900"/>
                    </a:lnTo>
                    <a:moveTo>
                      <a:pt x="2853185" y="2877900"/>
                    </a:moveTo>
                    <a:lnTo>
                      <a:pt x="2819070" y="2894180"/>
                    </a:lnTo>
                    <a:moveTo>
                      <a:pt x="2819070" y="2894180"/>
                    </a:moveTo>
                    <a:lnTo>
                      <a:pt x="2784956" y="2910460"/>
                    </a:lnTo>
                    <a:moveTo>
                      <a:pt x="2784956" y="2910460"/>
                    </a:moveTo>
                    <a:lnTo>
                      <a:pt x="2750841" y="2926740"/>
                    </a:lnTo>
                    <a:moveTo>
                      <a:pt x="2750841" y="2926740"/>
                    </a:moveTo>
                    <a:lnTo>
                      <a:pt x="2716727" y="2943020"/>
                    </a:lnTo>
                    <a:moveTo>
                      <a:pt x="2716727" y="2943020"/>
                    </a:moveTo>
                    <a:lnTo>
                      <a:pt x="2682612" y="2959300"/>
                    </a:lnTo>
                    <a:moveTo>
                      <a:pt x="2682612" y="2959300"/>
                    </a:moveTo>
                    <a:lnTo>
                      <a:pt x="2648497" y="2975580"/>
                    </a:lnTo>
                    <a:moveTo>
                      <a:pt x="2648497" y="2975580"/>
                    </a:moveTo>
                    <a:lnTo>
                      <a:pt x="2614383" y="2991859"/>
                    </a:lnTo>
                    <a:moveTo>
                      <a:pt x="2614383" y="2991859"/>
                    </a:moveTo>
                    <a:lnTo>
                      <a:pt x="2580268" y="3008139"/>
                    </a:lnTo>
                    <a:moveTo>
                      <a:pt x="2580268" y="3008139"/>
                    </a:moveTo>
                    <a:lnTo>
                      <a:pt x="2546153" y="3024419"/>
                    </a:lnTo>
                    <a:moveTo>
                      <a:pt x="2546153" y="3024419"/>
                    </a:moveTo>
                    <a:lnTo>
                      <a:pt x="2512039" y="3040699"/>
                    </a:lnTo>
                    <a:moveTo>
                      <a:pt x="2512039" y="3040699"/>
                    </a:moveTo>
                    <a:lnTo>
                      <a:pt x="2477924" y="3056979"/>
                    </a:lnTo>
                    <a:moveTo>
                      <a:pt x="2477924" y="3056979"/>
                    </a:moveTo>
                    <a:lnTo>
                      <a:pt x="2443810" y="3073259"/>
                    </a:lnTo>
                    <a:moveTo>
                      <a:pt x="2443810" y="3073259"/>
                    </a:moveTo>
                    <a:lnTo>
                      <a:pt x="2409695" y="3089538"/>
                    </a:lnTo>
                    <a:moveTo>
                      <a:pt x="2409695" y="3089538"/>
                    </a:moveTo>
                    <a:lnTo>
                      <a:pt x="2375580" y="3105818"/>
                    </a:lnTo>
                    <a:moveTo>
                      <a:pt x="2375580" y="3105818"/>
                    </a:moveTo>
                    <a:lnTo>
                      <a:pt x="2341466" y="3122098"/>
                    </a:lnTo>
                    <a:moveTo>
                      <a:pt x="2341466" y="3122098"/>
                    </a:moveTo>
                    <a:lnTo>
                      <a:pt x="2307351" y="3138378"/>
                    </a:lnTo>
                    <a:moveTo>
                      <a:pt x="2307351" y="3138378"/>
                    </a:moveTo>
                    <a:lnTo>
                      <a:pt x="2273237" y="3154658"/>
                    </a:lnTo>
                    <a:moveTo>
                      <a:pt x="2273237" y="3154658"/>
                    </a:moveTo>
                    <a:lnTo>
                      <a:pt x="2239122" y="3170938"/>
                    </a:lnTo>
                    <a:moveTo>
                      <a:pt x="2239122" y="3170938"/>
                    </a:moveTo>
                    <a:lnTo>
                      <a:pt x="2205007" y="3187217"/>
                    </a:lnTo>
                    <a:moveTo>
                      <a:pt x="2205007" y="3187217"/>
                    </a:moveTo>
                    <a:lnTo>
                      <a:pt x="2170893" y="3203497"/>
                    </a:lnTo>
                    <a:moveTo>
                      <a:pt x="2170893" y="3203497"/>
                    </a:moveTo>
                    <a:lnTo>
                      <a:pt x="2136778" y="3219777"/>
                    </a:lnTo>
                    <a:moveTo>
                      <a:pt x="2136778" y="3219777"/>
                    </a:moveTo>
                    <a:lnTo>
                      <a:pt x="2102663" y="3236057"/>
                    </a:lnTo>
                    <a:moveTo>
                      <a:pt x="2102663" y="3236057"/>
                    </a:moveTo>
                    <a:lnTo>
                      <a:pt x="2068549" y="3252337"/>
                    </a:lnTo>
                    <a:moveTo>
                      <a:pt x="2068549" y="3252337"/>
                    </a:moveTo>
                    <a:lnTo>
                      <a:pt x="2034434" y="3268617"/>
                    </a:lnTo>
                    <a:moveTo>
                      <a:pt x="2034434" y="3268617"/>
                    </a:moveTo>
                    <a:lnTo>
                      <a:pt x="2000320" y="3284896"/>
                    </a:lnTo>
                    <a:moveTo>
                      <a:pt x="2000320" y="3284896"/>
                    </a:moveTo>
                    <a:lnTo>
                      <a:pt x="1966205" y="3301176"/>
                    </a:lnTo>
                    <a:moveTo>
                      <a:pt x="1966205" y="3301176"/>
                    </a:moveTo>
                    <a:lnTo>
                      <a:pt x="1932090" y="3317456"/>
                    </a:lnTo>
                    <a:moveTo>
                      <a:pt x="1932090" y="3317456"/>
                    </a:moveTo>
                    <a:lnTo>
                      <a:pt x="1897976" y="3333736"/>
                    </a:lnTo>
                    <a:moveTo>
                      <a:pt x="1897976" y="3333736"/>
                    </a:moveTo>
                    <a:lnTo>
                      <a:pt x="1863861" y="3350016"/>
                    </a:lnTo>
                    <a:moveTo>
                      <a:pt x="1863861" y="3350016"/>
                    </a:moveTo>
                    <a:lnTo>
                      <a:pt x="1829747" y="3366296"/>
                    </a:lnTo>
                    <a:moveTo>
                      <a:pt x="1829747" y="3366296"/>
                    </a:moveTo>
                    <a:lnTo>
                      <a:pt x="1795632" y="3382576"/>
                    </a:lnTo>
                    <a:moveTo>
                      <a:pt x="1795632" y="3382576"/>
                    </a:moveTo>
                    <a:lnTo>
                      <a:pt x="1761517" y="3398855"/>
                    </a:lnTo>
                    <a:moveTo>
                      <a:pt x="1761517" y="3398855"/>
                    </a:moveTo>
                    <a:lnTo>
                      <a:pt x="1727403" y="3415135"/>
                    </a:lnTo>
                    <a:moveTo>
                      <a:pt x="1727403" y="3415135"/>
                    </a:moveTo>
                    <a:lnTo>
                      <a:pt x="1693288" y="3431415"/>
                    </a:lnTo>
                    <a:moveTo>
                      <a:pt x="1693288" y="3431415"/>
                    </a:moveTo>
                    <a:lnTo>
                      <a:pt x="1659174" y="3447695"/>
                    </a:lnTo>
                    <a:moveTo>
                      <a:pt x="1659174" y="3447695"/>
                    </a:moveTo>
                    <a:lnTo>
                      <a:pt x="1625059" y="3463975"/>
                    </a:lnTo>
                    <a:moveTo>
                      <a:pt x="1625059" y="3463975"/>
                    </a:moveTo>
                    <a:lnTo>
                      <a:pt x="1590944" y="3480255"/>
                    </a:lnTo>
                    <a:moveTo>
                      <a:pt x="1590944" y="3480255"/>
                    </a:moveTo>
                    <a:lnTo>
                      <a:pt x="1556830" y="3496534"/>
                    </a:lnTo>
                    <a:moveTo>
                      <a:pt x="1556830" y="3496534"/>
                    </a:moveTo>
                    <a:lnTo>
                      <a:pt x="1522715" y="3512814"/>
                    </a:lnTo>
                    <a:moveTo>
                      <a:pt x="1522715" y="3512814"/>
                    </a:moveTo>
                    <a:lnTo>
                      <a:pt x="1488600" y="3529094"/>
                    </a:lnTo>
                    <a:moveTo>
                      <a:pt x="1488600" y="3529094"/>
                    </a:moveTo>
                    <a:lnTo>
                      <a:pt x="1454486" y="3545374"/>
                    </a:lnTo>
                    <a:moveTo>
                      <a:pt x="1454486" y="3545374"/>
                    </a:moveTo>
                    <a:lnTo>
                      <a:pt x="1420371" y="3561654"/>
                    </a:lnTo>
                    <a:moveTo>
                      <a:pt x="1420371" y="3561654"/>
                    </a:moveTo>
                    <a:lnTo>
                      <a:pt x="1386257" y="3577934"/>
                    </a:lnTo>
                    <a:moveTo>
                      <a:pt x="1386257" y="3577934"/>
                    </a:moveTo>
                    <a:lnTo>
                      <a:pt x="1352142" y="3594213"/>
                    </a:lnTo>
                    <a:moveTo>
                      <a:pt x="1352142" y="3594213"/>
                    </a:moveTo>
                    <a:lnTo>
                      <a:pt x="1318027" y="3610493"/>
                    </a:lnTo>
                    <a:moveTo>
                      <a:pt x="1318027" y="3610493"/>
                    </a:moveTo>
                    <a:lnTo>
                      <a:pt x="1283913" y="3626773"/>
                    </a:lnTo>
                    <a:moveTo>
                      <a:pt x="1283913" y="3626773"/>
                    </a:moveTo>
                    <a:lnTo>
                      <a:pt x="1249798" y="3643053"/>
                    </a:lnTo>
                    <a:moveTo>
                      <a:pt x="1249798" y="3643053"/>
                    </a:moveTo>
                    <a:lnTo>
                      <a:pt x="1215684" y="3659333"/>
                    </a:lnTo>
                    <a:moveTo>
                      <a:pt x="1215684" y="3659333"/>
                    </a:moveTo>
                    <a:lnTo>
                      <a:pt x="1181569" y="3675613"/>
                    </a:lnTo>
                    <a:moveTo>
                      <a:pt x="1181569" y="3675613"/>
                    </a:moveTo>
                    <a:lnTo>
                      <a:pt x="1147454" y="3691893"/>
                    </a:lnTo>
                    <a:moveTo>
                      <a:pt x="1147454" y="3691893"/>
                    </a:moveTo>
                    <a:lnTo>
                      <a:pt x="1113340" y="3708172"/>
                    </a:lnTo>
                    <a:moveTo>
                      <a:pt x="1113340" y="3708172"/>
                    </a:moveTo>
                    <a:lnTo>
                      <a:pt x="1079225" y="3724452"/>
                    </a:lnTo>
                    <a:moveTo>
                      <a:pt x="1079225" y="3724452"/>
                    </a:moveTo>
                    <a:lnTo>
                      <a:pt x="1045111" y="3740732"/>
                    </a:lnTo>
                    <a:moveTo>
                      <a:pt x="1045111" y="3740732"/>
                    </a:moveTo>
                    <a:lnTo>
                      <a:pt x="1010996" y="3757012"/>
                    </a:lnTo>
                    <a:moveTo>
                      <a:pt x="1010996" y="3757012"/>
                    </a:moveTo>
                    <a:lnTo>
                      <a:pt x="976881" y="3773292"/>
                    </a:lnTo>
                    <a:moveTo>
                      <a:pt x="976881" y="3773292"/>
                    </a:moveTo>
                    <a:lnTo>
                      <a:pt x="942767" y="3789572"/>
                    </a:lnTo>
                    <a:moveTo>
                      <a:pt x="942767" y="3789572"/>
                    </a:moveTo>
                    <a:lnTo>
                      <a:pt x="908652" y="3805851"/>
                    </a:lnTo>
                    <a:moveTo>
                      <a:pt x="908652" y="3805851"/>
                    </a:moveTo>
                    <a:lnTo>
                      <a:pt x="874537" y="3822131"/>
                    </a:lnTo>
                    <a:moveTo>
                      <a:pt x="874537" y="3822131"/>
                    </a:moveTo>
                    <a:lnTo>
                      <a:pt x="840423" y="3838411"/>
                    </a:lnTo>
                    <a:moveTo>
                      <a:pt x="840423" y="3838411"/>
                    </a:moveTo>
                    <a:lnTo>
                      <a:pt x="806308" y="3854691"/>
                    </a:lnTo>
                    <a:moveTo>
                      <a:pt x="806308" y="3854691"/>
                    </a:moveTo>
                    <a:lnTo>
                      <a:pt x="772194" y="3870971"/>
                    </a:lnTo>
                    <a:moveTo>
                      <a:pt x="772194" y="3870971"/>
                    </a:moveTo>
                    <a:lnTo>
                      <a:pt x="738079" y="3887251"/>
                    </a:lnTo>
                    <a:moveTo>
                      <a:pt x="738079" y="3887251"/>
                    </a:moveTo>
                    <a:lnTo>
                      <a:pt x="703964" y="3903530"/>
                    </a:lnTo>
                    <a:moveTo>
                      <a:pt x="703964" y="3903530"/>
                    </a:moveTo>
                    <a:lnTo>
                      <a:pt x="669850" y="3919810"/>
                    </a:lnTo>
                    <a:moveTo>
                      <a:pt x="669850" y="3919810"/>
                    </a:moveTo>
                    <a:lnTo>
                      <a:pt x="663190" y="3922988"/>
                    </a:lnTo>
                    <a:lnTo>
                      <a:pt x="634493" y="3912894"/>
                    </a:lnTo>
                    <a:moveTo>
                      <a:pt x="634493" y="3912894"/>
                    </a:moveTo>
                    <a:lnTo>
                      <a:pt x="598834" y="3900352"/>
                    </a:lnTo>
                    <a:moveTo>
                      <a:pt x="598834" y="3900352"/>
                    </a:moveTo>
                    <a:lnTo>
                      <a:pt x="591014" y="3897601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05" name="Контур"/>
              <p:cNvSpPr/>
              <p:nvPr/>
            </p:nvSpPr>
            <p:spPr>
              <a:xfrm>
                <a:off x="7504255" y="5749498"/>
                <a:ext cx="1829671" cy="974519"/>
              </a:xfrm>
              <a:custGeom>
                <a:avLst/>
                <a:gdLst/>
                <a:ahLst/>
                <a:cxnLst/>
                <a:rect l="l" t="t" r="r" b="b"/>
                <a:pathLst>
                  <a:path w="1829671" h="974519" fill="none">
                    <a:moveTo>
                      <a:pt x="71163" y="974519"/>
                    </a:moveTo>
                    <a:lnTo>
                      <a:pt x="16917" y="860794"/>
                    </a:lnTo>
                    <a:moveTo>
                      <a:pt x="16917" y="860794"/>
                    </a:moveTo>
                    <a:lnTo>
                      <a:pt x="0" y="825327"/>
                    </a:lnTo>
                    <a:lnTo>
                      <a:pt x="78120" y="787710"/>
                    </a:lnTo>
                    <a:moveTo>
                      <a:pt x="78120" y="787710"/>
                    </a:moveTo>
                    <a:lnTo>
                      <a:pt x="183265" y="737081"/>
                    </a:lnTo>
                    <a:lnTo>
                      <a:pt x="191644" y="733046"/>
                    </a:lnTo>
                    <a:moveTo>
                      <a:pt x="191644" y="733046"/>
                    </a:moveTo>
                    <a:lnTo>
                      <a:pt x="305168" y="678381"/>
                    </a:lnTo>
                    <a:moveTo>
                      <a:pt x="305168" y="678381"/>
                    </a:moveTo>
                    <a:lnTo>
                      <a:pt x="418693" y="623716"/>
                    </a:lnTo>
                    <a:moveTo>
                      <a:pt x="418693" y="623716"/>
                    </a:moveTo>
                    <a:lnTo>
                      <a:pt x="532217" y="569051"/>
                    </a:lnTo>
                    <a:moveTo>
                      <a:pt x="532217" y="569051"/>
                    </a:moveTo>
                    <a:lnTo>
                      <a:pt x="645741" y="514386"/>
                    </a:lnTo>
                    <a:moveTo>
                      <a:pt x="645741" y="514386"/>
                    </a:moveTo>
                    <a:lnTo>
                      <a:pt x="759265" y="459722"/>
                    </a:lnTo>
                    <a:moveTo>
                      <a:pt x="759265" y="459722"/>
                    </a:moveTo>
                    <a:lnTo>
                      <a:pt x="872790" y="405057"/>
                    </a:lnTo>
                    <a:moveTo>
                      <a:pt x="872790" y="405057"/>
                    </a:moveTo>
                    <a:lnTo>
                      <a:pt x="986314" y="350392"/>
                    </a:lnTo>
                    <a:moveTo>
                      <a:pt x="986314" y="350392"/>
                    </a:moveTo>
                    <a:lnTo>
                      <a:pt x="1099838" y="295727"/>
                    </a:lnTo>
                    <a:moveTo>
                      <a:pt x="1099838" y="295727"/>
                    </a:moveTo>
                    <a:lnTo>
                      <a:pt x="1213362" y="241062"/>
                    </a:lnTo>
                    <a:moveTo>
                      <a:pt x="1213362" y="241062"/>
                    </a:moveTo>
                    <a:lnTo>
                      <a:pt x="1326887" y="186397"/>
                    </a:lnTo>
                    <a:moveTo>
                      <a:pt x="1326887" y="186397"/>
                    </a:moveTo>
                    <a:lnTo>
                      <a:pt x="1440411" y="131732"/>
                    </a:lnTo>
                    <a:moveTo>
                      <a:pt x="1440411" y="131732"/>
                    </a:moveTo>
                    <a:lnTo>
                      <a:pt x="1553935" y="77067"/>
                    </a:lnTo>
                    <a:moveTo>
                      <a:pt x="1553935" y="77067"/>
                    </a:moveTo>
                    <a:lnTo>
                      <a:pt x="1667459" y="22403"/>
                    </a:lnTo>
                    <a:moveTo>
                      <a:pt x="1667459" y="22403"/>
                    </a:moveTo>
                    <a:lnTo>
                      <a:pt x="1713983" y="0"/>
                    </a:lnTo>
                    <a:lnTo>
                      <a:pt x="1746732" y="66764"/>
                    </a:lnTo>
                    <a:moveTo>
                      <a:pt x="1746732" y="66764"/>
                    </a:moveTo>
                    <a:lnTo>
                      <a:pt x="1802220" y="179888"/>
                    </a:lnTo>
                    <a:moveTo>
                      <a:pt x="1802220" y="179888"/>
                    </a:moveTo>
                    <a:lnTo>
                      <a:pt x="1803533" y="182565"/>
                    </a:lnTo>
                    <a:lnTo>
                      <a:pt x="1829671" y="23647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06" name="Контур"/>
              <p:cNvSpPr/>
              <p:nvPr/>
            </p:nvSpPr>
            <p:spPr>
              <a:xfrm>
                <a:off x="7458871" y="5764246"/>
                <a:ext cx="1854469" cy="879854"/>
              </a:xfrm>
              <a:custGeom>
                <a:avLst/>
                <a:gdLst/>
                <a:ahLst/>
                <a:cxnLst/>
                <a:rect l="l" t="t" r="r" b="b"/>
                <a:pathLst>
                  <a:path w="1854469" h="879854" fill="none">
                    <a:moveTo>
                      <a:pt x="0" y="840863"/>
                    </a:moveTo>
                    <a:lnTo>
                      <a:pt x="48291" y="841760"/>
                    </a:lnTo>
                    <a:lnTo>
                      <a:pt x="18599" y="879854"/>
                    </a:lnTo>
                    <a:lnTo>
                      <a:pt x="0" y="840863"/>
                    </a:lnTo>
                    <a:lnTo>
                      <a:pt x="2325" y="845737"/>
                    </a:lnTo>
                    <a:lnTo>
                      <a:pt x="38543" y="846410"/>
                    </a:lnTo>
                    <a:lnTo>
                      <a:pt x="16274" y="874980"/>
                    </a:lnTo>
                    <a:lnTo>
                      <a:pt x="21148" y="872655"/>
                    </a:lnTo>
                    <a:lnTo>
                      <a:pt x="7199" y="843412"/>
                    </a:lnTo>
                    <a:lnTo>
                      <a:pt x="2325" y="845737"/>
                    </a:lnTo>
                    <a:lnTo>
                      <a:pt x="0" y="840863"/>
                    </a:lnTo>
                    <a:lnTo>
                      <a:pt x="14398" y="845961"/>
                    </a:lnTo>
                    <a:lnTo>
                      <a:pt x="12073" y="841087"/>
                    </a:lnTo>
                    <a:lnTo>
                      <a:pt x="26470" y="846185"/>
                    </a:lnTo>
                    <a:lnTo>
                      <a:pt x="24145" y="841311"/>
                    </a:lnTo>
                    <a:lnTo>
                      <a:pt x="43417" y="844085"/>
                    </a:lnTo>
                    <a:lnTo>
                      <a:pt x="33445" y="860807"/>
                    </a:lnTo>
                    <a:lnTo>
                      <a:pt x="31120" y="855933"/>
                    </a:lnTo>
                    <a:lnTo>
                      <a:pt x="26022" y="870331"/>
                    </a:lnTo>
                    <a:lnTo>
                      <a:pt x="23697" y="865457"/>
                    </a:lnTo>
                    <a:lnTo>
                      <a:pt x="18599" y="879854"/>
                    </a:lnTo>
                    <a:lnTo>
                      <a:pt x="18823" y="867782"/>
                    </a:lnTo>
                    <a:lnTo>
                      <a:pt x="11624" y="865232"/>
                    </a:lnTo>
                    <a:lnTo>
                      <a:pt x="14173" y="858034"/>
                    </a:lnTo>
                    <a:lnTo>
                      <a:pt x="6975" y="855485"/>
                    </a:lnTo>
                    <a:lnTo>
                      <a:pt x="9524" y="848286"/>
                    </a:lnTo>
                    <a:lnTo>
                      <a:pt x="0" y="840863"/>
                    </a:lnTo>
                    <a:lnTo>
                      <a:pt x="7199" y="843412"/>
                    </a:lnTo>
                    <a:lnTo>
                      <a:pt x="4650" y="850611"/>
                    </a:lnTo>
                    <a:lnTo>
                      <a:pt x="11849" y="853160"/>
                    </a:lnTo>
                    <a:lnTo>
                      <a:pt x="9299" y="860359"/>
                    </a:lnTo>
                    <a:lnTo>
                      <a:pt x="16498" y="862908"/>
                    </a:lnTo>
                    <a:lnTo>
                      <a:pt x="13949" y="870106"/>
                    </a:lnTo>
                    <a:lnTo>
                      <a:pt x="21148" y="872655"/>
                    </a:lnTo>
                    <a:lnTo>
                      <a:pt x="26022" y="870331"/>
                    </a:lnTo>
                    <a:lnTo>
                      <a:pt x="23697" y="865457"/>
                    </a:lnTo>
                    <a:lnTo>
                      <a:pt x="33445" y="860807"/>
                    </a:lnTo>
                    <a:lnTo>
                      <a:pt x="31120" y="855933"/>
                    </a:lnTo>
                    <a:lnTo>
                      <a:pt x="48291" y="841760"/>
                    </a:lnTo>
                    <a:lnTo>
                      <a:pt x="38543" y="846410"/>
                    </a:lnTo>
                    <a:lnTo>
                      <a:pt x="36218" y="841536"/>
                    </a:lnTo>
                    <a:lnTo>
                      <a:pt x="26470" y="846185"/>
                    </a:lnTo>
                    <a:lnTo>
                      <a:pt x="24145" y="841311"/>
                    </a:lnTo>
                    <a:lnTo>
                      <a:pt x="14398" y="845961"/>
                    </a:lnTo>
                    <a:lnTo>
                      <a:pt x="12073" y="841087"/>
                    </a:lnTo>
                    <a:lnTo>
                      <a:pt x="7199" y="843412"/>
                    </a:lnTo>
                    <a:moveTo>
                      <a:pt x="241981" y="655978"/>
                    </a:moveTo>
                    <a:lnTo>
                      <a:pt x="241262" y="704272"/>
                    </a:lnTo>
                    <a:lnTo>
                      <a:pt x="203059" y="674721"/>
                    </a:lnTo>
                    <a:lnTo>
                      <a:pt x="241981" y="655978"/>
                    </a:lnTo>
                    <a:lnTo>
                      <a:pt x="237116" y="658321"/>
                    </a:lnTo>
                    <a:lnTo>
                      <a:pt x="236577" y="694541"/>
                    </a:lnTo>
                    <a:lnTo>
                      <a:pt x="207924" y="672378"/>
                    </a:lnTo>
                    <a:lnTo>
                      <a:pt x="210267" y="677243"/>
                    </a:lnTo>
                    <a:lnTo>
                      <a:pt x="239459" y="663186"/>
                    </a:lnTo>
                    <a:lnTo>
                      <a:pt x="237116" y="658321"/>
                    </a:lnTo>
                    <a:lnTo>
                      <a:pt x="241981" y="655978"/>
                    </a:lnTo>
                    <a:lnTo>
                      <a:pt x="236936" y="670395"/>
                    </a:lnTo>
                    <a:lnTo>
                      <a:pt x="241802" y="668052"/>
                    </a:lnTo>
                    <a:lnTo>
                      <a:pt x="236757" y="682468"/>
                    </a:lnTo>
                    <a:lnTo>
                      <a:pt x="241622" y="680125"/>
                    </a:lnTo>
                    <a:lnTo>
                      <a:pt x="238920" y="699407"/>
                    </a:lnTo>
                    <a:lnTo>
                      <a:pt x="222161" y="689496"/>
                    </a:lnTo>
                    <a:lnTo>
                      <a:pt x="227026" y="687154"/>
                    </a:lnTo>
                    <a:lnTo>
                      <a:pt x="212610" y="682108"/>
                    </a:lnTo>
                    <a:lnTo>
                      <a:pt x="217475" y="679766"/>
                    </a:lnTo>
                    <a:lnTo>
                      <a:pt x="203059" y="674721"/>
                    </a:lnTo>
                    <a:lnTo>
                      <a:pt x="215132" y="674900"/>
                    </a:lnTo>
                    <a:lnTo>
                      <a:pt x="217655" y="667692"/>
                    </a:lnTo>
                    <a:lnTo>
                      <a:pt x="224863" y="670215"/>
                    </a:lnTo>
                    <a:lnTo>
                      <a:pt x="227385" y="663007"/>
                    </a:lnTo>
                    <a:lnTo>
                      <a:pt x="234594" y="665529"/>
                    </a:lnTo>
                    <a:lnTo>
                      <a:pt x="241981" y="655978"/>
                    </a:lnTo>
                    <a:lnTo>
                      <a:pt x="239459" y="663186"/>
                    </a:lnTo>
                    <a:lnTo>
                      <a:pt x="232251" y="660664"/>
                    </a:lnTo>
                    <a:lnTo>
                      <a:pt x="229728" y="667872"/>
                    </a:lnTo>
                    <a:lnTo>
                      <a:pt x="222520" y="665350"/>
                    </a:lnTo>
                    <a:lnTo>
                      <a:pt x="219998" y="672558"/>
                    </a:lnTo>
                    <a:lnTo>
                      <a:pt x="212790" y="670035"/>
                    </a:lnTo>
                    <a:lnTo>
                      <a:pt x="210267" y="677243"/>
                    </a:lnTo>
                    <a:lnTo>
                      <a:pt x="212610" y="682108"/>
                    </a:lnTo>
                    <a:lnTo>
                      <a:pt x="217475" y="679766"/>
                    </a:lnTo>
                    <a:lnTo>
                      <a:pt x="222161" y="689496"/>
                    </a:lnTo>
                    <a:lnTo>
                      <a:pt x="227026" y="687154"/>
                    </a:lnTo>
                    <a:lnTo>
                      <a:pt x="241262" y="704272"/>
                    </a:lnTo>
                    <a:lnTo>
                      <a:pt x="236577" y="694541"/>
                    </a:lnTo>
                    <a:lnTo>
                      <a:pt x="241442" y="692199"/>
                    </a:lnTo>
                    <a:lnTo>
                      <a:pt x="236757" y="682468"/>
                    </a:lnTo>
                    <a:lnTo>
                      <a:pt x="241622" y="680125"/>
                    </a:lnTo>
                    <a:lnTo>
                      <a:pt x="236936" y="670395"/>
                    </a:lnTo>
                    <a:lnTo>
                      <a:pt x="241802" y="668052"/>
                    </a:lnTo>
                    <a:lnTo>
                      <a:pt x="239459" y="663186"/>
                    </a:lnTo>
                    <a:moveTo>
                      <a:pt x="469030" y="546649"/>
                    </a:moveTo>
                    <a:lnTo>
                      <a:pt x="468311" y="594942"/>
                    </a:lnTo>
                    <a:lnTo>
                      <a:pt x="430107" y="565391"/>
                    </a:lnTo>
                    <a:lnTo>
                      <a:pt x="469030" y="546649"/>
                    </a:lnTo>
                    <a:lnTo>
                      <a:pt x="464165" y="548991"/>
                    </a:lnTo>
                    <a:lnTo>
                      <a:pt x="463625" y="585212"/>
                    </a:lnTo>
                    <a:lnTo>
                      <a:pt x="434973" y="563048"/>
                    </a:lnTo>
                    <a:lnTo>
                      <a:pt x="437315" y="567913"/>
                    </a:lnTo>
                    <a:lnTo>
                      <a:pt x="466507" y="553857"/>
                    </a:lnTo>
                    <a:lnTo>
                      <a:pt x="464165" y="548991"/>
                    </a:lnTo>
                    <a:lnTo>
                      <a:pt x="469030" y="546649"/>
                    </a:lnTo>
                    <a:lnTo>
                      <a:pt x="463985" y="561065"/>
                    </a:lnTo>
                    <a:lnTo>
                      <a:pt x="468850" y="558722"/>
                    </a:lnTo>
                    <a:lnTo>
                      <a:pt x="463805" y="573138"/>
                    </a:lnTo>
                    <a:lnTo>
                      <a:pt x="468670" y="570796"/>
                    </a:lnTo>
                    <a:lnTo>
                      <a:pt x="465968" y="590077"/>
                    </a:lnTo>
                    <a:lnTo>
                      <a:pt x="449209" y="580167"/>
                    </a:lnTo>
                    <a:lnTo>
                      <a:pt x="454074" y="577824"/>
                    </a:lnTo>
                    <a:lnTo>
                      <a:pt x="439658" y="572779"/>
                    </a:lnTo>
                    <a:lnTo>
                      <a:pt x="444524" y="570436"/>
                    </a:lnTo>
                    <a:lnTo>
                      <a:pt x="430107" y="565391"/>
                    </a:lnTo>
                    <a:lnTo>
                      <a:pt x="442181" y="565571"/>
                    </a:lnTo>
                    <a:lnTo>
                      <a:pt x="444703" y="558363"/>
                    </a:lnTo>
                    <a:lnTo>
                      <a:pt x="451911" y="560885"/>
                    </a:lnTo>
                    <a:lnTo>
                      <a:pt x="454434" y="553677"/>
                    </a:lnTo>
                    <a:lnTo>
                      <a:pt x="461642" y="556200"/>
                    </a:lnTo>
                    <a:lnTo>
                      <a:pt x="469030" y="546649"/>
                    </a:lnTo>
                    <a:lnTo>
                      <a:pt x="466507" y="553857"/>
                    </a:lnTo>
                    <a:lnTo>
                      <a:pt x="459299" y="551334"/>
                    </a:lnTo>
                    <a:lnTo>
                      <a:pt x="456777" y="558542"/>
                    </a:lnTo>
                    <a:lnTo>
                      <a:pt x="449569" y="556020"/>
                    </a:lnTo>
                    <a:lnTo>
                      <a:pt x="447046" y="563228"/>
                    </a:lnTo>
                    <a:lnTo>
                      <a:pt x="439838" y="560705"/>
                    </a:lnTo>
                    <a:lnTo>
                      <a:pt x="437315" y="567913"/>
                    </a:lnTo>
                    <a:lnTo>
                      <a:pt x="439658" y="572779"/>
                    </a:lnTo>
                    <a:lnTo>
                      <a:pt x="444524" y="570436"/>
                    </a:lnTo>
                    <a:lnTo>
                      <a:pt x="449209" y="580167"/>
                    </a:lnTo>
                    <a:lnTo>
                      <a:pt x="454074" y="577824"/>
                    </a:lnTo>
                    <a:lnTo>
                      <a:pt x="468311" y="594942"/>
                    </a:lnTo>
                    <a:lnTo>
                      <a:pt x="463625" y="585212"/>
                    </a:lnTo>
                    <a:lnTo>
                      <a:pt x="468491" y="582869"/>
                    </a:lnTo>
                    <a:lnTo>
                      <a:pt x="463805" y="573138"/>
                    </a:lnTo>
                    <a:lnTo>
                      <a:pt x="468670" y="570796"/>
                    </a:lnTo>
                    <a:lnTo>
                      <a:pt x="463985" y="561065"/>
                    </a:lnTo>
                    <a:lnTo>
                      <a:pt x="468850" y="558722"/>
                    </a:lnTo>
                    <a:lnTo>
                      <a:pt x="466507" y="553857"/>
                    </a:lnTo>
                    <a:moveTo>
                      <a:pt x="696078" y="437319"/>
                    </a:moveTo>
                    <a:lnTo>
                      <a:pt x="695359" y="485613"/>
                    </a:lnTo>
                    <a:lnTo>
                      <a:pt x="657156" y="456061"/>
                    </a:lnTo>
                    <a:lnTo>
                      <a:pt x="696078" y="437319"/>
                    </a:lnTo>
                    <a:lnTo>
                      <a:pt x="691213" y="439662"/>
                    </a:lnTo>
                    <a:lnTo>
                      <a:pt x="690674" y="475882"/>
                    </a:lnTo>
                    <a:lnTo>
                      <a:pt x="662021" y="453718"/>
                    </a:lnTo>
                    <a:lnTo>
                      <a:pt x="664364" y="458584"/>
                    </a:lnTo>
                    <a:lnTo>
                      <a:pt x="693556" y="444527"/>
                    </a:lnTo>
                    <a:lnTo>
                      <a:pt x="691213" y="439662"/>
                    </a:lnTo>
                    <a:lnTo>
                      <a:pt x="696078" y="437319"/>
                    </a:lnTo>
                    <a:lnTo>
                      <a:pt x="691033" y="451735"/>
                    </a:lnTo>
                    <a:lnTo>
                      <a:pt x="695899" y="449392"/>
                    </a:lnTo>
                    <a:lnTo>
                      <a:pt x="690854" y="463809"/>
                    </a:lnTo>
                    <a:lnTo>
                      <a:pt x="695719" y="461466"/>
                    </a:lnTo>
                    <a:lnTo>
                      <a:pt x="693017" y="480747"/>
                    </a:lnTo>
                    <a:lnTo>
                      <a:pt x="676258" y="470837"/>
                    </a:lnTo>
                    <a:lnTo>
                      <a:pt x="681123" y="468494"/>
                    </a:lnTo>
                    <a:lnTo>
                      <a:pt x="666707" y="463449"/>
                    </a:lnTo>
                    <a:lnTo>
                      <a:pt x="671572" y="461106"/>
                    </a:lnTo>
                    <a:lnTo>
                      <a:pt x="657156" y="456061"/>
                    </a:lnTo>
                    <a:lnTo>
                      <a:pt x="669229" y="456241"/>
                    </a:lnTo>
                    <a:lnTo>
                      <a:pt x="671752" y="449033"/>
                    </a:lnTo>
                    <a:lnTo>
                      <a:pt x="678960" y="451555"/>
                    </a:lnTo>
                    <a:lnTo>
                      <a:pt x="681482" y="444347"/>
                    </a:lnTo>
                    <a:lnTo>
                      <a:pt x="688691" y="446870"/>
                    </a:lnTo>
                    <a:lnTo>
                      <a:pt x="696078" y="437319"/>
                    </a:lnTo>
                    <a:lnTo>
                      <a:pt x="693556" y="444527"/>
                    </a:lnTo>
                    <a:lnTo>
                      <a:pt x="686348" y="442004"/>
                    </a:lnTo>
                    <a:lnTo>
                      <a:pt x="683825" y="449213"/>
                    </a:lnTo>
                    <a:lnTo>
                      <a:pt x="676617" y="446690"/>
                    </a:lnTo>
                    <a:lnTo>
                      <a:pt x="674095" y="453898"/>
                    </a:lnTo>
                    <a:lnTo>
                      <a:pt x="666886" y="451376"/>
                    </a:lnTo>
                    <a:lnTo>
                      <a:pt x="664364" y="458584"/>
                    </a:lnTo>
                    <a:lnTo>
                      <a:pt x="666707" y="463449"/>
                    </a:lnTo>
                    <a:lnTo>
                      <a:pt x="671572" y="461106"/>
                    </a:lnTo>
                    <a:lnTo>
                      <a:pt x="676258" y="470837"/>
                    </a:lnTo>
                    <a:lnTo>
                      <a:pt x="681123" y="468494"/>
                    </a:lnTo>
                    <a:lnTo>
                      <a:pt x="695359" y="485613"/>
                    </a:lnTo>
                    <a:lnTo>
                      <a:pt x="690674" y="475882"/>
                    </a:lnTo>
                    <a:lnTo>
                      <a:pt x="695539" y="473539"/>
                    </a:lnTo>
                    <a:lnTo>
                      <a:pt x="690854" y="463809"/>
                    </a:lnTo>
                    <a:lnTo>
                      <a:pt x="695719" y="461466"/>
                    </a:lnTo>
                    <a:lnTo>
                      <a:pt x="691033" y="451735"/>
                    </a:lnTo>
                    <a:lnTo>
                      <a:pt x="695899" y="449392"/>
                    </a:lnTo>
                    <a:lnTo>
                      <a:pt x="693556" y="444527"/>
                    </a:lnTo>
                    <a:moveTo>
                      <a:pt x="923127" y="327989"/>
                    </a:moveTo>
                    <a:lnTo>
                      <a:pt x="922408" y="376283"/>
                    </a:lnTo>
                    <a:lnTo>
                      <a:pt x="884204" y="346731"/>
                    </a:lnTo>
                    <a:lnTo>
                      <a:pt x="923127" y="327989"/>
                    </a:lnTo>
                    <a:lnTo>
                      <a:pt x="918262" y="330332"/>
                    </a:lnTo>
                    <a:lnTo>
                      <a:pt x="917722" y="366552"/>
                    </a:lnTo>
                    <a:lnTo>
                      <a:pt x="889070" y="344389"/>
                    </a:lnTo>
                    <a:lnTo>
                      <a:pt x="891412" y="349254"/>
                    </a:lnTo>
                    <a:lnTo>
                      <a:pt x="920604" y="335197"/>
                    </a:lnTo>
                    <a:lnTo>
                      <a:pt x="918262" y="330332"/>
                    </a:lnTo>
                    <a:lnTo>
                      <a:pt x="923127" y="327989"/>
                    </a:lnTo>
                    <a:lnTo>
                      <a:pt x="918082" y="342405"/>
                    </a:lnTo>
                    <a:lnTo>
                      <a:pt x="922947" y="340063"/>
                    </a:lnTo>
                    <a:lnTo>
                      <a:pt x="917902" y="354479"/>
                    </a:lnTo>
                    <a:lnTo>
                      <a:pt x="922767" y="352136"/>
                    </a:lnTo>
                    <a:lnTo>
                      <a:pt x="920065" y="371418"/>
                    </a:lnTo>
                    <a:lnTo>
                      <a:pt x="903306" y="361507"/>
                    </a:lnTo>
                    <a:lnTo>
                      <a:pt x="908171" y="359164"/>
                    </a:lnTo>
                    <a:lnTo>
                      <a:pt x="893755" y="354119"/>
                    </a:lnTo>
                    <a:lnTo>
                      <a:pt x="898620" y="351777"/>
                    </a:lnTo>
                    <a:lnTo>
                      <a:pt x="884204" y="346731"/>
                    </a:lnTo>
                    <a:lnTo>
                      <a:pt x="896278" y="346911"/>
                    </a:lnTo>
                    <a:lnTo>
                      <a:pt x="898800" y="339703"/>
                    </a:lnTo>
                    <a:lnTo>
                      <a:pt x="906008" y="342226"/>
                    </a:lnTo>
                    <a:lnTo>
                      <a:pt x="908531" y="335018"/>
                    </a:lnTo>
                    <a:lnTo>
                      <a:pt x="915739" y="337540"/>
                    </a:lnTo>
                    <a:lnTo>
                      <a:pt x="923127" y="327989"/>
                    </a:lnTo>
                    <a:lnTo>
                      <a:pt x="920604" y="335197"/>
                    </a:lnTo>
                    <a:lnTo>
                      <a:pt x="913396" y="332675"/>
                    </a:lnTo>
                    <a:lnTo>
                      <a:pt x="910874" y="339883"/>
                    </a:lnTo>
                    <a:lnTo>
                      <a:pt x="903666" y="337360"/>
                    </a:lnTo>
                    <a:lnTo>
                      <a:pt x="901143" y="344568"/>
                    </a:lnTo>
                    <a:lnTo>
                      <a:pt x="893935" y="342046"/>
                    </a:lnTo>
                    <a:lnTo>
                      <a:pt x="891412" y="349254"/>
                    </a:lnTo>
                    <a:lnTo>
                      <a:pt x="893755" y="354119"/>
                    </a:lnTo>
                    <a:lnTo>
                      <a:pt x="898620" y="351777"/>
                    </a:lnTo>
                    <a:lnTo>
                      <a:pt x="903306" y="361507"/>
                    </a:lnTo>
                    <a:lnTo>
                      <a:pt x="908171" y="359164"/>
                    </a:lnTo>
                    <a:lnTo>
                      <a:pt x="922408" y="376283"/>
                    </a:lnTo>
                    <a:lnTo>
                      <a:pt x="917722" y="366552"/>
                    </a:lnTo>
                    <a:lnTo>
                      <a:pt x="922588" y="364209"/>
                    </a:lnTo>
                    <a:lnTo>
                      <a:pt x="917902" y="354479"/>
                    </a:lnTo>
                    <a:lnTo>
                      <a:pt x="922767" y="352136"/>
                    </a:lnTo>
                    <a:lnTo>
                      <a:pt x="918082" y="342405"/>
                    </a:lnTo>
                    <a:lnTo>
                      <a:pt x="922947" y="340063"/>
                    </a:lnTo>
                    <a:lnTo>
                      <a:pt x="920604" y="335197"/>
                    </a:lnTo>
                    <a:moveTo>
                      <a:pt x="1150175" y="218659"/>
                    </a:moveTo>
                    <a:lnTo>
                      <a:pt x="1149456" y="266953"/>
                    </a:lnTo>
                    <a:lnTo>
                      <a:pt x="1111253" y="237402"/>
                    </a:lnTo>
                    <a:lnTo>
                      <a:pt x="1150175" y="218659"/>
                    </a:lnTo>
                    <a:lnTo>
                      <a:pt x="1145310" y="221002"/>
                    </a:lnTo>
                    <a:lnTo>
                      <a:pt x="1144771" y="257223"/>
                    </a:lnTo>
                    <a:lnTo>
                      <a:pt x="1116118" y="235059"/>
                    </a:lnTo>
                    <a:lnTo>
                      <a:pt x="1118461" y="239924"/>
                    </a:lnTo>
                    <a:lnTo>
                      <a:pt x="1147653" y="225868"/>
                    </a:lnTo>
                    <a:lnTo>
                      <a:pt x="1145310" y="221002"/>
                    </a:lnTo>
                    <a:lnTo>
                      <a:pt x="1150175" y="218659"/>
                    </a:lnTo>
                    <a:lnTo>
                      <a:pt x="1145130" y="233076"/>
                    </a:lnTo>
                    <a:lnTo>
                      <a:pt x="1149996" y="230733"/>
                    </a:lnTo>
                    <a:lnTo>
                      <a:pt x="1144951" y="245149"/>
                    </a:lnTo>
                    <a:lnTo>
                      <a:pt x="1149816" y="242806"/>
                    </a:lnTo>
                    <a:lnTo>
                      <a:pt x="1147114" y="262088"/>
                    </a:lnTo>
                    <a:lnTo>
                      <a:pt x="1130355" y="252177"/>
                    </a:lnTo>
                    <a:lnTo>
                      <a:pt x="1135220" y="249835"/>
                    </a:lnTo>
                    <a:lnTo>
                      <a:pt x="1120804" y="244790"/>
                    </a:lnTo>
                    <a:lnTo>
                      <a:pt x="1125669" y="242447"/>
                    </a:lnTo>
                    <a:lnTo>
                      <a:pt x="1111253" y="237402"/>
                    </a:lnTo>
                    <a:lnTo>
                      <a:pt x="1123326" y="237581"/>
                    </a:lnTo>
                    <a:lnTo>
                      <a:pt x="1125849" y="230373"/>
                    </a:lnTo>
                    <a:lnTo>
                      <a:pt x="1133057" y="232896"/>
                    </a:lnTo>
                    <a:lnTo>
                      <a:pt x="1135579" y="225688"/>
                    </a:lnTo>
                    <a:lnTo>
                      <a:pt x="1142787" y="228210"/>
                    </a:lnTo>
                    <a:lnTo>
                      <a:pt x="1150175" y="218659"/>
                    </a:lnTo>
                    <a:lnTo>
                      <a:pt x="1147653" y="225868"/>
                    </a:lnTo>
                    <a:lnTo>
                      <a:pt x="1140445" y="223345"/>
                    </a:lnTo>
                    <a:lnTo>
                      <a:pt x="1137922" y="230553"/>
                    </a:lnTo>
                    <a:lnTo>
                      <a:pt x="1130714" y="228031"/>
                    </a:lnTo>
                    <a:lnTo>
                      <a:pt x="1128192" y="235239"/>
                    </a:lnTo>
                    <a:lnTo>
                      <a:pt x="1120983" y="232716"/>
                    </a:lnTo>
                    <a:lnTo>
                      <a:pt x="1118461" y="239924"/>
                    </a:lnTo>
                    <a:lnTo>
                      <a:pt x="1120804" y="244790"/>
                    </a:lnTo>
                    <a:lnTo>
                      <a:pt x="1125669" y="242447"/>
                    </a:lnTo>
                    <a:lnTo>
                      <a:pt x="1130355" y="252177"/>
                    </a:lnTo>
                    <a:lnTo>
                      <a:pt x="1135220" y="249835"/>
                    </a:lnTo>
                    <a:lnTo>
                      <a:pt x="1149456" y="266953"/>
                    </a:lnTo>
                    <a:lnTo>
                      <a:pt x="1144771" y="257223"/>
                    </a:lnTo>
                    <a:lnTo>
                      <a:pt x="1149636" y="254880"/>
                    </a:lnTo>
                    <a:lnTo>
                      <a:pt x="1144951" y="245149"/>
                    </a:lnTo>
                    <a:lnTo>
                      <a:pt x="1149816" y="242806"/>
                    </a:lnTo>
                    <a:lnTo>
                      <a:pt x="1145130" y="233076"/>
                    </a:lnTo>
                    <a:lnTo>
                      <a:pt x="1149996" y="230733"/>
                    </a:lnTo>
                    <a:lnTo>
                      <a:pt x="1147653" y="225868"/>
                    </a:lnTo>
                    <a:moveTo>
                      <a:pt x="1377224" y="109330"/>
                    </a:moveTo>
                    <a:lnTo>
                      <a:pt x="1376505" y="157623"/>
                    </a:lnTo>
                    <a:lnTo>
                      <a:pt x="1338301" y="128072"/>
                    </a:lnTo>
                    <a:lnTo>
                      <a:pt x="1377224" y="109330"/>
                    </a:lnTo>
                    <a:lnTo>
                      <a:pt x="1372359" y="111672"/>
                    </a:lnTo>
                    <a:lnTo>
                      <a:pt x="1371819" y="147893"/>
                    </a:lnTo>
                    <a:lnTo>
                      <a:pt x="1343167" y="125729"/>
                    </a:lnTo>
                    <a:lnTo>
                      <a:pt x="1345509" y="130594"/>
                    </a:lnTo>
                    <a:lnTo>
                      <a:pt x="1374701" y="116538"/>
                    </a:lnTo>
                    <a:lnTo>
                      <a:pt x="1372359" y="111672"/>
                    </a:lnTo>
                    <a:lnTo>
                      <a:pt x="1377224" y="109330"/>
                    </a:lnTo>
                    <a:lnTo>
                      <a:pt x="1372179" y="123746"/>
                    </a:lnTo>
                    <a:lnTo>
                      <a:pt x="1377044" y="121403"/>
                    </a:lnTo>
                    <a:lnTo>
                      <a:pt x="1371999" y="135819"/>
                    </a:lnTo>
                    <a:lnTo>
                      <a:pt x="1376864" y="133477"/>
                    </a:lnTo>
                    <a:lnTo>
                      <a:pt x="1374162" y="152758"/>
                    </a:lnTo>
                    <a:lnTo>
                      <a:pt x="1357403" y="142848"/>
                    </a:lnTo>
                    <a:lnTo>
                      <a:pt x="1362268" y="140505"/>
                    </a:lnTo>
                    <a:lnTo>
                      <a:pt x="1347852" y="135460"/>
                    </a:lnTo>
                    <a:lnTo>
                      <a:pt x="1352717" y="133117"/>
                    </a:lnTo>
                    <a:lnTo>
                      <a:pt x="1338301" y="128072"/>
                    </a:lnTo>
                    <a:lnTo>
                      <a:pt x="1350375" y="128252"/>
                    </a:lnTo>
                    <a:lnTo>
                      <a:pt x="1352897" y="121044"/>
                    </a:lnTo>
                    <a:lnTo>
                      <a:pt x="1360105" y="123566"/>
                    </a:lnTo>
                    <a:lnTo>
                      <a:pt x="1362628" y="116358"/>
                    </a:lnTo>
                    <a:lnTo>
                      <a:pt x="1369836" y="118881"/>
                    </a:lnTo>
                    <a:lnTo>
                      <a:pt x="1377224" y="109330"/>
                    </a:lnTo>
                    <a:lnTo>
                      <a:pt x="1374701" y="116538"/>
                    </a:lnTo>
                    <a:lnTo>
                      <a:pt x="1367493" y="114015"/>
                    </a:lnTo>
                    <a:lnTo>
                      <a:pt x="1364971" y="121223"/>
                    </a:lnTo>
                    <a:lnTo>
                      <a:pt x="1357763" y="118701"/>
                    </a:lnTo>
                    <a:lnTo>
                      <a:pt x="1355240" y="125909"/>
                    </a:lnTo>
                    <a:lnTo>
                      <a:pt x="1348032" y="123386"/>
                    </a:lnTo>
                    <a:lnTo>
                      <a:pt x="1345509" y="130594"/>
                    </a:lnTo>
                    <a:lnTo>
                      <a:pt x="1347852" y="135460"/>
                    </a:lnTo>
                    <a:lnTo>
                      <a:pt x="1352717" y="133117"/>
                    </a:lnTo>
                    <a:lnTo>
                      <a:pt x="1357403" y="142848"/>
                    </a:lnTo>
                    <a:lnTo>
                      <a:pt x="1362268" y="140505"/>
                    </a:lnTo>
                    <a:lnTo>
                      <a:pt x="1376505" y="157623"/>
                    </a:lnTo>
                    <a:lnTo>
                      <a:pt x="1371819" y="147893"/>
                    </a:lnTo>
                    <a:lnTo>
                      <a:pt x="1376685" y="145550"/>
                    </a:lnTo>
                    <a:lnTo>
                      <a:pt x="1371999" y="135819"/>
                    </a:lnTo>
                    <a:lnTo>
                      <a:pt x="1376864" y="133477"/>
                    </a:lnTo>
                    <a:lnTo>
                      <a:pt x="1372179" y="123746"/>
                    </a:lnTo>
                    <a:lnTo>
                      <a:pt x="1377044" y="121403"/>
                    </a:lnTo>
                    <a:lnTo>
                      <a:pt x="1374701" y="116538"/>
                    </a:lnTo>
                    <a:moveTo>
                      <a:pt x="1604272" y="0"/>
                    </a:moveTo>
                    <a:lnTo>
                      <a:pt x="1603553" y="48294"/>
                    </a:lnTo>
                    <a:lnTo>
                      <a:pt x="1565350" y="18742"/>
                    </a:lnTo>
                    <a:lnTo>
                      <a:pt x="1604272" y="0"/>
                    </a:lnTo>
                    <a:lnTo>
                      <a:pt x="1599407" y="2343"/>
                    </a:lnTo>
                    <a:lnTo>
                      <a:pt x="1598868" y="38563"/>
                    </a:lnTo>
                    <a:lnTo>
                      <a:pt x="1570215" y="16399"/>
                    </a:lnTo>
                    <a:lnTo>
                      <a:pt x="1572558" y="21265"/>
                    </a:lnTo>
                    <a:lnTo>
                      <a:pt x="1601750" y="7208"/>
                    </a:lnTo>
                    <a:lnTo>
                      <a:pt x="1599407" y="2343"/>
                    </a:lnTo>
                    <a:lnTo>
                      <a:pt x="1604272" y="0"/>
                    </a:lnTo>
                    <a:lnTo>
                      <a:pt x="1599227" y="14416"/>
                    </a:lnTo>
                    <a:lnTo>
                      <a:pt x="1604093" y="12073"/>
                    </a:lnTo>
                    <a:lnTo>
                      <a:pt x="1599047" y="26490"/>
                    </a:lnTo>
                    <a:lnTo>
                      <a:pt x="1603913" y="24147"/>
                    </a:lnTo>
                    <a:lnTo>
                      <a:pt x="1601210" y="43428"/>
                    </a:lnTo>
                    <a:lnTo>
                      <a:pt x="1584451" y="33518"/>
                    </a:lnTo>
                    <a:lnTo>
                      <a:pt x="1589317" y="31175"/>
                    </a:lnTo>
                    <a:lnTo>
                      <a:pt x="1574901" y="26130"/>
                    </a:lnTo>
                    <a:lnTo>
                      <a:pt x="1579766" y="23787"/>
                    </a:lnTo>
                    <a:lnTo>
                      <a:pt x="1565350" y="18742"/>
                    </a:lnTo>
                    <a:lnTo>
                      <a:pt x="1577423" y="18922"/>
                    </a:lnTo>
                    <a:lnTo>
                      <a:pt x="1579946" y="11714"/>
                    </a:lnTo>
                    <a:lnTo>
                      <a:pt x="1587154" y="14236"/>
                    </a:lnTo>
                    <a:lnTo>
                      <a:pt x="1589676" y="7028"/>
                    </a:lnTo>
                    <a:lnTo>
                      <a:pt x="1596884" y="9551"/>
                    </a:lnTo>
                    <a:lnTo>
                      <a:pt x="1604272" y="0"/>
                    </a:lnTo>
                    <a:lnTo>
                      <a:pt x="1601750" y="7208"/>
                    </a:lnTo>
                    <a:lnTo>
                      <a:pt x="1594542" y="4686"/>
                    </a:lnTo>
                    <a:lnTo>
                      <a:pt x="1592019" y="11894"/>
                    </a:lnTo>
                    <a:lnTo>
                      <a:pt x="1584811" y="9371"/>
                    </a:lnTo>
                    <a:lnTo>
                      <a:pt x="1582288" y="16579"/>
                    </a:lnTo>
                    <a:lnTo>
                      <a:pt x="1575080" y="14057"/>
                    </a:lnTo>
                    <a:lnTo>
                      <a:pt x="1572558" y="21265"/>
                    </a:lnTo>
                    <a:lnTo>
                      <a:pt x="1574901" y="26130"/>
                    </a:lnTo>
                    <a:lnTo>
                      <a:pt x="1579766" y="23787"/>
                    </a:lnTo>
                    <a:lnTo>
                      <a:pt x="1584451" y="33518"/>
                    </a:lnTo>
                    <a:lnTo>
                      <a:pt x="1589317" y="31175"/>
                    </a:lnTo>
                    <a:lnTo>
                      <a:pt x="1603553" y="48294"/>
                    </a:lnTo>
                    <a:lnTo>
                      <a:pt x="1598868" y="38563"/>
                    </a:lnTo>
                    <a:lnTo>
                      <a:pt x="1603733" y="36220"/>
                    </a:lnTo>
                    <a:lnTo>
                      <a:pt x="1599047" y="26490"/>
                    </a:lnTo>
                    <a:lnTo>
                      <a:pt x="1603913" y="24147"/>
                    </a:lnTo>
                    <a:lnTo>
                      <a:pt x="1599227" y="14416"/>
                    </a:lnTo>
                    <a:lnTo>
                      <a:pt x="1604093" y="12073"/>
                    </a:lnTo>
                    <a:lnTo>
                      <a:pt x="1601750" y="7208"/>
                    </a:lnTo>
                    <a:moveTo>
                      <a:pt x="1854469" y="56516"/>
                    </a:moveTo>
                    <a:lnTo>
                      <a:pt x="1806172" y="56148"/>
                    </a:lnTo>
                    <a:lnTo>
                      <a:pt x="1835445" y="17731"/>
                    </a:lnTo>
                    <a:lnTo>
                      <a:pt x="1854469" y="56516"/>
                    </a:lnTo>
                    <a:lnTo>
                      <a:pt x="1852091" y="51668"/>
                    </a:lnTo>
                    <a:lnTo>
                      <a:pt x="1815868" y="51392"/>
                    </a:lnTo>
                    <a:lnTo>
                      <a:pt x="1837823" y="22579"/>
                    </a:lnTo>
                    <a:lnTo>
                      <a:pt x="1832975" y="24957"/>
                    </a:lnTo>
                    <a:lnTo>
                      <a:pt x="1847243" y="54046"/>
                    </a:lnTo>
                    <a:lnTo>
                      <a:pt x="1852091" y="51668"/>
                    </a:lnTo>
                    <a:lnTo>
                      <a:pt x="1854469" y="56516"/>
                    </a:lnTo>
                    <a:lnTo>
                      <a:pt x="1840017" y="51576"/>
                    </a:lnTo>
                    <a:lnTo>
                      <a:pt x="1842395" y="56424"/>
                    </a:lnTo>
                    <a:lnTo>
                      <a:pt x="1827943" y="51484"/>
                    </a:lnTo>
                    <a:lnTo>
                      <a:pt x="1830321" y="56332"/>
                    </a:lnTo>
                    <a:lnTo>
                      <a:pt x="1811020" y="53770"/>
                    </a:lnTo>
                    <a:lnTo>
                      <a:pt x="1820808" y="36940"/>
                    </a:lnTo>
                    <a:lnTo>
                      <a:pt x="1823186" y="41788"/>
                    </a:lnTo>
                    <a:lnTo>
                      <a:pt x="1828127" y="27335"/>
                    </a:lnTo>
                    <a:lnTo>
                      <a:pt x="1830505" y="32184"/>
                    </a:lnTo>
                    <a:lnTo>
                      <a:pt x="1835445" y="17731"/>
                    </a:lnTo>
                    <a:lnTo>
                      <a:pt x="1835353" y="29806"/>
                    </a:lnTo>
                    <a:lnTo>
                      <a:pt x="1842579" y="32276"/>
                    </a:lnTo>
                    <a:lnTo>
                      <a:pt x="1840109" y="39502"/>
                    </a:lnTo>
                    <a:lnTo>
                      <a:pt x="1847335" y="41972"/>
                    </a:lnTo>
                    <a:lnTo>
                      <a:pt x="1844865" y="49198"/>
                    </a:lnTo>
                    <a:lnTo>
                      <a:pt x="1854469" y="56516"/>
                    </a:lnTo>
                    <a:lnTo>
                      <a:pt x="1847243" y="54046"/>
                    </a:lnTo>
                    <a:lnTo>
                      <a:pt x="1849713" y="46820"/>
                    </a:lnTo>
                    <a:lnTo>
                      <a:pt x="1842487" y="44350"/>
                    </a:lnTo>
                    <a:lnTo>
                      <a:pt x="1844957" y="37124"/>
                    </a:lnTo>
                    <a:lnTo>
                      <a:pt x="1837731" y="34654"/>
                    </a:lnTo>
                    <a:lnTo>
                      <a:pt x="1840201" y="27427"/>
                    </a:lnTo>
                    <a:lnTo>
                      <a:pt x="1832975" y="24957"/>
                    </a:lnTo>
                    <a:lnTo>
                      <a:pt x="1828127" y="27335"/>
                    </a:lnTo>
                    <a:lnTo>
                      <a:pt x="1830505" y="32184"/>
                    </a:lnTo>
                    <a:lnTo>
                      <a:pt x="1820808" y="36940"/>
                    </a:lnTo>
                    <a:lnTo>
                      <a:pt x="1823186" y="41788"/>
                    </a:lnTo>
                    <a:lnTo>
                      <a:pt x="1806172" y="56148"/>
                    </a:lnTo>
                    <a:lnTo>
                      <a:pt x="1815868" y="51392"/>
                    </a:lnTo>
                    <a:lnTo>
                      <a:pt x="1818246" y="56240"/>
                    </a:lnTo>
                    <a:lnTo>
                      <a:pt x="1827943" y="51484"/>
                    </a:lnTo>
                    <a:lnTo>
                      <a:pt x="1830321" y="56332"/>
                    </a:lnTo>
                    <a:lnTo>
                      <a:pt x="1840017" y="51576"/>
                    </a:lnTo>
                    <a:lnTo>
                      <a:pt x="1842395" y="56424"/>
                    </a:lnTo>
                    <a:lnTo>
                      <a:pt x="1847243" y="5404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07" name="Контур"/>
              <p:cNvSpPr/>
              <p:nvPr/>
            </p:nvSpPr>
            <p:spPr>
              <a:xfrm>
                <a:off x="2968915" y="9095288"/>
                <a:ext cx="522953" cy="1092712"/>
              </a:xfrm>
              <a:custGeom>
                <a:avLst/>
                <a:gdLst/>
                <a:ahLst/>
                <a:cxnLst/>
                <a:rect l="l" t="t" r="r" b="b"/>
                <a:pathLst>
                  <a:path w="522953" h="1092712" fill="none">
                    <a:moveTo>
                      <a:pt x="0" y="0"/>
                    </a:moveTo>
                    <a:lnTo>
                      <a:pt x="16318" y="34096"/>
                    </a:lnTo>
                    <a:moveTo>
                      <a:pt x="16318" y="34096"/>
                    </a:moveTo>
                    <a:lnTo>
                      <a:pt x="32636" y="68192"/>
                    </a:lnTo>
                    <a:moveTo>
                      <a:pt x="32636" y="68192"/>
                    </a:moveTo>
                    <a:lnTo>
                      <a:pt x="41246" y="86182"/>
                    </a:lnTo>
                    <a:moveTo>
                      <a:pt x="41246" y="86182"/>
                    </a:moveTo>
                    <a:lnTo>
                      <a:pt x="57564" y="120278"/>
                    </a:lnTo>
                    <a:moveTo>
                      <a:pt x="57564" y="120278"/>
                    </a:moveTo>
                    <a:lnTo>
                      <a:pt x="73882" y="154375"/>
                    </a:lnTo>
                    <a:moveTo>
                      <a:pt x="73882" y="154375"/>
                    </a:moveTo>
                    <a:lnTo>
                      <a:pt x="90200" y="188471"/>
                    </a:lnTo>
                    <a:moveTo>
                      <a:pt x="90200" y="188471"/>
                    </a:moveTo>
                    <a:lnTo>
                      <a:pt x="106518" y="222568"/>
                    </a:lnTo>
                    <a:moveTo>
                      <a:pt x="106518" y="222568"/>
                    </a:moveTo>
                    <a:lnTo>
                      <a:pt x="122836" y="256664"/>
                    </a:lnTo>
                    <a:moveTo>
                      <a:pt x="122836" y="256664"/>
                    </a:moveTo>
                    <a:lnTo>
                      <a:pt x="139153" y="290760"/>
                    </a:lnTo>
                    <a:moveTo>
                      <a:pt x="139153" y="290760"/>
                    </a:moveTo>
                    <a:lnTo>
                      <a:pt x="155471" y="324857"/>
                    </a:lnTo>
                    <a:moveTo>
                      <a:pt x="155471" y="324857"/>
                    </a:moveTo>
                    <a:lnTo>
                      <a:pt x="171789" y="358953"/>
                    </a:lnTo>
                    <a:moveTo>
                      <a:pt x="171789" y="358953"/>
                    </a:moveTo>
                    <a:lnTo>
                      <a:pt x="188107" y="393050"/>
                    </a:lnTo>
                    <a:moveTo>
                      <a:pt x="188107" y="393050"/>
                    </a:moveTo>
                    <a:lnTo>
                      <a:pt x="204425" y="427146"/>
                    </a:lnTo>
                    <a:moveTo>
                      <a:pt x="204425" y="427146"/>
                    </a:moveTo>
                    <a:lnTo>
                      <a:pt x="220743" y="461242"/>
                    </a:lnTo>
                    <a:moveTo>
                      <a:pt x="220743" y="461242"/>
                    </a:moveTo>
                    <a:lnTo>
                      <a:pt x="237061" y="495339"/>
                    </a:lnTo>
                    <a:moveTo>
                      <a:pt x="237061" y="495339"/>
                    </a:moveTo>
                    <a:lnTo>
                      <a:pt x="253379" y="529435"/>
                    </a:lnTo>
                    <a:moveTo>
                      <a:pt x="253379" y="529435"/>
                    </a:moveTo>
                    <a:lnTo>
                      <a:pt x="269697" y="563532"/>
                    </a:lnTo>
                    <a:moveTo>
                      <a:pt x="269697" y="563532"/>
                    </a:moveTo>
                    <a:lnTo>
                      <a:pt x="286015" y="597628"/>
                    </a:lnTo>
                    <a:moveTo>
                      <a:pt x="286015" y="597628"/>
                    </a:moveTo>
                    <a:lnTo>
                      <a:pt x="302333" y="631724"/>
                    </a:lnTo>
                    <a:moveTo>
                      <a:pt x="302333" y="631724"/>
                    </a:moveTo>
                    <a:lnTo>
                      <a:pt x="318651" y="665821"/>
                    </a:lnTo>
                    <a:moveTo>
                      <a:pt x="318651" y="665821"/>
                    </a:moveTo>
                    <a:lnTo>
                      <a:pt x="334969" y="699917"/>
                    </a:lnTo>
                    <a:moveTo>
                      <a:pt x="334969" y="699917"/>
                    </a:moveTo>
                    <a:lnTo>
                      <a:pt x="351287" y="734014"/>
                    </a:lnTo>
                    <a:moveTo>
                      <a:pt x="351287" y="734014"/>
                    </a:moveTo>
                    <a:lnTo>
                      <a:pt x="367605" y="768110"/>
                    </a:lnTo>
                    <a:moveTo>
                      <a:pt x="367605" y="768110"/>
                    </a:moveTo>
                    <a:lnTo>
                      <a:pt x="383923" y="802206"/>
                    </a:lnTo>
                    <a:moveTo>
                      <a:pt x="383923" y="802206"/>
                    </a:moveTo>
                    <a:lnTo>
                      <a:pt x="400241" y="836303"/>
                    </a:lnTo>
                    <a:moveTo>
                      <a:pt x="400241" y="836303"/>
                    </a:moveTo>
                    <a:lnTo>
                      <a:pt x="416558" y="870399"/>
                    </a:lnTo>
                    <a:moveTo>
                      <a:pt x="416558" y="870399"/>
                    </a:moveTo>
                    <a:lnTo>
                      <a:pt x="432876" y="904496"/>
                    </a:lnTo>
                    <a:moveTo>
                      <a:pt x="432876" y="904496"/>
                    </a:moveTo>
                    <a:lnTo>
                      <a:pt x="449194" y="938592"/>
                    </a:lnTo>
                    <a:moveTo>
                      <a:pt x="449194" y="938592"/>
                    </a:moveTo>
                    <a:lnTo>
                      <a:pt x="465512" y="972688"/>
                    </a:lnTo>
                    <a:moveTo>
                      <a:pt x="465512" y="972688"/>
                    </a:moveTo>
                    <a:lnTo>
                      <a:pt x="481830" y="1006785"/>
                    </a:lnTo>
                    <a:moveTo>
                      <a:pt x="481830" y="1006785"/>
                    </a:moveTo>
                    <a:lnTo>
                      <a:pt x="498148" y="1040881"/>
                    </a:lnTo>
                    <a:moveTo>
                      <a:pt x="498148" y="1040881"/>
                    </a:moveTo>
                    <a:lnTo>
                      <a:pt x="514466" y="1074978"/>
                    </a:lnTo>
                    <a:moveTo>
                      <a:pt x="514466" y="1074978"/>
                    </a:moveTo>
                    <a:lnTo>
                      <a:pt x="522953" y="109271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08" name="Контур"/>
              <p:cNvSpPr/>
              <p:nvPr/>
            </p:nvSpPr>
            <p:spPr>
              <a:xfrm>
                <a:off x="3010161" y="8874703"/>
                <a:ext cx="310795" cy="306767"/>
              </a:xfrm>
              <a:custGeom>
                <a:avLst/>
                <a:gdLst/>
                <a:ahLst/>
                <a:cxnLst/>
                <a:rect l="l" t="t" r="r" b="b"/>
                <a:pathLst>
                  <a:path w="310795" h="306767" fill="none">
                    <a:moveTo>
                      <a:pt x="0" y="306767"/>
                    </a:moveTo>
                    <a:lnTo>
                      <a:pt x="153592" y="212753"/>
                    </a:lnTo>
                    <a:lnTo>
                      <a:pt x="310246" y="130086"/>
                    </a:lnTo>
                    <a:lnTo>
                      <a:pt x="306702" y="124256"/>
                    </a:lnTo>
                    <a:lnTo>
                      <a:pt x="253443" y="35937"/>
                    </a:lnTo>
                    <a:moveTo>
                      <a:pt x="253443" y="35937"/>
                    </a:moveTo>
                    <a:lnTo>
                      <a:pt x="310795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09" name="Контур"/>
              <p:cNvSpPr/>
              <p:nvPr/>
            </p:nvSpPr>
            <p:spPr>
              <a:xfrm>
                <a:off x="2975843" y="8045537"/>
                <a:ext cx="960702" cy="601997"/>
              </a:xfrm>
              <a:custGeom>
                <a:avLst/>
                <a:gdLst/>
                <a:ahLst/>
                <a:cxnLst/>
                <a:rect l="l" t="t" r="r" b="b"/>
                <a:pathLst>
                  <a:path w="960702" h="601997" fill="none">
                    <a:moveTo>
                      <a:pt x="0" y="601997"/>
                    </a:moveTo>
                    <a:lnTo>
                      <a:pt x="32031" y="581926"/>
                    </a:lnTo>
                    <a:moveTo>
                      <a:pt x="32031" y="581926"/>
                    </a:moveTo>
                    <a:lnTo>
                      <a:pt x="64062" y="561855"/>
                    </a:lnTo>
                    <a:moveTo>
                      <a:pt x="64062" y="561855"/>
                    </a:moveTo>
                    <a:lnTo>
                      <a:pt x="96093" y="541783"/>
                    </a:lnTo>
                    <a:moveTo>
                      <a:pt x="96093" y="541783"/>
                    </a:moveTo>
                    <a:lnTo>
                      <a:pt x="128124" y="521712"/>
                    </a:lnTo>
                    <a:moveTo>
                      <a:pt x="128124" y="521712"/>
                    </a:moveTo>
                    <a:lnTo>
                      <a:pt x="160155" y="501640"/>
                    </a:lnTo>
                    <a:moveTo>
                      <a:pt x="160155" y="501640"/>
                    </a:moveTo>
                    <a:lnTo>
                      <a:pt x="192186" y="481569"/>
                    </a:lnTo>
                    <a:moveTo>
                      <a:pt x="192186" y="481569"/>
                    </a:moveTo>
                    <a:lnTo>
                      <a:pt x="224217" y="461498"/>
                    </a:lnTo>
                    <a:moveTo>
                      <a:pt x="224217" y="461498"/>
                    </a:moveTo>
                    <a:lnTo>
                      <a:pt x="256248" y="441426"/>
                    </a:lnTo>
                    <a:moveTo>
                      <a:pt x="256248" y="441426"/>
                    </a:moveTo>
                    <a:lnTo>
                      <a:pt x="287095" y="422096"/>
                    </a:lnTo>
                    <a:lnTo>
                      <a:pt x="288278" y="421355"/>
                    </a:lnTo>
                    <a:moveTo>
                      <a:pt x="288278" y="421355"/>
                    </a:moveTo>
                    <a:lnTo>
                      <a:pt x="320309" y="401283"/>
                    </a:lnTo>
                    <a:moveTo>
                      <a:pt x="320309" y="401283"/>
                    </a:moveTo>
                    <a:lnTo>
                      <a:pt x="352340" y="381212"/>
                    </a:lnTo>
                    <a:moveTo>
                      <a:pt x="352340" y="381212"/>
                    </a:moveTo>
                    <a:lnTo>
                      <a:pt x="384371" y="361141"/>
                    </a:lnTo>
                    <a:moveTo>
                      <a:pt x="384371" y="361141"/>
                    </a:moveTo>
                    <a:lnTo>
                      <a:pt x="416402" y="341070"/>
                    </a:lnTo>
                    <a:moveTo>
                      <a:pt x="416402" y="341070"/>
                    </a:moveTo>
                    <a:lnTo>
                      <a:pt x="448433" y="320998"/>
                    </a:lnTo>
                    <a:moveTo>
                      <a:pt x="448433" y="320998"/>
                    </a:moveTo>
                    <a:lnTo>
                      <a:pt x="480464" y="300927"/>
                    </a:lnTo>
                    <a:moveTo>
                      <a:pt x="480464" y="300927"/>
                    </a:moveTo>
                    <a:lnTo>
                      <a:pt x="512495" y="280856"/>
                    </a:lnTo>
                    <a:moveTo>
                      <a:pt x="512495" y="280856"/>
                    </a:moveTo>
                    <a:lnTo>
                      <a:pt x="544526" y="260784"/>
                    </a:lnTo>
                    <a:moveTo>
                      <a:pt x="544526" y="260784"/>
                    </a:moveTo>
                    <a:lnTo>
                      <a:pt x="576557" y="240713"/>
                    </a:lnTo>
                    <a:moveTo>
                      <a:pt x="576557" y="240713"/>
                    </a:moveTo>
                    <a:lnTo>
                      <a:pt x="608588" y="220642"/>
                    </a:lnTo>
                    <a:moveTo>
                      <a:pt x="608588" y="220642"/>
                    </a:moveTo>
                    <a:lnTo>
                      <a:pt x="640619" y="200571"/>
                    </a:lnTo>
                    <a:moveTo>
                      <a:pt x="640619" y="200571"/>
                    </a:moveTo>
                    <a:lnTo>
                      <a:pt x="672650" y="180499"/>
                    </a:lnTo>
                    <a:moveTo>
                      <a:pt x="672650" y="180499"/>
                    </a:moveTo>
                    <a:lnTo>
                      <a:pt x="704681" y="160428"/>
                    </a:lnTo>
                    <a:moveTo>
                      <a:pt x="704681" y="160428"/>
                    </a:moveTo>
                    <a:lnTo>
                      <a:pt x="736712" y="140357"/>
                    </a:lnTo>
                    <a:moveTo>
                      <a:pt x="736712" y="140357"/>
                    </a:moveTo>
                    <a:lnTo>
                      <a:pt x="768743" y="120285"/>
                    </a:lnTo>
                    <a:moveTo>
                      <a:pt x="768743" y="120285"/>
                    </a:moveTo>
                    <a:lnTo>
                      <a:pt x="800774" y="100214"/>
                    </a:lnTo>
                    <a:moveTo>
                      <a:pt x="800774" y="100214"/>
                    </a:moveTo>
                    <a:lnTo>
                      <a:pt x="832805" y="80143"/>
                    </a:lnTo>
                    <a:moveTo>
                      <a:pt x="832805" y="80143"/>
                    </a:moveTo>
                    <a:lnTo>
                      <a:pt x="864836" y="60072"/>
                    </a:lnTo>
                    <a:moveTo>
                      <a:pt x="864836" y="60072"/>
                    </a:moveTo>
                    <a:lnTo>
                      <a:pt x="896867" y="40000"/>
                    </a:lnTo>
                    <a:moveTo>
                      <a:pt x="896867" y="40000"/>
                    </a:moveTo>
                    <a:lnTo>
                      <a:pt x="928898" y="19929"/>
                    </a:lnTo>
                    <a:moveTo>
                      <a:pt x="928898" y="19929"/>
                    </a:moveTo>
                    <a:lnTo>
                      <a:pt x="960702" y="0"/>
                    </a:lnTo>
                    <a:moveTo>
                      <a:pt x="0" y="601997"/>
                    </a:moveTo>
                    <a:lnTo>
                      <a:pt x="32031" y="581926"/>
                    </a:lnTo>
                    <a:moveTo>
                      <a:pt x="32031" y="581926"/>
                    </a:moveTo>
                    <a:lnTo>
                      <a:pt x="64062" y="561855"/>
                    </a:lnTo>
                    <a:moveTo>
                      <a:pt x="64062" y="561855"/>
                    </a:moveTo>
                    <a:lnTo>
                      <a:pt x="96093" y="541783"/>
                    </a:lnTo>
                    <a:moveTo>
                      <a:pt x="96093" y="541783"/>
                    </a:moveTo>
                    <a:lnTo>
                      <a:pt x="128124" y="521712"/>
                    </a:lnTo>
                    <a:moveTo>
                      <a:pt x="128124" y="521712"/>
                    </a:moveTo>
                    <a:lnTo>
                      <a:pt x="160155" y="501640"/>
                    </a:lnTo>
                    <a:moveTo>
                      <a:pt x="160155" y="501640"/>
                    </a:moveTo>
                    <a:lnTo>
                      <a:pt x="192186" y="481569"/>
                    </a:lnTo>
                    <a:moveTo>
                      <a:pt x="192186" y="481569"/>
                    </a:moveTo>
                    <a:lnTo>
                      <a:pt x="224217" y="461498"/>
                    </a:lnTo>
                    <a:moveTo>
                      <a:pt x="224217" y="461498"/>
                    </a:moveTo>
                    <a:lnTo>
                      <a:pt x="256248" y="441426"/>
                    </a:lnTo>
                    <a:moveTo>
                      <a:pt x="256248" y="441426"/>
                    </a:moveTo>
                    <a:lnTo>
                      <a:pt x="287095" y="422096"/>
                    </a:lnTo>
                    <a:lnTo>
                      <a:pt x="288278" y="421355"/>
                    </a:lnTo>
                    <a:moveTo>
                      <a:pt x="288278" y="421355"/>
                    </a:moveTo>
                    <a:lnTo>
                      <a:pt x="320309" y="401283"/>
                    </a:lnTo>
                    <a:moveTo>
                      <a:pt x="320309" y="401283"/>
                    </a:moveTo>
                    <a:lnTo>
                      <a:pt x="352340" y="381212"/>
                    </a:lnTo>
                    <a:moveTo>
                      <a:pt x="352340" y="381212"/>
                    </a:moveTo>
                    <a:lnTo>
                      <a:pt x="384371" y="361141"/>
                    </a:lnTo>
                    <a:moveTo>
                      <a:pt x="384371" y="361141"/>
                    </a:moveTo>
                    <a:lnTo>
                      <a:pt x="416402" y="341070"/>
                    </a:lnTo>
                    <a:moveTo>
                      <a:pt x="416402" y="341070"/>
                    </a:moveTo>
                    <a:lnTo>
                      <a:pt x="448433" y="320998"/>
                    </a:lnTo>
                    <a:moveTo>
                      <a:pt x="448433" y="320998"/>
                    </a:moveTo>
                    <a:lnTo>
                      <a:pt x="480464" y="300927"/>
                    </a:lnTo>
                    <a:moveTo>
                      <a:pt x="480464" y="300927"/>
                    </a:moveTo>
                    <a:lnTo>
                      <a:pt x="512495" y="280856"/>
                    </a:lnTo>
                    <a:moveTo>
                      <a:pt x="512495" y="280856"/>
                    </a:moveTo>
                    <a:lnTo>
                      <a:pt x="544526" y="260784"/>
                    </a:lnTo>
                    <a:moveTo>
                      <a:pt x="544526" y="260784"/>
                    </a:moveTo>
                    <a:lnTo>
                      <a:pt x="576557" y="240713"/>
                    </a:lnTo>
                    <a:moveTo>
                      <a:pt x="576557" y="240713"/>
                    </a:moveTo>
                    <a:lnTo>
                      <a:pt x="608588" y="220642"/>
                    </a:lnTo>
                    <a:moveTo>
                      <a:pt x="608588" y="220642"/>
                    </a:moveTo>
                    <a:lnTo>
                      <a:pt x="640619" y="200571"/>
                    </a:lnTo>
                    <a:moveTo>
                      <a:pt x="640619" y="200571"/>
                    </a:moveTo>
                    <a:lnTo>
                      <a:pt x="672650" y="180499"/>
                    </a:lnTo>
                    <a:moveTo>
                      <a:pt x="672650" y="180499"/>
                    </a:moveTo>
                    <a:lnTo>
                      <a:pt x="704681" y="160428"/>
                    </a:lnTo>
                    <a:moveTo>
                      <a:pt x="704681" y="160428"/>
                    </a:moveTo>
                    <a:lnTo>
                      <a:pt x="736712" y="140357"/>
                    </a:lnTo>
                    <a:moveTo>
                      <a:pt x="736712" y="140357"/>
                    </a:moveTo>
                    <a:lnTo>
                      <a:pt x="768743" y="120285"/>
                    </a:lnTo>
                    <a:moveTo>
                      <a:pt x="768743" y="120285"/>
                    </a:moveTo>
                    <a:lnTo>
                      <a:pt x="800774" y="100214"/>
                    </a:lnTo>
                    <a:moveTo>
                      <a:pt x="800774" y="100214"/>
                    </a:moveTo>
                    <a:lnTo>
                      <a:pt x="832805" y="80143"/>
                    </a:lnTo>
                    <a:moveTo>
                      <a:pt x="832805" y="80143"/>
                    </a:moveTo>
                    <a:lnTo>
                      <a:pt x="864836" y="60072"/>
                    </a:lnTo>
                    <a:moveTo>
                      <a:pt x="864836" y="60072"/>
                    </a:moveTo>
                    <a:lnTo>
                      <a:pt x="896867" y="40000"/>
                    </a:lnTo>
                    <a:moveTo>
                      <a:pt x="896867" y="40000"/>
                    </a:moveTo>
                    <a:lnTo>
                      <a:pt x="928898" y="19929"/>
                    </a:lnTo>
                    <a:moveTo>
                      <a:pt x="928898" y="19929"/>
                    </a:moveTo>
                    <a:lnTo>
                      <a:pt x="960702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10" name="Контур"/>
              <p:cNvSpPr/>
              <p:nvPr/>
            </p:nvSpPr>
            <p:spPr>
              <a:xfrm>
                <a:off x="4319268" y="7738440"/>
                <a:ext cx="752670" cy="579055"/>
              </a:xfrm>
              <a:custGeom>
                <a:avLst/>
                <a:gdLst/>
                <a:ahLst/>
                <a:cxnLst/>
                <a:rect l="l" t="t" r="r" b="b"/>
                <a:pathLst>
                  <a:path w="752670" h="579055" fill="none">
                    <a:moveTo>
                      <a:pt x="683541" y="0"/>
                    </a:moveTo>
                    <a:lnTo>
                      <a:pt x="683550" y="13"/>
                    </a:lnTo>
                    <a:lnTo>
                      <a:pt x="751063" y="106381"/>
                    </a:lnTo>
                    <a:moveTo>
                      <a:pt x="751063" y="106381"/>
                    </a:moveTo>
                    <a:lnTo>
                      <a:pt x="752670" y="108913"/>
                    </a:lnTo>
                    <a:lnTo>
                      <a:pt x="651422" y="178756"/>
                    </a:lnTo>
                    <a:moveTo>
                      <a:pt x="651422" y="178756"/>
                    </a:moveTo>
                    <a:lnTo>
                      <a:pt x="547705" y="250301"/>
                    </a:lnTo>
                    <a:moveTo>
                      <a:pt x="547705" y="250301"/>
                    </a:moveTo>
                    <a:lnTo>
                      <a:pt x="443988" y="321847"/>
                    </a:lnTo>
                    <a:moveTo>
                      <a:pt x="443988" y="321847"/>
                    </a:moveTo>
                    <a:lnTo>
                      <a:pt x="340271" y="393393"/>
                    </a:lnTo>
                    <a:moveTo>
                      <a:pt x="340271" y="393393"/>
                    </a:moveTo>
                    <a:lnTo>
                      <a:pt x="247230" y="457573"/>
                    </a:lnTo>
                    <a:lnTo>
                      <a:pt x="234590" y="460482"/>
                    </a:lnTo>
                    <a:moveTo>
                      <a:pt x="234590" y="460482"/>
                    </a:moveTo>
                    <a:lnTo>
                      <a:pt x="229230" y="461715"/>
                    </a:lnTo>
                    <a:lnTo>
                      <a:pt x="127290" y="525969"/>
                    </a:lnTo>
                    <a:moveTo>
                      <a:pt x="127290" y="525969"/>
                    </a:moveTo>
                    <a:lnTo>
                      <a:pt x="43067" y="579055"/>
                    </a:lnTo>
                    <a:lnTo>
                      <a:pt x="28967" y="556686"/>
                    </a:lnTo>
                    <a:moveTo>
                      <a:pt x="28967" y="556686"/>
                    </a:moveTo>
                    <a:lnTo>
                      <a:pt x="0" y="51072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11" name="Контур"/>
              <p:cNvSpPr/>
              <p:nvPr/>
            </p:nvSpPr>
            <p:spPr>
              <a:xfrm>
                <a:off x="4381218" y="7868845"/>
                <a:ext cx="691569" cy="397945"/>
              </a:xfrm>
              <a:custGeom>
                <a:avLst/>
                <a:gdLst/>
                <a:ahLst/>
                <a:cxnLst/>
                <a:rect l="l" t="t" r="r" b="b"/>
                <a:pathLst>
                  <a:path w="691569" h="397945" fill="none">
                    <a:moveTo>
                      <a:pt x="643521" y="4914"/>
                    </a:moveTo>
                    <a:lnTo>
                      <a:pt x="691569" y="0"/>
                    </a:lnTo>
                    <a:lnTo>
                      <a:pt x="666671" y="41387"/>
                    </a:lnTo>
                    <a:lnTo>
                      <a:pt x="643521" y="4914"/>
                    </a:lnTo>
                    <a:lnTo>
                      <a:pt x="646415" y="9473"/>
                    </a:lnTo>
                    <a:lnTo>
                      <a:pt x="682451" y="5788"/>
                    </a:lnTo>
                    <a:lnTo>
                      <a:pt x="663777" y="36828"/>
                    </a:lnTo>
                    <a:lnTo>
                      <a:pt x="668336" y="33934"/>
                    </a:lnTo>
                    <a:lnTo>
                      <a:pt x="650974" y="6579"/>
                    </a:lnTo>
                    <a:lnTo>
                      <a:pt x="646415" y="9473"/>
                    </a:lnTo>
                    <a:lnTo>
                      <a:pt x="643521" y="4914"/>
                    </a:lnTo>
                    <a:lnTo>
                      <a:pt x="658427" y="8245"/>
                    </a:lnTo>
                    <a:lnTo>
                      <a:pt x="655533" y="3685"/>
                    </a:lnTo>
                    <a:lnTo>
                      <a:pt x="670439" y="7016"/>
                    </a:lnTo>
                    <a:lnTo>
                      <a:pt x="667545" y="2457"/>
                    </a:lnTo>
                    <a:lnTo>
                      <a:pt x="687010" y="2894"/>
                    </a:lnTo>
                    <a:lnTo>
                      <a:pt x="679120" y="20694"/>
                    </a:lnTo>
                    <a:lnTo>
                      <a:pt x="676226" y="16135"/>
                    </a:lnTo>
                    <a:lnTo>
                      <a:pt x="672896" y="31040"/>
                    </a:lnTo>
                    <a:lnTo>
                      <a:pt x="670002" y="26481"/>
                    </a:lnTo>
                    <a:lnTo>
                      <a:pt x="666671" y="41387"/>
                    </a:lnTo>
                    <a:lnTo>
                      <a:pt x="665443" y="29375"/>
                    </a:lnTo>
                    <a:lnTo>
                      <a:pt x="657990" y="27710"/>
                    </a:lnTo>
                    <a:lnTo>
                      <a:pt x="659655" y="20257"/>
                    </a:lnTo>
                    <a:lnTo>
                      <a:pt x="652202" y="18591"/>
                    </a:lnTo>
                    <a:lnTo>
                      <a:pt x="653868" y="11138"/>
                    </a:lnTo>
                    <a:lnTo>
                      <a:pt x="643521" y="4914"/>
                    </a:lnTo>
                    <a:lnTo>
                      <a:pt x="650974" y="6579"/>
                    </a:lnTo>
                    <a:lnTo>
                      <a:pt x="649308" y="14032"/>
                    </a:lnTo>
                    <a:lnTo>
                      <a:pt x="656761" y="15697"/>
                    </a:lnTo>
                    <a:lnTo>
                      <a:pt x="655096" y="23150"/>
                    </a:lnTo>
                    <a:lnTo>
                      <a:pt x="662549" y="24816"/>
                    </a:lnTo>
                    <a:lnTo>
                      <a:pt x="660883" y="32269"/>
                    </a:lnTo>
                    <a:lnTo>
                      <a:pt x="668336" y="33934"/>
                    </a:lnTo>
                    <a:lnTo>
                      <a:pt x="672896" y="31040"/>
                    </a:lnTo>
                    <a:lnTo>
                      <a:pt x="670002" y="26481"/>
                    </a:lnTo>
                    <a:lnTo>
                      <a:pt x="679120" y="20694"/>
                    </a:lnTo>
                    <a:lnTo>
                      <a:pt x="676226" y="16135"/>
                    </a:lnTo>
                    <a:lnTo>
                      <a:pt x="691569" y="0"/>
                    </a:lnTo>
                    <a:lnTo>
                      <a:pt x="682451" y="5788"/>
                    </a:lnTo>
                    <a:lnTo>
                      <a:pt x="679557" y="1229"/>
                    </a:lnTo>
                    <a:lnTo>
                      <a:pt x="670439" y="7016"/>
                    </a:lnTo>
                    <a:lnTo>
                      <a:pt x="667545" y="2457"/>
                    </a:lnTo>
                    <a:lnTo>
                      <a:pt x="658427" y="8245"/>
                    </a:lnTo>
                    <a:lnTo>
                      <a:pt x="655533" y="3685"/>
                    </a:lnTo>
                    <a:lnTo>
                      <a:pt x="650974" y="6579"/>
                    </a:lnTo>
                    <a:moveTo>
                      <a:pt x="455092" y="75446"/>
                    </a:moveTo>
                    <a:lnTo>
                      <a:pt x="461842" y="123271"/>
                    </a:lnTo>
                    <a:lnTo>
                      <a:pt x="419532" y="99976"/>
                    </a:lnTo>
                    <a:lnTo>
                      <a:pt x="455092" y="75446"/>
                    </a:lnTo>
                    <a:lnTo>
                      <a:pt x="450647" y="78513"/>
                    </a:lnTo>
                    <a:lnTo>
                      <a:pt x="455710" y="114381"/>
                    </a:lnTo>
                    <a:lnTo>
                      <a:pt x="423977" y="96910"/>
                    </a:lnTo>
                    <a:lnTo>
                      <a:pt x="427044" y="101355"/>
                    </a:lnTo>
                    <a:lnTo>
                      <a:pt x="453714" y="82958"/>
                    </a:lnTo>
                    <a:lnTo>
                      <a:pt x="450647" y="78513"/>
                    </a:lnTo>
                    <a:lnTo>
                      <a:pt x="455092" y="75446"/>
                    </a:lnTo>
                    <a:lnTo>
                      <a:pt x="452335" y="90469"/>
                    </a:lnTo>
                    <a:lnTo>
                      <a:pt x="456780" y="87403"/>
                    </a:lnTo>
                    <a:lnTo>
                      <a:pt x="454022" y="102425"/>
                    </a:lnTo>
                    <a:lnTo>
                      <a:pt x="458467" y="99359"/>
                    </a:lnTo>
                    <a:lnTo>
                      <a:pt x="458776" y="118826"/>
                    </a:lnTo>
                    <a:lnTo>
                      <a:pt x="440687" y="111624"/>
                    </a:lnTo>
                    <a:lnTo>
                      <a:pt x="445132" y="108558"/>
                    </a:lnTo>
                    <a:lnTo>
                      <a:pt x="430110" y="105800"/>
                    </a:lnTo>
                    <a:lnTo>
                      <a:pt x="434555" y="102734"/>
                    </a:lnTo>
                    <a:lnTo>
                      <a:pt x="419532" y="99976"/>
                    </a:lnTo>
                    <a:lnTo>
                      <a:pt x="431489" y="98289"/>
                    </a:lnTo>
                    <a:lnTo>
                      <a:pt x="432867" y="90778"/>
                    </a:lnTo>
                    <a:lnTo>
                      <a:pt x="440379" y="92156"/>
                    </a:lnTo>
                    <a:lnTo>
                      <a:pt x="441757" y="84645"/>
                    </a:lnTo>
                    <a:lnTo>
                      <a:pt x="449269" y="86024"/>
                    </a:lnTo>
                    <a:lnTo>
                      <a:pt x="455092" y="75446"/>
                    </a:lnTo>
                    <a:lnTo>
                      <a:pt x="453714" y="82958"/>
                    </a:lnTo>
                    <a:lnTo>
                      <a:pt x="446202" y="81579"/>
                    </a:lnTo>
                    <a:lnTo>
                      <a:pt x="444824" y="89090"/>
                    </a:lnTo>
                    <a:lnTo>
                      <a:pt x="437312" y="87711"/>
                    </a:lnTo>
                    <a:lnTo>
                      <a:pt x="435934" y="95223"/>
                    </a:lnTo>
                    <a:lnTo>
                      <a:pt x="428422" y="93844"/>
                    </a:lnTo>
                    <a:lnTo>
                      <a:pt x="427044" y="101355"/>
                    </a:lnTo>
                    <a:lnTo>
                      <a:pt x="430110" y="105800"/>
                    </a:lnTo>
                    <a:lnTo>
                      <a:pt x="434555" y="102734"/>
                    </a:lnTo>
                    <a:lnTo>
                      <a:pt x="440687" y="111624"/>
                    </a:lnTo>
                    <a:lnTo>
                      <a:pt x="445132" y="108558"/>
                    </a:lnTo>
                    <a:lnTo>
                      <a:pt x="461842" y="123271"/>
                    </a:lnTo>
                    <a:lnTo>
                      <a:pt x="455710" y="114381"/>
                    </a:lnTo>
                    <a:lnTo>
                      <a:pt x="460155" y="111315"/>
                    </a:lnTo>
                    <a:lnTo>
                      <a:pt x="454022" y="102425"/>
                    </a:lnTo>
                    <a:lnTo>
                      <a:pt x="458467" y="99359"/>
                    </a:lnTo>
                    <a:lnTo>
                      <a:pt x="452335" y="90469"/>
                    </a:lnTo>
                    <a:lnTo>
                      <a:pt x="456780" y="87403"/>
                    </a:lnTo>
                    <a:lnTo>
                      <a:pt x="453714" y="82958"/>
                    </a:lnTo>
                    <a:moveTo>
                      <a:pt x="247658" y="218537"/>
                    </a:moveTo>
                    <a:lnTo>
                      <a:pt x="254408" y="266363"/>
                    </a:lnTo>
                    <a:lnTo>
                      <a:pt x="212098" y="243067"/>
                    </a:lnTo>
                    <a:lnTo>
                      <a:pt x="247658" y="218537"/>
                    </a:lnTo>
                    <a:lnTo>
                      <a:pt x="243213" y="221604"/>
                    </a:lnTo>
                    <a:lnTo>
                      <a:pt x="248276" y="257473"/>
                    </a:lnTo>
                    <a:lnTo>
                      <a:pt x="216543" y="240001"/>
                    </a:lnTo>
                    <a:lnTo>
                      <a:pt x="219609" y="244446"/>
                    </a:lnTo>
                    <a:lnTo>
                      <a:pt x="246280" y="226049"/>
                    </a:lnTo>
                    <a:lnTo>
                      <a:pt x="243213" y="221604"/>
                    </a:lnTo>
                    <a:lnTo>
                      <a:pt x="247658" y="218537"/>
                    </a:lnTo>
                    <a:lnTo>
                      <a:pt x="244901" y="233560"/>
                    </a:lnTo>
                    <a:lnTo>
                      <a:pt x="249346" y="230494"/>
                    </a:lnTo>
                    <a:lnTo>
                      <a:pt x="246588" y="245516"/>
                    </a:lnTo>
                    <a:lnTo>
                      <a:pt x="251033" y="242450"/>
                    </a:lnTo>
                    <a:lnTo>
                      <a:pt x="251342" y="261918"/>
                    </a:lnTo>
                    <a:lnTo>
                      <a:pt x="233253" y="254715"/>
                    </a:lnTo>
                    <a:lnTo>
                      <a:pt x="237698" y="251649"/>
                    </a:lnTo>
                    <a:lnTo>
                      <a:pt x="222676" y="248891"/>
                    </a:lnTo>
                    <a:lnTo>
                      <a:pt x="227121" y="245825"/>
                    </a:lnTo>
                    <a:lnTo>
                      <a:pt x="212098" y="243067"/>
                    </a:lnTo>
                    <a:lnTo>
                      <a:pt x="224054" y="241380"/>
                    </a:lnTo>
                    <a:lnTo>
                      <a:pt x="225433" y="233869"/>
                    </a:lnTo>
                    <a:lnTo>
                      <a:pt x="232944" y="235247"/>
                    </a:lnTo>
                    <a:lnTo>
                      <a:pt x="234323" y="227736"/>
                    </a:lnTo>
                    <a:lnTo>
                      <a:pt x="241835" y="229115"/>
                    </a:lnTo>
                    <a:lnTo>
                      <a:pt x="247658" y="218537"/>
                    </a:lnTo>
                    <a:lnTo>
                      <a:pt x="246280" y="226049"/>
                    </a:lnTo>
                    <a:lnTo>
                      <a:pt x="238768" y="224670"/>
                    </a:lnTo>
                    <a:lnTo>
                      <a:pt x="237389" y="232181"/>
                    </a:lnTo>
                    <a:lnTo>
                      <a:pt x="229878" y="230802"/>
                    </a:lnTo>
                    <a:lnTo>
                      <a:pt x="228499" y="238314"/>
                    </a:lnTo>
                    <a:lnTo>
                      <a:pt x="220988" y="236935"/>
                    </a:lnTo>
                    <a:lnTo>
                      <a:pt x="219609" y="244446"/>
                    </a:lnTo>
                    <a:lnTo>
                      <a:pt x="222676" y="248891"/>
                    </a:lnTo>
                    <a:lnTo>
                      <a:pt x="227121" y="245825"/>
                    </a:lnTo>
                    <a:lnTo>
                      <a:pt x="233253" y="254715"/>
                    </a:lnTo>
                    <a:lnTo>
                      <a:pt x="237698" y="251649"/>
                    </a:lnTo>
                    <a:lnTo>
                      <a:pt x="254408" y="266363"/>
                    </a:lnTo>
                    <a:lnTo>
                      <a:pt x="248276" y="257473"/>
                    </a:lnTo>
                    <a:lnTo>
                      <a:pt x="252721" y="254406"/>
                    </a:lnTo>
                    <a:lnTo>
                      <a:pt x="246588" y="245516"/>
                    </a:lnTo>
                    <a:lnTo>
                      <a:pt x="251033" y="242450"/>
                    </a:lnTo>
                    <a:lnTo>
                      <a:pt x="244901" y="233560"/>
                    </a:lnTo>
                    <a:lnTo>
                      <a:pt x="249346" y="230494"/>
                    </a:lnTo>
                    <a:lnTo>
                      <a:pt x="246280" y="226049"/>
                    </a:lnTo>
                    <a:moveTo>
                      <a:pt x="36546" y="349881"/>
                    </a:moveTo>
                    <a:lnTo>
                      <a:pt x="41308" y="397945"/>
                    </a:lnTo>
                    <a:lnTo>
                      <a:pt x="0" y="372916"/>
                    </a:lnTo>
                    <a:lnTo>
                      <a:pt x="36546" y="349881"/>
                    </a:lnTo>
                    <a:lnTo>
                      <a:pt x="31978" y="352760"/>
                    </a:lnTo>
                    <a:lnTo>
                      <a:pt x="35550" y="388808"/>
                    </a:lnTo>
                    <a:lnTo>
                      <a:pt x="4568" y="370037"/>
                    </a:lnTo>
                    <a:lnTo>
                      <a:pt x="7448" y="374605"/>
                    </a:lnTo>
                    <a:lnTo>
                      <a:pt x="34857" y="357329"/>
                    </a:lnTo>
                    <a:lnTo>
                      <a:pt x="31978" y="352760"/>
                    </a:lnTo>
                    <a:lnTo>
                      <a:pt x="36546" y="349881"/>
                    </a:lnTo>
                    <a:lnTo>
                      <a:pt x="33169" y="364776"/>
                    </a:lnTo>
                    <a:lnTo>
                      <a:pt x="37737" y="361897"/>
                    </a:lnTo>
                    <a:lnTo>
                      <a:pt x="34359" y="376792"/>
                    </a:lnTo>
                    <a:lnTo>
                      <a:pt x="38927" y="373913"/>
                    </a:lnTo>
                    <a:lnTo>
                      <a:pt x="38429" y="393376"/>
                    </a:lnTo>
                    <a:lnTo>
                      <a:pt x="20654" y="385431"/>
                    </a:lnTo>
                    <a:lnTo>
                      <a:pt x="25223" y="382551"/>
                    </a:lnTo>
                    <a:lnTo>
                      <a:pt x="10327" y="379173"/>
                    </a:lnTo>
                    <a:lnTo>
                      <a:pt x="14895" y="376294"/>
                    </a:lnTo>
                    <a:lnTo>
                      <a:pt x="0" y="372916"/>
                    </a:lnTo>
                    <a:lnTo>
                      <a:pt x="12016" y="371726"/>
                    </a:lnTo>
                    <a:lnTo>
                      <a:pt x="13705" y="364278"/>
                    </a:lnTo>
                    <a:lnTo>
                      <a:pt x="21153" y="365967"/>
                    </a:lnTo>
                    <a:lnTo>
                      <a:pt x="22841" y="358519"/>
                    </a:lnTo>
                    <a:lnTo>
                      <a:pt x="30289" y="360208"/>
                    </a:lnTo>
                    <a:lnTo>
                      <a:pt x="36546" y="349881"/>
                    </a:lnTo>
                    <a:lnTo>
                      <a:pt x="34857" y="357329"/>
                    </a:lnTo>
                    <a:lnTo>
                      <a:pt x="27410" y="355640"/>
                    </a:lnTo>
                    <a:lnTo>
                      <a:pt x="25721" y="363088"/>
                    </a:lnTo>
                    <a:lnTo>
                      <a:pt x="18273" y="361399"/>
                    </a:lnTo>
                    <a:lnTo>
                      <a:pt x="16584" y="368846"/>
                    </a:lnTo>
                    <a:lnTo>
                      <a:pt x="9137" y="367157"/>
                    </a:lnTo>
                    <a:lnTo>
                      <a:pt x="7448" y="374605"/>
                    </a:lnTo>
                    <a:lnTo>
                      <a:pt x="10327" y="379173"/>
                    </a:lnTo>
                    <a:lnTo>
                      <a:pt x="14895" y="376294"/>
                    </a:lnTo>
                    <a:lnTo>
                      <a:pt x="20654" y="385431"/>
                    </a:lnTo>
                    <a:lnTo>
                      <a:pt x="25223" y="382551"/>
                    </a:lnTo>
                    <a:lnTo>
                      <a:pt x="41308" y="397945"/>
                    </a:lnTo>
                    <a:lnTo>
                      <a:pt x="35550" y="388808"/>
                    </a:lnTo>
                    <a:lnTo>
                      <a:pt x="40118" y="385929"/>
                    </a:lnTo>
                    <a:lnTo>
                      <a:pt x="34359" y="376792"/>
                    </a:lnTo>
                    <a:lnTo>
                      <a:pt x="38927" y="373913"/>
                    </a:lnTo>
                    <a:lnTo>
                      <a:pt x="33169" y="364776"/>
                    </a:lnTo>
                    <a:lnTo>
                      <a:pt x="37737" y="361897"/>
                    </a:lnTo>
                    <a:lnTo>
                      <a:pt x="34857" y="35732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13" name="Контур"/>
              <p:cNvSpPr/>
              <p:nvPr/>
            </p:nvSpPr>
            <p:spPr>
              <a:xfrm>
                <a:off x="3320956" y="8249169"/>
                <a:ext cx="998312" cy="625534"/>
              </a:xfrm>
              <a:custGeom>
                <a:avLst/>
                <a:gdLst/>
                <a:ahLst/>
                <a:cxnLst/>
                <a:rect l="l" t="t" r="r" b="b"/>
                <a:pathLst>
                  <a:path w="998312" h="625534" fill="none">
                    <a:moveTo>
                      <a:pt x="0" y="625534"/>
                    </a:moveTo>
                    <a:lnTo>
                      <a:pt x="99831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12" name="Надпись"/>
              <p:cNvSpPr txBox="1"/>
              <p:nvPr/>
            </p:nvSpPr>
            <p:spPr>
              <a:xfrm rot="19675745">
                <a:off x="3570047" y="8577664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315" name="Контур"/>
              <p:cNvSpPr/>
              <p:nvPr/>
            </p:nvSpPr>
            <p:spPr>
              <a:xfrm>
                <a:off x="4319268" y="7738440"/>
                <a:ext cx="683541" cy="510729"/>
              </a:xfrm>
              <a:custGeom>
                <a:avLst/>
                <a:gdLst/>
                <a:ahLst/>
                <a:cxnLst/>
                <a:rect l="l" t="t" r="r" b="b"/>
                <a:pathLst>
                  <a:path w="683541" h="510729" fill="none">
                    <a:moveTo>
                      <a:pt x="0" y="510729"/>
                    </a:moveTo>
                    <a:lnTo>
                      <a:pt x="487440" y="205303"/>
                    </a:lnTo>
                    <a:lnTo>
                      <a:pt x="492939" y="128875"/>
                    </a:lnTo>
                    <a:lnTo>
                      <a:pt x="493650" y="118993"/>
                    </a:lnTo>
                    <a:lnTo>
                      <a:pt x="683541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14" name="Надпись"/>
              <p:cNvSpPr txBox="1"/>
              <p:nvPr/>
            </p:nvSpPr>
            <p:spPr>
              <a:xfrm rot="19675745">
                <a:off x="4312924" y="8112184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316" name="Контур"/>
              <p:cNvSpPr/>
              <p:nvPr/>
            </p:nvSpPr>
            <p:spPr>
              <a:xfrm>
                <a:off x="1457806" y="4652976"/>
                <a:ext cx="289532" cy="318346"/>
              </a:xfrm>
              <a:custGeom>
                <a:avLst/>
                <a:gdLst/>
                <a:ahLst/>
                <a:cxnLst/>
                <a:rect l="l" t="t" r="r" b="b"/>
                <a:pathLst>
                  <a:path w="289532" h="318346" fill="none">
                    <a:moveTo>
                      <a:pt x="119662" y="0"/>
                    </a:moveTo>
                    <a:lnTo>
                      <a:pt x="141482" y="39427"/>
                    </a:lnTo>
                    <a:lnTo>
                      <a:pt x="152822" y="48787"/>
                    </a:lnTo>
                    <a:lnTo>
                      <a:pt x="165332" y="56527"/>
                    </a:lnTo>
                    <a:lnTo>
                      <a:pt x="178652" y="62557"/>
                    </a:lnTo>
                    <a:lnTo>
                      <a:pt x="192782" y="66787"/>
                    </a:lnTo>
                    <a:lnTo>
                      <a:pt x="207272" y="69127"/>
                    </a:lnTo>
                    <a:lnTo>
                      <a:pt x="221942" y="69667"/>
                    </a:lnTo>
                    <a:lnTo>
                      <a:pt x="236522" y="68227"/>
                    </a:lnTo>
                    <a:lnTo>
                      <a:pt x="250832" y="64807"/>
                    </a:lnTo>
                    <a:moveTo>
                      <a:pt x="289532" y="44197"/>
                    </a:moveTo>
                    <a:lnTo>
                      <a:pt x="0" y="318346"/>
                    </a:lnTo>
                    <a:moveTo>
                      <a:pt x="0" y="318346"/>
                    </a:moveTo>
                    <a:lnTo>
                      <a:pt x="289532" y="44197"/>
                    </a:lnTo>
                    <a:moveTo>
                      <a:pt x="250832" y="64807"/>
                    </a:moveTo>
                    <a:lnTo>
                      <a:pt x="289532" y="44197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17" name="Контур"/>
              <p:cNvSpPr/>
              <p:nvPr/>
            </p:nvSpPr>
            <p:spPr>
              <a:xfrm>
                <a:off x="1421358" y="4366807"/>
                <a:ext cx="961560" cy="889446"/>
              </a:xfrm>
              <a:custGeom>
                <a:avLst/>
                <a:gdLst/>
                <a:ahLst/>
                <a:cxnLst/>
                <a:rect l="l" t="t" r="r" b="b"/>
                <a:pathLst>
                  <a:path w="961560" h="889446" fill="none">
                    <a:moveTo>
                      <a:pt x="0" y="889446"/>
                    </a:moveTo>
                    <a:lnTo>
                      <a:pt x="27839" y="863876"/>
                    </a:lnTo>
                    <a:moveTo>
                      <a:pt x="27839" y="863876"/>
                    </a:moveTo>
                    <a:lnTo>
                      <a:pt x="55677" y="838305"/>
                    </a:lnTo>
                    <a:moveTo>
                      <a:pt x="55677" y="838305"/>
                    </a:moveTo>
                    <a:lnTo>
                      <a:pt x="83516" y="812735"/>
                    </a:lnTo>
                    <a:moveTo>
                      <a:pt x="83516" y="812735"/>
                    </a:moveTo>
                    <a:lnTo>
                      <a:pt x="111355" y="787164"/>
                    </a:lnTo>
                    <a:moveTo>
                      <a:pt x="111355" y="787164"/>
                    </a:moveTo>
                    <a:lnTo>
                      <a:pt x="139194" y="761594"/>
                    </a:lnTo>
                    <a:moveTo>
                      <a:pt x="139194" y="761594"/>
                    </a:moveTo>
                    <a:lnTo>
                      <a:pt x="167032" y="736023"/>
                    </a:lnTo>
                    <a:moveTo>
                      <a:pt x="167032" y="736023"/>
                    </a:moveTo>
                    <a:lnTo>
                      <a:pt x="194871" y="710453"/>
                    </a:lnTo>
                    <a:moveTo>
                      <a:pt x="194871" y="710453"/>
                    </a:moveTo>
                    <a:lnTo>
                      <a:pt x="222710" y="684883"/>
                    </a:lnTo>
                    <a:moveTo>
                      <a:pt x="222710" y="684883"/>
                    </a:moveTo>
                    <a:lnTo>
                      <a:pt x="250548" y="659312"/>
                    </a:lnTo>
                    <a:moveTo>
                      <a:pt x="250548" y="659312"/>
                    </a:moveTo>
                    <a:lnTo>
                      <a:pt x="278387" y="633742"/>
                    </a:lnTo>
                    <a:moveTo>
                      <a:pt x="278387" y="633742"/>
                    </a:moveTo>
                    <a:lnTo>
                      <a:pt x="306226" y="608171"/>
                    </a:lnTo>
                    <a:moveTo>
                      <a:pt x="306226" y="608171"/>
                    </a:moveTo>
                    <a:lnTo>
                      <a:pt x="334064" y="582601"/>
                    </a:lnTo>
                    <a:moveTo>
                      <a:pt x="334064" y="582601"/>
                    </a:moveTo>
                    <a:lnTo>
                      <a:pt x="361903" y="557030"/>
                    </a:lnTo>
                    <a:moveTo>
                      <a:pt x="361903" y="557030"/>
                    </a:moveTo>
                    <a:lnTo>
                      <a:pt x="389742" y="531460"/>
                    </a:lnTo>
                    <a:moveTo>
                      <a:pt x="389742" y="531460"/>
                    </a:moveTo>
                    <a:lnTo>
                      <a:pt x="417580" y="505889"/>
                    </a:lnTo>
                    <a:moveTo>
                      <a:pt x="417580" y="505889"/>
                    </a:moveTo>
                    <a:lnTo>
                      <a:pt x="445419" y="480319"/>
                    </a:lnTo>
                    <a:moveTo>
                      <a:pt x="445419" y="480319"/>
                    </a:moveTo>
                    <a:lnTo>
                      <a:pt x="473258" y="454748"/>
                    </a:lnTo>
                    <a:moveTo>
                      <a:pt x="473258" y="454748"/>
                    </a:moveTo>
                    <a:lnTo>
                      <a:pt x="501096" y="429178"/>
                    </a:lnTo>
                    <a:moveTo>
                      <a:pt x="501096" y="429178"/>
                    </a:moveTo>
                    <a:lnTo>
                      <a:pt x="528935" y="403607"/>
                    </a:lnTo>
                    <a:moveTo>
                      <a:pt x="528935" y="403607"/>
                    </a:moveTo>
                    <a:lnTo>
                      <a:pt x="541239" y="392306"/>
                    </a:lnTo>
                    <a:lnTo>
                      <a:pt x="556659" y="377913"/>
                    </a:lnTo>
                    <a:moveTo>
                      <a:pt x="556659" y="377913"/>
                    </a:moveTo>
                    <a:lnTo>
                      <a:pt x="584293" y="352122"/>
                    </a:lnTo>
                    <a:moveTo>
                      <a:pt x="584293" y="352122"/>
                    </a:moveTo>
                    <a:lnTo>
                      <a:pt x="611927" y="326330"/>
                    </a:lnTo>
                    <a:moveTo>
                      <a:pt x="611927" y="326330"/>
                    </a:moveTo>
                    <a:lnTo>
                      <a:pt x="639560" y="300538"/>
                    </a:lnTo>
                    <a:moveTo>
                      <a:pt x="639560" y="300538"/>
                    </a:moveTo>
                    <a:lnTo>
                      <a:pt x="667194" y="274746"/>
                    </a:lnTo>
                    <a:moveTo>
                      <a:pt x="667194" y="274746"/>
                    </a:moveTo>
                    <a:lnTo>
                      <a:pt x="694828" y="248954"/>
                    </a:lnTo>
                    <a:moveTo>
                      <a:pt x="694828" y="248954"/>
                    </a:moveTo>
                    <a:lnTo>
                      <a:pt x="722461" y="223162"/>
                    </a:lnTo>
                    <a:moveTo>
                      <a:pt x="722461" y="223162"/>
                    </a:moveTo>
                    <a:lnTo>
                      <a:pt x="750095" y="197371"/>
                    </a:lnTo>
                    <a:moveTo>
                      <a:pt x="750095" y="197371"/>
                    </a:moveTo>
                    <a:lnTo>
                      <a:pt x="777729" y="171579"/>
                    </a:lnTo>
                    <a:moveTo>
                      <a:pt x="777729" y="171579"/>
                    </a:moveTo>
                    <a:lnTo>
                      <a:pt x="805362" y="145787"/>
                    </a:lnTo>
                    <a:moveTo>
                      <a:pt x="805362" y="145787"/>
                    </a:moveTo>
                    <a:lnTo>
                      <a:pt x="832996" y="119995"/>
                    </a:lnTo>
                    <a:moveTo>
                      <a:pt x="832996" y="119995"/>
                    </a:moveTo>
                    <a:lnTo>
                      <a:pt x="860630" y="94203"/>
                    </a:lnTo>
                    <a:moveTo>
                      <a:pt x="860630" y="94203"/>
                    </a:moveTo>
                    <a:lnTo>
                      <a:pt x="888263" y="68411"/>
                    </a:lnTo>
                    <a:moveTo>
                      <a:pt x="888263" y="68411"/>
                    </a:moveTo>
                    <a:lnTo>
                      <a:pt x="915897" y="42619"/>
                    </a:lnTo>
                    <a:moveTo>
                      <a:pt x="915897" y="42619"/>
                    </a:moveTo>
                    <a:lnTo>
                      <a:pt x="943531" y="16828"/>
                    </a:lnTo>
                    <a:moveTo>
                      <a:pt x="943531" y="16828"/>
                    </a:moveTo>
                    <a:lnTo>
                      <a:pt x="961560" y="0"/>
                    </a:lnTo>
                    <a:moveTo>
                      <a:pt x="325980" y="330366"/>
                    </a:moveTo>
                    <a:lnTo>
                      <a:pt x="353608" y="304568"/>
                    </a:lnTo>
                    <a:moveTo>
                      <a:pt x="353608" y="304568"/>
                    </a:moveTo>
                    <a:lnTo>
                      <a:pt x="381235" y="278769"/>
                    </a:lnTo>
                    <a:moveTo>
                      <a:pt x="381235" y="278769"/>
                    </a:moveTo>
                    <a:lnTo>
                      <a:pt x="408863" y="252971"/>
                    </a:lnTo>
                    <a:moveTo>
                      <a:pt x="408863" y="252971"/>
                    </a:moveTo>
                    <a:lnTo>
                      <a:pt x="417060" y="245316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18" name="Контур"/>
              <p:cNvSpPr/>
              <p:nvPr/>
            </p:nvSpPr>
            <p:spPr>
              <a:xfrm>
                <a:off x="1577468" y="4368205"/>
                <a:ext cx="396852" cy="284771"/>
              </a:xfrm>
              <a:custGeom>
                <a:avLst/>
                <a:gdLst/>
                <a:ahLst/>
                <a:cxnLst/>
                <a:rect l="l" t="t" r="r" b="b"/>
                <a:pathLst>
                  <a:path w="396852" h="284771" fill="none">
                    <a:moveTo>
                      <a:pt x="12691" y="215723"/>
                    </a:moveTo>
                    <a:lnTo>
                      <a:pt x="0" y="284771"/>
                    </a:lnTo>
                    <a:moveTo>
                      <a:pt x="396852" y="117290"/>
                    </a:moveTo>
                    <a:lnTo>
                      <a:pt x="260950" y="243918"/>
                    </a:lnTo>
                    <a:moveTo>
                      <a:pt x="396852" y="117290"/>
                    </a:moveTo>
                    <a:lnTo>
                      <a:pt x="260950" y="243918"/>
                    </a:lnTo>
                    <a:moveTo>
                      <a:pt x="260950" y="243918"/>
                    </a:moveTo>
                    <a:lnTo>
                      <a:pt x="176628" y="150293"/>
                    </a:lnTo>
                    <a:moveTo>
                      <a:pt x="176628" y="150293"/>
                    </a:moveTo>
                    <a:lnTo>
                      <a:pt x="92306" y="56667"/>
                    </a:lnTo>
                    <a:moveTo>
                      <a:pt x="92306" y="56667"/>
                    </a:moveTo>
                    <a:lnTo>
                      <a:pt x="41269" y="0"/>
                    </a:lnTo>
                    <a:lnTo>
                      <a:pt x="36065" y="49466"/>
                    </a:lnTo>
                    <a:moveTo>
                      <a:pt x="36065" y="49466"/>
                    </a:moveTo>
                    <a:lnTo>
                      <a:pt x="33299" y="75750"/>
                    </a:lnTo>
                    <a:lnTo>
                      <a:pt x="18795" y="174258"/>
                    </a:lnTo>
                    <a:moveTo>
                      <a:pt x="18795" y="174258"/>
                    </a:moveTo>
                    <a:lnTo>
                      <a:pt x="12691" y="21572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19" name="Контур"/>
              <p:cNvSpPr/>
              <p:nvPr/>
            </p:nvSpPr>
            <p:spPr>
              <a:xfrm>
                <a:off x="1623237" y="4411686"/>
                <a:ext cx="116209" cy="151644"/>
              </a:xfrm>
              <a:custGeom>
                <a:avLst/>
                <a:gdLst/>
                <a:ahLst/>
                <a:cxnLst/>
                <a:rect l="l" t="t" r="r" b="b"/>
                <a:pathLst>
                  <a:path w="116209" h="151644" fill="none">
                    <a:moveTo>
                      <a:pt x="69653" y="119543"/>
                    </a:moveTo>
                    <a:lnTo>
                      <a:pt x="116209" y="106683"/>
                    </a:lnTo>
                    <a:lnTo>
                      <a:pt x="98564" y="151644"/>
                    </a:lnTo>
                    <a:lnTo>
                      <a:pt x="69653" y="119543"/>
                    </a:lnTo>
                    <a:lnTo>
                      <a:pt x="73267" y="123556"/>
                    </a:lnTo>
                    <a:lnTo>
                      <a:pt x="108184" y="113911"/>
                    </a:lnTo>
                    <a:lnTo>
                      <a:pt x="94950" y="147631"/>
                    </a:lnTo>
                    <a:lnTo>
                      <a:pt x="98962" y="144017"/>
                    </a:lnTo>
                    <a:lnTo>
                      <a:pt x="77280" y="119942"/>
                    </a:lnTo>
                    <a:lnTo>
                      <a:pt x="73267" y="123556"/>
                    </a:lnTo>
                    <a:lnTo>
                      <a:pt x="69653" y="119543"/>
                    </a:lnTo>
                    <a:lnTo>
                      <a:pt x="84906" y="120341"/>
                    </a:lnTo>
                    <a:lnTo>
                      <a:pt x="81292" y="116328"/>
                    </a:lnTo>
                    <a:lnTo>
                      <a:pt x="96545" y="117126"/>
                    </a:lnTo>
                    <a:lnTo>
                      <a:pt x="92931" y="113113"/>
                    </a:lnTo>
                    <a:lnTo>
                      <a:pt x="112196" y="110297"/>
                    </a:lnTo>
                    <a:lnTo>
                      <a:pt x="107386" y="129163"/>
                    </a:lnTo>
                    <a:lnTo>
                      <a:pt x="103772" y="125151"/>
                    </a:lnTo>
                    <a:lnTo>
                      <a:pt x="102975" y="140403"/>
                    </a:lnTo>
                    <a:lnTo>
                      <a:pt x="99361" y="136391"/>
                    </a:lnTo>
                    <a:lnTo>
                      <a:pt x="98564" y="151644"/>
                    </a:lnTo>
                    <a:lnTo>
                      <a:pt x="95349" y="140005"/>
                    </a:lnTo>
                    <a:lnTo>
                      <a:pt x="87722" y="139606"/>
                    </a:lnTo>
                    <a:lnTo>
                      <a:pt x="88121" y="131980"/>
                    </a:lnTo>
                    <a:lnTo>
                      <a:pt x="80495" y="131581"/>
                    </a:lnTo>
                    <a:lnTo>
                      <a:pt x="80893" y="123955"/>
                    </a:lnTo>
                    <a:lnTo>
                      <a:pt x="69653" y="119543"/>
                    </a:lnTo>
                    <a:lnTo>
                      <a:pt x="77280" y="119942"/>
                    </a:lnTo>
                    <a:lnTo>
                      <a:pt x="76881" y="127568"/>
                    </a:lnTo>
                    <a:lnTo>
                      <a:pt x="84507" y="127967"/>
                    </a:lnTo>
                    <a:lnTo>
                      <a:pt x="84108" y="135593"/>
                    </a:lnTo>
                    <a:lnTo>
                      <a:pt x="91735" y="135992"/>
                    </a:lnTo>
                    <a:lnTo>
                      <a:pt x="91336" y="143619"/>
                    </a:lnTo>
                    <a:lnTo>
                      <a:pt x="98962" y="144017"/>
                    </a:lnTo>
                    <a:lnTo>
                      <a:pt x="102975" y="140403"/>
                    </a:lnTo>
                    <a:lnTo>
                      <a:pt x="99361" y="136391"/>
                    </a:lnTo>
                    <a:lnTo>
                      <a:pt x="107386" y="129163"/>
                    </a:lnTo>
                    <a:lnTo>
                      <a:pt x="103772" y="125151"/>
                    </a:lnTo>
                    <a:lnTo>
                      <a:pt x="116209" y="106683"/>
                    </a:lnTo>
                    <a:lnTo>
                      <a:pt x="108184" y="113911"/>
                    </a:lnTo>
                    <a:lnTo>
                      <a:pt x="104570" y="109898"/>
                    </a:lnTo>
                    <a:lnTo>
                      <a:pt x="96545" y="117126"/>
                    </a:lnTo>
                    <a:lnTo>
                      <a:pt x="92931" y="113113"/>
                    </a:lnTo>
                    <a:lnTo>
                      <a:pt x="84906" y="120341"/>
                    </a:lnTo>
                    <a:lnTo>
                      <a:pt x="81292" y="116328"/>
                    </a:lnTo>
                    <a:lnTo>
                      <a:pt x="77280" y="119942"/>
                    </a:lnTo>
                    <a:moveTo>
                      <a:pt x="40703" y="42962"/>
                    </a:moveTo>
                    <a:lnTo>
                      <a:pt x="0" y="16960"/>
                    </a:lnTo>
                    <a:lnTo>
                      <a:pt x="45223" y="0"/>
                    </a:lnTo>
                    <a:lnTo>
                      <a:pt x="40703" y="42962"/>
                    </a:lnTo>
                    <a:lnTo>
                      <a:pt x="41268" y="37592"/>
                    </a:lnTo>
                    <a:lnTo>
                      <a:pt x="10741" y="18090"/>
                    </a:lnTo>
                    <a:lnTo>
                      <a:pt x="44658" y="5370"/>
                    </a:lnTo>
                    <a:lnTo>
                      <a:pt x="39288" y="4805"/>
                    </a:lnTo>
                    <a:lnTo>
                      <a:pt x="35897" y="37027"/>
                    </a:lnTo>
                    <a:lnTo>
                      <a:pt x="41268" y="37592"/>
                    </a:lnTo>
                    <a:lnTo>
                      <a:pt x="40703" y="42962"/>
                    </a:lnTo>
                    <a:lnTo>
                      <a:pt x="31092" y="31092"/>
                    </a:lnTo>
                    <a:lnTo>
                      <a:pt x="30527" y="36462"/>
                    </a:lnTo>
                    <a:lnTo>
                      <a:pt x="20917" y="24591"/>
                    </a:lnTo>
                    <a:lnTo>
                      <a:pt x="20352" y="29961"/>
                    </a:lnTo>
                    <a:lnTo>
                      <a:pt x="5371" y="17525"/>
                    </a:lnTo>
                    <a:lnTo>
                      <a:pt x="22612" y="8480"/>
                    </a:lnTo>
                    <a:lnTo>
                      <a:pt x="22047" y="13850"/>
                    </a:lnTo>
                    <a:lnTo>
                      <a:pt x="33918" y="4240"/>
                    </a:lnTo>
                    <a:lnTo>
                      <a:pt x="33353" y="9610"/>
                    </a:lnTo>
                    <a:lnTo>
                      <a:pt x="45223" y="0"/>
                    </a:lnTo>
                    <a:lnTo>
                      <a:pt x="38723" y="10175"/>
                    </a:lnTo>
                    <a:lnTo>
                      <a:pt x="43528" y="16111"/>
                    </a:lnTo>
                    <a:lnTo>
                      <a:pt x="37593" y="20916"/>
                    </a:lnTo>
                    <a:lnTo>
                      <a:pt x="42398" y="26851"/>
                    </a:lnTo>
                    <a:lnTo>
                      <a:pt x="36463" y="31657"/>
                    </a:lnTo>
                    <a:lnTo>
                      <a:pt x="40703" y="42962"/>
                    </a:lnTo>
                    <a:lnTo>
                      <a:pt x="35897" y="37027"/>
                    </a:lnTo>
                    <a:lnTo>
                      <a:pt x="41833" y="32222"/>
                    </a:lnTo>
                    <a:lnTo>
                      <a:pt x="37028" y="26286"/>
                    </a:lnTo>
                    <a:lnTo>
                      <a:pt x="42963" y="21481"/>
                    </a:lnTo>
                    <a:lnTo>
                      <a:pt x="38158" y="15546"/>
                    </a:lnTo>
                    <a:lnTo>
                      <a:pt x="44093" y="10740"/>
                    </a:lnTo>
                    <a:lnTo>
                      <a:pt x="39288" y="4805"/>
                    </a:lnTo>
                    <a:lnTo>
                      <a:pt x="33918" y="4240"/>
                    </a:lnTo>
                    <a:lnTo>
                      <a:pt x="33353" y="9610"/>
                    </a:lnTo>
                    <a:lnTo>
                      <a:pt x="22612" y="8480"/>
                    </a:lnTo>
                    <a:lnTo>
                      <a:pt x="22047" y="13850"/>
                    </a:lnTo>
                    <a:lnTo>
                      <a:pt x="0" y="16960"/>
                    </a:lnTo>
                    <a:lnTo>
                      <a:pt x="10741" y="18090"/>
                    </a:lnTo>
                    <a:lnTo>
                      <a:pt x="10176" y="23461"/>
                    </a:lnTo>
                    <a:lnTo>
                      <a:pt x="20917" y="24591"/>
                    </a:lnTo>
                    <a:lnTo>
                      <a:pt x="20352" y="29961"/>
                    </a:lnTo>
                    <a:lnTo>
                      <a:pt x="31092" y="31092"/>
                    </a:lnTo>
                    <a:lnTo>
                      <a:pt x="30527" y="36462"/>
                    </a:lnTo>
                    <a:lnTo>
                      <a:pt x="35897" y="370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20" name="Контур"/>
              <p:cNvSpPr/>
              <p:nvPr/>
            </p:nvSpPr>
            <p:spPr>
              <a:xfrm>
                <a:off x="2382918" y="4222954"/>
                <a:ext cx="151675" cy="143853"/>
              </a:xfrm>
              <a:custGeom>
                <a:avLst/>
                <a:gdLst/>
                <a:ahLst/>
                <a:cxnLst/>
                <a:rect l="l" t="t" r="r" b="b"/>
                <a:pathLst>
                  <a:path w="151675" h="143853" fill="none">
                    <a:moveTo>
                      <a:pt x="0" y="143853"/>
                    </a:moveTo>
                    <a:lnTo>
                      <a:pt x="27634" y="118061"/>
                    </a:lnTo>
                    <a:moveTo>
                      <a:pt x="27634" y="118061"/>
                    </a:moveTo>
                    <a:lnTo>
                      <a:pt x="55268" y="92269"/>
                    </a:lnTo>
                    <a:moveTo>
                      <a:pt x="55268" y="92269"/>
                    </a:moveTo>
                    <a:lnTo>
                      <a:pt x="82902" y="66477"/>
                    </a:lnTo>
                    <a:moveTo>
                      <a:pt x="82902" y="66477"/>
                    </a:moveTo>
                    <a:lnTo>
                      <a:pt x="110535" y="40685"/>
                    </a:lnTo>
                    <a:moveTo>
                      <a:pt x="110535" y="40685"/>
                    </a:moveTo>
                    <a:lnTo>
                      <a:pt x="111935" y="39379"/>
                    </a:lnTo>
                    <a:lnTo>
                      <a:pt x="128443" y="23410"/>
                    </a:lnTo>
                    <a:lnTo>
                      <a:pt x="137586" y="14285"/>
                    </a:lnTo>
                    <a:moveTo>
                      <a:pt x="137586" y="14285"/>
                    </a:moveTo>
                    <a:lnTo>
                      <a:pt x="144699" y="7186"/>
                    </a:lnTo>
                    <a:lnTo>
                      <a:pt x="151675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21" name="Контур"/>
              <p:cNvSpPr/>
              <p:nvPr/>
            </p:nvSpPr>
            <p:spPr>
              <a:xfrm>
                <a:off x="1948848" y="1736083"/>
                <a:ext cx="680310" cy="2545069"/>
              </a:xfrm>
              <a:custGeom>
                <a:avLst/>
                <a:gdLst/>
                <a:ahLst/>
                <a:cxnLst/>
                <a:rect l="l" t="t" r="r" b="b"/>
                <a:pathLst>
                  <a:path w="680310" h="2545069" fill="none">
                    <a:moveTo>
                      <a:pt x="434070" y="2369808"/>
                    </a:moveTo>
                    <a:lnTo>
                      <a:pt x="416340" y="2388781"/>
                    </a:lnTo>
                    <a:lnTo>
                      <a:pt x="297465" y="2499698"/>
                    </a:lnTo>
                    <a:lnTo>
                      <a:pt x="287280" y="2509200"/>
                    </a:lnTo>
                    <a:lnTo>
                      <a:pt x="275490" y="2519370"/>
                    </a:lnTo>
                    <a:lnTo>
                      <a:pt x="262530" y="2528100"/>
                    </a:lnTo>
                    <a:lnTo>
                      <a:pt x="248629" y="2535054"/>
                    </a:lnTo>
                    <a:lnTo>
                      <a:pt x="233950" y="2540272"/>
                    </a:lnTo>
                    <a:lnTo>
                      <a:pt x="218736" y="2543627"/>
                    </a:lnTo>
                    <a:lnTo>
                      <a:pt x="203226" y="2545069"/>
                    </a:lnTo>
                    <a:lnTo>
                      <a:pt x="187654" y="2544572"/>
                    </a:lnTo>
                    <a:lnTo>
                      <a:pt x="172266" y="2542146"/>
                    </a:lnTo>
                    <a:lnTo>
                      <a:pt x="157298" y="2537829"/>
                    </a:lnTo>
                    <a:lnTo>
                      <a:pt x="143010" y="2531700"/>
                    </a:lnTo>
                    <a:moveTo>
                      <a:pt x="143010" y="2531700"/>
                    </a:moveTo>
                    <a:lnTo>
                      <a:pt x="157298" y="2537829"/>
                    </a:lnTo>
                    <a:lnTo>
                      <a:pt x="172266" y="2542146"/>
                    </a:lnTo>
                    <a:lnTo>
                      <a:pt x="187654" y="2544572"/>
                    </a:lnTo>
                    <a:lnTo>
                      <a:pt x="203226" y="2545069"/>
                    </a:lnTo>
                    <a:lnTo>
                      <a:pt x="218736" y="2543627"/>
                    </a:lnTo>
                    <a:lnTo>
                      <a:pt x="233950" y="2540272"/>
                    </a:lnTo>
                    <a:lnTo>
                      <a:pt x="248629" y="2535054"/>
                    </a:lnTo>
                    <a:lnTo>
                      <a:pt x="262530" y="2528100"/>
                    </a:lnTo>
                    <a:lnTo>
                      <a:pt x="275490" y="2519370"/>
                    </a:lnTo>
                    <a:lnTo>
                      <a:pt x="287280" y="2509200"/>
                    </a:lnTo>
                    <a:lnTo>
                      <a:pt x="297465" y="2499698"/>
                    </a:lnTo>
                    <a:lnTo>
                      <a:pt x="416340" y="2388781"/>
                    </a:lnTo>
                    <a:lnTo>
                      <a:pt x="434070" y="2369808"/>
                    </a:lnTo>
                    <a:moveTo>
                      <a:pt x="680310" y="2030400"/>
                    </a:moveTo>
                    <a:lnTo>
                      <a:pt x="605970" y="2160450"/>
                    </a:lnTo>
                    <a:lnTo>
                      <a:pt x="517860" y="2280150"/>
                    </a:lnTo>
                    <a:lnTo>
                      <a:pt x="434070" y="2369808"/>
                    </a:lnTo>
                    <a:moveTo>
                      <a:pt x="143010" y="2531700"/>
                    </a:moveTo>
                    <a:lnTo>
                      <a:pt x="434070" y="2260142"/>
                    </a:lnTo>
                    <a:moveTo>
                      <a:pt x="434070" y="2369808"/>
                    </a:moveTo>
                    <a:lnTo>
                      <a:pt x="517860" y="2280150"/>
                    </a:lnTo>
                    <a:lnTo>
                      <a:pt x="605970" y="2160450"/>
                    </a:lnTo>
                    <a:lnTo>
                      <a:pt x="680310" y="2030400"/>
                    </a:lnTo>
                    <a:moveTo>
                      <a:pt x="434070" y="2260142"/>
                    </a:moveTo>
                    <a:lnTo>
                      <a:pt x="680310" y="2030400"/>
                    </a:lnTo>
                    <a:moveTo>
                      <a:pt x="506880" y="543240"/>
                    </a:moveTo>
                    <a:lnTo>
                      <a:pt x="434070" y="611120"/>
                    </a:lnTo>
                    <a:moveTo>
                      <a:pt x="434070" y="611120"/>
                    </a:moveTo>
                    <a:lnTo>
                      <a:pt x="506880" y="543240"/>
                    </a:lnTo>
                    <a:moveTo>
                      <a:pt x="552870" y="592650"/>
                    </a:moveTo>
                    <a:lnTo>
                      <a:pt x="506880" y="543240"/>
                    </a:lnTo>
                    <a:moveTo>
                      <a:pt x="434070" y="465208"/>
                    </a:moveTo>
                    <a:lnTo>
                      <a:pt x="506880" y="543240"/>
                    </a:lnTo>
                    <a:moveTo>
                      <a:pt x="506880" y="543240"/>
                    </a:moveTo>
                    <a:lnTo>
                      <a:pt x="434070" y="465208"/>
                    </a:lnTo>
                    <a:moveTo>
                      <a:pt x="0" y="0"/>
                    </a:moveTo>
                    <a:lnTo>
                      <a:pt x="85959" y="92125"/>
                    </a:lnTo>
                    <a:moveTo>
                      <a:pt x="85959" y="92125"/>
                    </a:moveTo>
                    <a:lnTo>
                      <a:pt x="171918" y="184251"/>
                    </a:lnTo>
                    <a:moveTo>
                      <a:pt x="171918" y="184251"/>
                    </a:moveTo>
                    <a:lnTo>
                      <a:pt x="257877" y="276376"/>
                    </a:lnTo>
                    <a:moveTo>
                      <a:pt x="257877" y="276376"/>
                    </a:moveTo>
                    <a:lnTo>
                      <a:pt x="343836" y="368501"/>
                    </a:lnTo>
                    <a:moveTo>
                      <a:pt x="343836" y="368501"/>
                    </a:moveTo>
                    <a:lnTo>
                      <a:pt x="429795" y="460626"/>
                    </a:lnTo>
                    <a:moveTo>
                      <a:pt x="429795" y="460626"/>
                    </a:moveTo>
                    <a:lnTo>
                      <a:pt x="434070" y="46520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22" name="Контур"/>
              <p:cNvSpPr/>
              <p:nvPr/>
            </p:nvSpPr>
            <p:spPr>
              <a:xfrm>
                <a:off x="1995325" y="1851369"/>
                <a:ext cx="390157" cy="413766"/>
              </a:xfrm>
              <a:custGeom>
                <a:avLst/>
                <a:gdLst/>
                <a:ahLst/>
                <a:cxnLst/>
                <a:rect l="l" t="t" r="r" b="b"/>
                <a:pathLst>
                  <a:path w="390157" h="413766" fill="none">
                    <a:moveTo>
                      <a:pt x="0" y="13679"/>
                    </a:moveTo>
                    <a:lnTo>
                      <a:pt x="46321" y="0"/>
                    </a:lnTo>
                    <a:lnTo>
                      <a:pt x="29471" y="45265"/>
                    </a:lnTo>
                    <a:lnTo>
                      <a:pt x="0" y="13679"/>
                    </a:lnTo>
                    <a:lnTo>
                      <a:pt x="3684" y="17627"/>
                    </a:lnTo>
                    <a:lnTo>
                      <a:pt x="38425" y="7368"/>
                    </a:lnTo>
                    <a:lnTo>
                      <a:pt x="25787" y="41316"/>
                    </a:lnTo>
                    <a:lnTo>
                      <a:pt x="29736" y="37633"/>
                    </a:lnTo>
                    <a:lnTo>
                      <a:pt x="7632" y="13943"/>
                    </a:lnTo>
                    <a:lnTo>
                      <a:pt x="3684" y="17627"/>
                    </a:lnTo>
                    <a:lnTo>
                      <a:pt x="0" y="13679"/>
                    </a:lnTo>
                    <a:lnTo>
                      <a:pt x="15264" y="14207"/>
                    </a:lnTo>
                    <a:lnTo>
                      <a:pt x="11580" y="10259"/>
                    </a:lnTo>
                    <a:lnTo>
                      <a:pt x="26844" y="10788"/>
                    </a:lnTo>
                    <a:lnTo>
                      <a:pt x="23161" y="6840"/>
                    </a:lnTo>
                    <a:lnTo>
                      <a:pt x="42373" y="3684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33684" y="33949"/>
                    </a:lnTo>
                    <a:lnTo>
                      <a:pt x="30000" y="30000"/>
                    </a:lnTo>
                    <a:lnTo>
                      <a:pt x="29471" y="45265"/>
                    </a:lnTo>
                    <a:lnTo>
                      <a:pt x="26052" y="33684"/>
                    </a:lnTo>
                    <a:lnTo>
                      <a:pt x="18420" y="33420"/>
                    </a:lnTo>
                    <a:lnTo>
                      <a:pt x="18684" y="25788"/>
                    </a:lnTo>
                    <a:lnTo>
                      <a:pt x="11052" y="25524"/>
                    </a:lnTo>
                    <a:lnTo>
                      <a:pt x="11316" y="17891"/>
                    </a:lnTo>
                    <a:lnTo>
                      <a:pt x="0" y="13679"/>
                    </a:lnTo>
                    <a:lnTo>
                      <a:pt x="7632" y="13943"/>
                    </a:lnTo>
                    <a:lnTo>
                      <a:pt x="7368" y="21575"/>
                    </a:lnTo>
                    <a:lnTo>
                      <a:pt x="15000" y="21840"/>
                    </a:lnTo>
                    <a:lnTo>
                      <a:pt x="14736" y="29472"/>
                    </a:lnTo>
                    <a:lnTo>
                      <a:pt x="22368" y="29736"/>
                    </a:lnTo>
                    <a:lnTo>
                      <a:pt x="22103" y="37368"/>
                    </a:lnTo>
                    <a:lnTo>
                      <a:pt x="29736" y="37633"/>
                    </a:lnTo>
                    <a:lnTo>
                      <a:pt x="33684" y="33949"/>
                    </a:lnTo>
                    <a:lnTo>
                      <a:pt x="30000" y="30000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46321" y="0"/>
                    </a:lnTo>
                    <a:lnTo>
                      <a:pt x="38425" y="7368"/>
                    </a:lnTo>
                    <a:lnTo>
                      <a:pt x="34741" y="3420"/>
                    </a:lnTo>
                    <a:lnTo>
                      <a:pt x="26844" y="10788"/>
                    </a:lnTo>
                    <a:lnTo>
                      <a:pt x="23161" y="6840"/>
                    </a:lnTo>
                    <a:lnTo>
                      <a:pt x="15264" y="14207"/>
                    </a:lnTo>
                    <a:lnTo>
                      <a:pt x="11580" y="10259"/>
                    </a:lnTo>
                    <a:lnTo>
                      <a:pt x="7632" y="13943"/>
                    </a:lnTo>
                    <a:moveTo>
                      <a:pt x="171918" y="197929"/>
                    </a:moveTo>
                    <a:lnTo>
                      <a:pt x="218239" y="184251"/>
                    </a:lnTo>
                    <a:lnTo>
                      <a:pt x="201389" y="229515"/>
                    </a:lnTo>
                    <a:lnTo>
                      <a:pt x="171918" y="197929"/>
                    </a:lnTo>
                    <a:lnTo>
                      <a:pt x="175602" y="201878"/>
                    </a:lnTo>
                    <a:lnTo>
                      <a:pt x="210343" y="191619"/>
                    </a:lnTo>
                    <a:lnTo>
                      <a:pt x="197705" y="225567"/>
                    </a:lnTo>
                    <a:lnTo>
                      <a:pt x="201654" y="221883"/>
                    </a:lnTo>
                    <a:lnTo>
                      <a:pt x="179550" y="198194"/>
                    </a:lnTo>
                    <a:lnTo>
                      <a:pt x="175602" y="201878"/>
                    </a:lnTo>
                    <a:lnTo>
                      <a:pt x="171918" y="197929"/>
                    </a:lnTo>
                    <a:lnTo>
                      <a:pt x="187182" y="198458"/>
                    </a:lnTo>
                    <a:lnTo>
                      <a:pt x="183498" y="194510"/>
                    </a:lnTo>
                    <a:lnTo>
                      <a:pt x="198762" y="195038"/>
                    </a:lnTo>
                    <a:lnTo>
                      <a:pt x="195078" y="191090"/>
                    </a:lnTo>
                    <a:lnTo>
                      <a:pt x="214291" y="187935"/>
                    </a:lnTo>
                    <a:lnTo>
                      <a:pt x="209814" y="206883"/>
                    </a:lnTo>
                    <a:lnTo>
                      <a:pt x="206130" y="202935"/>
                    </a:lnTo>
                    <a:lnTo>
                      <a:pt x="205602" y="218199"/>
                    </a:lnTo>
                    <a:lnTo>
                      <a:pt x="201918" y="214251"/>
                    </a:lnTo>
                    <a:lnTo>
                      <a:pt x="201389" y="229515"/>
                    </a:lnTo>
                    <a:lnTo>
                      <a:pt x="197970" y="217935"/>
                    </a:lnTo>
                    <a:lnTo>
                      <a:pt x="190337" y="217670"/>
                    </a:lnTo>
                    <a:lnTo>
                      <a:pt x="190602" y="210038"/>
                    </a:lnTo>
                    <a:lnTo>
                      <a:pt x="182970" y="209774"/>
                    </a:lnTo>
                    <a:lnTo>
                      <a:pt x="183234" y="202142"/>
                    </a:lnTo>
                    <a:lnTo>
                      <a:pt x="171918" y="197929"/>
                    </a:lnTo>
                    <a:lnTo>
                      <a:pt x="179550" y="198194"/>
                    </a:lnTo>
                    <a:lnTo>
                      <a:pt x="179286" y="205826"/>
                    </a:lnTo>
                    <a:lnTo>
                      <a:pt x="186918" y="206090"/>
                    </a:lnTo>
                    <a:lnTo>
                      <a:pt x="186653" y="213722"/>
                    </a:lnTo>
                    <a:lnTo>
                      <a:pt x="194286" y="213987"/>
                    </a:lnTo>
                    <a:lnTo>
                      <a:pt x="194021" y="221619"/>
                    </a:lnTo>
                    <a:lnTo>
                      <a:pt x="201654" y="221883"/>
                    </a:lnTo>
                    <a:lnTo>
                      <a:pt x="205602" y="218199"/>
                    </a:lnTo>
                    <a:lnTo>
                      <a:pt x="201918" y="214251"/>
                    </a:lnTo>
                    <a:lnTo>
                      <a:pt x="209814" y="206883"/>
                    </a:lnTo>
                    <a:lnTo>
                      <a:pt x="206130" y="202935"/>
                    </a:lnTo>
                    <a:lnTo>
                      <a:pt x="218239" y="184251"/>
                    </a:lnTo>
                    <a:lnTo>
                      <a:pt x="210343" y="191619"/>
                    </a:lnTo>
                    <a:lnTo>
                      <a:pt x="206659" y="187670"/>
                    </a:lnTo>
                    <a:lnTo>
                      <a:pt x="198762" y="195038"/>
                    </a:lnTo>
                    <a:lnTo>
                      <a:pt x="195078" y="191090"/>
                    </a:lnTo>
                    <a:lnTo>
                      <a:pt x="187182" y="198458"/>
                    </a:lnTo>
                    <a:lnTo>
                      <a:pt x="183498" y="194510"/>
                    </a:lnTo>
                    <a:lnTo>
                      <a:pt x="179550" y="198194"/>
                    </a:lnTo>
                    <a:moveTo>
                      <a:pt x="343836" y="382180"/>
                    </a:moveTo>
                    <a:lnTo>
                      <a:pt x="390157" y="368501"/>
                    </a:lnTo>
                    <a:lnTo>
                      <a:pt x="373307" y="413766"/>
                    </a:lnTo>
                    <a:lnTo>
                      <a:pt x="343836" y="382180"/>
                    </a:lnTo>
                    <a:lnTo>
                      <a:pt x="347520" y="386128"/>
                    </a:lnTo>
                    <a:lnTo>
                      <a:pt x="382261" y="375869"/>
                    </a:lnTo>
                    <a:lnTo>
                      <a:pt x="369623" y="409817"/>
                    </a:lnTo>
                    <a:lnTo>
                      <a:pt x="373572" y="406133"/>
                    </a:lnTo>
                    <a:lnTo>
                      <a:pt x="351468" y="382444"/>
                    </a:lnTo>
                    <a:lnTo>
                      <a:pt x="347520" y="386128"/>
                    </a:lnTo>
                    <a:lnTo>
                      <a:pt x="343836" y="382180"/>
                    </a:lnTo>
                    <a:lnTo>
                      <a:pt x="359100" y="382708"/>
                    </a:lnTo>
                    <a:lnTo>
                      <a:pt x="355416" y="378760"/>
                    </a:lnTo>
                    <a:lnTo>
                      <a:pt x="370680" y="379289"/>
                    </a:lnTo>
                    <a:lnTo>
                      <a:pt x="366996" y="375340"/>
                    </a:lnTo>
                    <a:lnTo>
                      <a:pt x="386209" y="372185"/>
                    </a:lnTo>
                    <a:lnTo>
                      <a:pt x="381732" y="391133"/>
                    </a:lnTo>
                    <a:lnTo>
                      <a:pt x="378048" y="387185"/>
                    </a:lnTo>
                    <a:lnTo>
                      <a:pt x="377520" y="402449"/>
                    </a:lnTo>
                    <a:lnTo>
                      <a:pt x="373836" y="398501"/>
                    </a:lnTo>
                    <a:lnTo>
                      <a:pt x="373307" y="413766"/>
                    </a:lnTo>
                    <a:lnTo>
                      <a:pt x="369888" y="402185"/>
                    </a:lnTo>
                    <a:lnTo>
                      <a:pt x="362255" y="401921"/>
                    </a:lnTo>
                    <a:lnTo>
                      <a:pt x="362520" y="394289"/>
                    </a:lnTo>
                    <a:lnTo>
                      <a:pt x="354887" y="394024"/>
                    </a:lnTo>
                    <a:lnTo>
                      <a:pt x="355152" y="386392"/>
                    </a:lnTo>
                    <a:lnTo>
                      <a:pt x="343836" y="382180"/>
                    </a:lnTo>
                    <a:lnTo>
                      <a:pt x="351468" y="382444"/>
                    </a:lnTo>
                    <a:lnTo>
                      <a:pt x="351203" y="390076"/>
                    </a:lnTo>
                    <a:lnTo>
                      <a:pt x="358836" y="390341"/>
                    </a:lnTo>
                    <a:lnTo>
                      <a:pt x="358571" y="397973"/>
                    </a:lnTo>
                    <a:lnTo>
                      <a:pt x="366204" y="398237"/>
                    </a:lnTo>
                    <a:lnTo>
                      <a:pt x="365939" y="405869"/>
                    </a:lnTo>
                    <a:lnTo>
                      <a:pt x="373572" y="406133"/>
                    </a:lnTo>
                    <a:lnTo>
                      <a:pt x="377520" y="402449"/>
                    </a:lnTo>
                    <a:lnTo>
                      <a:pt x="373836" y="398501"/>
                    </a:lnTo>
                    <a:lnTo>
                      <a:pt x="381732" y="391133"/>
                    </a:lnTo>
                    <a:lnTo>
                      <a:pt x="378048" y="387185"/>
                    </a:lnTo>
                    <a:lnTo>
                      <a:pt x="390157" y="368501"/>
                    </a:lnTo>
                    <a:lnTo>
                      <a:pt x="382261" y="375869"/>
                    </a:lnTo>
                    <a:lnTo>
                      <a:pt x="378577" y="371921"/>
                    </a:lnTo>
                    <a:lnTo>
                      <a:pt x="370680" y="379289"/>
                    </a:lnTo>
                    <a:lnTo>
                      <a:pt x="366996" y="375340"/>
                    </a:lnTo>
                    <a:lnTo>
                      <a:pt x="359100" y="382708"/>
                    </a:lnTo>
                    <a:lnTo>
                      <a:pt x="355416" y="378760"/>
                    </a:lnTo>
                    <a:lnTo>
                      <a:pt x="351468" y="38244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23" name="Контур"/>
              <p:cNvSpPr/>
              <p:nvPr/>
            </p:nvSpPr>
            <p:spPr>
              <a:xfrm>
                <a:off x="1948848" y="1736083"/>
                <a:ext cx="595662" cy="465208"/>
              </a:xfrm>
              <a:custGeom>
                <a:avLst/>
                <a:gdLst/>
                <a:ahLst/>
                <a:cxnLst/>
                <a:rect l="l" t="t" r="r" b="b"/>
                <a:pathLst>
                  <a:path w="595662" h="465208" fill="none">
                    <a:moveTo>
                      <a:pt x="434070" y="222698"/>
                    </a:moveTo>
                    <a:lnTo>
                      <a:pt x="595662" y="395865"/>
                    </a:lnTo>
                    <a:moveTo>
                      <a:pt x="434070" y="465208"/>
                    </a:moveTo>
                    <a:lnTo>
                      <a:pt x="348111" y="373083"/>
                    </a:lnTo>
                    <a:moveTo>
                      <a:pt x="348111" y="373083"/>
                    </a:moveTo>
                    <a:lnTo>
                      <a:pt x="262152" y="280958"/>
                    </a:lnTo>
                    <a:moveTo>
                      <a:pt x="262152" y="280958"/>
                    </a:moveTo>
                    <a:lnTo>
                      <a:pt x="176193" y="188833"/>
                    </a:lnTo>
                    <a:moveTo>
                      <a:pt x="176193" y="188833"/>
                    </a:moveTo>
                    <a:lnTo>
                      <a:pt x="90235" y="96708"/>
                    </a:lnTo>
                    <a:moveTo>
                      <a:pt x="90235" y="96708"/>
                    </a:moveTo>
                    <a:lnTo>
                      <a:pt x="4276" y="4582"/>
                    </a:lnTo>
                    <a:moveTo>
                      <a:pt x="4276" y="4582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24" name="Контур"/>
              <p:cNvSpPr/>
              <p:nvPr/>
            </p:nvSpPr>
            <p:spPr>
              <a:xfrm>
                <a:off x="1946284" y="1672240"/>
                <a:ext cx="390158" cy="413765"/>
              </a:xfrm>
              <a:custGeom>
                <a:avLst/>
                <a:gdLst/>
                <a:ahLst/>
                <a:cxnLst/>
                <a:rect l="l" t="t" r="r" b="b"/>
                <a:pathLst>
                  <a:path w="390158" h="413765" fill="none">
                    <a:moveTo>
                      <a:pt x="390158" y="400087"/>
                    </a:moveTo>
                    <a:lnTo>
                      <a:pt x="343836" y="413765"/>
                    </a:lnTo>
                    <a:lnTo>
                      <a:pt x="360686" y="368501"/>
                    </a:lnTo>
                    <a:lnTo>
                      <a:pt x="390158" y="400087"/>
                    </a:lnTo>
                    <a:lnTo>
                      <a:pt x="386474" y="396138"/>
                    </a:lnTo>
                    <a:lnTo>
                      <a:pt x="351732" y="406398"/>
                    </a:lnTo>
                    <a:lnTo>
                      <a:pt x="364370" y="372449"/>
                    </a:lnTo>
                    <a:lnTo>
                      <a:pt x="360422" y="376133"/>
                    </a:lnTo>
                    <a:lnTo>
                      <a:pt x="382525" y="399822"/>
                    </a:lnTo>
                    <a:lnTo>
                      <a:pt x="386474" y="396138"/>
                    </a:lnTo>
                    <a:lnTo>
                      <a:pt x="390158" y="400087"/>
                    </a:lnTo>
                    <a:lnTo>
                      <a:pt x="374893" y="399558"/>
                    </a:lnTo>
                    <a:lnTo>
                      <a:pt x="378577" y="403506"/>
                    </a:lnTo>
                    <a:lnTo>
                      <a:pt x="363313" y="402978"/>
                    </a:lnTo>
                    <a:lnTo>
                      <a:pt x="366997" y="406926"/>
                    </a:lnTo>
                    <a:lnTo>
                      <a:pt x="347784" y="410082"/>
                    </a:lnTo>
                    <a:lnTo>
                      <a:pt x="352261" y="391133"/>
                    </a:lnTo>
                    <a:lnTo>
                      <a:pt x="355945" y="395081"/>
                    </a:lnTo>
                    <a:lnTo>
                      <a:pt x="356474" y="379817"/>
                    </a:lnTo>
                    <a:lnTo>
                      <a:pt x="360157" y="383765"/>
                    </a:lnTo>
                    <a:lnTo>
                      <a:pt x="360686" y="368501"/>
                    </a:lnTo>
                    <a:lnTo>
                      <a:pt x="364106" y="380081"/>
                    </a:lnTo>
                    <a:lnTo>
                      <a:pt x="371738" y="380346"/>
                    </a:lnTo>
                    <a:lnTo>
                      <a:pt x="371474" y="387978"/>
                    </a:lnTo>
                    <a:lnTo>
                      <a:pt x="379106" y="388242"/>
                    </a:lnTo>
                    <a:lnTo>
                      <a:pt x="378842" y="395874"/>
                    </a:lnTo>
                    <a:lnTo>
                      <a:pt x="390158" y="400087"/>
                    </a:lnTo>
                    <a:lnTo>
                      <a:pt x="382525" y="399822"/>
                    </a:lnTo>
                    <a:lnTo>
                      <a:pt x="382790" y="392190"/>
                    </a:lnTo>
                    <a:lnTo>
                      <a:pt x="375158" y="391926"/>
                    </a:lnTo>
                    <a:lnTo>
                      <a:pt x="375422" y="384294"/>
                    </a:lnTo>
                    <a:lnTo>
                      <a:pt x="367790" y="384030"/>
                    </a:lnTo>
                    <a:lnTo>
                      <a:pt x="368054" y="376397"/>
                    </a:lnTo>
                    <a:lnTo>
                      <a:pt x="360422" y="376133"/>
                    </a:lnTo>
                    <a:lnTo>
                      <a:pt x="356474" y="379817"/>
                    </a:lnTo>
                    <a:lnTo>
                      <a:pt x="360157" y="383765"/>
                    </a:lnTo>
                    <a:lnTo>
                      <a:pt x="352261" y="391133"/>
                    </a:lnTo>
                    <a:lnTo>
                      <a:pt x="355945" y="395081"/>
                    </a:lnTo>
                    <a:lnTo>
                      <a:pt x="343836" y="413765"/>
                    </a:lnTo>
                    <a:lnTo>
                      <a:pt x="351732" y="406398"/>
                    </a:lnTo>
                    <a:lnTo>
                      <a:pt x="355416" y="410346"/>
                    </a:lnTo>
                    <a:lnTo>
                      <a:pt x="363313" y="402978"/>
                    </a:lnTo>
                    <a:lnTo>
                      <a:pt x="366997" y="406926"/>
                    </a:lnTo>
                    <a:lnTo>
                      <a:pt x="374893" y="399558"/>
                    </a:lnTo>
                    <a:lnTo>
                      <a:pt x="378577" y="403506"/>
                    </a:lnTo>
                    <a:lnTo>
                      <a:pt x="382525" y="399822"/>
                    </a:lnTo>
                    <a:moveTo>
                      <a:pt x="218240" y="215836"/>
                    </a:moveTo>
                    <a:lnTo>
                      <a:pt x="171918" y="229515"/>
                    </a:lnTo>
                    <a:lnTo>
                      <a:pt x="188768" y="184250"/>
                    </a:lnTo>
                    <a:lnTo>
                      <a:pt x="218240" y="215836"/>
                    </a:lnTo>
                    <a:lnTo>
                      <a:pt x="214556" y="211888"/>
                    </a:lnTo>
                    <a:lnTo>
                      <a:pt x="179815" y="222147"/>
                    </a:lnTo>
                    <a:lnTo>
                      <a:pt x="192452" y="188199"/>
                    </a:lnTo>
                    <a:lnTo>
                      <a:pt x="188504" y="191883"/>
                    </a:lnTo>
                    <a:lnTo>
                      <a:pt x="210608" y="215572"/>
                    </a:lnTo>
                    <a:lnTo>
                      <a:pt x="214556" y="211888"/>
                    </a:lnTo>
                    <a:lnTo>
                      <a:pt x="218240" y="215836"/>
                    </a:lnTo>
                    <a:lnTo>
                      <a:pt x="202975" y="215308"/>
                    </a:lnTo>
                    <a:lnTo>
                      <a:pt x="206659" y="219256"/>
                    </a:lnTo>
                    <a:lnTo>
                      <a:pt x="191395" y="218727"/>
                    </a:lnTo>
                    <a:lnTo>
                      <a:pt x="195079" y="222676"/>
                    </a:lnTo>
                    <a:lnTo>
                      <a:pt x="175866" y="225831"/>
                    </a:lnTo>
                    <a:lnTo>
                      <a:pt x="180343" y="206883"/>
                    </a:lnTo>
                    <a:lnTo>
                      <a:pt x="184027" y="210831"/>
                    </a:lnTo>
                    <a:lnTo>
                      <a:pt x="184556" y="195567"/>
                    </a:lnTo>
                    <a:lnTo>
                      <a:pt x="188240" y="199515"/>
                    </a:lnTo>
                    <a:lnTo>
                      <a:pt x="188768" y="184250"/>
                    </a:lnTo>
                    <a:lnTo>
                      <a:pt x="192188" y="195831"/>
                    </a:lnTo>
                    <a:lnTo>
                      <a:pt x="199820" y="196095"/>
                    </a:lnTo>
                    <a:lnTo>
                      <a:pt x="199556" y="203727"/>
                    </a:lnTo>
                    <a:lnTo>
                      <a:pt x="207188" y="203992"/>
                    </a:lnTo>
                    <a:lnTo>
                      <a:pt x="206924" y="211624"/>
                    </a:lnTo>
                    <a:lnTo>
                      <a:pt x="218240" y="215836"/>
                    </a:lnTo>
                    <a:lnTo>
                      <a:pt x="210608" y="215572"/>
                    </a:lnTo>
                    <a:lnTo>
                      <a:pt x="210872" y="207940"/>
                    </a:lnTo>
                    <a:lnTo>
                      <a:pt x="203240" y="207676"/>
                    </a:lnTo>
                    <a:lnTo>
                      <a:pt x="203504" y="200043"/>
                    </a:lnTo>
                    <a:lnTo>
                      <a:pt x="195872" y="199779"/>
                    </a:lnTo>
                    <a:lnTo>
                      <a:pt x="196136" y="192147"/>
                    </a:lnTo>
                    <a:lnTo>
                      <a:pt x="188504" y="191883"/>
                    </a:lnTo>
                    <a:lnTo>
                      <a:pt x="184556" y="195567"/>
                    </a:lnTo>
                    <a:lnTo>
                      <a:pt x="188240" y="199515"/>
                    </a:lnTo>
                    <a:lnTo>
                      <a:pt x="180343" y="206883"/>
                    </a:lnTo>
                    <a:lnTo>
                      <a:pt x="184027" y="210831"/>
                    </a:lnTo>
                    <a:lnTo>
                      <a:pt x="171918" y="229515"/>
                    </a:lnTo>
                    <a:lnTo>
                      <a:pt x="179815" y="222147"/>
                    </a:lnTo>
                    <a:lnTo>
                      <a:pt x="183499" y="226095"/>
                    </a:lnTo>
                    <a:lnTo>
                      <a:pt x="191395" y="218727"/>
                    </a:lnTo>
                    <a:lnTo>
                      <a:pt x="195079" y="222676"/>
                    </a:lnTo>
                    <a:lnTo>
                      <a:pt x="202975" y="215308"/>
                    </a:lnTo>
                    <a:lnTo>
                      <a:pt x="206659" y="219256"/>
                    </a:lnTo>
                    <a:lnTo>
                      <a:pt x="210608" y="215572"/>
                    </a:lnTo>
                    <a:moveTo>
                      <a:pt x="46322" y="31586"/>
                    </a:moveTo>
                    <a:lnTo>
                      <a:pt x="0" y="45265"/>
                    </a:lnTo>
                    <a:lnTo>
                      <a:pt x="16850" y="0"/>
                    </a:lnTo>
                    <a:lnTo>
                      <a:pt x="46322" y="31586"/>
                    </a:lnTo>
                    <a:lnTo>
                      <a:pt x="42638" y="27638"/>
                    </a:lnTo>
                    <a:lnTo>
                      <a:pt x="7897" y="37897"/>
                    </a:lnTo>
                    <a:lnTo>
                      <a:pt x="20534" y="3948"/>
                    </a:lnTo>
                    <a:lnTo>
                      <a:pt x="16586" y="7632"/>
                    </a:lnTo>
                    <a:lnTo>
                      <a:pt x="38690" y="31322"/>
                    </a:lnTo>
                    <a:lnTo>
                      <a:pt x="42638" y="27638"/>
                    </a:lnTo>
                    <a:lnTo>
                      <a:pt x="46322" y="31586"/>
                    </a:lnTo>
                    <a:lnTo>
                      <a:pt x="31057" y="31057"/>
                    </a:lnTo>
                    <a:lnTo>
                      <a:pt x="34741" y="35006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948" y="41581"/>
                    </a:lnTo>
                    <a:lnTo>
                      <a:pt x="8425" y="22632"/>
                    </a:lnTo>
                    <a:lnTo>
                      <a:pt x="12109" y="26581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16850" y="0"/>
                    </a:lnTo>
                    <a:lnTo>
                      <a:pt x="20270" y="11580"/>
                    </a:lnTo>
                    <a:lnTo>
                      <a:pt x="27902" y="11845"/>
                    </a:lnTo>
                    <a:lnTo>
                      <a:pt x="27638" y="19477"/>
                    </a:lnTo>
                    <a:lnTo>
                      <a:pt x="35270" y="19741"/>
                    </a:lnTo>
                    <a:lnTo>
                      <a:pt x="35006" y="27373"/>
                    </a:lnTo>
                    <a:lnTo>
                      <a:pt x="46322" y="31586"/>
                    </a:lnTo>
                    <a:lnTo>
                      <a:pt x="38690" y="31322"/>
                    </a:lnTo>
                    <a:lnTo>
                      <a:pt x="38954" y="23689"/>
                    </a:lnTo>
                    <a:lnTo>
                      <a:pt x="31322" y="23425"/>
                    </a:lnTo>
                    <a:lnTo>
                      <a:pt x="31586" y="15793"/>
                    </a:lnTo>
                    <a:lnTo>
                      <a:pt x="23954" y="15529"/>
                    </a:lnTo>
                    <a:lnTo>
                      <a:pt x="24218" y="7896"/>
                    </a:lnTo>
                    <a:lnTo>
                      <a:pt x="16586" y="7632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8425" y="22632"/>
                    </a:lnTo>
                    <a:lnTo>
                      <a:pt x="12109" y="26581"/>
                    </a:lnTo>
                    <a:lnTo>
                      <a:pt x="0" y="45265"/>
                    </a:lnTo>
                    <a:lnTo>
                      <a:pt x="7897" y="37897"/>
                    </a:lnTo>
                    <a:lnTo>
                      <a:pt x="11581" y="41845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1057" y="31057"/>
                    </a:lnTo>
                    <a:lnTo>
                      <a:pt x="34741" y="35006"/>
                    </a:lnTo>
                    <a:lnTo>
                      <a:pt x="38690" y="3132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25" name="Контур"/>
              <p:cNvSpPr/>
              <p:nvPr/>
            </p:nvSpPr>
            <p:spPr>
              <a:xfrm>
                <a:off x="2611561" y="1584000"/>
                <a:ext cx="242145" cy="259502"/>
              </a:xfrm>
              <a:custGeom>
                <a:avLst/>
                <a:gdLst/>
                <a:ahLst/>
                <a:cxnLst/>
                <a:rect l="l" t="t" r="r" b="b"/>
                <a:pathLst>
                  <a:path w="242145" h="259502" fill="none">
                    <a:moveTo>
                      <a:pt x="242145" y="259502"/>
                    </a:moveTo>
                    <a:lnTo>
                      <a:pt x="216357" y="231865"/>
                    </a:lnTo>
                    <a:moveTo>
                      <a:pt x="216357" y="231865"/>
                    </a:moveTo>
                    <a:lnTo>
                      <a:pt x="190568" y="204228"/>
                    </a:lnTo>
                    <a:moveTo>
                      <a:pt x="190568" y="204228"/>
                    </a:moveTo>
                    <a:lnTo>
                      <a:pt x="164780" y="176591"/>
                    </a:lnTo>
                    <a:moveTo>
                      <a:pt x="164780" y="176591"/>
                    </a:moveTo>
                    <a:lnTo>
                      <a:pt x="138992" y="148954"/>
                    </a:lnTo>
                    <a:moveTo>
                      <a:pt x="138992" y="148954"/>
                    </a:moveTo>
                    <a:lnTo>
                      <a:pt x="113203" y="121317"/>
                    </a:lnTo>
                    <a:moveTo>
                      <a:pt x="113203" y="121317"/>
                    </a:moveTo>
                    <a:lnTo>
                      <a:pt x="87415" y="93680"/>
                    </a:lnTo>
                    <a:moveTo>
                      <a:pt x="87415" y="93680"/>
                    </a:moveTo>
                    <a:lnTo>
                      <a:pt x="61626" y="66044"/>
                    </a:lnTo>
                    <a:moveTo>
                      <a:pt x="61626" y="66044"/>
                    </a:moveTo>
                    <a:lnTo>
                      <a:pt x="35838" y="38407"/>
                    </a:lnTo>
                    <a:moveTo>
                      <a:pt x="35838" y="38407"/>
                    </a:moveTo>
                    <a:lnTo>
                      <a:pt x="10050" y="10770"/>
                    </a:lnTo>
                    <a:moveTo>
                      <a:pt x="10050" y="10770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26" name="Контур"/>
              <p:cNvSpPr/>
              <p:nvPr/>
            </p:nvSpPr>
            <p:spPr>
              <a:xfrm>
                <a:off x="1902763" y="1686679"/>
                <a:ext cx="1936629" cy="2441223"/>
              </a:xfrm>
              <a:custGeom>
                <a:avLst/>
                <a:gdLst/>
                <a:ahLst/>
                <a:cxnLst/>
                <a:rect l="l" t="t" r="r" b="b"/>
                <a:pathLst>
                  <a:path w="1936629" h="2441223" fill="none">
                    <a:moveTo>
                      <a:pt x="46085" y="49404"/>
                    </a:moveTo>
                    <a:lnTo>
                      <a:pt x="0" y="0"/>
                    </a:lnTo>
                    <a:moveTo>
                      <a:pt x="1936629" y="1422450"/>
                    </a:moveTo>
                    <a:lnTo>
                      <a:pt x="1844989" y="1508925"/>
                    </a:lnTo>
                    <a:moveTo>
                      <a:pt x="1844989" y="1508925"/>
                    </a:moveTo>
                    <a:lnTo>
                      <a:pt x="1753348" y="1595401"/>
                    </a:lnTo>
                    <a:moveTo>
                      <a:pt x="1753348" y="1595401"/>
                    </a:moveTo>
                    <a:lnTo>
                      <a:pt x="1661708" y="1681877"/>
                    </a:lnTo>
                    <a:moveTo>
                      <a:pt x="1661708" y="1681877"/>
                    </a:moveTo>
                    <a:lnTo>
                      <a:pt x="1570068" y="1768353"/>
                    </a:lnTo>
                    <a:moveTo>
                      <a:pt x="1570068" y="1768353"/>
                    </a:moveTo>
                    <a:lnTo>
                      <a:pt x="1478427" y="1854828"/>
                    </a:lnTo>
                    <a:moveTo>
                      <a:pt x="1478427" y="1854828"/>
                    </a:moveTo>
                    <a:lnTo>
                      <a:pt x="1386787" y="1941304"/>
                    </a:lnTo>
                    <a:moveTo>
                      <a:pt x="1386787" y="1941304"/>
                    </a:moveTo>
                    <a:lnTo>
                      <a:pt x="1295147" y="2027780"/>
                    </a:lnTo>
                    <a:moveTo>
                      <a:pt x="1295147" y="2027780"/>
                    </a:moveTo>
                    <a:lnTo>
                      <a:pt x="1203507" y="2114256"/>
                    </a:lnTo>
                    <a:moveTo>
                      <a:pt x="1203507" y="2114256"/>
                    </a:moveTo>
                    <a:lnTo>
                      <a:pt x="1111866" y="2200731"/>
                    </a:lnTo>
                    <a:moveTo>
                      <a:pt x="1111866" y="2200731"/>
                    </a:moveTo>
                    <a:lnTo>
                      <a:pt x="1020226" y="2287207"/>
                    </a:lnTo>
                    <a:moveTo>
                      <a:pt x="1020226" y="2287207"/>
                    </a:moveTo>
                    <a:lnTo>
                      <a:pt x="928586" y="2373683"/>
                    </a:lnTo>
                    <a:moveTo>
                      <a:pt x="928586" y="2373683"/>
                    </a:moveTo>
                    <a:lnTo>
                      <a:pt x="857012" y="244122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27" name="Контур"/>
              <p:cNvSpPr/>
              <p:nvPr/>
            </p:nvSpPr>
            <p:spPr>
              <a:xfrm>
                <a:off x="2762868" y="3156330"/>
                <a:ext cx="961762" cy="911002"/>
              </a:xfrm>
              <a:custGeom>
                <a:avLst/>
                <a:gdLst/>
                <a:ahLst/>
                <a:cxnLst/>
                <a:rect l="l" t="t" r="r" b="b"/>
                <a:pathLst>
                  <a:path w="961762" h="911002" fill="none">
                    <a:moveTo>
                      <a:pt x="947822" y="0"/>
                    </a:moveTo>
                    <a:lnTo>
                      <a:pt x="961762" y="46244"/>
                    </a:lnTo>
                    <a:lnTo>
                      <a:pt x="916403" y="29649"/>
                    </a:lnTo>
                    <a:lnTo>
                      <a:pt x="947822" y="0"/>
                    </a:lnTo>
                    <a:lnTo>
                      <a:pt x="943895" y="3706"/>
                    </a:lnTo>
                    <a:lnTo>
                      <a:pt x="954349" y="38389"/>
                    </a:lnTo>
                    <a:lnTo>
                      <a:pt x="920330" y="25943"/>
                    </a:lnTo>
                    <a:lnTo>
                      <a:pt x="924037" y="29870"/>
                    </a:lnTo>
                    <a:lnTo>
                      <a:pt x="947601" y="7633"/>
                    </a:lnTo>
                    <a:lnTo>
                      <a:pt x="943895" y="3706"/>
                    </a:lnTo>
                    <a:lnTo>
                      <a:pt x="947822" y="0"/>
                    </a:lnTo>
                    <a:lnTo>
                      <a:pt x="947380" y="15267"/>
                    </a:lnTo>
                    <a:lnTo>
                      <a:pt x="951307" y="11561"/>
                    </a:lnTo>
                    <a:lnTo>
                      <a:pt x="950865" y="26828"/>
                    </a:lnTo>
                    <a:lnTo>
                      <a:pt x="954792" y="23122"/>
                    </a:lnTo>
                    <a:lnTo>
                      <a:pt x="958055" y="42316"/>
                    </a:lnTo>
                    <a:lnTo>
                      <a:pt x="939082" y="37946"/>
                    </a:lnTo>
                    <a:lnTo>
                      <a:pt x="943010" y="34240"/>
                    </a:lnTo>
                    <a:lnTo>
                      <a:pt x="927743" y="33798"/>
                    </a:lnTo>
                    <a:lnTo>
                      <a:pt x="931670" y="30091"/>
                    </a:lnTo>
                    <a:lnTo>
                      <a:pt x="916403" y="29649"/>
                    </a:lnTo>
                    <a:lnTo>
                      <a:pt x="927964" y="26164"/>
                    </a:lnTo>
                    <a:lnTo>
                      <a:pt x="928185" y="18530"/>
                    </a:lnTo>
                    <a:lnTo>
                      <a:pt x="935819" y="18752"/>
                    </a:lnTo>
                    <a:lnTo>
                      <a:pt x="936040" y="11118"/>
                    </a:lnTo>
                    <a:lnTo>
                      <a:pt x="943674" y="11340"/>
                    </a:lnTo>
                    <a:lnTo>
                      <a:pt x="947822" y="0"/>
                    </a:lnTo>
                    <a:lnTo>
                      <a:pt x="947601" y="7633"/>
                    </a:lnTo>
                    <a:lnTo>
                      <a:pt x="939968" y="7412"/>
                    </a:lnTo>
                    <a:lnTo>
                      <a:pt x="939746" y="15046"/>
                    </a:lnTo>
                    <a:lnTo>
                      <a:pt x="932113" y="14824"/>
                    </a:lnTo>
                    <a:lnTo>
                      <a:pt x="931891" y="22458"/>
                    </a:lnTo>
                    <a:lnTo>
                      <a:pt x="924258" y="22237"/>
                    </a:lnTo>
                    <a:lnTo>
                      <a:pt x="924037" y="29870"/>
                    </a:lnTo>
                    <a:lnTo>
                      <a:pt x="927743" y="33798"/>
                    </a:lnTo>
                    <a:lnTo>
                      <a:pt x="931670" y="30091"/>
                    </a:lnTo>
                    <a:lnTo>
                      <a:pt x="939082" y="37946"/>
                    </a:lnTo>
                    <a:lnTo>
                      <a:pt x="943010" y="34240"/>
                    </a:lnTo>
                    <a:lnTo>
                      <a:pt x="961762" y="46244"/>
                    </a:lnTo>
                    <a:lnTo>
                      <a:pt x="954349" y="38389"/>
                    </a:lnTo>
                    <a:lnTo>
                      <a:pt x="958277" y="34683"/>
                    </a:lnTo>
                    <a:lnTo>
                      <a:pt x="950865" y="26828"/>
                    </a:lnTo>
                    <a:lnTo>
                      <a:pt x="954792" y="23122"/>
                    </a:lnTo>
                    <a:lnTo>
                      <a:pt x="947380" y="15267"/>
                    </a:lnTo>
                    <a:lnTo>
                      <a:pt x="951307" y="11561"/>
                    </a:lnTo>
                    <a:lnTo>
                      <a:pt x="947601" y="7633"/>
                    </a:lnTo>
                    <a:moveTo>
                      <a:pt x="764542" y="172951"/>
                    </a:moveTo>
                    <a:lnTo>
                      <a:pt x="778481" y="219195"/>
                    </a:lnTo>
                    <a:lnTo>
                      <a:pt x="733122" y="202600"/>
                    </a:lnTo>
                    <a:lnTo>
                      <a:pt x="764542" y="172951"/>
                    </a:lnTo>
                    <a:lnTo>
                      <a:pt x="760614" y="176658"/>
                    </a:lnTo>
                    <a:lnTo>
                      <a:pt x="771069" y="211341"/>
                    </a:lnTo>
                    <a:lnTo>
                      <a:pt x="737050" y="198894"/>
                    </a:lnTo>
                    <a:lnTo>
                      <a:pt x="740756" y="202822"/>
                    </a:lnTo>
                    <a:lnTo>
                      <a:pt x="764321" y="180585"/>
                    </a:lnTo>
                    <a:lnTo>
                      <a:pt x="760614" y="176658"/>
                    </a:lnTo>
                    <a:lnTo>
                      <a:pt x="764542" y="172951"/>
                    </a:lnTo>
                    <a:lnTo>
                      <a:pt x="764099" y="188219"/>
                    </a:lnTo>
                    <a:lnTo>
                      <a:pt x="768027" y="184512"/>
                    </a:lnTo>
                    <a:lnTo>
                      <a:pt x="767584" y="199780"/>
                    </a:lnTo>
                    <a:lnTo>
                      <a:pt x="771511" y="196073"/>
                    </a:lnTo>
                    <a:lnTo>
                      <a:pt x="774775" y="215268"/>
                    </a:lnTo>
                    <a:lnTo>
                      <a:pt x="755802" y="210898"/>
                    </a:lnTo>
                    <a:lnTo>
                      <a:pt x="759729" y="207192"/>
                    </a:lnTo>
                    <a:lnTo>
                      <a:pt x="744462" y="206749"/>
                    </a:lnTo>
                    <a:lnTo>
                      <a:pt x="748389" y="203043"/>
                    </a:lnTo>
                    <a:lnTo>
                      <a:pt x="733122" y="202600"/>
                    </a:lnTo>
                    <a:lnTo>
                      <a:pt x="744683" y="199116"/>
                    </a:lnTo>
                    <a:lnTo>
                      <a:pt x="744905" y="191482"/>
                    </a:lnTo>
                    <a:lnTo>
                      <a:pt x="752538" y="191703"/>
                    </a:lnTo>
                    <a:lnTo>
                      <a:pt x="752760" y="184070"/>
                    </a:lnTo>
                    <a:lnTo>
                      <a:pt x="760393" y="184291"/>
                    </a:lnTo>
                    <a:lnTo>
                      <a:pt x="764542" y="172951"/>
                    </a:lnTo>
                    <a:lnTo>
                      <a:pt x="764321" y="180585"/>
                    </a:lnTo>
                    <a:lnTo>
                      <a:pt x="756687" y="180364"/>
                    </a:lnTo>
                    <a:lnTo>
                      <a:pt x="756466" y="187997"/>
                    </a:lnTo>
                    <a:lnTo>
                      <a:pt x="748832" y="187776"/>
                    </a:lnTo>
                    <a:lnTo>
                      <a:pt x="748611" y="195409"/>
                    </a:lnTo>
                    <a:lnTo>
                      <a:pt x="740977" y="195188"/>
                    </a:lnTo>
                    <a:lnTo>
                      <a:pt x="740756" y="202822"/>
                    </a:lnTo>
                    <a:lnTo>
                      <a:pt x="744462" y="206749"/>
                    </a:lnTo>
                    <a:lnTo>
                      <a:pt x="748389" y="203043"/>
                    </a:lnTo>
                    <a:lnTo>
                      <a:pt x="755802" y="210898"/>
                    </a:lnTo>
                    <a:lnTo>
                      <a:pt x="759729" y="207192"/>
                    </a:lnTo>
                    <a:lnTo>
                      <a:pt x="778481" y="219195"/>
                    </a:lnTo>
                    <a:lnTo>
                      <a:pt x="771069" y="211341"/>
                    </a:lnTo>
                    <a:lnTo>
                      <a:pt x="774996" y="207634"/>
                    </a:lnTo>
                    <a:lnTo>
                      <a:pt x="767584" y="199780"/>
                    </a:lnTo>
                    <a:lnTo>
                      <a:pt x="771511" y="196073"/>
                    </a:lnTo>
                    <a:lnTo>
                      <a:pt x="764099" y="188219"/>
                    </a:lnTo>
                    <a:lnTo>
                      <a:pt x="768027" y="184512"/>
                    </a:lnTo>
                    <a:lnTo>
                      <a:pt x="764321" y="180585"/>
                    </a:lnTo>
                    <a:moveTo>
                      <a:pt x="581261" y="345903"/>
                    </a:moveTo>
                    <a:lnTo>
                      <a:pt x="595200" y="392147"/>
                    </a:lnTo>
                    <a:lnTo>
                      <a:pt x="549842" y="375552"/>
                    </a:lnTo>
                    <a:lnTo>
                      <a:pt x="581261" y="345903"/>
                    </a:lnTo>
                    <a:lnTo>
                      <a:pt x="577334" y="349609"/>
                    </a:lnTo>
                    <a:lnTo>
                      <a:pt x="587788" y="384292"/>
                    </a:lnTo>
                    <a:lnTo>
                      <a:pt x="553769" y="371846"/>
                    </a:lnTo>
                    <a:lnTo>
                      <a:pt x="557475" y="375773"/>
                    </a:lnTo>
                    <a:lnTo>
                      <a:pt x="581040" y="353537"/>
                    </a:lnTo>
                    <a:lnTo>
                      <a:pt x="577334" y="349609"/>
                    </a:lnTo>
                    <a:lnTo>
                      <a:pt x="581261" y="345903"/>
                    </a:lnTo>
                    <a:lnTo>
                      <a:pt x="580819" y="361170"/>
                    </a:lnTo>
                    <a:lnTo>
                      <a:pt x="584746" y="357464"/>
                    </a:lnTo>
                    <a:lnTo>
                      <a:pt x="584303" y="372731"/>
                    </a:lnTo>
                    <a:lnTo>
                      <a:pt x="588231" y="369025"/>
                    </a:lnTo>
                    <a:lnTo>
                      <a:pt x="591494" y="388220"/>
                    </a:lnTo>
                    <a:lnTo>
                      <a:pt x="572521" y="383849"/>
                    </a:lnTo>
                    <a:lnTo>
                      <a:pt x="576449" y="380143"/>
                    </a:lnTo>
                    <a:lnTo>
                      <a:pt x="561181" y="379701"/>
                    </a:lnTo>
                    <a:lnTo>
                      <a:pt x="565109" y="375995"/>
                    </a:lnTo>
                    <a:lnTo>
                      <a:pt x="549842" y="375552"/>
                    </a:lnTo>
                    <a:lnTo>
                      <a:pt x="561403" y="372067"/>
                    </a:lnTo>
                    <a:lnTo>
                      <a:pt x="561624" y="364434"/>
                    </a:lnTo>
                    <a:lnTo>
                      <a:pt x="569258" y="364655"/>
                    </a:lnTo>
                    <a:lnTo>
                      <a:pt x="569479" y="357021"/>
                    </a:lnTo>
                    <a:lnTo>
                      <a:pt x="577113" y="357243"/>
                    </a:lnTo>
                    <a:lnTo>
                      <a:pt x="581261" y="345903"/>
                    </a:lnTo>
                    <a:lnTo>
                      <a:pt x="581040" y="353537"/>
                    </a:lnTo>
                    <a:lnTo>
                      <a:pt x="573406" y="353315"/>
                    </a:lnTo>
                    <a:lnTo>
                      <a:pt x="573185" y="360949"/>
                    </a:lnTo>
                    <a:lnTo>
                      <a:pt x="565552" y="360727"/>
                    </a:lnTo>
                    <a:lnTo>
                      <a:pt x="565330" y="368361"/>
                    </a:lnTo>
                    <a:lnTo>
                      <a:pt x="557697" y="368140"/>
                    </a:lnTo>
                    <a:lnTo>
                      <a:pt x="557475" y="375773"/>
                    </a:lnTo>
                    <a:lnTo>
                      <a:pt x="561181" y="379701"/>
                    </a:lnTo>
                    <a:lnTo>
                      <a:pt x="565109" y="375995"/>
                    </a:lnTo>
                    <a:lnTo>
                      <a:pt x="572521" y="383849"/>
                    </a:lnTo>
                    <a:lnTo>
                      <a:pt x="576449" y="380143"/>
                    </a:lnTo>
                    <a:lnTo>
                      <a:pt x="595200" y="392147"/>
                    </a:lnTo>
                    <a:lnTo>
                      <a:pt x="587788" y="384292"/>
                    </a:lnTo>
                    <a:lnTo>
                      <a:pt x="591716" y="380586"/>
                    </a:lnTo>
                    <a:lnTo>
                      <a:pt x="584303" y="372731"/>
                    </a:lnTo>
                    <a:lnTo>
                      <a:pt x="588231" y="369025"/>
                    </a:lnTo>
                    <a:lnTo>
                      <a:pt x="580819" y="361170"/>
                    </a:lnTo>
                    <a:lnTo>
                      <a:pt x="584746" y="357464"/>
                    </a:lnTo>
                    <a:lnTo>
                      <a:pt x="581040" y="353537"/>
                    </a:lnTo>
                    <a:moveTo>
                      <a:pt x="397981" y="518855"/>
                    </a:moveTo>
                    <a:lnTo>
                      <a:pt x="411920" y="565098"/>
                    </a:lnTo>
                    <a:lnTo>
                      <a:pt x="366561" y="548503"/>
                    </a:lnTo>
                    <a:lnTo>
                      <a:pt x="397981" y="518855"/>
                    </a:lnTo>
                    <a:lnTo>
                      <a:pt x="394053" y="522561"/>
                    </a:lnTo>
                    <a:lnTo>
                      <a:pt x="404508" y="557244"/>
                    </a:lnTo>
                    <a:lnTo>
                      <a:pt x="370489" y="544797"/>
                    </a:lnTo>
                    <a:lnTo>
                      <a:pt x="374195" y="548725"/>
                    </a:lnTo>
                    <a:lnTo>
                      <a:pt x="397759" y="526488"/>
                    </a:lnTo>
                    <a:lnTo>
                      <a:pt x="394053" y="522561"/>
                    </a:lnTo>
                    <a:lnTo>
                      <a:pt x="397981" y="518855"/>
                    </a:lnTo>
                    <a:lnTo>
                      <a:pt x="397538" y="534122"/>
                    </a:lnTo>
                    <a:lnTo>
                      <a:pt x="401466" y="530416"/>
                    </a:lnTo>
                    <a:lnTo>
                      <a:pt x="401023" y="545683"/>
                    </a:lnTo>
                    <a:lnTo>
                      <a:pt x="404950" y="541977"/>
                    </a:lnTo>
                    <a:lnTo>
                      <a:pt x="408214" y="561171"/>
                    </a:lnTo>
                    <a:lnTo>
                      <a:pt x="389241" y="556801"/>
                    </a:lnTo>
                    <a:lnTo>
                      <a:pt x="393168" y="553095"/>
                    </a:lnTo>
                    <a:lnTo>
                      <a:pt x="377901" y="552652"/>
                    </a:lnTo>
                    <a:lnTo>
                      <a:pt x="381828" y="548946"/>
                    </a:lnTo>
                    <a:lnTo>
                      <a:pt x="366561" y="548503"/>
                    </a:lnTo>
                    <a:lnTo>
                      <a:pt x="378122" y="545019"/>
                    </a:lnTo>
                    <a:lnTo>
                      <a:pt x="378344" y="537385"/>
                    </a:lnTo>
                    <a:lnTo>
                      <a:pt x="385977" y="537606"/>
                    </a:lnTo>
                    <a:lnTo>
                      <a:pt x="386198" y="529973"/>
                    </a:lnTo>
                    <a:lnTo>
                      <a:pt x="393832" y="530194"/>
                    </a:lnTo>
                    <a:lnTo>
                      <a:pt x="397981" y="518855"/>
                    </a:lnTo>
                    <a:lnTo>
                      <a:pt x="397759" y="526488"/>
                    </a:lnTo>
                    <a:lnTo>
                      <a:pt x="390126" y="526267"/>
                    </a:lnTo>
                    <a:lnTo>
                      <a:pt x="389905" y="533900"/>
                    </a:lnTo>
                    <a:lnTo>
                      <a:pt x="382271" y="533679"/>
                    </a:lnTo>
                    <a:lnTo>
                      <a:pt x="382050" y="541312"/>
                    </a:lnTo>
                    <a:lnTo>
                      <a:pt x="374416" y="541091"/>
                    </a:lnTo>
                    <a:lnTo>
                      <a:pt x="374195" y="548725"/>
                    </a:lnTo>
                    <a:lnTo>
                      <a:pt x="377901" y="552652"/>
                    </a:lnTo>
                    <a:lnTo>
                      <a:pt x="381828" y="548946"/>
                    </a:lnTo>
                    <a:lnTo>
                      <a:pt x="389241" y="556801"/>
                    </a:lnTo>
                    <a:lnTo>
                      <a:pt x="393168" y="553095"/>
                    </a:lnTo>
                    <a:lnTo>
                      <a:pt x="411920" y="565098"/>
                    </a:lnTo>
                    <a:lnTo>
                      <a:pt x="404508" y="557244"/>
                    </a:lnTo>
                    <a:lnTo>
                      <a:pt x="408435" y="553537"/>
                    </a:lnTo>
                    <a:lnTo>
                      <a:pt x="401023" y="545683"/>
                    </a:lnTo>
                    <a:lnTo>
                      <a:pt x="404950" y="541977"/>
                    </a:lnTo>
                    <a:lnTo>
                      <a:pt x="397538" y="534122"/>
                    </a:lnTo>
                    <a:lnTo>
                      <a:pt x="401466" y="530416"/>
                    </a:lnTo>
                    <a:lnTo>
                      <a:pt x="397759" y="526488"/>
                    </a:lnTo>
                    <a:moveTo>
                      <a:pt x="214700" y="691806"/>
                    </a:moveTo>
                    <a:lnTo>
                      <a:pt x="228639" y="738050"/>
                    </a:lnTo>
                    <a:lnTo>
                      <a:pt x="183281" y="721455"/>
                    </a:lnTo>
                    <a:lnTo>
                      <a:pt x="214700" y="691806"/>
                    </a:lnTo>
                    <a:lnTo>
                      <a:pt x="210773" y="695512"/>
                    </a:lnTo>
                    <a:lnTo>
                      <a:pt x="221227" y="730195"/>
                    </a:lnTo>
                    <a:lnTo>
                      <a:pt x="187208" y="717749"/>
                    </a:lnTo>
                    <a:lnTo>
                      <a:pt x="190914" y="721676"/>
                    </a:lnTo>
                    <a:lnTo>
                      <a:pt x="214479" y="699440"/>
                    </a:lnTo>
                    <a:lnTo>
                      <a:pt x="210773" y="695512"/>
                    </a:lnTo>
                    <a:lnTo>
                      <a:pt x="214700" y="691806"/>
                    </a:lnTo>
                    <a:lnTo>
                      <a:pt x="214258" y="707073"/>
                    </a:lnTo>
                    <a:lnTo>
                      <a:pt x="218185" y="703367"/>
                    </a:lnTo>
                    <a:lnTo>
                      <a:pt x="217742" y="718634"/>
                    </a:lnTo>
                    <a:lnTo>
                      <a:pt x="221670" y="714928"/>
                    </a:lnTo>
                    <a:lnTo>
                      <a:pt x="224933" y="734123"/>
                    </a:lnTo>
                    <a:lnTo>
                      <a:pt x="205960" y="729752"/>
                    </a:lnTo>
                    <a:lnTo>
                      <a:pt x="209887" y="726046"/>
                    </a:lnTo>
                    <a:lnTo>
                      <a:pt x="194620" y="725604"/>
                    </a:lnTo>
                    <a:lnTo>
                      <a:pt x="198548" y="721898"/>
                    </a:lnTo>
                    <a:lnTo>
                      <a:pt x="183281" y="721455"/>
                    </a:lnTo>
                    <a:lnTo>
                      <a:pt x="194842" y="717970"/>
                    </a:lnTo>
                    <a:lnTo>
                      <a:pt x="195063" y="710337"/>
                    </a:lnTo>
                    <a:lnTo>
                      <a:pt x="202697" y="710558"/>
                    </a:lnTo>
                    <a:lnTo>
                      <a:pt x="202918" y="702924"/>
                    </a:lnTo>
                    <a:lnTo>
                      <a:pt x="210551" y="703146"/>
                    </a:lnTo>
                    <a:lnTo>
                      <a:pt x="214700" y="691806"/>
                    </a:lnTo>
                    <a:lnTo>
                      <a:pt x="214479" y="699440"/>
                    </a:lnTo>
                    <a:lnTo>
                      <a:pt x="206845" y="699218"/>
                    </a:lnTo>
                    <a:lnTo>
                      <a:pt x="206624" y="706852"/>
                    </a:lnTo>
                    <a:lnTo>
                      <a:pt x="198990" y="706630"/>
                    </a:lnTo>
                    <a:lnTo>
                      <a:pt x="198769" y="714264"/>
                    </a:lnTo>
                    <a:lnTo>
                      <a:pt x="191136" y="714043"/>
                    </a:lnTo>
                    <a:lnTo>
                      <a:pt x="190914" y="721676"/>
                    </a:lnTo>
                    <a:lnTo>
                      <a:pt x="194620" y="725604"/>
                    </a:lnTo>
                    <a:lnTo>
                      <a:pt x="198548" y="721898"/>
                    </a:lnTo>
                    <a:lnTo>
                      <a:pt x="205960" y="729752"/>
                    </a:lnTo>
                    <a:lnTo>
                      <a:pt x="209887" y="726046"/>
                    </a:lnTo>
                    <a:lnTo>
                      <a:pt x="228639" y="738050"/>
                    </a:lnTo>
                    <a:lnTo>
                      <a:pt x="221227" y="730195"/>
                    </a:lnTo>
                    <a:lnTo>
                      <a:pt x="225155" y="726489"/>
                    </a:lnTo>
                    <a:lnTo>
                      <a:pt x="217742" y="718634"/>
                    </a:lnTo>
                    <a:lnTo>
                      <a:pt x="221670" y="714928"/>
                    </a:lnTo>
                    <a:lnTo>
                      <a:pt x="214258" y="707073"/>
                    </a:lnTo>
                    <a:lnTo>
                      <a:pt x="218185" y="703367"/>
                    </a:lnTo>
                    <a:lnTo>
                      <a:pt x="214479" y="699440"/>
                    </a:lnTo>
                    <a:moveTo>
                      <a:pt x="31420" y="864758"/>
                    </a:moveTo>
                    <a:lnTo>
                      <a:pt x="45359" y="911002"/>
                    </a:lnTo>
                    <a:lnTo>
                      <a:pt x="0" y="894406"/>
                    </a:lnTo>
                    <a:lnTo>
                      <a:pt x="31420" y="864758"/>
                    </a:lnTo>
                    <a:lnTo>
                      <a:pt x="27492" y="868464"/>
                    </a:lnTo>
                    <a:lnTo>
                      <a:pt x="37946" y="903147"/>
                    </a:lnTo>
                    <a:lnTo>
                      <a:pt x="3928" y="890700"/>
                    </a:lnTo>
                    <a:lnTo>
                      <a:pt x="7634" y="894628"/>
                    </a:lnTo>
                    <a:lnTo>
                      <a:pt x="31198" y="872391"/>
                    </a:lnTo>
                    <a:lnTo>
                      <a:pt x="27492" y="868464"/>
                    </a:lnTo>
                    <a:lnTo>
                      <a:pt x="31420" y="864758"/>
                    </a:lnTo>
                    <a:lnTo>
                      <a:pt x="30977" y="880025"/>
                    </a:lnTo>
                    <a:lnTo>
                      <a:pt x="34904" y="876319"/>
                    </a:lnTo>
                    <a:lnTo>
                      <a:pt x="34462" y="891586"/>
                    </a:lnTo>
                    <a:lnTo>
                      <a:pt x="38389" y="887880"/>
                    </a:lnTo>
                    <a:lnTo>
                      <a:pt x="41653" y="907074"/>
                    </a:lnTo>
                    <a:lnTo>
                      <a:pt x="22679" y="902704"/>
                    </a:lnTo>
                    <a:lnTo>
                      <a:pt x="26607" y="898998"/>
                    </a:lnTo>
                    <a:lnTo>
                      <a:pt x="11340" y="898555"/>
                    </a:lnTo>
                    <a:lnTo>
                      <a:pt x="15267" y="894849"/>
                    </a:lnTo>
                    <a:lnTo>
                      <a:pt x="0" y="894406"/>
                    </a:lnTo>
                    <a:lnTo>
                      <a:pt x="11561" y="890922"/>
                    </a:lnTo>
                    <a:lnTo>
                      <a:pt x="11782" y="883288"/>
                    </a:lnTo>
                    <a:lnTo>
                      <a:pt x="19416" y="883509"/>
                    </a:lnTo>
                    <a:lnTo>
                      <a:pt x="19637" y="875876"/>
                    </a:lnTo>
                    <a:lnTo>
                      <a:pt x="27271" y="876097"/>
                    </a:lnTo>
                    <a:lnTo>
                      <a:pt x="31420" y="864758"/>
                    </a:lnTo>
                    <a:lnTo>
                      <a:pt x="31198" y="872391"/>
                    </a:lnTo>
                    <a:lnTo>
                      <a:pt x="23565" y="872170"/>
                    </a:lnTo>
                    <a:lnTo>
                      <a:pt x="23343" y="879803"/>
                    </a:lnTo>
                    <a:lnTo>
                      <a:pt x="15710" y="879582"/>
                    </a:lnTo>
                    <a:lnTo>
                      <a:pt x="15489" y="887216"/>
                    </a:lnTo>
                    <a:lnTo>
                      <a:pt x="7855" y="886994"/>
                    </a:lnTo>
                    <a:lnTo>
                      <a:pt x="7634" y="894628"/>
                    </a:lnTo>
                    <a:lnTo>
                      <a:pt x="11340" y="898555"/>
                    </a:lnTo>
                    <a:lnTo>
                      <a:pt x="15267" y="894849"/>
                    </a:lnTo>
                    <a:lnTo>
                      <a:pt x="22679" y="902704"/>
                    </a:lnTo>
                    <a:lnTo>
                      <a:pt x="26607" y="898998"/>
                    </a:lnTo>
                    <a:lnTo>
                      <a:pt x="45359" y="911002"/>
                    </a:lnTo>
                    <a:lnTo>
                      <a:pt x="37946" y="903147"/>
                    </a:lnTo>
                    <a:lnTo>
                      <a:pt x="41874" y="899441"/>
                    </a:lnTo>
                    <a:lnTo>
                      <a:pt x="34462" y="891586"/>
                    </a:lnTo>
                    <a:lnTo>
                      <a:pt x="38389" y="887880"/>
                    </a:lnTo>
                    <a:lnTo>
                      <a:pt x="30977" y="880025"/>
                    </a:lnTo>
                    <a:lnTo>
                      <a:pt x="34904" y="876319"/>
                    </a:lnTo>
                    <a:lnTo>
                      <a:pt x="31198" y="87239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28" name="Контур"/>
              <p:cNvSpPr/>
              <p:nvPr/>
            </p:nvSpPr>
            <p:spPr>
              <a:xfrm>
                <a:off x="2713013" y="3999672"/>
                <a:ext cx="46762" cy="128230"/>
              </a:xfrm>
              <a:custGeom>
                <a:avLst/>
                <a:gdLst/>
                <a:ahLst/>
                <a:cxnLst/>
                <a:rect l="l" t="t" r="r" b="b"/>
                <a:pathLst>
                  <a:path w="46762" h="128230" fill="none">
                    <a:moveTo>
                      <a:pt x="46762" y="128230"/>
                    </a:moveTo>
                    <a:lnTo>
                      <a:pt x="15701" y="95299"/>
                    </a:ln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29" name="Контур"/>
              <p:cNvSpPr/>
              <p:nvPr/>
            </p:nvSpPr>
            <p:spPr>
              <a:xfrm>
                <a:off x="2759775" y="3926751"/>
                <a:ext cx="1849590" cy="1008690"/>
              </a:xfrm>
              <a:custGeom>
                <a:avLst/>
                <a:gdLst/>
                <a:ahLst/>
                <a:cxnLst/>
                <a:rect l="l" t="t" r="r" b="b"/>
                <a:pathLst>
                  <a:path w="1849590" h="1008690" fill="none">
                    <a:moveTo>
                      <a:pt x="0" y="201151"/>
                    </a:moveTo>
                    <a:lnTo>
                      <a:pt x="25936" y="228649"/>
                    </a:lnTo>
                    <a:moveTo>
                      <a:pt x="25936" y="228649"/>
                    </a:moveTo>
                    <a:lnTo>
                      <a:pt x="51872" y="256147"/>
                    </a:lnTo>
                    <a:moveTo>
                      <a:pt x="51872" y="256147"/>
                    </a:moveTo>
                    <a:lnTo>
                      <a:pt x="77809" y="283646"/>
                    </a:lnTo>
                    <a:moveTo>
                      <a:pt x="77809" y="283646"/>
                    </a:moveTo>
                    <a:lnTo>
                      <a:pt x="103745" y="311144"/>
                    </a:lnTo>
                    <a:moveTo>
                      <a:pt x="103745" y="311144"/>
                    </a:moveTo>
                    <a:lnTo>
                      <a:pt x="129681" y="338642"/>
                    </a:lnTo>
                    <a:moveTo>
                      <a:pt x="129681" y="338642"/>
                    </a:moveTo>
                    <a:lnTo>
                      <a:pt x="155617" y="366141"/>
                    </a:lnTo>
                    <a:moveTo>
                      <a:pt x="155617" y="366141"/>
                    </a:moveTo>
                    <a:lnTo>
                      <a:pt x="181553" y="393639"/>
                    </a:lnTo>
                    <a:moveTo>
                      <a:pt x="181553" y="393639"/>
                    </a:moveTo>
                    <a:lnTo>
                      <a:pt x="207489" y="421137"/>
                    </a:lnTo>
                    <a:moveTo>
                      <a:pt x="207489" y="421137"/>
                    </a:moveTo>
                    <a:lnTo>
                      <a:pt x="233425" y="448636"/>
                    </a:lnTo>
                    <a:moveTo>
                      <a:pt x="233425" y="448636"/>
                    </a:moveTo>
                    <a:lnTo>
                      <a:pt x="259361" y="476134"/>
                    </a:lnTo>
                    <a:moveTo>
                      <a:pt x="259361" y="476134"/>
                    </a:moveTo>
                    <a:lnTo>
                      <a:pt x="285297" y="503632"/>
                    </a:lnTo>
                    <a:moveTo>
                      <a:pt x="285297" y="503632"/>
                    </a:moveTo>
                    <a:lnTo>
                      <a:pt x="311234" y="531131"/>
                    </a:lnTo>
                    <a:moveTo>
                      <a:pt x="311234" y="531131"/>
                    </a:moveTo>
                    <a:lnTo>
                      <a:pt x="337170" y="558629"/>
                    </a:lnTo>
                    <a:moveTo>
                      <a:pt x="337170" y="558629"/>
                    </a:moveTo>
                    <a:lnTo>
                      <a:pt x="363106" y="586127"/>
                    </a:lnTo>
                    <a:moveTo>
                      <a:pt x="363106" y="586127"/>
                    </a:moveTo>
                    <a:lnTo>
                      <a:pt x="377851" y="601761"/>
                    </a:lnTo>
                    <a:lnTo>
                      <a:pt x="389042" y="613626"/>
                    </a:lnTo>
                    <a:moveTo>
                      <a:pt x="389042" y="613626"/>
                    </a:moveTo>
                    <a:lnTo>
                      <a:pt x="414978" y="641124"/>
                    </a:lnTo>
                    <a:moveTo>
                      <a:pt x="414978" y="641124"/>
                    </a:moveTo>
                    <a:lnTo>
                      <a:pt x="440914" y="668622"/>
                    </a:lnTo>
                    <a:moveTo>
                      <a:pt x="440914" y="668622"/>
                    </a:moveTo>
                    <a:lnTo>
                      <a:pt x="466851" y="696120"/>
                    </a:lnTo>
                    <a:moveTo>
                      <a:pt x="466851" y="696120"/>
                    </a:moveTo>
                    <a:lnTo>
                      <a:pt x="492787" y="723619"/>
                    </a:lnTo>
                    <a:moveTo>
                      <a:pt x="492787" y="723619"/>
                    </a:moveTo>
                    <a:lnTo>
                      <a:pt x="518723" y="751117"/>
                    </a:lnTo>
                    <a:moveTo>
                      <a:pt x="518723" y="751117"/>
                    </a:moveTo>
                    <a:lnTo>
                      <a:pt x="544659" y="778615"/>
                    </a:lnTo>
                    <a:moveTo>
                      <a:pt x="544659" y="778615"/>
                    </a:moveTo>
                    <a:lnTo>
                      <a:pt x="570595" y="806113"/>
                    </a:lnTo>
                    <a:moveTo>
                      <a:pt x="570595" y="806113"/>
                    </a:moveTo>
                    <a:lnTo>
                      <a:pt x="596532" y="833612"/>
                    </a:lnTo>
                    <a:moveTo>
                      <a:pt x="596532" y="833612"/>
                    </a:moveTo>
                    <a:lnTo>
                      <a:pt x="622468" y="861110"/>
                    </a:lnTo>
                    <a:moveTo>
                      <a:pt x="622468" y="861110"/>
                    </a:moveTo>
                    <a:lnTo>
                      <a:pt x="648404" y="888608"/>
                    </a:lnTo>
                    <a:moveTo>
                      <a:pt x="648404" y="888608"/>
                    </a:moveTo>
                    <a:lnTo>
                      <a:pt x="671251" y="912831"/>
                    </a:lnTo>
                    <a:lnTo>
                      <a:pt x="674340" y="916106"/>
                    </a:lnTo>
                    <a:moveTo>
                      <a:pt x="674340" y="916106"/>
                    </a:moveTo>
                    <a:lnTo>
                      <a:pt x="700276" y="943605"/>
                    </a:lnTo>
                    <a:moveTo>
                      <a:pt x="700276" y="943605"/>
                    </a:moveTo>
                    <a:lnTo>
                      <a:pt x="726212" y="971103"/>
                    </a:lnTo>
                    <a:moveTo>
                      <a:pt x="726212" y="971103"/>
                    </a:moveTo>
                    <a:lnTo>
                      <a:pt x="752148" y="998601"/>
                    </a:lnTo>
                    <a:moveTo>
                      <a:pt x="752148" y="998601"/>
                    </a:moveTo>
                    <a:lnTo>
                      <a:pt x="759559" y="1006458"/>
                    </a:lnTo>
                    <a:lnTo>
                      <a:pt x="786547" y="1007247"/>
                    </a:lnTo>
                    <a:moveTo>
                      <a:pt x="786547" y="1007247"/>
                    </a:moveTo>
                    <a:lnTo>
                      <a:pt x="824331" y="1008352"/>
                    </a:lnTo>
                    <a:moveTo>
                      <a:pt x="824331" y="1008352"/>
                    </a:moveTo>
                    <a:lnTo>
                      <a:pt x="835895" y="1008690"/>
                    </a:lnTo>
                    <a:lnTo>
                      <a:pt x="854977" y="990692"/>
                    </a:lnTo>
                    <a:moveTo>
                      <a:pt x="854977" y="990692"/>
                    </a:moveTo>
                    <a:lnTo>
                      <a:pt x="882476" y="964755"/>
                    </a:lnTo>
                    <a:moveTo>
                      <a:pt x="882476" y="964755"/>
                    </a:moveTo>
                    <a:lnTo>
                      <a:pt x="909974" y="938819"/>
                    </a:lnTo>
                    <a:moveTo>
                      <a:pt x="909974" y="938819"/>
                    </a:moveTo>
                    <a:lnTo>
                      <a:pt x="937472" y="912883"/>
                    </a:lnTo>
                    <a:moveTo>
                      <a:pt x="937472" y="912883"/>
                    </a:moveTo>
                    <a:lnTo>
                      <a:pt x="964970" y="886947"/>
                    </a:lnTo>
                    <a:moveTo>
                      <a:pt x="964970" y="886947"/>
                    </a:moveTo>
                    <a:lnTo>
                      <a:pt x="992469" y="861011"/>
                    </a:lnTo>
                    <a:moveTo>
                      <a:pt x="992469" y="861011"/>
                    </a:moveTo>
                    <a:lnTo>
                      <a:pt x="1019967" y="835074"/>
                    </a:lnTo>
                    <a:moveTo>
                      <a:pt x="1019967" y="835074"/>
                    </a:moveTo>
                    <a:lnTo>
                      <a:pt x="1047465" y="809138"/>
                    </a:lnTo>
                    <a:moveTo>
                      <a:pt x="1047465" y="809138"/>
                    </a:moveTo>
                    <a:lnTo>
                      <a:pt x="1074963" y="783202"/>
                    </a:lnTo>
                    <a:moveTo>
                      <a:pt x="1074963" y="783202"/>
                    </a:moveTo>
                    <a:lnTo>
                      <a:pt x="1102462" y="757266"/>
                    </a:lnTo>
                    <a:moveTo>
                      <a:pt x="1102462" y="757266"/>
                    </a:moveTo>
                    <a:lnTo>
                      <a:pt x="1129960" y="731330"/>
                    </a:lnTo>
                    <a:moveTo>
                      <a:pt x="1129960" y="731330"/>
                    </a:moveTo>
                    <a:lnTo>
                      <a:pt x="1157458" y="705394"/>
                    </a:lnTo>
                    <a:moveTo>
                      <a:pt x="1157458" y="705394"/>
                    </a:moveTo>
                    <a:lnTo>
                      <a:pt x="1184957" y="679457"/>
                    </a:lnTo>
                    <a:moveTo>
                      <a:pt x="1184957" y="679457"/>
                    </a:moveTo>
                    <a:lnTo>
                      <a:pt x="1212455" y="653521"/>
                    </a:lnTo>
                    <a:moveTo>
                      <a:pt x="1212455" y="653521"/>
                    </a:moveTo>
                    <a:lnTo>
                      <a:pt x="1239953" y="627585"/>
                    </a:lnTo>
                    <a:moveTo>
                      <a:pt x="1239953" y="627585"/>
                    </a:moveTo>
                    <a:lnTo>
                      <a:pt x="1267451" y="601649"/>
                    </a:lnTo>
                    <a:moveTo>
                      <a:pt x="1267451" y="601649"/>
                    </a:moveTo>
                    <a:lnTo>
                      <a:pt x="1294950" y="575713"/>
                    </a:lnTo>
                    <a:moveTo>
                      <a:pt x="1294950" y="575713"/>
                    </a:moveTo>
                    <a:lnTo>
                      <a:pt x="1322448" y="549776"/>
                    </a:lnTo>
                    <a:moveTo>
                      <a:pt x="1322448" y="549776"/>
                    </a:moveTo>
                    <a:lnTo>
                      <a:pt x="1349946" y="523840"/>
                    </a:lnTo>
                    <a:moveTo>
                      <a:pt x="1349946" y="523840"/>
                    </a:moveTo>
                    <a:lnTo>
                      <a:pt x="1377444" y="497904"/>
                    </a:lnTo>
                    <a:moveTo>
                      <a:pt x="1377444" y="497904"/>
                    </a:moveTo>
                    <a:lnTo>
                      <a:pt x="1392255" y="483934"/>
                    </a:lnTo>
                    <a:lnTo>
                      <a:pt x="1402175" y="469590"/>
                    </a:lnTo>
                    <a:moveTo>
                      <a:pt x="1402175" y="469590"/>
                    </a:moveTo>
                    <a:lnTo>
                      <a:pt x="1423674" y="438499"/>
                    </a:lnTo>
                    <a:moveTo>
                      <a:pt x="1423674" y="438499"/>
                    </a:moveTo>
                    <a:lnTo>
                      <a:pt x="1445174" y="407409"/>
                    </a:lnTo>
                    <a:moveTo>
                      <a:pt x="1445174" y="407409"/>
                    </a:moveTo>
                    <a:lnTo>
                      <a:pt x="1466674" y="376319"/>
                    </a:lnTo>
                    <a:moveTo>
                      <a:pt x="1466674" y="376319"/>
                    </a:moveTo>
                    <a:lnTo>
                      <a:pt x="1488173" y="345228"/>
                    </a:lnTo>
                    <a:moveTo>
                      <a:pt x="1488173" y="345228"/>
                    </a:moveTo>
                    <a:lnTo>
                      <a:pt x="1496808" y="332741"/>
                    </a:lnTo>
                    <a:lnTo>
                      <a:pt x="1513262" y="317222"/>
                    </a:lnTo>
                    <a:moveTo>
                      <a:pt x="1513262" y="317222"/>
                    </a:moveTo>
                    <a:lnTo>
                      <a:pt x="1524755" y="306382"/>
                    </a:lnTo>
                    <a:lnTo>
                      <a:pt x="1540760" y="291286"/>
                    </a:lnTo>
                    <a:moveTo>
                      <a:pt x="1540760" y="291286"/>
                    </a:moveTo>
                    <a:lnTo>
                      <a:pt x="1568259" y="265350"/>
                    </a:lnTo>
                    <a:moveTo>
                      <a:pt x="1568259" y="265350"/>
                    </a:moveTo>
                    <a:lnTo>
                      <a:pt x="1595757" y="239414"/>
                    </a:lnTo>
                    <a:moveTo>
                      <a:pt x="1595757" y="239414"/>
                    </a:moveTo>
                    <a:lnTo>
                      <a:pt x="1623255" y="213478"/>
                    </a:lnTo>
                    <a:moveTo>
                      <a:pt x="1623255" y="213478"/>
                    </a:moveTo>
                    <a:lnTo>
                      <a:pt x="1650754" y="187541"/>
                    </a:lnTo>
                    <a:moveTo>
                      <a:pt x="1650754" y="187541"/>
                    </a:moveTo>
                    <a:lnTo>
                      <a:pt x="1678252" y="161605"/>
                    </a:lnTo>
                    <a:moveTo>
                      <a:pt x="1678252" y="161605"/>
                    </a:moveTo>
                    <a:lnTo>
                      <a:pt x="1705750" y="135669"/>
                    </a:lnTo>
                    <a:moveTo>
                      <a:pt x="1705750" y="135669"/>
                    </a:moveTo>
                    <a:lnTo>
                      <a:pt x="1733248" y="109733"/>
                    </a:lnTo>
                    <a:moveTo>
                      <a:pt x="1733248" y="109733"/>
                    </a:moveTo>
                    <a:lnTo>
                      <a:pt x="1760747" y="83797"/>
                    </a:lnTo>
                    <a:moveTo>
                      <a:pt x="1760747" y="83797"/>
                    </a:moveTo>
                    <a:lnTo>
                      <a:pt x="1788245" y="57861"/>
                    </a:lnTo>
                    <a:moveTo>
                      <a:pt x="1788245" y="57861"/>
                    </a:moveTo>
                    <a:lnTo>
                      <a:pt x="1815743" y="31925"/>
                    </a:lnTo>
                    <a:moveTo>
                      <a:pt x="1815743" y="31925"/>
                    </a:moveTo>
                    <a:lnTo>
                      <a:pt x="1843242" y="5988"/>
                    </a:lnTo>
                    <a:moveTo>
                      <a:pt x="1843242" y="5988"/>
                    </a:moveTo>
                    <a:lnTo>
                      <a:pt x="184959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30" name="Контур"/>
              <p:cNvSpPr/>
              <p:nvPr/>
            </p:nvSpPr>
            <p:spPr>
              <a:xfrm>
                <a:off x="2713013" y="2563866"/>
                <a:ext cx="612894" cy="1564036"/>
              </a:xfrm>
              <a:custGeom>
                <a:avLst/>
                <a:gdLst/>
                <a:ahLst/>
                <a:cxnLst/>
                <a:rect l="l" t="t" r="r" b="b"/>
                <a:pathLst>
                  <a:path w="612894" h="1564036" fill="none">
                    <a:moveTo>
                      <a:pt x="0" y="1435806"/>
                    </a:moveTo>
                    <a:lnTo>
                      <a:pt x="15701" y="1531105"/>
                    </a:lnTo>
                    <a:lnTo>
                      <a:pt x="46762" y="1564036"/>
                    </a:lnTo>
                    <a:moveTo>
                      <a:pt x="0" y="1435806"/>
                    </a:moveTo>
                    <a:lnTo>
                      <a:pt x="1256" y="1433899"/>
                    </a:lnTo>
                    <a:lnTo>
                      <a:pt x="13593" y="1414528"/>
                    </a:lnTo>
                    <a:lnTo>
                      <a:pt x="63111" y="1326786"/>
                    </a:lnTo>
                    <a:moveTo>
                      <a:pt x="63111" y="1326786"/>
                    </a:moveTo>
                    <a:lnTo>
                      <a:pt x="86965" y="1284517"/>
                    </a:lnTo>
                    <a:lnTo>
                      <a:pt x="114061" y="1211945"/>
                    </a:lnTo>
                    <a:moveTo>
                      <a:pt x="114061" y="1211945"/>
                    </a:moveTo>
                    <a:lnTo>
                      <a:pt x="158133" y="1093905"/>
                    </a:lnTo>
                    <a:moveTo>
                      <a:pt x="158133" y="1093905"/>
                    </a:moveTo>
                    <a:lnTo>
                      <a:pt x="181825" y="1030447"/>
                    </a:lnTo>
                    <a:lnTo>
                      <a:pt x="196348" y="974022"/>
                    </a:lnTo>
                    <a:moveTo>
                      <a:pt x="196348" y="974022"/>
                    </a:moveTo>
                    <a:lnTo>
                      <a:pt x="227754" y="851999"/>
                    </a:lnTo>
                    <a:moveTo>
                      <a:pt x="227754" y="851999"/>
                    </a:moveTo>
                    <a:lnTo>
                      <a:pt x="259161" y="729976"/>
                    </a:lnTo>
                    <a:moveTo>
                      <a:pt x="259161" y="729976"/>
                    </a:moveTo>
                    <a:lnTo>
                      <a:pt x="290567" y="607953"/>
                    </a:lnTo>
                    <a:moveTo>
                      <a:pt x="290567" y="607953"/>
                    </a:moveTo>
                    <a:lnTo>
                      <a:pt x="311094" y="528199"/>
                    </a:lnTo>
                    <a:lnTo>
                      <a:pt x="316710" y="510165"/>
                    </a:lnTo>
                    <a:lnTo>
                      <a:pt x="322575" y="492211"/>
                    </a:lnTo>
                    <a:lnTo>
                      <a:pt x="324474" y="486656"/>
                    </a:lnTo>
                    <a:moveTo>
                      <a:pt x="324474" y="486656"/>
                    </a:moveTo>
                    <a:lnTo>
                      <a:pt x="328685" y="474339"/>
                    </a:lnTo>
                    <a:lnTo>
                      <a:pt x="335043" y="456555"/>
                    </a:lnTo>
                    <a:lnTo>
                      <a:pt x="341647" y="438859"/>
                    </a:lnTo>
                    <a:lnTo>
                      <a:pt x="348492" y="421256"/>
                    </a:lnTo>
                    <a:lnTo>
                      <a:pt x="355583" y="403750"/>
                    </a:lnTo>
                    <a:lnTo>
                      <a:pt x="362913" y="386343"/>
                    </a:lnTo>
                    <a:lnTo>
                      <a:pt x="370347" y="369351"/>
                    </a:lnTo>
                    <a:moveTo>
                      <a:pt x="370347" y="369351"/>
                    </a:moveTo>
                    <a:lnTo>
                      <a:pt x="370483" y="369039"/>
                    </a:lnTo>
                    <a:lnTo>
                      <a:pt x="378292" y="351842"/>
                    </a:lnTo>
                    <a:lnTo>
                      <a:pt x="386338" y="334752"/>
                    </a:lnTo>
                    <a:lnTo>
                      <a:pt x="394617" y="317777"/>
                    </a:lnTo>
                    <a:lnTo>
                      <a:pt x="403132" y="300918"/>
                    </a:lnTo>
                    <a:lnTo>
                      <a:pt x="411880" y="284178"/>
                    </a:lnTo>
                    <a:lnTo>
                      <a:pt x="420856" y="267561"/>
                    </a:lnTo>
                    <a:lnTo>
                      <a:pt x="426868" y="256790"/>
                    </a:lnTo>
                    <a:moveTo>
                      <a:pt x="426868" y="256790"/>
                    </a:moveTo>
                    <a:lnTo>
                      <a:pt x="430062" y="251069"/>
                    </a:lnTo>
                    <a:lnTo>
                      <a:pt x="439493" y="234705"/>
                    </a:lnTo>
                    <a:lnTo>
                      <a:pt x="449152" y="218473"/>
                    </a:lnTo>
                    <a:lnTo>
                      <a:pt x="459032" y="202377"/>
                    </a:lnTo>
                    <a:lnTo>
                      <a:pt x="469136" y="186418"/>
                    </a:lnTo>
                    <a:lnTo>
                      <a:pt x="479457" y="170600"/>
                    </a:lnTo>
                    <a:lnTo>
                      <a:pt x="489998" y="154927"/>
                    </a:lnTo>
                    <a:lnTo>
                      <a:pt x="493484" y="149895"/>
                    </a:lnTo>
                    <a:moveTo>
                      <a:pt x="493484" y="149895"/>
                    </a:moveTo>
                    <a:lnTo>
                      <a:pt x="500753" y="139401"/>
                    </a:lnTo>
                    <a:lnTo>
                      <a:pt x="511720" y="124025"/>
                    </a:lnTo>
                    <a:lnTo>
                      <a:pt x="522900" y="108802"/>
                    </a:lnTo>
                    <a:lnTo>
                      <a:pt x="534290" y="93734"/>
                    </a:lnTo>
                    <a:lnTo>
                      <a:pt x="545886" y="78827"/>
                    </a:lnTo>
                    <a:lnTo>
                      <a:pt x="557687" y="64080"/>
                    </a:lnTo>
                    <a:lnTo>
                      <a:pt x="569635" y="49566"/>
                    </a:lnTo>
                    <a:moveTo>
                      <a:pt x="569635" y="49566"/>
                    </a:moveTo>
                    <a:lnTo>
                      <a:pt x="569691" y="49497"/>
                    </a:lnTo>
                    <a:lnTo>
                      <a:pt x="581895" y="35082"/>
                    </a:lnTo>
                    <a:lnTo>
                      <a:pt x="594297" y="20836"/>
                    </a:lnTo>
                    <a:lnTo>
                      <a:pt x="606894" y="6764"/>
                    </a:lnTo>
                    <a:lnTo>
                      <a:pt x="610839" y="2183"/>
                    </a:lnTo>
                    <a:lnTo>
                      <a:pt x="61289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31" name="Контур"/>
              <p:cNvSpPr/>
              <p:nvPr/>
            </p:nvSpPr>
            <p:spPr>
              <a:xfrm>
                <a:off x="2796146" y="2702154"/>
                <a:ext cx="479341" cy="1215038"/>
              </a:xfrm>
              <a:custGeom>
                <a:avLst/>
                <a:gdLst/>
                <a:ahLst/>
                <a:cxnLst/>
                <a:rect l="l" t="t" r="r" b="b"/>
                <a:pathLst>
                  <a:path w="479341" h="1215038" fill="none">
                    <a:moveTo>
                      <a:pt x="27006" y="1215038"/>
                    </a:moveTo>
                    <a:lnTo>
                      <a:pt x="0" y="1174995"/>
                    </a:lnTo>
                    <a:lnTo>
                      <a:pt x="48238" y="1177416"/>
                    </a:lnTo>
                    <a:lnTo>
                      <a:pt x="27006" y="1215038"/>
                    </a:lnTo>
                    <a:lnTo>
                      <a:pt x="29660" y="1210335"/>
                    </a:lnTo>
                    <a:lnTo>
                      <a:pt x="9405" y="1180303"/>
                    </a:lnTo>
                    <a:lnTo>
                      <a:pt x="45584" y="1182118"/>
                    </a:lnTo>
                    <a:lnTo>
                      <a:pt x="40881" y="1179464"/>
                    </a:lnTo>
                    <a:lnTo>
                      <a:pt x="24957" y="1207681"/>
                    </a:lnTo>
                    <a:lnTo>
                      <a:pt x="29660" y="1210335"/>
                    </a:lnTo>
                    <a:lnTo>
                      <a:pt x="27006" y="1215038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4702" y="1177649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48238" y="1177416"/>
                    </a:lnTo>
                    <a:lnTo>
                      <a:pt x="38227" y="1184167"/>
                    </a:lnTo>
                    <a:lnTo>
                      <a:pt x="40276" y="1191524"/>
                    </a:lnTo>
                    <a:lnTo>
                      <a:pt x="32919" y="1193573"/>
                    </a:lnTo>
                    <a:lnTo>
                      <a:pt x="34968" y="1200929"/>
                    </a:lnTo>
                    <a:lnTo>
                      <a:pt x="27611" y="1202978"/>
                    </a:lnTo>
                    <a:lnTo>
                      <a:pt x="27006" y="1215038"/>
                    </a:lnTo>
                    <a:lnTo>
                      <a:pt x="24957" y="1207681"/>
                    </a:lnTo>
                    <a:lnTo>
                      <a:pt x="32314" y="1205632"/>
                    </a:lnTo>
                    <a:lnTo>
                      <a:pt x="30265" y="1198275"/>
                    </a:lnTo>
                    <a:lnTo>
                      <a:pt x="37622" y="1196227"/>
                    </a:lnTo>
                    <a:lnTo>
                      <a:pt x="35573" y="1188870"/>
                    </a:lnTo>
                    <a:lnTo>
                      <a:pt x="42930" y="1186821"/>
                    </a:lnTo>
                    <a:lnTo>
                      <a:pt x="40881" y="1179464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0" y="1174995"/>
                    </a:lnTo>
                    <a:lnTo>
                      <a:pt x="9405" y="1180303"/>
                    </a:lnTo>
                    <a:lnTo>
                      <a:pt x="6751" y="1185005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24957" y="1207681"/>
                    </a:lnTo>
                    <a:moveTo>
                      <a:pt x="125589" y="974505"/>
                    </a:moveTo>
                    <a:lnTo>
                      <a:pt x="92673" y="939159"/>
                    </a:lnTo>
                    <a:lnTo>
                      <a:pt x="140699" y="934033"/>
                    </a:lnTo>
                    <a:lnTo>
                      <a:pt x="125589" y="974505"/>
                    </a:lnTo>
                    <a:lnTo>
                      <a:pt x="127478" y="969446"/>
                    </a:lnTo>
                    <a:lnTo>
                      <a:pt x="102791" y="942936"/>
                    </a:lnTo>
                    <a:lnTo>
                      <a:pt x="138810" y="939092"/>
                    </a:lnTo>
                    <a:lnTo>
                      <a:pt x="133752" y="937204"/>
                    </a:lnTo>
                    <a:lnTo>
                      <a:pt x="122419" y="967557"/>
                    </a:lnTo>
                    <a:lnTo>
                      <a:pt x="127478" y="969446"/>
                    </a:lnTo>
                    <a:lnTo>
                      <a:pt x="125589" y="974505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97732" y="941047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40699" y="934033"/>
                    </a:lnTo>
                    <a:lnTo>
                      <a:pt x="131863" y="942262"/>
                    </a:lnTo>
                    <a:lnTo>
                      <a:pt x="135033" y="949210"/>
                    </a:lnTo>
                    <a:lnTo>
                      <a:pt x="128085" y="952380"/>
                    </a:lnTo>
                    <a:lnTo>
                      <a:pt x="131255" y="959328"/>
                    </a:lnTo>
                    <a:lnTo>
                      <a:pt x="124308" y="962498"/>
                    </a:lnTo>
                    <a:lnTo>
                      <a:pt x="125589" y="974505"/>
                    </a:lnTo>
                    <a:lnTo>
                      <a:pt x="122419" y="967557"/>
                    </a:lnTo>
                    <a:lnTo>
                      <a:pt x="129366" y="964387"/>
                    </a:lnTo>
                    <a:lnTo>
                      <a:pt x="126196" y="957439"/>
                    </a:lnTo>
                    <a:lnTo>
                      <a:pt x="133144" y="954269"/>
                    </a:lnTo>
                    <a:lnTo>
                      <a:pt x="129974" y="947321"/>
                    </a:lnTo>
                    <a:lnTo>
                      <a:pt x="136922" y="944151"/>
                    </a:lnTo>
                    <a:lnTo>
                      <a:pt x="133752" y="937204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92673" y="939159"/>
                    </a:lnTo>
                    <a:lnTo>
                      <a:pt x="102791" y="942936"/>
                    </a:lnTo>
                    <a:lnTo>
                      <a:pt x="100902" y="947995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22419" y="967557"/>
                    </a:lnTo>
                    <a:moveTo>
                      <a:pt x="196917" y="727171"/>
                    </a:moveTo>
                    <a:lnTo>
                      <a:pt x="160464" y="695485"/>
                    </a:lnTo>
                    <a:lnTo>
                      <a:pt x="207685" y="685334"/>
                    </a:lnTo>
                    <a:lnTo>
                      <a:pt x="196917" y="727171"/>
                    </a:lnTo>
                    <a:lnTo>
                      <a:pt x="198263" y="721941"/>
                    </a:lnTo>
                    <a:lnTo>
                      <a:pt x="170924" y="698177"/>
                    </a:lnTo>
                    <a:lnTo>
                      <a:pt x="206339" y="690564"/>
                    </a:lnTo>
                    <a:lnTo>
                      <a:pt x="201109" y="689218"/>
                    </a:lnTo>
                    <a:lnTo>
                      <a:pt x="193033" y="720595"/>
                    </a:lnTo>
                    <a:lnTo>
                      <a:pt x="198263" y="721941"/>
                    </a:lnTo>
                    <a:lnTo>
                      <a:pt x="196917" y="727171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65694" y="696831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207685" y="685334"/>
                    </a:lnTo>
                    <a:lnTo>
                      <a:pt x="199763" y="694448"/>
                    </a:lnTo>
                    <a:lnTo>
                      <a:pt x="203647" y="701023"/>
                    </a:lnTo>
                    <a:lnTo>
                      <a:pt x="197071" y="704907"/>
                    </a:lnTo>
                    <a:lnTo>
                      <a:pt x="200955" y="711482"/>
                    </a:lnTo>
                    <a:lnTo>
                      <a:pt x="194379" y="715366"/>
                    </a:lnTo>
                    <a:lnTo>
                      <a:pt x="196917" y="727171"/>
                    </a:lnTo>
                    <a:lnTo>
                      <a:pt x="193033" y="720595"/>
                    </a:lnTo>
                    <a:lnTo>
                      <a:pt x="199609" y="716712"/>
                    </a:lnTo>
                    <a:lnTo>
                      <a:pt x="195725" y="710136"/>
                    </a:lnTo>
                    <a:lnTo>
                      <a:pt x="202301" y="706253"/>
                    </a:lnTo>
                    <a:lnTo>
                      <a:pt x="198417" y="699677"/>
                    </a:lnTo>
                    <a:lnTo>
                      <a:pt x="204993" y="695794"/>
                    </a:lnTo>
                    <a:lnTo>
                      <a:pt x="201109" y="689218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60464" y="695485"/>
                    </a:lnTo>
                    <a:lnTo>
                      <a:pt x="170924" y="698177"/>
                    </a:lnTo>
                    <a:lnTo>
                      <a:pt x="169578" y="703406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93033" y="720595"/>
                    </a:lnTo>
                    <a:moveTo>
                      <a:pt x="259729" y="483125"/>
                    </a:moveTo>
                    <a:lnTo>
                      <a:pt x="223277" y="451439"/>
                    </a:lnTo>
                    <a:lnTo>
                      <a:pt x="270497" y="441288"/>
                    </a:lnTo>
                    <a:lnTo>
                      <a:pt x="259729" y="483125"/>
                    </a:lnTo>
                    <a:lnTo>
                      <a:pt x="261075" y="477895"/>
                    </a:lnTo>
                    <a:lnTo>
                      <a:pt x="233736" y="454130"/>
                    </a:lnTo>
                    <a:lnTo>
                      <a:pt x="269151" y="446518"/>
                    </a:lnTo>
                    <a:lnTo>
                      <a:pt x="263922" y="445172"/>
                    </a:lnTo>
                    <a:lnTo>
                      <a:pt x="255846" y="476549"/>
                    </a:lnTo>
                    <a:lnTo>
                      <a:pt x="261075" y="477895"/>
                    </a:lnTo>
                    <a:lnTo>
                      <a:pt x="259729" y="483125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28506" y="452784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70497" y="441288"/>
                    </a:lnTo>
                    <a:lnTo>
                      <a:pt x="262576" y="450401"/>
                    </a:lnTo>
                    <a:lnTo>
                      <a:pt x="266459" y="456977"/>
                    </a:lnTo>
                    <a:lnTo>
                      <a:pt x="259884" y="460860"/>
                    </a:lnTo>
                    <a:lnTo>
                      <a:pt x="263767" y="467436"/>
                    </a:lnTo>
                    <a:lnTo>
                      <a:pt x="257192" y="471320"/>
                    </a:lnTo>
                    <a:lnTo>
                      <a:pt x="259729" y="483125"/>
                    </a:lnTo>
                    <a:lnTo>
                      <a:pt x="255846" y="476549"/>
                    </a:lnTo>
                    <a:lnTo>
                      <a:pt x="262421" y="472665"/>
                    </a:lnTo>
                    <a:lnTo>
                      <a:pt x="258538" y="466090"/>
                    </a:lnTo>
                    <a:lnTo>
                      <a:pt x="265113" y="462206"/>
                    </a:lnTo>
                    <a:lnTo>
                      <a:pt x="261230" y="455631"/>
                    </a:lnTo>
                    <a:lnTo>
                      <a:pt x="267805" y="451747"/>
                    </a:lnTo>
                    <a:lnTo>
                      <a:pt x="263922" y="445172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23277" y="451439"/>
                    </a:lnTo>
                    <a:lnTo>
                      <a:pt x="233736" y="454130"/>
                    </a:lnTo>
                    <a:lnTo>
                      <a:pt x="232390" y="459360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55846" y="476549"/>
                    </a:lnTo>
                    <a:moveTo>
                      <a:pt x="336686" y="252708"/>
                    </a:moveTo>
                    <a:lnTo>
                      <a:pt x="305766" y="215603"/>
                    </a:lnTo>
                    <a:lnTo>
                      <a:pt x="354002" y="213131"/>
                    </a:lnTo>
                    <a:lnTo>
                      <a:pt x="336686" y="252708"/>
                    </a:lnTo>
                    <a:lnTo>
                      <a:pt x="338850" y="247761"/>
                    </a:lnTo>
                    <a:lnTo>
                      <a:pt x="315661" y="219932"/>
                    </a:lnTo>
                    <a:lnTo>
                      <a:pt x="351837" y="218078"/>
                    </a:lnTo>
                    <a:lnTo>
                      <a:pt x="346890" y="215913"/>
                    </a:lnTo>
                    <a:lnTo>
                      <a:pt x="333903" y="245597"/>
                    </a:lnTo>
                    <a:lnTo>
                      <a:pt x="338850" y="247761"/>
                    </a:lnTo>
                    <a:lnTo>
                      <a:pt x="336686" y="252708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10713" y="217768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54002" y="213131"/>
                    </a:lnTo>
                    <a:lnTo>
                      <a:pt x="344726" y="220860"/>
                    </a:lnTo>
                    <a:lnTo>
                      <a:pt x="347508" y="227972"/>
                    </a:lnTo>
                    <a:lnTo>
                      <a:pt x="340397" y="230755"/>
                    </a:lnTo>
                    <a:lnTo>
                      <a:pt x="343179" y="237867"/>
                    </a:lnTo>
                    <a:lnTo>
                      <a:pt x="336068" y="240649"/>
                    </a:lnTo>
                    <a:lnTo>
                      <a:pt x="336686" y="252708"/>
                    </a:lnTo>
                    <a:lnTo>
                      <a:pt x="333903" y="245597"/>
                    </a:lnTo>
                    <a:lnTo>
                      <a:pt x="341015" y="242814"/>
                    </a:lnTo>
                    <a:lnTo>
                      <a:pt x="338232" y="235702"/>
                    </a:lnTo>
                    <a:lnTo>
                      <a:pt x="345344" y="232919"/>
                    </a:lnTo>
                    <a:lnTo>
                      <a:pt x="342561" y="225808"/>
                    </a:lnTo>
                    <a:lnTo>
                      <a:pt x="349673" y="223025"/>
                    </a:lnTo>
                    <a:lnTo>
                      <a:pt x="346890" y="215913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05766" y="215603"/>
                    </a:lnTo>
                    <a:lnTo>
                      <a:pt x="315661" y="219932"/>
                    </a:lnTo>
                    <a:lnTo>
                      <a:pt x="313496" y="224879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33903" y="245597"/>
                    </a:lnTo>
                    <a:moveTo>
                      <a:pt x="454741" y="42355"/>
                    </a:moveTo>
                    <a:lnTo>
                      <a:pt x="431529" y="0"/>
                    </a:lnTo>
                    <a:lnTo>
                      <a:pt x="479341" y="6843"/>
                    </a:lnTo>
                    <a:lnTo>
                      <a:pt x="454741" y="42355"/>
                    </a:lnTo>
                    <a:lnTo>
                      <a:pt x="457816" y="37916"/>
                    </a:lnTo>
                    <a:lnTo>
                      <a:pt x="440407" y="6150"/>
                    </a:lnTo>
                    <a:lnTo>
                      <a:pt x="476266" y="11282"/>
                    </a:lnTo>
                    <a:lnTo>
                      <a:pt x="471827" y="8207"/>
                    </a:lnTo>
                    <a:lnTo>
                      <a:pt x="453377" y="34842"/>
                    </a:lnTo>
                    <a:lnTo>
                      <a:pt x="457816" y="37916"/>
                    </a:lnTo>
                    <a:lnTo>
                      <a:pt x="454741" y="42355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35968" y="3075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79341" y="6843"/>
                    </a:lnTo>
                    <a:lnTo>
                      <a:pt x="468752" y="12646"/>
                    </a:lnTo>
                    <a:lnTo>
                      <a:pt x="470116" y="20160"/>
                    </a:lnTo>
                    <a:lnTo>
                      <a:pt x="462602" y="21524"/>
                    </a:lnTo>
                    <a:lnTo>
                      <a:pt x="463966" y="29038"/>
                    </a:lnTo>
                    <a:lnTo>
                      <a:pt x="456452" y="30403"/>
                    </a:lnTo>
                    <a:lnTo>
                      <a:pt x="454741" y="42355"/>
                    </a:lnTo>
                    <a:lnTo>
                      <a:pt x="453377" y="34842"/>
                    </a:lnTo>
                    <a:lnTo>
                      <a:pt x="460891" y="33477"/>
                    </a:lnTo>
                    <a:lnTo>
                      <a:pt x="459527" y="25964"/>
                    </a:lnTo>
                    <a:lnTo>
                      <a:pt x="467041" y="24599"/>
                    </a:lnTo>
                    <a:lnTo>
                      <a:pt x="465677" y="17085"/>
                    </a:lnTo>
                    <a:lnTo>
                      <a:pt x="473191" y="15721"/>
                    </a:lnTo>
                    <a:lnTo>
                      <a:pt x="471827" y="8207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31529" y="0"/>
                    </a:lnTo>
                    <a:lnTo>
                      <a:pt x="440407" y="6150"/>
                    </a:lnTo>
                    <a:lnTo>
                      <a:pt x="437332" y="10589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53377" y="348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32" name="Контур"/>
              <p:cNvSpPr/>
              <p:nvPr/>
            </p:nvSpPr>
            <p:spPr>
              <a:xfrm>
                <a:off x="2713013" y="2563866"/>
                <a:ext cx="612894" cy="1435806"/>
              </a:xfrm>
              <a:custGeom>
                <a:avLst/>
                <a:gdLst/>
                <a:ahLst/>
                <a:cxnLst/>
                <a:rect l="l" t="t" r="r" b="b"/>
                <a:pathLst>
                  <a:path w="612894" h="1435806" fill="none">
                    <a:moveTo>
                      <a:pt x="308005" y="87607"/>
                    </a:moveTo>
                    <a:lnTo>
                      <a:pt x="226645" y="234127"/>
                    </a:lnTo>
                    <a:moveTo>
                      <a:pt x="0" y="1435806"/>
                    </a:moveTo>
                    <a:lnTo>
                      <a:pt x="1256" y="1433899"/>
                    </a:lnTo>
                    <a:lnTo>
                      <a:pt x="13593" y="1414528"/>
                    </a:lnTo>
                    <a:lnTo>
                      <a:pt x="63111" y="1326786"/>
                    </a:lnTo>
                    <a:moveTo>
                      <a:pt x="63111" y="1326786"/>
                    </a:moveTo>
                    <a:lnTo>
                      <a:pt x="86965" y="1284517"/>
                    </a:lnTo>
                    <a:lnTo>
                      <a:pt x="114061" y="1211945"/>
                    </a:lnTo>
                    <a:moveTo>
                      <a:pt x="114061" y="1211945"/>
                    </a:moveTo>
                    <a:lnTo>
                      <a:pt x="158133" y="1093905"/>
                    </a:lnTo>
                    <a:moveTo>
                      <a:pt x="158133" y="1093905"/>
                    </a:moveTo>
                    <a:lnTo>
                      <a:pt x="181825" y="1030447"/>
                    </a:lnTo>
                    <a:lnTo>
                      <a:pt x="196348" y="974022"/>
                    </a:lnTo>
                    <a:moveTo>
                      <a:pt x="196348" y="974022"/>
                    </a:moveTo>
                    <a:lnTo>
                      <a:pt x="227754" y="851999"/>
                    </a:lnTo>
                    <a:moveTo>
                      <a:pt x="227754" y="851999"/>
                    </a:moveTo>
                    <a:lnTo>
                      <a:pt x="259161" y="729976"/>
                    </a:lnTo>
                    <a:moveTo>
                      <a:pt x="259161" y="729976"/>
                    </a:moveTo>
                    <a:lnTo>
                      <a:pt x="290567" y="607953"/>
                    </a:lnTo>
                    <a:moveTo>
                      <a:pt x="290567" y="607953"/>
                    </a:moveTo>
                    <a:lnTo>
                      <a:pt x="311094" y="528199"/>
                    </a:lnTo>
                    <a:lnTo>
                      <a:pt x="316710" y="510165"/>
                    </a:lnTo>
                    <a:lnTo>
                      <a:pt x="322575" y="492211"/>
                    </a:lnTo>
                    <a:lnTo>
                      <a:pt x="324474" y="486656"/>
                    </a:lnTo>
                    <a:moveTo>
                      <a:pt x="324474" y="486656"/>
                    </a:moveTo>
                    <a:lnTo>
                      <a:pt x="328685" y="474339"/>
                    </a:lnTo>
                    <a:lnTo>
                      <a:pt x="335043" y="456555"/>
                    </a:lnTo>
                    <a:lnTo>
                      <a:pt x="341647" y="438859"/>
                    </a:lnTo>
                    <a:lnTo>
                      <a:pt x="348492" y="421256"/>
                    </a:lnTo>
                    <a:lnTo>
                      <a:pt x="355583" y="403750"/>
                    </a:lnTo>
                    <a:lnTo>
                      <a:pt x="362913" y="386343"/>
                    </a:lnTo>
                    <a:lnTo>
                      <a:pt x="370347" y="369351"/>
                    </a:lnTo>
                    <a:moveTo>
                      <a:pt x="370347" y="369351"/>
                    </a:moveTo>
                    <a:lnTo>
                      <a:pt x="370483" y="369039"/>
                    </a:lnTo>
                    <a:lnTo>
                      <a:pt x="378292" y="351842"/>
                    </a:lnTo>
                    <a:lnTo>
                      <a:pt x="386338" y="334752"/>
                    </a:lnTo>
                    <a:lnTo>
                      <a:pt x="394617" y="317777"/>
                    </a:lnTo>
                    <a:lnTo>
                      <a:pt x="403132" y="300918"/>
                    </a:lnTo>
                    <a:lnTo>
                      <a:pt x="411880" y="284178"/>
                    </a:lnTo>
                    <a:lnTo>
                      <a:pt x="420856" y="267561"/>
                    </a:lnTo>
                    <a:lnTo>
                      <a:pt x="426868" y="256790"/>
                    </a:lnTo>
                    <a:moveTo>
                      <a:pt x="426868" y="256790"/>
                    </a:moveTo>
                    <a:lnTo>
                      <a:pt x="430062" y="251069"/>
                    </a:lnTo>
                    <a:lnTo>
                      <a:pt x="439493" y="234705"/>
                    </a:lnTo>
                    <a:lnTo>
                      <a:pt x="449152" y="218473"/>
                    </a:lnTo>
                    <a:lnTo>
                      <a:pt x="459032" y="202377"/>
                    </a:lnTo>
                    <a:lnTo>
                      <a:pt x="469136" y="186418"/>
                    </a:lnTo>
                    <a:lnTo>
                      <a:pt x="479457" y="170600"/>
                    </a:lnTo>
                    <a:lnTo>
                      <a:pt x="489998" y="154927"/>
                    </a:lnTo>
                    <a:lnTo>
                      <a:pt x="493484" y="149895"/>
                    </a:lnTo>
                    <a:moveTo>
                      <a:pt x="493484" y="149895"/>
                    </a:moveTo>
                    <a:lnTo>
                      <a:pt x="500753" y="139401"/>
                    </a:lnTo>
                    <a:lnTo>
                      <a:pt x="511720" y="124025"/>
                    </a:lnTo>
                    <a:lnTo>
                      <a:pt x="522900" y="108802"/>
                    </a:lnTo>
                    <a:lnTo>
                      <a:pt x="534290" y="93734"/>
                    </a:lnTo>
                    <a:lnTo>
                      <a:pt x="545886" y="78827"/>
                    </a:lnTo>
                    <a:lnTo>
                      <a:pt x="557687" y="64080"/>
                    </a:lnTo>
                    <a:lnTo>
                      <a:pt x="569635" y="49566"/>
                    </a:lnTo>
                    <a:moveTo>
                      <a:pt x="569635" y="49566"/>
                    </a:moveTo>
                    <a:lnTo>
                      <a:pt x="569691" y="49497"/>
                    </a:lnTo>
                    <a:lnTo>
                      <a:pt x="581895" y="35082"/>
                    </a:lnTo>
                    <a:lnTo>
                      <a:pt x="594297" y="20836"/>
                    </a:lnTo>
                    <a:lnTo>
                      <a:pt x="606894" y="6764"/>
                    </a:lnTo>
                    <a:lnTo>
                      <a:pt x="610839" y="2183"/>
                    </a:lnTo>
                    <a:lnTo>
                      <a:pt x="61289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33" name="Контур"/>
              <p:cNvSpPr/>
              <p:nvPr/>
            </p:nvSpPr>
            <p:spPr>
              <a:xfrm>
                <a:off x="2796146" y="2702154"/>
                <a:ext cx="479341" cy="1215038"/>
              </a:xfrm>
              <a:custGeom>
                <a:avLst/>
                <a:gdLst/>
                <a:ahLst/>
                <a:cxnLst/>
                <a:rect l="l" t="t" r="r" b="b"/>
                <a:pathLst>
                  <a:path w="479341" h="1215038" fill="none">
                    <a:moveTo>
                      <a:pt x="27006" y="1215038"/>
                    </a:moveTo>
                    <a:lnTo>
                      <a:pt x="0" y="1174995"/>
                    </a:lnTo>
                    <a:lnTo>
                      <a:pt x="48238" y="1177416"/>
                    </a:lnTo>
                    <a:lnTo>
                      <a:pt x="27006" y="1215038"/>
                    </a:lnTo>
                    <a:lnTo>
                      <a:pt x="29660" y="1210335"/>
                    </a:lnTo>
                    <a:lnTo>
                      <a:pt x="9405" y="1180303"/>
                    </a:lnTo>
                    <a:lnTo>
                      <a:pt x="45584" y="1182118"/>
                    </a:lnTo>
                    <a:lnTo>
                      <a:pt x="40881" y="1179464"/>
                    </a:lnTo>
                    <a:lnTo>
                      <a:pt x="24957" y="1207681"/>
                    </a:lnTo>
                    <a:lnTo>
                      <a:pt x="29660" y="1210335"/>
                    </a:lnTo>
                    <a:lnTo>
                      <a:pt x="27006" y="1215038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4702" y="1177649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48238" y="1177416"/>
                    </a:lnTo>
                    <a:lnTo>
                      <a:pt x="38227" y="1184167"/>
                    </a:lnTo>
                    <a:lnTo>
                      <a:pt x="40276" y="1191524"/>
                    </a:lnTo>
                    <a:lnTo>
                      <a:pt x="32919" y="1193573"/>
                    </a:lnTo>
                    <a:lnTo>
                      <a:pt x="34968" y="1200929"/>
                    </a:lnTo>
                    <a:lnTo>
                      <a:pt x="27611" y="1202978"/>
                    </a:lnTo>
                    <a:lnTo>
                      <a:pt x="27006" y="1215038"/>
                    </a:lnTo>
                    <a:lnTo>
                      <a:pt x="24957" y="1207681"/>
                    </a:lnTo>
                    <a:lnTo>
                      <a:pt x="32314" y="1205632"/>
                    </a:lnTo>
                    <a:lnTo>
                      <a:pt x="30265" y="1198275"/>
                    </a:lnTo>
                    <a:lnTo>
                      <a:pt x="37622" y="1196227"/>
                    </a:lnTo>
                    <a:lnTo>
                      <a:pt x="35573" y="1188870"/>
                    </a:lnTo>
                    <a:lnTo>
                      <a:pt x="42930" y="1186821"/>
                    </a:lnTo>
                    <a:lnTo>
                      <a:pt x="40881" y="1179464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0" y="1174995"/>
                    </a:lnTo>
                    <a:lnTo>
                      <a:pt x="9405" y="1180303"/>
                    </a:lnTo>
                    <a:lnTo>
                      <a:pt x="6751" y="1185005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24957" y="1207681"/>
                    </a:lnTo>
                    <a:moveTo>
                      <a:pt x="125589" y="974505"/>
                    </a:moveTo>
                    <a:lnTo>
                      <a:pt x="92673" y="939159"/>
                    </a:lnTo>
                    <a:lnTo>
                      <a:pt x="140699" y="934033"/>
                    </a:lnTo>
                    <a:lnTo>
                      <a:pt x="125589" y="974505"/>
                    </a:lnTo>
                    <a:lnTo>
                      <a:pt x="127478" y="969446"/>
                    </a:lnTo>
                    <a:lnTo>
                      <a:pt x="102791" y="942936"/>
                    </a:lnTo>
                    <a:lnTo>
                      <a:pt x="138810" y="939092"/>
                    </a:lnTo>
                    <a:lnTo>
                      <a:pt x="133752" y="937204"/>
                    </a:lnTo>
                    <a:lnTo>
                      <a:pt x="122419" y="967557"/>
                    </a:lnTo>
                    <a:lnTo>
                      <a:pt x="127478" y="969446"/>
                    </a:lnTo>
                    <a:lnTo>
                      <a:pt x="125589" y="974505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97732" y="941047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40699" y="934033"/>
                    </a:lnTo>
                    <a:lnTo>
                      <a:pt x="131863" y="942262"/>
                    </a:lnTo>
                    <a:lnTo>
                      <a:pt x="135033" y="949210"/>
                    </a:lnTo>
                    <a:lnTo>
                      <a:pt x="128085" y="952380"/>
                    </a:lnTo>
                    <a:lnTo>
                      <a:pt x="131255" y="959328"/>
                    </a:lnTo>
                    <a:lnTo>
                      <a:pt x="124308" y="962498"/>
                    </a:lnTo>
                    <a:lnTo>
                      <a:pt x="125589" y="974505"/>
                    </a:lnTo>
                    <a:lnTo>
                      <a:pt x="122419" y="967557"/>
                    </a:lnTo>
                    <a:lnTo>
                      <a:pt x="129366" y="964387"/>
                    </a:lnTo>
                    <a:lnTo>
                      <a:pt x="126196" y="957439"/>
                    </a:lnTo>
                    <a:lnTo>
                      <a:pt x="133144" y="954269"/>
                    </a:lnTo>
                    <a:lnTo>
                      <a:pt x="129974" y="947321"/>
                    </a:lnTo>
                    <a:lnTo>
                      <a:pt x="136922" y="944151"/>
                    </a:lnTo>
                    <a:lnTo>
                      <a:pt x="133752" y="937204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92673" y="939159"/>
                    </a:lnTo>
                    <a:lnTo>
                      <a:pt x="102791" y="942936"/>
                    </a:lnTo>
                    <a:lnTo>
                      <a:pt x="100902" y="947995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22419" y="967557"/>
                    </a:lnTo>
                    <a:moveTo>
                      <a:pt x="196917" y="727171"/>
                    </a:moveTo>
                    <a:lnTo>
                      <a:pt x="160464" y="695485"/>
                    </a:lnTo>
                    <a:lnTo>
                      <a:pt x="207685" y="685334"/>
                    </a:lnTo>
                    <a:lnTo>
                      <a:pt x="196917" y="727171"/>
                    </a:lnTo>
                    <a:lnTo>
                      <a:pt x="198263" y="721941"/>
                    </a:lnTo>
                    <a:lnTo>
                      <a:pt x="170924" y="698177"/>
                    </a:lnTo>
                    <a:lnTo>
                      <a:pt x="206339" y="690564"/>
                    </a:lnTo>
                    <a:lnTo>
                      <a:pt x="201109" y="689218"/>
                    </a:lnTo>
                    <a:lnTo>
                      <a:pt x="193033" y="720595"/>
                    </a:lnTo>
                    <a:lnTo>
                      <a:pt x="198263" y="721941"/>
                    </a:lnTo>
                    <a:lnTo>
                      <a:pt x="196917" y="727171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65694" y="696831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207685" y="685334"/>
                    </a:lnTo>
                    <a:lnTo>
                      <a:pt x="199763" y="694448"/>
                    </a:lnTo>
                    <a:lnTo>
                      <a:pt x="203647" y="701023"/>
                    </a:lnTo>
                    <a:lnTo>
                      <a:pt x="197071" y="704907"/>
                    </a:lnTo>
                    <a:lnTo>
                      <a:pt x="200955" y="711482"/>
                    </a:lnTo>
                    <a:lnTo>
                      <a:pt x="194379" y="715366"/>
                    </a:lnTo>
                    <a:lnTo>
                      <a:pt x="196917" y="727171"/>
                    </a:lnTo>
                    <a:lnTo>
                      <a:pt x="193033" y="720595"/>
                    </a:lnTo>
                    <a:lnTo>
                      <a:pt x="199609" y="716712"/>
                    </a:lnTo>
                    <a:lnTo>
                      <a:pt x="195725" y="710136"/>
                    </a:lnTo>
                    <a:lnTo>
                      <a:pt x="202301" y="706253"/>
                    </a:lnTo>
                    <a:lnTo>
                      <a:pt x="198417" y="699677"/>
                    </a:lnTo>
                    <a:lnTo>
                      <a:pt x="204993" y="695794"/>
                    </a:lnTo>
                    <a:lnTo>
                      <a:pt x="201109" y="689218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60464" y="695485"/>
                    </a:lnTo>
                    <a:lnTo>
                      <a:pt x="170924" y="698177"/>
                    </a:lnTo>
                    <a:lnTo>
                      <a:pt x="169578" y="703406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93033" y="720595"/>
                    </a:lnTo>
                    <a:moveTo>
                      <a:pt x="259729" y="483125"/>
                    </a:moveTo>
                    <a:lnTo>
                      <a:pt x="223277" y="451439"/>
                    </a:lnTo>
                    <a:lnTo>
                      <a:pt x="270497" y="441288"/>
                    </a:lnTo>
                    <a:lnTo>
                      <a:pt x="259729" y="483125"/>
                    </a:lnTo>
                    <a:lnTo>
                      <a:pt x="261075" y="477895"/>
                    </a:lnTo>
                    <a:lnTo>
                      <a:pt x="233736" y="454130"/>
                    </a:lnTo>
                    <a:lnTo>
                      <a:pt x="269151" y="446518"/>
                    </a:lnTo>
                    <a:lnTo>
                      <a:pt x="263922" y="445172"/>
                    </a:lnTo>
                    <a:lnTo>
                      <a:pt x="255846" y="476549"/>
                    </a:lnTo>
                    <a:lnTo>
                      <a:pt x="261075" y="477895"/>
                    </a:lnTo>
                    <a:lnTo>
                      <a:pt x="259729" y="483125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28506" y="452784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70497" y="441288"/>
                    </a:lnTo>
                    <a:lnTo>
                      <a:pt x="262576" y="450401"/>
                    </a:lnTo>
                    <a:lnTo>
                      <a:pt x="266459" y="456977"/>
                    </a:lnTo>
                    <a:lnTo>
                      <a:pt x="259884" y="460860"/>
                    </a:lnTo>
                    <a:lnTo>
                      <a:pt x="263767" y="467436"/>
                    </a:lnTo>
                    <a:lnTo>
                      <a:pt x="257192" y="471320"/>
                    </a:lnTo>
                    <a:lnTo>
                      <a:pt x="259729" y="483125"/>
                    </a:lnTo>
                    <a:lnTo>
                      <a:pt x="255846" y="476549"/>
                    </a:lnTo>
                    <a:lnTo>
                      <a:pt x="262421" y="472665"/>
                    </a:lnTo>
                    <a:lnTo>
                      <a:pt x="258538" y="466090"/>
                    </a:lnTo>
                    <a:lnTo>
                      <a:pt x="265113" y="462206"/>
                    </a:lnTo>
                    <a:lnTo>
                      <a:pt x="261230" y="455631"/>
                    </a:lnTo>
                    <a:lnTo>
                      <a:pt x="267805" y="451747"/>
                    </a:lnTo>
                    <a:lnTo>
                      <a:pt x="263922" y="445172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23277" y="451439"/>
                    </a:lnTo>
                    <a:lnTo>
                      <a:pt x="233736" y="454130"/>
                    </a:lnTo>
                    <a:lnTo>
                      <a:pt x="232390" y="459360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55846" y="476549"/>
                    </a:lnTo>
                    <a:moveTo>
                      <a:pt x="336686" y="252708"/>
                    </a:moveTo>
                    <a:lnTo>
                      <a:pt x="305766" y="215603"/>
                    </a:lnTo>
                    <a:lnTo>
                      <a:pt x="354002" y="213131"/>
                    </a:lnTo>
                    <a:lnTo>
                      <a:pt x="336686" y="252708"/>
                    </a:lnTo>
                    <a:lnTo>
                      <a:pt x="338850" y="247761"/>
                    </a:lnTo>
                    <a:lnTo>
                      <a:pt x="315661" y="219932"/>
                    </a:lnTo>
                    <a:lnTo>
                      <a:pt x="351837" y="218078"/>
                    </a:lnTo>
                    <a:lnTo>
                      <a:pt x="346890" y="215913"/>
                    </a:lnTo>
                    <a:lnTo>
                      <a:pt x="333903" y="245597"/>
                    </a:lnTo>
                    <a:lnTo>
                      <a:pt x="338850" y="247761"/>
                    </a:lnTo>
                    <a:lnTo>
                      <a:pt x="336686" y="252708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10713" y="217768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54002" y="213131"/>
                    </a:lnTo>
                    <a:lnTo>
                      <a:pt x="344726" y="220860"/>
                    </a:lnTo>
                    <a:lnTo>
                      <a:pt x="347508" y="227972"/>
                    </a:lnTo>
                    <a:lnTo>
                      <a:pt x="340397" y="230755"/>
                    </a:lnTo>
                    <a:lnTo>
                      <a:pt x="343179" y="237867"/>
                    </a:lnTo>
                    <a:lnTo>
                      <a:pt x="336068" y="240649"/>
                    </a:lnTo>
                    <a:lnTo>
                      <a:pt x="336686" y="252708"/>
                    </a:lnTo>
                    <a:lnTo>
                      <a:pt x="333903" y="245597"/>
                    </a:lnTo>
                    <a:lnTo>
                      <a:pt x="341015" y="242814"/>
                    </a:lnTo>
                    <a:lnTo>
                      <a:pt x="338232" y="235702"/>
                    </a:lnTo>
                    <a:lnTo>
                      <a:pt x="345344" y="232919"/>
                    </a:lnTo>
                    <a:lnTo>
                      <a:pt x="342561" y="225808"/>
                    </a:lnTo>
                    <a:lnTo>
                      <a:pt x="349673" y="223025"/>
                    </a:lnTo>
                    <a:lnTo>
                      <a:pt x="346890" y="215913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05766" y="215603"/>
                    </a:lnTo>
                    <a:lnTo>
                      <a:pt x="315661" y="219932"/>
                    </a:lnTo>
                    <a:lnTo>
                      <a:pt x="313496" y="224879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33903" y="245597"/>
                    </a:lnTo>
                    <a:moveTo>
                      <a:pt x="454741" y="42355"/>
                    </a:moveTo>
                    <a:lnTo>
                      <a:pt x="431529" y="0"/>
                    </a:lnTo>
                    <a:lnTo>
                      <a:pt x="479341" y="6843"/>
                    </a:lnTo>
                    <a:lnTo>
                      <a:pt x="454741" y="42355"/>
                    </a:lnTo>
                    <a:lnTo>
                      <a:pt x="457816" y="37916"/>
                    </a:lnTo>
                    <a:lnTo>
                      <a:pt x="440407" y="6150"/>
                    </a:lnTo>
                    <a:lnTo>
                      <a:pt x="476266" y="11282"/>
                    </a:lnTo>
                    <a:lnTo>
                      <a:pt x="471827" y="8207"/>
                    </a:lnTo>
                    <a:lnTo>
                      <a:pt x="453377" y="34842"/>
                    </a:lnTo>
                    <a:lnTo>
                      <a:pt x="457816" y="37916"/>
                    </a:lnTo>
                    <a:lnTo>
                      <a:pt x="454741" y="42355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35968" y="3075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79341" y="6843"/>
                    </a:lnTo>
                    <a:lnTo>
                      <a:pt x="468752" y="12646"/>
                    </a:lnTo>
                    <a:lnTo>
                      <a:pt x="470116" y="20160"/>
                    </a:lnTo>
                    <a:lnTo>
                      <a:pt x="462602" y="21524"/>
                    </a:lnTo>
                    <a:lnTo>
                      <a:pt x="463966" y="29038"/>
                    </a:lnTo>
                    <a:lnTo>
                      <a:pt x="456452" y="30403"/>
                    </a:lnTo>
                    <a:lnTo>
                      <a:pt x="454741" y="42355"/>
                    </a:lnTo>
                    <a:lnTo>
                      <a:pt x="453377" y="34842"/>
                    </a:lnTo>
                    <a:lnTo>
                      <a:pt x="460891" y="33477"/>
                    </a:lnTo>
                    <a:lnTo>
                      <a:pt x="459527" y="25964"/>
                    </a:lnTo>
                    <a:lnTo>
                      <a:pt x="467041" y="24599"/>
                    </a:lnTo>
                    <a:lnTo>
                      <a:pt x="465677" y="17085"/>
                    </a:lnTo>
                    <a:lnTo>
                      <a:pt x="473191" y="15721"/>
                    </a:lnTo>
                    <a:lnTo>
                      <a:pt x="471827" y="8207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31529" y="0"/>
                    </a:lnTo>
                    <a:lnTo>
                      <a:pt x="440407" y="6150"/>
                    </a:lnTo>
                    <a:lnTo>
                      <a:pt x="437332" y="10589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53377" y="348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34" name="Контур"/>
              <p:cNvSpPr/>
              <p:nvPr/>
            </p:nvSpPr>
            <p:spPr>
              <a:xfrm>
                <a:off x="2629158" y="2797993"/>
                <a:ext cx="310500" cy="968490"/>
              </a:xfrm>
              <a:custGeom>
                <a:avLst/>
                <a:gdLst/>
                <a:ahLst/>
                <a:cxnLst/>
                <a:rect l="l" t="t" r="r" b="b"/>
                <a:pathLst>
                  <a:path w="310500" h="968490" fill="none">
                    <a:moveTo>
                      <a:pt x="0" y="968490"/>
                    </a:moveTo>
                    <a:lnTo>
                      <a:pt x="15128" y="933850"/>
                    </a:lnTo>
                    <a:moveTo>
                      <a:pt x="15128" y="933850"/>
                    </a:moveTo>
                    <a:lnTo>
                      <a:pt x="30257" y="899209"/>
                    </a:lnTo>
                    <a:moveTo>
                      <a:pt x="30257" y="899209"/>
                    </a:moveTo>
                    <a:lnTo>
                      <a:pt x="44100" y="867510"/>
                    </a:lnTo>
                    <a:lnTo>
                      <a:pt x="45141" y="864473"/>
                    </a:lnTo>
                    <a:moveTo>
                      <a:pt x="45141" y="864473"/>
                    </a:moveTo>
                    <a:lnTo>
                      <a:pt x="57400" y="828716"/>
                    </a:lnTo>
                    <a:moveTo>
                      <a:pt x="57400" y="828716"/>
                    </a:moveTo>
                    <a:lnTo>
                      <a:pt x="69658" y="792959"/>
                    </a:lnTo>
                    <a:moveTo>
                      <a:pt x="69658" y="792959"/>
                    </a:moveTo>
                    <a:lnTo>
                      <a:pt x="79830" y="763290"/>
                    </a:lnTo>
                    <a:lnTo>
                      <a:pt x="81410" y="757052"/>
                    </a:lnTo>
                    <a:moveTo>
                      <a:pt x="81410" y="757052"/>
                    </a:moveTo>
                    <a:lnTo>
                      <a:pt x="90688" y="720408"/>
                    </a:lnTo>
                    <a:moveTo>
                      <a:pt x="90688" y="720408"/>
                    </a:moveTo>
                    <a:lnTo>
                      <a:pt x="99965" y="683764"/>
                    </a:lnTo>
                    <a:moveTo>
                      <a:pt x="99965" y="683764"/>
                    </a:moveTo>
                    <a:lnTo>
                      <a:pt x="109243" y="647120"/>
                    </a:lnTo>
                    <a:moveTo>
                      <a:pt x="109243" y="647120"/>
                    </a:moveTo>
                    <a:lnTo>
                      <a:pt x="118521" y="610477"/>
                    </a:lnTo>
                    <a:moveTo>
                      <a:pt x="118521" y="610477"/>
                    </a:moveTo>
                    <a:lnTo>
                      <a:pt x="126270" y="579871"/>
                    </a:lnTo>
                    <a:lnTo>
                      <a:pt x="127796" y="573832"/>
                    </a:lnTo>
                    <a:moveTo>
                      <a:pt x="127796" y="573832"/>
                    </a:moveTo>
                    <a:lnTo>
                      <a:pt x="137060" y="537185"/>
                    </a:lnTo>
                    <a:moveTo>
                      <a:pt x="137060" y="537185"/>
                    </a:moveTo>
                    <a:lnTo>
                      <a:pt x="146324" y="500538"/>
                    </a:lnTo>
                    <a:moveTo>
                      <a:pt x="146324" y="500538"/>
                    </a:moveTo>
                    <a:lnTo>
                      <a:pt x="155587" y="463890"/>
                    </a:lnTo>
                    <a:moveTo>
                      <a:pt x="155587" y="463890"/>
                    </a:moveTo>
                    <a:lnTo>
                      <a:pt x="164851" y="427243"/>
                    </a:lnTo>
                    <a:moveTo>
                      <a:pt x="164851" y="427243"/>
                    </a:moveTo>
                    <a:lnTo>
                      <a:pt x="174115" y="390596"/>
                    </a:lnTo>
                    <a:moveTo>
                      <a:pt x="174115" y="390596"/>
                    </a:moveTo>
                    <a:lnTo>
                      <a:pt x="183379" y="353949"/>
                    </a:lnTo>
                    <a:moveTo>
                      <a:pt x="183379" y="353949"/>
                    </a:moveTo>
                    <a:lnTo>
                      <a:pt x="189720" y="328860"/>
                    </a:lnTo>
                    <a:lnTo>
                      <a:pt x="193151" y="317442"/>
                    </a:lnTo>
                    <a:moveTo>
                      <a:pt x="193151" y="317442"/>
                    </a:moveTo>
                    <a:lnTo>
                      <a:pt x="204029" y="281241"/>
                    </a:lnTo>
                    <a:moveTo>
                      <a:pt x="204029" y="281241"/>
                    </a:moveTo>
                    <a:lnTo>
                      <a:pt x="214907" y="245040"/>
                    </a:lnTo>
                    <a:moveTo>
                      <a:pt x="214907" y="245040"/>
                    </a:moveTo>
                    <a:lnTo>
                      <a:pt x="225785" y="208839"/>
                    </a:lnTo>
                    <a:moveTo>
                      <a:pt x="225785" y="208839"/>
                    </a:moveTo>
                    <a:lnTo>
                      <a:pt x="236662" y="172638"/>
                    </a:lnTo>
                    <a:moveTo>
                      <a:pt x="236662" y="172638"/>
                    </a:moveTo>
                    <a:lnTo>
                      <a:pt x="240210" y="160830"/>
                    </a:lnTo>
                    <a:lnTo>
                      <a:pt x="250410" y="137491"/>
                    </a:lnTo>
                    <a:moveTo>
                      <a:pt x="250410" y="137491"/>
                    </a:moveTo>
                    <a:lnTo>
                      <a:pt x="265548" y="102855"/>
                    </a:lnTo>
                    <a:moveTo>
                      <a:pt x="265548" y="102855"/>
                    </a:moveTo>
                    <a:lnTo>
                      <a:pt x="280686" y="68218"/>
                    </a:lnTo>
                    <a:moveTo>
                      <a:pt x="280686" y="68218"/>
                    </a:moveTo>
                    <a:lnTo>
                      <a:pt x="295824" y="33581"/>
                    </a:lnTo>
                    <a:moveTo>
                      <a:pt x="295824" y="33581"/>
                    </a:moveTo>
                    <a:lnTo>
                      <a:pt x="31050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35" name="Контур"/>
              <p:cNvSpPr/>
              <p:nvPr/>
            </p:nvSpPr>
            <p:spPr>
              <a:xfrm>
                <a:off x="2541437" y="2371294"/>
                <a:ext cx="398221" cy="426699"/>
              </a:xfrm>
              <a:custGeom>
                <a:avLst/>
                <a:gdLst/>
                <a:ahLst/>
                <a:cxnLst/>
                <a:rect l="l" t="t" r="r" b="b"/>
                <a:pathLst>
                  <a:path w="398221" h="426699" fill="none">
                    <a:moveTo>
                      <a:pt x="398221" y="426699"/>
                    </a:moveTo>
                    <a:lnTo>
                      <a:pt x="312253" y="334583"/>
                    </a:lnTo>
                    <a:moveTo>
                      <a:pt x="312253" y="334583"/>
                    </a:moveTo>
                    <a:lnTo>
                      <a:pt x="226284" y="242467"/>
                    </a:lnTo>
                    <a:moveTo>
                      <a:pt x="226284" y="242467"/>
                    </a:moveTo>
                    <a:lnTo>
                      <a:pt x="140316" y="150350"/>
                    </a:lnTo>
                    <a:moveTo>
                      <a:pt x="140316" y="150350"/>
                    </a:moveTo>
                    <a:lnTo>
                      <a:pt x="54347" y="58234"/>
                    </a:lnTo>
                    <a:moveTo>
                      <a:pt x="54347" y="58234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36" name="Контур"/>
              <p:cNvSpPr/>
              <p:nvPr/>
            </p:nvSpPr>
            <p:spPr>
              <a:xfrm>
                <a:off x="2620782" y="2521775"/>
                <a:ext cx="218257" cy="229499"/>
              </a:xfrm>
              <a:custGeom>
                <a:avLst/>
                <a:gdLst/>
                <a:ahLst/>
                <a:cxnLst/>
                <a:rect l="l" t="t" r="r" b="b"/>
                <a:pathLst>
                  <a:path w="218257" h="229499" fill="none">
                    <a:moveTo>
                      <a:pt x="171937" y="197916"/>
                    </a:moveTo>
                    <a:lnTo>
                      <a:pt x="218257" y="184233"/>
                    </a:lnTo>
                    <a:lnTo>
                      <a:pt x="201412" y="229499"/>
                    </a:lnTo>
                    <a:lnTo>
                      <a:pt x="171937" y="197916"/>
                    </a:lnTo>
                    <a:lnTo>
                      <a:pt x="175622" y="201864"/>
                    </a:lnTo>
                    <a:lnTo>
                      <a:pt x="210362" y="191602"/>
                    </a:lnTo>
                    <a:lnTo>
                      <a:pt x="197728" y="225551"/>
                    </a:lnTo>
                    <a:lnTo>
                      <a:pt x="201676" y="221867"/>
                    </a:lnTo>
                    <a:lnTo>
                      <a:pt x="179569" y="198180"/>
                    </a:lnTo>
                    <a:lnTo>
                      <a:pt x="175622" y="201864"/>
                    </a:lnTo>
                    <a:lnTo>
                      <a:pt x="171937" y="197916"/>
                    </a:lnTo>
                    <a:lnTo>
                      <a:pt x="187202" y="198443"/>
                    </a:lnTo>
                    <a:lnTo>
                      <a:pt x="183517" y="194495"/>
                    </a:lnTo>
                    <a:lnTo>
                      <a:pt x="198782" y="195022"/>
                    </a:lnTo>
                    <a:lnTo>
                      <a:pt x="195097" y="191075"/>
                    </a:lnTo>
                    <a:lnTo>
                      <a:pt x="214309" y="187917"/>
                    </a:lnTo>
                    <a:lnTo>
                      <a:pt x="209835" y="206866"/>
                    </a:lnTo>
                    <a:lnTo>
                      <a:pt x="206150" y="202918"/>
                    </a:lnTo>
                    <a:lnTo>
                      <a:pt x="205623" y="218183"/>
                    </a:lnTo>
                    <a:lnTo>
                      <a:pt x="201939" y="214235"/>
                    </a:lnTo>
                    <a:lnTo>
                      <a:pt x="201412" y="229499"/>
                    </a:lnTo>
                    <a:lnTo>
                      <a:pt x="197991" y="217919"/>
                    </a:lnTo>
                    <a:lnTo>
                      <a:pt x="190359" y="217656"/>
                    </a:lnTo>
                    <a:lnTo>
                      <a:pt x="190622" y="210023"/>
                    </a:lnTo>
                    <a:lnTo>
                      <a:pt x="182990" y="209760"/>
                    </a:lnTo>
                    <a:lnTo>
                      <a:pt x="183254" y="202128"/>
                    </a:lnTo>
                    <a:lnTo>
                      <a:pt x="171937" y="197916"/>
                    </a:lnTo>
                    <a:lnTo>
                      <a:pt x="179569" y="198180"/>
                    </a:lnTo>
                    <a:lnTo>
                      <a:pt x="179306" y="205812"/>
                    </a:lnTo>
                    <a:lnTo>
                      <a:pt x="186938" y="206076"/>
                    </a:lnTo>
                    <a:lnTo>
                      <a:pt x="186675" y="213708"/>
                    </a:lnTo>
                    <a:lnTo>
                      <a:pt x="194307" y="213971"/>
                    </a:lnTo>
                    <a:lnTo>
                      <a:pt x="194043" y="221603"/>
                    </a:lnTo>
                    <a:lnTo>
                      <a:pt x="201676" y="221867"/>
                    </a:lnTo>
                    <a:lnTo>
                      <a:pt x="205623" y="218183"/>
                    </a:lnTo>
                    <a:lnTo>
                      <a:pt x="201939" y="214235"/>
                    </a:lnTo>
                    <a:lnTo>
                      <a:pt x="209835" y="206866"/>
                    </a:lnTo>
                    <a:lnTo>
                      <a:pt x="206150" y="202918"/>
                    </a:lnTo>
                    <a:lnTo>
                      <a:pt x="218257" y="184233"/>
                    </a:lnTo>
                    <a:lnTo>
                      <a:pt x="210362" y="191602"/>
                    </a:lnTo>
                    <a:lnTo>
                      <a:pt x="206677" y="187654"/>
                    </a:lnTo>
                    <a:lnTo>
                      <a:pt x="198782" y="195022"/>
                    </a:lnTo>
                    <a:lnTo>
                      <a:pt x="195097" y="191075"/>
                    </a:lnTo>
                    <a:lnTo>
                      <a:pt x="187202" y="198443"/>
                    </a:lnTo>
                    <a:lnTo>
                      <a:pt x="183517" y="194495"/>
                    </a:lnTo>
                    <a:lnTo>
                      <a:pt x="179569" y="198180"/>
                    </a:lnTo>
                    <a:moveTo>
                      <a:pt x="0" y="13684"/>
                    </a:moveTo>
                    <a:lnTo>
                      <a:pt x="46320" y="0"/>
                    </a:lnTo>
                    <a:lnTo>
                      <a:pt x="29475" y="45267"/>
                    </a:lnTo>
                    <a:lnTo>
                      <a:pt x="0" y="13684"/>
                    </a:lnTo>
                    <a:lnTo>
                      <a:pt x="3684" y="17632"/>
                    </a:lnTo>
                    <a:lnTo>
                      <a:pt x="38424" y="7369"/>
                    </a:lnTo>
                    <a:lnTo>
                      <a:pt x="25791" y="41319"/>
                    </a:lnTo>
                    <a:lnTo>
                      <a:pt x="29738" y="37634"/>
                    </a:lnTo>
                    <a:lnTo>
                      <a:pt x="7632" y="13947"/>
                    </a:lnTo>
                    <a:lnTo>
                      <a:pt x="3684" y="17632"/>
                    </a:lnTo>
                    <a:lnTo>
                      <a:pt x="0" y="13684"/>
                    </a:lnTo>
                    <a:lnTo>
                      <a:pt x="15264" y="14211"/>
                    </a:lnTo>
                    <a:lnTo>
                      <a:pt x="11580" y="10263"/>
                    </a:lnTo>
                    <a:lnTo>
                      <a:pt x="26844" y="10790"/>
                    </a:lnTo>
                    <a:lnTo>
                      <a:pt x="23160" y="6842"/>
                    </a:lnTo>
                    <a:lnTo>
                      <a:pt x="42372" y="3685"/>
                    </a:lnTo>
                    <a:lnTo>
                      <a:pt x="37898" y="22633"/>
                    </a:lnTo>
                    <a:lnTo>
                      <a:pt x="34213" y="18686"/>
                    </a:lnTo>
                    <a:lnTo>
                      <a:pt x="33686" y="33950"/>
                    </a:lnTo>
                    <a:lnTo>
                      <a:pt x="30002" y="30002"/>
                    </a:lnTo>
                    <a:lnTo>
                      <a:pt x="29475" y="45267"/>
                    </a:lnTo>
                    <a:lnTo>
                      <a:pt x="26054" y="33687"/>
                    </a:lnTo>
                    <a:lnTo>
                      <a:pt x="18422" y="33423"/>
                    </a:lnTo>
                    <a:lnTo>
                      <a:pt x="18685" y="25791"/>
                    </a:lnTo>
                    <a:lnTo>
                      <a:pt x="11053" y="25527"/>
                    </a:lnTo>
                    <a:lnTo>
                      <a:pt x="11317" y="17895"/>
                    </a:lnTo>
                    <a:lnTo>
                      <a:pt x="0" y="13684"/>
                    </a:lnTo>
                    <a:lnTo>
                      <a:pt x="7632" y="13947"/>
                    </a:lnTo>
                    <a:lnTo>
                      <a:pt x="7369" y="21580"/>
                    </a:lnTo>
                    <a:lnTo>
                      <a:pt x="15001" y="21843"/>
                    </a:lnTo>
                    <a:lnTo>
                      <a:pt x="14737" y="29475"/>
                    </a:lnTo>
                    <a:lnTo>
                      <a:pt x="22370" y="29739"/>
                    </a:lnTo>
                    <a:lnTo>
                      <a:pt x="22106" y="37371"/>
                    </a:lnTo>
                    <a:lnTo>
                      <a:pt x="29738" y="37634"/>
                    </a:lnTo>
                    <a:lnTo>
                      <a:pt x="33686" y="33950"/>
                    </a:lnTo>
                    <a:lnTo>
                      <a:pt x="30002" y="30002"/>
                    </a:lnTo>
                    <a:lnTo>
                      <a:pt x="37898" y="22633"/>
                    </a:lnTo>
                    <a:lnTo>
                      <a:pt x="34213" y="18686"/>
                    </a:lnTo>
                    <a:lnTo>
                      <a:pt x="46320" y="0"/>
                    </a:lnTo>
                    <a:lnTo>
                      <a:pt x="38424" y="7369"/>
                    </a:lnTo>
                    <a:lnTo>
                      <a:pt x="34740" y="3421"/>
                    </a:lnTo>
                    <a:lnTo>
                      <a:pt x="26844" y="10790"/>
                    </a:lnTo>
                    <a:lnTo>
                      <a:pt x="23160" y="6842"/>
                    </a:lnTo>
                    <a:lnTo>
                      <a:pt x="15264" y="14211"/>
                    </a:lnTo>
                    <a:lnTo>
                      <a:pt x="11580" y="10263"/>
                    </a:lnTo>
                    <a:lnTo>
                      <a:pt x="7632" y="1394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37" name="Контур"/>
              <p:cNvSpPr/>
              <p:nvPr/>
            </p:nvSpPr>
            <p:spPr>
              <a:xfrm>
                <a:off x="2638326" y="2232557"/>
                <a:ext cx="382692" cy="565436"/>
              </a:xfrm>
              <a:custGeom>
                <a:avLst/>
                <a:gdLst/>
                <a:ahLst/>
                <a:cxnLst/>
                <a:rect l="l" t="t" r="r" b="b"/>
                <a:pathLst>
                  <a:path w="382692" h="565436" fill="none">
                    <a:moveTo>
                      <a:pt x="301332" y="565436"/>
                    </a:moveTo>
                    <a:lnTo>
                      <a:pt x="382692" y="418916"/>
                    </a:lnTo>
                    <a:moveTo>
                      <a:pt x="0" y="0"/>
                    </a:moveTo>
                    <a:lnTo>
                      <a:pt x="85931" y="92152"/>
                    </a:lnTo>
                    <a:moveTo>
                      <a:pt x="85931" y="92152"/>
                    </a:moveTo>
                    <a:lnTo>
                      <a:pt x="171861" y="184303"/>
                    </a:lnTo>
                    <a:moveTo>
                      <a:pt x="171861" y="184303"/>
                    </a:moveTo>
                    <a:lnTo>
                      <a:pt x="257792" y="276455"/>
                    </a:lnTo>
                    <a:moveTo>
                      <a:pt x="257792" y="276455"/>
                    </a:moveTo>
                    <a:lnTo>
                      <a:pt x="343723" y="368606"/>
                    </a:lnTo>
                    <a:moveTo>
                      <a:pt x="343723" y="368606"/>
                    </a:moveTo>
                    <a:lnTo>
                      <a:pt x="368103" y="394751"/>
                    </a:lnTo>
                    <a:lnTo>
                      <a:pt x="372612" y="400232"/>
                    </a:lnTo>
                    <a:lnTo>
                      <a:pt x="376572" y="406127"/>
                    </a:lnTo>
                    <a:lnTo>
                      <a:pt x="379929" y="412382"/>
                    </a:lnTo>
                    <a:lnTo>
                      <a:pt x="382692" y="41891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38" name="Контур"/>
              <p:cNvSpPr/>
              <p:nvPr/>
            </p:nvSpPr>
            <p:spPr>
              <a:xfrm>
                <a:off x="2684763" y="2347872"/>
                <a:ext cx="218188" cy="229562"/>
              </a:xfrm>
              <a:custGeom>
                <a:avLst/>
                <a:gdLst/>
                <a:ahLst/>
                <a:cxnLst/>
                <a:rect l="l" t="t" r="r" b="b"/>
                <a:pathLst>
                  <a:path w="218188" h="229562" fill="none">
                    <a:moveTo>
                      <a:pt x="0" y="13664"/>
                    </a:moveTo>
                    <a:lnTo>
                      <a:pt x="46326" y="0"/>
                    </a:lnTo>
                    <a:lnTo>
                      <a:pt x="29462" y="45259"/>
                    </a:lnTo>
                    <a:lnTo>
                      <a:pt x="0" y="13664"/>
                    </a:lnTo>
                    <a:lnTo>
                      <a:pt x="3683" y="17614"/>
                    </a:lnTo>
                    <a:lnTo>
                      <a:pt x="38427" y="7365"/>
                    </a:lnTo>
                    <a:lnTo>
                      <a:pt x="25779" y="41310"/>
                    </a:lnTo>
                    <a:lnTo>
                      <a:pt x="29729" y="37627"/>
                    </a:lnTo>
                    <a:lnTo>
                      <a:pt x="7632" y="13931"/>
                    </a:lnTo>
                    <a:lnTo>
                      <a:pt x="3683" y="17614"/>
                    </a:lnTo>
                    <a:lnTo>
                      <a:pt x="0" y="13664"/>
                    </a:lnTo>
                    <a:lnTo>
                      <a:pt x="15264" y="14198"/>
                    </a:lnTo>
                    <a:lnTo>
                      <a:pt x="11582" y="10248"/>
                    </a:lnTo>
                    <a:lnTo>
                      <a:pt x="26846" y="10781"/>
                    </a:lnTo>
                    <a:lnTo>
                      <a:pt x="23163" y="6832"/>
                    </a:lnTo>
                    <a:lnTo>
                      <a:pt x="42377" y="3683"/>
                    </a:lnTo>
                    <a:lnTo>
                      <a:pt x="37894" y="22630"/>
                    </a:lnTo>
                    <a:lnTo>
                      <a:pt x="34211" y="18680"/>
                    </a:lnTo>
                    <a:lnTo>
                      <a:pt x="33678" y="33944"/>
                    </a:lnTo>
                    <a:lnTo>
                      <a:pt x="29995" y="29995"/>
                    </a:lnTo>
                    <a:lnTo>
                      <a:pt x="29462" y="45259"/>
                    </a:lnTo>
                    <a:lnTo>
                      <a:pt x="26046" y="33678"/>
                    </a:lnTo>
                    <a:lnTo>
                      <a:pt x="18414" y="33411"/>
                    </a:lnTo>
                    <a:lnTo>
                      <a:pt x="18681" y="25779"/>
                    </a:lnTo>
                    <a:lnTo>
                      <a:pt x="11048" y="25512"/>
                    </a:lnTo>
                    <a:lnTo>
                      <a:pt x="11315" y="17880"/>
                    </a:lnTo>
                    <a:lnTo>
                      <a:pt x="0" y="13664"/>
                    </a:lnTo>
                    <a:lnTo>
                      <a:pt x="7632" y="13931"/>
                    </a:lnTo>
                    <a:lnTo>
                      <a:pt x="7366" y="21563"/>
                    </a:lnTo>
                    <a:lnTo>
                      <a:pt x="14998" y="21830"/>
                    </a:lnTo>
                    <a:lnTo>
                      <a:pt x="14731" y="29462"/>
                    </a:lnTo>
                    <a:lnTo>
                      <a:pt x="22363" y="29728"/>
                    </a:lnTo>
                    <a:lnTo>
                      <a:pt x="22097" y="37361"/>
                    </a:lnTo>
                    <a:lnTo>
                      <a:pt x="29729" y="37627"/>
                    </a:lnTo>
                    <a:lnTo>
                      <a:pt x="33678" y="33944"/>
                    </a:lnTo>
                    <a:lnTo>
                      <a:pt x="29995" y="29995"/>
                    </a:lnTo>
                    <a:lnTo>
                      <a:pt x="37894" y="22630"/>
                    </a:lnTo>
                    <a:lnTo>
                      <a:pt x="34211" y="18680"/>
                    </a:lnTo>
                    <a:lnTo>
                      <a:pt x="46326" y="0"/>
                    </a:lnTo>
                    <a:lnTo>
                      <a:pt x="38427" y="7365"/>
                    </a:lnTo>
                    <a:lnTo>
                      <a:pt x="34744" y="3416"/>
                    </a:lnTo>
                    <a:lnTo>
                      <a:pt x="26846" y="10781"/>
                    </a:lnTo>
                    <a:lnTo>
                      <a:pt x="23163" y="6832"/>
                    </a:lnTo>
                    <a:lnTo>
                      <a:pt x="15264" y="14198"/>
                    </a:lnTo>
                    <a:lnTo>
                      <a:pt x="11582" y="10248"/>
                    </a:lnTo>
                    <a:lnTo>
                      <a:pt x="7632" y="13931"/>
                    </a:lnTo>
                    <a:moveTo>
                      <a:pt x="171862" y="197967"/>
                    </a:moveTo>
                    <a:lnTo>
                      <a:pt x="218188" y="184303"/>
                    </a:lnTo>
                    <a:lnTo>
                      <a:pt x="201324" y="229562"/>
                    </a:lnTo>
                    <a:lnTo>
                      <a:pt x="171862" y="197967"/>
                    </a:lnTo>
                    <a:lnTo>
                      <a:pt x="175545" y="201917"/>
                    </a:lnTo>
                    <a:lnTo>
                      <a:pt x="210289" y="191668"/>
                    </a:lnTo>
                    <a:lnTo>
                      <a:pt x="197641" y="225613"/>
                    </a:lnTo>
                    <a:lnTo>
                      <a:pt x="201590" y="221930"/>
                    </a:lnTo>
                    <a:lnTo>
                      <a:pt x="179494" y="198234"/>
                    </a:lnTo>
                    <a:lnTo>
                      <a:pt x="175545" y="201917"/>
                    </a:lnTo>
                    <a:lnTo>
                      <a:pt x="171862" y="197967"/>
                    </a:lnTo>
                    <a:lnTo>
                      <a:pt x="187126" y="198501"/>
                    </a:lnTo>
                    <a:lnTo>
                      <a:pt x="183443" y="194551"/>
                    </a:lnTo>
                    <a:lnTo>
                      <a:pt x="198707" y="195084"/>
                    </a:lnTo>
                    <a:lnTo>
                      <a:pt x="195025" y="191135"/>
                    </a:lnTo>
                    <a:lnTo>
                      <a:pt x="214238" y="187985"/>
                    </a:lnTo>
                    <a:lnTo>
                      <a:pt x="209756" y="206932"/>
                    </a:lnTo>
                    <a:lnTo>
                      <a:pt x="206073" y="202983"/>
                    </a:lnTo>
                    <a:lnTo>
                      <a:pt x="205540" y="218247"/>
                    </a:lnTo>
                    <a:lnTo>
                      <a:pt x="201857" y="214298"/>
                    </a:lnTo>
                    <a:lnTo>
                      <a:pt x="201324" y="229562"/>
                    </a:lnTo>
                    <a:lnTo>
                      <a:pt x="197908" y="217981"/>
                    </a:lnTo>
                    <a:lnTo>
                      <a:pt x="190276" y="217714"/>
                    </a:lnTo>
                    <a:lnTo>
                      <a:pt x="190542" y="210082"/>
                    </a:lnTo>
                    <a:lnTo>
                      <a:pt x="182910" y="209815"/>
                    </a:lnTo>
                    <a:lnTo>
                      <a:pt x="183177" y="202183"/>
                    </a:lnTo>
                    <a:lnTo>
                      <a:pt x="171862" y="197967"/>
                    </a:lnTo>
                    <a:lnTo>
                      <a:pt x="179494" y="198234"/>
                    </a:lnTo>
                    <a:lnTo>
                      <a:pt x="179227" y="205866"/>
                    </a:lnTo>
                    <a:lnTo>
                      <a:pt x="186859" y="206133"/>
                    </a:lnTo>
                    <a:lnTo>
                      <a:pt x="186593" y="213765"/>
                    </a:lnTo>
                    <a:lnTo>
                      <a:pt x="194225" y="214031"/>
                    </a:lnTo>
                    <a:lnTo>
                      <a:pt x="193958" y="221663"/>
                    </a:lnTo>
                    <a:lnTo>
                      <a:pt x="201590" y="221930"/>
                    </a:lnTo>
                    <a:lnTo>
                      <a:pt x="205540" y="218247"/>
                    </a:lnTo>
                    <a:lnTo>
                      <a:pt x="201857" y="214298"/>
                    </a:lnTo>
                    <a:lnTo>
                      <a:pt x="209756" y="206932"/>
                    </a:lnTo>
                    <a:lnTo>
                      <a:pt x="206073" y="202983"/>
                    </a:lnTo>
                    <a:lnTo>
                      <a:pt x="218188" y="184303"/>
                    </a:lnTo>
                    <a:lnTo>
                      <a:pt x="210289" y="191668"/>
                    </a:lnTo>
                    <a:lnTo>
                      <a:pt x="206606" y="187719"/>
                    </a:lnTo>
                    <a:lnTo>
                      <a:pt x="198707" y="195084"/>
                    </a:lnTo>
                    <a:lnTo>
                      <a:pt x="195025" y="191135"/>
                    </a:lnTo>
                    <a:lnTo>
                      <a:pt x="187126" y="198501"/>
                    </a:lnTo>
                    <a:lnTo>
                      <a:pt x="183443" y="194551"/>
                    </a:lnTo>
                    <a:lnTo>
                      <a:pt x="179494" y="1982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39" name="Контур"/>
              <p:cNvSpPr/>
              <p:nvPr/>
            </p:nvSpPr>
            <p:spPr>
              <a:xfrm>
                <a:off x="2455728" y="2131948"/>
                <a:ext cx="182598" cy="239346"/>
              </a:xfrm>
              <a:custGeom>
                <a:avLst/>
                <a:gdLst/>
                <a:ahLst/>
                <a:cxnLst/>
                <a:rect l="l" t="t" r="r" b="b"/>
                <a:pathLst>
                  <a:path w="182598" h="239346" fill="none">
                    <a:moveTo>
                      <a:pt x="45990" y="196785"/>
                    </a:moveTo>
                    <a:lnTo>
                      <a:pt x="85709" y="239346"/>
                    </a:lnTo>
                    <a:moveTo>
                      <a:pt x="85709" y="239346"/>
                    </a:moveTo>
                    <a:lnTo>
                      <a:pt x="45990" y="196785"/>
                    </a:lnTo>
                    <a:moveTo>
                      <a:pt x="0" y="147375"/>
                    </a:moveTo>
                    <a:lnTo>
                      <a:pt x="45990" y="196785"/>
                    </a:lnTo>
                    <a:moveTo>
                      <a:pt x="88782" y="0"/>
                    </a:moveTo>
                    <a:lnTo>
                      <a:pt x="130230" y="44416"/>
                    </a:lnTo>
                    <a:lnTo>
                      <a:pt x="167040" y="83925"/>
                    </a:lnTo>
                    <a:lnTo>
                      <a:pt x="182598" y="10060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40" name="Контур"/>
              <p:cNvSpPr/>
              <p:nvPr/>
            </p:nvSpPr>
            <p:spPr>
              <a:xfrm>
                <a:off x="2638326" y="1946779"/>
                <a:ext cx="311749" cy="285778"/>
              </a:xfrm>
              <a:custGeom>
                <a:avLst/>
                <a:gdLst/>
                <a:ahLst/>
                <a:cxnLst/>
                <a:rect l="l" t="t" r="r" b="b"/>
                <a:pathLst>
                  <a:path w="311749" h="285778" fill="none">
                    <a:moveTo>
                      <a:pt x="311749" y="0"/>
                    </a:moveTo>
                    <a:lnTo>
                      <a:pt x="283885" y="25543"/>
                    </a:lnTo>
                    <a:moveTo>
                      <a:pt x="283885" y="25543"/>
                    </a:moveTo>
                    <a:lnTo>
                      <a:pt x="256021" y="51086"/>
                    </a:lnTo>
                    <a:moveTo>
                      <a:pt x="256021" y="51086"/>
                    </a:moveTo>
                    <a:lnTo>
                      <a:pt x="228157" y="76628"/>
                    </a:lnTo>
                    <a:moveTo>
                      <a:pt x="228157" y="76628"/>
                    </a:moveTo>
                    <a:lnTo>
                      <a:pt x="200293" y="102171"/>
                    </a:lnTo>
                    <a:moveTo>
                      <a:pt x="200293" y="102171"/>
                    </a:moveTo>
                    <a:lnTo>
                      <a:pt x="172429" y="127714"/>
                    </a:lnTo>
                    <a:moveTo>
                      <a:pt x="172429" y="127714"/>
                    </a:moveTo>
                    <a:lnTo>
                      <a:pt x="144565" y="153257"/>
                    </a:lnTo>
                    <a:moveTo>
                      <a:pt x="144565" y="153257"/>
                    </a:moveTo>
                    <a:lnTo>
                      <a:pt x="116701" y="178800"/>
                    </a:lnTo>
                    <a:moveTo>
                      <a:pt x="116701" y="178800"/>
                    </a:moveTo>
                    <a:lnTo>
                      <a:pt x="88837" y="204342"/>
                    </a:lnTo>
                    <a:moveTo>
                      <a:pt x="88837" y="204342"/>
                    </a:moveTo>
                    <a:lnTo>
                      <a:pt x="60973" y="229885"/>
                    </a:lnTo>
                    <a:moveTo>
                      <a:pt x="60973" y="229885"/>
                    </a:moveTo>
                    <a:lnTo>
                      <a:pt x="33108" y="255428"/>
                    </a:lnTo>
                    <a:moveTo>
                      <a:pt x="33108" y="255428"/>
                    </a:moveTo>
                    <a:lnTo>
                      <a:pt x="5244" y="280971"/>
                    </a:lnTo>
                    <a:moveTo>
                      <a:pt x="5244" y="280971"/>
                    </a:moveTo>
                    <a:lnTo>
                      <a:pt x="0" y="285778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41" name="Контур"/>
              <p:cNvSpPr/>
              <p:nvPr/>
            </p:nvSpPr>
            <p:spPr>
              <a:xfrm>
                <a:off x="2544510" y="2131948"/>
                <a:ext cx="93816" cy="100609"/>
              </a:xfrm>
              <a:custGeom>
                <a:avLst/>
                <a:gdLst/>
                <a:ahLst/>
                <a:cxnLst/>
                <a:rect l="l" t="t" r="r" b="b"/>
                <a:pathLst>
                  <a:path w="93816" h="100609" fill="none">
                    <a:moveTo>
                      <a:pt x="0" y="0"/>
                    </a:moveTo>
                    <a:lnTo>
                      <a:pt x="41448" y="44416"/>
                    </a:lnTo>
                    <a:lnTo>
                      <a:pt x="78258" y="83925"/>
                    </a:lnTo>
                    <a:lnTo>
                      <a:pt x="93816" y="10060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42" name="Контур"/>
              <p:cNvSpPr/>
              <p:nvPr/>
            </p:nvSpPr>
            <p:spPr>
              <a:xfrm>
                <a:off x="2544510" y="1584000"/>
                <a:ext cx="533561" cy="547948"/>
              </a:xfrm>
              <a:custGeom>
                <a:avLst/>
                <a:gdLst/>
                <a:ahLst/>
                <a:cxnLst/>
                <a:rect l="l" t="t" r="r" b="b"/>
                <a:pathLst>
                  <a:path w="533561" h="547948" fill="none">
                    <a:moveTo>
                      <a:pt x="0" y="547948"/>
                    </a:moveTo>
                    <a:lnTo>
                      <a:pt x="27640" y="522163"/>
                    </a:lnTo>
                    <a:moveTo>
                      <a:pt x="27640" y="522163"/>
                    </a:moveTo>
                    <a:lnTo>
                      <a:pt x="55280" y="496378"/>
                    </a:lnTo>
                    <a:moveTo>
                      <a:pt x="55280" y="496378"/>
                    </a:moveTo>
                    <a:lnTo>
                      <a:pt x="82920" y="470593"/>
                    </a:lnTo>
                    <a:moveTo>
                      <a:pt x="82920" y="470593"/>
                    </a:moveTo>
                    <a:lnTo>
                      <a:pt x="110560" y="444808"/>
                    </a:lnTo>
                    <a:moveTo>
                      <a:pt x="110560" y="444808"/>
                    </a:moveTo>
                    <a:lnTo>
                      <a:pt x="138200" y="419023"/>
                    </a:lnTo>
                    <a:moveTo>
                      <a:pt x="138200" y="419023"/>
                    </a:moveTo>
                    <a:lnTo>
                      <a:pt x="165840" y="393238"/>
                    </a:lnTo>
                    <a:moveTo>
                      <a:pt x="165840" y="393238"/>
                    </a:moveTo>
                    <a:lnTo>
                      <a:pt x="193480" y="367453"/>
                    </a:lnTo>
                    <a:moveTo>
                      <a:pt x="193480" y="367453"/>
                    </a:moveTo>
                    <a:lnTo>
                      <a:pt x="221120" y="341667"/>
                    </a:lnTo>
                    <a:moveTo>
                      <a:pt x="221120" y="341667"/>
                    </a:moveTo>
                    <a:lnTo>
                      <a:pt x="248760" y="315882"/>
                    </a:lnTo>
                    <a:moveTo>
                      <a:pt x="248760" y="315882"/>
                    </a:moveTo>
                    <a:lnTo>
                      <a:pt x="276400" y="290097"/>
                    </a:lnTo>
                    <a:moveTo>
                      <a:pt x="276400" y="290097"/>
                    </a:moveTo>
                    <a:lnTo>
                      <a:pt x="304040" y="264312"/>
                    </a:lnTo>
                    <a:moveTo>
                      <a:pt x="304040" y="264312"/>
                    </a:moveTo>
                    <a:lnTo>
                      <a:pt x="309196" y="259502"/>
                    </a:lnTo>
                    <a:moveTo>
                      <a:pt x="533561" y="40170"/>
                    </a:moveTo>
                    <a:lnTo>
                      <a:pt x="503699" y="16994"/>
                    </a:lnTo>
                    <a:moveTo>
                      <a:pt x="503699" y="16994"/>
                    </a:moveTo>
                    <a:lnTo>
                      <a:pt x="481802" y="0"/>
                    </a:lnTo>
                    <a:moveTo>
                      <a:pt x="533561" y="40170"/>
                    </a:moveTo>
                    <a:lnTo>
                      <a:pt x="503699" y="16994"/>
                    </a:lnTo>
                    <a:moveTo>
                      <a:pt x="503699" y="16994"/>
                    </a:moveTo>
                    <a:lnTo>
                      <a:pt x="481802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43" name="Контур"/>
              <p:cNvSpPr/>
              <p:nvPr/>
            </p:nvSpPr>
            <p:spPr>
              <a:xfrm>
                <a:off x="252000" y="2520496"/>
                <a:ext cx="290543" cy="500472"/>
              </a:xfrm>
              <a:custGeom>
                <a:avLst/>
                <a:gdLst/>
                <a:ahLst/>
                <a:cxnLst/>
                <a:rect l="l" t="t" r="r" b="b"/>
                <a:pathLst>
                  <a:path w="290543" h="500472" fill="none">
                    <a:moveTo>
                      <a:pt x="215450" y="500472"/>
                    </a:moveTo>
                    <a:lnTo>
                      <a:pt x="286654" y="426049"/>
                    </a:lnTo>
                    <a:lnTo>
                      <a:pt x="287434" y="403062"/>
                    </a:lnTo>
                    <a:moveTo>
                      <a:pt x="287434" y="403062"/>
                    </a:moveTo>
                    <a:lnTo>
                      <a:pt x="290543" y="311451"/>
                    </a:lnTo>
                    <a:lnTo>
                      <a:pt x="267121" y="286343"/>
                    </a:lnTo>
                    <a:moveTo>
                      <a:pt x="267121" y="286343"/>
                    </a:moveTo>
                    <a:lnTo>
                      <a:pt x="181171" y="194209"/>
                    </a:lnTo>
                    <a:moveTo>
                      <a:pt x="181171" y="194209"/>
                    </a:moveTo>
                    <a:lnTo>
                      <a:pt x="95222" y="102075"/>
                    </a:lnTo>
                    <a:moveTo>
                      <a:pt x="95222" y="102075"/>
                    </a:moveTo>
                    <a:lnTo>
                      <a:pt x="9273" y="9940"/>
                    </a:lnTo>
                    <a:moveTo>
                      <a:pt x="9273" y="9940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44" name="Контур"/>
              <p:cNvSpPr/>
              <p:nvPr/>
            </p:nvSpPr>
            <p:spPr>
              <a:xfrm>
                <a:off x="372198" y="2714833"/>
                <a:ext cx="156778" cy="218587"/>
              </a:xfrm>
              <a:custGeom>
                <a:avLst/>
                <a:gdLst/>
                <a:ahLst/>
                <a:cxnLst/>
                <a:rect l="l" t="t" r="r" b="b"/>
                <a:pathLst>
                  <a:path w="156778" h="218587" fill="none">
                    <a:moveTo>
                      <a:pt x="114336" y="175412"/>
                    </a:moveTo>
                    <a:lnTo>
                      <a:pt x="156778" y="198464"/>
                    </a:lnTo>
                    <a:lnTo>
                      <a:pt x="112871" y="218587"/>
                    </a:lnTo>
                    <a:lnTo>
                      <a:pt x="114336" y="175412"/>
                    </a:lnTo>
                    <a:lnTo>
                      <a:pt x="114152" y="180809"/>
                    </a:lnTo>
                    <a:lnTo>
                      <a:pt x="145984" y="198098"/>
                    </a:lnTo>
                    <a:lnTo>
                      <a:pt x="113054" y="213190"/>
                    </a:lnTo>
                    <a:lnTo>
                      <a:pt x="118451" y="213373"/>
                    </a:lnTo>
                    <a:lnTo>
                      <a:pt x="119549" y="180992"/>
                    </a:lnTo>
                    <a:lnTo>
                      <a:pt x="114152" y="180809"/>
                    </a:lnTo>
                    <a:lnTo>
                      <a:pt x="114336" y="175412"/>
                    </a:lnTo>
                    <a:lnTo>
                      <a:pt x="124763" y="186572"/>
                    </a:lnTo>
                    <a:lnTo>
                      <a:pt x="124946" y="181175"/>
                    </a:lnTo>
                    <a:lnTo>
                      <a:pt x="135374" y="192335"/>
                    </a:lnTo>
                    <a:lnTo>
                      <a:pt x="135557" y="186938"/>
                    </a:lnTo>
                    <a:lnTo>
                      <a:pt x="151381" y="198281"/>
                    </a:lnTo>
                    <a:lnTo>
                      <a:pt x="134824" y="208526"/>
                    </a:lnTo>
                    <a:lnTo>
                      <a:pt x="135008" y="203129"/>
                    </a:lnTo>
                    <a:lnTo>
                      <a:pt x="123848" y="213556"/>
                    </a:lnTo>
                    <a:lnTo>
                      <a:pt x="124031" y="208160"/>
                    </a:lnTo>
                    <a:lnTo>
                      <a:pt x="112871" y="218587"/>
                    </a:lnTo>
                    <a:lnTo>
                      <a:pt x="118634" y="207976"/>
                    </a:lnTo>
                    <a:lnTo>
                      <a:pt x="113420" y="202396"/>
                    </a:lnTo>
                    <a:lnTo>
                      <a:pt x="119000" y="197183"/>
                    </a:lnTo>
                    <a:lnTo>
                      <a:pt x="113786" y="191603"/>
                    </a:lnTo>
                    <a:lnTo>
                      <a:pt x="119366" y="186389"/>
                    </a:lnTo>
                    <a:lnTo>
                      <a:pt x="114336" y="175412"/>
                    </a:lnTo>
                    <a:lnTo>
                      <a:pt x="119549" y="180992"/>
                    </a:lnTo>
                    <a:lnTo>
                      <a:pt x="113969" y="186206"/>
                    </a:lnTo>
                    <a:lnTo>
                      <a:pt x="119183" y="191786"/>
                    </a:lnTo>
                    <a:lnTo>
                      <a:pt x="113603" y="197000"/>
                    </a:lnTo>
                    <a:lnTo>
                      <a:pt x="118817" y="202580"/>
                    </a:lnTo>
                    <a:lnTo>
                      <a:pt x="113237" y="207793"/>
                    </a:lnTo>
                    <a:lnTo>
                      <a:pt x="118451" y="213373"/>
                    </a:lnTo>
                    <a:lnTo>
                      <a:pt x="123848" y="213556"/>
                    </a:lnTo>
                    <a:lnTo>
                      <a:pt x="124031" y="208160"/>
                    </a:lnTo>
                    <a:lnTo>
                      <a:pt x="134824" y="208526"/>
                    </a:lnTo>
                    <a:lnTo>
                      <a:pt x="135008" y="203129"/>
                    </a:lnTo>
                    <a:lnTo>
                      <a:pt x="156778" y="198464"/>
                    </a:lnTo>
                    <a:lnTo>
                      <a:pt x="145984" y="198098"/>
                    </a:lnTo>
                    <a:lnTo>
                      <a:pt x="146168" y="192701"/>
                    </a:lnTo>
                    <a:lnTo>
                      <a:pt x="135374" y="192335"/>
                    </a:lnTo>
                    <a:lnTo>
                      <a:pt x="135557" y="186938"/>
                    </a:lnTo>
                    <a:lnTo>
                      <a:pt x="124763" y="186572"/>
                    </a:lnTo>
                    <a:lnTo>
                      <a:pt x="124946" y="181175"/>
                    </a:lnTo>
                    <a:lnTo>
                      <a:pt x="119549" y="180992"/>
                    </a:lnTo>
                    <a:moveTo>
                      <a:pt x="0" y="13674"/>
                    </a:moveTo>
                    <a:lnTo>
                      <a:pt x="46323" y="0"/>
                    </a:lnTo>
                    <a:lnTo>
                      <a:pt x="29468" y="45263"/>
                    </a:lnTo>
                    <a:lnTo>
                      <a:pt x="0" y="13674"/>
                    </a:lnTo>
                    <a:lnTo>
                      <a:pt x="3683" y="17622"/>
                    </a:lnTo>
                    <a:lnTo>
                      <a:pt x="38426" y="7367"/>
                    </a:lnTo>
                    <a:lnTo>
                      <a:pt x="25785" y="41314"/>
                    </a:lnTo>
                    <a:lnTo>
                      <a:pt x="29733" y="37631"/>
                    </a:lnTo>
                    <a:lnTo>
                      <a:pt x="7632" y="13939"/>
                    </a:lnTo>
                    <a:lnTo>
                      <a:pt x="3683" y="17622"/>
                    </a:lnTo>
                    <a:lnTo>
                      <a:pt x="0" y="13674"/>
                    </a:lnTo>
                    <a:lnTo>
                      <a:pt x="15264" y="14204"/>
                    </a:lnTo>
                    <a:lnTo>
                      <a:pt x="11581" y="10255"/>
                    </a:lnTo>
                    <a:lnTo>
                      <a:pt x="26845" y="10785"/>
                    </a:lnTo>
                    <a:lnTo>
                      <a:pt x="23161" y="6837"/>
                    </a:lnTo>
                    <a:lnTo>
                      <a:pt x="42374" y="3683"/>
                    </a:lnTo>
                    <a:lnTo>
                      <a:pt x="37896" y="22631"/>
                    </a:lnTo>
                    <a:lnTo>
                      <a:pt x="34212" y="18683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29468" y="45263"/>
                    </a:lnTo>
                    <a:lnTo>
                      <a:pt x="26050" y="33682"/>
                    </a:lnTo>
                    <a:lnTo>
                      <a:pt x="18418" y="33417"/>
                    </a:lnTo>
                    <a:lnTo>
                      <a:pt x="18683" y="25785"/>
                    </a:lnTo>
                    <a:lnTo>
                      <a:pt x="11050" y="25520"/>
                    </a:lnTo>
                    <a:lnTo>
                      <a:pt x="11316" y="17887"/>
                    </a:lnTo>
                    <a:lnTo>
                      <a:pt x="0" y="13674"/>
                    </a:lnTo>
                    <a:lnTo>
                      <a:pt x="7632" y="13939"/>
                    </a:lnTo>
                    <a:lnTo>
                      <a:pt x="7367" y="21571"/>
                    </a:lnTo>
                    <a:lnTo>
                      <a:pt x="14999" y="21836"/>
                    </a:lnTo>
                    <a:lnTo>
                      <a:pt x="14734" y="29468"/>
                    </a:lnTo>
                    <a:lnTo>
                      <a:pt x="22366" y="29733"/>
                    </a:lnTo>
                    <a:lnTo>
                      <a:pt x="22101" y="37365"/>
                    </a:lnTo>
                    <a:lnTo>
                      <a:pt x="29733" y="37631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37896" y="22631"/>
                    </a:lnTo>
                    <a:lnTo>
                      <a:pt x="34212" y="18683"/>
                    </a:lnTo>
                    <a:lnTo>
                      <a:pt x="46323" y="0"/>
                    </a:lnTo>
                    <a:lnTo>
                      <a:pt x="38426" y="7367"/>
                    </a:lnTo>
                    <a:lnTo>
                      <a:pt x="34742" y="3418"/>
                    </a:lnTo>
                    <a:lnTo>
                      <a:pt x="26845" y="10785"/>
                    </a:lnTo>
                    <a:lnTo>
                      <a:pt x="23161" y="6837"/>
                    </a:lnTo>
                    <a:lnTo>
                      <a:pt x="15264" y="14204"/>
                    </a:lnTo>
                    <a:lnTo>
                      <a:pt x="11581" y="10255"/>
                    </a:lnTo>
                    <a:lnTo>
                      <a:pt x="7632" y="1393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45" name="Контур"/>
              <p:cNvSpPr/>
              <p:nvPr/>
            </p:nvSpPr>
            <p:spPr>
              <a:xfrm>
                <a:off x="755628" y="1736083"/>
                <a:ext cx="1193220" cy="1113120"/>
              </a:xfrm>
              <a:custGeom>
                <a:avLst/>
                <a:gdLst/>
                <a:ahLst/>
                <a:cxnLst/>
                <a:rect l="l" t="t" r="r" b="b"/>
                <a:pathLst>
                  <a:path w="1193220" h="1113120" fill="none">
                    <a:moveTo>
                      <a:pt x="0" y="1113120"/>
                    </a:moveTo>
                    <a:lnTo>
                      <a:pt x="92135" y="1027171"/>
                    </a:lnTo>
                    <a:moveTo>
                      <a:pt x="92135" y="1027171"/>
                    </a:moveTo>
                    <a:lnTo>
                      <a:pt x="184269" y="941221"/>
                    </a:lnTo>
                    <a:moveTo>
                      <a:pt x="184269" y="941221"/>
                    </a:moveTo>
                    <a:lnTo>
                      <a:pt x="276403" y="855272"/>
                    </a:lnTo>
                    <a:moveTo>
                      <a:pt x="276403" y="855272"/>
                    </a:moveTo>
                    <a:lnTo>
                      <a:pt x="368537" y="769323"/>
                    </a:lnTo>
                    <a:moveTo>
                      <a:pt x="368537" y="769323"/>
                    </a:moveTo>
                    <a:lnTo>
                      <a:pt x="460671" y="683373"/>
                    </a:lnTo>
                    <a:moveTo>
                      <a:pt x="460671" y="683373"/>
                    </a:moveTo>
                    <a:lnTo>
                      <a:pt x="552806" y="597424"/>
                    </a:lnTo>
                    <a:moveTo>
                      <a:pt x="552806" y="597424"/>
                    </a:moveTo>
                    <a:lnTo>
                      <a:pt x="644940" y="511475"/>
                    </a:lnTo>
                    <a:moveTo>
                      <a:pt x="644940" y="511475"/>
                    </a:moveTo>
                    <a:lnTo>
                      <a:pt x="737074" y="425525"/>
                    </a:lnTo>
                    <a:moveTo>
                      <a:pt x="737074" y="425525"/>
                    </a:moveTo>
                    <a:lnTo>
                      <a:pt x="829208" y="339576"/>
                    </a:lnTo>
                    <a:moveTo>
                      <a:pt x="829208" y="339576"/>
                    </a:moveTo>
                    <a:lnTo>
                      <a:pt x="921343" y="253627"/>
                    </a:lnTo>
                    <a:moveTo>
                      <a:pt x="921343" y="253627"/>
                    </a:moveTo>
                    <a:lnTo>
                      <a:pt x="1013477" y="167677"/>
                    </a:lnTo>
                    <a:moveTo>
                      <a:pt x="1013477" y="167677"/>
                    </a:moveTo>
                    <a:lnTo>
                      <a:pt x="1105611" y="81728"/>
                    </a:lnTo>
                    <a:moveTo>
                      <a:pt x="1105611" y="81728"/>
                    </a:moveTo>
                    <a:lnTo>
                      <a:pt x="119322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46" name="Контур"/>
              <p:cNvSpPr/>
              <p:nvPr/>
            </p:nvSpPr>
            <p:spPr>
              <a:xfrm>
                <a:off x="870924" y="1896923"/>
                <a:ext cx="966605" cy="905817"/>
              </a:xfrm>
              <a:custGeom>
                <a:avLst/>
                <a:gdLst/>
                <a:ahLst/>
                <a:cxnLst/>
                <a:rect l="l" t="t" r="r" b="b"/>
                <a:pathLst>
                  <a:path w="966605" h="905817" fill="none">
                    <a:moveTo>
                      <a:pt x="13674" y="905817"/>
                    </a:moveTo>
                    <a:lnTo>
                      <a:pt x="0" y="859494"/>
                    </a:lnTo>
                    <a:lnTo>
                      <a:pt x="45263" y="876348"/>
                    </a:lnTo>
                    <a:lnTo>
                      <a:pt x="13674" y="905817"/>
                    </a:lnTo>
                    <a:lnTo>
                      <a:pt x="17623" y="902133"/>
                    </a:lnTo>
                    <a:lnTo>
                      <a:pt x="7367" y="867391"/>
                    </a:lnTo>
                    <a:lnTo>
                      <a:pt x="41314" y="880032"/>
                    </a:lnTo>
                    <a:lnTo>
                      <a:pt x="37631" y="876083"/>
                    </a:lnTo>
                    <a:lnTo>
                      <a:pt x="13939" y="898185"/>
                    </a:lnTo>
                    <a:lnTo>
                      <a:pt x="17623" y="902133"/>
                    </a:lnTo>
                    <a:lnTo>
                      <a:pt x="13674" y="905817"/>
                    </a:lnTo>
                    <a:lnTo>
                      <a:pt x="14204" y="890553"/>
                    </a:lnTo>
                    <a:lnTo>
                      <a:pt x="10256" y="894236"/>
                    </a:lnTo>
                    <a:lnTo>
                      <a:pt x="10786" y="878972"/>
                    </a:lnTo>
                    <a:lnTo>
                      <a:pt x="6837" y="882655"/>
                    </a:lnTo>
                    <a:lnTo>
                      <a:pt x="3684" y="863442"/>
                    </a:lnTo>
                    <a:lnTo>
                      <a:pt x="22632" y="867921"/>
                    </a:lnTo>
                    <a:lnTo>
                      <a:pt x="18683" y="871605"/>
                    </a:lnTo>
                    <a:lnTo>
                      <a:pt x="33947" y="872135"/>
                    </a:lnTo>
                    <a:lnTo>
                      <a:pt x="29999" y="875818"/>
                    </a:lnTo>
                    <a:lnTo>
                      <a:pt x="45263" y="876348"/>
                    </a:lnTo>
                    <a:lnTo>
                      <a:pt x="33682" y="879767"/>
                    </a:lnTo>
                    <a:lnTo>
                      <a:pt x="33417" y="887399"/>
                    </a:lnTo>
                    <a:lnTo>
                      <a:pt x="25785" y="887134"/>
                    </a:lnTo>
                    <a:lnTo>
                      <a:pt x="25520" y="894766"/>
                    </a:lnTo>
                    <a:lnTo>
                      <a:pt x="17888" y="894501"/>
                    </a:lnTo>
                    <a:lnTo>
                      <a:pt x="13674" y="905817"/>
                    </a:lnTo>
                    <a:lnTo>
                      <a:pt x="13939" y="898185"/>
                    </a:lnTo>
                    <a:lnTo>
                      <a:pt x="21571" y="898450"/>
                    </a:lnTo>
                    <a:lnTo>
                      <a:pt x="21836" y="890818"/>
                    </a:lnTo>
                    <a:lnTo>
                      <a:pt x="29468" y="891083"/>
                    </a:lnTo>
                    <a:lnTo>
                      <a:pt x="29734" y="883450"/>
                    </a:lnTo>
                    <a:lnTo>
                      <a:pt x="37366" y="883716"/>
                    </a:lnTo>
                    <a:lnTo>
                      <a:pt x="37631" y="876083"/>
                    </a:lnTo>
                    <a:lnTo>
                      <a:pt x="33947" y="872135"/>
                    </a:lnTo>
                    <a:lnTo>
                      <a:pt x="29999" y="875818"/>
                    </a:lnTo>
                    <a:lnTo>
                      <a:pt x="22632" y="867921"/>
                    </a:lnTo>
                    <a:lnTo>
                      <a:pt x="18683" y="871605"/>
                    </a:lnTo>
                    <a:lnTo>
                      <a:pt x="0" y="859494"/>
                    </a:lnTo>
                    <a:lnTo>
                      <a:pt x="7367" y="867391"/>
                    </a:lnTo>
                    <a:lnTo>
                      <a:pt x="3419" y="871075"/>
                    </a:lnTo>
                    <a:lnTo>
                      <a:pt x="10786" y="878972"/>
                    </a:lnTo>
                    <a:lnTo>
                      <a:pt x="6837" y="882655"/>
                    </a:lnTo>
                    <a:lnTo>
                      <a:pt x="14204" y="890553"/>
                    </a:lnTo>
                    <a:lnTo>
                      <a:pt x="10256" y="894236"/>
                    </a:lnTo>
                    <a:lnTo>
                      <a:pt x="13939" y="898185"/>
                    </a:lnTo>
                    <a:moveTo>
                      <a:pt x="197942" y="733918"/>
                    </a:moveTo>
                    <a:lnTo>
                      <a:pt x="184269" y="687595"/>
                    </a:lnTo>
                    <a:lnTo>
                      <a:pt x="229531" y="704450"/>
                    </a:lnTo>
                    <a:lnTo>
                      <a:pt x="197942" y="733918"/>
                    </a:lnTo>
                    <a:lnTo>
                      <a:pt x="201891" y="730235"/>
                    </a:lnTo>
                    <a:lnTo>
                      <a:pt x="191636" y="695492"/>
                    </a:lnTo>
                    <a:lnTo>
                      <a:pt x="225583" y="708133"/>
                    </a:lnTo>
                    <a:lnTo>
                      <a:pt x="221899" y="704185"/>
                    </a:lnTo>
                    <a:lnTo>
                      <a:pt x="198208" y="726286"/>
                    </a:lnTo>
                    <a:lnTo>
                      <a:pt x="201891" y="730235"/>
                    </a:lnTo>
                    <a:lnTo>
                      <a:pt x="197942" y="733918"/>
                    </a:lnTo>
                    <a:lnTo>
                      <a:pt x="198473" y="718654"/>
                    </a:lnTo>
                    <a:lnTo>
                      <a:pt x="194524" y="722337"/>
                    </a:lnTo>
                    <a:lnTo>
                      <a:pt x="195054" y="707073"/>
                    </a:lnTo>
                    <a:lnTo>
                      <a:pt x="191106" y="710757"/>
                    </a:lnTo>
                    <a:lnTo>
                      <a:pt x="187952" y="691544"/>
                    </a:lnTo>
                    <a:lnTo>
                      <a:pt x="206900" y="696022"/>
                    </a:lnTo>
                    <a:lnTo>
                      <a:pt x="202951" y="699706"/>
                    </a:lnTo>
                    <a:lnTo>
                      <a:pt x="218216" y="700236"/>
                    </a:lnTo>
                    <a:lnTo>
                      <a:pt x="214267" y="703920"/>
                    </a:lnTo>
                    <a:lnTo>
                      <a:pt x="229531" y="704450"/>
                    </a:lnTo>
                    <a:lnTo>
                      <a:pt x="217951" y="707868"/>
                    </a:lnTo>
                    <a:lnTo>
                      <a:pt x="217686" y="715500"/>
                    </a:lnTo>
                    <a:lnTo>
                      <a:pt x="210053" y="715235"/>
                    </a:lnTo>
                    <a:lnTo>
                      <a:pt x="209788" y="722868"/>
                    </a:lnTo>
                    <a:lnTo>
                      <a:pt x="202156" y="722602"/>
                    </a:lnTo>
                    <a:lnTo>
                      <a:pt x="197942" y="733918"/>
                    </a:lnTo>
                    <a:lnTo>
                      <a:pt x="198208" y="726286"/>
                    </a:lnTo>
                    <a:lnTo>
                      <a:pt x="205840" y="726551"/>
                    </a:lnTo>
                    <a:lnTo>
                      <a:pt x="206105" y="718919"/>
                    </a:lnTo>
                    <a:lnTo>
                      <a:pt x="213737" y="719184"/>
                    </a:lnTo>
                    <a:lnTo>
                      <a:pt x="214002" y="711552"/>
                    </a:lnTo>
                    <a:lnTo>
                      <a:pt x="221634" y="711817"/>
                    </a:lnTo>
                    <a:lnTo>
                      <a:pt x="221899" y="704185"/>
                    </a:lnTo>
                    <a:lnTo>
                      <a:pt x="218216" y="700236"/>
                    </a:lnTo>
                    <a:lnTo>
                      <a:pt x="214267" y="703920"/>
                    </a:lnTo>
                    <a:lnTo>
                      <a:pt x="206900" y="696022"/>
                    </a:lnTo>
                    <a:lnTo>
                      <a:pt x="202951" y="699706"/>
                    </a:lnTo>
                    <a:lnTo>
                      <a:pt x="184269" y="687595"/>
                    </a:lnTo>
                    <a:lnTo>
                      <a:pt x="191636" y="695492"/>
                    </a:lnTo>
                    <a:lnTo>
                      <a:pt x="187687" y="699176"/>
                    </a:lnTo>
                    <a:lnTo>
                      <a:pt x="195054" y="707073"/>
                    </a:lnTo>
                    <a:lnTo>
                      <a:pt x="191106" y="710757"/>
                    </a:lnTo>
                    <a:lnTo>
                      <a:pt x="198473" y="718654"/>
                    </a:lnTo>
                    <a:lnTo>
                      <a:pt x="194524" y="722337"/>
                    </a:lnTo>
                    <a:lnTo>
                      <a:pt x="198208" y="726286"/>
                    </a:lnTo>
                    <a:moveTo>
                      <a:pt x="382211" y="562019"/>
                    </a:moveTo>
                    <a:lnTo>
                      <a:pt x="368537" y="515696"/>
                    </a:lnTo>
                    <a:lnTo>
                      <a:pt x="413800" y="532551"/>
                    </a:lnTo>
                    <a:lnTo>
                      <a:pt x="382211" y="562019"/>
                    </a:lnTo>
                    <a:lnTo>
                      <a:pt x="386159" y="558336"/>
                    </a:lnTo>
                    <a:lnTo>
                      <a:pt x="375904" y="523594"/>
                    </a:lnTo>
                    <a:lnTo>
                      <a:pt x="409851" y="536235"/>
                    </a:lnTo>
                    <a:lnTo>
                      <a:pt x="406168" y="532286"/>
                    </a:lnTo>
                    <a:lnTo>
                      <a:pt x="382476" y="554387"/>
                    </a:lnTo>
                    <a:lnTo>
                      <a:pt x="386159" y="558336"/>
                    </a:lnTo>
                    <a:lnTo>
                      <a:pt x="382211" y="562019"/>
                    </a:lnTo>
                    <a:lnTo>
                      <a:pt x="382741" y="546755"/>
                    </a:lnTo>
                    <a:lnTo>
                      <a:pt x="378792" y="550439"/>
                    </a:lnTo>
                    <a:lnTo>
                      <a:pt x="379323" y="535174"/>
                    </a:lnTo>
                    <a:lnTo>
                      <a:pt x="375374" y="538858"/>
                    </a:lnTo>
                    <a:lnTo>
                      <a:pt x="372221" y="519645"/>
                    </a:lnTo>
                    <a:lnTo>
                      <a:pt x="391168" y="524124"/>
                    </a:lnTo>
                    <a:lnTo>
                      <a:pt x="387220" y="527807"/>
                    </a:lnTo>
                    <a:lnTo>
                      <a:pt x="402484" y="528337"/>
                    </a:lnTo>
                    <a:lnTo>
                      <a:pt x="398535" y="532021"/>
                    </a:lnTo>
                    <a:lnTo>
                      <a:pt x="413800" y="532551"/>
                    </a:lnTo>
                    <a:lnTo>
                      <a:pt x="402219" y="535970"/>
                    </a:lnTo>
                    <a:lnTo>
                      <a:pt x="401954" y="543602"/>
                    </a:lnTo>
                    <a:lnTo>
                      <a:pt x="394322" y="543337"/>
                    </a:lnTo>
                    <a:lnTo>
                      <a:pt x="394057" y="550969"/>
                    </a:lnTo>
                    <a:lnTo>
                      <a:pt x="386425" y="550704"/>
                    </a:lnTo>
                    <a:lnTo>
                      <a:pt x="382211" y="562019"/>
                    </a:lnTo>
                    <a:lnTo>
                      <a:pt x="382476" y="554387"/>
                    </a:lnTo>
                    <a:lnTo>
                      <a:pt x="390108" y="554652"/>
                    </a:lnTo>
                    <a:lnTo>
                      <a:pt x="390373" y="547020"/>
                    </a:lnTo>
                    <a:lnTo>
                      <a:pt x="398005" y="547285"/>
                    </a:lnTo>
                    <a:lnTo>
                      <a:pt x="398270" y="539653"/>
                    </a:lnTo>
                    <a:lnTo>
                      <a:pt x="405903" y="539918"/>
                    </a:lnTo>
                    <a:lnTo>
                      <a:pt x="406168" y="532286"/>
                    </a:lnTo>
                    <a:lnTo>
                      <a:pt x="402484" y="528337"/>
                    </a:lnTo>
                    <a:lnTo>
                      <a:pt x="398535" y="532021"/>
                    </a:lnTo>
                    <a:lnTo>
                      <a:pt x="391168" y="524124"/>
                    </a:lnTo>
                    <a:lnTo>
                      <a:pt x="387220" y="527807"/>
                    </a:lnTo>
                    <a:lnTo>
                      <a:pt x="368537" y="515696"/>
                    </a:lnTo>
                    <a:lnTo>
                      <a:pt x="375904" y="523594"/>
                    </a:lnTo>
                    <a:lnTo>
                      <a:pt x="371955" y="527277"/>
                    </a:lnTo>
                    <a:lnTo>
                      <a:pt x="379323" y="535174"/>
                    </a:lnTo>
                    <a:lnTo>
                      <a:pt x="375374" y="538858"/>
                    </a:lnTo>
                    <a:lnTo>
                      <a:pt x="382741" y="546755"/>
                    </a:lnTo>
                    <a:lnTo>
                      <a:pt x="378792" y="550439"/>
                    </a:lnTo>
                    <a:lnTo>
                      <a:pt x="382476" y="554387"/>
                    </a:lnTo>
                    <a:moveTo>
                      <a:pt x="566479" y="390121"/>
                    </a:moveTo>
                    <a:lnTo>
                      <a:pt x="552805" y="343798"/>
                    </a:lnTo>
                    <a:lnTo>
                      <a:pt x="598068" y="360652"/>
                    </a:lnTo>
                    <a:lnTo>
                      <a:pt x="566479" y="390121"/>
                    </a:lnTo>
                    <a:lnTo>
                      <a:pt x="570428" y="386437"/>
                    </a:lnTo>
                    <a:lnTo>
                      <a:pt x="560172" y="351695"/>
                    </a:lnTo>
                    <a:lnTo>
                      <a:pt x="594120" y="364336"/>
                    </a:lnTo>
                    <a:lnTo>
                      <a:pt x="590436" y="360387"/>
                    </a:lnTo>
                    <a:lnTo>
                      <a:pt x="566744" y="382489"/>
                    </a:lnTo>
                    <a:lnTo>
                      <a:pt x="570428" y="386437"/>
                    </a:lnTo>
                    <a:lnTo>
                      <a:pt x="566479" y="390121"/>
                    </a:lnTo>
                    <a:lnTo>
                      <a:pt x="567009" y="374857"/>
                    </a:lnTo>
                    <a:lnTo>
                      <a:pt x="563061" y="378540"/>
                    </a:lnTo>
                    <a:lnTo>
                      <a:pt x="563591" y="363276"/>
                    </a:lnTo>
                    <a:lnTo>
                      <a:pt x="559642" y="366959"/>
                    </a:lnTo>
                    <a:lnTo>
                      <a:pt x="556489" y="347746"/>
                    </a:lnTo>
                    <a:lnTo>
                      <a:pt x="575437" y="352225"/>
                    </a:lnTo>
                    <a:lnTo>
                      <a:pt x="571488" y="355909"/>
                    </a:lnTo>
                    <a:lnTo>
                      <a:pt x="586752" y="356439"/>
                    </a:lnTo>
                    <a:lnTo>
                      <a:pt x="582804" y="360122"/>
                    </a:lnTo>
                    <a:lnTo>
                      <a:pt x="598068" y="360652"/>
                    </a:lnTo>
                    <a:lnTo>
                      <a:pt x="586487" y="364071"/>
                    </a:lnTo>
                    <a:lnTo>
                      <a:pt x="586222" y="371703"/>
                    </a:lnTo>
                    <a:lnTo>
                      <a:pt x="578590" y="371438"/>
                    </a:lnTo>
                    <a:lnTo>
                      <a:pt x="578325" y="379070"/>
                    </a:lnTo>
                    <a:lnTo>
                      <a:pt x="570693" y="378805"/>
                    </a:lnTo>
                    <a:lnTo>
                      <a:pt x="566479" y="390121"/>
                    </a:lnTo>
                    <a:lnTo>
                      <a:pt x="566744" y="382489"/>
                    </a:lnTo>
                    <a:lnTo>
                      <a:pt x="574377" y="382754"/>
                    </a:lnTo>
                    <a:lnTo>
                      <a:pt x="574642" y="375122"/>
                    </a:lnTo>
                    <a:lnTo>
                      <a:pt x="582274" y="375387"/>
                    </a:lnTo>
                    <a:lnTo>
                      <a:pt x="582539" y="367755"/>
                    </a:lnTo>
                    <a:lnTo>
                      <a:pt x="590171" y="368020"/>
                    </a:lnTo>
                    <a:lnTo>
                      <a:pt x="590436" y="360387"/>
                    </a:lnTo>
                    <a:lnTo>
                      <a:pt x="586752" y="356439"/>
                    </a:lnTo>
                    <a:lnTo>
                      <a:pt x="582804" y="360122"/>
                    </a:lnTo>
                    <a:lnTo>
                      <a:pt x="575437" y="352225"/>
                    </a:lnTo>
                    <a:lnTo>
                      <a:pt x="571488" y="355909"/>
                    </a:lnTo>
                    <a:lnTo>
                      <a:pt x="552805" y="343798"/>
                    </a:lnTo>
                    <a:lnTo>
                      <a:pt x="560172" y="351695"/>
                    </a:lnTo>
                    <a:lnTo>
                      <a:pt x="556224" y="355379"/>
                    </a:lnTo>
                    <a:lnTo>
                      <a:pt x="563591" y="363276"/>
                    </a:lnTo>
                    <a:lnTo>
                      <a:pt x="559642" y="366959"/>
                    </a:lnTo>
                    <a:lnTo>
                      <a:pt x="567009" y="374857"/>
                    </a:lnTo>
                    <a:lnTo>
                      <a:pt x="563061" y="378540"/>
                    </a:lnTo>
                    <a:lnTo>
                      <a:pt x="566744" y="382489"/>
                    </a:lnTo>
                    <a:moveTo>
                      <a:pt x="750748" y="218222"/>
                    </a:moveTo>
                    <a:lnTo>
                      <a:pt x="737074" y="171899"/>
                    </a:lnTo>
                    <a:lnTo>
                      <a:pt x="782337" y="188754"/>
                    </a:lnTo>
                    <a:lnTo>
                      <a:pt x="750748" y="218222"/>
                    </a:lnTo>
                    <a:lnTo>
                      <a:pt x="754696" y="214539"/>
                    </a:lnTo>
                    <a:lnTo>
                      <a:pt x="744441" y="179796"/>
                    </a:lnTo>
                    <a:lnTo>
                      <a:pt x="778388" y="192437"/>
                    </a:lnTo>
                    <a:lnTo>
                      <a:pt x="774704" y="188489"/>
                    </a:lnTo>
                    <a:lnTo>
                      <a:pt x="751013" y="210590"/>
                    </a:lnTo>
                    <a:lnTo>
                      <a:pt x="754696" y="214539"/>
                    </a:lnTo>
                    <a:lnTo>
                      <a:pt x="750748" y="218222"/>
                    </a:lnTo>
                    <a:lnTo>
                      <a:pt x="751278" y="202958"/>
                    </a:lnTo>
                    <a:lnTo>
                      <a:pt x="747329" y="206641"/>
                    </a:lnTo>
                    <a:lnTo>
                      <a:pt x="747859" y="191377"/>
                    </a:lnTo>
                    <a:lnTo>
                      <a:pt x="743911" y="195061"/>
                    </a:lnTo>
                    <a:lnTo>
                      <a:pt x="740757" y="175848"/>
                    </a:lnTo>
                    <a:lnTo>
                      <a:pt x="759705" y="180326"/>
                    </a:lnTo>
                    <a:lnTo>
                      <a:pt x="755757" y="184010"/>
                    </a:lnTo>
                    <a:lnTo>
                      <a:pt x="771021" y="184540"/>
                    </a:lnTo>
                    <a:lnTo>
                      <a:pt x="767072" y="188224"/>
                    </a:lnTo>
                    <a:lnTo>
                      <a:pt x="782337" y="188754"/>
                    </a:lnTo>
                    <a:lnTo>
                      <a:pt x="770756" y="192172"/>
                    </a:lnTo>
                    <a:lnTo>
                      <a:pt x="770491" y="199804"/>
                    </a:lnTo>
                    <a:lnTo>
                      <a:pt x="762859" y="199539"/>
                    </a:lnTo>
                    <a:lnTo>
                      <a:pt x="762594" y="207172"/>
                    </a:lnTo>
                    <a:lnTo>
                      <a:pt x="754961" y="206906"/>
                    </a:lnTo>
                    <a:lnTo>
                      <a:pt x="750748" y="218222"/>
                    </a:lnTo>
                    <a:lnTo>
                      <a:pt x="751013" y="210590"/>
                    </a:lnTo>
                    <a:lnTo>
                      <a:pt x="758645" y="210855"/>
                    </a:lnTo>
                    <a:lnTo>
                      <a:pt x="758910" y="203223"/>
                    </a:lnTo>
                    <a:lnTo>
                      <a:pt x="766542" y="203488"/>
                    </a:lnTo>
                    <a:lnTo>
                      <a:pt x="766807" y="195856"/>
                    </a:lnTo>
                    <a:lnTo>
                      <a:pt x="774439" y="196121"/>
                    </a:lnTo>
                    <a:lnTo>
                      <a:pt x="774704" y="188489"/>
                    </a:lnTo>
                    <a:lnTo>
                      <a:pt x="771021" y="184540"/>
                    </a:lnTo>
                    <a:lnTo>
                      <a:pt x="767072" y="188224"/>
                    </a:lnTo>
                    <a:lnTo>
                      <a:pt x="759705" y="180326"/>
                    </a:lnTo>
                    <a:lnTo>
                      <a:pt x="755757" y="184010"/>
                    </a:lnTo>
                    <a:lnTo>
                      <a:pt x="737074" y="171899"/>
                    </a:lnTo>
                    <a:lnTo>
                      <a:pt x="744441" y="179796"/>
                    </a:lnTo>
                    <a:lnTo>
                      <a:pt x="740492" y="183480"/>
                    </a:lnTo>
                    <a:lnTo>
                      <a:pt x="747859" y="191377"/>
                    </a:lnTo>
                    <a:lnTo>
                      <a:pt x="743911" y="195061"/>
                    </a:lnTo>
                    <a:lnTo>
                      <a:pt x="751278" y="202958"/>
                    </a:lnTo>
                    <a:lnTo>
                      <a:pt x="747329" y="206641"/>
                    </a:lnTo>
                    <a:lnTo>
                      <a:pt x="751013" y="210590"/>
                    </a:lnTo>
                    <a:moveTo>
                      <a:pt x="935016" y="46324"/>
                    </a:moveTo>
                    <a:lnTo>
                      <a:pt x="921342" y="0"/>
                    </a:lnTo>
                    <a:lnTo>
                      <a:pt x="966605" y="16855"/>
                    </a:lnTo>
                    <a:lnTo>
                      <a:pt x="935016" y="46324"/>
                    </a:lnTo>
                    <a:lnTo>
                      <a:pt x="938965" y="42640"/>
                    </a:lnTo>
                    <a:lnTo>
                      <a:pt x="928709" y="7898"/>
                    </a:lnTo>
                    <a:lnTo>
                      <a:pt x="962656" y="20539"/>
                    </a:lnTo>
                    <a:lnTo>
                      <a:pt x="958973" y="16590"/>
                    </a:lnTo>
                    <a:lnTo>
                      <a:pt x="935281" y="38691"/>
                    </a:lnTo>
                    <a:lnTo>
                      <a:pt x="938965" y="42640"/>
                    </a:lnTo>
                    <a:lnTo>
                      <a:pt x="935016" y="46324"/>
                    </a:lnTo>
                    <a:lnTo>
                      <a:pt x="935546" y="31059"/>
                    </a:lnTo>
                    <a:lnTo>
                      <a:pt x="931598" y="34743"/>
                    </a:lnTo>
                    <a:lnTo>
                      <a:pt x="932128" y="19478"/>
                    </a:lnTo>
                    <a:lnTo>
                      <a:pt x="928179" y="23162"/>
                    </a:lnTo>
                    <a:lnTo>
                      <a:pt x="925026" y="3949"/>
                    </a:lnTo>
                    <a:lnTo>
                      <a:pt x="943974" y="8428"/>
                    </a:lnTo>
                    <a:lnTo>
                      <a:pt x="940025" y="12111"/>
                    </a:lnTo>
                    <a:lnTo>
                      <a:pt x="955289" y="12641"/>
                    </a:lnTo>
                    <a:lnTo>
                      <a:pt x="951341" y="16325"/>
                    </a:lnTo>
                    <a:lnTo>
                      <a:pt x="966605" y="16855"/>
                    </a:lnTo>
                    <a:lnTo>
                      <a:pt x="955024" y="20274"/>
                    </a:lnTo>
                    <a:lnTo>
                      <a:pt x="954759" y="27906"/>
                    </a:lnTo>
                    <a:lnTo>
                      <a:pt x="947127" y="27641"/>
                    </a:lnTo>
                    <a:lnTo>
                      <a:pt x="946862" y="35273"/>
                    </a:lnTo>
                    <a:lnTo>
                      <a:pt x="939230" y="35008"/>
                    </a:lnTo>
                    <a:lnTo>
                      <a:pt x="935016" y="46324"/>
                    </a:lnTo>
                    <a:lnTo>
                      <a:pt x="935281" y="38691"/>
                    </a:lnTo>
                    <a:lnTo>
                      <a:pt x="942913" y="38956"/>
                    </a:lnTo>
                    <a:lnTo>
                      <a:pt x="943178" y="31324"/>
                    </a:lnTo>
                    <a:lnTo>
                      <a:pt x="950811" y="31589"/>
                    </a:lnTo>
                    <a:lnTo>
                      <a:pt x="951076" y="23957"/>
                    </a:lnTo>
                    <a:lnTo>
                      <a:pt x="958708" y="24222"/>
                    </a:lnTo>
                    <a:lnTo>
                      <a:pt x="958973" y="16590"/>
                    </a:lnTo>
                    <a:lnTo>
                      <a:pt x="955289" y="12641"/>
                    </a:lnTo>
                    <a:lnTo>
                      <a:pt x="951341" y="16325"/>
                    </a:lnTo>
                    <a:lnTo>
                      <a:pt x="943974" y="8428"/>
                    </a:lnTo>
                    <a:lnTo>
                      <a:pt x="940025" y="12111"/>
                    </a:lnTo>
                    <a:lnTo>
                      <a:pt x="921342" y="0"/>
                    </a:lnTo>
                    <a:lnTo>
                      <a:pt x="928709" y="7898"/>
                    </a:lnTo>
                    <a:lnTo>
                      <a:pt x="924761" y="11581"/>
                    </a:lnTo>
                    <a:lnTo>
                      <a:pt x="932128" y="19478"/>
                    </a:lnTo>
                    <a:lnTo>
                      <a:pt x="928179" y="23162"/>
                    </a:lnTo>
                    <a:lnTo>
                      <a:pt x="935546" y="31059"/>
                    </a:lnTo>
                    <a:lnTo>
                      <a:pt x="931598" y="34743"/>
                    </a:lnTo>
                    <a:lnTo>
                      <a:pt x="935281" y="3869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47" name="Контур"/>
              <p:cNvSpPr/>
              <p:nvPr/>
            </p:nvSpPr>
            <p:spPr>
              <a:xfrm>
                <a:off x="252000" y="2520496"/>
                <a:ext cx="290543" cy="500472"/>
              </a:xfrm>
              <a:custGeom>
                <a:avLst/>
                <a:gdLst/>
                <a:ahLst/>
                <a:cxnLst/>
                <a:rect l="l" t="t" r="r" b="b"/>
                <a:pathLst>
                  <a:path w="290543" h="500472" fill="none">
                    <a:moveTo>
                      <a:pt x="0" y="0"/>
                    </a:moveTo>
                    <a:lnTo>
                      <a:pt x="51804" y="55532"/>
                    </a:lnTo>
                    <a:moveTo>
                      <a:pt x="51804" y="55532"/>
                    </a:moveTo>
                    <a:lnTo>
                      <a:pt x="137753" y="147666"/>
                    </a:lnTo>
                    <a:moveTo>
                      <a:pt x="137753" y="147666"/>
                    </a:moveTo>
                    <a:lnTo>
                      <a:pt x="223702" y="239800"/>
                    </a:lnTo>
                    <a:moveTo>
                      <a:pt x="223702" y="239800"/>
                    </a:moveTo>
                    <a:lnTo>
                      <a:pt x="290543" y="311451"/>
                    </a:lnTo>
                    <a:lnTo>
                      <a:pt x="289593" y="339448"/>
                    </a:lnTo>
                    <a:moveTo>
                      <a:pt x="289593" y="339448"/>
                    </a:moveTo>
                    <a:lnTo>
                      <a:pt x="286654" y="426049"/>
                    </a:lnTo>
                    <a:lnTo>
                      <a:pt x="259452" y="454481"/>
                    </a:lnTo>
                    <a:moveTo>
                      <a:pt x="259452" y="454481"/>
                    </a:moveTo>
                    <a:lnTo>
                      <a:pt x="215450" y="500472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48" name="Контур"/>
              <p:cNvSpPr/>
              <p:nvPr/>
            </p:nvSpPr>
            <p:spPr>
              <a:xfrm>
                <a:off x="252000" y="2441333"/>
                <a:ext cx="343958" cy="451924"/>
              </a:xfrm>
              <a:custGeom>
                <a:avLst/>
                <a:gdLst/>
                <a:ahLst/>
                <a:cxnLst/>
                <a:rect l="l" t="t" r="r" b="b"/>
                <a:pathLst>
                  <a:path w="343958" h="451924" fill="none">
                    <a:moveTo>
                      <a:pt x="26828" y="28759"/>
                    </a:moveTo>
                    <a:lnTo>
                      <a:pt x="0" y="36678"/>
                    </a:lnTo>
                    <a:moveTo>
                      <a:pt x="0" y="0"/>
                    </a:moveTo>
                    <a:lnTo>
                      <a:pt x="26828" y="28759"/>
                    </a:lnTo>
                    <a:lnTo>
                      <a:pt x="23144" y="24810"/>
                    </a:lnTo>
                    <a:lnTo>
                      <a:pt x="0" y="31642"/>
                    </a:lnTo>
                    <a:moveTo>
                      <a:pt x="0" y="3920"/>
                    </a:moveTo>
                    <a:lnTo>
                      <a:pt x="1043" y="1118"/>
                    </a:lnTo>
                    <a:lnTo>
                      <a:pt x="0" y="2091"/>
                    </a:lnTo>
                    <a:moveTo>
                      <a:pt x="0" y="7916"/>
                    </a:moveTo>
                    <a:lnTo>
                      <a:pt x="19196" y="28494"/>
                    </a:lnTo>
                    <a:lnTo>
                      <a:pt x="23144" y="24810"/>
                    </a:lnTo>
                    <a:lnTo>
                      <a:pt x="26828" y="28759"/>
                    </a:lnTo>
                    <a:lnTo>
                      <a:pt x="11564" y="28229"/>
                    </a:lnTo>
                    <a:lnTo>
                      <a:pt x="15247" y="32177"/>
                    </a:lnTo>
                    <a:lnTo>
                      <a:pt x="0" y="31648"/>
                    </a:lnTo>
                    <a:moveTo>
                      <a:pt x="0" y="31665"/>
                    </a:moveTo>
                    <a:lnTo>
                      <a:pt x="3666" y="35596"/>
                    </a:lnTo>
                    <a:lnTo>
                      <a:pt x="0" y="36197"/>
                    </a:lnTo>
                    <a:moveTo>
                      <a:pt x="0" y="6115"/>
                    </a:moveTo>
                    <a:lnTo>
                      <a:pt x="778" y="8751"/>
                    </a:lnTo>
                    <a:lnTo>
                      <a:pt x="8410" y="9016"/>
                    </a:lnTo>
                    <a:lnTo>
                      <a:pt x="8145" y="16648"/>
                    </a:lnTo>
                    <a:lnTo>
                      <a:pt x="15777" y="16913"/>
                    </a:lnTo>
                    <a:lnTo>
                      <a:pt x="15512" y="24545"/>
                    </a:lnTo>
                    <a:lnTo>
                      <a:pt x="26828" y="28759"/>
                    </a:lnTo>
                    <a:lnTo>
                      <a:pt x="19196" y="28494"/>
                    </a:lnTo>
                    <a:lnTo>
                      <a:pt x="19461" y="20861"/>
                    </a:lnTo>
                    <a:lnTo>
                      <a:pt x="11829" y="20596"/>
                    </a:lnTo>
                    <a:lnTo>
                      <a:pt x="12094" y="12964"/>
                    </a:lnTo>
                    <a:lnTo>
                      <a:pt x="4462" y="12699"/>
                    </a:lnTo>
                    <a:lnTo>
                      <a:pt x="4727" y="5067"/>
                    </a:lnTo>
                    <a:lnTo>
                      <a:pt x="0" y="4903"/>
                    </a:lnTo>
                    <a:moveTo>
                      <a:pt x="0" y="31665"/>
                    </a:moveTo>
                    <a:lnTo>
                      <a:pt x="3666" y="35596"/>
                    </a:lnTo>
                    <a:lnTo>
                      <a:pt x="11564" y="28229"/>
                    </a:lnTo>
                    <a:lnTo>
                      <a:pt x="15247" y="32177"/>
                    </a:lnTo>
                    <a:lnTo>
                      <a:pt x="19196" y="28494"/>
                    </a:lnTo>
                    <a:moveTo>
                      <a:pt x="198726" y="213027"/>
                    </a:moveTo>
                    <a:lnTo>
                      <a:pt x="152403" y="226701"/>
                    </a:lnTo>
                    <a:lnTo>
                      <a:pt x="169258" y="181438"/>
                    </a:lnTo>
                    <a:lnTo>
                      <a:pt x="198726" y="213027"/>
                    </a:lnTo>
                    <a:lnTo>
                      <a:pt x="195043" y="209079"/>
                    </a:lnTo>
                    <a:lnTo>
                      <a:pt x="160300" y="219334"/>
                    </a:lnTo>
                    <a:lnTo>
                      <a:pt x="172942" y="185387"/>
                    </a:lnTo>
                    <a:lnTo>
                      <a:pt x="168993" y="189071"/>
                    </a:lnTo>
                    <a:lnTo>
                      <a:pt x="191094" y="212762"/>
                    </a:lnTo>
                    <a:lnTo>
                      <a:pt x="195043" y="209079"/>
                    </a:lnTo>
                    <a:lnTo>
                      <a:pt x="198726" y="213027"/>
                    </a:lnTo>
                    <a:lnTo>
                      <a:pt x="183462" y="212497"/>
                    </a:lnTo>
                    <a:lnTo>
                      <a:pt x="187146" y="216446"/>
                    </a:lnTo>
                    <a:lnTo>
                      <a:pt x="171881" y="215916"/>
                    </a:lnTo>
                    <a:lnTo>
                      <a:pt x="175565" y="219864"/>
                    </a:lnTo>
                    <a:lnTo>
                      <a:pt x="156352" y="223018"/>
                    </a:lnTo>
                    <a:lnTo>
                      <a:pt x="160831" y="204070"/>
                    </a:lnTo>
                    <a:lnTo>
                      <a:pt x="164514" y="208018"/>
                    </a:lnTo>
                    <a:lnTo>
                      <a:pt x="165044" y="192754"/>
                    </a:lnTo>
                    <a:lnTo>
                      <a:pt x="168728" y="196703"/>
                    </a:lnTo>
                    <a:lnTo>
                      <a:pt x="169258" y="181438"/>
                    </a:lnTo>
                    <a:lnTo>
                      <a:pt x="172676" y="193019"/>
                    </a:lnTo>
                    <a:lnTo>
                      <a:pt x="180309" y="193284"/>
                    </a:lnTo>
                    <a:lnTo>
                      <a:pt x="180044" y="200916"/>
                    </a:lnTo>
                    <a:lnTo>
                      <a:pt x="187676" y="201181"/>
                    </a:lnTo>
                    <a:lnTo>
                      <a:pt x="187411" y="208814"/>
                    </a:lnTo>
                    <a:lnTo>
                      <a:pt x="198726" y="213027"/>
                    </a:lnTo>
                    <a:lnTo>
                      <a:pt x="191094" y="212762"/>
                    </a:lnTo>
                    <a:lnTo>
                      <a:pt x="191359" y="205130"/>
                    </a:lnTo>
                    <a:lnTo>
                      <a:pt x="183727" y="204865"/>
                    </a:lnTo>
                    <a:lnTo>
                      <a:pt x="183992" y="197233"/>
                    </a:lnTo>
                    <a:lnTo>
                      <a:pt x="176360" y="196968"/>
                    </a:lnTo>
                    <a:lnTo>
                      <a:pt x="176625" y="189336"/>
                    </a:lnTo>
                    <a:lnTo>
                      <a:pt x="168993" y="189071"/>
                    </a:lnTo>
                    <a:lnTo>
                      <a:pt x="165044" y="192754"/>
                    </a:lnTo>
                    <a:lnTo>
                      <a:pt x="168728" y="196703"/>
                    </a:lnTo>
                    <a:lnTo>
                      <a:pt x="160831" y="204070"/>
                    </a:lnTo>
                    <a:lnTo>
                      <a:pt x="164514" y="208018"/>
                    </a:lnTo>
                    <a:lnTo>
                      <a:pt x="152403" y="226701"/>
                    </a:lnTo>
                    <a:lnTo>
                      <a:pt x="160300" y="219334"/>
                    </a:lnTo>
                    <a:lnTo>
                      <a:pt x="163984" y="223283"/>
                    </a:lnTo>
                    <a:lnTo>
                      <a:pt x="171881" y="215916"/>
                    </a:lnTo>
                    <a:lnTo>
                      <a:pt x="175565" y="219864"/>
                    </a:lnTo>
                    <a:lnTo>
                      <a:pt x="183462" y="212497"/>
                    </a:lnTo>
                    <a:lnTo>
                      <a:pt x="187146" y="216446"/>
                    </a:lnTo>
                    <a:lnTo>
                      <a:pt x="191094" y="212762"/>
                    </a:lnTo>
                    <a:moveTo>
                      <a:pt x="342494" y="451924"/>
                    </a:moveTo>
                    <a:lnTo>
                      <a:pt x="300051" y="428871"/>
                    </a:lnTo>
                    <a:lnTo>
                      <a:pt x="343958" y="408749"/>
                    </a:lnTo>
                    <a:lnTo>
                      <a:pt x="342494" y="451924"/>
                    </a:lnTo>
                    <a:lnTo>
                      <a:pt x="342677" y="446527"/>
                    </a:lnTo>
                    <a:lnTo>
                      <a:pt x="310845" y="429238"/>
                    </a:lnTo>
                    <a:lnTo>
                      <a:pt x="343775" y="414145"/>
                    </a:lnTo>
                    <a:lnTo>
                      <a:pt x="338378" y="413962"/>
                    </a:lnTo>
                    <a:lnTo>
                      <a:pt x="337280" y="446344"/>
                    </a:lnTo>
                    <a:lnTo>
                      <a:pt x="342677" y="446527"/>
                    </a:lnTo>
                    <a:lnTo>
                      <a:pt x="342494" y="451924"/>
                    </a:lnTo>
                    <a:lnTo>
                      <a:pt x="332066" y="440764"/>
                    </a:lnTo>
                    <a:lnTo>
                      <a:pt x="331883" y="446161"/>
                    </a:lnTo>
                    <a:lnTo>
                      <a:pt x="321455" y="435001"/>
                    </a:lnTo>
                    <a:lnTo>
                      <a:pt x="321272" y="440398"/>
                    </a:lnTo>
                    <a:lnTo>
                      <a:pt x="305448" y="429054"/>
                    </a:lnTo>
                    <a:lnTo>
                      <a:pt x="322005" y="418810"/>
                    </a:lnTo>
                    <a:lnTo>
                      <a:pt x="321821" y="424207"/>
                    </a:lnTo>
                    <a:lnTo>
                      <a:pt x="332981" y="413779"/>
                    </a:lnTo>
                    <a:lnTo>
                      <a:pt x="332798" y="419176"/>
                    </a:lnTo>
                    <a:lnTo>
                      <a:pt x="343958" y="408749"/>
                    </a:lnTo>
                    <a:lnTo>
                      <a:pt x="338195" y="419359"/>
                    </a:lnTo>
                    <a:lnTo>
                      <a:pt x="343409" y="424939"/>
                    </a:lnTo>
                    <a:lnTo>
                      <a:pt x="337829" y="430153"/>
                    </a:lnTo>
                    <a:lnTo>
                      <a:pt x="343043" y="435733"/>
                    </a:lnTo>
                    <a:lnTo>
                      <a:pt x="337463" y="440947"/>
                    </a:lnTo>
                    <a:lnTo>
                      <a:pt x="342494" y="451924"/>
                    </a:lnTo>
                    <a:lnTo>
                      <a:pt x="337280" y="446344"/>
                    </a:lnTo>
                    <a:lnTo>
                      <a:pt x="342860" y="441130"/>
                    </a:lnTo>
                    <a:lnTo>
                      <a:pt x="337646" y="435550"/>
                    </a:lnTo>
                    <a:lnTo>
                      <a:pt x="343226" y="430336"/>
                    </a:lnTo>
                    <a:lnTo>
                      <a:pt x="338012" y="424756"/>
                    </a:lnTo>
                    <a:lnTo>
                      <a:pt x="343592" y="419542"/>
                    </a:lnTo>
                    <a:lnTo>
                      <a:pt x="338378" y="413962"/>
                    </a:lnTo>
                    <a:lnTo>
                      <a:pt x="332981" y="413779"/>
                    </a:lnTo>
                    <a:lnTo>
                      <a:pt x="332798" y="419176"/>
                    </a:lnTo>
                    <a:lnTo>
                      <a:pt x="322005" y="418810"/>
                    </a:lnTo>
                    <a:lnTo>
                      <a:pt x="321821" y="424207"/>
                    </a:lnTo>
                    <a:lnTo>
                      <a:pt x="300051" y="428871"/>
                    </a:lnTo>
                    <a:lnTo>
                      <a:pt x="310845" y="429238"/>
                    </a:lnTo>
                    <a:lnTo>
                      <a:pt x="310661" y="434634"/>
                    </a:lnTo>
                    <a:lnTo>
                      <a:pt x="321455" y="435001"/>
                    </a:lnTo>
                    <a:lnTo>
                      <a:pt x="321272" y="440398"/>
                    </a:lnTo>
                    <a:lnTo>
                      <a:pt x="332066" y="440764"/>
                    </a:lnTo>
                    <a:lnTo>
                      <a:pt x="331883" y="446161"/>
                    </a:lnTo>
                    <a:lnTo>
                      <a:pt x="337280" y="44634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49" name="Контур"/>
              <p:cNvSpPr/>
              <p:nvPr/>
            </p:nvSpPr>
            <p:spPr>
              <a:xfrm>
                <a:off x="252000" y="1584000"/>
                <a:ext cx="503628" cy="1265203"/>
              </a:xfrm>
              <a:custGeom>
                <a:avLst/>
                <a:gdLst/>
                <a:ahLst/>
                <a:cxnLst/>
                <a:rect l="l" t="t" r="r" b="b"/>
                <a:pathLst>
                  <a:path w="503628" h="1265203" fill="none">
                    <a:moveTo>
                      <a:pt x="457588" y="1215847"/>
                    </a:moveTo>
                    <a:lnTo>
                      <a:pt x="503628" y="1265203"/>
                    </a:lnTo>
                    <a:moveTo>
                      <a:pt x="0" y="9292"/>
                    </a:moveTo>
                    <a:lnTo>
                      <a:pt x="2199" y="7242"/>
                    </a:lnTo>
                    <a:moveTo>
                      <a:pt x="2199" y="7242"/>
                    </a:moveTo>
                    <a:lnTo>
                      <a:pt x="9964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50" name="Контур"/>
              <p:cNvSpPr/>
              <p:nvPr/>
            </p:nvSpPr>
            <p:spPr>
              <a:xfrm>
                <a:off x="1806985" y="1584000"/>
                <a:ext cx="95778" cy="102679"/>
              </a:xfrm>
              <a:custGeom>
                <a:avLst/>
                <a:gdLst/>
                <a:ahLst/>
                <a:cxnLst/>
                <a:rect l="l" t="t" r="r" b="b"/>
                <a:pathLst>
                  <a:path w="95778" h="102679" fill="none">
                    <a:moveTo>
                      <a:pt x="95778" y="102679"/>
                    </a:moveTo>
                    <a:lnTo>
                      <a:pt x="9832" y="10541"/>
                    </a:lnTo>
                    <a:moveTo>
                      <a:pt x="9832" y="10541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51" name="Контур"/>
              <p:cNvSpPr/>
              <p:nvPr/>
            </p:nvSpPr>
            <p:spPr>
              <a:xfrm>
                <a:off x="1755843" y="1594668"/>
                <a:ext cx="46324" cy="45262"/>
              </a:xfrm>
              <a:custGeom>
                <a:avLst/>
                <a:gdLst/>
                <a:ahLst/>
                <a:cxnLst/>
                <a:rect l="l" t="t" r="r" b="b"/>
                <a:pathLst>
                  <a:path w="46324" h="45262" fill="none">
                    <a:moveTo>
                      <a:pt x="0" y="13672"/>
                    </a:moveTo>
                    <a:lnTo>
                      <a:pt x="46324" y="0"/>
                    </a:lnTo>
                    <a:lnTo>
                      <a:pt x="29467" y="45262"/>
                    </a:lnTo>
                    <a:lnTo>
                      <a:pt x="0" y="13672"/>
                    </a:lnTo>
                    <a:lnTo>
                      <a:pt x="3684" y="17621"/>
                    </a:lnTo>
                    <a:lnTo>
                      <a:pt x="38426" y="7367"/>
                    </a:lnTo>
                    <a:lnTo>
                      <a:pt x="25784" y="41313"/>
                    </a:lnTo>
                    <a:lnTo>
                      <a:pt x="29733" y="37630"/>
                    </a:lnTo>
                    <a:lnTo>
                      <a:pt x="7632" y="13937"/>
                    </a:lnTo>
                    <a:lnTo>
                      <a:pt x="3684" y="17621"/>
                    </a:lnTo>
                    <a:lnTo>
                      <a:pt x="0" y="13672"/>
                    </a:lnTo>
                    <a:lnTo>
                      <a:pt x="15264" y="14203"/>
                    </a:lnTo>
                    <a:lnTo>
                      <a:pt x="11581" y="10254"/>
                    </a:lnTo>
                    <a:lnTo>
                      <a:pt x="26845" y="10785"/>
                    </a:lnTo>
                    <a:lnTo>
                      <a:pt x="23162" y="6836"/>
                    </a:lnTo>
                    <a:lnTo>
                      <a:pt x="42375" y="3683"/>
                    </a:lnTo>
                    <a:lnTo>
                      <a:pt x="37896" y="22631"/>
                    </a:lnTo>
                    <a:lnTo>
                      <a:pt x="34212" y="18682"/>
                    </a:lnTo>
                    <a:lnTo>
                      <a:pt x="33681" y="33947"/>
                    </a:lnTo>
                    <a:lnTo>
                      <a:pt x="29998" y="29998"/>
                    </a:lnTo>
                    <a:lnTo>
                      <a:pt x="29467" y="45262"/>
                    </a:lnTo>
                    <a:lnTo>
                      <a:pt x="26049" y="33681"/>
                    </a:lnTo>
                    <a:lnTo>
                      <a:pt x="18417" y="33416"/>
                    </a:lnTo>
                    <a:lnTo>
                      <a:pt x="18682" y="25784"/>
                    </a:lnTo>
                    <a:lnTo>
                      <a:pt x="11050" y="25518"/>
                    </a:lnTo>
                    <a:lnTo>
                      <a:pt x="11316" y="17886"/>
                    </a:lnTo>
                    <a:lnTo>
                      <a:pt x="0" y="13672"/>
                    </a:lnTo>
                    <a:lnTo>
                      <a:pt x="7632" y="13937"/>
                    </a:lnTo>
                    <a:lnTo>
                      <a:pt x="7367" y="21570"/>
                    </a:lnTo>
                    <a:lnTo>
                      <a:pt x="14999" y="21835"/>
                    </a:lnTo>
                    <a:lnTo>
                      <a:pt x="14734" y="29467"/>
                    </a:lnTo>
                    <a:lnTo>
                      <a:pt x="22366" y="29732"/>
                    </a:lnTo>
                    <a:lnTo>
                      <a:pt x="22100" y="37365"/>
                    </a:lnTo>
                    <a:lnTo>
                      <a:pt x="29733" y="37630"/>
                    </a:lnTo>
                    <a:lnTo>
                      <a:pt x="33681" y="33947"/>
                    </a:lnTo>
                    <a:lnTo>
                      <a:pt x="29998" y="29998"/>
                    </a:lnTo>
                    <a:lnTo>
                      <a:pt x="37896" y="22631"/>
                    </a:lnTo>
                    <a:lnTo>
                      <a:pt x="34212" y="18682"/>
                    </a:lnTo>
                    <a:lnTo>
                      <a:pt x="46324" y="0"/>
                    </a:lnTo>
                    <a:lnTo>
                      <a:pt x="38426" y="7367"/>
                    </a:lnTo>
                    <a:lnTo>
                      <a:pt x="34743" y="3418"/>
                    </a:lnTo>
                    <a:lnTo>
                      <a:pt x="26845" y="10785"/>
                    </a:lnTo>
                    <a:lnTo>
                      <a:pt x="23162" y="6836"/>
                    </a:lnTo>
                    <a:lnTo>
                      <a:pt x="15264" y="14203"/>
                    </a:lnTo>
                    <a:lnTo>
                      <a:pt x="11581" y="10254"/>
                    </a:lnTo>
                    <a:lnTo>
                      <a:pt x="7632" y="1393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52" name="Контур"/>
              <p:cNvSpPr/>
              <p:nvPr/>
            </p:nvSpPr>
            <p:spPr>
              <a:xfrm>
                <a:off x="252000" y="2309293"/>
                <a:ext cx="457588" cy="490554"/>
              </a:xfrm>
              <a:custGeom>
                <a:avLst/>
                <a:gdLst/>
                <a:ahLst/>
                <a:cxnLst/>
                <a:rect l="l" t="t" r="r" b="b"/>
                <a:pathLst>
                  <a:path w="457588" h="490554" fill="none">
                    <a:moveTo>
                      <a:pt x="0" y="0"/>
                    </a:moveTo>
                    <a:lnTo>
                      <a:pt x="24139" y="25879"/>
                    </a:lnTo>
                    <a:moveTo>
                      <a:pt x="24139" y="25879"/>
                    </a:moveTo>
                    <a:lnTo>
                      <a:pt x="49923" y="53520"/>
                    </a:lnTo>
                    <a:moveTo>
                      <a:pt x="49923" y="53520"/>
                    </a:moveTo>
                    <a:lnTo>
                      <a:pt x="75707" y="81161"/>
                    </a:lnTo>
                    <a:moveTo>
                      <a:pt x="75707" y="81161"/>
                    </a:moveTo>
                    <a:lnTo>
                      <a:pt x="101491" y="108803"/>
                    </a:lnTo>
                    <a:moveTo>
                      <a:pt x="101491" y="108803"/>
                    </a:moveTo>
                    <a:lnTo>
                      <a:pt x="127274" y="136444"/>
                    </a:lnTo>
                    <a:moveTo>
                      <a:pt x="127274" y="136444"/>
                    </a:moveTo>
                    <a:lnTo>
                      <a:pt x="153058" y="164085"/>
                    </a:lnTo>
                    <a:moveTo>
                      <a:pt x="153058" y="164085"/>
                    </a:moveTo>
                    <a:lnTo>
                      <a:pt x="178842" y="191726"/>
                    </a:lnTo>
                    <a:moveTo>
                      <a:pt x="178842" y="191726"/>
                    </a:moveTo>
                    <a:lnTo>
                      <a:pt x="204626" y="219368"/>
                    </a:lnTo>
                    <a:moveTo>
                      <a:pt x="204626" y="219368"/>
                    </a:moveTo>
                    <a:lnTo>
                      <a:pt x="230409" y="247009"/>
                    </a:lnTo>
                    <a:moveTo>
                      <a:pt x="230409" y="247009"/>
                    </a:moveTo>
                    <a:lnTo>
                      <a:pt x="256193" y="274650"/>
                    </a:lnTo>
                    <a:moveTo>
                      <a:pt x="256193" y="274650"/>
                    </a:moveTo>
                    <a:lnTo>
                      <a:pt x="281977" y="302291"/>
                    </a:lnTo>
                    <a:moveTo>
                      <a:pt x="281977" y="302291"/>
                    </a:moveTo>
                    <a:lnTo>
                      <a:pt x="307761" y="329933"/>
                    </a:lnTo>
                    <a:moveTo>
                      <a:pt x="307761" y="329933"/>
                    </a:moveTo>
                    <a:lnTo>
                      <a:pt x="333544" y="357574"/>
                    </a:lnTo>
                    <a:moveTo>
                      <a:pt x="333544" y="357574"/>
                    </a:moveTo>
                    <a:lnTo>
                      <a:pt x="359328" y="385215"/>
                    </a:lnTo>
                    <a:moveTo>
                      <a:pt x="359328" y="385215"/>
                    </a:moveTo>
                    <a:lnTo>
                      <a:pt x="385112" y="412856"/>
                    </a:lnTo>
                    <a:moveTo>
                      <a:pt x="385112" y="412856"/>
                    </a:moveTo>
                    <a:lnTo>
                      <a:pt x="410896" y="440498"/>
                    </a:lnTo>
                    <a:moveTo>
                      <a:pt x="410896" y="440498"/>
                    </a:moveTo>
                    <a:lnTo>
                      <a:pt x="436679" y="468139"/>
                    </a:lnTo>
                    <a:moveTo>
                      <a:pt x="436679" y="468139"/>
                    </a:moveTo>
                    <a:lnTo>
                      <a:pt x="457588" y="49055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53" name="Контур"/>
              <p:cNvSpPr/>
              <p:nvPr/>
            </p:nvSpPr>
            <p:spPr>
              <a:xfrm>
                <a:off x="2033186" y="1584000"/>
                <a:ext cx="349732" cy="374781"/>
              </a:xfrm>
              <a:custGeom>
                <a:avLst/>
                <a:gdLst/>
                <a:ahLst/>
                <a:cxnLst/>
                <a:rect l="l" t="t" r="r" b="b"/>
                <a:pathLst>
                  <a:path w="349732" h="374781" fill="none">
                    <a:moveTo>
                      <a:pt x="0" y="0"/>
                    </a:moveTo>
                    <a:lnTo>
                      <a:pt x="85011" y="91100"/>
                    </a:lnTo>
                    <a:moveTo>
                      <a:pt x="85011" y="91100"/>
                    </a:moveTo>
                    <a:lnTo>
                      <a:pt x="170975" y="183220"/>
                    </a:lnTo>
                    <a:moveTo>
                      <a:pt x="170975" y="183220"/>
                    </a:moveTo>
                    <a:lnTo>
                      <a:pt x="256939" y="275341"/>
                    </a:lnTo>
                    <a:moveTo>
                      <a:pt x="256939" y="275341"/>
                    </a:moveTo>
                    <a:lnTo>
                      <a:pt x="342902" y="367462"/>
                    </a:lnTo>
                    <a:moveTo>
                      <a:pt x="342902" y="367462"/>
                    </a:moveTo>
                    <a:lnTo>
                      <a:pt x="349732" y="374781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54" name="Контур"/>
              <p:cNvSpPr/>
              <p:nvPr/>
            </p:nvSpPr>
            <p:spPr>
              <a:xfrm>
                <a:off x="2218811" y="1721825"/>
                <a:ext cx="218249" cy="229506"/>
              </a:xfrm>
              <a:custGeom>
                <a:avLst/>
                <a:gdLst/>
                <a:ahLst/>
                <a:cxnLst/>
                <a:rect l="l" t="t" r="r" b="b"/>
                <a:pathLst>
                  <a:path w="218249" h="229506" fill="none">
                    <a:moveTo>
                      <a:pt x="46321" y="31584"/>
                    </a:moveTo>
                    <a:lnTo>
                      <a:pt x="0" y="45265"/>
                    </a:lnTo>
                    <a:lnTo>
                      <a:pt x="16848" y="0"/>
                    </a:lnTo>
                    <a:lnTo>
                      <a:pt x="46321" y="31584"/>
                    </a:lnTo>
                    <a:lnTo>
                      <a:pt x="42637" y="27636"/>
                    </a:lnTo>
                    <a:lnTo>
                      <a:pt x="7896" y="37897"/>
                    </a:lnTo>
                    <a:lnTo>
                      <a:pt x="20532" y="3948"/>
                    </a:lnTo>
                    <a:lnTo>
                      <a:pt x="16584" y="7632"/>
                    </a:lnTo>
                    <a:lnTo>
                      <a:pt x="38689" y="31320"/>
                    </a:lnTo>
                    <a:lnTo>
                      <a:pt x="42637" y="27636"/>
                    </a:lnTo>
                    <a:lnTo>
                      <a:pt x="46321" y="31584"/>
                    </a:lnTo>
                    <a:lnTo>
                      <a:pt x="31057" y="31056"/>
                    </a:lnTo>
                    <a:lnTo>
                      <a:pt x="34741" y="35004"/>
                    </a:lnTo>
                    <a:lnTo>
                      <a:pt x="19476" y="34476"/>
                    </a:lnTo>
                    <a:lnTo>
                      <a:pt x="23161" y="38424"/>
                    </a:lnTo>
                    <a:lnTo>
                      <a:pt x="3948" y="41581"/>
                    </a:lnTo>
                    <a:lnTo>
                      <a:pt x="8424" y="22632"/>
                    </a:lnTo>
                    <a:lnTo>
                      <a:pt x="12108" y="26580"/>
                    </a:lnTo>
                    <a:lnTo>
                      <a:pt x="12636" y="11316"/>
                    </a:lnTo>
                    <a:lnTo>
                      <a:pt x="16320" y="15264"/>
                    </a:lnTo>
                    <a:lnTo>
                      <a:pt x="16848" y="0"/>
                    </a:lnTo>
                    <a:lnTo>
                      <a:pt x="20268" y="11580"/>
                    </a:lnTo>
                    <a:lnTo>
                      <a:pt x="27900" y="11844"/>
                    </a:lnTo>
                    <a:lnTo>
                      <a:pt x="27636" y="19476"/>
                    </a:lnTo>
                    <a:lnTo>
                      <a:pt x="35269" y="19740"/>
                    </a:lnTo>
                    <a:lnTo>
                      <a:pt x="35005" y="27372"/>
                    </a:lnTo>
                    <a:lnTo>
                      <a:pt x="46321" y="31584"/>
                    </a:lnTo>
                    <a:lnTo>
                      <a:pt x="38689" y="31320"/>
                    </a:lnTo>
                    <a:lnTo>
                      <a:pt x="38953" y="23688"/>
                    </a:lnTo>
                    <a:lnTo>
                      <a:pt x="31321" y="23424"/>
                    </a:lnTo>
                    <a:lnTo>
                      <a:pt x="31584" y="15792"/>
                    </a:lnTo>
                    <a:lnTo>
                      <a:pt x="23952" y="15528"/>
                    </a:lnTo>
                    <a:lnTo>
                      <a:pt x="24216" y="7896"/>
                    </a:lnTo>
                    <a:lnTo>
                      <a:pt x="16584" y="7632"/>
                    </a:lnTo>
                    <a:lnTo>
                      <a:pt x="12636" y="11316"/>
                    </a:lnTo>
                    <a:lnTo>
                      <a:pt x="16320" y="15264"/>
                    </a:lnTo>
                    <a:lnTo>
                      <a:pt x="8424" y="22632"/>
                    </a:lnTo>
                    <a:lnTo>
                      <a:pt x="12108" y="26580"/>
                    </a:lnTo>
                    <a:lnTo>
                      <a:pt x="0" y="45265"/>
                    </a:lnTo>
                    <a:lnTo>
                      <a:pt x="7896" y="37897"/>
                    </a:lnTo>
                    <a:lnTo>
                      <a:pt x="11580" y="41845"/>
                    </a:lnTo>
                    <a:lnTo>
                      <a:pt x="19476" y="34476"/>
                    </a:lnTo>
                    <a:lnTo>
                      <a:pt x="23161" y="38424"/>
                    </a:lnTo>
                    <a:lnTo>
                      <a:pt x="31057" y="31056"/>
                    </a:lnTo>
                    <a:lnTo>
                      <a:pt x="34741" y="35004"/>
                    </a:lnTo>
                    <a:lnTo>
                      <a:pt x="38689" y="31320"/>
                    </a:lnTo>
                    <a:moveTo>
                      <a:pt x="218249" y="215825"/>
                    </a:moveTo>
                    <a:lnTo>
                      <a:pt x="171928" y="229506"/>
                    </a:lnTo>
                    <a:lnTo>
                      <a:pt x="188775" y="184241"/>
                    </a:lnTo>
                    <a:lnTo>
                      <a:pt x="218249" y="215825"/>
                    </a:lnTo>
                    <a:lnTo>
                      <a:pt x="214564" y="211877"/>
                    </a:lnTo>
                    <a:lnTo>
                      <a:pt x="179824" y="222138"/>
                    </a:lnTo>
                    <a:lnTo>
                      <a:pt x="192459" y="188189"/>
                    </a:lnTo>
                    <a:lnTo>
                      <a:pt x="188511" y="191873"/>
                    </a:lnTo>
                    <a:lnTo>
                      <a:pt x="210616" y="215561"/>
                    </a:lnTo>
                    <a:lnTo>
                      <a:pt x="214564" y="211877"/>
                    </a:lnTo>
                    <a:lnTo>
                      <a:pt x="218249" y="215825"/>
                    </a:lnTo>
                    <a:lnTo>
                      <a:pt x="202984" y="215298"/>
                    </a:lnTo>
                    <a:lnTo>
                      <a:pt x="206668" y="219246"/>
                    </a:lnTo>
                    <a:lnTo>
                      <a:pt x="191404" y="218718"/>
                    </a:lnTo>
                    <a:lnTo>
                      <a:pt x="195088" y="222666"/>
                    </a:lnTo>
                    <a:lnTo>
                      <a:pt x="175876" y="225822"/>
                    </a:lnTo>
                    <a:lnTo>
                      <a:pt x="180352" y="206874"/>
                    </a:lnTo>
                    <a:lnTo>
                      <a:pt x="184036" y="210822"/>
                    </a:lnTo>
                    <a:lnTo>
                      <a:pt x="184563" y="195557"/>
                    </a:lnTo>
                    <a:lnTo>
                      <a:pt x="188248" y="199505"/>
                    </a:lnTo>
                    <a:lnTo>
                      <a:pt x="188775" y="184241"/>
                    </a:lnTo>
                    <a:lnTo>
                      <a:pt x="192196" y="195821"/>
                    </a:lnTo>
                    <a:lnTo>
                      <a:pt x="199828" y="196085"/>
                    </a:lnTo>
                    <a:lnTo>
                      <a:pt x="199564" y="203717"/>
                    </a:lnTo>
                    <a:lnTo>
                      <a:pt x="207196" y="203981"/>
                    </a:lnTo>
                    <a:lnTo>
                      <a:pt x="206932" y="211613"/>
                    </a:lnTo>
                    <a:lnTo>
                      <a:pt x="218249" y="215825"/>
                    </a:lnTo>
                    <a:lnTo>
                      <a:pt x="210616" y="215561"/>
                    </a:lnTo>
                    <a:lnTo>
                      <a:pt x="210880" y="207929"/>
                    </a:lnTo>
                    <a:lnTo>
                      <a:pt x="203248" y="207665"/>
                    </a:lnTo>
                    <a:lnTo>
                      <a:pt x="203512" y="200033"/>
                    </a:lnTo>
                    <a:lnTo>
                      <a:pt x="195880" y="199769"/>
                    </a:lnTo>
                    <a:lnTo>
                      <a:pt x="196144" y="192137"/>
                    </a:lnTo>
                    <a:lnTo>
                      <a:pt x="188511" y="191873"/>
                    </a:lnTo>
                    <a:lnTo>
                      <a:pt x="184563" y="195557"/>
                    </a:lnTo>
                    <a:lnTo>
                      <a:pt x="188248" y="199505"/>
                    </a:lnTo>
                    <a:lnTo>
                      <a:pt x="180352" y="206874"/>
                    </a:lnTo>
                    <a:lnTo>
                      <a:pt x="184036" y="210822"/>
                    </a:lnTo>
                    <a:lnTo>
                      <a:pt x="171928" y="229506"/>
                    </a:lnTo>
                    <a:lnTo>
                      <a:pt x="179824" y="222138"/>
                    </a:lnTo>
                    <a:lnTo>
                      <a:pt x="183508" y="226086"/>
                    </a:lnTo>
                    <a:lnTo>
                      <a:pt x="191404" y="218718"/>
                    </a:lnTo>
                    <a:lnTo>
                      <a:pt x="195088" y="222666"/>
                    </a:lnTo>
                    <a:lnTo>
                      <a:pt x="202984" y="215298"/>
                    </a:lnTo>
                    <a:lnTo>
                      <a:pt x="206668" y="219246"/>
                    </a:lnTo>
                    <a:lnTo>
                      <a:pt x="210616" y="21556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55" name="Контур"/>
              <p:cNvSpPr/>
              <p:nvPr/>
            </p:nvSpPr>
            <p:spPr>
              <a:xfrm>
                <a:off x="252000" y="1584000"/>
                <a:ext cx="386142" cy="360164"/>
              </a:xfrm>
              <a:custGeom>
                <a:avLst/>
                <a:gdLst/>
                <a:ahLst/>
                <a:cxnLst/>
                <a:rect l="l" t="t" r="r" b="b"/>
                <a:pathLst>
                  <a:path w="386142" h="360164" fill="none">
                    <a:moveTo>
                      <a:pt x="386142" y="0"/>
                    </a:moveTo>
                    <a:lnTo>
                      <a:pt x="375407" y="10013"/>
                    </a:lnTo>
                    <a:moveTo>
                      <a:pt x="375407" y="10013"/>
                    </a:moveTo>
                    <a:lnTo>
                      <a:pt x="347765" y="35795"/>
                    </a:lnTo>
                    <a:moveTo>
                      <a:pt x="347765" y="35795"/>
                    </a:moveTo>
                    <a:lnTo>
                      <a:pt x="320123" y="61578"/>
                    </a:lnTo>
                    <a:moveTo>
                      <a:pt x="320123" y="61578"/>
                    </a:moveTo>
                    <a:lnTo>
                      <a:pt x="292480" y="87361"/>
                    </a:lnTo>
                    <a:moveTo>
                      <a:pt x="292480" y="87361"/>
                    </a:moveTo>
                    <a:lnTo>
                      <a:pt x="264838" y="113143"/>
                    </a:lnTo>
                    <a:moveTo>
                      <a:pt x="264838" y="113143"/>
                    </a:moveTo>
                    <a:lnTo>
                      <a:pt x="237196" y="138926"/>
                    </a:lnTo>
                    <a:moveTo>
                      <a:pt x="237196" y="138926"/>
                    </a:moveTo>
                    <a:lnTo>
                      <a:pt x="209554" y="164709"/>
                    </a:lnTo>
                    <a:moveTo>
                      <a:pt x="209554" y="164709"/>
                    </a:moveTo>
                    <a:lnTo>
                      <a:pt x="181911" y="190491"/>
                    </a:lnTo>
                    <a:moveTo>
                      <a:pt x="181911" y="190491"/>
                    </a:moveTo>
                    <a:lnTo>
                      <a:pt x="154269" y="216274"/>
                    </a:lnTo>
                    <a:moveTo>
                      <a:pt x="154269" y="216274"/>
                    </a:moveTo>
                    <a:lnTo>
                      <a:pt x="126627" y="242056"/>
                    </a:lnTo>
                    <a:moveTo>
                      <a:pt x="126627" y="242056"/>
                    </a:moveTo>
                    <a:lnTo>
                      <a:pt x="98984" y="267839"/>
                    </a:lnTo>
                    <a:moveTo>
                      <a:pt x="98984" y="267839"/>
                    </a:moveTo>
                    <a:lnTo>
                      <a:pt x="71342" y="293622"/>
                    </a:lnTo>
                    <a:moveTo>
                      <a:pt x="71342" y="293622"/>
                    </a:moveTo>
                    <a:lnTo>
                      <a:pt x="43700" y="319404"/>
                    </a:lnTo>
                    <a:moveTo>
                      <a:pt x="43700" y="319404"/>
                    </a:moveTo>
                    <a:lnTo>
                      <a:pt x="16058" y="345187"/>
                    </a:lnTo>
                    <a:moveTo>
                      <a:pt x="16058" y="345187"/>
                    </a:moveTo>
                    <a:lnTo>
                      <a:pt x="0" y="36016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56" name="Контур"/>
              <p:cNvSpPr/>
              <p:nvPr/>
            </p:nvSpPr>
            <p:spPr>
              <a:xfrm>
                <a:off x="571501" y="3050150"/>
                <a:ext cx="1406828" cy="1435345"/>
              </a:xfrm>
              <a:custGeom>
                <a:avLst/>
                <a:gdLst/>
                <a:ahLst/>
                <a:cxnLst/>
                <a:rect l="l" t="t" r="r" b="b"/>
                <a:pathLst>
                  <a:path w="1406828" h="1435345" fill="none">
                    <a:moveTo>
                      <a:pt x="0" y="70365"/>
                    </a:moveTo>
                    <a:lnTo>
                      <a:pt x="65539" y="1861"/>
                    </a:lnTo>
                    <a:lnTo>
                      <a:pt x="96728" y="1329"/>
                    </a:lnTo>
                    <a:moveTo>
                      <a:pt x="96728" y="1329"/>
                    </a:moveTo>
                    <a:lnTo>
                      <a:pt x="174598" y="0"/>
                    </a:lnTo>
                    <a:lnTo>
                      <a:pt x="207422" y="35186"/>
                    </a:lnTo>
                    <a:moveTo>
                      <a:pt x="207422" y="35186"/>
                    </a:moveTo>
                    <a:lnTo>
                      <a:pt x="293371" y="127320"/>
                    </a:lnTo>
                    <a:moveTo>
                      <a:pt x="293371" y="127320"/>
                    </a:moveTo>
                    <a:lnTo>
                      <a:pt x="379321" y="219454"/>
                    </a:lnTo>
                    <a:moveTo>
                      <a:pt x="379321" y="219454"/>
                    </a:moveTo>
                    <a:lnTo>
                      <a:pt x="465270" y="311588"/>
                    </a:lnTo>
                    <a:moveTo>
                      <a:pt x="465270" y="311588"/>
                    </a:moveTo>
                    <a:lnTo>
                      <a:pt x="551219" y="403722"/>
                    </a:lnTo>
                    <a:moveTo>
                      <a:pt x="551219" y="403722"/>
                    </a:moveTo>
                    <a:lnTo>
                      <a:pt x="637169" y="495856"/>
                    </a:lnTo>
                    <a:moveTo>
                      <a:pt x="637169" y="495856"/>
                    </a:moveTo>
                    <a:lnTo>
                      <a:pt x="723118" y="587991"/>
                    </a:lnTo>
                    <a:moveTo>
                      <a:pt x="723118" y="587991"/>
                    </a:moveTo>
                    <a:lnTo>
                      <a:pt x="809067" y="680125"/>
                    </a:lnTo>
                    <a:moveTo>
                      <a:pt x="809067" y="680125"/>
                    </a:moveTo>
                    <a:lnTo>
                      <a:pt x="895017" y="772259"/>
                    </a:lnTo>
                    <a:moveTo>
                      <a:pt x="895017" y="772259"/>
                    </a:moveTo>
                    <a:lnTo>
                      <a:pt x="980966" y="864393"/>
                    </a:lnTo>
                    <a:moveTo>
                      <a:pt x="980966" y="864393"/>
                    </a:moveTo>
                    <a:lnTo>
                      <a:pt x="1066916" y="956527"/>
                    </a:lnTo>
                    <a:moveTo>
                      <a:pt x="1066916" y="956527"/>
                    </a:moveTo>
                    <a:lnTo>
                      <a:pt x="1152865" y="1048661"/>
                    </a:lnTo>
                    <a:moveTo>
                      <a:pt x="1152865" y="1048661"/>
                    </a:moveTo>
                    <a:lnTo>
                      <a:pt x="1238814" y="1140796"/>
                    </a:lnTo>
                    <a:moveTo>
                      <a:pt x="1238814" y="1140796"/>
                    </a:moveTo>
                    <a:lnTo>
                      <a:pt x="1324764" y="1232930"/>
                    </a:lnTo>
                    <a:moveTo>
                      <a:pt x="1324764" y="1232930"/>
                    </a:moveTo>
                    <a:lnTo>
                      <a:pt x="1406828" y="1320899"/>
                    </a:lnTo>
                    <a:lnTo>
                      <a:pt x="1406628" y="1326591"/>
                    </a:lnTo>
                    <a:moveTo>
                      <a:pt x="1406628" y="1326591"/>
                    </a:moveTo>
                    <a:lnTo>
                      <a:pt x="1402819" y="1435345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57" name="Контур"/>
              <p:cNvSpPr/>
              <p:nvPr/>
            </p:nvSpPr>
            <p:spPr>
              <a:xfrm>
                <a:off x="655610" y="2996949"/>
                <a:ext cx="1301628" cy="1286003"/>
              </a:xfrm>
              <a:custGeom>
                <a:avLst/>
                <a:gdLst/>
                <a:ahLst/>
                <a:cxnLst/>
                <a:rect l="l" t="t" r="r" b="b"/>
                <a:pathLst>
                  <a:path w="1301628" h="1286003" fill="none">
                    <a:moveTo>
                      <a:pt x="43193" y="0"/>
                    </a:moveTo>
                    <a:lnTo>
                      <a:pt x="22334" y="43562"/>
                    </a:lnTo>
                    <a:lnTo>
                      <a:pt x="0" y="737"/>
                    </a:lnTo>
                    <a:lnTo>
                      <a:pt x="43193" y="0"/>
                    </a:lnTo>
                    <a:lnTo>
                      <a:pt x="37794" y="92"/>
                    </a:lnTo>
                    <a:lnTo>
                      <a:pt x="22149" y="32764"/>
                    </a:lnTo>
                    <a:lnTo>
                      <a:pt x="5399" y="645"/>
                    </a:lnTo>
                    <a:lnTo>
                      <a:pt x="5491" y="6044"/>
                    </a:lnTo>
                    <a:lnTo>
                      <a:pt x="37886" y="5491"/>
                    </a:lnTo>
                    <a:lnTo>
                      <a:pt x="37794" y="92"/>
                    </a:lnTo>
                    <a:lnTo>
                      <a:pt x="43193" y="0"/>
                    </a:lnTo>
                    <a:lnTo>
                      <a:pt x="32579" y="10983"/>
                    </a:lnTo>
                    <a:lnTo>
                      <a:pt x="37978" y="10891"/>
                    </a:lnTo>
                    <a:lnTo>
                      <a:pt x="27364" y="21873"/>
                    </a:lnTo>
                    <a:lnTo>
                      <a:pt x="32763" y="21781"/>
                    </a:lnTo>
                    <a:lnTo>
                      <a:pt x="22242" y="38163"/>
                    </a:lnTo>
                    <a:lnTo>
                      <a:pt x="11167" y="22150"/>
                    </a:lnTo>
                    <a:lnTo>
                      <a:pt x="16566" y="22058"/>
                    </a:lnTo>
                    <a:lnTo>
                      <a:pt x="5583" y="11444"/>
                    </a:lnTo>
                    <a:lnTo>
                      <a:pt x="10982" y="11351"/>
                    </a:lnTo>
                    <a:lnTo>
                      <a:pt x="0" y="737"/>
                    </a:lnTo>
                    <a:lnTo>
                      <a:pt x="10890" y="5952"/>
                    </a:lnTo>
                    <a:lnTo>
                      <a:pt x="16197" y="461"/>
                    </a:lnTo>
                    <a:lnTo>
                      <a:pt x="21689" y="5768"/>
                    </a:lnTo>
                    <a:lnTo>
                      <a:pt x="26996" y="277"/>
                    </a:lnTo>
                    <a:lnTo>
                      <a:pt x="32487" y="5584"/>
                    </a:lnTo>
                    <a:lnTo>
                      <a:pt x="43193" y="0"/>
                    </a:lnTo>
                    <a:lnTo>
                      <a:pt x="37886" y="5491"/>
                    </a:lnTo>
                    <a:lnTo>
                      <a:pt x="32395" y="184"/>
                    </a:lnTo>
                    <a:lnTo>
                      <a:pt x="27088" y="5676"/>
                    </a:lnTo>
                    <a:lnTo>
                      <a:pt x="21596" y="369"/>
                    </a:lnTo>
                    <a:lnTo>
                      <a:pt x="16289" y="5860"/>
                    </a:lnTo>
                    <a:lnTo>
                      <a:pt x="10798" y="553"/>
                    </a:lnTo>
                    <a:lnTo>
                      <a:pt x="5491" y="6044"/>
                    </a:lnTo>
                    <a:lnTo>
                      <a:pt x="5583" y="11444"/>
                    </a:lnTo>
                    <a:lnTo>
                      <a:pt x="10982" y="11351"/>
                    </a:lnTo>
                    <a:lnTo>
                      <a:pt x="11167" y="22150"/>
                    </a:lnTo>
                    <a:lnTo>
                      <a:pt x="16566" y="22058"/>
                    </a:lnTo>
                    <a:lnTo>
                      <a:pt x="22334" y="43562"/>
                    </a:lnTo>
                    <a:lnTo>
                      <a:pt x="22149" y="32764"/>
                    </a:lnTo>
                    <a:lnTo>
                      <a:pt x="27549" y="32672"/>
                    </a:lnTo>
                    <a:lnTo>
                      <a:pt x="27364" y="21873"/>
                    </a:lnTo>
                    <a:lnTo>
                      <a:pt x="32763" y="21781"/>
                    </a:lnTo>
                    <a:lnTo>
                      <a:pt x="32579" y="10983"/>
                    </a:lnTo>
                    <a:lnTo>
                      <a:pt x="37978" y="10891"/>
                    </a:lnTo>
                    <a:lnTo>
                      <a:pt x="37886" y="5491"/>
                    </a:lnTo>
                    <a:moveTo>
                      <a:pt x="270236" y="166719"/>
                    </a:moveTo>
                    <a:lnTo>
                      <a:pt x="223913" y="180393"/>
                    </a:lnTo>
                    <a:lnTo>
                      <a:pt x="240767" y="135130"/>
                    </a:lnTo>
                    <a:lnTo>
                      <a:pt x="270236" y="166719"/>
                    </a:lnTo>
                    <a:lnTo>
                      <a:pt x="266552" y="162770"/>
                    </a:lnTo>
                    <a:lnTo>
                      <a:pt x="231810" y="173026"/>
                    </a:lnTo>
                    <a:lnTo>
                      <a:pt x="244451" y="139079"/>
                    </a:lnTo>
                    <a:lnTo>
                      <a:pt x="240502" y="142762"/>
                    </a:lnTo>
                    <a:lnTo>
                      <a:pt x="262603" y="166454"/>
                    </a:lnTo>
                    <a:lnTo>
                      <a:pt x="266552" y="162770"/>
                    </a:lnTo>
                    <a:lnTo>
                      <a:pt x="270236" y="166719"/>
                    </a:lnTo>
                    <a:lnTo>
                      <a:pt x="254971" y="166189"/>
                    </a:lnTo>
                    <a:lnTo>
                      <a:pt x="258655" y="170137"/>
                    </a:lnTo>
                    <a:lnTo>
                      <a:pt x="243391" y="169607"/>
                    </a:lnTo>
                    <a:lnTo>
                      <a:pt x="247074" y="173556"/>
                    </a:lnTo>
                    <a:lnTo>
                      <a:pt x="227861" y="176709"/>
                    </a:lnTo>
                    <a:lnTo>
                      <a:pt x="232340" y="157761"/>
                    </a:lnTo>
                    <a:lnTo>
                      <a:pt x="236023" y="161710"/>
                    </a:lnTo>
                    <a:lnTo>
                      <a:pt x="236554" y="146446"/>
                    </a:lnTo>
                    <a:lnTo>
                      <a:pt x="240237" y="150394"/>
                    </a:lnTo>
                    <a:lnTo>
                      <a:pt x="240767" y="135130"/>
                    </a:lnTo>
                    <a:lnTo>
                      <a:pt x="244186" y="146711"/>
                    </a:lnTo>
                    <a:lnTo>
                      <a:pt x="251818" y="146976"/>
                    </a:lnTo>
                    <a:lnTo>
                      <a:pt x="251553" y="154608"/>
                    </a:lnTo>
                    <a:lnTo>
                      <a:pt x="259185" y="154873"/>
                    </a:lnTo>
                    <a:lnTo>
                      <a:pt x="258920" y="162505"/>
                    </a:lnTo>
                    <a:lnTo>
                      <a:pt x="270236" y="166719"/>
                    </a:lnTo>
                    <a:lnTo>
                      <a:pt x="262603" y="166454"/>
                    </a:lnTo>
                    <a:lnTo>
                      <a:pt x="262869" y="158822"/>
                    </a:lnTo>
                    <a:lnTo>
                      <a:pt x="255236" y="158556"/>
                    </a:lnTo>
                    <a:lnTo>
                      <a:pt x="255501" y="150924"/>
                    </a:lnTo>
                    <a:lnTo>
                      <a:pt x="247869" y="150659"/>
                    </a:lnTo>
                    <a:lnTo>
                      <a:pt x="248134" y="143027"/>
                    </a:lnTo>
                    <a:lnTo>
                      <a:pt x="240502" y="142762"/>
                    </a:lnTo>
                    <a:lnTo>
                      <a:pt x="236554" y="146446"/>
                    </a:lnTo>
                    <a:lnTo>
                      <a:pt x="240237" y="150394"/>
                    </a:lnTo>
                    <a:lnTo>
                      <a:pt x="232340" y="157761"/>
                    </a:lnTo>
                    <a:lnTo>
                      <a:pt x="236023" y="161710"/>
                    </a:lnTo>
                    <a:lnTo>
                      <a:pt x="223913" y="180393"/>
                    </a:lnTo>
                    <a:lnTo>
                      <a:pt x="231810" y="173026"/>
                    </a:lnTo>
                    <a:lnTo>
                      <a:pt x="235493" y="176974"/>
                    </a:lnTo>
                    <a:lnTo>
                      <a:pt x="243391" y="169607"/>
                    </a:lnTo>
                    <a:lnTo>
                      <a:pt x="247074" y="173556"/>
                    </a:lnTo>
                    <a:lnTo>
                      <a:pt x="254971" y="166189"/>
                    </a:lnTo>
                    <a:lnTo>
                      <a:pt x="258655" y="170137"/>
                    </a:lnTo>
                    <a:lnTo>
                      <a:pt x="262603" y="166454"/>
                    </a:lnTo>
                    <a:moveTo>
                      <a:pt x="442134" y="350987"/>
                    </a:moveTo>
                    <a:lnTo>
                      <a:pt x="395811" y="364661"/>
                    </a:lnTo>
                    <a:lnTo>
                      <a:pt x="412666" y="319398"/>
                    </a:lnTo>
                    <a:lnTo>
                      <a:pt x="442134" y="350987"/>
                    </a:lnTo>
                    <a:lnTo>
                      <a:pt x="438451" y="347039"/>
                    </a:lnTo>
                    <a:lnTo>
                      <a:pt x="403709" y="357294"/>
                    </a:lnTo>
                    <a:lnTo>
                      <a:pt x="416350" y="323347"/>
                    </a:lnTo>
                    <a:lnTo>
                      <a:pt x="412401" y="327030"/>
                    </a:lnTo>
                    <a:lnTo>
                      <a:pt x="434502" y="350722"/>
                    </a:lnTo>
                    <a:lnTo>
                      <a:pt x="438451" y="347039"/>
                    </a:lnTo>
                    <a:lnTo>
                      <a:pt x="442134" y="350987"/>
                    </a:lnTo>
                    <a:lnTo>
                      <a:pt x="426870" y="350457"/>
                    </a:lnTo>
                    <a:lnTo>
                      <a:pt x="430554" y="354406"/>
                    </a:lnTo>
                    <a:lnTo>
                      <a:pt x="415289" y="353875"/>
                    </a:lnTo>
                    <a:lnTo>
                      <a:pt x="418973" y="357824"/>
                    </a:lnTo>
                    <a:lnTo>
                      <a:pt x="399760" y="360977"/>
                    </a:lnTo>
                    <a:lnTo>
                      <a:pt x="404239" y="342030"/>
                    </a:lnTo>
                    <a:lnTo>
                      <a:pt x="407922" y="345978"/>
                    </a:lnTo>
                    <a:lnTo>
                      <a:pt x="408452" y="330714"/>
                    </a:lnTo>
                    <a:lnTo>
                      <a:pt x="412136" y="334663"/>
                    </a:lnTo>
                    <a:lnTo>
                      <a:pt x="412666" y="319398"/>
                    </a:lnTo>
                    <a:lnTo>
                      <a:pt x="416084" y="330979"/>
                    </a:lnTo>
                    <a:lnTo>
                      <a:pt x="423717" y="331244"/>
                    </a:lnTo>
                    <a:lnTo>
                      <a:pt x="423452" y="338876"/>
                    </a:lnTo>
                    <a:lnTo>
                      <a:pt x="431084" y="339141"/>
                    </a:lnTo>
                    <a:lnTo>
                      <a:pt x="430819" y="346773"/>
                    </a:lnTo>
                    <a:lnTo>
                      <a:pt x="442134" y="350987"/>
                    </a:lnTo>
                    <a:lnTo>
                      <a:pt x="434502" y="350722"/>
                    </a:lnTo>
                    <a:lnTo>
                      <a:pt x="434767" y="343090"/>
                    </a:lnTo>
                    <a:lnTo>
                      <a:pt x="427135" y="342825"/>
                    </a:lnTo>
                    <a:lnTo>
                      <a:pt x="427400" y="335193"/>
                    </a:lnTo>
                    <a:lnTo>
                      <a:pt x="419768" y="334928"/>
                    </a:lnTo>
                    <a:lnTo>
                      <a:pt x="420033" y="327295"/>
                    </a:lnTo>
                    <a:lnTo>
                      <a:pt x="412401" y="327030"/>
                    </a:lnTo>
                    <a:lnTo>
                      <a:pt x="408452" y="330714"/>
                    </a:lnTo>
                    <a:lnTo>
                      <a:pt x="412136" y="334663"/>
                    </a:lnTo>
                    <a:lnTo>
                      <a:pt x="404239" y="342030"/>
                    </a:lnTo>
                    <a:lnTo>
                      <a:pt x="407922" y="345978"/>
                    </a:lnTo>
                    <a:lnTo>
                      <a:pt x="395811" y="364661"/>
                    </a:lnTo>
                    <a:lnTo>
                      <a:pt x="403709" y="357294"/>
                    </a:lnTo>
                    <a:lnTo>
                      <a:pt x="407392" y="361243"/>
                    </a:lnTo>
                    <a:lnTo>
                      <a:pt x="415289" y="353875"/>
                    </a:lnTo>
                    <a:lnTo>
                      <a:pt x="418973" y="357824"/>
                    </a:lnTo>
                    <a:lnTo>
                      <a:pt x="426870" y="350457"/>
                    </a:lnTo>
                    <a:lnTo>
                      <a:pt x="430554" y="354406"/>
                    </a:lnTo>
                    <a:lnTo>
                      <a:pt x="434502" y="350722"/>
                    </a:lnTo>
                    <a:moveTo>
                      <a:pt x="614033" y="535255"/>
                    </a:moveTo>
                    <a:lnTo>
                      <a:pt x="567710" y="548929"/>
                    </a:lnTo>
                    <a:lnTo>
                      <a:pt x="584565" y="503667"/>
                    </a:lnTo>
                    <a:lnTo>
                      <a:pt x="614033" y="535255"/>
                    </a:lnTo>
                    <a:lnTo>
                      <a:pt x="610350" y="531307"/>
                    </a:lnTo>
                    <a:lnTo>
                      <a:pt x="575607" y="541562"/>
                    </a:lnTo>
                    <a:lnTo>
                      <a:pt x="588248" y="507615"/>
                    </a:lnTo>
                    <a:lnTo>
                      <a:pt x="584300" y="511299"/>
                    </a:lnTo>
                    <a:lnTo>
                      <a:pt x="606401" y="534990"/>
                    </a:lnTo>
                    <a:lnTo>
                      <a:pt x="610350" y="531307"/>
                    </a:lnTo>
                    <a:lnTo>
                      <a:pt x="614033" y="535255"/>
                    </a:lnTo>
                    <a:lnTo>
                      <a:pt x="598769" y="534725"/>
                    </a:lnTo>
                    <a:lnTo>
                      <a:pt x="602452" y="538674"/>
                    </a:lnTo>
                    <a:lnTo>
                      <a:pt x="587188" y="538144"/>
                    </a:lnTo>
                    <a:lnTo>
                      <a:pt x="590872" y="542092"/>
                    </a:lnTo>
                    <a:lnTo>
                      <a:pt x="571659" y="545246"/>
                    </a:lnTo>
                    <a:lnTo>
                      <a:pt x="576137" y="526298"/>
                    </a:lnTo>
                    <a:lnTo>
                      <a:pt x="579821" y="530247"/>
                    </a:lnTo>
                    <a:lnTo>
                      <a:pt x="580351" y="514982"/>
                    </a:lnTo>
                    <a:lnTo>
                      <a:pt x="584035" y="518931"/>
                    </a:lnTo>
                    <a:lnTo>
                      <a:pt x="584565" y="503667"/>
                    </a:lnTo>
                    <a:lnTo>
                      <a:pt x="587983" y="515247"/>
                    </a:lnTo>
                    <a:lnTo>
                      <a:pt x="595615" y="515512"/>
                    </a:lnTo>
                    <a:lnTo>
                      <a:pt x="595350" y="523145"/>
                    </a:lnTo>
                    <a:lnTo>
                      <a:pt x="602982" y="523410"/>
                    </a:lnTo>
                    <a:lnTo>
                      <a:pt x="602717" y="531042"/>
                    </a:lnTo>
                    <a:lnTo>
                      <a:pt x="614033" y="535255"/>
                    </a:lnTo>
                    <a:lnTo>
                      <a:pt x="606401" y="534990"/>
                    </a:lnTo>
                    <a:lnTo>
                      <a:pt x="606666" y="527358"/>
                    </a:lnTo>
                    <a:lnTo>
                      <a:pt x="599034" y="527093"/>
                    </a:lnTo>
                    <a:lnTo>
                      <a:pt x="599299" y="519461"/>
                    </a:lnTo>
                    <a:lnTo>
                      <a:pt x="591667" y="519196"/>
                    </a:lnTo>
                    <a:lnTo>
                      <a:pt x="591932" y="511564"/>
                    </a:lnTo>
                    <a:lnTo>
                      <a:pt x="584300" y="511299"/>
                    </a:lnTo>
                    <a:lnTo>
                      <a:pt x="580351" y="514982"/>
                    </a:lnTo>
                    <a:lnTo>
                      <a:pt x="584035" y="518931"/>
                    </a:lnTo>
                    <a:lnTo>
                      <a:pt x="576137" y="526298"/>
                    </a:lnTo>
                    <a:lnTo>
                      <a:pt x="579821" y="530247"/>
                    </a:lnTo>
                    <a:lnTo>
                      <a:pt x="567710" y="548929"/>
                    </a:lnTo>
                    <a:lnTo>
                      <a:pt x="575607" y="541562"/>
                    </a:lnTo>
                    <a:lnTo>
                      <a:pt x="579291" y="545511"/>
                    </a:lnTo>
                    <a:lnTo>
                      <a:pt x="587188" y="538144"/>
                    </a:lnTo>
                    <a:lnTo>
                      <a:pt x="590872" y="542092"/>
                    </a:lnTo>
                    <a:lnTo>
                      <a:pt x="598769" y="534725"/>
                    </a:lnTo>
                    <a:lnTo>
                      <a:pt x="602452" y="538674"/>
                    </a:lnTo>
                    <a:lnTo>
                      <a:pt x="606401" y="534990"/>
                    </a:lnTo>
                    <a:moveTo>
                      <a:pt x="785932" y="719524"/>
                    </a:moveTo>
                    <a:lnTo>
                      <a:pt x="739609" y="733198"/>
                    </a:lnTo>
                    <a:lnTo>
                      <a:pt x="756463" y="687935"/>
                    </a:lnTo>
                    <a:lnTo>
                      <a:pt x="785932" y="719524"/>
                    </a:lnTo>
                    <a:lnTo>
                      <a:pt x="782248" y="715575"/>
                    </a:lnTo>
                    <a:lnTo>
                      <a:pt x="747506" y="725831"/>
                    </a:lnTo>
                    <a:lnTo>
                      <a:pt x="760147" y="691884"/>
                    </a:lnTo>
                    <a:lnTo>
                      <a:pt x="756198" y="695567"/>
                    </a:lnTo>
                    <a:lnTo>
                      <a:pt x="778300" y="719259"/>
                    </a:lnTo>
                    <a:lnTo>
                      <a:pt x="782248" y="715575"/>
                    </a:lnTo>
                    <a:lnTo>
                      <a:pt x="785932" y="719524"/>
                    </a:lnTo>
                    <a:lnTo>
                      <a:pt x="770668" y="718994"/>
                    </a:lnTo>
                    <a:lnTo>
                      <a:pt x="774351" y="722942"/>
                    </a:lnTo>
                    <a:lnTo>
                      <a:pt x="759087" y="722412"/>
                    </a:lnTo>
                    <a:lnTo>
                      <a:pt x="762770" y="726361"/>
                    </a:lnTo>
                    <a:lnTo>
                      <a:pt x="743557" y="729514"/>
                    </a:lnTo>
                    <a:lnTo>
                      <a:pt x="748036" y="710566"/>
                    </a:lnTo>
                    <a:lnTo>
                      <a:pt x="751720" y="714515"/>
                    </a:lnTo>
                    <a:lnTo>
                      <a:pt x="752250" y="699251"/>
                    </a:lnTo>
                    <a:lnTo>
                      <a:pt x="755933" y="703199"/>
                    </a:lnTo>
                    <a:lnTo>
                      <a:pt x="756463" y="687935"/>
                    </a:lnTo>
                    <a:lnTo>
                      <a:pt x="759882" y="699516"/>
                    </a:lnTo>
                    <a:lnTo>
                      <a:pt x="767514" y="699781"/>
                    </a:lnTo>
                    <a:lnTo>
                      <a:pt x="767249" y="707413"/>
                    </a:lnTo>
                    <a:lnTo>
                      <a:pt x="774881" y="707678"/>
                    </a:lnTo>
                    <a:lnTo>
                      <a:pt x="774616" y="715310"/>
                    </a:lnTo>
                    <a:lnTo>
                      <a:pt x="785932" y="719524"/>
                    </a:lnTo>
                    <a:lnTo>
                      <a:pt x="778300" y="719259"/>
                    </a:lnTo>
                    <a:lnTo>
                      <a:pt x="778565" y="711627"/>
                    </a:lnTo>
                    <a:lnTo>
                      <a:pt x="770933" y="711362"/>
                    </a:lnTo>
                    <a:lnTo>
                      <a:pt x="771198" y="703729"/>
                    </a:lnTo>
                    <a:lnTo>
                      <a:pt x="763566" y="703464"/>
                    </a:lnTo>
                    <a:lnTo>
                      <a:pt x="763831" y="695832"/>
                    </a:lnTo>
                    <a:lnTo>
                      <a:pt x="756198" y="695567"/>
                    </a:lnTo>
                    <a:lnTo>
                      <a:pt x="752250" y="699251"/>
                    </a:lnTo>
                    <a:lnTo>
                      <a:pt x="755933" y="703199"/>
                    </a:lnTo>
                    <a:lnTo>
                      <a:pt x="748036" y="710566"/>
                    </a:lnTo>
                    <a:lnTo>
                      <a:pt x="751720" y="714515"/>
                    </a:lnTo>
                    <a:lnTo>
                      <a:pt x="739609" y="733198"/>
                    </a:lnTo>
                    <a:lnTo>
                      <a:pt x="747506" y="725831"/>
                    </a:lnTo>
                    <a:lnTo>
                      <a:pt x="751190" y="729779"/>
                    </a:lnTo>
                    <a:lnTo>
                      <a:pt x="759087" y="722412"/>
                    </a:lnTo>
                    <a:lnTo>
                      <a:pt x="762770" y="726361"/>
                    </a:lnTo>
                    <a:lnTo>
                      <a:pt x="770668" y="718994"/>
                    </a:lnTo>
                    <a:lnTo>
                      <a:pt x="774351" y="722942"/>
                    </a:lnTo>
                    <a:lnTo>
                      <a:pt x="778300" y="719259"/>
                    </a:lnTo>
                    <a:moveTo>
                      <a:pt x="957831" y="903792"/>
                    </a:moveTo>
                    <a:lnTo>
                      <a:pt x="911508" y="917466"/>
                    </a:lnTo>
                    <a:lnTo>
                      <a:pt x="928362" y="872203"/>
                    </a:lnTo>
                    <a:lnTo>
                      <a:pt x="957831" y="903792"/>
                    </a:lnTo>
                    <a:lnTo>
                      <a:pt x="954147" y="899844"/>
                    </a:lnTo>
                    <a:lnTo>
                      <a:pt x="919405" y="910099"/>
                    </a:lnTo>
                    <a:lnTo>
                      <a:pt x="932046" y="876152"/>
                    </a:lnTo>
                    <a:lnTo>
                      <a:pt x="928097" y="879835"/>
                    </a:lnTo>
                    <a:lnTo>
                      <a:pt x="950198" y="903527"/>
                    </a:lnTo>
                    <a:lnTo>
                      <a:pt x="954147" y="899844"/>
                    </a:lnTo>
                    <a:lnTo>
                      <a:pt x="957831" y="903792"/>
                    </a:lnTo>
                    <a:lnTo>
                      <a:pt x="942566" y="903262"/>
                    </a:lnTo>
                    <a:lnTo>
                      <a:pt x="946250" y="907211"/>
                    </a:lnTo>
                    <a:lnTo>
                      <a:pt x="930986" y="906680"/>
                    </a:lnTo>
                    <a:lnTo>
                      <a:pt x="934669" y="910629"/>
                    </a:lnTo>
                    <a:lnTo>
                      <a:pt x="915456" y="913783"/>
                    </a:lnTo>
                    <a:lnTo>
                      <a:pt x="919935" y="894835"/>
                    </a:lnTo>
                    <a:lnTo>
                      <a:pt x="923618" y="898783"/>
                    </a:lnTo>
                    <a:lnTo>
                      <a:pt x="924149" y="883519"/>
                    </a:lnTo>
                    <a:lnTo>
                      <a:pt x="927832" y="887468"/>
                    </a:lnTo>
                    <a:lnTo>
                      <a:pt x="928362" y="872203"/>
                    </a:lnTo>
                    <a:lnTo>
                      <a:pt x="931781" y="883784"/>
                    </a:lnTo>
                    <a:lnTo>
                      <a:pt x="939413" y="884049"/>
                    </a:lnTo>
                    <a:lnTo>
                      <a:pt x="939148" y="891681"/>
                    </a:lnTo>
                    <a:lnTo>
                      <a:pt x="946780" y="891946"/>
                    </a:lnTo>
                    <a:lnTo>
                      <a:pt x="946515" y="899578"/>
                    </a:lnTo>
                    <a:lnTo>
                      <a:pt x="957831" y="903792"/>
                    </a:lnTo>
                    <a:lnTo>
                      <a:pt x="950198" y="903527"/>
                    </a:lnTo>
                    <a:lnTo>
                      <a:pt x="950464" y="895895"/>
                    </a:lnTo>
                    <a:lnTo>
                      <a:pt x="942831" y="895630"/>
                    </a:lnTo>
                    <a:lnTo>
                      <a:pt x="943096" y="887998"/>
                    </a:lnTo>
                    <a:lnTo>
                      <a:pt x="935464" y="887733"/>
                    </a:lnTo>
                    <a:lnTo>
                      <a:pt x="935729" y="880100"/>
                    </a:lnTo>
                    <a:lnTo>
                      <a:pt x="928097" y="879835"/>
                    </a:lnTo>
                    <a:lnTo>
                      <a:pt x="924149" y="883519"/>
                    </a:lnTo>
                    <a:lnTo>
                      <a:pt x="927832" y="887468"/>
                    </a:lnTo>
                    <a:lnTo>
                      <a:pt x="919935" y="894835"/>
                    </a:lnTo>
                    <a:lnTo>
                      <a:pt x="923618" y="898783"/>
                    </a:lnTo>
                    <a:lnTo>
                      <a:pt x="911508" y="917466"/>
                    </a:lnTo>
                    <a:lnTo>
                      <a:pt x="919405" y="910099"/>
                    </a:lnTo>
                    <a:lnTo>
                      <a:pt x="923088" y="914048"/>
                    </a:lnTo>
                    <a:lnTo>
                      <a:pt x="930986" y="906680"/>
                    </a:lnTo>
                    <a:lnTo>
                      <a:pt x="934669" y="910629"/>
                    </a:lnTo>
                    <a:lnTo>
                      <a:pt x="942566" y="903262"/>
                    </a:lnTo>
                    <a:lnTo>
                      <a:pt x="946250" y="907211"/>
                    </a:lnTo>
                    <a:lnTo>
                      <a:pt x="950198" y="903527"/>
                    </a:lnTo>
                    <a:moveTo>
                      <a:pt x="1129729" y="1088060"/>
                    </a:moveTo>
                    <a:lnTo>
                      <a:pt x="1083406" y="1101734"/>
                    </a:lnTo>
                    <a:lnTo>
                      <a:pt x="1100261" y="1056472"/>
                    </a:lnTo>
                    <a:lnTo>
                      <a:pt x="1129729" y="1088060"/>
                    </a:lnTo>
                    <a:lnTo>
                      <a:pt x="1126046" y="1084112"/>
                    </a:lnTo>
                    <a:lnTo>
                      <a:pt x="1091304" y="1094367"/>
                    </a:lnTo>
                    <a:lnTo>
                      <a:pt x="1103945" y="1060420"/>
                    </a:lnTo>
                    <a:lnTo>
                      <a:pt x="1099996" y="1064104"/>
                    </a:lnTo>
                    <a:lnTo>
                      <a:pt x="1122097" y="1087795"/>
                    </a:lnTo>
                    <a:lnTo>
                      <a:pt x="1126046" y="1084112"/>
                    </a:lnTo>
                    <a:lnTo>
                      <a:pt x="1129729" y="1088060"/>
                    </a:lnTo>
                    <a:lnTo>
                      <a:pt x="1114465" y="1087530"/>
                    </a:lnTo>
                    <a:lnTo>
                      <a:pt x="1118149" y="1091479"/>
                    </a:lnTo>
                    <a:lnTo>
                      <a:pt x="1102884" y="1090949"/>
                    </a:lnTo>
                    <a:lnTo>
                      <a:pt x="1106568" y="1094897"/>
                    </a:lnTo>
                    <a:lnTo>
                      <a:pt x="1087355" y="1098051"/>
                    </a:lnTo>
                    <a:lnTo>
                      <a:pt x="1091834" y="1079103"/>
                    </a:lnTo>
                    <a:lnTo>
                      <a:pt x="1095517" y="1083052"/>
                    </a:lnTo>
                    <a:lnTo>
                      <a:pt x="1096047" y="1067787"/>
                    </a:lnTo>
                    <a:lnTo>
                      <a:pt x="1099731" y="1071736"/>
                    </a:lnTo>
                    <a:lnTo>
                      <a:pt x="1100261" y="1056472"/>
                    </a:lnTo>
                    <a:lnTo>
                      <a:pt x="1103679" y="1068052"/>
                    </a:lnTo>
                    <a:lnTo>
                      <a:pt x="1111312" y="1068317"/>
                    </a:lnTo>
                    <a:lnTo>
                      <a:pt x="1111047" y="1075950"/>
                    </a:lnTo>
                    <a:lnTo>
                      <a:pt x="1118679" y="1076215"/>
                    </a:lnTo>
                    <a:lnTo>
                      <a:pt x="1118414" y="1083847"/>
                    </a:lnTo>
                    <a:lnTo>
                      <a:pt x="1129729" y="1088060"/>
                    </a:lnTo>
                    <a:lnTo>
                      <a:pt x="1122097" y="1087795"/>
                    </a:lnTo>
                    <a:lnTo>
                      <a:pt x="1122362" y="1080163"/>
                    </a:lnTo>
                    <a:lnTo>
                      <a:pt x="1114730" y="1079898"/>
                    </a:lnTo>
                    <a:lnTo>
                      <a:pt x="1114995" y="1072266"/>
                    </a:lnTo>
                    <a:lnTo>
                      <a:pt x="1107363" y="1072001"/>
                    </a:lnTo>
                    <a:lnTo>
                      <a:pt x="1107628" y="1064369"/>
                    </a:lnTo>
                    <a:lnTo>
                      <a:pt x="1099996" y="1064104"/>
                    </a:lnTo>
                    <a:lnTo>
                      <a:pt x="1096047" y="1067787"/>
                    </a:lnTo>
                    <a:lnTo>
                      <a:pt x="1099731" y="1071736"/>
                    </a:lnTo>
                    <a:lnTo>
                      <a:pt x="1091834" y="1079103"/>
                    </a:lnTo>
                    <a:lnTo>
                      <a:pt x="1095517" y="1083052"/>
                    </a:lnTo>
                    <a:lnTo>
                      <a:pt x="1083406" y="1101734"/>
                    </a:lnTo>
                    <a:lnTo>
                      <a:pt x="1091304" y="1094367"/>
                    </a:lnTo>
                    <a:lnTo>
                      <a:pt x="1094987" y="1098316"/>
                    </a:lnTo>
                    <a:lnTo>
                      <a:pt x="1102884" y="1090949"/>
                    </a:lnTo>
                    <a:lnTo>
                      <a:pt x="1106568" y="1094897"/>
                    </a:lnTo>
                    <a:lnTo>
                      <a:pt x="1114465" y="1087530"/>
                    </a:lnTo>
                    <a:lnTo>
                      <a:pt x="1118149" y="1091479"/>
                    </a:lnTo>
                    <a:lnTo>
                      <a:pt x="1122097" y="1087795"/>
                    </a:lnTo>
                    <a:moveTo>
                      <a:pt x="1301628" y="1272329"/>
                    </a:moveTo>
                    <a:lnTo>
                      <a:pt x="1255305" y="1286003"/>
                    </a:lnTo>
                    <a:lnTo>
                      <a:pt x="1272160" y="1240740"/>
                    </a:lnTo>
                    <a:lnTo>
                      <a:pt x="1301628" y="1272329"/>
                    </a:lnTo>
                    <a:lnTo>
                      <a:pt x="1297945" y="1268380"/>
                    </a:lnTo>
                    <a:lnTo>
                      <a:pt x="1263202" y="1278636"/>
                    </a:lnTo>
                    <a:lnTo>
                      <a:pt x="1275843" y="1244689"/>
                    </a:lnTo>
                    <a:lnTo>
                      <a:pt x="1271895" y="1248372"/>
                    </a:lnTo>
                    <a:lnTo>
                      <a:pt x="1293996" y="1272064"/>
                    </a:lnTo>
                    <a:lnTo>
                      <a:pt x="1297945" y="1268380"/>
                    </a:lnTo>
                    <a:lnTo>
                      <a:pt x="1301628" y="1272329"/>
                    </a:lnTo>
                    <a:lnTo>
                      <a:pt x="1286364" y="1271799"/>
                    </a:lnTo>
                    <a:lnTo>
                      <a:pt x="1290047" y="1275747"/>
                    </a:lnTo>
                    <a:lnTo>
                      <a:pt x="1274783" y="1275217"/>
                    </a:lnTo>
                    <a:lnTo>
                      <a:pt x="1278467" y="1279166"/>
                    </a:lnTo>
                    <a:lnTo>
                      <a:pt x="1259254" y="1282319"/>
                    </a:lnTo>
                    <a:lnTo>
                      <a:pt x="1263732" y="1263371"/>
                    </a:lnTo>
                    <a:lnTo>
                      <a:pt x="1267416" y="1267320"/>
                    </a:lnTo>
                    <a:lnTo>
                      <a:pt x="1267946" y="1252056"/>
                    </a:lnTo>
                    <a:lnTo>
                      <a:pt x="1271630" y="1256004"/>
                    </a:lnTo>
                    <a:lnTo>
                      <a:pt x="1272160" y="1240740"/>
                    </a:lnTo>
                    <a:lnTo>
                      <a:pt x="1275578" y="1252321"/>
                    </a:lnTo>
                    <a:lnTo>
                      <a:pt x="1283210" y="1252586"/>
                    </a:lnTo>
                    <a:lnTo>
                      <a:pt x="1282945" y="1260218"/>
                    </a:lnTo>
                    <a:lnTo>
                      <a:pt x="1290577" y="1260483"/>
                    </a:lnTo>
                    <a:lnTo>
                      <a:pt x="1290312" y="1268115"/>
                    </a:lnTo>
                    <a:lnTo>
                      <a:pt x="1301628" y="1272329"/>
                    </a:lnTo>
                    <a:lnTo>
                      <a:pt x="1293996" y="1272064"/>
                    </a:lnTo>
                    <a:lnTo>
                      <a:pt x="1294261" y="1264432"/>
                    </a:lnTo>
                    <a:lnTo>
                      <a:pt x="1286629" y="1264167"/>
                    </a:lnTo>
                    <a:lnTo>
                      <a:pt x="1286894" y="1256534"/>
                    </a:lnTo>
                    <a:lnTo>
                      <a:pt x="1279262" y="1256269"/>
                    </a:lnTo>
                    <a:lnTo>
                      <a:pt x="1279527" y="1248637"/>
                    </a:lnTo>
                    <a:lnTo>
                      <a:pt x="1271895" y="1248372"/>
                    </a:lnTo>
                    <a:lnTo>
                      <a:pt x="1267946" y="1252056"/>
                    </a:lnTo>
                    <a:lnTo>
                      <a:pt x="1271630" y="1256004"/>
                    </a:lnTo>
                    <a:lnTo>
                      <a:pt x="1263732" y="1263371"/>
                    </a:lnTo>
                    <a:lnTo>
                      <a:pt x="1267416" y="1267320"/>
                    </a:lnTo>
                    <a:lnTo>
                      <a:pt x="1255305" y="1286003"/>
                    </a:lnTo>
                    <a:lnTo>
                      <a:pt x="1263202" y="1278636"/>
                    </a:lnTo>
                    <a:lnTo>
                      <a:pt x="1266886" y="1282584"/>
                    </a:lnTo>
                    <a:lnTo>
                      <a:pt x="1274783" y="1275217"/>
                    </a:lnTo>
                    <a:lnTo>
                      <a:pt x="1278467" y="1279166"/>
                    </a:lnTo>
                    <a:lnTo>
                      <a:pt x="1286364" y="1271799"/>
                    </a:lnTo>
                    <a:lnTo>
                      <a:pt x="1290047" y="1275747"/>
                    </a:lnTo>
                    <a:lnTo>
                      <a:pt x="1293996" y="127206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58" name="Контур"/>
              <p:cNvSpPr/>
              <p:nvPr/>
            </p:nvSpPr>
            <p:spPr>
              <a:xfrm>
                <a:off x="252000" y="2371294"/>
                <a:ext cx="2289437" cy="1896489"/>
              </a:xfrm>
              <a:custGeom>
                <a:avLst/>
                <a:gdLst/>
                <a:ahLst/>
                <a:cxnLst/>
                <a:rect l="l" t="t" r="r" b="b"/>
                <a:pathLst>
                  <a:path w="2289437" h="1896489" fill="none">
                    <a:moveTo>
                      <a:pt x="1096267" y="1113128"/>
                    </a:moveTo>
                    <a:lnTo>
                      <a:pt x="1122050" y="1140770"/>
                    </a:lnTo>
                    <a:moveTo>
                      <a:pt x="1122050" y="1140770"/>
                    </a:moveTo>
                    <a:lnTo>
                      <a:pt x="1147832" y="1168413"/>
                    </a:lnTo>
                    <a:moveTo>
                      <a:pt x="1147832" y="1168413"/>
                    </a:moveTo>
                    <a:lnTo>
                      <a:pt x="1173614" y="1196055"/>
                    </a:lnTo>
                    <a:moveTo>
                      <a:pt x="1173614" y="1196055"/>
                    </a:moveTo>
                    <a:lnTo>
                      <a:pt x="1199397" y="1223698"/>
                    </a:lnTo>
                    <a:moveTo>
                      <a:pt x="1199397" y="1223698"/>
                    </a:moveTo>
                    <a:lnTo>
                      <a:pt x="1219233" y="1244965"/>
                    </a:lnTo>
                    <a:lnTo>
                      <a:pt x="1225179" y="1251340"/>
                    </a:lnTo>
                    <a:moveTo>
                      <a:pt x="1225179" y="1251340"/>
                    </a:moveTo>
                    <a:lnTo>
                      <a:pt x="1250962" y="1278982"/>
                    </a:lnTo>
                    <a:moveTo>
                      <a:pt x="1250962" y="1278982"/>
                    </a:moveTo>
                    <a:lnTo>
                      <a:pt x="1276744" y="1306625"/>
                    </a:lnTo>
                    <a:moveTo>
                      <a:pt x="1276744" y="1306625"/>
                    </a:moveTo>
                    <a:lnTo>
                      <a:pt x="1302527" y="1334267"/>
                    </a:lnTo>
                    <a:moveTo>
                      <a:pt x="1302527" y="1334267"/>
                    </a:moveTo>
                    <a:lnTo>
                      <a:pt x="1328309" y="1361909"/>
                    </a:lnTo>
                    <a:moveTo>
                      <a:pt x="1328309" y="1361909"/>
                    </a:moveTo>
                    <a:lnTo>
                      <a:pt x="1354092" y="1389552"/>
                    </a:lnTo>
                    <a:moveTo>
                      <a:pt x="1354092" y="1389552"/>
                    </a:moveTo>
                    <a:lnTo>
                      <a:pt x="1379875" y="1417194"/>
                    </a:lnTo>
                    <a:moveTo>
                      <a:pt x="1379875" y="1417194"/>
                    </a:moveTo>
                    <a:lnTo>
                      <a:pt x="1405657" y="1444837"/>
                    </a:lnTo>
                    <a:moveTo>
                      <a:pt x="1405657" y="1444837"/>
                    </a:moveTo>
                    <a:lnTo>
                      <a:pt x="1431440" y="1472479"/>
                    </a:lnTo>
                    <a:moveTo>
                      <a:pt x="1431440" y="1472479"/>
                    </a:moveTo>
                    <a:lnTo>
                      <a:pt x="1457222" y="1500121"/>
                    </a:lnTo>
                    <a:moveTo>
                      <a:pt x="1457222" y="1500121"/>
                    </a:moveTo>
                    <a:lnTo>
                      <a:pt x="1483005" y="1527764"/>
                    </a:lnTo>
                    <a:moveTo>
                      <a:pt x="1483005" y="1527764"/>
                    </a:moveTo>
                    <a:lnTo>
                      <a:pt x="1508787" y="1555406"/>
                    </a:lnTo>
                    <a:moveTo>
                      <a:pt x="1508787" y="1555406"/>
                    </a:moveTo>
                    <a:lnTo>
                      <a:pt x="1534570" y="1583048"/>
                    </a:lnTo>
                    <a:moveTo>
                      <a:pt x="1534570" y="1583048"/>
                    </a:moveTo>
                    <a:lnTo>
                      <a:pt x="1560352" y="1610691"/>
                    </a:lnTo>
                    <a:moveTo>
                      <a:pt x="1560352" y="1610691"/>
                    </a:moveTo>
                    <a:lnTo>
                      <a:pt x="1586135" y="1638333"/>
                    </a:lnTo>
                    <a:moveTo>
                      <a:pt x="1586135" y="1638333"/>
                    </a:moveTo>
                    <a:lnTo>
                      <a:pt x="1611918" y="1665975"/>
                    </a:lnTo>
                    <a:moveTo>
                      <a:pt x="1611918" y="1665975"/>
                    </a:moveTo>
                    <a:lnTo>
                      <a:pt x="1637700" y="1693618"/>
                    </a:lnTo>
                    <a:moveTo>
                      <a:pt x="1637700" y="1693618"/>
                    </a:moveTo>
                    <a:lnTo>
                      <a:pt x="1663483" y="1721260"/>
                    </a:lnTo>
                    <a:moveTo>
                      <a:pt x="1663483" y="1721260"/>
                    </a:moveTo>
                    <a:lnTo>
                      <a:pt x="1689265" y="1748902"/>
                    </a:lnTo>
                    <a:moveTo>
                      <a:pt x="1689265" y="1748902"/>
                    </a:moveTo>
                    <a:lnTo>
                      <a:pt x="1715048" y="1776545"/>
                    </a:lnTo>
                    <a:moveTo>
                      <a:pt x="1715048" y="1776545"/>
                    </a:moveTo>
                    <a:lnTo>
                      <a:pt x="1740830" y="1804187"/>
                    </a:lnTo>
                    <a:moveTo>
                      <a:pt x="1740830" y="1804187"/>
                    </a:moveTo>
                    <a:lnTo>
                      <a:pt x="1766613" y="1831830"/>
                    </a:lnTo>
                    <a:moveTo>
                      <a:pt x="1766613" y="1831830"/>
                    </a:moveTo>
                    <a:lnTo>
                      <a:pt x="1792395" y="1859472"/>
                    </a:lnTo>
                    <a:moveTo>
                      <a:pt x="1792395" y="1859472"/>
                    </a:moveTo>
                    <a:lnTo>
                      <a:pt x="1799808" y="1867419"/>
                    </a:lnTo>
                    <a:lnTo>
                      <a:pt x="1811958" y="1878669"/>
                    </a:lnTo>
                    <a:lnTo>
                      <a:pt x="1820358" y="1884757"/>
                    </a:lnTo>
                    <a:moveTo>
                      <a:pt x="1820358" y="1884757"/>
                    </a:moveTo>
                    <a:lnTo>
                      <a:pt x="1825368" y="1888389"/>
                    </a:lnTo>
                    <a:lnTo>
                      <a:pt x="1839858" y="1896489"/>
                    </a:lnTo>
                    <a:moveTo>
                      <a:pt x="2289437" y="0"/>
                    </a:moveTo>
                    <a:lnTo>
                      <a:pt x="2261869" y="25863"/>
                    </a:lnTo>
                    <a:moveTo>
                      <a:pt x="2261869" y="25863"/>
                    </a:moveTo>
                    <a:lnTo>
                      <a:pt x="2254150" y="33106"/>
                    </a:lnTo>
                    <a:lnTo>
                      <a:pt x="2234221" y="51639"/>
                    </a:lnTo>
                    <a:moveTo>
                      <a:pt x="2234221" y="51639"/>
                    </a:moveTo>
                    <a:lnTo>
                      <a:pt x="2206540" y="77381"/>
                    </a:lnTo>
                    <a:moveTo>
                      <a:pt x="2206540" y="77381"/>
                    </a:moveTo>
                    <a:lnTo>
                      <a:pt x="2178860" y="103122"/>
                    </a:lnTo>
                    <a:moveTo>
                      <a:pt x="2178860" y="103122"/>
                    </a:moveTo>
                    <a:lnTo>
                      <a:pt x="2168131" y="113100"/>
                    </a:lnTo>
                    <a:lnTo>
                      <a:pt x="2154849" y="125451"/>
                    </a:lnTo>
                    <a:lnTo>
                      <a:pt x="2151179" y="128864"/>
                    </a:lnTo>
                    <a:moveTo>
                      <a:pt x="2151179" y="128864"/>
                    </a:moveTo>
                    <a:lnTo>
                      <a:pt x="2148922" y="130963"/>
                    </a:lnTo>
                    <a:lnTo>
                      <a:pt x="2130918" y="147707"/>
                    </a:lnTo>
                    <a:lnTo>
                      <a:pt x="2123542" y="154651"/>
                    </a:lnTo>
                    <a:moveTo>
                      <a:pt x="2123542" y="154651"/>
                    </a:moveTo>
                    <a:lnTo>
                      <a:pt x="2111516" y="165973"/>
                    </a:lnTo>
                    <a:lnTo>
                      <a:pt x="2105317" y="171810"/>
                    </a:lnTo>
                    <a:lnTo>
                      <a:pt x="2095981" y="180520"/>
                    </a:lnTo>
                    <a:moveTo>
                      <a:pt x="2095981" y="180520"/>
                    </a:moveTo>
                    <a:lnTo>
                      <a:pt x="2092384" y="183876"/>
                    </a:lnTo>
                    <a:lnTo>
                      <a:pt x="2068344" y="206309"/>
                    </a:lnTo>
                    <a:moveTo>
                      <a:pt x="2068344" y="206309"/>
                    </a:moveTo>
                    <a:lnTo>
                      <a:pt x="2063461" y="210865"/>
                    </a:lnTo>
                    <a:lnTo>
                      <a:pt x="2043923" y="229095"/>
                    </a:lnTo>
                    <a:lnTo>
                      <a:pt x="2040706" y="232096"/>
                    </a:lnTo>
                    <a:moveTo>
                      <a:pt x="2040706" y="232096"/>
                    </a:moveTo>
                    <a:lnTo>
                      <a:pt x="2013069" y="257885"/>
                    </a:lnTo>
                    <a:moveTo>
                      <a:pt x="2013069" y="257885"/>
                    </a:moveTo>
                    <a:lnTo>
                      <a:pt x="1985432" y="283673"/>
                    </a:lnTo>
                    <a:moveTo>
                      <a:pt x="1985432" y="283673"/>
                    </a:moveTo>
                    <a:lnTo>
                      <a:pt x="1957795" y="309461"/>
                    </a:lnTo>
                    <a:moveTo>
                      <a:pt x="1957795" y="309461"/>
                    </a:moveTo>
                    <a:lnTo>
                      <a:pt x="1947468" y="319097"/>
                    </a:lnTo>
                    <a:lnTo>
                      <a:pt x="1934592" y="331109"/>
                    </a:lnTo>
                    <a:lnTo>
                      <a:pt x="1930157" y="335248"/>
                    </a:lnTo>
                    <a:moveTo>
                      <a:pt x="1930157" y="335248"/>
                    </a:moveTo>
                    <a:lnTo>
                      <a:pt x="1928544" y="336753"/>
                    </a:lnTo>
                    <a:lnTo>
                      <a:pt x="1915640" y="348793"/>
                    </a:lnTo>
                    <a:lnTo>
                      <a:pt x="1902520" y="361036"/>
                    </a:lnTo>
                    <a:moveTo>
                      <a:pt x="1902520" y="361036"/>
                    </a:moveTo>
                    <a:lnTo>
                      <a:pt x="1886464" y="376019"/>
                    </a:lnTo>
                    <a:lnTo>
                      <a:pt x="1874882" y="386824"/>
                    </a:lnTo>
                    <a:moveTo>
                      <a:pt x="1874882" y="386824"/>
                    </a:moveTo>
                    <a:lnTo>
                      <a:pt x="1867253" y="393943"/>
                    </a:lnTo>
                    <a:lnTo>
                      <a:pt x="1847245" y="412612"/>
                    </a:lnTo>
                    <a:moveTo>
                      <a:pt x="1847245" y="412612"/>
                    </a:moveTo>
                    <a:lnTo>
                      <a:pt x="1819607" y="438400"/>
                    </a:lnTo>
                    <a:moveTo>
                      <a:pt x="1819607" y="438400"/>
                    </a:moveTo>
                    <a:lnTo>
                      <a:pt x="1791970" y="464188"/>
                    </a:lnTo>
                    <a:moveTo>
                      <a:pt x="1791970" y="464188"/>
                    </a:moveTo>
                    <a:lnTo>
                      <a:pt x="1770488" y="484233"/>
                    </a:lnTo>
                    <a:lnTo>
                      <a:pt x="1764332" y="489975"/>
                    </a:lnTo>
                    <a:moveTo>
                      <a:pt x="1764332" y="489975"/>
                    </a:moveTo>
                    <a:lnTo>
                      <a:pt x="1756830" y="496975"/>
                    </a:lnTo>
                    <a:lnTo>
                      <a:pt x="1739004" y="513609"/>
                    </a:lnTo>
                    <a:lnTo>
                      <a:pt x="1736695" y="515763"/>
                    </a:lnTo>
                    <a:moveTo>
                      <a:pt x="1736695" y="515763"/>
                    </a:moveTo>
                    <a:lnTo>
                      <a:pt x="1709058" y="541551"/>
                    </a:lnTo>
                    <a:moveTo>
                      <a:pt x="1709058" y="541551"/>
                    </a:moveTo>
                    <a:lnTo>
                      <a:pt x="1681420" y="567339"/>
                    </a:lnTo>
                    <a:moveTo>
                      <a:pt x="1681420" y="567339"/>
                    </a:moveTo>
                    <a:lnTo>
                      <a:pt x="1653783" y="593127"/>
                    </a:lnTo>
                    <a:moveTo>
                      <a:pt x="1653783" y="593127"/>
                    </a:moveTo>
                    <a:lnTo>
                      <a:pt x="1626146" y="618915"/>
                    </a:lnTo>
                    <a:moveTo>
                      <a:pt x="1626146" y="618915"/>
                    </a:moveTo>
                    <a:lnTo>
                      <a:pt x="1619643" y="624984"/>
                    </a:lnTo>
                    <a:lnTo>
                      <a:pt x="1603243" y="640285"/>
                    </a:lnTo>
                    <a:lnTo>
                      <a:pt x="1598508" y="644703"/>
                    </a:lnTo>
                    <a:moveTo>
                      <a:pt x="1598508" y="644703"/>
                    </a:moveTo>
                    <a:lnTo>
                      <a:pt x="1570871" y="670491"/>
                    </a:lnTo>
                    <a:moveTo>
                      <a:pt x="1570871" y="670491"/>
                    </a:moveTo>
                    <a:lnTo>
                      <a:pt x="1543234" y="696279"/>
                    </a:lnTo>
                    <a:moveTo>
                      <a:pt x="1543234" y="696279"/>
                    </a:moveTo>
                    <a:lnTo>
                      <a:pt x="1523705" y="714501"/>
                    </a:lnTo>
                    <a:lnTo>
                      <a:pt x="1515596" y="722067"/>
                    </a:lnTo>
                    <a:moveTo>
                      <a:pt x="1515596" y="722067"/>
                    </a:moveTo>
                    <a:lnTo>
                      <a:pt x="1493499" y="742686"/>
                    </a:lnTo>
                    <a:lnTo>
                      <a:pt x="1487959" y="747855"/>
                    </a:lnTo>
                    <a:moveTo>
                      <a:pt x="1487959" y="747855"/>
                    </a:moveTo>
                    <a:lnTo>
                      <a:pt x="1479707" y="755554"/>
                    </a:lnTo>
                    <a:lnTo>
                      <a:pt x="1460321" y="773642"/>
                    </a:lnTo>
                    <a:moveTo>
                      <a:pt x="1460321" y="773642"/>
                    </a:moveTo>
                    <a:lnTo>
                      <a:pt x="1432684" y="799430"/>
                    </a:lnTo>
                    <a:moveTo>
                      <a:pt x="1432684" y="799430"/>
                    </a:moveTo>
                    <a:lnTo>
                      <a:pt x="1405047" y="825218"/>
                    </a:lnTo>
                    <a:moveTo>
                      <a:pt x="1405047" y="825218"/>
                    </a:moveTo>
                    <a:lnTo>
                      <a:pt x="1402181" y="827892"/>
                    </a:lnTo>
                    <a:lnTo>
                      <a:pt x="1377387" y="850983"/>
                    </a:lnTo>
                    <a:moveTo>
                      <a:pt x="1377387" y="850983"/>
                    </a:moveTo>
                    <a:lnTo>
                      <a:pt x="1349726" y="876744"/>
                    </a:lnTo>
                    <a:moveTo>
                      <a:pt x="1349726" y="876744"/>
                    </a:moveTo>
                    <a:lnTo>
                      <a:pt x="1322064" y="902506"/>
                    </a:lnTo>
                    <a:moveTo>
                      <a:pt x="1322064" y="902506"/>
                    </a:moveTo>
                    <a:lnTo>
                      <a:pt x="1294402" y="928268"/>
                    </a:lnTo>
                    <a:moveTo>
                      <a:pt x="1294402" y="928268"/>
                    </a:moveTo>
                    <a:lnTo>
                      <a:pt x="1266740" y="954030"/>
                    </a:lnTo>
                    <a:moveTo>
                      <a:pt x="1266740" y="954030"/>
                    </a:moveTo>
                    <a:lnTo>
                      <a:pt x="1239079" y="979791"/>
                    </a:lnTo>
                    <a:moveTo>
                      <a:pt x="1239079" y="979791"/>
                    </a:moveTo>
                    <a:lnTo>
                      <a:pt x="1223466" y="994331"/>
                    </a:lnTo>
                    <a:lnTo>
                      <a:pt x="1211433" y="1005570"/>
                    </a:lnTo>
                    <a:moveTo>
                      <a:pt x="1211433" y="1005570"/>
                    </a:moveTo>
                    <a:lnTo>
                      <a:pt x="1183807" y="1031371"/>
                    </a:lnTo>
                    <a:moveTo>
                      <a:pt x="1183807" y="1031371"/>
                    </a:moveTo>
                    <a:lnTo>
                      <a:pt x="1156182" y="1057171"/>
                    </a:lnTo>
                    <a:moveTo>
                      <a:pt x="1156182" y="1057171"/>
                    </a:moveTo>
                    <a:lnTo>
                      <a:pt x="1128556" y="1082972"/>
                    </a:lnTo>
                    <a:moveTo>
                      <a:pt x="1128556" y="1082972"/>
                    </a:moveTo>
                    <a:lnTo>
                      <a:pt x="1100930" y="1108772"/>
                    </a:lnTo>
                    <a:moveTo>
                      <a:pt x="1100930" y="1108772"/>
                    </a:moveTo>
                    <a:lnTo>
                      <a:pt x="1096267" y="1113128"/>
                    </a:lnTo>
                    <a:moveTo>
                      <a:pt x="0" y="874867"/>
                    </a:moveTo>
                    <a:lnTo>
                      <a:pt x="3610" y="871094"/>
                    </a:lnTo>
                    <a:moveTo>
                      <a:pt x="3610" y="871094"/>
                    </a:moveTo>
                    <a:lnTo>
                      <a:pt x="29741" y="843781"/>
                    </a:lnTo>
                    <a:moveTo>
                      <a:pt x="29741" y="843781"/>
                    </a:moveTo>
                    <a:lnTo>
                      <a:pt x="55872" y="816468"/>
                    </a:lnTo>
                    <a:moveTo>
                      <a:pt x="55872" y="816468"/>
                    </a:moveTo>
                    <a:lnTo>
                      <a:pt x="82003" y="789155"/>
                    </a:lnTo>
                    <a:moveTo>
                      <a:pt x="82003" y="789155"/>
                    </a:moveTo>
                    <a:lnTo>
                      <a:pt x="108135" y="761842"/>
                    </a:lnTo>
                    <a:moveTo>
                      <a:pt x="108135" y="761842"/>
                    </a:moveTo>
                    <a:lnTo>
                      <a:pt x="134266" y="734529"/>
                    </a:lnTo>
                    <a:moveTo>
                      <a:pt x="134266" y="734529"/>
                    </a:moveTo>
                    <a:lnTo>
                      <a:pt x="160397" y="707216"/>
                    </a:lnTo>
                    <a:moveTo>
                      <a:pt x="160397" y="707216"/>
                    </a:moveTo>
                    <a:lnTo>
                      <a:pt x="186529" y="679903"/>
                    </a:lnTo>
                    <a:moveTo>
                      <a:pt x="186529" y="679903"/>
                    </a:moveTo>
                    <a:lnTo>
                      <a:pt x="212660" y="652590"/>
                    </a:lnTo>
                    <a:moveTo>
                      <a:pt x="212660" y="652590"/>
                    </a:moveTo>
                    <a:lnTo>
                      <a:pt x="215450" y="64967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59" name="Контур"/>
              <p:cNvSpPr/>
              <p:nvPr/>
            </p:nvSpPr>
            <p:spPr>
              <a:xfrm>
                <a:off x="1262148" y="2347203"/>
                <a:ext cx="1120770" cy="1044880"/>
              </a:xfrm>
              <a:custGeom>
                <a:avLst/>
                <a:gdLst/>
                <a:ahLst/>
                <a:cxnLst/>
                <a:rect l="l" t="t" r="r" b="b"/>
                <a:pathLst>
                  <a:path w="1120770" h="1044880" fill="none">
                    <a:moveTo>
                      <a:pt x="0" y="1044880"/>
                    </a:moveTo>
                    <a:lnTo>
                      <a:pt x="92161" y="958960"/>
                    </a:lnTo>
                    <a:moveTo>
                      <a:pt x="92161" y="958960"/>
                    </a:moveTo>
                    <a:lnTo>
                      <a:pt x="184322" y="873039"/>
                    </a:lnTo>
                    <a:moveTo>
                      <a:pt x="184322" y="873039"/>
                    </a:moveTo>
                    <a:lnTo>
                      <a:pt x="276483" y="787118"/>
                    </a:lnTo>
                    <a:moveTo>
                      <a:pt x="276483" y="787118"/>
                    </a:moveTo>
                    <a:lnTo>
                      <a:pt x="368644" y="701198"/>
                    </a:lnTo>
                    <a:moveTo>
                      <a:pt x="368644" y="701198"/>
                    </a:moveTo>
                    <a:lnTo>
                      <a:pt x="460805" y="615277"/>
                    </a:lnTo>
                    <a:moveTo>
                      <a:pt x="460805" y="615277"/>
                    </a:moveTo>
                    <a:lnTo>
                      <a:pt x="552966" y="529357"/>
                    </a:lnTo>
                    <a:moveTo>
                      <a:pt x="552966" y="529357"/>
                    </a:moveTo>
                    <a:lnTo>
                      <a:pt x="645127" y="443436"/>
                    </a:lnTo>
                    <a:moveTo>
                      <a:pt x="645127" y="443436"/>
                    </a:moveTo>
                    <a:lnTo>
                      <a:pt x="737288" y="357516"/>
                    </a:lnTo>
                    <a:moveTo>
                      <a:pt x="737288" y="357516"/>
                    </a:moveTo>
                    <a:lnTo>
                      <a:pt x="829449" y="271595"/>
                    </a:lnTo>
                    <a:moveTo>
                      <a:pt x="829449" y="271595"/>
                    </a:moveTo>
                    <a:lnTo>
                      <a:pt x="921610" y="185674"/>
                    </a:lnTo>
                    <a:moveTo>
                      <a:pt x="921610" y="185674"/>
                    </a:moveTo>
                    <a:lnTo>
                      <a:pt x="1013771" y="99754"/>
                    </a:lnTo>
                    <a:moveTo>
                      <a:pt x="1013771" y="99754"/>
                    </a:moveTo>
                    <a:lnTo>
                      <a:pt x="1105933" y="13833"/>
                    </a:lnTo>
                    <a:moveTo>
                      <a:pt x="1105933" y="13833"/>
                    </a:moveTo>
                    <a:lnTo>
                      <a:pt x="112077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60" name="Контур"/>
              <p:cNvSpPr/>
              <p:nvPr/>
            </p:nvSpPr>
            <p:spPr>
              <a:xfrm>
                <a:off x="1308928" y="2385979"/>
                <a:ext cx="966868" cy="905533"/>
              </a:xfrm>
              <a:custGeom>
                <a:avLst/>
                <a:gdLst/>
                <a:ahLst/>
                <a:cxnLst/>
                <a:rect l="l" t="t" r="r" b="b"/>
                <a:pathLst>
                  <a:path w="966868" h="905533" fill="none">
                    <a:moveTo>
                      <a:pt x="31598" y="859206"/>
                    </a:moveTo>
                    <a:lnTo>
                      <a:pt x="45258" y="905533"/>
                    </a:lnTo>
                    <a:lnTo>
                      <a:pt x="0" y="888664"/>
                    </a:lnTo>
                    <a:lnTo>
                      <a:pt x="31598" y="859206"/>
                    </a:lnTo>
                    <a:lnTo>
                      <a:pt x="27649" y="862888"/>
                    </a:lnTo>
                    <a:lnTo>
                      <a:pt x="37893" y="897634"/>
                    </a:lnTo>
                    <a:lnTo>
                      <a:pt x="3950" y="884982"/>
                    </a:lnTo>
                    <a:lnTo>
                      <a:pt x="7632" y="888932"/>
                    </a:lnTo>
                    <a:lnTo>
                      <a:pt x="31331" y="866838"/>
                    </a:lnTo>
                    <a:lnTo>
                      <a:pt x="27649" y="862888"/>
                    </a:lnTo>
                    <a:lnTo>
                      <a:pt x="31598" y="859206"/>
                    </a:lnTo>
                    <a:lnTo>
                      <a:pt x="31063" y="874470"/>
                    </a:lnTo>
                    <a:lnTo>
                      <a:pt x="35013" y="870788"/>
                    </a:lnTo>
                    <a:lnTo>
                      <a:pt x="34478" y="886052"/>
                    </a:lnTo>
                    <a:lnTo>
                      <a:pt x="38428" y="882369"/>
                    </a:lnTo>
                    <a:lnTo>
                      <a:pt x="41575" y="901583"/>
                    </a:lnTo>
                    <a:lnTo>
                      <a:pt x="22629" y="897099"/>
                    </a:lnTo>
                    <a:lnTo>
                      <a:pt x="26579" y="893416"/>
                    </a:lnTo>
                    <a:lnTo>
                      <a:pt x="11315" y="892882"/>
                    </a:lnTo>
                    <a:lnTo>
                      <a:pt x="15264" y="889199"/>
                    </a:lnTo>
                    <a:lnTo>
                      <a:pt x="0" y="888664"/>
                    </a:lnTo>
                    <a:lnTo>
                      <a:pt x="11582" y="885249"/>
                    </a:lnTo>
                    <a:lnTo>
                      <a:pt x="11850" y="877617"/>
                    </a:lnTo>
                    <a:lnTo>
                      <a:pt x="19482" y="877885"/>
                    </a:lnTo>
                    <a:lnTo>
                      <a:pt x="19749" y="870253"/>
                    </a:lnTo>
                    <a:lnTo>
                      <a:pt x="27381" y="870520"/>
                    </a:lnTo>
                    <a:lnTo>
                      <a:pt x="31598" y="859206"/>
                    </a:lnTo>
                    <a:lnTo>
                      <a:pt x="31331" y="866838"/>
                    </a:lnTo>
                    <a:lnTo>
                      <a:pt x="23699" y="866570"/>
                    </a:lnTo>
                    <a:lnTo>
                      <a:pt x="23431" y="874203"/>
                    </a:lnTo>
                    <a:lnTo>
                      <a:pt x="15799" y="873935"/>
                    </a:lnTo>
                    <a:lnTo>
                      <a:pt x="15532" y="881567"/>
                    </a:lnTo>
                    <a:lnTo>
                      <a:pt x="7900" y="881300"/>
                    </a:lnTo>
                    <a:lnTo>
                      <a:pt x="7632" y="888932"/>
                    </a:lnTo>
                    <a:lnTo>
                      <a:pt x="11315" y="892882"/>
                    </a:lnTo>
                    <a:lnTo>
                      <a:pt x="15264" y="889199"/>
                    </a:lnTo>
                    <a:lnTo>
                      <a:pt x="22629" y="897099"/>
                    </a:lnTo>
                    <a:lnTo>
                      <a:pt x="26579" y="893416"/>
                    </a:lnTo>
                    <a:lnTo>
                      <a:pt x="45258" y="905533"/>
                    </a:lnTo>
                    <a:lnTo>
                      <a:pt x="37893" y="897634"/>
                    </a:lnTo>
                    <a:lnTo>
                      <a:pt x="41843" y="893951"/>
                    </a:lnTo>
                    <a:lnTo>
                      <a:pt x="34478" y="886052"/>
                    </a:lnTo>
                    <a:lnTo>
                      <a:pt x="38428" y="882369"/>
                    </a:lnTo>
                    <a:lnTo>
                      <a:pt x="31063" y="874470"/>
                    </a:lnTo>
                    <a:lnTo>
                      <a:pt x="35013" y="870788"/>
                    </a:lnTo>
                    <a:lnTo>
                      <a:pt x="31331" y="866838"/>
                    </a:lnTo>
                    <a:moveTo>
                      <a:pt x="215920" y="687365"/>
                    </a:moveTo>
                    <a:lnTo>
                      <a:pt x="229580" y="733692"/>
                    </a:lnTo>
                    <a:lnTo>
                      <a:pt x="184322" y="716823"/>
                    </a:lnTo>
                    <a:lnTo>
                      <a:pt x="215920" y="687365"/>
                    </a:lnTo>
                    <a:lnTo>
                      <a:pt x="211971" y="691047"/>
                    </a:lnTo>
                    <a:lnTo>
                      <a:pt x="222215" y="725792"/>
                    </a:lnTo>
                    <a:lnTo>
                      <a:pt x="188272" y="713141"/>
                    </a:lnTo>
                    <a:lnTo>
                      <a:pt x="191954" y="717091"/>
                    </a:lnTo>
                    <a:lnTo>
                      <a:pt x="215653" y="694997"/>
                    </a:lnTo>
                    <a:lnTo>
                      <a:pt x="211971" y="691047"/>
                    </a:lnTo>
                    <a:lnTo>
                      <a:pt x="215920" y="687365"/>
                    </a:lnTo>
                    <a:lnTo>
                      <a:pt x="215385" y="702629"/>
                    </a:lnTo>
                    <a:lnTo>
                      <a:pt x="219335" y="698947"/>
                    </a:lnTo>
                    <a:lnTo>
                      <a:pt x="218800" y="714211"/>
                    </a:lnTo>
                    <a:lnTo>
                      <a:pt x="222750" y="710528"/>
                    </a:lnTo>
                    <a:lnTo>
                      <a:pt x="225898" y="729742"/>
                    </a:lnTo>
                    <a:lnTo>
                      <a:pt x="206951" y="725258"/>
                    </a:lnTo>
                    <a:lnTo>
                      <a:pt x="210901" y="721575"/>
                    </a:lnTo>
                    <a:lnTo>
                      <a:pt x="195637" y="721040"/>
                    </a:lnTo>
                    <a:lnTo>
                      <a:pt x="199586" y="717358"/>
                    </a:lnTo>
                    <a:lnTo>
                      <a:pt x="184322" y="716823"/>
                    </a:lnTo>
                    <a:lnTo>
                      <a:pt x="195904" y="713408"/>
                    </a:lnTo>
                    <a:lnTo>
                      <a:pt x="196172" y="705776"/>
                    </a:lnTo>
                    <a:lnTo>
                      <a:pt x="203804" y="706044"/>
                    </a:lnTo>
                    <a:lnTo>
                      <a:pt x="204071" y="698412"/>
                    </a:lnTo>
                    <a:lnTo>
                      <a:pt x="211703" y="698679"/>
                    </a:lnTo>
                    <a:lnTo>
                      <a:pt x="215920" y="687365"/>
                    </a:lnTo>
                    <a:lnTo>
                      <a:pt x="215653" y="694997"/>
                    </a:lnTo>
                    <a:lnTo>
                      <a:pt x="208021" y="694729"/>
                    </a:lnTo>
                    <a:lnTo>
                      <a:pt x="207753" y="702361"/>
                    </a:lnTo>
                    <a:lnTo>
                      <a:pt x="200121" y="702094"/>
                    </a:lnTo>
                    <a:lnTo>
                      <a:pt x="199854" y="709726"/>
                    </a:lnTo>
                    <a:lnTo>
                      <a:pt x="192222" y="709459"/>
                    </a:lnTo>
                    <a:lnTo>
                      <a:pt x="191954" y="717091"/>
                    </a:lnTo>
                    <a:lnTo>
                      <a:pt x="195637" y="721040"/>
                    </a:lnTo>
                    <a:lnTo>
                      <a:pt x="199586" y="717358"/>
                    </a:lnTo>
                    <a:lnTo>
                      <a:pt x="206951" y="725258"/>
                    </a:lnTo>
                    <a:lnTo>
                      <a:pt x="210901" y="721575"/>
                    </a:lnTo>
                    <a:lnTo>
                      <a:pt x="229580" y="733692"/>
                    </a:lnTo>
                    <a:lnTo>
                      <a:pt x="222215" y="725792"/>
                    </a:lnTo>
                    <a:lnTo>
                      <a:pt x="226165" y="722110"/>
                    </a:lnTo>
                    <a:lnTo>
                      <a:pt x="218800" y="714211"/>
                    </a:lnTo>
                    <a:lnTo>
                      <a:pt x="222750" y="710528"/>
                    </a:lnTo>
                    <a:lnTo>
                      <a:pt x="215385" y="702629"/>
                    </a:lnTo>
                    <a:lnTo>
                      <a:pt x="219335" y="698947"/>
                    </a:lnTo>
                    <a:lnTo>
                      <a:pt x="215653" y="694997"/>
                    </a:lnTo>
                    <a:moveTo>
                      <a:pt x="400242" y="515524"/>
                    </a:moveTo>
                    <a:lnTo>
                      <a:pt x="413902" y="561851"/>
                    </a:lnTo>
                    <a:lnTo>
                      <a:pt x="368644" y="544982"/>
                    </a:lnTo>
                    <a:lnTo>
                      <a:pt x="400242" y="515524"/>
                    </a:lnTo>
                    <a:lnTo>
                      <a:pt x="396293" y="519206"/>
                    </a:lnTo>
                    <a:lnTo>
                      <a:pt x="406537" y="553951"/>
                    </a:lnTo>
                    <a:lnTo>
                      <a:pt x="372594" y="541300"/>
                    </a:lnTo>
                    <a:lnTo>
                      <a:pt x="376276" y="545249"/>
                    </a:lnTo>
                    <a:lnTo>
                      <a:pt x="399975" y="523156"/>
                    </a:lnTo>
                    <a:lnTo>
                      <a:pt x="396293" y="519206"/>
                    </a:lnTo>
                    <a:lnTo>
                      <a:pt x="400242" y="515524"/>
                    </a:lnTo>
                    <a:lnTo>
                      <a:pt x="399708" y="530788"/>
                    </a:lnTo>
                    <a:lnTo>
                      <a:pt x="403657" y="527105"/>
                    </a:lnTo>
                    <a:lnTo>
                      <a:pt x="403122" y="542370"/>
                    </a:lnTo>
                    <a:lnTo>
                      <a:pt x="407072" y="538687"/>
                    </a:lnTo>
                    <a:lnTo>
                      <a:pt x="410220" y="557901"/>
                    </a:lnTo>
                    <a:lnTo>
                      <a:pt x="391273" y="553416"/>
                    </a:lnTo>
                    <a:lnTo>
                      <a:pt x="395223" y="549734"/>
                    </a:lnTo>
                    <a:lnTo>
                      <a:pt x="379959" y="549199"/>
                    </a:lnTo>
                    <a:lnTo>
                      <a:pt x="383909" y="545517"/>
                    </a:lnTo>
                    <a:lnTo>
                      <a:pt x="368644" y="544982"/>
                    </a:lnTo>
                    <a:lnTo>
                      <a:pt x="380226" y="541567"/>
                    </a:lnTo>
                    <a:lnTo>
                      <a:pt x="380494" y="533935"/>
                    </a:lnTo>
                    <a:lnTo>
                      <a:pt x="388126" y="534203"/>
                    </a:lnTo>
                    <a:lnTo>
                      <a:pt x="388393" y="526570"/>
                    </a:lnTo>
                    <a:lnTo>
                      <a:pt x="396025" y="526838"/>
                    </a:lnTo>
                    <a:lnTo>
                      <a:pt x="400242" y="515524"/>
                    </a:lnTo>
                    <a:lnTo>
                      <a:pt x="399975" y="523156"/>
                    </a:lnTo>
                    <a:lnTo>
                      <a:pt x="392343" y="522888"/>
                    </a:lnTo>
                    <a:lnTo>
                      <a:pt x="392075" y="530520"/>
                    </a:lnTo>
                    <a:lnTo>
                      <a:pt x="384443" y="530253"/>
                    </a:lnTo>
                    <a:lnTo>
                      <a:pt x="384176" y="537885"/>
                    </a:lnTo>
                    <a:lnTo>
                      <a:pt x="376544" y="537617"/>
                    </a:lnTo>
                    <a:lnTo>
                      <a:pt x="376276" y="545249"/>
                    </a:lnTo>
                    <a:lnTo>
                      <a:pt x="379959" y="549199"/>
                    </a:lnTo>
                    <a:lnTo>
                      <a:pt x="383909" y="545517"/>
                    </a:lnTo>
                    <a:lnTo>
                      <a:pt x="391273" y="553416"/>
                    </a:lnTo>
                    <a:lnTo>
                      <a:pt x="395223" y="549734"/>
                    </a:lnTo>
                    <a:lnTo>
                      <a:pt x="413902" y="561851"/>
                    </a:lnTo>
                    <a:lnTo>
                      <a:pt x="406537" y="553951"/>
                    </a:lnTo>
                    <a:lnTo>
                      <a:pt x="410487" y="550269"/>
                    </a:lnTo>
                    <a:lnTo>
                      <a:pt x="403122" y="542370"/>
                    </a:lnTo>
                    <a:lnTo>
                      <a:pt x="407072" y="538687"/>
                    </a:lnTo>
                    <a:lnTo>
                      <a:pt x="399708" y="530788"/>
                    </a:lnTo>
                    <a:lnTo>
                      <a:pt x="403657" y="527105"/>
                    </a:lnTo>
                    <a:lnTo>
                      <a:pt x="399975" y="523156"/>
                    </a:lnTo>
                    <a:moveTo>
                      <a:pt x="584565" y="343682"/>
                    </a:moveTo>
                    <a:lnTo>
                      <a:pt x="598224" y="390010"/>
                    </a:lnTo>
                    <a:lnTo>
                      <a:pt x="552966" y="373141"/>
                    </a:lnTo>
                    <a:lnTo>
                      <a:pt x="584565" y="343682"/>
                    </a:lnTo>
                    <a:lnTo>
                      <a:pt x="580615" y="347365"/>
                    </a:lnTo>
                    <a:lnTo>
                      <a:pt x="590859" y="382110"/>
                    </a:lnTo>
                    <a:lnTo>
                      <a:pt x="556916" y="369459"/>
                    </a:lnTo>
                    <a:lnTo>
                      <a:pt x="560599" y="373408"/>
                    </a:lnTo>
                    <a:lnTo>
                      <a:pt x="584297" y="351314"/>
                    </a:lnTo>
                    <a:lnTo>
                      <a:pt x="580615" y="347365"/>
                    </a:lnTo>
                    <a:lnTo>
                      <a:pt x="584565" y="343682"/>
                    </a:lnTo>
                    <a:lnTo>
                      <a:pt x="584030" y="358947"/>
                    </a:lnTo>
                    <a:lnTo>
                      <a:pt x="587979" y="355264"/>
                    </a:lnTo>
                    <a:lnTo>
                      <a:pt x="587444" y="370528"/>
                    </a:lnTo>
                    <a:lnTo>
                      <a:pt x="591394" y="366846"/>
                    </a:lnTo>
                    <a:lnTo>
                      <a:pt x="594542" y="386060"/>
                    </a:lnTo>
                    <a:lnTo>
                      <a:pt x="575595" y="381575"/>
                    </a:lnTo>
                    <a:lnTo>
                      <a:pt x="579545" y="377893"/>
                    </a:lnTo>
                    <a:lnTo>
                      <a:pt x="564281" y="377358"/>
                    </a:lnTo>
                    <a:lnTo>
                      <a:pt x="568231" y="373676"/>
                    </a:lnTo>
                    <a:lnTo>
                      <a:pt x="552966" y="373141"/>
                    </a:lnTo>
                    <a:lnTo>
                      <a:pt x="564548" y="369726"/>
                    </a:lnTo>
                    <a:lnTo>
                      <a:pt x="564816" y="362094"/>
                    </a:lnTo>
                    <a:lnTo>
                      <a:pt x="572448" y="362361"/>
                    </a:lnTo>
                    <a:lnTo>
                      <a:pt x="572715" y="354729"/>
                    </a:lnTo>
                    <a:lnTo>
                      <a:pt x="580347" y="354997"/>
                    </a:lnTo>
                    <a:lnTo>
                      <a:pt x="584565" y="343682"/>
                    </a:lnTo>
                    <a:lnTo>
                      <a:pt x="584297" y="351314"/>
                    </a:lnTo>
                    <a:lnTo>
                      <a:pt x="576665" y="351047"/>
                    </a:lnTo>
                    <a:lnTo>
                      <a:pt x="576398" y="358679"/>
                    </a:lnTo>
                    <a:lnTo>
                      <a:pt x="568765" y="358412"/>
                    </a:lnTo>
                    <a:lnTo>
                      <a:pt x="568498" y="366044"/>
                    </a:lnTo>
                    <a:lnTo>
                      <a:pt x="560866" y="365776"/>
                    </a:lnTo>
                    <a:lnTo>
                      <a:pt x="560599" y="373408"/>
                    </a:lnTo>
                    <a:lnTo>
                      <a:pt x="564281" y="377358"/>
                    </a:lnTo>
                    <a:lnTo>
                      <a:pt x="568231" y="373676"/>
                    </a:lnTo>
                    <a:lnTo>
                      <a:pt x="575595" y="381575"/>
                    </a:lnTo>
                    <a:lnTo>
                      <a:pt x="579545" y="377893"/>
                    </a:lnTo>
                    <a:lnTo>
                      <a:pt x="598224" y="390010"/>
                    </a:lnTo>
                    <a:lnTo>
                      <a:pt x="590859" y="382110"/>
                    </a:lnTo>
                    <a:lnTo>
                      <a:pt x="594809" y="378428"/>
                    </a:lnTo>
                    <a:lnTo>
                      <a:pt x="587444" y="370528"/>
                    </a:lnTo>
                    <a:lnTo>
                      <a:pt x="591394" y="366846"/>
                    </a:lnTo>
                    <a:lnTo>
                      <a:pt x="584030" y="358947"/>
                    </a:lnTo>
                    <a:lnTo>
                      <a:pt x="587979" y="355264"/>
                    </a:lnTo>
                    <a:lnTo>
                      <a:pt x="584297" y="351314"/>
                    </a:lnTo>
                    <a:moveTo>
                      <a:pt x="768887" y="171841"/>
                    </a:moveTo>
                    <a:lnTo>
                      <a:pt x="782546" y="218169"/>
                    </a:lnTo>
                    <a:lnTo>
                      <a:pt x="737288" y="201300"/>
                    </a:lnTo>
                    <a:lnTo>
                      <a:pt x="768887" y="171841"/>
                    </a:lnTo>
                    <a:lnTo>
                      <a:pt x="764937" y="175524"/>
                    </a:lnTo>
                    <a:lnTo>
                      <a:pt x="775181" y="210269"/>
                    </a:lnTo>
                    <a:lnTo>
                      <a:pt x="741238" y="197617"/>
                    </a:lnTo>
                    <a:lnTo>
                      <a:pt x="744921" y="201567"/>
                    </a:lnTo>
                    <a:lnTo>
                      <a:pt x="768619" y="179473"/>
                    </a:lnTo>
                    <a:lnTo>
                      <a:pt x="764937" y="175524"/>
                    </a:lnTo>
                    <a:lnTo>
                      <a:pt x="768887" y="171841"/>
                    </a:lnTo>
                    <a:lnTo>
                      <a:pt x="768352" y="187105"/>
                    </a:lnTo>
                    <a:lnTo>
                      <a:pt x="772301" y="183423"/>
                    </a:lnTo>
                    <a:lnTo>
                      <a:pt x="771767" y="198687"/>
                    </a:lnTo>
                    <a:lnTo>
                      <a:pt x="775716" y="195005"/>
                    </a:lnTo>
                    <a:lnTo>
                      <a:pt x="778864" y="214219"/>
                    </a:lnTo>
                    <a:lnTo>
                      <a:pt x="759917" y="209734"/>
                    </a:lnTo>
                    <a:lnTo>
                      <a:pt x="763867" y="206052"/>
                    </a:lnTo>
                    <a:lnTo>
                      <a:pt x="748603" y="205517"/>
                    </a:lnTo>
                    <a:lnTo>
                      <a:pt x="752553" y="201835"/>
                    </a:lnTo>
                    <a:lnTo>
                      <a:pt x="737288" y="201300"/>
                    </a:lnTo>
                    <a:lnTo>
                      <a:pt x="748870" y="197885"/>
                    </a:lnTo>
                    <a:lnTo>
                      <a:pt x="749138" y="190253"/>
                    </a:lnTo>
                    <a:lnTo>
                      <a:pt x="756770" y="190520"/>
                    </a:lnTo>
                    <a:lnTo>
                      <a:pt x="757037" y="182888"/>
                    </a:lnTo>
                    <a:lnTo>
                      <a:pt x="764669" y="183156"/>
                    </a:lnTo>
                    <a:lnTo>
                      <a:pt x="768887" y="171841"/>
                    </a:lnTo>
                    <a:lnTo>
                      <a:pt x="768619" y="179473"/>
                    </a:lnTo>
                    <a:lnTo>
                      <a:pt x="760987" y="179206"/>
                    </a:lnTo>
                    <a:lnTo>
                      <a:pt x="760720" y="186838"/>
                    </a:lnTo>
                    <a:lnTo>
                      <a:pt x="753088" y="186571"/>
                    </a:lnTo>
                    <a:lnTo>
                      <a:pt x="752820" y="194203"/>
                    </a:lnTo>
                    <a:lnTo>
                      <a:pt x="745188" y="193935"/>
                    </a:lnTo>
                    <a:lnTo>
                      <a:pt x="744921" y="201567"/>
                    </a:lnTo>
                    <a:lnTo>
                      <a:pt x="748603" y="205517"/>
                    </a:lnTo>
                    <a:lnTo>
                      <a:pt x="752553" y="201835"/>
                    </a:lnTo>
                    <a:lnTo>
                      <a:pt x="759917" y="209734"/>
                    </a:lnTo>
                    <a:lnTo>
                      <a:pt x="763867" y="206052"/>
                    </a:lnTo>
                    <a:lnTo>
                      <a:pt x="782546" y="218169"/>
                    </a:lnTo>
                    <a:lnTo>
                      <a:pt x="775181" y="210269"/>
                    </a:lnTo>
                    <a:lnTo>
                      <a:pt x="779131" y="206587"/>
                    </a:lnTo>
                    <a:lnTo>
                      <a:pt x="771767" y="198687"/>
                    </a:lnTo>
                    <a:lnTo>
                      <a:pt x="775716" y="195005"/>
                    </a:lnTo>
                    <a:lnTo>
                      <a:pt x="768352" y="187105"/>
                    </a:lnTo>
                    <a:lnTo>
                      <a:pt x="772301" y="183423"/>
                    </a:lnTo>
                    <a:lnTo>
                      <a:pt x="768619" y="179473"/>
                    </a:lnTo>
                    <a:moveTo>
                      <a:pt x="953209" y="0"/>
                    </a:moveTo>
                    <a:lnTo>
                      <a:pt x="966868" y="46327"/>
                    </a:lnTo>
                    <a:lnTo>
                      <a:pt x="921611" y="29459"/>
                    </a:lnTo>
                    <a:lnTo>
                      <a:pt x="953209" y="0"/>
                    </a:lnTo>
                    <a:lnTo>
                      <a:pt x="949259" y="3682"/>
                    </a:lnTo>
                    <a:lnTo>
                      <a:pt x="959503" y="38428"/>
                    </a:lnTo>
                    <a:lnTo>
                      <a:pt x="925560" y="25776"/>
                    </a:lnTo>
                    <a:lnTo>
                      <a:pt x="929243" y="29726"/>
                    </a:lnTo>
                    <a:lnTo>
                      <a:pt x="952941" y="7632"/>
                    </a:lnTo>
                    <a:lnTo>
                      <a:pt x="949259" y="3682"/>
                    </a:lnTo>
                    <a:lnTo>
                      <a:pt x="953209" y="0"/>
                    </a:lnTo>
                    <a:lnTo>
                      <a:pt x="952674" y="15264"/>
                    </a:lnTo>
                    <a:lnTo>
                      <a:pt x="956623" y="11582"/>
                    </a:lnTo>
                    <a:lnTo>
                      <a:pt x="956089" y="26846"/>
                    </a:lnTo>
                    <a:lnTo>
                      <a:pt x="960038" y="23164"/>
                    </a:lnTo>
                    <a:lnTo>
                      <a:pt x="963186" y="42378"/>
                    </a:lnTo>
                    <a:lnTo>
                      <a:pt x="944239" y="37893"/>
                    </a:lnTo>
                    <a:lnTo>
                      <a:pt x="948189" y="34211"/>
                    </a:lnTo>
                    <a:lnTo>
                      <a:pt x="932925" y="33676"/>
                    </a:lnTo>
                    <a:lnTo>
                      <a:pt x="936875" y="29994"/>
                    </a:lnTo>
                    <a:lnTo>
                      <a:pt x="921611" y="29459"/>
                    </a:lnTo>
                    <a:lnTo>
                      <a:pt x="933192" y="26044"/>
                    </a:lnTo>
                    <a:lnTo>
                      <a:pt x="933460" y="18412"/>
                    </a:lnTo>
                    <a:lnTo>
                      <a:pt x="941092" y="18679"/>
                    </a:lnTo>
                    <a:lnTo>
                      <a:pt x="941359" y="11047"/>
                    </a:lnTo>
                    <a:lnTo>
                      <a:pt x="948991" y="11315"/>
                    </a:lnTo>
                    <a:lnTo>
                      <a:pt x="953209" y="0"/>
                    </a:lnTo>
                    <a:lnTo>
                      <a:pt x="952941" y="7632"/>
                    </a:lnTo>
                    <a:lnTo>
                      <a:pt x="945309" y="7365"/>
                    </a:lnTo>
                    <a:lnTo>
                      <a:pt x="945042" y="14997"/>
                    </a:lnTo>
                    <a:lnTo>
                      <a:pt x="937410" y="14729"/>
                    </a:lnTo>
                    <a:lnTo>
                      <a:pt x="937142" y="22361"/>
                    </a:lnTo>
                    <a:lnTo>
                      <a:pt x="929510" y="22094"/>
                    </a:lnTo>
                    <a:lnTo>
                      <a:pt x="929243" y="29726"/>
                    </a:lnTo>
                    <a:lnTo>
                      <a:pt x="932925" y="33676"/>
                    </a:lnTo>
                    <a:lnTo>
                      <a:pt x="936875" y="29994"/>
                    </a:lnTo>
                    <a:lnTo>
                      <a:pt x="944239" y="37893"/>
                    </a:lnTo>
                    <a:lnTo>
                      <a:pt x="948189" y="34211"/>
                    </a:lnTo>
                    <a:lnTo>
                      <a:pt x="966868" y="46327"/>
                    </a:lnTo>
                    <a:lnTo>
                      <a:pt x="959503" y="38428"/>
                    </a:lnTo>
                    <a:lnTo>
                      <a:pt x="963453" y="34746"/>
                    </a:lnTo>
                    <a:lnTo>
                      <a:pt x="956089" y="26846"/>
                    </a:lnTo>
                    <a:lnTo>
                      <a:pt x="960038" y="23164"/>
                    </a:lnTo>
                    <a:lnTo>
                      <a:pt x="952674" y="15264"/>
                    </a:lnTo>
                    <a:lnTo>
                      <a:pt x="956623" y="11582"/>
                    </a:lnTo>
                    <a:lnTo>
                      <a:pt x="952941" y="763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61" name="Контур"/>
              <p:cNvSpPr/>
              <p:nvPr/>
            </p:nvSpPr>
            <p:spPr>
              <a:xfrm>
                <a:off x="1262148" y="2347203"/>
                <a:ext cx="1120770" cy="1044880"/>
              </a:xfrm>
              <a:custGeom>
                <a:avLst/>
                <a:gdLst/>
                <a:ahLst/>
                <a:cxnLst/>
                <a:rect l="l" t="t" r="r" b="b"/>
                <a:pathLst>
                  <a:path w="1120770" h="1044880" fill="none">
                    <a:moveTo>
                      <a:pt x="1120770" y="0"/>
                    </a:moveTo>
                    <a:lnTo>
                      <a:pt x="1028609" y="85921"/>
                    </a:lnTo>
                    <a:moveTo>
                      <a:pt x="1028609" y="85921"/>
                    </a:moveTo>
                    <a:lnTo>
                      <a:pt x="936448" y="171841"/>
                    </a:lnTo>
                    <a:moveTo>
                      <a:pt x="936448" y="171841"/>
                    </a:moveTo>
                    <a:lnTo>
                      <a:pt x="844287" y="257762"/>
                    </a:lnTo>
                    <a:moveTo>
                      <a:pt x="844287" y="257762"/>
                    </a:moveTo>
                    <a:lnTo>
                      <a:pt x="752126" y="343682"/>
                    </a:lnTo>
                    <a:moveTo>
                      <a:pt x="752126" y="343682"/>
                    </a:moveTo>
                    <a:lnTo>
                      <a:pt x="659965" y="429603"/>
                    </a:lnTo>
                    <a:moveTo>
                      <a:pt x="659965" y="429603"/>
                    </a:moveTo>
                    <a:lnTo>
                      <a:pt x="567804" y="515524"/>
                    </a:lnTo>
                    <a:moveTo>
                      <a:pt x="567804" y="515524"/>
                    </a:moveTo>
                    <a:lnTo>
                      <a:pt x="475643" y="601444"/>
                    </a:lnTo>
                    <a:moveTo>
                      <a:pt x="475643" y="601444"/>
                    </a:moveTo>
                    <a:lnTo>
                      <a:pt x="383482" y="687365"/>
                    </a:lnTo>
                    <a:moveTo>
                      <a:pt x="383482" y="687365"/>
                    </a:moveTo>
                    <a:lnTo>
                      <a:pt x="291321" y="773285"/>
                    </a:lnTo>
                    <a:moveTo>
                      <a:pt x="291321" y="773285"/>
                    </a:moveTo>
                    <a:lnTo>
                      <a:pt x="199160" y="859206"/>
                    </a:lnTo>
                    <a:moveTo>
                      <a:pt x="199160" y="859206"/>
                    </a:moveTo>
                    <a:lnTo>
                      <a:pt x="106999" y="945126"/>
                    </a:lnTo>
                    <a:moveTo>
                      <a:pt x="106999" y="945126"/>
                    </a:moveTo>
                    <a:lnTo>
                      <a:pt x="14838" y="1031047"/>
                    </a:lnTo>
                    <a:moveTo>
                      <a:pt x="14838" y="1031047"/>
                    </a:moveTo>
                    <a:lnTo>
                      <a:pt x="0" y="104488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62" name="Контур"/>
              <p:cNvSpPr/>
              <p:nvPr/>
            </p:nvSpPr>
            <p:spPr>
              <a:xfrm>
                <a:off x="1369270" y="2447774"/>
                <a:ext cx="966868" cy="905533"/>
              </a:xfrm>
              <a:custGeom>
                <a:avLst/>
                <a:gdLst/>
                <a:ahLst/>
                <a:cxnLst/>
                <a:rect l="l" t="t" r="r" b="b"/>
                <a:pathLst>
                  <a:path w="966868" h="905533" fill="none">
                    <a:moveTo>
                      <a:pt x="935270" y="46327"/>
                    </a:moveTo>
                    <a:lnTo>
                      <a:pt x="921611" y="0"/>
                    </a:lnTo>
                    <a:lnTo>
                      <a:pt x="966868" y="16869"/>
                    </a:lnTo>
                    <a:lnTo>
                      <a:pt x="935270" y="46327"/>
                    </a:lnTo>
                    <a:lnTo>
                      <a:pt x="939220" y="42645"/>
                    </a:lnTo>
                    <a:lnTo>
                      <a:pt x="928975" y="7900"/>
                    </a:lnTo>
                    <a:lnTo>
                      <a:pt x="962919" y="20551"/>
                    </a:lnTo>
                    <a:lnTo>
                      <a:pt x="959236" y="16601"/>
                    </a:lnTo>
                    <a:lnTo>
                      <a:pt x="935538" y="38695"/>
                    </a:lnTo>
                    <a:lnTo>
                      <a:pt x="939220" y="42645"/>
                    </a:lnTo>
                    <a:lnTo>
                      <a:pt x="935270" y="46327"/>
                    </a:lnTo>
                    <a:lnTo>
                      <a:pt x="935805" y="31063"/>
                    </a:lnTo>
                    <a:lnTo>
                      <a:pt x="931855" y="34746"/>
                    </a:lnTo>
                    <a:lnTo>
                      <a:pt x="932390" y="19481"/>
                    </a:lnTo>
                    <a:lnTo>
                      <a:pt x="928440" y="23164"/>
                    </a:lnTo>
                    <a:lnTo>
                      <a:pt x="925293" y="3950"/>
                    </a:lnTo>
                    <a:lnTo>
                      <a:pt x="944240" y="8435"/>
                    </a:lnTo>
                    <a:lnTo>
                      <a:pt x="940290" y="12117"/>
                    </a:lnTo>
                    <a:lnTo>
                      <a:pt x="955554" y="12652"/>
                    </a:lnTo>
                    <a:lnTo>
                      <a:pt x="951604" y="16334"/>
                    </a:lnTo>
                    <a:lnTo>
                      <a:pt x="966868" y="16869"/>
                    </a:lnTo>
                    <a:lnTo>
                      <a:pt x="955286" y="20284"/>
                    </a:lnTo>
                    <a:lnTo>
                      <a:pt x="955019" y="27916"/>
                    </a:lnTo>
                    <a:lnTo>
                      <a:pt x="947387" y="27648"/>
                    </a:lnTo>
                    <a:lnTo>
                      <a:pt x="947119" y="35280"/>
                    </a:lnTo>
                    <a:lnTo>
                      <a:pt x="939487" y="35013"/>
                    </a:lnTo>
                    <a:lnTo>
                      <a:pt x="935270" y="46327"/>
                    </a:lnTo>
                    <a:lnTo>
                      <a:pt x="935538" y="38695"/>
                    </a:lnTo>
                    <a:lnTo>
                      <a:pt x="943170" y="38963"/>
                    </a:lnTo>
                    <a:lnTo>
                      <a:pt x="943437" y="31331"/>
                    </a:lnTo>
                    <a:lnTo>
                      <a:pt x="951069" y="31598"/>
                    </a:lnTo>
                    <a:lnTo>
                      <a:pt x="951337" y="23966"/>
                    </a:lnTo>
                    <a:lnTo>
                      <a:pt x="958969" y="24234"/>
                    </a:lnTo>
                    <a:lnTo>
                      <a:pt x="959236" y="16601"/>
                    </a:lnTo>
                    <a:lnTo>
                      <a:pt x="955554" y="12652"/>
                    </a:lnTo>
                    <a:lnTo>
                      <a:pt x="951604" y="16334"/>
                    </a:lnTo>
                    <a:lnTo>
                      <a:pt x="944240" y="8435"/>
                    </a:lnTo>
                    <a:lnTo>
                      <a:pt x="940290" y="12117"/>
                    </a:lnTo>
                    <a:lnTo>
                      <a:pt x="921611" y="0"/>
                    </a:lnTo>
                    <a:lnTo>
                      <a:pt x="928975" y="7900"/>
                    </a:lnTo>
                    <a:lnTo>
                      <a:pt x="925026" y="11582"/>
                    </a:lnTo>
                    <a:lnTo>
                      <a:pt x="932390" y="19481"/>
                    </a:lnTo>
                    <a:lnTo>
                      <a:pt x="928440" y="23164"/>
                    </a:lnTo>
                    <a:lnTo>
                      <a:pt x="935805" y="31063"/>
                    </a:lnTo>
                    <a:lnTo>
                      <a:pt x="931855" y="34746"/>
                    </a:lnTo>
                    <a:lnTo>
                      <a:pt x="935538" y="38695"/>
                    </a:lnTo>
                    <a:moveTo>
                      <a:pt x="750948" y="218169"/>
                    </a:moveTo>
                    <a:lnTo>
                      <a:pt x="737289" y="171841"/>
                    </a:lnTo>
                    <a:lnTo>
                      <a:pt x="782546" y="188710"/>
                    </a:lnTo>
                    <a:lnTo>
                      <a:pt x="750948" y="218169"/>
                    </a:lnTo>
                    <a:lnTo>
                      <a:pt x="754898" y="214486"/>
                    </a:lnTo>
                    <a:lnTo>
                      <a:pt x="744653" y="179741"/>
                    </a:lnTo>
                    <a:lnTo>
                      <a:pt x="778596" y="192392"/>
                    </a:lnTo>
                    <a:lnTo>
                      <a:pt x="774914" y="188443"/>
                    </a:lnTo>
                    <a:lnTo>
                      <a:pt x="751216" y="210536"/>
                    </a:lnTo>
                    <a:lnTo>
                      <a:pt x="754898" y="214486"/>
                    </a:lnTo>
                    <a:lnTo>
                      <a:pt x="750948" y="218169"/>
                    </a:lnTo>
                    <a:lnTo>
                      <a:pt x="751483" y="202904"/>
                    </a:lnTo>
                    <a:lnTo>
                      <a:pt x="747533" y="206587"/>
                    </a:lnTo>
                    <a:lnTo>
                      <a:pt x="748068" y="191323"/>
                    </a:lnTo>
                    <a:lnTo>
                      <a:pt x="744118" y="195005"/>
                    </a:lnTo>
                    <a:lnTo>
                      <a:pt x="740971" y="175791"/>
                    </a:lnTo>
                    <a:lnTo>
                      <a:pt x="759917" y="180276"/>
                    </a:lnTo>
                    <a:lnTo>
                      <a:pt x="755968" y="183958"/>
                    </a:lnTo>
                    <a:lnTo>
                      <a:pt x="771232" y="184493"/>
                    </a:lnTo>
                    <a:lnTo>
                      <a:pt x="767282" y="188175"/>
                    </a:lnTo>
                    <a:lnTo>
                      <a:pt x="782546" y="188710"/>
                    </a:lnTo>
                    <a:lnTo>
                      <a:pt x="770964" y="192125"/>
                    </a:lnTo>
                    <a:lnTo>
                      <a:pt x="770697" y="199757"/>
                    </a:lnTo>
                    <a:lnTo>
                      <a:pt x="763065" y="199490"/>
                    </a:lnTo>
                    <a:lnTo>
                      <a:pt x="762797" y="207122"/>
                    </a:lnTo>
                    <a:lnTo>
                      <a:pt x="755165" y="206854"/>
                    </a:lnTo>
                    <a:lnTo>
                      <a:pt x="750948" y="218169"/>
                    </a:lnTo>
                    <a:lnTo>
                      <a:pt x="751216" y="210536"/>
                    </a:lnTo>
                    <a:lnTo>
                      <a:pt x="758848" y="210804"/>
                    </a:lnTo>
                    <a:lnTo>
                      <a:pt x="759115" y="203172"/>
                    </a:lnTo>
                    <a:lnTo>
                      <a:pt x="766747" y="203439"/>
                    </a:lnTo>
                    <a:lnTo>
                      <a:pt x="767015" y="195807"/>
                    </a:lnTo>
                    <a:lnTo>
                      <a:pt x="774647" y="196075"/>
                    </a:lnTo>
                    <a:lnTo>
                      <a:pt x="774914" y="188443"/>
                    </a:lnTo>
                    <a:lnTo>
                      <a:pt x="771232" y="184493"/>
                    </a:lnTo>
                    <a:lnTo>
                      <a:pt x="767282" y="188175"/>
                    </a:lnTo>
                    <a:lnTo>
                      <a:pt x="759917" y="180276"/>
                    </a:lnTo>
                    <a:lnTo>
                      <a:pt x="755968" y="183958"/>
                    </a:lnTo>
                    <a:lnTo>
                      <a:pt x="737289" y="171841"/>
                    </a:lnTo>
                    <a:lnTo>
                      <a:pt x="744653" y="179741"/>
                    </a:lnTo>
                    <a:lnTo>
                      <a:pt x="740704" y="183423"/>
                    </a:lnTo>
                    <a:lnTo>
                      <a:pt x="748068" y="191323"/>
                    </a:lnTo>
                    <a:lnTo>
                      <a:pt x="744118" y="195005"/>
                    </a:lnTo>
                    <a:lnTo>
                      <a:pt x="751483" y="202904"/>
                    </a:lnTo>
                    <a:lnTo>
                      <a:pt x="747533" y="206587"/>
                    </a:lnTo>
                    <a:lnTo>
                      <a:pt x="751216" y="210536"/>
                    </a:lnTo>
                    <a:moveTo>
                      <a:pt x="566626" y="390010"/>
                    </a:moveTo>
                    <a:lnTo>
                      <a:pt x="552967" y="343682"/>
                    </a:lnTo>
                    <a:lnTo>
                      <a:pt x="598224" y="360551"/>
                    </a:lnTo>
                    <a:lnTo>
                      <a:pt x="566626" y="390010"/>
                    </a:lnTo>
                    <a:lnTo>
                      <a:pt x="570576" y="386327"/>
                    </a:lnTo>
                    <a:lnTo>
                      <a:pt x="560331" y="351582"/>
                    </a:lnTo>
                    <a:lnTo>
                      <a:pt x="594274" y="364234"/>
                    </a:lnTo>
                    <a:lnTo>
                      <a:pt x="590592" y="360284"/>
                    </a:lnTo>
                    <a:lnTo>
                      <a:pt x="566894" y="382378"/>
                    </a:lnTo>
                    <a:lnTo>
                      <a:pt x="570576" y="386327"/>
                    </a:lnTo>
                    <a:lnTo>
                      <a:pt x="566626" y="390010"/>
                    </a:lnTo>
                    <a:lnTo>
                      <a:pt x="567161" y="374746"/>
                    </a:lnTo>
                    <a:lnTo>
                      <a:pt x="563211" y="378428"/>
                    </a:lnTo>
                    <a:lnTo>
                      <a:pt x="563746" y="363164"/>
                    </a:lnTo>
                    <a:lnTo>
                      <a:pt x="559796" y="366846"/>
                    </a:lnTo>
                    <a:lnTo>
                      <a:pt x="556649" y="347632"/>
                    </a:lnTo>
                    <a:lnTo>
                      <a:pt x="575595" y="352117"/>
                    </a:lnTo>
                    <a:lnTo>
                      <a:pt x="571646" y="355799"/>
                    </a:lnTo>
                    <a:lnTo>
                      <a:pt x="586910" y="356334"/>
                    </a:lnTo>
                    <a:lnTo>
                      <a:pt x="582960" y="360016"/>
                    </a:lnTo>
                    <a:lnTo>
                      <a:pt x="598224" y="360551"/>
                    </a:lnTo>
                    <a:lnTo>
                      <a:pt x="586642" y="363966"/>
                    </a:lnTo>
                    <a:lnTo>
                      <a:pt x="586375" y="371598"/>
                    </a:lnTo>
                    <a:lnTo>
                      <a:pt x="578743" y="371331"/>
                    </a:lnTo>
                    <a:lnTo>
                      <a:pt x="578475" y="378963"/>
                    </a:lnTo>
                    <a:lnTo>
                      <a:pt x="570843" y="378695"/>
                    </a:lnTo>
                    <a:lnTo>
                      <a:pt x="566626" y="390010"/>
                    </a:lnTo>
                    <a:lnTo>
                      <a:pt x="566894" y="382378"/>
                    </a:lnTo>
                    <a:lnTo>
                      <a:pt x="574526" y="382645"/>
                    </a:lnTo>
                    <a:lnTo>
                      <a:pt x="574793" y="375013"/>
                    </a:lnTo>
                    <a:lnTo>
                      <a:pt x="582425" y="375280"/>
                    </a:lnTo>
                    <a:lnTo>
                      <a:pt x="582693" y="367648"/>
                    </a:lnTo>
                    <a:lnTo>
                      <a:pt x="590325" y="367916"/>
                    </a:lnTo>
                    <a:lnTo>
                      <a:pt x="590592" y="360284"/>
                    </a:lnTo>
                    <a:lnTo>
                      <a:pt x="586910" y="356334"/>
                    </a:lnTo>
                    <a:lnTo>
                      <a:pt x="582960" y="360016"/>
                    </a:lnTo>
                    <a:lnTo>
                      <a:pt x="575595" y="352117"/>
                    </a:lnTo>
                    <a:lnTo>
                      <a:pt x="571646" y="355799"/>
                    </a:lnTo>
                    <a:lnTo>
                      <a:pt x="552967" y="343682"/>
                    </a:lnTo>
                    <a:lnTo>
                      <a:pt x="560331" y="351582"/>
                    </a:lnTo>
                    <a:lnTo>
                      <a:pt x="556381" y="355264"/>
                    </a:lnTo>
                    <a:lnTo>
                      <a:pt x="563746" y="363164"/>
                    </a:lnTo>
                    <a:lnTo>
                      <a:pt x="559796" y="366846"/>
                    </a:lnTo>
                    <a:lnTo>
                      <a:pt x="567161" y="374746"/>
                    </a:lnTo>
                    <a:lnTo>
                      <a:pt x="563211" y="378428"/>
                    </a:lnTo>
                    <a:lnTo>
                      <a:pt x="566894" y="382378"/>
                    </a:lnTo>
                    <a:moveTo>
                      <a:pt x="382304" y="561851"/>
                    </a:moveTo>
                    <a:lnTo>
                      <a:pt x="368645" y="515524"/>
                    </a:lnTo>
                    <a:lnTo>
                      <a:pt x="413902" y="532392"/>
                    </a:lnTo>
                    <a:lnTo>
                      <a:pt x="382304" y="561851"/>
                    </a:lnTo>
                    <a:lnTo>
                      <a:pt x="386254" y="558169"/>
                    </a:lnTo>
                    <a:lnTo>
                      <a:pt x="376009" y="523423"/>
                    </a:lnTo>
                    <a:lnTo>
                      <a:pt x="409952" y="536075"/>
                    </a:lnTo>
                    <a:lnTo>
                      <a:pt x="406270" y="532125"/>
                    </a:lnTo>
                    <a:lnTo>
                      <a:pt x="382571" y="554219"/>
                    </a:lnTo>
                    <a:lnTo>
                      <a:pt x="386254" y="558169"/>
                    </a:lnTo>
                    <a:lnTo>
                      <a:pt x="382304" y="561851"/>
                    </a:lnTo>
                    <a:lnTo>
                      <a:pt x="382839" y="546587"/>
                    </a:lnTo>
                    <a:lnTo>
                      <a:pt x="378889" y="550269"/>
                    </a:lnTo>
                    <a:lnTo>
                      <a:pt x="379424" y="535005"/>
                    </a:lnTo>
                    <a:lnTo>
                      <a:pt x="375474" y="538687"/>
                    </a:lnTo>
                    <a:lnTo>
                      <a:pt x="372327" y="519473"/>
                    </a:lnTo>
                    <a:lnTo>
                      <a:pt x="391273" y="523958"/>
                    </a:lnTo>
                    <a:lnTo>
                      <a:pt x="387324" y="527640"/>
                    </a:lnTo>
                    <a:lnTo>
                      <a:pt x="402588" y="528175"/>
                    </a:lnTo>
                    <a:lnTo>
                      <a:pt x="398638" y="531857"/>
                    </a:lnTo>
                    <a:lnTo>
                      <a:pt x="413902" y="532392"/>
                    </a:lnTo>
                    <a:lnTo>
                      <a:pt x="402320" y="535807"/>
                    </a:lnTo>
                    <a:lnTo>
                      <a:pt x="402053" y="543439"/>
                    </a:lnTo>
                    <a:lnTo>
                      <a:pt x="394421" y="543172"/>
                    </a:lnTo>
                    <a:lnTo>
                      <a:pt x="394153" y="550804"/>
                    </a:lnTo>
                    <a:lnTo>
                      <a:pt x="386521" y="550536"/>
                    </a:lnTo>
                    <a:lnTo>
                      <a:pt x="382304" y="561851"/>
                    </a:lnTo>
                    <a:lnTo>
                      <a:pt x="382571" y="554219"/>
                    </a:lnTo>
                    <a:lnTo>
                      <a:pt x="390204" y="554486"/>
                    </a:lnTo>
                    <a:lnTo>
                      <a:pt x="390471" y="546854"/>
                    </a:lnTo>
                    <a:lnTo>
                      <a:pt x="398103" y="547122"/>
                    </a:lnTo>
                    <a:lnTo>
                      <a:pt x="398370" y="539490"/>
                    </a:lnTo>
                    <a:lnTo>
                      <a:pt x="406003" y="539757"/>
                    </a:lnTo>
                    <a:lnTo>
                      <a:pt x="406270" y="532125"/>
                    </a:lnTo>
                    <a:lnTo>
                      <a:pt x="402588" y="528175"/>
                    </a:lnTo>
                    <a:lnTo>
                      <a:pt x="398638" y="531857"/>
                    </a:lnTo>
                    <a:lnTo>
                      <a:pt x="391273" y="523958"/>
                    </a:lnTo>
                    <a:lnTo>
                      <a:pt x="387324" y="527640"/>
                    </a:lnTo>
                    <a:lnTo>
                      <a:pt x="368645" y="515524"/>
                    </a:lnTo>
                    <a:lnTo>
                      <a:pt x="376009" y="523423"/>
                    </a:lnTo>
                    <a:lnTo>
                      <a:pt x="372059" y="527105"/>
                    </a:lnTo>
                    <a:lnTo>
                      <a:pt x="379424" y="535005"/>
                    </a:lnTo>
                    <a:lnTo>
                      <a:pt x="375474" y="538687"/>
                    </a:lnTo>
                    <a:lnTo>
                      <a:pt x="382839" y="546587"/>
                    </a:lnTo>
                    <a:lnTo>
                      <a:pt x="378889" y="550269"/>
                    </a:lnTo>
                    <a:lnTo>
                      <a:pt x="382571" y="554219"/>
                    </a:lnTo>
                    <a:moveTo>
                      <a:pt x="197982" y="733692"/>
                    </a:moveTo>
                    <a:lnTo>
                      <a:pt x="184322" y="687365"/>
                    </a:lnTo>
                    <a:lnTo>
                      <a:pt x="229580" y="704233"/>
                    </a:lnTo>
                    <a:lnTo>
                      <a:pt x="197982" y="733692"/>
                    </a:lnTo>
                    <a:lnTo>
                      <a:pt x="201932" y="730010"/>
                    </a:lnTo>
                    <a:lnTo>
                      <a:pt x="191687" y="695264"/>
                    </a:lnTo>
                    <a:lnTo>
                      <a:pt x="225630" y="707916"/>
                    </a:lnTo>
                    <a:lnTo>
                      <a:pt x="221948" y="703966"/>
                    </a:lnTo>
                    <a:lnTo>
                      <a:pt x="198249" y="726060"/>
                    </a:lnTo>
                    <a:lnTo>
                      <a:pt x="201932" y="730010"/>
                    </a:lnTo>
                    <a:lnTo>
                      <a:pt x="197982" y="733692"/>
                    </a:lnTo>
                    <a:lnTo>
                      <a:pt x="198517" y="718428"/>
                    </a:lnTo>
                    <a:lnTo>
                      <a:pt x="194567" y="722110"/>
                    </a:lnTo>
                    <a:lnTo>
                      <a:pt x="195102" y="706846"/>
                    </a:lnTo>
                    <a:lnTo>
                      <a:pt x="191152" y="710528"/>
                    </a:lnTo>
                    <a:lnTo>
                      <a:pt x="188005" y="691314"/>
                    </a:lnTo>
                    <a:lnTo>
                      <a:pt x="206951" y="695799"/>
                    </a:lnTo>
                    <a:lnTo>
                      <a:pt x="203001" y="699481"/>
                    </a:lnTo>
                    <a:lnTo>
                      <a:pt x="218266" y="700016"/>
                    </a:lnTo>
                    <a:lnTo>
                      <a:pt x="214316" y="703699"/>
                    </a:lnTo>
                    <a:lnTo>
                      <a:pt x="229580" y="704233"/>
                    </a:lnTo>
                    <a:lnTo>
                      <a:pt x="217998" y="707648"/>
                    </a:lnTo>
                    <a:lnTo>
                      <a:pt x="217731" y="715280"/>
                    </a:lnTo>
                    <a:lnTo>
                      <a:pt x="210099" y="715013"/>
                    </a:lnTo>
                    <a:lnTo>
                      <a:pt x="209831" y="722645"/>
                    </a:lnTo>
                    <a:lnTo>
                      <a:pt x="202199" y="722378"/>
                    </a:lnTo>
                    <a:lnTo>
                      <a:pt x="197982" y="733692"/>
                    </a:lnTo>
                    <a:lnTo>
                      <a:pt x="198249" y="726060"/>
                    </a:lnTo>
                    <a:lnTo>
                      <a:pt x="205881" y="726327"/>
                    </a:lnTo>
                    <a:lnTo>
                      <a:pt x="206149" y="718695"/>
                    </a:lnTo>
                    <a:lnTo>
                      <a:pt x="213781" y="718963"/>
                    </a:lnTo>
                    <a:lnTo>
                      <a:pt x="214048" y="711331"/>
                    </a:lnTo>
                    <a:lnTo>
                      <a:pt x="221680" y="711598"/>
                    </a:lnTo>
                    <a:lnTo>
                      <a:pt x="221948" y="703966"/>
                    </a:lnTo>
                    <a:lnTo>
                      <a:pt x="218266" y="700016"/>
                    </a:lnTo>
                    <a:lnTo>
                      <a:pt x="214316" y="703699"/>
                    </a:lnTo>
                    <a:lnTo>
                      <a:pt x="206951" y="695799"/>
                    </a:lnTo>
                    <a:lnTo>
                      <a:pt x="203001" y="699481"/>
                    </a:lnTo>
                    <a:lnTo>
                      <a:pt x="184322" y="687365"/>
                    </a:lnTo>
                    <a:lnTo>
                      <a:pt x="191687" y="695264"/>
                    </a:lnTo>
                    <a:lnTo>
                      <a:pt x="187737" y="698946"/>
                    </a:lnTo>
                    <a:lnTo>
                      <a:pt x="195102" y="706846"/>
                    </a:lnTo>
                    <a:lnTo>
                      <a:pt x="191152" y="710528"/>
                    </a:lnTo>
                    <a:lnTo>
                      <a:pt x="198517" y="718428"/>
                    </a:lnTo>
                    <a:lnTo>
                      <a:pt x="194567" y="722110"/>
                    </a:lnTo>
                    <a:lnTo>
                      <a:pt x="198249" y="726060"/>
                    </a:lnTo>
                    <a:moveTo>
                      <a:pt x="13660" y="905533"/>
                    </a:moveTo>
                    <a:lnTo>
                      <a:pt x="0" y="859206"/>
                    </a:lnTo>
                    <a:lnTo>
                      <a:pt x="45258" y="876075"/>
                    </a:lnTo>
                    <a:lnTo>
                      <a:pt x="13660" y="905533"/>
                    </a:lnTo>
                    <a:lnTo>
                      <a:pt x="17610" y="901851"/>
                    </a:lnTo>
                    <a:lnTo>
                      <a:pt x="7365" y="867105"/>
                    </a:lnTo>
                    <a:lnTo>
                      <a:pt x="41308" y="879757"/>
                    </a:lnTo>
                    <a:lnTo>
                      <a:pt x="37626" y="875807"/>
                    </a:lnTo>
                    <a:lnTo>
                      <a:pt x="13927" y="897901"/>
                    </a:lnTo>
                    <a:lnTo>
                      <a:pt x="17610" y="901851"/>
                    </a:lnTo>
                    <a:lnTo>
                      <a:pt x="13660" y="905533"/>
                    </a:lnTo>
                    <a:lnTo>
                      <a:pt x="14195" y="890269"/>
                    </a:lnTo>
                    <a:lnTo>
                      <a:pt x="10245" y="893951"/>
                    </a:lnTo>
                    <a:lnTo>
                      <a:pt x="10780" y="878687"/>
                    </a:lnTo>
                    <a:lnTo>
                      <a:pt x="6830" y="882369"/>
                    </a:lnTo>
                    <a:lnTo>
                      <a:pt x="3683" y="863156"/>
                    </a:lnTo>
                    <a:lnTo>
                      <a:pt x="22629" y="867640"/>
                    </a:lnTo>
                    <a:lnTo>
                      <a:pt x="18679" y="871323"/>
                    </a:lnTo>
                    <a:lnTo>
                      <a:pt x="33944" y="871857"/>
                    </a:lnTo>
                    <a:lnTo>
                      <a:pt x="29994" y="875540"/>
                    </a:lnTo>
                    <a:lnTo>
                      <a:pt x="45258" y="876075"/>
                    </a:lnTo>
                    <a:lnTo>
                      <a:pt x="33676" y="879489"/>
                    </a:lnTo>
                    <a:lnTo>
                      <a:pt x="33409" y="887122"/>
                    </a:lnTo>
                    <a:lnTo>
                      <a:pt x="25777" y="886854"/>
                    </a:lnTo>
                    <a:lnTo>
                      <a:pt x="25509" y="894486"/>
                    </a:lnTo>
                    <a:lnTo>
                      <a:pt x="17877" y="894219"/>
                    </a:lnTo>
                    <a:lnTo>
                      <a:pt x="13660" y="905533"/>
                    </a:lnTo>
                    <a:lnTo>
                      <a:pt x="13927" y="897901"/>
                    </a:lnTo>
                    <a:lnTo>
                      <a:pt x="21559" y="898168"/>
                    </a:lnTo>
                    <a:lnTo>
                      <a:pt x="21827" y="890536"/>
                    </a:lnTo>
                    <a:lnTo>
                      <a:pt x="29459" y="890804"/>
                    </a:lnTo>
                    <a:lnTo>
                      <a:pt x="29726" y="883172"/>
                    </a:lnTo>
                    <a:lnTo>
                      <a:pt x="37358" y="883439"/>
                    </a:lnTo>
                    <a:lnTo>
                      <a:pt x="37626" y="875807"/>
                    </a:lnTo>
                    <a:lnTo>
                      <a:pt x="33944" y="871857"/>
                    </a:lnTo>
                    <a:lnTo>
                      <a:pt x="29994" y="875540"/>
                    </a:lnTo>
                    <a:lnTo>
                      <a:pt x="22629" y="867640"/>
                    </a:lnTo>
                    <a:lnTo>
                      <a:pt x="18679" y="871323"/>
                    </a:lnTo>
                    <a:lnTo>
                      <a:pt x="0" y="859206"/>
                    </a:lnTo>
                    <a:lnTo>
                      <a:pt x="7365" y="867105"/>
                    </a:lnTo>
                    <a:lnTo>
                      <a:pt x="3415" y="870788"/>
                    </a:lnTo>
                    <a:lnTo>
                      <a:pt x="10780" y="878687"/>
                    </a:lnTo>
                    <a:lnTo>
                      <a:pt x="6830" y="882369"/>
                    </a:lnTo>
                    <a:lnTo>
                      <a:pt x="14195" y="890269"/>
                    </a:lnTo>
                    <a:lnTo>
                      <a:pt x="10245" y="893951"/>
                    </a:lnTo>
                    <a:lnTo>
                      <a:pt x="13927" y="89790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63" name="Контур"/>
              <p:cNvSpPr/>
              <p:nvPr/>
            </p:nvSpPr>
            <p:spPr>
              <a:xfrm>
                <a:off x="755628" y="2849203"/>
                <a:ext cx="506520" cy="542880"/>
              </a:xfrm>
              <a:custGeom>
                <a:avLst/>
                <a:gdLst/>
                <a:ahLst/>
                <a:cxnLst/>
                <a:rect l="l" t="t" r="r" b="b"/>
                <a:pathLst>
                  <a:path w="506520" h="542880" fill="none">
                    <a:moveTo>
                      <a:pt x="0" y="0"/>
                    </a:moveTo>
                    <a:lnTo>
                      <a:pt x="85957" y="92127"/>
                    </a:lnTo>
                    <a:moveTo>
                      <a:pt x="85957" y="92127"/>
                    </a:moveTo>
                    <a:lnTo>
                      <a:pt x="171914" y="184254"/>
                    </a:lnTo>
                    <a:moveTo>
                      <a:pt x="171914" y="184254"/>
                    </a:moveTo>
                    <a:lnTo>
                      <a:pt x="257871" y="276382"/>
                    </a:lnTo>
                    <a:moveTo>
                      <a:pt x="257871" y="276382"/>
                    </a:moveTo>
                    <a:lnTo>
                      <a:pt x="343828" y="368509"/>
                    </a:lnTo>
                    <a:moveTo>
                      <a:pt x="343828" y="368509"/>
                    </a:moveTo>
                    <a:lnTo>
                      <a:pt x="429785" y="460636"/>
                    </a:lnTo>
                    <a:moveTo>
                      <a:pt x="429785" y="460636"/>
                    </a:moveTo>
                    <a:lnTo>
                      <a:pt x="506520" y="54288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64" name="Контур"/>
              <p:cNvSpPr/>
              <p:nvPr/>
            </p:nvSpPr>
            <p:spPr>
              <a:xfrm>
                <a:off x="856236" y="2895937"/>
                <a:ext cx="390149" cy="413773"/>
              </a:xfrm>
              <a:custGeom>
                <a:avLst/>
                <a:gdLst/>
                <a:ahLst/>
                <a:cxnLst/>
                <a:rect l="l" t="t" r="r" b="b"/>
                <a:pathLst>
                  <a:path w="390149" h="413773" fill="none">
                    <a:moveTo>
                      <a:pt x="46322" y="31586"/>
                    </a:moveTo>
                    <a:lnTo>
                      <a:pt x="0" y="45264"/>
                    </a:lnTo>
                    <a:lnTo>
                      <a:pt x="16851" y="0"/>
                    </a:lnTo>
                    <a:lnTo>
                      <a:pt x="46322" y="31586"/>
                    </a:lnTo>
                    <a:lnTo>
                      <a:pt x="42638" y="27638"/>
                    </a:lnTo>
                    <a:lnTo>
                      <a:pt x="7896" y="37896"/>
                    </a:lnTo>
                    <a:lnTo>
                      <a:pt x="20534" y="3948"/>
                    </a:lnTo>
                    <a:lnTo>
                      <a:pt x="16586" y="7632"/>
                    </a:lnTo>
                    <a:lnTo>
                      <a:pt x="38689" y="31322"/>
                    </a:lnTo>
                    <a:lnTo>
                      <a:pt x="42638" y="27638"/>
                    </a:lnTo>
                    <a:lnTo>
                      <a:pt x="46322" y="31586"/>
                    </a:lnTo>
                    <a:lnTo>
                      <a:pt x="31057" y="31058"/>
                    </a:lnTo>
                    <a:lnTo>
                      <a:pt x="34741" y="35006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948" y="41580"/>
                    </a:lnTo>
                    <a:lnTo>
                      <a:pt x="8425" y="22632"/>
                    </a:lnTo>
                    <a:lnTo>
                      <a:pt x="12109" y="26580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16851" y="0"/>
                    </a:lnTo>
                    <a:lnTo>
                      <a:pt x="20270" y="11580"/>
                    </a:lnTo>
                    <a:lnTo>
                      <a:pt x="27902" y="11845"/>
                    </a:lnTo>
                    <a:lnTo>
                      <a:pt x="27638" y="19477"/>
                    </a:lnTo>
                    <a:lnTo>
                      <a:pt x="35270" y="19741"/>
                    </a:lnTo>
                    <a:lnTo>
                      <a:pt x="35006" y="27374"/>
                    </a:lnTo>
                    <a:lnTo>
                      <a:pt x="46322" y="31586"/>
                    </a:lnTo>
                    <a:lnTo>
                      <a:pt x="38689" y="31322"/>
                    </a:lnTo>
                    <a:lnTo>
                      <a:pt x="38954" y="23690"/>
                    </a:lnTo>
                    <a:lnTo>
                      <a:pt x="31322" y="23425"/>
                    </a:lnTo>
                    <a:lnTo>
                      <a:pt x="31586" y="15793"/>
                    </a:lnTo>
                    <a:lnTo>
                      <a:pt x="23954" y="15529"/>
                    </a:lnTo>
                    <a:lnTo>
                      <a:pt x="24218" y="7897"/>
                    </a:lnTo>
                    <a:lnTo>
                      <a:pt x="16586" y="7632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8425" y="22632"/>
                    </a:lnTo>
                    <a:lnTo>
                      <a:pt x="12109" y="26580"/>
                    </a:lnTo>
                    <a:lnTo>
                      <a:pt x="0" y="45264"/>
                    </a:lnTo>
                    <a:lnTo>
                      <a:pt x="7896" y="37896"/>
                    </a:lnTo>
                    <a:lnTo>
                      <a:pt x="11580" y="41845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1057" y="31058"/>
                    </a:lnTo>
                    <a:lnTo>
                      <a:pt x="34741" y="35006"/>
                    </a:lnTo>
                    <a:lnTo>
                      <a:pt x="38689" y="31322"/>
                    </a:lnTo>
                    <a:moveTo>
                      <a:pt x="218235" y="215841"/>
                    </a:moveTo>
                    <a:lnTo>
                      <a:pt x="171913" y="229519"/>
                    </a:lnTo>
                    <a:lnTo>
                      <a:pt x="188764" y="184254"/>
                    </a:lnTo>
                    <a:lnTo>
                      <a:pt x="218235" y="215841"/>
                    </a:lnTo>
                    <a:lnTo>
                      <a:pt x="214551" y="211893"/>
                    </a:lnTo>
                    <a:lnTo>
                      <a:pt x="179810" y="222151"/>
                    </a:lnTo>
                    <a:lnTo>
                      <a:pt x="192448" y="188203"/>
                    </a:lnTo>
                    <a:lnTo>
                      <a:pt x="188500" y="191887"/>
                    </a:lnTo>
                    <a:lnTo>
                      <a:pt x="210603" y="215576"/>
                    </a:lnTo>
                    <a:lnTo>
                      <a:pt x="214551" y="211893"/>
                    </a:lnTo>
                    <a:lnTo>
                      <a:pt x="218235" y="215841"/>
                    </a:lnTo>
                    <a:lnTo>
                      <a:pt x="202971" y="215312"/>
                    </a:lnTo>
                    <a:lnTo>
                      <a:pt x="206655" y="219260"/>
                    </a:lnTo>
                    <a:lnTo>
                      <a:pt x="191390" y="218731"/>
                    </a:lnTo>
                    <a:lnTo>
                      <a:pt x="195074" y="222680"/>
                    </a:lnTo>
                    <a:lnTo>
                      <a:pt x="175862" y="225835"/>
                    </a:lnTo>
                    <a:lnTo>
                      <a:pt x="180339" y="206886"/>
                    </a:lnTo>
                    <a:lnTo>
                      <a:pt x="184023" y="210835"/>
                    </a:lnTo>
                    <a:lnTo>
                      <a:pt x="184552" y="195570"/>
                    </a:lnTo>
                    <a:lnTo>
                      <a:pt x="188235" y="199519"/>
                    </a:lnTo>
                    <a:lnTo>
                      <a:pt x="188764" y="184254"/>
                    </a:lnTo>
                    <a:lnTo>
                      <a:pt x="192184" y="195835"/>
                    </a:lnTo>
                    <a:lnTo>
                      <a:pt x="199816" y="196099"/>
                    </a:lnTo>
                    <a:lnTo>
                      <a:pt x="199551" y="203731"/>
                    </a:lnTo>
                    <a:lnTo>
                      <a:pt x="207184" y="203996"/>
                    </a:lnTo>
                    <a:lnTo>
                      <a:pt x="206919" y="211628"/>
                    </a:lnTo>
                    <a:lnTo>
                      <a:pt x="218235" y="215841"/>
                    </a:lnTo>
                    <a:lnTo>
                      <a:pt x="210603" y="215576"/>
                    </a:lnTo>
                    <a:lnTo>
                      <a:pt x="210867" y="207944"/>
                    </a:lnTo>
                    <a:lnTo>
                      <a:pt x="203235" y="207680"/>
                    </a:lnTo>
                    <a:lnTo>
                      <a:pt x="203500" y="200048"/>
                    </a:lnTo>
                    <a:lnTo>
                      <a:pt x="195868" y="199783"/>
                    </a:lnTo>
                    <a:lnTo>
                      <a:pt x="196132" y="192151"/>
                    </a:lnTo>
                    <a:lnTo>
                      <a:pt x="188500" y="191887"/>
                    </a:lnTo>
                    <a:lnTo>
                      <a:pt x="184552" y="195570"/>
                    </a:lnTo>
                    <a:lnTo>
                      <a:pt x="188235" y="199519"/>
                    </a:lnTo>
                    <a:lnTo>
                      <a:pt x="180339" y="206886"/>
                    </a:lnTo>
                    <a:lnTo>
                      <a:pt x="184023" y="210835"/>
                    </a:lnTo>
                    <a:lnTo>
                      <a:pt x="171913" y="229519"/>
                    </a:lnTo>
                    <a:lnTo>
                      <a:pt x="179810" y="222151"/>
                    </a:lnTo>
                    <a:lnTo>
                      <a:pt x="183494" y="226099"/>
                    </a:lnTo>
                    <a:lnTo>
                      <a:pt x="191390" y="218731"/>
                    </a:lnTo>
                    <a:lnTo>
                      <a:pt x="195074" y="222680"/>
                    </a:lnTo>
                    <a:lnTo>
                      <a:pt x="202971" y="215312"/>
                    </a:lnTo>
                    <a:lnTo>
                      <a:pt x="206655" y="219260"/>
                    </a:lnTo>
                    <a:lnTo>
                      <a:pt x="210603" y="215576"/>
                    </a:lnTo>
                    <a:moveTo>
                      <a:pt x="390149" y="400095"/>
                    </a:moveTo>
                    <a:lnTo>
                      <a:pt x="343827" y="413773"/>
                    </a:lnTo>
                    <a:lnTo>
                      <a:pt x="360678" y="368509"/>
                    </a:lnTo>
                    <a:lnTo>
                      <a:pt x="390149" y="400095"/>
                    </a:lnTo>
                    <a:lnTo>
                      <a:pt x="386465" y="396147"/>
                    </a:lnTo>
                    <a:lnTo>
                      <a:pt x="351724" y="406405"/>
                    </a:lnTo>
                    <a:lnTo>
                      <a:pt x="364362" y="372457"/>
                    </a:lnTo>
                    <a:lnTo>
                      <a:pt x="360414" y="376141"/>
                    </a:lnTo>
                    <a:lnTo>
                      <a:pt x="382517" y="399831"/>
                    </a:lnTo>
                    <a:lnTo>
                      <a:pt x="386465" y="396147"/>
                    </a:lnTo>
                    <a:lnTo>
                      <a:pt x="390149" y="400095"/>
                    </a:lnTo>
                    <a:lnTo>
                      <a:pt x="374885" y="399566"/>
                    </a:lnTo>
                    <a:lnTo>
                      <a:pt x="378568" y="403515"/>
                    </a:lnTo>
                    <a:lnTo>
                      <a:pt x="363304" y="402986"/>
                    </a:lnTo>
                    <a:lnTo>
                      <a:pt x="366988" y="406934"/>
                    </a:lnTo>
                    <a:lnTo>
                      <a:pt x="347775" y="410089"/>
                    </a:lnTo>
                    <a:lnTo>
                      <a:pt x="352252" y="391141"/>
                    </a:lnTo>
                    <a:lnTo>
                      <a:pt x="355936" y="395089"/>
                    </a:lnTo>
                    <a:lnTo>
                      <a:pt x="356465" y="379825"/>
                    </a:lnTo>
                    <a:lnTo>
                      <a:pt x="360149" y="383773"/>
                    </a:lnTo>
                    <a:lnTo>
                      <a:pt x="360678" y="368509"/>
                    </a:lnTo>
                    <a:lnTo>
                      <a:pt x="364097" y="380089"/>
                    </a:lnTo>
                    <a:lnTo>
                      <a:pt x="371730" y="380354"/>
                    </a:lnTo>
                    <a:lnTo>
                      <a:pt x="371465" y="387986"/>
                    </a:lnTo>
                    <a:lnTo>
                      <a:pt x="379097" y="388250"/>
                    </a:lnTo>
                    <a:lnTo>
                      <a:pt x="378833" y="395883"/>
                    </a:lnTo>
                    <a:lnTo>
                      <a:pt x="390149" y="400095"/>
                    </a:lnTo>
                    <a:lnTo>
                      <a:pt x="382517" y="399831"/>
                    </a:lnTo>
                    <a:lnTo>
                      <a:pt x="382781" y="392199"/>
                    </a:lnTo>
                    <a:lnTo>
                      <a:pt x="375149" y="391934"/>
                    </a:lnTo>
                    <a:lnTo>
                      <a:pt x="375413" y="384302"/>
                    </a:lnTo>
                    <a:lnTo>
                      <a:pt x="367781" y="384038"/>
                    </a:lnTo>
                    <a:lnTo>
                      <a:pt x="368046" y="376405"/>
                    </a:lnTo>
                    <a:lnTo>
                      <a:pt x="360414" y="376141"/>
                    </a:lnTo>
                    <a:lnTo>
                      <a:pt x="356465" y="379825"/>
                    </a:lnTo>
                    <a:lnTo>
                      <a:pt x="360149" y="383773"/>
                    </a:lnTo>
                    <a:lnTo>
                      <a:pt x="352252" y="391141"/>
                    </a:lnTo>
                    <a:lnTo>
                      <a:pt x="355936" y="395089"/>
                    </a:lnTo>
                    <a:lnTo>
                      <a:pt x="343827" y="413773"/>
                    </a:lnTo>
                    <a:lnTo>
                      <a:pt x="351724" y="406405"/>
                    </a:lnTo>
                    <a:lnTo>
                      <a:pt x="355407" y="410354"/>
                    </a:lnTo>
                    <a:lnTo>
                      <a:pt x="363304" y="402986"/>
                    </a:lnTo>
                    <a:lnTo>
                      <a:pt x="366988" y="406934"/>
                    </a:lnTo>
                    <a:lnTo>
                      <a:pt x="374885" y="399566"/>
                    </a:lnTo>
                    <a:lnTo>
                      <a:pt x="378568" y="403515"/>
                    </a:lnTo>
                    <a:lnTo>
                      <a:pt x="382517" y="39983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65" name="Контур"/>
              <p:cNvSpPr/>
              <p:nvPr/>
            </p:nvSpPr>
            <p:spPr>
              <a:xfrm>
                <a:off x="755628" y="2849203"/>
                <a:ext cx="506520" cy="542880"/>
              </a:xfrm>
              <a:custGeom>
                <a:avLst/>
                <a:gdLst/>
                <a:ahLst/>
                <a:cxnLst/>
                <a:rect l="l" t="t" r="r" b="b"/>
                <a:pathLst>
                  <a:path w="506520" h="542880" fill="none">
                    <a:moveTo>
                      <a:pt x="506520" y="542880"/>
                    </a:moveTo>
                    <a:lnTo>
                      <a:pt x="420563" y="450753"/>
                    </a:lnTo>
                    <a:moveTo>
                      <a:pt x="420563" y="450753"/>
                    </a:moveTo>
                    <a:lnTo>
                      <a:pt x="334606" y="358626"/>
                    </a:lnTo>
                    <a:moveTo>
                      <a:pt x="334606" y="358626"/>
                    </a:moveTo>
                    <a:lnTo>
                      <a:pt x="248650" y="266498"/>
                    </a:lnTo>
                    <a:moveTo>
                      <a:pt x="248650" y="266498"/>
                    </a:moveTo>
                    <a:lnTo>
                      <a:pt x="162693" y="174371"/>
                    </a:lnTo>
                    <a:moveTo>
                      <a:pt x="162693" y="174371"/>
                    </a:moveTo>
                    <a:lnTo>
                      <a:pt x="76736" y="82244"/>
                    </a:lnTo>
                    <a:moveTo>
                      <a:pt x="76736" y="82244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66" name="Контур"/>
              <p:cNvSpPr/>
              <p:nvPr/>
            </p:nvSpPr>
            <p:spPr>
              <a:xfrm>
                <a:off x="771392" y="2931576"/>
                <a:ext cx="390149" cy="413773"/>
              </a:xfrm>
              <a:custGeom>
                <a:avLst/>
                <a:gdLst/>
                <a:ahLst/>
                <a:cxnLst/>
                <a:rect l="l" t="t" r="r" b="b"/>
                <a:pathLst>
                  <a:path w="390149" h="413773" fill="none">
                    <a:moveTo>
                      <a:pt x="343827" y="382187"/>
                    </a:moveTo>
                    <a:lnTo>
                      <a:pt x="390149" y="368509"/>
                    </a:lnTo>
                    <a:lnTo>
                      <a:pt x="373298" y="413773"/>
                    </a:lnTo>
                    <a:lnTo>
                      <a:pt x="343827" y="382187"/>
                    </a:lnTo>
                    <a:lnTo>
                      <a:pt x="347511" y="386135"/>
                    </a:lnTo>
                    <a:lnTo>
                      <a:pt x="382252" y="375877"/>
                    </a:lnTo>
                    <a:lnTo>
                      <a:pt x="369614" y="409825"/>
                    </a:lnTo>
                    <a:lnTo>
                      <a:pt x="373562" y="406141"/>
                    </a:lnTo>
                    <a:lnTo>
                      <a:pt x="351459" y="382451"/>
                    </a:lnTo>
                    <a:lnTo>
                      <a:pt x="347511" y="386135"/>
                    </a:lnTo>
                    <a:lnTo>
                      <a:pt x="343827" y="382187"/>
                    </a:lnTo>
                    <a:lnTo>
                      <a:pt x="359091" y="382716"/>
                    </a:lnTo>
                    <a:lnTo>
                      <a:pt x="355407" y="378767"/>
                    </a:lnTo>
                    <a:lnTo>
                      <a:pt x="370672" y="379296"/>
                    </a:lnTo>
                    <a:lnTo>
                      <a:pt x="366988" y="375348"/>
                    </a:lnTo>
                    <a:lnTo>
                      <a:pt x="386201" y="372193"/>
                    </a:lnTo>
                    <a:lnTo>
                      <a:pt x="381723" y="391141"/>
                    </a:lnTo>
                    <a:lnTo>
                      <a:pt x="378040" y="387193"/>
                    </a:lnTo>
                    <a:lnTo>
                      <a:pt x="377511" y="402457"/>
                    </a:lnTo>
                    <a:lnTo>
                      <a:pt x="373827" y="398509"/>
                    </a:lnTo>
                    <a:lnTo>
                      <a:pt x="373298" y="413773"/>
                    </a:lnTo>
                    <a:lnTo>
                      <a:pt x="369878" y="402193"/>
                    </a:lnTo>
                    <a:lnTo>
                      <a:pt x="362246" y="401928"/>
                    </a:lnTo>
                    <a:lnTo>
                      <a:pt x="362511" y="394296"/>
                    </a:lnTo>
                    <a:lnTo>
                      <a:pt x="354879" y="394032"/>
                    </a:lnTo>
                    <a:lnTo>
                      <a:pt x="355143" y="386399"/>
                    </a:lnTo>
                    <a:lnTo>
                      <a:pt x="343827" y="382187"/>
                    </a:lnTo>
                    <a:lnTo>
                      <a:pt x="351459" y="382451"/>
                    </a:lnTo>
                    <a:lnTo>
                      <a:pt x="351195" y="390083"/>
                    </a:lnTo>
                    <a:lnTo>
                      <a:pt x="358827" y="390348"/>
                    </a:lnTo>
                    <a:lnTo>
                      <a:pt x="358562" y="397980"/>
                    </a:lnTo>
                    <a:lnTo>
                      <a:pt x="366195" y="398244"/>
                    </a:lnTo>
                    <a:lnTo>
                      <a:pt x="365930" y="405877"/>
                    </a:lnTo>
                    <a:lnTo>
                      <a:pt x="373562" y="406141"/>
                    </a:lnTo>
                    <a:lnTo>
                      <a:pt x="377511" y="402457"/>
                    </a:lnTo>
                    <a:lnTo>
                      <a:pt x="373827" y="398509"/>
                    </a:lnTo>
                    <a:lnTo>
                      <a:pt x="381723" y="391141"/>
                    </a:lnTo>
                    <a:lnTo>
                      <a:pt x="378040" y="387193"/>
                    </a:lnTo>
                    <a:lnTo>
                      <a:pt x="390149" y="368509"/>
                    </a:lnTo>
                    <a:lnTo>
                      <a:pt x="382252" y="375877"/>
                    </a:lnTo>
                    <a:lnTo>
                      <a:pt x="378568" y="371928"/>
                    </a:lnTo>
                    <a:lnTo>
                      <a:pt x="370672" y="379296"/>
                    </a:lnTo>
                    <a:lnTo>
                      <a:pt x="366988" y="375348"/>
                    </a:lnTo>
                    <a:lnTo>
                      <a:pt x="359091" y="382716"/>
                    </a:lnTo>
                    <a:lnTo>
                      <a:pt x="355407" y="378767"/>
                    </a:lnTo>
                    <a:lnTo>
                      <a:pt x="351459" y="382451"/>
                    </a:lnTo>
                    <a:moveTo>
                      <a:pt x="171913" y="197932"/>
                    </a:moveTo>
                    <a:lnTo>
                      <a:pt x="218235" y="184255"/>
                    </a:lnTo>
                    <a:lnTo>
                      <a:pt x="201384" y="229519"/>
                    </a:lnTo>
                    <a:lnTo>
                      <a:pt x="171913" y="197932"/>
                    </a:lnTo>
                    <a:lnTo>
                      <a:pt x="175597" y="201881"/>
                    </a:lnTo>
                    <a:lnTo>
                      <a:pt x="210339" y="191622"/>
                    </a:lnTo>
                    <a:lnTo>
                      <a:pt x="197700" y="225570"/>
                    </a:lnTo>
                    <a:lnTo>
                      <a:pt x="201649" y="221887"/>
                    </a:lnTo>
                    <a:lnTo>
                      <a:pt x="179546" y="198197"/>
                    </a:lnTo>
                    <a:lnTo>
                      <a:pt x="175597" y="201881"/>
                    </a:lnTo>
                    <a:lnTo>
                      <a:pt x="171913" y="197932"/>
                    </a:lnTo>
                    <a:lnTo>
                      <a:pt x="187178" y="198461"/>
                    </a:lnTo>
                    <a:lnTo>
                      <a:pt x="183494" y="194513"/>
                    </a:lnTo>
                    <a:lnTo>
                      <a:pt x="198758" y="195042"/>
                    </a:lnTo>
                    <a:lnTo>
                      <a:pt x="195074" y="191093"/>
                    </a:lnTo>
                    <a:lnTo>
                      <a:pt x="214287" y="187939"/>
                    </a:lnTo>
                    <a:lnTo>
                      <a:pt x="209810" y="206887"/>
                    </a:lnTo>
                    <a:lnTo>
                      <a:pt x="206126" y="202938"/>
                    </a:lnTo>
                    <a:lnTo>
                      <a:pt x="205597" y="218203"/>
                    </a:lnTo>
                    <a:lnTo>
                      <a:pt x="201913" y="214254"/>
                    </a:lnTo>
                    <a:lnTo>
                      <a:pt x="201384" y="229519"/>
                    </a:lnTo>
                    <a:lnTo>
                      <a:pt x="197965" y="217938"/>
                    </a:lnTo>
                    <a:lnTo>
                      <a:pt x="190333" y="217674"/>
                    </a:lnTo>
                    <a:lnTo>
                      <a:pt x="190597" y="210042"/>
                    </a:lnTo>
                    <a:lnTo>
                      <a:pt x="182965" y="209777"/>
                    </a:lnTo>
                    <a:lnTo>
                      <a:pt x="183229" y="202145"/>
                    </a:lnTo>
                    <a:lnTo>
                      <a:pt x="171913" y="197932"/>
                    </a:lnTo>
                    <a:lnTo>
                      <a:pt x="179546" y="198197"/>
                    </a:lnTo>
                    <a:lnTo>
                      <a:pt x="179281" y="205829"/>
                    </a:lnTo>
                    <a:lnTo>
                      <a:pt x="186913" y="206093"/>
                    </a:lnTo>
                    <a:lnTo>
                      <a:pt x="186649" y="213726"/>
                    </a:lnTo>
                    <a:lnTo>
                      <a:pt x="194281" y="213990"/>
                    </a:lnTo>
                    <a:lnTo>
                      <a:pt x="194017" y="221622"/>
                    </a:lnTo>
                    <a:lnTo>
                      <a:pt x="201649" y="221887"/>
                    </a:lnTo>
                    <a:lnTo>
                      <a:pt x="205597" y="218203"/>
                    </a:lnTo>
                    <a:lnTo>
                      <a:pt x="201913" y="214254"/>
                    </a:lnTo>
                    <a:lnTo>
                      <a:pt x="209810" y="206887"/>
                    </a:lnTo>
                    <a:lnTo>
                      <a:pt x="206126" y="202938"/>
                    </a:lnTo>
                    <a:lnTo>
                      <a:pt x="218235" y="184255"/>
                    </a:lnTo>
                    <a:lnTo>
                      <a:pt x="210339" y="191622"/>
                    </a:lnTo>
                    <a:lnTo>
                      <a:pt x="206655" y="187674"/>
                    </a:lnTo>
                    <a:lnTo>
                      <a:pt x="198758" y="195042"/>
                    </a:lnTo>
                    <a:lnTo>
                      <a:pt x="195074" y="191093"/>
                    </a:lnTo>
                    <a:lnTo>
                      <a:pt x="187178" y="198461"/>
                    </a:lnTo>
                    <a:lnTo>
                      <a:pt x="183494" y="194513"/>
                    </a:lnTo>
                    <a:lnTo>
                      <a:pt x="179546" y="198197"/>
                    </a:lnTo>
                    <a:moveTo>
                      <a:pt x="0" y="13678"/>
                    </a:moveTo>
                    <a:lnTo>
                      <a:pt x="46322" y="0"/>
                    </a:lnTo>
                    <a:lnTo>
                      <a:pt x="29471" y="45264"/>
                    </a:lnTo>
                    <a:lnTo>
                      <a:pt x="0" y="13678"/>
                    </a:lnTo>
                    <a:lnTo>
                      <a:pt x="3684" y="17626"/>
                    </a:lnTo>
                    <a:lnTo>
                      <a:pt x="38425" y="7368"/>
                    </a:lnTo>
                    <a:lnTo>
                      <a:pt x="25787" y="41316"/>
                    </a:lnTo>
                    <a:lnTo>
                      <a:pt x="29735" y="37632"/>
                    </a:lnTo>
                    <a:lnTo>
                      <a:pt x="7632" y="13942"/>
                    </a:lnTo>
                    <a:lnTo>
                      <a:pt x="3684" y="17626"/>
                    </a:lnTo>
                    <a:lnTo>
                      <a:pt x="0" y="13678"/>
                    </a:lnTo>
                    <a:lnTo>
                      <a:pt x="15264" y="14207"/>
                    </a:lnTo>
                    <a:lnTo>
                      <a:pt x="11580" y="10258"/>
                    </a:lnTo>
                    <a:lnTo>
                      <a:pt x="26845" y="10787"/>
                    </a:lnTo>
                    <a:lnTo>
                      <a:pt x="23161" y="6839"/>
                    </a:lnTo>
                    <a:lnTo>
                      <a:pt x="42373" y="3684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33683" y="33948"/>
                    </a:lnTo>
                    <a:lnTo>
                      <a:pt x="29999" y="30000"/>
                    </a:lnTo>
                    <a:lnTo>
                      <a:pt x="29471" y="45264"/>
                    </a:lnTo>
                    <a:lnTo>
                      <a:pt x="26051" y="33684"/>
                    </a:lnTo>
                    <a:lnTo>
                      <a:pt x="18419" y="33419"/>
                    </a:lnTo>
                    <a:lnTo>
                      <a:pt x="18683" y="25787"/>
                    </a:lnTo>
                    <a:lnTo>
                      <a:pt x="11051" y="25523"/>
                    </a:lnTo>
                    <a:lnTo>
                      <a:pt x="11316" y="17891"/>
                    </a:lnTo>
                    <a:lnTo>
                      <a:pt x="0" y="13678"/>
                    </a:lnTo>
                    <a:lnTo>
                      <a:pt x="7632" y="13942"/>
                    </a:lnTo>
                    <a:lnTo>
                      <a:pt x="7367" y="21575"/>
                    </a:lnTo>
                    <a:lnTo>
                      <a:pt x="15000" y="21839"/>
                    </a:lnTo>
                    <a:lnTo>
                      <a:pt x="14735" y="29471"/>
                    </a:lnTo>
                    <a:lnTo>
                      <a:pt x="22367" y="29736"/>
                    </a:lnTo>
                    <a:lnTo>
                      <a:pt x="22103" y="37368"/>
                    </a:lnTo>
                    <a:lnTo>
                      <a:pt x="29735" y="37632"/>
                    </a:lnTo>
                    <a:lnTo>
                      <a:pt x="33683" y="33948"/>
                    </a:lnTo>
                    <a:lnTo>
                      <a:pt x="29999" y="30000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46322" y="0"/>
                    </a:lnTo>
                    <a:lnTo>
                      <a:pt x="38425" y="7368"/>
                    </a:lnTo>
                    <a:lnTo>
                      <a:pt x="34741" y="3420"/>
                    </a:lnTo>
                    <a:lnTo>
                      <a:pt x="26845" y="10787"/>
                    </a:lnTo>
                    <a:lnTo>
                      <a:pt x="23161" y="6839"/>
                    </a:lnTo>
                    <a:lnTo>
                      <a:pt x="15264" y="14207"/>
                    </a:lnTo>
                    <a:lnTo>
                      <a:pt x="11580" y="10258"/>
                    </a:lnTo>
                    <a:lnTo>
                      <a:pt x="7632" y="139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67" name="Контур"/>
              <p:cNvSpPr/>
              <p:nvPr/>
            </p:nvSpPr>
            <p:spPr>
              <a:xfrm>
                <a:off x="252000" y="2814843"/>
                <a:ext cx="215450" cy="206125"/>
              </a:xfrm>
              <a:custGeom>
                <a:avLst/>
                <a:gdLst/>
                <a:ahLst/>
                <a:cxnLst/>
                <a:rect l="l" t="t" r="r" b="b"/>
                <a:pathLst>
                  <a:path w="215450" h="206125" fill="none">
                    <a:moveTo>
                      <a:pt x="215450" y="206125"/>
                    </a:moveTo>
                    <a:lnTo>
                      <a:pt x="124406" y="119022"/>
                    </a:lnTo>
                    <a:moveTo>
                      <a:pt x="124406" y="119022"/>
                    </a:moveTo>
                    <a:lnTo>
                      <a:pt x="33362" y="31918"/>
                    </a:lnTo>
                    <a:moveTo>
                      <a:pt x="33362" y="31918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68" name="Контур"/>
              <p:cNvSpPr/>
              <p:nvPr/>
            </p:nvSpPr>
            <p:spPr>
              <a:xfrm>
                <a:off x="368265" y="2864982"/>
                <a:ext cx="45471" cy="46147"/>
              </a:xfrm>
              <a:custGeom>
                <a:avLst/>
                <a:gdLst/>
                <a:ahLst/>
                <a:cxnLst/>
                <a:rect l="l" t="t" r="r" b="b"/>
                <a:pathLst>
                  <a:path w="45471" h="46147" fill="none">
                    <a:moveTo>
                      <a:pt x="45471" y="29864"/>
                    </a:moveTo>
                    <a:lnTo>
                      <a:pt x="0" y="46147"/>
                    </a:lnTo>
                    <a:lnTo>
                      <a:pt x="14256" y="0"/>
                    </a:lnTo>
                    <a:lnTo>
                      <a:pt x="45471" y="29864"/>
                    </a:lnTo>
                    <a:lnTo>
                      <a:pt x="41569" y="26131"/>
                    </a:lnTo>
                    <a:lnTo>
                      <a:pt x="7466" y="38343"/>
                    </a:lnTo>
                    <a:lnTo>
                      <a:pt x="18158" y="3733"/>
                    </a:lnTo>
                    <a:lnTo>
                      <a:pt x="14425" y="7635"/>
                    </a:lnTo>
                    <a:lnTo>
                      <a:pt x="37836" y="30033"/>
                    </a:lnTo>
                    <a:lnTo>
                      <a:pt x="41569" y="26131"/>
                    </a:lnTo>
                    <a:lnTo>
                      <a:pt x="45471" y="29864"/>
                    </a:lnTo>
                    <a:lnTo>
                      <a:pt x="30201" y="30202"/>
                    </a:lnTo>
                    <a:lnTo>
                      <a:pt x="34103" y="33935"/>
                    </a:lnTo>
                    <a:lnTo>
                      <a:pt x="18834" y="34272"/>
                    </a:lnTo>
                    <a:lnTo>
                      <a:pt x="22735" y="38005"/>
                    </a:lnTo>
                    <a:lnTo>
                      <a:pt x="3733" y="42245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10692" y="11537"/>
                    </a:lnTo>
                    <a:lnTo>
                      <a:pt x="14594" y="15270"/>
                    </a:lnTo>
                    <a:lnTo>
                      <a:pt x="14256" y="0"/>
                    </a:lnTo>
                    <a:lnTo>
                      <a:pt x="18327" y="11368"/>
                    </a:lnTo>
                    <a:lnTo>
                      <a:pt x="25962" y="11199"/>
                    </a:lnTo>
                    <a:lnTo>
                      <a:pt x="26131" y="18834"/>
                    </a:lnTo>
                    <a:lnTo>
                      <a:pt x="33766" y="18665"/>
                    </a:lnTo>
                    <a:lnTo>
                      <a:pt x="33934" y="26300"/>
                    </a:lnTo>
                    <a:lnTo>
                      <a:pt x="45471" y="29864"/>
                    </a:lnTo>
                    <a:lnTo>
                      <a:pt x="37836" y="30033"/>
                    </a:lnTo>
                    <a:lnTo>
                      <a:pt x="37667" y="22398"/>
                    </a:lnTo>
                    <a:lnTo>
                      <a:pt x="30033" y="22567"/>
                    </a:lnTo>
                    <a:lnTo>
                      <a:pt x="29864" y="14932"/>
                    </a:lnTo>
                    <a:lnTo>
                      <a:pt x="22229" y="15101"/>
                    </a:lnTo>
                    <a:lnTo>
                      <a:pt x="22060" y="7466"/>
                    </a:lnTo>
                    <a:lnTo>
                      <a:pt x="14425" y="7635"/>
                    </a:lnTo>
                    <a:lnTo>
                      <a:pt x="10692" y="11537"/>
                    </a:lnTo>
                    <a:lnTo>
                      <a:pt x="14594" y="15270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0" y="46147"/>
                    </a:lnTo>
                    <a:lnTo>
                      <a:pt x="7466" y="38343"/>
                    </a:lnTo>
                    <a:lnTo>
                      <a:pt x="11368" y="42076"/>
                    </a:lnTo>
                    <a:lnTo>
                      <a:pt x="18834" y="34272"/>
                    </a:lnTo>
                    <a:lnTo>
                      <a:pt x="22735" y="38005"/>
                    </a:lnTo>
                    <a:lnTo>
                      <a:pt x="30201" y="30202"/>
                    </a:lnTo>
                    <a:lnTo>
                      <a:pt x="34103" y="33935"/>
                    </a:lnTo>
                    <a:lnTo>
                      <a:pt x="37836" y="300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69" name="Контур"/>
              <p:cNvSpPr/>
              <p:nvPr/>
            </p:nvSpPr>
            <p:spPr>
              <a:xfrm>
                <a:off x="1236880" y="5147837"/>
                <a:ext cx="31709" cy="30320"/>
              </a:xfrm>
              <a:custGeom>
                <a:avLst/>
                <a:gdLst/>
                <a:ahLst/>
                <a:cxnLst/>
                <a:rect l="l" t="t" r="r" b="b"/>
                <a:pathLst>
                  <a:path w="31709" h="30320" fill="none">
                    <a:moveTo>
                      <a:pt x="0" y="30320"/>
                    </a:moveTo>
                    <a:lnTo>
                      <a:pt x="3170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70" name="Контур"/>
              <p:cNvSpPr/>
              <p:nvPr/>
            </p:nvSpPr>
            <p:spPr>
              <a:xfrm>
                <a:off x="252000" y="3120515"/>
                <a:ext cx="984880" cy="2228872"/>
              </a:xfrm>
              <a:custGeom>
                <a:avLst/>
                <a:gdLst/>
                <a:ahLst/>
                <a:cxnLst/>
                <a:rect l="l" t="t" r="r" b="b"/>
                <a:pathLst>
                  <a:path w="984880" h="2228872" fill="none">
                    <a:moveTo>
                      <a:pt x="642970" y="2228872"/>
                    </a:moveTo>
                    <a:lnTo>
                      <a:pt x="615649" y="2202749"/>
                    </a:lnTo>
                    <a:moveTo>
                      <a:pt x="615649" y="2202749"/>
                    </a:moveTo>
                    <a:lnTo>
                      <a:pt x="588328" y="2176626"/>
                    </a:lnTo>
                    <a:moveTo>
                      <a:pt x="588328" y="2176626"/>
                    </a:moveTo>
                    <a:lnTo>
                      <a:pt x="561007" y="2150503"/>
                    </a:lnTo>
                    <a:moveTo>
                      <a:pt x="561007" y="2150503"/>
                    </a:moveTo>
                    <a:lnTo>
                      <a:pt x="533687" y="2124380"/>
                    </a:lnTo>
                    <a:moveTo>
                      <a:pt x="533687" y="2124380"/>
                    </a:moveTo>
                    <a:lnTo>
                      <a:pt x="506366" y="2098257"/>
                    </a:lnTo>
                    <a:moveTo>
                      <a:pt x="506366" y="2098257"/>
                    </a:moveTo>
                    <a:lnTo>
                      <a:pt x="479045" y="2072134"/>
                    </a:lnTo>
                    <a:moveTo>
                      <a:pt x="479045" y="2072134"/>
                    </a:moveTo>
                    <a:lnTo>
                      <a:pt x="451724" y="2046010"/>
                    </a:lnTo>
                    <a:moveTo>
                      <a:pt x="451724" y="2046010"/>
                    </a:moveTo>
                    <a:lnTo>
                      <a:pt x="424403" y="2019887"/>
                    </a:lnTo>
                    <a:moveTo>
                      <a:pt x="424403" y="2019887"/>
                    </a:moveTo>
                    <a:lnTo>
                      <a:pt x="397083" y="1993764"/>
                    </a:lnTo>
                    <a:moveTo>
                      <a:pt x="397083" y="1993764"/>
                    </a:moveTo>
                    <a:lnTo>
                      <a:pt x="369762" y="1967641"/>
                    </a:lnTo>
                    <a:moveTo>
                      <a:pt x="369762" y="1967641"/>
                    </a:moveTo>
                    <a:lnTo>
                      <a:pt x="342441" y="1941518"/>
                    </a:lnTo>
                    <a:moveTo>
                      <a:pt x="342441" y="1941518"/>
                    </a:moveTo>
                    <a:lnTo>
                      <a:pt x="315120" y="1915395"/>
                    </a:lnTo>
                    <a:moveTo>
                      <a:pt x="315120" y="1915395"/>
                    </a:moveTo>
                    <a:lnTo>
                      <a:pt x="287800" y="1889272"/>
                    </a:lnTo>
                    <a:moveTo>
                      <a:pt x="287800" y="1889272"/>
                    </a:moveTo>
                    <a:lnTo>
                      <a:pt x="260479" y="1863149"/>
                    </a:lnTo>
                    <a:moveTo>
                      <a:pt x="260479" y="1863149"/>
                    </a:moveTo>
                    <a:lnTo>
                      <a:pt x="233158" y="1837026"/>
                    </a:lnTo>
                    <a:moveTo>
                      <a:pt x="233158" y="1837026"/>
                    </a:moveTo>
                    <a:lnTo>
                      <a:pt x="205837" y="1810903"/>
                    </a:lnTo>
                    <a:moveTo>
                      <a:pt x="205837" y="1810903"/>
                    </a:moveTo>
                    <a:lnTo>
                      <a:pt x="178517" y="1784780"/>
                    </a:lnTo>
                    <a:moveTo>
                      <a:pt x="178517" y="1784780"/>
                    </a:moveTo>
                    <a:lnTo>
                      <a:pt x="151196" y="1758657"/>
                    </a:lnTo>
                    <a:moveTo>
                      <a:pt x="151196" y="1758657"/>
                    </a:moveTo>
                    <a:lnTo>
                      <a:pt x="123875" y="1732533"/>
                    </a:lnTo>
                    <a:moveTo>
                      <a:pt x="123875" y="1732533"/>
                    </a:moveTo>
                    <a:lnTo>
                      <a:pt x="96554" y="1706410"/>
                    </a:lnTo>
                    <a:moveTo>
                      <a:pt x="96554" y="1706410"/>
                    </a:moveTo>
                    <a:lnTo>
                      <a:pt x="69233" y="1680287"/>
                    </a:lnTo>
                    <a:moveTo>
                      <a:pt x="69233" y="1680287"/>
                    </a:moveTo>
                    <a:lnTo>
                      <a:pt x="41913" y="1654164"/>
                    </a:lnTo>
                    <a:moveTo>
                      <a:pt x="41913" y="1654164"/>
                    </a:moveTo>
                    <a:lnTo>
                      <a:pt x="14592" y="1628041"/>
                    </a:lnTo>
                    <a:moveTo>
                      <a:pt x="14592" y="1628041"/>
                    </a:moveTo>
                    <a:lnTo>
                      <a:pt x="0" y="1614089"/>
                    </a:lnTo>
                    <a:moveTo>
                      <a:pt x="319501" y="0"/>
                    </a:moveTo>
                    <a:lnTo>
                      <a:pt x="293370" y="27313"/>
                    </a:lnTo>
                    <a:moveTo>
                      <a:pt x="293370" y="27313"/>
                    </a:moveTo>
                    <a:lnTo>
                      <a:pt x="267238" y="54626"/>
                    </a:lnTo>
                    <a:moveTo>
                      <a:pt x="267238" y="54626"/>
                    </a:moveTo>
                    <a:lnTo>
                      <a:pt x="241107" y="81939"/>
                    </a:lnTo>
                    <a:moveTo>
                      <a:pt x="241107" y="81939"/>
                    </a:moveTo>
                    <a:lnTo>
                      <a:pt x="214976" y="109252"/>
                    </a:lnTo>
                    <a:moveTo>
                      <a:pt x="214976" y="109252"/>
                    </a:moveTo>
                    <a:lnTo>
                      <a:pt x="188844" y="136565"/>
                    </a:lnTo>
                    <a:moveTo>
                      <a:pt x="188844" y="136565"/>
                    </a:moveTo>
                    <a:lnTo>
                      <a:pt x="162713" y="163878"/>
                    </a:lnTo>
                    <a:moveTo>
                      <a:pt x="162713" y="163878"/>
                    </a:moveTo>
                    <a:lnTo>
                      <a:pt x="136582" y="191191"/>
                    </a:lnTo>
                    <a:moveTo>
                      <a:pt x="136582" y="191191"/>
                    </a:moveTo>
                    <a:lnTo>
                      <a:pt x="110450" y="218504"/>
                    </a:lnTo>
                    <a:moveTo>
                      <a:pt x="110450" y="218504"/>
                    </a:moveTo>
                    <a:lnTo>
                      <a:pt x="84319" y="245816"/>
                    </a:lnTo>
                    <a:moveTo>
                      <a:pt x="84319" y="245816"/>
                    </a:moveTo>
                    <a:lnTo>
                      <a:pt x="58188" y="273129"/>
                    </a:lnTo>
                    <a:moveTo>
                      <a:pt x="58188" y="273129"/>
                    </a:moveTo>
                    <a:lnTo>
                      <a:pt x="32056" y="300442"/>
                    </a:lnTo>
                    <a:moveTo>
                      <a:pt x="32056" y="300442"/>
                    </a:moveTo>
                    <a:lnTo>
                      <a:pt x="5925" y="327755"/>
                    </a:lnTo>
                    <a:moveTo>
                      <a:pt x="5925" y="327755"/>
                    </a:moveTo>
                    <a:lnTo>
                      <a:pt x="0" y="333948"/>
                    </a:lnTo>
                    <a:moveTo>
                      <a:pt x="0" y="1329772"/>
                    </a:moveTo>
                    <a:lnTo>
                      <a:pt x="16595" y="1345583"/>
                    </a:lnTo>
                    <a:moveTo>
                      <a:pt x="16595" y="1345583"/>
                    </a:moveTo>
                    <a:lnTo>
                      <a:pt x="43962" y="1371658"/>
                    </a:lnTo>
                    <a:moveTo>
                      <a:pt x="43962" y="1371658"/>
                    </a:moveTo>
                    <a:lnTo>
                      <a:pt x="71329" y="1397732"/>
                    </a:lnTo>
                    <a:moveTo>
                      <a:pt x="71329" y="1397732"/>
                    </a:moveTo>
                    <a:lnTo>
                      <a:pt x="98696" y="1423807"/>
                    </a:lnTo>
                    <a:moveTo>
                      <a:pt x="98696" y="1423807"/>
                    </a:moveTo>
                    <a:lnTo>
                      <a:pt x="126063" y="1449882"/>
                    </a:lnTo>
                    <a:moveTo>
                      <a:pt x="126063" y="1449882"/>
                    </a:moveTo>
                    <a:lnTo>
                      <a:pt x="153430" y="1475957"/>
                    </a:lnTo>
                    <a:moveTo>
                      <a:pt x="153430" y="1475957"/>
                    </a:moveTo>
                    <a:lnTo>
                      <a:pt x="180797" y="1502031"/>
                    </a:lnTo>
                    <a:moveTo>
                      <a:pt x="180797" y="1502031"/>
                    </a:moveTo>
                    <a:lnTo>
                      <a:pt x="208164" y="1528106"/>
                    </a:lnTo>
                    <a:moveTo>
                      <a:pt x="208164" y="1528106"/>
                    </a:moveTo>
                    <a:lnTo>
                      <a:pt x="235531" y="1554181"/>
                    </a:lnTo>
                    <a:moveTo>
                      <a:pt x="235531" y="1554181"/>
                    </a:moveTo>
                    <a:lnTo>
                      <a:pt x="261094" y="1578537"/>
                    </a:lnTo>
                    <a:lnTo>
                      <a:pt x="263218" y="1579839"/>
                    </a:lnTo>
                    <a:moveTo>
                      <a:pt x="263218" y="1579839"/>
                    </a:moveTo>
                    <a:lnTo>
                      <a:pt x="295443" y="1599597"/>
                    </a:lnTo>
                    <a:moveTo>
                      <a:pt x="295443" y="1599597"/>
                    </a:moveTo>
                    <a:lnTo>
                      <a:pt x="327668" y="1619355"/>
                    </a:lnTo>
                    <a:moveTo>
                      <a:pt x="327668" y="1619355"/>
                    </a:moveTo>
                    <a:lnTo>
                      <a:pt x="359894" y="1639112"/>
                    </a:lnTo>
                    <a:moveTo>
                      <a:pt x="359894" y="1639112"/>
                    </a:moveTo>
                    <a:lnTo>
                      <a:pt x="392119" y="1658870"/>
                    </a:lnTo>
                    <a:moveTo>
                      <a:pt x="392119" y="1658870"/>
                    </a:moveTo>
                    <a:lnTo>
                      <a:pt x="417088" y="1674179"/>
                    </a:lnTo>
                    <a:lnTo>
                      <a:pt x="423252" y="1680048"/>
                    </a:lnTo>
                    <a:moveTo>
                      <a:pt x="423252" y="1680048"/>
                    </a:moveTo>
                    <a:lnTo>
                      <a:pt x="450626" y="1706115"/>
                    </a:lnTo>
                    <a:moveTo>
                      <a:pt x="450626" y="1706115"/>
                    </a:moveTo>
                    <a:lnTo>
                      <a:pt x="478001" y="1732182"/>
                    </a:lnTo>
                    <a:moveTo>
                      <a:pt x="478001" y="1732182"/>
                    </a:moveTo>
                    <a:lnTo>
                      <a:pt x="505375" y="1758249"/>
                    </a:lnTo>
                    <a:moveTo>
                      <a:pt x="505375" y="1758249"/>
                    </a:moveTo>
                    <a:lnTo>
                      <a:pt x="532749" y="1784316"/>
                    </a:lnTo>
                    <a:moveTo>
                      <a:pt x="532749" y="1784316"/>
                    </a:moveTo>
                    <a:lnTo>
                      <a:pt x="560124" y="1810383"/>
                    </a:lnTo>
                    <a:moveTo>
                      <a:pt x="560124" y="1810383"/>
                    </a:moveTo>
                    <a:lnTo>
                      <a:pt x="587498" y="1836450"/>
                    </a:lnTo>
                    <a:moveTo>
                      <a:pt x="587498" y="1836450"/>
                    </a:moveTo>
                    <a:lnTo>
                      <a:pt x="614872" y="1862517"/>
                    </a:lnTo>
                    <a:moveTo>
                      <a:pt x="614872" y="1862517"/>
                    </a:moveTo>
                    <a:lnTo>
                      <a:pt x="642246" y="1888584"/>
                    </a:lnTo>
                    <a:moveTo>
                      <a:pt x="642246" y="1888584"/>
                    </a:moveTo>
                    <a:lnTo>
                      <a:pt x="669621" y="1914651"/>
                    </a:lnTo>
                    <a:moveTo>
                      <a:pt x="669621" y="1914651"/>
                    </a:moveTo>
                    <a:lnTo>
                      <a:pt x="677798" y="1922438"/>
                    </a:lnTo>
                    <a:lnTo>
                      <a:pt x="692776" y="1944309"/>
                    </a:lnTo>
                    <a:moveTo>
                      <a:pt x="692776" y="1944309"/>
                    </a:moveTo>
                    <a:lnTo>
                      <a:pt x="714134" y="1975497"/>
                    </a:lnTo>
                    <a:moveTo>
                      <a:pt x="714134" y="1975497"/>
                    </a:moveTo>
                    <a:lnTo>
                      <a:pt x="735491" y="2006685"/>
                    </a:lnTo>
                    <a:moveTo>
                      <a:pt x="735491" y="2006685"/>
                    </a:moveTo>
                    <a:lnTo>
                      <a:pt x="756849" y="2037873"/>
                    </a:lnTo>
                    <a:moveTo>
                      <a:pt x="756849" y="2037873"/>
                    </a:moveTo>
                    <a:lnTo>
                      <a:pt x="778207" y="2069061"/>
                    </a:lnTo>
                    <a:moveTo>
                      <a:pt x="778207" y="2069061"/>
                    </a:moveTo>
                    <a:lnTo>
                      <a:pt x="782492" y="2075318"/>
                    </a:lnTo>
                    <a:lnTo>
                      <a:pt x="804368" y="2096162"/>
                    </a:lnTo>
                    <a:moveTo>
                      <a:pt x="804368" y="2096162"/>
                    </a:moveTo>
                    <a:lnTo>
                      <a:pt x="822479" y="2113417"/>
                    </a:lnTo>
                    <a:lnTo>
                      <a:pt x="835264" y="2113405"/>
                    </a:lnTo>
                    <a:moveTo>
                      <a:pt x="835264" y="2113405"/>
                    </a:moveTo>
                    <a:lnTo>
                      <a:pt x="873064" y="2113372"/>
                    </a:lnTo>
                    <a:moveTo>
                      <a:pt x="873064" y="2113372"/>
                    </a:moveTo>
                    <a:lnTo>
                      <a:pt x="910864" y="2113338"/>
                    </a:lnTo>
                    <a:moveTo>
                      <a:pt x="910864" y="2113338"/>
                    </a:moveTo>
                    <a:lnTo>
                      <a:pt x="926646" y="2113324"/>
                    </a:lnTo>
                    <a:lnTo>
                      <a:pt x="942560" y="2098108"/>
                    </a:lnTo>
                    <a:moveTo>
                      <a:pt x="942560" y="2098108"/>
                    </a:moveTo>
                    <a:lnTo>
                      <a:pt x="969880" y="2071984"/>
                    </a:lnTo>
                    <a:moveTo>
                      <a:pt x="969880" y="2071984"/>
                    </a:moveTo>
                    <a:lnTo>
                      <a:pt x="984880" y="205764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71" name="Контур"/>
              <p:cNvSpPr/>
              <p:nvPr/>
            </p:nvSpPr>
            <p:spPr>
              <a:xfrm>
                <a:off x="571501" y="3120515"/>
                <a:ext cx="945259" cy="2057642"/>
              </a:xfrm>
              <a:custGeom>
                <a:avLst/>
                <a:gdLst/>
                <a:ahLst/>
                <a:cxnLst/>
                <a:rect l="l" t="t" r="r" b="b"/>
                <a:pathLst>
                  <a:path w="945259" h="2057642" fill="none">
                    <a:moveTo>
                      <a:pt x="697088" y="2027322"/>
                    </a:moveTo>
                    <a:lnTo>
                      <a:pt x="665379" y="2057642"/>
                    </a:lnTo>
                    <a:moveTo>
                      <a:pt x="886305" y="1850807"/>
                    </a:moveTo>
                    <a:lnTo>
                      <a:pt x="697088" y="2027322"/>
                    </a:lnTo>
                    <a:moveTo>
                      <a:pt x="665379" y="2057642"/>
                    </a:moveTo>
                    <a:lnTo>
                      <a:pt x="574340" y="1970533"/>
                    </a:lnTo>
                    <a:moveTo>
                      <a:pt x="574340" y="1970533"/>
                    </a:moveTo>
                    <a:lnTo>
                      <a:pt x="483301" y="1883425"/>
                    </a:lnTo>
                    <a:moveTo>
                      <a:pt x="483301" y="1883425"/>
                    </a:moveTo>
                    <a:lnTo>
                      <a:pt x="392262" y="1796316"/>
                    </a:lnTo>
                    <a:moveTo>
                      <a:pt x="392262" y="1796316"/>
                    </a:moveTo>
                    <a:lnTo>
                      <a:pt x="356657" y="1762249"/>
                    </a:lnTo>
                    <a:lnTo>
                      <a:pt x="409699" y="1706814"/>
                    </a:lnTo>
                    <a:moveTo>
                      <a:pt x="409699" y="1706814"/>
                    </a:moveTo>
                    <a:lnTo>
                      <a:pt x="496808" y="1615776"/>
                    </a:lnTo>
                    <a:moveTo>
                      <a:pt x="496808" y="1615776"/>
                    </a:moveTo>
                    <a:lnTo>
                      <a:pt x="583916" y="1524737"/>
                    </a:lnTo>
                    <a:moveTo>
                      <a:pt x="583916" y="1524737"/>
                    </a:moveTo>
                    <a:lnTo>
                      <a:pt x="671025" y="1433698"/>
                    </a:lnTo>
                    <a:moveTo>
                      <a:pt x="671025" y="1433698"/>
                    </a:moveTo>
                    <a:lnTo>
                      <a:pt x="758134" y="1342659"/>
                    </a:lnTo>
                    <a:moveTo>
                      <a:pt x="758134" y="1342659"/>
                    </a:moveTo>
                    <a:lnTo>
                      <a:pt x="840313" y="1256771"/>
                    </a:lnTo>
                    <a:lnTo>
                      <a:pt x="842348" y="1249938"/>
                    </a:lnTo>
                    <a:moveTo>
                      <a:pt x="842348" y="1249938"/>
                    </a:moveTo>
                    <a:lnTo>
                      <a:pt x="878309" y="1129179"/>
                    </a:lnTo>
                    <a:moveTo>
                      <a:pt x="878309" y="1129179"/>
                    </a:moveTo>
                    <a:lnTo>
                      <a:pt x="914269" y="1008420"/>
                    </a:lnTo>
                    <a:moveTo>
                      <a:pt x="914269" y="1008420"/>
                    </a:moveTo>
                    <a:lnTo>
                      <a:pt x="945259" y="904351"/>
                    </a:lnTo>
                    <a:lnTo>
                      <a:pt x="932675" y="892312"/>
                    </a:lnTo>
                    <a:moveTo>
                      <a:pt x="932675" y="892312"/>
                    </a:moveTo>
                    <a:lnTo>
                      <a:pt x="841632" y="805208"/>
                    </a:lnTo>
                    <a:moveTo>
                      <a:pt x="841632" y="805208"/>
                    </a:moveTo>
                    <a:lnTo>
                      <a:pt x="750588" y="718105"/>
                    </a:lnTo>
                    <a:moveTo>
                      <a:pt x="750588" y="718105"/>
                    </a:moveTo>
                    <a:lnTo>
                      <a:pt x="659544" y="631001"/>
                    </a:lnTo>
                    <a:moveTo>
                      <a:pt x="659544" y="631001"/>
                    </a:moveTo>
                    <a:lnTo>
                      <a:pt x="568500" y="543898"/>
                    </a:lnTo>
                    <a:moveTo>
                      <a:pt x="568500" y="543898"/>
                    </a:moveTo>
                    <a:lnTo>
                      <a:pt x="477457" y="456794"/>
                    </a:lnTo>
                    <a:moveTo>
                      <a:pt x="477457" y="456794"/>
                    </a:moveTo>
                    <a:lnTo>
                      <a:pt x="386413" y="369690"/>
                    </a:lnTo>
                    <a:moveTo>
                      <a:pt x="386413" y="369690"/>
                    </a:moveTo>
                    <a:lnTo>
                      <a:pt x="295369" y="282587"/>
                    </a:lnTo>
                    <a:moveTo>
                      <a:pt x="295369" y="282587"/>
                    </a:moveTo>
                    <a:lnTo>
                      <a:pt x="204325" y="195483"/>
                    </a:lnTo>
                    <a:moveTo>
                      <a:pt x="204325" y="195483"/>
                    </a:moveTo>
                    <a:lnTo>
                      <a:pt x="113282" y="108380"/>
                    </a:lnTo>
                    <a:moveTo>
                      <a:pt x="113282" y="108380"/>
                    </a:moveTo>
                    <a:lnTo>
                      <a:pt x="22238" y="21276"/>
                    </a:lnTo>
                    <a:moveTo>
                      <a:pt x="22238" y="21276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72" name="Контур"/>
              <p:cNvSpPr/>
              <p:nvPr/>
            </p:nvSpPr>
            <p:spPr>
              <a:xfrm>
                <a:off x="676641" y="3160012"/>
                <a:ext cx="873212" cy="1908300"/>
              </a:xfrm>
              <a:custGeom>
                <a:avLst/>
                <a:gdLst/>
                <a:ahLst/>
                <a:cxnLst/>
                <a:rect l="l" t="t" r="r" b="b"/>
                <a:pathLst>
                  <a:path w="873212" h="1908300" fill="none">
                    <a:moveTo>
                      <a:pt x="506532" y="1892020"/>
                    </a:moveTo>
                    <a:lnTo>
                      <a:pt x="461059" y="1908300"/>
                    </a:lnTo>
                    <a:lnTo>
                      <a:pt x="475318" y="1862154"/>
                    </a:lnTo>
                    <a:lnTo>
                      <a:pt x="506532" y="1892020"/>
                    </a:lnTo>
                    <a:lnTo>
                      <a:pt x="502630" y="1888286"/>
                    </a:lnTo>
                    <a:lnTo>
                      <a:pt x="468526" y="1900497"/>
                    </a:lnTo>
                    <a:lnTo>
                      <a:pt x="479220" y="1865887"/>
                    </a:lnTo>
                    <a:lnTo>
                      <a:pt x="475487" y="1869789"/>
                    </a:lnTo>
                    <a:lnTo>
                      <a:pt x="498897" y="1892188"/>
                    </a:lnTo>
                    <a:lnTo>
                      <a:pt x="502630" y="1888286"/>
                    </a:lnTo>
                    <a:lnTo>
                      <a:pt x="506532" y="1892020"/>
                    </a:lnTo>
                    <a:lnTo>
                      <a:pt x="491262" y="1892356"/>
                    </a:lnTo>
                    <a:lnTo>
                      <a:pt x="495164" y="1896090"/>
                    </a:lnTo>
                    <a:lnTo>
                      <a:pt x="479894" y="1896427"/>
                    </a:lnTo>
                    <a:lnTo>
                      <a:pt x="483796" y="1900160"/>
                    </a:lnTo>
                    <a:lnTo>
                      <a:pt x="464793" y="1904398"/>
                    </a:lnTo>
                    <a:lnTo>
                      <a:pt x="468189" y="1885227"/>
                    </a:lnTo>
                    <a:lnTo>
                      <a:pt x="472091" y="1888960"/>
                    </a:lnTo>
                    <a:lnTo>
                      <a:pt x="471754" y="1873690"/>
                    </a:lnTo>
                    <a:lnTo>
                      <a:pt x="475655" y="1877424"/>
                    </a:lnTo>
                    <a:lnTo>
                      <a:pt x="475318" y="1862154"/>
                    </a:lnTo>
                    <a:lnTo>
                      <a:pt x="479389" y="1873522"/>
                    </a:lnTo>
                    <a:lnTo>
                      <a:pt x="487023" y="1873353"/>
                    </a:lnTo>
                    <a:lnTo>
                      <a:pt x="487192" y="1880988"/>
                    </a:lnTo>
                    <a:lnTo>
                      <a:pt x="494827" y="1880820"/>
                    </a:lnTo>
                    <a:lnTo>
                      <a:pt x="494995" y="1888455"/>
                    </a:lnTo>
                    <a:lnTo>
                      <a:pt x="506532" y="1892020"/>
                    </a:lnTo>
                    <a:lnTo>
                      <a:pt x="498897" y="1892188"/>
                    </a:lnTo>
                    <a:lnTo>
                      <a:pt x="498728" y="1884553"/>
                    </a:lnTo>
                    <a:lnTo>
                      <a:pt x="491094" y="1884722"/>
                    </a:lnTo>
                    <a:lnTo>
                      <a:pt x="490925" y="1877087"/>
                    </a:lnTo>
                    <a:lnTo>
                      <a:pt x="483290" y="1877255"/>
                    </a:lnTo>
                    <a:lnTo>
                      <a:pt x="483122" y="1869620"/>
                    </a:lnTo>
                    <a:lnTo>
                      <a:pt x="475487" y="1869789"/>
                    </a:lnTo>
                    <a:lnTo>
                      <a:pt x="471754" y="1873690"/>
                    </a:lnTo>
                    <a:lnTo>
                      <a:pt x="475655" y="1877424"/>
                    </a:lnTo>
                    <a:lnTo>
                      <a:pt x="468189" y="1885227"/>
                    </a:lnTo>
                    <a:lnTo>
                      <a:pt x="472091" y="1888960"/>
                    </a:lnTo>
                    <a:lnTo>
                      <a:pt x="461059" y="1908300"/>
                    </a:lnTo>
                    <a:lnTo>
                      <a:pt x="468526" y="1900497"/>
                    </a:lnTo>
                    <a:lnTo>
                      <a:pt x="472427" y="1904230"/>
                    </a:lnTo>
                    <a:lnTo>
                      <a:pt x="479894" y="1896427"/>
                    </a:lnTo>
                    <a:lnTo>
                      <a:pt x="483796" y="1900160"/>
                    </a:lnTo>
                    <a:lnTo>
                      <a:pt x="491262" y="1892356"/>
                    </a:lnTo>
                    <a:lnTo>
                      <a:pt x="495164" y="1896090"/>
                    </a:lnTo>
                    <a:lnTo>
                      <a:pt x="498897" y="1892188"/>
                    </a:lnTo>
                    <a:moveTo>
                      <a:pt x="324454" y="1717803"/>
                    </a:moveTo>
                    <a:lnTo>
                      <a:pt x="278981" y="1734083"/>
                    </a:lnTo>
                    <a:lnTo>
                      <a:pt x="293240" y="1687937"/>
                    </a:lnTo>
                    <a:lnTo>
                      <a:pt x="324454" y="1717803"/>
                    </a:lnTo>
                    <a:lnTo>
                      <a:pt x="320552" y="1714069"/>
                    </a:lnTo>
                    <a:lnTo>
                      <a:pt x="286448" y="1726280"/>
                    </a:lnTo>
                    <a:lnTo>
                      <a:pt x="297142" y="1691670"/>
                    </a:lnTo>
                    <a:lnTo>
                      <a:pt x="293409" y="1695572"/>
                    </a:lnTo>
                    <a:lnTo>
                      <a:pt x="316819" y="1717971"/>
                    </a:lnTo>
                    <a:lnTo>
                      <a:pt x="320552" y="1714069"/>
                    </a:lnTo>
                    <a:lnTo>
                      <a:pt x="324454" y="1717803"/>
                    </a:lnTo>
                    <a:lnTo>
                      <a:pt x="309184" y="1718139"/>
                    </a:lnTo>
                    <a:lnTo>
                      <a:pt x="313086" y="1721873"/>
                    </a:lnTo>
                    <a:lnTo>
                      <a:pt x="297816" y="1722210"/>
                    </a:lnTo>
                    <a:lnTo>
                      <a:pt x="301718" y="1725943"/>
                    </a:lnTo>
                    <a:lnTo>
                      <a:pt x="282715" y="1730181"/>
                    </a:lnTo>
                    <a:lnTo>
                      <a:pt x="286111" y="1711010"/>
                    </a:lnTo>
                    <a:lnTo>
                      <a:pt x="290012" y="1714743"/>
                    </a:lnTo>
                    <a:lnTo>
                      <a:pt x="289676" y="1699473"/>
                    </a:lnTo>
                    <a:lnTo>
                      <a:pt x="293577" y="1703207"/>
                    </a:lnTo>
                    <a:lnTo>
                      <a:pt x="293240" y="1687937"/>
                    </a:lnTo>
                    <a:lnTo>
                      <a:pt x="297310" y="1699305"/>
                    </a:lnTo>
                    <a:lnTo>
                      <a:pt x="304945" y="1699136"/>
                    </a:lnTo>
                    <a:lnTo>
                      <a:pt x="305114" y="1706771"/>
                    </a:lnTo>
                    <a:lnTo>
                      <a:pt x="312749" y="1706603"/>
                    </a:lnTo>
                    <a:lnTo>
                      <a:pt x="312917" y="1714238"/>
                    </a:lnTo>
                    <a:lnTo>
                      <a:pt x="324454" y="1717803"/>
                    </a:lnTo>
                    <a:lnTo>
                      <a:pt x="316819" y="1717971"/>
                    </a:lnTo>
                    <a:lnTo>
                      <a:pt x="316650" y="1710336"/>
                    </a:lnTo>
                    <a:lnTo>
                      <a:pt x="309016" y="1710505"/>
                    </a:lnTo>
                    <a:lnTo>
                      <a:pt x="308847" y="1702870"/>
                    </a:lnTo>
                    <a:lnTo>
                      <a:pt x="301212" y="1703038"/>
                    </a:lnTo>
                    <a:lnTo>
                      <a:pt x="301044" y="1695403"/>
                    </a:lnTo>
                    <a:lnTo>
                      <a:pt x="293409" y="1695572"/>
                    </a:lnTo>
                    <a:lnTo>
                      <a:pt x="289676" y="1699473"/>
                    </a:lnTo>
                    <a:lnTo>
                      <a:pt x="293577" y="1703207"/>
                    </a:lnTo>
                    <a:lnTo>
                      <a:pt x="286111" y="1711010"/>
                    </a:lnTo>
                    <a:lnTo>
                      <a:pt x="290012" y="1714743"/>
                    </a:lnTo>
                    <a:lnTo>
                      <a:pt x="278981" y="1734083"/>
                    </a:lnTo>
                    <a:lnTo>
                      <a:pt x="286448" y="1726280"/>
                    </a:lnTo>
                    <a:lnTo>
                      <a:pt x="290349" y="1730013"/>
                    </a:lnTo>
                    <a:lnTo>
                      <a:pt x="297816" y="1722210"/>
                    </a:lnTo>
                    <a:lnTo>
                      <a:pt x="301718" y="1725943"/>
                    </a:lnTo>
                    <a:lnTo>
                      <a:pt x="309184" y="1718139"/>
                    </a:lnTo>
                    <a:lnTo>
                      <a:pt x="313086" y="1721873"/>
                    </a:lnTo>
                    <a:lnTo>
                      <a:pt x="316819" y="1717971"/>
                    </a:lnTo>
                    <a:moveTo>
                      <a:pt x="430684" y="1613611"/>
                    </a:moveTo>
                    <a:lnTo>
                      <a:pt x="414404" y="1568138"/>
                    </a:lnTo>
                    <a:lnTo>
                      <a:pt x="460550" y="1582398"/>
                    </a:lnTo>
                    <a:lnTo>
                      <a:pt x="430684" y="1613611"/>
                    </a:lnTo>
                    <a:lnTo>
                      <a:pt x="434417" y="1609709"/>
                    </a:lnTo>
                    <a:lnTo>
                      <a:pt x="422207" y="1575605"/>
                    </a:lnTo>
                    <a:lnTo>
                      <a:pt x="456817" y="1586299"/>
                    </a:lnTo>
                    <a:lnTo>
                      <a:pt x="452915" y="1582566"/>
                    </a:lnTo>
                    <a:lnTo>
                      <a:pt x="430516" y="1605976"/>
                    </a:lnTo>
                    <a:lnTo>
                      <a:pt x="434417" y="1609709"/>
                    </a:lnTo>
                    <a:lnTo>
                      <a:pt x="430684" y="1613611"/>
                    </a:lnTo>
                    <a:lnTo>
                      <a:pt x="430347" y="1598341"/>
                    </a:lnTo>
                    <a:lnTo>
                      <a:pt x="426614" y="1602243"/>
                    </a:lnTo>
                    <a:lnTo>
                      <a:pt x="426277" y="1586973"/>
                    </a:lnTo>
                    <a:lnTo>
                      <a:pt x="422544" y="1590875"/>
                    </a:lnTo>
                    <a:lnTo>
                      <a:pt x="418305" y="1571872"/>
                    </a:lnTo>
                    <a:lnTo>
                      <a:pt x="437477" y="1575268"/>
                    </a:lnTo>
                    <a:lnTo>
                      <a:pt x="433744" y="1579170"/>
                    </a:lnTo>
                    <a:lnTo>
                      <a:pt x="449013" y="1578833"/>
                    </a:lnTo>
                    <a:lnTo>
                      <a:pt x="445280" y="1582734"/>
                    </a:lnTo>
                    <a:lnTo>
                      <a:pt x="460550" y="1582398"/>
                    </a:lnTo>
                    <a:lnTo>
                      <a:pt x="449182" y="1586468"/>
                    </a:lnTo>
                    <a:lnTo>
                      <a:pt x="449350" y="1594103"/>
                    </a:lnTo>
                    <a:lnTo>
                      <a:pt x="441715" y="1594271"/>
                    </a:lnTo>
                    <a:lnTo>
                      <a:pt x="441884" y="1601906"/>
                    </a:lnTo>
                    <a:lnTo>
                      <a:pt x="434249" y="1602074"/>
                    </a:lnTo>
                    <a:lnTo>
                      <a:pt x="430684" y="1613611"/>
                    </a:lnTo>
                    <a:lnTo>
                      <a:pt x="430516" y="1605976"/>
                    </a:lnTo>
                    <a:lnTo>
                      <a:pt x="438151" y="1605808"/>
                    </a:lnTo>
                    <a:lnTo>
                      <a:pt x="437982" y="1598173"/>
                    </a:lnTo>
                    <a:lnTo>
                      <a:pt x="445617" y="1598004"/>
                    </a:lnTo>
                    <a:lnTo>
                      <a:pt x="445449" y="1590369"/>
                    </a:lnTo>
                    <a:lnTo>
                      <a:pt x="453084" y="1590201"/>
                    </a:lnTo>
                    <a:lnTo>
                      <a:pt x="452915" y="1582566"/>
                    </a:lnTo>
                    <a:lnTo>
                      <a:pt x="449013" y="1578833"/>
                    </a:lnTo>
                    <a:lnTo>
                      <a:pt x="445280" y="1582734"/>
                    </a:lnTo>
                    <a:lnTo>
                      <a:pt x="437477" y="1575268"/>
                    </a:lnTo>
                    <a:lnTo>
                      <a:pt x="433744" y="1579170"/>
                    </a:lnTo>
                    <a:lnTo>
                      <a:pt x="414404" y="1568138"/>
                    </a:lnTo>
                    <a:lnTo>
                      <a:pt x="422207" y="1575605"/>
                    </a:lnTo>
                    <a:lnTo>
                      <a:pt x="418474" y="1579507"/>
                    </a:lnTo>
                    <a:lnTo>
                      <a:pt x="426277" y="1586973"/>
                    </a:lnTo>
                    <a:lnTo>
                      <a:pt x="422544" y="1590875"/>
                    </a:lnTo>
                    <a:lnTo>
                      <a:pt x="430347" y="1598341"/>
                    </a:lnTo>
                    <a:lnTo>
                      <a:pt x="426614" y="1602243"/>
                    </a:lnTo>
                    <a:lnTo>
                      <a:pt x="430516" y="1605976"/>
                    </a:lnTo>
                    <a:moveTo>
                      <a:pt x="604902" y="1431533"/>
                    </a:moveTo>
                    <a:lnTo>
                      <a:pt x="588621" y="1386061"/>
                    </a:lnTo>
                    <a:lnTo>
                      <a:pt x="634767" y="1400320"/>
                    </a:lnTo>
                    <a:lnTo>
                      <a:pt x="604902" y="1431533"/>
                    </a:lnTo>
                    <a:lnTo>
                      <a:pt x="608635" y="1427632"/>
                    </a:lnTo>
                    <a:lnTo>
                      <a:pt x="596424" y="1393527"/>
                    </a:lnTo>
                    <a:lnTo>
                      <a:pt x="631034" y="1404222"/>
                    </a:lnTo>
                    <a:lnTo>
                      <a:pt x="627132" y="1400488"/>
                    </a:lnTo>
                    <a:lnTo>
                      <a:pt x="604733" y="1423898"/>
                    </a:lnTo>
                    <a:lnTo>
                      <a:pt x="608635" y="1427632"/>
                    </a:lnTo>
                    <a:lnTo>
                      <a:pt x="604902" y="1431533"/>
                    </a:lnTo>
                    <a:lnTo>
                      <a:pt x="604565" y="1416263"/>
                    </a:lnTo>
                    <a:lnTo>
                      <a:pt x="600831" y="1420165"/>
                    </a:lnTo>
                    <a:lnTo>
                      <a:pt x="600495" y="1404895"/>
                    </a:lnTo>
                    <a:lnTo>
                      <a:pt x="596761" y="1408797"/>
                    </a:lnTo>
                    <a:lnTo>
                      <a:pt x="592523" y="1389794"/>
                    </a:lnTo>
                    <a:lnTo>
                      <a:pt x="611694" y="1393190"/>
                    </a:lnTo>
                    <a:lnTo>
                      <a:pt x="607961" y="1397092"/>
                    </a:lnTo>
                    <a:lnTo>
                      <a:pt x="623231" y="1396755"/>
                    </a:lnTo>
                    <a:lnTo>
                      <a:pt x="619498" y="1400657"/>
                    </a:lnTo>
                    <a:lnTo>
                      <a:pt x="634767" y="1400320"/>
                    </a:lnTo>
                    <a:lnTo>
                      <a:pt x="623399" y="1404390"/>
                    </a:lnTo>
                    <a:lnTo>
                      <a:pt x="623568" y="1412025"/>
                    </a:lnTo>
                    <a:lnTo>
                      <a:pt x="615933" y="1412193"/>
                    </a:lnTo>
                    <a:lnTo>
                      <a:pt x="616101" y="1419828"/>
                    </a:lnTo>
                    <a:lnTo>
                      <a:pt x="608466" y="1419997"/>
                    </a:lnTo>
                    <a:lnTo>
                      <a:pt x="604902" y="1431533"/>
                    </a:lnTo>
                    <a:lnTo>
                      <a:pt x="604733" y="1423898"/>
                    </a:lnTo>
                    <a:lnTo>
                      <a:pt x="612368" y="1423730"/>
                    </a:lnTo>
                    <a:lnTo>
                      <a:pt x="612200" y="1416095"/>
                    </a:lnTo>
                    <a:lnTo>
                      <a:pt x="619834" y="1415927"/>
                    </a:lnTo>
                    <a:lnTo>
                      <a:pt x="619666" y="1408292"/>
                    </a:lnTo>
                    <a:lnTo>
                      <a:pt x="627301" y="1408123"/>
                    </a:lnTo>
                    <a:lnTo>
                      <a:pt x="627132" y="1400488"/>
                    </a:lnTo>
                    <a:lnTo>
                      <a:pt x="623231" y="1396755"/>
                    </a:lnTo>
                    <a:lnTo>
                      <a:pt x="619498" y="1400657"/>
                    </a:lnTo>
                    <a:lnTo>
                      <a:pt x="611694" y="1393190"/>
                    </a:lnTo>
                    <a:lnTo>
                      <a:pt x="607961" y="1397092"/>
                    </a:lnTo>
                    <a:lnTo>
                      <a:pt x="588621" y="1386061"/>
                    </a:lnTo>
                    <a:lnTo>
                      <a:pt x="596424" y="1393527"/>
                    </a:lnTo>
                    <a:lnTo>
                      <a:pt x="592691" y="1397429"/>
                    </a:lnTo>
                    <a:lnTo>
                      <a:pt x="600495" y="1404895"/>
                    </a:lnTo>
                    <a:lnTo>
                      <a:pt x="596761" y="1408797"/>
                    </a:lnTo>
                    <a:lnTo>
                      <a:pt x="604565" y="1416263"/>
                    </a:lnTo>
                    <a:lnTo>
                      <a:pt x="600831" y="1420165"/>
                    </a:lnTo>
                    <a:lnTo>
                      <a:pt x="604733" y="1423898"/>
                    </a:lnTo>
                    <a:moveTo>
                      <a:pt x="788962" y="1225853"/>
                    </a:moveTo>
                    <a:lnTo>
                      <a:pt x="753724" y="1192822"/>
                    </a:lnTo>
                    <a:lnTo>
                      <a:pt x="801291" y="1184450"/>
                    </a:lnTo>
                    <a:lnTo>
                      <a:pt x="788962" y="1225853"/>
                    </a:lnTo>
                    <a:lnTo>
                      <a:pt x="790503" y="1220678"/>
                    </a:lnTo>
                    <a:lnTo>
                      <a:pt x="764074" y="1195904"/>
                    </a:lnTo>
                    <a:lnTo>
                      <a:pt x="799750" y="1189625"/>
                    </a:lnTo>
                    <a:lnTo>
                      <a:pt x="794575" y="1188084"/>
                    </a:lnTo>
                    <a:lnTo>
                      <a:pt x="785328" y="1219136"/>
                    </a:lnTo>
                    <a:lnTo>
                      <a:pt x="790503" y="1220678"/>
                    </a:lnTo>
                    <a:lnTo>
                      <a:pt x="788962" y="1225853"/>
                    </a:lnTo>
                    <a:lnTo>
                      <a:pt x="781694" y="1212420"/>
                    </a:lnTo>
                    <a:lnTo>
                      <a:pt x="780153" y="1217595"/>
                    </a:lnTo>
                    <a:lnTo>
                      <a:pt x="772884" y="1204162"/>
                    </a:lnTo>
                    <a:lnTo>
                      <a:pt x="771343" y="1209338"/>
                    </a:lnTo>
                    <a:lnTo>
                      <a:pt x="758899" y="1194363"/>
                    </a:lnTo>
                    <a:lnTo>
                      <a:pt x="777508" y="1188636"/>
                    </a:lnTo>
                    <a:lnTo>
                      <a:pt x="775966" y="1193811"/>
                    </a:lnTo>
                    <a:lnTo>
                      <a:pt x="789399" y="1186543"/>
                    </a:lnTo>
                    <a:lnTo>
                      <a:pt x="787858" y="1191718"/>
                    </a:lnTo>
                    <a:lnTo>
                      <a:pt x="801291" y="1184450"/>
                    </a:lnTo>
                    <a:lnTo>
                      <a:pt x="793034" y="1193259"/>
                    </a:lnTo>
                    <a:lnTo>
                      <a:pt x="796668" y="1199976"/>
                    </a:lnTo>
                    <a:lnTo>
                      <a:pt x="789951" y="1203610"/>
                    </a:lnTo>
                    <a:lnTo>
                      <a:pt x="793586" y="1210327"/>
                    </a:lnTo>
                    <a:lnTo>
                      <a:pt x="786869" y="1213961"/>
                    </a:lnTo>
                    <a:lnTo>
                      <a:pt x="788962" y="1225853"/>
                    </a:lnTo>
                    <a:lnTo>
                      <a:pt x="785328" y="1219136"/>
                    </a:lnTo>
                    <a:lnTo>
                      <a:pt x="792044" y="1215502"/>
                    </a:lnTo>
                    <a:lnTo>
                      <a:pt x="788410" y="1208786"/>
                    </a:lnTo>
                    <a:lnTo>
                      <a:pt x="795127" y="1205151"/>
                    </a:lnTo>
                    <a:lnTo>
                      <a:pt x="791493" y="1198435"/>
                    </a:lnTo>
                    <a:lnTo>
                      <a:pt x="798209" y="1194801"/>
                    </a:lnTo>
                    <a:lnTo>
                      <a:pt x="794575" y="1188084"/>
                    </a:lnTo>
                    <a:lnTo>
                      <a:pt x="789399" y="1186543"/>
                    </a:lnTo>
                    <a:lnTo>
                      <a:pt x="787858" y="1191718"/>
                    </a:lnTo>
                    <a:lnTo>
                      <a:pt x="777508" y="1188636"/>
                    </a:lnTo>
                    <a:lnTo>
                      <a:pt x="775966" y="1193811"/>
                    </a:lnTo>
                    <a:lnTo>
                      <a:pt x="753724" y="1192822"/>
                    </a:lnTo>
                    <a:lnTo>
                      <a:pt x="764074" y="1195904"/>
                    </a:lnTo>
                    <a:lnTo>
                      <a:pt x="762533" y="1201080"/>
                    </a:lnTo>
                    <a:lnTo>
                      <a:pt x="772884" y="1204162"/>
                    </a:lnTo>
                    <a:lnTo>
                      <a:pt x="771343" y="1209338"/>
                    </a:lnTo>
                    <a:lnTo>
                      <a:pt x="781694" y="1212420"/>
                    </a:lnTo>
                    <a:lnTo>
                      <a:pt x="780153" y="1217595"/>
                    </a:lnTo>
                    <a:lnTo>
                      <a:pt x="785328" y="1219136"/>
                    </a:lnTo>
                    <a:moveTo>
                      <a:pt x="860883" y="984334"/>
                    </a:moveTo>
                    <a:lnTo>
                      <a:pt x="825644" y="951303"/>
                    </a:lnTo>
                    <a:lnTo>
                      <a:pt x="873212" y="942931"/>
                    </a:lnTo>
                    <a:lnTo>
                      <a:pt x="860883" y="984334"/>
                    </a:lnTo>
                    <a:lnTo>
                      <a:pt x="862424" y="979159"/>
                    </a:lnTo>
                    <a:lnTo>
                      <a:pt x="835995" y="954386"/>
                    </a:lnTo>
                    <a:lnTo>
                      <a:pt x="871671" y="948106"/>
                    </a:lnTo>
                    <a:lnTo>
                      <a:pt x="866496" y="946565"/>
                    </a:lnTo>
                    <a:lnTo>
                      <a:pt x="857249" y="977618"/>
                    </a:lnTo>
                    <a:lnTo>
                      <a:pt x="862424" y="979159"/>
                    </a:lnTo>
                    <a:lnTo>
                      <a:pt x="860883" y="984334"/>
                    </a:lnTo>
                    <a:lnTo>
                      <a:pt x="853615" y="970901"/>
                    </a:lnTo>
                    <a:lnTo>
                      <a:pt x="852073" y="976076"/>
                    </a:lnTo>
                    <a:lnTo>
                      <a:pt x="844805" y="962643"/>
                    </a:lnTo>
                    <a:lnTo>
                      <a:pt x="843264" y="967819"/>
                    </a:lnTo>
                    <a:lnTo>
                      <a:pt x="830820" y="952844"/>
                    </a:lnTo>
                    <a:lnTo>
                      <a:pt x="849428" y="947117"/>
                    </a:lnTo>
                    <a:lnTo>
                      <a:pt x="847887" y="952292"/>
                    </a:lnTo>
                    <a:lnTo>
                      <a:pt x="861320" y="945024"/>
                    </a:lnTo>
                    <a:lnTo>
                      <a:pt x="859779" y="950199"/>
                    </a:lnTo>
                    <a:lnTo>
                      <a:pt x="873212" y="942931"/>
                    </a:lnTo>
                    <a:lnTo>
                      <a:pt x="864955" y="951741"/>
                    </a:lnTo>
                    <a:lnTo>
                      <a:pt x="868589" y="958457"/>
                    </a:lnTo>
                    <a:lnTo>
                      <a:pt x="861872" y="962091"/>
                    </a:lnTo>
                    <a:lnTo>
                      <a:pt x="865507" y="968808"/>
                    </a:lnTo>
                    <a:lnTo>
                      <a:pt x="858790" y="972442"/>
                    </a:lnTo>
                    <a:lnTo>
                      <a:pt x="860883" y="984334"/>
                    </a:lnTo>
                    <a:lnTo>
                      <a:pt x="857249" y="977618"/>
                    </a:lnTo>
                    <a:lnTo>
                      <a:pt x="863965" y="973983"/>
                    </a:lnTo>
                    <a:lnTo>
                      <a:pt x="860331" y="967267"/>
                    </a:lnTo>
                    <a:lnTo>
                      <a:pt x="867048" y="963633"/>
                    </a:lnTo>
                    <a:lnTo>
                      <a:pt x="863413" y="956916"/>
                    </a:lnTo>
                    <a:lnTo>
                      <a:pt x="870130" y="953282"/>
                    </a:lnTo>
                    <a:lnTo>
                      <a:pt x="866496" y="946565"/>
                    </a:lnTo>
                    <a:lnTo>
                      <a:pt x="861320" y="945024"/>
                    </a:lnTo>
                    <a:lnTo>
                      <a:pt x="859779" y="950199"/>
                    </a:lnTo>
                    <a:lnTo>
                      <a:pt x="849428" y="947117"/>
                    </a:lnTo>
                    <a:lnTo>
                      <a:pt x="847887" y="952292"/>
                    </a:lnTo>
                    <a:lnTo>
                      <a:pt x="825644" y="951303"/>
                    </a:lnTo>
                    <a:lnTo>
                      <a:pt x="835995" y="954386"/>
                    </a:lnTo>
                    <a:lnTo>
                      <a:pt x="834454" y="959561"/>
                    </a:lnTo>
                    <a:lnTo>
                      <a:pt x="844805" y="962643"/>
                    </a:lnTo>
                    <a:lnTo>
                      <a:pt x="843264" y="967819"/>
                    </a:lnTo>
                    <a:lnTo>
                      <a:pt x="853615" y="970901"/>
                    </a:lnTo>
                    <a:lnTo>
                      <a:pt x="852073" y="976076"/>
                    </a:lnTo>
                    <a:lnTo>
                      <a:pt x="857249" y="977618"/>
                    </a:lnTo>
                    <a:moveTo>
                      <a:pt x="773822" y="726693"/>
                    </a:moveTo>
                    <a:lnTo>
                      <a:pt x="728350" y="742975"/>
                    </a:lnTo>
                    <a:lnTo>
                      <a:pt x="742607" y="696828"/>
                    </a:lnTo>
                    <a:lnTo>
                      <a:pt x="773822" y="726693"/>
                    </a:lnTo>
                    <a:lnTo>
                      <a:pt x="769920" y="722959"/>
                    </a:lnTo>
                    <a:lnTo>
                      <a:pt x="735816" y="735172"/>
                    </a:lnTo>
                    <a:lnTo>
                      <a:pt x="746509" y="700561"/>
                    </a:lnTo>
                    <a:lnTo>
                      <a:pt x="742776" y="704463"/>
                    </a:lnTo>
                    <a:lnTo>
                      <a:pt x="766187" y="726861"/>
                    </a:lnTo>
                    <a:lnTo>
                      <a:pt x="769920" y="722959"/>
                    </a:lnTo>
                    <a:lnTo>
                      <a:pt x="773822" y="726693"/>
                    </a:lnTo>
                    <a:lnTo>
                      <a:pt x="758552" y="727030"/>
                    </a:lnTo>
                    <a:lnTo>
                      <a:pt x="762454" y="730763"/>
                    </a:lnTo>
                    <a:lnTo>
                      <a:pt x="747184" y="731101"/>
                    </a:lnTo>
                    <a:lnTo>
                      <a:pt x="751086" y="734834"/>
                    </a:lnTo>
                    <a:lnTo>
                      <a:pt x="732083" y="739074"/>
                    </a:lnTo>
                    <a:lnTo>
                      <a:pt x="735478" y="719902"/>
                    </a:lnTo>
                    <a:lnTo>
                      <a:pt x="739380" y="723635"/>
                    </a:lnTo>
                    <a:lnTo>
                      <a:pt x="739043" y="708365"/>
                    </a:lnTo>
                    <a:lnTo>
                      <a:pt x="742945" y="712098"/>
                    </a:lnTo>
                    <a:lnTo>
                      <a:pt x="742607" y="696828"/>
                    </a:lnTo>
                    <a:lnTo>
                      <a:pt x="746678" y="708196"/>
                    </a:lnTo>
                    <a:lnTo>
                      <a:pt x="754312" y="708027"/>
                    </a:lnTo>
                    <a:lnTo>
                      <a:pt x="754481" y="715662"/>
                    </a:lnTo>
                    <a:lnTo>
                      <a:pt x="762116" y="715493"/>
                    </a:lnTo>
                    <a:lnTo>
                      <a:pt x="762285" y="723128"/>
                    </a:lnTo>
                    <a:lnTo>
                      <a:pt x="773822" y="726693"/>
                    </a:lnTo>
                    <a:lnTo>
                      <a:pt x="766187" y="726861"/>
                    </a:lnTo>
                    <a:lnTo>
                      <a:pt x="766018" y="719226"/>
                    </a:lnTo>
                    <a:lnTo>
                      <a:pt x="758383" y="719395"/>
                    </a:lnTo>
                    <a:lnTo>
                      <a:pt x="758214" y="711760"/>
                    </a:lnTo>
                    <a:lnTo>
                      <a:pt x="750579" y="711929"/>
                    </a:lnTo>
                    <a:lnTo>
                      <a:pt x="750411" y="704294"/>
                    </a:lnTo>
                    <a:lnTo>
                      <a:pt x="742776" y="704463"/>
                    </a:lnTo>
                    <a:lnTo>
                      <a:pt x="739043" y="708365"/>
                    </a:lnTo>
                    <a:lnTo>
                      <a:pt x="742945" y="712098"/>
                    </a:lnTo>
                    <a:lnTo>
                      <a:pt x="735478" y="719902"/>
                    </a:lnTo>
                    <a:lnTo>
                      <a:pt x="739380" y="723635"/>
                    </a:lnTo>
                    <a:lnTo>
                      <a:pt x="728350" y="742975"/>
                    </a:lnTo>
                    <a:lnTo>
                      <a:pt x="735816" y="735172"/>
                    </a:lnTo>
                    <a:lnTo>
                      <a:pt x="739718" y="738905"/>
                    </a:lnTo>
                    <a:lnTo>
                      <a:pt x="747184" y="731101"/>
                    </a:lnTo>
                    <a:lnTo>
                      <a:pt x="751086" y="734834"/>
                    </a:lnTo>
                    <a:lnTo>
                      <a:pt x="758552" y="727030"/>
                    </a:lnTo>
                    <a:lnTo>
                      <a:pt x="762454" y="730763"/>
                    </a:lnTo>
                    <a:lnTo>
                      <a:pt x="766187" y="726861"/>
                    </a:lnTo>
                    <a:moveTo>
                      <a:pt x="591734" y="552485"/>
                    </a:moveTo>
                    <a:lnTo>
                      <a:pt x="546263" y="568768"/>
                    </a:lnTo>
                    <a:lnTo>
                      <a:pt x="560519" y="522621"/>
                    </a:lnTo>
                    <a:lnTo>
                      <a:pt x="591734" y="552485"/>
                    </a:lnTo>
                    <a:lnTo>
                      <a:pt x="587832" y="548752"/>
                    </a:lnTo>
                    <a:lnTo>
                      <a:pt x="553729" y="560965"/>
                    </a:lnTo>
                    <a:lnTo>
                      <a:pt x="564421" y="526354"/>
                    </a:lnTo>
                    <a:lnTo>
                      <a:pt x="560688" y="530256"/>
                    </a:lnTo>
                    <a:lnTo>
                      <a:pt x="584099" y="552654"/>
                    </a:lnTo>
                    <a:lnTo>
                      <a:pt x="587832" y="548752"/>
                    </a:lnTo>
                    <a:lnTo>
                      <a:pt x="591734" y="552485"/>
                    </a:lnTo>
                    <a:lnTo>
                      <a:pt x="576464" y="552823"/>
                    </a:lnTo>
                    <a:lnTo>
                      <a:pt x="580366" y="556556"/>
                    </a:lnTo>
                    <a:lnTo>
                      <a:pt x="565097" y="556894"/>
                    </a:lnTo>
                    <a:lnTo>
                      <a:pt x="568998" y="560627"/>
                    </a:lnTo>
                    <a:lnTo>
                      <a:pt x="549996" y="564866"/>
                    </a:lnTo>
                    <a:lnTo>
                      <a:pt x="553391" y="545695"/>
                    </a:lnTo>
                    <a:lnTo>
                      <a:pt x="557293" y="549428"/>
                    </a:lnTo>
                    <a:lnTo>
                      <a:pt x="556955" y="534158"/>
                    </a:lnTo>
                    <a:lnTo>
                      <a:pt x="560857" y="537891"/>
                    </a:lnTo>
                    <a:lnTo>
                      <a:pt x="560519" y="522621"/>
                    </a:lnTo>
                    <a:lnTo>
                      <a:pt x="564590" y="533989"/>
                    </a:lnTo>
                    <a:lnTo>
                      <a:pt x="572225" y="533820"/>
                    </a:lnTo>
                    <a:lnTo>
                      <a:pt x="572394" y="541455"/>
                    </a:lnTo>
                    <a:lnTo>
                      <a:pt x="580029" y="541286"/>
                    </a:lnTo>
                    <a:lnTo>
                      <a:pt x="580198" y="548921"/>
                    </a:lnTo>
                    <a:lnTo>
                      <a:pt x="591734" y="552485"/>
                    </a:lnTo>
                    <a:lnTo>
                      <a:pt x="584099" y="552654"/>
                    </a:lnTo>
                    <a:lnTo>
                      <a:pt x="583931" y="545019"/>
                    </a:lnTo>
                    <a:lnTo>
                      <a:pt x="576296" y="545188"/>
                    </a:lnTo>
                    <a:lnTo>
                      <a:pt x="576127" y="537553"/>
                    </a:lnTo>
                    <a:lnTo>
                      <a:pt x="568492" y="537722"/>
                    </a:lnTo>
                    <a:lnTo>
                      <a:pt x="568323" y="530087"/>
                    </a:lnTo>
                    <a:lnTo>
                      <a:pt x="560688" y="530256"/>
                    </a:lnTo>
                    <a:lnTo>
                      <a:pt x="556955" y="534158"/>
                    </a:lnTo>
                    <a:lnTo>
                      <a:pt x="560857" y="537891"/>
                    </a:lnTo>
                    <a:lnTo>
                      <a:pt x="553391" y="545695"/>
                    </a:lnTo>
                    <a:lnTo>
                      <a:pt x="557293" y="549428"/>
                    </a:lnTo>
                    <a:lnTo>
                      <a:pt x="546263" y="568768"/>
                    </a:lnTo>
                    <a:lnTo>
                      <a:pt x="553729" y="560965"/>
                    </a:lnTo>
                    <a:lnTo>
                      <a:pt x="557631" y="564698"/>
                    </a:lnTo>
                    <a:lnTo>
                      <a:pt x="565097" y="556894"/>
                    </a:lnTo>
                    <a:lnTo>
                      <a:pt x="568998" y="560627"/>
                    </a:lnTo>
                    <a:lnTo>
                      <a:pt x="576464" y="552823"/>
                    </a:lnTo>
                    <a:lnTo>
                      <a:pt x="580366" y="556556"/>
                    </a:lnTo>
                    <a:lnTo>
                      <a:pt x="584099" y="552654"/>
                    </a:lnTo>
                    <a:moveTo>
                      <a:pt x="409647" y="378278"/>
                    </a:moveTo>
                    <a:lnTo>
                      <a:pt x="364175" y="394561"/>
                    </a:lnTo>
                    <a:lnTo>
                      <a:pt x="378432" y="348414"/>
                    </a:lnTo>
                    <a:lnTo>
                      <a:pt x="409647" y="378278"/>
                    </a:lnTo>
                    <a:lnTo>
                      <a:pt x="405745" y="374545"/>
                    </a:lnTo>
                    <a:lnTo>
                      <a:pt x="371641" y="386757"/>
                    </a:lnTo>
                    <a:lnTo>
                      <a:pt x="382334" y="352147"/>
                    </a:lnTo>
                    <a:lnTo>
                      <a:pt x="378601" y="356049"/>
                    </a:lnTo>
                    <a:lnTo>
                      <a:pt x="402012" y="378447"/>
                    </a:lnTo>
                    <a:lnTo>
                      <a:pt x="405745" y="374545"/>
                    </a:lnTo>
                    <a:lnTo>
                      <a:pt x="409647" y="378278"/>
                    </a:lnTo>
                    <a:lnTo>
                      <a:pt x="394377" y="378616"/>
                    </a:lnTo>
                    <a:lnTo>
                      <a:pt x="398279" y="382349"/>
                    </a:lnTo>
                    <a:lnTo>
                      <a:pt x="383009" y="382687"/>
                    </a:lnTo>
                    <a:lnTo>
                      <a:pt x="386911" y="386420"/>
                    </a:lnTo>
                    <a:lnTo>
                      <a:pt x="367908" y="390659"/>
                    </a:lnTo>
                    <a:lnTo>
                      <a:pt x="371303" y="371488"/>
                    </a:lnTo>
                    <a:lnTo>
                      <a:pt x="375205" y="375221"/>
                    </a:lnTo>
                    <a:lnTo>
                      <a:pt x="374868" y="359951"/>
                    </a:lnTo>
                    <a:lnTo>
                      <a:pt x="378769" y="363684"/>
                    </a:lnTo>
                    <a:lnTo>
                      <a:pt x="378432" y="348414"/>
                    </a:lnTo>
                    <a:lnTo>
                      <a:pt x="382502" y="359782"/>
                    </a:lnTo>
                    <a:lnTo>
                      <a:pt x="390137" y="359613"/>
                    </a:lnTo>
                    <a:lnTo>
                      <a:pt x="390306" y="367248"/>
                    </a:lnTo>
                    <a:lnTo>
                      <a:pt x="397941" y="367079"/>
                    </a:lnTo>
                    <a:lnTo>
                      <a:pt x="398110" y="374714"/>
                    </a:lnTo>
                    <a:lnTo>
                      <a:pt x="409647" y="378278"/>
                    </a:lnTo>
                    <a:lnTo>
                      <a:pt x="402012" y="378447"/>
                    </a:lnTo>
                    <a:lnTo>
                      <a:pt x="401843" y="370812"/>
                    </a:lnTo>
                    <a:lnTo>
                      <a:pt x="394208" y="370981"/>
                    </a:lnTo>
                    <a:lnTo>
                      <a:pt x="394039" y="363346"/>
                    </a:lnTo>
                    <a:lnTo>
                      <a:pt x="386404" y="363515"/>
                    </a:lnTo>
                    <a:lnTo>
                      <a:pt x="386236" y="355880"/>
                    </a:lnTo>
                    <a:lnTo>
                      <a:pt x="378601" y="356049"/>
                    </a:lnTo>
                    <a:lnTo>
                      <a:pt x="374868" y="359951"/>
                    </a:lnTo>
                    <a:lnTo>
                      <a:pt x="378769" y="363684"/>
                    </a:lnTo>
                    <a:lnTo>
                      <a:pt x="371303" y="371488"/>
                    </a:lnTo>
                    <a:lnTo>
                      <a:pt x="375205" y="375221"/>
                    </a:lnTo>
                    <a:lnTo>
                      <a:pt x="364175" y="394561"/>
                    </a:lnTo>
                    <a:lnTo>
                      <a:pt x="371641" y="386757"/>
                    </a:lnTo>
                    <a:lnTo>
                      <a:pt x="375543" y="390490"/>
                    </a:lnTo>
                    <a:lnTo>
                      <a:pt x="383009" y="382687"/>
                    </a:lnTo>
                    <a:lnTo>
                      <a:pt x="386911" y="386420"/>
                    </a:lnTo>
                    <a:lnTo>
                      <a:pt x="394377" y="378616"/>
                    </a:lnTo>
                    <a:lnTo>
                      <a:pt x="398279" y="382349"/>
                    </a:lnTo>
                    <a:lnTo>
                      <a:pt x="402012" y="378447"/>
                    </a:lnTo>
                    <a:moveTo>
                      <a:pt x="227559" y="204071"/>
                    </a:moveTo>
                    <a:lnTo>
                      <a:pt x="182088" y="220354"/>
                    </a:lnTo>
                    <a:lnTo>
                      <a:pt x="196344" y="174207"/>
                    </a:lnTo>
                    <a:lnTo>
                      <a:pt x="227559" y="204071"/>
                    </a:lnTo>
                    <a:lnTo>
                      <a:pt x="223657" y="200338"/>
                    </a:lnTo>
                    <a:lnTo>
                      <a:pt x="189554" y="212550"/>
                    </a:lnTo>
                    <a:lnTo>
                      <a:pt x="200246" y="177940"/>
                    </a:lnTo>
                    <a:lnTo>
                      <a:pt x="196513" y="181842"/>
                    </a:lnTo>
                    <a:lnTo>
                      <a:pt x="219924" y="204240"/>
                    </a:lnTo>
                    <a:lnTo>
                      <a:pt x="223657" y="200338"/>
                    </a:lnTo>
                    <a:lnTo>
                      <a:pt x="227559" y="204071"/>
                    </a:lnTo>
                    <a:lnTo>
                      <a:pt x="212289" y="204409"/>
                    </a:lnTo>
                    <a:lnTo>
                      <a:pt x="216191" y="208142"/>
                    </a:lnTo>
                    <a:lnTo>
                      <a:pt x="200922" y="208479"/>
                    </a:lnTo>
                    <a:lnTo>
                      <a:pt x="204823" y="212212"/>
                    </a:lnTo>
                    <a:lnTo>
                      <a:pt x="185821" y="216452"/>
                    </a:lnTo>
                    <a:lnTo>
                      <a:pt x="189216" y="197280"/>
                    </a:lnTo>
                    <a:lnTo>
                      <a:pt x="193118" y="201013"/>
                    </a:lnTo>
                    <a:lnTo>
                      <a:pt x="192780" y="185744"/>
                    </a:lnTo>
                    <a:lnTo>
                      <a:pt x="196682" y="189477"/>
                    </a:lnTo>
                    <a:lnTo>
                      <a:pt x="196344" y="174207"/>
                    </a:lnTo>
                    <a:lnTo>
                      <a:pt x="200415" y="185575"/>
                    </a:lnTo>
                    <a:lnTo>
                      <a:pt x="208050" y="185406"/>
                    </a:lnTo>
                    <a:lnTo>
                      <a:pt x="208219" y="193041"/>
                    </a:lnTo>
                    <a:lnTo>
                      <a:pt x="215854" y="192872"/>
                    </a:lnTo>
                    <a:lnTo>
                      <a:pt x="216022" y="200507"/>
                    </a:lnTo>
                    <a:lnTo>
                      <a:pt x="227559" y="204071"/>
                    </a:lnTo>
                    <a:lnTo>
                      <a:pt x="219924" y="204240"/>
                    </a:lnTo>
                    <a:lnTo>
                      <a:pt x="219756" y="196605"/>
                    </a:lnTo>
                    <a:lnTo>
                      <a:pt x="212121" y="196774"/>
                    </a:lnTo>
                    <a:lnTo>
                      <a:pt x="211952" y="189139"/>
                    </a:lnTo>
                    <a:lnTo>
                      <a:pt x="204317" y="189308"/>
                    </a:lnTo>
                    <a:lnTo>
                      <a:pt x="204148" y="181673"/>
                    </a:lnTo>
                    <a:lnTo>
                      <a:pt x="196513" y="181842"/>
                    </a:lnTo>
                    <a:lnTo>
                      <a:pt x="192780" y="185744"/>
                    </a:lnTo>
                    <a:lnTo>
                      <a:pt x="196682" y="189477"/>
                    </a:lnTo>
                    <a:lnTo>
                      <a:pt x="189216" y="197280"/>
                    </a:lnTo>
                    <a:lnTo>
                      <a:pt x="193118" y="201013"/>
                    </a:lnTo>
                    <a:lnTo>
                      <a:pt x="182088" y="220354"/>
                    </a:lnTo>
                    <a:lnTo>
                      <a:pt x="189554" y="212550"/>
                    </a:lnTo>
                    <a:lnTo>
                      <a:pt x="193456" y="216283"/>
                    </a:lnTo>
                    <a:lnTo>
                      <a:pt x="200922" y="208479"/>
                    </a:lnTo>
                    <a:lnTo>
                      <a:pt x="204823" y="212212"/>
                    </a:lnTo>
                    <a:lnTo>
                      <a:pt x="212289" y="204409"/>
                    </a:lnTo>
                    <a:lnTo>
                      <a:pt x="216191" y="208142"/>
                    </a:lnTo>
                    <a:lnTo>
                      <a:pt x="219924" y="204240"/>
                    </a:lnTo>
                    <a:moveTo>
                      <a:pt x="45472" y="29864"/>
                    </a:moveTo>
                    <a:lnTo>
                      <a:pt x="0" y="46147"/>
                    </a:lnTo>
                    <a:lnTo>
                      <a:pt x="14257" y="0"/>
                    </a:lnTo>
                    <a:lnTo>
                      <a:pt x="45472" y="29864"/>
                    </a:lnTo>
                    <a:lnTo>
                      <a:pt x="41570" y="26131"/>
                    </a:lnTo>
                    <a:lnTo>
                      <a:pt x="7466" y="38343"/>
                    </a:lnTo>
                    <a:lnTo>
                      <a:pt x="18159" y="3733"/>
                    </a:lnTo>
                    <a:lnTo>
                      <a:pt x="14426" y="7635"/>
                    </a:lnTo>
                    <a:lnTo>
                      <a:pt x="37837" y="30033"/>
                    </a:lnTo>
                    <a:lnTo>
                      <a:pt x="41570" y="26131"/>
                    </a:lnTo>
                    <a:lnTo>
                      <a:pt x="45472" y="29864"/>
                    </a:lnTo>
                    <a:lnTo>
                      <a:pt x="30202" y="30202"/>
                    </a:lnTo>
                    <a:lnTo>
                      <a:pt x="34104" y="33935"/>
                    </a:lnTo>
                    <a:lnTo>
                      <a:pt x="18834" y="34272"/>
                    </a:lnTo>
                    <a:lnTo>
                      <a:pt x="22736" y="38005"/>
                    </a:lnTo>
                    <a:lnTo>
                      <a:pt x="3733" y="42245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10693" y="11536"/>
                    </a:lnTo>
                    <a:lnTo>
                      <a:pt x="14594" y="15270"/>
                    </a:lnTo>
                    <a:lnTo>
                      <a:pt x="14257" y="0"/>
                    </a:lnTo>
                    <a:lnTo>
                      <a:pt x="18327" y="11368"/>
                    </a:lnTo>
                    <a:lnTo>
                      <a:pt x="25962" y="11199"/>
                    </a:lnTo>
                    <a:lnTo>
                      <a:pt x="26131" y="18834"/>
                    </a:lnTo>
                    <a:lnTo>
                      <a:pt x="33766" y="18665"/>
                    </a:lnTo>
                    <a:lnTo>
                      <a:pt x="33935" y="26300"/>
                    </a:lnTo>
                    <a:lnTo>
                      <a:pt x="45472" y="29864"/>
                    </a:lnTo>
                    <a:lnTo>
                      <a:pt x="37837" y="30033"/>
                    </a:lnTo>
                    <a:lnTo>
                      <a:pt x="37668" y="22398"/>
                    </a:lnTo>
                    <a:lnTo>
                      <a:pt x="30033" y="22567"/>
                    </a:lnTo>
                    <a:lnTo>
                      <a:pt x="29864" y="14932"/>
                    </a:lnTo>
                    <a:lnTo>
                      <a:pt x="22229" y="15101"/>
                    </a:lnTo>
                    <a:lnTo>
                      <a:pt x="22060" y="7466"/>
                    </a:lnTo>
                    <a:lnTo>
                      <a:pt x="14426" y="7635"/>
                    </a:lnTo>
                    <a:lnTo>
                      <a:pt x="10693" y="11536"/>
                    </a:lnTo>
                    <a:lnTo>
                      <a:pt x="14594" y="15270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0" y="46147"/>
                    </a:lnTo>
                    <a:lnTo>
                      <a:pt x="7466" y="38343"/>
                    </a:lnTo>
                    <a:lnTo>
                      <a:pt x="11368" y="42076"/>
                    </a:lnTo>
                    <a:lnTo>
                      <a:pt x="18834" y="34272"/>
                    </a:lnTo>
                    <a:lnTo>
                      <a:pt x="22736" y="38005"/>
                    </a:lnTo>
                    <a:lnTo>
                      <a:pt x="30202" y="30202"/>
                    </a:lnTo>
                    <a:lnTo>
                      <a:pt x="34104" y="33935"/>
                    </a:lnTo>
                    <a:lnTo>
                      <a:pt x="37837" y="300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73" name="Контур"/>
              <p:cNvSpPr/>
              <p:nvPr/>
            </p:nvSpPr>
            <p:spPr>
              <a:xfrm>
                <a:off x="571501" y="3050150"/>
                <a:ext cx="1406828" cy="2097687"/>
              </a:xfrm>
              <a:custGeom>
                <a:avLst/>
                <a:gdLst/>
                <a:ahLst/>
                <a:cxnLst/>
                <a:rect l="l" t="t" r="r" b="b"/>
                <a:pathLst>
                  <a:path w="1406828" h="2097687" fill="none">
                    <a:moveTo>
                      <a:pt x="697088" y="2097687"/>
                    </a:moveTo>
                    <a:lnTo>
                      <a:pt x="886305" y="1921172"/>
                    </a:lnTo>
                    <a:moveTo>
                      <a:pt x="1402819" y="1435345"/>
                    </a:moveTo>
                    <a:lnTo>
                      <a:pt x="1406828" y="1320899"/>
                    </a:lnTo>
                    <a:lnTo>
                      <a:pt x="1398994" y="1312502"/>
                    </a:lnTo>
                    <a:moveTo>
                      <a:pt x="1398994" y="1312502"/>
                    </a:moveTo>
                    <a:lnTo>
                      <a:pt x="1313045" y="1220368"/>
                    </a:lnTo>
                    <a:moveTo>
                      <a:pt x="1313045" y="1220368"/>
                    </a:moveTo>
                    <a:lnTo>
                      <a:pt x="1227096" y="1128234"/>
                    </a:lnTo>
                    <a:moveTo>
                      <a:pt x="1227096" y="1128234"/>
                    </a:moveTo>
                    <a:lnTo>
                      <a:pt x="1141146" y="1036099"/>
                    </a:lnTo>
                    <a:moveTo>
                      <a:pt x="1141146" y="1036099"/>
                    </a:moveTo>
                    <a:lnTo>
                      <a:pt x="1055197" y="943965"/>
                    </a:lnTo>
                    <a:moveTo>
                      <a:pt x="1055197" y="943965"/>
                    </a:moveTo>
                    <a:lnTo>
                      <a:pt x="969247" y="851831"/>
                    </a:lnTo>
                    <a:moveTo>
                      <a:pt x="969247" y="851831"/>
                    </a:moveTo>
                    <a:lnTo>
                      <a:pt x="883298" y="759697"/>
                    </a:lnTo>
                    <a:moveTo>
                      <a:pt x="883298" y="759697"/>
                    </a:moveTo>
                    <a:lnTo>
                      <a:pt x="797349" y="667563"/>
                    </a:lnTo>
                    <a:moveTo>
                      <a:pt x="797349" y="667563"/>
                    </a:moveTo>
                    <a:lnTo>
                      <a:pt x="711399" y="575429"/>
                    </a:lnTo>
                    <a:moveTo>
                      <a:pt x="711399" y="575429"/>
                    </a:moveTo>
                    <a:lnTo>
                      <a:pt x="625450" y="483294"/>
                    </a:lnTo>
                    <a:moveTo>
                      <a:pt x="625450" y="483294"/>
                    </a:moveTo>
                    <a:lnTo>
                      <a:pt x="539501" y="391160"/>
                    </a:lnTo>
                    <a:moveTo>
                      <a:pt x="539501" y="391160"/>
                    </a:moveTo>
                    <a:lnTo>
                      <a:pt x="453551" y="299026"/>
                    </a:lnTo>
                    <a:moveTo>
                      <a:pt x="453551" y="299026"/>
                    </a:moveTo>
                    <a:lnTo>
                      <a:pt x="367602" y="206892"/>
                    </a:lnTo>
                    <a:moveTo>
                      <a:pt x="367602" y="206892"/>
                    </a:moveTo>
                    <a:lnTo>
                      <a:pt x="281653" y="114758"/>
                    </a:lnTo>
                    <a:moveTo>
                      <a:pt x="281653" y="114758"/>
                    </a:moveTo>
                    <a:lnTo>
                      <a:pt x="195703" y="22624"/>
                    </a:lnTo>
                    <a:moveTo>
                      <a:pt x="195703" y="22624"/>
                    </a:moveTo>
                    <a:lnTo>
                      <a:pt x="174598" y="0"/>
                    </a:lnTo>
                    <a:lnTo>
                      <a:pt x="79552" y="1622"/>
                    </a:lnTo>
                    <a:moveTo>
                      <a:pt x="79552" y="1622"/>
                    </a:moveTo>
                    <a:lnTo>
                      <a:pt x="65539" y="1861"/>
                    </a:lnTo>
                    <a:lnTo>
                      <a:pt x="0" y="70365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74" name="Контур"/>
              <p:cNvSpPr/>
              <p:nvPr/>
            </p:nvSpPr>
            <p:spPr>
              <a:xfrm>
                <a:off x="706231" y="3072902"/>
                <a:ext cx="1249614" cy="1335141"/>
              </a:xfrm>
              <a:custGeom>
                <a:avLst/>
                <a:gdLst/>
                <a:ahLst/>
                <a:cxnLst/>
                <a:rect l="l" t="t" r="r" b="b"/>
                <a:pathLst>
                  <a:path w="1249614" h="1335141" fill="none">
                    <a:moveTo>
                      <a:pt x="1203291" y="1303552"/>
                    </a:moveTo>
                    <a:lnTo>
                      <a:pt x="1249614" y="1289878"/>
                    </a:lnTo>
                    <a:lnTo>
                      <a:pt x="1232759" y="1335141"/>
                    </a:lnTo>
                    <a:lnTo>
                      <a:pt x="1203291" y="1303552"/>
                    </a:lnTo>
                    <a:lnTo>
                      <a:pt x="1206974" y="1307500"/>
                    </a:lnTo>
                    <a:lnTo>
                      <a:pt x="1241717" y="1297245"/>
                    </a:lnTo>
                    <a:lnTo>
                      <a:pt x="1229076" y="1331192"/>
                    </a:lnTo>
                    <a:lnTo>
                      <a:pt x="1233024" y="1327509"/>
                    </a:lnTo>
                    <a:lnTo>
                      <a:pt x="1210923" y="1303817"/>
                    </a:lnTo>
                    <a:lnTo>
                      <a:pt x="1206974" y="1307500"/>
                    </a:lnTo>
                    <a:lnTo>
                      <a:pt x="1203291" y="1303552"/>
                    </a:lnTo>
                    <a:lnTo>
                      <a:pt x="1218555" y="1304082"/>
                    </a:lnTo>
                    <a:lnTo>
                      <a:pt x="1214872" y="1300133"/>
                    </a:lnTo>
                    <a:lnTo>
                      <a:pt x="1230136" y="1300663"/>
                    </a:lnTo>
                    <a:lnTo>
                      <a:pt x="1226452" y="1296715"/>
                    </a:lnTo>
                    <a:lnTo>
                      <a:pt x="1245665" y="1293561"/>
                    </a:lnTo>
                    <a:lnTo>
                      <a:pt x="1241187" y="1312509"/>
                    </a:lnTo>
                    <a:lnTo>
                      <a:pt x="1237503" y="1308561"/>
                    </a:lnTo>
                    <a:lnTo>
                      <a:pt x="1236973" y="1323825"/>
                    </a:lnTo>
                    <a:lnTo>
                      <a:pt x="1233289" y="1319876"/>
                    </a:lnTo>
                    <a:lnTo>
                      <a:pt x="1232759" y="1335141"/>
                    </a:lnTo>
                    <a:lnTo>
                      <a:pt x="1229341" y="1323560"/>
                    </a:lnTo>
                    <a:lnTo>
                      <a:pt x="1221709" y="1323295"/>
                    </a:lnTo>
                    <a:lnTo>
                      <a:pt x="1221974" y="1315663"/>
                    </a:lnTo>
                    <a:lnTo>
                      <a:pt x="1214342" y="1315398"/>
                    </a:lnTo>
                    <a:lnTo>
                      <a:pt x="1214607" y="1307766"/>
                    </a:lnTo>
                    <a:lnTo>
                      <a:pt x="1203291" y="1303552"/>
                    </a:lnTo>
                    <a:lnTo>
                      <a:pt x="1210923" y="1303817"/>
                    </a:lnTo>
                    <a:lnTo>
                      <a:pt x="1210658" y="1311449"/>
                    </a:lnTo>
                    <a:lnTo>
                      <a:pt x="1218290" y="1311714"/>
                    </a:lnTo>
                    <a:lnTo>
                      <a:pt x="1218025" y="1319346"/>
                    </a:lnTo>
                    <a:lnTo>
                      <a:pt x="1225657" y="1319611"/>
                    </a:lnTo>
                    <a:lnTo>
                      <a:pt x="1225392" y="1327243"/>
                    </a:lnTo>
                    <a:lnTo>
                      <a:pt x="1233024" y="1327509"/>
                    </a:lnTo>
                    <a:lnTo>
                      <a:pt x="1236973" y="1323825"/>
                    </a:lnTo>
                    <a:lnTo>
                      <a:pt x="1233289" y="1319876"/>
                    </a:lnTo>
                    <a:lnTo>
                      <a:pt x="1241187" y="1312509"/>
                    </a:lnTo>
                    <a:lnTo>
                      <a:pt x="1237503" y="1308561"/>
                    </a:lnTo>
                    <a:lnTo>
                      <a:pt x="1249614" y="1289878"/>
                    </a:lnTo>
                    <a:lnTo>
                      <a:pt x="1241717" y="1297245"/>
                    </a:lnTo>
                    <a:lnTo>
                      <a:pt x="1238033" y="1293296"/>
                    </a:lnTo>
                    <a:lnTo>
                      <a:pt x="1230136" y="1300663"/>
                    </a:lnTo>
                    <a:lnTo>
                      <a:pt x="1226452" y="1296715"/>
                    </a:lnTo>
                    <a:lnTo>
                      <a:pt x="1218555" y="1304082"/>
                    </a:lnTo>
                    <a:lnTo>
                      <a:pt x="1214872" y="1300133"/>
                    </a:lnTo>
                    <a:lnTo>
                      <a:pt x="1210923" y="1303817"/>
                    </a:lnTo>
                    <a:moveTo>
                      <a:pt x="1031392" y="1119284"/>
                    </a:moveTo>
                    <a:lnTo>
                      <a:pt x="1077715" y="1105610"/>
                    </a:lnTo>
                    <a:lnTo>
                      <a:pt x="1060861" y="1150872"/>
                    </a:lnTo>
                    <a:lnTo>
                      <a:pt x="1031392" y="1119284"/>
                    </a:lnTo>
                    <a:lnTo>
                      <a:pt x="1035076" y="1123232"/>
                    </a:lnTo>
                    <a:lnTo>
                      <a:pt x="1069818" y="1112977"/>
                    </a:lnTo>
                    <a:lnTo>
                      <a:pt x="1057177" y="1146924"/>
                    </a:lnTo>
                    <a:lnTo>
                      <a:pt x="1061126" y="1143240"/>
                    </a:lnTo>
                    <a:lnTo>
                      <a:pt x="1039024" y="1119549"/>
                    </a:lnTo>
                    <a:lnTo>
                      <a:pt x="1035076" y="1123232"/>
                    </a:lnTo>
                    <a:lnTo>
                      <a:pt x="1031392" y="1119284"/>
                    </a:lnTo>
                    <a:lnTo>
                      <a:pt x="1046656" y="1119814"/>
                    </a:lnTo>
                    <a:lnTo>
                      <a:pt x="1042973" y="1115865"/>
                    </a:lnTo>
                    <a:lnTo>
                      <a:pt x="1058237" y="1116395"/>
                    </a:lnTo>
                    <a:lnTo>
                      <a:pt x="1054554" y="1112447"/>
                    </a:lnTo>
                    <a:lnTo>
                      <a:pt x="1073767" y="1109293"/>
                    </a:lnTo>
                    <a:lnTo>
                      <a:pt x="1069288" y="1128241"/>
                    </a:lnTo>
                    <a:lnTo>
                      <a:pt x="1065604" y="1124292"/>
                    </a:lnTo>
                    <a:lnTo>
                      <a:pt x="1065074" y="1139557"/>
                    </a:lnTo>
                    <a:lnTo>
                      <a:pt x="1061391" y="1135608"/>
                    </a:lnTo>
                    <a:lnTo>
                      <a:pt x="1060861" y="1150872"/>
                    </a:lnTo>
                    <a:lnTo>
                      <a:pt x="1057442" y="1139292"/>
                    </a:lnTo>
                    <a:lnTo>
                      <a:pt x="1049810" y="1139027"/>
                    </a:lnTo>
                    <a:lnTo>
                      <a:pt x="1050075" y="1131394"/>
                    </a:lnTo>
                    <a:lnTo>
                      <a:pt x="1042443" y="1131129"/>
                    </a:lnTo>
                    <a:lnTo>
                      <a:pt x="1042708" y="1123497"/>
                    </a:lnTo>
                    <a:lnTo>
                      <a:pt x="1031392" y="1119284"/>
                    </a:lnTo>
                    <a:lnTo>
                      <a:pt x="1039024" y="1119549"/>
                    </a:lnTo>
                    <a:lnTo>
                      <a:pt x="1038759" y="1127181"/>
                    </a:lnTo>
                    <a:lnTo>
                      <a:pt x="1046391" y="1127446"/>
                    </a:lnTo>
                    <a:lnTo>
                      <a:pt x="1046126" y="1135078"/>
                    </a:lnTo>
                    <a:lnTo>
                      <a:pt x="1053759" y="1135343"/>
                    </a:lnTo>
                    <a:lnTo>
                      <a:pt x="1053493" y="1142975"/>
                    </a:lnTo>
                    <a:lnTo>
                      <a:pt x="1061126" y="1143240"/>
                    </a:lnTo>
                    <a:lnTo>
                      <a:pt x="1065074" y="1139557"/>
                    </a:lnTo>
                    <a:lnTo>
                      <a:pt x="1061391" y="1135608"/>
                    </a:lnTo>
                    <a:lnTo>
                      <a:pt x="1069288" y="1128241"/>
                    </a:lnTo>
                    <a:lnTo>
                      <a:pt x="1065604" y="1124292"/>
                    </a:lnTo>
                    <a:lnTo>
                      <a:pt x="1077715" y="1105610"/>
                    </a:lnTo>
                    <a:lnTo>
                      <a:pt x="1069818" y="1112977"/>
                    </a:lnTo>
                    <a:lnTo>
                      <a:pt x="1066134" y="1109028"/>
                    </a:lnTo>
                    <a:lnTo>
                      <a:pt x="1058237" y="1116395"/>
                    </a:lnTo>
                    <a:lnTo>
                      <a:pt x="1054554" y="1112447"/>
                    </a:lnTo>
                    <a:lnTo>
                      <a:pt x="1046656" y="1119814"/>
                    </a:lnTo>
                    <a:lnTo>
                      <a:pt x="1042973" y="1115865"/>
                    </a:lnTo>
                    <a:lnTo>
                      <a:pt x="1039024" y="1119549"/>
                    </a:lnTo>
                    <a:moveTo>
                      <a:pt x="859493" y="935015"/>
                    </a:moveTo>
                    <a:lnTo>
                      <a:pt x="905816" y="921341"/>
                    </a:lnTo>
                    <a:lnTo>
                      <a:pt x="888962" y="966604"/>
                    </a:lnTo>
                    <a:lnTo>
                      <a:pt x="859493" y="935015"/>
                    </a:lnTo>
                    <a:lnTo>
                      <a:pt x="863177" y="938964"/>
                    </a:lnTo>
                    <a:lnTo>
                      <a:pt x="897919" y="928708"/>
                    </a:lnTo>
                    <a:lnTo>
                      <a:pt x="885278" y="962655"/>
                    </a:lnTo>
                    <a:lnTo>
                      <a:pt x="889227" y="958972"/>
                    </a:lnTo>
                    <a:lnTo>
                      <a:pt x="867126" y="935280"/>
                    </a:lnTo>
                    <a:lnTo>
                      <a:pt x="863177" y="938964"/>
                    </a:lnTo>
                    <a:lnTo>
                      <a:pt x="859493" y="935015"/>
                    </a:lnTo>
                    <a:lnTo>
                      <a:pt x="874758" y="935545"/>
                    </a:lnTo>
                    <a:lnTo>
                      <a:pt x="871074" y="931597"/>
                    </a:lnTo>
                    <a:lnTo>
                      <a:pt x="886339" y="932127"/>
                    </a:lnTo>
                    <a:lnTo>
                      <a:pt x="882655" y="928178"/>
                    </a:lnTo>
                    <a:lnTo>
                      <a:pt x="901868" y="925025"/>
                    </a:lnTo>
                    <a:lnTo>
                      <a:pt x="897389" y="943973"/>
                    </a:lnTo>
                    <a:lnTo>
                      <a:pt x="893706" y="940024"/>
                    </a:lnTo>
                    <a:lnTo>
                      <a:pt x="893175" y="955288"/>
                    </a:lnTo>
                    <a:lnTo>
                      <a:pt x="889492" y="951340"/>
                    </a:lnTo>
                    <a:lnTo>
                      <a:pt x="888962" y="966604"/>
                    </a:lnTo>
                    <a:lnTo>
                      <a:pt x="885543" y="955023"/>
                    </a:lnTo>
                    <a:lnTo>
                      <a:pt x="877911" y="954758"/>
                    </a:lnTo>
                    <a:lnTo>
                      <a:pt x="878176" y="947126"/>
                    </a:lnTo>
                    <a:lnTo>
                      <a:pt x="870544" y="946861"/>
                    </a:lnTo>
                    <a:lnTo>
                      <a:pt x="870809" y="939229"/>
                    </a:lnTo>
                    <a:lnTo>
                      <a:pt x="859493" y="935015"/>
                    </a:lnTo>
                    <a:lnTo>
                      <a:pt x="867126" y="935280"/>
                    </a:lnTo>
                    <a:lnTo>
                      <a:pt x="866861" y="942912"/>
                    </a:lnTo>
                    <a:lnTo>
                      <a:pt x="874493" y="943177"/>
                    </a:lnTo>
                    <a:lnTo>
                      <a:pt x="874228" y="950810"/>
                    </a:lnTo>
                    <a:lnTo>
                      <a:pt x="881860" y="951075"/>
                    </a:lnTo>
                    <a:lnTo>
                      <a:pt x="881595" y="958707"/>
                    </a:lnTo>
                    <a:lnTo>
                      <a:pt x="889227" y="958972"/>
                    </a:lnTo>
                    <a:lnTo>
                      <a:pt x="893175" y="955288"/>
                    </a:lnTo>
                    <a:lnTo>
                      <a:pt x="889492" y="951340"/>
                    </a:lnTo>
                    <a:lnTo>
                      <a:pt x="897389" y="943973"/>
                    </a:lnTo>
                    <a:lnTo>
                      <a:pt x="893706" y="940024"/>
                    </a:lnTo>
                    <a:lnTo>
                      <a:pt x="905816" y="921341"/>
                    </a:lnTo>
                    <a:lnTo>
                      <a:pt x="897919" y="928708"/>
                    </a:lnTo>
                    <a:lnTo>
                      <a:pt x="894236" y="924760"/>
                    </a:lnTo>
                    <a:lnTo>
                      <a:pt x="886339" y="932127"/>
                    </a:lnTo>
                    <a:lnTo>
                      <a:pt x="882655" y="928178"/>
                    </a:lnTo>
                    <a:lnTo>
                      <a:pt x="874758" y="935545"/>
                    </a:lnTo>
                    <a:lnTo>
                      <a:pt x="871074" y="931597"/>
                    </a:lnTo>
                    <a:lnTo>
                      <a:pt x="867126" y="935280"/>
                    </a:lnTo>
                    <a:moveTo>
                      <a:pt x="687595" y="750747"/>
                    </a:moveTo>
                    <a:lnTo>
                      <a:pt x="733918" y="737073"/>
                    </a:lnTo>
                    <a:lnTo>
                      <a:pt x="717063" y="782336"/>
                    </a:lnTo>
                    <a:lnTo>
                      <a:pt x="687595" y="750747"/>
                    </a:lnTo>
                    <a:lnTo>
                      <a:pt x="691278" y="754695"/>
                    </a:lnTo>
                    <a:lnTo>
                      <a:pt x="726021" y="744440"/>
                    </a:lnTo>
                    <a:lnTo>
                      <a:pt x="713380" y="778387"/>
                    </a:lnTo>
                    <a:lnTo>
                      <a:pt x="717328" y="774704"/>
                    </a:lnTo>
                    <a:lnTo>
                      <a:pt x="695227" y="751012"/>
                    </a:lnTo>
                    <a:lnTo>
                      <a:pt x="691278" y="754695"/>
                    </a:lnTo>
                    <a:lnTo>
                      <a:pt x="687595" y="750747"/>
                    </a:lnTo>
                    <a:lnTo>
                      <a:pt x="702859" y="751277"/>
                    </a:lnTo>
                    <a:lnTo>
                      <a:pt x="699175" y="747328"/>
                    </a:lnTo>
                    <a:lnTo>
                      <a:pt x="714440" y="747858"/>
                    </a:lnTo>
                    <a:lnTo>
                      <a:pt x="710756" y="743910"/>
                    </a:lnTo>
                    <a:lnTo>
                      <a:pt x="729969" y="740756"/>
                    </a:lnTo>
                    <a:lnTo>
                      <a:pt x="725490" y="759704"/>
                    </a:lnTo>
                    <a:lnTo>
                      <a:pt x="721807" y="755756"/>
                    </a:lnTo>
                    <a:lnTo>
                      <a:pt x="721277" y="771020"/>
                    </a:lnTo>
                    <a:lnTo>
                      <a:pt x="717593" y="767071"/>
                    </a:lnTo>
                    <a:lnTo>
                      <a:pt x="717063" y="782336"/>
                    </a:lnTo>
                    <a:lnTo>
                      <a:pt x="713645" y="770755"/>
                    </a:lnTo>
                    <a:lnTo>
                      <a:pt x="706012" y="770490"/>
                    </a:lnTo>
                    <a:lnTo>
                      <a:pt x="706277" y="762858"/>
                    </a:lnTo>
                    <a:lnTo>
                      <a:pt x="698645" y="762593"/>
                    </a:lnTo>
                    <a:lnTo>
                      <a:pt x="698910" y="754960"/>
                    </a:lnTo>
                    <a:lnTo>
                      <a:pt x="687595" y="750747"/>
                    </a:lnTo>
                    <a:lnTo>
                      <a:pt x="695227" y="751012"/>
                    </a:lnTo>
                    <a:lnTo>
                      <a:pt x="694962" y="758644"/>
                    </a:lnTo>
                    <a:lnTo>
                      <a:pt x="702594" y="758909"/>
                    </a:lnTo>
                    <a:lnTo>
                      <a:pt x="702329" y="766541"/>
                    </a:lnTo>
                    <a:lnTo>
                      <a:pt x="709961" y="766806"/>
                    </a:lnTo>
                    <a:lnTo>
                      <a:pt x="709696" y="774438"/>
                    </a:lnTo>
                    <a:lnTo>
                      <a:pt x="717328" y="774704"/>
                    </a:lnTo>
                    <a:lnTo>
                      <a:pt x="721277" y="771020"/>
                    </a:lnTo>
                    <a:lnTo>
                      <a:pt x="717593" y="767071"/>
                    </a:lnTo>
                    <a:lnTo>
                      <a:pt x="725490" y="759704"/>
                    </a:lnTo>
                    <a:lnTo>
                      <a:pt x="721807" y="755756"/>
                    </a:lnTo>
                    <a:lnTo>
                      <a:pt x="733918" y="737073"/>
                    </a:lnTo>
                    <a:lnTo>
                      <a:pt x="726021" y="744440"/>
                    </a:lnTo>
                    <a:lnTo>
                      <a:pt x="722337" y="740491"/>
                    </a:lnTo>
                    <a:lnTo>
                      <a:pt x="714440" y="747858"/>
                    </a:lnTo>
                    <a:lnTo>
                      <a:pt x="710756" y="743910"/>
                    </a:lnTo>
                    <a:lnTo>
                      <a:pt x="702859" y="751277"/>
                    </a:lnTo>
                    <a:lnTo>
                      <a:pt x="699175" y="747328"/>
                    </a:lnTo>
                    <a:lnTo>
                      <a:pt x="695227" y="751012"/>
                    </a:lnTo>
                    <a:moveTo>
                      <a:pt x="515696" y="566478"/>
                    </a:moveTo>
                    <a:lnTo>
                      <a:pt x="562019" y="552805"/>
                    </a:lnTo>
                    <a:lnTo>
                      <a:pt x="545164" y="598067"/>
                    </a:lnTo>
                    <a:lnTo>
                      <a:pt x="515696" y="566478"/>
                    </a:lnTo>
                    <a:lnTo>
                      <a:pt x="519379" y="570427"/>
                    </a:lnTo>
                    <a:lnTo>
                      <a:pt x="554122" y="560172"/>
                    </a:lnTo>
                    <a:lnTo>
                      <a:pt x="541481" y="594119"/>
                    </a:lnTo>
                    <a:lnTo>
                      <a:pt x="545429" y="590435"/>
                    </a:lnTo>
                    <a:lnTo>
                      <a:pt x="523328" y="566744"/>
                    </a:lnTo>
                    <a:lnTo>
                      <a:pt x="519379" y="570427"/>
                    </a:lnTo>
                    <a:lnTo>
                      <a:pt x="515696" y="566478"/>
                    </a:lnTo>
                    <a:lnTo>
                      <a:pt x="530960" y="567009"/>
                    </a:lnTo>
                    <a:lnTo>
                      <a:pt x="527277" y="563060"/>
                    </a:lnTo>
                    <a:lnTo>
                      <a:pt x="542541" y="563590"/>
                    </a:lnTo>
                    <a:lnTo>
                      <a:pt x="538857" y="559642"/>
                    </a:lnTo>
                    <a:lnTo>
                      <a:pt x="558070" y="556488"/>
                    </a:lnTo>
                    <a:lnTo>
                      <a:pt x="553592" y="575436"/>
                    </a:lnTo>
                    <a:lnTo>
                      <a:pt x="549908" y="571487"/>
                    </a:lnTo>
                    <a:lnTo>
                      <a:pt x="549378" y="586752"/>
                    </a:lnTo>
                    <a:lnTo>
                      <a:pt x="545694" y="582803"/>
                    </a:lnTo>
                    <a:lnTo>
                      <a:pt x="545164" y="598067"/>
                    </a:lnTo>
                    <a:lnTo>
                      <a:pt x="541746" y="586487"/>
                    </a:lnTo>
                    <a:lnTo>
                      <a:pt x="534114" y="586222"/>
                    </a:lnTo>
                    <a:lnTo>
                      <a:pt x="534379" y="578589"/>
                    </a:lnTo>
                    <a:lnTo>
                      <a:pt x="526747" y="578324"/>
                    </a:lnTo>
                    <a:lnTo>
                      <a:pt x="527012" y="570692"/>
                    </a:lnTo>
                    <a:lnTo>
                      <a:pt x="515696" y="566478"/>
                    </a:lnTo>
                    <a:lnTo>
                      <a:pt x="523328" y="566744"/>
                    </a:lnTo>
                    <a:lnTo>
                      <a:pt x="523063" y="574376"/>
                    </a:lnTo>
                    <a:lnTo>
                      <a:pt x="530695" y="574641"/>
                    </a:lnTo>
                    <a:lnTo>
                      <a:pt x="530430" y="582273"/>
                    </a:lnTo>
                    <a:lnTo>
                      <a:pt x="538062" y="582538"/>
                    </a:lnTo>
                    <a:lnTo>
                      <a:pt x="537797" y="590170"/>
                    </a:lnTo>
                    <a:lnTo>
                      <a:pt x="545429" y="590435"/>
                    </a:lnTo>
                    <a:lnTo>
                      <a:pt x="549378" y="586752"/>
                    </a:lnTo>
                    <a:lnTo>
                      <a:pt x="545694" y="582803"/>
                    </a:lnTo>
                    <a:lnTo>
                      <a:pt x="553592" y="575436"/>
                    </a:lnTo>
                    <a:lnTo>
                      <a:pt x="549908" y="571487"/>
                    </a:lnTo>
                    <a:lnTo>
                      <a:pt x="562019" y="552805"/>
                    </a:lnTo>
                    <a:lnTo>
                      <a:pt x="554122" y="560172"/>
                    </a:lnTo>
                    <a:lnTo>
                      <a:pt x="550438" y="556223"/>
                    </a:lnTo>
                    <a:lnTo>
                      <a:pt x="542541" y="563590"/>
                    </a:lnTo>
                    <a:lnTo>
                      <a:pt x="538857" y="559642"/>
                    </a:lnTo>
                    <a:lnTo>
                      <a:pt x="530960" y="567009"/>
                    </a:lnTo>
                    <a:lnTo>
                      <a:pt x="527277" y="563060"/>
                    </a:lnTo>
                    <a:lnTo>
                      <a:pt x="523328" y="566744"/>
                    </a:lnTo>
                    <a:moveTo>
                      <a:pt x="343797" y="382210"/>
                    </a:moveTo>
                    <a:lnTo>
                      <a:pt x="390120" y="368536"/>
                    </a:lnTo>
                    <a:lnTo>
                      <a:pt x="373266" y="413799"/>
                    </a:lnTo>
                    <a:lnTo>
                      <a:pt x="343797" y="382210"/>
                    </a:lnTo>
                    <a:lnTo>
                      <a:pt x="347481" y="386159"/>
                    </a:lnTo>
                    <a:lnTo>
                      <a:pt x="382223" y="375903"/>
                    </a:lnTo>
                    <a:lnTo>
                      <a:pt x="369582" y="409850"/>
                    </a:lnTo>
                    <a:lnTo>
                      <a:pt x="373531" y="406167"/>
                    </a:lnTo>
                    <a:lnTo>
                      <a:pt x="351429" y="382475"/>
                    </a:lnTo>
                    <a:lnTo>
                      <a:pt x="347481" y="386159"/>
                    </a:lnTo>
                    <a:lnTo>
                      <a:pt x="343797" y="382210"/>
                    </a:lnTo>
                    <a:lnTo>
                      <a:pt x="359062" y="382740"/>
                    </a:lnTo>
                    <a:lnTo>
                      <a:pt x="355378" y="378792"/>
                    </a:lnTo>
                    <a:lnTo>
                      <a:pt x="370642" y="379322"/>
                    </a:lnTo>
                    <a:lnTo>
                      <a:pt x="366959" y="375373"/>
                    </a:lnTo>
                    <a:lnTo>
                      <a:pt x="386172" y="372220"/>
                    </a:lnTo>
                    <a:lnTo>
                      <a:pt x="381693" y="391168"/>
                    </a:lnTo>
                    <a:lnTo>
                      <a:pt x="378009" y="387219"/>
                    </a:lnTo>
                    <a:lnTo>
                      <a:pt x="377479" y="402483"/>
                    </a:lnTo>
                    <a:lnTo>
                      <a:pt x="373796" y="398535"/>
                    </a:lnTo>
                    <a:lnTo>
                      <a:pt x="373266" y="413799"/>
                    </a:lnTo>
                    <a:lnTo>
                      <a:pt x="369847" y="402218"/>
                    </a:lnTo>
                    <a:lnTo>
                      <a:pt x="362215" y="401953"/>
                    </a:lnTo>
                    <a:lnTo>
                      <a:pt x="362480" y="394321"/>
                    </a:lnTo>
                    <a:lnTo>
                      <a:pt x="354848" y="394056"/>
                    </a:lnTo>
                    <a:lnTo>
                      <a:pt x="355113" y="386424"/>
                    </a:lnTo>
                    <a:lnTo>
                      <a:pt x="343797" y="382210"/>
                    </a:lnTo>
                    <a:lnTo>
                      <a:pt x="351429" y="382475"/>
                    </a:lnTo>
                    <a:lnTo>
                      <a:pt x="351164" y="390107"/>
                    </a:lnTo>
                    <a:lnTo>
                      <a:pt x="358796" y="390372"/>
                    </a:lnTo>
                    <a:lnTo>
                      <a:pt x="358531" y="398005"/>
                    </a:lnTo>
                    <a:lnTo>
                      <a:pt x="366164" y="398270"/>
                    </a:lnTo>
                    <a:lnTo>
                      <a:pt x="365898" y="405902"/>
                    </a:lnTo>
                    <a:lnTo>
                      <a:pt x="373531" y="406167"/>
                    </a:lnTo>
                    <a:lnTo>
                      <a:pt x="377479" y="402483"/>
                    </a:lnTo>
                    <a:lnTo>
                      <a:pt x="373796" y="398535"/>
                    </a:lnTo>
                    <a:lnTo>
                      <a:pt x="381693" y="391168"/>
                    </a:lnTo>
                    <a:lnTo>
                      <a:pt x="378009" y="387219"/>
                    </a:lnTo>
                    <a:lnTo>
                      <a:pt x="390120" y="368536"/>
                    </a:lnTo>
                    <a:lnTo>
                      <a:pt x="382223" y="375903"/>
                    </a:lnTo>
                    <a:lnTo>
                      <a:pt x="378539" y="371955"/>
                    </a:lnTo>
                    <a:lnTo>
                      <a:pt x="370642" y="379322"/>
                    </a:lnTo>
                    <a:lnTo>
                      <a:pt x="366959" y="375373"/>
                    </a:lnTo>
                    <a:lnTo>
                      <a:pt x="359062" y="382740"/>
                    </a:lnTo>
                    <a:lnTo>
                      <a:pt x="355378" y="378792"/>
                    </a:lnTo>
                    <a:lnTo>
                      <a:pt x="351429" y="382475"/>
                    </a:lnTo>
                    <a:moveTo>
                      <a:pt x="171898" y="197942"/>
                    </a:moveTo>
                    <a:lnTo>
                      <a:pt x="218221" y="184268"/>
                    </a:lnTo>
                    <a:lnTo>
                      <a:pt x="201367" y="229531"/>
                    </a:lnTo>
                    <a:lnTo>
                      <a:pt x="171898" y="197942"/>
                    </a:lnTo>
                    <a:lnTo>
                      <a:pt x="175582" y="201890"/>
                    </a:lnTo>
                    <a:lnTo>
                      <a:pt x="210324" y="191635"/>
                    </a:lnTo>
                    <a:lnTo>
                      <a:pt x="197683" y="225582"/>
                    </a:lnTo>
                    <a:lnTo>
                      <a:pt x="201632" y="221898"/>
                    </a:lnTo>
                    <a:lnTo>
                      <a:pt x="179531" y="198207"/>
                    </a:lnTo>
                    <a:lnTo>
                      <a:pt x="175582" y="201890"/>
                    </a:lnTo>
                    <a:lnTo>
                      <a:pt x="171898" y="197942"/>
                    </a:lnTo>
                    <a:lnTo>
                      <a:pt x="187163" y="198472"/>
                    </a:lnTo>
                    <a:lnTo>
                      <a:pt x="183479" y="194523"/>
                    </a:lnTo>
                    <a:lnTo>
                      <a:pt x="198744" y="195053"/>
                    </a:lnTo>
                    <a:lnTo>
                      <a:pt x="195060" y="191105"/>
                    </a:lnTo>
                    <a:lnTo>
                      <a:pt x="214273" y="187951"/>
                    </a:lnTo>
                    <a:lnTo>
                      <a:pt x="209794" y="206899"/>
                    </a:lnTo>
                    <a:lnTo>
                      <a:pt x="206111" y="202951"/>
                    </a:lnTo>
                    <a:lnTo>
                      <a:pt x="205580" y="218215"/>
                    </a:lnTo>
                    <a:lnTo>
                      <a:pt x="201897" y="214266"/>
                    </a:lnTo>
                    <a:lnTo>
                      <a:pt x="201367" y="229531"/>
                    </a:lnTo>
                    <a:lnTo>
                      <a:pt x="197948" y="217950"/>
                    </a:lnTo>
                    <a:lnTo>
                      <a:pt x="190316" y="217685"/>
                    </a:lnTo>
                    <a:lnTo>
                      <a:pt x="190581" y="210053"/>
                    </a:lnTo>
                    <a:lnTo>
                      <a:pt x="182949" y="209788"/>
                    </a:lnTo>
                    <a:lnTo>
                      <a:pt x="183214" y="202155"/>
                    </a:lnTo>
                    <a:lnTo>
                      <a:pt x="171898" y="197942"/>
                    </a:lnTo>
                    <a:lnTo>
                      <a:pt x="179531" y="198207"/>
                    </a:lnTo>
                    <a:lnTo>
                      <a:pt x="179266" y="205839"/>
                    </a:lnTo>
                    <a:lnTo>
                      <a:pt x="186898" y="206104"/>
                    </a:lnTo>
                    <a:lnTo>
                      <a:pt x="186633" y="213736"/>
                    </a:lnTo>
                    <a:lnTo>
                      <a:pt x="194265" y="214001"/>
                    </a:lnTo>
                    <a:lnTo>
                      <a:pt x="194000" y="221633"/>
                    </a:lnTo>
                    <a:lnTo>
                      <a:pt x="201632" y="221898"/>
                    </a:lnTo>
                    <a:lnTo>
                      <a:pt x="205580" y="218215"/>
                    </a:lnTo>
                    <a:lnTo>
                      <a:pt x="201897" y="214266"/>
                    </a:lnTo>
                    <a:lnTo>
                      <a:pt x="209794" y="206899"/>
                    </a:lnTo>
                    <a:lnTo>
                      <a:pt x="206111" y="202951"/>
                    </a:lnTo>
                    <a:lnTo>
                      <a:pt x="218221" y="184268"/>
                    </a:lnTo>
                    <a:lnTo>
                      <a:pt x="210324" y="191635"/>
                    </a:lnTo>
                    <a:lnTo>
                      <a:pt x="206641" y="187686"/>
                    </a:lnTo>
                    <a:lnTo>
                      <a:pt x="198744" y="195053"/>
                    </a:lnTo>
                    <a:lnTo>
                      <a:pt x="195060" y="191105"/>
                    </a:lnTo>
                    <a:lnTo>
                      <a:pt x="187163" y="198472"/>
                    </a:lnTo>
                    <a:lnTo>
                      <a:pt x="183479" y="194523"/>
                    </a:lnTo>
                    <a:lnTo>
                      <a:pt x="179531" y="198207"/>
                    </a:lnTo>
                    <a:moveTo>
                      <a:pt x="0" y="13673"/>
                    </a:moveTo>
                    <a:lnTo>
                      <a:pt x="46323" y="0"/>
                    </a:lnTo>
                    <a:lnTo>
                      <a:pt x="29468" y="45262"/>
                    </a:lnTo>
                    <a:lnTo>
                      <a:pt x="0" y="13673"/>
                    </a:lnTo>
                    <a:lnTo>
                      <a:pt x="3683" y="17622"/>
                    </a:lnTo>
                    <a:lnTo>
                      <a:pt x="38426" y="7367"/>
                    </a:lnTo>
                    <a:lnTo>
                      <a:pt x="25785" y="41314"/>
                    </a:lnTo>
                    <a:lnTo>
                      <a:pt x="29733" y="37630"/>
                    </a:lnTo>
                    <a:lnTo>
                      <a:pt x="7632" y="13939"/>
                    </a:lnTo>
                    <a:lnTo>
                      <a:pt x="3683" y="17622"/>
                    </a:lnTo>
                    <a:lnTo>
                      <a:pt x="0" y="13673"/>
                    </a:lnTo>
                    <a:lnTo>
                      <a:pt x="15264" y="14204"/>
                    </a:lnTo>
                    <a:lnTo>
                      <a:pt x="11580" y="10255"/>
                    </a:lnTo>
                    <a:lnTo>
                      <a:pt x="26845" y="10785"/>
                    </a:lnTo>
                    <a:lnTo>
                      <a:pt x="23161" y="6836"/>
                    </a:lnTo>
                    <a:lnTo>
                      <a:pt x="42374" y="3683"/>
                    </a:lnTo>
                    <a:lnTo>
                      <a:pt x="37895" y="22631"/>
                    </a:lnTo>
                    <a:lnTo>
                      <a:pt x="34212" y="18682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29468" y="45262"/>
                    </a:lnTo>
                    <a:lnTo>
                      <a:pt x="26050" y="33682"/>
                    </a:lnTo>
                    <a:lnTo>
                      <a:pt x="18417" y="33416"/>
                    </a:lnTo>
                    <a:lnTo>
                      <a:pt x="18683" y="25784"/>
                    </a:lnTo>
                    <a:lnTo>
                      <a:pt x="11050" y="25519"/>
                    </a:lnTo>
                    <a:lnTo>
                      <a:pt x="11315" y="17887"/>
                    </a:lnTo>
                    <a:lnTo>
                      <a:pt x="0" y="13673"/>
                    </a:lnTo>
                    <a:lnTo>
                      <a:pt x="7632" y="13939"/>
                    </a:lnTo>
                    <a:lnTo>
                      <a:pt x="7367" y="21571"/>
                    </a:lnTo>
                    <a:lnTo>
                      <a:pt x="14999" y="21836"/>
                    </a:lnTo>
                    <a:lnTo>
                      <a:pt x="14734" y="29468"/>
                    </a:lnTo>
                    <a:lnTo>
                      <a:pt x="22366" y="29733"/>
                    </a:lnTo>
                    <a:lnTo>
                      <a:pt x="22101" y="37365"/>
                    </a:lnTo>
                    <a:lnTo>
                      <a:pt x="29733" y="37630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37895" y="22631"/>
                    </a:lnTo>
                    <a:lnTo>
                      <a:pt x="34212" y="18682"/>
                    </a:lnTo>
                    <a:lnTo>
                      <a:pt x="46323" y="0"/>
                    </a:lnTo>
                    <a:lnTo>
                      <a:pt x="38426" y="7367"/>
                    </a:lnTo>
                    <a:lnTo>
                      <a:pt x="34742" y="3418"/>
                    </a:lnTo>
                    <a:lnTo>
                      <a:pt x="26845" y="10785"/>
                    </a:lnTo>
                    <a:lnTo>
                      <a:pt x="23161" y="6836"/>
                    </a:lnTo>
                    <a:lnTo>
                      <a:pt x="15264" y="14204"/>
                    </a:lnTo>
                    <a:lnTo>
                      <a:pt x="11580" y="10255"/>
                    </a:lnTo>
                    <a:lnTo>
                      <a:pt x="7632" y="1393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75" name="Контур"/>
              <p:cNvSpPr/>
              <p:nvPr/>
            </p:nvSpPr>
            <p:spPr>
              <a:xfrm>
                <a:off x="252000" y="6617507"/>
                <a:ext cx="434274" cy="778147"/>
              </a:xfrm>
              <a:custGeom>
                <a:avLst/>
                <a:gdLst/>
                <a:ahLst/>
                <a:cxnLst/>
                <a:rect l="l" t="t" r="r" b="b"/>
                <a:pathLst>
                  <a:path w="434274" h="778147" fill="none">
                    <a:moveTo>
                      <a:pt x="410991" y="678026"/>
                    </a:moveTo>
                    <a:lnTo>
                      <a:pt x="430624" y="710327"/>
                    </a:lnTo>
                    <a:moveTo>
                      <a:pt x="430624" y="710327"/>
                    </a:moveTo>
                    <a:lnTo>
                      <a:pt x="434274" y="716333"/>
                    </a:lnTo>
                    <a:lnTo>
                      <a:pt x="426991" y="746230"/>
                    </a:lnTo>
                    <a:moveTo>
                      <a:pt x="426991" y="746230"/>
                    </a:moveTo>
                    <a:lnTo>
                      <a:pt x="419216" y="778147"/>
                    </a:lnTo>
                    <a:moveTo>
                      <a:pt x="410991" y="678026"/>
                    </a:moveTo>
                    <a:lnTo>
                      <a:pt x="430624" y="710327"/>
                    </a:lnTo>
                    <a:moveTo>
                      <a:pt x="430624" y="710327"/>
                    </a:moveTo>
                    <a:lnTo>
                      <a:pt x="434274" y="716333"/>
                    </a:lnTo>
                    <a:lnTo>
                      <a:pt x="426991" y="746230"/>
                    </a:lnTo>
                    <a:moveTo>
                      <a:pt x="426991" y="746230"/>
                    </a:moveTo>
                    <a:lnTo>
                      <a:pt x="419216" y="778147"/>
                    </a:lnTo>
                    <a:moveTo>
                      <a:pt x="410991" y="678026"/>
                    </a:moveTo>
                    <a:lnTo>
                      <a:pt x="391358" y="645724"/>
                    </a:lnTo>
                    <a:moveTo>
                      <a:pt x="391358" y="645724"/>
                    </a:moveTo>
                    <a:lnTo>
                      <a:pt x="371725" y="613423"/>
                    </a:lnTo>
                    <a:moveTo>
                      <a:pt x="371725" y="613423"/>
                    </a:moveTo>
                    <a:lnTo>
                      <a:pt x="352091" y="581122"/>
                    </a:lnTo>
                    <a:moveTo>
                      <a:pt x="352091" y="581122"/>
                    </a:moveTo>
                    <a:lnTo>
                      <a:pt x="332458" y="548820"/>
                    </a:lnTo>
                    <a:moveTo>
                      <a:pt x="332458" y="548820"/>
                    </a:moveTo>
                    <a:lnTo>
                      <a:pt x="312825" y="516519"/>
                    </a:lnTo>
                    <a:moveTo>
                      <a:pt x="312825" y="516519"/>
                    </a:moveTo>
                    <a:lnTo>
                      <a:pt x="293191" y="484218"/>
                    </a:lnTo>
                    <a:moveTo>
                      <a:pt x="293191" y="484218"/>
                    </a:moveTo>
                    <a:lnTo>
                      <a:pt x="273558" y="451917"/>
                    </a:lnTo>
                    <a:moveTo>
                      <a:pt x="273558" y="451917"/>
                    </a:moveTo>
                    <a:lnTo>
                      <a:pt x="253925" y="419615"/>
                    </a:lnTo>
                    <a:moveTo>
                      <a:pt x="253925" y="419615"/>
                    </a:moveTo>
                    <a:lnTo>
                      <a:pt x="234292" y="387314"/>
                    </a:lnTo>
                    <a:moveTo>
                      <a:pt x="234292" y="387314"/>
                    </a:moveTo>
                    <a:lnTo>
                      <a:pt x="214658" y="355013"/>
                    </a:lnTo>
                    <a:moveTo>
                      <a:pt x="214658" y="355013"/>
                    </a:moveTo>
                    <a:lnTo>
                      <a:pt x="195025" y="322711"/>
                    </a:lnTo>
                    <a:moveTo>
                      <a:pt x="195025" y="322711"/>
                    </a:moveTo>
                    <a:lnTo>
                      <a:pt x="175392" y="290410"/>
                    </a:lnTo>
                    <a:moveTo>
                      <a:pt x="175392" y="290410"/>
                    </a:moveTo>
                    <a:lnTo>
                      <a:pt x="155758" y="258109"/>
                    </a:lnTo>
                    <a:moveTo>
                      <a:pt x="155758" y="258109"/>
                    </a:moveTo>
                    <a:lnTo>
                      <a:pt x="136125" y="225807"/>
                    </a:lnTo>
                    <a:moveTo>
                      <a:pt x="136125" y="225807"/>
                    </a:moveTo>
                    <a:lnTo>
                      <a:pt x="116492" y="193506"/>
                    </a:lnTo>
                    <a:moveTo>
                      <a:pt x="116492" y="193506"/>
                    </a:moveTo>
                    <a:lnTo>
                      <a:pt x="96859" y="161205"/>
                    </a:lnTo>
                    <a:moveTo>
                      <a:pt x="96859" y="161205"/>
                    </a:moveTo>
                    <a:lnTo>
                      <a:pt x="77225" y="128904"/>
                    </a:lnTo>
                    <a:moveTo>
                      <a:pt x="77225" y="128904"/>
                    </a:moveTo>
                    <a:lnTo>
                      <a:pt x="57592" y="96602"/>
                    </a:lnTo>
                    <a:moveTo>
                      <a:pt x="57592" y="96602"/>
                    </a:moveTo>
                    <a:lnTo>
                      <a:pt x="37959" y="64301"/>
                    </a:lnTo>
                    <a:moveTo>
                      <a:pt x="37959" y="64301"/>
                    </a:moveTo>
                    <a:lnTo>
                      <a:pt x="18325" y="32000"/>
                    </a:lnTo>
                    <a:moveTo>
                      <a:pt x="18325" y="32000"/>
                    </a:moveTo>
                    <a:lnTo>
                      <a:pt x="2200" y="5470"/>
                    </a:ln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76" name="Контур"/>
              <p:cNvSpPr/>
              <p:nvPr/>
            </p:nvSpPr>
            <p:spPr>
              <a:xfrm>
                <a:off x="338158" y="6270624"/>
                <a:ext cx="525301" cy="1008124"/>
              </a:xfrm>
              <a:custGeom>
                <a:avLst/>
                <a:gdLst/>
                <a:ahLst/>
                <a:cxnLst/>
                <a:rect l="l" t="t" r="r" b="b"/>
                <a:pathLst>
                  <a:path w="525301" h="1008124" fill="none">
                    <a:moveTo>
                      <a:pt x="525301" y="1008124"/>
                    </a:moveTo>
                    <a:lnTo>
                      <a:pt x="463466" y="993047"/>
                    </a:lnTo>
                    <a:lnTo>
                      <a:pt x="440206" y="954784"/>
                    </a:lnTo>
                    <a:moveTo>
                      <a:pt x="440206" y="954784"/>
                    </a:moveTo>
                    <a:lnTo>
                      <a:pt x="463466" y="993047"/>
                    </a:lnTo>
                    <a:lnTo>
                      <a:pt x="525301" y="1008124"/>
                    </a:lnTo>
                    <a:moveTo>
                      <a:pt x="440206" y="954784"/>
                    </a:moveTo>
                    <a:lnTo>
                      <a:pt x="463466" y="993047"/>
                    </a:lnTo>
                    <a:lnTo>
                      <a:pt x="525301" y="1008124"/>
                    </a:lnTo>
                    <a:moveTo>
                      <a:pt x="440206" y="954784"/>
                    </a:moveTo>
                    <a:lnTo>
                      <a:pt x="374760" y="847114"/>
                    </a:lnTo>
                    <a:moveTo>
                      <a:pt x="374760" y="847114"/>
                    </a:moveTo>
                    <a:lnTo>
                      <a:pt x="309314" y="739444"/>
                    </a:lnTo>
                    <a:moveTo>
                      <a:pt x="309314" y="739444"/>
                    </a:moveTo>
                    <a:lnTo>
                      <a:pt x="243868" y="631774"/>
                    </a:lnTo>
                    <a:moveTo>
                      <a:pt x="243868" y="631774"/>
                    </a:moveTo>
                    <a:lnTo>
                      <a:pt x="178422" y="524104"/>
                    </a:lnTo>
                    <a:moveTo>
                      <a:pt x="178422" y="524104"/>
                    </a:moveTo>
                    <a:lnTo>
                      <a:pt x="112976" y="416434"/>
                    </a:lnTo>
                    <a:moveTo>
                      <a:pt x="112976" y="416434"/>
                    </a:moveTo>
                    <a:lnTo>
                      <a:pt x="47530" y="308764"/>
                    </a:lnTo>
                    <a:moveTo>
                      <a:pt x="47530" y="308764"/>
                    </a:moveTo>
                    <a:lnTo>
                      <a:pt x="31404" y="282234"/>
                    </a:lnTo>
                    <a:lnTo>
                      <a:pt x="4039" y="214205"/>
                    </a:lnTo>
                    <a:lnTo>
                      <a:pt x="2848" y="192611"/>
                    </a:lnTo>
                    <a:moveTo>
                      <a:pt x="2848" y="192611"/>
                    </a:moveTo>
                    <a:lnTo>
                      <a:pt x="0" y="140990"/>
                    </a:lnTo>
                    <a:lnTo>
                      <a:pt x="19717" y="70363"/>
                    </a:lnTo>
                    <a:lnTo>
                      <a:pt x="20266" y="69560"/>
                    </a:lnTo>
                    <a:moveTo>
                      <a:pt x="20266" y="69560"/>
                    </a:moveTo>
                    <a:lnTo>
                      <a:pt x="61097" y="9827"/>
                    </a:lnTo>
                    <a:lnTo>
                      <a:pt x="7050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77" name="Контур"/>
              <p:cNvSpPr/>
              <p:nvPr/>
            </p:nvSpPr>
            <p:spPr>
              <a:xfrm>
                <a:off x="285353" y="6434758"/>
                <a:ext cx="413194" cy="721026"/>
              </a:xfrm>
              <a:custGeom>
                <a:avLst/>
                <a:gdLst/>
                <a:ahLst/>
                <a:cxnLst/>
                <a:rect l="l" t="t" r="r" b="b"/>
                <a:pathLst>
                  <a:path w="413194" h="721026" fill="none">
                    <a:moveTo>
                      <a:pt x="365059" y="684111"/>
                    </a:moveTo>
                    <a:lnTo>
                      <a:pt x="413194" y="680130"/>
                    </a:lnTo>
                    <a:lnTo>
                      <a:pt x="387498" y="721026"/>
                    </a:lnTo>
                    <a:lnTo>
                      <a:pt x="365059" y="684111"/>
                    </a:lnTo>
                    <a:lnTo>
                      <a:pt x="367864" y="688725"/>
                    </a:lnTo>
                    <a:lnTo>
                      <a:pt x="403965" y="685740"/>
                    </a:lnTo>
                    <a:lnTo>
                      <a:pt x="384693" y="716412"/>
                    </a:lnTo>
                    <a:lnTo>
                      <a:pt x="389308" y="713607"/>
                    </a:lnTo>
                    <a:lnTo>
                      <a:pt x="372479" y="685920"/>
                    </a:lnTo>
                    <a:lnTo>
                      <a:pt x="367864" y="688725"/>
                    </a:lnTo>
                    <a:lnTo>
                      <a:pt x="365059" y="684111"/>
                    </a:lnTo>
                    <a:lnTo>
                      <a:pt x="379898" y="687730"/>
                    </a:lnTo>
                    <a:lnTo>
                      <a:pt x="377093" y="683116"/>
                    </a:lnTo>
                    <a:lnTo>
                      <a:pt x="391932" y="686735"/>
                    </a:lnTo>
                    <a:lnTo>
                      <a:pt x="389127" y="682120"/>
                    </a:lnTo>
                    <a:lnTo>
                      <a:pt x="408580" y="682935"/>
                    </a:lnTo>
                    <a:lnTo>
                      <a:pt x="400346" y="700578"/>
                    </a:lnTo>
                    <a:lnTo>
                      <a:pt x="397541" y="695964"/>
                    </a:lnTo>
                    <a:lnTo>
                      <a:pt x="393922" y="710802"/>
                    </a:lnTo>
                    <a:lnTo>
                      <a:pt x="391117" y="706188"/>
                    </a:lnTo>
                    <a:lnTo>
                      <a:pt x="387498" y="721026"/>
                    </a:lnTo>
                    <a:lnTo>
                      <a:pt x="386503" y="708993"/>
                    </a:lnTo>
                    <a:lnTo>
                      <a:pt x="379083" y="707183"/>
                    </a:lnTo>
                    <a:lnTo>
                      <a:pt x="380893" y="699764"/>
                    </a:lnTo>
                    <a:lnTo>
                      <a:pt x="373474" y="697954"/>
                    </a:lnTo>
                    <a:lnTo>
                      <a:pt x="375283" y="690535"/>
                    </a:lnTo>
                    <a:lnTo>
                      <a:pt x="365059" y="684111"/>
                    </a:lnTo>
                    <a:lnTo>
                      <a:pt x="372479" y="685920"/>
                    </a:lnTo>
                    <a:lnTo>
                      <a:pt x="370669" y="693340"/>
                    </a:lnTo>
                    <a:lnTo>
                      <a:pt x="378088" y="695149"/>
                    </a:lnTo>
                    <a:lnTo>
                      <a:pt x="376279" y="702569"/>
                    </a:lnTo>
                    <a:lnTo>
                      <a:pt x="383698" y="704378"/>
                    </a:lnTo>
                    <a:lnTo>
                      <a:pt x="381888" y="711797"/>
                    </a:lnTo>
                    <a:lnTo>
                      <a:pt x="389308" y="713607"/>
                    </a:lnTo>
                    <a:lnTo>
                      <a:pt x="393922" y="710802"/>
                    </a:lnTo>
                    <a:lnTo>
                      <a:pt x="391117" y="706188"/>
                    </a:lnTo>
                    <a:lnTo>
                      <a:pt x="400346" y="700578"/>
                    </a:lnTo>
                    <a:lnTo>
                      <a:pt x="397541" y="695964"/>
                    </a:lnTo>
                    <a:lnTo>
                      <a:pt x="413194" y="680130"/>
                    </a:lnTo>
                    <a:lnTo>
                      <a:pt x="403965" y="685740"/>
                    </a:lnTo>
                    <a:lnTo>
                      <a:pt x="401160" y="681125"/>
                    </a:lnTo>
                    <a:lnTo>
                      <a:pt x="391932" y="686735"/>
                    </a:lnTo>
                    <a:lnTo>
                      <a:pt x="389127" y="682120"/>
                    </a:lnTo>
                    <a:lnTo>
                      <a:pt x="379898" y="687730"/>
                    </a:lnTo>
                    <a:lnTo>
                      <a:pt x="377093" y="683116"/>
                    </a:lnTo>
                    <a:lnTo>
                      <a:pt x="372479" y="685920"/>
                    </a:lnTo>
                    <a:moveTo>
                      <a:pt x="234167" y="468771"/>
                    </a:moveTo>
                    <a:lnTo>
                      <a:pt x="282302" y="464790"/>
                    </a:lnTo>
                    <a:lnTo>
                      <a:pt x="256606" y="505686"/>
                    </a:lnTo>
                    <a:lnTo>
                      <a:pt x="234167" y="468771"/>
                    </a:lnTo>
                    <a:lnTo>
                      <a:pt x="236972" y="473385"/>
                    </a:lnTo>
                    <a:lnTo>
                      <a:pt x="273073" y="470400"/>
                    </a:lnTo>
                    <a:lnTo>
                      <a:pt x="253801" y="501072"/>
                    </a:lnTo>
                    <a:lnTo>
                      <a:pt x="258416" y="498267"/>
                    </a:lnTo>
                    <a:lnTo>
                      <a:pt x="241587" y="470580"/>
                    </a:lnTo>
                    <a:lnTo>
                      <a:pt x="236972" y="473385"/>
                    </a:lnTo>
                    <a:lnTo>
                      <a:pt x="234167" y="468771"/>
                    </a:lnTo>
                    <a:lnTo>
                      <a:pt x="249006" y="472390"/>
                    </a:lnTo>
                    <a:lnTo>
                      <a:pt x="246201" y="467776"/>
                    </a:lnTo>
                    <a:lnTo>
                      <a:pt x="261040" y="471395"/>
                    </a:lnTo>
                    <a:lnTo>
                      <a:pt x="258235" y="466780"/>
                    </a:lnTo>
                    <a:lnTo>
                      <a:pt x="277688" y="467595"/>
                    </a:lnTo>
                    <a:lnTo>
                      <a:pt x="269454" y="485238"/>
                    </a:lnTo>
                    <a:lnTo>
                      <a:pt x="266649" y="480624"/>
                    </a:lnTo>
                    <a:lnTo>
                      <a:pt x="263030" y="495462"/>
                    </a:lnTo>
                    <a:lnTo>
                      <a:pt x="260225" y="490848"/>
                    </a:lnTo>
                    <a:lnTo>
                      <a:pt x="256606" y="505686"/>
                    </a:lnTo>
                    <a:lnTo>
                      <a:pt x="255611" y="493653"/>
                    </a:lnTo>
                    <a:lnTo>
                      <a:pt x="248192" y="491843"/>
                    </a:lnTo>
                    <a:lnTo>
                      <a:pt x="250001" y="484424"/>
                    </a:lnTo>
                    <a:lnTo>
                      <a:pt x="242582" y="482614"/>
                    </a:lnTo>
                    <a:lnTo>
                      <a:pt x="244391" y="475195"/>
                    </a:lnTo>
                    <a:lnTo>
                      <a:pt x="234167" y="468771"/>
                    </a:lnTo>
                    <a:lnTo>
                      <a:pt x="241587" y="470580"/>
                    </a:lnTo>
                    <a:lnTo>
                      <a:pt x="239777" y="478000"/>
                    </a:lnTo>
                    <a:lnTo>
                      <a:pt x="247196" y="479809"/>
                    </a:lnTo>
                    <a:lnTo>
                      <a:pt x="245387" y="487229"/>
                    </a:lnTo>
                    <a:lnTo>
                      <a:pt x="252806" y="489038"/>
                    </a:lnTo>
                    <a:lnTo>
                      <a:pt x="250996" y="496457"/>
                    </a:lnTo>
                    <a:lnTo>
                      <a:pt x="258416" y="498267"/>
                    </a:lnTo>
                    <a:lnTo>
                      <a:pt x="263030" y="495462"/>
                    </a:lnTo>
                    <a:lnTo>
                      <a:pt x="260225" y="490848"/>
                    </a:lnTo>
                    <a:lnTo>
                      <a:pt x="269454" y="485238"/>
                    </a:lnTo>
                    <a:lnTo>
                      <a:pt x="266649" y="480624"/>
                    </a:lnTo>
                    <a:lnTo>
                      <a:pt x="282302" y="464790"/>
                    </a:lnTo>
                    <a:lnTo>
                      <a:pt x="273073" y="470400"/>
                    </a:lnTo>
                    <a:lnTo>
                      <a:pt x="270268" y="465785"/>
                    </a:lnTo>
                    <a:lnTo>
                      <a:pt x="261040" y="471395"/>
                    </a:lnTo>
                    <a:lnTo>
                      <a:pt x="258235" y="466780"/>
                    </a:lnTo>
                    <a:lnTo>
                      <a:pt x="249006" y="472390"/>
                    </a:lnTo>
                    <a:lnTo>
                      <a:pt x="246201" y="467776"/>
                    </a:lnTo>
                    <a:lnTo>
                      <a:pt x="241587" y="470580"/>
                    </a:lnTo>
                    <a:moveTo>
                      <a:pt x="103275" y="253431"/>
                    </a:moveTo>
                    <a:lnTo>
                      <a:pt x="151410" y="249450"/>
                    </a:lnTo>
                    <a:lnTo>
                      <a:pt x="125714" y="290346"/>
                    </a:lnTo>
                    <a:lnTo>
                      <a:pt x="103275" y="253431"/>
                    </a:lnTo>
                    <a:lnTo>
                      <a:pt x="106080" y="258045"/>
                    </a:lnTo>
                    <a:lnTo>
                      <a:pt x="142181" y="255060"/>
                    </a:lnTo>
                    <a:lnTo>
                      <a:pt x="122909" y="285732"/>
                    </a:lnTo>
                    <a:lnTo>
                      <a:pt x="127524" y="282927"/>
                    </a:lnTo>
                    <a:lnTo>
                      <a:pt x="110695" y="255240"/>
                    </a:lnTo>
                    <a:lnTo>
                      <a:pt x="106080" y="258045"/>
                    </a:lnTo>
                    <a:lnTo>
                      <a:pt x="103275" y="253431"/>
                    </a:lnTo>
                    <a:lnTo>
                      <a:pt x="118114" y="257050"/>
                    </a:lnTo>
                    <a:lnTo>
                      <a:pt x="115309" y="252436"/>
                    </a:lnTo>
                    <a:lnTo>
                      <a:pt x="130148" y="256055"/>
                    </a:lnTo>
                    <a:lnTo>
                      <a:pt x="127343" y="251440"/>
                    </a:lnTo>
                    <a:lnTo>
                      <a:pt x="146796" y="252255"/>
                    </a:lnTo>
                    <a:lnTo>
                      <a:pt x="138562" y="269898"/>
                    </a:lnTo>
                    <a:lnTo>
                      <a:pt x="135757" y="265284"/>
                    </a:lnTo>
                    <a:lnTo>
                      <a:pt x="132138" y="280122"/>
                    </a:lnTo>
                    <a:lnTo>
                      <a:pt x="129333" y="275508"/>
                    </a:lnTo>
                    <a:lnTo>
                      <a:pt x="125714" y="290346"/>
                    </a:lnTo>
                    <a:lnTo>
                      <a:pt x="124719" y="278313"/>
                    </a:lnTo>
                    <a:lnTo>
                      <a:pt x="117300" y="276503"/>
                    </a:lnTo>
                    <a:lnTo>
                      <a:pt x="119109" y="269084"/>
                    </a:lnTo>
                    <a:lnTo>
                      <a:pt x="111690" y="267274"/>
                    </a:lnTo>
                    <a:lnTo>
                      <a:pt x="113500" y="259855"/>
                    </a:lnTo>
                    <a:lnTo>
                      <a:pt x="103275" y="253431"/>
                    </a:lnTo>
                    <a:lnTo>
                      <a:pt x="110695" y="255240"/>
                    </a:lnTo>
                    <a:lnTo>
                      <a:pt x="108885" y="262660"/>
                    </a:lnTo>
                    <a:lnTo>
                      <a:pt x="116304" y="264469"/>
                    </a:lnTo>
                    <a:lnTo>
                      <a:pt x="114495" y="271889"/>
                    </a:lnTo>
                    <a:lnTo>
                      <a:pt x="121914" y="273698"/>
                    </a:lnTo>
                    <a:lnTo>
                      <a:pt x="120104" y="281117"/>
                    </a:lnTo>
                    <a:lnTo>
                      <a:pt x="127524" y="282927"/>
                    </a:lnTo>
                    <a:lnTo>
                      <a:pt x="132138" y="280122"/>
                    </a:lnTo>
                    <a:lnTo>
                      <a:pt x="129333" y="275508"/>
                    </a:lnTo>
                    <a:lnTo>
                      <a:pt x="138562" y="269898"/>
                    </a:lnTo>
                    <a:lnTo>
                      <a:pt x="135757" y="265284"/>
                    </a:lnTo>
                    <a:lnTo>
                      <a:pt x="151410" y="249450"/>
                    </a:lnTo>
                    <a:lnTo>
                      <a:pt x="142181" y="255060"/>
                    </a:lnTo>
                    <a:lnTo>
                      <a:pt x="139377" y="250445"/>
                    </a:lnTo>
                    <a:lnTo>
                      <a:pt x="130148" y="256055"/>
                    </a:lnTo>
                    <a:lnTo>
                      <a:pt x="127343" y="251440"/>
                    </a:lnTo>
                    <a:lnTo>
                      <a:pt x="118114" y="257050"/>
                    </a:lnTo>
                    <a:lnTo>
                      <a:pt x="115309" y="252436"/>
                    </a:lnTo>
                    <a:lnTo>
                      <a:pt x="110695" y="255240"/>
                    </a:lnTo>
                    <a:moveTo>
                      <a:pt x="0" y="0"/>
                    </a:moveTo>
                    <a:lnTo>
                      <a:pt x="44324" y="19187"/>
                    </a:lnTo>
                    <a:lnTo>
                      <a:pt x="2379" y="43134"/>
                    </a:lnTo>
                    <a:lnTo>
                      <a:pt x="0" y="0"/>
                    </a:lnTo>
                    <a:lnTo>
                      <a:pt x="297" y="5391"/>
                    </a:lnTo>
                    <a:lnTo>
                      <a:pt x="33540" y="19782"/>
                    </a:lnTo>
                    <a:lnTo>
                      <a:pt x="2082" y="37742"/>
                    </a:lnTo>
                    <a:lnTo>
                      <a:pt x="7473" y="37445"/>
                    </a:lnTo>
                    <a:lnTo>
                      <a:pt x="5689" y="5094"/>
                    </a:lnTo>
                    <a:lnTo>
                      <a:pt x="297" y="5391"/>
                    </a:lnTo>
                    <a:lnTo>
                      <a:pt x="0" y="0"/>
                    </a:lnTo>
                    <a:lnTo>
                      <a:pt x="11378" y="10188"/>
                    </a:lnTo>
                    <a:lnTo>
                      <a:pt x="11081" y="4796"/>
                    </a:lnTo>
                    <a:lnTo>
                      <a:pt x="22459" y="14985"/>
                    </a:lnTo>
                    <a:lnTo>
                      <a:pt x="22162" y="9593"/>
                    </a:lnTo>
                    <a:lnTo>
                      <a:pt x="38932" y="19485"/>
                    </a:lnTo>
                    <a:lnTo>
                      <a:pt x="23351" y="31161"/>
                    </a:lnTo>
                    <a:lnTo>
                      <a:pt x="23054" y="25769"/>
                    </a:lnTo>
                    <a:lnTo>
                      <a:pt x="12865" y="37147"/>
                    </a:lnTo>
                    <a:lnTo>
                      <a:pt x="12568" y="31755"/>
                    </a:lnTo>
                    <a:lnTo>
                      <a:pt x="2379" y="43134"/>
                    </a:lnTo>
                    <a:lnTo>
                      <a:pt x="7176" y="32053"/>
                    </a:lnTo>
                    <a:lnTo>
                      <a:pt x="1487" y="26959"/>
                    </a:lnTo>
                    <a:lnTo>
                      <a:pt x="6581" y="21269"/>
                    </a:lnTo>
                    <a:lnTo>
                      <a:pt x="892" y="16175"/>
                    </a:lnTo>
                    <a:lnTo>
                      <a:pt x="5986" y="10486"/>
                    </a:lnTo>
                    <a:lnTo>
                      <a:pt x="0" y="0"/>
                    </a:lnTo>
                    <a:lnTo>
                      <a:pt x="5689" y="5094"/>
                    </a:lnTo>
                    <a:lnTo>
                      <a:pt x="594" y="10783"/>
                    </a:lnTo>
                    <a:lnTo>
                      <a:pt x="6284" y="15878"/>
                    </a:lnTo>
                    <a:lnTo>
                      <a:pt x="1189" y="21567"/>
                    </a:lnTo>
                    <a:lnTo>
                      <a:pt x="6879" y="26661"/>
                    </a:lnTo>
                    <a:lnTo>
                      <a:pt x="1784" y="32350"/>
                    </a:lnTo>
                    <a:lnTo>
                      <a:pt x="7473" y="37445"/>
                    </a:lnTo>
                    <a:lnTo>
                      <a:pt x="12865" y="37147"/>
                    </a:lnTo>
                    <a:lnTo>
                      <a:pt x="12568" y="31755"/>
                    </a:lnTo>
                    <a:lnTo>
                      <a:pt x="23351" y="31161"/>
                    </a:lnTo>
                    <a:lnTo>
                      <a:pt x="23054" y="25769"/>
                    </a:lnTo>
                    <a:lnTo>
                      <a:pt x="44324" y="19187"/>
                    </a:lnTo>
                    <a:lnTo>
                      <a:pt x="33540" y="19782"/>
                    </a:lnTo>
                    <a:lnTo>
                      <a:pt x="33243" y="14390"/>
                    </a:lnTo>
                    <a:lnTo>
                      <a:pt x="22459" y="14985"/>
                    </a:lnTo>
                    <a:lnTo>
                      <a:pt x="22162" y="9593"/>
                    </a:lnTo>
                    <a:lnTo>
                      <a:pt x="11378" y="10188"/>
                    </a:lnTo>
                    <a:lnTo>
                      <a:pt x="11081" y="4796"/>
                    </a:lnTo>
                    <a:lnTo>
                      <a:pt x="5689" y="509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78" name="Контур"/>
              <p:cNvSpPr/>
              <p:nvPr/>
            </p:nvSpPr>
            <p:spPr>
              <a:xfrm>
                <a:off x="338158" y="6270624"/>
                <a:ext cx="440206" cy="954784"/>
              </a:xfrm>
              <a:custGeom>
                <a:avLst/>
                <a:gdLst/>
                <a:ahLst/>
                <a:cxnLst/>
                <a:rect l="l" t="t" r="r" b="b"/>
                <a:pathLst>
                  <a:path w="440206" h="954784" fill="none">
                    <a:moveTo>
                      <a:pt x="70500" y="0"/>
                    </a:moveTo>
                    <a:lnTo>
                      <a:pt x="61097" y="9827"/>
                    </a:lnTo>
                    <a:lnTo>
                      <a:pt x="19717" y="70363"/>
                    </a:lnTo>
                    <a:lnTo>
                      <a:pt x="9211" y="107995"/>
                    </a:lnTo>
                    <a:moveTo>
                      <a:pt x="9211" y="107995"/>
                    </a:moveTo>
                    <a:lnTo>
                      <a:pt x="0" y="140990"/>
                    </a:lnTo>
                    <a:lnTo>
                      <a:pt x="4039" y="214205"/>
                    </a:lnTo>
                    <a:lnTo>
                      <a:pt x="10912" y="231292"/>
                    </a:lnTo>
                    <a:moveTo>
                      <a:pt x="10912" y="231292"/>
                    </a:moveTo>
                    <a:lnTo>
                      <a:pt x="31404" y="282234"/>
                    </a:lnTo>
                    <a:lnTo>
                      <a:pt x="68330" y="342983"/>
                    </a:lnTo>
                    <a:moveTo>
                      <a:pt x="68330" y="342983"/>
                    </a:moveTo>
                    <a:lnTo>
                      <a:pt x="133776" y="450653"/>
                    </a:lnTo>
                    <a:moveTo>
                      <a:pt x="133776" y="450653"/>
                    </a:moveTo>
                    <a:lnTo>
                      <a:pt x="199222" y="558323"/>
                    </a:lnTo>
                    <a:moveTo>
                      <a:pt x="199222" y="558323"/>
                    </a:moveTo>
                    <a:lnTo>
                      <a:pt x="264667" y="665993"/>
                    </a:lnTo>
                    <a:moveTo>
                      <a:pt x="264667" y="665993"/>
                    </a:moveTo>
                    <a:lnTo>
                      <a:pt x="330113" y="773663"/>
                    </a:lnTo>
                    <a:moveTo>
                      <a:pt x="330113" y="773663"/>
                    </a:moveTo>
                    <a:lnTo>
                      <a:pt x="395559" y="881333"/>
                    </a:lnTo>
                    <a:moveTo>
                      <a:pt x="395559" y="881333"/>
                    </a:moveTo>
                    <a:lnTo>
                      <a:pt x="440206" y="954784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79" name="Контур"/>
              <p:cNvSpPr/>
              <p:nvPr/>
            </p:nvSpPr>
            <p:spPr>
              <a:xfrm>
                <a:off x="355109" y="6381870"/>
                <a:ext cx="375668" cy="665267"/>
              </a:xfrm>
              <a:custGeom>
                <a:avLst/>
                <a:gdLst/>
                <a:ahLst/>
                <a:cxnLst/>
                <a:rect l="l" t="t" r="r" b="b"/>
                <a:pathLst>
                  <a:path w="375668" h="665267" fill="none">
                    <a:moveTo>
                      <a:pt x="35801" y="41609"/>
                    </a:moveTo>
                    <a:lnTo>
                      <a:pt x="0" y="9189"/>
                    </a:lnTo>
                    <a:lnTo>
                      <a:pt x="47417" y="0"/>
                    </a:lnTo>
                    <a:lnTo>
                      <a:pt x="35801" y="41609"/>
                    </a:lnTo>
                    <a:lnTo>
                      <a:pt x="37253" y="36408"/>
                    </a:lnTo>
                    <a:lnTo>
                      <a:pt x="10403" y="12093"/>
                    </a:lnTo>
                    <a:lnTo>
                      <a:pt x="45965" y="5201"/>
                    </a:lnTo>
                    <a:lnTo>
                      <a:pt x="40764" y="3749"/>
                    </a:lnTo>
                    <a:lnTo>
                      <a:pt x="32052" y="34956"/>
                    </a:lnTo>
                    <a:lnTo>
                      <a:pt x="37253" y="36408"/>
                    </a:lnTo>
                    <a:lnTo>
                      <a:pt x="35801" y="41609"/>
                    </a:lnTo>
                    <a:lnTo>
                      <a:pt x="28303" y="28303"/>
                    </a:lnTo>
                    <a:lnTo>
                      <a:pt x="26851" y="33504"/>
                    </a:lnTo>
                    <a:lnTo>
                      <a:pt x="19353" y="20198"/>
                    </a:lnTo>
                    <a:lnTo>
                      <a:pt x="17901" y="25399"/>
                    </a:lnTo>
                    <a:lnTo>
                      <a:pt x="5201" y="10641"/>
                    </a:lnTo>
                    <a:lnTo>
                      <a:pt x="23709" y="4595"/>
                    </a:lnTo>
                    <a:lnTo>
                      <a:pt x="22257" y="9796"/>
                    </a:lnTo>
                    <a:lnTo>
                      <a:pt x="35563" y="2297"/>
                    </a:lnTo>
                    <a:lnTo>
                      <a:pt x="34111" y="7499"/>
                    </a:lnTo>
                    <a:lnTo>
                      <a:pt x="47417" y="0"/>
                    </a:lnTo>
                    <a:lnTo>
                      <a:pt x="39312" y="8951"/>
                    </a:lnTo>
                    <a:lnTo>
                      <a:pt x="43061" y="15604"/>
                    </a:lnTo>
                    <a:lnTo>
                      <a:pt x="36408" y="19353"/>
                    </a:lnTo>
                    <a:lnTo>
                      <a:pt x="40157" y="26006"/>
                    </a:lnTo>
                    <a:lnTo>
                      <a:pt x="33504" y="29755"/>
                    </a:lnTo>
                    <a:lnTo>
                      <a:pt x="35801" y="41609"/>
                    </a:lnTo>
                    <a:lnTo>
                      <a:pt x="32052" y="34956"/>
                    </a:lnTo>
                    <a:lnTo>
                      <a:pt x="38705" y="31207"/>
                    </a:lnTo>
                    <a:lnTo>
                      <a:pt x="34956" y="24554"/>
                    </a:lnTo>
                    <a:lnTo>
                      <a:pt x="41609" y="20805"/>
                    </a:lnTo>
                    <a:lnTo>
                      <a:pt x="37860" y="14152"/>
                    </a:lnTo>
                    <a:lnTo>
                      <a:pt x="44513" y="10403"/>
                    </a:lnTo>
                    <a:lnTo>
                      <a:pt x="40764" y="3749"/>
                    </a:lnTo>
                    <a:lnTo>
                      <a:pt x="35563" y="2297"/>
                    </a:lnTo>
                    <a:lnTo>
                      <a:pt x="34111" y="7499"/>
                    </a:lnTo>
                    <a:lnTo>
                      <a:pt x="23709" y="4595"/>
                    </a:lnTo>
                    <a:lnTo>
                      <a:pt x="22257" y="9796"/>
                    </a:lnTo>
                    <a:lnTo>
                      <a:pt x="0" y="9189"/>
                    </a:lnTo>
                    <a:lnTo>
                      <a:pt x="10403" y="12093"/>
                    </a:lnTo>
                    <a:lnTo>
                      <a:pt x="8951" y="17294"/>
                    </a:lnTo>
                    <a:lnTo>
                      <a:pt x="19353" y="20198"/>
                    </a:lnTo>
                    <a:lnTo>
                      <a:pt x="17901" y="25399"/>
                    </a:lnTo>
                    <a:lnTo>
                      <a:pt x="28303" y="28303"/>
                    </a:lnTo>
                    <a:lnTo>
                      <a:pt x="26851" y="33504"/>
                    </a:lnTo>
                    <a:lnTo>
                      <a:pt x="32052" y="34956"/>
                    </a:lnTo>
                    <a:moveTo>
                      <a:pt x="113884" y="230606"/>
                    </a:moveTo>
                    <a:lnTo>
                      <a:pt x="65750" y="234587"/>
                    </a:lnTo>
                    <a:lnTo>
                      <a:pt x="91446" y="193690"/>
                    </a:lnTo>
                    <a:lnTo>
                      <a:pt x="113884" y="230606"/>
                    </a:lnTo>
                    <a:lnTo>
                      <a:pt x="111080" y="225991"/>
                    </a:lnTo>
                    <a:lnTo>
                      <a:pt x="74979" y="228977"/>
                    </a:lnTo>
                    <a:lnTo>
                      <a:pt x="94251" y="198305"/>
                    </a:lnTo>
                    <a:lnTo>
                      <a:pt x="89636" y="201110"/>
                    </a:lnTo>
                    <a:lnTo>
                      <a:pt x="106465" y="228796"/>
                    </a:lnTo>
                    <a:lnTo>
                      <a:pt x="111080" y="225991"/>
                    </a:lnTo>
                    <a:lnTo>
                      <a:pt x="113884" y="230606"/>
                    </a:lnTo>
                    <a:lnTo>
                      <a:pt x="99046" y="226987"/>
                    </a:lnTo>
                    <a:lnTo>
                      <a:pt x="101851" y="231601"/>
                    </a:lnTo>
                    <a:lnTo>
                      <a:pt x="87012" y="227982"/>
                    </a:lnTo>
                    <a:lnTo>
                      <a:pt x="89817" y="232596"/>
                    </a:lnTo>
                    <a:lnTo>
                      <a:pt x="70364" y="231782"/>
                    </a:lnTo>
                    <a:lnTo>
                      <a:pt x="78598" y="214139"/>
                    </a:lnTo>
                    <a:lnTo>
                      <a:pt x="81403" y="218753"/>
                    </a:lnTo>
                    <a:lnTo>
                      <a:pt x="85022" y="203914"/>
                    </a:lnTo>
                    <a:lnTo>
                      <a:pt x="87827" y="208529"/>
                    </a:lnTo>
                    <a:lnTo>
                      <a:pt x="91446" y="193690"/>
                    </a:lnTo>
                    <a:lnTo>
                      <a:pt x="92441" y="205724"/>
                    </a:lnTo>
                    <a:lnTo>
                      <a:pt x="99860" y="207534"/>
                    </a:lnTo>
                    <a:lnTo>
                      <a:pt x="98051" y="214953"/>
                    </a:lnTo>
                    <a:lnTo>
                      <a:pt x="105470" y="216763"/>
                    </a:lnTo>
                    <a:lnTo>
                      <a:pt x="103660" y="224182"/>
                    </a:lnTo>
                    <a:lnTo>
                      <a:pt x="113884" y="230606"/>
                    </a:lnTo>
                    <a:lnTo>
                      <a:pt x="106465" y="228796"/>
                    </a:lnTo>
                    <a:lnTo>
                      <a:pt x="108275" y="221377"/>
                    </a:lnTo>
                    <a:lnTo>
                      <a:pt x="100855" y="219567"/>
                    </a:lnTo>
                    <a:lnTo>
                      <a:pt x="102665" y="212148"/>
                    </a:lnTo>
                    <a:lnTo>
                      <a:pt x="95246" y="210339"/>
                    </a:lnTo>
                    <a:lnTo>
                      <a:pt x="97055" y="202919"/>
                    </a:lnTo>
                    <a:lnTo>
                      <a:pt x="89636" y="201110"/>
                    </a:lnTo>
                    <a:lnTo>
                      <a:pt x="85022" y="203914"/>
                    </a:lnTo>
                    <a:lnTo>
                      <a:pt x="87827" y="208529"/>
                    </a:lnTo>
                    <a:lnTo>
                      <a:pt x="78598" y="214139"/>
                    </a:lnTo>
                    <a:lnTo>
                      <a:pt x="81403" y="218753"/>
                    </a:lnTo>
                    <a:lnTo>
                      <a:pt x="65750" y="234587"/>
                    </a:lnTo>
                    <a:lnTo>
                      <a:pt x="74979" y="228977"/>
                    </a:lnTo>
                    <a:lnTo>
                      <a:pt x="77783" y="233591"/>
                    </a:lnTo>
                    <a:lnTo>
                      <a:pt x="87012" y="227982"/>
                    </a:lnTo>
                    <a:lnTo>
                      <a:pt x="89817" y="232596"/>
                    </a:lnTo>
                    <a:lnTo>
                      <a:pt x="99046" y="226987"/>
                    </a:lnTo>
                    <a:lnTo>
                      <a:pt x="101851" y="231601"/>
                    </a:lnTo>
                    <a:lnTo>
                      <a:pt x="106465" y="228796"/>
                    </a:lnTo>
                    <a:moveTo>
                      <a:pt x="244776" y="445946"/>
                    </a:moveTo>
                    <a:lnTo>
                      <a:pt x="196642" y="449927"/>
                    </a:lnTo>
                    <a:lnTo>
                      <a:pt x="222338" y="409030"/>
                    </a:lnTo>
                    <a:lnTo>
                      <a:pt x="244776" y="445946"/>
                    </a:lnTo>
                    <a:lnTo>
                      <a:pt x="241971" y="441331"/>
                    </a:lnTo>
                    <a:lnTo>
                      <a:pt x="205870" y="444317"/>
                    </a:lnTo>
                    <a:lnTo>
                      <a:pt x="225143" y="413645"/>
                    </a:lnTo>
                    <a:lnTo>
                      <a:pt x="220528" y="416450"/>
                    </a:lnTo>
                    <a:lnTo>
                      <a:pt x="237357" y="444136"/>
                    </a:lnTo>
                    <a:lnTo>
                      <a:pt x="241971" y="441331"/>
                    </a:lnTo>
                    <a:lnTo>
                      <a:pt x="244776" y="445946"/>
                    </a:lnTo>
                    <a:lnTo>
                      <a:pt x="229938" y="442327"/>
                    </a:lnTo>
                    <a:lnTo>
                      <a:pt x="232743" y="446941"/>
                    </a:lnTo>
                    <a:lnTo>
                      <a:pt x="217904" y="443322"/>
                    </a:lnTo>
                    <a:lnTo>
                      <a:pt x="220709" y="447936"/>
                    </a:lnTo>
                    <a:lnTo>
                      <a:pt x="201256" y="447122"/>
                    </a:lnTo>
                    <a:lnTo>
                      <a:pt x="209490" y="429479"/>
                    </a:lnTo>
                    <a:lnTo>
                      <a:pt x="212294" y="434093"/>
                    </a:lnTo>
                    <a:lnTo>
                      <a:pt x="215914" y="419254"/>
                    </a:lnTo>
                    <a:lnTo>
                      <a:pt x="218718" y="423869"/>
                    </a:lnTo>
                    <a:lnTo>
                      <a:pt x="222338" y="409030"/>
                    </a:lnTo>
                    <a:lnTo>
                      <a:pt x="223333" y="421064"/>
                    </a:lnTo>
                    <a:lnTo>
                      <a:pt x="230752" y="422874"/>
                    </a:lnTo>
                    <a:lnTo>
                      <a:pt x="228943" y="430293"/>
                    </a:lnTo>
                    <a:lnTo>
                      <a:pt x="236362" y="432103"/>
                    </a:lnTo>
                    <a:lnTo>
                      <a:pt x="234552" y="439522"/>
                    </a:lnTo>
                    <a:lnTo>
                      <a:pt x="244776" y="445946"/>
                    </a:lnTo>
                    <a:lnTo>
                      <a:pt x="237357" y="444136"/>
                    </a:lnTo>
                    <a:lnTo>
                      <a:pt x="239167" y="436717"/>
                    </a:lnTo>
                    <a:lnTo>
                      <a:pt x="231747" y="434907"/>
                    </a:lnTo>
                    <a:lnTo>
                      <a:pt x="233557" y="427488"/>
                    </a:lnTo>
                    <a:lnTo>
                      <a:pt x="226138" y="425678"/>
                    </a:lnTo>
                    <a:lnTo>
                      <a:pt x="227947" y="418259"/>
                    </a:lnTo>
                    <a:lnTo>
                      <a:pt x="220528" y="416450"/>
                    </a:lnTo>
                    <a:lnTo>
                      <a:pt x="215914" y="419254"/>
                    </a:lnTo>
                    <a:lnTo>
                      <a:pt x="218718" y="423869"/>
                    </a:lnTo>
                    <a:lnTo>
                      <a:pt x="209490" y="429479"/>
                    </a:lnTo>
                    <a:lnTo>
                      <a:pt x="212294" y="434093"/>
                    </a:lnTo>
                    <a:lnTo>
                      <a:pt x="196642" y="449927"/>
                    </a:lnTo>
                    <a:lnTo>
                      <a:pt x="205870" y="444317"/>
                    </a:lnTo>
                    <a:lnTo>
                      <a:pt x="208675" y="448931"/>
                    </a:lnTo>
                    <a:lnTo>
                      <a:pt x="217904" y="443322"/>
                    </a:lnTo>
                    <a:lnTo>
                      <a:pt x="220709" y="447936"/>
                    </a:lnTo>
                    <a:lnTo>
                      <a:pt x="229938" y="442327"/>
                    </a:lnTo>
                    <a:lnTo>
                      <a:pt x="232743" y="446941"/>
                    </a:lnTo>
                    <a:lnTo>
                      <a:pt x="237357" y="444136"/>
                    </a:lnTo>
                    <a:moveTo>
                      <a:pt x="375668" y="661286"/>
                    </a:moveTo>
                    <a:lnTo>
                      <a:pt x="327533" y="665267"/>
                    </a:lnTo>
                    <a:lnTo>
                      <a:pt x="353230" y="624370"/>
                    </a:lnTo>
                    <a:lnTo>
                      <a:pt x="375668" y="661286"/>
                    </a:lnTo>
                    <a:lnTo>
                      <a:pt x="372863" y="656671"/>
                    </a:lnTo>
                    <a:lnTo>
                      <a:pt x="336762" y="659657"/>
                    </a:lnTo>
                    <a:lnTo>
                      <a:pt x="356034" y="628985"/>
                    </a:lnTo>
                    <a:lnTo>
                      <a:pt x="351420" y="631790"/>
                    </a:lnTo>
                    <a:lnTo>
                      <a:pt x="368249" y="659476"/>
                    </a:lnTo>
                    <a:lnTo>
                      <a:pt x="372863" y="656671"/>
                    </a:lnTo>
                    <a:lnTo>
                      <a:pt x="375668" y="661286"/>
                    </a:lnTo>
                    <a:lnTo>
                      <a:pt x="360830" y="657667"/>
                    </a:lnTo>
                    <a:lnTo>
                      <a:pt x="363635" y="662281"/>
                    </a:lnTo>
                    <a:lnTo>
                      <a:pt x="348796" y="658662"/>
                    </a:lnTo>
                    <a:lnTo>
                      <a:pt x="351601" y="663276"/>
                    </a:lnTo>
                    <a:lnTo>
                      <a:pt x="332148" y="662462"/>
                    </a:lnTo>
                    <a:lnTo>
                      <a:pt x="340382" y="644818"/>
                    </a:lnTo>
                    <a:lnTo>
                      <a:pt x="343186" y="649433"/>
                    </a:lnTo>
                    <a:lnTo>
                      <a:pt x="346806" y="634594"/>
                    </a:lnTo>
                    <a:lnTo>
                      <a:pt x="349610" y="639209"/>
                    </a:lnTo>
                    <a:lnTo>
                      <a:pt x="353230" y="624370"/>
                    </a:lnTo>
                    <a:lnTo>
                      <a:pt x="354225" y="636404"/>
                    </a:lnTo>
                    <a:lnTo>
                      <a:pt x="361644" y="638214"/>
                    </a:lnTo>
                    <a:lnTo>
                      <a:pt x="359834" y="645633"/>
                    </a:lnTo>
                    <a:lnTo>
                      <a:pt x="367254" y="647442"/>
                    </a:lnTo>
                    <a:lnTo>
                      <a:pt x="365444" y="654862"/>
                    </a:lnTo>
                    <a:lnTo>
                      <a:pt x="375668" y="661286"/>
                    </a:lnTo>
                    <a:lnTo>
                      <a:pt x="368249" y="659476"/>
                    </a:lnTo>
                    <a:lnTo>
                      <a:pt x="370059" y="652057"/>
                    </a:lnTo>
                    <a:lnTo>
                      <a:pt x="362639" y="650247"/>
                    </a:lnTo>
                    <a:lnTo>
                      <a:pt x="364449" y="642828"/>
                    </a:lnTo>
                    <a:lnTo>
                      <a:pt x="357030" y="641018"/>
                    </a:lnTo>
                    <a:lnTo>
                      <a:pt x="358839" y="633599"/>
                    </a:lnTo>
                    <a:lnTo>
                      <a:pt x="351420" y="631790"/>
                    </a:lnTo>
                    <a:lnTo>
                      <a:pt x="346806" y="634594"/>
                    </a:lnTo>
                    <a:lnTo>
                      <a:pt x="349610" y="639209"/>
                    </a:lnTo>
                    <a:lnTo>
                      <a:pt x="340382" y="644818"/>
                    </a:lnTo>
                    <a:lnTo>
                      <a:pt x="343186" y="649433"/>
                    </a:lnTo>
                    <a:lnTo>
                      <a:pt x="327533" y="665267"/>
                    </a:lnTo>
                    <a:lnTo>
                      <a:pt x="336762" y="659657"/>
                    </a:lnTo>
                    <a:lnTo>
                      <a:pt x="339567" y="664271"/>
                    </a:lnTo>
                    <a:lnTo>
                      <a:pt x="348796" y="658662"/>
                    </a:lnTo>
                    <a:lnTo>
                      <a:pt x="351601" y="663276"/>
                    </a:lnTo>
                    <a:lnTo>
                      <a:pt x="360830" y="657667"/>
                    </a:lnTo>
                    <a:lnTo>
                      <a:pt x="363635" y="662281"/>
                    </a:lnTo>
                    <a:lnTo>
                      <a:pt x="368249" y="65947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80" name="Контур"/>
              <p:cNvSpPr/>
              <p:nvPr/>
            </p:nvSpPr>
            <p:spPr>
              <a:xfrm>
                <a:off x="778364" y="7131801"/>
                <a:ext cx="154006" cy="93607"/>
              </a:xfrm>
              <a:custGeom>
                <a:avLst/>
                <a:gdLst/>
                <a:ahLst/>
                <a:cxnLst/>
                <a:rect l="l" t="t" r="r" b="b"/>
                <a:pathLst>
                  <a:path w="154006" h="93607" fill="none">
                    <a:moveTo>
                      <a:pt x="0" y="93607"/>
                    </a:moveTo>
                    <a:lnTo>
                      <a:pt x="32301" y="73974"/>
                    </a:lnTo>
                    <a:moveTo>
                      <a:pt x="32301" y="73974"/>
                    </a:moveTo>
                    <a:lnTo>
                      <a:pt x="64603" y="54341"/>
                    </a:lnTo>
                    <a:moveTo>
                      <a:pt x="64603" y="54341"/>
                    </a:moveTo>
                    <a:lnTo>
                      <a:pt x="96904" y="34708"/>
                    </a:lnTo>
                    <a:moveTo>
                      <a:pt x="96904" y="34708"/>
                    </a:moveTo>
                    <a:lnTo>
                      <a:pt x="129206" y="15074"/>
                    </a:lnTo>
                    <a:moveTo>
                      <a:pt x="129206" y="15074"/>
                    </a:moveTo>
                    <a:lnTo>
                      <a:pt x="154006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  <p:sp>
            <p:nvSpPr>
              <p:cNvPr id="1381" name="Контур"/>
              <p:cNvSpPr/>
              <p:nvPr/>
            </p:nvSpPr>
            <p:spPr>
              <a:xfrm>
                <a:off x="408658" y="6270624"/>
                <a:ext cx="523712" cy="861177"/>
              </a:xfrm>
              <a:custGeom>
                <a:avLst/>
                <a:gdLst/>
                <a:ahLst/>
                <a:cxnLst/>
                <a:rect l="l" t="t" r="r" b="b"/>
                <a:pathLst>
                  <a:path w="523712" h="861177" fill="none">
                    <a:moveTo>
                      <a:pt x="0" y="0"/>
                    </a:moveTo>
                    <a:lnTo>
                      <a:pt x="65469" y="107655"/>
                    </a:lnTo>
                    <a:moveTo>
                      <a:pt x="65469" y="107655"/>
                    </a:moveTo>
                    <a:lnTo>
                      <a:pt x="130939" y="215311"/>
                    </a:lnTo>
                    <a:moveTo>
                      <a:pt x="130939" y="215311"/>
                    </a:moveTo>
                    <a:lnTo>
                      <a:pt x="196408" y="322967"/>
                    </a:lnTo>
                    <a:moveTo>
                      <a:pt x="196408" y="322967"/>
                    </a:moveTo>
                    <a:lnTo>
                      <a:pt x="261877" y="430623"/>
                    </a:lnTo>
                    <a:moveTo>
                      <a:pt x="261877" y="430623"/>
                    </a:moveTo>
                    <a:lnTo>
                      <a:pt x="327347" y="538279"/>
                    </a:lnTo>
                    <a:moveTo>
                      <a:pt x="327347" y="538279"/>
                    </a:moveTo>
                    <a:lnTo>
                      <a:pt x="392816" y="645934"/>
                    </a:lnTo>
                    <a:moveTo>
                      <a:pt x="392816" y="645934"/>
                    </a:moveTo>
                    <a:lnTo>
                      <a:pt x="458285" y="753590"/>
                    </a:lnTo>
                    <a:moveTo>
                      <a:pt x="458285" y="753590"/>
                    </a:moveTo>
                    <a:lnTo>
                      <a:pt x="523712" y="861177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82" name="Контур"/>
              <p:cNvSpPr/>
              <p:nvPr/>
            </p:nvSpPr>
            <p:spPr>
              <a:xfrm>
                <a:off x="488499" y="6340225"/>
                <a:ext cx="440950" cy="686836"/>
              </a:xfrm>
              <a:custGeom>
                <a:avLst/>
                <a:gdLst/>
                <a:ahLst/>
                <a:cxnLst/>
                <a:rect l="l" t="t" r="r" b="b"/>
                <a:pathLst>
                  <a:path w="440950" h="686836" fill="none">
                    <a:moveTo>
                      <a:pt x="48134" y="36910"/>
                    </a:moveTo>
                    <a:lnTo>
                      <a:pt x="0" y="40901"/>
                    </a:lnTo>
                    <a:lnTo>
                      <a:pt x="25687" y="0"/>
                    </a:lnTo>
                    <a:lnTo>
                      <a:pt x="48134" y="36910"/>
                    </a:lnTo>
                    <a:lnTo>
                      <a:pt x="45328" y="32296"/>
                    </a:lnTo>
                    <a:lnTo>
                      <a:pt x="9228" y="35290"/>
                    </a:lnTo>
                    <a:lnTo>
                      <a:pt x="28493" y="4613"/>
                    </a:lnTo>
                    <a:lnTo>
                      <a:pt x="23879" y="7419"/>
                    </a:lnTo>
                    <a:lnTo>
                      <a:pt x="40714" y="35102"/>
                    </a:lnTo>
                    <a:lnTo>
                      <a:pt x="45328" y="32296"/>
                    </a:lnTo>
                    <a:lnTo>
                      <a:pt x="48134" y="36910"/>
                    </a:lnTo>
                    <a:lnTo>
                      <a:pt x="33295" y="33294"/>
                    </a:lnTo>
                    <a:lnTo>
                      <a:pt x="36101" y="37908"/>
                    </a:lnTo>
                    <a:lnTo>
                      <a:pt x="21261" y="34292"/>
                    </a:lnTo>
                    <a:lnTo>
                      <a:pt x="24067" y="38906"/>
                    </a:lnTo>
                    <a:lnTo>
                      <a:pt x="4614" y="38096"/>
                    </a:lnTo>
                    <a:lnTo>
                      <a:pt x="12844" y="20450"/>
                    </a:lnTo>
                    <a:lnTo>
                      <a:pt x="15650" y="25064"/>
                    </a:lnTo>
                    <a:lnTo>
                      <a:pt x="19266" y="10225"/>
                    </a:lnTo>
                    <a:lnTo>
                      <a:pt x="22071" y="14839"/>
                    </a:lnTo>
                    <a:lnTo>
                      <a:pt x="25687" y="0"/>
                    </a:lnTo>
                    <a:lnTo>
                      <a:pt x="26685" y="12033"/>
                    </a:lnTo>
                    <a:lnTo>
                      <a:pt x="34105" y="13841"/>
                    </a:lnTo>
                    <a:lnTo>
                      <a:pt x="32297" y="21261"/>
                    </a:lnTo>
                    <a:lnTo>
                      <a:pt x="39717" y="23069"/>
                    </a:lnTo>
                    <a:lnTo>
                      <a:pt x="37909" y="30488"/>
                    </a:lnTo>
                    <a:lnTo>
                      <a:pt x="48134" y="36910"/>
                    </a:lnTo>
                    <a:lnTo>
                      <a:pt x="40714" y="35102"/>
                    </a:lnTo>
                    <a:lnTo>
                      <a:pt x="42522" y="27682"/>
                    </a:lnTo>
                    <a:lnTo>
                      <a:pt x="35103" y="25874"/>
                    </a:lnTo>
                    <a:lnTo>
                      <a:pt x="36911" y="18455"/>
                    </a:lnTo>
                    <a:lnTo>
                      <a:pt x="29491" y="16647"/>
                    </a:lnTo>
                    <a:lnTo>
                      <a:pt x="31299" y="9227"/>
                    </a:lnTo>
                    <a:lnTo>
                      <a:pt x="23879" y="7419"/>
                    </a:lnTo>
                    <a:lnTo>
                      <a:pt x="19266" y="10225"/>
                    </a:lnTo>
                    <a:lnTo>
                      <a:pt x="22071" y="14839"/>
                    </a:lnTo>
                    <a:lnTo>
                      <a:pt x="12844" y="20450"/>
                    </a:lnTo>
                    <a:lnTo>
                      <a:pt x="15650" y="25064"/>
                    </a:lnTo>
                    <a:lnTo>
                      <a:pt x="0" y="40901"/>
                    </a:lnTo>
                    <a:lnTo>
                      <a:pt x="9228" y="35290"/>
                    </a:lnTo>
                    <a:lnTo>
                      <a:pt x="12034" y="39904"/>
                    </a:lnTo>
                    <a:lnTo>
                      <a:pt x="21261" y="34292"/>
                    </a:lnTo>
                    <a:lnTo>
                      <a:pt x="24067" y="38906"/>
                    </a:lnTo>
                    <a:lnTo>
                      <a:pt x="33295" y="33294"/>
                    </a:lnTo>
                    <a:lnTo>
                      <a:pt x="36101" y="37908"/>
                    </a:lnTo>
                    <a:lnTo>
                      <a:pt x="40714" y="35102"/>
                    </a:lnTo>
                    <a:moveTo>
                      <a:pt x="179073" y="252222"/>
                    </a:moveTo>
                    <a:lnTo>
                      <a:pt x="130939" y="256213"/>
                    </a:lnTo>
                    <a:lnTo>
                      <a:pt x="156626" y="215311"/>
                    </a:lnTo>
                    <a:lnTo>
                      <a:pt x="179073" y="252222"/>
                    </a:lnTo>
                    <a:lnTo>
                      <a:pt x="176267" y="247608"/>
                    </a:lnTo>
                    <a:lnTo>
                      <a:pt x="140166" y="250601"/>
                    </a:lnTo>
                    <a:lnTo>
                      <a:pt x="159432" y="219925"/>
                    </a:lnTo>
                    <a:lnTo>
                      <a:pt x="154818" y="222731"/>
                    </a:lnTo>
                    <a:lnTo>
                      <a:pt x="171653" y="250414"/>
                    </a:lnTo>
                    <a:lnTo>
                      <a:pt x="176267" y="247608"/>
                    </a:lnTo>
                    <a:lnTo>
                      <a:pt x="179073" y="252222"/>
                    </a:lnTo>
                    <a:lnTo>
                      <a:pt x="164233" y="248606"/>
                    </a:lnTo>
                    <a:lnTo>
                      <a:pt x="167039" y="253220"/>
                    </a:lnTo>
                    <a:lnTo>
                      <a:pt x="152200" y="249604"/>
                    </a:lnTo>
                    <a:lnTo>
                      <a:pt x="155006" y="254217"/>
                    </a:lnTo>
                    <a:lnTo>
                      <a:pt x="135552" y="253407"/>
                    </a:lnTo>
                    <a:lnTo>
                      <a:pt x="143782" y="235762"/>
                    </a:lnTo>
                    <a:lnTo>
                      <a:pt x="146588" y="240376"/>
                    </a:lnTo>
                    <a:lnTo>
                      <a:pt x="150204" y="225537"/>
                    </a:lnTo>
                    <a:lnTo>
                      <a:pt x="153010" y="230150"/>
                    </a:lnTo>
                    <a:lnTo>
                      <a:pt x="156626" y="215311"/>
                    </a:lnTo>
                    <a:lnTo>
                      <a:pt x="157624" y="227345"/>
                    </a:lnTo>
                    <a:lnTo>
                      <a:pt x="165043" y="229153"/>
                    </a:lnTo>
                    <a:lnTo>
                      <a:pt x="163235" y="236572"/>
                    </a:lnTo>
                    <a:lnTo>
                      <a:pt x="170655" y="238380"/>
                    </a:lnTo>
                    <a:lnTo>
                      <a:pt x="168847" y="245800"/>
                    </a:lnTo>
                    <a:lnTo>
                      <a:pt x="179073" y="252222"/>
                    </a:lnTo>
                    <a:lnTo>
                      <a:pt x="171653" y="250414"/>
                    </a:lnTo>
                    <a:lnTo>
                      <a:pt x="173461" y="242994"/>
                    </a:lnTo>
                    <a:lnTo>
                      <a:pt x="166041" y="241186"/>
                    </a:lnTo>
                    <a:lnTo>
                      <a:pt x="167849" y="233766"/>
                    </a:lnTo>
                    <a:lnTo>
                      <a:pt x="160430" y="231958"/>
                    </a:lnTo>
                    <a:lnTo>
                      <a:pt x="162238" y="224539"/>
                    </a:lnTo>
                    <a:lnTo>
                      <a:pt x="154818" y="222731"/>
                    </a:lnTo>
                    <a:lnTo>
                      <a:pt x="150204" y="225537"/>
                    </a:lnTo>
                    <a:lnTo>
                      <a:pt x="153010" y="230150"/>
                    </a:lnTo>
                    <a:lnTo>
                      <a:pt x="143782" y="235762"/>
                    </a:lnTo>
                    <a:lnTo>
                      <a:pt x="146588" y="240376"/>
                    </a:lnTo>
                    <a:lnTo>
                      <a:pt x="130939" y="256213"/>
                    </a:lnTo>
                    <a:lnTo>
                      <a:pt x="140166" y="250601"/>
                    </a:lnTo>
                    <a:lnTo>
                      <a:pt x="142972" y="255215"/>
                    </a:lnTo>
                    <a:lnTo>
                      <a:pt x="152200" y="249604"/>
                    </a:lnTo>
                    <a:lnTo>
                      <a:pt x="155006" y="254217"/>
                    </a:lnTo>
                    <a:lnTo>
                      <a:pt x="164233" y="248606"/>
                    </a:lnTo>
                    <a:lnTo>
                      <a:pt x="167039" y="253220"/>
                    </a:lnTo>
                    <a:lnTo>
                      <a:pt x="171653" y="250414"/>
                    </a:lnTo>
                    <a:moveTo>
                      <a:pt x="310011" y="467533"/>
                    </a:moveTo>
                    <a:lnTo>
                      <a:pt x="261877" y="471525"/>
                    </a:lnTo>
                    <a:lnTo>
                      <a:pt x="287564" y="430623"/>
                    </a:lnTo>
                    <a:lnTo>
                      <a:pt x="310011" y="467533"/>
                    </a:lnTo>
                    <a:lnTo>
                      <a:pt x="307205" y="462920"/>
                    </a:lnTo>
                    <a:lnTo>
                      <a:pt x="271105" y="465913"/>
                    </a:lnTo>
                    <a:lnTo>
                      <a:pt x="290370" y="435237"/>
                    </a:lnTo>
                    <a:lnTo>
                      <a:pt x="285756" y="438042"/>
                    </a:lnTo>
                    <a:lnTo>
                      <a:pt x="302591" y="465725"/>
                    </a:lnTo>
                    <a:lnTo>
                      <a:pt x="307205" y="462920"/>
                    </a:lnTo>
                    <a:lnTo>
                      <a:pt x="310011" y="467533"/>
                    </a:lnTo>
                    <a:lnTo>
                      <a:pt x="295172" y="463917"/>
                    </a:lnTo>
                    <a:lnTo>
                      <a:pt x="297978" y="468531"/>
                    </a:lnTo>
                    <a:lnTo>
                      <a:pt x="283138" y="464915"/>
                    </a:lnTo>
                    <a:lnTo>
                      <a:pt x="285944" y="469529"/>
                    </a:lnTo>
                    <a:lnTo>
                      <a:pt x="266491" y="468719"/>
                    </a:lnTo>
                    <a:lnTo>
                      <a:pt x="274721" y="451074"/>
                    </a:lnTo>
                    <a:lnTo>
                      <a:pt x="277527" y="455688"/>
                    </a:lnTo>
                    <a:lnTo>
                      <a:pt x="281143" y="440848"/>
                    </a:lnTo>
                    <a:lnTo>
                      <a:pt x="283948" y="445462"/>
                    </a:lnTo>
                    <a:lnTo>
                      <a:pt x="287564" y="430623"/>
                    </a:lnTo>
                    <a:lnTo>
                      <a:pt x="288562" y="442656"/>
                    </a:lnTo>
                    <a:lnTo>
                      <a:pt x="295982" y="444464"/>
                    </a:lnTo>
                    <a:lnTo>
                      <a:pt x="294174" y="451884"/>
                    </a:lnTo>
                    <a:lnTo>
                      <a:pt x="301594" y="453692"/>
                    </a:lnTo>
                    <a:lnTo>
                      <a:pt x="299786" y="461112"/>
                    </a:lnTo>
                    <a:lnTo>
                      <a:pt x="310011" y="467533"/>
                    </a:lnTo>
                    <a:lnTo>
                      <a:pt x="302591" y="465725"/>
                    </a:lnTo>
                    <a:lnTo>
                      <a:pt x="304399" y="458306"/>
                    </a:lnTo>
                    <a:lnTo>
                      <a:pt x="296980" y="456498"/>
                    </a:lnTo>
                    <a:lnTo>
                      <a:pt x="298788" y="449078"/>
                    </a:lnTo>
                    <a:lnTo>
                      <a:pt x="291368" y="447270"/>
                    </a:lnTo>
                    <a:lnTo>
                      <a:pt x="293176" y="439850"/>
                    </a:lnTo>
                    <a:lnTo>
                      <a:pt x="285756" y="438042"/>
                    </a:lnTo>
                    <a:lnTo>
                      <a:pt x="281143" y="440848"/>
                    </a:lnTo>
                    <a:lnTo>
                      <a:pt x="283948" y="445462"/>
                    </a:lnTo>
                    <a:lnTo>
                      <a:pt x="274721" y="451074"/>
                    </a:lnTo>
                    <a:lnTo>
                      <a:pt x="277527" y="455688"/>
                    </a:lnTo>
                    <a:lnTo>
                      <a:pt x="261877" y="471525"/>
                    </a:lnTo>
                    <a:lnTo>
                      <a:pt x="271105" y="465913"/>
                    </a:lnTo>
                    <a:lnTo>
                      <a:pt x="273911" y="470527"/>
                    </a:lnTo>
                    <a:lnTo>
                      <a:pt x="283138" y="464915"/>
                    </a:lnTo>
                    <a:lnTo>
                      <a:pt x="285944" y="469529"/>
                    </a:lnTo>
                    <a:lnTo>
                      <a:pt x="295172" y="463917"/>
                    </a:lnTo>
                    <a:lnTo>
                      <a:pt x="297978" y="468531"/>
                    </a:lnTo>
                    <a:lnTo>
                      <a:pt x="302591" y="465725"/>
                    </a:lnTo>
                    <a:moveTo>
                      <a:pt x="440950" y="682845"/>
                    </a:moveTo>
                    <a:lnTo>
                      <a:pt x="392816" y="686836"/>
                    </a:lnTo>
                    <a:lnTo>
                      <a:pt x="418503" y="645934"/>
                    </a:lnTo>
                    <a:lnTo>
                      <a:pt x="440950" y="682845"/>
                    </a:lnTo>
                    <a:lnTo>
                      <a:pt x="438144" y="678231"/>
                    </a:lnTo>
                    <a:lnTo>
                      <a:pt x="402043" y="681225"/>
                    </a:lnTo>
                    <a:lnTo>
                      <a:pt x="421309" y="650548"/>
                    </a:lnTo>
                    <a:lnTo>
                      <a:pt x="416695" y="653354"/>
                    </a:lnTo>
                    <a:lnTo>
                      <a:pt x="433530" y="681037"/>
                    </a:lnTo>
                    <a:lnTo>
                      <a:pt x="438144" y="678231"/>
                    </a:lnTo>
                    <a:lnTo>
                      <a:pt x="440950" y="682845"/>
                    </a:lnTo>
                    <a:lnTo>
                      <a:pt x="426110" y="679229"/>
                    </a:lnTo>
                    <a:lnTo>
                      <a:pt x="428916" y="683843"/>
                    </a:lnTo>
                    <a:lnTo>
                      <a:pt x="414077" y="680227"/>
                    </a:lnTo>
                    <a:lnTo>
                      <a:pt x="416883" y="684841"/>
                    </a:lnTo>
                    <a:lnTo>
                      <a:pt x="397430" y="684031"/>
                    </a:lnTo>
                    <a:lnTo>
                      <a:pt x="405659" y="666385"/>
                    </a:lnTo>
                    <a:lnTo>
                      <a:pt x="408465" y="670999"/>
                    </a:lnTo>
                    <a:lnTo>
                      <a:pt x="412081" y="656160"/>
                    </a:lnTo>
                    <a:lnTo>
                      <a:pt x="414887" y="660774"/>
                    </a:lnTo>
                    <a:lnTo>
                      <a:pt x="418503" y="645934"/>
                    </a:lnTo>
                    <a:lnTo>
                      <a:pt x="419501" y="657968"/>
                    </a:lnTo>
                    <a:lnTo>
                      <a:pt x="426920" y="659776"/>
                    </a:lnTo>
                    <a:lnTo>
                      <a:pt x="425112" y="667196"/>
                    </a:lnTo>
                    <a:lnTo>
                      <a:pt x="432532" y="669004"/>
                    </a:lnTo>
                    <a:lnTo>
                      <a:pt x="430724" y="676423"/>
                    </a:lnTo>
                    <a:lnTo>
                      <a:pt x="440950" y="682845"/>
                    </a:lnTo>
                    <a:lnTo>
                      <a:pt x="433530" y="681037"/>
                    </a:lnTo>
                    <a:lnTo>
                      <a:pt x="435338" y="673617"/>
                    </a:lnTo>
                    <a:lnTo>
                      <a:pt x="427918" y="671809"/>
                    </a:lnTo>
                    <a:lnTo>
                      <a:pt x="429726" y="664390"/>
                    </a:lnTo>
                    <a:lnTo>
                      <a:pt x="422307" y="662582"/>
                    </a:lnTo>
                    <a:lnTo>
                      <a:pt x="424115" y="655162"/>
                    </a:lnTo>
                    <a:lnTo>
                      <a:pt x="416695" y="653354"/>
                    </a:lnTo>
                    <a:lnTo>
                      <a:pt x="412081" y="656160"/>
                    </a:lnTo>
                    <a:lnTo>
                      <a:pt x="414887" y="660774"/>
                    </a:lnTo>
                    <a:lnTo>
                      <a:pt x="405659" y="666385"/>
                    </a:lnTo>
                    <a:lnTo>
                      <a:pt x="408465" y="670999"/>
                    </a:lnTo>
                    <a:lnTo>
                      <a:pt x="392816" y="686836"/>
                    </a:lnTo>
                    <a:lnTo>
                      <a:pt x="402043" y="681225"/>
                    </a:lnTo>
                    <a:lnTo>
                      <a:pt x="404849" y="685839"/>
                    </a:lnTo>
                    <a:lnTo>
                      <a:pt x="414077" y="680227"/>
                    </a:lnTo>
                    <a:lnTo>
                      <a:pt x="416883" y="684841"/>
                    </a:lnTo>
                    <a:lnTo>
                      <a:pt x="426110" y="679229"/>
                    </a:lnTo>
                    <a:lnTo>
                      <a:pt x="428916" y="683843"/>
                    </a:lnTo>
                    <a:lnTo>
                      <a:pt x="433530" y="68103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83" name="Контур"/>
              <p:cNvSpPr/>
              <p:nvPr/>
            </p:nvSpPr>
            <p:spPr>
              <a:xfrm>
                <a:off x="252000" y="6084198"/>
                <a:ext cx="148181" cy="175647"/>
              </a:xfrm>
              <a:custGeom>
                <a:avLst/>
                <a:gdLst/>
                <a:ahLst/>
                <a:cxnLst/>
                <a:rect l="l" t="t" r="r" b="b"/>
                <a:pathLst>
                  <a:path w="148181" h="175647" fill="none">
                    <a:moveTo>
                      <a:pt x="0" y="175647"/>
                    </a:moveTo>
                    <a:lnTo>
                      <a:pt x="49708" y="102927"/>
                    </a:lnTo>
                    <a:lnTo>
                      <a:pt x="148181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84" name="Контур"/>
              <p:cNvSpPr/>
              <p:nvPr/>
            </p:nvSpPr>
            <p:spPr>
              <a:xfrm>
                <a:off x="408658" y="5628675"/>
                <a:ext cx="1492805" cy="813663"/>
              </a:xfrm>
              <a:custGeom>
                <a:avLst/>
                <a:gdLst/>
                <a:ahLst/>
                <a:cxnLst/>
                <a:rect l="l" t="t" r="r" b="b"/>
                <a:pathLst>
                  <a:path w="1492805" h="813663" fill="none">
                    <a:moveTo>
                      <a:pt x="0" y="641949"/>
                    </a:moveTo>
                    <a:lnTo>
                      <a:pt x="26131" y="614635"/>
                    </a:lnTo>
                    <a:moveTo>
                      <a:pt x="26131" y="614635"/>
                    </a:moveTo>
                    <a:lnTo>
                      <a:pt x="52262" y="587322"/>
                    </a:lnTo>
                    <a:moveTo>
                      <a:pt x="52262" y="587322"/>
                    </a:moveTo>
                    <a:lnTo>
                      <a:pt x="78393" y="560009"/>
                    </a:lnTo>
                    <a:moveTo>
                      <a:pt x="78393" y="560009"/>
                    </a:moveTo>
                    <a:lnTo>
                      <a:pt x="104524" y="532696"/>
                    </a:lnTo>
                    <a:moveTo>
                      <a:pt x="104524" y="532696"/>
                    </a:moveTo>
                    <a:lnTo>
                      <a:pt x="130655" y="505383"/>
                    </a:lnTo>
                    <a:moveTo>
                      <a:pt x="130655" y="505383"/>
                    </a:moveTo>
                    <a:lnTo>
                      <a:pt x="156786" y="478070"/>
                    </a:lnTo>
                    <a:moveTo>
                      <a:pt x="156786" y="478070"/>
                    </a:moveTo>
                    <a:lnTo>
                      <a:pt x="182918" y="450757"/>
                    </a:lnTo>
                    <a:moveTo>
                      <a:pt x="182918" y="450757"/>
                    </a:moveTo>
                    <a:lnTo>
                      <a:pt x="209049" y="423443"/>
                    </a:lnTo>
                    <a:moveTo>
                      <a:pt x="209049" y="423443"/>
                    </a:moveTo>
                    <a:lnTo>
                      <a:pt x="235180" y="396130"/>
                    </a:lnTo>
                    <a:moveTo>
                      <a:pt x="235180" y="396130"/>
                    </a:moveTo>
                    <a:lnTo>
                      <a:pt x="261311" y="368817"/>
                    </a:lnTo>
                    <a:moveTo>
                      <a:pt x="261311" y="368817"/>
                    </a:moveTo>
                    <a:lnTo>
                      <a:pt x="287442" y="341504"/>
                    </a:lnTo>
                    <a:moveTo>
                      <a:pt x="287442" y="341504"/>
                    </a:moveTo>
                    <a:lnTo>
                      <a:pt x="313573" y="314191"/>
                    </a:lnTo>
                    <a:moveTo>
                      <a:pt x="313573" y="314191"/>
                    </a:moveTo>
                    <a:lnTo>
                      <a:pt x="339704" y="286878"/>
                    </a:lnTo>
                    <a:moveTo>
                      <a:pt x="339704" y="286878"/>
                    </a:moveTo>
                    <a:lnTo>
                      <a:pt x="365835" y="259564"/>
                    </a:lnTo>
                    <a:moveTo>
                      <a:pt x="365835" y="259564"/>
                    </a:moveTo>
                    <a:lnTo>
                      <a:pt x="391966" y="232251"/>
                    </a:lnTo>
                    <a:moveTo>
                      <a:pt x="391966" y="232251"/>
                    </a:moveTo>
                    <a:lnTo>
                      <a:pt x="418097" y="204938"/>
                    </a:lnTo>
                    <a:moveTo>
                      <a:pt x="418097" y="204938"/>
                    </a:moveTo>
                    <a:lnTo>
                      <a:pt x="444228" y="177625"/>
                    </a:lnTo>
                    <a:moveTo>
                      <a:pt x="444228" y="177625"/>
                    </a:moveTo>
                    <a:lnTo>
                      <a:pt x="470359" y="150312"/>
                    </a:lnTo>
                    <a:moveTo>
                      <a:pt x="470359" y="150312"/>
                    </a:moveTo>
                    <a:lnTo>
                      <a:pt x="496490" y="122999"/>
                    </a:lnTo>
                    <a:moveTo>
                      <a:pt x="496490" y="122999"/>
                    </a:moveTo>
                    <a:lnTo>
                      <a:pt x="522621" y="95686"/>
                    </a:lnTo>
                    <a:moveTo>
                      <a:pt x="522621" y="95686"/>
                    </a:moveTo>
                    <a:lnTo>
                      <a:pt x="548752" y="68372"/>
                    </a:lnTo>
                    <a:moveTo>
                      <a:pt x="548752" y="68372"/>
                    </a:moveTo>
                    <a:lnTo>
                      <a:pt x="574883" y="41059"/>
                    </a:lnTo>
                    <a:moveTo>
                      <a:pt x="574883" y="41059"/>
                    </a:moveTo>
                    <a:lnTo>
                      <a:pt x="601014" y="13746"/>
                    </a:lnTo>
                    <a:moveTo>
                      <a:pt x="601014" y="13746"/>
                    </a:moveTo>
                    <a:lnTo>
                      <a:pt x="614166" y="0"/>
                    </a:lnTo>
                    <a:lnTo>
                      <a:pt x="632941" y="67"/>
                    </a:lnTo>
                    <a:moveTo>
                      <a:pt x="632941" y="67"/>
                    </a:moveTo>
                    <a:lnTo>
                      <a:pt x="670741" y="201"/>
                    </a:lnTo>
                    <a:moveTo>
                      <a:pt x="670741" y="201"/>
                    </a:moveTo>
                    <a:lnTo>
                      <a:pt x="708541" y="335"/>
                    </a:lnTo>
                    <a:moveTo>
                      <a:pt x="708541" y="335"/>
                    </a:moveTo>
                    <a:lnTo>
                      <a:pt x="725739" y="396"/>
                    </a:lnTo>
                    <a:lnTo>
                      <a:pt x="739875" y="15383"/>
                    </a:lnTo>
                    <a:moveTo>
                      <a:pt x="739875" y="15383"/>
                    </a:moveTo>
                    <a:lnTo>
                      <a:pt x="765811" y="42881"/>
                    </a:lnTo>
                    <a:moveTo>
                      <a:pt x="765811" y="42881"/>
                    </a:moveTo>
                    <a:lnTo>
                      <a:pt x="791747" y="70380"/>
                    </a:lnTo>
                    <a:moveTo>
                      <a:pt x="791747" y="70380"/>
                    </a:moveTo>
                    <a:lnTo>
                      <a:pt x="817683" y="97878"/>
                    </a:lnTo>
                    <a:moveTo>
                      <a:pt x="817683" y="97878"/>
                    </a:moveTo>
                    <a:lnTo>
                      <a:pt x="843619" y="125376"/>
                    </a:lnTo>
                    <a:moveTo>
                      <a:pt x="843619" y="125376"/>
                    </a:moveTo>
                    <a:lnTo>
                      <a:pt x="869555" y="152875"/>
                    </a:lnTo>
                    <a:moveTo>
                      <a:pt x="869555" y="152875"/>
                    </a:moveTo>
                    <a:lnTo>
                      <a:pt x="895492" y="180373"/>
                    </a:lnTo>
                    <a:moveTo>
                      <a:pt x="895492" y="180373"/>
                    </a:moveTo>
                    <a:lnTo>
                      <a:pt x="921428" y="207871"/>
                    </a:lnTo>
                    <a:moveTo>
                      <a:pt x="921428" y="207871"/>
                    </a:moveTo>
                    <a:lnTo>
                      <a:pt x="947364" y="235370"/>
                    </a:lnTo>
                    <a:moveTo>
                      <a:pt x="947364" y="235370"/>
                    </a:moveTo>
                    <a:lnTo>
                      <a:pt x="973300" y="262868"/>
                    </a:lnTo>
                    <a:moveTo>
                      <a:pt x="973300" y="262868"/>
                    </a:moveTo>
                    <a:lnTo>
                      <a:pt x="999236" y="290366"/>
                    </a:lnTo>
                    <a:moveTo>
                      <a:pt x="999236" y="290366"/>
                    </a:moveTo>
                    <a:lnTo>
                      <a:pt x="1025172" y="317864"/>
                    </a:lnTo>
                    <a:moveTo>
                      <a:pt x="1025172" y="317864"/>
                    </a:moveTo>
                    <a:lnTo>
                      <a:pt x="1051109" y="345363"/>
                    </a:lnTo>
                    <a:moveTo>
                      <a:pt x="1051109" y="345363"/>
                    </a:moveTo>
                    <a:lnTo>
                      <a:pt x="1077045" y="372861"/>
                    </a:lnTo>
                    <a:moveTo>
                      <a:pt x="1077045" y="372861"/>
                    </a:moveTo>
                    <a:lnTo>
                      <a:pt x="1102981" y="400359"/>
                    </a:lnTo>
                    <a:moveTo>
                      <a:pt x="1102981" y="400359"/>
                    </a:moveTo>
                    <a:lnTo>
                      <a:pt x="1128917" y="427858"/>
                    </a:lnTo>
                    <a:moveTo>
                      <a:pt x="1128917" y="427858"/>
                    </a:moveTo>
                    <a:lnTo>
                      <a:pt x="1154853" y="455356"/>
                    </a:lnTo>
                    <a:moveTo>
                      <a:pt x="1154853" y="455356"/>
                    </a:moveTo>
                    <a:lnTo>
                      <a:pt x="1180789" y="482854"/>
                    </a:lnTo>
                    <a:moveTo>
                      <a:pt x="1180789" y="482854"/>
                    </a:moveTo>
                    <a:lnTo>
                      <a:pt x="1206725" y="510352"/>
                    </a:lnTo>
                    <a:moveTo>
                      <a:pt x="1206725" y="510352"/>
                    </a:moveTo>
                    <a:lnTo>
                      <a:pt x="1232662" y="537851"/>
                    </a:lnTo>
                    <a:moveTo>
                      <a:pt x="1232662" y="537851"/>
                    </a:moveTo>
                    <a:lnTo>
                      <a:pt x="1258598" y="565349"/>
                    </a:lnTo>
                    <a:moveTo>
                      <a:pt x="1258598" y="565349"/>
                    </a:moveTo>
                    <a:lnTo>
                      <a:pt x="1284534" y="592847"/>
                    </a:lnTo>
                    <a:moveTo>
                      <a:pt x="1284534" y="592847"/>
                    </a:moveTo>
                    <a:lnTo>
                      <a:pt x="1310470" y="620346"/>
                    </a:lnTo>
                    <a:moveTo>
                      <a:pt x="1310470" y="620346"/>
                    </a:moveTo>
                    <a:lnTo>
                      <a:pt x="1336406" y="647844"/>
                    </a:lnTo>
                    <a:moveTo>
                      <a:pt x="1336406" y="647844"/>
                    </a:moveTo>
                    <a:lnTo>
                      <a:pt x="1362342" y="675342"/>
                    </a:lnTo>
                    <a:moveTo>
                      <a:pt x="1362342" y="675342"/>
                    </a:moveTo>
                    <a:lnTo>
                      <a:pt x="1388278" y="702841"/>
                    </a:lnTo>
                    <a:moveTo>
                      <a:pt x="1388278" y="702841"/>
                    </a:moveTo>
                    <a:lnTo>
                      <a:pt x="1414215" y="730339"/>
                    </a:lnTo>
                    <a:moveTo>
                      <a:pt x="1414215" y="730339"/>
                    </a:moveTo>
                    <a:lnTo>
                      <a:pt x="1440151" y="757837"/>
                    </a:lnTo>
                    <a:moveTo>
                      <a:pt x="1440151" y="757837"/>
                    </a:moveTo>
                    <a:lnTo>
                      <a:pt x="1466087" y="785335"/>
                    </a:lnTo>
                    <a:moveTo>
                      <a:pt x="1466087" y="785335"/>
                    </a:moveTo>
                    <a:lnTo>
                      <a:pt x="1492023" y="812834"/>
                    </a:lnTo>
                    <a:moveTo>
                      <a:pt x="1492023" y="812834"/>
                    </a:moveTo>
                    <a:lnTo>
                      <a:pt x="1492805" y="813663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85" name="Контур"/>
              <p:cNvSpPr/>
              <p:nvPr/>
            </p:nvSpPr>
            <p:spPr>
              <a:xfrm>
                <a:off x="252000" y="5980190"/>
                <a:ext cx="148181" cy="279655"/>
              </a:xfrm>
              <a:custGeom>
                <a:avLst/>
                <a:gdLst/>
                <a:ahLst/>
                <a:cxnLst/>
                <a:rect l="l" t="t" r="r" b="b"/>
                <a:pathLst>
                  <a:path w="148181" h="279655" fill="none">
                    <a:moveTo>
                      <a:pt x="148181" y="104008"/>
                    </a:moveTo>
                    <a:lnTo>
                      <a:pt x="49708" y="206935"/>
                    </a:lnTo>
                    <a:lnTo>
                      <a:pt x="0" y="279655"/>
                    </a:lnTo>
                    <a:moveTo>
                      <a:pt x="0" y="41252"/>
                    </a:moveTo>
                    <a:lnTo>
                      <a:pt x="39468" y="0"/>
                    </a:lnTo>
                    <a:lnTo>
                      <a:pt x="63300" y="22800"/>
                    </a:lnTo>
                    <a:moveTo>
                      <a:pt x="63300" y="22800"/>
                    </a:moveTo>
                    <a:lnTo>
                      <a:pt x="82173" y="40856"/>
                    </a:lnTo>
                    <a:lnTo>
                      <a:pt x="148181" y="10400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86" name="Контур"/>
              <p:cNvSpPr/>
              <p:nvPr/>
            </p:nvSpPr>
            <p:spPr>
              <a:xfrm>
                <a:off x="277970" y="6025726"/>
                <a:ext cx="45471" cy="46147"/>
              </a:xfrm>
              <a:custGeom>
                <a:avLst/>
                <a:gdLst/>
                <a:ahLst/>
                <a:cxnLst/>
                <a:rect l="l" t="t" r="r" b="b"/>
                <a:pathLst>
                  <a:path w="45471" h="46147" fill="none">
                    <a:moveTo>
                      <a:pt x="0" y="16283"/>
                    </a:moveTo>
                    <a:lnTo>
                      <a:pt x="45471" y="0"/>
                    </a:lnTo>
                    <a:lnTo>
                      <a:pt x="31215" y="46147"/>
                    </a:lnTo>
                    <a:lnTo>
                      <a:pt x="0" y="16283"/>
                    </a:lnTo>
                    <a:lnTo>
                      <a:pt x="3902" y="20016"/>
                    </a:lnTo>
                    <a:lnTo>
                      <a:pt x="38005" y="7804"/>
                    </a:lnTo>
                    <a:lnTo>
                      <a:pt x="27313" y="42414"/>
                    </a:lnTo>
                    <a:lnTo>
                      <a:pt x="31046" y="38512"/>
                    </a:lnTo>
                    <a:lnTo>
                      <a:pt x="7635" y="16115"/>
                    </a:lnTo>
                    <a:lnTo>
                      <a:pt x="3902" y="20016"/>
                    </a:lnTo>
                    <a:lnTo>
                      <a:pt x="0" y="16283"/>
                    </a:lnTo>
                    <a:lnTo>
                      <a:pt x="15270" y="15946"/>
                    </a:lnTo>
                    <a:lnTo>
                      <a:pt x="11368" y="12213"/>
                    </a:lnTo>
                    <a:lnTo>
                      <a:pt x="26638" y="11875"/>
                    </a:lnTo>
                    <a:lnTo>
                      <a:pt x="22736" y="8142"/>
                    </a:lnTo>
                    <a:lnTo>
                      <a:pt x="41738" y="3902"/>
                    </a:lnTo>
                    <a:lnTo>
                      <a:pt x="38343" y="23074"/>
                    </a:lnTo>
                    <a:lnTo>
                      <a:pt x="34441" y="19341"/>
                    </a:lnTo>
                    <a:lnTo>
                      <a:pt x="34779" y="34610"/>
                    </a:lnTo>
                    <a:lnTo>
                      <a:pt x="30877" y="30877"/>
                    </a:lnTo>
                    <a:lnTo>
                      <a:pt x="31215" y="46147"/>
                    </a:lnTo>
                    <a:lnTo>
                      <a:pt x="27144" y="34779"/>
                    </a:lnTo>
                    <a:lnTo>
                      <a:pt x="19509" y="34948"/>
                    </a:lnTo>
                    <a:lnTo>
                      <a:pt x="19341" y="27313"/>
                    </a:lnTo>
                    <a:lnTo>
                      <a:pt x="11706" y="27482"/>
                    </a:lnTo>
                    <a:lnTo>
                      <a:pt x="11537" y="19847"/>
                    </a:lnTo>
                    <a:lnTo>
                      <a:pt x="0" y="16283"/>
                    </a:lnTo>
                    <a:lnTo>
                      <a:pt x="7635" y="16115"/>
                    </a:lnTo>
                    <a:lnTo>
                      <a:pt x="7804" y="23749"/>
                    </a:lnTo>
                    <a:lnTo>
                      <a:pt x="15439" y="23580"/>
                    </a:lnTo>
                    <a:lnTo>
                      <a:pt x="15608" y="31215"/>
                    </a:lnTo>
                    <a:lnTo>
                      <a:pt x="23242" y="31046"/>
                    </a:lnTo>
                    <a:lnTo>
                      <a:pt x="23411" y="38681"/>
                    </a:lnTo>
                    <a:lnTo>
                      <a:pt x="31046" y="38512"/>
                    </a:lnTo>
                    <a:lnTo>
                      <a:pt x="34779" y="34610"/>
                    </a:lnTo>
                    <a:lnTo>
                      <a:pt x="30877" y="30877"/>
                    </a:lnTo>
                    <a:lnTo>
                      <a:pt x="38343" y="23074"/>
                    </a:lnTo>
                    <a:lnTo>
                      <a:pt x="34441" y="19341"/>
                    </a:lnTo>
                    <a:lnTo>
                      <a:pt x="45471" y="0"/>
                    </a:lnTo>
                    <a:lnTo>
                      <a:pt x="38005" y="7804"/>
                    </a:lnTo>
                    <a:lnTo>
                      <a:pt x="34103" y="4071"/>
                    </a:lnTo>
                    <a:lnTo>
                      <a:pt x="26638" y="11875"/>
                    </a:lnTo>
                    <a:lnTo>
                      <a:pt x="22736" y="8142"/>
                    </a:lnTo>
                    <a:lnTo>
                      <a:pt x="15270" y="15946"/>
                    </a:lnTo>
                    <a:lnTo>
                      <a:pt x="11368" y="12213"/>
                    </a:lnTo>
                    <a:lnTo>
                      <a:pt x="7635" y="1611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87" name="Контур"/>
              <p:cNvSpPr/>
              <p:nvPr/>
            </p:nvSpPr>
            <p:spPr>
              <a:xfrm>
                <a:off x="400181" y="6006160"/>
                <a:ext cx="74660" cy="78038"/>
              </a:xfrm>
              <a:custGeom>
                <a:avLst/>
                <a:gdLst/>
                <a:ahLst/>
                <a:cxnLst/>
                <a:rect l="l" t="t" r="r" b="b"/>
                <a:pathLst>
                  <a:path w="74660" h="78038" fill="none">
                    <a:moveTo>
                      <a:pt x="0" y="78038"/>
                    </a:moveTo>
                    <a:lnTo>
                      <a:pt x="26131" y="50725"/>
                    </a:lnTo>
                    <a:moveTo>
                      <a:pt x="26131" y="50725"/>
                    </a:moveTo>
                    <a:lnTo>
                      <a:pt x="52262" y="23411"/>
                    </a:lnTo>
                    <a:moveTo>
                      <a:pt x="52262" y="23411"/>
                    </a:moveTo>
                    <a:lnTo>
                      <a:pt x="7466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88" name="Контур"/>
              <p:cNvSpPr/>
              <p:nvPr/>
            </p:nvSpPr>
            <p:spPr>
              <a:xfrm>
                <a:off x="474841" y="5349387"/>
                <a:ext cx="466627" cy="656773"/>
              </a:xfrm>
              <a:custGeom>
                <a:avLst/>
                <a:gdLst/>
                <a:ahLst/>
                <a:cxnLst/>
                <a:rect l="l" t="t" r="r" b="b"/>
                <a:pathLst>
                  <a:path w="466627" h="656773" fill="none">
                    <a:moveTo>
                      <a:pt x="420129" y="0"/>
                    </a:moveTo>
                    <a:lnTo>
                      <a:pt x="463811" y="41791"/>
                    </a:lnTo>
                    <a:lnTo>
                      <a:pt x="465261" y="107321"/>
                    </a:lnTo>
                    <a:moveTo>
                      <a:pt x="465261" y="107321"/>
                    </a:moveTo>
                    <a:lnTo>
                      <a:pt x="466627" y="169040"/>
                    </a:lnTo>
                    <a:lnTo>
                      <a:pt x="422199" y="215476"/>
                    </a:lnTo>
                    <a:moveTo>
                      <a:pt x="422199" y="215476"/>
                    </a:moveTo>
                    <a:lnTo>
                      <a:pt x="391910" y="247135"/>
                    </a:lnTo>
                    <a:lnTo>
                      <a:pt x="324360" y="293948"/>
                    </a:lnTo>
                    <a:moveTo>
                      <a:pt x="324360" y="293948"/>
                    </a:moveTo>
                    <a:lnTo>
                      <a:pt x="281018" y="323986"/>
                    </a:lnTo>
                    <a:lnTo>
                      <a:pt x="230369" y="376926"/>
                    </a:lnTo>
                    <a:moveTo>
                      <a:pt x="230369" y="376926"/>
                    </a:moveTo>
                    <a:lnTo>
                      <a:pt x="143266" y="467970"/>
                    </a:lnTo>
                    <a:moveTo>
                      <a:pt x="143266" y="467970"/>
                    </a:moveTo>
                    <a:lnTo>
                      <a:pt x="121741" y="490469"/>
                    </a:lnTo>
                    <a:lnTo>
                      <a:pt x="70879" y="570544"/>
                    </a:lnTo>
                    <a:moveTo>
                      <a:pt x="70879" y="570544"/>
                    </a:moveTo>
                    <a:lnTo>
                      <a:pt x="47925" y="606681"/>
                    </a:lnTo>
                    <a:lnTo>
                      <a:pt x="0" y="65677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89" name="Контур"/>
              <p:cNvSpPr/>
              <p:nvPr/>
            </p:nvSpPr>
            <p:spPr>
              <a:xfrm>
                <a:off x="619067" y="5443817"/>
                <a:ext cx="375719" cy="433631"/>
              </a:xfrm>
              <a:custGeom>
                <a:avLst/>
                <a:gdLst/>
                <a:ahLst/>
                <a:cxnLst/>
                <a:rect l="l" t="t" r="r" b="b"/>
                <a:pathLst>
                  <a:path w="375719" h="433631" fill="none">
                    <a:moveTo>
                      <a:pt x="375719" y="43189"/>
                    </a:moveTo>
                    <a:lnTo>
                      <a:pt x="332052" y="22550"/>
                    </a:lnTo>
                    <a:lnTo>
                      <a:pt x="374763" y="0"/>
                    </a:lnTo>
                    <a:lnTo>
                      <a:pt x="375719" y="43189"/>
                    </a:lnTo>
                    <a:lnTo>
                      <a:pt x="375599" y="37790"/>
                    </a:lnTo>
                    <a:lnTo>
                      <a:pt x="342849" y="22311"/>
                    </a:lnTo>
                    <a:lnTo>
                      <a:pt x="374883" y="5398"/>
                    </a:lnTo>
                    <a:lnTo>
                      <a:pt x="369484" y="5518"/>
                    </a:lnTo>
                    <a:lnTo>
                      <a:pt x="370201" y="37910"/>
                    </a:lnTo>
                    <a:lnTo>
                      <a:pt x="375599" y="37790"/>
                    </a:lnTo>
                    <a:lnTo>
                      <a:pt x="375719" y="43189"/>
                    </a:lnTo>
                    <a:lnTo>
                      <a:pt x="364682" y="32631"/>
                    </a:lnTo>
                    <a:lnTo>
                      <a:pt x="364802" y="38029"/>
                    </a:lnTo>
                    <a:lnTo>
                      <a:pt x="353766" y="27471"/>
                    </a:lnTo>
                    <a:lnTo>
                      <a:pt x="353885" y="32869"/>
                    </a:lnTo>
                    <a:lnTo>
                      <a:pt x="337450" y="22430"/>
                    </a:lnTo>
                    <a:lnTo>
                      <a:pt x="353407" y="11275"/>
                    </a:lnTo>
                    <a:lnTo>
                      <a:pt x="353527" y="16673"/>
                    </a:lnTo>
                    <a:lnTo>
                      <a:pt x="364085" y="5637"/>
                    </a:lnTo>
                    <a:lnTo>
                      <a:pt x="364205" y="11036"/>
                    </a:lnTo>
                    <a:lnTo>
                      <a:pt x="374763" y="0"/>
                    </a:lnTo>
                    <a:lnTo>
                      <a:pt x="369603" y="10916"/>
                    </a:lnTo>
                    <a:lnTo>
                      <a:pt x="375122" y="16196"/>
                    </a:lnTo>
                    <a:lnTo>
                      <a:pt x="369842" y="21714"/>
                    </a:lnTo>
                    <a:lnTo>
                      <a:pt x="375360" y="26993"/>
                    </a:lnTo>
                    <a:lnTo>
                      <a:pt x="370081" y="32511"/>
                    </a:lnTo>
                    <a:lnTo>
                      <a:pt x="375719" y="43189"/>
                    </a:lnTo>
                    <a:lnTo>
                      <a:pt x="370201" y="37910"/>
                    </a:lnTo>
                    <a:lnTo>
                      <a:pt x="375480" y="32392"/>
                    </a:lnTo>
                    <a:lnTo>
                      <a:pt x="369962" y="27112"/>
                    </a:lnTo>
                    <a:lnTo>
                      <a:pt x="375241" y="21594"/>
                    </a:lnTo>
                    <a:lnTo>
                      <a:pt x="369723" y="16315"/>
                    </a:lnTo>
                    <a:lnTo>
                      <a:pt x="375002" y="10797"/>
                    </a:lnTo>
                    <a:lnTo>
                      <a:pt x="369484" y="5518"/>
                    </a:lnTo>
                    <a:lnTo>
                      <a:pt x="364085" y="5637"/>
                    </a:lnTo>
                    <a:lnTo>
                      <a:pt x="364205" y="11036"/>
                    </a:lnTo>
                    <a:lnTo>
                      <a:pt x="353407" y="11275"/>
                    </a:lnTo>
                    <a:lnTo>
                      <a:pt x="353527" y="16673"/>
                    </a:lnTo>
                    <a:lnTo>
                      <a:pt x="332052" y="22550"/>
                    </a:lnTo>
                    <a:lnTo>
                      <a:pt x="342849" y="22311"/>
                    </a:lnTo>
                    <a:lnTo>
                      <a:pt x="342968" y="27710"/>
                    </a:lnTo>
                    <a:lnTo>
                      <a:pt x="353766" y="27471"/>
                    </a:lnTo>
                    <a:lnTo>
                      <a:pt x="353885" y="32869"/>
                    </a:lnTo>
                    <a:lnTo>
                      <a:pt x="364682" y="32631"/>
                    </a:lnTo>
                    <a:lnTo>
                      <a:pt x="364802" y="38029"/>
                    </a:lnTo>
                    <a:lnTo>
                      <a:pt x="370201" y="37910"/>
                    </a:lnTo>
                    <a:moveTo>
                      <a:pt x="185003" y="261844"/>
                    </a:moveTo>
                    <a:lnTo>
                      <a:pt x="178149" y="214034"/>
                    </a:lnTo>
                    <a:lnTo>
                      <a:pt x="220510" y="237237"/>
                    </a:lnTo>
                    <a:lnTo>
                      <a:pt x="185003" y="261844"/>
                    </a:lnTo>
                    <a:lnTo>
                      <a:pt x="189441" y="258769"/>
                    </a:lnTo>
                    <a:lnTo>
                      <a:pt x="184301" y="222911"/>
                    </a:lnTo>
                    <a:lnTo>
                      <a:pt x="216071" y="240313"/>
                    </a:lnTo>
                    <a:lnTo>
                      <a:pt x="212995" y="235875"/>
                    </a:lnTo>
                    <a:lnTo>
                      <a:pt x="186365" y="254330"/>
                    </a:lnTo>
                    <a:lnTo>
                      <a:pt x="189441" y="258769"/>
                    </a:lnTo>
                    <a:lnTo>
                      <a:pt x="185003" y="261844"/>
                    </a:lnTo>
                    <a:lnTo>
                      <a:pt x="187728" y="246816"/>
                    </a:lnTo>
                    <a:lnTo>
                      <a:pt x="183289" y="249892"/>
                    </a:lnTo>
                    <a:lnTo>
                      <a:pt x="186014" y="234863"/>
                    </a:lnTo>
                    <a:lnTo>
                      <a:pt x="181576" y="237939"/>
                    </a:lnTo>
                    <a:lnTo>
                      <a:pt x="181225" y="218472"/>
                    </a:lnTo>
                    <a:lnTo>
                      <a:pt x="199329" y="225636"/>
                    </a:lnTo>
                    <a:lnTo>
                      <a:pt x="194891" y="228712"/>
                    </a:lnTo>
                    <a:lnTo>
                      <a:pt x="209919" y="231437"/>
                    </a:lnTo>
                    <a:lnTo>
                      <a:pt x="205481" y="234512"/>
                    </a:lnTo>
                    <a:lnTo>
                      <a:pt x="220510" y="237237"/>
                    </a:lnTo>
                    <a:lnTo>
                      <a:pt x="208557" y="238951"/>
                    </a:lnTo>
                    <a:lnTo>
                      <a:pt x="207194" y="246465"/>
                    </a:lnTo>
                    <a:lnTo>
                      <a:pt x="199680" y="245103"/>
                    </a:lnTo>
                    <a:lnTo>
                      <a:pt x="198318" y="252617"/>
                    </a:lnTo>
                    <a:lnTo>
                      <a:pt x="190804" y="251254"/>
                    </a:lnTo>
                    <a:lnTo>
                      <a:pt x="185003" y="261844"/>
                    </a:lnTo>
                    <a:lnTo>
                      <a:pt x="186365" y="254330"/>
                    </a:lnTo>
                    <a:lnTo>
                      <a:pt x="193879" y="255693"/>
                    </a:lnTo>
                    <a:lnTo>
                      <a:pt x="195242" y="248178"/>
                    </a:lnTo>
                    <a:lnTo>
                      <a:pt x="202756" y="249541"/>
                    </a:lnTo>
                    <a:lnTo>
                      <a:pt x="204119" y="242027"/>
                    </a:lnTo>
                    <a:lnTo>
                      <a:pt x="211633" y="243389"/>
                    </a:lnTo>
                    <a:lnTo>
                      <a:pt x="212995" y="235875"/>
                    </a:lnTo>
                    <a:lnTo>
                      <a:pt x="209919" y="231437"/>
                    </a:lnTo>
                    <a:lnTo>
                      <a:pt x="205481" y="234512"/>
                    </a:lnTo>
                    <a:lnTo>
                      <a:pt x="199329" y="225636"/>
                    </a:lnTo>
                    <a:lnTo>
                      <a:pt x="194891" y="228712"/>
                    </a:lnTo>
                    <a:lnTo>
                      <a:pt x="178149" y="214034"/>
                    </a:lnTo>
                    <a:lnTo>
                      <a:pt x="184301" y="222911"/>
                    </a:lnTo>
                    <a:lnTo>
                      <a:pt x="179862" y="225987"/>
                    </a:lnTo>
                    <a:lnTo>
                      <a:pt x="186014" y="234863"/>
                    </a:lnTo>
                    <a:lnTo>
                      <a:pt x="181576" y="237939"/>
                    </a:lnTo>
                    <a:lnTo>
                      <a:pt x="187728" y="246816"/>
                    </a:lnTo>
                    <a:lnTo>
                      <a:pt x="183289" y="249892"/>
                    </a:lnTo>
                    <a:lnTo>
                      <a:pt x="186365" y="254330"/>
                    </a:lnTo>
                    <a:moveTo>
                      <a:pt x="16283" y="433631"/>
                    </a:moveTo>
                    <a:lnTo>
                      <a:pt x="0" y="388160"/>
                    </a:lnTo>
                    <a:lnTo>
                      <a:pt x="46147" y="402416"/>
                    </a:lnTo>
                    <a:lnTo>
                      <a:pt x="16283" y="433631"/>
                    </a:lnTo>
                    <a:lnTo>
                      <a:pt x="20016" y="429729"/>
                    </a:lnTo>
                    <a:lnTo>
                      <a:pt x="7804" y="395626"/>
                    </a:lnTo>
                    <a:lnTo>
                      <a:pt x="42414" y="406318"/>
                    </a:lnTo>
                    <a:lnTo>
                      <a:pt x="38512" y="402585"/>
                    </a:lnTo>
                    <a:lnTo>
                      <a:pt x="16114" y="425996"/>
                    </a:lnTo>
                    <a:lnTo>
                      <a:pt x="20016" y="429729"/>
                    </a:lnTo>
                    <a:lnTo>
                      <a:pt x="16283" y="433631"/>
                    </a:lnTo>
                    <a:lnTo>
                      <a:pt x="15945" y="418362"/>
                    </a:lnTo>
                    <a:lnTo>
                      <a:pt x="12212" y="422263"/>
                    </a:lnTo>
                    <a:lnTo>
                      <a:pt x="11875" y="406994"/>
                    </a:lnTo>
                    <a:lnTo>
                      <a:pt x="8142" y="410896"/>
                    </a:lnTo>
                    <a:lnTo>
                      <a:pt x="3902" y="391893"/>
                    </a:lnTo>
                    <a:lnTo>
                      <a:pt x="23074" y="395288"/>
                    </a:lnTo>
                    <a:lnTo>
                      <a:pt x="19341" y="399190"/>
                    </a:lnTo>
                    <a:lnTo>
                      <a:pt x="34610" y="398852"/>
                    </a:lnTo>
                    <a:lnTo>
                      <a:pt x="30877" y="402754"/>
                    </a:lnTo>
                    <a:lnTo>
                      <a:pt x="46147" y="402416"/>
                    </a:lnTo>
                    <a:lnTo>
                      <a:pt x="34779" y="406487"/>
                    </a:lnTo>
                    <a:lnTo>
                      <a:pt x="34948" y="414122"/>
                    </a:lnTo>
                    <a:lnTo>
                      <a:pt x="27313" y="414291"/>
                    </a:lnTo>
                    <a:lnTo>
                      <a:pt x="27482" y="421926"/>
                    </a:lnTo>
                    <a:lnTo>
                      <a:pt x="19847" y="422095"/>
                    </a:lnTo>
                    <a:lnTo>
                      <a:pt x="16283" y="433631"/>
                    </a:lnTo>
                    <a:lnTo>
                      <a:pt x="16114" y="425996"/>
                    </a:lnTo>
                    <a:lnTo>
                      <a:pt x="23749" y="425827"/>
                    </a:lnTo>
                    <a:lnTo>
                      <a:pt x="23580" y="418193"/>
                    </a:lnTo>
                    <a:lnTo>
                      <a:pt x="31215" y="418024"/>
                    </a:lnTo>
                    <a:lnTo>
                      <a:pt x="31046" y="410389"/>
                    </a:lnTo>
                    <a:lnTo>
                      <a:pt x="38681" y="410220"/>
                    </a:lnTo>
                    <a:lnTo>
                      <a:pt x="38512" y="402585"/>
                    </a:lnTo>
                    <a:lnTo>
                      <a:pt x="34610" y="398852"/>
                    </a:lnTo>
                    <a:lnTo>
                      <a:pt x="30877" y="402754"/>
                    </a:lnTo>
                    <a:lnTo>
                      <a:pt x="23074" y="395288"/>
                    </a:lnTo>
                    <a:lnTo>
                      <a:pt x="19341" y="399190"/>
                    </a:lnTo>
                    <a:lnTo>
                      <a:pt x="0" y="388160"/>
                    </a:lnTo>
                    <a:lnTo>
                      <a:pt x="7804" y="395626"/>
                    </a:lnTo>
                    <a:lnTo>
                      <a:pt x="4071" y="399528"/>
                    </a:lnTo>
                    <a:lnTo>
                      <a:pt x="11875" y="406994"/>
                    </a:lnTo>
                    <a:lnTo>
                      <a:pt x="8142" y="410896"/>
                    </a:lnTo>
                    <a:lnTo>
                      <a:pt x="15945" y="418362"/>
                    </a:lnTo>
                    <a:lnTo>
                      <a:pt x="12212" y="422263"/>
                    </a:lnTo>
                    <a:lnTo>
                      <a:pt x="16114" y="42599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90" name="Контур"/>
              <p:cNvSpPr/>
              <p:nvPr/>
            </p:nvSpPr>
            <p:spPr>
              <a:xfrm>
                <a:off x="366128" y="5349387"/>
                <a:ext cx="528842" cy="656773"/>
              </a:xfrm>
              <a:custGeom>
                <a:avLst/>
                <a:gdLst/>
                <a:ahLst/>
                <a:cxnLst/>
                <a:rect l="l" t="t" r="r" b="b"/>
                <a:pathLst>
                  <a:path w="528842" h="656773" fill="none">
                    <a:moveTo>
                      <a:pt x="108713" y="656773"/>
                    </a:moveTo>
                    <a:lnTo>
                      <a:pt x="17669" y="569670"/>
                    </a:lnTo>
                    <a:moveTo>
                      <a:pt x="17669" y="569670"/>
                    </a:moveTo>
                    <a:lnTo>
                      <a:pt x="0" y="552766"/>
                    </a:lnTo>
                    <a:lnTo>
                      <a:pt x="70199" y="479391"/>
                    </a:lnTo>
                    <a:moveTo>
                      <a:pt x="70199" y="479391"/>
                    </a:moveTo>
                    <a:lnTo>
                      <a:pt x="157303" y="388347"/>
                    </a:lnTo>
                    <a:moveTo>
                      <a:pt x="157303" y="388347"/>
                    </a:moveTo>
                    <a:lnTo>
                      <a:pt x="244406" y="297303"/>
                    </a:lnTo>
                    <a:moveTo>
                      <a:pt x="244406" y="297303"/>
                    </a:moveTo>
                    <a:lnTo>
                      <a:pt x="331510" y="206259"/>
                    </a:lnTo>
                    <a:moveTo>
                      <a:pt x="331510" y="206259"/>
                    </a:moveTo>
                    <a:lnTo>
                      <a:pt x="418613" y="115215"/>
                    </a:lnTo>
                    <a:moveTo>
                      <a:pt x="418613" y="115215"/>
                    </a:moveTo>
                    <a:lnTo>
                      <a:pt x="505716" y="24171"/>
                    </a:lnTo>
                    <a:moveTo>
                      <a:pt x="505716" y="24171"/>
                    </a:moveTo>
                    <a:lnTo>
                      <a:pt x="528842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91" name="Контур"/>
              <p:cNvSpPr/>
              <p:nvPr/>
            </p:nvSpPr>
            <p:spPr>
              <a:xfrm>
                <a:off x="323706" y="5313467"/>
                <a:ext cx="547179" cy="652697"/>
              </a:xfrm>
              <a:custGeom>
                <a:avLst/>
                <a:gdLst/>
                <a:ahLst/>
                <a:cxnLst/>
                <a:rect l="l" t="t" r="r" b="b"/>
                <a:pathLst>
                  <a:path w="547179" h="652697" fill="none">
                    <a:moveTo>
                      <a:pt x="0" y="622833"/>
                    </a:moveTo>
                    <a:lnTo>
                      <a:pt x="45471" y="606550"/>
                    </a:lnTo>
                    <a:lnTo>
                      <a:pt x="31215" y="652697"/>
                    </a:lnTo>
                    <a:lnTo>
                      <a:pt x="0" y="622833"/>
                    </a:lnTo>
                    <a:lnTo>
                      <a:pt x="3902" y="626566"/>
                    </a:lnTo>
                    <a:lnTo>
                      <a:pt x="38005" y="614354"/>
                    </a:lnTo>
                    <a:lnTo>
                      <a:pt x="27313" y="648964"/>
                    </a:lnTo>
                    <a:lnTo>
                      <a:pt x="31046" y="645062"/>
                    </a:lnTo>
                    <a:lnTo>
                      <a:pt x="7635" y="622664"/>
                    </a:lnTo>
                    <a:lnTo>
                      <a:pt x="3902" y="626566"/>
                    </a:lnTo>
                    <a:lnTo>
                      <a:pt x="0" y="622833"/>
                    </a:lnTo>
                    <a:lnTo>
                      <a:pt x="15270" y="622495"/>
                    </a:lnTo>
                    <a:lnTo>
                      <a:pt x="11368" y="618762"/>
                    </a:lnTo>
                    <a:lnTo>
                      <a:pt x="26638" y="618424"/>
                    </a:lnTo>
                    <a:lnTo>
                      <a:pt x="22736" y="614691"/>
                    </a:lnTo>
                    <a:lnTo>
                      <a:pt x="41738" y="610452"/>
                    </a:lnTo>
                    <a:lnTo>
                      <a:pt x="38343" y="629623"/>
                    </a:lnTo>
                    <a:lnTo>
                      <a:pt x="34441" y="625890"/>
                    </a:lnTo>
                    <a:lnTo>
                      <a:pt x="34779" y="641160"/>
                    </a:lnTo>
                    <a:lnTo>
                      <a:pt x="30877" y="637427"/>
                    </a:lnTo>
                    <a:lnTo>
                      <a:pt x="31215" y="652697"/>
                    </a:lnTo>
                    <a:lnTo>
                      <a:pt x="27144" y="641329"/>
                    </a:lnTo>
                    <a:lnTo>
                      <a:pt x="19509" y="641498"/>
                    </a:lnTo>
                    <a:lnTo>
                      <a:pt x="19340" y="633863"/>
                    </a:lnTo>
                    <a:lnTo>
                      <a:pt x="11706" y="634032"/>
                    </a:lnTo>
                    <a:lnTo>
                      <a:pt x="11537" y="626397"/>
                    </a:lnTo>
                    <a:lnTo>
                      <a:pt x="0" y="622833"/>
                    </a:lnTo>
                    <a:lnTo>
                      <a:pt x="7635" y="622664"/>
                    </a:lnTo>
                    <a:lnTo>
                      <a:pt x="7804" y="630299"/>
                    </a:lnTo>
                    <a:lnTo>
                      <a:pt x="15439" y="630130"/>
                    </a:lnTo>
                    <a:lnTo>
                      <a:pt x="15607" y="637765"/>
                    </a:lnTo>
                    <a:lnTo>
                      <a:pt x="23242" y="637596"/>
                    </a:lnTo>
                    <a:lnTo>
                      <a:pt x="23411" y="645231"/>
                    </a:lnTo>
                    <a:lnTo>
                      <a:pt x="31046" y="645062"/>
                    </a:lnTo>
                    <a:lnTo>
                      <a:pt x="34779" y="641160"/>
                    </a:lnTo>
                    <a:lnTo>
                      <a:pt x="30877" y="637427"/>
                    </a:lnTo>
                    <a:lnTo>
                      <a:pt x="38343" y="629623"/>
                    </a:lnTo>
                    <a:lnTo>
                      <a:pt x="34441" y="625890"/>
                    </a:lnTo>
                    <a:lnTo>
                      <a:pt x="45471" y="606550"/>
                    </a:lnTo>
                    <a:lnTo>
                      <a:pt x="38005" y="614354"/>
                    </a:lnTo>
                    <a:lnTo>
                      <a:pt x="34104" y="610621"/>
                    </a:lnTo>
                    <a:lnTo>
                      <a:pt x="26638" y="618424"/>
                    </a:lnTo>
                    <a:lnTo>
                      <a:pt x="22736" y="614691"/>
                    </a:lnTo>
                    <a:lnTo>
                      <a:pt x="15270" y="622495"/>
                    </a:lnTo>
                    <a:lnTo>
                      <a:pt x="11368" y="618762"/>
                    </a:lnTo>
                    <a:lnTo>
                      <a:pt x="7635" y="622664"/>
                    </a:lnTo>
                    <a:moveTo>
                      <a:pt x="182482" y="364176"/>
                    </a:moveTo>
                    <a:lnTo>
                      <a:pt x="198765" y="409647"/>
                    </a:lnTo>
                    <a:lnTo>
                      <a:pt x="152618" y="395391"/>
                    </a:lnTo>
                    <a:lnTo>
                      <a:pt x="182482" y="364176"/>
                    </a:lnTo>
                    <a:lnTo>
                      <a:pt x="178749" y="368078"/>
                    </a:lnTo>
                    <a:lnTo>
                      <a:pt x="190961" y="402181"/>
                    </a:lnTo>
                    <a:lnTo>
                      <a:pt x="156351" y="391489"/>
                    </a:lnTo>
                    <a:lnTo>
                      <a:pt x="160253" y="395222"/>
                    </a:lnTo>
                    <a:lnTo>
                      <a:pt x="182651" y="371811"/>
                    </a:lnTo>
                    <a:lnTo>
                      <a:pt x="178749" y="368078"/>
                    </a:lnTo>
                    <a:lnTo>
                      <a:pt x="182482" y="364176"/>
                    </a:lnTo>
                    <a:lnTo>
                      <a:pt x="182819" y="379446"/>
                    </a:lnTo>
                    <a:lnTo>
                      <a:pt x="186552" y="375544"/>
                    </a:lnTo>
                    <a:lnTo>
                      <a:pt x="186890" y="390813"/>
                    </a:lnTo>
                    <a:lnTo>
                      <a:pt x="190623" y="386912"/>
                    </a:lnTo>
                    <a:lnTo>
                      <a:pt x="194863" y="405914"/>
                    </a:lnTo>
                    <a:lnTo>
                      <a:pt x="175691" y="402519"/>
                    </a:lnTo>
                    <a:lnTo>
                      <a:pt x="179424" y="398617"/>
                    </a:lnTo>
                    <a:lnTo>
                      <a:pt x="164154" y="398955"/>
                    </a:lnTo>
                    <a:lnTo>
                      <a:pt x="167887" y="395053"/>
                    </a:lnTo>
                    <a:lnTo>
                      <a:pt x="152618" y="395391"/>
                    </a:lnTo>
                    <a:lnTo>
                      <a:pt x="163986" y="391320"/>
                    </a:lnTo>
                    <a:lnTo>
                      <a:pt x="163817" y="383685"/>
                    </a:lnTo>
                    <a:lnTo>
                      <a:pt x="171452" y="383516"/>
                    </a:lnTo>
                    <a:lnTo>
                      <a:pt x="171283" y="375881"/>
                    </a:lnTo>
                    <a:lnTo>
                      <a:pt x="178918" y="375713"/>
                    </a:lnTo>
                    <a:lnTo>
                      <a:pt x="182482" y="364176"/>
                    </a:lnTo>
                    <a:lnTo>
                      <a:pt x="182651" y="371811"/>
                    </a:lnTo>
                    <a:lnTo>
                      <a:pt x="175016" y="371980"/>
                    </a:lnTo>
                    <a:lnTo>
                      <a:pt x="175185" y="379614"/>
                    </a:lnTo>
                    <a:lnTo>
                      <a:pt x="167550" y="379783"/>
                    </a:lnTo>
                    <a:lnTo>
                      <a:pt x="167719" y="387418"/>
                    </a:lnTo>
                    <a:lnTo>
                      <a:pt x="160084" y="387587"/>
                    </a:lnTo>
                    <a:lnTo>
                      <a:pt x="160253" y="395222"/>
                    </a:lnTo>
                    <a:lnTo>
                      <a:pt x="164154" y="398955"/>
                    </a:lnTo>
                    <a:lnTo>
                      <a:pt x="167887" y="395053"/>
                    </a:lnTo>
                    <a:lnTo>
                      <a:pt x="175691" y="402519"/>
                    </a:lnTo>
                    <a:lnTo>
                      <a:pt x="179424" y="398617"/>
                    </a:lnTo>
                    <a:lnTo>
                      <a:pt x="198765" y="409647"/>
                    </a:lnTo>
                    <a:lnTo>
                      <a:pt x="190961" y="402181"/>
                    </a:lnTo>
                    <a:lnTo>
                      <a:pt x="194694" y="398279"/>
                    </a:lnTo>
                    <a:lnTo>
                      <a:pt x="186890" y="390813"/>
                    </a:lnTo>
                    <a:lnTo>
                      <a:pt x="190623" y="386912"/>
                    </a:lnTo>
                    <a:lnTo>
                      <a:pt x="182819" y="379446"/>
                    </a:lnTo>
                    <a:lnTo>
                      <a:pt x="186552" y="375544"/>
                    </a:lnTo>
                    <a:lnTo>
                      <a:pt x="182651" y="371811"/>
                    </a:lnTo>
                    <a:moveTo>
                      <a:pt x="356689" y="182088"/>
                    </a:moveTo>
                    <a:lnTo>
                      <a:pt x="372972" y="227560"/>
                    </a:lnTo>
                    <a:lnTo>
                      <a:pt x="326825" y="213303"/>
                    </a:lnTo>
                    <a:lnTo>
                      <a:pt x="356689" y="182088"/>
                    </a:lnTo>
                    <a:lnTo>
                      <a:pt x="352956" y="185990"/>
                    </a:lnTo>
                    <a:lnTo>
                      <a:pt x="365168" y="220094"/>
                    </a:lnTo>
                    <a:lnTo>
                      <a:pt x="330558" y="209401"/>
                    </a:lnTo>
                    <a:lnTo>
                      <a:pt x="334459" y="213134"/>
                    </a:lnTo>
                    <a:lnTo>
                      <a:pt x="356857" y="189723"/>
                    </a:lnTo>
                    <a:lnTo>
                      <a:pt x="352956" y="185990"/>
                    </a:lnTo>
                    <a:lnTo>
                      <a:pt x="356689" y="182088"/>
                    </a:lnTo>
                    <a:lnTo>
                      <a:pt x="357026" y="197358"/>
                    </a:lnTo>
                    <a:lnTo>
                      <a:pt x="360759" y="193456"/>
                    </a:lnTo>
                    <a:lnTo>
                      <a:pt x="361097" y="208726"/>
                    </a:lnTo>
                    <a:lnTo>
                      <a:pt x="364830" y="204824"/>
                    </a:lnTo>
                    <a:lnTo>
                      <a:pt x="369070" y="223827"/>
                    </a:lnTo>
                    <a:lnTo>
                      <a:pt x="349898" y="220431"/>
                    </a:lnTo>
                    <a:lnTo>
                      <a:pt x="353631" y="216529"/>
                    </a:lnTo>
                    <a:lnTo>
                      <a:pt x="338361" y="216867"/>
                    </a:lnTo>
                    <a:lnTo>
                      <a:pt x="342094" y="212965"/>
                    </a:lnTo>
                    <a:lnTo>
                      <a:pt x="326825" y="213303"/>
                    </a:lnTo>
                    <a:lnTo>
                      <a:pt x="338192" y="209232"/>
                    </a:lnTo>
                    <a:lnTo>
                      <a:pt x="338024" y="201597"/>
                    </a:lnTo>
                    <a:lnTo>
                      <a:pt x="345658" y="201429"/>
                    </a:lnTo>
                    <a:lnTo>
                      <a:pt x="345490" y="193794"/>
                    </a:lnTo>
                    <a:lnTo>
                      <a:pt x="353124" y="193625"/>
                    </a:lnTo>
                    <a:lnTo>
                      <a:pt x="356689" y="182088"/>
                    </a:lnTo>
                    <a:lnTo>
                      <a:pt x="356857" y="189723"/>
                    </a:lnTo>
                    <a:lnTo>
                      <a:pt x="349223" y="189892"/>
                    </a:lnTo>
                    <a:lnTo>
                      <a:pt x="349391" y="197527"/>
                    </a:lnTo>
                    <a:lnTo>
                      <a:pt x="341757" y="197696"/>
                    </a:lnTo>
                    <a:lnTo>
                      <a:pt x="341925" y="205330"/>
                    </a:lnTo>
                    <a:lnTo>
                      <a:pt x="334291" y="205499"/>
                    </a:lnTo>
                    <a:lnTo>
                      <a:pt x="334459" y="213134"/>
                    </a:lnTo>
                    <a:lnTo>
                      <a:pt x="338361" y="216867"/>
                    </a:lnTo>
                    <a:lnTo>
                      <a:pt x="342094" y="212965"/>
                    </a:lnTo>
                    <a:lnTo>
                      <a:pt x="349898" y="220431"/>
                    </a:lnTo>
                    <a:lnTo>
                      <a:pt x="353631" y="216529"/>
                    </a:lnTo>
                    <a:lnTo>
                      <a:pt x="372972" y="227560"/>
                    </a:lnTo>
                    <a:lnTo>
                      <a:pt x="365168" y="220094"/>
                    </a:lnTo>
                    <a:lnTo>
                      <a:pt x="368901" y="216192"/>
                    </a:lnTo>
                    <a:lnTo>
                      <a:pt x="361097" y="208726"/>
                    </a:lnTo>
                    <a:lnTo>
                      <a:pt x="364830" y="204824"/>
                    </a:lnTo>
                    <a:lnTo>
                      <a:pt x="357026" y="197358"/>
                    </a:lnTo>
                    <a:lnTo>
                      <a:pt x="360759" y="193456"/>
                    </a:lnTo>
                    <a:lnTo>
                      <a:pt x="356857" y="189723"/>
                    </a:lnTo>
                    <a:moveTo>
                      <a:pt x="530896" y="0"/>
                    </a:moveTo>
                    <a:lnTo>
                      <a:pt x="547179" y="45472"/>
                    </a:lnTo>
                    <a:lnTo>
                      <a:pt x="501031" y="31215"/>
                    </a:lnTo>
                    <a:lnTo>
                      <a:pt x="530896" y="0"/>
                    </a:lnTo>
                    <a:lnTo>
                      <a:pt x="527163" y="3902"/>
                    </a:lnTo>
                    <a:lnTo>
                      <a:pt x="539375" y="38006"/>
                    </a:lnTo>
                    <a:lnTo>
                      <a:pt x="504764" y="27313"/>
                    </a:lnTo>
                    <a:lnTo>
                      <a:pt x="508666" y="31046"/>
                    </a:lnTo>
                    <a:lnTo>
                      <a:pt x="531064" y="7635"/>
                    </a:lnTo>
                    <a:lnTo>
                      <a:pt x="527163" y="3902"/>
                    </a:lnTo>
                    <a:lnTo>
                      <a:pt x="530896" y="0"/>
                    </a:lnTo>
                    <a:lnTo>
                      <a:pt x="531233" y="15270"/>
                    </a:lnTo>
                    <a:lnTo>
                      <a:pt x="534966" y="11368"/>
                    </a:lnTo>
                    <a:lnTo>
                      <a:pt x="535304" y="26638"/>
                    </a:lnTo>
                    <a:lnTo>
                      <a:pt x="539037" y="22736"/>
                    </a:lnTo>
                    <a:lnTo>
                      <a:pt x="543277" y="41739"/>
                    </a:lnTo>
                    <a:lnTo>
                      <a:pt x="524105" y="38344"/>
                    </a:lnTo>
                    <a:lnTo>
                      <a:pt x="527838" y="34442"/>
                    </a:lnTo>
                    <a:lnTo>
                      <a:pt x="512568" y="34780"/>
                    </a:lnTo>
                    <a:lnTo>
                      <a:pt x="516301" y="30878"/>
                    </a:lnTo>
                    <a:lnTo>
                      <a:pt x="501031" y="31215"/>
                    </a:lnTo>
                    <a:lnTo>
                      <a:pt x="512399" y="27145"/>
                    </a:lnTo>
                    <a:lnTo>
                      <a:pt x="512231" y="19510"/>
                    </a:lnTo>
                    <a:lnTo>
                      <a:pt x="519865" y="19341"/>
                    </a:lnTo>
                    <a:lnTo>
                      <a:pt x="519697" y="11706"/>
                    </a:lnTo>
                    <a:lnTo>
                      <a:pt x="527331" y="11537"/>
                    </a:lnTo>
                    <a:lnTo>
                      <a:pt x="530896" y="0"/>
                    </a:lnTo>
                    <a:lnTo>
                      <a:pt x="531064" y="7635"/>
                    </a:lnTo>
                    <a:lnTo>
                      <a:pt x="523430" y="7804"/>
                    </a:lnTo>
                    <a:lnTo>
                      <a:pt x="523598" y="15439"/>
                    </a:lnTo>
                    <a:lnTo>
                      <a:pt x="515964" y="15608"/>
                    </a:lnTo>
                    <a:lnTo>
                      <a:pt x="516132" y="23243"/>
                    </a:lnTo>
                    <a:lnTo>
                      <a:pt x="508497" y="23412"/>
                    </a:lnTo>
                    <a:lnTo>
                      <a:pt x="508666" y="31046"/>
                    </a:lnTo>
                    <a:lnTo>
                      <a:pt x="512568" y="34780"/>
                    </a:lnTo>
                    <a:lnTo>
                      <a:pt x="516301" y="30878"/>
                    </a:lnTo>
                    <a:lnTo>
                      <a:pt x="524105" y="38344"/>
                    </a:lnTo>
                    <a:lnTo>
                      <a:pt x="527838" y="34442"/>
                    </a:lnTo>
                    <a:lnTo>
                      <a:pt x="547179" y="45472"/>
                    </a:lnTo>
                    <a:lnTo>
                      <a:pt x="539375" y="38006"/>
                    </a:lnTo>
                    <a:lnTo>
                      <a:pt x="543108" y="34104"/>
                    </a:lnTo>
                    <a:lnTo>
                      <a:pt x="535304" y="26638"/>
                    </a:lnTo>
                    <a:lnTo>
                      <a:pt x="539037" y="22736"/>
                    </a:lnTo>
                    <a:lnTo>
                      <a:pt x="531233" y="15270"/>
                    </a:lnTo>
                    <a:lnTo>
                      <a:pt x="534966" y="11368"/>
                    </a:lnTo>
                    <a:lnTo>
                      <a:pt x="531064" y="763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92" name="Контур"/>
              <p:cNvSpPr/>
              <p:nvPr/>
            </p:nvSpPr>
            <p:spPr>
              <a:xfrm>
                <a:off x="474841" y="5349387"/>
                <a:ext cx="466627" cy="656773"/>
              </a:xfrm>
              <a:custGeom>
                <a:avLst/>
                <a:gdLst/>
                <a:ahLst/>
                <a:cxnLst/>
                <a:rect l="l" t="t" r="r" b="b"/>
                <a:pathLst>
                  <a:path w="466627" h="656773" fill="none">
                    <a:moveTo>
                      <a:pt x="0" y="656773"/>
                    </a:moveTo>
                    <a:lnTo>
                      <a:pt x="47925" y="606681"/>
                    </a:lnTo>
                    <a:lnTo>
                      <a:pt x="78312" y="558841"/>
                    </a:lnTo>
                    <a:moveTo>
                      <a:pt x="78312" y="558841"/>
                    </a:moveTo>
                    <a:lnTo>
                      <a:pt x="121741" y="490469"/>
                    </a:lnTo>
                    <a:lnTo>
                      <a:pt x="152850" y="457953"/>
                    </a:lnTo>
                    <a:moveTo>
                      <a:pt x="152850" y="457953"/>
                    </a:moveTo>
                    <a:lnTo>
                      <a:pt x="239953" y="366908"/>
                    </a:lnTo>
                    <a:moveTo>
                      <a:pt x="239953" y="366908"/>
                    </a:moveTo>
                    <a:lnTo>
                      <a:pt x="281018" y="323986"/>
                    </a:lnTo>
                    <a:lnTo>
                      <a:pt x="335755" y="286051"/>
                    </a:lnTo>
                    <a:moveTo>
                      <a:pt x="335755" y="286051"/>
                    </a:moveTo>
                    <a:lnTo>
                      <a:pt x="391910" y="247135"/>
                    </a:lnTo>
                    <a:lnTo>
                      <a:pt x="431783" y="205459"/>
                    </a:lnTo>
                    <a:moveTo>
                      <a:pt x="431783" y="205459"/>
                    </a:moveTo>
                    <a:lnTo>
                      <a:pt x="466627" y="169040"/>
                    </a:lnTo>
                    <a:lnTo>
                      <a:pt x="464955" y="93461"/>
                    </a:lnTo>
                    <a:moveTo>
                      <a:pt x="464955" y="93461"/>
                    </a:moveTo>
                    <a:lnTo>
                      <a:pt x="463811" y="41791"/>
                    </a:lnTo>
                    <a:lnTo>
                      <a:pt x="42012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93" name="Контур"/>
              <p:cNvSpPr/>
              <p:nvPr/>
            </p:nvSpPr>
            <p:spPr>
              <a:xfrm>
                <a:off x="501298" y="5494755"/>
                <a:ext cx="404367" cy="399326"/>
              </a:xfrm>
              <a:custGeom>
                <a:avLst/>
                <a:gdLst/>
                <a:ahLst/>
                <a:cxnLst/>
                <a:rect l="l" t="t" r="r" b="b"/>
                <a:pathLst>
                  <a:path w="404367" h="399326" fill="none">
                    <a:moveTo>
                      <a:pt x="23162" y="357931"/>
                    </a:moveTo>
                    <a:lnTo>
                      <a:pt x="48047" y="399326"/>
                    </a:lnTo>
                    <a:lnTo>
                      <a:pt x="0" y="394397"/>
                    </a:lnTo>
                    <a:lnTo>
                      <a:pt x="23162" y="357931"/>
                    </a:lnTo>
                    <a:lnTo>
                      <a:pt x="20267" y="362489"/>
                    </a:lnTo>
                    <a:lnTo>
                      <a:pt x="38930" y="393536"/>
                    </a:lnTo>
                    <a:lnTo>
                      <a:pt x="2895" y="389838"/>
                    </a:lnTo>
                    <a:lnTo>
                      <a:pt x="7453" y="392734"/>
                    </a:lnTo>
                    <a:lnTo>
                      <a:pt x="24825" y="365384"/>
                    </a:lnTo>
                    <a:lnTo>
                      <a:pt x="20267" y="362489"/>
                    </a:lnTo>
                    <a:lnTo>
                      <a:pt x="23162" y="357931"/>
                    </a:lnTo>
                    <a:lnTo>
                      <a:pt x="26488" y="372838"/>
                    </a:lnTo>
                    <a:lnTo>
                      <a:pt x="29383" y="368280"/>
                    </a:lnTo>
                    <a:lnTo>
                      <a:pt x="32709" y="383187"/>
                    </a:lnTo>
                    <a:lnTo>
                      <a:pt x="35604" y="378629"/>
                    </a:lnTo>
                    <a:lnTo>
                      <a:pt x="43488" y="396431"/>
                    </a:lnTo>
                    <a:lnTo>
                      <a:pt x="24023" y="396861"/>
                    </a:lnTo>
                    <a:lnTo>
                      <a:pt x="26919" y="392303"/>
                    </a:lnTo>
                    <a:lnTo>
                      <a:pt x="12012" y="395629"/>
                    </a:lnTo>
                    <a:lnTo>
                      <a:pt x="14907" y="391071"/>
                    </a:lnTo>
                    <a:lnTo>
                      <a:pt x="0" y="394397"/>
                    </a:lnTo>
                    <a:lnTo>
                      <a:pt x="10349" y="388175"/>
                    </a:lnTo>
                    <a:lnTo>
                      <a:pt x="8686" y="380722"/>
                    </a:lnTo>
                    <a:lnTo>
                      <a:pt x="16139" y="379059"/>
                    </a:lnTo>
                    <a:lnTo>
                      <a:pt x="14476" y="371606"/>
                    </a:lnTo>
                    <a:lnTo>
                      <a:pt x="21930" y="369943"/>
                    </a:lnTo>
                    <a:lnTo>
                      <a:pt x="23162" y="357931"/>
                    </a:lnTo>
                    <a:lnTo>
                      <a:pt x="24825" y="365384"/>
                    </a:lnTo>
                    <a:lnTo>
                      <a:pt x="17372" y="367047"/>
                    </a:lnTo>
                    <a:lnTo>
                      <a:pt x="19035" y="374501"/>
                    </a:lnTo>
                    <a:lnTo>
                      <a:pt x="11581" y="376164"/>
                    </a:lnTo>
                    <a:lnTo>
                      <a:pt x="13244" y="383617"/>
                    </a:lnTo>
                    <a:lnTo>
                      <a:pt x="5790" y="385280"/>
                    </a:lnTo>
                    <a:lnTo>
                      <a:pt x="7453" y="392734"/>
                    </a:lnTo>
                    <a:lnTo>
                      <a:pt x="12012" y="395629"/>
                    </a:lnTo>
                    <a:lnTo>
                      <a:pt x="14907" y="391071"/>
                    </a:lnTo>
                    <a:lnTo>
                      <a:pt x="24023" y="396861"/>
                    </a:lnTo>
                    <a:lnTo>
                      <a:pt x="26919" y="392303"/>
                    </a:lnTo>
                    <a:lnTo>
                      <a:pt x="48047" y="399326"/>
                    </a:lnTo>
                    <a:lnTo>
                      <a:pt x="38930" y="393536"/>
                    </a:lnTo>
                    <a:lnTo>
                      <a:pt x="41826" y="388977"/>
                    </a:lnTo>
                    <a:lnTo>
                      <a:pt x="32709" y="383187"/>
                    </a:lnTo>
                    <a:lnTo>
                      <a:pt x="35604" y="378629"/>
                    </a:lnTo>
                    <a:lnTo>
                      <a:pt x="26488" y="372838"/>
                    </a:lnTo>
                    <a:lnTo>
                      <a:pt x="29383" y="368280"/>
                    </a:lnTo>
                    <a:lnTo>
                      <a:pt x="24825" y="365384"/>
                    </a:lnTo>
                    <a:moveTo>
                      <a:pt x="196253" y="161450"/>
                    </a:moveTo>
                    <a:lnTo>
                      <a:pt x="212536" y="206921"/>
                    </a:lnTo>
                    <a:lnTo>
                      <a:pt x="166389" y="192665"/>
                    </a:lnTo>
                    <a:lnTo>
                      <a:pt x="196253" y="161450"/>
                    </a:lnTo>
                    <a:lnTo>
                      <a:pt x="192520" y="165351"/>
                    </a:lnTo>
                    <a:lnTo>
                      <a:pt x="204732" y="199455"/>
                    </a:lnTo>
                    <a:lnTo>
                      <a:pt x="170122" y="188763"/>
                    </a:lnTo>
                    <a:lnTo>
                      <a:pt x="174024" y="192496"/>
                    </a:lnTo>
                    <a:lnTo>
                      <a:pt x="196422" y="169084"/>
                    </a:lnTo>
                    <a:lnTo>
                      <a:pt x="192520" y="165351"/>
                    </a:lnTo>
                    <a:lnTo>
                      <a:pt x="196253" y="161450"/>
                    </a:lnTo>
                    <a:lnTo>
                      <a:pt x="196591" y="176719"/>
                    </a:lnTo>
                    <a:lnTo>
                      <a:pt x="200324" y="172817"/>
                    </a:lnTo>
                    <a:lnTo>
                      <a:pt x="200661" y="188087"/>
                    </a:lnTo>
                    <a:lnTo>
                      <a:pt x="204394" y="184185"/>
                    </a:lnTo>
                    <a:lnTo>
                      <a:pt x="208634" y="203188"/>
                    </a:lnTo>
                    <a:lnTo>
                      <a:pt x="189462" y="199793"/>
                    </a:lnTo>
                    <a:lnTo>
                      <a:pt x="193195" y="195891"/>
                    </a:lnTo>
                    <a:lnTo>
                      <a:pt x="177926" y="196229"/>
                    </a:lnTo>
                    <a:lnTo>
                      <a:pt x="181659" y="192327"/>
                    </a:lnTo>
                    <a:lnTo>
                      <a:pt x="166389" y="192665"/>
                    </a:lnTo>
                    <a:lnTo>
                      <a:pt x="177757" y="188594"/>
                    </a:lnTo>
                    <a:lnTo>
                      <a:pt x="177588" y="180959"/>
                    </a:lnTo>
                    <a:lnTo>
                      <a:pt x="185223" y="180790"/>
                    </a:lnTo>
                    <a:lnTo>
                      <a:pt x="185054" y="173155"/>
                    </a:lnTo>
                    <a:lnTo>
                      <a:pt x="192689" y="172986"/>
                    </a:lnTo>
                    <a:lnTo>
                      <a:pt x="196253" y="161450"/>
                    </a:lnTo>
                    <a:lnTo>
                      <a:pt x="196422" y="169084"/>
                    </a:lnTo>
                    <a:lnTo>
                      <a:pt x="188787" y="169253"/>
                    </a:lnTo>
                    <a:lnTo>
                      <a:pt x="188956" y="176888"/>
                    </a:lnTo>
                    <a:lnTo>
                      <a:pt x="181321" y="177057"/>
                    </a:lnTo>
                    <a:lnTo>
                      <a:pt x="181490" y="184692"/>
                    </a:lnTo>
                    <a:lnTo>
                      <a:pt x="173855" y="184861"/>
                    </a:lnTo>
                    <a:lnTo>
                      <a:pt x="174024" y="192496"/>
                    </a:lnTo>
                    <a:lnTo>
                      <a:pt x="177926" y="196229"/>
                    </a:lnTo>
                    <a:lnTo>
                      <a:pt x="181659" y="192327"/>
                    </a:lnTo>
                    <a:lnTo>
                      <a:pt x="189462" y="199793"/>
                    </a:lnTo>
                    <a:lnTo>
                      <a:pt x="193195" y="195891"/>
                    </a:lnTo>
                    <a:lnTo>
                      <a:pt x="212536" y="206921"/>
                    </a:lnTo>
                    <a:lnTo>
                      <a:pt x="204732" y="199455"/>
                    </a:lnTo>
                    <a:lnTo>
                      <a:pt x="208465" y="195553"/>
                    </a:lnTo>
                    <a:lnTo>
                      <a:pt x="200661" y="188087"/>
                    </a:lnTo>
                    <a:lnTo>
                      <a:pt x="204394" y="184185"/>
                    </a:lnTo>
                    <a:lnTo>
                      <a:pt x="196591" y="176719"/>
                    </a:lnTo>
                    <a:lnTo>
                      <a:pt x="200324" y="172817"/>
                    </a:lnTo>
                    <a:lnTo>
                      <a:pt x="196422" y="169084"/>
                    </a:lnTo>
                    <a:moveTo>
                      <a:pt x="388084" y="0"/>
                    </a:moveTo>
                    <a:lnTo>
                      <a:pt x="404367" y="45471"/>
                    </a:lnTo>
                    <a:lnTo>
                      <a:pt x="358220" y="31214"/>
                    </a:lnTo>
                    <a:lnTo>
                      <a:pt x="388084" y="0"/>
                    </a:lnTo>
                    <a:lnTo>
                      <a:pt x="384351" y="3901"/>
                    </a:lnTo>
                    <a:lnTo>
                      <a:pt x="396563" y="38005"/>
                    </a:lnTo>
                    <a:lnTo>
                      <a:pt x="361953" y="27312"/>
                    </a:lnTo>
                    <a:lnTo>
                      <a:pt x="365855" y="31045"/>
                    </a:lnTo>
                    <a:lnTo>
                      <a:pt x="388253" y="7634"/>
                    </a:lnTo>
                    <a:lnTo>
                      <a:pt x="384351" y="3901"/>
                    </a:lnTo>
                    <a:lnTo>
                      <a:pt x="388084" y="0"/>
                    </a:lnTo>
                    <a:lnTo>
                      <a:pt x="388422" y="15269"/>
                    </a:lnTo>
                    <a:lnTo>
                      <a:pt x="392155" y="11367"/>
                    </a:lnTo>
                    <a:lnTo>
                      <a:pt x="392492" y="26637"/>
                    </a:lnTo>
                    <a:lnTo>
                      <a:pt x="396225" y="22735"/>
                    </a:lnTo>
                    <a:lnTo>
                      <a:pt x="400465" y="41738"/>
                    </a:lnTo>
                    <a:lnTo>
                      <a:pt x="381293" y="38343"/>
                    </a:lnTo>
                    <a:lnTo>
                      <a:pt x="385026" y="34441"/>
                    </a:lnTo>
                    <a:lnTo>
                      <a:pt x="369756" y="34779"/>
                    </a:lnTo>
                    <a:lnTo>
                      <a:pt x="373489" y="30877"/>
                    </a:lnTo>
                    <a:lnTo>
                      <a:pt x="358220" y="31214"/>
                    </a:lnTo>
                    <a:lnTo>
                      <a:pt x="369588" y="27144"/>
                    </a:lnTo>
                    <a:lnTo>
                      <a:pt x="369419" y="19509"/>
                    </a:lnTo>
                    <a:lnTo>
                      <a:pt x="377054" y="19340"/>
                    </a:lnTo>
                    <a:lnTo>
                      <a:pt x="376885" y="11705"/>
                    </a:lnTo>
                    <a:lnTo>
                      <a:pt x="384520" y="11536"/>
                    </a:lnTo>
                    <a:lnTo>
                      <a:pt x="388084" y="0"/>
                    </a:lnTo>
                    <a:lnTo>
                      <a:pt x="388253" y="7634"/>
                    </a:lnTo>
                    <a:lnTo>
                      <a:pt x="380618" y="7803"/>
                    </a:lnTo>
                    <a:lnTo>
                      <a:pt x="380787" y="15438"/>
                    </a:lnTo>
                    <a:lnTo>
                      <a:pt x="373152" y="15607"/>
                    </a:lnTo>
                    <a:lnTo>
                      <a:pt x="373321" y="23242"/>
                    </a:lnTo>
                    <a:lnTo>
                      <a:pt x="365686" y="23411"/>
                    </a:lnTo>
                    <a:lnTo>
                      <a:pt x="365855" y="31045"/>
                    </a:lnTo>
                    <a:lnTo>
                      <a:pt x="369756" y="34779"/>
                    </a:lnTo>
                    <a:lnTo>
                      <a:pt x="373489" y="30877"/>
                    </a:lnTo>
                    <a:lnTo>
                      <a:pt x="381293" y="38343"/>
                    </a:lnTo>
                    <a:lnTo>
                      <a:pt x="385026" y="34441"/>
                    </a:lnTo>
                    <a:lnTo>
                      <a:pt x="404367" y="45471"/>
                    </a:lnTo>
                    <a:lnTo>
                      <a:pt x="396563" y="38005"/>
                    </a:lnTo>
                    <a:lnTo>
                      <a:pt x="400296" y="34103"/>
                    </a:lnTo>
                    <a:lnTo>
                      <a:pt x="392492" y="26637"/>
                    </a:lnTo>
                    <a:lnTo>
                      <a:pt x="396225" y="22735"/>
                    </a:lnTo>
                    <a:lnTo>
                      <a:pt x="388422" y="15269"/>
                    </a:lnTo>
                    <a:lnTo>
                      <a:pt x="392155" y="11367"/>
                    </a:lnTo>
                    <a:lnTo>
                      <a:pt x="388253" y="76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94" name="Контур"/>
              <p:cNvSpPr/>
              <p:nvPr/>
            </p:nvSpPr>
            <p:spPr>
              <a:xfrm>
                <a:off x="1526977" y="9506868"/>
                <a:ext cx="855941" cy="491636"/>
              </a:xfrm>
              <a:custGeom>
                <a:avLst/>
                <a:gdLst/>
                <a:ahLst/>
                <a:cxnLst/>
                <a:rect l="l" t="t" r="r" b="b"/>
                <a:pathLst>
                  <a:path w="855941" h="491636" fill="none">
                    <a:moveTo>
                      <a:pt x="855941" y="0"/>
                    </a:moveTo>
                    <a:lnTo>
                      <a:pt x="742267" y="54352"/>
                    </a:lnTo>
                    <a:moveTo>
                      <a:pt x="742267" y="54352"/>
                    </a:moveTo>
                    <a:lnTo>
                      <a:pt x="628592" y="108704"/>
                    </a:lnTo>
                    <a:moveTo>
                      <a:pt x="628592" y="108704"/>
                    </a:moveTo>
                    <a:lnTo>
                      <a:pt x="514918" y="163056"/>
                    </a:lnTo>
                    <a:moveTo>
                      <a:pt x="514918" y="163056"/>
                    </a:moveTo>
                    <a:lnTo>
                      <a:pt x="401244" y="217408"/>
                    </a:lnTo>
                    <a:moveTo>
                      <a:pt x="401244" y="217408"/>
                    </a:moveTo>
                    <a:lnTo>
                      <a:pt x="343560" y="244988"/>
                    </a:lnTo>
                    <a:lnTo>
                      <a:pt x="355105" y="269136"/>
                    </a:lnTo>
                    <a:lnTo>
                      <a:pt x="325196" y="287877"/>
                    </a:lnTo>
                    <a:moveTo>
                      <a:pt x="325196" y="287877"/>
                    </a:moveTo>
                    <a:lnTo>
                      <a:pt x="218423" y="354778"/>
                    </a:lnTo>
                    <a:moveTo>
                      <a:pt x="218423" y="354778"/>
                    </a:moveTo>
                    <a:lnTo>
                      <a:pt x="111651" y="421679"/>
                    </a:lnTo>
                    <a:moveTo>
                      <a:pt x="111651" y="421679"/>
                    </a:moveTo>
                    <a:lnTo>
                      <a:pt x="4879" y="488579"/>
                    </a:lnTo>
                    <a:moveTo>
                      <a:pt x="4879" y="488579"/>
                    </a:moveTo>
                    <a:lnTo>
                      <a:pt x="0" y="49163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95" name="Контур"/>
              <p:cNvSpPr/>
              <p:nvPr/>
            </p:nvSpPr>
            <p:spPr>
              <a:xfrm>
                <a:off x="1573349" y="9512503"/>
                <a:ext cx="672601" cy="418360"/>
              </a:xfrm>
              <a:custGeom>
                <a:avLst/>
                <a:gdLst/>
                <a:ahLst/>
                <a:cxnLst/>
                <a:rect l="l" t="t" r="r" b="b"/>
                <a:pathLst>
                  <a:path w="672601" h="418360" fill="none">
                    <a:moveTo>
                      <a:pt x="672601" y="0"/>
                    </a:moveTo>
                    <a:lnTo>
                      <a:pt x="671749" y="48291"/>
                    </a:lnTo>
                    <a:lnTo>
                      <a:pt x="633627" y="18635"/>
                    </a:lnTo>
                    <a:lnTo>
                      <a:pt x="672601" y="0"/>
                    </a:lnTo>
                    <a:lnTo>
                      <a:pt x="667730" y="2329"/>
                    </a:lnTo>
                    <a:lnTo>
                      <a:pt x="667090" y="38548"/>
                    </a:lnTo>
                    <a:lnTo>
                      <a:pt x="638499" y="16305"/>
                    </a:lnTo>
                    <a:lnTo>
                      <a:pt x="640828" y="21177"/>
                    </a:lnTo>
                    <a:lnTo>
                      <a:pt x="670059" y="7201"/>
                    </a:lnTo>
                    <a:lnTo>
                      <a:pt x="667730" y="2329"/>
                    </a:lnTo>
                    <a:lnTo>
                      <a:pt x="672601" y="0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9420" y="434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33627" y="18635"/>
                    </a:lnTo>
                    <a:lnTo>
                      <a:pt x="645700" y="18848"/>
                    </a:lnTo>
                    <a:lnTo>
                      <a:pt x="648242" y="11646"/>
                    </a:lnTo>
                    <a:lnTo>
                      <a:pt x="655444" y="14189"/>
                    </a:lnTo>
                    <a:lnTo>
                      <a:pt x="657986" y="6988"/>
                    </a:lnTo>
                    <a:lnTo>
                      <a:pt x="665187" y="9530"/>
                    </a:lnTo>
                    <a:lnTo>
                      <a:pt x="672601" y="0"/>
                    </a:lnTo>
                    <a:lnTo>
                      <a:pt x="670059" y="7201"/>
                    </a:lnTo>
                    <a:lnTo>
                      <a:pt x="662858" y="4658"/>
                    </a:lnTo>
                    <a:lnTo>
                      <a:pt x="660315" y="11859"/>
                    </a:lnTo>
                    <a:lnTo>
                      <a:pt x="653114" y="9317"/>
                    </a:lnTo>
                    <a:lnTo>
                      <a:pt x="650572" y="16518"/>
                    </a:lnTo>
                    <a:lnTo>
                      <a:pt x="643371" y="13976"/>
                    </a:lnTo>
                    <a:lnTo>
                      <a:pt x="640828" y="21177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71749" y="48291"/>
                    </a:lnTo>
                    <a:lnTo>
                      <a:pt x="667090" y="38548"/>
                    </a:lnTo>
                    <a:lnTo>
                      <a:pt x="671962" y="36218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70059" y="7201"/>
                    </a:lnTo>
                    <a:moveTo>
                      <a:pt x="445252" y="108703"/>
                    </a:moveTo>
                    <a:lnTo>
                      <a:pt x="444400" y="156995"/>
                    </a:lnTo>
                    <a:lnTo>
                      <a:pt x="406278" y="127338"/>
                    </a:lnTo>
                    <a:lnTo>
                      <a:pt x="445252" y="108703"/>
                    </a:lnTo>
                    <a:lnTo>
                      <a:pt x="440381" y="111033"/>
                    </a:lnTo>
                    <a:lnTo>
                      <a:pt x="439741" y="147251"/>
                    </a:lnTo>
                    <a:lnTo>
                      <a:pt x="411150" y="125009"/>
                    </a:lnTo>
                    <a:lnTo>
                      <a:pt x="413479" y="129880"/>
                    </a:lnTo>
                    <a:lnTo>
                      <a:pt x="442710" y="115904"/>
                    </a:lnTo>
                    <a:lnTo>
                      <a:pt x="440381" y="111033"/>
                    </a:lnTo>
                    <a:lnTo>
                      <a:pt x="445252" y="108703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2071" y="1521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06278" y="127338"/>
                    </a:lnTo>
                    <a:lnTo>
                      <a:pt x="418351" y="127551"/>
                    </a:lnTo>
                    <a:lnTo>
                      <a:pt x="420894" y="120350"/>
                    </a:lnTo>
                    <a:lnTo>
                      <a:pt x="428095" y="122892"/>
                    </a:lnTo>
                    <a:lnTo>
                      <a:pt x="430637" y="115691"/>
                    </a:lnTo>
                    <a:lnTo>
                      <a:pt x="437838" y="118234"/>
                    </a:lnTo>
                    <a:lnTo>
                      <a:pt x="445252" y="108703"/>
                    </a:lnTo>
                    <a:lnTo>
                      <a:pt x="442710" y="115904"/>
                    </a:lnTo>
                    <a:lnTo>
                      <a:pt x="435509" y="113362"/>
                    </a:lnTo>
                    <a:lnTo>
                      <a:pt x="432966" y="120563"/>
                    </a:lnTo>
                    <a:lnTo>
                      <a:pt x="425765" y="118021"/>
                    </a:lnTo>
                    <a:lnTo>
                      <a:pt x="423223" y="125222"/>
                    </a:lnTo>
                    <a:lnTo>
                      <a:pt x="416022" y="122679"/>
                    </a:lnTo>
                    <a:lnTo>
                      <a:pt x="413479" y="129880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44400" y="156995"/>
                    </a:lnTo>
                    <a:lnTo>
                      <a:pt x="439741" y="147251"/>
                    </a:lnTo>
                    <a:lnTo>
                      <a:pt x="444613" y="144922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42710" y="115904"/>
                    </a:lnTo>
                    <a:moveTo>
                      <a:pt x="250152" y="236483"/>
                    </a:moveTo>
                    <a:lnTo>
                      <a:pt x="254785" y="284559"/>
                    </a:lnTo>
                    <a:lnTo>
                      <a:pt x="213544" y="259420"/>
                    </a:lnTo>
                    <a:lnTo>
                      <a:pt x="250152" y="236483"/>
                    </a:lnTo>
                    <a:lnTo>
                      <a:pt x="245576" y="239350"/>
                    </a:lnTo>
                    <a:lnTo>
                      <a:pt x="249051" y="275407"/>
                    </a:lnTo>
                    <a:lnTo>
                      <a:pt x="218120" y="256553"/>
                    </a:lnTo>
                    <a:lnTo>
                      <a:pt x="220987" y="261129"/>
                    </a:lnTo>
                    <a:lnTo>
                      <a:pt x="248443" y="243926"/>
                    </a:lnTo>
                    <a:lnTo>
                      <a:pt x="245576" y="239350"/>
                    </a:lnTo>
                    <a:lnTo>
                      <a:pt x="250152" y="236483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51918" y="279983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13544" y="259420"/>
                    </a:lnTo>
                    <a:lnTo>
                      <a:pt x="225563" y="258262"/>
                    </a:lnTo>
                    <a:lnTo>
                      <a:pt x="227272" y="250819"/>
                    </a:lnTo>
                    <a:lnTo>
                      <a:pt x="234715" y="252527"/>
                    </a:lnTo>
                    <a:lnTo>
                      <a:pt x="236424" y="245084"/>
                    </a:lnTo>
                    <a:lnTo>
                      <a:pt x="243867" y="246793"/>
                    </a:lnTo>
                    <a:lnTo>
                      <a:pt x="250152" y="236483"/>
                    </a:lnTo>
                    <a:lnTo>
                      <a:pt x="248443" y="243926"/>
                    </a:lnTo>
                    <a:lnTo>
                      <a:pt x="241000" y="242217"/>
                    </a:lnTo>
                    <a:lnTo>
                      <a:pt x="239291" y="249660"/>
                    </a:lnTo>
                    <a:lnTo>
                      <a:pt x="231848" y="247951"/>
                    </a:lnTo>
                    <a:lnTo>
                      <a:pt x="230139" y="255394"/>
                    </a:lnTo>
                    <a:lnTo>
                      <a:pt x="222696" y="253686"/>
                    </a:lnTo>
                    <a:lnTo>
                      <a:pt x="220987" y="261129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54785" y="284559"/>
                    </a:lnTo>
                    <a:lnTo>
                      <a:pt x="249051" y="275407"/>
                    </a:lnTo>
                    <a:lnTo>
                      <a:pt x="253627" y="272540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8443" y="243926"/>
                    </a:lnTo>
                    <a:moveTo>
                      <a:pt x="36608" y="370284"/>
                    </a:moveTo>
                    <a:lnTo>
                      <a:pt x="41241" y="418360"/>
                    </a:lnTo>
                    <a:lnTo>
                      <a:pt x="0" y="393221"/>
                    </a:lnTo>
                    <a:lnTo>
                      <a:pt x="36608" y="370284"/>
                    </a:lnTo>
                    <a:lnTo>
                      <a:pt x="32032" y="373151"/>
                    </a:lnTo>
                    <a:lnTo>
                      <a:pt x="35507" y="409208"/>
                    </a:lnTo>
                    <a:lnTo>
                      <a:pt x="4576" y="390354"/>
                    </a:lnTo>
                    <a:lnTo>
                      <a:pt x="7443" y="394930"/>
                    </a:lnTo>
                    <a:lnTo>
                      <a:pt x="34899" y="377727"/>
                    </a:lnTo>
                    <a:lnTo>
                      <a:pt x="32032" y="373151"/>
                    </a:lnTo>
                    <a:lnTo>
                      <a:pt x="36608" y="370284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8374" y="413784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0" y="393221"/>
                    </a:lnTo>
                    <a:lnTo>
                      <a:pt x="12019" y="392063"/>
                    </a:lnTo>
                    <a:lnTo>
                      <a:pt x="13728" y="384620"/>
                    </a:lnTo>
                    <a:lnTo>
                      <a:pt x="21171" y="386329"/>
                    </a:lnTo>
                    <a:lnTo>
                      <a:pt x="22880" y="378886"/>
                    </a:lnTo>
                    <a:lnTo>
                      <a:pt x="30323" y="380594"/>
                    </a:lnTo>
                    <a:lnTo>
                      <a:pt x="36608" y="370284"/>
                    </a:lnTo>
                    <a:lnTo>
                      <a:pt x="34899" y="377727"/>
                    </a:lnTo>
                    <a:lnTo>
                      <a:pt x="27456" y="376018"/>
                    </a:lnTo>
                    <a:lnTo>
                      <a:pt x="25747" y="383462"/>
                    </a:lnTo>
                    <a:lnTo>
                      <a:pt x="18304" y="381753"/>
                    </a:lnTo>
                    <a:lnTo>
                      <a:pt x="16595" y="389196"/>
                    </a:lnTo>
                    <a:lnTo>
                      <a:pt x="9152" y="387487"/>
                    </a:lnTo>
                    <a:lnTo>
                      <a:pt x="7443" y="394930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41241" y="418360"/>
                    </a:lnTo>
                    <a:lnTo>
                      <a:pt x="35507" y="409208"/>
                    </a:lnTo>
                    <a:lnTo>
                      <a:pt x="40083" y="406341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899" y="3777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96" name="Контур"/>
              <p:cNvSpPr/>
              <p:nvPr/>
            </p:nvSpPr>
            <p:spPr>
              <a:xfrm>
                <a:off x="1367043" y="9743275"/>
                <a:ext cx="159934" cy="255229"/>
              </a:xfrm>
              <a:custGeom>
                <a:avLst/>
                <a:gdLst/>
                <a:ahLst/>
                <a:cxnLst/>
                <a:rect l="l" t="t" r="r" b="b"/>
                <a:pathLst>
                  <a:path w="159934" h="255229" fill="none">
                    <a:moveTo>
                      <a:pt x="0" y="0"/>
                    </a:moveTo>
                    <a:lnTo>
                      <a:pt x="159934" y="255229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97" name="Контур"/>
              <p:cNvSpPr/>
              <p:nvPr/>
            </p:nvSpPr>
            <p:spPr>
              <a:xfrm>
                <a:off x="1367043" y="9106704"/>
                <a:ext cx="1015875" cy="636571"/>
              </a:xfrm>
              <a:custGeom>
                <a:avLst/>
                <a:gdLst/>
                <a:ahLst/>
                <a:cxnLst/>
                <a:rect l="l" t="t" r="r" b="b"/>
                <a:pathLst>
                  <a:path w="1015875" h="636571" fill="none">
                    <a:moveTo>
                      <a:pt x="0" y="636571"/>
                    </a:moveTo>
                    <a:lnTo>
                      <a:pt x="106770" y="569667"/>
                    </a:lnTo>
                    <a:moveTo>
                      <a:pt x="106770" y="569667"/>
                    </a:moveTo>
                    <a:lnTo>
                      <a:pt x="213540" y="502762"/>
                    </a:lnTo>
                    <a:moveTo>
                      <a:pt x="213540" y="502762"/>
                    </a:moveTo>
                    <a:lnTo>
                      <a:pt x="320310" y="435858"/>
                    </a:lnTo>
                    <a:moveTo>
                      <a:pt x="320310" y="435858"/>
                    </a:moveTo>
                    <a:lnTo>
                      <a:pt x="427080" y="368953"/>
                    </a:lnTo>
                    <a:moveTo>
                      <a:pt x="427080" y="368953"/>
                    </a:moveTo>
                    <a:lnTo>
                      <a:pt x="533849" y="302049"/>
                    </a:lnTo>
                    <a:moveTo>
                      <a:pt x="533849" y="302049"/>
                    </a:moveTo>
                    <a:lnTo>
                      <a:pt x="640619" y="235144"/>
                    </a:lnTo>
                    <a:moveTo>
                      <a:pt x="640619" y="235144"/>
                    </a:moveTo>
                    <a:lnTo>
                      <a:pt x="747389" y="168240"/>
                    </a:lnTo>
                    <a:moveTo>
                      <a:pt x="747389" y="168240"/>
                    </a:moveTo>
                    <a:lnTo>
                      <a:pt x="854159" y="101335"/>
                    </a:lnTo>
                    <a:moveTo>
                      <a:pt x="854159" y="101335"/>
                    </a:moveTo>
                    <a:lnTo>
                      <a:pt x="960929" y="34431"/>
                    </a:lnTo>
                    <a:moveTo>
                      <a:pt x="960929" y="34431"/>
                    </a:moveTo>
                    <a:lnTo>
                      <a:pt x="101587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98" name="Контур"/>
              <p:cNvSpPr/>
              <p:nvPr/>
            </p:nvSpPr>
            <p:spPr>
              <a:xfrm>
                <a:off x="1497851" y="9138817"/>
                <a:ext cx="895401" cy="583312"/>
              </a:xfrm>
              <a:custGeom>
                <a:avLst/>
                <a:gdLst/>
                <a:ahLst/>
                <a:cxnLst/>
                <a:rect l="l" t="t" r="r" b="b"/>
                <a:pathLst>
                  <a:path w="895401" h="583312" fill="none">
                    <a:moveTo>
                      <a:pt x="4636" y="583312"/>
                    </a:moveTo>
                    <a:lnTo>
                      <a:pt x="0" y="535236"/>
                    </a:lnTo>
                    <a:lnTo>
                      <a:pt x="41242" y="560373"/>
                    </a:lnTo>
                    <a:lnTo>
                      <a:pt x="4636" y="583312"/>
                    </a:lnTo>
                    <a:lnTo>
                      <a:pt x="9211" y="580445"/>
                    </a:lnTo>
                    <a:lnTo>
                      <a:pt x="5735" y="544388"/>
                    </a:lnTo>
                    <a:lnTo>
                      <a:pt x="36666" y="563241"/>
                    </a:lnTo>
                    <a:lnTo>
                      <a:pt x="33799" y="558665"/>
                    </a:lnTo>
                    <a:lnTo>
                      <a:pt x="6344" y="575869"/>
                    </a:lnTo>
                    <a:lnTo>
                      <a:pt x="9211" y="580445"/>
                    </a:lnTo>
                    <a:lnTo>
                      <a:pt x="4636" y="583312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2868" y="539812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41242" y="560373"/>
                    </a:lnTo>
                    <a:lnTo>
                      <a:pt x="29223" y="561532"/>
                    </a:lnTo>
                    <a:lnTo>
                      <a:pt x="27515" y="568975"/>
                    </a:lnTo>
                    <a:lnTo>
                      <a:pt x="20072" y="567267"/>
                    </a:lnTo>
                    <a:lnTo>
                      <a:pt x="18363" y="574710"/>
                    </a:lnTo>
                    <a:lnTo>
                      <a:pt x="10920" y="573001"/>
                    </a:lnTo>
                    <a:lnTo>
                      <a:pt x="4636" y="583312"/>
                    </a:lnTo>
                    <a:lnTo>
                      <a:pt x="6344" y="575869"/>
                    </a:lnTo>
                    <a:lnTo>
                      <a:pt x="13787" y="577577"/>
                    </a:lnTo>
                    <a:lnTo>
                      <a:pt x="15496" y="570134"/>
                    </a:lnTo>
                    <a:lnTo>
                      <a:pt x="22939" y="571843"/>
                    </a:lnTo>
                    <a:lnTo>
                      <a:pt x="24647" y="564399"/>
                    </a:lnTo>
                    <a:lnTo>
                      <a:pt x="32091" y="566108"/>
                    </a:lnTo>
                    <a:lnTo>
                      <a:pt x="33799" y="558665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0" y="535236"/>
                    </a:lnTo>
                    <a:lnTo>
                      <a:pt x="5735" y="544388"/>
                    </a:lnTo>
                    <a:lnTo>
                      <a:pt x="1159" y="547255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344" y="575869"/>
                    </a:lnTo>
                    <a:moveTo>
                      <a:pt x="218175" y="449503"/>
                    </a:moveTo>
                    <a:lnTo>
                      <a:pt x="213540" y="401427"/>
                    </a:lnTo>
                    <a:lnTo>
                      <a:pt x="254782" y="426564"/>
                    </a:lnTo>
                    <a:lnTo>
                      <a:pt x="218175" y="449503"/>
                    </a:lnTo>
                    <a:lnTo>
                      <a:pt x="222751" y="446636"/>
                    </a:lnTo>
                    <a:lnTo>
                      <a:pt x="219274" y="410579"/>
                    </a:lnTo>
                    <a:lnTo>
                      <a:pt x="250206" y="429432"/>
                    </a:lnTo>
                    <a:lnTo>
                      <a:pt x="247339" y="424856"/>
                    </a:lnTo>
                    <a:lnTo>
                      <a:pt x="219884" y="442060"/>
                    </a:lnTo>
                    <a:lnTo>
                      <a:pt x="222751" y="446636"/>
                    </a:lnTo>
                    <a:lnTo>
                      <a:pt x="218175" y="449503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16407" y="406003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54782" y="426564"/>
                    </a:lnTo>
                    <a:lnTo>
                      <a:pt x="242763" y="427723"/>
                    </a:lnTo>
                    <a:lnTo>
                      <a:pt x="241054" y="435166"/>
                    </a:lnTo>
                    <a:lnTo>
                      <a:pt x="233611" y="433458"/>
                    </a:lnTo>
                    <a:lnTo>
                      <a:pt x="231903" y="440901"/>
                    </a:lnTo>
                    <a:lnTo>
                      <a:pt x="224459" y="439193"/>
                    </a:lnTo>
                    <a:lnTo>
                      <a:pt x="218175" y="449503"/>
                    </a:lnTo>
                    <a:lnTo>
                      <a:pt x="219884" y="442060"/>
                    </a:lnTo>
                    <a:lnTo>
                      <a:pt x="227327" y="443768"/>
                    </a:lnTo>
                    <a:lnTo>
                      <a:pt x="229035" y="436325"/>
                    </a:lnTo>
                    <a:lnTo>
                      <a:pt x="236479" y="438034"/>
                    </a:lnTo>
                    <a:lnTo>
                      <a:pt x="238187" y="430590"/>
                    </a:lnTo>
                    <a:lnTo>
                      <a:pt x="245630" y="432299"/>
                    </a:lnTo>
                    <a:lnTo>
                      <a:pt x="247339" y="424856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13540" y="401427"/>
                    </a:lnTo>
                    <a:lnTo>
                      <a:pt x="219274" y="410579"/>
                    </a:lnTo>
                    <a:lnTo>
                      <a:pt x="214699" y="413446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19884" y="442060"/>
                    </a:lnTo>
                    <a:moveTo>
                      <a:pt x="431715" y="315694"/>
                    </a:moveTo>
                    <a:lnTo>
                      <a:pt x="427079" y="267618"/>
                    </a:lnTo>
                    <a:lnTo>
                      <a:pt x="468321" y="292755"/>
                    </a:lnTo>
                    <a:lnTo>
                      <a:pt x="431715" y="315694"/>
                    </a:lnTo>
                    <a:lnTo>
                      <a:pt x="436291" y="312827"/>
                    </a:lnTo>
                    <a:lnTo>
                      <a:pt x="432814" y="276770"/>
                    </a:lnTo>
                    <a:lnTo>
                      <a:pt x="463746" y="295623"/>
                    </a:lnTo>
                    <a:lnTo>
                      <a:pt x="460878" y="291047"/>
                    </a:lnTo>
                    <a:lnTo>
                      <a:pt x="433423" y="308251"/>
                    </a:lnTo>
                    <a:lnTo>
                      <a:pt x="436291" y="312827"/>
                    </a:lnTo>
                    <a:lnTo>
                      <a:pt x="431715" y="315694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29947" y="272194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68321" y="292755"/>
                    </a:lnTo>
                    <a:lnTo>
                      <a:pt x="456302" y="293914"/>
                    </a:lnTo>
                    <a:lnTo>
                      <a:pt x="454594" y="301357"/>
                    </a:lnTo>
                    <a:lnTo>
                      <a:pt x="447151" y="299649"/>
                    </a:lnTo>
                    <a:lnTo>
                      <a:pt x="445442" y="307092"/>
                    </a:lnTo>
                    <a:lnTo>
                      <a:pt x="437999" y="305384"/>
                    </a:lnTo>
                    <a:lnTo>
                      <a:pt x="431715" y="315694"/>
                    </a:lnTo>
                    <a:lnTo>
                      <a:pt x="433423" y="308251"/>
                    </a:lnTo>
                    <a:lnTo>
                      <a:pt x="440866" y="309959"/>
                    </a:lnTo>
                    <a:lnTo>
                      <a:pt x="442575" y="302516"/>
                    </a:lnTo>
                    <a:lnTo>
                      <a:pt x="450018" y="304225"/>
                    </a:lnTo>
                    <a:lnTo>
                      <a:pt x="451727" y="296782"/>
                    </a:lnTo>
                    <a:lnTo>
                      <a:pt x="459170" y="298490"/>
                    </a:lnTo>
                    <a:lnTo>
                      <a:pt x="460878" y="291047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27079" y="267618"/>
                    </a:lnTo>
                    <a:lnTo>
                      <a:pt x="432814" y="276770"/>
                    </a:lnTo>
                    <a:lnTo>
                      <a:pt x="428238" y="279637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423" y="308251"/>
                    </a:lnTo>
                    <a:moveTo>
                      <a:pt x="645254" y="181885"/>
                    </a:moveTo>
                    <a:lnTo>
                      <a:pt x="640619" y="133809"/>
                    </a:lnTo>
                    <a:lnTo>
                      <a:pt x="681861" y="158946"/>
                    </a:lnTo>
                    <a:lnTo>
                      <a:pt x="645254" y="181885"/>
                    </a:lnTo>
                    <a:lnTo>
                      <a:pt x="649830" y="179018"/>
                    </a:lnTo>
                    <a:lnTo>
                      <a:pt x="646354" y="142961"/>
                    </a:lnTo>
                    <a:lnTo>
                      <a:pt x="677285" y="161814"/>
                    </a:lnTo>
                    <a:lnTo>
                      <a:pt x="674418" y="157238"/>
                    </a:lnTo>
                    <a:lnTo>
                      <a:pt x="646963" y="174442"/>
                    </a:lnTo>
                    <a:lnTo>
                      <a:pt x="649830" y="179018"/>
                    </a:lnTo>
                    <a:lnTo>
                      <a:pt x="645254" y="181885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3486" y="138385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81861" y="158946"/>
                    </a:lnTo>
                    <a:lnTo>
                      <a:pt x="669842" y="160105"/>
                    </a:lnTo>
                    <a:lnTo>
                      <a:pt x="668134" y="167548"/>
                    </a:lnTo>
                    <a:lnTo>
                      <a:pt x="660690" y="165840"/>
                    </a:lnTo>
                    <a:lnTo>
                      <a:pt x="658982" y="173283"/>
                    </a:lnTo>
                    <a:lnTo>
                      <a:pt x="651539" y="171575"/>
                    </a:lnTo>
                    <a:lnTo>
                      <a:pt x="645254" y="181885"/>
                    </a:lnTo>
                    <a:lnTo>
                      <a:pt x="646963" y="174442"/>
                    </a:lnTo>
                    <a:lnTo>
                      <a:pt x="654406" y="176150"/>
                    </a:lnTo>
                    <a:lnTo>
                      <a:pt x="656114" y="168707"/>
                    </a:lnTo>
                    <a:lnTo>
                      <a:pt x="663558" y="170416"/>
                    </a:lnTo>
                    <a:lnTo>
                      <a:pt x="665266" y="162973"/>
                    </a:lnTo>
                    <a:lnTo>
                      <a:pt x="672709" y="164681"/>
                    </a:lnTo>
                    <a:lnTo>
                      <a:pt x="674418" y="157238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40619" y="133809"/>
                    </a:lnTo>
                    <a:lnTo>
                      <a:pt x="646354" y="142961"/>
                    </a:lnTo>
                    <a:lnTo>
                      <a:pt x="641778" y="145828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6963" y="174442"/>
                    </a:lnTo>
                    <a:moveTo>
                      <a:pt x="858794" y="48076"/>
                    </a:moveTo>
                    <a:lnTo>
                      <a:pt x="854159" y="0"/>
                    </a:lnTo>
                    <a:lnTo>
                      <a:pt x="895401" y="25137"/>
                    </a:lnTo>
                    <a:lnTo>
                      <a:pt x="858794" y="48076"/>
                    </a:lnTo>
                    <a:lnTo>
                      <a:pt x="863370" y="45209"/>
                    </a:lnTo>
                    <a:lnTo>
                      <a:pt x="859893" y="9152"/>
                    </a:lnTo>
                    <a:lnTo>
                      <a:pt x="890825" y="28005"/>
                    </a:lnTo>
                    <a:lnTo>
                      <a:pt x="887957" y="23429"/>
                    </a:lnTo>
                    <a:lnTo>
                      <a:pt x="860502" y="40633"/>
                    </a:lnTo>
                    <a:lnTo>
                      <a:pt x="863370" y="45209"/>
                    </a:lnTo>
                    <a:lnTo>
                      <a:pt x="858794" y="48076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57026" y="4576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95401" y="25137"/>
                    </a:lnTo>
                    <a:lnTo>
                      <a:pt x="883382" y="26296"/>
                    </a:lnTo>
                    <a:lnTo>
                      <a:pt x="881673" y="33739"/>
                    </a:lnTo>
                    <a:lnTo>
                      <a:pt x="874230" y="32031"/>
                    </a:lnTo>
                    <a:lnTo>
                      <a:pt x="872521" y="39474"/>
                    </a:lnTo>
                    <a:lnTo>
                      <a:pt x="865078" y="37766"/>
                    </a:lnTo>
                    <a:lnTo>
                      <a:pt x="858794" y="48076"/>
                    </a:lnTo>
                    <a:lnTo>
                      <a:pt x="860502" y="40633"/>
                    </a:lnTo>
                    <a:lnTo>
                      <a:pt x="867946" y="42341"/>
                    </a:lnTo>
                    <a:lnTo>
                      <a:pt x="869654" y="34898"/>
                    </a:lnTo>
                    <a:lnTo>
                      <a:pt x="877097" y="36607"/>
                    </a:lnTo>
                    <a:lnTo>
                      <a:pt x="878806" y="29164"/>
                    </a:lnTo>
                    <a:lnTo>
                      <a:pt x="886249" y="30872"/>
                    </a:lnTo>
                    <a:lnTo>
                      <a:pt x="887957" y="23429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54159" y="0"/>
                    </a:lnTo>
                    <a:lnTo>
                      <a:pt x="859893" y="9152"/>
                    </a:lnTo>
                    <a:lnTo>
                      <a:pt x="855317" y="12019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0502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99" name="Контур"/>
              <p:cNvSpPr/>
              <p:nvPr/>
            </p:nvSpPr>
            <p:spPr>
              <a:xfrm>
                <a:off x="1367043" y="9106704"/>
                <a:ext cx="1015875" cy="636571"/>
              </a:xfrm>
              <a:custGeom>
                <a:avLst/>
                <a:gdLst/>
                <a:ahLst/>
                <a:cxnLst/>
                <a:rect l="l" t="t" r="r" b="b"/>
                <a:pathLst>
                  <a:path w="1015875" h="636571" fill="none">
                    <a:moveTo>
                      <a:pt x="0" y="636571"/>
                    </a:moveTo>
                    <a:lnTo>
                      <a:pt x="106770" y="569667"/>
                    </a:lnTo>
                    <a:moveTo>
                      <a:pt x="106770" y="569667"/>
                    </a:moveTo>
                    <a:lnTo>
                      <a:pt x="213540" y="502762"/>
                    </a:lnTo>
                    <a:moveTo>
                      <a:pt x="213540" y="502762"/>
                    </a:moveTo>
                    <a:lnTo>
                      <a:pt x="320310" y="435858"/>
                    </a:lnTo>
                    <a:moveTo>
                      <a:pt x="320310" y="435858"/>
                    </a:moveTo>
                    <a:lnTo>
                      <a:pt x="427080" y="368953"/>
                    </a:lnTo>
                    <a:moveTo>
                      <a:pt x="427080" y="368953"/>
                    </a:moveTo>
                    <a:lnTo>
                      <a:pt x="533849" y="302049"/>
                    </a:lnTo>
                    <a:moveTo>
                      <a:pt x="533849" y="302049"/>
                    </a:moveTo>
                    <a:lnTo>
                      <a:pt x="640619" y="235144"/>
                    </a:lnTo>
                    <a:moveTo>
                      <a:pt x="640619" y="235144"/>
                    </a:moveTo>
                    <a:lnTo>
                      <a:pt x="747389" y="168240"/>
                    </a:lnTo>
                    <a:moveTo>
                      <a:pt x="747389" y="168240"/>
                    </a:moveTo>
                    <a:lnTo>
                      <a:pt x="854159" y="101335"/>
                    </a:lnTo>
                    <a:moveTo>
                      <a:pt x="854159" y="101335"/>
                    </a:moveTo>
                    <a:lnTo>
                      <a:pt x="960929" y="34431"/>
                    </a:lnTo>
                    <a:moveTo>
                      <a:pt x="960929" y="34431"/>
                    </a:moveTo>
                    <a:lnTo>
                      <a:pt x="101587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00" name="Контур"/>
              <p:cNvSpPr/>
              <p:nvPr/>
            </p:nvSpPr>
            <p:spPr>
              <a:xfrm>
                <a:off x="1497851" y="9138817"/>
                <a:ext cx="895401" cy="583312"/>
              </a:xfrm>
              <a:custGeom>
                <a:avLst/>
                <a:gdLst/>
                <a:ahLst/>
                <a:cxnLst/>
                <a:rect l="l" t="t" r="r" b="b"/>
                <a:pathLst>
                  <a:path w="895401" h="583312" fill="none">
                    <a:moveTo>
                      <a:pt x="4636" y="583312"/>
                    </a:moveTo>
                    <a:lnTo>
                      <a:pt x="0" y="535236"/>
                    </a:lnTo>
                    <a:lnTo>
                      <a:pt x="41242" y="560373"/>
                    </a:lnTo>
                    <a:lnTo>
                      <a:pt x="4636" y="583312"/>
                    </a:lnTo>
                    <a:lnTo>
                      <a:pt x="9211" y="580445"/>
                    </a:lnTo>
                    <a:lnTo>
                      <a:pt x="5735" y="544388"/>
                    </a:lnTo>
                    <a:lnTo>
                      <a:pt x="36666" y="563241"/>
                    </a:lnTo>
                    <a:lnTo>
                      <a:pt x="33799" y="558665"/>
                    </a:lnTo>
                    <a:lnTo>
                      <a:pt x="6344" y="575869"/>
                    </a:lnTo>
                    <a:lnTo>
                      <a:pt x="9211" y="580445"/>
                    </a:lnTo>
                    <a:lnTo>
                      <a:pt x="4636" y="583312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2868" y="539812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41242" y="560373"/>
                    </a:lnTo>
                    <a:lnTo>
                      <a:pt x="29223" y="561532"/>
                    </a:lnTo>
                    <a:lnTo>
                      <a:pt x="27515" y="568975"/>
                    </a:lnTo>
                    <a:lnTo>
                      <a:pt x="20072" y="567267"/>
                    </a:lnTo>
                    <a:lnTo>
                      <a:pt x="18363" y="574710"/>
                    </a:lnTo>
                    <a:lnTo>
                      <a:pt x="10920" y="573001"/>
                    </a:lnTo>
                    <a:lnTo>
                      <a:pt x="4636" y="583312"/>
                    </a:lnTo>
                    <a:lnTo>
                      <a:pt x="6344" y="575869"/>
                    </a:lnTo>
                    <a:lnTo>
                      <a:pt x="13787" y="577577"/>
                    </a:lnTo>
                    <a:lnTo>
                      <a:pt x="15496" y="570134"/>
                    </a:lnTo>
                    <a:lnTo>
                      <a:pt x="22939" y="571843"/>
                    </a:lnTo>
                    <a:lnTo>
                      <a:pt x="24647" y="564399"/>
                    </a:lnTo>
                    <a:lnTo>
                      <a:pt x="32091" y="566108"/>
                    </a:lnTo>
                    <a:lnTo>
                      <a:pt x="33799" y="558665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0" y="535236"/>
                    </a:lnTo>
                    <a:lnTo>
                      <a:pt x="5735" y="544388"/>
                    </a:lnTo>
                    <a:lnTo>
                      <a:pt x="1159" y="547255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344" y="575869"/>
                    </a:lnTo>
                    <a:moveTo>
                      <a:pt x="218175" y="449503"/>
                    </a:moveTo>
                    <a:lnTo>
                      <a:pt x="213540" y="401427"/>
                    </a:lnTo>
                    <a:lnTo>
                      <a:pt x="254782" y="426564"/>
                    </a:lnTo>
                    <a:lnTo>
                      <a:pt x="218175" y="449503"/>
                    </a:lnTo>
                    <a:lnTo>
                      <a:pt x="222751" y="446636"/>
                    </a:lnTo>
                    <a:lnTo>
                      <a:pt x="219274" y="410579"/>
                    </a:lnTo>
                    <a:lnTo>
                      <a:pt x="250206" y="429432"/>
                    </a:lnTo>
                    <a:lnTo>
                      <a:pt x="247339" y="424856"/>
                    </a:lnTo>
                    <a:lnTo>
                      <a:pt x="219884" y="442060"/>
                    </a:lnTo>
                    <a:lnTo>
                      <a:pt x="222751" y="446636"/>
                    </a:lnTo>
                    <a:lnTo>
                      <a:pt x="218175" y="449503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16407" y="406003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54782" y="426564"/>
                    </a:lnTo>
                    <a:lnTo>
                      <a:pt x="242763" y="427723"/>
                    </a:lnTo>
                    <a:lnTo>
                      <a:pt x="241054" y="435166"/>
                    </a:lnTo>
                    <a:lnTo>
                      <a:pt x="233611" y="433458"/>
                    </a:lnTo>
                    <a:lnTo>
                      <a:pt x="231903" y="440901"/>
                    </a:lnTo>
                    <a:lnTo>
                      <a:pt x="224459" y="439193"/>
                    </a:lnTo>
                    <a:lnTo>
                      <a:pt x="218175" y="449503"/>
                    </a:lnTo>
                    <a:lnTo>
                      <a:pt x="219884" y="442060"/>
                    </a:lnTo>
                    <a:lnTo>
                      <a:pt x="227327" y="443768"/>
                    </a:lnTo>
                    <a:lnTo>
                      <a:pt x="229035" y="436325"/>
                    </a:lnTo>
                    <a:lnTo>
                      <a:pt x="236479" y="438034"/>
                    </a:lnTo>
                    <a:lnTo>
                      <a:pt x="238187" y="430590"/>
                    </a:lnTo>
                    <a:lnTo>
                      <a:pt x="245630" y="432299"/>
                    </a:lnTo>
                    <a:lnTo>
                      <a:pt x="247339" y="424856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13540" y="401427"/>
                    </a:lnTo>
                    <a:lnTo>
                      <a:pt x="219274" y="410579"/>
                    </a:lnTo>
                    <a:lnTo>
                      <a:pt x="214699" y="413446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19884" y="442060"/>
                    </a:lnTo>
                    <a:moveTo>
                      <a:pt x="431715" y="315694"/>
                    </a:moveTo>
                    <a:lnTo>
                      <a:pt x="427079" y="267618"/>
                    </a:lnTo>
                    <a:lnTo>
                      <a:pt x="468321" y="292755"/>
                    </a:lnTo>
                    <a:lnTo>
                      <a:pt x="431715" y="315694"/>
                    </a:lnTo>
                    <a:lnTo>
                      <a:pt x="436291" y="312827"/>
                    </a:lnTo>
                    <a:lnTo>
                      <a:pt x="432814" y="276770"/>
                    </a:lnTo>
                    <a:lnTo>
                      <a:pt x="463746" y="295623"/>
                    </a:lnTo>
                    <a:lnTo>
                      <a:pt x="460878" y="291047"/>
                    </a:lnTo>
                    <a:lnTo>
                      <a:pt x="433423" y="308251"/>
                    </a:lnTo>
                    <a:lnTo>
                      <a:pt x="436291" y="312827"/>
                    </a:lnTo>
                    <a:lnTo>
                      <a:pt x="431715" y="315694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29947" y="272194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68321" y="292755"/>
                    </a:lnTo>
                    <a:lnTo>
                      <a:pt x="456302" y="293914"/>
                    </a:lnTo>
                    <a:lnTo>
                      <a:pt x="454594" y="301357"/>
                    </a:lnTo>
                    <a:lnTo>
                      <a:pt x="447151" y="299649"/>
                    </a:lnTo>
                    <a:lnTo>
                      <a:pt x="445442" y="307092"/>
                    </a:lnTo>
                    <a:lnTo>
                      <a:pt x="437999" y="305384"/>
                    </a:lnTo>
                    <a:lnTo>
                      <a:pt x="431715" y="315694"/>
                    </a:lnTo>
                    <a:lnTo>
                      <a:pt x="433423" y="308251"/>
                    </a:lnTo>
                    <a:lnTo>
                      <a:pt x="440866" y="309959"/>
                    </a:lnTo>
                    <a:lnTo>
                      <a:pt x="442575" y="302516"/>
                    </a:lnTo>
                    <a:lnTo>
                      <a:pt x="450018" y="304225"/>
                    </a:lnTo>
                    <a:lnTo>
                      <a:pt x="451727" y="296782"/>
                    </a:lnTo>
                    <a:lnTo>
                      <a:pt x="459170" y="298490"/>
                    </a:lnTo>
                    <a:lnTo>
                      <a:pt x="460878" y="291047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27079" y="267618"/>
                    </a:lnTo>
                    <a:lnTo>
                      <a:pt x="432814" y="276770"/>
                    </a:lnTo>
                    <a:lnTo>
                      <a:pt x="428238" y="279637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423" y="308251"/>
                    </a:lnTo>
                    <a:moveTo>
                      <a:pt x="645254" y="181885"/>
                    </a:moveTo>
                    <a:lnTo>
                      <a:pt x="640619" y="133809"/>
                    </a:lnTo>
                    <a:lnTo>
                      <a:pt x="681861" y="158946"/>
                    </a:lnTo>
                    <a:lnTo>
                      <a:pt x="645254" y="181885"/>
                    </a:lnTo>
                    <a:lnTo>
                      <a:pt x="649830" y="179018"/>
                    </a:lnTo>
                    <a:lnTo>
                      <a:pt x="646354" y="142961"/>
                    </a:lnTo>
                    <a:lnTo>
                      <a:pt x="677285" y="161814"/>
                    </a:lnTo>
                    <a:lnTo>
                      <a:pt x="674418" y="157238"/>
                    </a:lnTo>
                    <a:lnTo>
                      <a:pt x="646963" y="174442"/>
                    </a:lnTo>
                    <a:lnTo>
                      <a:pt x="649830" y="179018"/>
                    </a:lnTo>
                    <a:lnTo>
                      <a:pt x="645254" y="181885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3486" y="138385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81861" y="158946"/>
                    </a:lnTo>
                    <a:lnTo>
                      <a:pt x="669842" y="160105"/>
                    </a:lnTo>
                    <a:lnTo>
                      <a:pt x="668134" y="167548"/>
                    </a:lnTo>
                    <a:lnTo>
                      <a:pt x="660690" y="165840"/>
                    </a:lnTo>
                    <a:lnTo>
                      <a:pt x="658982" y="173283"/>
                    </a:lnTo>
                    <a:lnTo>
                      <a:pt x="651539" y="171575"/>
                    </a:lnTo>
                    <a:lnTo>
                      <a:pt x="645254" y="181885"/>
                    </a:lnTo>
                    <a:lnTo>
                      <a:pt x="646963" y="174442"/>
                    </a:lnTo>
                    <a:lnTo>
                      <a:pt x="654406" y="176150"/>
                    </a:lnTo>
                    <a:lnTo>
                      <a:pt x="656114" y="168707"/>
                    </a:lnTo>
                    <a:lnTo>
                      <a:pt x="663558" y="170416"/>
                    </a:lnTo>
                    <a:lnTo>
                      <a:pt x="665266" y="162973"/>
                    </a:lnTo>
                    <a:lnTo>
                      <a:pt x="672709" y="164681"/>
                    </a:lnTo>
                    <a:lnTo>
                      <a:pt x="674418" y="157238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40619" y="133809"/>
                    </a:lnTo>
                    <a:lnTo>
                      <a:pt x="646354" y="142961"/>
                    </a:lnTo>
                    <a:lnTo>
                      <a:pt x="641778" y="145828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6963" y="174442"/>
                    </a:lnTo>
                    <a:moveTo>
                      <a:pt x="858794" y="48076"/>
                    </a:moveTo>
                    <a:lnTo>
                      <a:pt x="854159" y="0"/>
                    </a:lnTo>
                    <a:lnTo>
                      <a:pt x="895401" y="25137"/>
                    </a:lnTo>
                    <a:lnTo>
                      <a:pt x="858794" y="48076"/>
                    </a:lnTo>
                    <a:lnTo>
                      <a:pt x="863370" y="45209"/>
                    </a:lnTo>
                    <a:lnTo>
                      <a:pt x="859893" y="9152"/>
                    </a:lnTo>
                    <a:lnTo>
                      <a:pt x="890825" y="28005"/>
                    </a:lnTo>
                    <a:lnTo>
                      <a:pt x="887957" y="23429"/>
                    </a:lnTo>
                    <a:lnTo>
                      <a:pt x="860502" y="40633"/>
                    </a:lnTo>
                    <a:lnTo>
                      <a:pt x="863370" y="45209"/>
                    </a:lnTo>
                    <a:lnTo>
                      <a:pt x="858794" y="48076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57026" y="4576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95401" y="25137"/>
                    </a:lnTo>
                    <a:lnTo>
                      <a:pt x="883382" y="26296"/>
                    </a:lnTo>
                    <a:lnTo>
                      <a:pt x="881673" y="33739"/>
                    </a:lnTo>
                    <a:lnTo>
                      <a:pt x="874230" y="32031"/>
                    </a:lnTo>
                    <a:lnTo>
                      <a:pt x="872521" y="39474"/>
                    </a:lnTo>
                    <a:lnTo>
                      <a:pt x="865078" y="37766"/>
                    </a:lnTo>
                    <a:lnTo>
                      <a:pt x="858794" y="48076"/>
                    </a:lnTo>
                    <a:lnTo>
                      <a:pt x="860502" y="40633"/>
                    </a:lnTo>
                    <a:lnTo>
                      <a:pt x="867946" y="42341"/>
                    </a:lnTo>
                    <a:lnTo>
                      <a:pt x="869654" y="34898"/>
                    </a:lnTo>
                    <a:lnTo>
                      <a:pt x="877097" y="36607"/>
                    </a:lnTo>
                    <a:lnTo>
                      <a:pt x="878806" y="29164"/>
                    </a:lnTo>
                    <a:lnTo>
                      <a:pt x="886249" y="30872"/>
                    </a:lnTo>
                    <a:lnTo>
                      <a:pt x="887957" y="23429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54159" y="0"/>
                    </a:lnTo>
                    <a:lnTo>
                      <a:pt x="859893" y="9152"/>
                    </a:lnTo>
                    <a:lnTo>
                      <a:pt x="855317" y="12019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0502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01" name="Контур"/>
              <p:cNvSpPr/>
              <p:nvPr/>
            </p:nvSpPr>
            <p:spPr>
              <a:xfrm>
                <a:off x="1526977" y="9506868"/>
                <a:ext cx="855941" cy="491636"/>
              </a:xfrm>
              <a:custGeom>
                <a:avLst/>
                <a:gdLst/>
                <a:ahLst/>
                <a:cxnLst/>
                <a:rect l="l" t="t" r="r" b="b"/>
                <a:pathLst>
                  <a:path w="855941" h="491636" fill="none">
                    <a:moveTo>
                      <a:pt x="855941" y="0"/>
                    </a:moveTo>
                    <a:lnTo>
                      <a:pt x="742267" y="54352"/>
                    </a:lnTo>
                    <a:moveTo>
                      <a:pt x="742267" y="54352"/>
                    </a:moveTo>
                    <a:lnTo>
                      <a:pt x="628592" y="108704"/>
                    </a:lnTo>
                    <a:moveTo>
                      <a:pt x="628592" y="108704"/>
                    </a:moveTo>
                    <a:lnTo>
                      <a:pt x="514918" y="163056"/>
                    </a:lnTo>
                    <a:moveTo>
                      <a:pt x="514918" y="163056"/>
                    </a:moveTo>
                    <a:lnTo>
                      <a:pt x="401244" y="217408"/>
                    </a:lnTo>
                    <a:moveTo>
                      <a:pt x="401244" y="217408"/>
                    </a:moveTo>
                    <a:lnTo>
                      <a:pt x="343560" y="244988"/>
                    </a:lnTo>
                    <a:lnTo>
                      <a:pt x="355105" y="269136"/>
                    </a:lnTo>
                    <a:lnTo>
                      <a:pt x="325196" y="287877"/>
                    </a:lnTo>
                    <a:moveTo>
                      <a:pt x="325196" y="287877"/>
                    </a:moveTo>
                    <a:lnTo>
                      <a:pt x="218423" y="354778"/>
                    </a:lnTo>
                    <a:moveTo>
                      <a:pt x="218423" y="354778"/>
                    </a:moveTo>
                    <a:lnTo>
                      <a:pt x="111651" y="421679"/>
                    </a:lnTo>
                    <a:moveTo>
                      <a:pt x="111651" y="421679"/>
                    </a:moveTo>
                    <a:lnTo>
                      <a:pt x="4879" y="488579"/>
                    </a:lnTo>
                    <a:moveTo>
                      <a:pt x="4879" y="488579"/>
                    </a:moveTo>
                    <a:lnTo>
                      <a:pt x="0" y="49163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02" name="Контур"/>
              <p:cNvSpPr/>
              <p:nvPr/>
            </p:nvSpPr>
            <p:spPr>
              <a:xfrm>
                <a:off x="1573349" y="9512503"/>
                <a:ext cx="672601" cy="418360"/>
              </a:xfrm>
              <a:custGeom>
                <a:avLst/>
                <a:gdLst/>
                <a:ahLst/>
                <a:cxnLst/>
                <a:rect l="l" t="t" r="r" b="b"/>
                <a:pathLst>
                  <a:path w="672601" h="418360" fill="none">
                    <a:moveTo>
                      <a:pt x="672601" y="0"/>
                    </a:moveTo>
                    <a:lnTo>
                      <a:pt x="671749" y="48291"/>
                    </a:lnTo>
                    <a:lnTo>
                      <a:pt x="633627" y="18635"/>
                    </a:lnTo>
                    <a:lnTo>
                      <a:pt x="672601" y="0"/>
                    </a:lnTo>
                    <a:lnTo>
                      <a:pt x="667730" y="2329"/>
                    </a:lnTo>
                    <a:lnTo>
                      <a:pt x="667090" y="38548"/>
                    </a:lnTo>
                    <a:lnTo>
                      <a:pt x="638499" y="16305"/>
                    </a:lnTo>
                    <a:lnTo>
                      <a:pt x="640828" y="21177"/>
                    </a:lnTo>
                    <a:lnTo>
                      <a:pt x="670059" y="7201"/>
                    </a:lnTo>
                    <a:lnTo>
                      <a:pt x="667730" y="2329"/>
                    </a:lnTo>
                    <a:lnTo>
                      <a:pt x="672601" y="0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9420" y="434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33627" y="18635"/>
                    </a:lnTo>
                    <a:lnTo>
                      <a:pt x="645700" y="18848"/>
                    </a:lnTo>
                    <a:lnTo>
                      <a:pt x="648242" y="11646"/>
                    </a:lnTo>
                    <a:lnTo>
                      <a:pt x="655444" y="14189"/>
                    </a:lnTo>
                    <a:lnTo>
                      <a:pt x="657986" y="6988"/>
                    </a:lnTo>
                    <a:lnTo>
                      <a:pt x="665187" y="9530"/>
                    </a:lnTo>
                    <a:lnTo>
                      <a:pt x="672601" y="0"/>
                    </a:lnTo>
                    <a:lnTo>
                      <a:pt x="670059" y="7201"/>
                    </a:lnTo>
                    <a:lnTo>
                      <a:pt x="662858" y="4658"/>
                    </a:lnTo>
                    <a:lnTo>
                      <a:pt x="660315" y="11859"/>
                    </a:lnTo>
                    <a:lnTo>
                      <a:pt x="653114" y="9317"/>
                    </a:lnTo>
                    <a:lnTo>
                      <a:pt x="650572" y="16518"/>
                    </a:lnTo>
                    <a:lnTo>
                      <a:pt x="643371" y="13976"/>
                    </a:lnTo>
                    <a:lnTo>
                      <a:pt x="640828" y="21177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71749" y="48291"/>
                    </a:lnTo>
                    <a:lnTo>
                      <a:pt x="667090" y="38548"/>
                    </a:lnTo>
                    <a:lnTo>
                      <a:pt x="671962" y="36218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70059" y="7201"/>
                    </a:lnTo>
                    <a:moveTo>
                      <a:pt x="445252" y="108703"/>
                    </a:moveTo>
                    <a:lnTo>
                      <a:pt x="444400" y="156995"/>
                    </a:lnTo>
                    <a:lnTo>
                      <a:pt x="406278" y="127338"/>
                    </a:lnTo>
                    <a:lnTo>
                      <a:pt x="445252" y="108703"/>
                    </a:lnTo>
                    <a:lnTo>
                      <a:pt x="440381" y="111033"/>
                    </a:lnTo>
                    <a:lnTo>
                      <a:pt x="439741" y="147251"/>
                    </a:lnTo>
                    <a:lnTo>
                      <a:pt x="411150" y="125009"/>
                    </a:lnTo>
                    <a:lnTo>
                      <a:pt x="413479" y="129880"/>
                    </a:lnTo>
                    <a:lnTo>
                      <a:pt x="442710" y="115904"/>
                    </a:lnTo>
                    <a:lnTo>
                      <a:pt x="440381" y="111033"/>
                    </a:lnTo>
                    <a:lnTo>
                      <a:pt x="445252" y="108703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2071" y="1521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06278" y="127338"/>
                    </a:lnTo>
                    <a:lnTo>
                      <a:pt x="418351" y="127551"/>
                    </a:lnTo>
                    <a:lnTo>
                      <a:pt x="420894" y="120350"/>
                    </a:lnTo>
                    <a:lnTo>
                      <a:pt x="428095" y="122892"/>
                    </a:lnTo>
                    <a:lnTo>
                      <a:pt x="430637" y="115691"/>
                    </a:lnTo>
                    <a:lnTo>
                      <a:pt x="437838" y="118234"/>
                    </a:lnTo>
                    <a:lnTo>
                      <a:pt x="445252" y="108703"/>
                    </a:lnTo>
                    <a:lnTo>
                      <a:pt x="442710" y="115904"/>
                    </a:lnTo>
                    <a:lnTo>
                      <a:pt x="435509" y="113362"/>
                    </a:lnTo>
                    <a:lnTo>
                      <a:pt x="432966" y="120563"/>
                    </a:lnTo>
                    <a:lnTo>
                      <a:pt x="425765" y="118021"/>
                    </a:lnTo>
                    <a:lnTo>
                      <a:pt x="423223" y="125222"/>
                    </a:lnTo>
                    <a:lnTo>
                      <a:pt x="416022" y="122679"/>
                    </a:lnTo>
                    <a:lnTo>
                      <a:pt x="413479" y="129880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44400" y="156995"/>
                    </a:lnTo>
                    <a:lnTo>
                      <a:pt x="439741" y="147251"/>
                    </a:lnTo>
                    <a:lnTo>
                      <a:pt x="444613" y="144922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42710" y="115904"/>
                    </a:lnTo>
                    <a:moveTo>
                      <a:pt x="250152" y="236483"/>
                    </a:moveTo>
                    <a:lnTo>
                      <a:pt x="254785" y="284559"/>
                    </a:lnTo>
                    <a:lnTo>
                      <a:pt x="213544" y="259420"/>
                    </a:lnTo>
                    <a:lnTo>
                      <a:pt x="250152" y="236483"/>
                    </a:lnTo>
                    <a:lnTo>
                      <a:pt x="245576" y="239350"/>
                    </a:lnTo>
                    <a:lnTo>
                      <a:pt x="249051" y="275407"/>
                    </a:lnTo>
                    <a:lnTo>
                      <a:pt x="218120" y="256553"/>
                    </a:lnTo>
                    <a:lnTo>
                      <a:pt x="220987" y="261129"/>
                    </a:lnTo>
                    <a:lnTo>
                      <a:pt x="248443" y="243926"/>
                    </a:lnTo>
                    <a:lnTo>
                      <a:pt x="245576" y="239350"/>
                    </a:lnTo>
                    <a:lnTo>
                      <a:pt x="250152" y="236483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51918" y="279983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13544" y="259420"/>
                    </a:lnTo>
                    <a:lnTo>
                      <a:pt x="225563" y="258262"/>
                    </a:lnTo>
                    <a:lnTo>
                      <a:pt x="227272" y="250819"/>
                    </a:lnTo>
                    <a:lnTo>
                      <a:pt x="234715" y="252527"/>
                    </a:lnTo>
                    <a:lnTo>
                      <a:pt x="236424" y="245084"/>
                    </a:lnTo>
                    <a:lnTo>
                      <a:pt x="243867" y="246793"/>
                    </a:lnTo>
                    <a:lnTo>
                      <a:pt x="250152" y="236483"/>
                    </a:lnTo>
                    <a:lnTo>
                      <a:pt x="248443" y="243926"/>
                    </a:lnTo>
                    <a:lnTo>
                      <a:pt x="241000" y="242217"/>
                    </a:lnTo>
                    <a:lnTo>
                      <a:pt x="239291" y="249660"/>
                    </a:lnTo>
                    <a:lnTo>
                      <a:pt x="231848" y="247951"/>
                    </a:lnTo>
                    <a:lnTo>
                      <a:pt x="230139" y="255394"/>
                    </a:lnTo>
                    <a:lnTo>
                      <a:pt x="222696" y="253686"/>
                    </a:lnTo>
                    <a:lnTo>
                      <a:pt x="220987" y="261129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54785" y="284559"/>
                    </a:lnTo>
                    <a:lnTo>
                      <a:pt x="249051" y="275407"/>
                    </a:lnTo>
                    <a:lnTo>
                      <a:pt x="253627" y="272540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8443" y="243926"/>
                    </a:lnTo>
                    <a:moveTo>
                      <a:pt x="36608" y="370284"/>
                    </a:moveTo>
                    <a:lnTo>
                      <a:pt x="41241" y="418360"/>
                    </a:lnTo>
                    <a:lnTo>
                      <a:pt x="0" y="393221"/>
                    </a:lnTo>
                    <a:lnTo>
                      <a:pt x="36608" y="370284"/>
                    </a:lnTo>
                    <a:lnTo>
                      <a:pt x="32032" y="373151"/>
                    </a:lnTo>
                    <a:lnTo>
                      <a:pt x="35507" y="409208"/>
                    </a:lnTo>
                    <a:lnTo>
                      <a:pt x="4576" y="390354"/>
                    </a:lnTo>
                    <a:lnTo>
                      <a:pt x="7443" y="394930"/>
                    </a:lnTo>
                    <a:lnTo>
                      <a:pt x="34899" y="377727"/>
                    </a:lnTo>
                    <a:lnTo>
                      <a:pt x="32032" y="373151"/>
                    </a:lnTo>
                    <a:lnTo>
                      <a:pt x="36608" y="370284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8374" y="413784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0" y="393221"/>
                    </a:lnTo>
                    <a:lnTo>
                      <a:pt x="12019" y="392063"/>
                    </a:lnTo>
                    <a:lnTo>
                      <a:pt x="13728" y="384620"/>
                    </a:lnTo>
                    <a:lnTo>
                      <a:pt x="21171" y="386329"/>
                    </a:lnTo>
                    <a:lnTo>
                      <a:pt x="22880" y="378886"/>
                    </a:lnTo>
                    <a:lnTo>
                      <a:pt x="30323" y="380594"/>
                    </a:lnTo>
                    <a:lnTo>
                      <a:pt x="36608" y="370284"/>
                    </a:lnTo>
                    <a:lnTo>
                      <a:pt x="34899" y="377727"/>
                    </a:lnTo>
                    <a:lnTo>
                      <a:pt x="27456" y="376018"/>
                    </a:lnTo>
                    <a:lnTo>
                      <a:pt x="25747" y="383462"/>
                    </a:lnTo>
                    <a:lnTo>
                      <a:pt x="18304" y="381753"/>
                    </a:lnTo>
                    <a:lnTo>
                      <a:pt x="16595" y="389196"/>
                    </a:lnTo>
                    <a:lnTo>
                      <a:pt x="9152" y="387487"/>
                    </a:lnTo>
                    <a:lnTo>
                      <a:pt x="7443" y="394930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41241" y="418360"/>
                    </a:lnTo>
                    <a:lnTo>
                      <a:pt x="35507" y="409208"/>
                    </a:lnTo>
                    <a:lnTo>
                      <a:pt x="40083" y="406341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899" y="3777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03" name="Контур"/>
              <p:cNvSpPr/>
              <p:nvPr/>
            </p:nvSpPr>
            <p:spPr>
              <a:xfrm>
                <a:off x="1367043" y="9106704"/>
                <a:ext cx="1015875" cy="636571"/>
              </a:xfrm>
              <a:custGeom>
                <a:avLst/>
                <a:gdLst/>
                <a:ahLst/>
                <a:cxnLst/>
                <a:rect l="l" t="t" r="r" b="b"/>
                <a:pathLst>
                  <a:path w="1015875" h="636571" fill="none">
                    <a:moveTo>
                      <a:pt x="0" y="636571"/>
                    </a:moveTo>
                    <a:lnTo>
                      <a:pt x="106770" y="569667"/>
                    </a:lnTo>
                    <a:moveTo>
                      <a:pt x="106770" y="569667"/>
                    </a:moveTo>
                    <a:lnTo>
                      <a:pt x="213540" y="502762"/>
                    </a:lnTo>
                    <a:moveTo>
                      <a:pt x="213540" y="502762"/>
                    </a:moveTo>
                    <a:lnTo>
                      <a:pt x="320310" y="435858"/>
                    </a:lnTo>
                    <a:moveTo>
                      <a:pt x="320310" y="435858"/>
                    </a:moveTo>
                    <a:lnTo>
                      <a:pt x="427080" y="368953"/>
                    </a:lnTo>
                    <a:moveTo>
                      <a:pt x="427080" y="368953"/>
                    </a:moveTo>
                    <a:lnTo>
                      <a:pt x="533849" y="302049"/>
                    </a:lnTo>
                    <a:moveTo>
                      <a:pt x="533849" y="302049"/>
                    </a:moveTo>
                    <a:lnTo>
                      <a:pt x="640619" y="235144"/>
                    </a:lnTo>
                    <a:moveTo>
                      <a:pt x="640619" y="235144"/>
                    </a:moveTo>
                    <a:lnTo>
                      <a:pt x="747389" y="168240"/>
                    </a:lnTo>
                    <a:moveTo>
                      <a:pt x="747389" y="168240"/>
                    </a:moveTo>
                    <a:lnTo>
                      <a:pt x="854159" y="101335"/>
                    </a:lnTo>
                    <a:moveTo>
                      <a:pt x="854159" y="101335"/>
                    </a:moveTo>
                    <a:lnTo>
                      <a:pt x="960929" y="34431"/>
                    </a:lnTo>
                    <a:moveTo>
                      <a:pt x="960929" y="34431"/>
                    </a:moveTo>
                    <a:lnTo>
                      <a:pt x="101587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04" name="Контур"/>
              <p:cNvSpPr/>
              <p:nvPr/>
            </p:nvSpPr>
            <p:spPr>
              <a:xfrm>
                <a:off x="1497851" y="9138817"/>
                <a:ext cx="895401" cy="583312"/>
              </a:xfrm>
              <a:custGeom>
                <a:avLst/>
                <a:gdLst/>
                <a:ahLst/>
                <a:cxnLst/>
                <a:rect l="l" t="t" r="r" b="b"/>
                <a:pathLst>
                  <a:path w="895401" h="583312" fill="none">
                    <a:moveTo>
                      <a:pt x="4636" y="583312"/>
                    </a:moveTo>
                    <a:lnTo>
                      <a:pt x="0" y="535236"/>
                    </a:lnTo>
                    <a:lnTo>
                      <a:pt x="41242" y="560373"/>
                    </a:lnTo>
                    <a:lnTo>
                      <a:pt x="4636" y="583312"/>
                    </a:lnTo>
                    <a:lnTo>
                      <a:pt x="9211" y="580445"/>
                    </a:lnTo>
                    <a:lnTo>
                      <a:pt x="5735" y="544388"/>
                    </a:lnTo>
                    <a:lnTo>
                      <a:pt x="36666" y="563241"/>
                    </a:lnTo>
                    <a:lnTo>
                      <a:pt x="33799" y="558665"/>
                    </a:lnTo>
                    <a:lnTo>
                      <a:pt x="6344" y="575869"/>
                    </a:lnTo>
                    <a:lnTo>
                      <a:pt x="9211" y="580445"/>
                    </a:lnTo>
                    <a:lnTo>
                      <a:pt x="4636" y="583312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2868" y="539812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41242" y="560373"/>
                    </a:lnTo>
                    <a:lnTo>
                      <a:pt x="29223" y="561532"/>
                    </a:lnTo>
                    <a:lnTo>
                      <a:pt x="27515" y="568975"/>
                    </a:lnTo>
                    <a:lnTo>
                      <a:pt x="20072" y="567267"/>
                    </a:lnTo>
                    <a:lnTo>
                      <a:pt x="18363" y="574710"/>
                    </a:lnTo>
                    <a:lnTo>
                      <a:pt x="10920" y="573001"/>
                    </a:lnTo>
                    <a:lnTo>
                      <a:pt x="4636" y="583312"/>
                    </a:lnTo>
                    <a:lnTo>
                      <a:pt x="6344" y="575869"/>
                    </a:lnTo>
                    <a:lnTo>
                      <a:pt x="13787" y="577577"/>
                    </a:lnTo>
                    <a:lnTo>
                      <a:pt x="15496" y="570134"/>
                    </a:lnTo>
                    <a:lnTo>
                      <a:pt x="22939" y="571843"/>
                    </a:lnTo>
                    <a:lnTo>
                      <a:pt x="24647" y="564399"/>
                    </a:lnTo>
                    <a:lnTo>
                      <a:pt x="32091" y="566108"/>
                    </a:lnTo>
                    <a:lnTo>
                      <a:pt x="33799" y="558665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0" y="535236"/>
                    </a:lnTo>
                    <a:lnTo>
                      <a:pt x="5735" y="544388"/>
                    </a:lnTo>
                    <a:lnTo>
                      <a:pt x="1159" y="547255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344" y="575869"/>
                    </a:lnTo>
                    <a:moveTo>
                      <a:pt x="218175" y="449503"/>
                    </a:moveTo>
                    <a:lnTo>
                      <a:pt x="213540" y="401427"/>
                    </a:lnTo>
                    <a:lnTo>
                      <a:pt x="254782" y="426564"/>
                    </a:lnTo>
                    <a:lnTo>
                      <a:pt x="218175" y="449503"/>
                    </a:lnTo>
                    <a:lnTo>
                      <a:pt x="222751" y="446636"/>
                    </a:lnTo>
                    <a:lnTo>
                      <a:pt x="219274" y="410579"/>
                    </a:lnTo>
                    <a:lnTo>
                      <a:pt x="250206" y="429432"/>
                    </a:lnTo>
                    <a:lnTo>
                      <a:pt x="247339" y="424856"/>
                    </a:lnTo>
                    <a:lnTo>
                      <a:pt x="219884" y="442060"/>
                    </a:lnTo>
                    <a:lnTo>
                      <a:pt x="222751" y="446636"/>
                    </a:lnTo>
                    <a:lnTo>
                      <a:pt x="218175" y="449503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16407" y="406003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54782" y="426564"/>
                    </a:lnTo>
                    <a:lnTo>
                      <a:pt x="242763" y="427723"/>
                    </a:lnTo>
                    <a:lnTo>
                      <a:pt x="241054" y="435166"/>
                    </a:lnTo>
                    <a:lnTo>
                      <a:pt x="233611" y="433458"/>
                    </a:lnTo>
                    <a:lnTo>
                      <a:pt x="231903" y="440901"/>
                    </a:lnTo>
                    <a:lnTo>
                      <a:pt x="224459" y="439193"/>
                    </a:lnTo>
                    <a:lnTo>
                      <a:pt x="218175" y="449503"/>
                    </a:lnTo>
                    <a:lnTo>
                      <a:pt x="219884" y="442060"/>
                    </a:lnTo>
                    <a:lnTo>
                      <a:pt x="227327" y="443768"/>
                    </a:lnTo>
                    <a:lnTo>
                      <a:pt x="229035" y="436325"/>
                    </a:lnTo>
                    <a:lnTo>
                      <a:pt x="236479" y="438034"/>
                    </a:lnTo>
                    <a:lnTo>
                      <a:pt x="238187" y="430590"/>
                    </a:lnTo>
                    <a:lnTo>
                      <a:pt x="245630" y="432299"/>
                    </a:lnTo>
                    <a:lnTo>
                      <a:pt x="247339" y="424856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13540" y="401427"/>
                    </a:lnTo>
                    <a:lnTo>
                      <a:pt x="219274" y="410579"/>
                    </a:lnTo>
                    <a:lnTo>
                      <a:pt x="214699" y="413446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19884" y="442060"/>
                    </a:lnTo>
                    <a:moveTo>
                      <a:pt x="431715" y="315694"/>
                    </a:moveTo>
                    <a:lnTo>
                      <a:pt x="427079" y="267618"/>
                    </a:lnTo>
                    <a:lnTo>
                      <a:pt x="468321" y="292755"/>
                    </a:lnTo>
                    <a:lnTo>
                      <a:pt x="431715" y="315694"/>
                    </a:lnTo>
                    <a:lnTo>
                      <a:pt x="436291" y="312827"/>
                    </a:lnTo>
                    <a:lnTo>
                      <a:pt x="432814" y="276770"/>
                    </a:lnTo>
                    <a:lnTo>
                      <a:pt x="463746" y="295623"/>
                    </a:lnTo>
                    <a:lnTo>
                      <a:pt x="460878" y="291047"/>
                    </a:lnTo>
                    <a:lnTo>
                      <a:pt x="433423" y="308251"/>
                    </a:lnTo>
                    <a:lnTo>
                      <a:pt x="436291" y="312827"/>
                    </a:lnTo>
                    <a:lnTo>
                      <a:pt x="431715" y="315694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29947" y="272194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68321" y="292755"/>
                    </a:lnTo>
                    <a:lnTo>
                      <a:pt x="456302" y="293914"/>
                    </a:lnTo>
                    <a:lnTo>
                      <a:pt x="454594" y="301357"/>
                    </a:lnTo>
                    <a:lnTo>
                      <a:pt x="447151" y="299649"/>
                    </a:lnTo>
                    <a:lnTo>
                      <a:pt x="445442" y="307092"/>
                    </a:lnTo>
                    <a:lnTo>
                      <a:pt x="437999" y="305384"/>
                    </a:lnTo>
                    <a:lnTo>
                      <a:pt x="431715" y="315694"/>
                    </a:lnTo>
                    <a:lnTo>
                      <a:pt x="433423" y="308251"/>
                    </a:lnTo>
                    <a:lnTo>
                      <a:pt x="440866" y="309959"/>
                    </a:lnTo>
                    <a:lnTo>
                      <a:pt x="442575" y="302516"/>
                    </a:lnTo>
                    <a:lnTo>
                      <a:pt x="450018" y="304225"/>
                    </a:lnTo>
                    <a:lnTo>
                      <a:pt x="451727" y="296782"/>
                    </a:lnTo>
                    <a:lnTo>
                      <a:pt x="459170" y="298490"/>
                    </a:lnTo>
                    <a:lnTo>
                      <a:pt x="460878" y="291047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27079" y="267618"/>
                    </a:lnTo>
                    <a:lnTo>
                      <a:pt x="432814" y="276770"/>
                    </a:lnTo>
                    <a:lnTo>
                      <a:pt x="428238" y="279637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423" y="308251"/>
                    </a:lnTo>
                    <a:moveTo>
                      <a:pt x="645254" y="181885"/>
                    </a:moveTo>
                    <a:lnTo>
                      <a:pt x="640619" y="133809"/>
                    </a:lnTo>
                    <a:lnTo>
                      <a:pt x="681861" y="158946"/>
                    </a:lnTo>
                    <a:lnTo>
                      <a:pt x="645254" y="181885"/>
                    </a:lnTo>
                    <a:lnTo>
                      <a:pt x="649830" y="179018"/>
                    </a:lnTo>
                    <a:lnTo>
                      <a:pt x="646354" y="142961"/>
                    </a:lnTo>
                    <a:lnTo>
                      <a:pt x="677285" y="161814"/>
                    </a:lnTo>
                    <a:lnTo>
                      <a:pt x="674418" y="157238"/>
                    </a:lnTo>
                    <a:lnTo>
                      <a:pt x="646963" y="174442"/>
                    </a:lnTo>
                    <a:lnTo>
                      <a:pt x="649830" y="179018"/>
                    </a:lnTo>
                    <a:lnTo>
                      <a:pt x="645254" y="181885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3486" y="138385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81861" y="158946"/>
                    </a:lnTo>
                    <a:lnTo>
                      <a:pt x="669842" y="160105"/>
                    </a:lnTo>
                    <a:lnTo>
                      <a:pt x="668134" y="167548"/>
                    </a:lnTo>
                    <a:lnTo>
                      <a:pt x="660690" y="165840"/>
                    </a:lnTo>
                    <a:lnTo>
                      <a:pt x="658982" y="173283"/>
                    </a:lnTo>
                    <a:lnTo>
                      <a:pt x="651539" y="171575"/>
                    </a:lnTo>
                    <a:lnTo>
                      <a:pt x="645254" y="181885"/>
                    </a:lnTo>
                    <a:lnTo>
                      <a:pt x="646963" y="174442"/>
                    </a:lnTo>
                    <a:lnTo>
                      <a:pt x="654406" y="176150"/>
                    </a:lnTo>
                    <a:lnTo>
                      <a:pt x="656114" y="168707"/>
                    </a:lnTo>
                    <a:lnTo>
                      <a:pt x="663558" y="170416"/>
                    </a:lnTo>
                    <a:lnTo>
                      <a:pt x="665266" y="162973"/>
                    </a:lnTo>
                    <a:lnTo>
                      <a:pt x="672709" y="164681"/>
                    </a:lnTo>
                    <a:lnTo>
                      <a:pt x="674418" y="157238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40619" y="133809"/>
                    </a:lnTo>
                    <a:lnTo>
                      <a:pt x="646354" y="142961"/>
                    </a:lnTo>
                    <a:lnTo>
                      <a:pt x="641778" y="145828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6963" y="174442"/>
                    </a:lnTo>
                    <a:moveTo>
                      <a:pt x="858794" y="48076"/>
                    </a:moveTo>
                    <a:lnTo>
                      <a:pt x="854159" y="0"/>
                    </a:lnTo>
                    <a:lnTo>
                      <a:pt x="895401" y="25137"/>
                    </a:lnTo>
                    <a:lnTo>
                      <a:pt x="858794" y="48076"/>
                    </a:lnTo>
                    <a:lnTo>
                      <a:pt x="863370" y="45209"/>
                    </a:lnTo>
                    <a:lnTo>
                      <a:pt x="859893" y="9152"/>
                    </a:lnTo>
                    <a:lnTo>
                      <a:pt x="890825" y="28005"/>
                    </a:lnTo>
                    <a:lnTo>
                      <a:pt x="887957" y="23429"/>
                    </a:lnTo>
                    <a:lnTo>
                      <a:pt x="860502" y="40633"/>
                    </a:lnTo>
                    <a:lnTo>
                      <a:pt x="863370" y="45209"/>
                    </a:lnTo>
                    <a:lnTo>
                      <a:pt x="858794" y="48076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57026" y="4576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95401" y="25137"/>
                    </a:lnTo>
                    <a:lnTo>
                      <a:pt x="883382" y="26296"/>
                    </a:lnTo>
                    <a:lnTo>
                      <a:pt x="881673" y="33739"/>
                    </a:lnTo>
                    <a:lnTo>
                      <a:pt x="874230" y="32031"/>
                    </a:lnTo>
                    <a:lnTo>
                      <a:pt x="872521" y="39474"/>
                    </a:lnTo>
                    <a:lnTo>
                      <a:pt x="865078" y="37766"/>
                    </a:lnTo>
                    <a:lnTo>
                      <a:pt x="858794" y="48076"/>
                    </a:lnTo>
                    <a:lnTo>
                      <a:pt x="860502" y="40633"/>
                    </a:lnTo>
                    <a:lnTo>
                      <a:pt x="867946" y="42341"/>
                    </a:lnTo>
                    <a:lnTo>
                      <a:pt x="869654" y="34898"/>
                    </a:lnTo>
                    <a:lnTo>
                      <a:pt x="877097" y="36607"/>
                    </a:lnTo>
                    <a:lnTo>
                      <a:pt x="878806" y="29164"/>
                    </a:lnTo>
                    <a:lnTo>
                      <a:pt x="886249" y="30872"/>
                    </a:lnTo>
                    <a:lnTo>
                      <a:pt x="887957" y="23429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54159" y="0"/>
                    </a:lnTo>
                    <a:lnTo>
                      <a:pt x="859893" y="9152"/>
                    </a:lnTo>
                    <a:lnTo>
                      <a:pt x="855317" y="12019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0502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05" name="Контур"/>
              <p:cNvSpPr/>
              <p:nvPr/>
            </p:nvSpPr>
            <p:spPr>
              <a:xfrm>
                <a:off x="1770704" y="7500570"/>
                <a:ext cx="567283" cy="1374133"/>
              </a:xfrm>
              <a:custGeom>
                <a:avLst/>
                <a:gdLst/>
                <a:ahLst/>
                <a:cxnLst/>
                <a:rect l="l" t="t" r="r" b="b"/>
                <a:pathLst>
                  <a:path w="567283" h="1374133" fill="none">
                    <a:moveTo>
                      <a:pt x="181674" y="1374133"/>
                    </a:moveTo>
                    <a:lnTo>
                      <a:pt x="213705" y="1354061"/>
                    </a:lnTo>
                    <a:moveTo>
                      <a:pt x="213705" y="1354061"/>
                    </a:moveTo>
                    <a:lnTo>
                      <a:pt x="245735" y="1333989"/>
                    </a:lnTo>
                    <a:moveTo>
                      <a:pt x="245735" y="1333989"/>
                    </a:moveTo>
                    <a:lnTo>
                      <a:pt x="277766" y="1313917"/>
                    </a:lnTo>
                    <a:moveTo>
                      <a:pt x="277766" y="1313917"/>
                    </a:moveTo>
                    <a:lnTo>
                      <a:pt x="309796" y="1293846"/>
                    </a:lnTo>
                    <a:moveTo>
                      <a:pt x="309796" y="1293846"/>
                    </a:moveTo>
                    <a:lnTo>
                      <a:pt x="341827" y="1273774"/>
                    </a:lnTo>
                    <a:moveTo>
                      <a:pt x="341827" y="1273774"/>
                    </a:moveTo>
                    <a:lnTo>
                      <a:pt x="373858" y="1253702"/>
                    </a:lnTo>
                    <a:moveTo>
                      <a:pt x="373858" y="1253702"/>
                    </a:moveTo>
                    <a:lnTo>
                      <a:pt x="405888" y="1233630"/>
                    </a:lnTo>
                    <a:moveTo>
                      <a:pt x="405888" y="1233630"/>
                    </a:moveTo>
                    <a:lnTo>
                      <a:pt x="437919" y="1213558"/>
                    </a:lnTo>
                    <a:moveTo>
                      <a:pt x="437919" y="1213558"/>
                    </a:moveTo>
                    <a:lnTo>
                      <a:pt x="469949" y="1193486"/>
                    </a:lnTo>
                    <a:moveTo>
                      <a:pt x="469949" y="1193486"/>
                    </a:moveTo>
                    <a:lnTo>
                      <a:pt x="501980" y="1173414"/>
                    </a:lnTo>
                    <a:moveTo>
                      <a:pt x="501980" y="1173414"/>
                    </a:moveTo>
                    <a:lnTo>
                      <a:pt x="530674" y="1155433"/>
                    </a:lnTo>
                    <a:moveTo>
                      <a:pt x="530674" y="1155433"/>
                    </a:moveTo>
                    <a:lnTo>
                      <a:pt x="567283" y="1132483"/>
                    </a:lnTo>
                    <a:moveTo>
                      <a:pt x="567283" y="1132483"/>
                    </a:moveTo>
                    <a:lnTo>
                      <a:pt x="550353" y="1098686"/>
                    </a:lnTo>
                    <a:moveTo>
                      <a:pt x="550353" y="1098686"/>
                    </a:moveTo>
                    <a:lnTo>
                      <a:pt x="533423" y="1064889"/>
                    </a:lnTo>
                    <a:moveTo>
                      <a:pt x="533423" y="1064889"/>
                    </a:moveTo>
                    <a:lnTo>
                      <a:pt x="516494" y="1031093"/>
                    </a:lnTo>
                    <a:moveTo>
                      <a:pt x="516494" y="1031093"/>
                    </a:moveTo>
                    <a:lnTo>
                      <a:pt x="499564" y="997296"/>
                    </a:lnTo>
                    <a:moveTo>
                      <a:pt x="499564" y="997296"/>
                    </a:moveTo>
                    <a:lnTo>
                      <a:pt x="482635" y="963499"/>
                    </a:lnTo>
                    <a:moveTo>
                      <a:pt x="482635" y="963499"/>
                    </a:moveTo>
                    <a:lnTo>
                      <a:pt x="465705" y="929702"/>
                    </a:lnTo>
                    <a:moveTo>
                      <a:pt x="465705" y="929702"/>
                    </a:moveTo>
                    <a:lnTo>
                      <a:pt x="448776" y="895905"/>
                    </a:lnTo>
                    <a:moveTo>
                      <a:pt x="448776" y="895905"/>
                    </a:moveTo>
                    <a:lnTo>
                      <a:pt x="431846" y="862108"/>
                    </a:lnTo>
                    <a:moveTo>
                      <a:pt x="431846" y="862108"/>
                    </a:moveTo>
                    <a:lnTo>
                      <a:pt x="414917" y="828311"/>
                    </a:lnTo>
                    <a:moveTo>
                      <a:pt x="414917" y="828311"/>
                    </a:moveTo>
                    <a:lnTo>
                      <a:pt x="397987" y="794514"/>
                    </a:lnTo>
                    <a:moveTo>
                      <a:pt x="397987" y="794514"/>
                    </a:moveTo>
                    <a:lnTo>
                      <a:pt x="381058" y="760717"/>
                    </a:lnTo>
                    <a:moveTo>
                      <a:pt x="381058" y="760717"/>
                    </a:moveTo>
                    <a:lnTo>
                      <a:pt x="364788" y="728237"/>
                    </a:lnTo>
                    <a:moveTo>
                      <a:pt x="468384" y="665714"/>
                    </a:moveTo>
                    <a:lnTo>
                      <a:pt x="485313" y="699511"/>
                    </a:lnTo>
                    <a:moveTo>
                      <a:pt x="485313" y="699511"/>
                    </a:moveTo>
                    <a:lnTo>
                      <a:pt x="502242" y="733308"/>
                    </a:lnTo>
                    <a:moveTo>
                      <a:pt x="502242" y="733308"/>
                    </a:moveTo>
                    <a:lnTo>
                      <a:pt x="519172" y="767105"/>
                    </a:lnTo>
                    <a:moveTo>
                      <a:pt x="519172" y="767105"/>
                    </a:moveTo>
                    <a:lnTo>
                      <a:pt x="523996" y="776737"/>
                    </a:lnTo>
                    <a:lnTo>
                      <a:pt x="537835" y="768113"/>
                    </a:lnTo>
                    <a:moveTo>
                      <a:pt x="0" y="0"/>
                    </a:moveTo>
                    <a:lnTo>
                      <a:pt x="16930" y="33797"/>
                    </a:lnTo>
                    <a:moveTo>
                      <a:pt x="16930" y="33797"/>
                    </a:moveTo>
                    <a:lnTo>
                      <a:pt x="33859" y="67594"/>
                    </a:lnTo>
                    <a:moveTo>
                      <a:pt x="33859" y="67594"/>
                    </a:moveTo>
                    <a:lnTo>
                      <a:pt x="50789" y="101391"/>
                    </a:lnTo>
                    <a:moveTo>
                      <a:pt x="50789" y="101391"/>
                    </a:moveTo>
                    <a:lnTo>
                      <a:pt x="67718" y="135188"/>
                    </a:lnTo>
                    <a:moveTo>
                      <a:pt x="67718" y="135188"/>
                    </a:moveTo>
                    <a:lnTo>
                      <a:pt x="84648" y="168985"/>
                    </a:lnTo>
                    <a:moveTo>
                      <a:pt x="84648" y="168985"/>
                    </a:moveTo>
                    <a:lnTo>
                      <a:pt x="101577" y="202782"/>
                    </a:lnTo>
                    <a:moveTo>
                      <a:pt x="101577" y="202782"/>
                    </a:moveTo>
                    <a:lnTo>
                      <a:pt x="118507" y="236579"/>
                    </a:lnTo>
                    <a:moveTo>
                      <a:pt x="118507" y="236579"/>
                    </a:moveTo>
                    <a:lnTo>
                      <a:pt x="135436" y="270376"/>
                    </a:lnTo>
                    <a:moveTo>
                      <a:pt x="135436" y="270376"/>
                    </a:moveTo>
                    <a:lnTo>
                      <a:pt x="152366" y="304173"/>
                    </a:lnTo>
                    <a:moveTo>
                      <a:pt x="152366" y="304173"/>
                    </a:moveTo>
                    <a:lnTo>
                      <a:pt x="169295" y="337970"/>
                    </a:lnTo>
                    <a:moveTo>
                      <a:pt x="169295" y="337970"/>
                    </a:moveTo>
                    <a:lnTo>
                      <a:pt x="186225" y="371767"/>
                    </a:lnTo>
                    <a:moveTo>
                      <a:pt x="186225" y="371767"/>
                    </a:moveTo>
                    <a:lnTo>
                      <a:pt x="203154" y="405563"/>
                    </a:lnTo>
                    <a:moveTo>
                      <a:pt x="203154" y="405563"/>
                    </a:moveTo>
                    <a:lnTo>
                      <a:pt x="220084" y="439360"/>
                    </a:lnTo>
                    <a:moveTo>
                      <a:pt x="220084" y="439360"/>
                    </a:moveTo>
                    <a:lnTo>
                      <a:pt x="237013" y="473157"/>
                    </a:lnTo>
                    <a:moveTo>
                      <a:pt x="237013" y="473157"/>
                    </a:moveTo>
                    <a:lnTo>
                      <a:pt x="253943" y="506954"/>
                    </a:lnTo>
                    <a:moveTo>
                      <a:pt x="253943" y="506954"/>
                    </a:moveTo>
                    <a:lnTo>
                      <a:pt x="270872" y="540751"/>
                    </a:lnTo>
                    <a:moveTo>
                      <a:pt x="270872" y="540751"/>
                    </a:moveTo>
                    <a:lnTo>
                      <a:pt x="287802" y="574548"/>
                    </a:lnTo>
                    <a:moveTo>
                      <a:pt x="287802" y="574548"/>
                    </a:moveTo>
                    <a:lnTo>
                      <a:pt x="304732" y="608345"/>
                    </a:lnTo>
                    <a:moveTo>
                      <a:pt x="304732" y="608345"/>
                    </a:moveTo>
                    <a:lnTo>
                      <a:pt x="321661" y="642142"/>
                    </a:lnTo>
                    <a:moveTo>
                      <a:pt x="321661" y="642142"/>
                    </a:moveTo>
                    <a:lnTo>
                      <a:pt x="338591" y="675939"/>
                    </a:lnTo>
                    <a:moveTo>
                      <a:pt x="338591" y="675939"/>
                    </a:moveTo>
                    <a:lnTo>
                      <a:pt x="355520" y="709736"/>
                    </a:lnTo>
                    <a:moveTo>
                      <a:pt x="355520" y="709736"/>
                    </a:moveTo>
                    <a:lnTo>
                      <a:pt x="364788" y="728237"/>
                    </a:lnTo>
                    <a:moveTo>
                      <a:pt x="193712" y="81645"/>
                    </a:moveTo>
                    <a:lnTo>
                      <a:pt x="191875" y="92173"/>
                    </a:lnTo>
                    <a:lnTo>
                      <a:pt x="198863" y="118370"/>
                    </a:lnTo>
                    <a:moveTo>
                      <a:pt x="198863" y="118370"/>
                    </a:moveTo>
                    <a:lnTo>
                      <a:pt x="204165" y="138248"/>
                    </a:lnTo>
                    <a:lnTo>
                      <a:pt x="211880" y="153650"/>
                    </a:lnTo>
                    <a:moveTo>
                      <a:pt x="211880" y="153650"/>
                    </a:moveTo>
                    <a:lnTo>
                      <a:pt x="228810" y="187447"/>
                    </a:lnTo>
                    <a:moveTo>
                      <a:pt x="228810" y="187447"/>
                    </a:moveTo>
                    <a:lnTo>
                      <a:pt x="245740" y="221244"/>
                    </a:lnTo>
                    <a:moveTo>
                      <a:pt x="245740" y="221244"/>
                    </a:moveTo>
                    <a:lnTo>
                      <a:pt x="262669" y="255041"/>
                    </a:lnTo>
                    <a:moveTo>
                      <a:pt x="262669" y="255041"/>
                    </a:moveTo>
                    <a:lnTo>
                      <a:pt x="279599" y="288838"/>
                    </a:lnTo>
                    <a:moveTo>
                      <a:pt x="279599" y="288838"/>
                    </a:moveTo>
                    <a:lnTo>
                      <a:pt x="296528" y="322635"/>
                    </a:lnTo>
                    <a:moveTo>
                      <a:pt x="296528" y="322635"/>
                    </a:moveTo>
                    <a:lnTo>
                      <a:pt x="313458" y="356432"/>
                    </a:lnTo>
                    <a:moveTo>
                      <a:pt x="313458" y="356432"/>
                    </a:moveTo>
                    <a:lnTo>
                      <a:pt x="330387" y="390229"/>
                    </a:lnTo>
                    <a:moveTo>
                      <a:pt x="330387" y="390229"/>
                    </a:moveTo>
                    <a:lnTo>
                      <a:pt x="347317" y="424026"/>
                    </a:lnTo>
                    <a:moveTo>
                      <a:pt x="347317" y="424026"/>
                    </a:moveTo>
                    <a:lnTo>
                      <a:pt x="364246" y="457822"/>
                    </a:lnTo>
                    <a:moveTo>
                      <a:pt x="364246" y="457822"/>
                    </a:moveTo>
                    <a:lnTo>
                      <a:pt x="381176" y="491619"/>
                    </a:lnTo>
                    <a:moveTo>
                      <a:pt x="381176" y="491619"/>
                    </a:moveTo>
                    <a:lnTo>
                      <a:pt x="398105" y="525416"/>
                    </a:lnTo>
                    <a:moveTo>
                      <a:pt x="398105" y="525416"/>
                    </a:moveTo>
                    <a:lnTo>
                      <a:pt x="415035" y="559213"/>
                    </a:lnTo>
                    <a:moveTo>
                      <a:pt x="415035" y="559213"/>
                    </a:moveTo>
                    <a:lnTo>
                      <a:pt x="431965" y="593010"/>
                    </a:lnTo>
                    <a:moveTo>
                      <a:pt x="431965" y="593010"/>
                    </a:moveTo>
                    <a:lnTo>
                      <a:pt x="448894" y="626807"/>
                    </a:lnTo>
                    <a:moveTo>
                      <a:pt x="448894" y="626807"/>
                    </a:moveTo>
                    <a:lnTo>
                      <a:pt x="465824" y="660604"/>
                    </a:lnTo>
                    <a:moveTo>
                      <a:pt x="465824" y="660604"/>
                    </a:moveTo>
                    <a:lnTo>
                      <a:pt x="468384" y="66571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06" name="Контур"/>
              <p:cNvSpPr/>
              <p:nvPr/>
            </p:nvSpPr>
            <p:spPr>
              <a:xfrm>
                <a:off x="863459" y="7208654"/>
                <a:ext cx="115258" cy="70094"/>
              </a:xfrm>
              <a:custGeom>
                <a:avLst/>
                <a:gdLst/>
                <a:ahLst/>
                <a:cxnLst/>
                <a:rect l="l" t="t" r="r" b="b"/>
                <a:pathLst>
                  <a:path w="115258" h="70094" fill="none">
                    <a:moveTo>
                      <a:pt x="0" y="70094"/>
                    </a:moveTo>
                    <a:lnTo>
                      <a:pt x="40129" y="45689"/>
                    </a:lnTo>
                    <a:lnTo>
                      <a:pt x="115258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07" name="Контур"/>
              <p:cNvSpPr/>
              <p:nvPr/>
            </p:nvSpPr>
            <p:spPr>
              <a:xfrm>
                <a:off x="1770704" y="7054673"/>
                <a:ext cx="612214" cy="527542"/>
              </a:xfrm>
              <a:custGeom>
                <a:avLst/>
                <a:gdLst/>
                <a:ahLst/>
                <a:cxnLst/>
                <a:rect l="l" t="t" r="r" b="b"/>
                <a:pathLst>
                  <a:path w="612214" h="527542" fill="none">
                    <a:moveTo>
                      <a:pt x="612214" y="203083"/>
                    </a:moveTo>
                    <a:lnTo>
                      <a:pt x="580350" y="223418"/>
                    </a:lnTo>
                    <a:moveTo>
                      <a:pt x="580350" y="223418"/>
                    </a:moveTo>
                    <a:lnTo>
                      <a:pt x="548486" y="243753"/>
                    </a:lnTo>
                    <a:moveTo>
                      <a:pt x="548486" y="243753"/>
                    </a:moveTo>
                    <a:lnTo>
                      <a:pt x="516622" y="264088"/>
                    </a:lnTo>
                    <a:moveTo>
                      <a:pt x="516622" y="264088"/>
                    </a:moveTo>
                    <a:lnTo>
                      <a:pt x="484758" y="284423"/>
                    </a:lnTo>
                    <a:moveTo>
                      <a:pt x="484758" y="284423"/>
                    </a:moveTo>
                    <a:lnTo>
                      <a:pt x="452893" y="304758"/>
                    </a:lnTo>
                    <a:moveTo>
                      <a:pt x="452893" y="304758"/>
                    </a:moveTo>
                    <a:lnTo>
                      <a:pt x="421029" y="325093"/>
                    </a:lnTo>
                    <a:moveTo>
                      <a:pt x="421029" y="325093"/>
                    </a:moveTo>
                    <a:lnTo>
                      <a:pt x="389165" y="345428"/>
                    </a:lnTo>
                    <a:moveTo>
                      <a:pt x="389165" y="345428"/>
                    </a:moveTo>
                    <a:lnTo>
                      <a:pt x="357301" y="365763"/>
                    </a:lnTo>
                    <a:moveTo>
                      <a:pt x="357301" y="365763"/>
                    </a:moveTo>
                    <a:lnTo>
                      <a:pt x="325437" y="386098"/>
                    </a:lnTo>
                    <a:moveTo>
                      <a:pt x="325437" y="386098"/>
                    </a:moveTo>
                    <a:lnTo>
                      <a:pt x="293572" y="406433"/>
                    </a:lnTo>
                    <a:moveTo>
                      <a:pt x="293572" y="406433"/>
                    </a:moveTo>
                    <a:lnTo>
                      <a:pt x="261708" y="426768"/>
                    </a:lnTo>
                    <a:moveTo>
                      <a:pt x="261708" y="426768"/>
                    </a:moveTo>
                    <a:lnTo>
                      <a:pt x="251858" y="433054"/>
                    </a:lnTo>
                    <a:lnTo>
                      <a:pt x="231936" y="449939"/>
                    </a:lnTo>
                    <a:moveTo>
                      <a:pt x="231936" y="449939"/>
                    </a:moveTo>
                    <a:lnTo>
                      <a:pt x="218905" y="460983"/>
                    </a:lnTo>
                    <a:lnTo>
                      <a:pt x="208619" y="478968"/>
                    </a:lnTo>
                    <a:moveTo>
                      <a:pt x="208619" y="478968"/>
                    </a:moveTo>
                    <a:lnTo>
                      <a:pt x="199408" y="495076"/>
                    </a:lnTo>
                    <a:lnTo>
                      <a:pt x="196082" y="514031"/>
                    </a:lnTo>
                    <a:moveTo>
                      <a:pt x="196082" y="514031"/>
                    </a:moveTo>
                    <a:lnTo>
                      <a:pt x="193712" y="527542"/>
                    </a:lnTo>
                    <a:moveTo>
                      <a:pt x="0" y="445897"/>
                    </a:moveTo>
                    <a:lnTo>
                      <a:pt x="30555" y="423644"/>
                    </a:lnTo>
                    <a:moveTo>
                      <a:pt x="30555" y="423644"/>
                    </a:moveTo>
                    <a:lnTo>
                      <a:pt x="61110" y="401390"/>
                    </a:lnTo>
                    <a:moveTo>
                      <a:pt x="61110" y="401390"/>
                    </a:moveTo>
                    <a:lnTo>
                      <a:pt x="91665" y="379136"/>
                    </a:lnTo>
                    <a:moveTo>
                      <a:pt x="91665" y="379136"/>
                    </a:moveTo>
                    <a:lnTo>
                      <a:pt x="122221" y="356883"/>
                    </a:lnTo>
                    <a:moveTo>
                      <a:pt x="122221" y="356883"/>
                    </a:moveTo>
                    <a:lnTo>
                      <a:pt x="152776" y="334629"/>
                    </a:lnTo>
                    <a:moveTo>
                      <a:pt x="152776" y="334629"/>
                    </a:moveTo>
                    <a:lnTo>
                      <a:pt x="183331" y="312375"/>
                    </a:lnTo>
                    <a:moveTo>
                      <a:pt x="183331" y="312375"/>
                    </a:moveTo>
                    <a:lnTo>
                      <a:pt x="213886" y="290122"/>
                    </a:lnTo>
                    <a:moveTo>
                      <a:pt x="213886" y="290122"/>
                    </a:moveTo>
                    <a:lnTo>
                      <a:pt x="244441" y="267868"/>
                    </a:lnTo>
                    <a:moveTo>
                      <a:pt x="244441" y="267868"/>
                    </a:moveTo>
                    <a:lnTo>
                      <a:pt x="274996" y="245614"/>
                    </a:lnTo>
                    <a:moveTo>
                      <a:pt x="274996" y="245614"/>
                    </a:moveTo>
                    <a:lnTo>
                      <a:pt x="305551" y="223361"/>
                    </a:lnTo>
                    <a:moveTo>
                      <a:pt x="305551" y="223361"/>
                    </a:moveTo>
                    <a:lnTo>
                      <a:pt x="325996" y="208470"/>
                    </a:lnTo>
                    <a:lnTo>
                      <a:pt x="336106" y="201107"/>
                    </a:lnTo>
                    <a:moveTo>
                      <a:pt x="336106" y="201107"/>
                    </a:moveTo>
                    <a:lnTo>
                      <a:pt x="366661" y="178854"/>
                    </a:lnTo>
                    <a:moveTo>
                      <a:pt x="366661" y="178854"/>
                    </a:moveTo>
                    <a:lnTo>
                      <a:pt x="397217" y="156600"/>
                    </a:lnTo>
                    <a:moveTo>
                      <a:pt x="397217" y="156600"/>
                    </a:moveTo>
                    <a:lnTo>
                      <a:pt x="427772" y="134346"/>
                    </a:lnTo>
                    <a:moveTo>
                      <a:pt x="427772" y="134346"/>
                    </a:moveTo>
                    <a:lnTo>
                      <a:pt x="458327" y="112093"/>
                    </a:lnTo>
                    <a:moveTo>
                      <a:pt x="458327" y="112093"/>
                    </a:moveTo>
                    <a:lnTo>
                      <a:pt x="488882" y="89839"/>
                    </a:lnTo>
                    <a:moveTo>
                      <a:pt x="488882" y="89839"/>
                    </a:moveTo>
                    <a:lnTo>
                      <a:pt x="519437" y="67585"/>
                    </a:lnTo>
                    <a:moveTo>
                      <a:pt x="519437" y="67585"/>
                    </a:moveTo>
                    <a:lnTo>
                      <a:pt x="546424" y="47930"/>
                    </a:lnTo>
                    <a:lnTo>
                      <a:pt x="549992" y="45331"/>
                    </a:lnTo>
                    <a:moveTo>
                      <a:pt x="549992" y="45331"/>
                    </a:moveTo>
                    <a:lnTo>
                      <a:pt x="580544" y="23073"/>
                    </a:lnTo>
                    <a:moveTo>
                      <a:pt x="580544" y="23073"/>
                    </a:moveTo>
                    <a:lnTo>
                      <a:pt x="611096" y="815"/>
                    </a:lnTo>
                    <a:moveTo>
                      <a:pt x="611096" y="815"/>
                    </a:moveTo>
                    <a:lnTo>
                      <a:pt x="612214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08" name="Контур"/>
              <p:cNvSpPr/>
              <p:nvPr/>
            </p:nvSpPr>
            <p:spPr>
              <a:xfrm>
                <a:off x="863459" y="7131801"/>
                <a:ext cx="115258" cy="146947"/>
              </a:xfrm>
              <a:custGeom>
                <a:avLst/>
                <a:gdLst/>
                <a:ahLst/>
                <a:cxnLst/>
                <a:rect l="l" t="t" r="r" b="b"/>
                <a:pathLst>
                  <a:path w="115258" h="146947" fill="none">
                    <a:moveTo>
                      <a:pt x="115258" y="76853"/>
                    </a:moveTo>
                    <a:lnTo>
                      <a:pt x="40129" y="122542"/>
                    </a:lnTo>
                    <a:lnTo>
                      <a:pt x="0" y="146947"/>
                    </a:lnTo>
                    <a:moveTo>
                      <a:pt x="68911" y="0"/>
                    </a:moveTo>
                    <a:lnTo>
                      <a:pt x="115258" y="76853"/>
                    </a:lnTo>
                    <a:moveTo>
                      <a:pt x="0" y="146947"/>
                    </a:moveTo>
                    <a:lnTo>
                      <a:pt x="40129" y="122542"/>
                    </a:lnTo>
                    <a:lnTo>
                      <a:pt x="115258" y="7685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09" name="Контур"/>
              <p:cNvSpPr/>
              <p:nvPr/>
            </p:nvSpPr>
            <p:spPr>
              <a:xfrm>
                <a:off x="978717" y="6563611"/>
                <a:ext cx="925792" cy="645043"/>
              </a:xfrm>
              <a:custGeom>
                <a:avLst/>
                <a:gdLst/>
                <a:ahLst/>
                <a:cxnLst/>
                <a:rect l="l" t="t" r="r" b="b"/>
                <a:pathLst>
                  <a:path w="925792" h="645043" fill="none">
                    <a:moveTo>
                      <a:pt x="0" y="645043"/>
                    </a:moveTo>
                    <a:lnTo>
                      <a:pt x="32296" y="625402"/>
                    </a:lnTo>
                    <a:moveTo>
                      <a:pt x="32296" y="625402"/>
                    </a:moveTo>
                    <a:lnTo>
                      <a:pt x="64593" y="605761"/>
                    </a:lnTo>
                    <a:moveTo>
                      <a:pt x="64593" y="605761"/>
                    </a:moveTo>
                    <a:lnTo>
                      <a:pt x="96890" y="586120"/>
                    </a:lnTo>
                    <a:moveTo>
                      <a:pt x="96890" y="586120"/>
                    </a:moveTo>
                    <a:lnTo>
                      <a:pt x="129186" y="566479"/>
                    </a:lnTo>
                    <a:moveTo>
                      <a:pt x="129186" y="566479"/>
                    </a:moveTo>
                    <a:lnTo>
                      <a:pt x="161483" y="546838"/>
                    </a:lnTo>
                    <a:moveTo>
                      <a:pt x="161483" y="546838"/>
                    </a:moveTo>
                    <a:lnTo>
                      <a:pt x="193779" y="527197"/>
                    </a:lnTo>
                    <a:moveTo>
                      <a:pt x="193779" y="527197"/>
                    </a:moveTo>
                    <a:lnTo>
                      <a:pt x="226076" y="507556"/>
                    </a:lnTo>
                    <a:moveTo>
                      <a:pt x="226076" y="507556"/>
                    </a:moveTo>
                    <a:lnTo>
                      <a:pt x="258373" y="487915"/>
                    </a:lnTo>
                    <a:moveTo>
                      <a:pt x="258373" y="487915"/>
                    </a:moveTo>
                    <a:lnTo>
                      <a:pt x="290669" y="468274"/>
                    </a:lnTo>
                    <a:moveTo>
                      <a:pt x="290669" y="468274"/>
                    </a:moveTo>
                    <a:lnTo>
                      <a:pt x="322966" y="448633"/>
                    </a:lnTo>
                    <a:moveTo>
                      <a:pt x="322966" y="448633"/>
                    </a:moveTo>
                    <a:lnTo>
                      <a:pt x="355262" y="428991"/>
                    </a:lnTo>
                    <a:moveTo>
                      <a:pt x="355262" y="428991"/>
                    </a:moveTo>
                    <a:lnTo>
                      <a:pt x="387559" y="409350"/>
                    </a:lnTo>
                    <a:moveTo>
                      <a:pt x="387559" y="409350"/>
                    </a:moveTo>
                    <a:lnTo>
                      <a:pt x="419855" y="389709"/>
                    </a:lnTo>
                    <a:moveTo>
                      <a:pt x="419855" y="389709"/>
                    </a:moveTo>
                    <a:lnTo>
                      <a:pt x="452152" y="370068"/>
                    </a:lnTo>
                    <a:moveTo>
                      <a:pt x="452152" y="370068"/>
                    </a:moveTo>
                    <a:lnTo>
                      <a:pt x="484449" y="350427"/>
                    </a:lnTo>
                    <a:moveTo>
                      <a:pt x="484449" y="350427"/>
                    </a:moveTo>
                    <a:lnTo>
                      <a:pt x="516745" y="330786"/>
                    </a:lnTo>
                    <a:moveTo>
                      <a:pt x="516745" y="330786"/>
                    </a:moveTo>
                    <a:lnTo>
                      <a:pt x="549042" y="311145"/>
                    </a:lnTo>
                    <a:moveTo>
                      <a:pt x="549042" y="311145"/>
                    </a:moveTo>
                    <a:lnTo>
                      <a:pt x="581338" y="291504"/>
                    </a:lnTo>
                    <a:moveTo>
                      <a:pt x="581338" y="291504"/>
                    </a:moveTo>
                    <a:lnTo>
                      <a:pt x="613635" y="271863"/>
                    </a:lnTo>
                    <a:moveTo>
                      <a:pt x="613635" y="271863"/>
                    </a:moveTo>
                    <a:lnTo>
                      <a:pt x="645932" y="252222"/>
                    </a:lnTo>
                    <a:moveTo>
                      <a:pt x="645932" y="252222"/>
                    </a:moveTo>
                    <a:lnTo>
                      <a:pt x="678228" y="232581"/>
                    </a:lnTo>
                    <a:moveTo>
                      <a:pt x="678228" y="232581"/>
                    </a:moveTo>
                    <a:lnTo>
                      <a:pt x="693831" y="223092"/>
                    </a:lnTo>
                    <a:lnTo>
                      <a:pt x="707913" y="209549"/>
                    </a:lnTo>
                    <a:moveTo>
                      <a:pt x="707913" y="209549"/>
                    </a:moveTo>
                    <a:lnTo>
                      <a:pt x="735158" y="183346"/>
                    </a:lnTo>
                    <a:moveTo>
                      <a:pt x="735158" y="183346"/>
                    </a:moveTo>
                    <a:lnTo>
                      <a:pt x="762402" y="157143"/>
                    </a:lnTo>
                    <a:moveTo>
                      <a:pt x="762402" y="157143"/>
                    </a:moveTo>
                    <a:lnTo>
                      <a:pt x="789647" y="130940"/>
                    </a:lnTo>
                    <a:moveTo>
                      <a:pt x="789647" y="130940"/>
                    </a:moveTo>
                    <a:lnTo>
                      <a:pt x="816891" y="104738"/>
                    </a:lnTo>
                    <a:moveTo>
                      <a:pt x="816891" y="104738"/>
                    </a:moveTo>
                    <a:lnTo>
                      <a:pt x="844135" y="78535"/>
                    </a:lnTo>
                    <a:moveTo>
                      <a:pt x="844135" y="78535"/>
                    </a:moveTo>
                    <a:lnTo>
                      <a:pt x="871380" y="52332"/>
                    </a:lnTo>
                    <a:moveTo>
                      <a:pt x="871380" y="52332"/>
                    </a:moveTo>
                    <a:lnTo>
                      <a:pt x="898624" y="26129"/>
                    </a:lnTo>
                    <a:moveTo>
                      <a:pt x="898624" y="26129"/>
                    </a:moveTo>
                    <a:lnTo>
                      <a:pt x="925792" y="0"/>
                    </a:lnTo>
                    <a:moveTo>
                      <a:pt x="0" y="645043"/>
                    </a:moveTo>
                    <a:lnTo>
                      <a:pt x="32296" y="625402"/>
                    </a:lnTo>
                    <a:moveTo>
                      <a:pt x="32296" y="625402"/>
                    </a:moveTo>
                    <a:lnTo>
                      <a:pt x="64593" y="605761"/>
                    </a:lnTo>
                    <a:moveTo>
                      <a:pt x="64593" y="605761"/>
                    </a:moveTo>
                    <a:lnTo>
                      <a:pt x="96890" y="586120"/>
                    </a:lnTo>
                    <a:moveTo>
                      <a:pt x="96890" y="586120"/>
                    </a:moveTo>
                    <a:lnTo>
                      <a:pt x="129186" y="566479"/>
                    </a:lnTo>
                    <a:moveTo>
                      <a:pt x="129186" y="566479"/>
                    </a:moveTo>
                    <a:lnTo>
                      <a:pt x="161483" y="546838"/>
                    </a:lnTo>
                    <a:moveTo>
                      <a:pt x="161483" y="546838"/>
                    </a:moveTo>
                    <a:lnTo>
                      <a:pt x="193779" y="527197"/>
                    </a:lnTo>
                    <a:moveTo>
                      <a:pt x="193779" y="527197"/>
                    </a:moveTo>
                    <a:lnTo>
                      <a:pt x="226076" y="507556"/>
                    </a:lnTo>
                    <a:moveTo>
                      <a:pt x="226076" y="507556"/>
                    </a:moveTo>
                    <a:lnTo>
                      <a:pt x="258373" y="487915"/>
                    </a:lnTo>
                    <a:moveTo>
                      <a:pt x="258373" y="487915"/>
                    </a:moveTo>
                    <a:lnTo>
                      <a:pt x="290669" y="468274"/>
                    </a:lnTo>
                    <a:moveTo>
                      <a:pt x="290669" y="468274"/>
                    </a:moveTo>
                    <a:lnTo>
                      <a:pt x="322966" y="448633"/>
                    </a:lnTo>
                    <a:moveTo>
                      <a:pt x="322966" y="448633"/>
                    </a:moveTo>
                    <a:lnTo>
                      <a:pt x="355262" y="428991"/>
                    </a:lnTo>
                    <a:moveTo>
                      <a:pt x="355262" y="428991"/>
                    </a:moveTo>
                    <a:lnTo>
                      <a:pt x="387559" y="409350"/>
                    </a:lnTo>
                    <a:moveTo>
                      <a:pt x="387559" y="409350"/>
                    </a:moveTo>
                    <a:lnTo>
                      <a:pt x="419855" y="389709"/>
                    </a:lnTo>
                    <a:moveTo>
                      <a:pt x="419855" y="389709"/>
                    </a:moveTo>
                    <a:lnTo>
                      <a:pt x="452152" y="370068"/>
                    </a:lnTo>
                    <a:moveTo>
                      <a:pt x="452152" y="370068"/>
                    </a:moveTo>
                    <a:lnTo>
                      <a:pt x="484449" y="350427"/>
                    </a:lnTo>
                    <a:moveTo>
                      <a:pt x="484449" y="350427"/>
                    </a:moveTo>
                    <a:lnTo>
                      <a:pt x="516745" y="330786"/>
                    </a:lnTo>
                    <a:moveTo>
                      <a:pt x="516745" y="330786"/>
                    </a:moveTo>
                    <a:lnTo>
                      <a:pt x="549042" y="311145"/>
                    </a:lnTo>
                    <a:moveTo>
                      <a:pt x="549042" y="311145"/>
                    </a:moveTo>
                    <a:lnTo>
                      <a:pt x="581338" y="291504"/>
                    </a:lnTo>
                    <a:moveTo>
                      <a:pt x="581338" y="291504"/>
                    </a:moveTo>
                    <a:lnTo>
                      <a:pt x="613635" y="271863"/>
                    </a:lnTo>
                    <a:moveTo>
                      <a:pt x="613635" y="271863"/>
                    </a:moveTo>
                    <a:lnTo>
                      <a:pt x="645932" y="252222"/>
                    </a:lnTo>
                    <a:moveTo>
                      <a:pt x="645932" y="252222"/>
                    </a:moveTo>
                    <a:lnTo>
                      <a:pt x="678228" y="232581"/>
                    </a:lnTo>
                    <a:moveTo>
                      <a:pt x="678228" y="232581"/>
                    </a:moveTo>
                    <a:lnTo>
                      <a:pt x="693831" y="223092"/>
                    </a:lnTo>
                    <a:lnTo>
                      <a:pt x="707913" y="209549"/>
                    </a:lnTo>
                    <a:moveTo>
                      <a:pt x="707913" y="209549"/>
                    </a:moveTo>
                    <a:lnTo>
                      <a:pt x="735158" y="183346"/>
                    </a:lnTo>
                    <a:moveTo>
                      <a:pt x="735158" y="183346"/>
                    </a:moveTo>
                    <a:lnTo>
                      <a:pt x="762402" y="157143"/>
                    </a:lnTo>
                    <a:moveTo>
                      <a:pt x="762402" y="157143"/>
                    </a:moveTo>
                    <a:lnTo>
                      <a:pt x="789647" y="130940"/>
                    </a:lnTo>
                    <a:moveTo>
                      <a:pt x="789647" y="130940"/>
                    </a:moveTo>
                    <a:lnTo>
                      <a:pt x="816891" y="104738"/>
                    </a:lnTo>
                    <a:moveTo>
                      <a:pt x="816891" y="104738"/>
                    </a:moveTo>
                    <a:lnTo>
                      <a:pt x="844135" y="78535"/>
                    </a:lnTo>
                    <a:moveTo>
                      <a:pt x="844135" y="78535"/>
                    </a:moveTo>
                    <a:lnTo>
                      <a:pt x="871380" y="52332"/>
                    </a:lnTo>
                    <a:moveTo>
                      <a:pt x="871380" y="52332"/>
                    </a:moveTo>
                    <a:lnTo>
                      <a:pt x="898624" y="26129"/>
                    </a:lnTo>
                    <a:moveTo>
                      <a:pt x="898624" y="26129"/>
                    </a:moveTo>
                    <a:lnTo>
                      <a:pt x="925792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10" name="Контур"/>
              <p:cNvSpPr/>
              <p:nvPr/>
            </p:nvSpPr>
            <p:spPr>
              <a:xfrm>
                <a:off x="932370" y="6442338"/>
                <a:ext cx="969093" cy="689463"/>
              </a:xfrm>
              <a:custGeom>
                <a:avLst/>
                <a:gdLst/>
                <a:ahLst/>
                <a:cxnLst/>
                <a:rect l="l" t="t" r="r" b="b"/>
                <a:pathLst>
                  <a:path w="969093" h="689463" fill="none">
                    <a:moveTo>
                      <a:pt x="0" y="689463"/>
                    </a:moveTo>
                    <a:lnTo>
                      <a:pt x="32302" y="669830"/>
                    </a:lnTo>
                    <a:moveTo>
                      <a:pt x="32302" y="669830"/>
                    </a:moveTo>
                    <a:lnTo>
                      <a:pt x="64603" y="650197"/>
                    </a:lnTo>
                    <a:moveTo>
                      <a:pt x="64603" y="650197"/>
                    </a:moveTo>
                    <a:lnTo>
                      <a:pt x="96904" y="630563"/>
                    </a:lnTo>
                    <a:moveTo>
                      <a:pt x="96904" y="630563"/>
                    </a:moveTo>
                    <a:lnTo>
                      <a:pt x="129206" y="610930"/>
                    </a:lnTo>
                    <a:moveTo>
                      <a:pt x="129206" y="610930"/>
                    </a:moveTo>
                    <a:lnTo>
                      <a:pt x="161507" y="591297"/>
                    </a:lnTo>
                    <a:moveTo>
                      <a:pt x="161507" y="591297"/>
                    </a:moveTo>
                    <a:lnTo>
                      <a:pt x="193808" y="571664"/>
                    </a:lnTo>
                    <a:moveTo>
                      <a:pt x="193808" y="571664"/>
                    </a:moveTo>
                    <a:lnTo>
                      <a:pt x="226110" y="552030"/>
                    </a:lnTo>
                    <a:moveTo>
                      <a:pt x="226110" y="552030"/>
                    </a:moveTo>
                    <a:lnTo>
                      <a:pt x="258411" y="532397"/>
                    </a:lnTo>
                    <a:moveTo>
                      <a:pt x="258411" y="532397"/>
                    </a:moveTo>
                    <a:lnTo>
                      <a:pt x="290712" y="512764"/>
                    </a:lnTo>
                    <a:moveTo>
                      <a:pt x="290712" y="512764"/>
                    </a:moveTo>
                    <a:lnTo>
                      <a:pt x="323014" y="493131"/>
                    </a:lnTo>
                    <a:moveTo>
                      <a:pt x="323014" y="493131"/>
                    </a:moveTo>
                    <a:lnTo>
                      <a:pt x="355315" y="473497"/>
                    </a:lnTo>
                    <a:moveTo>
                      <a:pt x="355315" y="473497"/>
                    </a:moveTo>
                    <a:lnTo>
                      <a:pt x="387616" y="453864"/>
                    </a:lnTo>
                    <a:moveTo>
                      <a:pt x="387616" y="453864"/>
                    </a:moveTo>
                    <a:lnTo>
                      <a:pt x="419918" y="434231"/>
                    </a:lnTo>
                    <a:moveTo>
                      <a:pt x="419918" y="434231"/>
                    </a:moveTo>
                    <a:lnTo>
                      <a:pt x="452219" y="414598"/>
                    </a:lnTo>
                    <a:moveTo>
                      <a:pt x="452219" y="414598"/>
                    </a:moveTo>
                    <a:lnTo>
                      <a:pt x="484520" y="394964"/>
                    </a:lnTo>
                    <a:moveTo>
                      <a:pt x="484520" y="394964"/>
                    </a:moveTo>
                    <a:lnTo>
                      <a:pt x="516821" y="375331"/>
                    </a:lnTo>
                    <a:moveTo>
                      <a:pt x="516821" y="375331"/>
                    </a:moveTo>
                    <a:lnTo>
                      <a:pt x="549123" y="355698"/>
                    </a:lnTo>
                    <a:moveTo>
                      <a:pt x="549123" y="355698"/>
                    </a:moveTo>
                    <a:lnTo>
                      <a:pt x="581424" y="336065"/>
                    </a:lnTo>
                    <a:moveTo>
                      <a:pt x="581424" y="336065"/>
                    </a:moveTo>
                    <a:lnTo>
                      <a:pt x="613725" y="316431"/>
                    </a:lnTo>
                    <a:moveTo>
                      <a:pt x="613725" y="316431"/>
                    </a:moveTo>
                    <a:lnTo>
                      <a:pt x="646027" y="296798"/>
                    </a:lnTo>
                    <a:moveTo>
                      <a:pt x="646027" y="296798"/>
                    </a:moveTo>
                    <a:lnTo>
                      <a:pt x="678328" y="277165"/>
                    </a:lnTo>
                    <a:moveTo>
                      <a:pt x="678328" y="277165"/>
                    </a:moveTo>
                    <a:lnTo>
                      <a:pt x="685188" y="272995"/>
                    </a:lnTo>
                    <a:lnTo>
                      <a:pt x="706649" y="252359"/>
                    </a:lnTo>
                    <a:moveTo>
                      <a:pt x="706649" y="252359"/>
                    </a:moveTo>
                    <a:lnTo>
                      <a:pt x="733896" y="226159"/>
                    </a:lnTo>
                    <a:moveTo>
                      <a:pt x="733896" y="226159"/>
                    </a:moveTo>
                    <a:lnTo>
                      <a:pt x="761143" y="199959"/>
                    </a:lnTo>
                    <a:moveTo>
                      <a:pt x="761143" y="199959"/>
                    </a:moveTo>
                    <a:lnTo>
                      <a:pt x="788390" y="173760"/>
                    </a:lnTo>
                    <a:moveTo>
                      <a:pt x="788390" y="173760"/>
                    </a:moveTo>
                    <a:lnTo>
                      <a:pt x="815637" y="147560"/>
                    </a:lnTo>
                    <a:moveTo>
                      <a:pt x="815637" y="147560"/>
                    </a:moveTo>
                    <a:lnTo>
                      <a:pt x="842884" y="121360"/>
                    </a:lnTo>
                    <a:moveTo>
                      <a:pt x="842884" y="121360"/>
                    </a:moveTo>
                    <a:lnTo>
                      <a:pt x="870131" y="95160"/>
                    </a:lnTo>
                    <a:moveTo>
                      <a:pt x="870131" y="95160"/>
                    </a:moveTo>
                    <a:lnTo>
                      <a:pt x="897378" y="68960"/>
                    </a:lnTo>
                    <a:moveTo>
                      <a:pt x="897378" y="68960"/>
                    </a:moveTo>
                    <a:lnTo>
                      <a:pt x="924625" y="42760"/>
                    </a:lnTo>
                    <a:moveTo>
                      <a:pt x="924625" y="42760"/>
                    </a:moveTo>
                    <a:lnTo>
                      <a:pt x="951872" y="16560"/>
                    </a:lnTo>
                    <a:moveTo>
                      <a:pt x="951872" y="16560"/>
                    </a:moveTo>
                    <a:lnTo>
                      <a:pt x="969093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  <p:sp>
            <p:nvSpPr>
              <p:cNvPr id="1411" name="Контур"/>
              <p:cNvSpPr/>
              <p:nvPr/>
            </p:nvSpPr>
            <p:spPr>
              <a:xfrm>
                <a:off x="1316712" y="4222954"/>
                <a:ext cx="4028804" cy="5965046"/>
              </a:xfrm>
              <a:custGeom>
                <a:avLst/>
                <a:gdLst/>
                <a:ahLst/>
                <a:cxnLst/>
                <a:rect l="l" t="t" r="r" b="b"/>
                <a:pathLst>
                  <a:path w="4028804" h="5965046" fill="none">
                    <a:moveTo>
                      <a:pt x="438636" y="2671389"/>
                    </a:moveTo>
                    <a:lnTo>
                      <a:pt x="465880" y="2645186"/>
                    </a:lnTo>
                    <a:moveTo>
                      <a:pt x="465880" y="2645186"/>
                    </a:moveTo>
                    <a:lnTo>
                      <a:pt x="493124" y="2618983"/>
                    </a:lnTo>
                    <a:moveTo>
                      <a:pt x="493124" y="2618983"/>
                    </a:moveTo>
                    <a:lnTo>
                      <a:pt x="520369" y="2592781"/>
                    </a:lnTo>
                    <a:moveTo>
                      <a:pt x="520369" y="2592781"/>
                    </a:moveTo>
                    <a:lnTo>
                      <a:pt x="547613" y="2566578"/>
                    </a:lnTo>
                    <a:moveTo>
                      <a:pt x="547613" y="2566578"/>
                    </a:moveTo>
                    <a:lnTo>
                      <a:pt x="574857" y="2540375"/>
                    </a:lnTo>
                    <a:moveTo>
                      <a:pt x="574857" y="2540375"/>
                    </a:moveTo>
                    <a:lnTo>
                      <a:pt x="602101" y="2514172"/>
                    </a:lnTo>
                    <a:moveTo>
                      <a:pt x="602101" y="2514172"/>
                    </a:moveTo>
                    <a:lnTo>
                      <a:pt x="610347" y="2506241"/>
                    </a:lnTo>
                    <a:lnTo>
                      <a:pt x="624482" y="2492646"/>
                    </a:lnTo>
                    <a:moveTo>
                      <a:pt x="584751" y="2219384"/>
                    </a:moveTo>
                    <a:lnTo>
                      <a:pt x="590599" y="2225585"/>
                    </a:lnTo>
                    <a:lnTo>
                      <a:pt x="589887" y="2254853"/>
                    </a:lnTo>
                    <a:moveTo>
                      <a:pt x="589887" y="2254853"/>
                    </a:moveTo>
                    <a:lnTo>
                      <a:pt x="588966" y="2292642"/>
                    </a:lnTo>
                    <a:moveTo>
                      <a:pt x="588966" y="2292642"/>
                    </a:moveTo>
                    <a:lnTo>
                      <a:pt x="588046" y="2330430"/>
                    </a:lnTo>
                    <a:moveTo>
                      <a:pt x="588046" y="2330430"/>
                    </a:moveTo>
                    <a:lnTo>
                      <a:pt x="587797" y="2340657"/>
                    </a:lnTo>
                    <a:moveTo>
                      <a:pt x="1066206" y="2134708"/>
                    </a:moveTo>
                    <a:lnTo>
                      <a:pt x="1038708" y="2160644"/>
                    </a:lnTo>
                    <a:moveTo>
                      <a:pt x="1038708" y="2160644"/>
                    </a:moveTo>
                    <a:lnTo>
                      <a:pt x="1011210" y="2186580"/>
                    </a:lnTo>
                    <a:moveTo>
                      <a:pt x="1011210" y="2186580"/>
                    </a:moveTo>
                    <a:lnTo>
                      <a:pt x="983711" y="2212516"/>
                    </a:lnTo>
                    <a:moveTo>
                      <a:pt x="983711" y="2212516"/>
                    </a:moveTo>
                    <a:lnTo>
                      <a:pt x="956213" y="2238453"/>
                    </a:lnTo>
                    <a:moveTo>
                      <a:pt x="956213" y="2238453"/>
                    </a:moveTo>
                    <a:lnTo>
                      <a:pt x="928715" y="2264389"/>
                    </a:lnTo>
                    <a:moveTo>
                      <a:pt x="928715" y="2264389"/>
                    </a:moveTo>
                    <a:lnTo>
                      <a:pt x="901216" y="2290325"/>
                    </a:lnTo>
                    <a:moveTo>
                      <a:pt x="901216" y="2290325"/>
                    </a:moveTo>
                    <a:lnTo>
                      <a:pt x="873718" y="2316261"/>
                    </a:lnTo>
                    <a:moveTo>
                      <a:pt x="873718" y="2316261"/>
                    </a:moveTo>
                    <a:lnTo>
                      <a:pt x="846774" y="2341674"/>
                    </a:lnTo>
                    <a:lnTo>
                      <a:pt x="846144" y="2342102"/>
                    </a:lnTo>
                    <a:moveTo>
                      <a:pt x="846144" y="2342102"/>
                    </a:moveTo>
                    <a:lnTo>
                      <a:pt x="814873" y="2363340"/>
                    </a:lnTo>
                    <a:moveTo>
                      <a:pt x="814873" y="2363340"/>
                    </a:moveTo>
                    <a:lnTo>
                      <a:pt x="783603" y="2384577"/>
                    </a:lnTo>
                    <a:moveTo>
                      <a:pt x="783603" y="2384577"/>
                    </a:moveTo>
                    <a:lnTo>
                      <a:pt x="752333" y="2405814"/>
                    </a:lnTo>
                    <a:moveTo>
                      <a:pt x="752333" y="2405814"/>
                    </a:moveTo>
                    <a:lnTo>
                      <a:pt x="721063" y="2427052"/>
                    </a:lnTo>
                    <a:moveTo>
                      <a:pt x="721063" y="2427052"/>
                    </a:moveTo>
                    <a:lnTo>
                      <a:pt x="689793" y="2448289"/>
                    </a:lnTo>
                    <a:moveTo>
                      <a:pt x="689793" y="2448289"/>
                    </a:moveTo>
                    <a:lnTo>
                      <a:pt x="658523" y="2469526"/>
                    </a:lnTo>
                    <a:moveTo>
                      <a:pt x="658523" y="2469526"/>
                    </a:moveTo>
                    <a:lnTo>
                      <a:pt x="627253" y="2490764"/>
                    </a:lnTo>
                    <a:moveTo>
                      <a:pt x="627253" y="2490764"/>
                    </a:moveTo>
                    <a:lnTo>
                      <a:pt x="624482" y="2492646"/>
                    </a:lnTo>
                    <a:moveTo>
                      <a:pt x="584751" y="2219384"/>
                    </a:moveTo>
                    <a:lnTo>
                      <a:pt x="590599" y="2225585"/>
                    </a:lnTo>
                    <a:lnTo>
                      <a:pt x="589887" y="2254853"/>
                    </a:lnTo>
                    <a:moveTo>
                      <a:pt x="589887" y="2254853"/>
                    </a:moveTo>
                    <a:lnTo>
                      <a:pt x="588966" y="2292642"/>
                    </a:lnTo>
                    <a:moveTo>
                      <a:pt x="588966" y="2292642"/>
                    </a:moveTo>
                    <a:lnTo>
                      <a:pt x="588046" y="2330430"/>
                    </a:lnTo>
                    <a:moveTo>
                      <a:pt x="588046" y="2330430"/>
                    </a:moveTo>
                    <a:lnTo>
                      <a:pt x="587797" y="2340657"/>
                    </a:lnTo>
                    <a:moveTo>
                      <a:pt x="1742" y="1138801"/>
                    </a:moveTo>
                    <a:lnTo>
                      <a:pt x="1176" y="1176597"/>
                    </a:lnTo>
                    <a:moveTo>
                      <a:pt x="1176" y="1176597"/>
                    </a:moveTo>
                    <a:lnTo>
                      <a:pt x="610" y="1214392"/>
                    </a:lnTo>
                    <a:moveTo>
                      <a:pt x="610" y="1214392"/>
                    </a:moveTo>
                    <a:lnTo>
                      <a:pt x="43" y="1252188"/>
                    </a:lnTo>
                    <a:moveTo>
                      <a:pt x="43" y="1252188"/>
                    </a:moveTo>
                    <a:lnTo>
                      <a:pt x="0" y="1255097"/>
                    </a:lnTo>
                    <a:lnTo>
                      <a:pt x="23940" y="1280479"/>
                    </a:lnTo>
                    <a:moveTo>
                      <a:pt x="23940" y="1280479"/>
                    </a:moveTo>
                    <a:lnTo>
                      <a:pt x="49876" y="1307977"/>
                    </a:lnTo>
                    <a:moveTo>
                      <a:pt x="49876" y="1307977"/>
                    </a:moveTo>
                    <a:lnTo>
                      <a:pt x="75812" y="1335476"/>
                    </a:lnTo>
                    <a:moveTo>
                      <a:pt x="75812" y="1335476"/>
                    </a:moveTo>
                    <a:lnTo>
                      <a:pt x="101748" y="1362974"/>
                    </a:lnTo>
                    <a:moveTo>
                      <a:pt x="101748" y="1362974"/>
                    </a:moveTo>
                    <a:lnTo>
                      <a:pt x="127684" y="1390472"/>
                    </a:lnTo>
                    <a:moveTo>
                      <a:pt x="127684" y="1390472"/>
                    </a:moveTo>
                    <a:lnTo>
                      <a:pt x="153620" y="1417970"/>
                    </a:lnTo>
                    <a:moveTo>
                      <a:pt x="153620" y="1417970"/>
                    </a:moveTo>
                    <a:lnTo>
                      <a:pt x="179557" y="1445469"/>
                    </a:lnTo>
                    <a:moveTo>
                      <a:pt x="179557" y="1445469"/>
                    </a:moveTo>
                    <a:lnTo>
                      <a:pt x="205493" y="1472967"/>
                    </a:lnTo>
                    <a:moveTo>
                      <a:pt x="205493" y="1472967"/>
                    </a:moveTo>
                    <a:lnTo>
                      <a:pt x="231429" y="1500465"/>
                    </a:lnTo>
                    <a:moveTo>
                      <a:pt x="231429" y="1500465"/>
                    </a:moveTo>
                    <a:lnTo>
                      <a:pt x="257365" y="1527963"/>
                    </a:lnTo>
                    <a:moveTo>
                      <a:pt x="257365" y="1527963"/>
                    </a:moveTo>
                    <a:lnTo>
                      <a:pt x="283301" y="1555462"/>
                    </a:lnTo>
                    <a:moveTo>
                      <a:pt x="283301" y="1555462"/>
                    </a:moveTo>
                    <a:lnTo>
                      <a:pt x="309237" y="1582960"/>
                    </a:lnTo>
                    <a:moveTo>
                      <a:pt x="309237" y="1582960"/>
                    </a:moveTo>
                    <a:lnTo>
                      <a:pt x="335174" y="1610458"/>
                    </a:lnTo>
                    <a:moveTo>
                      <a:pt x="335174" y="1610458"/>
                    </a:moveTo>
                    <a:lnTo>
                      <a:pt x="361110" y="1637957"/>
                    </a:lnTo>
                    <a:moveTo>
                      <a:pt x="361110" y="1637957"/>
                    </a:moveTo>
                    <a:lnTo>
                      <a:pt x="387046" y="1665455"/>
                    </a:lnTo>
                    <a:moveTo>
                      <a:pt x="387046" y="1665455"/>
                    </a:moveTo>
                    <a:lnTo>
                      <a:pt x="412982" y="1692953"/>
                    </a:lnTo>
                    <a:moveTo>
                      <a:pt x="412982" y="1692953"/>
                    </a:moveTo>
                    <a:lnTo>
                      <a:pt x="438918" y="1720451"/>
                    </a:lnTo>
                    <a:moveTo>
                      <a:pt x="438918" y="1720451"/>
                    </a:moveTo>
                    <a:lnTo>
                      <a:pt x="464855" y="1747950"/>
                    </a:lnTo>
                    <a:moveTo>
                      <a:pt x="464855" y="1747950"/>
                    </a:moveTo>
                    <a:lnTo>
                      <a:pt x="490791" y="1775448"/>
                    </a:lnTo>
                    <a:moveTo>
                      <a:pt x="490791" y="1775448"/>
                    </a:moveTo>
                    <a:lnTo>
                      <a:pt x="516727" y="1802946"/>
                    </a:lnTo>
                    <a:moveTo>
                      <a:pt x="516727" y="1802946"/>
                    </a:moveTo>
                    <a:lnTo>
                      <a:pt x="542663" y="1830445"/>
                    </a:lnTo>
                    <a:moveTo>
                      <a:pt x="542663" y="1830445"/>
                    </a:moveTo>
                    <a:lnTo>
                      <a:pt x="568599" y="1857943"/>
                    </a:lnTo>
                    <a:moveTo>
                      <a:pt x="568599" y="1857943"/>
                    </a:moveTo>
                    <a:lnTo>
                      <a:pt x="594535" y="1885441"/>
                    </a:lnTo>
                    <a:moveTo>
                      <a:pt x="594535" y="1885441"/>
                    </a:moveTo>
                    <a:lnTo>
                      <a:pt x="620472" y="1912939"/>
                    </a:lnTo>
                    <a:moveTo>
                      <a:pt x="620472" y="1912939"/>
                    </a:moveTo>
                    <a:lnTo>
                      <a:pt x="646408" y="1940438"/>
                    </a:lnTo>
                    <a:moveTo>
                      <a:pt x="646408" y="1940438"/>
                    </a:moveTo>
                    <a:lnTo>
                      <a:pt x="672344" y="1967936"/>
                    </a:lnTo>
                    <a:moveTo>
                      <a:pt x="672344" y="1967936"/>
                    </a:moveTo>
                    <a:lnTo>
                      <a:pt x="698280" y="1995434"/>
                    </a:lnTo>
                    <a:moveTo>
                      <a:pt x="698280" y="1995434"/>
                    </a:moveTo>
                    <a:lnTo>
                      <a:pt x="724216" y="2022932"/>
                    </a:lnTo>
                    <a:moveTo>
                      <a:pt x="724216" y="2022932"/>
                    </a:moveTo>
                    <a:lnTo>
                      <a:pt x="746492" y="2046550"/>
                    </a:lnTo>
                    <a:lnTo>
                      <a:pt x="751824" y="2046706"/>
                    </a:lnTo>
                    <a:moveTo>
                      <a:pt x="751824" y="2046706"/>
                    </a:moveTo>
                    <a:lnTo>
                      <a:pt x="789608" y="2047811"/>
                    </a:lnTo>
                    <a:moveTo>
                      <a:pt x="789608" y="2047811"/>
                    </a:moveTo>
                    <a:lnTo>
                      <a:pt x="827392" y="2048915"/>
                    </a:lnTo>
                    <a:moveTo>
                      <a:pt x="827392" y="2048915"/>
                    </a:moveTo>
                    <a:lnTo>
                      <a:pt x="860996" y="2049898"/>
                    </a:lnTo>
                    <a:lnTo>
                      <a:pt x="864038" y="2047028"/>
                    </a:lnTo>
                    <a:moveTo>
                      <a:pt x="864038" y="2047028"/>
                    </a:moveTo>
                    <a:lnTo>
                      <a:pt x="891536" y="2021092"/>
                    </a:lnTo>
                    <a:moveTo>
                      <a:pt x="891536" y="2021092"/>
                    </a:moveTo>
                    <a:lnTo>
                      <a:pt x="919035" y="1995156"/>
                    </a:lnTo>
                    <a:moveTo>
                      <a:pt x="919035" y="1995156"/>
                    </a:moveTo>
                    <a:lnTo>
                      <a:pt x="946533" y="1969220"/>
                    </a:lnTo>
                    <a:moveTo>
                      <a:pt x="946533" y="1969220"/>
                    </a:moveTo>
                    <a:lnTo>
                      <a:pt x="974031" y="1943284"/>
                    </a:lnTo>
                    <a:moveTo>
                      <a:pt x="974031" y="1943284"/>
                    </a:moveTo>
                    <a:lnTo>
                      <a:pt x="1001530" y="1917348"/>
                    </a:lnTo>
                    <a:moveTo>
                      <a:pt x="1001530" y="1917348"/>
                    </a:moveTo>
                    <a:lnTo>
                      <a:pt x="1029028" y="1891412"/>
                    </a:lnTo>
                    <a:moveTo>
                      <a:pt x="1029028" y="1891412"/>
                    </a:moveTo>
                    <a:lnTo>
                      <a:pt x="1056526" y="1865475"/>
                    </a:lnTo>
                    <a:moveTo>
                      <a:pt x="1056526" y="1865475"/>
                    </a:moveTo>
                    <a:lnTo>
                      <a:pt x="1066206" y="1856345"/>
                    </a:lnTo>
                    <a:moveTo>
                      <a:pt x="104646" y="1033299"/>
                    </a:moveTo>
                    <a:lnTo>
                      <a:pt x="78381" y="1060483"/>
                    </a:lnTo>
                    <a:moveTo>
                      <a:pt x="78381" y="1060483"/>
                    </a:moveTo>
                    <a:lnTo>
                      <a:pt x="52115" y="1087667"/>
                    </a:lnTo>
                    <a:moveTo>
                      <a:pt x="52115" y="1087667"/>
                    </a:moveTo>
                    <a:lnTo>
                      <a:pt x="31134" y="1109382"/>
                    </a:lnTo>
                    <a:lnTo>
                      <a:pt x="25759" y="1114762"/>
                    </a:lnTo>
                    <a:moveTo>
                      <a:pt x="25759" y="1114762"/>
                    </a:moveTo>
                    <a:lnTo>
                      <a:pt x="1742" y="1138801"/>
                    </a:lnTo>
                    <a:moveTo>
                      <a:pt x="1659131" y="4424580"/>
                    </a:moveTo>
                    <a:lnTo>
                      <a:pt x="1652598" y="4461811"/>
                    </a:lnTo>
                    <a:moveTo>
                      <a:pt x="1652598" y="4461811"/>
                    </a:moveTo>
                    <a:lnTo>
                      <a:pt x="1646064" y="4499043"/>
                    </a:lnTo>
                    <a:moveTo>
                      <a:pt x="1646064" y="4499043"/>
                    </a:moveTo>
                    <a:lnTo>
                      <a:pt x="1639531" y="4536274"/>
                    </a:lnTo>
                    <a:moveTo>
                      <a:pt x="1639531" y="4536274"/>
                    </a:moveTo>
                    <a:lnTo>
                      <a:pt x="1632998" y="4573505"/>
                    </a:lnTo>
                    <a:moveTo>
                      <a:pt x="1632998" y="4573505"/>
                    </a:moveTo>
                    <a:lnTo>
                      <a:pt x="1626464" y="4610736"/>
                    </a:lnTo>
                    <a:moveTo>
                      <a:pt x="1626464" y="4610736"/>
                    </a:moveTo>
                    <a:lnTo>
                      <a:pt x="1619931" y="4647967"/>
                    </a:lnTo>
                    <a:moveTo>
                      <a:pt x="1619931" y="4647967"/>
                    </a:moveTo>
                    <a:lnTo>
                      <a:pt x="1619267" y="4651749"/>
                    </a:lnTo>
                    <a:moveTo>
                      <a:pt x="1659131" y="4424580"/>
                    </a:moveTo>
                    <a:lnTo>
                      <a:pt x="1652598" y="4461811"/>
                    </a:lnTo>
                    <a:moveTo>
                      <a:pt x="1652598" y="4461811"/>
                    </a:moveTo>
                    <a:lnTo>
                      <a:pt x="1646064" y="4499043"/>
                    </a:lnTo>
                    <a:moveTo>
                      <a:pt x="1646064" y="4499043"/>
                    </a:moveTo>
                    <a:lnTo>
                      <a:pt x="1639531" y="4536274"/>
                    </a:lnTo>
                    <a:moveTo>
                      <a:pt x="1639531" y="4536274"/>
                    </a:moveTo>
                    <a:lnTo>
                      <a:pt x="1632998" y="4573505"/>
                    </a:lnTo>
                    <a:moveTo>
                      <a:pt x="1632998" y="4573505"/>
                    </a:moveTo>
                    <a:lnTo>
                      <a:pt x="1626464" y="4610736"/>
                    </a:lnTo>
                    <a:moveTo>
                      <a:pt x="1626464" y="4610736"/>
                    </a:moveTo>
                    <a:lnTo>
                      <a:pt x="1619931" y="4647967"/>
                    </a:lnTo>
                    <a:moveTo>
                      <a:pt x="1619931" y="4647967"/>
                    </a:moveTo>
                    <a:lnTo>
                      <a:pt x="1619267" y="4651749"/>
                    </a:lnTo>
                    <a:moveTo>
                      <a:pt x="1226538" y="4281444"/>
                    </a:moveTo>
                    <a:lnTo>
                      <a:pt x="1258568" y="4261373"/>
                    </a:lnTo>
                    <a:moveTo>
                      <a:pt x="1258568" y="4261373"/>
                    </a:moveTo>
                    <a:lnTo>
                      <a:pt x="1290599" y="4241302"/>
                    </a:lnTo>
                    <a:moveTo>
                      <a:pt x="1290599" y="4241302"/>
                    </a:moveTo>
                    <a:lnTo>
                      <a:pt x="1322630" y="4221230"/>
                    </a:lnTo>
                    <a:moveTo>
                      <a:pt x="1322630" y="4221230"/>
                    </a:moveTo>
                    <a:lnTo>
                      <a:pt x="1354661" y="4201159"/>
                    </a:lnTo>
                    <a:moveTo>
                      <a:pt x="1354661" y="4201159"/>
                    </a:moveTo>
                    <a:lnTo>
                      <a:pt x="1386692" y="4181088"/>
                    </a:lnTo>
                    <a:moveTo>
                      <a:pt x="1386692" y="4181088"/>
                    </a:moveTo>
                    <a:lnTo>
                      <a:pt x="1418723" y="4161016"/>
                    </a:lnTo>
                    <a:moveTo>
                      <a:pt x="1418723" y="4161016"/>
                    </a:moveTo>
                    <a:lnTo>
                      <a:pt x="1450754" y="4140945"/>
                    </a:lnTo>
                    <a:moveTo>
                      <a:pt x="1450754" y="4140945"/>
                    </a:moveTo>
                    <a:lnTo>
                      <a:pt x="1482785" y="4120873"/>
                    </a:lnTo>
                    <a:moveTo>
                      <a:pt x="1482785" y="4120873"/>
                    </a:moveTo>
                    <a:lnTo>
                      <a:pt x="1514816" y="4100802"/>
                    </a:lnTo>
                    <a:moveTo>
                      <a:pt x="1514816" y="4100802"/>
                    </a:moveTo>
                    <a:lnTo>
                      <a:pt x="1546847" y="4080731"/>
                    </a:lnTo>
                    <a:moveTo>
                      <a:pt x="1546847" y="4080731"/>
                    </a:moveTo>
                    <a:lnTo>
                      <a:pt x="1578878" y="4060659"/>
                    </a:lnTo>
                    <a:moveTo>
                      <a:pt x="1578878" y="4060659"/>
                    </a:moveTo>
                    <a:lnTo>
                      <a:pt x="1610909" y="4040588"/>
                    </a:lnTo>
                    <a:moveTo>
                      <a:pt x="1610909" y="4040588"/>
                    </a:moveTo>
                    <a:lnTo>
                      <a:pt x="1642940" y="4020517"/>
                    </a:lnTo>
                    <a:moveTo>
                      <a:pt x="1642940" y="4020517"/>
                    </a:moveTo>
                    <a:lnTo>
                      <a:pt x="1674970" y="4000445"/>
                    </a:lnTo>
                    <a:moveTo>
                      <a:pt x="1674970" y="4000445"/>
                    </a:moveTo>
                    <a:lnTo>
                      <a:pt x="1707001" y="3980374"/>
                    </a:lnTo>
                    <a:moveTo>
                      <a:pt x="1707001" y="3980374"/>
                    </a:moveTo>
                    <a:lnTo>
                      <a:pt x="1739032" y="3960302"/>
                    </a:lnTo>
                    <a:moveTo>
                      <a:pt x="1739032" y="3960302"/>
                    </a:moveTo>
                    <a:lnTo>
                      <a:pt x="1771063" y="3940231"/>
                    </a:lnTo>
                    <a:moveTo>
                      <a:pt x="1771063" y="3940231"/>
                    </a:moveTo>
                    <a:lnTo>
                      <a:pt x="1803094" y="3920160"/>
                    </a:lnTo>
                    <a:moveTo>
                      <a:pt x="1803094" y="3920160"/>
                    </a:moveTo>
                    <a:lnTo>
                      <a:pt x="1835125" y="3900088"/>
                    </a:lnTo>
                    <a:moveTo>
                      <a:pt x="1835125" y="3900088"/>
                    </a:moveTo>
                    <a:lnTo>
                      <a:pt x="1867156" y="3880017"/>
                    </a:lnTo>
                    <a:moveTo>
                      <a:pt x="1867156" y="3880017"/>
                    </a:moveTo>
                    <a:lnTo>
                      <a:pt x="1899187" y="3859946"/>
                    </a:lnTo>
                    <a:moveTo>
                      <a:pt x="1899187" y="3859946"/>
                    </a:moveTo>
                    <a:lnTo>
                      <a:pt x="1900506" y="3859119"/>
                    </a:lnTo>
                    <a:lnTo>
                      <a:pt x="1931218" y="3839874"/>
                    </a:lnTo>
                    <a:moveTo>
                      <a:pt x="1931218" y="3839874"/>
                    </a:moveTo>
                    <a:lnTo>
                      <a:pt x="1963249" y="3819803"/>
                    </a:lnTo>
                    <a:moveTo>
                      <a:pt x="1963249" y="3819803"/>
                    </a:moveTo>
                    <a:lnTo>
                      <a:pt x="1995280" y="3799732"/>
                    </a:lnTo>
                    <a:moveTo>
                      <a:pt x="1995280" y="3799732"/>
                    </a:moveTo>
                    <a:lnTo>
                      <a:pt x="2027311" y="3779660"/>
                    </a:lnTo>
                    <a:moveTo>
                      <a:pt x="2027311" y="3779660"/>
                    </a:moveTo>
                    <a:lnTo>
                      <a:pt x="2059342" y="3759589"/>
                    </a:lnTo>
                    <a:moveTo>
                      <a:pt x="2059342" y="3759589"/>
                    </a:moveTo>
                    <a:lnTo>
                      <a:pt x="2091373" y="3739518"/>
                    </a:lnTo>
                    <a:moveTo>
                      <a:pt x="2091373" y="3739518"/>
                    </a:moveTo>
                    <a:lnTo>
                      <a:pt x="2123404" y="3719446"/>
                    </a:lnTo>
                    <a:moveTo>
                      <a:pt x="2123404" y="3719446"/>
                    </a:moveTo>
                    <a:lnTo>
                      <a:pt x="2155435" y="3699375"/>
                    </a:lnTo>
                    <a:moveTo>
                      <a:pt x="2155435" y="3699375"/>
                    </a:moveTo>
                    <a:lnTo>
                      <a:pt x="2187466" y="3679304"/>
                    </a:lnTo>
                    <a:moveTo>
                      <a:pt x="2187466" y="3679304"/>
                    </a:moveTo>
                    <a:lnTo>
                      <a:pt x="2219497" y="3659232"/>
                    </a:lnTo>
                    <a:moveTo>
                      <a:pt x="2219497" y="3659232"/>
                    </a:moveTo>
                    <a:lnTo>
                      <a:pt x="2251528" y="3639161"/>
                    </a:lnTo>
                    <a:moveTo>
                      <a:pt x="2251528" y="3639161"/>
                    </a:moveTo>
                    <a:lnTo>
                      <a:pt x="2283558" y="3619090"/>
                    </a:lnTo>
                    <a:moveTo>
                      <a:pt x="2283558" y="3619090"/>
                    </a:moveTo>
                    <a:lnTo>
                      <a:pt x="2315589" y="3599019"/>
                    </a:lnTo>
                    <a:moveTo>
                      <a:pt x="2315589" y="3599019"/>
                    </a:moveTo>
                    <a:lnTo>
                      <a:pt x="2347620" y="3578947"/>
                    </a:lnTo>
                    <a:moveTo>
                      <a:pt x="2347620" y="3578947"/>
                    </a:moveTo>
                    <a:lnTo>
                      <a:pt x="2379651" y="3558876"/>
                    </a:lnTo>
                    <a:moveTo>
                      <a:pt x="2379651" y="3558876"/>
                    </a:moveTo>
                    <a:lnTo>
                      <a:pt x="2411682" y="3538805"/>
                    </a:lnTo>
                    <a:moveTo>
                      <a:pt x="2411682" y="3538805"/>
                    </a:moveTo>
                    <a:lnTo>
                      <a:pt x="2443713" y="3518733"/>
                    </a:lnTo>
                    <a:moveTo>
                      <a:pt x="2443713" y="3518733"/>
                    </a:moveTo>
                    <a:lnTo>
                      <a:pt x="2475744" y="3498662"/>
                    </a:lnTo>
                    <a:moveTo>
                      <a:pt x="2475744" y="3498662"/>
                    </a:moveTo>
                    <a:lnTo>
                      <a:pt x="2507775" y="3478591"/>
                    </a:lnTo>
                    <a:moveTo>
                      <a:pt x="2507775" y="3478591"/>
                    </a:moveTo>
                    <a:lnTo>
                      <a:pt x="2539806" y="3458519"/>
                    </a:lnTo>
                    <a:moveTo>
                      <a:pt x="2539806" y="3458519"/>
                    </a:moveTo>
                    <a:lnTo>
                      <a:pt x="2571837" y="3438448"/>
                    </a:lnTo>
                    <a:moveTo>
                      <a:pt x="2571837" y="3438448"/>
                    </a:moveTo>
                    <a:lnTo>
                      <a:pt x="2603868" y="3418377"/>
                    </a:lnTo>
                    <a:moveTo>
                      <a:pt x="2603868" y="3418377"/>
                    </a:moveTo>
                    <a:lnTo>
                      <a:pt x="2635899" y="3398306"/>
                    </a:lnTo>
                    <a:moveTo>
                      <a:pt x="2635899" y="3398306"/>
                    </a:moveTo>
                    <a:lnTo>
                      <a:pt x="2663166" y="3381219"/>
                    </a:lnTo>
                    <a:moveTo>
                      <a:pt x="1066206" y="4023677"/>
                    </a:moveTo>
                    <a:lnTo>
                      <a:pt x="1086171" y="4055775"/>
                    </a:lnTo>
                    <a:moveTo>
                      <a:pt x="1086171" y="4055775"/>
                    </a:moveTo>
                    <a:lnTo>
                      <a:pt x="1106136" y="4087872"/>
                    </a:lnTo>
                    <a:moveTo>
                      <a:pt x="1106136" y="4087872"/>
                    </a:moveTo>
                    <a:lnTo>
                      <a:pt x="1126100" y="4119970"/>
                    </a:lnTo>
                    <a:moveTo>
                      <a:pt x="1126100" y="4119970"/>
                    </a:moveTo>
                    <a:lnTo>
                      <a:pt x="1146065" y="4152067"/>
                    </a:lnTo>
                    <a:moveTo>
                      <a:pt x="1146065" y="4152067"/>
                    </a:moveTo>
                    <a:lnTo>
                      <a:pt x="1166030" y="4184165"/>
                    </a:lnTo>
                    <a:moveTo>
                      <a:pt x="1166030" y="4184165"/>
                    </a:moveTo>
                    <a:lnTo>
                      <a:pt x="1185994" y="4216262"/>
                    </a:lnTo>
                    <a:moveTo>
                      <a:pt x="1185994" y="4216262"/>
                    </a:moveTo>
                    <a:lnTo>
                      <a:pt x="1205959" y="4248360"/>
                    </a:lnTo>
                    <a:moveTo>
                      <a:pt x="1205959" y="4248360"/>
                    </a:moveTo>
                    <a:lnTo>
                      <a:pt x="1225924" y="4280458"/>
                    </a:lnTo>
                    <a:moveTo>
                      <a:pt x="1225924" y="4280458"/>
                    </a:moveTo>
                    <a:lnTo>
                      <a:pt x="1226538" y="4281444"/>
                    </a:lnTo>
                    <a:moveTo>
                      <a:pt x="991827" y="4045729"/>
                    </a:moveTo>
                    <a:lnTo>
                      <a:pt x="993086" y="4044944"/>
                    </a:lnTo>
                    <a:moveTo>
                      <a:pt x="993086" y="4044944"/>
                    </a:moveTo>
                    <a:lnTo>
                      <a:pt x="1025167" y="4024953"/>
                    </a:lnTo>
                    <a:moveTo>
                      <a:pt x="1025167" y="4024953"/>
                    </a:moveTo>
                    <a:lnTo>
                      <a:pt x="1055315" y="4006167"/>
                    </a:lnTo>
                    <a:lnTo>
                      <a:pt x="1056518" y="4008101"/>
                    </a:lnTo>
                    <a:moveTo>
                      <a:pt x="1056518" y="4008101"/>
                    </a:moveTo>
                    <a:lnTo>
                      <a:pt x="1066206" y="4023677"/>
                    </a:lnTo>
                    <a:moveTo>
                      <a:pt x="1284344" y="2895590"/>
                    </a:moveTo>
                    <a:lnTo>
                      <a:pt x="1314899" y="2873336"/>
                    </a:lnTo>
                    <a:moveTo>
                      <a:pt x="1314899" y="2873336"/>
                    </a:moveTo>
                    <a:lnTo>
                      <a:pt x="1345455" y="2851083"/>
                    </a:lnTo>
                    <a:moveTo>
                      <a:pt x="1345455" y="2851083"/>
                    </a:moveTo>
                    <a:lnTo>
                      <a:pt x="1376010" y="2828829"/>
                    </a:lnTo>
                    <a:moveTo>
                      <a:pt x="1376010" y="2828829"/>
                    </a:moveTo>
                    <a:lnTo>
                      <a:pt x="1406565" y="2806576"/>
                    </a:lnTo>
                    <a:moveTo>
                      <a:pt x="1406565" y="2806576"/>
                    </a:moveTo>
                    <a:lnTo>
                      <a:pt x="1437120" y="2784322"/>
                    </a:lnTo>
                    <a:moveTo>
                      <a:pt x="1437120" y="2784322"/>
                    </a:moveTo>
                    <a:lnTo>
                      <a:pt x="1467675" y="2762068"/>
                    </a:lnTo>
                    <a:moveTo>
                      <a:pt x="1467675" y="2762068"/>
                    </a:moveTo>
                    <a:lnTo>
                      <a:pt x="1498230" y="2739815"/>
                    </a:lnTo>
                    <a:moveTo>
                      <a:pt x="1498230" y="2739815"/>
                    </a:moveTo>
                    <a:lnTo>
                      <a:pt x="1528786" y="2717561"/>
                    </a:lnTo>
                    <a:moveTo>
                      <a:pt x="1528786" y="2717561"/>
                    </a:moveTo>
                    <a:lnTo>
                      <a:pt x="1559341" y="2695308"/>
                    </a:lnTo>
                    <a:moveTo>
                      <a:pt x="1559341" y="2695308"/>
                    </a:moveTo>
                    <a:lnTo>
                      <a:pt x="1589896" y="2673054"/>
                    </a:lnTo>
                    <a:moveTo>
                      <a:pt x="1589896" y="2673054"/>
                    </a:moveTo>
                    <a:lnTo>
                      <a:pt x="1620451" y="2650801"/>
                    </a:lnTo>
                    <a:moveTo>
                      <a:pt x="1620451" y="2650801"/>
                    </a:moveTo>
                    <a:lnTo>
                      <a:pt x="1651006" y="2628547"/>
                    </a:lnTo>
                    <a:moveTo>
                      <a:pt x="1651006" y="2628547"/>
                    </a:moveTo>
                    <a:lnTo>
                      <a:pt x="1681561" y="2606293"/>
                    </a:lnTo>
                    <a:moveTo>
                      <a:pt x="1681561" y="2606293"/>
                    </a:moveTo>
                    <a:lnTo>
                      <a:pt x="1712117" y="2584040"/>
                    </a:lnTo>
                    <a:moveTo>
                      <a:pt x="1712117" y="2584040"/>
                    </a:moveTo>
                    <a:lnTo>
                      <a:pt x="1742672" y="2561786"/>
                    </a:lnTo>
                    <a:moveTo>
                      <a:pt x="1742672" y="2561786"/>
                    </a:moveTo>
                    <a:lnTo>
                      <a:pt x="1773227" y="2539533"/>
                    </a:lnTo>
                    <a:moveTo>
                      <a:pt x="1773227" y="2539533"/>
                    </a:moveTo>
                    <a:lnTo>
                      <a:pt x="1803782" y="2517279"/>
                    </a:lnTo>
                    <a:moveTo>
                      <a:pt x="1803782" y="2517279"/>
                    </a:moveTo>
                    <a:lnTo>
                      <a:pt x="1834337" y="2495025"/>
                    </a:lnTo>
                    <a:moveTo>
                      <a:pt x="1834337" y="2495025"/>
                    </a:moveTo>
                    <a:lnTo>
                      <a:pt x="1864892" y="2472772"/>
                    </a:lnTo>
                    <a:moveTo>
                      <a:pt x="1864892" y="2472772"/>
                    </a:moveTo>
                    <a:lnTo>
                      <a:pt x="1895448" y="2450518"/>
                    </a:lnTo>
                    <a:moveTo>
                      <a:pt x="1895448" y="2450518"/>
                    </a:moveTo>
                    <a:lnTo>
                      <a:pt x="1926003" y="2428265"/>
                    </a:lnTo>
                    <a:moveTo>
                      <a:pt x="1926003" y="2428265"/>
                    </a:moveTo>
                    <a:lnTo>
                      <a:pt x="1956558" y="2406011"/>
                    </a:lnTo>
                    <a:moveTo>
                      <a:pt x="1956558" y="2406011"/>
                    </a:moveTo>
                    <a:lnTo>
                      <a:pt x="1987113" y="2383758"/>
                    </a:lnTo>
                    <a:moveTo>
                      <a:pt x="1987113" y="2383758"/>
                    </a:moveTo>
                    <a:lnTo>
                      <a:pt x="2017668" y="2361504"/>
                    </a:lnTo>
                    <a:moveTo>
                      <a:pt x="2017668" y="2361504"/>
                    </a:moveTo>
                    <a:lnTo>
                      <a:pt x="2048223" y="2339250"/>
                    </a:lnTo>
                    <a:moveTo>
                      <a:pt x="2048223" y="2339250"/>
                    </a:moveTo>
                    <a:lnTo>
                      <a:pt x="2078779" y="2316997"/>
                    </a:lnTo>
                    <a:moveTo>
                      <a:pt x="2078779" y="2316997"/>
                    </a:moveTo>
                    <a:lnTo>
                      <a:pt x="2109334" y="2294743"/>
                    </a:lnTo>
                    <a:moveTo>
                      <a:pt x="2109334" y="2294743"/>
                    </a:moveTo>
                    <a:lnTo>
                      <a:pt x="2139889" y="2272490"/>
                    </a:lnTo>
                    <a:moveTo>
                      <a:pt x="2139889" y="2272490"/>
                    </a:moveTo>
                    <a:lnTo>
                      <a:pt x="2170444" y="2250236"/>
                    </a:lnTo>
                    <a:moveTo>
                      <a:pt x="2170444" y="2250236"/>
                    </a:moveTo>
                    <a:lnTo>
                      <a:pt x="2200999" y="2227982"/>
                    </a:lnTo>
                    <a:moveTo>
                      <a:pt x="2200999" y="2227982"/>
                    </a:moveTo>
                    <a:lnTo>
                      <a:pt x="2231554" y="2205729"/>
                    </a:lnTo>
                    <a:moveTo>
                      <a:pt x="2231554" y="2205729"/>
                    </a:moveTo>
                    <a:lnTo>
                      <a:pt x="2262110" y="2183475"/>
                    </a:lnTo>
                    <a:moveTo>
                      <a:pt x="2262110" y="2183475"/>
                    </a:moveTo>
                    <a:lnTo>
                      <a:pt x="2292665" y="2161222"/>
                    </a:lnTo>
                    <a:moveTo>
                      <a:pt x="2292665" y="2161222"/>
                    </a:moveTo>
                    <a:lnTo>
                      <a:pt x="2323220" y="2138968"/>
                    </a:lnTo>
                    <a:moveTo>
                      <a:pt x="2323220" y="2138968"/>
                    </a:moveTo>
                    <a:lnTo>
                      <a:pt x="2353775" y="2116715"/>
                    </a:lnTo>
                    <a:moveTo>
                      <a:pt x="2353775" y="2116715"/>
                    </a:moveTo>
                    <a:lnTo>
                      <a:pt x="2384330" y="2094461"/>
                    </a:lnTo>
                    <a:moveTo>
                      <a:pt x="2384330" y="2094461"/>
                    </a:moveTo>
                    <a:lnTo>
                      <a:pt x="2414885" y="2072207"/>
                    </a:lnTo>
                    <a:moveTo>
                      <a:pt x="2414885" y="2072207"/>
                    </a:moveTo>
                    <a:lnTo>
                      <a:pt x="2445441" y="2049954"/>
                    </a:lnTo>
                    <a:moveTo>
                      <a:pt x="2445441" y="2049954"/>
                    </a:moveTo>
                    <a:lnTo>
                      <a:pt x="2475996" y="2027700"/>
                    </a:lnTo>
                    <a:moveTo>
                      <a:pt x="2475996" y="2027700"/>
                    </a:moveTo>
                    <a:lnTo>
                      <a:pt x="2506551" y="2005447"/>
                    </a:lnTo>
                    <a:moveTo>
                      <a:pt x="2506551" y="2005447"/>
                    </a:moveTo>
                    <a:lnTo>
                      <a:pt x="2537106" y="1983193"/>
                    </a:lnTo>
                    <a:moveTo>
                      <a:pt x="2537106" y="1983193"/>
                    </a:moveTo>
                    <a:lnTo>
                      <a:pt x="2567661" y="1960939"/>
                    </a:lnTo>
                    <a:moveTo>
                      <a:pt x="2567661" y="1960939"/>
                    </a:moveTo>
                    <a:lnTo>
                      <a:pt x="2598216" y="1938686"/>
                    </a:lnTo>
                    <a:moveTo>
                      <a:pt x="2598216" y="1938686"/>
                    </a:moveTo>
                    <a:lnTo>
                      <a:pt x="2628771" y="1916432"/>
                    </a:lnTo>
                    <a:moveTo>
                      <a:pt x="2628771" y="1916432"/>
                    </a:moveTo>
                    <a:lnTo>
                      <a:pt x="2659327" y="1894179"/>
                    </a:lnTo>
                    <a:moveTo>
                      <a:pt x="2659327" y="1894179"/>
                    </a:moveTo>
                    <a:lnTo>
                      <a:pt x="2689882" y="1871925"/>
                    </a:lnTo>
                    <a:moveTo>
                      <a:pt x="2689882" y="1871925"/>
                    </a:moveTo>
                    <a:lnTo>
                      <a:pt x="2720437" y="1849672"/>
                    </a:lnTo>
                    <a:moveTo>
                      <a:pt x="2720437" y="1849672"/>
                    </a:moveTo>
                    <a:lnTo>
                      <a:pt x="2750992" y="1827418"/>
                    </a:lnTo>
                    <a:moveTo>
                      <a:pt x="2750992" y="1827418"/>
                    </a:moveTo>
                    <a:lnTo>
                      <a:pt x="2781547" y="1805164"/>
                    </a:lnTo>
                    <a:moveTo>
                      <a:pt x="2781547" y="1805164"/>
                    </a:moveTo>
                    <a:lnTo>
                      <a:pt x="2812102" y="1782911"/>
                    </a:lnTo>
                    <a:moveTo>
                      <a:pt x="2812102" y="1782911"/>
                    </a:moveTo>
                    <a:lnTo>
                      <a:pt x="2842658" y="1760657"/>
                    </a:lnTo>
                    <a:moveTo>
                      <a:pt x="2842658" y="1760657"/>
                    </a:moveTo>
                    <a:lnTo>
                      <a:pt x="2873213" y="1738404"/>
                    </a:lnTo>
                    <a:moveTo>
                      <a:pt x="2873213" y="1738404"/>
                    </a:moveTo>
                    <a:lnTo>
                      <a:pt x="2903768" y="1716150"/>
                    </a:lnTo>
                    <a:moveTo>
                      <a:pt x="2903768" y="1716150"/>
                    </a:moveTo>
                    <a:lnTo>
                      <a:pt x="2934323" y="1693896"/>
                    </a:lnTo>
                    <a:moveTo>
                      <a:pt x="2934323" y="1693896"/>
                    </a:moveTo>
                    <a:lnTo>
                      <a:pt x="2964878" y="1671643"/>
                    </a:lnTo>
                    <a:moveTo>
                      <a:pt x="2964878" y="1671643"/>
                    </a:moveTo>
                    <a:lnTo>
                      <a:pt x="2995433" y="1649389"/>
                    </a:lnTo>
                    <a:moveTo>
                      <a:pt x="2995433" y="1649389"/>
                    </a:moveTo>
                    <a:lnTo>
                      <a:pt x="3025989" y="1627136"/>
                    </a:lnTo>
                    <a:moveTo>
                      <a:pt x="3025989" y="1627136"/>
                    </a:moveTo>
                    <a:lnTo>
                      <a:pt x="3056544" y="1604882"/>
                    </a:lnTo>
                    <a:moveTo>
                      <a:pt x="3056544" y="1604882"/>
                    </a:moveTo>
                    <a:lnTo>
                      <a:pt x="3087099" y="1582629"/>
                    </a:lnTo>
                    <a:moveTo>
                      <a:pt x="3087099" y="1582629"/>
                    </a:moveTo>
                    <a:lnTo>
                      <a:pt x="3117654" y="1560375"/>
                    </a:lnTo>
                    <a:moveTo>
                      <a:pt x="3117654" y="1560375"/>
                    </a:moveTo>
                    <a:lnTo>
                      <a:pt x="3148209" y="1538121"/>
                    </a:lnTo>
                    <a:moveTo>
                      <a:pt x="3148209" y="1538121"/>
                    </a:moveTo>
                    <a:lnTo>
                      <a:pt x="3178764" y="1515868"/>
                    </a:lnTo>
                    <a:moveTo>
                      <a:pt x="3178764" y="1515868"/>
                    </a:moveTo>
                    <a:lnTo>
                      <a:pt x="3209320" y="1493614"/>
                    </a:lnTo>
                    <a:moveTo>
                      <a:pt x="3209320" y="1493614"/>
                    </a:moveTo>
                    <a:lnTo>
                      <a:pt x="3239875" y="1471361"/>
                    </a:lnTo>
                    <a:moveTo>
                      <a:pt x="3239875" y="1471361"/>
                    </a:moveTo>
                    <a:lnTo>
                      <a:pt x="3270430" y="1449107"/>
                    </a:lnTo>
                    <a:moveTo>
                      <a:pt x="3270430" y="1449107"/>
                    </a:moveTo>
                    <a:lnTo>
                      <a:pt x="3300985" y="1426853"/>
                    </a:lnTo>
                    <a:moveTo>
                      <a:pt x="3300985" y="1426853"/>
                    </a:moveTo>
                    <a:lnTo>
                      <a:pt x="3331540" y="1404600"/>
                    </a:lnTo>
                    <a:moveTo>
                      <a:pt x="3331540" y="1404600"/>
                    </a:moveTo>
                    <a:lnTo>
                      <a:pt x="3362095" y="1382346"/>
                    </a:lnTo>
                    <a:moveTo>
                      <a:pt x="3362095" y="1382346"/>
                    </a:moveTo>
                    <a:lnTo>
                      <a:pt x="3392651" y="1360093"/>
                    </a:lnTo>
                    <a:moveTo>
                      <a:pt x="3392651" y="1360093"/>
                    </a:moveTo>
                    <a:lnTo>
                      <a:pt x="3423206" y="1337839"/>
                    </a:lnTo>
                    <a:moveTo>
                      <a:pt x="3423206" y="1337839"/>
                    </a:moveTo>
                    <a:lnTo>
                      <a:pt x="3453761" y="1315585"/>
                    </a:lnTo>
                    <a:moveTo>
                      <a:pt x="3453761" y="1315585"/>
                    </a:moveTo>
                    <a:lnTo>
                      <a:pt x="3484316" y="1293332"/>
                    </a:lnTo>
                    <a:moveTo>
                      <a:pt x="3484316" y="1293332"/>
                    </a:moveTo>
                    <a:lnTo>
                      <a:pt x="3514871" y="1271078"/>
                    </a:lnTo>
                    <a:moveTo>
                      <a:pt x="3514871" y="1271078"/>
                    </a:moveTo>
                    <a:lnTo>
                      <a:pt x="3545426" y="1248825"/>
                    </a:lnTo>
                    <a:moveTo>
                      <a:pt x="3545426" y="1248825"/>
                    </a:moveTo>
                    <a:lnTo>
                      <a:pt x="3575982" y="1226571"/>
                    </a:lnTo>
                    <a:moveTo>
                      <a:pt x="3575982" y="1226571"/>
                    </a:moveTo>
                    <a:lnTo>
                      <a:pt x="3606537" y="1204318"/>
                    </a:lnTo>
                    <a:moveTo>
                      <a:pt x="3606537" y="1204318"/>
                    </a:moveTo>
                    <a:lnTo>
                      <a:pt x="3637092" y="1182064"/>
                    </a:lnTo>
                    <a:moveTo>
                      <a:pt x="3637092" y="1182064"/>
                    </a:moveTo>
                    <a:lnTo>
                      <a:pt x="3667647" y="1159810"/>
                    </a:lnTo>
                    <a:moveTo>
                      <a:pt x="3667647" y="1159810"/>
                    </a:moveTo>
                    <a:lnTo>
                      <a:pt x="3698202" y="1137557"/>
                    </a:lnTo>
                    <a:moveTo>
                      <a:pt x="3698202" y="1137557"/>
                    </a:moveTo>
                    <a:lnTo>
                      <a:pt x="3728757" y="1115303"/>
                    </a:lnTo>
                    <a:moveTo>
                      <a:pt x="3728757" y="1115303"/>
                    </a:moveTo>
                    <a:lnTo>
                      <a:pt x="3759313" y="1093050"/>
                    </a:lnTo>
                    <a:moveTo>
                      <a:pt x="3759313" y="1093050"/>
                    </a:moveTo>
                    <a:lnTo>
                      <a:pt x="3789868" y="1070796"/>
                    </a:lnTo>
                    <a:moveTo>
                      <a:pt x="3789868" y="1070796"/>
                    </a:moveTo>
                    <a:lnTo>
                      <a:pt x="3820423" y="1048542"/>
                    </a:lnTo>
                    <a:moveTo>
                      <a:pt x="3820423" y="1048542"/>
                    </a:moveTo>
                    <a:lnTo>
                      <a:pt x="3850978" y="1026289"/>
                    </a:lnTo>
                    <a:moveTo>
                      <a:pt x="3850978" y="1026289"/>
                    </a:moveTo>
                    <a:lnTo>
                      <a:pt x="3881533" y="1004035"/>
                    </a:lnTo>
                    <a:moveTo>
                      <a:pt x="3881533" y="1004035"/>
                    </a:moveTo>
                    <a:lnTo>
                      <a:pt x="3912088" y="981782"/>
                    </a:lnTo>
                    <a:moveTo>
                      <a:pt x="3912088" y="981782"/>
                    </a:moveTo>
                    <a:lnTo>
                      <a:pt x="3942643" y="959528"/>
                    </a:lnTo>
                    <a:moveTo>
                      <a:pt x="3942643" y="959528"/>
                    </a:moveTo>
                    <a:lnTo>
                      <a:pt x="3973199" y="937275"/>
                    </a:lnTo>
                    <a:moveTo>
                      <a:pt x="3973199" y="937275"/>
                    </a:moveTo>
                    <a:lnTo>
                      <a:pt x="4003754" y="915021"/>
                    </a:lnTo>
                    <a:moveTo>
                      <a:pt x="4003754" y="915021"/>
                    </a:moveTo>
                    <a:lnTo>
                      <a:pt x="4028804" y="896776"/>
                    </a:lnTo>
                    <a:moveTo>
                      <a:pt x="1284344" y="2895590"/>
                    </a:moveTo>
                    <a:lnTo>
                      <a:pt x="1252480" y="2915925"/>
                    </a:lnTo>
                    <a:moveTo>
                      <a:pt x="1252480" y="2915925"/>
                    </a:moveTo>
                    <a:lnTo>
                      <a:pt x="1220616" y="2936260"/>
                    </a:lnTo>
                    <a:moveTo>
                      <a:pt x="1220616" y="2936260"/>
                    </a:moveTo>
                    <a:lnTo>
                      <a:pt x="1188752" y="2956595"/>
                    </a:lnTo>
                    <a:moveTo>
                      <a:pt x="1188752" y="2956595"/>
                    </a:moveTo>
                    <a:lnTo>
                      <a:pt x="1156888" y="2976931"/>
                    </a:lnTo>
                    <a:moveTo>
                      <a:pt x="1156888" y="2976931"/>
                    </a:moveTo>
                    <a:lnTo>
                      <a:pt x="1125024" y="2997266"/>
                    </a:lnTo>
                    <a:moveTo>
                      <a:pt x="1125024" y="2997266"/>
                    </a:moveTo>
                    <a:lnTo>
                      <a:pt x="1093160" y="3017601"/>
                    </a:lnTo>
                    <a:moveTo>
                      <a:pt x="1093160" y="3017601"/>
                    </a:moveTo>
                    <a:lnTo>
                      <a:pt x="1066206" y="3034802"/>
                    </a:lnTo>
                    <a:moveTo>
                      <a:pt x="1066206" y="2831719"/>
                    </a:moveTo>
                    <a:lnTo>
                      <a:pt x="1096758" y="2809460"/>
                    </a:lnTo>
                    <a:moveTo>
                      <a:pt x="1096758" y="2809460"/>
                    </a:moveTo>
                    <a:lnTo>
                      <a:pt x="1127309" y="2787201"/>
                    </a:lnTo>
                    <a:moveTo>
                      <a:pt x="1127309" y="2787201"/>
                    </a:moveTo>
                    <a:lnTo>
                      <a:pt x="1128396" y="2786410"/>
                    </a:lnTo>
                    <a:lnTo>
                      <a:pt x="1157864" y="2764947"/>
                    </a:lnTo>
                    <a:moveTo>
                      <a:pt x="1157864" y="2764947"/>
                    </a:moveTo>
                    <a:lnTo>
                      <a:pt x="1188419" y="2742694"/>
                    </a:lnTo>
                    <a:moveTo>
                      <a:pt x="1188419" y="2742694"/>
                    </a:moveTo>
                    <a:lnTo>
                      <a:pt x="1218974" y="2720440"/>
                    </a:lnTo>
                    <a:moveTo>
                      <a:pt x="1218974" y="2720440"/>
                    </a:moveTo>
                    <a:lnTo>
                      <a:pt x="1249529" y="2698186"/>
                    </a:lnTo>
                    <a:moveTo>
                      <a:pt x="1249529" y="2698186"/>
                    </a:moveTo>
                    <a:lnTo>
                      <a:pt x="1280084" y="2675932"/>
                    </a:lnTo>
                    <a:moveTo>
                      <a:pt x="1280084" y="2675932"/>
                    </a:moveTo>
                    <a:lnTo>
                      <a:pt x="1310639" y="2653678"/>
                    </a:lnTo>
                    <a:moveTo>
                      <a:pt x="1310639" y="2653678"/>
                    </a:moveTo>
                    <a:lnTo>
                      <a:pt x="1341194" y="2631425"/>
                    </a:lnTo>
                    <a:moveTo>
                      <a:pt x="1341194" y="2631425"/>
                    </a:moveTo>
                    <a:lnTo>
                      <a:pt x="1371749" y="2609171"/>
                    </a:lnTo>
                    <a:moveTo>
                      <a:pt x="1371749" y="2609171"/>
                    </a:moveTo>
                    <a:lnTo>
                      <a:pt x="1402304" y="2586917"/>
                    </a:lnTo>
                    <a:moveTo>
                      <a:pt x="1402304" y="2586917"/>
                    </a:moveTo>
                    <a:lnTo>
                      <a:pt x="1432859" y="2564663"/>
                    </a:lnTo>
                    <a:moveTo>
                      <a:pt x="1432859" y="2564663"/>
                    </a:moveTo>
                    <a:lnTo>
                      <a:pt x="1463414" y="2542409"/>
                    </a:lnTo>
                    <a:moveTo>
                      <a:pt x="1463414" y="2542409"/>
                    </a:moveTo>
                    <a:lnTo>
                      <a:pt x="1493969" y="2520156"/>
                    </a:lnTo>
                    <a:moveTo>
                      <a:pt x="1493969" y="2520156"/>
                    </a:moveTo>
                    <a:lnTo>
                      <a:pt x="1524524" y="2497902"/>
                    </a:lnTo>
                    <a:moveTo>
                      <a:pt x="1524524" y="2497902"/>
                    </a:moveTo>
                    <a:lnTo>
                      <a:pt x="1555079" y="2475648"/>
                    </a:lnTo>
                    <a:moveTo>
                      <a:pt x="1555079" y="2475648"/>
                    </a:moveTo>
                    <a:lnTo>
                      <a:pt x="1585634" y="2453394"/>
                    </a:lnTo>
                    <a:moveTo>
                      <a:pt x="1585634" y="2453394"/>
                    </a:moveTo>
                    <a:lnTo>
                      <a:pt x="1616189" y="2431140"/>
                    </a:lnTo>
                    <a:moveTo>
                      <a:pt x="1616189" y="2431140"/>
                    </a:moveTo>
                    <a:lnTo>
                      <a:pt x="1646744" y="2408887"/>
                    </a:lnTo>
                    <a:moveTo>
                      <a:pt x="1646744" y="2408887"/>
                    </a:moveTo>
                    <a:lnTo>
                      <a:pt x="1677299" y="2386633"/>
                    </a:lnTo>
                    <a:moveTo>
                      <a:pt x="1677299" y="2386633"/>
                    </a:moveTo>
                    <a:lnTo>
                      <a:pt x="1707854" y="2364379"/>
                    </a:lnTo>
                    <a:moveTo>
                      <a:pt x="1707854" y="2364379"/>
                    </a:moveTo>
                    <a:lnTo>
                      <a:pt x="1738409" y="2342125"/>
                    </a:lnTo>
                    <a:moveTo>
                      <a:pt x="1738409" y="2342125"/>
                    </a:moveTo>
                    <a:lnTo>
                      <a:pt x="1768964" y="2319871"/>
                    </a:lnTo>
                    <a:moveTo>
                      <a:pt x="1768964" y="2319871"/>
                    </a:moveTo>
                    <a:lnTo>
                      <a:pt x="1799519" y="2297618"/>
                    </a:lnTo>
                    <a:moveTo>
                      <a:pt x="1799519" y="2297618"/>
                    </a:moveTo>
                    <a:lnTo>
                      <a:pt x="1830074" y="2275364"/>
                    </a:lnTo>
                    <a:moveTo>
                      <a:pt x="1830074" y="2275364"/>
                    </a:moveTo>
                    <a:lnTo>
                      <a:pt x="1855866" y="2256579"/>
                    </a:lnTo>
                    <a:lnTo>
                      <a:pt x="1860629" y="2253110"/>
                    </a:lnTo>
                    <a:moveTo>
                      <a:pt x="1860629" y="2253110"/>
                    </a:moveTo>
                    <a:lnTo>
                      <a:pt x="1891184" y="2230856"/>
                    </a:lnTo>
                    <a:moveTo>
                      <a:pt x="1891184" y="2230856"/>
                    </a:moveTo>
                    <a:lnTo>
                      <a:pt x="1921739" y="2208602"/>
                    </a:lnTo>
                    <a:moveTo>
                      <a:pt x="1921739" y="2208602"/>
                    </a:moveTo>
                    <a:lnTo>
                      <a:pt x="1952294" y="2186349"/>
                    </a:lnTo>
                    <a:moveTo>
                      <a:pt x="1952294" y="2186349"/>
                    </a:moveTo>
                    <a:lnTo>
                      <a:pt x="1982849" y="2164095"/>
                    </a:lnTo>
                    <a:moveTo>
                      <a:pt x="1982849" y="2164095"/>
                    </a:moveTo>
                    <a:lnTo>
                      <a:pt x="2013404" y="2141841"/>
                    </a:lnTo>
                    <a:moveTo>
                      <a:pt x="2013404" y="2141841"/>
                    </a:moveTo>
                    <a:lnTo>
                      <a:pt x="2043959" y="2119587"/>
                    </a:lnTo>
                    <a:moveTo>
                      <a:pt x="2043959" y="2119587"/>
                    </a:moveTo>
                    <a:lnTo>
                      <a:pt x="2074514" y="2097334"/>
                    </a:lnTo>
                    <a:moveTo>
                      <a:pt x="2074514" y="2097334"/>
                    </a:moveTo>
                    <a:lnTo>
                      <a:pt x="2105069" y="2075080"/>
                    </a:lnTo>
                    <a:moveTo>
                      <a:pt x="2105069" y="2075080"/>
                    </a:moveTo>
                    <a:lnTo>
                      <a:pt x="2135624" y="2052826"/>
                    </a:lnTo>
                    <a:moveTo>
                      <a:pt x="2135624" y="2052826"/>
                    </a:moveTo>
                    <a:lnTo>
                      <a:pt x="2166179" y="2030572"/>
                    </a:lnTo>
                    <a:moveTo>
                      <a:pt x="2166179" y="2030572"/>
                    </a:moveTo>
                    <a:lnTo>
                      <a:pt x="2196734" y="2008318"/>
                    </a:lnTo>
                    <a:moveTo>
                      <a:pt x="2196734" y="2008318"/>
                    </a:moveTo>
                    <a:lnTo>
                      <a:pt x="2227290" y="1986065"/>
                    </a:lnTo>
                    <a:moveTo>
                      <a:pt x="2227290" y="1986065"/>
                    </a:moveTo>
                    <a:lnTo>
                      <a:pt x="2257845" y="1963811"/>
                    </a:lnTo>
                    <a:moveTo>
                      <a:pt x="2257845" y="1963811"/>
                    </a:moveTo>
                    <a:lnTo>
                      <a:pt x="2288400" y="1941557"/>
                    </a:lnTo>
                    <a:moveTo>
                      <a:pt x="2288400" y="1941557"/>
                    </a:moveTo>
                    <a:lnTo>
                      <a:pt x="2318955" y="1919303"/>
                    </a:lnTo>
                    <a:moveTo>
                      <a:pt x="2318955" y="1919303"/>
                    </a:moveTo>
                    <a:lnTo>
                      <a:pt x="2349510" y="1897049"/>
                    </a:lnTo>
                    <a:moveTo>
                      <a:pt x="2349510" y="1897049"/>
                    </a:moveTo>
                    <a:lnTo>
                      <a:pt x="2380065" y="1874796"/>
                    </a:lnTo>
                    <a:moveTo>
                      <a:pt x="2380065" y="1874796"/>
                    </a:moveTo>
                    <a:lnTo>
                      <a:pt x="2410620" y="1852542"/>
                    </a:lnTo>
                    <a:moveTo>
                      <a:pt x="2410620" y="1852542"/>
                    </a:moveTo>
                    <a:lnTo>
                      <a:pt x="2441175" y="1830288"/>
                    </a:lnTo>
                    <a:moveTo>
                      <a:pt x="2441175" y="1830288"/>
                    </a:moveTo>
                    <a:lnTo>
                      <a:pt x="2471730" y="1808034"/>
                    </a:lnTo>
                    <a:moveTo>
                      <a:pt x="2471730" y="1808034"/>
                    </a:moveTo>
                    <a:lnTo>
                      <a:pt x="2502285" y="1785781"/>
                    </a:lnTo>
                    <a:moveTo>
                      <a:pt x="2502285" y="1785781"/>
                    </a:moveTo>
                    <a:lnTo>
                      <a:pt x="2532840" y="1763527"/>
                    </a:lnTo>
                    <a:moveTo>
                      <a:pt x="2532840" y="1763527"/>
                    </a:moveTo>
                    <a:lnTo>
                      <a:pt x="2563395" y="1741273"/>
                    </a:lnTo>
                    <a:moveTo>
                      <a:pt x="2563395" y="1741273"/>
                    </a:moveTo>
                    <a:lnTo>
                      <a:pt x="2583336" y="1726749"/>
                    </a:lnTo>
                    <a:lnTo>
                      <a:pt x="2593950" y="1719019"/>
                    </a:lnTo>
                    <a:moveTo>
                      <a:pt x="2593950" y="1719019"/>
                    </a:moveTo>
                    <a:lnTo>
                      <a:pt x="2624505" y="1696765"/>
                    </a:lnTo>
                    <a:moveTo>
                      <a:pt x="2624505" y="1696765"/>
                    </a:moveTo>
                    <a:lnTo>
                      <a:pt x="2655060" y="1674512"/>
                    </a:lnTo>
                    <a:moveTo>
                      <a:pt x="2655060" y="1674512"/>
                    </a:moveTo>
                    <a:lnTo>
                      <a:pt x="2685615" y="1652258"/>
                    </a:lnTo>
                    <a:moveTo>
                      <a:pt x="2685615" y="1652258"/>
                    </a:moveTo>
                    <a:lnTo>
                      <a:pt x="2716170" y="1630004"/>
                    </a:lnTo>
                    <a:moveTo>
                      <a:pt x="2716170" y="1630004"/>
                    </a:moveTo>
                    <a:lnTo>
                      <a:pt x="2746725" y="1607750"/>
                    </a:lnTo>
                    <a:moveTo>
                      <a:pt x="2746725" y="1607750"/>
                    </a:moveTo>
                    <a:lnTo>
                      <a:pt x="2777280" y="1585496"/>
                    </a:lnTo>
                    <a:moveTo>
                      <a:pt x="2777280" y="1585496"/>
                    </a:moveTo>
                    <a:lnTo>
                      <a:pt x="2807835" y="1563243"/>
                    </a:lnTo>
                    <a:moveTo>
                      <a:pt x="2807835" y="1563243"/>
                    </a:moveTo>
                    <a:lnTo>
                      <a:pt x="2838390" y="1540989"/>
                    </a:lnTo>
                    <a:moveTo>
                      <a:pt x="2838390" y="1540989"/>
                    </a:moveTo>
                    <a:lnTo>
                      <a:pt x="2868945" y="1518735"/>
                    </a:lnTo>
                    <a:moveTo>
                      <a:pt x="2868945" y="1518735"/>
                    </a:moveTo>
                    <a:lnTo>
                      <a:pt x="2899500" y="1496481"/>
                    </a:lnTo>
                    <a:moveTo>
                      <a:pt x="2899500" y="1496481"/>
                    </a:moveTo>
                    <a:lnTo>
                      <a:pt x="2930055" y="1474227"/>
                    </a:lnTo>
                    <a:moveTo>
                      <a:pt x="2930055" y="1474227"/>
                    </a:moveTo>
                    <a:lnTo>
                      <a:pt x="2960610" y="1451974"/>
                    </a:lnTo>
                    <a:moveTo>
                      <a:pt x="2960610" y="1451974"/>
                    </a:moveTo>
                    <a:lnTo>
                      <a:pt x="2991165" y="1429720"/>
                    </a:lnTo>
                    <a:moveTo>
                      <a:pt x="2991165" y="1429720"/>
                    </a:moveTo>
                    <a:lnTo>
                      <a:pt x="3021720" y="1407466"/>
                    </a:lnTo>
                    <a:moveTo>
                      <a:pt x="3021720" y="1407466"/>
                    </a:moveTo>
                    <a:lnTo>
                      <a:pt x="3052275" y="1385212"/>
                    </a:lnTo>
                    <a:moveTo>
                      <a:pt x="3052275" y="1385212"/>
                    </a:moveTo>
                    <a:lnTo>
                      <a:pt x="3082830" y="1362958"/>
                    </a:lnTo>
                    <a:moveTo>
                      <a:pt x="3082830" y="1362958"/>
                    </a:moveTo>
                    <a:lnTo>
                      <a:pt x="3113385" y="1340705"/>
                    </a:lnTo>
                    <a:moveTo>
                      <a:pt x="3113385" y="1340705"/>
                    </a:moveTo>
                    <a:lnTo>
                      <a:pt x="3143940" y="1318451"/>
                    </a:lnTo>
                    <a:moveTo>
                      <a:pt x="3143940" y="1318451"/>
                    </a:moveTo>
                    <a:lnTo>
                      <a:pt x="3174495" y="1296197"/>
                    </a:lnTo>
                    <a:moveTo>
                      <a:pt x="3174495" y="1296197"/>
                    </a:moveTo>
                    <a:lnTo>
                      <a:pt x="3205050" y="1273943"/>
                    </a:lnTo>
                    <a:moveTo>
                      <a:pt x="3205050" y="1273943"/>
                    </a:moveTo>
                    <a:lnTo>
                      <a:pt x="3235605" y="1251690"/>
                    </a:lnTo>
                    <a:moveTo>
                      <a:pt x="3235605" y="1251690"/>
                    </a:moveTo>
                    <a:lnTo>
                      <a:pt x="3266160" y="1229436"/>
                    </a:lnTo>
                    <a:moveTo>
                      <a:pt x="3266160" y="1229436"/>
                    </a:moveTo>
                    <a:lnTo>
                      <a:pt x="3296715" y="1207182"/>
                    </a:lnTo>
                    <a:moveTo>
                      <a:pt x="3296715" y="1207182"/>
                    </a:moveTo>
                    <a:lnTo>
                      <a:pt x="3310806" y="1196919"/>
                    </a:lnTo>
                    <a:lnTo>
                      <a:pt x="3327270" y="1184928"/>
                    </a:lnTo>
                    <a:moveTo>
                      <a:pt x="3327270" y="1184928"/>
                    </a:moveTo>
                    <a:lnTo>
                      <a:pt x="3350028" y="1168353"/>
                    </a:lnTo>
                    <a:moveTo>
                      <a:pt x="1680083" y="1555702"/>
                    </a:moveTo>
                    <a:lnTo>
                      <a:pt x="1652585" y="1581639"/>
                    </a:lnTo>
                    <a:moveTo>
                      <a:pt x="1652585" y="1581639"/>
                    </a:moveTo>
                    <a:lnTo>
                      <a:pt x="1625087" y="1607575"/>
                    </a:lnTo>
                    <a:moveTo>
                      <a:pt x="1625087" y="1607575"/>
                    </a:moveTo>
                    <a:lnTo>
                      <a:pt x="1597589" y="1633511"/>
                    </a:lnTo>
                    <a:moveTo>
                      <a:pt x="1597589" y="1633511"/>
                    </a:moveTo>
                    <a:lnTo>
                      <a:pt x="1570090" y="1659447"/>
                    </a:lnTo>
                    <a:moveTo>
                      <a:pt x="1570090" y="1659447"/>
                    </a:moveTo>
                    <a:lnTo>
                      <a:pt x="1542592" y="1685383"/>
                    </a:lnTo>
                    <a:moveTo>
                      <a:pt x="1542592" y="1685383"/>
                    </a:moveTo>
                    <a:lnTo>
                      <a:pt x="1515094" y="1711320"/>
                    </a:lnTo>
                    <a:moveTo>
                      <a:pt x="1515094" y="1711320"/>
                    </a:moveTo>
                    <a:lnTo>
                      <a:pt x="1487596" y="1737256"/>
                    </a:lnTo>
                    <a:moveTo>
                      <a:pt x="1487596" y="1737256"/>
                    </a:moveTo>
                    <a:lnTo>
                      <a:pt x="1460097" y="1763192"/>
                    </a:lnTo>
                    <a:moveTo>
                      <a:pt x="1460097" y="1763192"/>
                    </a:moveTo>
                    <a:lnTo>
                      <a:pt x="1432599" y="1789128"/>
                    </a:lnTo>
                    <a:moveTo>
                      <a:pt x="1432599" y="1789128"/>
                    </a:moveTo>
                    <a:lnTo>
                      <a:pt x="1405101" y="1815064"/>
                    </a:lnTo>
                    <a:moveTo>
                      <a:pt x="1405101" y="1815064"/>
                    </a:moveTo>
                    <a:lnTo>
                      <a:pt x="1377603" y="1841001"/>
                    </a:lnTo>
                    <a:moveTo>
                      <a:pt x="1377603" y="1841001"/>
                    </a:moveTo>
                    <a:lnTo>
                      <a:pt x="1350105" y="1866937"/>
                    </a:lnTo>
                    <a:moveTo>
                      <a:pt x="1350105" y="1866937"/>
                    </a:moveTo>
                    <a:lnTo>
                      <a:pt x="1322606" y="1892873"/>
                    </a:lnTo>
                    <a:moveTo>
                      <a:pt x="1322606" y="1892873"/>
                    </a:moveTo>
                    <a:lnTo>
                      <a:pt x="1295108" y="1918809"/>
                    </a:lnTo>
                    <a:moveTo>
                      <a:pt x="1295108" y="1918809"/>
                    </a:moveTo>
                    <a:lnTo>
                      <a:pt x="1267610" y="1944745"/>
                    </a:lnTo>
                    <a:moveTo>
                      <a:pt x="1267610" y="1944745"/>
                    </a:moveTo>
                    <a:lnTo>
                      <a:pt x="1240112" y="1970682"/>
                    </a:lnTo>
                    <a:moveTo>
                      <a:pt x="1240112" y="1970682"/>
                    </a:moveTo>
                    <a:lnTo>
                      <a:pt x="1212613" y="1996618"/>
                    </a:lnTo>
                    <a:moveTo>
                      <a:pt x="1212613" y="1996618"/>
                    </a:moveTo>
                    <a:lnTo>
                      <a:pt x="1185115" y="2022554"/>
                    </a:lnTo>
                    <a:moveTo>
                      <a:pt x="1185115" y="2022554"/>
                    </a:moveTo>
                    <a:lnTo>
                      <a:pt x="1157617" y="2048490"/>
                    </a:lnTo>
                    <a:moveTo>
                      <a:pt x="1157617" y="2048490"/>
                    </a:moveTo>
                    <a:lnTo>
                      <a:pt x="1130119" y="2074427"/>
                    </a:lnTo>
                    <a:moveTo>
                      <a:pt x="1130119" y="2074427"/>
                    </a:moveTo>
                    <a:lnTo>
                      <a:pt x="1102620" y="2100363"/>
                    </a:lnTo>
                    <a:moveTo>
                      <a:pt x="1102620" y="2100363"/>
                    </a:moveTo>
                    <a:lnTo>
                      <a:pt x="1075122" y="2126299"/>
                    </a:lnTo>
                    <a:moveTo>
                      <a:pt x="1075122" y="2126299"/>
                    </a:moveTo>
                    <a:lnTo>
                      <a:pt x="1066206" y="2134708"/>
                    </a:lnTo>
                    <a:moveTo>
                      <a:pt x="1066206" y="1856345"/>
                    </a:moveTo>
                    <a:lnTo>
                      <a:pt x="1093705" y="1830409"/>
                    </a:lnTo>
                    <a:moveTo>
                      <a:pt x="1093705" y="1830409"/>
                    </a:moveTo>
                    <a:lnTo>
                      <a:pt x="1121203" y="1804473"/>
                    </a:lnTo>
                    <a:moveTo>
                      <a:pt x="1121203" y="1804473"/>
                    </a:moveTo>
                    <a:lnTo>
                      <a:pt x="1148701" y="1778537"/>
                    </a:lnTo>
                    <a:moveTo>
                      <a:pt x="1148701" y="1778537"/>
                    </a:moveTo>
                    <a:lnTo>
                      <a:pt x="1176199" y="1752601"/>
                    </a:lnTo>
                    <a:moveTo>
                      <a:pt x="1176199" y="1752601"/>
                    </a:moveTo>
                    <a:lnTo>
                      <a:pt x="1203698" y="1726664"/>
                    </a:lnTo>
                    <a:moveTo>
                      <a:pt x="1203698" y="1726664"/>
                    </a:moveTo>
                    <a:lnTo>
                      <a:pt x="1231196" y="1700728"/>
                    </a:lnTo>
                    <a:moveTo>
                      <a:pt x="1231196" y="1700728"/>
                    </a:moveTo>
                    <a:lnTo>
                      <a:pt x="1258694" y="1674792"/>
                    </a:lnTo>
                    <a:moveTo>
                      <a:pt x="1258694" y="1674792"/>
                    </a:moveTo>
                    <a:lnTo>
                      <a:pt x="1286192" y="1648856"/>
                    </a:lnTo>
                    <a:moveTo>
                      <a:pt x="1286192" y="1648856"/>
                    </a:moveTo>
                    <a:lnTo>
                      <a:pt x="1313691" y="1622920"/>
                    </a:lnTo>
                    <a:moveTo>
                      <a:pt x="1313691" y="1622920"/>
                    </a:moveTo>
                    <a:lnTo>
                      <a:pt x="1341189" y="1596984"/>
                    </a:lnTo>
                    <a:moveTo>
                      <a:pt x="1341189" y="1596984"/>
                    </a:moveTo>
                    <a:lnTo>
                      <a:pt x="1368687" y="1571047"/>
                    </a:lnTo>
                    <a:moveTo>
                      <a:pt x="1368687" y="1571047"/>
                    </a:moveTo>
                    <a:lnTo>
                      <a:pt x="1396185" y="1545111"/>
                    </a:lnTo>
                    <a:moveTo>
                      <a:pt x="1396185" y="1545111"/>
                    </a:moveTo>
                    <a:lnTo>
                      <a:pt x="1423684" y="1519175"/>
                    </a:lnTo>
                    <a:moveTo>
                      <a:pt x="1423684" y="1519175"/>
                    </a:moveTo>
                    <a:lnTo>
                      <a:pt x="1451182" y="1493239"/>
                    </a:lnTo>
                    <a:moveTo>
                      <a:pt x="1451182" y="1493239"/>
                    </a:moveTo>
                    <a:lnTo>
                      <a:pt x="1478680" y="1467303"/>
                    </a:lnTo>
                    <a:moveTo>
                      <a:pt x="1478680" y="1467303"/>
                    </a:moveTo>
                    <a:lnTo>
                      <a:pt x="1506178" y="1441366"/>
                    </a:lnTo>
                    <a:moveTo>
                      <a:pt x="1506178" y="1441366"/>
                    </a:moveTo>
                    <a:lnTo>
                      <a:pt x="1533677" y="1415430"/>
                    </a:lnTo>
                    <a:moveTo>
                      <a:pt x="1533677" y="1415430"/>
                    </a:moveTo>
                    <a:lnTo>
                      <a:pt x="1561175" y="1389494"/>
                    </a:lnTo>
                    <a:moveTo>
                      <a:pt x="1561175" y="1389494"/>
                    </a:moveTo>
                    <a:lnTo>
                      <a:pt x="1588673" y="1363558"/>
                    </a:lnTo>
                    <a:moveTo>
                      <a:pt x="1588673" y="1363558"/>
                    </a:moveTo>
                    <a:lnTo>
                      <a:pt x="1616171" y="1337622"/>
                    </a:lnTo>
                    <a:moveTo>
                      <a:pt x="1616171" y="1337622"/>
                    </a:moveTo>
                    <a:lnTo>
                      <a:pt x="1643670" y="1311685"/>
                    </a:lnTo>
                    <a:moveTo>
                      <a:pt x="1643670" y="1311685"/>
                    </a:moveTo>
                    <a:lnTo>
                      <a:pt x="1671168" y="1285749"/>
                    </a:lnTo>
                    <a:moveTo>
                      <a:pt x="1671168" y="1285749"/>
                    </a:moveTo>
                    <a:lnTo>
                      <a:pt x="1698666" y="1259813"/>
                    </a:lnTo>
                    <a:moveTo>
                      <a:pt x="1698666" y="1259813"/>
                    </a:moveTo>
                    <a:lnTo>
                      <a:pt x="1726164" y="1233877"/>
                    </a:lnTo>
                    <a:moveTo>
                      <a:pt x="1726164" y="1233877"/>
                    </a:moveTo>
                    <a:lnTo>
                      <a:pt x="1753663" y="1207941"/>
                    </a:lnTo>
                    <a:moveTo>
                      <a:pt x="1753663" y="1207941"/>
                    </a:moveTo>
                    <a:lnTo>
                      <a:pt x="1781161" y="1182004"/>
                    </a:lnTo>
                    <a:moveTo>
                      <a:pt x="1781161" y="1182004"/>
                    </a:moveTo>
                    <a:lnTo>
                      <a:pt x="1808659" y="1156068"/>
                    </a:lnTo>
                    <a:moveTo>
                      <a:pt x="1808659" y="1156068"/>
                    </a:moveTo>
                    <a:lnTo>
                      <a:pt x="1836157" y="1130132"/>
                    </a:lnTo>
                    <a:moveTo>
                      <a:pt x="1836157" y="1130132"/>
                    </a:moveTo>
                    <a:lnTo>
                      <a:pt x="1863656" y="1104196"/>
                    </a:lnTo>
                    <a:moveTo>
                      <a:pt x="1863656" y="1104196"/>
                    </a:moveTo>
                    <a:lnTo>
                      <a:pt x="1891154" y="1078260"/>
                    </a:lnTo>
                    <a:moveTo>
                      <a:pt x="1891154" y="1078260"/>
                    </a:moveTo>
                    <a:lnTo>
                      <a:pt x="1918652" y="1052323"/>
                    </a:lnTo>
                    <a:moveTo>
                      <a:pt x="1918652" y="1052323"/>
                    </a:moveTo>
                    <a:lnTo>
                      <a:pt x="1946151" y="1026387"/>
                    </a:lnTo>
                    <a:moveTo>
                      <a:pt x="1946151" y="1026387"/>
                    </a:moveTo>
                    <a:lnTo>
                      <a:pt x="1973649" y="1000451"/>
                    </a:lnTo>
                    <a:moveTo>
                      <a:pt x="1973649" y="1000451"/>
                    </a:moveTo>
                    <a:lnTo>
                      <a:pt x="2001147" y="974515"/>
                    </a:lnTo>
                    <a:moveTo>
                      <a:pt x="2001147" y="974515"/>
                    </a:moveTo>
                    <a:lnTo>
                      <a:pt x="2028645" y="948579"/>
                    </a:lnTo>
                    <a:moveTo>
                      <a:pt x="2028645" y="948579"/>
                    </a:moveTo>
                    <a:lnTo>
                      <a:pt x="2056144" y="922643"/>
                    </a:lnTo>
                    <a:moveTo>
                      <a:pt x="2056144" y="922643"/>
                    </a:moveTo>
                    <a:lnTo>
                      <a:pt x="2062697" y="916461"/>
                    </a:lnTo>
                    <a:lnTo>
                      <a:pt x="2083642" y="896707"/>
                    </a:lnTo>
                    <a:moveTo>
                      <a:pt x="2083642" y="896707"/>
                    </a:moveTo>
                    <a:lnTo>
                      <a:pt x="2102184" y="879219"/>
                    </a:lnTo>
                    <a:lnTo>
                      <a:pt x="2102543" y="866912"/>
                    </a:lnTo>
                    <a:moveTo>
                      <a:pt x="2102543" y="866912"/>
                    </a:moveTo>
                    <a:lnTo>
                      <a:pt x="2103648" y="829128"/>
                    </a:lnTo>
                    <a:moveTo>
                      <a:pt x="2103648" y="829128"/>
                    </a:moveTo>
                    <a:lnTo>
                      <a:pt x="2104415" y="802883"/>
                    </a:lnTo>
                    <a:lnTo>
                      <a:pt x="2096495" y="794485"/>
                    </a:lnTo>
                    <a:moveTo>
                      <a:pt x="2096495" y="794485"/>
                    </a:moveTo>
                    <a:lnTo>
                      <a:pt x="2070559" y="766987"/>
                    </a:lnTo>
                    <a:moveTo>
                      <a:pt x="2070559" y="766987"/>
                    </a:moveTo>
                    <a:lnTo>
                      <a:pt x="2044623" y="739488"/>
                    </a:lnTo>
                    <a:moveTo>
                      <a:pt x="2044623" y="739488"/>
                    </a:moveTo>
                    <a:lnTo>
                      <a:pt x="2018687" y="711990"/>
                    </a:lnTo>
                    <a:moveTo>
                      <a:pt x="2018687" y="711990"/>
                    </a:moveTo>
                    <a:lnTo>
                      <a:pt x="2016358" y="709521"/>
                    </a:lnTo>
                    <a:lnTo>
                      <a:pt x="1992751" y="684492"/>
                    </a:lnTo>
                    <a:moveTo>
                      <a:pt x="1992751" y="684492"/>
                    </a:moveTo>
                    <a:lnTo>
                      <a:pt x="1966814" y="656993"/>
                    </a:lnTo>
                    <a:moveTo>
                      <a:pt x="1966814" y="656993"/>
                    </a:moveTo>
                    <a:lnTo>
                      <a:pt x="1940878" y="629495"/>
                    </a:lnTo>
                    <a:moveTo>
                      <a:pt x="1940878" y="629495"/>
                    </a:moveTo>
                    <a:lnTo>
                      <a:pt x="1914942" y="601997"/>
                    </a:lnTo>
                    <a:moveTo>
                      <a:pt x="1914942" y="601997"/>
                    </a:moveTo>
                    <a:lnTo>
                      <a:pt x="1889006" y="574498"/>
                    </a:lnTo>
                    <a:moveTo>
                      <a:pt x="1889006" y="574498"/>
                    </a:moveTo>
                    <a:lnTo>
                      <a:pt x="1863070" y="547000"/>
                    </a:lnTo>
                    <a:moveTo>
                      <a:pt x="1863070" y="547000"/>
                    </a:moveTo>
                    <a:lnTo>
                      <a:pt x="1837134" y="519502"/>
                    </a:lnTo>
                    <a:moveTo>
                      <a:pt x="1837134" y="519502"/>
                    </a:moveTo>
                    <a:lnTo>
                      <a:pt x="1811197" y="492004"/>
                    </a:lnTo>
                    <a:moveTo>
                      <a:pt x="1811197" y="492004"/>
                    </a:moveTo>
                    <a:lnTo>
                      <a:pt x="1785261" y="464505"/>
                    </a:lnTo>
                    <a:moveTo>
                      <a:pt x="1785261" y="464505"/>
                    </a:moveTo>
                    <a:lnTo>
                      <a:pt x="1759325" y="437007"/>
                    </a:lnTo>
                    <a:moveTo>
                      <a:pt x="1759325" y="437007"/>
                    </a:moveTo>
                    <a:lnTo>
                      <a:pt x="1733389" y="409509"/>
                    </a:lnTo>
                    <a:moveTo>
                      <a:pt x="1733389" y="409509"/>
                    </a:moveTo>
                    <a:lnTo>
                      <a:pt x="1711605" y="386413"/>
                    </a:lnTo>
                    <a:lnTo>
                      <a:pt x="1707453" y="382011"/>
                    </a:lnTo>
                    <a:moveTo>
                      <a:pt x="1707453" y="382011"/>
                    </a:moveTo>
                    <a:lnTo>
                      <a:pt x="1681517" y="354512"/>
                    </a:lnTo>
                    <a:moveTo>
                      <a:pt x="1681517" y="354512"/>
                    </a:moveTo>
                    <a:lnTo>
                      <a:pt x="1655580" y="327014"/>
                    </a:lnTo>
                    <a:moveTo>
                      <a:pt x="1655580" y="327014"/>
                    </a:moveTo>
                    <a:lnTo>
                      <a:pt x="1629644" y="299516"/>
                    </a:lnTo>
                    <a:moveTo>
                      <a:pt x="1629644" y="299516"/>
                    </a:moveTo>
                    <a:lnTo>
                      <a:pt x="1603708" y="272018"/>
                    </a:lnTo>
                    <a:moveTo>
                      <a:pt x="1603708" y="272018"/>
                    </a:moveTo>
                    <a:lnTo>
                      <a:pt x="1577772" y="244519"/>
                    </a:lnTo>
                    <a:moveTo>
                      <a:pt x="1577772" y="244519"/>
                    </a:moveTo>
                    <a:lnTo>
                      <a:pt x="1551835" y="217021"/>
                    </a:lnTo>
                    <a:moveTo>
                      <a:pt x="1551835" y="217021"/>
                    </a:moveTo>
                    <a:lnTo>
                      <a:pt x="1525899" y="189523"/>
                    </a:lnTo>
                    <a:moveTo>
                      <a:pt x="1525899" y="189523"/>
                    </a:moveTo>
                    <a:lnTo>
                      <a:pt x="1499963" y="162025"/>
                    </a:lnTo>
                    <a:moveTo>
                      <a:pt x="1499963" y="162025"/>
                    </a:moveTo>
                    <a:lnTo>
                      <a:pt x="1474027" y="134526"/>
                    </a:lnTo>
                    <a:moveTo>
                      <a:pt x="1474027" y="134526"/>
                    </a:moveTo>
                    <a:lnTo>
                      <a:pt x="1448091" y="107028"/>
                    </a:lnTo>
                    <a:moveTo>
                      <a:pt x="1448091" y="107028"/>
                    </a:moveTo>
                    <a:lnTo>
                      <a:pt x="1422154" y="79530"/>
                    </a:lnTo>
                    <a:moveTo>
                      <a:pt x="1422154" y="79530"/>
                    </a:moveTo>
                    <a:lnTo>
                      <a:pt x="1396218" y="52032"/>
                    </a:lnTo>
                    <a:moveTo>
                      <a:pt x="1396218" y="52032"/>
                    </a:moveTo>
                    <a:lnTo>
                      <a:pt x="1370282" y="24534"/>
                    </a:lnTo>
                    <a:moveTo>
                      <a:pt x="1370282" y="24534"/>
                    </a:moveTo>
                    <a:lnTo>
                      <a:pt x="1347910" y="814"/>
                    </a:lnTo>
                    <a:lnTo>
                      <a:pt x="1342716" y="781"/>
                    </a:lnTo>
                    <a:moveTo>
                      <a:pt x="1342716" y="781"/>
                    </a:moveTo>
                    <a:lnTo>
                      <a:pt x="1304916" y="545"/>
                    </a:lnTo>
                    <a:moveTo>
                      <a:pt x="1304916" y="545"/>
                    </a:moveTo>
                    <a:lnTo>
                      <a:pt x="1267117" y="308"/>
                    </a:lnTo>
                    <a:moveTo>
                      <a:pt x="1267117" y="308"/>
                    </a:moveTo>
                    <a:lnTo>
                      <a:pt x="1229318" y="72"/>
                    </a:lnTo>
                    <a:moveTo>
                      <a:pt x="1229318" y="72"/>
                    </a:moveTo>
                    <a:lnTo>
                      <a:pt x="1217881" y="0"/>
                    </a:lnTo>
                    <a:moveTo>
                      <a:pt x="1459789" y="5095728"/>
                    </a:moveTo>
                    <a:lnTo>
                      <a:pt x="1476107" y="5129824"/>
                    </a:lnTo>
                    <a:moveTo>
                      <a:pt x="1476107" y="5129824"/>
                    </a:moveTo>
                    <a:lnTo>
                      <a:pt x="1492425" y="5163921"/>
                    </a:lnTo>
                    <a:moveTo>
                      <a:pt x="1492425" y="5163921"/>
                    </a:moveTo>
                    <a:lnTo>
                      <a:pt x="1508743" y="5198017"/>
                    </a:lnTo>
                    <a:moveTo>
                      <a:pt x="1508743" y="5198017"/>
                    </a:moveTo>
                    <a:lnTo>
                      <a:pt x="1525061" y="5232114"/>
                    </a:lnTo>
                    <a:moveTo>
                      <a:pt x="1525061" y="5232114"/>
                    </a:moveTo>
                    <a:lnTo>
                      <a:pt x="1541379" y="5266210"/>
                    </a:lnTo>
                    <a:moveTo>
                      <a:pt x="1541379" y="5266210"/>
                    </a:moveTo>
                    <a:lnTo>
                      <a:pt x="1557697" y="5300306"/>
                    </a:lnTo>
                    <a:moveTo>
                      <a:pt x="1557697" y="5300306"/>
                    </a:moveTo>
                    <a:lnTo>
                      <a:pt x="1574014" y="5334403"/>
                    </a:lnTo>
                    <a:moveTo>
                      <a:pt x="1574014" y="5334403"/>
                    </a:moveTo>
                    <a:lnTo>
                      <a:pt x="1590332" y="5368499"/>
                    </a:lnTo>
                    <a:moveTo>
                      <a:pt x="1590332" y="5368499"/>
                    </a:moveTo>
                    <a:lnTo>
                      <a:pt x="1606650" y="5402596"/>
                    </a:lnTo>
                    <a:moveTo>
                      <a:pt x="1606650" y="5402596"/>
                    </a:moveTo>
                    <a:lnTo>
                      <a:pt x="1622968" y="5436692"/>
                    </a:lnTo>
                    <a:moveTo>
                      <a:pt x="1622968" y="5436692"/>
                    </a:moveTo>
                    <a:lnTo>
                      <a:pt x="1639286" y="5470788"/>
                    </a:lnTo>
                    <a:moveTo>
                      <a:pt x="1639286" y="5470788"/>
                    </a:moveTo>
                    <a:lnTo>
                      <a:pt x="1655604" y="5504885"/>
                    </a:lnTo>
                    <a:moveTo>
                      <a:pt x="1655604" y="5504885"/>
                    </a:moveTo>
                    <a:lnTo>
                      <a:pt x="1671922" y="5538981"/>
                    </a:lnTo>
                    <a:moveTo>
                      <a:pt x="1671922" y="5538981"/>
                    </a:moveTo>
                    <a:lnTo>
                      <a:pt x="1688240" y="5573078"/>
                    </a:lnTo>
                    <a:moveTo>
                      <a:pt x="1688240" y="5573078"/>
                    </a:moveTo>
                    <a:lnTo>
                      <a:pt x="1704558" y="5607174"/>
                    </a:lnTo>
                    <a:moveTo>
                      <a:pt x="1704558" y="5607174"/>
                    </a:moveTo>
                    <a:lnTo>
                      <a:pt x="1720876" y="5641270"/>
                    </a:lnTo>
                    <a:moveTo>
                      <a:pt x="1720876" y="5641270"/>
                    </a:moveTo>
                    <a:lnTo>
                      <a:pt x="1737194" y="5675367"/>
                    </a:lnTo>
                    <a:moveTo>
                      <a:pt x="1737194" y="5675367"/>
                    </a:moveTo>
                    <a:lnTo>
                      <a:pt x="1753512" y="5709463"/>
                    </a:lnTo>
                    <a:moveTo>
                      <a:pt x="1753512" y="5709463"/>
                    </a:moveTo>
                    <a:lnTo>
                      <a:pt x="1769830" y="5743560"/>
                    </a:lnTo>
                    <a:moveTo>
                      <a:pt x="1769830" y="5743560"/>
                    </a:moveTo>
                    <a:lnTo>
                      <a:pt x="1786148" y="5777656"/>
                    </a:lnTo>
                    <a:moveTo>
                      <a:pt x="1786148" y="5777656"/>
                    </a:moveTo>
                    <a:lnTo>
                      <a:pt x="1802466" y="5811752"/>
                    </a:lnTo>
                    <a:moveTo>
                      <a:pt x="1802466" y="5811752"/>
                    </a:moveTo>
                    <a:lnTo>
                      <a:pt x="1818784" y="5845849"/>
                    </a:lnTo>
                    <a:moveTo>
                      <a:pt x="1818784" y="5845849"/>
                    </a:moveTo>
                    <a:lnTo>
                      <a:pt x="1835102" y="5879945"/>
                    </a:lnTo>
                    <a:moveTo>
                      <a:pt x="1835102" y="5879945"/>
                    </a:moveTo>
                    <a:lnTo>
                      <a:pt x="1851420" y="5914042"/>
                    </a:lnTo>
                    <a:moveTo>
                      <a:pt x="1851420" y="5914042"/>
                    </a:moveTo>
                    <a:lnTo>
                      <a:pt x="1867737" y="5948138"/>
                    </a:lnTo>
                    <a:moveTo>
                      <a:pt x="1867737" y="5948138"/>
                    </a:moveTo>
                    <a:lnTo>
                      <a:pt x="1875829" y="5965046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12" name="Контур"/>
              <p:cNvSpPr/>
              <p:nvPr/>
            </p:nvSpPr>
            <p:spPr>
              <a:xfrm>
                <a:off x="2382918" y="9046189"/>
                <a:ext cx="393583" cy="272493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272493" fill="none">
                    <a:moveTo>
                      <a:pt x="0" y="60515"/>
                    </a:moveTo>
                    <a:lnTo>
                      <a:pt x="96574" y="0"/>
                    </a:lnTo>
                    <a:lnTo>
                      <a:pt x="108131" y="3353"/>
                    </a:lnTo>
                    <a:moveTo>
                      <a:pt x="108131" y="3353"/>
                    </a:moveTo>
                    <a:lnTo>
                      <a:pt x="229142" y="38455"/>
                    </a:lnTo>
                    <a:moveTo>
                      <a:pt x="229142" y="38455"/>
                    </a:moveTo>
                    <a:lnTo>
                      <a:pt x="290029" y="56117"/>
                    </a:lnTo>
                    <a:lnTo>
                      <a:pt x="317054" y="112587"/>
                    </a:lnTo>
                    <a:moveTo>
                      <a:pt x="317054" y="112587"/>
                    </a:moveTo>
                    <a:lnTo>
                      <a:pt x="371448" y="226241"/>
                    </a:lnTo>
                    <a:moveTo>
                      <a:pt x="371448" y="226241"/>
                    </a:moveTo>
                    <a:lnTo>
                      <a:pt x="393583" y="27249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13" name="Контур"/>
              <p:cNvSpPr/>
              <p:nvPr/>
            </p:nvSpPr>
            <p:spPr>
              <a:xfrm>
                <a:off x="2476005" y="9065932"/>
                <a:ext cx="223550" cy="155122"/>
              </a:xfrm>
              <a:custGeom>
                <a:avLst/>
                <a:gdLst/>
                <a:ahLst/>
                <a:cxnLst/>
                <a:rect l="l" t="t" r="r" b="b"/>
                <a:pathLst>
                  <a:path w="223550" h="155122" fill="none">
                    <a:moveTo>
                      <a:pt x="0" y="35472"/>
                    </a:moveTo>
                    <a:lnTo>
                      <a:pt x="32780" y="0"/>
                    </a:lnTo>
                    <a:lnTo>
                      <a:pt x="41489" y="47507"/>
                    </a:lnTo>
                    <a:lnTo>
                      <a:pt x="0" y="35472"/>
                    </a:lnTo>
                    <a:lnTo>
                      <a:pt x="5186" y="36976"/>
                    </a:lnTo>
                    <a:lnTo>
                      <a:pt x="29771" y="10372"/>
                    </a:lnTo>
                    <a:lnTo>
                      <a:pt x="36303" y="46002"/>
                    </a:lnTo>
                    <a:lnTo>
                      <a:pt x="37808" y="40816"/>
                    </a:lnTo>
                    <a:lnTo>
                      <a:pt x="6690" y="31790"/>
                    </a:lnTo>
                    <a:lnTo>
                      <a:pt x="5186" y="36976"/>
                    </a:lnTo>
                    <a:lnTo>
                      <a:pt x="0" y="35472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31275" y="518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41489" y="47507"/>
                    </a:lnTo>
                    <a:lnTo>
                      <a:pt x="32621" y="39312"/>
                    </a:lnTo>
                    <a:lnTo>
                      <a:pt x="25931" y="42994"/>
                    </a:lnTo>
                    <a:lnTo>
                      <a:pt x="22249" y="36303"/>
                    </a:lnTo>
                    <a:lnTo>
                      <a:pt x="15558" y="39985"/>
                    </a:lnTo>
                    <a:lnTo>
                      <a:pt x="11876" y="33294"/>
                    </a:lnTo>
                    <a:lnTo>
                      <a:pt x="0" y="35472"/>
                    </a:lnTo>
                    <a:lnTo>
                      <a:pt x="6690" y="31790"/>
                    </a:lnTo>
                    <a:lnTo>
                      <a:pt x="10372" y="38480"/>
                    </a:lnTo>
                    <a:lnTo>
                      <a:pt x="17063" y="34799"/>
                    </a:lnTo>
                    <a:lnTo>
                      <a:pt x="20745" y="41489"/>
                    </a:lnTo>
                    <a:lnTo>
                      <a:pt x="27435" y="37807"/>
                    </a:lnTo>
                    <a:lnTo>
                      <a:pt x="31117" y="44498"/>
                    </a:lnTo>
                    <a:lnTo>
                      <a:pt x="37808" y="40816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2780" y="0"/>
                    </a:lnTo>
                    <a:lnTo>
                      <a:pt x="29771" y="10372"/>
                    </a:lnTo>
                    <a:lnTo>
                      <a:pt x="24585" y="8868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6690" y="31790"/>
                    </a:lnTo>
                    <a:moveTo>
                      <a:pt x="175258" y="116155"/>
                    </a:moveTo>
                    <a:lnTo>
                      <a:pt x="223550" y="116990"/>
                    </a:lnTo>
                    <a:lnTo>
                      <a:pt x="193907" y="155122"/>
                    </a:lnTo>
                    <a:lnTo>
                      <a:pt x="175258" y="116155"/>
                    </a:lnTo>
                    <a:lnTo>
                      <a:pt x="177589" y="121026"/>
                    </a:lnTo>
                    <a:lnTo>
                      <a:pt x="213808" y="121652"/>
                    </a:lnTo>
                    <a:lnTo>
                      <a:pt x="191576" y="150252"/>
                    </a:lnTo>
                    <a:lnTo>
                      <a:pt x="196447" y="147920"/>
                    </a:lnTo>
                    <a:lnTo>
                      <a:pt x="182460" y="118695"/>
                    </a:lnTo>
                    <a:lnTo>
                      <a:pt x="177589" y="121026"/>
                    </a:lnTo>
                    <a:lnTo>
                      <a:pt x="175258" y="116155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218679" y="119321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193907" y="155122"/>
                    </a:lnTo>
                    <a:lnTo>
                      <a:pt x="194116" y="143050"/>
                    </a:lnTo>
                    <a:lnTo>
                      <a:pt x="186914" y="140510"/>
                    </a:lnTo>
                    <a:lnTo>
                      <a:pt x="189454" y="133308"/>
                    </a:lnTo>
                    <a:lnTo>
                      <a:pt x="182252" y="130768"/>
                    </a:lnTo>
                    <a:lnTo>
                      <a:pt x="184791" y="123566"/>
                    </a:lnTo>
                    <a:lnTo>
                      <a:pt x="175258" y="116155"/>
                    </a:lnTo>
                    <a:lnTo>
                      <a:pt x="182460" y="118695"/>
                    </a:lnTo>
                    <a:lnTo>
                      <a:pt x="179921" y="125897"/>
                    </a:lnTo>
                    <a:lnTo>
                      <a:pt x="187123" y="128437"/>
                    </a:lnTo>
                    <a:lnTo>
                      <a:pt x="184583" y="135639"/>
                    </a:lnTo>
                    <a:lnTo>
                      <a:pt x="191785" y="138179"/>
                    </a:lnTo>
                    <a:lnTo>
                      <a:pt x="189245" y="145381"/>
                    </a:lnTo>
                    <a:lnTo>
                      <a:pt x="196447" y="147920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23550" y="116990"/>
                    </a:lnTo>
                    <a:lnTo>
                      <a:pt x="213808" y="121652"/>
                    </a:lnTo>
                    <a:lnTo>
                      <a:pt x="211477" y="116781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182460" y="11869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14" name="Контур"/>
              <p:cNvSpPr/>
              <p:nvPr/>
            </p:nvSpPr>
            <p:spPr>
              <a:xfrm>
                <a:off x="2382918" y="9046189"/>
                <a:ext cx="393583" cy="460679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460679" fill="none">
                    <a:moveTo>
                      <a:pt x="393583" y="272493"/>
                    </a:moveTo>
                    <a:lnTo>
                      <a:pt x="0" y="460679"/>
                    </a:lnTo>
                    <a:moveTo>
                      <a:pt x="0" y="60515"/>
                    </a:moveTo>
                    <a:lnTo>
                      <a:pt x="96574" y="0"/>
                    </a:lnTo>
                    <a:lnTo>
                      <a:pt x="108131" y="3353"/>
                    </a:lnTo>
                    <a:moveTo>
                      <a:pt x="108131" y="3353"/>
                    </a:moveTo>
                    <a:lnTo>
                      <a:pt x="229142" y="38455"/>
                    </a:lnTo>
                    <a:moveTo>
                      <a:pt x="229142" y="38455"/>
                    </a:moveTo>
                    <a:lnTo>
                      <a:pt x="290029" y="56117"/>
                    </a:lnTo>
                    <a:lnTo>
                      <a:pt x="317054" y="112587"/>
                    </a:lnTo>
                    <a:moveTo>
                      <a:pt x="317054" y="112587"/>
                    </a:moveTo>
                    <a:lnTo>
                      <a:pt x="371448" y="226241"/>
                    </a:lnTo>
                    <a:moveTo>
                      <a:pt x="371448" y="226241"/>
                    </a:moveTo>
                    <a:lnTo>
                      <a:pt x="393583" y="27249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15" name="Контур"/>
              <p:cNvSpPr/>
              <p:nvPr/>
            </p:nvSpPr>
            <p:spPr>
              <a:xfrm>
                <a:off x="2476005" y="9065932"/>
                <a:ext cx="223550" cy="155122"/>
              </a:xfrm>
              <a:custGeom>
                <a:avLst/>
                <a:gdLst/>
                <a:ahLst/>
                <a:cxnLst/>
                <a:rect l="l" t="t" r="r" b="b"/>
                <a:pathLst>
                  <a:path w="223550" h="155122" fill="none">
                    <a:moveTo>
                      <a:pt x="0" y="35472"/>
                    </a:moveTo>
                    <a:lnTo>
                      <a:pt x="32780" y="0"/>
                    </a:lnTo>
                    <a:lnTo>
                      <a:pt x="41489" y="47507"/>
                    </a:lnTo>
                    <a:lnTo>
                      <a:pt x="0" y="35472"/>
                    </a:lnTo>
                    <a:lnTo>
                      <a:pt x="5186" y="36976"/>
                    </a:lnTo>
                    <a:lnTo>
                      <a:pt x="29771" y="10372"/>
                    </a:lnTo>
                    <a:lnTo>
                      <a:pt x="36303" y="46002"/>
                    </a:lnTo>
                    <a:lnTo>
                      <a:pt x="37808" y="40816"/>
                    </a:lnTo>
                    <a:lnTo>
                      <a:pt x="6690" y="31790"/>
                    </a:lnTo>
                    <a:lnTo>
                      <a:pt x="5186" y="36976"/>
                    </a:lnTo>
                    <a:lnTo>
                      <a:pt x="0" y="35472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31275" y="518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41489" y="47507"/>
                    </a:lnTo>
                    <a:lnTo>
                      <a:pt x="32621" y="39312"/>
                    </a:lnTo>
                    <a:lnTo>
                      <a:pt x="25931" y="42994"/>
                    </a:lnTo>
                    <a:lnTo>
                      <a:pt x="22249" y="36303"/>
                    </a:lnTo>
                    <a:lnTo>
                      <a:pt x="15558" y="39985"/>
                    </a:lnTo>
                    <a:lnTo>
                      <a:pt x="11876" y="33294"/>
                    </a:lnTo>
                    <a:lnTo>
                      <a:pt x="0" y="35472"/>
                    </a:lnTo>
                    <a:lnTo>
                      <a:pt x="6690" y="31790"/>
                    </a:lnTo>
                    <a:lnTo>
                      <a:pt x="10372" y="38480"/>
                    </a:lnTo>
                    <a:lnTo>
                      <a:pt x="17063" y="34799"/>
                    </a:lnTo>
                    <a:lnTo>
                      <a:pt x="20745" y="41489"/>
                    </a:lnTo>
                    <a:lnTo>
                      <a:pt x="27435" y="37807"/>
                    </a:lnTo>
                    <a:lnTo>
                      <a:pt x="31117" y="44498"/>
                    </a:lnTo>
                    <a:lnTo>
                      <a:pt x="37808" y="40816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2780" y="0"/>
                    </a:lnTo>
                    <a:lnTo>
                      <a:pt x="29771" y="10372"/>
                    </a:lnTo>
                    <a:lnTo>
                      <a:pt x="24585" y="8868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6690" y="31790"/>
                    </a:lnTo>
                    <a:moveTo>
                      <a:pt x="175258" y="116155"/>
                    </a:moveTo>
                    <a:lnTo>
                      <a:pt x="223550" y="116990"/>
                    </a:lnTo>
                    <a:lnTo>
                      <a:pt x="193907" y="155122"/>
                    </a:lnTo>
                    <a:lnTo>
                      <a:pt x="175258" y="116155"/>
                    </a:lnTo>
                    <a:lnTo>
                      <a:pt x="177589" y="121026"/>
                    </a:lnTo>
                    <a:lnTo>
                      <a:pt x="213808" y="121652"/>
                    </a:lnTo>
                    <a:lnTo>
                      <a:pt x="191576" y="150252"/>
                    </a:lnTo>
                    <a:lnTo>
                      <a:pt x="196447" y="147920"/>
                    </a:lnTo>
                    <a:lnTo>
                      <a:pt x="182460" y="118695"/>
                    </a:lnTo>
                    <a:lnTo>
                      <a:pt x="177589" y="121026"/>
                    </a:lnTo>
                    <a:lnTo>
                      <a:pt x="175258" y="116155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218679" y="119321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193907" y="155122"/>
                    </a:lnTo>
                    <a:lnTo>
                      <a:pt x="194116" y="143050"/>
                    </a:lnTo>
                    <a:lnTo>
                      <a:pt x="186914" y="140510"/>
                    </a:lnTo>
                    <a:lnTo>
                      <a:pt x="189454" y="133308"/>
                    </a:lnTo>
                    <a:lnTo>
                      <a:pt x="182252" y="130768"/>
                    </a:lnTo>
                    <a:lnTo>
                      <a:pt x="184791" y="123566"/>
                    </a:lnTo>
                    <a:lnTo>
                      <a:pt x="175258" y="116155"/>
                    </a:lnTo>
                    <a:lnTo>
                      <a:pt x="182460" y="118695"/>
                    </a:lnTo>
                    <a:lnTo>
                      <a:pt x="179921" y="125897"/>
                    </a:lnTo>
                    <a:lnTo>
                      <a:pt x="187123" y="128437"/>
                    </a:lnTo>
                    <a:lnTo>
                      <a:pt x="184583" y="135639"/>
                    </a:lnTo>
                    <a:lnTo>
                      <a:pt x="191785" y="138179"/>
                    </a:lnTo>
                    <a:lnTo>
                      <a:pt x="189245" y="145381"/>
                    </a:lnTo>
                    <a:lnTo>
                      <a:pt x="196447" y="147920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23550" y="116990"/>
                    </a:lnTo>
                    <a:lnTo>
                      <a:pt x="213808" y="121652"/>
                    </a:lnTo>
                    <a:lnTo>
                      <a:pt x="211477" y="116781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182460" y="11869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16" name="Контур"/>
              <p:cNvSpPr/>
              <p:nvPr/>
            </p:nvSpPr>
            <p:spPr>
              <a:xfrm>
                <a:off x="2382918" y="9046189"/>
                <a:ext cx="393583" cy="272493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272493" fill="none">
                    <a:moveTo>
                      <a:pt x="0" y="60515"/>
                    </a:moveTo>
                    <a:lnTo>
                      <a:pt x="96574" y="0"/>
                    </a:lnTo>
                    <a:lnTo>
                      <a:pt x="108131" y="3353"/>
                    </a:lnTo>
                    <a:moveTo>
                      <a:pt x="108131" y="3353"/>
                    </a:moveTo>
                    <a:lnTo>
                      <a:pt x="229142" y="38455"/>
                    </a:lnTo>
                    <a:moveTo>
                      <a:pt x="229142" y="38455"/>
                    </a:moveTo>
                    <a:lnTo>
                      <a:pt x="290029" y="56117"/>
                    </a:lnTo>
                    <a:lnTo>
                      <a:pt x="317054" y="112587"/>
                    </a:lnTo>
                    <a:moveTo>
                      <a:pt x="317054" y="112587"/>
                    </a:moveTo>
                    <a:lnTo>
                      <a:pt x="371448" y="226241"/>
                    </a:lnTo>
                    <a:moveTo>
                      <a:pt x="371448" y="226241"/>
                    </a:moveTo>
                    <a:lnTo>
                      <a:pt x="393583" y="27249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17" name="Контур"/>
              <p:cNvSpPr/>
              <p:nvPr/>
            </p:nvSpPr>
            <p:spPr>
              <a:xfrm>
                <a:off x="2476005" y="9065932"/>
                <a:ext cx="223550" cy="155122"/>
              </a:xfrm>
              <a:custGeom>
                <a:avLst/>
                <a:gdLst/>
                <a:ahLst/>
                <a:cxnLst/>
                <a:rect l="l" t="t" r="r" b="b"/>
                <a:pathLst>
                  <a:path w="223550" h="155122" fill="none">
                    <a:moveTo>
                      <a:pt x="0" y="35472"/>
                    </a:moveTo>
                    <a:lnTo>
                      <a:pt x="32780" y="0"/>
                    </a:lnTo>
                    <a:lnTo>
                      <a:pt x="41489" y="47507"/>
                    </a:lnTo>
                    <a:lnTo>
                      <a:pt x="0" y="35472"/>
                    </a:lnTo>
                    <a:lnTo>
                      <a:pt x="5186" y="36976"/>
                    </a:lnTo>
                    <a:lnTo>
                      <a:pt x="29771" y="10372"/>
                    </a:lnTo>
                    <a:lnTo>
                      <a:pt x="36303" y="46002"/>
                    </a:lnTo>
                    <a:lnTo>
                      <a:pt x="37808" y="40816"/>
                    </a:lnTo>
                    <a:lnTo>
                      <a:pt x="6690" y="31790"/>
                    </a:lnTo>
                    <a:lnTo>
                      <a:pt x="5186" y="36976"/>
                    </a:lnTo>
                    <a:lnTo>
                      <a:pt x="0" y="35472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31275" y="518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41489" y="47507"/>
                    </a:lnTo>
                    <a:lnTo>
                      <a:pt x="32621" y="39312"/>
                    </a:lnTo>
                    <a:lnTo>
                      <a:pt x="25931" y="42994"/>
                    </a:lnTo>
                    <a:lnTo>
                      <a:pt x="22249" y="36303"/>
                    </a:lnTo>
                    <a:lnTo>
                      <a:pt x="15558" y="39985"/>
                    </a:lnTo>
                    <a:lnTo>
                      <a:pt x="11876" y="33294"/>
                    </a:lnTo>
                    <a:lnTo>
                      <a:pt x="0" y="35472"/>
                    </a:lnTo>
                    <a:lnTo>
                      <a:pt x="6690" y="31790"/>
                    </a:lnTo>
                    <a:lnTo>
                      <a:pt x="10372" y="38480"/>
                    </a:lnTo>
                    <a:lnTo>
                      <a:pt x="17063" y="34799"/>
                    </a:lnTo>
                    <a:lnTo>
                      <a:pt x="20745" y="41489"/>
                    </a:lnTo>
                    <a:lnTo>
                      <a:pt x="27435" y="37807"/>
                    </a:lnTo>
                    <a:lnTo>
                      <a:pt x="31117" y="44498"/>
                    </a:lnTo>
                    <a:lnTo>
                      <a:pt x="37808" y="40816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2780" y="0"/>
                    </a:lnTo>
                    <a:lnTo>
                      <a:pt x="29771" y="10372"/>
                    </a:lnTo>
                    <a:lnTo>
                      <a:pt x="24585" y="8868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6690" y="31790"/>
                    </a:lnTo>
                    <a:moveTo>
                      <a:pt x="175258" y="116155"/>
                    </a:moveTo>
                    <a:lnTo>
                      <a:pt x="223550" y="116990"/>
                    </a:lnTo>
                    <a:lnTo>
                      <a:pt x="193907" y="155122"/>
                    </a:lnTo>
                    <a:lnTo>
                      <a:pt x="175258" y="116155"/>
                    </a:lnTo>
                    <a:lnTo>
                      <a:pt x="177589" y="121026"/>
                    </a:lnTo>
                    <a:lnTo>
                      <a:pt x="213808" y="121652"/>
                    </a:lnTo>
                    <a:lnTo>
                      <a:pt x="191576" y="150252"/>
                    </a:lnTo>
                    <a:lnTo>
                      <a:pt x="196447" y="147920"/>
                    </a:lnTo>
                    <a:lnTo>
                      <a:pt x="182460" y="118695"/>
                    </a:lnTo>
                    <a:lnTo>
                      <a:pt x="177589" y="121026"/>
                    </a:lnTo>
                    <a:lnTo>
                      <a:pt x="175258" y="116155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218679" y="119321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193907" y="155122"/>
                    </a:lnTo>
                    <a:lnTo>
                      <a:pt x="194116" y="143050"/>
                    </a:lnTo>
                    <a:lnTo>
                      <a:pt x="186914" y="140510"/>
                    </a:lnTo>
                    <a:lnTo>
                      <a:pt x="189454" y="133308"/>
                    </a:lnTo>
                    <a:lnTo>
                      <a:pt x="182252" y="130768"/>
                    </a:lnTo>
                    <a:lnTo>
                      <a:pt x="184791" y="123566"/>
                    </a:lnTo>
                    <a:lnTo>
                      <a:pt x="175258" y="116155"/>
                    </a:lnTo>
                    <a:lnTo>
                      <a:pt x="182460" y="118695"/>
                    </a:lnTo>
                    <a:lnTo>
                      <a:pt x="179921" y="125897"/>
                    </a:lnTo>
                    <a:lnTo>
                      <a:pt x="187123" y="128437"/>
                    </a:lnTo>
                    <a:lnTo>
                      <a:pt x="184583" y="135639"/>
                    </a:lnTo>
                    <a:lnTo>
                      <a:pt x="191785" y="138179"/>
                    </a:lnTo>
                    <a:lnTo>
                      <a:pt x="189245" y="145381"/>
                    </a:lnTo>
                    <a:lnTo>
                      <a:pt x="196447" y="147920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23550" y="116990"/>
                    </a:lnTo>
                    <a:lnTo>
                      <a:pt x="213808" y="121652"/>
                    </a:lnTo>
                    <a:lnTo>
                      <a:pt x="211477" y="116781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182460" y="11869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18" name="Контур"/>
              <p:cNvSpPr/>
              <p:nvPr/>
            </p:nvSpPr>
            <p:spPr>
              <a:xfrm>
                <a:off x="2382918" y="9318682"/>
                <a:ext cx="393583" cy="188186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188186" fill="none">
                    <a:moveTo>
                      <a:pt x="393583" y="0"/>
                    </a:moveTo>
                    <a:lnTo>
                      <a:pt x="0" y="18818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19" name="Контур"/>
              <p:cNvSpPr/>
              <p:nvPr/>
            </p:nvSpPr>
            <p:spPr>
              <a:xfrm>
                <a:off x="2916492" y="8874703"/>
                <a:ext cx="93669" cy="306767"/>
              </a:xfrm>
              <a:custGeom>
                <a:avLst/>
                <a:gdLst/>
                <a:ahLst/>
                <a:cxnLst/>
                <a:rect l="l" t="t" r="r" b="b"/>
                <a:pathLst>
                  <a:path w="93669" h="306767" fill="none">
                    <a:moveTo>
                      <a:pt x="52423" y="220585"/>
                    </a:moveTo>
                    <a:lnTo>
                      <a:pt x="68741" y="254681"/>
                    </a:lnTo>
                    <a:moveTo>
                      <a:pt x="68741" y="254681"/>
                    </a:moveTo>
                    <a:lnTo>
                      <a:pt x="85059" y="288777"/>
                    </a:lnTo>
                    <a:moveTo>
                      <a:pt x="85059" y="288777"/>
                    </a:moveTo>
                    <a:lnTo>
                      <a:pt x="93669" y="306767"/>
                    </a:lnTo>
                    <a:moveTo>
                      <a:pt x="19487" y="0"/>
                    </a:moveTo>
                    <a:lnTo>
                      <a:pt x="12953" y="37231"/>
                    </a:lnTo>
                    <a:moveTo>
                      <a:pt x="12953" y="37231"/>
                    </a:moveTo>
                    <a:lnTo>
                      <a:pt x="6420" y="74462"/>
                    </a:lnTo>
                    <a:moveTo>
                      <a:pt x="6420" y="74462"/>
                    </a:moveTo>
                    <a:lnTo>
                      <a:pt x="0" y="111048"/>
                    </a:lnTo>
                    <a:lnTo>
                      <a:pt x="283" y="111639"/>
                    </a:lnTo>
                    <a:moveTo>
                      <a:pt x="283" y="111639"/>
                    </a:moveTo>
                    <a:lnTo>
                      <a:pt x="16601" y="145735"/>
                    </a:lnTo>
                    <a:moveTo>
                      <a:pt x="16601" y="145735"/>
                    </a:moveTo>
                    <a:lnTo>
                      <a:pt x="32919" y="179832"/>
                    </a:lnTo>
                    <a:moveTo>
                      <a:pt x="32919" y="179832"/>
                    </a:moveTo>
                    <a:lnTo>
                      <a:pt x="49237" y="213928"/>
                    </a:lnTo>
                    <a:moveTo>
                      <a:pt x="49237" y="213928"/>
                    </a:moveTo>
                    <a:lnTo>
                      <a:pt x="52423" y="220585"/>
                    </a:lnTo>
                    <a:moveTo>
                      <a:pt x="19487" y="0"/>
                    </a:moveTo>
                    <a:lnTo>
                      <a:pt x="12953" y="37231"/>
                    </a:lnTo>
                    <a:moveTo>
                      <a:pt x="12953" y="37231"/>
                    </a:moveTo>
                    <a:lnTo>
                      <a:pt x="6420" y="74462"/>
                    </a:lnTo>
                    <a:moveTo>
                      <a:pt x="6420" y="74462"/>
                    </a:moveTo>
                    <a:lnTo>
                      <a:pt x="0" y="111048"/>
                    </a:lnTo>
                    <a:lnTo>
                      <a:pt x="283" y="111639"/>
                    </a:lnTo>
                    <a:moveTo>
                      <a:pt x="283" y="111639"/>
                    </a:moveTo>
                    <a:lnTo>
                      <a:pt x="16601" y="145735"/>
                    </a:lnTo>
                    <a:moveTo>
                      <a:pt x="16601" y="145735"/>
                    </a:moveTo>
                    <a:lnTo>
                      <a:pt x="32919" y="179832"/>
                    </a:lnTo>
                    <a:moveTo>
                      <a:pt x="32919" y="179832"/>
                    </a:moveTo>
                    <a:lnTo>
                      <a:pt x="49237" y="213928"/>
                    </a:lnTo>
                    <a:moveTo>
                      <a:pt x="49237" y="213928"/>
                    </a:moveTo>
                    <a:lnTo>
                      <a:pt x="52423" y="220585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20" name="Контур"/>
              <p:cNvSpPr/>
              <p:nvPr/>
            </p:nvSpPr>
            <p:spPr>
              <a:xfrm>
                <a:off x="765418" y="9743275"/>
                <a:ext cx="601625" cy="444725"/>
              </a:xfrm>
              <a:custGeom>
                <a:avLst/>
                <a:gdLst/>
                <a:ahLst/>
                <a:cxnLst/>
                <a:rect l="l" t="t" r="r" b="b"/>
                <a:pathLst>
                  <a:path w="601625" h="444725" fill="none">
                    <a:moveTo>
                      <a:pt x="0" y="444725"/>
                    </a:moveTo>
                    <a:lnTo>
                      <a:pt x="41021" y="408876"/>
                    </a:lnTo>
                    <a:moveTo>
                      <a:pt x="41021" y="408876"/>
                    </a:moveTo>
                    <a:lnTo>
                      <a:pt x="135896" y="325963"/>
                    </a:lnTo>
                    <a:moveTo>
                      <a:pt x="135896" y="325963"/>
                    </a:moveTo>
                    <a:lnTo>
                      <a:pt x="230772" y="243049"/>
                    </a:lnTo>
                    <a:moveTo>
                      <a:pt x="230772" y="243049"/>
                    </a:moveTo>
                    <a:lnTo>
                      <a:pt x="273894" y="205364"/>
                    </a:lnTo>
                    <a:lnTo>
                      <a:pt x="332136" y="168869"/>
                    </a:lnTo>
                    <a:moveTo>
                      <a:pt x="332136" y="168869"/>
                    </a:moveTo>
                    <a:lnTo>
                      <a:pt x="438905" y="101964"/>
                    </a:lnTo>
                    <a:moveTo>
                      <a:pt x="438905" y="101964"/>
                    </a:moveTo>
                    <a:lnTo>
                      <a:pt x="545675" y="35060"/>
                    </a:lnTo>
                    <a:moveTo>
                      <a:pt x="545675" y="35060"/>
                    </a:moveTo>
                    <a:lnTo>
                      <a:pt x="60162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21" name="Контур"/>
              <p:cNvSpPr/>
              <p:nvPr/>
            </p:nvSpPr>
            <p:spPr>
              <a:xfrm>
                <a:off x="829810" y="9842921"/>
                <a:ext cx="439794" cy="345079"/>
              </a:xfrm>
              <a:custGeom>
                <a:avLst/>
                <a:gdLst/>
                <a:ahLst/>
                <a:cxnLst/>
                <a:rect l="l" t="t" r="r" b="b"/>
                <a:pathLst>
                  <a:path w="439794" h="345079" fill="none">
                    <a:moveTo>
                      <a:pt x="10911" y="345079"/>
                    </a:moveTo>
                    <a:lnTo>
                      <a:pt x="0" y="303148"/>
                    </a:lnTo>
                    <a:lnTo>
                      <a:pt x="44692" y="321463"/>
                    </a:lnTo>
                    <a:lnTo>
                      <a:pt x="17669" y="345079"/>
                    </a:lnTo>
                    <a:moveTo>
                      <a:pt x="15902" y="345079"/>
                    </a:moveTo>
                    <a:lnTo>
                      <a:pt x="7107" y="311281"/>
                    </a:lnTo>
                    <a:lnTo>
                      <a:pt x="40626" y="325017"/>
                    </a:lnTo>
                    <a:lnTo>
                      <a:pt x="37072" y="320951"/>
                    </a:lnTo>
                    <a:lnTo>
                      <a:pt x="12676" y="342271"/>
                    </a:lnTo>
                    <a:lnTo>
                      <a:pt x="15129" y="345079"/>
                    </a:lnTo>
                    <a:moveTo>
                      <a:pt x="12487" y="345079"/>
                    </a:move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3553" y="307215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44692" y="321463"/>
                    </a:lnTo>
                    <a:lnTo>
                      <a:pt x="33006" y="324504"/>
                    </a:lnTo>
                    <a:lnTo>
                      <a:pt x="32493" y="332124"/>
                    </a:lnTo>
                    <a:lnTo>
                      <a:pt x="24874" y="331611"/>
                    </a:lnTo>
                    <a:lnTo>
                      <a:pt x="24361" y="339231"/>
                    </a:lnTo>
                    <a:lnTo>
                      <a:pt x="16742" y="338718"/>
                    </a:lnTo>
                    <a:lnTo>
                      <a:pt x="14135" y="345079"/>
                    </a:lnTo>
                    <a:moveTo>
                      <a:pt x="12487" y="345079"/>
                    </a:moveTo>
                    <a:lnTo>
                      <a:pt x="12676" y="342271"/>
                    </a:lnTo>
                    <a:lnTo>
                      <a:pt x="20295" y="342784"/>
                    </a:lnTo>
                    <a:lnTo>
                      <a:pt x="20808" y="335165"/>
                    </a:lnTo>
                    <a:lnTo>
                      <a:pt x="28427" y="335677"/>
                    </a:lnTo>
                    <a:lnTo>
                      <a:pt x="28940" y="328058"/>
                    </a:lnTo>
                    <a:lnTo>
                      <a:pt x="36560" y="328570"/>
                    </a:lnTo>
                    <a:lnTo>
                      <a:pt x="37072" y="320951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0" y="303148"/>
                    </a:lnTo>
                    <a:lnTo>
                      <a:pt x="7107" y="311281"/>
                    </a:lnTo>
                    <a:lnTo>
                      <a:pt x="3041" y="314834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2676" y="342271"/>
                    </a:lnTo>
                    <a:moveTo>
                      <a:pt x="201914" y="184064"/>
                    </a:moveTo>
                    <a:lnTo>
                      <a:pt x="189751" y="137322"/>
                    </a:lnTo>
                    <a:lnTo>
                      <a:pt x="234443" y="155637"/>
                    </a:lnTo>
                    <a:lnTo>
                      <a:pt x="201914" y="184064"/>
                    </a:lnTo>
                    <a:lnTo>
                      <a:pt x="205980" y="180511"/>
                    </a:lnTo>
                    <a:lnTo>
                      <a:pt x="196858" y="145454"/>
                    </a:lnTo>
                    <a:lnTo>
                      <a:pt x="230377" y="159190"/>
                    </a:lnTo>
                    <a:lnTo>
                      <a:pt x="226823" y="155124"/>
                    </a:lnTo>
                    <a:lnTo>
                      <a:pt x="202427" y="176445"/>
                    </a:lnTo>
                    <a:lnTo>
                      <a:pt x="205980" y="180511"/>
                    </a:lnTo>
                    <a:lnTo>
                      <a:pt x="201914" y="184064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193305" y="141388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34443" y="155637"/>
                    </a:lnTo>
                    <a:lnTo>
                      <a:pt x="222757" y="158678"/>
                    </a:lnTo>
                    <a:lnTo>
                      <a:pt x="222245" y="166297"/>
                    </a:lnTo>
                    <a:lnTo>
                      <a:pt x="214625" y="165784"/>
                    </a:lnTo>
                    <a:lnTo>
                      <a:pt x="214112" y="173404"/>
                    </a:lnTo>
                    <a:lnTo>
                      <a:pt x="206493" y="172891"/>
                    </a:lnTo>
                    <a:lnTo>
                      <a:pt x="201914" y="184064"/>
                    </a:lnTo>
                    <a:lnTo>
                      <a:pt x="202427" y="176445"/>
                    </a:lnTo>
                    <a:lnTo>
                      <a:pt x="210046" y="176957"/>
                    </a:lnTo>
                    <a:lnTo>
                      <a:pt x="210559" y="169338"/>
                    </a:lnTo>
                    <a:lnTo>
                      <a:pt x="218179" y="169850"/>
                    </a:lnTo>
                    <a:lnTo>
                      <a:pt x="218691" y="162231"/>
                    </a:lnTo>
                    <a:lnTo>
                      <a:pt x="226311" y="162744"/>
                    </a:lnTo>
                    <a:lnTo>
                      <a:pt x="226823" y="155124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189751" y="137322"/>
                    </a:lnTo>
                    <a:lnTo>
                      <a:pt x="196858" y="145454"/>
                    </a:lnTo>
                    <a:lnTo>
                      <a:pt x="192792" y="149007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202427" y="176445"/>
                    </a:lnTo>
                    <a:moveTo>
                      <a:pt x="403187" y="48077"/>
                    </a:moveTo>
                    <a:lnTo>
                      <a:pt x="398552" y="0"/>
                    </a:lnTo>
                    <a:lnTo>
                      <a:pt x="439794" y="25138"/>
                    </a:lnTo>
                    <a:lnTo>
                      <a:pt x="403187" y="48077"/>
                    </a:lnTo>
                    <a:lnTo>
                      <a:pt x="407763" y="45209"/>
                    </a:lnTo>
                    <a:lnTo>
                      <a:pt x="404286" y="9152"/>
                    </a:lnTo>
                    <a:lnTo>
                      <a:pt x="435218" y="28005"/>
                    </a:lnTo>
                    <a:lnTo>
                      <a:pt x="432350" y="23429"/>
                    </a:lnTo>
                    <a:lnTo>
                      <a:pt x="404895" y="40633"/>
                    </a:lnTo>
                    <a:lnTo>
                      <a:pt x="407763" y="45209"/>
                    </a:lnTo>
                    <a:lnTo>
                      <a:pt x="403187" y="48077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1419" y="4576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39794" y="25138"/>
                    </a:lnTo>
                    <a:lnTo>
                      <a:pt x="427775" y="26297"/>
                    </a:lnTo>
                    <a:lnTo>
                      <a:pt x="426066" y="33740"/>
                    </a:lnTo>
                    <a:lnTo>
                      <a:pt x="418623" y="32031"/>
                    </a:lnTo>
                    <a:lnTo>
                      <a:pt x="416914" y="39475"/>
                    </a:lnTo>
                    <a:lnTo>
                      <a:pt x="409471" y="37766"/>
                    </a:lnTo>
                    <a:lnTo>
                      <a:pt x="403187" y="48077"/>
                    </a:lnTo>
                    <a:lnTo>
                      <a:pt x="404895" y="40633"/>
                    </a:lnTo>
                    <a:lnTo>
                      <a:pt x="412338" y="42342"/>
                    </a:lnTo>
                    <a:lnTo>
                      <a:pt x="414047" y="34899"/>
                    </a:lnTo>
                    <a:lnTo>
                      <a:pt x="421490" y="36607"/>
                    </a:lnTo>
                    <a:lnTo>
                      <a:pt x="423199" y="29164"/>
                    </a:lnTo>
                    <a:lnTo>
                      <a:pt x="430642" y="30873"/>
                    </a:lnTo>
                    <a:lnTo>
                      <a:pt x="432350" y="23429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398552" y="0"/>
                    </a:lnTo>
                    <a:lnTo>
                      <a:pt x="404286" y="9152"/>
                    </a:lnTo>
                    <a:lnTo>
                      <a:pt x="399710" y="12020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4895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22" name="Контур"/>
              <p:cNvSpPr/>
              <p:nvPr/>
            </p:nvSpPr>
            <p:spPr>
              <a:xfrm>
                <a:off x="252000" y="8874703"/>
                <a:ext cx="1700378" cy="1065541"/>
              </a:xfrm>
              <a:custGeom>
                <a:avLst/>
                <a:gdLst/>
                <a:ahLst/>
                <a:cxnLst/>
                <a:rect l="l" t="t" r="r" b="b"/>
                <a:pathLst>
                  <a:path w="1700378" h="1065541" fill="none">
                    <a:moveTo>
                      <a:pt x="0" y="1065541"/>
                    </a:moveTo>
                    <a:lnTo>
                      <a:pt x="29925" y="1046789"/>
                    </a:lnTo>
                    <a:moveTo>
                      <a:pt x="29925" y="1046789"/>
                    </a:moveTo>
                    <a:lnTo>
                      <a:pt x="61956" y="1026717"/>
                    </a:lnTo>
                    <a:moveTo>
                      <a:pt x="61956" y="1026717"/>
                    </a:moveTo>
                    <a:lnTo>
                      <a:pt x="93986" y="1006645"/>
                    </a:lnTo>
                    <a:moveTo>
                      <a:pt x="93986" y="1006645"/>
                    </a:moveTo>
                    <a:lnTo>
                      <a:pt x="126017" y="986573"/>
                    </a:lnTo>
                    <a:moveTo>
                      <a:pt x="126017" y="986573"/>
                    </a:moveTo>
                    <a:lnTo>
                      <a:pt x="158047" y="966501"/>
                    </a:lnTo>
                    <a:moveTo>
                      <a:pt x="158047" y="966501"/>
                    </a:moveTo>
                    <a:lnTo>
                      <a:pt x="190078" y="946429"/>
                    </a:lnTo>
                    <a:moveTo>
                      <a:pt x="190078" y="946429"/>
                    </a:moveTo>
                    <a:lnTo>
                      <a:pt x="222109" y="926357"/>
                    </a:lnTo>
                    <a:moveTo>
                      <a:pt x="222109" y="926357"/>
                    </a:moveTo>
                    <a:lnTo>
                      <a:pt x="254139" y="906285"/>
                    </a:lnTo>
                    <a:moveTo>
                      <a:pt x="254139" y="906285"/>
                    </a:moveTo>
                    <a:lnTo>
                      <a:pt x="286170" y="886213"/>
                    </a:lnTo>
                    <a:moveTo>
                      <a:pt x="286170" y="886213"/>
                    </a:moveTo>
                    <a:lnTo>
                      <a:pt x="318200" y="866141"/>
                    </a:lnTo>
                    <a:moveTo>
                      <a:pt x="318200" y="866141"/>
                    </a:moveTo>
                    <a:lnTo>
                      <a:pt x="350231" y="846069"/>
                    </a:lnTo>
                    <a:moveTo>
                      <a:pt x="350231" y="846069"/>
                    </a:moveTo>
                    <a:lnTo>
                      <a:pt x="382261" y="825997"/>
                    </a:lnTo>
                    <a:moveTo>
                      <a:pt x="382261" y="825997"/>
                    </a:moveTo>
                    <a:lnTo>
                      <a:pt x="414292" y="805925"/>
                    </a:lnTo>
                    <a:moveTo>
                      <a:pt x="414292" y="805925"/>
                    </a:moveTo>
                    <a:lnTo>
                      <a:pt x="446323" y="785853"/>
                    </a:lnTo>
                    <a:moveTo>
                      <a:pt x="446323" y="785853"/>
                    </a:moveTo>
                    <a:lnTo>
                      <a:pt x="478353" y="765781"/>
                    </a:lnTo>
                    <a:moveTo>
                      <a:pt x="478353" y="765781"/>
                    </a:moveTo>
                    <a:lnTo>
                      <a:pt x="510384" y="745710"/>
                    </a:lnTo>
                    <a:moveTo>
                      <a:pt x="510384" y="745710"/>
                    </a:moveTo>
                    <a:lnTo>
                      <a:pt x="542414" y="725638"/>
                    </a:lnTo>
                    <a:moveTo>
                      <a:pt x="542414" y="725638"/>
                    </a:moveTo>
                    <a:lnTo>
                      <a:pt x="574445" y="705566"/>
                    </a:lnTo>
                    <a:moveTo>
                      <a:pt x="574445" y="705566"/>
                    </a:moveTo>
                    <a:lnTo>
                      <a:pt x="606475" y="685494"/>
                    </a:lnTo>
                    <a:moveTo>
                      <a:pt x="606475" y="685494"/>
                    </a:moveTo>
                    <a:lnTo>
                      <a:pt x="638506" y="665422"/>
                    </a:lnTo>
                    <a:moveTo>
                      <a:pt x="638506" y="665422"/>
                    </a:moveTo>
                    <a:lnTo>
                      <a:pt x="670537" y="645350"/>
                    </a:lnTo>
                    <a:moveTo>
                      <a:pt x="670537" y="645350"/>
                    </a:moveTo>
                    <a:lnTo>
                      <a:pt x="702567" y="625278"/>
                    </a:lnTo>
                    <a:moveTo>
                      <a:pt x="702567" y="625278"/>
                    </a:moveTo>
                    <a:lnTo>
                      <a:pt x="734598" y="605206"/>
                    </a:lnTo>
                    <a:moveTo>
                      <a:pt x="734598" y="605206"/>
                    </a:moveTo>
                    <a:lnTo>
                      <a:pt x="766628" y="585134"/>
                    </a:lnTo>
                    <a:moveTo>
                      <a:pt x="766628" y="585134"/>
                    </a:moveTo>
                    <a:lnTo>
                      <a:pt x="798659" y="565062"/>
                    </a:lnTo>
                    <a:moveTo>
                      <a:pt x="798659" y="565062"/>
                    </a:moveTo>
                    <a:lnTo>
                      <a:pt x="830689" y="544990"/>
                    </a:lnTo>
                    <a:moveTo>
                      <a:pt x="830689" y="544990"/>
                    </a:moveTo>
                    <a:lnTo>
                      <a:pt x="862720" y="524918"/>
                    </a:lnTo>
                    <a:moveTo>
                      <a:pt x="862720" y="524918"/>
                    </a:moveTo>
                    <a:lnTo>
                      <a:pt x="894750" y="504846"/>
                    </a:lnTo>
                    <a:moveTo>
                      <a:pt x="894750" y="504846"/>
                    </a:moveTo>
                    <a:lnTo>
                      <a:pt x="926781" y="484774"/>
                    </a:lnTo>
                    <a:moveTo>
                      <a:pt x="926781" y="484774"/>
                    </a:moveTo>
                    <a:lnTo>
                      <a:pt x="958812" y="464702"/>
                    </a:lnTo>
                    <a:moveTo>
                      <a:pt x="958812" y="464702"/>
                    </a:moveTo>
                    <a:lnTo>
                      <a:pt x="990842" y="444630"/>
                    </a:lnTo>
                    <a:moveTo>
                      <a:pt x="990842" y="444630"/>
                    </a:moveTo>
                    <a:lnTo>
                      <a:pt x="1022873" y="424558"/>
                    </a:lnTo>
                    <a:moveTo>
                      <a:pt x="1022873" y="424558"/>
                    </a:moveTo>
                    <a:lnTo>
                      <a:pt x="1054903" y="404486"/>
                    </a:lnTo>
                    <a:moveTo>
                      <a:pt x="1054903" y="404486"/>
                    </a:moveTo>
                    <a:lnTo>
                      <a:pt x="1086934" y="384415"/>
                    </a:lnTo>
                    <a:moveTo>
                      <a:pt x="1086934" y="384415"/>
                    </a:moveTo>
                    <a:lnTo>
                      <a:pt x="1118964" y="364343"/>
                    </a:lnTo>
                    <a:moveTo>
                      <a:pt x="1118964" y="364343"/>
                    </a:moveTo>
                    <a:lnTo>
                      <a:pt x="1150995" y="344271"/>
                    </a:lnTo>
                    <a:moveTo>
                      <a:pt x="1150995" y="344271"/>
                    </a:moveTo>
                    <a:lnTo>
                      <a:pt x="1183026" y="324199"/>
                    </a:lnTo>
                    <a:moveTo>
                      <a:pt x="1183026" y="324199"/>
                    </a:moveTo>
                    <a:lnTo>
                      <a:pt x="1215056" y="304127"/>
                    </a:lnTo>
                    <a:moveTo>
                      <a:pt x="1215056" y="304127"/>
                    </a:moveTo>
                    <a:lnTo>
                      <a:pt x="1247087" y="284055"/>
                    </a:lnTo>
                    <a:moveTo>
                      <a:pt x="1247087" y="284055"/>
                    </a:moveTo>
                    <a:lnTo>
                      <a:pt x="1279117" y="263983"/>
                    </a:lnTo>
                    <a:moveTo>
                      <a:pt x="1279117" y="263983"/>
                    </a:moveTo>
                    <a:lnTo>
                      <a:pt x="1311148" y="243911"/>
                    </a:lnTo>
                    <a:moveTo>
                      <a:pt x="1311148" y="243911"/>
                    </a:moveTo>
                    <a:lnTo>
                      <a:pt x="1343178" y="223839"/>
                    </a:lnTo>
                    <a:moveTo>
                      <a:pt x="1343178" y="223839"/>
                    </a:moveTo>
                    <a:lnTo>
                      <a:pt x="1375209" y="203767"/>
                    </a:lnTo>
                    <a:moveTo>
                      <a:pt x="1375209" y="203767"/>
                    </a:moveTo>
                    <a:lnTo>
                      <a:pt x="1407240" y="183695"/>
                    </a:lnTo>
                    <a:moveTo>
                      <a:pt x="1407240" y="183695"/>
                    </a:moveTo>
                    <a:lnTo>
                      <a:pt x="1439270" y="163623"/>
                    </a:lnTo>
                    <a:moveTo>
                      <a:pt x="1439270" y="163623"/>
                    </a:moveTo>
                    <a:lnTo>
                      <a:pt x="1471301" y="143551"/>
                    </a:lnTo>
                    <a:moveTo>
                      <a:pt x="1471301" y="143551"/>
                    </a:moveTo>
                    <a:lnTo>
                      <a:pt x="1503331" y="123479"/>
                    </a:lnTo>
                    <a:moveTo>
                      <a:pt x="1503331" y="123479"/>
                    </a:moveTo>
                    <a:lnTo>
                      <a:pt x="1535362" y="103407"/>
                    </a:lnTo>
                    <a:moveTo>
                      <a:pt x="1535362" y="103407"/>
                    </a:moveTo>
                    <a:lnTo>
                      <a:pt x="1567392" y="83335"/>
                    </a:lnTo>
                    <a:moveTo>
                      <a:pt x="1567392" y="83335"/>
                    </a:moveTo>
                    <a:lnTo>
                      <a:pt x="1599423" y="63263"/>
                    </a:lnTo>
                    <a:moveTo>
                      <a:pt x="1599423" y="63263"/>
                    </a:moveTo>
                    <a:lnTo>
                      <a:pt x="1631453" y="43192"/>
                    </a:lnTo>
                    <a:moveTo>
                      <a:pt x="1631453" y="43192"/>
                    </a:moveTo>
                    <a:lnTo>
                      <a:pt x="1663484" y="23120"/>
                    </a:lnTo>
                    <a:moveTo>
                      <a:pt x="1663484" y="23120"/>
                    </a:moveTo>
                    <a:lnTo>
                      <a:pt x="1695515" y="3048"/>
                    </a:lnTo>
                    <a:moveTo>
                      <a:pt x="1695515" y="3048"/>
                    </a:moveTo>
                    <a:lnTo>
                      <a:pt x="1700378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23" name="Контур"/>
              <p:cNvSpPr/>
              <p:nvPr/>
            </p:nvSpPr>
            <p:spPr>
              <a:xfrm>
                <a:off x="765418" y="9743275"/>
                <a:ext cx="601625" cy="444725"/>
              </a:xfrm>
              <a:custGeom>
                <a:avLst/>
                <a:gdLst/>
                <a:ahLst/>
                <a:cxnLst/>
                <a:rect l="l" t="t" r="r" b="b"/>
                <a:pathLst>
                  <a:path w="601625" h="444725" fill="none">
                    <a:moveTo>
                      <a:pt x="0" y="444725"/>
                    </a:moveTo>
                    <a:lnTo>
                      <a:pt x="41021" y="408876"/>
                    </a:lnTo>
                    <a:moveTo>
                      <a:pt x="41021" y="408876"/>
                    </a:moveTo>
                    <a:lnTo>
                      <a:pt x="135896" y="325963"/>
                    </a:lnTo>
                    <a:moveTo>
                      <a:pt x="135896" y="325963"/>
                    </a:moveTo>
                    <a:lnTo>
                      <a:pt x="230772" y="243049"/>
                    </a:lnTo>
                    <a:moveTo>
                      <a:pt x="230772" y="243049"/>
                    </a:moveTo>
                    <a:lnTo>
                      <a:pt x="273894" y="205364"/>
                    </a:lnTo>
                    <a:lnTo>
                      <a:pt x="332136" y="168869"/>
                    </a:lnTo>
                    <a:moveTo>
                      <a:pt x="332136" y="168869"/>
                    </a:moveTo>
                    <a:lnTo>
                      <a:pt x="438905" y="101964"/>
                    </a:lnTo>
                    <a:moveTo>
                      <a:pt x="438905" y="101964"/>
                    </a:moveTo>
                    <a:lnTo>
                      <a:pt x="545675" y="35060"/>
                    </a:lnTo>
                    <a:moveTo>
                      <a:pt x="545675" y="35060"/>
                    </a:moveTo>
                    <a:lnTo>
                      <a:pt x="60162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24" name="Контур"/>
              <p:cNvSpPr/>
              <p:nvPr/>
            </p:nvSpPr>
            <p:spPr>
              <a:xfrm>
                <a:off x="829810" y="9842921"/>
                <a:ext cx="439794" cy="345079"/>
              </a:xfrm>
              <a:custGeom>
                <a:avLst/>
                <a:gdLst/>
                <a:ahLst/>
                <a:cxnLst/>
                <a:rect l="l" t="t" r="r" b="b"/>
                <a:pathLst>
                  <a:path w="439794" h="345079" fill="none">
                    <a:moveTo>
                      <a:pt x="10911" y="345079"/>
                    </a:moveTo>
                    <a:lnTo>
                      <a:pt x="0" y="303148"/>
                    </a:lnTo>
                    <a:lnTo>
                      <a:pt x="44692" y="321463"/>
                    </a:lnTo>
                    <a:lnTo>
                      <a:pt x="17669" y="345079"/>
                    </a:lnTo>
                    <a:moveTo>
                      <a:pt x="15902" y="345079"/>
                    </a:moveTo>
                    <a:lnTo>
                      <a:pt x="7107" y="311281"/>
                    </a:lnTo>
                    <a:lnTo>
                      <a:pt x="40626" y="325017"/>
                    </a:lnTo>
                    <a:lnTo>
                      <a:pt x="37072" y="320951"/>
                    </a:lnTo>
                    <a:lnTo>
                      <a:pt x="12676" y="342271"/>
                    </a:lnTo>
                    <a:lnTo>
                      <a:pt x="15129" y="345079"/>
                    </a:lnTo>
                    <a:moveTo>
                      <a:pt x="12487" y="345079"/>
                    </a:move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3553" y="307215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44692" y="321463"/>
                    </a:lnTo>
                    <a:lnTo>
                      <a:pt x="33006" y="324504"/>
                    </a:lnTo>
                    <a:lnTo>
                      <a:pt x="32493" y="332124"/>
                    </a:lnTo>
                    <a:lnTo>
                      <a:pt x="24874" y="331611"/>
                    </a:lnTo>
                    <a:lnTo>
                      <a:pt x="24361" y="339231"/>
                    </a:lnTo>
                    <a:lnTo>
                      <a:pt x="16742" y="338718"/>
                    </a:lnTo>
                    <a:lnTo>
                      <a:pt x="14135" y="345079"/>
                    </a:lnTo>
                    <a:moveTo>
                      <a:pt x="12487" y="345079"/>
                    </a:moveTo>
                    <a:lnTo>
                      <a:pt x="12676" y="342271"/>
                    </a:lnTo>
                    <a:lnTo>
                      <a:pt x="20295" y="342784"/>
                    </a:lnTo>
                    <a:lnTo>
                      <a:pt x="20808" y="335165"/>
                    </a:lnTo>
                    <a:lnTo>
                      <a:pt x="28427" y="335677"/>
                    </a:lnTo>
                    <a:lnTo>
                      <a:pt x="28940" y="328058"/>
                    </a:lnTo>
                    <a:lnTo>
                      <a:pt x="36560" y="328570"/>
                    </a:lnTo>
                    <a:lnTo>
                      <a:pt x="37072" y="320951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0" y="303148"/>
                    </a:lnTo>
                    <a:lnTo>
                      <a:pt x="7107" y="311281"/>
                    </a:lnTo>
                    <a:lnTo>
                      <a:pt x="3041" y="314834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2676" y="342271"/>
                    </a:lnTo>
                    <a:moveTo>
                      <a:pt x="201914" y="184064"/>
                    </a:moveTo>
                    <a:lnTo>
                      <a:pt x="189751" y="137322"/>
                    </a:lnTo>
                    <a:lnTo>
                      <a:pt x="234443" y="155637"/>
                    </a:lnTo>
                    <a:lnTo>
                      <a:pt x="201914" y="184064"/>
                    </a:lnTo>
                    <a:lnTo>
                      <a:pt x="205980" y="180511"/>
                    </a:lnTo>
                    <a:lnTo>
                      <a:pt x="196858" y="145454"/>
                    </a:lnTo>
                    <a:lnTo>
                      <a:pt x="230377" y="159190"/>
                    </a:lnTo>
                    <a:lnTo>
                      <a:pt x="226823" y="155124"/>
                    </a:lnTo>
                    <a:lnTo>
                      <a:pt x="202427" y="176445"/>
                    </a:lnTo>
                    <a:lnTo>
                      <a:pt x="205980" y="180511"/>
                    </a:lnTo>
                    <a:lnTo>
                      <a:pt x="201914" y="184064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193305" y="141388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34443" y="155637"/>
                    </a:lnTo>
                    <a:lnTo>
                      <a:pt x="222757" y="158678"/>
                    </a:lnTo>
                    <a:lnTo>
                      <a:pt x="222245" y="166297"/>
                    </a:lnTo>
                    <a:lnTo>
                      <a:pt x="214625" y="165784"/>
                    </a:lnTo>
                    <a:lnTo>
                      <a:pt x="214112" y="173404"/>
                    </a:lnTo>
                    <a:lnTo>
                      <a:pt x="206493" y="172891"/>
                    </a:lnTo>
                    <a:lnTo>
                      <a:pt x="201914" y="184064"/>
                    </a:lnTo>
                    <a:lnTo>
                      <a:pt x="202427" y="176445"/>
                    </a:lnTo>
                    <a:lnTo>
                      <a:pt x="210046" y="176957"/>
                    </a:lnTo>
                    <a:lnTo>
                      <a:pt x="210559" y="169338"/>
                    </a:lnTo>
                    <a:lnTo>
                      <a:pt x="218179" y="169850"/>
                    </a:lnTo>
                    <a:lnTo>
                      <a:pt x="218691" y="162231"/>
                    </a:lnTo>
                    <a:lnTo>
                      <a:pt x="226311" y="162744"/>
                    </a:lnTo>
                    <a:lnTo>
                      <a:pt x="226823" y="155124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189751" y="137322"/>
                    </a:lnTo>
                    <a:lnTo>
                      <a:pt x="196858" y="145454"/>
                    </a:lnTo>
                    <a:lnTo>
                      <a:pt x="192792" y="149007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202427" y="176445"/>
                    </a:lnTo>
                    <a:moveTo>
                      <a:pt x="403187" y="48077"/>
                    </a:moveTo>
                    <a:lnTo>
                      <a:pt x="398552" y="0"/>
                    </a:lnTo>
                    <a:lnTo>
                      <a:pt x="439794" y="25138"/>
                    </a:lnTo>
                    <a:lnTo>
                      <a:pt x="403187" y="48077"/>
                    </a:lnTo>
                    <a:lnTo>
                      <a:pt x="407763" y="45209"/>
                    </a:lnTo>
                    <a:lnTo>
                      <a:pt x="404286" y="9152"/>
                    </a:lnTo>
                    <a:lnTo>
                      <a:pt x="435218" y="28005"/>
                    </a:lnTo>
                    <a:lnTo>
                      <a:pt x="432350" y="23429"/>
                    </a:lnTo>
                    <a:lnTo>
                      <a:pt x="404895" y="40633"/>
                    </a:lnTo>
                    <a:lnTo>
                      <a:pt x="407763" y="45209"/>
                    </a:lnTo>
                    <a:lnTo>
                      <a:pt x="403187" y="48077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1419" y="4576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39794" y="25138"/>
                    </a:lnTo>
                    <a:lnTo>
                      <a:pt x="427775" y="26297"/>
                    </a:lnTo>
                    <a:lnTo>
                      <a:pt x="426066" y="33740"/>
                    </a:lnTo>
                    <a:lnTo>
                      <a:pt x="418623" y="32031"/>
                    </a:lnTo>
                    <a:lnTo>
                      <a:pt x="416914" y="39475"/>
                    </a:lnTo>
                    <a:lnTo>
                      <a:pt x="409471" y="37766"/>
                    </a:lnTo>
                    <a:lnTo>
                      <a:pt x="403187" y="48077"/>
                    </a:lnTo>
                    <a:lnTo>
                      <a:pt x="404895" y="40633"/>
                    </a:lnTo>
                    <a:lnTo>
                      <a:pt x="412338" y="42342"/>
                    </a:lnTo>
                    <a:lnTo>
                      <a:pt x="414047" y="34899"/>
                    </a:lnTo>
                    <a:lnTo>
                      <a:pt x="421490" y="36607"/>
                    </a:lnTo>
                    <a:lnTo>
                      <a:pt x="423199" y="29164"/>
                    </a:lnTo>
                    <a:lnTo>
                      <a:pt x="430642" y="30873"/>
                    </a:lnTo>
                    <a:lnTo>
                      <a:pt x="432350" y="23429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398552" y="0"/>
                    </a:lnTo>
                    <a:lnTo>
                      <a:pt x="404286" y="9152"/>
                    </a:lnTo>
                    <a:lnTo>
                      <a:pt x="399710" y="12020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4895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25" name="Контур"/>
              <p:cNvSpPr/>
              <p:nvPr/>
            </p:nvSpPr>
            <p:spPr>
              <a:xfrm>
                <a:off x="1224543" y="9998504"/>
                <a:ext cx="302434" cy="189496"/>
              </a:xfrm>
              <a:custGeom>
                <a:avLst/>
                <a:gdLst/>
                <a:ahLst/>
                <a:cxnLst/>
                <a:rect l="l" t="t" r="r" b="b"/>
                <a:pathLst>
                  <a:path w="302434" h="189496" fill="none">
                    <a:moveTo>
                      <a:pt x="302434" y="0"/>
                    </a:moveTo>
                    <a:lnTo>
                      <a:pt x="195661" y="66901"/>
                    </a:lnTo>
                    <a:moveTo>
                      <a:pt x="195661" y="66901"/>
                    </a:moveTo>
                    <a:lnTo>
                      <a:pt x="88889" y="133801"/>
                    </a:lnTo>
                    <a:moveTo>
                      <a:pt x="88889" y="133801"/>
                    </a:moveTo>
                    <a:lnTo>
                      <a:pt x="0" y="18949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26" name="Контур"/>
              <p:cNvSpPr/>
              <p:nvPr/>
            </p:nvSpPr>
            <p:spPr>
              <a:xfrm>
                <a:off x="1141380" y="10019645"/>
                <a:ext cx="254786" cy="168355"/>
              </a:xfrm>
              <a:custGeom>
                <a:avLst/>
                <a:gdLst/>
                <a:ahLst/>
                <a:cxnLst/>
                <a:rect l="l" t="t" r="r" b="b"/>
                <a:pathLst>
                  <a:path w="254786" h="168355" fill="none">
                    <a:moveTo>
                      <a:pt x="250153" y="0"/>
                    </a:moveTo>
                    <a:lnTo>
                      <a:pt x="254786" y="48076"/>
                    </a:lnTo>
                    <a:lnTo>
                      <a:pt x="213545" y="22937"/>
                    </a:lnTo>
                    <a:lnTo>
                      <a:pt x="250153" y="0"/>
                    </a:lnTo>
                    <a:lnTo>
                      <a:pt x="245577" y="2867"/>
                    </a:lnTo>
                    <a:lnTo>
                      <a:pt x="249052" y="38925"/>
                    </a:lnTo>
                    <a:lnTo>
                      <a:pt x="218121" y="20070"/>
                    </a:lnTo>
                    <a:lnTo>
                      <a:pt x="220988" y="24646"/>
                    </a:lnTo>
                    <a:lnTo>
                      <a:pt x="248444" y="7443"/>
                    </a:lnTo>
                    <a:lnTo>
                      <a:pt x="245577" y="2867"/>
                    </a:lnTo>
                    <a:lnTo>
                      <a:pt x="250153" y="0"/>
                    </a:lnTo>
                    <a:lnTo>
                      <a:pt x="246735" y="14886"/>
                    </a:lnTo>
                    <a:lnTo>
                      <a:pt x="251311" y="12019"/>
                    </a:lnTo>
                    <a:lnTo>
                      <a:pt x="247894" y="26905"/>
                    </a:lnTo>
                    <a:lnTo>
                      <a:pt x="252470" y="24038"/>
                    </a:lnTo>
                    <a:lnTo>
                      <a:pt x="251919" y="43501"/>
                    </a:lnTo>
                    <a:lnTo>
                      <a:pt x="234166" y="35507"/>
                    </a:lnTo>
                    <a:lnTo>
                      <a:pt x="238742" y="32640"/>
                    </a:lnTo>
                    <a:lnTo>
                      <a:pt x="223855" y="29222"/>
                    </a:lnTo>
                    <a:lnTo>
                      <a:pt x="228431" y="26355"/>
                    </a:lnTo>
                    <a:lnTo>
                      <a:pt x="213545" y="22937"/>
                    </a:lnTo>
                    <a:lnTo>
                      <a:pt x="225564" y="21779"/>
                    </a:lnTo>
                    <a:lnTo>
                      <a:pt x="227273" y="14336"/>
                    </a:lnTo>
                    <a:lnTo>
                      <a:pt x="234716" y="16045"/>
                    </a:lnTo>
                    <a:lnTo>
                      <a:pt x="236425" y="8602"/>
                    </a:lnTo>
                    <a:lnTo>
                      <a:pt x="243868" y="10310"/>
                    </a:lnTo>
                    <a:lnTo>
                      <a:pt x="250153" y="0"/>
                    </a:lnTo>
                    <a:lnTo>
                      <a:pt x="248444" y="7443"/>
                    </a:lnTo>
                    <a:lnTo>
                      <a:pt x="241001" y="5734"/>
                    </a:lnTo>
                    <a:lnTo>
                      <a:pt x="239292" y="13178"/>
                    </a:lnTo>
                    <a:lnTo>
                      <a:pt x="231849" y="11469"/>
                    </a:lnTo>
                    <a:lnTo>
                      <a:pt x="230140" y="18912"/>
                    </a:lnTo>
                    <a:lnTo>
                      <a:pt x="222697" y="17203"/>
                    </a:lnTo>
                    <a:lnTo>
                      <a:pt x="220988" y="24646"/>
                    </a:lnTo>
                    <a:lnTo>
                      <a:pt x="223855" y="29222"/>
                    </a:lnTo>
                    <a:lnTo>
                      <a:pt x="228431" y="26355"/>
                    </a:lnTo>
                    <a:lnTo>
                      <a:pt x="234166" y="35507"/>
                    </a:lnTo>
                    <a:lnTo>
                      <a:pt x="238742" y="32640"/>
                    </a:lnTo>
                    <a:lnTo>
                      <a:pt x="254786" y="48076"/>
                    </a:lnTo>
                    <a:lnTo>
                      <a:pt x="249052" y="38925"/>
                    </a:lnTo>
                    <a:lnTo>
                      <a:pt x="253628" y="36057"/>
                    </a:lnTo>
                    <a:lnTo>
                      <a:pt x="247894" y="26905"/>
                    </a:lnTo>
                    <a:lnTo>
                      <a:pt x="252470" y="24038"/>
                    </a:lnTo>
                    <a:lnTo>
                      <a:pt x="246735" y="14886"/>
                    </a:lnTo>
                    <a:lnTo>
                      <a:pt x="251311" y="12019"/>
                    </a:lnTo>
                    <a:lnTo>
                      <a:pt x="248444" y="7443"/>
                    </a:lnTo>
                    <a:moveTo>
                      <a:pt x="36608" y="133801"/>
                    </a:moveTo>
                    <a:lnTo>
                      <a:pt x="39938" y="168355"/>
                    </a:lnTo>
                    <a:moveTo>
                      <a:pt x="19058" y="168355"/>
                    </a:moveTo>
                    <a:lnTo>
                      <a:pt x="0" y="156738"/>
                    </a:lnTo>
                    <a:lnTo>
                      <a:pt x="36608" y="133801"/>
                    </a:lnTo>
                    <a:lnTo>
                      <a:pt x="32032" y="136668"/>
                    </a:lnTo>
                    <a:lnTo>
                      <a:pt x="35086" y="168355"/>
                    </a:lnTo>
                    <a:moveTo>
                      <a:pt x="28338" y="168355"/>
                    </a:moveTo>
                    <a:lnTo>
                      <a:pt x="4576" y="153871"/>
                    </a:lnTo>
                    <a:lnTo>
                      <a:pt x="7443" y="158447"/>
                    </a:lnTo>
                    <a:lnTo>
                      <a:pt x="34899" y="141244"/>
                    </a:lnTo>
                    <a:lnTo>
                      <a:pt x="32032" y="136668"/>
                    </a:lnTo>
                    <a:lnTo>
                      <a:pt x="36608" y="133801"/>
                    </a:lnTo>
                    <a:lnTo>
                      <a:pt x="33190" y="148687"/>
                    </a:lnTo>
                    <a:lnTo>
                      <a:pt x="37766" y="145820"/>
                    </a:lnTo>
                    <a:lnTo>
                      <a:pt x="34349" y="160706"/>
                    </a:lnTo>
                    <a:lnTo>
                      <a:pt x="38925" y="157839"/>
                    </a:lnTo>
                    <a:lnTo>
                      <a:pt x="38627" y="168355"/>
                    </a:lnTo>
                    <a:moveTo>
                      <a:pt x="22141" y="168355"/>
                    </a:moveTo>
                    <a:lnTo>
                      <a:pt x="25197" y="166440"/>
                    </a:lnTo>
                    <a:lnTo>
                      <a:pt x="10311" y="163023"/>
                    </a:lnTo>
                    <a:lnTo>
                      <a:pt x="14887" y="160156"/>
                    </a:lnTo>
                    <a:lnTo>
                      <a:pt x="0" y="156738"/>
                    </a:lnTo>
                    <a:lnTo>
                      <a:pt x="12019" y="155580"/>
                    </a:lnTo>
                    <a:lnTo>
                      <a:pt x="13728" y="148137"/>
                    </a:lnTo>
                    <a:lnTo>
                      <a:pt x="21171" y="149845"/>
                    </a:lnTo>
                    <a:lnTo>
                      <a:pt x="22880" y="142402"/>
                    </a:lnTo>
                    <a:lnTo>
                      <a:pt x="30323" y="144111"/>
                    </a:lnTo>
                    <a:lnTo>
                      <a:pt x="36608" y="133801"/>
                    </a:lnTo>
                    <a:lnTo>
                      <a:pt x="34899" y="141244"/>
                    </a:lnTo>
                    <a:lnTo>
                      <a:pt x="27456" y="139535"/>
                    </a:lnTo>
                    <a:lnTo>
                      <a:pt x="25747" y="146978"/>
                    </a:lnTo>
                    <a:lnTo>
                      <a:pt x="18304" y="145269"/>
                    </a:lnTo>
                    <a:lnTo>
                      <a:pt x="16595" y="152713"/>
                    </a:lnTo>
                    <a:lnTo>
                      <a:pt x="9152" y="151004"/>
                    </a:lnTo>
                    <a:lnTo>
                      <a:pt x="7443" y="158447"/>
                    </a:lnTo>
                    <a:lnTo>
                      <a:pt x="10311" y="163023"/>
                    </a:lnTo>
                    <a:lnTo>
                      <a:pt x="14887" y="160156"/>
                    </a:lnTo>
                    <a:lnTo>
                      <a:pt x="20024" y="168355"/>
                    </a:lnTo>
                    <a:moveTo>
                      <a:pt x="22141" y="168355"/>
                    </a:moveTo>
                    <a:lnTo>
                      <a:pt x="25197" y="166440"/>
                    </a:lnTo>
                    <a:lnTo>
                      <a:pt x="27187" y="168355"/>
                    </a:lnTo>
                    <a:moveTo>
                      <a:pt x="39141" y="168355"/>
                    </a:moveTo>
                    <a:lnTo>
                      <a:pt x="34349" y="160706"/>
                    </a:lnTo>
                    <a:lnTo>
                      <a:pt x="38925" y="157839"/>
                    </a:lnTo>
                    <a:lnTo>
                      <a:pt x="33190" y="148687"/>
                    </a:lnTo>
                    <a:lnTo>
                      <a:pt x="37766" y="145820"/>
                    </a:lnTo>
                    <a:lnTo>
                      <a:pt x="34899" y="14124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27" name="Контур"/>
              <p:cNvSpPr/>
              <p:nvPr/>
            </p:nvSpPr>
            <p:spPr>
              <a:xfrm>
                <a:off x="252000" y="6894343"/>
                <a:ext cx="1503348" cy="907943"/>
              </a:xfrm>
              <a:custGeom>
                <a:avLst/>
                <a:gdLst/>
                <a:ahLst/>
                <a:cxnLst/>
                <a:rect l="l" t="t" r="r" b="b"/>
                <a:pathLst>
                  <a:path w="1503348" h="907943" fill="none">
                    <a:moveTo>
                      <a:pt x="0" y="907943"/>
                    </a:moveTo>
                    <a:lnTo>
                      <a:pt x="32937" y="889976"/>
                    </a:lnTo>
                    <a:moveTo>
                      <a:pt x="32937" y="889976"/>
                    </a:moveTo>
                    <a:lnTo>
                      <a:pt x="66120" y="871874"/>
                    </a:lnTo>
                    <a:moveTo>
                      <a:pt x="66120" y="871874"/>
                    </a:moveTo>
                    <a:lnTo>
                      <a:pt x="99304" y="853772"/>
                    </a:lnTo>
                    <a:moveTo>
                      <a:pt x="99304" y="853772"/>
                    </a:moveTo>
                    <a:lnTo>
                      <a:pt x="100518" y="853110"/>
                    </a:lnTo>
                    <a:moveTo>
                      <a:pt x="100518" y="853110"/>
                    </a:moveTo>
                    <a:lnTo>
                      <a:pt x="132815" y="833469"/>
                    </a:lnTo>
                    <a:moveTo>
                      <a:pt x="132815" y="833469"/>
                    </a:moveTo>
                    <a:lnTo>
                      <a:pt x="165112" y="813829"/>
                    </a:lnTo>
                    <a:moveTo>
                      <a:pt x="165112" y="813829"/>
                    </a:moveTo>
                    <a:lnTo>
                      <a:pt x="197408" y="794188"/>
                    </a:lnTo>
                    <a:moveTo>
                      <a:pt x="197408" y="794188"/>
                    </a:moveTo>
                    <a:lnTo>
                      <a:pt x="229705" y="774547"/>
                    </a:lnTo>
                    <a:moveTo>
                      <a:pt x="229705" y="774547"/>
                    </a:moveTo>
                    <a:lnTo>
                      <a:pt x="262002" y="754906"/>
                    </a:lnTo>
                    <a:moveTo>
                      <a:pt x="262002" y="754906"/>
                    </a:moveTo>
                    <a:lnTo>
                      <a:pt x="294299" y="735265"/>
                    </a:lnTo>
                    <a:moveTo>
                      <a:pt x="294299" y="735265"/>
                    </a:moveTo>
                    <a:lnTo>
                      <a:pt x="326595" y="715625"/>
                    </a:lnTo>
                    <a:moveTo>
                      <a:pt x="326595" y="715625"/>
                    </a:moveTo>
                    <a:lnTo>
                      <a:pt x="358892" y="695984"/>
                    </a:lnTo>
                    <a:moveTo>
                      <a:pt x="358892" y="695984"/>
                    </a:moveTo>
                    <a:lnTo>
                      <a:pt x="391189" y="676343"/>
                    </a:lnTo>
                    <a:moveTo>
                      <a:pt x="391189" y="676343"/>
                    </a:moveTo>
                    <a:lnTo>
                      <a:pt x="423486" y="656702"/>
                    </a:lnTo>
                    <a:moveTo>
                      <a:pt x="423486" y="656702"/>
                    </a:moveTo>
                    <a:lnTo>
                      <a:pt x="455782" y="637062"/>
                    </a:lnTo>
                    <a:moveTo>
                      <a:pt x="455782" y="637062"/>
                    </a:moveTo>
                    <a:lnTo>
                      <a:pt x="488079" y="617421"/>
                    </a:lnTo>
                    <a:moveTo>
                      <a:pt x="488079" y="617421"/>
                    </a:moveTo>
                    <a:lnTo>
                      <a:pt x="520376" y="597780"/>
                    </a:lnTo>
                    <a:moveTo>
                      <a:pt x="520376" y="597780"/>
                    </a:moveTo>
                    <a:lnTo>
                      <a:pt x="552673" y="578139"/>
                    </a:lnTo>
                    <a:moveTo>
                      <a:pt x="552673" y="578139"/>
                    </a:moveTo>
                    <a:lnTo>
                      <a:pt x="584969" y="558498"/>
                    </a:lnTo>
                    <a:moveTo>
                      <a:pt x="584969" y="558498"/>
                    </a:moveTo>
                    <a:lnTo>
                      <a:pt x="617266" y="538858"/>
                    </a:lnTo>
                    <a:moveTo>
                      <a:pt x="617266" y="538858"/>
                    </a:moveTo>
                    <a:lnTo>
                      <a:pt x="649563" y="519217"/>
                    </a:lnTo>
                    <a:moveTo>
                      <a:pt x="649563" y="519217"/>
                    </a:moveTo>
                    <a:lnTo>
                      <a:pt x="681860" y="499576"/>
                    </a:lnTo>
                    <a:moveTo>
                      <a:pt x="681860" y="499576"/>
                    </a:moveTo>
                    <a:lnTo>
                      <a:pt x="714156" y="479935"/>
                    </a:lnTo>
                    <a:moveTo>
                      <a:pt x="714156" y="479935"/>
                    </a:moveTo>
                    <a:lnTo>
                      <a:pt x="746453" y="460295"/>
                    </a:lnTo>
                    <a:moveTo>
                      <a:pt x="746453" y="460295"/>
                    </a:moveTo>
                    <a:lnTo>
                      <a:pt x="778750" y="440654"/>
                    </a:lnTo>
                    <a:moveTo>
                      <a:pt x="778750" y="440654"/>
                    </a:moveTo>
                    <a:lnTo>
                      <a:pt x="811046" y="421013"/>
                    </a:lnTo>
                    <a:moveTo>
                      <a:pt x="811046" y="421013"/>
                    </a:moveTo>
                    <a:lnTo>
                      <a:pt x="843343" y="401372"/>
                    </a:lnTo>
                    <a:moveTo>
                      <a:pt x="843343" y="401372"/>
                    </a:moveTo>
                    <a:lnTo>
                      <a:pt x="875640" y="381731"/>
                    </a:lnTo>
                    <a:moveTo>
                      <a:pt x="875640" y="381731"/>
                    </a:moveTo>
                    <a:lnTo>
                      <a:pt x="907937" y="362091"/>
                    </a:lnTo>
                    <a:moveTo>
                      <a:pt x="907937" y="362091"/>
                    </a:moveTo>
                    <a:lnTo>
                      <a:pt x="940233" y="342450"/>
                    </a:lnTo>
                    <a:moveTo>
                      <a:pt x="940233" y="342450"/>
                    </a:moveTo>
                    <a:lnTo>
                      <a:pt x="972530" y="322809"/>
                    </a:lnTo>
                    <a:moveTo>
                      <a:pt x="972530" y="322809"/>
                    </a:moveTo>
                    <a:lnTo>
                      <a:pt x="1004827" y="303168"/>
                    </a:lnTo>
                    <a:moveTo>
                      <a:pt x="1004827" y="303168"/>
                    </a:moveTo>
                    <a:lnTo>
                      <a:pt x="1037124" y="283528"/>
                    </a:lnTo>
                    <a:moveTo>
                      <a:pt x="1037124" y="283528"/>
                    </a:moveTo>
                    <a:lnTo>
                      <a:pt x="1069420" y="263887"/>
                    </a:lnTo>
                    <a:moveTo>
                      <a:pt x="1069420" y="263887"/>
                    </a:moveTo>
                    <a:lnTo>
                      <a:pt x="1101717" y="244246"/>
                    </a:lnTo>
                    <a:moveTo>
                      <a:pt x="1101717" y="244246"/>
                    </a:moveTo>
                    <a:lnTo>
                      <a:pt x="1134014" y="224605"/>
                    </a:lnTo>
                    <a:moveTo>
                      <a:pt x="1134014" y="224605"/>
                    </a:moveTo>
                    <a:lnTo>
                      <a:pt x="1166311" y="204964"/>
                    </a:lnTo>
                    <a:moveTo>
                      <a:pt x="1166311" y="204964"/>
                    </a:moveTo>
                    <a:lnTo>
                      <a:pt x="1198607" y="185324"/>
                    </a:lnTo>
                    <a:moveTo>
                      <a:pt x="1198607" y="185324"/>
                    </a:moveTo>
                    <a:lnTo>
                      <a:pt x="1230904" y="165683"/>
                    </a:lnTo>
                    <a:moveTo>
                      <a:pt x="1230904" y="165683"/>
                    </a:moveTo>
                    <a:lnTo>
                      <a:pt x="1263201" y="146042"/>
                    </a:lnTo>
                    <a:moveTo>
                      <a:pt x="1263201" y="146042"/>
                    </a:moveTo>
                    <a:lnTo>
                      <a:pt x="1295498" y="126401"/>
                    </a:lnTo>
                    <a:moveTo>
                      <a:pt x="1295498" y="126401"/>
                    </a:moveTo>
                    <a:lnTo>
                      <a:pt x="1327794" y="106761"/>
                    </a:lnTo>
                    <a:moveTo>
                      <a:pt x="1327794" y="106761"/>
                    </a:moveTo>
                    <a:lnTo>
                      <a:pt x="1360091" y="87120"/>
                    </a:lnTo>
                    <a:moveTo>
                      <a:pt x="1360091" y="87120"/>
                    </a:moveTo>
                    <a:lnTo>
                      <a:pt x="1392388" y="67479"/>
                    </a:lnTo>
                    <a:moveTo>
                      <a:pt x="1392388" y="67479"/>
                    </a:moveTo>
                    <a:lnTo>
                      <a:pt x="1424685" y="47838"/>
                    </a:lnTo>
                    <a:moveTo>
                      <a:pt x="1424685" y="47838"/>
                    </a:moveTo>
                    <a:lnTo>
                      <a:pt x="1456981" y="28197"/>
                    </a:lnTo>
                    <a:moveTo>
                      <a:pt x="1456981" y="28197"/>
                    </a:moveTo>
                    <a:lnTo>
                      <a:pt x="1489278" y="8557"/>
                    </a:lnTo>
                    <a:moveTo>
                      <a:pt x="1489278" y="8557"/>
                    </a:moveTo>
                    <a:lnTo>
                      <a:pt x="1503348" y="0"/>
                    </a:lnTo>
                    <a:moveTo>
                      <a:pt x="100518" y="853110"/>
                    </a:moveTo>
                    <a:lnTo>
                      <a:pt x="165112" y="813829"/>
                    </a:lnTo>
                    <a:moveTo>
                      <a:pt x="175877" y="807282"/>
                    </a:moveTo>
                    <a:lnTo>
                      <a:pt x="181260" y="804008"/>
                    </a:lnTo>
                    <a:moveTo>
                      <a:pt x="192026" y="797461"/>
                    </a:moveTo>
                    <a:lnTo>
                      <a:pt x="197408" y="794188"/>
                    </a:lnTo>
                    <a:moveTo>
                      <a:pt x="208174" y="787641"/>
                    </a:moveTo>
                    <a:lnTo>
                      <a:pt x="272767" y="748359"/>
                    </a:lnTo>
                    <a:moveTo>
                      <a:pt x="283533" y="741812"/>
                    </a:moveTo>
                    <a:lnTo>
                      <a:pt x="288916" y="738539"/>
                    </a:lnTo>
                    <a:moveTo>
                      <a:pt x="299681" y="731992"/>
                    </a:moveTo>
                    <a:lnTo>
                      <a:pt x="305064" y="728718"/>
                    </a:lnTo>
                    <a:moveTo>
                      <a:pt x="315830" y="722172"/>
                    </a:moveTo>
                    <a:lnTo>
                      <a:pt x="380423" y="682890"/>
                    </a:lnTo>
                    <a:moveTo>
                      <a:pt x="391189" y="676343"/>
                    </a:moveTo>
                    <a:lnTo>
                      <a:pt x="396572" y="673070"/>
                    </a:lnTo>
                    <a:moveTo>
                      <a:pt x="407337" y="666523"/>
                    </a:moveTo>
                    <a:lnTo>
                      <a:pt x="412720" y="663249"/>
                    </a:lnTo>
                    <a:moveTo>
                      <a:pt x="423486" y="656702"/>
                    </a:moveTo>
                    <a:lnTo>
                      <a:pt x="488079" y="617421"/>
                    </a:lnTo>
                    <a:moveTo>
                      <a:pt x="498845" y="610874"/>
                    </a:moveTo>
                    <a:lnTo>
                      <a:pt x="504227" y="607600"/>
                    </a:lnTo>
                    <a:moveTo>
                      <a:pt x="514993" y="601053"/>
                    </a:moveTo>
                    <a:lnTo>
                      <a:pt x="520376" y="597780"/>
                    </a:lnTo>
                    <a:moveTo>
                      <a:pt x="531141" y="591233"/>
                    </a:moveTo>
                    <a:lnTo>
                      <a:pt x="595735" y="551951"/>
                    </a:lnTo>
                    <a:moveTo>
                      <a:pt x="606500" y="545405"/>
                    </a:moveTo>
                    <a:lnTo>
                      <a:pt x="611883" y="542131"/>
                    </a:lnTo>
                    <a:moveTo>
                      <a:pt x="622649" y="535584"/>
                    </a:moveTo>
                    <a:lnTo>
                      <a:pt x="628032" y="532311"/>
                    </a:lnTo>
                    <a:moveTo>
                      <a:pt x="638797" y="525764"/>
                    </a:moveTo>
                    <a:lnTo>
                      <a:pt x="703391" y="486482"/>
                    </a:lnTo>
                    <a:moveTo>
                      <a:pt x="714156" y="479935"/>
                    </a:moveTo>
                    <a:lnTo>
                      <a:pt x="719539" y="476662"/>
                    </a:lnTo>
                    <a:moveTo>
                      <a:pt x="730305" y="470115"/>
                    </a:moveTo>
                    <a:lnTo>
                      <a:pt x="735687" y="466841"/>
                    </a:lnTo>
                    <a:moveTo>
                      <a:pt x="746453" y="460295"/>
                    </a:moveTo>
                    <a:lnTo>
                      <a:pt x="811046" y="421013"/>
                    </a:lnTo>
                    <a:moveTo>
                      <a:pt x="821812" y="414466"/>
                    </a:moveTo>
                    <a:lnTo>
                      <a:pt x="827195" y="411193"/>
                    </a:lnTo>
                    <a:moveTo>
                      <a:pt x="837960" y="404646"/>
                    </a:moveTo>
                    <a:lnTo>
                      <a:pt x="843343" y="401372"/>
                    </a:lnTo>
                    <a:moveTo>
                      <a:pt x="854109" y="394825"/>
                    </a:moveTo>
                    <a:lnTo>
                      <a:pt x="918702" y="355544"/>
                    </a:lnTo>
                    <a:moveTo>
                      <a:pt x="929468" y="348997"/>
                    </a:moveTo>
                    <a:lnTo>
                      <a:pt x="934851" y="345723"/>
                    </a:lnTo>
                    <a:moveTo>
                      <a:pt x="945616" y="339176"/>
                    </a:moveTo>
                    <a:lnTo>
                      <a:pt x="950999" y="335903"/>
                    </a:lnTo>
                    <a:moveTo>
                      <a:pt x="961765" y="329356"/>
                    </a:moveTo>
                    <a:lnTo>
                      <a:pt x="1026358" y="290074"/>
                    </a:lnTo>
                    <a:moveTo>
                      <a:pt x="1037124" y="283528"/>
                    </a:moveTo>
                    <a:lnTo>
                      <a:pt x="1042507" y="280254"/>
                    </a:lnTo>
                    <a:moveTo>
                      <a:pt x="1053272" y="273707"/>
                    </a:moveTo>
                    <a:lnTo>
                      <a:pt x="1058655" y="270434"/>
                    </a:lnTo>
                    <a:moveTo>
                      <a:pt x="1069420" y="263887"/>
                    </a:moveTo>
                    <a:lnTo>
                      <a:pt x="1134014" y="224605"/>
                    </a:lnTo>
                    <a:moveTo>
                      <a:pt x="1144780" y="218058"/>
                    </a:moveTo>
                    <a:lnTo>
                      <a:pt x="1150162" y="214785"/>
                    </a:lnTo>
                    <a:moveTo>
                      <a:pt x="1160928" y="208238"/>
                    </a:moveTo>
                    <a:lnTo>
                      <a:pt x="1166311" y="204964"/>
                    </a:lnTo>
                    <a:moveTo>
                      <a:pt x="1177076" y="198417"/>
                    </a:moveTo>
                    <a:lnTo>
                      <a:pt x="1241670" y="159136"/>
                    </a:lnTo>
                    <a:moveTo>
                      <a:pt x="1252435" y="152589"/>
                    </a:moveTo>
                    <a:lnTo>
                      <a:pt x="1257818" y="149316"/>
                    </a:lnTo>
                    <a:moveTo>
                      <a:pt x="1268584" y="142769"/>
                    </a:moveTo>
                    <a:lnTo>
                      <a:pt x="1273967" y="139495"/>
                    </a:lnTo>
                    <a:moveTo>
                      <a:pt x="1284732" y="132948"/>
                    </a:moveTo>
                    <a:lnTo>
                      <a:pt x="1349326" y="93667"/>
                    </a:lnTo>
                    <a:moveTo>
                      <a:pt x="1360091" y="87120"/>
                    </a:moveTo>
                    <a:lnTo>
                      <a:pt x="1365474" y="83846"/>
                    </a:lnTo>
                    <a:moveTo>
                      <a:pt x="1376240" y="77299"/>
                    </a:moveTo>
                    <a:lnTo>
                      <a:pt x="1381622" y="74026"/>
                    </a:lnTo>
                    <a:moveTo>
                      <a:pt x="1392388" y="67479"/>
                    </a:moveTo>
                    <a:lnTo>
                      <a:pt x="1456981" y="28197"/>
                    </a:lnTo>
                    <a:moveTo>
                      <a:pt x="1467747" y="21650"/>
                    </a:moveTo>
                    <a:lnTo>
                      <a:pt x="1473130" y="18377"/>
                    </a:lnTo>
                    <a:moveTo>
                      <a:pt x="1483895" y="11830"/>
                    </a:moveTo>
                    <a:lnTo>
                      <a:pt x="1489278" y="8557"/>
                    </a:lnTo>
                    <a:moveTo>
                      <a:pt x="1500044" y="2010"/>
                    </a:moveTo>
                    <a:lnTo>
                      <a:pt x="1503348" y="0"/>
                    </a:lnTo>
                    <a:moveTo>
                      <a:pt x="0" y="754170"/>
                    </a:moveTo>
                    <a:lnTo>
                      <a:pt x="20562" y="742954"/>
                    </a:lnTo>
                    <a:moveTo>
                      <a:pt x="20562" y="742954"/>
                    </a:moveTo>
                    <a:lnTo>
                      <a:pt x="33108" y="736110"/>
                    </a:lnTo>
                    <a:lnTo>
                      <a:pt x="53194" y="723895"/>
                    </a:lnTo>
                    <a:moveTo>
                      <a:pt x="53194" y="723895"/>
                    </a:moveTo>
                    <a:lnTo>
                      <a:pt x="85491" y="704255"/>
                    </a:lnTo>
                    <a:moveTo>
                      <a:pt x="85491" y="704255"/>
                    </a:moveTo>
                    <a:lnTo>
                      <a:pt x="117788" y="684614"/>
                    </a:lnTo>
                    <a:moveTo>
                      <a:pt x="117788" y="684614"/>
                    </a:moveTo>
                    <a:lnTo>
                      <a:pt x="150085" y="664974"/>
                    </a:lnTo>
                    <a:moveTo>
                      <a:pt x="150085" y="664974"/>
                    </a:moveTo>
                    <a:lnTo>
                      <a:pt x="182382" y="645334"/>
                    </a:lnTo>
                    <a:moveTo>
                      <a:pt x="182382" y="645334"/>
                    </a:moveTo>
                    <a:lnTo>
                      <a:pt x="214679" y="625693"/>
                    </a:lnTo>
                    <a:moveTo>
                      <a:pt x="214679" y="625693"/>
                    </a:moveTo>
                    <a:lnTo>
                      <a:pt x="246976" y="606053"/>
                    </a:lnTo>
                    <a:moveTo>
                      <a:pt x="246976" y="606053"/>
                    </a:moveTo>
                    <a:lnTo>
                      <a:pt x="279273" y="586412"/>
                    </a:lnTo>
                    <a:moveTo>
                      <a:pt x="279273" y="586412"/>
                    </a:moveTo>
                    <a:lnTo>
                      <a:pt x="311570" y="566772"/>
                    </a:lnTo>
                    <a:moveTo>
                      <a:pt x="311570" y="566772"/>
                    </a:moveTo>
                    <a:lnTo>
                      <a:pt x="343867" y="547132"/>
                    </a:lnTo>
                    <a:moveTo>
                      <a:pt x="343867" y="547132"/>
                    </a:moveTo>
                    <a:lnTo>
                      <a:pt x="376164" y="527491"/>
                    </a:lnTo>
                    <a:moveTo>
                      <a:pt x="376164" y="527491"/>
                    </a:moveTo>
                    <a:lnTo>
                      <a:pt x="408461" y="507851"/>
                    </a:lnTo>
                    <a:moveTo>
                      <a:pt x="408461" y="507851"/>
                    </a:moveTo>
                    <a:lnTo>
                      <a:pt x="419216" y="501311"/>
                    </a:lnTo>
                    <a:moveTo>
                      <a:pt x="0" y="754170"/>
                    </a:moveTo>
                    <a:lnTo>
                      <a:pt x="20562" y="742954"/>
                    </a:lnTo>
                    <a:moveTo>
                      <a:pt x="20562" y="742954"/>
                    </a:moveTo>
                    <a:lnTo>
                      <a:pt x="33108" y="736110"/>
                    </a:lnTo>
                    <a:lnTo>
                      <a:pt x="53194" y="723895"/>
                    </a:lnTo>
                    <a:moveTo>
                      <a:pt x="53194" y="723895"/>
                    </a:moveTo>
                    <a:lnTo>
                      <a:pt x="85491" y="704255"/>
                    </a:lnTo>
                    <a:moveTo>
                      <a:pt x="85491" y="704255"/>
                    </a:moveTo>
                    <a:lnTo>
                      <a:pt x="117788" y="684614"/>
                    </a:lnTo>
                    <a:moveTo>
                      <a:pt x="117788" y="684614"/>
                    </a:moveTo>
                    <a:lnTo>
                      <a:pt x="150085" y="664974"/>
                    </a:lnTo>
                    <a:moveTo>
                      <a:pt x="150085" y="664974"/>
                    </a:moveTo>
                    <a:lnTo>
                      <a:pt x="182382" y="645334"/>
                    </a:lnTo>
                    <a:moveTo>
                      <a:pt x="182382" y="645334"/>
                    </a:moveTo>
                    <a:lnTo>
                      <a:pt x="214679" y="625693"/>
                    </a:lnTo>
                    <a:moveTo>
                      <a:pt x="214679" y="625693"/>
                    </a:moveTo>
                    <a:lnTo>
                      <a:pt x="246976" y="606053"/>
                    </a:lnTo>
                    <a:moveTo>
                      <a:pt x="246976" y="606053"/>
                    </a:moveTo>
                    <a:lnTo>
                      <a:pt x="279273" y="586412"/>
                    </a:lnTo>
                    <a:moveTo>
                      <a:pt x="279273" y="586412"/>
                    </a:moveTo>
                    <a:lnTo>
                      <a:pt x="311570" y="566772"/>
                    </a:lnTo>
                    <a:moveTo>
                      <a:pt x="311570" y="566772"/>
                    </a:moveTo>
                    <a:lnTo>
                      <a:pt x="343867" y="547132"/>
                    </a:lnTo>
                    <a:moveTo>
                      <a:pt x="343867" y="547132"/>
                    </a:moveTo>
                    <a:lnTo>
                      <a:pt x="376164" y="527491"/>
                    </a:lnTo>
                    <a:moveTo>
                      <a:pt x="376164" y="527491"/>
                    </a:moveTo>
                    <a:lnTo>
                      <a:pt x="408461" y="507851"/>
                    </a:lnTo>
                    <a:moveTo>
                      <a:pt x="408461" y="507851"/>
                    </a:moveTo>
                    <a:lnTo>
                      <a:pt x="419216" y="501311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28" name="Контур"/>
              <p:cNvSpPr/>
              <p:nvPr/>
            </p:nvSpPr>
            <p:spPr>
              <a:xfrm>
                <a:off x="252000" y="7295533"/>
                <a:ext cx="410991" cy="249807"/>
              </a:xfrm>
              <a:custGeom>
                <a:avLst/>
                <a:gdLst/>
                <a:ahLst/>
                <a:cxnLst/>
                <a:rect l="l" t="t" r="r" b="b"/>
                <a:pathLst>
                  <a:path w="410991" h="249807" fill="none">
                    <a:moveTo>
                      <a:pt x="0" y="249807"/>
                    </a:moveTo>
                    <a:lnTo>
                      <a:pt x="6487" y="245864"/>
                    </a:lnTo>
                    <a:moveTo>
                      <a:pt x="6487" y="245864"/>
                    </a:moveTo>
                    <a:lnTo>
                      <a:pt x="38789" y="226231"/>
                    </a:lnTo>
                    <a:moveTo>
                      <a:pt x="38789" y="226231"/>
                    </a:moveTo>
                    <a:lnTo>
                      <a:pt x="71090" y="206597"/>
                    </a:lnTo>
                    <a:moveTo>
                      <a:pt x="71090" y="206597"/>
                    </a:moveTo>
                    <a:lnTo>
                      <a:pt x="103391" y="186964"/>
                    </a:lnTo>
                    <a:moveTo>
                      <a:pt x="103391" y="186964"/>
                    </a:moveTo>
                    <a:lnTo>
                      <a:pt x="135693" y="167331"/>
                    </a:lnTo>
                    <a:moveTo>
                      <a:pt x="135693" y="167331"/>
                    </a:moveTo>
                    <a:lnTo>
                      <a:pt x="167994" y="147697"/>
                    </a:lnTo>
                    <a:moveTo>
                      <a:pt x="167994" y="147697"/>
                    </a:moveTo>
                    <a:lnTo>
                      <a:pt x="200295" y="128064"/>
                    </a:lnTo>
                    <a:moveTo>
                      <a:pt x="200295" y="128064"/>
                    </a:moveTo>
                    <a:lnTo>
                      <a:pt x="232597" y="108431"/>
                    </a:lnTo>
                    <a:moveTo>
                      <a:pt x="232597" y="108431"/>
                    </a:moveTo>
                    <a:lnTo>
                      <a:pt x="264898" y="88798"/>
                    </a:lnTo>
                    <a:moveTo>
                      <a:pt x="264898" y="88798"/>
                    </a:moveTo>
                    <a:lnTo>
                      <a:pt x="297199" y="69164"/>
                    </a:lnTo>
                    <a:moveTo>
                      <a:pt x="297199" y="69164"/>
                    </a:moveTo>
                    <a:lnTo>
                      <a:pt x="329500" y="49531"/>
                    </a:lnTo>
                    <a:moveTo>
                      <a:pt x="329500" y="49531"/>
                    </a:moveTo>
                    <a:lnTo>
                      <a:pt x="361802" y="29898"/>
                    </a:lnTo>
                    <a:moveTo>
                      <a:pt x="361802" y="29898"/>
                    </a:moveTo>
                    <a:lnTo>
                      <a:pt x="394103" y="10265"/>
                    </a:lnTo>
                    <a:moveTo>
                      <a:pt x="394103" y="10265"/>
                    </a:moveTo>
                    <a:lnTo>
                      <a:pt x="410991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</p:grpSp>
        <p:grpSp>
          <p:nvGrpSpPr>
            <p:cNvPr id="1460" name="Проекты планировки (ОГД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1430" name="Контур"/>
              <p:cNvSpPr/>
              <p:nvPr/>
            </p:nvSpPr>
            <p:spPr>
              <a:xfrm>
                <a:off x="252000" y="1584000"/>
                <a:ext cx="8703783" cy="6174595"/>
              </a:xfrm>
              <a:custGeom>
                <a:avLst/>
                <a:gdLst/>
                <a:ahLst/>
                <a:cxnLst/>
                <a:rect l="l" t="t" r="r" b="b"/>
                <a:pathLst>
                  <a:path w="8703783" h="6174595" fill="none">
                    <a:moveTo>
                      <a:pt x="0" y="6133671"/>
                    </a:moveTo>
                    <a:lnTo>
                      <a:pt x="40924" y="6174595"/>
                    </a:lnTo>
                    <a:moveTo>
                      <a:pt x="0" y="5974827"/>
                    </a:moveTo>
                    <a:lnTo>
                      <a:pt x="145260" y="6120087"/>
                    </a:lnTo>
                    <a:moveTo>
                      <a:pt x="0" y="5815983"/>
                    </a:moveTo>
                    <a:lnTo>
                      <a:pt x="249595" y="6065578"/>
                    </a:lnTo>
                    <a:moveTo>
                      <a:pt x="0" y="5657139"/>
                    </a:moveTo>
                    <a:lnTo>
                      <a:pt x="353931" y="6011070"/>
                    </a:lnTo>
                    <a:moveTo>
                      <a:pt x="0" y="5498295"/>
                    </a:moveTo>
                    <a:lnTo>
                      <a:pt x="458266" y="5956561"/>
                    </a:lnTo>
                    <a:moveTo>
                      <a:pt x="0" y="5339451"/>
                    </a:moveTo>
                    <a:lnTo>
                      <a:pt x="562602" y="5902052"/>
                    </a:lnTo>
                    <a:moveTo>
                      <a:pt x="0" y="5180607"/>
                    </a:moveTo>
                    <a:lnTo>
                      <a:pt x="666937" y="5847544"/>
                    </a:lnTo>
                    <a:moveTo>
                      <a:pt x="0" y="5021763"/>
                    </a:moveTo>
                    <a:lnTo>
                      <a:pt x="771273" y="5793035"/>
                    </a:lnTo>
                    <a:moveTo>
                      <a:pt x="0" y="4862919"/>
                    </a:moveTo>
                    <a:lnTo>
                      <a:pt x="875608" y="5738527"/>
                    </a:lnTo>
                    <a:moveTo>
                      <a:pt x="0" y="4704075"/>
                    </a:moveTo>
                    <a:lnTo>
                      <a:pt x="979944" y="5684018"/>
                    </a:lnTo>
                    <a:moveTo>
                      <a:pt x="0" y="4545230"/>
                    </a:moveTo>
                    <a:lnTo>
                      <a:pt x="1084279" y="5629510"/>
                    </a:lnTo>
                    <a:moveTo>
                      <a:pt x="0" y="4386386"/>
                    </a:moveTo>
                    <a:lnTo>
                      <a:pt x="1188615" y="5575001"/>
                    </a:lnTo>
                    <a:moveTo>
                      <a:pt x="0" y="4227542"/>
                    </a:moveTo>
                    <a:lnTo>
                      <a:pt x="1292950" y="5520493"/>
                    </a:lnTo>
                    <a:moveTo>
                      <a:pt x="0" y="4068698"/>
                    </a:moveTo>
                    <a:lnTo>
                      <a:pt x="1397286" y="5465984"/>
                    </a:lnTo>
                    <a:moveTo>
                      <a:pt x="0" y="3909854"/>
                    </a:moveTo>
                    <a:lnTo>
                      <a:pt x="1501621" y="5411475"/>
                    </a:lnTo>
                    <a:moveTo>
                      <a:pt x="0" y="3751010"/>
                    </a:moveTo>
                    <a:lnTo>
                      <a:pt x="1605957" y="5356967"/>
                    </a:lnTo>
                    <a:moveTo>
                      <a:pt x="0" y="3592166"/>
                    </a:moveTo>
                    <a:lnTo>
                      <a:pt x="1710292" y="5302458"/>
                    </a:lnTo>
                    <a:moveTo>
                      <a:pt x="0" y="3433322"/>
                    </a:moveTo>
                    <a:lnTo>
                      <a:pt x="1814628" y="5247950"/>
                    </a:lnTo>
                    <a:moveTo>
                      <a:pt x="0" y="3274478"/>
                    </a:moveTo>
                    <a:lnTo>
                      <a:pt x="1918963" y="5193441"/>
                    </a:lnTo>
                    <a:moveTo>
                      <a:pt x="0" y="3115634"/>
                    </a:moveTo>
                    <a:lnTo>
                      <a:pt x="2023299" y="5138933"/>
                    </a:lnTo>
                    <a:moveTo>
                      <a:pt x="0" y="2956790"/>
                    </a:moveTo>
                    <a:lnTo>
                      <a:pt x="2127634" y="5084424"/>
                    </a:lnTo>
                    <a:moveTo>
                      <a:pt x="0" y="2797946"/>
                    </a:moveTo>
                    <a:lnTo>
                      <a:pt x="2231970" y="5029915"/>
                    </a:lnTo>
                    <a:moveTo>
                      <a:pt x="0" y="2639102"/>
                    </a:moveTo>
                    <a:lnTo>
                      <a:pt x="2336305" y="4975407"/>
                    </a:lnTo>
                    <a:moveTo>
                      <a:pt x="0" y="2480258"/>
                    </a:moveTo>
                    <a:lnTo>
                      <a:pt x="2440641" y="4920898"/>
                    </a:lnTo>
                    <a:moveTo>
                      <a:pt x="0" y="2321414"/>
                    </a:moveTo>
                    <a:lnTo>
                      <a:pt x="2544976" y="4866390"/>
                    </a:lnTo>
                    <a:moveTo>
                      <a:pt x="0" y="2162569"/>
                    </a:moveTo>
                    <a:lnTo>
                      <a:pt x="2649312" y="4811881"/>
                    </a:lnTo>
                    <a:moveTo>
                      <a:pt x="0" y="2003725"/>
                    </a:moveTo>
                    <a:lnTo>
                      <a:pt x="2753647" y="4757373"/>
                    </a:lnTo>
                    <a:moveTo>
                      <a:pt x="0" y="1844881"/>
                    </a:moveTo>
                    <a:lnTo>
                      <a:pt x="2848343" y="4693225"/>
                    </a:lnTo>
                    <a:moveTo>
                      <a:pt x="0" y="1686037"/>
                    </a:moveTo>
                    <a:lnTo>
                      <a:pt x="2940271" y="4626309"/>
                    </a:lnTo>
                    <a:moveTo>
                      <a:pt x="0" y="1527193"/>
                    </a:moveTo>
                    <a:lnTo>
                      <a:pt x="3032200" y="4559393"/>
                    </a:lnTo>
                    <a:moveTo>
                      <a:pt x="0" y="1368349"/>
                    </a:moveTo>
                    <a:lnTo>
                      <a:pt x="3124128" y="4492477"/>
                    </a:lnTo>
                    <a:moveTo>
                      <a:pt x="0" y="1209505"/>
                    </a:moveTo>
                    <a:lnTo>
                      <a:pt x="3216056" y="4425561"/>
                    </a:lnTo>
                    <a:moveTo>
                      <a:pt x="0" y="1050661"/>
                    </a:moveTo>
                    <a:lnTo>
                      <a:pt x="3307984" y="4358645"/>
                    </a:lnTo>
                    <a:moveTo>
                      <a:pt x="0" y="891817"/>
                    </a:moveTo>
                    <a:lnTo>
                      <a:pt x="112304" y="1004121"/>
                    </a:lnTo>
                    <a:moveTo>
                      <a:pt x="1253165" y="2144982"/>
                    </a:moveTo>
                    <a:lnTo>
                      <a:pt x="1326266" y="2218083"/>
                    </a:lnTo>
                    <a:moveTo>
                      <a:pt x="2006818" y="2898635"/>
                    </a:moveTo>
                    <a:lnTo>
                      <a:pt x="3399913" y="4291730"/>
                    </a:lnTo>
                    <a:moveTo>
                      <a:pt x="2088978" y="2821951"/>
                    </a:moveTo>
                    <a:lnTo>
                      <a:pt x="3491841" y="4224814"/>
                    </a:lnTo>
                    <a:moveTo>
                      <a:pt x="2171138" y="2745267"/>
                    </a:moveTo>
                    <a:lnTo>
                      <a:pt x="3583769" y="4157898"/>
                    </a:lnTo>
                    <a:moveTo>
                      <a:pt x="2253118" y="2668403"/>
                    </a:moveTo>
                    <a:lnTo>
                      <a:pt x="3675697" y="4090982"/>
                    </a:lnTo>
                    <a:moveTo>
                      <a:pt x="2330662" y="2587102"/>
                    </a:moveTo>
                    <a:lnTo>
                      <a:pt x="3767626" y="4024066"/>
                    </a:lnTo>
                    <a:moveTo>
                      <a:pt x="2402080" y="2499677"/>
                    </a:moveTo>
                    <a:lnTo>
                      <a:pt x="3859554" y="3957151"/>
                    </a:lnTo>
                    <a:moveTo>
                      <a:pt x="2467226" y="2405978"/>
                    </a:moveTo>
                    <a:lnTo>
                      <a:pt x="3951482" y="3890235"/>
                    </a:lnTo>
                    <a:moveTo>
                      <a:pt x="2525067" y="2304975"/>
                    </a:moveTo>
                    <a:lnTo>
                      <a:pt x="4043410" y="3823319"/>
                    </a:lnTo>
                    <a:moveTo>
                      <a:pt x="2573894" y="2194958"/>
                    </a:moveTo>
                    <a:lnTo>
                      <a:pt x="4135339" y="3756403"/>
                    </a:lnTo>
                    <a:moveTo>
                      <a:pt x="2617077" y="2079298"/>
                    </a:moveTo>
                    <a:lnTo>
                      <a:pt x="4227267" y="3689487"/>
                    </a:lnTo>
                    <a:moveTo>
                      <a:pt x="2655955" y="1959331"/>
                    </a:moveTo>
                    <a:lnTo>
                      <a:pt x="4319195" y="3622572"/>
                    </a:lnTo>
                    <a:moveTo>
                      <a:pt x="2688469" y="1833002"/>
                    </a:moveTo>
                    <a:lnTo>
                      <a:pt x="4411123" y="3555656"/>
                    </a:lnTo>
                    <a:moveTo>
                      <a:pt x="2720984" y="1706672"/>
                    </a:moveTo>
                    <a:lnTo>
                      <a:pt x="4503052" y="3488740"/>
                    </a:lnTo>
                    <a:moveTo>
                      <a:pt x="2753499" y="1580343"/>
                    </a:moveTo>
                    <a:lnTo>
                      <a:pt x="4864876" y="3691721"/>
                    </a:lnTo>
                    <a:moveTo>
                      <a:pt x="2786014" y="1454014"/>
                    </a:moveTo>
                    <a:lnTo>
                      <a:pt x="4957173" y="3625173"/>
                    </a:lnTo>
                    <a:moveTo>
                      <a:pt x="2815278" y="1324434"/>
                    </a:moveTo>
                    <a:lnTo>
                      <a:pt x="5049469" y="3558625"/>
                    </a:lnTo>
                    <a:moveTo>
                      <a:pt x="2860794" y="1211106"/>
                    </a:moveTo>
                    <a:lnTo>
                      <a:pt x="5159864" y="3510176"/>
                    </a:lnTo>
                    <a:moveTo>
                      <a:pt x="2924385" y="1115853"/>
                    </a:moveTo>
                    <a:lnTo>
                      <a:pt x="5294158" y="3485625"/>
                    </a:lnTo>
                    <a:moveTo>
                      <a:pt x="2994439" y="1027063"/>
                    </a:moveTo>
                    <a:lnTo>
                      <a:pt x="5428421" y="3461045"/>
                    </a:lnTo>
                    <a:moveTo>
                      <a:pt x="3037056" y="910836"/>
                    </a:moveTo>
                    <a:lnTo>
                      <a:pt x="5619900" y="3493679"/>
                    </a:lnTo>
                    <a:moveTo>
                      <a:pt x="3111278" y="826214"/>
                    </a:moveTo>
                    <a:lnTo>
                      <a:pt x="5727077" y="3442013"/>
                    </a:lnTo>
                    <a:moveTo>
                      <a:pt x="2443908" y="0"/>
                    </a:moveTo>
                    <a:lnTo>
                      <a:pt x="5834255" y="3390346"/>
                    </a:lnTo>
                    <a:moveTo>
                      <a:pt x="2602753" y="0"/>
                    </a:moveTo>
                    <a:lnTo>
                      <a:pt x="5797408" y="3194655"/>
                    </a:lnTo>
                    <a:moveTo>
                      <a:pt x="2761597" y="0"/>
                    </a:moveTo>
                    <a:lnTo>
                      <a:pt x="5851971" y="3090374"/>
                    </a:lnTo>
                    <a:moveTo>
                      <a:pt x="2920441" y="0"/>
                    </a:moveTo>
                    <a:lnTo>
                      <a:pt x="5606191" y="2685750"/>
                    </a:lnTo>
                    <a:moveTo>
                      <a:pt x="5753032" y="2832591"/>
                    </a:moveTo>
                    <a:lnTo>
                      <a:pt x="5918004" y="2997563"/>
                    </a:lnTo>
                    <a:moveTo>
                      <a:pt x="3079285" y="0"/>
                    </a:moveTo>
                    <a:lnTo>
                      <a:pt x="5698119" y="2618834"/>
                    </a:lnTo>
                    <a:moveTo>
                      <a:pt x="5844894" y="2765609"/>
                    </a:moveTo>
                    <a:lnTo>
                      <a:pt x="5920566" y="2841281"/>
                    </a:lnTo>
                    <a:moveTo>
                      <a:pt x="3238129" y="0"/>
                    </a:moveTo>
                    <a:lnTo>
                      <a:pt x="5790047" y="2551919"/>
                    </a:lnTo>
                    <a:moveTo>
                      <a:pt x="3396973" y="0"/>
                    </a:moveTo>
                    <a:lnTo>
                      <a:pt x="5881976" y="2485003"/>
                    </a:lnTo>
                    <a:moveTo>
                      <a:pt x="3555817" y="0"/>
                    </a:moveTo>
                    <a:lnTo>
                      <a:pt x="5973904" y="2418087"/>
                    </a:lnTo>
                    <a:moveTo>
                      <a:pt x="3714661" y="0"/>
                    </a:moveTo>
                    <a:lnTo>
                      <a:pt x="6065832" y="2351171"/>
                    </a:lnTo>
                    <a:moveTo>
                      <a:pt x="3873505" y="0"/>
                    </a:moveTo>
                    <a:lnTo>
                      <a:pt x="6157760" y="2284255"/>
                    </a:lnTo>
                    <a:moveTo>
                      <a:pt x="4032349" y="0"/>
                    </a:moveTo>
                    <a:lnTo>
                      <a:pt x="6249689" y="2217340"/>
                    </a:lnTo>
                    <a:moveTo>
                      <a:pt x="4191193" y="0"/>
                    </a:moveTo>
                    <a:lnTo>
                      <a:pt x="6341617" y="2150424"/>
                    </a:lnTo>
                    <a:moveTo>
                      <a:pt x="4350037" y="0"/>
                    </a:moveTo>
                    <a:lnTo>
                      <a:pt x="6433545" y="2083508"/>
                    </a:lnTo>
                    <a:moveTo>
                      <a:pt x="4508881" y="0"/>
                    </a:moveTo>
                    <a:lnTo>
                      <a:pt x="6525473" y="2016592"/>
                    </a:lnTo>
                    <a:moveTo>
                      <a:pt x="4667725" y="0"/>
                    </a:moveTo>
                    <a:lnTo>
                      <a:pt x="6617402" y="1949676"/>
                    </a:lnTo>
                    <a:moveTo>
                      <a:pt x="4826569" y="0"/>
                    </a:moveTo>
                    <a:lnTo>
                      <a:pt x="6709330" y="1882760"/>
                    </a:lnTo>
                    <a:moveTo>
                      <a:pt x="4985414" y="0"/>
                    </a:moveTo>
                    <a:lnTo>
                      <a:pt x="6801258" y="1815845"/>
                    </a:lnTo>
                    <a:moveTo>
                      <a:pt x="5144258" y="0"/>
                    </a:moveTo>
                    <a:lnTo>
                      <a:pt x="6893186" y="1748929"/>
                    </a:lnTo>
                    <a:moveTo>
                      <a:pt x="5303102" y="0"/>
                    </a:moveTo>
                    <a:lnTo>
                      <a:pt x="6974027" y="1670925"/>
                    </a:lnTo>
                    <a:moveTo>
                      <a:pt x="5461946" y="0"/>
                    </a:moveTo>
                    <a:lnTo>
                      <a:pt x="7053953" y="1592007"/>
                    </a:lnTo>
                    <a:moveTo>
                      <a:pt x="5620790" y="0"/>
                    </a:moveTo>
                    <a:lnTo>
                      <a:pt x="7133879" y="1513089"/>
                    </a:lnTo>
                    <a:moveTo>
                      <a:pt x="5779634" y="0"/>
                    </a:moveTo>
                    <a:lnTo>
                      <a:pt x="7213805" y="1434171"/>
                    </a:lnTo>
                    <a:moveTo>
                      <a:pt x="5938478" y="0"/>
                    </a:moveTo>
                    <a:lnTo>
                      <a:pt x="7293731" y="1355253"/>
                    </a:lnTo>
                    <a:moveTo>
                      <a:pt x="6097322" y="0"/>
                    </a:moveTo>
                    <a:lnTo>
                      <a:pt x="7373657" y="1276335"/>
                    </a:lnTo>
                    <a:moveTo>
                      <a:pt x="6256166" y="0"/>
                    </a:moveTo>
                    <a:lnTo>
                      <a:pt x="7453583" y="1197417"/>
                    </a:lnTo>
                    <a:moveTo>
                      <a:pt x="6415010" y="0"/>
                    </a:moveTo>
                    <a:lnTo>
                      <a:pt x="7533509" y="1118499"/>
                    </a:lnTo>
                    <a:moveTo>
                      <a:pt x="6573854" y="0"/>
                    </a:moveTo>
                    <a:lnTo>
                      <a:pt x="7613435" y="1039581"/>
                    </a:lnTo>
                    <a:moveTo>
                      <a:pt x="6732698" y="0"/>
                    </a:moveTo>
                    <a:lnTo>
                      <a:pt x="7693360" y="960662"/>
                    </a:lnTo>
                    <a:moveTo>
                      <a:pt x="6891542" y="0"/>
                    </a:moveTo>
                    <a:lnTo>
                      <a:pt x="7773286" y="881744"/>
                    </a:lnTo>
                    <a:moveTo>
                      <a:pt x="7050386" y="0"/>
                    </a:moveTo>
                    <a:lnTo>
                      <a:pt x="7853211" y="802825"/>
                    </a:lnTo>
                    <a:moveTo>
                      <a:pt x="7209230" y="0"/>
                    </a:moveTo>
                    <a:lnTo>
                      <a:pt x="7933137" y="723906"/>
                    </a:lnTo>
                    <a:moveTo>
                      <a:pt x="7368075" y="0"/>
                    </a:moveTo>
                    <a:lnTo>
                      <a:pt x="8013062" y="644988"/>
                    </a:lnTo>
                    <a:moveTo>
                      <a:pt x="7526919" y="0"/>
                    </a:moveTo>
                    <a:lnTo>
                      <a:pt x="8092988" y="566069"/>
                    </a:lnTo>
                    <a:moveTo>
                      <a:pt x="7685763" y="0"/>
                    </a:moveTo>
                    <a:lnTo>
                      <a:pt x="8172914" y="487151"/>
                    </a:lnTo>
                    <a:moveTo>
                      <a:pt x="7844607" y="0"/>
                    </a:moveTo>
                    <a:lnTo>
                      <a:pt x="8252839" y="408232"/>
                    </a:lnTo>
                    <a:moveTo>
                      <a:pt x="8003451" y="0"/>
                    </a:moveTo>
                    <a:lnTo>
                      <a:pt x="8341065" y="337614"/>
                    </a:lnTo>
                    <a:moveTo>
                      <a:pt x="8162295" y="0"/>
                    </a:moveTo>
                    <a:lnTo>
                      <a:pt x="8431745" y="269450"/>
                    </a:lnTo>
                    <a:moveTo>
                      <a:pt x="8321139" y="0"/>
                    </a:moveTo>
                    <a:lnTo>
                      <a:pt x="8522424" y="201285"/>
                    </a:lnTo>
                    <a:moveTo>
                      <a:pt x="8479983" y="0"/>
                    </a:moveTo>
                    <a:lnTo>
                      <a:pt x="8613103" y="133120"/>
                    </a:lnTo>
                    <a:moveTo>
                      <a:pt x="8638827" y="0"/>
                    </a:moveTo>
                    <a:lnTo>
                      <a:pt x="8703783" y="64956"/>
                    </a:lnTo>
                  </a:path>
                </a:pathLst>
              </a:custGeom>
              <a:noFill/>
              <a:ln w="4680" cap="flat">
                <a:solidFill>
                  <a:srgbClr val="00C8E0"/>
                </a:solidFill>
                <a:round/>
              </a:ln>
            </p:spPr>
          </p:sp>
          <p:sp>
            <p:nvSpPr>
              <p:cNvPr id="1431" name="Контур"/>
              <p:cNvSpPr/>
              <p:nvPr/>
            </p:nvSpPr>
            <p:spPr>
              <a:xfrm>
                <a:off x="252000" y="1584000"/>
                <a:ext cx="8790193" cy="6195975"/>
              </a:xfrm>
              <a:custGeom>
                <a:avLst/>
                <a:gdLst/>
                <a:ahLst/>
                <a:cxnLst/>
                <a:rect l="l" t="t" r="r" b="b"/>
                <a:pathLst>
                  <a:path w="8790193" h="6195975" fill="none">
                    <a:moveTo>
                      <a:pt x="4594457" y="3422205"/>
                    </a:moveTo>
                    <a:lnTo>
                      <a:pt x="2776922" y="4745213"/>
                    </a:lnTo>
                    <a:lnTo>
                      <a:pt x="0" y="6195975"/>
                    </a:lnTo>
                    <a:moveTo>
                      <a:pt x="8790193" y="0"/>
                    </a:moveTo>
                    <a:lnTo>
                      <a:pt x="8271071" y="390230"/>
                    </a:lnTo>
                    <a:lnTo>
                      <a:pt x="6900191" y="1743830"/>
                    </a:lnTo>
                    <a:lnTo>
                      <a:pt x="5566533" y="2714618"/>
                    </a:lnTo>
                    <a:lnTo>
                      <a:pt x="5686965" y="2880764"/>
                    </a:lnTo>
                    <a:lnTo>
                      <a:pt x="5905511" y="2721410"/>
                    </a:lnTo>
                    <a:lnTo>
                      <a:pt x="5966339" y="2800063"/>
                    </a:lnTo>
                    <a:lnTo>
                      <a:pt x="5938457" y="2821288"/>
                    </a:lnTo>
                    <a:lnTo>
                      <a:pt x="5915922" y="2847813"/>
                    </a:lnTo>
                    <a:lnTo>
                      <a:pt x="5895613" y="2901844"/>
                    </a:lnTo>
                    <a:lnTo>
                      <a:pt x="5895096" y="2936646"/>
                    </a:lnTo>
                    <a:lnTo>
                      <a:pt x="5903495" y="2970423"/>
                    </a:lnTo>
                    <a:lnTo>
                      <a:pt x="5939169" y="3026795"/>
                    </a:lnTo>
                    <a:lnTo>
                      <a:pt x="5774402" y="3146933"/>
                    </a:lnTo>
                    <a:lnTo>
                      <a:pt x="5880905" y="3367858"/>
                    </a:lnTo>
                    <a:lnTo>
                      <a:pt x="5539510" y="3532432"/>
                    </a:lnTo>
                    <a:lnTo>
                      <a:pt x="5498801" y="3448160"/>
                    </a:lnTo>
                    <a:lnTo>
                      <a:pt x="5123951" y="3516740"/>
                    </a:lnTo>
                    <a:lnTo>
                      <a:pt x="5102621" y="3524300"/>
                    </a:lnTo>
                    <a:lnTo>
                      <a:pt x="5064371" y="3547880"/>
                    </a:lnTo>
                    <a:lnTo>
                      <a:pt x="4809142" y="3731907"/>
                    </a:lnTo>
                    <a:lnTo>
                      <a:pt x="4681251" y="3556306"/>
                    </a:lnTo>
                    <a:lnTo>
                      <a:pt x="4594457" y="3422205"/>
                    </a:lnTo>
                    <a:lnTo>
                      <a:pt x="4594457" y="3422205"/>
                    </a:lnTo>
                    <a:moveTo>
                      <a:pt x="2396111" y="2507603"/>
                    </a:moveTo>
                    <a:lnTo>
                      <a:pt x="2474599" y="2394400"/>
                    </a:lnTo>
                    <a:lnTo>
                      <a:pt x="2547971" y="2264390"/>
                    </a:lnTo>
                    <a:lnTo>
                      <a:pt x="2642831" y="2010320"/>
                    </a:lnTo>
                    <a:lnTo>
                      <a:pt x="2803661" y="1385450"/>
                    </a:lnTo>
                    <a:lnTo>
                      <a:pt x="2814551" y="1326320"/>
                    </a:lnTo>
                    <a:lnTo>
                      <a:pt x="2853611" y="1224980"/>
                    </a:lnTo>
                    <a:lnTo>
                      <a:pt x="2878541" y="1176830"/>
                    </a:lnTo>
                    <a:lnTo>
                      <a:pt x="3045671" y="963350"/>
                    </a:lnTo>
                    <a:lnTo>
                      <a:pt x="3035321" y="900260"/>
                    </a:lnTo>
                    <a:lnTo>
                      <a:pt x="3120821" y="816020"/>
                    </a:lnTo>
                    <a:lnTo>
                      <a:pt x="2359535" y="0"/>
                    </a:lnTo>
                    <a:moveTo>
                      <a:pt x="0" y="883735"/>
                    </a:moveTo>
                    <a:lnTo>
                      <a:pt x="798484" y="1739682"/>
                    </a:lnTo>
                    <a:lnTo>
                      <a:pt x="885671" y="1822220"/>
                    </a:lnTo>
                    <a:lnTo>
                      <a:pt x="1147751" y="2096000"/>
                    </a:lnTo>
                    <a:lnTo>
                      <a:pt x="1191941" y="2173040"/>
                    </a:lnTo>
                    <a:lnTo>
                      <a:pt x="1285811" y="2130020"/>
                    </a:lnTo>
                    <a:lnTo>
                      <a:pt x="1334681" y="2236400"/>
                    </a:lnTo>
                    <a:lnTo>
                      <a:pt x="1357226" y="2342015"/>
                    </a:lnTo>
                    <a:lnTo>
                      <a:pt x="1937744" y="2963106"/>
                    </a:lnTo>
                    <a:lnTo>
                      <a:pt x="2259354" y="2662370"/>
                    </a:lnTo>
                    <a:lnTo>
                      <a:pt x="2322823" y="2595973"/>
                    </a:lnTo>
                    <a:lnTo>
                      <a:pt x="2396111" y="2507603"/>
                    </a:lnTo>
                    <a:lnTo>
                      <a:pt x="2396111" y="2507603"/>
                    </a:lnTo>
                  </a:path>
                </a:pathLst>
              </a:custGeom>
              <a:noFill/>
              <a:ln w="9360" cap="flat">
                <a:solidFill>
                  <a:srgbClr val="00C8E0"/>
                </a:solidFill>
                <a:round/>
              </a:ln>
            </p:spPr>
          </p:sp>
          <p:sp>
            <p:nvSpPr>
              <p:cNvPr id="1432" name="Контур"/>
              <p:cNvSpPr/>
              <p:nvPr/>
            </p:nvSpPr>
            <p:spPr>
              <a:xfrm>
                <a:off x="252000" y="1584000"/>
                <a:ext cx="2854425" cy="1882135"/>
              </a:xfrm>
              <a:custGeom>
                <a:avLst/>
                <a:gdLst/>
                <a:ahLst/>
                <a:cxnLst/>
                <a:rect l="l" t="t" r="r" b="b"/>
                <a:pathLst>
                  <a:path w="2854425" h="1882135" fill="none">
                    <a:moveTo>
                      <a:pt x="958567" y="1691540"/>
                    </a:moveTo>
                    <a:lnTo>
                      <a:pt x="1149163" y="1882135"/>
                    </a:lnTo>
                    <a:moveTo>
                      <a:pt x="1040820" y="1614949"/>
                    </a:moveTo>
                    <a:lnTo>
                      <a:pt x="1230499" y="1804628"/>
                    </a:lnTo>
                    <a:moveTo>
                      <a:pt x="0" y="415285"/>
                    </a:moveTo>
                    <a:lnTo>
                      <a:pt x="19769" y="435054"/>
                    </a:lnTo>
                    <a:moveTo>
                      <a:pt x="1123073" y="1538358"/>
                    </a:moveTo>
                    <a:lnTo>
                      <a:pt x="1311835" y="1727120"/>
                    </a:lnTo>
                    <a:moveTo>
                      <a:pt x="0" y="256441"/>
                    </a:moveTo>
                    <a:lnTo>
                      <a:pt x="101459" y="357899"/>
                    </a:lnTo>
                    <a:moveTo>
                      <a:pt x="1205326" y="1461767"/>
                    </a:moveTo>
                    <a:lnTo>
                      <a:pt x="1393172" y="1649612"/>
                    </a:lnTo>
                    <a:moveTo>
                      <a:pt x="0" y="97597"/>
                    </a:moveTo>
                    <a:lnTo>
                      <a:pt x="183149" y="280745"/>
                    </a:lnTo>
                    <a:moveTo>
                      <a:pt x="1287579" y="1385176"/>
                    </a:moveTo>
                    <a:lnTo>
                      <a:pt x="1474508" y="1572104"/>
                    </a:lnTo>
                    <a:moveTo>
                      <a:pt x="61247" y="0"/>
                    </a:moveTo>
                    <a:lnTo>
                      <a:pt x="264838" y="203591"/>
                    </a:lnTo>
                    <a:moveTo>
                      <a:pt x="1369832" y="1308585"/>
                    </a:moveTo>
                    <a:lnTo>
                      <a:pt x="1555844" y="1494597"/>
                    </a:lnTo>
                    <a:moveTo>
                      <a:pt x="220092" y="0"/>
                    </a:moveTo>
                    <a:lnTo>
                      <a:pt x="346528" y="126437"/>
                    </a:lnTo>
                    <a:moveTo>
                      <a:pt x="1452085" y="1231994"/>
                    </a:moveTo>
                    <a:lnTo>
                      <a:pt x="1637181" y="1417089"/>
                    </a:lnTo>
                    <a:moveTo>
                      <a:pt x="378936" y="0"/>
                    </a:moveTo>
                    <a:lnTo>
                      <a:pt x="428218" y="49282"/>
                    </a:lnTo>
                    <a:moveTo>
                      <a:pt x="1534338" y="1155403"/>
                    </a:moveTo>
                    <a:lnTo>
                      <a:pt x="1718517" y="1339581"/>
                    </a:lnTo>
                    <a:moveTo>
                      <a:pt x="1616591" y="1078812"/>
                    </a:moveTo>
                    <a:lnTo>
                      <a:pt x="1799853" y="1262074"/>
                    </a:lnTo>
                    <a:moveTo>
                      <a:pt x="1698844" y="1002220"/>
                    </a:moveTo>
                    <a:lnTo>
                      <a:pt x="1881190" y="1184566"/>
                    </a:lnTo>
                    <a:moveTo>
                      <a:pt x="1781097" y="925629"/>
                    </a:moveTo>
                    <a:lnTo>
                      <a:pt x="1962526" y="1107058"/>
                    </a:lnTo>
                    <a:moveTo>
                      <a:pt x="1863350" y="849038"/>
                    </a:moveTo>
                    <a:lnTo>
                      <a:pt x="2043862" y="1029550"/>
                    </a:lnTo>
                    <a:moveTo>
                      <a:pt x="1945603" y="772447"/>
                    </a:moveTo>
                    <a:lnTo>
                      <a:pt x="2125198" y="952043"/>
                    </a:lnTo>
                    <a:moveTo>
                      <a:pt x="2027856" y="695856"/>
                    </a:moveTo>
                    <a:lnTo>
                      <a:pt x="2206535" y="874535"/>
                    </a:lnTo>
                    <a:moveTo>
                      <a:pt x="1490844" y="0"/>
                    </a:moveTo>
                    <a:lnTo>
                      <a:pt x="2737949" y="1247105"/>
                    </a:lnTo>
                    <a:moveTo>
                      <a:pt x="1649688" y="0"/>
                    </a:moveTo>
                    <a:lnTo>
                      <a:pt x="2796187" y="1146499"/>
                    </a:lnTo>
                    <a:moveTo>
                      <a:pt x="1808532" y="0"/>
                    </a:moveTo>
                    <a:lnTo>
                      <a:pt x="2854425" y="1045892"/>
                    </a:lnTo>
                    <a:moveTo>
                      <a:pt x="1967376" y="0"/>
                    </a:moveTo>
                    <a:lnTo>
                      <a:pt x="2598779" y="631403"/>
                    </a:lnTo>
                    <a:moveTo>
                      <a:pt x="2364960" y="238739"/>
                    </a:moveTo>
                    <a:lnTo>
                      <a:pt x="2680308" y="554087"/>
                    </a:lnTo>
                    <a:moveTo>
                      <a:pt x="2446999" y="161935"/>
                    </a:moveTo>
                    <a:lnTo>
                      <a:pt x="2761837" y="476772"/>
                    </a:lnTo>
                    <a:moveTo>
                      <a:pt x="2529038" y="85130"/>
                    </a:moveTo>
                    <a:lnTo>
                      <a:pt x="2843365" y="399457"/>
                    </a:lnTo>
                  </a:path>
                </a:pathLst>
              </a:custGeom>
              <a:noFill/>
              <a:ln w="4680" cap="flat">
                <a:solidFill>
                  <a:srgbClr val="8C8C8C"/>
                </a:solidFill>
                <a:round/>
              </a:ln>
            </p:spPr>
          </p:sp>
          <p:sp>
            <p:nvSpPr>
              <p:cNvPr id="1433" name="Контур"/>
              <p:cNvSpPr/>
              <p:nvPr/>
            </p:nvSpPr>
            <p:spPr>
              <a:xfrm>
                <a:off x="252000" y="1584000"/>
                <a:ext cx="2883565" cy="1936025"/>
              </a:xfrm>
              <a:custGeom>
                <a:avLst/>
                <a:gdLst/>
                <a:ahLst/>
                <a:cxnLst/>
                <a:rect l="l" t="t" r="r" b="b"/>
                <a:pathLst>
                  <a:path w="2883565" h="1936025" fill="none">
                    <a:moveTo>
                      <a:pt x="2245914" y="837009"/>
                    </a:moveTo>
                    <a:lnTo>
                      <a:pt x="1092612" y="1936025"/>
                    </a:lnTo>
                    <a:lnTo>
                      <a:pt x="909599" y="1737136"/>
                    </a:lnTo>
                    <a:lnTo>
                      <a:pt x="2044142" y="680692"/>
                    </a:lnTo>
                    <a:lnTo>
                      <a:pt x="1410682" y="0"/>
                    </a:lnTo>
                    <a:moveTo>
                      <a:pt x="480397" y="0"/>
                    </a:moveTo>
                    <a:lnTo>
                      <a:pt x="0" y="453725"/>
                    </a:lnTo>
                    <a:moveTo>
                      <a:pt x="2011197" y="0"/>
                    </a:moveTo>
                    <a:lnTo>
                      <a:pt x="2297052" y="302314"/>
                    </a:lnTo>
                    <a:lnTo>
                      <a:pt x="2579700" y="37700"/>
                    </a:lnTo>
                    <a:lnTo>
                      <a:pt x="2883565" y="361335"/>
                    </a:lnTo>
                    <a:lnTo>
                      <a:pt x="2556103" y="671873"/>
                    </a:lnTo>
                    <a:lnTo>
                      <a:pt x="2873798" y="1012425"/>
                    </a:lnTo>
                    <a:lnTo>
                      <a:pt x="2694052" y="1322937"/>
                    </a:lnTo>
                    <a:lnTo>
                      <a:pt x="2245914" y="837009"/>
                    </a:lnTo>
                    <a:lnTo>
                      <a:pt x="2245914" y="83700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4" name="Контур"/>
              <p:cNvSpPr/>
              <p:nvPr/>
            </p:nvSpPr>
            <p:spPr>
              <a:xfrm>
                <a:off x="252000" y="1584000"/>
                <a:ext cx="6248757" cy="4562508"/>
              </a:xfrm>
              <a:custGeom>
                <a:avLst/>
                <a:gdLst/>
                <a:ahLst/>
                <a:cxnLst/>
                <a:rect l="l" t="t" r="r" b="b"/>
                <a:pathLst>
                  <a:path w="6248757" h="4562508" fill="none">
                    <a:moveTo>
                      <a:pt x="1139384" y="3619642"/>
                    </a:moveTo>
                    <a:lnTo>
                      <a:pt x="1181158" y="3661415"/>
                    </a:lnTo>
                    <a:moveTo>
                      <a:pt x="1197939" y="3519353"/>
                    </a:moveTo>
                    <a:lnTo>
                      <a:pt x="1263953" y="3585366"/>
                    </a:lnTo>
                    <a:moveTo>
                      <a:pt x="1244591" y="3407160"/>
                    </a:moveTo>
                    <a:lnTo>
                      <a:pt x="1346748" y="3509317"/>
                    </a:lnTo>
                    <a:moveTo>
                      <a:pt x="1275413" y="3279138"/>
                    </a:moveTo>
                    <a:lnTo>
                      <a:pt x="1429543" y="3433268"/>
                    </a:lnTo>
                    <a:moveTo>
                      <a:pt x="1305965" y="3150846"/>
                    </a:moveTo>
                    <a:lnTo>
                      <a:pt x="1512338" y="3357219"/>
                    </a:lnTo>
                    <a:moveTo>
                      <a:pt x="1336518" y="3022555"/>
                    </a:moveTo>
                    <a:lnTo>
                      <a:pt x="1595133" y="3281170"/>
                    </a:lnTo>
                    <a:moveTo>
                      <a:pt x="1356284" y="2883478"/>
                    </a:moveTo>
                    <a:lnTo>
                      <a:pt x="1677928" y="3205121"/>
                    </a:lnTo>
                    <a:moveTo>
                      <a:pt x="1371407" y="2739756"/>
                    </a:moveTo>
                    <a:lnTo>
                      <a:pt x="1760723" y="3129072"/>
                    </a:lnTo>
                    <a:moveTo>
                      <a:pt x="1383143" y="2592649"/>
                    </a:moveTo>
                    <a:lnTo>
                      <a:pt x="1843517" y="3053023"/>
                    </a:lnTo>
                    <a:moveTo>
                      <a:pt x="1375103" y="2425764"/>
                    </a:moveTo>
                    <a:lnTo>
                      <a:pt x="1926312" y="2976973"/>
                    </a:lnTo>
                    <a:moveTo>
                      <a:pt x="0" y="891817"/>
                    </a:moveTo>
                    <a:lnTo>
                      <a:pt x="1253165" y="2144982"/>
                    </a:lnTo>
                    <a:moveTo>
                      <a:pt x="1326266" y="2218083"/>
                    </a:moveTo>
                    <a:lnTo>
                      <a:pt x="2009107" y="2900924"/>
                    </a:lnTo>
                    <a:moveTo>
                      <a:pt x="0" y="732973"/>
                    </a:moveTo>
                    <a:lnTo>
                      <a:pt x="2099616" y="2832589"/>
                    </a:lnTo>
                    <a:moveTo>
                      <a:pt x="0" y="574129"/>
                    </a:moveTo>
                    <a:lnTo>
                      <a:pt x="2184628" y="2758756"/>
                    </a:lnTo>
                    <a:moveTo>
                      <a:pt x="0" y="415285"/>
                    </a:moveTo>
                    <a:lnTo>
                      <a:pt x="2262314" y="2677599"/>
                    </a:lnTo>
                    <a:moveTo>
                      <a:pt x="0" y="256441"/>
                    </a:moveTo>
                    <a:lnTo>
                      <a:pt x="2334319" y="2590760"/>
                    </a:lnTo>
                    <a:moveTo>
                      <a:pt x="0" y="97597"/>
                    </a:moveTo>
                    <a:lnTo>
                      <a:pt x="2405676" y="2503272"/>
                    </a:lnTo>
                    <a:moveTo>
                      <a:pt x="61247" y="0"/>
                    </a:moveTo>
                    <a:lnTo>
                      <a:pt x="2467762" y="2406515"/>
                    </a:lnTo>
                    <a:moveTo>
                      <a:pt x="220092" y="0"/>
                    </a:moveTo>
                    <a:lnTo>
                      <a:pt x="2525067" y="2304975"/>
                    </a:lnTo>
                    <a:moveTo>
                      <a:pt x="378936" y="0"/>
                    </a:moveTo>
                    <a:lnTo>
                      <a:pt x="2573894" y="2194958"/>
                    </a:lnTo>
                    <a:moveTo>
                      <a:pt x="537780" y="0"/>
                    </a:moveTo>
                    <a:lnTo>
                      <a:pt x="2617077" y="2079298"/>
                    </a:lnTo>
                    <a:moveTo>
                      <a:pt x="696624" y="0"/>
                    </a:moveTo>
                    <a:lnTo>
                      <a:pt x="2655955" y="1959331"/>
                    </a:lnTo>
                    <a:moveTo>
                      <a:pt x="855468" y="0"/>
                    </a:moveTo>
                    <a:lnTo>
                      <a:pt x="2688469" y="1833002"/>
                    </a:lnTo>
                    <a:moveTo>
                      <a:pt x="1014312" y="0"/>
                    </a:moveTo>
                    <a:lnTo>
                      <a:pt x="2720984" y="1706672"/>
                    </a:lnTo>
                    <a:moveTo>
                      <a:pt x="1173156" y="0"/>
                    </a:moveTo>
                    <a:lnTo>
                      <a:pt x="2753499" y="1580343"/>
                    </a:lnTo>
                    <a:moveTo>
                      <a:pt x="1332000" y="0"/>
                    </a:moveTo>
                    <a:lnTo>
                      <a:pt x="2786014" y="1454014"/>
                    </a:lnTo>
                    <a:moveTo>
                      <a:pt x="1490844" y="0"/>
                    </a:moveTo>
                    <a:lnTo>
                      <a:pt x="2815278" y="1324434"/>
                    </a:lnTo>
                    <a:moveTo>
                      <a:pt x="6010520" y="4519676"/>
                    </a:moveTo>
                    <a:lnTo>
                      <a:pt x="6053352" y="4562508"/>
                    </a:lnTo>
                    <a:moveTo>
                      <a:pt x="1649688" y="0"/>
                    </a:moveTo>
                    <a:lnTo>
                      <a:pt x="2860794" y="1211106"/>
                    </a:lnTo>
                    <a:moveTo>
                      <a:pt x="5869342" y="4219653"/>
                    </a:moveTo>
                    <a:lnTo>
                      <a:pt x="6151055" y="4501366"/>
                    </a:lnTo>
                    <a:moveTo>
                      <a:pt x="1808532" y="0"/>
                    </a:moveTo>
                    <a:lnTo>
                      <a:pt x="2924385" y="1115853"/>
                    </a:lnTo>
                    <a:moveTo>
                      <a:pt x="5726051" y="3917518"/>
                    </a:moveTo>
                    <a:lnTo>
                      <a:pt x="6248757" y="4440225"/>
                    </a:lnTo>
                    <a:moveTo>
                      <a:pt x="1967376" y="0"/>
                    </a:moveTo>
                    <a:lnTo>
                      <a:pt x="2994439" y="1027063"/>
                    </a:lnTo>
                    <a:moveTo>
                      <a:pt x="5576955" y="3609579"/>
                    </a:moveTo>
                    <a:lnTo>
                      <a:pt x="6125359" y="4157983"/>
                    </a:lnTo>
                    <a:moveTo>
                      <a:pt x="2126220" y="0"/>
                    </a:moveTo>
                    <a:lnTo>
                      <a:pt x="3037056" y="910836"/>
                    </a:lnTo>
                    <a:moveTo>
                      <a:pt x="5055481" y="2929260"/>
                    </a:moveTo>
                    <a:lnTo>
                      <a:pt x="5987083" y="3860862"/>
                    </a:lnTo>
                    <a:moveTo>
                      <a:pt x="2285064" y="0"/>
                    </a:moveTo>
                    <a:lnTo>
                      <a:pt x="3111278" y="826214"/>
                    </a:lnTo>
                    <a:moveTo>
                      <a:pt x="3403370" y="1118305"/>
                    </a:moveTo>
                    <a:lnTo>
                      <a:pt x="5849950" y="3564886"/>
                    </a:lnTo>
                    <a:moveTo>
                      <a:pt x="2443908" y="0"/>
                    </a:moveTo>
                    <a:lnTo>
                      <a:pt x="5448408" y="3004500"/>
                    </a:lnTo>
                    <a:moveTo>
                      <a:pt x="2602753" y="0"/>
                    </a:moveTo>
                    <a:lnTo>
                      <a:pt x="4624457" y="2021704"/>
                    </a:lnTo>
                  </a:path>
                </a:pathLst>
              </a:custGeom>
              <a:noFill/>
              <a:ln w="4680" cap="flat">
                <a:solidFill>
                  <a:srgbClr val="8C8C8C"/>
                </a:solidFill>
                <a:round/>
              </a:ln>
            </p:spPr>
          </p:sp>
          <p:sp>
            <p:nvSpPr>
              <p:cNvPr id="1435" name="Контур"/>
              <p:cNvSpPr/>
              <p:nvPr/>
            </p:nvSpPr>
            <p:spPr>
              <a:xfrm>
                <a:off x="252000" y="1584000"/>
                <a:ext cx="6260111" cy="4573471"/>
              </a:xfrm>
              <a:custGeom>
                <a:avLst/>
                <a:gdLst/>
                <a:ahLst/>
                <a:cxnLst/>
                <a:rect l="l" t="t" r="r" b="b"/>
                <a:pathLst>
                  <a:path w="6260111" h="4573471" fill="none">
                    <a:moveTo>
                      <a:pt x="2728993" y="0"/>
                    </a:moveTo>
                    <a:lnTo>
                      <a:pt x="4837211" y="2248460"/>
                    </a:lnTo>
                    <a:lnTo>
                      <a:pt x="5773211" y="3404870"/>
                    </a:lnTo>
                    <a:lnTo>
                      <a:pt x="6167681" y="4248080"/>
                    </a:lnTo>
                    <a:lnTo>
                      <a:pt x="6260111" y="4433120"/>
                    </a:lnTo>
                    <a:lnTo>
                      <a:pt x="6035834" y="4573471"/>
                    </a:lnTo>
                    <a:lnTo>
                      <a:pt x="5765831" y="3999680"/>
                    </a:lnTo>
                    <a:lnTo>
                      <a:pt x="5498801" y="3448160"/>
                    </a:lnTo>
                    <a:lnTo>
                      <a:pt x="4544374" y="2331018"/>
                    </a:lnTo>
                    <a:lnTo>
                      <a:pt x="3120821" y="816020"/>
                    </a:lnTo>
                    <a:lnTo>
                      <a:pt x="3035321" y="900260"/>
                    </a:lnTo>
                    <a:lnTo>
                      <a:pt x="3045671" y="963350"/>
                    </a:lnTo>
                    <a:lnTo>
                      <a:pt x="2878541" y="1176830"/>
                    </a:lnTo>
                    <a:lnTo>
                      <a:pt x="2853611" y="1224980"/>
                    </a:lnTo>
                    <a:lnTo>
                      <a:pt x="2814551" y="1326320"/>
                    </a:lnTo>
                    <a:lnTo>
                      <a:pt x="2803661" y="1385450"/>
                    </a:lnTo>
                    <a:lnTo>
                      <a:pt x="2642831" y="2010320"/>
                    </a:lnTo>
                    <a:lnTo>
                      <a:pt x="2547971" y="2264390"/>
                    </a:lnTo>
                    <a:lnTo>
                      <a:pt x="2422871" y="2486060"/>
                    </a:lnTo>
                    <a:lnTo>
                      <a:pt x="2271581" y="2667680"/>
                    </a:lnTo>
                    <a:lnTo>
                      <a:pt x="2197331" y="2747150"/>
                    </a:lnTo>
                    <a:lnTo>
                      <a:pt x="2118131" y="2819510"/>
                    </a:lnTo>
                    <a:lnTo>
                      <a:pt x="2029841" y="2881880"/>
                    </a:lnTo>
                    <a:lnTo>
                      <a:pt x="1169351" y="3672260"/>
                    </a:lnTo>
                    <a:lnTo>
                      <a:pt x="1123541" y="3643010"/>
                    </a:lnTo>
                    <a:lnTo>
                      <a:pt x="1164851" y="3582080"/>
                    </a:lnTo>
                    <a:lnTo>
                      <a:pt x="1196351" y="3522860"/>
                    </a:lnTo>
                    <a:lnTo>
                      <a:pt x="1245491" y="3404780"/>
                    </a:lnTo>
                    <a:lnTo>
                      <a:pt x="1339991" y="3007970"/>
                    </a:lnTo>
                    <a:lnTo>
                      <a:pt x="1349081" y="3009500"/>
                    </a:lnTo>
                    <a:lnTo>
                      <a:pt x="1354391" y="2978090"/>
                    </a:lnTo>
                    <a:lnTo>
                      <a:pt x="1346471" y="2976740"/>
                    </a:lnTo>
                    <a:lnTo>
                      <a:pt x="1383821" y="2621780"/>
                    </a:lnTo>
                    <a:lnTo>
                      <a:pt x="1379771" y="2447630"/>
                    </a:lnTo>
                    <a:lnTo>
                      <a:pt x="1334681" y="2236400"/>
                    </a:lnTo>
                    <a:lnTo>
                      <a:pt x="1285811" y="2130020"/>
                    </a:lnTo>
                    <a:lnTo>
                      <a:pt x="1191941" y="2173040"/>
                    </a:lnTo>
                    <a:lnTo>
                      <a:pt x="1147751" y="2096000"/>
                    </a:lnTo>
                    <a:lnTo>
                      <a:pt x="885671" y="1822220"/>
                    </a:lnTo>
                    <a:lnTo>
                      <a:pt x="399491" y="1361960"/>
                    </a:lnTo>
                    <a:lnTo>
                      <a:pt x="0" y="96305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6" name="Контур"/>
              <p:cNvSpPr/>
              <p:nvPr/>
            </p:nvSpPr>
            <p:spPr>
              <a:xfrm>
                <a:off x="4457087" y="1937409"/>
                <a:ext cx="1898128" cy="1534570"/>
              </a:xfrm>
              <a:custGeom>
                <a:avLst/>
                <a:gdLst/>
                <a:ahLst/>
                <a:cxnLst/>
                <a:rect l="l" t="t" r="r" b="b"/>
                <a:pathLst>
                  <a:path w="1898128" h="1534570" fill="none">
                    <a:moveTo>
                      <a:pt x="0" y="772393"/>
                    </a:moveTo>
                    <a:lnTo>
                      <a:pt x="762177" y="1534570"/>
                    </a:lnTo>
                    <a:moveTo>
                      <a:pt x="81605" y="695154"/>
                    </a:moveTo>
                    <a:lnTo>
                      <a:pt x="843316" y="1456866"/>
                    </a:lnTo>
                    <a:moveTo>
                      <a:pt x="163210" y="617915"/>
                    </a:moveTo>
                    <a:lnTo>
                      <a:pt x="924456" y="1379161"/>
                    </a:lnTo>
                    <a:moveTo>
                      <a:pt x="244814" y="540675"/>
                    </a:moveTo>
                    <a:lnTo>
                      <a:pt x="1005595" y="1301456"/>
                    </a:lnTo>
                    <a:moveTo>
                      <a:pt x="326419" y="463436"/>
                    </a:moveTo>
                    <a:lnTo>
                      <a:pt x="1086734" y="1223751"/>
                    </a:lnTo>
                    <a:moveTo>
                      <a:pt x="408024" y="386197"/>
                    </a:moveTo>
                    <a:lnTo>
                      <a:pt x="1167874" y="1146047"/>
                    </a:lnTo>
                    <a:moveTo>
                      <a:pt x="489629" y="308958"/>
                    </a:moveTo>
                    <a:lnTo>
                      <a:pt x="1249013" y="1068342"/>
                    </a:lnTo>
                    <a:moveTo>
                      <a:pt x="571233" y="231718"/>
                    </a:moveTo>
                    <a:lnTo>
                      <a:pt x="1330152" y="990637"/>
                    </a:lnTo>
                    <a:moveTo>
                      <a:pt x="652838" y="154479"/>
                    </a:moveTo>
                    <a:lnTo>
                      <a:pt x="1411292" y="912932"/>
                    </a:lnTo>
                    <a:moveTo>
                      <a:pt x="734443" y="77240"/>
                    </a:moveTo>
                    <a:lnTo>
                      <a:pt x="1492431" y="835228"/>
                    </a:lnTo>
                    <a:moveTo>
                      <a:pt x="816048" y="0"/>
                    </a:moveTo>
                    <a:lnTo>
                      <a:pt x="1573570" y="757523"/>
                    </a:lnTo>
                    <a:moveTo>
                      <a:pt x="1332533" y="357642"/>
                    </a:moveTo>
                    <a:lnTo>
                      <a:pt x="1654710" y="679818"/>
                    </a:lnTo>
                    <a:moveTo>
                      <a:pt x="1413394" y="279658"/>
                    </a:moveTo>
                    <a:lnTo>
                      <a:pt x="1735849" y="602113"/>
                    </a:lnTo>
                    <a:moveTo>
                      <a:pt x="1494254" y="201675"/>
                    </a:moveTo>
                    <a:lnTo>
                      <a:pt x="1816988" y="524409"/>
                    </a:lnTo>
                    <a:moveTo>
                      <a:pt x="1575115" y="123691"/>
                    </a:moveTo>
                    <a:lnTo>
                      <a:pt x="1898128" y="446704"/>
                    </a:lnTo>
                  </a:path>
                </a:pathLst>
              </a:custGeom>
              <a:noFill/>
              <a:ln w="4680" cap="flat">
                <a:solidFill>
                  <a:srgbClr val="8C8C8C"/>
                </a:solidFill>
                <a:round/>
              </a:ln>
            </p:spPr>
          </p:sp>
          <p:sp>
            <p:nvSpPr>
              <p:cNvPr id="1437" name="Контур"/>
              <p:cNvSpPr/>
              <p:nvPr/>
            </p:nvSpPr>
            <p:spPr>
              <a:xfrm>
                <a:off x="4419534" y="1923929"/>
                <a:ext cx="1957437" cy="1614204"/>
              </a:xfrm>
              <a:custGeom>
                <a:avLst/>
                <a:gdLst/>
                <a:ahLst/>
                <a:cxnLst/>
                <a:rect l="l" t="t" r="r" b="b"/>
                <a:pathLst>
                  <a:path w="1957437" h="1614204" fill="none">
                    <a:moveTo>
                      <a:pt x="730652" y="1614204"/>
                    </a:moveTo>
                    <a:lnTo>
                      <a:pt x="583814" y="1448057"/>
                    </a:lnTo>
                    <a:lnTo>
                      <a:pt x="0" y="821417"/>
                    </a:lnTo>
                    <a:lnTo>
                      <a:pt x="867843" y="0"/>
                    </a:lnTo>
                    <a:lnTo>
                      <a:pt x="1294911" y="443621"/>
                    </a:lnTo>
                    <a:lnTo>
                      <a:pt x="1647843" y="103248"/>
                    </a:lnTo>
                    <a:lnTo>
                      <a:pt x="1957437" y="439349"/>
                    </a:lnTo>
                    <a:lnTo>
                      <a:pt x="730652" y="1614204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8" name="Контур"/>
              <p:cNvSpPr/>
              <p:nvPr/>
            </p:nvSpPr>
            <p:spPr>
              <a:xfrm>
                <a:off x="252000" y="1584000"/>
                <a:ext cx="2194640" cy="1776740"/>
              </a:xfrm>
              <a:custGeom>
                <a:avLst/>
                <a:gdLst/>
                <a:ahLst/>
                <a:cxnLst/>
                <a:rect l="l" t="t" r="r" b="b"/>
                <a:pathLst>
                  <a:path w="2194640" h="1776740" fill="none">
                    <a:moveTo>
                      <a:pt x="106594" y="839567"/>
                    </a:moveTo>
                    <a:lnTo>
                      <a:pt x="1043768" y="1776740"/>
                    </a:lnTo>
                    <a:moveTo>
                      <a:pt x="0" y="574129"/>
                    </a:moveTo>
                    <a:lnTo>
                      <a:pt x="1125973" y="1700102"/>
                    </a:lnTo>
                    <a:moveTo>
                      <a:pt x="0" y="415285"/>
                    </a:moveTo>
                    <a:lnTo>
                      <a:pt x="1208178" y="1623463"/>
                    </a:lnTo>
                    <a:moveTo>
                      <a:pt x="0" y="256441"/>
                    </a:moveTo>
                    <a:lnTo>
                      <a:pt x="1290383" y="1546824"/>
                    </a:lnTo>
                    <a:moveTo>
                      <a:pt x="0" y="97597"/>
                    </a:moveTo>
                    <a:lnTo>
                      <a:pt x="1372588" y="1470185"/>
                    </a:lnTo>
                    <a:moveTo>
                      <a:pt x="61247" y="0"/>
                    </a:moveTo>
                    <a:lnTo>
                      <a:pt x="1454793" y="1393546"/>
                    </a:lnTo>
                    <a:moveTo>
                      <a:pt x="220092" y="0"/>
                    </a:moveTo>
                    <a:lnTo>
                      <a:pt x="1536999" y="1316907"/>
                    </a:lnTo>
                    <a:moveTo>
                      <a:pt x="378936" y="0"/>
                    </a:moveTo>
                    <a:lnTo>
                      <a:pt x="1619204" y="1240268"/>
                    </a:lnTo>
                    <a:moveTo>
                      <a:pt x="537780" y="0"/>
                    </a:moveTo>
                    <a:lnTo>
                      <a:pt x="1701409" y="1163629"/>
                    </a:lnTo>
                    <a:moveTo>
                      <a:pt x="696624" y="0"/>
                    </a:moveTo>
                    <a:lnTo>
                      <a:pt x="1783614" y="1086990"/>
                    </a:lnTo>
                    <a:moveTo>
                      <a:pt x="855468" y="0"/>
                    </a:moveTo>
                    <a:lnTo>
                      <a:pt x="1865819" y="1010352"/>
                    </a:lnTo>
                    <a:moveTo>
                      <a:pt x="1014312" y="0"/>
                    </a:moveTo>
                    <a:lnTo>
                      <a:pt x="1948025" y="933713"/>
                    </a:lnTo>
                    <a:moveTo>
                      <a:pt x="1173156" y="0"/>
                    </a:moveTo>
                    <a:lnTo>
                      <a:pt x="2030230" y="857074"/>
                    </a:lnTo>
                    <a:moveTo>
                      <a:pt x="1332000" y="0"/>
                    </a:moveTo>
                    <a:lnTo>
                      <a:pt x="2112435" y="780435"/>
                    </a:lnTo>
                    <a:moveTo>
                      <a:pt x="1490844" y="0"/>
                    </a:moveTo>
                    <a:lnTo>
                      <a:pt x="2194640" y="703796"/>
                    </a:lnTo>
                  </a:path>
                </a:pathLst>
              </a:custGeom>
              <a:noFill/>
              <a:ln w="4680" cap="flat">
                <a:solidFill>
                  <a:srgbClr val="8C8C8C"/>
                </a:solidFill>
                <a:round/>
              </a:ln>
            </p:spPr>
          </p:sp>
          <p:sp>
            <p:nvSpPr>
              <p:cNvPr id="1439" name="Контур"/>
              <p:cNvSpPr/>
              <p:nvPr/>
            </p:nvSpPr>
            <p:spPr>
              <a:xfrm>
                <a:off x="252000" y="1584000"/>
                <a:ext cx="2203727" cy="1808084"/>
              </a:xfrm>
              <a:custGeom>
                <a:avLst/>
                <a:gdLst/>
                <a:ahLst/>
                <a:cxnLst/>
                <a:rect l="l" t="t" r="r" b="b"/>
                <a:pathLst>
                  <a:path w="2203727" h="1808084" fill="none">
                    <a:moveTo>
                      <a:pt x="2203727" y="695324"/>
                    </a:moveTo>
                    <a:lnTo>
                      <a:pt x="1010147" y="1808084"/>
                    </a:lnTo>
                    <a:lnTo>
                      <a:pt x="567223" y="1333365"/>
                    </a:lnTo>
                    <a:lnTo>
                      <a:pt x="503627" y="1265204"/>
                    </a:lnTo>
                    <a:lnTo>
                      <a:pt x="0" y="725293"/>
                    </a:lnTo>
                    <a:moveTo>
                      <a:pt x="1560957" y="0"/>
                    </a:moveTo>
                    <a:lnTo>
                      <a:pt x="1702840" y="152084"/>
                    </a:lnTo>
                    <a:lnTo>
                      <a:pt x="2203727" y="695324"/>
                    </a:lnTo>
                    <a:lnTo>
                      <a:pt x="2203727" y="69532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0" name="Контур"/>
              <p:cNvSpPr/>
              <p:nvPr/>
            </p:nvSpPr>
            <p:spPr>
              <a:xfrm>
                <a:off x="252000" y="2634661"/>
                <a:ext cx="1285566" cy="4013688"/>
              </a:xfrm>
              <a:custGeom>
                <a:avLst/>
                <a:gdLst/>
                <a:ahLst/>
                <a:cxnLst/>
                <a:rect l="l" t="t" r="r" b="b"/>
                <a:pathLst>
                  <a:path w="1285566" h="4013688" fill="none">
                    <a:moveTo>
                      <a:pt x="0" y="3971102"/>
                    </a:moveTo>
                    <a:lnTo>
                      <a:pt x="42587" y="4013688"/>
                    </a:lnTo>
                    <a:moveTo>
                      <a:pt x="0" y="3812258"/>
                    </a:moveTo>
                    <a:lnTo>
                      <a:pt x="108982" y="3921239"/>
                    </a:lnTo>
                    <a:moveTo>
                      <a:pt x="0" y="3653414"/>
                    </a:moveTo>
                    <a:lnTo>
                      <a:pt x="175377" y="3828790"/>
                    </a:lnTo>
                    <a:moveTo>
                      <a:pt x="0" y="3494569"/>
                    </a:moveTo>
                    <a:lnTo>
                      <a:pt x="241771" y="3736341"/>
                    </a:lnTo>
                    <a:moveTo>
                      <a:pt x="0" y="3335725"/>
                    </a:moveTo>
                    <a:lnTo>
                      <a:pt x="308166" y="3643892"/>
                    </a:lnTo>
                    <a:moveTo>
                      <a:pt x="0" y="3176881"/>
                    </a:moveTo>
                    <a:lnTo>
                      <a:pt x="377494" y="3554375"/>
                    </a:lnTo>
                    <a:moveTo>
                      <a:pt x="0" y="3018037"/>
                    </a:moveTo>
                    <a:lnTo>
                      <a:pt x="447671" y="3465709"/>
                    </a:lnTo>
                    <a:moveTo>
                      <a:pt x="0" y="2859193"/>
                    </a:moveTo>
                    <a:lnTo>
                      <a:pt x="517849" y="3377042"/>
                    </a:lnTo>
                    <a:moveTo>
                      <a:pt x="0" y="2700349"/>
                    </a:moveTo>
                    <a:lnTo>
                      <a:pt x="588026" y="3288375"/>
                    </a:lnTo>
                    <a:moveTo>
                      <a:pt x="0" y="2541505"/>
                    </a:moveTo>
                    <a:lnTo>
                      <a:pt x="675307" y="3216812"/>
                    </a:lnTo>
                    <a:moveTo>
                      <a:pt x="0" y="2382661"/>
                    </a:moveTo>
                    <a:lnTo>
                      <a:pt x="741349" y="3124010"/>
                    </a:lnTo>
                    <a:moveTo>
                      <a:pt x="0" y="2223817"/>
                    </a:moveTo>
                    <a:lnTo>
                      <a:pt x="807390" y="3031207"/>
                    </a:lnTo>
                    <a:moveTo>
                      <a:pt x="0" y="2064973"/>
                    </a:moveTo>
                    <a:lnTo>
                      <a:pt x="873431" y="2938404"/>
                    </a:lnTo>
                    <a:moveTo>
                      <a:pt x="0" y="1906129"/>
                    </a:moveTo>
                    <a:lnTo>
                      <a:pt x="930912" y="2837041"/>
                    </a:lnTo>
                    <a:moveTo>
                      <a:pt x="0" y="1747285"/>
                    </a:moveTo>
                    <a:lnTo>
                      <a:pt x="970884" y="2718169"/>
                    </a:lnTo>
                    <a:moveTo>
                      <a:pt x="0" y="1588441"/>
                    </a:moveTo>
                    <a:lnTo>
                      <a:pt x="999927" y="2588367"/>
                    </a:lnTo>
                    <a:moveTo>
                      <a:pt x="0" y="1429597"/>
                    </a:moveTo>
                    <a:lnTo>
                      <a:pt x="1028730" y="2458327"/>
                    </a:lnTo>
                    <a:moveTo>
                      <a:pt x="0" y="1270753"/>
                    </a:moveTo>
                    <a:lnTo>
                      <a:pt x="1057535" y="2328287"/>
                    </a:lnTo>
                    <a:moveTo>
                      <a:pt x="0" y="1111908"/>
                    </a:moveTo>
                    <a:lnTo>
                      <a:pt x="1085129" y="2197038"/>
                    </a:lnTo>
                    <a:moveTo>
                      <a:pt x="0" y="953064"/>
                    </a:moveTo>
                    <a:lnTo>
                      <a:pt x="1106304" y="2059368"/>
                    </a:lnTo>
                    <a:moveTo>
                      <a:pt x="0" y="794220"/>
                    </a:moveTo>
                    <a:lnTo>
                      <a:pt x="1127478" y="1921699"/>
                    </a:lnTo>
                    <a:moveTo>
                      <a:pt x="0" y="635376"/>
                    </a:moveTo>
                    <a:lnTo>
                      <a:pt x="1148653" y="1784029"/>
                    </a:lnTo>
                    <a:moveTo>
                      <a:pt x="0" y="476532"/>
                    </a:moveTo>
                    <a:lnTo>
                      <a:pt x="1184194" y="1660726"/>
                    </a:lnTo>
                    <a:moveTo>
                      <a:pt x="0" y="317688"/>
                    </a:moveTo>
                    <a:lnTo>
                      <a:pt x="1220640" y="1538328"/>
                    </a:lnTo>
                    <a:moveTo>
                      <a:pt x="0" y="158844"/>
                    </a:moveTo>
                    <a:lnTo>
                      <a:pt x="1257086" y="1415930"/>
                    </a:lnTo>
                    <a:moveTo>
                      <a:pt x="0" y="0"/>
                    </a:moveTo>
                    <a:lnTo>
                      <a:pt x="1285566" y="1285566"/>
                    </a:lnTo>
                  </a:path>
                </a:pathLst>
              </a:custGeom>
              <a:noFill/>
              <a:ln w="4680" cap="flat">
                <a:solidFill>
                  <a:srgbClr val="8C8C8C"/>
                </a:solidFill>
                <a:round/>
              </a:ln>
            </p:spPr>
          </p:sp>
          <p:sp>
            <p:nvSpPr>
              <p:cNvPr id="1441" name="Контур"/>
              <p:cNvSpPr/>
              <p:nvPr/>
            </p:nvSpPr>
            <p:spPr>
              <a:xfrm>
                <a:off x="252000" y="2539327"/>
                <a:ext cx="1292371" cy="4110940"/>
              </a:xfrm>
              <a:custGeom>
                <a:avLst/>
                <a:gdLst/>
                <a:ahLst/>
                <a:cxnLst/>
                <a:rect l="l" t="t" r="r" b="b"/>
                <a:pathLst>
                  <a:path w="1292371" h="4110940" fill="none">
                    <a:moveTo>
                      <a:pt x="0" y="0"/>
                    </a:moveTo>
                    <a:lnTo>
                      <a:pt x="1147736" y="1140667"/>
                    </a:lnTo>
                    <a:lnTo>
                      <a:pt x="1292371" y="1392761"/>
                    </a:lnTo>
                    <a:lnTo>
                      <a:pt x="1149906" y="1871212"/>
                    </a:lnTo>
                    <a:lnTo>
                      <a:pt x="1081772" y="2314199"/>
                    </a:lnTo>
                    <a:lnTo>
                      <a:pt x="1013353" y="2623084"/>
                    </a:lnTo>
                    <a:lnTo>
                      <a:pt x="972249" y="2808657"/>
                    </a:lnTo>
                    <a:lnTo>
                      <a:pt x="944709" y="2906392"/>
                    </a:lnTo>
                    <a:lnTo>
                      <a:pt x="887842" y="3013488"/>
                    </a:lnTo>
                    <a:lnTo>
                      <a:pt x="667342" y="3323340"/>
                    </a:lnTo>
                    <a:lnTo>
                      <a:pt x="647894" y="3308067"/>
                    </a:lnTo>
                    <a:lnTo>
                      <a:pt x="323076" y="3718466"/>
                    </a:lnTo>
                    <a:lnTo>
                      <a:pt x="41210" y="4110940"/>
                    </a:lnTo>
                    <a:lnTo>
                      <a:pt x="6636" y="4102025"/>
                    </a:lnTo>
                    <a:lnTo>
                      <a:pt x="0" y="4097515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2" name="Контур"/>
              <p:cNvSpPr/>
              <p:nvPr/>
            </p:nvSpPr>
            <p:spPr>
              <a:xfrm>
                <a:off x="252000" y="1584000"/>
                <a:ext cx="2854425" cy="1882135"/>
              </a:xfrm>
              <a:custGeom>
                <a:avLst/>
                <a:gdLst/>
                <a:ahLst/>
                <a:cxnLst/>
                <a:rect l="l" t="t" r="r" b="b"/>
                <a:pathLst>
                  <a:path w="2854425" h="1882135" fill="none">
                    <a:moveTo>
                      <a:pt x="958567" y="1691540"/>
                    </a:moveTo>
                    <a:lnTo>
                      <a:pt x="1149163" y="1882135"/>
                    </a:lnTo>
                    <a:moveTo>
                      <a:pt x="1040820" y="1614949"/>
                    </a:moveTo>
                    <a:lnTo>
                      <a:pt x="1230499" y="1804628"/>
                    </a:lnTo>
                    <a:moveTo>
                      <a:pt x="0" y="415285"/>
                    </a:moveTo>
                    <a:lnTo>
                      <a:pt x="19769" y="435054"/>
                    </a:lnTo>
                    <a:moveTo>
                      <a:pt x="1123073" y="1538358"/>
                    </a:moveTo>
                    <a:lnTo>
                      <a:pt x="1311835" y="1727120"/>
                    </a:lnTo>
                    <a:moveTo>
                      <a:pt x="0" y="256441"/>
                    </a:moveTo>
                    <a:lnTo>
                      <a:pt x="101459" y="357899"/>
                    </a:lnTo>
                    <a:moveTo>
                      <a:pt x="1205326" y="1461767"/>
                    </a:moveTo>
                    <a:lnTo>
                      <a:pt x="1393172" y="1649612"/>
                    </a:lnTo>
                    <a:moveTo>
                      <a:pt x="0" y="97597"/>
                    </a:moveTo>
                    <a:lnTo>
                      <a:pt x="183149" y="280745"/>
                    </a:lnTo>
                    <a:moveTo>
                      <a:pt x="1287579" y="1385176"/>
                    </a:moveTo>
                    <a:lnTo>
                      <a:pt x="1474508" y="1572104"/>
                    </a:lnTo>
                    <a:moveTo>
                      <a:pt x="61247" y="0"/>
                    </a:moveTo>
                    <a:lnTo>
                      <a:pt x="264838" y="203591"/>
                    </a:lnTo>
                    <a:moveTo>
                      <a:pt x="1369832" y="1308585"/>
                    </a:moveTo>
                    <a:lnTo>
                      <a:pt x="1555844" y="1494597"/>
                    </a:lnTo>
                    <a:moveTo>
                      <a:pt x="220092" y="0"/>
                    </a:moveTo>
                    <a:lnTo>
                      <a:pt x="346528" y="126437"/>
                    </a:lnTo>
                    <a:moveTo>
                      <a:pt x="1452085" y="1231994"/>
                    </a:moveTo>
                    <a:lnTo>
                      <a:pt x="1637181" y="1417089"/>
                    </a:lnTo>
                    <a:moveTo>
                      <a:pt x="378936" y="0"/>
                    </a:moveTo>
                    <a:lnTo>
                      <a:pt x="428218" y="49282"/>
                    </a:lnTo>
                    <a:moveTo>
                      <a:pt x="1534338" y="1155403"/>
                    </a:moveTo>
                    <a:lnTo>
                      <a:pt x="1718517" y="1339581"/>
                    </a:lnTo>
                    <a:moveTo>
                      <a:pt x="1616591" y="1078812"/>
                    </a:moveTo>
                    <a:lnTo>
                      <a:pt x="1799853" y="1262074"/>
                    </a:lnTo>
                    <a:moveTo>
                      <a:pt x="1698844" y="1002220"/>
                    </a:moveTo>
                    <a:lnTo>
                      <a:pt x="1881190" y="1184566"/>
                    </a:lnTo>
                    <a:moveTo>
                      <a:pt x="1781097" y="925629"/>
                    </a:moveTo>
                    <a:lnTo>
                      <a:pt x="1962526" y="1107058"/>
                    </a:lnTo>
                    <a:moveTo>
                      <a:pt x="1863350" y="849038"/>
                    </a:moveTo>
                    <a:lnTo>
                      <a:pt x="2043862" y="1029550"/>
                    </a:lnTo>
                    <a:moveTo>
                      <a:pt x="1945603" y="772447"/>
                    </a:moveTo>
                    <a:lnTo>
                      <a:pt x="2125198" y="952043"/>
                    </a:lnTo>
                    <a:moveTo>
                      <a:pt x="2027856" y="695856"/>
                    </a:moveTo>
                    <a:lnTo>
                      <a:pt x="2206535" y="874535"/>
                    </a:lnTo>
                    <a:moveTo>
                      <a:pt x="1490844" y="0"/>
                    </a:moveTo>
                    <a:lnTo>
                      <a:pt x="2737949" y="1247105"/>
                    </a:lnTo>
                    <a:moveTo>
                      <a:pt x="1649688" y="0"/>
                    </a:moveTo>
                    <a:lnTo>
                      <a:pt x="2796187" y="1146499"/>
                    </a:lnTo>
                    <a:moveTo>
                      <a:pt x="1808532" y="0"/>
                    </a:moveTo>
                    <a:lnTo>
                      <a:pt x="2854425" y="1045892"/>
                    </a:lnTo>
                    <a:moveTo>
                      <a:pt x="1967376" y="0"/>
                    </a:moveTo>
                    <a:lnTo>
                      <a:pt x="2598779" y="631403"/>
                    </a:lnTo>
                    <a:moveTo>
                      <a:pt x="2364960" y="238739"/>
                    </a:moveTo>
                    <a:lnTo>
                      <a:pt x="2680308" y="554087"/>
                    </a:lnTo>
                    <a:moveTo>
                      <a:pt x="2446999" y="161935"/>
                    </a:moveTo>
                    <a:lnTo>
                      <a:pt x="2761837" y="476772"/>
                    </a:lnTo>
                    <a:moveTo>
                      <a:pt x="2529038" y="85130"/>
                    </a:moveTo>
                    <a:lnTo>
                      <a:pt x="2843365" y="399457"/>
                    </a:lnTo>
                  </a:path>
                </a:pathLst>
              </a:custGeom>
              <a:noFill/>
              <a:ln w="4680" cap="flat">
                <a:solidFill>
                  <a:srgbClr val="8C8C8C"/>
                </a:solidFill>
                <a:round/>
              </a:ln>
            </p:spPr>
          </p:sp>
          <p:sp>
            <p:nvSpPr>
              <p:cNvPr id="1443" name="Контур"/>
              <p:cNvSpPr/>
              <p:nvPr/>
            </p:nvSpPr>
            <p:spPr>
              <a:xfrm>
                <a:off x="252000" y="1584000"/>
                <a:ext cx="2883565" cy="1936025"/>
              </a:xfrm>
              <a:custGeom>
                <a:avLst/>
                <a:gdLst/>
                <a:ahLst/>
                <a:cxnLst/>
                <a:rect l="l" t="t" r="r" b="b"/>
                <a:pathLst>
                  <a:path w="2883565" h="1936025" fill="none">
                    <a:moveTo>
                      <a:pt x="2245914" y="837009"/>
                    </a:moveTo>
                    <a:lnTo>
                      <a:pt x="1092612" y="1936025"/>
                    </a:lnTo>
                    <a:lnTo>
                      <a:pt x="909599" y="1737136"/>
                    </a:lnTo>
                    <a:lnTo>
                      <a:pt x="2044142" y="680692"/>
                    </a:lnTo>
                    <a:lnTo>
                      <a:pt x="1410682" y="0"/>
                    </a:lnTo>
                    <a:moveTo>
                      <a:pt x="480397" y="0"/>
                    </a:moveTo>
                    <a:lnTo>
                      <a:pt x="0" y="453725"/>
                    </a:lnTo>
                    <a:moveTo>
                      <a:pt x="2011197" y="0"/>
                    </a:moveTo>
                    <a:lnTo>
                      <a:pt x="2297052" y="302314"/>
                    </a:lnTo>
                    <a:lnTo>
                      <a:pt x="2579700" y="37700"/>
                    </a:lnTo>
                    <a:lnTo>
                      <a:pt x="2883565" y="361335"/>
                    </a:lnTo>
                    <a:lnTo>
                      <a:pt x="2556103" y="671873"/>
                    </a:lnTo>
                    <a:lnTo>
                      <a:pt x="2873798" y="1012425"/>
                    </a:lnTo>
                    <a:lnTo>
                      <a:pt x="2694052" y="1322937"/>
                    </a:lnTo>
                    <a:lnTo>
                      <a:pt x="2245914" y="837009"/>
                    </a:lnTo>
                    <a:lnTo>
                      <a:pt x="2245914" y="83700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4" name="Контур"/>
              <p:cNvSpPr/>
              <p:nvPr/>
            </p:nvSpPr>
            <p:spPr>
              <a:xfrm>
                <a:off x="2695908" y="1584000"/>
                <a:ext cx="705251" cy="377593"/>
              </a:xfrm>
              <a:custGeom>
                <a:avLst/>
                <a:gdLst/>
                <a:ahLst/>
                <a:cxnLst/>
                <a:rect l="l" t="t" r="r" b="b"/>
                <a:pathLst>
                  <a:path w="705251" h="377593" fill="none">
                    <a:moveTo>
                      <a:pt x="0" y="0"/>
                    </a:moveTo>
                    <a:lnTo>
                      <a:pt x="377594" y="377593"/>
                    </a:lnTo>
                    <a:moveTo>
                      <a:pt x="158845" y="0"/>
                    </a:moveTo>
                    <a:lnTo>
                      <a:pt x="459655" y="300811"/>
                    </a:lnTo>
                    <a:moveTo>
                      <a:pt x="317689" y="0"/>
                    </a:moveTo>
                    <a:lnTo>
                      <a:pt x="541638" y="223949"/>
                    </a:lnTo>
                    <a:moveTo>
                      <a:pt x="476533" y="0"/>
                    </a:moveTo>
                    <a:lnTo>
                      <a:pt x="623445" y="146912"/>
                    </a:lnTo>
                    <a:moveTo>
                      <a:pt x="635377" y="0"/>
                    </a:moveTo>
                    <a:lnTo>
                      <a:pt x="705251" y="69874"/>
                    </a:lnTo>
                  </a:path>
                </a:pathLst>
              </a:custGeom>
              <a:noFill/>
              <a:ln w="4680" cap="flat">
                <a:solidFill>
                  <a:srgbClr val="8C8C8C"/>
                </a:solidFill>
                <a:round/>
              </a:ln>
            </p:spPr>
          </p:sp>
          <p:sp>
            <p:nvSpPr>
              <p:cNvPr id="1445" name="Контур"/>
              <p:cNvSpPr/>
              <p:nvPr/>
            </p:nvSpPr>
            <p:spPr>
              <a:xfrm>
                <a:off x="2610093" y="1584000"/>
                <a:ext cx="865266" cy="432344"/>
              </a:xfrm>
              <a:custGeom>
                <a:avLst/>
                <a:gdLst/>
                <a:ahLst/>
                <a:cxnLst/>
                <a:rect l="l" t="t" r="r" b="b"/>
                <a:pathLst>
                  <a:path w="865266" h="432344" fill="none">
                    <a:moveTo>
                      <a:pt x="865266" y="0"/>
                    </a:moveTo>
                    <a:lnTo>
                      <a:pt x="602174" y="247754"/>
                    </a:lnTo>
                    <a:lnTo>
                      <a:pt x="404894" y="432344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6" name="Контур"/>
              <p:cNvSpPr/>
              <p:nvPr/>
            </p:nvSpPr>
            <p:spPr>
              <a:xfrm>
                <a:off x="252000" y="1584000"/>
                <a:ext cx="2194640" cy="1776740"/>
              </a:xfrm>
              <a:custGeom>
                <a:avLst/>
                <a:gdLst/>
                <a:ahLst/>
                <a:cxnLst/>
                <a:rect l="l" t="t" r="r" b="b"/>
                <a:pathLst>
                  <a:path w="2194640" h="1776740" fill="none">
                    <a:moveTo>
                      <a:pt x="106594" y="839567"/>
                    </a:moveTo>
                    <a:lnTo>
                      <a:pt x="1043768" y="1776740"/>
                    </a:lnTo>
                    <a:moveTo>
                      <a:pt x="0" y="574129"/>
                    </a:moveTo>
                    <a:lnTo>
                      <a:pt x="1125973" y="1700102"/>
                    </a:lnTo>
                    <a:moveTo>
                      <a:pt x="0" y="415285"/>
                    </a:moveTo>
                    <a:lnTo>
                      <a:pt x="1208178" y="1623463"/>
                    </a:lnTo>
                    <a:moveTo>
                      <a:pt x="0" y="256441"/>
                    </a:moveTo>
                    <a:lnTo>
                      <a:pt x="1290383" y="1546824"/>
                    </a:lnTo>
                    <a:moveTo>
                      <a:pt x="0" y="97597"/>
                    </a:moveTo>
                    <a:lnTo>
                      <a:pt x="1372588" y="1470185"/>
                    </a:lnTo>
                    <a:moveTo>
                      <a:pt x="61247" y="0"/>
                    </a:moveTo>
                    <a:lnTo>
                      <a:pt x="1454793" y="1393546"/>
                    </a:lnTo>
                    <a:moveTo>
                      <a:pt x="220092" y="0"/>
                    </a:moveTo>
                    <a:lnTo>
                      <a:pt x="1536999" y="1316907"/>
                    </a:lnTo>
                    <a:moveTo>
                      <a:pt x="378936" y="0"/>
                    </a:moveTo>
                    <a:lnTo>
                      <a:pt x="1619204" y="1240268"/>
                    </a:lnTo>
                    <a:moveTo>
                      <a:pt x="537780" y="0"/>
                    </a:moveTo>
                    <a:lnTo>
                      <a:pt x="1701409" y="1163629"/>
                    </a:lnTo>
                    <a:moveTo>
                      <a:pt x="696624" y="0"/>
                    </a:moveTo>
                    <a:lnTo>
                      <a:pt x="1783614" y="1086990"/>
                    </a:lnTo>
                    <a:moveTo>
                      <a:pt x="855468" y="0"/>
                    </a:moveTo>
                    <a:lnTo>
                      <a:pt x="1865819" y="1010352"/>
                    </a:lnTo>
                    <a:moveTo>
                      <a:pt x="1014312" y="0"/>
                    </a:moveTo>
                    <a:lnTo>
                      <a:pt x="1948025" y="933713"/>
                    </a:lnTo>
                    <a:moveTo>
                      <a:pt x="1173156" y="0"/>
                    </a:moveTo>
                    <a:lnTo>
                      <a:pt x="2030230" y="857074"/>
                    </a:lnTo>
                    <a:moveTo>
                      <a:pt x="1332000" y="0"/>
                    </a:moveTo>
                    <a:lnTo>
                      <a:pt x="2112435" y="780435"/>
                    </a:lnTo>
                    <a:moveTo>
                      <a:pt x="1490844" y="0"/>
                    </a:moveTo>
                    <a:lnTo>
                      <a:pt x="2194640" y="703796"/>
                    </a:lnTo>
                  </a:path>
                </a:pathLst>
              </a:custGeom>
              <a:noFill/>
              <a:ln w="4680" cap="flat">
                <a:solidFill>
                  <a:srgbClr val="8C8C8C"/>
                </a:solidFill>
                <a:round/>
              </a:ln>
            </p:spPr>
          </p:sp>
          <p:sp>
            <p:nvSpPr>
              <p:cNvPr id="1447" name="Контур"/>
              <p:cNvSpPr/>
              <p:nvPr/>
            </p:nvSpPr>
            <p:spPr>
              <a:xfrm>
                <a:off x="252000" y="1584000"/>
                <a:ext cx="2203727" cy="1808084"/>
              </a:xfrm>
              <a:custGeom>
                <a:avLst/>
                <a:gdLst/>
                <a:ahLst/>
                <a:cxnLst/>
                <a:rect l="l" t="t" r="r" b="b"/>
                <a:pathLst>
                  <a:path w="2203727" h="1808084" fill="none">
                    <a:moveTo>
                      <a:pt x="2203727" y="695324"/>
                    </a:moveTo>
                    <a:lnTo>
                      <a:pt x="1010147" y="1808084"/>
                    </a:lnTo>
                    <a:lnTo>
                      <a:pt x="567223" y="1333365"/>
                    </a:lnTo>
                    <a:lnTo>
                      <a:pt x="503627" y="1265204"/>
                    </a:lnTo>
                    <a:lnTo>
                      <a:pt x="0" y="725293"/>
                    </a:lnTo>
                    <a:moveTo>
                      <a:pt x="1560957" y="0"/>
                    </a:moveTo>
                    <a:lnTo>
                      <a:pt x="1702840" y="152084"/>
                    </a:lnTo>
                    <a:lnTo>
                      <a:pt x="2203727" y="695324"/>
                    </a:lnTo>
                    <a:lnTo>
                      <a:pt x="2203727" y="69532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8" name="Контур"/>
              <p:cNvSpPr/>
              <p:nvPr/>
            </p:nvSpPr>
            <p:spPr>
              <a:xfrm>
                <a:off x="252000" y="1584000"/>
                <a:ext cx="7373252" cy="5389696"/>
              </a:xfrm>
              <a:custGeom>
                <a:avLst/>
                <a:gdLst/>
                <a:ahLst/>
                <a:cxnLst/>
                <a:rect l="l" t="t" r="r" b="b"/>
                <a:pathLst>
                  <a:path w="7373252" h="5389696" fill="none">
                    <a:moveTo>
                      <a:pt x="0" y="5339451"/>
                    </a:moveTo>
                    <a:lnTo>
                      <a:pt x="50245" y="5389696"/>
                    </a:lnTo>
                    <a:moveTo>
                      <a:pt x="58789" y="5239395"/>
                    </a:moveTo>
                    <a:lnTo>
                      <a:pt x="149864" y="5330470"/>
                    </a:lnTo>
                    <a:moveTo>
                      <a:pt x="158399" y="5180161"/>
                    </a:moveTo>
                    <a:lnTo>
                      <a:pt x="249482" y="5271245"/>
                    </a:lnTo>
                    <a:moveTo>
                      <a:pt x="140619" y="5003538"/>
                    </a:moveTo>
                    <a:lnTo>
                      <a:pt x="349100" y="5212019"/>
                    </a:lnTo>
                    <a:moveTo>
                      <a:pt x="0" y="4704075"/>
                    </a:moveTo>
                    <a:lnTo>
                      <a:pt x="211672" y="4915747"/>
                    </a:lnTo>
                    <a:moveTo>
                      <a:pt x="0" y="4386386"/>
                    </a:moveTo>
                    <a:lnTo>
                      <a:pt x="69455" y="4455841"/>
                    </a:lnTo>
                    <a:moveTo>
                      <a:pt x="72735" y="4300277"/>
                    </a:moveTo>
                    <a:lnTo>
                      <a:pt x="147491" y="4375033"/>
                    </a:lnTo>
                    <a:moveTo>
                      <a:pt x="150788" y="4219486"/>
                    </a:moveTo>
                    <a:lnTo>
                      <a:pt x="225527" y="4294225"/>
                    </a:lnTo>
                    <a:moveTo>
                      <a:pt x="228840" y="4138695"/>
                    </a:moveTo>
                    <a:lnTo>
                      <a:pt x="303562" y="4213417"/>
                    </a:lnTo>
                    <a:moveTo>
                      <a:pt x="306893" y="4057903"/>
                    </a:moveTo>
                    <a:lnTo>
                      <a:pt x="381598" y="4132608"/>
                    </a:lnTo>
                    <a:moveTo>
                      <a:pt x="384946" y="3977112"/>
                    </a:moveTo>
                    <a:lnTo>
                      <a:pt x="459634" y="4051800"/>
                    </a:lnTo>
                    <a:moveTo>
                      <a:pt x="462999" y="3896321"/>
                    </a:moveTo>
                    <a:lnTo>
                      <a:pt x="537670" y="3970992"/>
                    </a:lnTo>
                    <a:moveTo>
                      <a:pt x="541051" y="3815529"/>
                    </a:moveTo>
                    <a:lnTo>
                      <a:pt x="615706" y="3890184"/>
                    </a:lnTo>
                    <a:moveTo>
                      <a:pt x="619104" y="3734738"/>
                    </a:moveTo>
                    <a:lnTo>
                      <a:pt x="693742" y="3809376"/>
                    </a:lnTo>
                    <a:moveTo>
                      <a:pt x="697157" y="3653947"/>
                    </a:moveTo>
                    <a:lnTo>
                      <a:pt x="771777" y="3728567"/>
                    </a:lnTo>
                    <a:moveTo>
                      <a:pt x="775209" y="3573155"/>
                    </a:moveTo>
                    <a:lnTo>
                      <a:pt x="849813" y="3647759"/>
                    </a:lnTo>
                    <a:moveTo>
                      <a:pt x="853262" y="3492364"/>
                    </a:moveTo>
                    <a:lnTo>
                      <a:pt x="927849" y="3566951"/>
                    </a:lnTo>
                    <a:moveTo>
                      <a:pt x="931315" y="3411572"/>
                    </a:moveTo>
                    <a:lnTo>
                      <a:pt x="1005885" y="3486143"/>
                    </a:lnTo>
                    <a:moveTo>
                      <a:pt x="1009368" y="3330781"/>
                    </a:moveTo>
                    <a:lnTo>
                      <a:pt x="1083921" y="3405334"/>
                    </a:lnTo>
                    <a:moveTo>
                      <a:pt x="1087420" y="3249990"/>
                    </a:moveTo>
                    <a:lnTo>
                      <a:pt x="1161957" y="3324526"/>
                    </a:lnTo>
                    <a:moveTo>
                      <a:pt x="1165473" y="3169198"/>
                    </a:moveTo>
                    <a:lnTo>
                      <a:pt x="1239993" y="3243718"/>
                    </a:lnTo>
                    <a:moveTo>
                      <a:pt x="1243526" y="3088407"/>
                    </a:moveTo>
                    <a:lnTo>
                      <a:pt x="1601852" y="3446734"/>
                    </a:lnTo>
                    <a:moveTo>
                      <a:pt x="1578980" y="3265017"/>
                    </a:moveTo>
                    <a:lnTo>
                      <a:pt x="1683922" y="3369959"/>
                    </a:lnTo>
                    <a:moveTo>
                      <a:pt x="1662255" y="3189448"/>
                    </a:moveTo>
                    <a:lnTo>
                      <a:pt x="1765992" y="3293185"/>
                    </a:lnTo>
                    <a:moveTo>
                      <a:pt x="1745529" y="3113879"/>
                    </a:moveTo>
                    <a:lnTo>
                      <a:pt x="1848061" y="3216411"/>
                    </a:lnTo>
                    <a:moveTo>
                      <a:pt x="1828804" y="3038309"/>
                    </a:moveTo>
                    <a:lnTo>
                      <a:pt x="1930131" y="3139636"/>
                    </a:lnTo>
                    <a:moveTo>
                      <a:pt x="1912079" y="2962740"/>
                    </a:moveTo>
                    <a:lnTo>
                      <a:pt x="2012201" y="3062862"/>
                    </a:lnTo>
                    <a:moveTo>
                      <a:pt x="1995354" y="2887171"/>
                    </a:moveTo>
                    <a:lnTo>
                      <a:pt x="2094271" y="2986087"/>
                    </a:lnTo>
                    <a:moveTo>
                      <a:pt x="2078628" y="2811601"/>
                    </a:moveTo>
                    <a:lnTo>
                      <a:pt x="2176340" y="2909313"/>
                    </a:lnTo>
                    <a:moveTo>
                      <a:pt x="2161903" y="2736032"/>
                    </a:moveTo>
                    <a:lnTo>
                      <a:pt x="2258410" y="2832539"/>
                    </a:lnTo>
                    <a:moveTo>
                      <a:pt x="2245178" y="2660463"/>
                    </a:moveTo>
                    <a:lnTo>
                      <a:pt x="2340480" y="2755764"/>
                    </a:lnTo>
                    <a:moveTo>
                      <a:pt x="2328453" y="2584893"/>
                    </a:moveTo>
                    <a:lnTo>
                      <a:pt x="2422549" y="2678990"/>
                    </a:lnTo>
                    <a:moveTo>
                      <a:pt x="2411727" y="2509324"/>
                    </a:moveTo>
                    <a:lnTo>
                      <a:pt x="2504619" y="2602216"/>
                    </a:lnTo>
                    <a:moveTo>
                      <a:pt x="2495002" y="2433755"/>
                    </a:moveTo>
                    <a:lnTo>
                      <a:pt x="2586689" y="2525441"/>
                    </a:lnTo>
                    <a:moveTo>
                      <a:pt x="2578277" y="2358185"/>
                    </a:moveTo>
                    <a:lnTo>
                      <a:pt x="2668759" y="2448667"/>
                    </a:lnTo>
                    <a:moveTo>
                      <a:pt x="2661552" y="2282616"/>
                    </a:moveTo>
                    <a:lnTo>
                      <a:pt x="2750828" y="2371893"/>
                    </a:lnTo>
                    <a:moveTo>
                      <a:pt x="2744826" y="2207047"/>
                    </a:moveTo>
                    <a:lnTo>
                      <a:pt x="2832898" y="2295118"/>
                    </a:lnTo>
                    <a:moveTo>
                      <a:pt x="2828101" y="2131478"/>
                    </a:moveTo>
                    <a:lnTo>
                      <a:pt x="2914968" y="2218344"/>
                    </a:lnTo>
                    <a:moveTo>
                      <a:pt x="2911376" y="2055908"/>
                    </a:moveTo>
                    <a:lnTo>
                      <a:pt x="2997037" y="2141570"/>
                    </a:lnTo>
                    <a:moveTo>
                      <a:pt x="2994651" y="1980339"/>
                    </a:moveTo>
                    <a:lnTo>
                      <a:pt x="3079107" y="2064795"/>
                    </a:lnTo>
                    <a:moveTo>
                      <a:pt x="3077925" y="1904770"/>
                    </a:moveTo>
                    <a:lnTo>
                      <a:pt x="3161177" y="1988021"/>
                    </a:lnTo>
                    <a:moveTo>
                      <a:pt x="3161200" y="1829200"/>
                    </a:moveTo>
                    <a:lnTo>
                      <a:pt x="3243247" y="1911247"/>
                    </a:lnTo>
                    <a:moveTo>
                      <a:pt x="3244475" y="1753631"/>
                    </a:moveTo>
                    <a:lnTo>
                      <a:pt x="3325316" y="1834472"/>
                    </a:lnTo>
                    <a:moveTo>
                      <a:pt x="3327750" y="1678062"/>
                    </a:moveTo>
                    <a:lnTo>
                      <a:pt x="3407386" y="1757698"/>
                    </a:lnTo>
                    <a:moveTo>
                      <a:pt x="3411025" y="1602492"/>
                    </a:moveTo>
                    <a:lnTo>
                      <a:pt x="3489456" y="1680924"/>
                    </a:lnTo>
                    <a:moveTo>
                      <a:pt x="3494299" y="1526923"/>
                    </a:moveTo>
                    <a:lnTo>
                      <a:pt x="3571525" y="1604149"/>
                    </a:lnTo>
                    <a:moveTo>
                      <a:pt x="3577574" y="1451354"/>
                    </a:moveTo>
                    <a:lnTo>
                      <a:pt x="4696855" y="2570634"/>
                    </a:lnTo>
                    <a:moveTo>
                      <a:pt x="4667894" y="2382829"/>
                    </a:moveTo>
                    <a:lnTo>
                      <a:pt x="4810665" y="2525601"/>
                    </a:lnTo>
                    <a:moveTo>
                      <a:pt x="4787005" y="2343096"/>
                    </a:moveTo>
                    <a:lnTo>
                      <a:pt x="4924476" y="2480568"/>
                    </a:lnTo>
                    <a:moveTo>
                      <a:pt x="4906115" y="2303363"/>
                    </a:moveTo>
                    <a:lnTo>
                      <a:pt x="5038287" y="2435535"/>
                    </a:lnTo>
                    <a:moveTo>
                      <a:pt x="5025226" y="2263629"/>
                    </a:moveTo>
                    <a:lnTo>
                      <a:pt x="5152098" y="2390502"/>
                    </a:lnTo>
                    <a:moveTo>
                      <a:pt x="5144337" y="2223896"/>
                    </a:moveTo>
                    <a:lnTo>
                      <a:pt x="5260817" y="2340376"/>
                    </a:lnTo>
                    <a:moveTo>
                      <a:pt x="5246988" y="2167704"/>
                    </a:moveTo>
                    <a:lnTo>
                      <a:pt x="5351672" y="2272387"/>
                    </a:lnTo>
                    <a:moveTo>
                      <a:pt x="5342320" y="2104192"/>
                    </a:moveTo>
                    <a:lnTo>
                      <a:pt x="5439172" y="2201043"/>
                    </a:lnTo>
                    <a:moveTo>
                      <a:pt x="5329664" y="1932691"/>
                    </a:moveTo>
                    <a:lnTo>
                      <a:pt x="5523712" y="2126739"/>
                    </a:lnTo>
                    <a:moveTo>
                      <a:pt x="5325553" y="1769736"/>
                    </a:moveTo>
                    <a:lnTo>
                      <a:pt x="5464613" y="1908796"/>
                    </a:lnTo>
                    <a:moveTo>
                      <a:pt x="5407202" y="1692541"/>
                    </a:moveTo>
                    <a:lnTo>
                      <a:pt x="5493769" y="1779108"/>
                    </a:lnTo>
                    <a:moveTo>
                      <a:pt x="5488852" y="1615347"/>
                    </a:moveTo>
                    <a:lnTo>
                      <a:pt x="5575485" y="1701980"/>
                    </a:lnTo>
                    <a:moveTo>
                      <a:pt x="5570502" y="1538152"/>
                    </a:moveTo>
                    <a:lnTo>
                      <a:pt x="5657202" y="1624853"/>
                    </a:lnTo>
                    <a:moveTo>
                      <a:pt x="5652151" y="1460958"/>
                    </a:moveTo>
                    <a:lnTo>
                      <a:pt x="5738919" y="1547725"/>
                    </a:lnTo>
                    <a:moveTo>
                      <a:pt x="5733801" y="1383764"/>
                    </a:moveTo>
                    <a:lnTo>
                      <a:pt x="5820635" y="1470598"/>
                    </a:lnTo>
                    <a:moveTo>
                      <a:pt x="5815451" y="1306569"/>
                    </a:moveTo>
                    <a:lnTo>
                      <a:pt x="5902352" y="1393471"/>
                    </a:lnTo>
                    <a:moveTo>
                      <a:pt x="5897100" y="1229375"/>
                    </a:moveTo>
                    <a:lnTo>
                      <a:pt x="5984069" y="1316343"/>
                    </a:lnTo>
                    <a:moveTo>
                      <a:pt x="5978750" y="1152180"/>
                    </a:moveTo>
                    <a:lnTo>
                      <a:pt x="6065785" y="1239216"/>
                    </a:lnTo>
                    <a:moveTo>
                      <a:pt x="6060399" y="1074986"/>
                    </a:moveTo>
                    <a:lnTo>
                      <a:pt x="6147502" y="1162089"/>
                    </a:lnTo>
                    <a:moveTo>
                      <a:pt x="6142049" y="997791"/>
                    </a:moveTo>
                    <a:lnTo>
                      <a:pt x="6229219" y="1084961"/>
                    </a:lnTo>
                    <a:moveTo>
                      <a:pt x="6223699" y="920597"/>
                    </a:moveTo>
                    <a:lnTo>
                      <a:pt x="6310935" y="1007834"/>
                    </a:lnTo>
                    <a:moveTo>
                      <a:pt x="6305348" y="843403"/>
                    </a:moveTo>
                    <a:lnTo>
                      <a:pt x="6392652" y="930706"/>
                    </a:lnTo>
                    <a:moveTo>
                      <a:pt x="6386998" y="766208"/>
                    </a:moveTo>
                    <a:lnTo>
                      <a:pt x="6474369" y="853579"/>
                    </a:lnTo>
                    <a:moveTo>
                      <a:pt x="6468648" y="689014"/>
                    </a:moveTo>
                    <a:lnTo>
                      <a:pt x="6556085" y="776452"/>
                    </a:lnTo>
                    <a:moveTo>
                      <a:pt x="6550297" y="611819"/>
                    </a:moveTo>
                    <a:lnTo>
                      <a:pt x="6637802" y="699324"/>
                    </a:lnTo>
                    <a:moveTo>
                      <a:pt x="6631947" y="534625"/>
                    </a:moveTo>
                    <a:lnTo>
                      <a:pt x="6719519" y="622197"/>
                    </a:lnTo>
                    <a:moveTo>
                      <a:pt x="6713597" y="457430"/>
                    </a:moveTo>
                    <a:lnTo>
                      <a:pt x="6801235" y="545069"/>
                    </a:lnTo>
                    <a:moveTo>
                      <a:pt x="6795246" y="380236"/>
                    </a:moveTo>
                    <a:lnTo>
                      <a:pt x="6882952" y="467942"/>
                    </a:lnTo>
                    <a:moveTo>
                      <a:pt x="6876896" y="303042"/>
                    </a:moveTo>
                    <a:lnTo>
                      <a:pt x="6964669" y="390815"/>
                    </a:lnTo>
                    <a:moveTo>
                      <a:pt x="6958546" y="225847"/>
                    </a:moveTo>
                    <a:lnTo>
                      <a:pt x="7046385" y="313687"/>
                    </a:lnTo>
                    <a:moveTo>
                      <a:pt x="7040195" y="148653"/>
                    </a:moveTo>
                    <a:lnTo>
                      <a:pt x="7128102" y="236560"/>
                    </a:lnTo>
                    <a:moveTo>
                      <a:pt x="7121845" y="71458"/>
                    </a:moveTo>
                    <a:lnTo>
                      <a:pt x="7209819" y="159432"/>
                    </a:lnTo>
                    <a:moveTo>
                      <a:pt x="7209230" y="0"/>
                    </a:moveTo>
                    <a:lnTo>
                      <a:pt x="7291535" y="82305"/>
                    </a:lnTo>
                    <a:moveTo>
                      <a:pt x="7368075" y="0"/>
                    </a:moveTo>
                    <a:lnTo>
                      <a:pt x="7373252" y="5178"/>
                    </a:lnTo>
                  </a:path>
                </a:pathLst>
              </a:custGeom>
              <a:noFill/>
              <a:ln w="4680" cap="flat">
                <a:solidFill>
                  <a:srgbClr val="7B2D8E"/>
                </a:solidFill>
                <a:round/>
              </a:ln>
            </p:spPr>
          </p:sp>
          <p:sp>
            <p:nvSpPr>
              <p:cNvPr id="1449" name="Контур"/>
              <p:cNvSpPr/>
              <p:nvPr/>
            </p:nvSpPr>
            <p:spPr>
              <a:xfrm>
                <a:off x="252000" y="1584000"/>
                <a:ext cx="7378738" cy="5419568"/>
              </a:xfrm>
              <a:custGeom>
                <a:avLst/>
                <a:gdLst/>
                <a:ahLst/>
                <a:cxnLst/>
                <a:rect l="l" t="t" r="r" b="b"/>
                <a:pathLst>
                  <a:path w="7378738" h="5419568" fill="none">
                    <a:moveTo>
                      <a:pt x="0" y="5274354"/>
                    </a:moveTo>
                    <a:lnTo>
                      <a:pt x="223476" y="5141463"/>
                    </a:lnTo>
                    <a:lnTo>
                      <a:pt x="0" y="4769461"/>
                    </a:lnTo>
                    <a:moveTo>
                      <a:pt x="0" y="4375564"/>
                    </a:moveTo>
                    <a:lnTo>
                      <a:pt x="1295735" y="3034366"/>
                    </a:lnTo>
                    <a:lnTo>
                      <a:pt x="1563469" y="3279093"/>
                    </a:lnTo>
                    <a:lnTo>
                      <a:pt x="3638888" y="1395713"/>
                    </a:lnTo>
                    <a:lnTo>
                      <a:pt x="4617237" y="2399728"/>
                    </a:lnTo>
                    <a:lnTo>
                      <a:pt x="5181002" y="2211665"/>
                    </a:lnTo>
                    <a:lnTo>
                      <a:pt x="5397184" y="2067641"/>
                    </a:lnTo>
                    <a:lnTo>
                      <a:pt x="5272994" y="1819427"/>
                    </a:lnTo>
                    <a:lnTo>
                      <a:pt x="7197427" y="0"/>
                    </a:lnTo>
                    <a:moveTo>
                      <a:pt x="7378738" y="0"/>
                    </a:moveTo>
                    <a:lnTo>
                      <a:pt x="5424788" y="1844215"/>
                    </a:lnTo>
                    <a:lnTo>
                      <a:pt x="5572544" y="2083820"/>
                    </a:lnTo>
                    <a:lnTo>
                      <a:pt x="5394260" y="2240518"/>
                    </a:lnTo>
                    <a:lnTo>
                      <a:pt x="5240663" y="2355458"/>
                    </a:lnTo>
                    <a:lnTo>
                      <a:pt x="4584212" y="2615205"/>
                    </a:lnTo>
                    <a:lnTo>
                      <a:pt x="3610452" y="1567735"/>
                    </a:lnTo>
                    <a:lnTo>
                      <a:pt x="1579179" y="3467944"/>
                    </a:lnTo>
                    <a:lnTo>
                      <a:pt x="1295454" y="3186286"/>
                    </a:lnTo>
                    <a:lnTo>
                      <a:pt x="0" y="4527764"/>
                    </a:lnTo>
                    <a:moveTo>
                      <a:pt x="0" y="4563262"/>
                    </a:moveTo>
                    <a:lnTo>
                      <a:pt x="378936" y="5194281"/>
                    </a:lnTo>
                    <a:lnTo>
                      <a:pt x="0" y="5419568"/>
                    </a:lnTo>
                  </a:path>
                </a:pathLst>
              </a:custGeom>
              <a:noFill/>
              <a:ln w="9360" cap="flat">
                <a:solidFill>
                  <a:srgbClr val="7B2D8E"/>
                </a:solidFill>
                <a:round/>
              </a:ln>
            </p:spPr>
          </p:sp>
          <p:sp>
            <p:nvSpPr>
              <p:cNvPr id="1450" name="Контур"/>
              <p:cNvSpPr/>
              <p:nvPr/>
            </p:nvSpPr>
            <p:spPr>
              <a:xfrm>
                <a:off x="252000" y="6207827"/>
                <a:ext cx="10044000" cy="3980173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3980173" fill="none">
                    <a:moveTo>
                      <a:pt x="0" y="3892505"/>
                    </a:moveTo>
                    <a:lnTo>
                      <a:pt x="87668" y="3980173"/>
                    </a:lnTo>
                    <a:moveTo>
                      <a:pt x="0" y="3733661"/>
                    </a:moveTo>
                    <a:lnTo>
                      <a:pt x="246512" y="3980173"/>
                    </a:lnTo>
                    <a:moveTo>
                      <a:pt x="96887" y="3671704"/>
                    </a:moveTo>
                    <a:lnTo>
                      <a:pt x="405356" y="3980173"/>
                    </a:lnTo>
                    <a:moveTo>
                      <a:pt x="194538" y="3610511"/>
                    </a:moveTo>
                    <a:lnTo>
                      <a:pt x="564200" y="3980173"/>
                    </a:lnTo>
                    <a:moveTo>
                      <a:pt x="292189" y="3549318"/>
                    </a:moveTo>
                    <a:lnTo>
                      <a:pt x="723044" y="3980173"/>
                    </a:lnTo>
                    <a:moveTo>
                      <a:pt x="389840" y="3488125"/>
                    </a:moveTo>
                    <a:lnTo>
                      <a:pt x="881888" y="3980173"/>
                    </a:lnTo>
                    <a:moveTo>
                      <a:pt x="487491" y="3426932"/>
                    </a:moveTo>
                    <a:lnTo>
                      <a:pt x="1040732" y="3980173"/>
                    </a:lnTo>
                    <a:moveTo>
                      <a:pt x="585142" y="3365739"/>
                    </a:moveTo>
                    <a:lnTo>
                      <a:pt x="1199576" y="3980173"/>
                    </a:lnTo>
                    <a:moveTo>
                      <a:pt x="682793" y="3304546"/>
                    </a:moveTo>
                    <a:lnTo>
                      <a:pt x="1358420" y="3980173"/>
                    </a:lnTo>
                    <a:moveTo>
                      <a:pt x="780444" y="3243353"/>
                    </a:moveTo>
                    <a:lnTo>
                      <a:pt x="1517264" y="3980173"/>
                    </a:lnTo>
                    <a:moveTo>
                      <a:pt x="878095" y="3182160"/>
                    </a:moveTo>
                    <a:lnTo>
                      <a:pt x="1676109" y="3980173"/>
                    </a:lnTo>
                    <a:moveTo>
                      <a:pt x="975747" y="3120967"/>
                    </a:moveTo>
                    <a:lnTo>
                      <a:pt x="1834953" y="3980173"/>
                    </a:lnTo>
                    <a:moveTo>
                      <a:pt x="1073398" y="3059774"/>
                    </a:moveTo>
                    <a:lnTo>
                      <a:pt x="1993797" y="3980173"/>
                    </a:lnTo>
                    <a:moveTo>
                      <a:pt x="1171049" y="2998581"/>
                    </a:moveTo>
                    <a:lnTo>
                      <a:pt x="2152641" y="3980173"/>
                    </a:lnTo>
                    <a:moveTo>
                      <a:pt x="1268700" y="2937388"/>
                    </a:moveTo>
                    <a:lnTo>
                      <a:pt x="2311485" y="3980173"/>
                    </a:lnTo>
                    <a:moveTo>
                      <a:pt x="1366351" y="2876195"/>
                    </a:moveTo>
                    <a:lnTo>
                      <a:pt x="2470329" y="3980173"/>
                    </a:lnTo>
                    <a:moveTo>
                      <a:pt x="1464002" y="2815002"/>
                    </a:moveTo>
                    <a:lnTo>
                      <a:pt x="2629173" y="3980173"/>
                    </a:lnTo>
                    <a:moveTo>
                      <a:pt x="1561653" y="2753809"/>
                    </a:moveTo>
                    <a:lnTo>
                      <a:pt x="2788017" y="3980173"/>
                    </a:lnTo>
                    <a:moveTo>
                      <a:pt x="1659304" y="2692616"/>
                    </a:moveTo>
                    <a:lnTo>
                      <a:pt x="2946861" y="3980173"/>
                    </a:lnTo>
                    <a:moveTo>
                      <a:pt x="1756955" y="2631423"/>
                    </a:moveTo>
                    <a:lnTo>
                      <a:pt x="3105705" y="3980173"/>
                    </a:lnTo>
                    <a:moveTo>
                      <a:pt x="1854606" y="2570230"/>
                    </a:moveTo>
                    <a:lnTo>
                      <a:pt x="3264549" y="3980173"/>
                    </a:lnTo>
                    <a:moveTo>
                      <a:pt x="1952257" y="2509037"/>
                    </a:moveTo>
                    <a:lnTo>
                      <a:pt x="3423393" y="3980173"/>
                    </a:lnTo>
                    <a:moveTo>
                      <a:pt x="2049908" y="2447844"/>
                    </a:moveTo>
                    <a:lnTo>
                      <a:pt x="3582237" y="3980173"/>
                    </a:lnTo>
                    <a:moveTo>
                      <a:pt x="2147544" y="2386636"/>
                    </a:moveTo>
                    <a:lnTo>
                      <a:pt x="3741081" y="3980173"/>
                    </a:lnTo>
                    <a:moveTo>
                      <a:pt x="2245187" y="2325434"/>
                    </a:moveTo>
                    <a:lnTo>
                      <a:pt x="3899925" y="3980173"/>
                    </a:lnTo>
                    <a:moveTo>
                      <a:pt x="2342840" y="2264243"/>
                    </a:moveTo>
                    <a:lnTo>
                      <a:pt x="4058770" y="3980173"/>
                    </a:lnTo>
                    <a:moveTo>
                      <a:pt x="2440492" y="2203052"/>
                    </a:moveTo>
                    <a:lnTo>
                      <a:pt x="4217614" y="3980173"/>
                    </a:lnTo>
                    <a:moveTo>
                      <a:pt x="2538145" y="2141860"/>
                    </a:moveTo>
                    <a:lnTo>
                      <a:pt x="4281809" y="3885524"/>
                    </a:lnTo>
                    <a:moveTo>
                      <a:pt x="2635798" y="2080669"/>
                    </a:moveTo>
                    <a:lnTo>
                      <a:pt x="4328318" y="3773189"/>
                    </a:lnTo>
                    <a:moveTo>
                      <a:pt x="2733450" y="2019478"/>
                    </a:moveTo>
                    <a:lnTo>
                      <a:pt x="4384935" y="3670962"/>
                    </a:lnTo>
                    <a:moveTo>
                      <a:pt x="2831103" y="1958286"/>
                    </a:moveTo>
                    <a:lnTo>
                      <a:pt x="4454145" y="3581328"/>
                    </a:lnTo>
                    <a:moveTo>
                      <a:pt x="2928756" y="1897095"/>
                    </a:moveTo>
                    <a:lnTo>
                      <a:pt x="4531900" y="3500239"/>
                    </a:lnTo>
                    <a:moveTo>
                      <a:pt x="3026408" y="1835903"/>
                    </a:moveTo>
                    <a:lnTo>
                      <a:pt x="4609708" y="3419203"/>
                    </a:lnTo>
                    <a:moveTo>
                      <a:pt x="3124061" y="1774712"/>
                    </a:moveTo>
                    <a:lnTo>
                      <a:pt x="4687567" y="3338218"/>
                    </a:lnTo>
                    <a:moveTo>
                      <a:pt x="3221714" y="1713521"/>
                    </a:moveTo>
                    <a:lnTo>
                      <a:pt x="4765425" y="3257232"/>
                    </a:lnTo>
                    <a:moveTo>
                      <a:pt x="3319366" y="1652329"/>
                    </a:moveTo>
                    <a:lnTo>
                      <a:pt x="4846609" y="3179572"/>
                    </a:lnTo>
                    <a:moveTo>
                      <a:pt x="3417019" y="1591138"/>
                    </a:moveTo>
                    <a:lnTo>
                      <a:pt x="4937402" y="3111520"/>
                    </a:lnTo>
                    <a:moveTo>
                      <a:pt x="3514672" y="1529947"/>
                    </a:moveTo>
                    <a:lnTo>
                      <a:pt x="5028200" y="3043474"/>
                    </a:lnTo>
                    <a:moveTo>
                      <a:pt x="3612325" y="1468755"/>
                    </a:moveTo>
                    <a:lnTo>
                      <a:pt x="5119026" y="2975456"/>
                    </a:lnTo>
                    <a:moveTo>
                      <a:pt x="3709977" y="1407564"/>
                    </a:moveTo>
                    <a:lnTo>
                      <a:pt x="5222081" y="2919668"/>
                    </a:lnTo>
                    <a:moveTo>
                      <a:pt x="3807630" y="1346372"/>
                    </a:moveTo>
                    <a:lnTo>
                      <a:pt x="5326755" y="2865498"/>
                    </a:lnTo>
                    <a:moveTo>
                      <a:pt x="3905283" y="1285181"/>
                    </a:moveTo>
                    <a:lnTo>
                      <a:pt x="5431423" y="2811321"/>
                    </a:lnTo>
                    <a:moveTo>
                      <a:pt x="4002935" y="1223990"/>
                    </a:moveTo>
                    <a:lnTo>
                      <a:pt x="5536344" y="2757399"/>
                    </a:lnTo>
                    <a:moveTo>
                      <a:pt x="4100588" y="1162798"/>
                    </a:moveTo>
                    <a:lnTo>
                      <a:pt x="5641565" y="2703775"/>
                    </a:lnTo>
                    <a:moveTo>
                      <a:pt x="4198241" y="1101607"/>
                    </a:moveTo>
                    <a:lnTo>
                      <a:pt x="5746786" y="2650152"/>
                    </a:lnTo>
                    <a:moveTo>
                      <a:pt x="4295893" y="1040415"/>
                    </a:moveTo>
                    <a:lnTo>
                      <a:pt x="5851898" y="2596420"/>
                    </a:lnTo>
                    <a:moveTo>
                      <a:pt x="4393546" y="979224"/>
                    </a:moveTo>
                    <a:lnTo>
                      <a:pt x="5956616" y="2542294"/>
                    </a:lnTo>
                    <a:moveTo>
                      <a:pt x="4491199" y="918033"/>
                    </a:moveTo>
                    <a:lnTo>
                      <a:pt x="6061334" y="2488168"/>
                    </a:lnTo>
                    <a:moveTo>
                      <a:pt x="4588851" y="856841"/>
                    </a:moveTo>
                    <a:lnTo>
                      <a:pt x="6166052" y="2434042"/>
                    </a:lnTo>
                    <a:moveTo>
                      <a:pt x="4686504" y="795650"/>
                    </a:moveTo>
                    <a:lnTo>
                      <a:pt x="6270770" y="2379916"/>
                    </a:lnTo>
                    <a:moveTo>
                      <a:pt x="4784157" y="734459"/>
                    </a:moveTo>
                    <a:lnTo>
                      <a:pt x="6375488" y="2325790"/>
                    </a:lnTo>
                    <a:moveTo>
                      <a:pt x="7930825" y="3881127"/>
                    </a:moveTo>
                    <a:lnTo>
                      <a:pt x="8029871" y="3980173"/>
                    </a:lnTo>
                    <a:moveTo>
                      <a:pt x="4881809" y="673267"/>
                    </a:moveTo>
                    <a:lnTo>
                      <a:pt x="6477169" y="2268627"/>
                    </a:lnTo>
                    <a:moveTo>
                      <a:pt x="7783068" y="3574525"/>
                    </a:moveTo>
                    <a:lnTo>
                      <a:pt x="8188715" y="3980173"/>
                    </a:lnTo>
                    <a:moveTo>
                      <a:pt x="4979462" y="612076"/>
                    </a:moveTo>
                    <a:lnTo>
                      <a:pt x="6577313" y="2209927"/>
                    </a:lnTo>
                    <a:moveTo>
                      <a:pt x="7635253" y="3267867"/>
                    </a:moveTo>
                    <a:lnTo>
                      <a:pt x="8213748" y="3846362"/>
                    </a:lnTo>
                    <a:moveTo>
                      <a:pt x="5077115" y="550884"/>
                    </a:moveTo>
                    <a:lnTo>
                      <a:pt x="6677456" y="2151226"/>
                    </a:lnTo>
                    <a:moveTo>
                      <a:pt x="7487439" y="2961209"/>
                    </a:moveTo>
                    <a:lnTo>
                      <a:pt x="8065929" y="3539698"/>
                    </a:lnTo>
                    <a:moveTo>
                      <a:pt x="5174767" y="489693"/>
                    </a:moveTo>
                    <a:lnTo>
                      <a:pt x="6777599" y="2092525"/>
                    </a:lnTo>
                    <a:moveTo>
                      <a:pt x="7339625" y="2654551"/>
                    </a:moveTo>
                    <a:lnTo>
                      <a:pt x="7918109" y="3233034"/>
                    </a:lnTo>
                    <a:moveTo>
                      <a:pt x="8634997" y="3949923"/>
                    </a:moveTo>
                    <a:lnTo>
                      <a:pt x="8665247" y="3980173"/>
                    </a:lnTo>
                    <a:moveTo>
                      <a:pt x="5272416" y="428497"/>
                    </a:moveTo>
                    <a:lnTo>
                      <a:pt x="6877742" y="2033824"/>
                    </a:lnTo>
                    <a:moveTo>
                      <a:pt x="7191811" y="2347892"/>
                    </a:moveTo>
                    <a:lnTo>
                      <a:pt x="7770289" y="2926370"/>
                    </a:lnTo>
                    <a:moveTo>
                      <a:pt x="8742425" y="3898506"/>
                    </a:moveTo>
                    <a:lnTo>
                      <a:pt x="8824092" y="3980173"/>
                    </a:lnTo>
                    <a:moveTo>
                      <a:pt x="5370046" y="367283"/>
                    </a:moveTo>
                    <a:lnTo>
                      <a:pt x="6977885" y="1975123"/>
                    </a:lnTo>
                    <a:moveTo>
                      <a:pt x="7043997" y="2041234"/>
                    </a:moveTo>
                    <a:lnTo>
                      <a:pt x="7622469" y="2619706"/>
                    </a:lnTo>
                    <a:moveTo>
                      <a:pt x="8849852" y="3847089"/>
                    </a:moveTo>
                    <a:lnTo>
                      <a:pt x="8982936" y="3980173"/>
                    </a:lnTo>
                    <a:moveTo>
                      <a:pt x="5467676" y="306069"/>
                    </a:moveTo>
                    <a:lnTo>
                      <a:pt x="7474649" y="2313043"/>
                    </a:lnTo>
                    <a:moveTo>
                      <a:pt x="8957279" y="3795673"/>
                    </a:moveTo>
                    <a:lnTo>
                      <a:pt x="9141780" y="3980173"/>
                    </a:lnTo>
                    <a:moveTo>
                      <a:pt x="5565306" y="244856"/>
                    </a:moveTo>
                    <a:lnTo>
                      <a:pt x="7326829" y="2006379"/>
                    </a:lnTo>
                    <a:moveTo>
                      <a:pt x="9064707" y="3744256"/>
                    </a:moveTo>
                    <a:lnTo>
                      <a:pt x="9300624" y="3980173"/>
                    </a:lnTo>
                    <a:moveTo>
                      <a:pt x="5662936" y="183642"/>
                    </a:moveTo>
                    <a:lnTo>
                      <a:pt x="7179105" y="1699810"/>
                    </a:lnTo>
                    <a:moveTo>
                      <a:pt x="9172134" y="3692839"/>
                    </a:moveTo>
                    <a:lnTo>
                      <a:pt x="9425184" y="3945889"/>
                    </a:lnTo>
                    <a:moveTo>
                      <a:pt x="5760567" y="122428"/>
                    </a:moveTo>
                    <a:lnTo>
                      <a:pt x="7031299" y="1393160"/>
                    </a:lnTo>
                    <a:moveTo>
                      <a:pt x="9279561" y="3641422"/>
                    </a:moveTo>
                    <a:lnTo>
                      <a:pt x="9532611" y="3894473"/>
                    </a:lnTo>
                    <a:moveTo>
                      <a:pt x="5858197" y="61214"/>
                    </a:moveTo>
                    <a:lnTo>
                      <a:pt x="6883505" y="1086522"/>
                    </a:lnTo>
                    <a:moveTo>
                      <a:pt x="9386989" y="3590006"/>
                    </a:moveTo>
                    <a:lnTo>
                      <a:pt x="9640039" y="3843056"/>
                    </a:lnTo>
                    <a:moveTo>
                      <a:pt x="5955827" y="0"/>
                    </a:moveTo>
                    <a:lnTo>
                      <a:pt x="6735711" y="779884"/>
                    </a:lnTo>
                    <a:moveTo>
                      <a:pt x="9494416" y="3538589"/>
                    </a:moveTo>
                    <a:lnTo>
                      <a:pt x="9747466" y="3791639"/>
                    </a:lnTo>
                    <a:moveTo>
                      <a:pt x="6259848" y="145177"/>
                    </a:moveTo>
                    <a:lnTo>
                      <a:pt x="6587917" y="473246"/>
                    </a:lnTo>
                    <a:moveTo>
                      <a:pt x="9601843" y="3487172"/>
                    </a:moveTo>
                    <a:lnTo>
                      <a:pt x="9854893" y="3740222"/>
                    </a:lnTo>
                    <a:moveTo>
                      <a:pt x="9709271" y="3435756"/>
                    </a:moveTo>
                    <a:lnTo>
                      <a:pt x="9962321" y="3688806"/>
                    </a:lnTo>
                    <a:moveTo>
                      <a:pt x="9816698" y="3384339"/>
                    </a:moveTo>
                    <a:lnTo>
                      <a:pt x="10044000" y="3611641"/>
                    </a:lnTo>
                    <a:moveTo>
                      <a:pt x="9924125" y="3332922"/>
                    </a:moveTo>
                    <a:lnTo>
                      <a:pt x="10044000" y="3452797"/>
                    </a:lnTo>
                    <a:moveTo>
                      <a:pt x="10031553" y="3281505"/>
                    </a:moveTo>
                    <a:lnTo>
                      <a:pt x="10044000" y="3293953"/>
                    </a:lnTo>
                  </a:path>
                </a:pathLst>
              </a:custGeom>
              <a:noFill/>
              <a:ln w="4680" cap="flat">
                <a:solidFill>
                  <a:srgbClr val="F0503C"/>
                </a:solidFill>
                <a:round/>
              </a:ln>
            </p:spPr>
          </p:sp>
          <p:sp>
            <p:nvSpPr>
              <p:cNvPr id="1451" name="Контур"/>
              <p:cNvSpPr/>
              <p:nvPr/>
            </p:nvSpPr>
            <p:spPr>
              <a:xfrm>
                <a:off x="252000" y="6157604"/>
                <a:ext cx="10044000" cy="4030396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4030396" fill="none">
                    <a:moveTo>
                      <a:pt x="6553157" y="451350"/>
                    </a:moveTo>
                    <a:lnTo>
                      <a:pt x="8274857" y="4023360"/>
                    </a:lnTo>
                    <a:lnTo>
                      <a:pt x="8279922" y="4030396"/>
                    </a:lnTo>
                    <a:moveTo>
                      <a:pt x="8570693" y="4030396"/>
                    </a:moveTo>
                    <a:lnTo>
                      <a:pt x="10044000" y="3325746"/>
                    </a:lnTo>
                    <a:moveTo>
                      <a:pt x="10044000" y="3699935"/>
                    </a:moveTo>
                    <a:lnTo>
                      <a:pt x="9353554" y="4030396"/>
                    </a:lnTo>
                    <a:moveTo>
                      <a:pt x="0" y="3782638"/>
                    </a:moveTo>
                    <a:lnTo>
                      <a:pt x="6035927" y="0"/>
                    </a:lnTo>
                    <a:lnTo>
                      <a:pt x="6553157" y="451350"/>
                    </a:lnTo>
                    <a:lnTo>
                      <a:pt x="6553157" y="451350"/>
                    </a:lnTo>
                    <a:moveTo>
                      <a:pt x="6997689" y="2013738"/>
                    </a:moveTo>
                    <a:lnTo>
                      <a:pt x="6410688" y="2357819"/>
                    </a:lnTo>
                    <a:lnTo>
                      <a:pt x="5167068" y="2998349"/>
                    </a:lnTo>
                    <a:lnTo>
                      <a:pt x="5154198" y="2999339"/>
                    </a:lnTo>
                    <a:lnTo>
                      <a:pt x="4823268" y="3247289"/>
                    </a:lnTo>
                    <a:lnTo>
                      <a:pt x="4420968" y="3666149"/>
                    </a:lnTo>
                    <a:lnTo>
                      <a:pt x="4363458" y="3753989"/>
                    </a:lnTo>
                    <a:lnTo>
                      <a:pt x="4315488" y="3848759"/>
                    </a:lnTo>
                    <a:lnTo>
                      <a:pt x="4245164" y="4030396"/>
                    </a:lnTo>
                    <a:moveTo>
                      <a:pt x="7978533" y="4030396"/>
                    </a:moveTo>
                    <a:lnTo>
                      <a:pt x="7004470" y="2009455"/>
                    </a:lnTo>
                    <a:lnTo>
                      <a:pt x="6997689" y="2013738"/>
                    </a:lnTo>
                    <a:lnTo>
                      <a:pt x="6997689" y="2013738"/>
                    </a:lnTo>
                  </a:path>
                </a:pathLst>
              </a:custGeom>
              <a:noFill/>
              <a:ln w="9360" cap="flat">
                <a:solidFill>
                  <a:srgbClr val="F0503C"/>
                </a:solidFill>
                <a:round/>
              </a:ln>
            </p:spPr>
          </p:sp>
          <p:sp>
            <p:nvSpPr>
              <p:cNvPr id="1452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 fill="none">
                    <a:moveTo>
                      <a:pt x="0" y="8516332"/>
                    </a:moveTo>
                    <a:lnTo>
                      <a:pt x="87668" y="8604000"/>
                    </a:lnTo>
                    <a:moveTo>
                      <a:pt x="0" y="8357488"/>
                    </a:moveTo>
                    <a:lnTo>
                      <a:pt x="246512" y="8604000"/>
                    </a:lnTo>
                    <a:moveTo>
                      <a:pt x="0" y="8198644"/>
                    </a:moveTo>
                    <a:lnTo>
                      <a:pt x="405356" y="8604000"/>
                    </a:lnTo>
                    <a:moveTo>
                      <a:pt x="0" y="8039800"/>
                    </a:moveTo>
                    <a:lnTo>
                      <a:pt x="564200" y="8604000"/>
                    </a:lnTo>
                    <a:moveTo>
                      <a:pt x="0" y="7880956"/>
                    </a:moveTo>
                    <a:lnTo>
                      <a:pt x="723044" y="8604000"/>
                    </a:lnTo>
                    <a:moveTo>
                      <a:pt x="0" y="7722112"/>
                    </a:moveTo>
                    <a:lnTo>
                      <a:pt x="881888" y="8604000"/>
                    </a:lnTo>
                    <a:moveTo>
                      <a:pt x="0" y="7563268"/>
                    </a:moveTo>
                    <a:lnTo>
                      <a:pt x="1040732" y="8604000"/>
                    </a:lnTo>
                    <a:moveTo>
                      <a:pt x="0" y="7404424"/>
                    </a:moveTo>
                    <a:lnTo>
                      <a:pt x="1199576" y="8604000"/>
                    </a:lnTo>
                    <a:moveTo>
                      <a:pt x="0" y="7245580"/>
                    </a:moveTo>
                    <a:lnTo>
                      <a:pt x="1358420" y="8604000"/>
                    </a:lnTo>
                    <a:moveTo>
                      <a:pt x="0" y="7086736"/>
                    </a:moveTo>
                    <a:lnTo>
                      <a:pt x="1517264" y="8604000"/>
                    </a:lnTo>
                    <a:moveTo>
                      <a:pt x="0" y="6927891"/>
                    </a:moveTo>
                    <a:lnTo>
                      <a:pt x="1676109" y="8604000"/>
                    </a:lnTo>
                    <a:moveTo>
                      <a:pt x="0" y="6769047"/>
                    </a:moveTo>
                    <a:lnTo>
                      <a:pt x="1834953" y="8604000"/>
                    </a:lnTo>
                    <a:moveTo>
                      <a:pt x="0" y="6610203"/>
                    </a:moveTo>
                    <a:lnTo>
                      <a:pt x="1993797" y="8604000"/>
                    </a:lnTo>
                    <a:moveTo>
                      <a:pt x="0" y="6451359"/>
                    </a:moveTo>
                    <a:lnTo>
                      <a:pt x="2152641" y="8604000"/>
                    </a:lnTo>
                    <a:moveTo>
                      <a:pt x="0" y="6292515"/>
                    </a:moveTo>
                    <a:lnTo>
                      <a:pt x="2311485" y="8604000"/>
                    </a:lnTo>
                    <a:moveTo>
                      <a:pt x="0" y="6133671"/>
                    </a:moveTo>
                    <a:lnTo>
                      <a:pt x="2470329" y="8604000"/>
                    </a:lnTo>
                    <a:moveTo>
                      <a:pt x="56727" y="6031554"/>
                    </a:moveTo>
                    <a:lnTo>
                      <a:pt x="2629173" y="8604000"/>
                    </a:lnTo>
                    <a:moveTo>
                      <a:pt x="158774" y="5974757"/>
                    </a:moveTo>
                    <a:lnTo>
                      <a:pt x="2788017" y="8604000"/>
                    </a:lnTo>
                    <a:moveTo>
                      <a:pt x="260821" y="5917960"/>
                    </a:moveTo>
                    <a:lnTo>
                      <a:pt x="2946861" y="8604000"/>
                    </a:lnTo>
                    <a:moveTo>
                      <a:pt x="362868" y="5861163"/>
                    </a:moveTo>
                    <a:lnTo>
                      <a:pt x="3105705" y="8604000"/>
                    </a:lnTo>
                    <a:moveTo>
                      <a:pt x="464915" y="5804366"/>
                    </a:moveTo>
                    <a:lnTo>
                      <a:pt x="3264549" y="8604000"/>
                    </a:lnTo>
                    <a:moveTo>
                      <a:pt x="566962" y="5747569"/>
                    </a:moveTo>
                    <a:lnTo>
                      <a:pt x="3423393" y="8604000"/>
                    </a:lnTo>
                    <a:moveTo>
                      <a:pt x="669009" y="5690772"/>
                    </a:moveTo>
                    <a:lnTo>
                      <a:pt x="3582237" y="8604000"/>
                    </a:lnTo>
                    <a:moveTo>
                      <a:pt x="771056" y="5633974"/>
                    </a:moveTo>
                    <a:lnTo>
                      <a:pt x="3741081" y="8604000"/>
                    </a:lnTo>
                    <a:moveTo>
                      <a:pt x="873103" y="5577177"/>
                    </a:moveTo>
                    <a:lnTo>
                      <a:pt x="3899925" y="8604000"/>
                    </a:lnTo>
                    <a:moveTo>
                      <a:pt x="975150" y="5520380"/>
                    </a:moveTo>
                    <a:lnTo>
                      <a:pt x="4058770" y="8604000"/>
                    </a:lnTo>
                    <a:moveTo>
                      <a:pt x="1077197" y="5463583"/>
                    </a:moveTo>
                    <a:lnTo>
                      <a:pt x="4217614" y="8604000"/>
                    </a:lnTo>
                    <a:moveTo>
                      <a:pt x="1179244" y="5406786"/>
                    </a:moveTo>
                    <a:lnTo>
                      <a:pt x="4376458" y="8604000"/>
                    </a:lnTo>
                    <a:moveTo>
                      <a:pt x="1281290" y="5349989"/>
                    </a:moveTo>
                    <a:lnTo>
                      <a:pt x="4535302" y="8604000"/>
                    </a:lnTo>
                    <a:moveTo>
                      <a:pt x="1383337" y="5293192"/>
                    </a:moveTo>
                    <a:lnTo>
                      <a:pt x="4694146" y="8604000"/>
                    </a:lnTo>
                    <a:moveTo>
                      <a:pt x="1485384" y="5236395"/>
                    </a:moveTo>
                    <a:lnTo>
                      <a:pt x="4852990" y="8604000"/>
                    </a:lnTo>
                    <a:moveTo>
                      <a:pt x="1587431" y="5179597"/>
                    </a:moveTo>
                    <a:lnTo>
                      <a:pt x="5011834" y="8604000"/>
                    </a:lnTo>
                    <a:moveTo>
                      <a:pt x="1689478" y="5122800"/>
                    </a:moveTo>
                    <a:lnTo>
                      <a:pt x="5170678" y="8604000"/>
                    </a:lnTo>
                    <a:moveTo>
                      <a:pt x="1791525" y="5066003"/>
                    </a:moveTo>
                    <a:lnTo>
                      <a:pt x="5329522" y="8604000"/>
                    </a:lnTo>
                    <a:moveTo>
                      <a:pt x="1893572" y="5009206"/>
                    </a:moveTo>
                    <a:lnTo>
                      <a:pt x="5488366" y="8604000"/>
                    </a:lnTo>
                    <a:moveTo>
                      <a:pt x="1995404" y="4952193"/>
                    </a:moveTo>
                    <a:lnTo>
                      <a:pt x="5647210" y="8604000"/>
                    </a:lnTo>
                    <a:moveTo>
                      <a:pt x="2092199" y="4890145"/>
                    </a:moveTo>
                    <a:lnTo>
                      <a:pt x="5806054" y="8604000"/>
                    </a:lnTo>
                    <a:moveTo>
                      <a:pt x="2188995" y="4828097"/>
                    </a:moveTo>
                    <a:lnTo>
                      <a:pt x="5964898" y="8604000"/>
                    </a:lnTo>
                    <a:moveTo>
                      <a:pt x="2285791" y="4766049"/>
                    </a:moveTo>
                    <a:lnTo>
                      <a:pt x="6123742" y="8604000"/>
                    </a:lnTo>
                    <a:moveTo>
                      <a:pt x="2382587" y="4704000"/>
                    </a:moveTo>
                    <a:lnTo>
                      <a:pt x="6282586" y="8604000"/>
                    </a:lnTo>
                    <a:moveTo>
                      <a:pt x="2479383" y="4641952"/>
                    </a:moveTo>
                    <a:lnTo>
                      <a:pt x="6441431" y="8604000"/>
                    </a:lnTo>
                    <a:moveTo>
                      <a:pt x="2576178" y="4579904"/>
                    </a:moveTo>
                    <a:lnTo>
                      <a:pt x="6600275" y="8604000"/>
                    </a:lnTo>
                    <a:moveTo>
                      <a:pt x="2672974" y="4517856"/>
                    </a:moveTo>
                    <a:lnTo>
                      <a:pt x="6759119" y="8604000"/>
                    </a:lnTo>
                    <a:moveTo>
                      <a:pt x="2769770" y="4455807"/>
                    </a:moveTo>
                    <a:lnTo>
                      <a:pt x="6917963" y="8604000"/>
                    </a:lnTo>
                    <a:moveTo>
                      <a:pt x="2866566" y="4393759"/>
                    </a:moveTo>
                    <a:lnTo>
                      <a:pt x="7076807" y="8604000"/>
                    </a:lnTo>
                    <a:moveTo>
                      <a:pt x="2963362" y="4331711"/>
                    </a:moveTo>
                    <a:lnTo>
                      <a:pt x="7235651" y="8604000"/>
                    </a:lnTo>
                    <a:moveTo>
                      <a:pt x="3060157" y="4269662"/>
                    </a:moveTo>
                    <a:lnTo>
                      <a:pt x="7394495" y="8604000"/>
                    </a:lnTo>
                    <a:moveTo>
                      <a:pt x="3156953" y="4207614"/>
                    </a:moveTo>
                    <a:lnTo>
                      <a:pt x="7553339" y="8604000"/>
                    </a:lnTo>
                    <a:moveTo>
                      <a:pt x="3253749" y="4145566"/>
                    </a:moveTo>
                    <a:lnTo>
                      <a:pt x="7712183" y="8604000"/>
                    </a:lnTo>
                    <a:moveTo>
                      <a:pt x="3350545" y="4083518"/>
                    </a:moveTo>
                    <a:lnTo>
                      <a:pt x="7871027" y="8604000"/>
                    </a:lnTo>
                    <a:moveTo>
                      <a:pt x="3447341" y="4021469"/>
                    </a:moveTo>
                    <a:lnTo>
                      <a:pt x="8029871" y="8604000"/>
                    </a:lnTo>
                    <a:moveTo>
                      <a:pt x="3544136" y="3959421"/>
                    </a:moveTo>
                    <a:lnTo>
                      <a:pt x="8188715" y="8604000"/>
                    </a:lnTo>
                    <a:moveTo>
                      <a:pt x="3640932" y="3897373"/>
                    </a:moveTo>
                    <a:lnTo>
                      <a:pt x="8347559" y="8604000"/>
                    </a:lnTo>
                    <a:moveTo>
                      <a:pt x="3296231" y="3393828"/>
                    </a:moveTo>
                    <a:lnTo>
                      <a:pt x="8506403" y="8604000"/>
                    </a:lnTo>
                    <a:moveTo>
                      <a:pt x="1664550" y="1603302"/>
                    </a:moveTo>
                    <a:lnTo>
                      <a:pt x="8665247" y="8604000"/>
                    </a:lnTo>
                    <a:moveTo>
                      <a:pt x="220092" y="0"/>
                    </a:moveTo>
                    <a:lnTo>
                      <a:pt x="8824092" y="8604000"/>
                    </a:lnTo>
                    <a:moveTo>
                      <a:pt x="378936" y="0"/>
                    </a:moveTo>
                    <a:lnTo>
                      <a:pt x="8982936" y="8604000"/>
                    </a:lnTo>
                    <a:moveTo>
                      <a:pt x="537780" y="0"/>
                    </a:moveTo>
                    <a:lnTo>
                      <a:pt x="9141780" y="8604000"/>
                    </a:lnTo>
                    <a:moveTo>
                      <a:pt x="696624" y="0"/>
                    </a:moveTo>
                    <a:lnTo>
                      <a:pt x="9300624" y="8604000"/>
                    </a:lnTo>
                    <a:moveTo>
                      <a:pt x="855468" y="0"/>
                    </a:moveTo>
                    <a:lnTo>
                      <a:pt x="9459468" y="8604000"/>
                    </a:lnTo>
                    <a:moveTo>
                      <a:pt x="1014312" y="0"/>
                    </a:moveTo>
                    <a:lnTo>
                      <a:pt x="9618312" y="8604000"/>
                    </a:lnTo>
                    <a:moveTo>
                      <a:pt x="1173156" y="0"/>
                    </a:moveTo>
                    <a:lnTo>
                      <a:pt x="9777156" y="8604000"/>
                    </a:lnTo>
                    <a:moveTo>
                      <a:pt x="1332000" y="0"/>
                    </a:moveTo>
                    <a:lnTo>
                      <a:pt x="9936000" y="8604000"/>
                    </a:lnTo>
                    <a:moveTo>
                      <a:pt x="1490844" y="0"/>
                    </a:moveTo>
                    <a:lnTo>
                      <a:pt x="10044000" y="8553156"/>
                    </a:lnTo>
                    <a:moveTo>
                      <a:pt x="1649688" y="0"/>
                    </a:moveTo>
                    <a:lnTo>
                      <a:pt x="10044000" y="8394312"/>
                    </a:lnTo>
                    <a:moveTo>
                      <a:pt x="1808532" y="0"/>
                    </a:moveTo>
                    <a:lnTo>
                      <a:pt x="10044000" y="8235468"/>
                    </a:lnTo>
                    <a:moveTo>
                      <a:pt x="1967376" y="0"/>
                    </a:moveTo>
                    <a:lnTo>
                      <a:pt x="10044000" y="8076624"/>
                    </a:lnTo>
                    <a:moveTo>
                      <a:pt x="2126220" y="0"/>
                    </a:moveTo>
                    <a:lnTo>
                      <a:pt x="10044000" y="7917780"/>
                    </a:lnTo>
                    <a:moveTo>
                      <a:pt x="2285064" y="0"/>
                    </a:moveTo>
                    <a:lnTo>
                      <a:pt x="10044000" y="7758936"/>
                    </a:lnTo>
                    <a:moveTo>
                      <a:pt x="2443908" y="0"/>
                    </a:moveTo>
                    <a:lnTo>
                      <a:pt x="10044000" y="7600092"/>
                    </a:lnTo>
                    <a:moveTo>
                      <a:pt x="2602753" y="0"/>
                    </a:moveTo>
                    <a:lnTo>
                      <a:pt x="10044000" y="7441247"/>
                    </a:lnTo>
                    <a:moveTo>
                      <a:pt x="2761597" y="0"/>
                    </a:moveTo>
                    <a:lnTo>
                      <a:pt x="10044000" y="7282403"/>
                    </a:lnTo>
                    <a:moveTo>
                      <a:pt x="2920441" y="0"/>
                    </a:moveTo>
                    <a:lnTo>
                      <a:pt x="10044000" y="7123559"/>
                    </a:lnTo>
                    <a:moveTo>
                      <a:pt x="3079285" y="0"/>
                    </a:moveTo>
                    <a:lnTo>
                      <a:pt x="10044000" y="6964715"/>
                    </a:lnTo>
                    <a:moveTo>
                      <a:pt x="3238129" y="0"/>
                    </a:moveTo>
                    <a:lnTo>
                      <a:pt x="10044000" y="6805871"/>
                    </a:lnTo>
                    <a:moveTo>
                      <a:pt x="3396973" y="0"/>
                    </a:moveTo>
                    <a:lnTo>
                      <a:pt x="10044000" y="6647027"/>
                    </a:lnTo>
                    <a:moveTo>
                      <a:pt x="3555817" y="0"/>
                    </a:moveTo>
                    <a:lnTo>
                      <a:pt x="10044000" y="6488183"/>
                    </a:lnTo>
                    <a:moveTo>
                      <a:pt x="3714661" y="0"/>
                    </a:moveTo>
                    <a:lnTo>
                      <a:pt x="10044000" y="6329339"/>
                    </a:lnTo>
                    <a:moveTo>
                      <a:pt x="3873505" y="0"/>
                    </a:moveTo>
                    <a:lnTo>
                      <a:pt x="10044000" y="6170495"/>
                    </a:lnTo>
                    <a:moveTo>
                      <a:pt x="4032349" y="0"/>
                    </a:moveTo>
                    <a:lnTo>
                      <a:pt x="10044000" y="6011651"/>
                    </a:lnTo>
                    <a:moveTo>
                      <a:pt x="4191193" y="0"/>
                    </a:moveTo>
                    <a:lnTo>
                      <a:pt x="10044000" y="5852807"/>
                    </a:lnTo>
                    <a:moveTo>
                      <a:pt x="4350037" y="0"/>
                    </a:moveTo>
                    <a:lnTo>
                      <a:pt x="10044000" y="5693963"/>
                    </a:lnTo>
                    <a:moveTo>
                      <a:pt x="4508881" y="0"/>
                    </a:moveTo>
                    <a:lnTo>
                      <a:pt x="10044000" y="5535119"/>
                    </a:lnTo>
                    <a:moveTo>
                      <a:pt x="4667725" y="0"/>
                    </a:moveTo>
                    <a:lnTo>
                      <a:pt x="10044000" y="5376275"/>
                    </a:lnTo>
                    <a:moveTo>
                      <a:pt x="4826569" y="0"/>
                    </a:moveTo>
                    <a:lnTo>
                      <a:pt x="10044000" y="5217431"/>
                    </a:lnTo>
                    <a:moveTo>
                      <a:pt x="4985414" y="0"/>
                    </a:moveTo>
                    <a:lnTo>
                      <a:pt x="10044000" y="5058586"/>
                    </a:lnTo>
                    <a:moveTo>
                      <a:pt x="5144258" y="0"/>
                    </a:moveTo>
                    <a:lnTo>
                      <a:pt x="10044000" y="4899742"/>
                    </a:lnTo>
                    <a:moveTo>
                      <a:pt x="5303102" y="0"/>
                    </a:moveTo>
                    <a:lnTo>
                      <a:pt x="10044000" y="4740898"/>
                    </a:lnTo>
                    <a:moveTo>
                      <a:pt x="5461946" y="0"/>
                    </a:moveTo>
                    <a:lnTo>
                      <a:pt x="10044000" y="4582054"/>
                    </a:lnTo>
                    <a:moveTo>
                      <a:pt x="5620790" y="0"/>
                    </a:moveTo>
                    <a:lnTo>
                      <a:pt x="10044000" y="4423210"/>
                    </a:lnTo>
                    <a:moveTo>
                      <a:pt x="5779634" y="0"/>
                    </a:moveTo>
                    <a:lnTo>
                      <a:pt x="10044000" y="4264366"/>
                    </a:lnTo>
                    <a:moveTo>
                      <a:pt x="5938478" y="0"/>
                    </a:moveTo>
                    <a:lnTo>
                      <a:pt x="7226740" y="1288262"/>
                    </a:lnTo>
                    <a:moveTo>
                      <a:pt x="7328426" y="1389948"/>
                    </a:moveTo>
                    <a:lnTo>
                      <a:pt x="10044000" y="4105522"/>
                    </a:lnTo>
                    <a:moveTo>
                      <a:pt x="6097322" y="0"/>
                    </a:moveTo>
                    <a:lnTo>
                      <a:pt x="6258480" y="161158"/>
                    </a:lnTo>
                    <a:moveTo>
                      <a:pt x="7415535" y="1318213"/>
                    </a:moveTo>
                    <a:lnTo>
                      <a:pt x="10044000" y="3946678"/>
                    </a:lnTo>
                    <a:moveTo>
                      <a:pt x="7502645" y="1246478"/>
                    </a:moveTo>
                    <a:lnTo>
                      <a:pt x="10044000" y="3787834"/>
                    </a:lnTo>
                    <a:moveTo>
                      <a:pt x="7589754" y="1174744"/>
                    </a:moveTo>
                    <a:lnTo>
                      <a:pt x="10044000" y="3628990"/>
                    </a:lnTo>
                    <a:moveTo>
                      <a:pt x="7675890" y="1102036"/>
                    </a:moveTo>
                    <a:lnTo>
                      <a:pt x="10044000" y="3470146"/>
                    </a:lnTo>
                    <a:moveTo>
                      <a:pt x="7757029" y="1024331"/>
                    </a:moveTo>
                    <a:lnTo>
                      <a:pt x="10044000" y="3311302"/>
                    </a:lnTo>
                    <a:moveTo>
                      <a:pt x="7838168" y="946626"/>
                    </a:moveTo>
                    <a:lnTo>
                      <a:pt x="10044000" y="3152458"/>
                    </a:lnTo>
                    <a:moveTo>
                      <a:pt x="7919307" y="868921"/>
                    </a:moveTo>
                    <a:lnTo>
                      <a:pt x="10044000" y="2993614"/>
                    </a:lnTo>
                    <a:moveTo>
                      <a:pt x="8000446" y="791216"/>
                    </a:moveTo>
                    <a:lnTo>
                      <a:pt x="10044000" y="2834770"/>
                    </a:lnTo>
                    <a:moveTo>
                      <a:pt x="8081586" y="713511"/>
                    </a:moveTo>
                    <a:lnTo>
                      <a:pt x="10044000" y="2675925"/>
                    </a:lnTo>
                    <a:moveTo>
                      <a:pt x="8162725" y="635806"/>
                    </a:moveTo>
                    <a:lnTo>
                      <a:pt x="10044000" y="2517081"/>
                    </a:lnTo>
                    <a:moveTo>
                      <a:pt x="8243864" y="558101"/>
                    </a:moveTo>
                    <a:lnTo>
                      <a:pt x="10044000" y="2358237"/>
                    </a:lnTo>
                    <a:moveTo>
                      <a:pt x="8325003" y="480396"/>
                    </a:moveTo>
                    <a:lnTo>
                      <a:pt x="10044000" y="2199393"/>
                    </a:lnTo>
                    <a:moveTo>
                      <a:pt x="8406142" y="402691"/>
                    </a:moveTo>
                    <a:lnTo>
                      <a:pt x="10044000" y="2040549"/>
                    </a:lnTo>
                    <a:moveTo>
                      <a:pt x="8487281" y="324986"/>
                    </a:moveTo>
                    <a:lnTo>
                      <a:pt x="10044000" y="1881705"/>
                    </a:lnTo>
                    <a:moveTo>
                      <a:pt x="8568420" y="247281"/>
                    </a:moveTo>
                    <a:lnTo>
                      <a:pt x="10044000" y="1722861"/>
                    </a:lnTo>
                    <a:moveTo>
                      <a:pt x="8649559" y="169576"/>
                    </a:moveTo>
                    <a:lnTo>
                      <a:pt x="10044000" y="1564017"/>
                    </a:lnTo>
                    <a:moveTo>
                      <a:pt x="8730698" y="91871"/>
                    </a:moveTo>
                    <a:lnTo>
                      <a:pt x="10044000" y="1405173"/>
                    </a:lnTo>
                    <a:moveTo>
                      <a:pt x="8823399" y="25728"/>
                    </a:moveTo>
                    <a:lnTo>
                      <a:pt x="10044000" y="1246329"/>
                    </a:lnTo>
                    <a:moveTo>
                      <a:pt x="8956515" y="0"/>
                    </a:moveTo>
                    <a:lnTo>
                      <a:pt x="10044000" y="1087485"/>
                    </a:lnTo>
                    <a:moveTo>
                      <a:pt x="9115359" y="0"/>
                    </a:moveTo>
                    <a:lnTo>
                      <a:pt x="10044000" y="928641"/>
                    </a:lnTo>
                    <a:moveTo>
                      <a:pt x="9274203" y="0"/>
                    </a:moveTo>
                    <a:lnTo>
                      <a:pt x="10044000" y="769797"/>
                    </a:lnTo>
                    <a:moveTo>
                      <a:pt x="9433047" y="0"/>
                    </a:moveTo>
                    <a:lnTo>
                      <a:pt x="10044000" y="610953"/>
                    </a:lnTo>
                    <a:moveTo>
                      <a:pt x="9591891" y="0"/>
                    </a:moveTo>
                    <a:lnTo>
                      <a:pt x="10044000" y="452109"/>
                    </a:lnTo>
                    <a:moveTo>
                      <a:pt x="9750736" y="0"/>
                    </a:moveTo>
                    <a:lnTo>
                      <a:pt x="10044000" y="293264"/>
                    </a:lnTo>
                    <a:moveTo>
                      <a:pt x="9909580" y="0"/>
                    </a:moveTo>
                    <a:lnTo>
                      <a:pt x="10044000" y="134420"/>
                    </a:lnTo>
                  </a:path>
                </a:pathLst>
              </a:custGeom>
              <a:noFill/>
              <a:ln w="4680" cap="flat">
                <a:solidFill>
                  <a:srgbClr val="F5A623"/>
                </a:solidFill>
                <a:round/>
              </a:ln>
            </p:spPr>
          </p:sp>
          <p:sp>
            <p:nvSpPr>
              <p:cNvPr id="1453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 fill="none">
                    <a:moveTo>
                      <a:pt x="10044000" y="8597117"/>
                    </a:moveTo>
                    <a:lnTo>
                      <a:pt x="10029635" y="8604000"/>
                    </a:lnTo>
                    <a:moveTo>
                      <a:pt x="0" y="6063128"/>
                    </a:moveTo>
                    <a:lnTo>
                      <a:pt x="1991433" y="4954739"/>
                    </a:lnTo>
                    <a:lnTo>
                      <a:pt x="3713004" y="3851173"/>
                    </a:lnTo>
                    <a:lnTo>
                      <a:pt x="203482" y="0"/>
                    </a:lnTo>
                    <a:moveTo>
                      <a:pt x="6120034" y="0"/>
                    </a:moveTo>
                    <a:lnTo>
                      <a:pt x="7320033" y="1396860"/>
                    </a:lnTo>
                    <a:lnTo>
                      <a:pt x="7662666" y="1114701"/>
                    </a:lnTo>
                    <a:lnTo>
                      <a:pt x="8757900" y="65821"/>
                    </a:lnTo>
                    <a:lnTo>
                      <a:pt x="8865429" y="0"/>
                    </a:lnTo>
                  </a:path>
                </a:pathLst>
              </a:custGeom>
              <a:noFill/>
              <a:ln w="9360" cap="flat">
                <a:solidFill>
                  <a:srgbClr val="F5A623"/>
                </a:solidFill>
                <a:round/>
              </a:ln>
            </p:spPr>
          </p:sp>
          <p:sp>
            <p:nvSpPr>
              <p:cNvPr id="1454" name="Контур"/>
              <p:cNvSpPr/>
              <p:nvPr/>
            </p:nvSpPr>
            <p:spPr>
              <a:xfrm>
                <a:off x="252000" y="6024250"/>
                <a:ext cx="6440047" cy="4163750"/>
              </a:xfrm>
              <a:custGeom>
                <a:avLst/>
                <a:gdLst/>
                <a:ahLst/>
                <a:cxnLst/>
                <a:rect l="l" t="t" r="r" b="b"/>
                <a:pathLst>
                  <a:path w="6440047" h="4163750" fill="none">
                    <a:moveTo>
                      <a:pt x="0" y="4076082"/>
                    </a:moveTo>
                    <a:lnTo>
                      <a:pt x="87668" y="4163750"/>
                    </a:lnTo>
                    <a:moveTo>
                      <a:pt x="0" y="3917238"/>
                    </a:moveTo>
                    <a:lnTo>
                      <a:pt x="246512" y="4163750"/>
                    </a:lnTo>
                    <a:moveTo>
                      <a:pt x="0" y="3758394"/>
                    </a:moveTo>
                    <a:lnTo>
                      <a:pt x="351483" y="4109877"/>
                    </a:lnTo>
                    <a:moveTo>
                      <a:pt x="0" y="3599550"/>
                    </a:moveTo>
                    <a:lnTo>
                      <a:pt x="449138" y="4048688"/>
                    </a:lnTo>
                    <a:moveTo>
                      <a:pt x="0" y="3440706"/>
                    </a:moveTo>
                    <a:lnTo>
                      <a:pt x="546793" y="3987499"/>
                    </a:lnTo>
                    <a:moveTo>
                      <a:pt x="0" y="3281862"/>
                    </a:moveTo>
                    <a:lnTo>
                      <a:pt x="644448" y="3926310"/>
                    </a:lnTo>
                    <a:moveTo>
                      <a:pt x="0" y="3123018"/>
                    </a:moveTo>
                    <a:lnTo>
                      <a:pt x="742103" y="3865121"/>
                    </a:lnTo>
                    <a:moveTo>
                      <a:pt x="0" y="2964174"/>
                    </a:moveTo>
                    <a:lnTo>
                      <a:pt x="839758" y="3803932"/>
                    </a:lnTo>
                    <a:moveTo>
                      <a:pt x="0" y="2805330"/>
                    </a:moveTo>
                    <a:lnTo>
                      <a:pt x="937413" y="3742743"/>
                    </a:lnTo>
                    <a:moveTo>
                      <a:pt x="0" y="2646486"/>
                    </a:moveTo>
                    <a:lnTo>
                      <a:pt x="1035068" y="3681554"/>
                    </a:lnTo>
                    <a:moveTo>
                      <a:pt x="0" y="2487641"/>
                    </a:moveTo>
                    <a:lnTo>
                      <a:pt x="1132723" y="3620365"/>
                    </a:lnTo>
                    <a:moveTo>
                      <a:pt x="1619890" y="4107532"/>
                    </a:moveTo>
                    <a:lnTo>
                      <a:pt x="1676109" y="4163750"/>
                    </a:lnTo>
                    <a:moveTo>
                      <a:pt x="0" y="2328797"/>
                    </a:moveTo>
                    <a:lnTo>
                      <a:pt x="672269" y="3001067"/>
                    </a:lnTo>
                    <a:moveTo>
                      <a:pt x="975594" y="3304391"/>
                    </a:moveTo>
                    <a:lnTo>
                      <a:pt x="1230379" y="3559176"/>
                    </a:lnTo>
                    <a:moveTo>
                      <a:pt x="1707299" y="4036096"/>
                    </a:moveTo>
                    <a:lnTo>
                      <a:pt x="1834953" y="4163750"/>
                    </a:lnTo>
                    <a:moveTo>
                      <a:pt x="0" y="2169953"/>
                    </a:moveTo>
                    <a:lnTo>
                      <a:pt x="272446" y="2442399"/>
                    </a:lnTo>
                    <a:moveTo>
                      <a:pt x="1073245" y="3243199"/>
                    </a:moveTo>
                    <a:lnTo>
                      <a:pt x="1328034" y="3497987"/>
                    </a:lnTo>
                    <a:moveTo>
                      <a:pt x="1794708" y="3964661"/>
                    </a:moveTo>
                    <a:lnTo>
                      <a:pt x="1993797" y="4163750"/>
                    </a:lnTo>
                    <a:moveTo>
                      <a:pt x="0" y="2011109"/>
                    </a:moveTo>
                    <a:lnTo>
                      <a:pt x="387999" y="2399108"/>
                    </a:lnTo>
                    <a:moveTo>
                      <a:pt x="1170897" y="3182006"/>
                    </a:moveTo>
                    <a:lnTo>
                      <a:pt x="1425689" y="3436798"/>
                    </a:lnTo>
                    <a:moveTo>
                      <a:pt x="1843459" y="3854568"/>
                    </a:moveTo>
                    <a:lnTo>
                      <a:pt x="2152641" y="4163750"/>
                    </a:lnTo>
                    <a:moveTo>
                      <a:pt x="53731" y="1905997"/>
                    </a:moveTo>
                    <a:lnTo>
                      <a:pt x="489219" y="2341484"/>
                    </a:lnTo>
                    <a:moveTo>
                      <a:pt x="1268548" y="3120813"/>
                    </a:moveTo>
                    <a:lnTo>
                      <a:pt x="1523344" y="3375609"/>
                    </a:lnTo>
                    <a:moveTo>
                      <a:pt x="1928138" y="3780403"/>
                    </a:moveTo>
                    <a:lnTo>
                      <a:pt x="2311485" y="4163750"/>
                    </a:lnTo>
                    <a:moveTo>
                      <a:pt x="152138" y="1845559"/>
                    </a:moveTo>
                    <a:lnTo>
                      <a:pt x="583657" y="2277078"/>
                    </a:lnTo>
                    <a:moveTo>
                      <a:pt x="1366199" y="3059620"/>
                    </a:moveTo>
                    <a:lnTo>
                      <a:pt x="1620999" y="3314420"/>
                    </a:lnTo>
                    <a:moveTo>
                      <a:pt x="2012817" y="3706238"/>
                    </a:moveTo>
                    <a:lnTo>
                      <a:pt x="2470329" y="4163750"/>
                    </a:lnTo>
                    <a:moveTo>
                      <a:pt x="250545" y="1785122"/>
                    </a:moveTo>
                    <a:lnTo>
                      <a:pt x="678095" y="2212672"/>
                    </a:lnTo>
                    <a:moveTo>
                      <a:pt x="1463851" y="2998428"/>
                    </a:moveTo>
                    <a:lnTo>
                      <a:pt x="1718654" y="3253231"/>
                    </a:lnTo>
                    <a:moveTo>
                      <a:pt x="2096791" y="3631368"/>
                    </a:moveTo>
                    <a:lnTo>
                      <a:pt x="2629173" y="4163750"/>
                    </a:lnTo>
                    <a:moveTo>
                      <a:pt x="348951" y="1724684"/>
                    </a:moveTo>
                    <a:lnTo>
                      <a:pt x="917317" y="2293050"/>
                    </a:lnTo>
                    <a:moveTo>
                      <a:pt x="1561502" y="2937235"/>
                    </a:moveTo>
                    <a:lnTo>
                      <a:pt x="1816309" y="3192042"/>
                    </a:lnTo>
                    <a:moveTo>
                      <a:pt x="2179523" y="3555256"/>
                    </a:moveTo>
                    <a:lnTo>
                      <a:pt x="2788017" y="4163750"/>
                    </a:lnTo>
                    <a:moveTo>
                      <a:pt x="447358" y="1664247"/>
                    </a:moveTo>
                    <a:lnTo>
                      <a:pt x="1024787" y="2241676"/>
                    </a:lnTo>
                    <a:moveTo>
                      <a:pt x="1659153" y="2876042"/>
                    </a:moveTo>
                    <a:lnTo>
                      <a:pt x="1913964" y="3130853"/>
                    </a:lnTo>
                    <a:moveTo>
                      <a:pt x="2262255" y="3479144"/>
                    </a:moveTo>
                    <a:lnTo>
                      <a:pt x="2946861" y="4163750"/>
                    </a:lnTo>
                    <a:moveTo>
                      <a:pt x="545764" y="1603809"/>
                    </a:moveTo>
                    <a:lnTo>
                      <a:pt x="1180611" y="2238656"/>
                    </a:lnTo>
                    <a:moveTo>
                      <a:pt x="1756804" y="2814849"/>
                    </a:moveTo>
                    <a:lnTo>
                      <a:pt x="2011619" y="3069664"/>
                    </a:lnTo>
                    <a:moveTo>
                      <a:pt x="2356478" y="3414523"/>
                    </a:moveTo>
                    <a:lnTo>
                      <a:pt x="3105705" y="4163750"/>
                    </a:lnTo>
                    <a:moveTo>
                      <a:pt x="644171" y="1543372"/>
                    </a:moveTo>
                    <a:lnTo>
                      <a:pt x="1288779" y="2187980"/>
                    </a:lnTo>
                    <a:moveTo>
                      <a:pt x="1854456" y="2753657"/>
                    </a:moveTo>
                    <a:lnTo>
                      <a:pt x="2109274" y="3008475"/>
                    </a:lnTo>
                    <a:moveTo>
                      <a:pt x="2456014" y="3355215"/>
                    </a:moveTo>
                    <a:lnTo>
                      <a:pt x="3264549" y="4163750"/>
                    </a:lnTo>
                    <a:moveTo>
                      <a:pt x="742578" y="1482934"/>
                    </a:moveTo>
                    <a:lnTo>
                      <a:pt x="1396947" y="2137304"/>
                    </a:lnTo>
                    <a:moveTo>
                      <a:pt x="1952107" y="2692464"/>
                    </a:moveTo>
                    <a:lnTo>
                      <a:pt x="2206929" y="2947286"/>
                    </a:lnTo>
                    <a:moveTo>
                      <a:pt x="2555551" y="3295908"/>
                    </a:moveTo>
                    <a:lnTo>
                      <a:pt x="3423393" y="4163750"/>
                    </a:lnTo>
                    <a:moveTo>
                      <a:pt x="840984" y="1422497"/>
                    </a:moveTo>
                    <a:lnTo>
                      <a:pt x="1505115" y="2086627"/>
                    </a:lnTo>
                    <a:moveTo>
                      <a:pt x="2049758" y="2631271"/>
                    </a:moveTo>
                    <a:lnTo>
                      <a:pt x="2304584" y="2886097"/>
                    </a:lnTo>
                    <a:moveTo>
                      <a:pt x="2332177" y="2913690"/>
                    </a:moveTo>
                    <a:lnTo>
                      <a:pt x="2529323" y="3110835"/>
                    </a:lnTo>
                    <a:moveTo>
                      <a:pt x="2655090" y="3236603"/>
                    </a:moveTo>
                    <a:lnTo>
                      <a:pt x="3582237" y="4163750"/>
                    </a:lnTo>
                    <a:moveTo>
                      <a:pt x="939391" y="1362059"/>
                    </a:moveTo>
                    <a:lnTo>
                      <a:pt x="1638820" y="2061488"/>
                    </a:lnTo>
                    <a:moveTo>
                      <a:pt x="2147410" y="2570078"/>
                    </a:moveTo>
                    <a:lnTo>
                      <a:pt x="2628347" y="3051016"/>
                    </a:lnTo>
                    <a:moveTo>
                      <a:pt x="2754630" y="3177298"/>
                    </a:moveTo>
                    <a:lnTo>
                      <a:pt x="3741081" y="4163750"/>
                    </a:lnTo>
                    <a:moveTo>
                      <a:pt x="1037797" y="1301622"/>
                    </a:moveTo>
                    <a:lnTo>
                      <a:pt x="1938172" y="2201996"/>
                    </a:lnTo>
                    <a:moveTo>
                      <a:pt x="2245061" y="2508886"/>
                    </a:moveTo>
                    <a:lnTo>
                      <a:pt x="2726336" y="2990161"/>
                    </a:lnTo>
                    <a:moveTo>
                      <a:pt x="2854169" y="3117994"/>
                    </a:moveTo>
                    <a:lnTo>
                      <a:pt x="3899925" y="4163750"/>
                    </a:lnTo>
                    <a:moveTo>
                      <a:pt x="1136204" y="1241185"/>
                    </a:moveTo>
                    <a:lnTo>
                      <a:pt x="1787118" y="1892099"/>
                    </a:lnTo>
                    <a:moveTo>
                      <a:pt x="2342712" y="2447693"/>
                    </a:moveTo>
                    <a:lnTo>
                      <a:pt x="2824086" y="2929067"/>
                    </a:lnTo>
                    <a:moveTo>
                      <a:pt x="2953708" y="3058689"/>
                    </a:moveTo>
                    <a:lnTo>
                      <a:pt x="4058770" y="4163750"/>
                    </a:lnTo>
                    <a:moveTo>
                      <a:pt x="1234611" y="1180747"/>
                    </a:moveTo>
                    <a:lnTo>
                      <a:pt x="1593148" y="1539285"/>
                    </a:lnTo>
                    <a:moveTo>
                      <a:pt x="2440364" y="2386500"/>
                    </a:moveTo>
                    <a:lnTo>
                      <a:pt x="2921836" y="2867973"/>
                    </a:lnTo>
                    <a:moveTo>
                      <a:pt x="3053248" y="2999384"/>
                    </a:moveTo>
                    <a:lnTo>
                      <a:pt x="4217614" y="4163750"/>
                    </a:lnTo>
                    <a:moveTo>
                      <a:pt x="1333017" y="1120310"/>
                    </a:moveTo>
                    <a:lnTo>
                      <a:pt x="1617262" y="1404554"/>
                    </a:lnTo>
                    <a:moveTo>
                      <a:pt x="2538015" y="2325307"/>
                    </a:moveTo>
                    <a:lnTo>
                      <a:pt x="2876605" y="2663898"/>
                    </a:lnTo>
                    <a:moveTo>
                      <a:pt x="3152795" y="2940087"/>
                    </a:moveTo>
                    <a:lnTo>
                      <a:pt x="3430403" y="3217695"/>
                    </a:lnTo>
                    <a:moveTo>
                      <a:pt x="3520201" y="3307493"/>
                    </a:moveTo>
                    <a:lnTo>
                      <a:pt x="4281806" y="4069098"/>
                    </a:lnTo>
                    <a:moveTo>
                      <a:pt x="1490381" y="1118829"/>
                    </a:moveTo>
                    <a:lnTo>
                      <a:pt x="1709170" y="1337618"/>
                    </a:lnTo>
                    <a:moveTo>
                      <a:pt x="2635666" y="2264115"/>
                    </a:moveTo>
                    <a:lnTo>
                      <a:pt x="2890475" y="2518924"/>
                    </a:lnTo>
                    <a:moveTo>
                      <a:pt x="3646712" y="3275160"/>
                    </a:moveTo>
                    <a:lnTo>
                      <a:pt x="4328316" y="3956764"/>
                    </a:lnTo>
                    <a:moveTo>
                      <a:pt x="1597310" y="1066915"/>
                    </a:moveTo>
                    <a:lnTo>
                      <a:pt x="1801078" y="1270682"/>
                    </a:lnTo>
                    <a:moveTo>
                      <a:pt x="2733318" y="2202922"/>
                    </a:moveTo>
                    <a:lnTo>
                      <a:pt x="2988117" y="2457721"/>
                    </a:lnTo>
                    <a:moveTo>
                      <a:pt x="3773222" y="3242826"/>
                    </a:moveTo>
                    <a:lnTo>
                      <a:pt x="4384934" y="3854538"/>
                    </a:lnTo>
                    <a:moveTo>
                      <a:pt x="1704240" y="1015000"/>
                    </a:moveTo>
                    <a:lnTo>
                      <a:pt x="1892986" y="1203747"/>
                    </a:lnTo>
                    <a:moveTo>
                      <a:pt x="2830969" y="2141729"/>
                    </a:moveTo>
                    <a:lnTo>
                      <a:pt x="3085758" y="2396519"/>
                    </a:lnTo>
                    <a:moveTo>
                      <a:pt x="3912119" y="3222879"/>
                    </a:moveTo>
                    <a:lnTo>
                      <a:pt x="4454145" y="3764905"/>
                    </a:lnTo>
                    <a:moveTo>
                      <a:pt x="1811169" y="963085"/>
                    </a:moveTo>
                    <a:lnTo>
                      <a:pt x="1984895" y="1136811"/>
                    </a:lnTo>
                    <a:moveTo>
                      <a:pt x="2928620" y="2080536"/>
                    </a:moveTo>
                    <a:lnTo>
                      <a:pt x="3183400" y="2335316"/>
                    </a:lnTo>
                    <a:moveTo>
                      <a:pt x="4056314" y="3208230"/>
                    </a:moveTo>
                    <a:lnTo>
                      <a:pt x="4531901" y="3683817"/>
                    </a:lnTo>
                    <a:moveTo>
                      <a:pt x="1918099" y="911171"/>
                    </a:moveTo>
                    <a:lnTo>
                      <a:pt x="2076803" y="1069875"/>
                    </a:lnTo>
                    <a:moveTo>
                      <a:pt x="3026271" y="2019344"/>
                    </a:moveTo>
                    <a:lnTo>
                      <a:pt x="3281041" y="2274113"/>
                    </a:lnTo>
                    <a:moveTo>
                      <a:pt x="3415520" y="2408592"/>
                    </a:moveTo>
                    <a:lnTo>
                      <a:pt x="3499322" y="2492394"/>
                    </a:lnTo>
                    <a:moveTo>
                      <a:pt x="4200807" y="3193879"/>
                    </a:moveTo>
                    <a:lnTo>
                      <a:pt x="4609709" y="3602781"/>
                    </a:lnTo>
                    <a:moveTo>
                      <a:pt x="2025028" y="859256"/>
                    </a:moveTo>
                    <a:lnTo>
                      <a:pt x="2168711" y="1002939"/>
                    </a:lnTo>
                    <a:moveTo>
                      <a:pt x="3123923" y="1958151"/>
                    </a:moveTo>
                    <a:lnTo>
                      <a:pt x="3597971" y="2432199"/>
                    </a:lnTo>
                    <a:moveTo>
                      <a:pt x="4345100" y="3179328"/>
                    </a:moveTo>
                    <a:lnTo>
                      <a:pt x="4687567" y="3521795"/>
                    </a:lnTo>
                    <a:moveTo>
                      <a:pt x="2131958" y="807342"/>
                    </a:moveTo>
                    <a:lnTo>
                      <a:pt x="2260619" y="936003"/>
                    </a:lnTo>
                    <a:moveTo>
                      <a:pt x="3221574" y="1896958"/>
                    </a:moveTo>
                    <a:lnTo>
                      <a:pt x="3696620" y="2372004"/>
                    </a:lnTo>
                    <a:moveTo>
                      <a:pt x="4486786" y="3162170"/>
                    </a:moveTo>
                    <a:lnTo>
                      <a:pt x="4765425" y="3440809"/>
                    </a:lnTo>
                    <a:moveTo>
                      <a:pt x="2238887" y="755427"/>
                    </a:moveTo>
                    <a:lnTo>
                      <a:pt x="2352527" y="869067"/>
                    </a:lnTo>
                    <a:moveTo>
                      <a:pt x="3319225" y="1835765"/>
                    </a:moveTo>
                    <a:lnTo>
                      <a:pt x="3795270" y="2311809"/>
                    </a:lnTo>
                    <a:moveTo>
                      <a:pt x="4626619" y="3143159"/>
                    </a:moveTo>
                    <a:lnTo>
                      <a:pt x="4846610" y="3363150"/>
                    </a:lnTo>
                    <a:moveTo>
                      <a:pt x="2345817" y="703513"/>
                    </a:moveTo>
                    <a:lnTo>
                      <a:pt x="2444435" y="802131"/>
                    </a:lnTo>
                    <a:moveTo>
                      <a:pt x="3416877" y="1774572"/>
                    </a:moveTo>
                    <a:lnTo>
                      <a:pt x="3893919" y="2251615"/>
                    </a:lnTo>
                    <a:moveTo>
                      <a:pt x="4765553" y="3123249"/>
                    </a:moveTo>
                    <a:lnTo>
                      <a:pt x="4937402" y="3295098"/>
                    </a:lnTo>
                    <a:moveTo>
                      <a:pt x="2453758" y="652610"/>
                    </a:moveTo>
                    <a:lnTo>
                      <a:pt x="2536343" y="735195"/>
                    </a:lnTo>
                    <a:moveTo>
                      <a:pt x="3514528" y="1713380"/>
                    </a:moveTo>
                    <a:lnTo>
                      <a:pt x="3992568" y="2191420"/>
                    </a:lnTo>
                    <a:moveTo>
                      <a:pt x="4902442" y="3101293"/>
                    </a:moveTo>
                    <a:lnTo>
                      <a:pt x="5028201" y="3227052"/>
                    </a:lnTo>
                    <a:moveTo>
                      <a:pt x="2563510" y="603518"/>
                    </a:moveTo>
                    <a:lnTo>
                      <a:pt x="2628252" y="668259"/>
                    </a:lnTo>
                    <a:moveTo>
                      <a:pt x="3612179" y="1652187"/>
                    </a:moveTo>
                    <a:lnTo>
                      <a:pt x="3866992" y="1906999"/>
                    </a:lnTo>
                    <a:moveTo>
                      <a:pt x="5014803" y="3054811"/>
                    </a:moveTo>
                    <a:lnTo>
                      <a:pt x="5119027" y="3159034"/>
                    </a:lnTo>
                    <a:moveTo>
                      <a:pt x="3709831" y="1590994"/>
                    </a:moveTo>
                    <a:lnTo>
                      <a:pt x="3964643" y="1845807"/>
                    </a:lnTo>
                    <a:moveTo>
                      <a:pt x="5130349" y="3011513"/>
                    </a:moveTo>
                    <a:lnTo>
                      <a:pt x="5222083" y="3103247"/>
                    </a:lnTo>
                    <a:moveTo>
                      <a:pt x="3807482" y="1529801"/>
                    </a:moveTo>
                    <a:lnTo>
                      <a:pt x="4062295" y="1784615"/>
                    </a:lnTo>
                    <a:moveTo>
                      <a:pt x="5241401" y="2963721"/>
                    </a:moveTo>
                    <a:lnTo>
                      <a:pt x="5326757" y="3049077"/>
                    </a:lnTo>
                    <a:moveTo>
                      <a:pt x="3905133" y="1468609"/>
                    </a:moveTo>
                    <a:lnTo>
                      <a:pt x="4159947" y="1723422"/>
                    </a:lnTo>
                    <a:moveTo>
                      <a:pt x="5350183" y="2913659"/>
                    </a:moveTo>
                    <a:lnTo>
                      <a:pt x="5431425" y="2994900"/>
                    </a:lnTo>
                    <a:moveTo>
                      <a:pt x="4002785" y="1407416"/>
                    </a:moveTo>
                    <a:lnTo>
                      <a:pt x="4257599" y="1662230"/>
                    </a:lnTo>
                    <a:moveTo>
                      <a:pt x="4100436" y="1346223"/>
                    </a:moveTo>
                    <a:lnTo>
                      <a:pt x="4355250" y="1601037"/>
                    </a:lnTo>
                    <a:moveTo>
                      <a:pt x="4198087" y="1285030"/>
                    </a:moveTo>
                    <a:lnTo>
                      <a:pt x="4452902" y="1539845"/>
                    </a:lnTo>
                    <a:moveTo>
                      <a:pt x="4295739" y="1223838"/>
                    </a:moveTo>
                    <a:lnTo>
                      <a:pt x="4550554" y="1478653"/>
                    </a:lnTo>
                    <a:moveTo>
                      <a:pt x="4393390" y="1162645"/>
                    </a:moveTo>
                    <a:lnTo>
                      <a:pt x="4648205" y="1417460"/>
                    </a:lnTo>
                    <a:moveTo>
                      <a:pt x="4491041" y="1101452"/>
                    </a:moveTo>
                    <a:lnTo>
                      <a:pt x="4745857" y="1356268"/>
                    </a:lnTo>
                    <a:moveTo>
                      <a:pt x="4588692" y="1040259"/>
                    </a:moveTo>
                    <a:lnTo>
                      <a:pt x="4843509" y="1295076"/>
                    </a:lnTo>
                    <a:moveTo>
                      <a:pt x="4686344" y="979067"/>
                    </a:moveTo>
                    <a:lnTo>
                      <a:pt x="4941160" y="1233883"/>
                    </a:lnTo>
                    <a:moveTo>
                      <a:pt x="4783995" y="917874"/>
                    </a:moveTo>
                    <a:lnTo>
                      <a:pt x="5038812" y="1172691"/>
                    </a:lnTo>
                    <a:moveTo>
                      <a:pt x="4881646" y="856681"/>
                    </a:moveTo>
                    <a:lnTo>
                      <a:pt x="5136464" y="1111498"/>
                    </a:lnTo>
                    <a:moveTo>
                      <a:pt x="4979298" y="795488"/>
                    </a:moveTo>
                    <a:lnTo>
                      <a:pt x="5234115" y="1050306"/>
                    </a:lnTo>
                    <a:moveTo>
                      <a:pt x="5076949" y="734296"/>
                    </a:moveTo>
                    <a:lnTo>
                      <a:pt x="5331767" y="989114"/>
                    </a:lnTo>
                    <a:moveTo>
                      <a:pt x="5174600" y="673103"/>
                    </a:moveTo>
                    <a:lnTo>
                      <a:pt x="5429419" y="927921"/>
                    </a:lnTo>
                    <a:moveTo>
                      <a:pt x="5272252" y="611910"/>
                    </a:moveTo>
                    <a:lnTo>
                      <a:pt x="5527071" y="866729"/>
                    </a:lnTo>
                    <a:moveTo>
                      <a:pt x="5369903" y="550717"/>
                    </a:moveTo>
                    <a:lnTo>
                      <a:pt x="5624722" y="805537"/>
                    </a:lnTo>
                    <a:moveTo>
                      <a:pt x="5467554" y="489525"/>
                    </a:moveTo>
                    <a:lnTo>
                      <a:pt x="5722374" y="744344"/>
                    </a:lnTo>
                    <a:moveTo>
                      <a:pt x="5565206" y="428332"/>
                    </a:moveTo>
                    <a:lnTo>
                      <a:pt x="5820026" y="683152"/>
                    </a:lnTo>
                    <a:moveTo>
                      <a:pt x="5662857" y="367139"/>
                    </a:moveTo>
                    <a:lnTo>
                      <a:pt x="5917677" y="621959"/>
                    </a:lnTo>
                    <a:moveTo>
                      <a:pt x="5760508" y="305946"/>
                    </a:moveTo>
                    <a:lnTo>
                      <a:pt x="6015329" y="560767"/>
                    </a:lnTo>
                    <a:moveTo>
                      <a:pt x="5858159" y="244754"/>
                    </a:moveTo>
                    <a:lnTo>
                      <a:pt x="6124916" y="511510"/>
                    </a:lnTo>
                    <a:moveTo>
                      <a:pt x="5955811" y="183561"/>
                    </a:moveTo>
                    <a:lnTo>
                      <a:pt x="6325700" y="553450"/>
                    </a:lnTo>
                    <a:moveTo>
                      <a:pt x="6053463" y="122369"/>
                    </a:moveTo>
                    <a:lnTo>
                      <a:pt x="6432872" y="501778"/>
                    </a:lnTo>
                    <a:moveTo>
                      <a:pt x="6151123" y="61184"/>
                    </a:moveTo>
                    <a:lnTo>
                      <a:pt x="6440047" y="350108"/>
                    </a:lnTo>
                    <a:moveTo>
                      <a:pt x="6248782" y="0"/>
                    </a:moveTo>
                    <a:lnTo>
                      <a:pt x="6292196" y="43413"/>
                    </a:lnTo>
                  </a:path>
                </a:pathLst>
              </a:custGeom>
              <a:noFill/>
              <a:ln w="4680" cap="flat">
                <a:solidFill>
                  <a:srgbClr val="FF3FB4"/>
                </a:solidFill>
                <a:round/>
              </a:ln>
            </p:spPr>
          </p:sp>
          <p:sp>
            <p:nvSpPr>
              <p:cNvPr id="1455" name="Контур"/>
              <p:cNvSpPr/>
              <p:nvPr/>
            </p:nvSpPr>
            <p:spPr>
              <a:xfrm>
                <a:off x="252000" y="6013430"/>
                <a:ext cx="6498021" cy="4174570"/>
              </a:xfrm>
              <a:custGeom>
                <a:avLst/>
                <a:gdLst/>
                <a:ahLst/>
                <a:cxnLst/>
                <a:rect l="l" t="t" r="r" b="b"/>
                <a:pathLst>
                  <a:path w="6498021" h="4174570" fill="none">
                    <a:moveTo>
                      <a:pt x="0" y="1949816"/>
                    </a:moveTo>
                    <a:lnTo>
                      <a:pt x="1409381" y="1084230"/>
                    </a:lnTo>
                    <a:lnTo>
                      <a:pt x="1442861" y="1152720"/>
                    </a:lnTo>
                    <a:lnTo>
                      <a:pt x="2414411" y="681030"/>
                    </a:lnTo>
                    <a:lnTo>
                      <a:pt x="2652641" y="574470"/>
                    </a:lnTo>
                    <a:lnTo>
                      <a:pt x="2697191" y="628920"/>
                    </a:lnTo>
                    <a:lnTo>
                      <a:pt x="2715731" y="667530"/>
                    </a:lnTo>
                    <a:lnTo>
                      <a:pt x="2674781" y="689580"/>
                    </a:lnTo>
                    <a:lnTo>
                      <a:pt x="2659751" y="662670"/>
                    </a:lnTo>
                    <a:lnTo>
                      <a:pt x="2633111" y="675540"/>
                    </a:lnTo>
                    <a:lnTo>
                      <a:pt x="1548971" y="1465110"/>
                    </a:lnTo>
                    <a:lnTo>
                      <a:pt x="1759571" y="1862190"/>
                    </a:lnTo>
                    <a:lnTo>
                      <a:pt x="1770821" y="1858590"/>
                    </a:lnTo>
                    <a:lnTo>
                      <a:pt x="1793321" y="1919790"/>
                    </a:lnTo>
                    <a:lnTo>
                      <a:pt x="1958021" y="2252970"/>
                    </a:lnTo>
                    <a:lnTo>
                      <a:pt x="1869371" y="2295990"/>
                    </a:lnTo>
                    <a:lnTo>
                      <a:pt x="1775231" y="2093580"/>
                    </a:lnTo>
                    <a:lnTo>
                      <a:pt x="1746971" y="2083050"/>
                    </a:lnTo>
                    <a:lnTo>
                      <a:pt x="1575611" y="2064420"/>
                    </a:lnTo>
                    <a:lnTo>
                      <a:pt x="1152791" y="2262510"/>
                    </a:lnTo>
                    <a:lnTo>
                      <a:pt x="1125791" y="2204730"/>
                    </a:lnTo>
                    <a:lnTo>
                      <a:pt x="1024541" y="2251890"/>
                    </a:lnTo>
                    <a:lnTo>
                      <a:pt x="1048031" y="2309760"/>
                    </a:lnTo>
                    <a:lnTo>
                      <a:pt x="932561" y="2300130"/>
                    </a:lnTo>
                    <a:lnTo>
                      <a:pt x="831671" y="2324880"/>
                    </a:lnTo>
                    <a:lnTo>
                      <a:pt x="734111" y="2185290"/>
                    </a:lnTo>
                    <a:lnTo>
                      <a:pt x="420821" y="2398950"/>
                    </a:lnTo>
                    <a:lnTo>
                      <a:pt x="416501" y="2395530"/>
                    </a:lnTo>
                    <a:lnTo>
                      <a:pt x="346661" y="2430810"/>
                    </a:lnTo>
                    <a:lnTo>
                      <a:pt x="316241" y="2453580"/>
                    </a:lnTo>
                    <a:lnTo>
                      <a:pt x="303011" y="2435310"/>
                    </a:lnTo>
                    <a:lnTo>
                      <a:pt x="268451" y="2455560"/>
                    </a:lnTo>
                    <a:lnTo>
                      <a:pt x="483731" y="2718990"/>
                    </a:lnTo>
                    <a:lnTo>
                      <a:pt x="898584" y="3363469"/>
                    </a:lnTo>
                    <a:lnTo>
                      <a:pt x="6266051" y="0"/>
                    </a:lnTo>
                    <a:lnTo>
                      <a:pt x="6498021" y="481187"/>
                    </a:lnTo>
                    <a:lnTo>
                      <a:pt x="6254891" y="598410"/>
                    </a:lnTo>
                    <a:lnTo>
                      <a:pt x="6221862" y="555158"/>
                    </a:lnTo>
                    <a:lnTo>
                      <a:pt x="6174444" y="528454"/>
                    </a:lnTo>
                    <a:lnTo>
                      <a:pt x="6120334" y="522637"/>
                    </a:lnTo>
                    <a:lnTo>
                      <a:pt x="6068322" y="538649"/>
                    </a:lnTo>
                    <a:lnTo>
                      <a:pt x="3866683" y="1918013"/>
                    </a:lnTo>
                    <a:lnTo>
                      <a:pt x="4031261" y="2178630"/>
                    </a:lnTo>
                    <a:lnTo>
                      <a:pt x="3478301" y="2516040"/>
                    </a:lnTo>
                    <a:lnTo>
                      <a:pt x="3314514" y="2263952"/>
                    </a:lnTo>
                    <a:lnTo>
                      <a:pt x="2816711" y="2575980"/>
                    </a:lnTo>
                    <a:lnTo>
                      <a:pt x="2978801" y="2843190"/>
                    </a:lnTo>
                    <a:lnTo>
                      <a:pt x="2466161" y="3159810"/>
                    </a:lnTo>
                    <a:lnTo>
                      <a:pt x="2313341" y="2891430"/>
                    </a:lnTo>
                    <a:lnTo>
                      <a:pt x="265502" y="4174570"/>
                    </a:lnTo>
                    <a:moveTo>
                      <a:pt x="1540157" y="4174570"/>
                    </a:moveTo>
                    <a:lnTo>
                      <a:pt x="1585421" y="4134060"/>
                    </a:lnTo>
                    <a:lnTo>
                      <a:pt x="1580498" y="4150550"/>
                    </a:lnTo>
                    <a:lnTo>
                      <a:pt x="1796471" y="3974040"/>
                    </a:lnTo>
                    <a:lnTo>
                      <a:pt x="1785581" y="3916080"/>
                    </a:lnTo>
                    <a:lnTo>
                      <a:pt x="2066831" y="3669750"/>
                    </a:lnTo>
                    <a:lnTo>
                      <a:pt x="2288411" y="3465900"/>
                    </a:lnTo>
                    <a:lnTo>
                      <a:pt x="3185261" y="2931570"/>
                    </a:lnTo>
                    <a:lnTo>
                      <a:pt x="3285251" y="2938680"/>
                    </a:lnTo>
                    <a:lnTo>
                      <a:pt x="3480461" y="3328470"/>
                    </a:lnTo>
                    <a:lnTo>
                      <a:pt x="3811121" y="3243960"/>
                    </a:lnTo>
                    <a:lnTo>
                      <a:pt x="4478471" y="3174120"/>
                    </a:lnTo>
                    <a:lnTo>
                      <a:pt x="4913891" y="3110220"/>
                    </a:lnTo>
                    <a:lnTo>
                      <a:pt x="4964741" y="3084390"/>
                    </a:lnTo>
                    <a:lnTo>
                      <a:pt x="5169131" y="3007800"/>
                    </a:lnTo>
                    <a:lnTo>
                      <a:pt x="5371541" y="2914650"/>
                    </a:lnTo>
                    <a:lnTo>
                      <a:pt x="5391071" y="2887470"/>
                    </a:lnTo>
                    <a:lnTo>
                      <a:pt x="5423291" y="2871450"/>
                    </a:lnTo>
                    <a:lnTo>
                      <a:pt x="5433731" y="2892510"/>
                    </a:lnTo>
                    <a:lnTo>
                      <a:pt x="5440031" y="2892510"/>
                    </a:lnTo>
                    <a:lnTo>
                      <a:pt x="5488091" y="2976390"/>
                    </a:lnTo>
                    <a:lnTo>
                      <a:pt x="5167061" y="3142530"/>
                    </a:lnTo>
                    <a:lnTo>
                      <a:pt x="5154191" y="3143520"/>
                    </a:lnTo>
                    <a:lnTo>
                      <a:pt x="4823261" y="3391470"/>
                    </a:lnTo>
                    <a:lnTo>
                      <a:pt x="4420961" y="3810330"/>
                    </a:lnTo>
                    <a:lnTo>
                      <a:pt x="4363451" y="3898170"/>
                    </a:lnTo>
                    <a:lnTo>
                      <a:pt x="4315481" y="3992940"/>
                    </a:lnTo>
                    <a:lnTo>
                      <a:pt x="4245159" y="4174570"/>
                    </a:lnTo>
                  </a:path>
                </a:pathLst>
              </a:custGeom>
              <a:noFill/>
              <a:ln w="9360" cap="flat">
                <a:solidFill>
                  <a:srgbClr val="FF3FB4"/>
                </a:solidFill>
                <a:round/>
              </a:ln>
            </p:spPr>
          </p:sp>
          <p:sp>
            <p:nvSpPr>
              <p:cNvPr id="1456" name="Контур"/>
              <p:cNvSpPr/>
              <p:nvPr/>
            </p:nvSpPr>
            <p:spPr>
              <a:xfrm>
                <a:off x="2219376" y="1584000"/>
                <a:ext cx="8076624" cy="862544"/>
              </a:xfrm>
              <a:custGeom>
                <a:avLst/>
                <a:gdLst/>
                <a:ahLst/>
                <a:cxnLst/>
                <a:rect l="l" t="t" r="r" b="b"/>
                <a:pathLst>
                  <a:path w="8076624" h="862544" fill="none">
                    <a:moveTo>
                      <a:pt x="334530" y="493374"/>
                    </a:moveTo>
                    <a:lnTo>
                      <a:pt x="703700" y="862544"/>
                    </a:lnTo>
                    <a:moveTo>
                      <a:pt x="0" y="0"/>
                    </a:moveTo>
                    <a:lnTo>
                      <a:pt x="797596" y="797596"/>
                    </a:lnTo>
                    <a:moveTo>
                      <a:pt x="158844" y="0"/>
                    </a:moveTo>
                    <a:lnTo>
                      <a:pt x="891491" y="732647"/>
                    </a:lnTo>
                    <a:moveTo>
                      <a:pt x="317688" y="0"/>
                    </a:moveTo>
                    <a:lnTo>
                      <a:pt x="985387" y="667699"/>
                    </a:lnTo>
                    <a:moveTo>
                      <a:pt x="476532" y="0"/>
                    </a:moveTo>
                    <a:lnTo>
                      <a:pt x="1227051" y="750518"/>
                    </a:lnTo>
                    <a:moveTo>
                      <a:pt x="635377" y="0"/>
                    </a:moveTo>
                    <a:lnTo>
                      <a:pt x="1311098" y="675722"/>
                    </a:lnTo>
                    <a:moveTo>
                      <a:pt x="794221" y="0"/>
                    </a:moveTo>
                    <a:lnTo>
                      <a:pt x="1395146" y="600925"/>
                    </a:lnTo>
                    <a:moveTo>
                      <a:pt x="953065" y="0"/>
                    </a:moveTo>
                    <a:lnTo>
                      <a:pt x="1477584" y="524519"/>
                    </a:lnTo>
                    <a:moveTo>
                      <a:pt x="1111909" y="0"/>
                    </a:moveTo>
                    <a:lnTo>
                      <a:pt x="1559574" y="447665"/>
                    </a:lnTo>
                    <a:moveTo>
                      <a:pt x="1270753" y="0"/>
                    </a:moveTo>
                    <a:lnTo>
                      <a:pt x="1641564" y="370811"/>
                    </a:lnTo>
                    <a:moveTo>
                      <a:pt x="1429597" y="0"/>
                    </a:moveTo>
                    <a:lnTo>
                      <a:pt x="1723554" y="293957"/>
                    </a:lnTo>
                    <a:moveTo>
                      <a:pt x="1588441" y="0"/>
                    </a:moveTo>
                    <a:lnTo>
                      <a:pt x="1805545" y="217104"/>
                    </a:lnTo>
                    <a:moveTo>
                      <a:pt x="1747285" y="0"/>
                    </a:moveTo>
                    <a:lnTo>
                      <a:pt x="1887535" y="140250"/>
                    </a:lnTo>
                    <a:moveTo>
                      <a:pt x="1906129" y="0"/>
                    </a:moveTo>
                    <a:lnTo>
                      <a:pt x="1969525" y="63396"/>
                    </a:lnTo>
                    <a:moveTo>
                      <a:pt x="7960276" y="494604"/>
                    </a:moveTo>
                    <a:lnTo>
                      <a:pt x="8076624" y="610953"/>
                    </a:lnTo>
                    <a:moveTo>
                      <a:pt x="8035841" y="411326"/>
                    </a:moveTo>
                    <a:lnTo>
                      <a:pt x="8076624" y="452109"/>
                    </a:lnTo>
                    <a:moveTo>
                      <a:pt x="7783360" y="0"/>
                    </a:moveTo>
                    <a:lnTo>
                      <a:pt x="8076624" y="293264"/>
                    </a:lnTo>
                    <a:moveTo>
                      <a:pt x="7942204" y="0"/>
                    </a:moveTo>
                    <a:lnTo>
                      <a:pt x="8076624" y="134420"/>
                    </a:lnTo>
                  </a:path>
                </a:pathLst>
              </a:custGeom>
              <a:noFill/>
              <a:ln w="4680" cap="flat">
                <a:solidFill>
                  <a:srgbClr val="8C8C8C"/>
                </a:solidFill>
                <a:round/>
              </a:ln>
            </p:spPr>
          </p:sp>
          <p:sp>
            <p:nvSpPr>
              <p:cNvPr id="1457" name="Контур"/>
              <p:cNvSpPr/>
              <p:nvPr/>
            </p:nvSpPr>
            <p:spPr>
              <a:xfrm>
                <a:off x="2076115" y="1584000"/>
                <a:ext cx="8219885" cy="867374"/>
              </a:xfrm>
              <a:custGeom>
                <a:avLst/>
                <a:gdLst/>
                <a:ahLst/>
                <a:cxnLst/>
                <a:rect l="l" t="t" r="r" b="b"/>
                <a:pathLst>
                  <a:path w="8219885" h="867374" fill="none">
                    <a:moveTo>
                      <a:pt x="8219885" y="653649"/>
                    </a:moveTo>
                    <a:lnTo>
                      <a:pt x="8095938" y="500481"/>
                    </a:lnTo>
                    <a:lnTo>
                      <a:pt x="8191775" y="426365"/>
                    </a:lnTo>
                    <a:lnTo>
                      <a:pt x="8187352" y="421115"/>
                    </a:lnTo>
                    <a:lnTo>
                      <a:pt x="7977723" y="172345"/>
                    </a:lnTo>
                    <a:lnTo>
                      <a:pt x="7835710" y="0"/>
                    </a:lnTo>
                    <a:moveTo>
                      <a:pt x="2180419" y="0"/>
                    </a:moveTo>
                    <a:lnTo>
                      <a:pt x="1556686" y="584658"/>
                    </a:lnTo>
                    <a:lnTo>
                      <a:pt x="1296708" y="816020"/>
                    </a:lnTo>
                    <a:lnTo>
                      <a:pt x="1146698" y="655213"/>
                    </a:lnTo>
                    <a:lnTo>
                      <a:pt x="839978" y="867374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8" name="Контур"/>
              <p:cNvSpPr/>
              <p:nvPr/>
            </p:nvSpPr>
            <p:spPr>
              <a:xfrm>
                <a:off x="6305462" y="3134561"/>
                <a:ext cx="3990538" cy="7053439"/>
              </a:xfrm>
              <a:custGeom>
                <a:avLst/>
                <a:gdLst/>
                <a:ahLst/>
                <a:cxnLst/>
                <a:rect l="l" t="t" r="r" b="b"/>
                <a:pathLst>
                  <a:path w="3990538" h="7053439" fill="none">
                    <a:moveTo>
                      <a:pt x="1877362" y="6954392"/>
                    </a:moveTo>
                    <a:lnTo>
                      <a:pt x="1976409" y="7053439"/>
                    </a:lnTo>
                    <a:moveTo>
                      <a:pt x="1729606" y="6647792"/>
                    </a:moveTo>
                    <a:lnTo>
                      <a:pt x="2135253" y="7053439"/>
                    </a:lnTo>
                    <a:moveTo>
                      <a:pt x="1581792" y="6341134"/>
                    </a:moveTo>
                    <a:lnTo>
                      <a:pt x="2294097" y="7053439"/>
                    </a:lnTo>
                    <a:moveTo>
                      <a:pt x="1433979" y="6034477"/>
                    </a:moveTo>
                    <a:lnTo>
                      <a:pt x="2452941" y="7053439"/>
                    </a:lnTo>
                    <a:moveTo>
                      <a:pt x="1286162" y="5727816"/>
                    </a:moveTo>
                    <a:lnTo>
                      <a:pt x="2611785" y="7053439"/>
                    </a:lnTo>
                    <a:moveTo>
                      <a:pt x="1138349" y="5421158"/>
                    </a:moveTo>
                    <a:lnTo>
                      <a:pt x="2770630" y="7053439"/>
                    </a:lnTo>
                    <a:moveTo>
                      <a:pt x="990535" y="5114501"/>
                    </a:moveTo>
                    <a:lnTo>
                      <a:pt x="2929474" y="7053439"/>
                    </a:lnTo>
                    <a:moveTo>
                      <a:pt x="842722" y="4807843"/>
                    </a:moveTo>
                    <a:lnTo>
                      <a:pt x="3088318" y="7053439"/>
                    </a:lnTo>
                    <a:moveTo>
                      <a:pt x="694908" y="4501185"/>
                    </a:moveTo>
                    <a:lnTo>
                      <a:pt x="3247162" y="7053439"/>
                    </a:lnTo>
                    <a:moveTo>
                      <a:pt x="547117" y="4194550"/>
                    </a:moveTo>
                    <a:lnTo>
                      <a:pt x="3371722" y="7019155"/>
                    </a:lnTo>
                    <a:moveTo>
                      <a:pt x="399340" y="3887929"/>
                    </a:moveTo>
                    <a:lnTo>
                      <a:pt x="3479149" y="6967739"/>
                    </a:lnTo>
                    <a:moveTo>
                      <a:pt x="251570" y="3581315"/>
                    </a:moveTo>
                    <a:lnTo>
                      <a:pt x="3586577" y="6916322"/>
                    </a:lnTo>
                    <a:moveTo>
                      <a:pt x="103765" y="3274666"/>
                    </a:moveTo>
                    <a:lnTo>
                      <a:pt x="3694004" y="6864905"/>
                    </a:lnTo>
                    <a:moveTo>
                      <a:pt x="0" y="3012057"/>
                    </a:moveTo>
                    <a:lnTo>
                      <a:pt x="3801431" y="6813488"/>
                    </a:lnTo>
                    <a:moveTo>
                      <a:pt x="97660" y="2950872"/>
                    </a:moveTo>
                    <a:lnTo>
                      <a:pt x="3908859" y="6762072"/>
                    </a:lnTo>
                    <a:moveTo>
                      <a:pt x="195319" y="2889688"/>
                    </a:moveTo>
                    <a:lnTo>
                      <a:pt x="3990538" y="6684907"/>
                    </a:lnTo>
                    <a:moveTo>
                      <a:pt x="293008" y="2828533"/>
                    </a:moveTo>
                    <a:lnTo>
                      <a:pt x="3990538" y="6526063"/>
                    </a:lnTo>
                    <a:moveTo>
                      <a:pt x="390705" y="2767385"/>
                    </a:moveTo>
                    <a:lnTo>
                      <a:pt x="3990538" y="6367219"/>
                    </a:lnTo>
                    <a:moveTo>
                      <a:pt x="484185" y="2702022"/>
                    </a:moveTo>
                    <a:lnTo>
                      <a:pt x="3990538" y="6208375"/>
                    </a:lnTo>
                    <a:moveTo>
                      <a:pt x="573747" y="2632739"/>
                    </a:moveTo>
                    <a:lnTo>
                      <a:pt x="3990538" y="6049531"/>
                    </a:lnTo>
                    <a:moveTo>
                      <a:pt x="663308" y="2563457"/>
                    </a:moveTo>
                    <a:lnTo>
                      <a:pt x="3990538" y="5890686"/>
                    </a:lnTo>
                    <a:moveTo>
                      <a:pt x="752870" y="2494174"/>
                    </a:moveTo>
                    <a:lnTo>
                      <a:pt x="3990538" y="5731842"/>
                    </a:lnTo>
                    <a:moveTo>
                      <a:pt x="842431" y="2424892"/>
                    </a:moveTo>
                    <a:lnTo>
                      <a:pt x="3990538" y="5572998"/>
                    </a:lnTo>
                    <a:moveTo>
                      <a:pt x="931993" y="2355609"/>
                    </a:moveTo>
                    <a:lnTo>
                      <a:pt x="3990538" y="5414154"/>
                    </a:lnTo>
                    <a:moveTo>
                      <a:pt x="1021554" y="2286326"/>
                    </a:moveTo>
                    <a:lnTo>
                      <a:pt x="3990538" y="5255310"/>
                    </a:lnTo>
                    <a:moveTo>
                      <a:pt x="1111116" y="2217044"/>
                    </a:moveTo>
                    <a:lnTo>
                      <a:pt x="3990538" y="5096466"/>
                    </a:lnTo>
                    <a:moveTo>
                      <a:pt x="1200677" y="2147761"/>
                    </a:moveTo>
                    <a:lnTo>
                      <a:pt x="3990538" y="4937622"/>
                    </a:lnTo>
                    <a:moveTo>
                      <a:pt x="1290238" y="2078478"/>
                    </a:moveTo>
                    <a:lnTo>
                      <a:pt x="3990538" y="4778778"/>
                    </a:lnTo>
                    <a:moveTo>
                      <a:pt x="1379800" y="2009196"/>
                    </a:moveTo>
                    <a:lnTo>
                      <a:pt x="3990538" y="4619934"/>
                    </a:lnTo>
                    <a:moveTo>
                      <a:pt x="1469361" y="1939913"/>
                    </a:moveTo>
                    <a:lnTo>
                      <a:pt x="3990538" y="4461090"/>
                    </a:lnTo>
                    <a:moveTo>
                      <a:pt x="1558923" y="1870631"/>
                    </a:moveTo>
                    <a:lnTo>
                      <a:pt x="3990538" y="4302246"/>
                    </a:lnTo>
                    <a:moveTo>
                      <a:pt x="1648484" y="1801348"/>
                    </a:moveTo>
                    <a:lnTo>
                      <a:pt x="3990538" y="4143402"/>
                    </a:lnTo>
                    <a:moveTo>
                      <a:pt x="1738046" y="1732065"/>
                    </a:moveTo>
                    <a:lnTo>
                      <a:pt x="3990538" y="3984558"/>
                    </a:lnTo>
                    <a:moveTo>
                      <a:pt x="1827607" y="1662783"/>
                    </a:moveTo>
                    <a:lnTo>
                      <a:pt x="3990538" y="3825714"/>
                    </a:lnTo>
                    <a:moveTo>
                      <a:pt x="1917169" y="1593500"/>
                    </a:moveTo>
                    <a:lnTo>
                      <a:pt x="3990538" y="3666870"/>
                    </a:lnTo>
                    <a:moveTo>
                      <a:pt x="2006730" y="1524218"/>
                    </a:moveTo>
                    <a:lnTo>
                      <a:pt x="3990538" y="3508025"/>
                    </a:lnTo>
                    <a:moveTo>
                      <a:pt x="2096292" y="1454935"/>
                    </a:moveTo>
                    <a:lnTo>
                      <a:pt x="3990538" y="3349181"/>
                    </a:lnTo>
                    <a:moveTo>
                      <a:pt x="2185853" y="1385652"/>
                    </a:moveTo>
                    <a:lnTo>
                      <a:pt x="3990538" y="3190337"/>
                    </a:lnTo>
                    <a:moveTo>
                      <a:pt x="2275414" y="1316370"/>
                    </a:moveTo>
                    <a:lnTo>
                      <a:pt x="3990538" y="3031493"/>
                    </a:lnTo>
                    <a:moveTo>
                      <a:pt x="2364976" y="1247087"/>
                    </a:moveTo>
                    <a:lnTo>
                      <a:pt x="3990538" y="2872649"/>
                    </a:lnTo>
                    <a:moveTo>
                      <a:pt x="2454537" y="1177804"/>
                    </a:moveTo>
                    <a:lnTo>
                      <a:pt x="3990538" y="2713805"/>
                    </a:lnTo>
                    <a:moveTo>
                      <a:pt x="2544099" y="1108522"/>
                    </a:moveTo>
                    <a:lnTo>
                      <a:pt x="3990538" y="2554961"/>
                    </a:lnTo>
                    <a:moveTo>
                      <a:pt x="2633660" y="1039239"/>
                    </a:moveTo>
                    <a:lnTo>
                      <a:pt x="3990538" y="2396117"/>
                    </a:lnTo>
                    <a:moveTo>
                      <a:pt x="2723222" y="969957"/>
                    </a:moveTo>
                    <a:lnTo>
                      <a:pt x="3990538" y="2237273"/>
                    </a:lnTo>
                    <a:moveTo>
                      <a:pt x="2812783" y="900674"/>
                    </a:moveTo>
                    <a:lnTo>
                      <a:pt x="3990538" y="2078429"/>
                    </a:lnTo>
                    <a:moveTo>
                      <a:pt x="2902345" y="831391"/>
                    </a:moveTo>
                    <a:lnTo>
                      <a:pt x="3990538" y="1919585"/>
                    </a:lnTo>
                    <a:moveTo>
                      <a:pt x="2991906" y="762109"/>
                    </a:moveTo>
                    <a:lnTo>
                      <a:pt x="3990538" y="1760741"/>
                    </a:lnTo>
                    <a:moveTo>
                      <a:pt x="3081467" y="692826"/>
                    </a:moveTo>
                    <a:lnTo>
                      <a:pt x="3990538" y="1601897"/>
                    </a:lnTo>
                    <a:moveTo>
                      <a:pt x="3171029" y="623543"/>
                    </a:moveTo>
                    <a:lnTo>
                      <a:pt x="3990538" y="1443053"/>
                    </a:lnTo>
                    <a:moveTo>
                      <a:pt x="3260590" y="554261"/>
                    </a:moveTo>
                    <a:lnTo>
                      <a:pt x="3990538" y="1284209"/>
                    </a:lnTo>
                    <a:moveTo>
                      <a:pt x="3350152" y="484978"/>
                    </a:moveTo>
                    <a:lnTo>
                      <a:pt x="3990538" y="1125364"/>
                    </a:lnTo>
                    <a:moveTo>
                      <a:pt x="3439713" y="415696"/>
                    </a:moveTo>
                    <a:lnTo>
                      <a:pt x="3990538" y="966520"/>
                    </a:lnTo>
                    <a:moveTo>
                      <a:pt x="3529275" y="346413"/>
                    </a:moveTo>
                    <a:lnTo>
                      <a:pt x="3990538" y="807676"/>
                    </a:lnTo>
                    <a:moveTo>
                      <a:pt x="3618836" y="277130"/>
                    </a:moveTo>
                    <a:lnTo>
                      <a:pt x="3990538" y="648832"/>
                    </a:lnTo>
                    <a:moveTo>
                      <a:pt x="3708398" y="207848"/>
                    </a:moveTo>
                    <a:lnTo>
                      <a:pt x="3990538" y="489988"/>
                    </a:lnTo>
                    <a:moveTo>
                      <a:pt x="3797959" y="138565"/>
                    </a:moveTo>
                    <a:lnTo>
                      <a:pt x="3990538" y="331144"/>
                    </a:lnTo>
                    <a:moveTo>
                      <a:pt x="3887520" y="69283"/>
                    </a:moveTo>
                    <a:lnTo>
                      <a:pt x="3990538" y="172300"/>
                    </a:lnTo>
                    <a:moveTo>
                      <a:pt x="3977082" y="0"/>
                    </a:moveTo>
                    <a:lnTo>
                      <a:pt x="3990538" y="13456"/>
                    </a:lnTo>
                  </a:path>
                </a:pathLst>
              </a:custGeom>
              <a:noFill/>
              <a:ln w="4680" cap="flat">
                <a:solidFill>
                  <a:srgbClr val="8C8C8C"/>
                </a:solidFill>
                <a:round/>
              </a:ln>
            </p:spPr>
          </p:sp>
          <p:sp>
            <p:nvSpPr>
              <p:cNvPr id="1459" name="Контур"/>
              <p:cNvSpPr/>
              <p:nvPr/>
            </p:nvSpPr>
            <p:spPr>
              <a:xfrm>
                <a:off x="6287927" y="3124152"/>
                <a:ext cx="4008073" cy="7063848"/>
              </a:xfrm>
              <a:custGeom>
                <a:avLst/>
                <a:gdLst/>
                <a:ahLst/>
                <a:cxnLst/>
                <a:rect l="l" t="t" r="r" b="b"/>
                <a:pathLst>
                  <a:path w="4008073" h="7063848" fill="none">
                    <a:moveTo>
                      <a:pt x="4008073" y="6733387"/>
                    </a:moveTo>
                    <a:lnTo>
                      <a:pt x="3317627" y="7063848"/>
                    </a:lnTo>
                    <a:moveTo>
                      <a:pt x="1942619" y="7063848"/>
                    </a:moveTo>
                    <a:lnTo>
                      <a:pt x="1897090" y="6969353"/>
                    </a:lnTo>
                    <a:lnTo>
                      <a:pt x="1827180" y="6824252"/>
                    </a:lnTo>
                    <a:lnTo>
                      <a:pt x="1436401" y="6013532"/>
                    </a:lnTo>
                    <a:lnTo>
                      <a:pt x="1407363" y="5953290"/>
                    </a:lnTo>
                    <a:lnTo>
                      <a:pt x="1309640" y="5750553"/>
                    </a:lnTo>
                    <a:lnTo>
                      <a:pt x="654841" y="4392092"/>
                    </a:lnTo>
                    <a:lnTo>
                      <a:pt x="287101" y="3629071"/>
                    </a:lnTo>
                    <a:lnTo>
                      <a:pt x="218971" y="3487682"/>
                    </a:lnTo>
                    <a:lnTo>
                      <a:pt x="0" y="3033452"/>
                    </a:lnTo>
                    <a:lnTo>
                      <a:pt x="230131" y="2889272"/>
                    </a:lnTo>
                    <a:lnTo>
                      <a:pt x="455311" y="2748332"/>
                    </a:lnTo>
                    <a:lnTo>
                      <a:pt x="4008073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</p:grpSp>
        <p:sp>
          <p:nvSpPr>
            <p:cNvPr id="1461" name="Проекты межевания территории (ОГД)"/>
            <p:cNvSpPr/>
            <p:nvPr/>
          </p:nvSpPr>
          <p:spPr>
            <a:xfrm>
              <a:off x="252000" y="1584000"/>
              <a:ext cx="10044000" cy="8604000"/>
            </a:xfrm>
            <a:custGeom>
              <a:avLst/>
              <a:gdLst/>
              <a:ahLst/>
              <a:cxnLst/>
              <a:rect l="l" t="t" r="r" b="b"/>
              <a:pathLst>
                <a:path w="10044000" h="8604000" fill="none">
                  <a:moveTo>
                    <a:pt x="5514007" y="3064487"/>
                  </a:moveTo>
                  <a:lnTo>
                    <a:pt x="5385252" y="2909492"/>
                  </a:lnTo>
                  <a:lnTo>
                    <a:pt x="5593038" y="2751013"/>
                  </a:lnTo>
                  <a:lnTo>
                    <a:pt x="6451638" y="2128933"/>
                  </a:lnTo>
                  <a:lnTo>
                    <a:pt x="6695718" y="1945063"/>
                  </a:lnTo>
                  <a:lnTo>
                    <a:pt x="6874278" y="1794583"/>
                  </a:lnTo>
                  <a:lnTo>
                    <a:pt x="7424178" y="1295803"/>
                  </a:lnTo>
                  <a:lnTo>
                    <a:pt x="7598688" y="1124353"/>
                  </a:lnTo>
                  <a:lnTo>
                    <a:pt x="7812888" y="890803"/>
                  </a:lnTo>
                  <a:lnTo>
                    <a:pt x="8290428" y="442783"/>
                  </a:lnTo>
                  <a:lnTo>
                    <a:pt x="8328228" y="400123"/>
                  </a:lnTo>
                  <a:lnTo>
                    <a:pt x="8355948" y="376093"/>
                  </a:lnTo>
                  <a:lnTo>
                    <a:pt x="8390328" y="358903"/>
                  </a:lnTo>
                  <a:lnTo>
                    <a:pt x="8579148" y="202033"/>
                  </a:lnTo>
                  <a:lnTo>
                    <a:pt x="8581848" y="205363"/>
                  </a:lnTo>
                  <a:lnTo>
                    <a:pt x="8869882" y="0"/>
                  </a:lnTo>
                  <a:moveTo>
                    <a:pt x="10044000" y="1540159"/>
                  </a:moveTo>
                  <a:lnTo>
                    <a:pt x="6491238" y="4288483"/>
                  </a:lnTo>
                  <a:lnTo>
                    <a:pt x="6260118" y="4433113"/>
                  </a:lnTo>
                  <a:lnTo>
                    <a:pt x="6167688" y="4248073"/>
                  </a:lnTo>
                  <a:lnTo>
                    <a:pt x="5837658" y="3538333"/>
                  </a:lnTo>
                  <a:lnTo>
                    <a:pt x="5736345" y="3332876"/>
                  </a:lnTo>
                  <a:lnTo>
                    <a:pt x="5625795" y="3199325"/>
                  </a:lnTo>
                  <a:lnTo>
                    <a:pt x="5592948" y="3214423"/>
                  </a:lnTo>
                  <a:lnTo>
                    <a:pt x="5576478" y="3174193"/>
                  </a:lnTo>
                  <a:lnTo>
                    <a:pt x="5577769" y="3141417"/>
                  </a:lnTo>
                  <a:lnTo>
                    <a:pt x="5514007" y="3064487"/>
                  </a:lnTo>
                  <a:lnTo>
                    <a:pt x="5514007" y="3064487"/>
                  </a:lnTo>
                  <a:moveTo>
                    <a:pt x="5514007" y="3064487"/>
                  </a:moveTo>
                  <a:lnTo>
                    <a:pt x="5385252" y="2909492"/>
                  </a:lnTo>
                  <a:lnTo>
                    <a:pt x="5593038" y="2751013"/>
                  </a:lnTo>
                  <a:lnTo>
                    <a:pt x="6451638" y="2128933"/>
                  </a:lnTo>
                  <a:lnTo>
                    <a:pt x="6695718" y="1945063"/>
                  </a:lnTo>
                  <a:lnTo>
                    <a:pt x="6874278" y="1794583"/>
                  </a:lnTo>
                  <a:lnTo>
                    <a:pt x="7424178" y="1295803"/>
                  </a:lnTo>
                  <a:lnTo>
                    <a:pt x="7598688" y="1124353"/>
                  </a:lnTo>
                  <a:lnTo>
                    <a:pt x="7812888" y="890803"/>
                  </a:lnTo>
                  <a:lnTo>
                    <a:pt x="8290428" y="442783"/>
                  </a:lnTo>
                  <a:lnTo>
                    <a:pt x="8328228" y="400123"/>
                  </a:lnTo>
                  <a:lnTo>
                    <a:pt x="8355948" y="376093"/>
                  </a:lnTo>
                  <a:lnTo>
                    <a:pt x="8390328" y="358903"/>
                  </a:lnTo>
                  <a:lnTo>
                    <a:pt x="8579148" y="202033"/>
                  </a:lnTo>
                  <a:lnTo>
                    <a:pt x="8581848" y="205363"/>
                  </a:lnTo>
                  <a:lnTo>
                    <a:pt x="8869882" y="0"/>
                  </a:lnTo>
                  <a:moveTo>
                    <a:pt x="10044000" y="1540159"/>
                  </a:moveTo>
                  <a:lnTo>
                    <a:pt x="6491238" y="4288483"/>
                  </a:lnTo>
                  <a:lnTo>
                    <a:pt x="6260118" y="4433113"/>
                  </a:lnTo>
                  <a:lnTo>
                    <a:pt x="6167688" y="4248073"/>
                  </a:lnTo>
                  <a:lnTo>
                    <a:pt x="5837658" y="3538333"/>
                  </a:lnTo>
                  <a:lnTo>
                    <a:pt x="5736345" y="3332876"/>
                  </a:lnTo>
                  <a:lnTo>
                    <a:pt x="5625795" y="3199325"/>
                  </a:lnTo>
                  <a:lnTo>
                    <a:pt x="5592948" y="3214423"/>
                  </a:lnTo>
                  <a:lnTo>
                    <a:pt x="5576478" y="3174193"/>
                  </a:lnTo>
                  <a:lnTo>
                    <a:pt x="5577769" y="3141417"/>
                  </a:lnTo>
                  <a:lnTo>
                    <a:pt x="5514007" y="3064487"/>
                  </a:lnTo>
                  <a:lnTo>
                    <a:pt x="5514007" y="3064487"/>
                  </a:lnTo>
                  <a:moveTo>
                    <a:pt x="5514007" y="3064487"/>
                  </a:moveTo>
                  <a:lnTo>
                    <a:pt x="5385252" y="2909492"/>
                  </a:lnTo>
                  <a:lnTo>
                    <a:pt x="5593038" y="2751013"/>
                  </a:lnTo>
                  <a:lnTo>
                    <a:pt x="6451638" y="2128933"/>
                  </a:lnTo>
                  <a:lnTo>
                    <a:pt x="6695718" y="1945063"/>
                  </a:lnTo>
                  <a:lnTo>
                    <a:pt x="6874278" y="1794583"/>
                  </a:lnTo>
                  <a:lnTo>
                    <a:pt x="7424178" y="1295803"/>
                  </a:lnTo>
                  <a:lnTo>
                    <a:pt x="7598688" y="1124353"/>
                  </a:lnTo>
                  <a:lnTo>
                    <a:pt x="7812888" y="890803"/>
                  </a:lnTo>
                  <a:lnTo>
                    <a:pt x="8290428" y="442783"/>
                  </a:lnTo>
                  <a:lnTo>
                    <a:pt x="8328228" y="400123"/>
                  </a:lnTo>
                  <a:lnTo>
                    <a:pt x="8355948" y="376093"/>
                  </a:lnTo>
                  <a:lnTo>
                    <a:pt x="8390328" y="358903"/>
                  </a:lnTo>
                  <a:lnTo>
                    <a:pt x="8579148" y="202033"/>
                  </a:lnTo>
                  <a:lnTo>
                    <a:pt x="8581848" y="205363"/>
                  </a:lnTo>
                  <a:lnTo>
                    <a:pt x="8869882" y="0"/>
                  </a:lnTo>
                  <a:moveTo>
                    <a:pt x="10044000" y="1540159"/>
                  </a:moveTo>
                  <a:lnTo>
                    <a:pt x="6491238" y="4288483"/>
                  </a:lnTo>
                  <a:lnTo>
                    <a:pt x="6260118" y="4433113"/>
                  </a:lnTo>
                  <a:lnTo>
                    <a:pt x="6167688" y="4248073"/>
                  </a:lnTo>
                  <a:lnTo>
                    <a:pt x="5837658" y="3538333"/>
                  </a:lnTo>
                  <a:lnTo>
                    <a:pt x="5736345" y="3332876"/>
                  </a:lnTo>
                  <a:lnTo>
                    <a:pt x="5625795" y="3199325"/>
                  </a:lnTo>
                  <a:lnTo>
                    <a:pt x="5592948" y="3214423"/>
                  </a:lnTo>
                  <a:lnTo>
                    <a:pt x="5576478" y="3174193"/>
                  </a:lnTo>
                  <a:lnTo>
                    <a:pt x="5577769" y="3141417"/>
                  </a:lnTo>
                  <a:lnTo>
                    <a:pt x="5514007" y="3064487"/>
                  </a:lnTo>
                  <a:lnTo>
                    <a:pt x="5514007" y="3064487"/>
                  </a:lnTo>
                  <a:moveTo>
                    <a:pt x="3222923" y="0"/>
                  </a:moveTo>
                  <a:lnTo>
                    <a:pt x="2960261" y="247760"/>
                  </a:lnTo>
                  <a:lnTo>
                    <a:pt x="2762981" y="432350"/>
                  </a:lnTo>
                  <a:lnTo>
                    <a:pt x="2359549" y="0"/>
                  </a:lnTo>
                  <a:moveTo>
                    <a:pt x="3222923" y="0"/>
                  </a:moveTo>
                  <a:lnTo>
                    <a:pt x="2960267" y="247754"/>
                  </a:lnTo>
                  <a:lnTo>
                    <a:pt x="2762987" y="432344"/>
                  </a:lnTo>
                  <a:lnTo>
                    <a:pt x="2359561" y="0"/>
                  </a:lnTo>
                  <a:moveTo>
                    <a:pt x="9196887" y="8604000"/>
                  </a:moveTo>
                  <a:lnTo>
                    <a:pt x="9591911" y="8414897"/>
                  </a:lnTo>
                  <a:lnTo>
                    <a:pt x="10044000" y="8198525"/>
                  </a:lnTo>
                  <a:moveTo>
                    <a:pt x="9196881" y="8604000"/>
                  </a:moveTo>
                  <a:lnTo>
                    <a:pt x="9591917" y="8414891"/>
                  </a:lnTo>
                  <a:lnTo>
                    <a:pt x="10044000" y="8198522"/>
                  </a:lnTo>
                  <a:moveTo>
                    <a:pt x="5514001" y="3064493"/>
                  </a:moveTo>
                  <a:lnTo>
                    <a:pt x="5385245" y="2909498"/>
                  </a:lnTo>
                  <a:lnTo>
                    <a:pt x="5593032" y="2751019"/>
                  </a:lnTo>
                  <a:lnTo>
                    <a:pt x="6451632" y="2128939"/>
                  </a:lnTo>
                  <a:lnTo>
                    <a:pt x="6695712" y="1945069"/>
                  </a:lnTo>
                  <a:lnTo>
                    <a:pt x="6874272" y="1794589"/>
                  </a:lnTo>
                  <a:lnTo>
                    <a:pt x="7424172" y="1295809"/>
                  </a:lnTo>
                  <a:lnTo>
                    <a:pt x="7598682" y="1124359"/>
                  </a:lnTo>
                  <a:lnTo>
                    <a:pt x="7812882" y="890809"/>
                  </a:lnTo>
                  <a:lnTo>
                    <a:pt x="8290422" y="442789"/>
                  </a:lnTo>
                  <a:lnTo>
                    <a:pt x="8328222" y="400129"/>
                  </a:lnTo>
                  <a:lnTo>
                    <a:pt x="8355942" y="376099"/>
                  </a:lnTo>
                  <a:lnTo>
                    <a:pt x="8390322" y="358909"/>
                  </a:lnTo>
                  <a:lnTo>
                    <a:pt x="8579142" y="202039"/>
                  </a:lnTo>
                  <a:lnTo>
                    <a:pt x="8581842" y="205369"/>
                  </a:lnTo>
                  <a:lnTo>
                    <a:pt x="8869884" y="0"/>
                  </a:lnTo>
                  <a:moveTo>
                    <a:pt x="10044000" y="1540160"/>
                  </a:moveTo>
                  <a:lnTo>
                    <a:pt x="6491232" y="4288489"/>
                  </a:lnTo>
                  <a:lnTo>
                    <a:pt x="6260112" y="4433119"/>
                  </a:lnTo>
                  <a:lnTo>
                    <a:pt x="6167682" y="4248079"/>
                  </a:lnTo>
                  <a:lnTo>
                    <a:pt x="5837652" y="3538339"/>
                  </a:lnTo>
                  <a:lnTo>
                    <a:pt x="5736339" y="3332882"/>
                  </a:lnTo>
                  <a:lnTo>
                    <a:pt x="5625788" y="3199331"/>
                  </a:lnTo>
                  <a:lnTo>
                    <a:pt x="5592942" y="3214429"/>
                  </a:lnTo>
                  <a:lnTo>
                    <a:pt x="5576472" y="3174199"/>
                  </a:lnTo>
                  <a:lnTo>
                    <a:pt x="5577762" y="3141423"/>
                  </a:lnTo>
                  <a:lnTo>
                    <a:pt x="5514001" y="3064493"/>
                  </a:lnTo>
                  <a:lnTo>
                    <a:pt x="5514001" y="3064493"/>
                  </a:lnTo>
                  <a:moveTo>
                    <a:pt x="972543" y="8604000"/>
                  </a:moveTo>
                  <a:lnTo>
                    <a:pt x="1484843" y="8283008"/>
                  </a:lnTo>
                  <a:lnTo>
                    <a:pt x="1638464" y="8604000"/>
                  </a:lnTo>
                  <a:moveTo>
                    <a:pt x="0" y="8356255"/>
                  </a:moveTo>
                  <a:lnTo>
                    <a:pt x="916715" y="7781787"/>
                  </a:lnTo>
                  <a:lnTo>
                    <a:pt x="933107" y="7791014"/>
                  </a:lnTo>
                  <a:lnTo>
                    <a:pt x="1106179" y="7732244"/>
                  </a:lnTo>
                  <a:lnTo>
                    <a:pt x="1132909" y="7737282"/>
                  </a:lnTo>
                  <a:lnTo>
                    <a:pt x="1181417" y="7765722"/>
                  </a:lnTo>
                  <a:lnTo>
                    <a:pt x="1206257" y="7771304"/>
                  </a:lnTo>
                  <a:lnTo>
                    <a:pt x="1644107" y="7505622"/>
                  </a:lnTo>
                  <a:lnTo>
                    <a:pt x="1933459" y="7323464"/>
                  </a:lnTo>
                  <a:lnTo>
                    <a:pt x="1856057" y="7193414"/>
                  </a:lnTo>
                  <a:lnTo>
                    <a:pt x="4268637" y="5681322"/>
                  </a:lnTo>
                  <a:lnTo>
                    <a:pt x="4464579" y="5972748"/>
                  </a:lnTo>
                  <a:lnTo>
                    <a:pt x="4045664" y="6235251"/>
                  </a:lnTo>
                  <a:lnTo>
                    <a:pt x="4081347" y="6292197"/>
                  </a:lnTo>
                  <a:lnTo>
                    <a:pt x="3966379" y="6363263"/>
                  </a:lnTo>
                  <a:lnTo>
                    <a:pt x="3892871" y="6388895"/>
                  </a:lnTo>
                  <a:lnTo>
                    <a:pt x="3861617" y="6339404"/>
                  </a:lnTo>
                  <a:lnTo>
                    <a:pt x="3311539" y="6688782"/>
                  </a:lnTo>
                  <a:lnTo>
                    <a:pt x="3314534" y="6693392"/>
                  </a:lnTo>
                  <a:lnTo>
                    <a:pt x="2723843" y="7063533"/>
                  </a:lnTo>
                  <a:lnTo>
                    <a:pt x="2227487" y="7462154"/>
                  </a:lnTo>
                  <a:lnTo>
                    <a:pt x="787313" y="8364640"/>
                  </a:lnTo>
                  <a:lnTo>
                    <a:pt x="513417" y="8604000"/>
                  </a:lnTo>
                  <a:moveTo>
                    <a:pt x="5514007" y="3064487"/>
                  </a:moveTo>
                  <a:lnTo>
                    <a:pt x="5385252" y="2909492"/>
                  </a:lnTo>
                  <a:lnTo>
                    <a:pt x="5593038" y="2751013"/>
                  </a:lnTo>
                  <a:lnTo>
                    <a:pt x="6451638" y="2128933"/>
                  </a:lnTo>
                  <a:lnTo>
                    <a:pt x="6695718" y="1945063"/>
                  </a:lnTo>
                  <a:lnTo>
                    <a:pt x="6874278" y="1794583"/>
                  </a:lnTo>
                  <a:lnTo>
                    <a:pt x="7424178" y="1295803"/>
                  </a:lnTo>
                  <a:lnTo>
                    <a:pt x="7598688" y="1124353"/>
                  </a:lnTo>
                  <a:lnTo>
                    <a:pt x="7812888" y="890803"/>
                  </a:lnTo>
                  <a:lnTo>
                    <a:pt x="8290428" y="442783"/>
                  </a:lnTo>
                  <a:lnTo>
                    <a:pt x="8328228" y="400123"/>
                  </a:lnTo>
                  <a:lnTo>
                    <a:pt x="8355948" y="376093"/>
                  </a:lnTo>
                  <a:lnTo>
                    <a:pt x="8390328" y="358903"/>
                  </a:lnTo>
                  <a:lnTo>
                    <a:pt x="8579148" y="202033"/>
                  </a:lnTo>
                  <a:lnTo>
                    <a:pt x="8581848" y="205363"/>
                  </a:lnTo>
                  <a:lnTo>
                    <a:pt x="8869882" y="0"/>
                  </a:lnTo>
                  <a:moveTo>
                    <a:pt x="10044000" y="1540159"/>
                  </a:moveTo>
                  <a:lnTo>
                    <a:pt x="6491238" y="4288483"/>
                  </a:lnTo>
                  <a:lnTo>
                    <a:pt x="6260118" y="4433113"/>
                  </a:lnTo>
                  <a:lnTo>
                    <a:pt x="6167688" y="4248073"/>
                  </a:lnTo>
                  <a:lnTo>
                    <a:pt x="5837658" y="3538333"/>
                  </a:lnTo>
                  <a:lnTo>
                    <a:pt x="5736345" y="3332876"/>
                  </a:lnTo>
                  <a:lnTo>
                    <a:pt x="5625795" y="3199325"/>
                  </a:lnTo>
                  <a:lnTo>
                    <a:pt x="5592948" y="3214423"/>
                  </a:lnTo>
                  <a:lnTo>
                    <a:pt x="5576478" y="3174193"/>
                  </a:lnTo>
                  <a:lnTo>
                    <a:pt x="5577769" y="3141417"/>
                  </a:lnTo>
                  <a:lnTo>
                    <a:pt x="5514007" y="3064487"/>
                  </a:lnTo>
                  <a:lnTo>
                    <a:pt x="5514007" y="3064487"/>
                  </a:lnTo>
                </a:path>
              </a:pathLst>
            </a:custGeom>
            <a:noFill/>
            <a:ln w="37440" cap="flat">
              <a:solidFill>
                <a:srgbClr val="00D000"/>
              </a:solidFill>
              <a:round/>
            </a:ln>
          </p:spPr>
        </p:sp>
        <p:sp>
          <p:nvSpPr>
            <p:cNvPr id="1462" name="Железная дорога, главные пути (Яндекс)"/>
            <p:cNvSpPr/>
            <p:nvPr/>
          </p:nvSpPr>
          <p:spPr>
            <a:xfrm>
              <a:off x="252000" y="1584000"/>
              <a:ext cx="8804645" cy="6265587"/>
            </a:xfrm>
            <a:custGeom>
              <a:avLst/>
              <a:gdLst/>
              <a:ahLst/>
              <a:cxnLst/>
              <a:rect l="l" t="t" r="r" b="b"/>
              <a:pathLst>
                <a:path w="8804645" h="6265587" fill="none">
                  <a:moveTo>
                    <a:pt x="0" y="6265587"/>
                  </a:moveTo>
                  <a:lnTo>
                    <a:pt x="733293" y="5826607"/>
                  </a:lnTo>
                  <a:lnTo>
                    <a:pt x="948603" y="5701252"/>
                  </a:lnTo>
                  <a:lnTo>
                    <a:pt x="1761370" y="5269807"/>
                  </a:lnTo>
                  <a:lnTo>
                    <a:pt x="2643892" y="4777369"/>
                  </a:lnTo>
                  <a:lnTo>
                    <a:pt x="3071303" y="4483995"/>
                  </a:lnTo>
                  <a:lnTo>
                    <a:pt x="3647084" y="4053488"/>
                  </a:lnTo>
                  <a:lnTo>
                    <a:pt x="4435134" y="3503580"/>
                  </a:lnTo>
                  <a:lnTo>
                    <a:pt x="5222932" y="2917249"/>
                  </a:lnTo>
                  <a:moveTo>
                    <a:pt x="5286605" y="2871423"/>
                  </a:moveTo>
                  <a:lnTo>
                    <a:pt x="6253293" y="2174981"/>
                  </a:lnTo>
                  <a:lnTo>
                    <a:pt x="6735078" y="1817728"/>
                  </a:lnTo>
                  <a:lnTo>
                    <a:pt x="6968243" y="1622389"/>
                  </a:lnTo>
                  <a:lnTo>
                    <a:pt x="7252887" y="1359987"/>
                  </a:lnTo>
                  <a:lnTo>
                    <a:pt x="7625411" y="1027451"/>
                  </a:lnTo>
                  <a:lnTo>
                    <a:pt x="8500412" y="218973"/>
                  </a:lnTo>
                  <a:lnTo>
                    <a:pt x="8688169" y="75444"/>
                  </a:lnTo>
                  <a:lnTo>
                    <a:pt x="8804645" y="0"/>
                  </a:lnTo>
                  <a:moveTo>
                    <a:pt x="5222932" y="2917249"/>
                  </a:moveTo>
                  <a:lnTo>
                    <a:pt x="5286605" y="2871423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round/>
            </a:ln>
          </p:spPr>
        </p:sp>
        <p:sp>
          <p:nvSpPr>
            <p:cNvPr id="1463" name="Железная дорога: штрихи"/>
            <p:cNvSpPr/>
            <p:nvPr/>
          </p:nvSpPr>
          <p:spPr>
            <a:xfrm>
              <a:off x="252000" y="1584000"/>
              <a:ext cx="8804645" cy="6265587"/>
            </a:xfrm>
            <a:custGeom>
              <a:avLst/>
              <a:gdLst/>
              <a:ahLst/>
              <a:cxnLst/>
              <a:rect l="l" t="t" r="r" b="b"/>
              <a:pathLst>
                <a:path w="8804645" h="6265587" fill="none">
                  <a:moveTo>
                    <a:pt x="0" y="6265587"/>
                  </a:moveTo>
                  <a:lnTo>
                    <a:pt x="733293" y="5826607"/>
                  </a:lnTo>
                  <a:lnTo>
                    <a:pt x="948603" y="5701252"/>
                  </a:lnTo>
                  <a:lnTo>
                    <a:pt x="1761370" y="5269807"/>
                  </a:lnTo>
                  <a:lnTo>
                    <a:pt x="2643892" y="4777369"/>
                  </a:lnTo>
                  <a:lnTo>
                    <a:pt x="3071303" y="4483995"/>
                  </a:lnTo>
                  <a:lnTo>
                    <a:pt x="3647084" y="4053488"/>
                  </a:lnTo>
                  <a:lnTo>
                    <a:pt x="4435134" y="3503580"/>
                  </a:lnTo>
                  <a:lnTo>
                    <a:pt x="5222932" y="2917249"/>
                  </a:lnTo>
                  <a:moveTo>
                    <a:pt x="5286605" y="2871423"/>
                  </a:moveTo>
                  <a:lnTo>
                    <a:pt x="6253293" y="2174981"/>
                  </a:lnTo>
                  <a:lnTo>
                    <a:pt x="6735078" y="1817728"/>
                  </a:lnTo>
                  <a:lnTo>
                    <a:pt x="6968243" y="1622389"/>
                  </a:lnTo>
                  <a:lnTo>
                    <a:pt x="7252887" y="1359987"/>
                  </a:lnTo>
                  <a:lnTo>
                    <a:pt x="7625411" y="1027451"/>
                  </a:lnTo>
                  <a:lnTo>
                    <a:pt x="8500412" y="218973"/>
                  </a:lnTo>
                  <a:lnTo>
                    <a:pt x="8688169" y="75444"/>
                  </a:lnTo>
                  <a:lnTo>
                    <a:pt x="8804645" y="0"/>
                  </a:lnTo>
                  <a:moveTo>
                    <a:pt x="5222932" y="2917249"/>
                  </a:moveTo>
                  <a:lnTo>
                    <a:pt x="5286605" y="2871423"/>
                  </a:lnTo>
                </a:path>
              </a:pathLst>
            </a:custGeom>
            <a:noFill/>
            <a:ln w="14976" cap="flat">
              <a:solidFill>
                <a:srgbClr val="FFFFFF"/>
              </a:solidFill>
              <a:custDash>
                <a:ds d="481250" sp="481250"/>
              </a:custDash>
              <a:round/>
            </a:ln>
          </p:spPr>
        </p:sp>
        <p:sp>
          <p:nvSpPr>
            <p:cNvPr id="1464" name="Граница района"/>
            <p:cNvSpPr/>
            <p:nvPr/>
          </p:nvSpPr>
          <p:spPr>
            <a:xfrm>
              <a:off x="252000" y="1584000"/>
              <a:ext cx="8790320" cy="6226254"/>
            </a:xfrm>
            <a:custGeom>
              <a:avLst/>
              <a:gdLst/>
              <a:ahLst/>
              <a:cxnLst/>
              <a:rect l="l" t="t" r="r" b="b"/>
              <a:pathLst>
                <a:path w="8790320" h="6226254" fill="none">
                  <a:moveTo>
                    <a:pt x="8790320" y="0"/>
                  </a:moveTo>
                  <a:lnTo>
                    <a:pt x="8270831" y="390103"/>
                  </a:lnTo>
                  <a:lnTo>
                    <a:pt x="6900457" y="1744054"/>
                  </a:lnTo>
                  <a:lnTo>
                    <a:pt x="5248403" y="2936674"/>
                  </a:lnTo>
                  <a:lnTo>
                    <a:pt x="2776979" y="4745490"/>
                  </a:lnTo>
                  <a:lnTo>
                    <a:pt x="2048221" y="5122920"/>
                  </a:lnTo>
                  <a:lnTo>
                    <a:pt x="0" y="6226254"/>
                  </a:lnTo>
                </a:path>
              </a:pathLst>
            </a:custGeom>
            <a:noFill/>
            <a:ln w="43056" cap="flat">
              <a:solidFill>
                <a:srgbClr val="E30613"/>
              </a:solidFill>
              <a:round/>
            </a:ln>
          </p:spPr>
        </p:sp>
        <p:sp>
          <p:nvSpPr>
            <p:cNvPr id="1465" name="Граница территории"/>
            <p:cNvSpPr/>
            <p:nvPr/>
          </p:nvSpPr>
          <p:spPr>
            <a:xfrm>
              <a:off x="4180217" y="5032154"/>
              <a:ext cx="1837620" cy="1603260"/>
            </a:xfrm>
            <a:custGeom>
              <a:avLst/>
              <a:gdLst/>
              <a:ahLst/>
              <a:cxnLst/>
              <a:rect l="l" t="t" r="r" b="b"/>
              <a:pathLst>
                <a:path w="1837620" h="1603260" fill="none">
                  <a:moveTo>
                    <a:pt x="1275660" y="908370"/>
                  </a:moveTo>
                  <a:lnTo>
                    <a:pt x="244260" y="1565190"/>
                  </a:lnTo>
                  <a:lnTo>
                    <a:pt x="227970" y="1603260"/>
                  </a:lnTo>
                  <a:lnTo>
                    <a:pt x="49230" y="1358910"/>
                  </a:lnTo>
                  <a:lnTo>
                    <a:pt x="81810" y="1337310"/>
                  </a:lnTo>
                  <a:lnTo>
                    <a:pt x="59040" y="1302570"/>
                  </a:lnTo>
                  <a:lnTo>
                    <a:pt x="107100" y="1267560"/>
                  </a:lnTo>
                  <a:lnTo>
                    <a:pt x="5670" y="1127430"/>
                  </a:lnTo>
                  <a:lnTo>
                    <a:pt x="91170" y="1065330"/>
                  </a:lnTo>
                  <a:lnTo>
                    <a:pt x="7830" y="951390"/>
                  </a:lnTo>
                  <a:lnTo>
                    <a:pt x="0" y="930960"/>
                  </a:lnTo>
                  <a:lnTo>
                    <a:pt x="93870" y="854280"/>
                  </a:lnTo>
                  <a:lnTo>
                    <a:pt x="318510" y="689310"/>
                  </a:lnTo>
                  <a:lnTo>
                    <a:pt x="1174410" y="76140"/>
                  </a:lnTo>
                  <a:lnTo>
                    <a:pt x="1195740" y="68580"/>
                  </a:lnTo>
                  <a:lnTo>
                    <a:pt x="1570590" y="0"/>
                  </a:lnTo>
                  <a:lnTo>
                    <a:pt x="1697670" y="263070"/>
                  </a:lnTo>
                  <a:lnTo>
                    <a:pt x="1666440" y="312120"/>
                  </a:lnTo>
                  <a:lnTo>
                    <a:pt x="1735290" y="420930"/>
                  </a:lnTo>
                  <a:lnTo>
                    <a:pt x="1776600" y="425070"/>
                  </a:lnTo>
                  <a:lnTo>
                    <a:pt x="1837620" y="551520"/>
                  </a:lnTo>
                  <a:lnTo>
                    <a:pt x="1275660" y="908370"/>
                  </a:lnTo>
                  <a:close/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0000" sp="100000"/>
              </a:custDash>
              <a:round/>
            </a:ln>
          </p:spPr>
        </p:sp>
        <p:grpSp>
          <p:nvGrpSpPr>
            <p:cNvPr id="1512" name="Подписи"/>
            <p:cNvGrpSpPr/>
            <p:nvPr/>
          </p:nvGrpSpPr>
          <p:grpSpPr>
            <a:xfrm>
              <a:off x="267250" y="1737172"/>
              <a:ext cx="9978802" cy="7927370"/>
              <a:chOff x="267250" y="1737172"/>
              <a:chExt cx="9978802" cy="7927370"/>
            </a:xfrm>
          </p:grpSpPr>
          <p:sp>
            <p:nvSpPr>
              <p:cNvPr id="1466" name="Надпись"/>
              <p:cNvSpPr txBox="1"/>
              <p:nvPr/>
            </p:nvSpPr>
            <p:spPr>
              <a:xfrm>
                <a:off x="4104963" y="4132366"/>
                <a:ext cx="1400143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ст. ж/д Калошино</a:t>
                </a:r>
              </a:p>
            </p:txBody>
          </p:sp>
          <p:sp>
            <p:nvSpPr>
              <p:cNvPr id="1467" name="Надпись"/>
              <p:cNvSpPr txBox="1"/>
              <p:nvPr/>
            </p:nvSpPr>
            <p:spPr>
              <a:xfrm rot="19361858">
                <a:off x="6333208" y="5629713"/>
                <a:ext cx="162820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2-й Иртышский пр-д</a:t>
                </a:r>
              </a:p>
            </p:txBody>
          </p:sp>
          <p:sp>
            <p:nvSpPr>
              <p:cNvPr id="1468" name="Надпись"/>
              <p:cNvSpPr txBox="1"/>
              <p:nvPr/>
            </p:nvSpPr>
            <p:spPr>
              <a:xfrm rot="3862311">
                <a:off x="6203876" y="6693771"/>
                <a:ext cx="116937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 Тагильская</a:t>
                </a:r>
              </a:p>
            </p:txBody>
          </p:sp>
          <p:sp>
            <p:nvSpPr>
              <p:cNvPr id="1469" name="Надпись"/>
              <p:cNvSpPr txBox="1"/>
              <p:nvPr/>
            </p:nvSpPr>
            <p:spPr>
              <a:xfrm rot="19474228">
                <a:off x="2628333" y="6335302"/>
                <a:ext cx="16000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1-й Иртышский пр-д</a:t>
                </a:r>
              </a:p>
            </p:txBody>
          </p:sp>
          <p:sp>
            <p:nvSpPr>
              <p:cNvPr id="1470" name="Надпись"/>
              <p:cNvSpPr txBox="1"/>
              <p:nvPr/>
            </p:nvSpPr>
            <p:spPr>
              <a:xfrm rot="2833325">
                <a:off x="267250" y="3499176"/>
                <a:ext cx="228037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 № 1286</a:t>
                </a:r>
              </a:p>
            </p:txBody>
          </p:sp>
          <p:sp>
            <p:nvSpPr>
              <p:cNvPr id="1471" name="Надпись"/>
              <p:cNvSpPr txBox="1"/>
              <p:nvPr/>
            </p:nvSpPr>
            <p:spPr>
              <a:xfrm rot="19595574">
                <a:off x="4414812" y="6753045"/>
                <a:ext cx="22425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 № 1913</a:t>
                </a:r>
              </a:p>
            </p:txBody>
          </p:sp>
          <p:sp>
            <p:nvSpPr>
              <p:cNvPr id="1472" name="Надпись"/>
              <p:cNvSpPr txBox="1"/>
              <p:nvPr/>
            </p:nvSpPr>
            <p:spPr>
              <a:xfrm>
                <a:off x="2985877" y="437797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473" name="Надпись"/>
              <p:cNvSpPr txBox="1"/>
              <p:nvPr/>
            </p:nvSpPr>
            <p:spPr>
              <a:xfrm>
                <a:off x="2294648" y="4542136"/>
                <a:ext cx="166789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«Квартал Метроном»</a:t>
                </a:r>
              </a:p>
            </p:txBody>
          </p:sp>
          <p:sp>
            <p:nvSpPr>
              <p:cNvPr id="1474" name="Надпись"/>
              <p:cNvSpPr txBox="1"/>
              <p:nvPr/>
            </p:nvSpPr>
            <p:spPr>
              <a:xfrm>
                <a:off x="9403972" y="4863933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475" name="Надпись"/>
              <p:cNvSpPr txBox="1"/>
              <p:nvPr/>
            </p:nvSpPr>
            <p:spPr>
              <a:xfrm>
                <a:off x="8847332" y="5028093"/>
                <a:ext cx="139872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«2-й Иртышский»</a:t>
                </a:r>
              </a:p>
            </p:txBody>
          </p:sp>
          <p:sp>
            <p:nvSpPr>
              <p:cNvPr id="1476" name="Надпись"/>
              <p:cNvSpPr txBox="1"/>
              <p:nvPr/>
            </p:nvSpPr>
            <p:spPr>
              <a:xfrm>
                <a:off x="5832834" y="9294998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477" name="Надпись"/>
              <p:cNvSpPr txBox="1"/>
              <p:nvPr/>
            </p:nvSpPr>
            <p:spPr>
              <a:xfrm>
                <a:off x="5280961" y="9459158"/>
                <a:ext cx="138918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«Level Амурская»</a:t>
                </a:r>
              </a:p>
            </p:txBody>
          </p:sp>
          <p:sp>
            <p:nvSpPr>
              <p:cNvPr id="1478" name="Надпись"/>
              <p:cNvSpPr txBox="1"/>
              <p:nvPr/>
            </p:nvSpPr>
            <p:spPr>
              <a:xfrm>
                <a:off x="5144947" y="240851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479" name="Надпись"/>
              <p:cNvSpPr txBox="1"/>
              <p:nvPr/>
            </p:nvSpPr>
            <p:spPr>
              <a:xfrm>
                <a:off x="4582546" y="2572676"/>
                <a:ext cx="141024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«Открытый парк»</a:t>
                </a:r>
              </a:p>
            </p:txBody>
          </p:sp>
          <p:sp>
            <p:nvSpPr>
              <p:cNvPr id="1480" name="Надпись"/>
              <p:cNvSpPr txBox="1"/>
              <p:nvPr/>
            </p:nvSpPr>
            <p:spPr>
              <a:xfrm>
                <a:off x="7565798" y="2499465"/>
                <a:ext cx="124307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Объединённый</a:t>
                </a:r>
              </a:p>
            </p:txBody>
          </p:sp>
          <p:sp>
            <p:nvSpPr>
              <p:cNvPr id="1481" name="Надпись"/>
              <p:cNvSpPr txBox="1"/>
              <p:nvPr/>
            </p:nvSpPr>
            <p:spPr>
              <a:xfrm>
                <a:off x="7944455" y="2663625"/>
                <a:ext cx="48576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архив</a:t>
                </a:r>
              </a:p>
            </p:txBody>
          </p:sp>
          <p:sp>
            <p:nvSpPr>
              <p:cNvPr id="1482" name="Надпись"/>
              <p:cNvSpPr txBox="1"/>
              <p:nvPr/>
            </p:nvSpPr>
            <p:spPr>
              <a:xfrm>
                <a:off x="6876008" y="2286886"/>
                <a:ext cx="108856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«Эврика»</a:t>
                </a:r>
              </a:p>
            </p:txBody>
          </p:sp>
          <p:sp>
            <p:nvSpPr>
              <p:cNvPr id="1483" name="Надпись"/>
              <p:cNvSpPr txBox="1"/>
              <p:nvPr/>
            </p:nvSpPr>
            <p:spPr>
              <a:xfrm>
                <a:off x="6304468" y="8718816"/>
                <a:ext cx="6482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Димари</a:t>
                </a:r>
              </a:p>
            </p:txBody>
          </p:sp>
          <p:sp>
            <p:nvSpPr>
              <p:cNvPr id="1484" name="Надпись"/>
              <p:cNvSpPr txBox="1"/>
              <p:nvPr/>
            </p:nvSpPr>
            <p:spPr>
              <a:xfrm>
                <a:off x="5641453" y="2814380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Строитель-4</a:t>
                </a:r>
              </a:p>
            </p:txBody>
          </p:sp>
          <p:sp>
            <p:nvSpPr>
              <p:cNvPr id="1485" name="Надпись"/>
              <p:cNvSpPr txBox="1"/>
              <p:nvPr/>
            </p:nvSpPr>
            <p:spPr>
              <a:xfrm>
                <a:off x="5407180" y="3579364"/>
                <a:ext cx="1054706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«Статор»</a:t>
                </a:r>
              </a:p>
            </p:txBody>
          </p:sp>
          <p:sp>
            <p:nvSpPr>
              <p:cNvPr id="1486" name="Надпись"/>
              <p:cNvSpPr txBox="1"/>
              <p:nvPr/>
            </p:nvSpPr>
            <p:spPr>
              <a:xfrm>
                <a:off x="4351346" y="4598472"/>
                <a:ext cx="572262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Гранит</a:t>
                </a:r>
              </a:p>
            </p:txBody>
          </p:sp>
          <p:sp>
            <p:nvSpPr>
              <p:cNvPr id="1487" name="Надпись"/>
              <p:cNvSpPr txBox="1"/>
              <p:nvPr/>
            </p:nvSpPr>
            <p:spPr>
              <a:xfrm>
                <a:off x="3830604" y="9497783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Детский сад</a:t>
                </a:r>
              </a:p>
            </p:txBody>
          </p:sp>
          <p:sp>
            <p:nvSpPr>
              <p:cNvPr id="1488" name="Надпись"/>
              <p:cNvSpPr txBox="1"/>
              <p:nvPr/>
            </p:nvSpPr>
            <p:spPr>
              <a:xfrm>
                <a:off x="7852117" y="1737172"/>
                <a:ext cx="119768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«Иртыш 2»</a:t>
                </a:r>
              </a:p>
            </p:txBody>
          </p:sp>
          <p:sp>
            <p:nvSpPr>
              <p:cNvPr id="1489" name="Значок"/>
              <p:cNvSpPr/>
              <p:nvPr/>
            </p:nvSpPr>
            <p:spPr>
              <a:xfrm>
                <a:off x="7626179" y="7486890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490" name="Надпись"/>
              <p:cNvSpPr txBox="1"/>
              <p:nvPr/>
            </p:nvSpPr>
            <p:spPr>
              <a:xfrm>
                <a:off x="7667154" y="7487149"/>
                <a:ext cx="78755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1</a:t>
                </a:r>
              </a:p>
            </p:txBody>
          </p:sp>
          <p:sp>
            <p:nvSpPr>
              <p:cNvPr id="1491" name="Значок"/>
              <p:cNvSpPr/>
              <p:nvPr/>
            </p:nvSpPr>
            <p:spPr>
              <a:xfrm>
                <a:off x="4679805" y="3069458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492" name="Надпись"/>
              <p:cNvSpPr txBox="1"/>
              <p:nvPr/>
            </p:nvSpPr>
            <p:spPr>
              <a:xfrm>
                <a:off x="4707436" y="3069718"/>
                <a:ext cx="105443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2</a:t>
                </a:r>
              </a:p>
            </p:txBody>
          </p:sp>
          <p:sp>
            <p:nvSpPr>
              <p:cNvPr id="1493" name="Контур"/>
              <p:cNvSpPr/>
              <p:nvPr/>
            </p:nvSpPr>
            <p:spPr>
              <a:xfrm>
                <a:off x="4869925" y="3959192"/>
                <a:ext cx="121373" cy="121374"/>
              </a:xfrm>
              <a:custGeom>
                <a:avLst/>
                <a:gdLst/>
                <a:ahLst/>
                <a:cxnLst/>
                <a:rect l="l" t="t" r="r" b="b"/>
                <a:pathLst>
                  <a:path w="121373" h="121374" fill="none">
                    <a:moveTo>
                      <a:pt x="121373" y="0"/>
                    </a:moveTo>
                    <a:lnTo>
                      <a:pt x="0" y="121374"/>
                    </a:lnTo>
                  </a:path>
                </a:pathLst>
              </a:custGeom>
              <a:noFill/>
              <a:ln w="46800" cap="flat">
                <a:solidFill>
                  <a:srgbClr val="FFFFFF"/>
                </a:solidFill>
                <a:round/>
              </a:ln>
            </p:spPr>
          </p:sp>
          <p:sp>
            <p:nvSpPr>
              <p:cNvPr id="1495" name="Контур"/>
              <p:cNvSpPr/>
              <p:nvPr/>
            </p:nvSpPr>
            <p:spPr>
              <a:xfrm>
                <a:off x="4869925" y="3959192"/>
                <a:ext cx="121373" cy="121374"/>
              </a:xfrm>
              <a:custGeom>
                <a:avLst/>
                <a:gdLst/>
                <a:ahLst/>
                <a:cxnLst/>
                <a:rect l="l" t="t" r="r" b="b"/>
                <a:pathLst>
                  <a:path w="121373" h="121374" fill="none">
                    <a:moveTo>
                      <a:pt x="121373" y="0"/>
                    </a:moveTo>
                    <a:lnTo>
                      <a:pt x="0" y="121374"/>
                    </a:lnTo>
                  </a:path>
                </a:pathLst>
              </a:custGeom>
              <a:noFill/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494" name="Значок"/>
              <p:cNvSpPr/>
              <p:nvPr/>
            </p:nvSpPr>
            <p:spPr>
              <a:xfrm>
                <a:off x="4833925" y="4044566"/>
                <a:ext cx="72000" cy="72000"/>
              </a:xfrm>
              <a:prstGeom prst="ellipse">
                <a:avLst/>
              </a:prstGeom>
              <a:solidFill>
                <a:srgbClr val="141414"/>
              </a:solidFill>
              <a:ln w="12600" cap="flat">
                <a:solidFill>
                  <a:srgbClr val="FFFFFF"/>
                </a:solidFill>
                <a:round/>
              </a:ln>
            </p:spPr>
          </p:sp>
          <p:sp>
            <p:nvSpPr>
              <p:cNvPr id="1496" name="Значок"/>
              <p:cNvSpPr/>
              <p:nvPr/>
            </p:nvSpPr>
            <p:spPr>
              <a:xfrm>
                <a:off x="4967764" y="3822023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497" name="Надпись"/>
              <p:cNvSpPr txBox="1"/>
              <p:nvPr/>
            </p:nvSpPr>
            <p:spPr>
              <a:xfrm>
                <a:off x="4995260" y="3822282"/>
                <a:ext cx="105712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3</a:t>
                </a:r>
              </a:p>
            </p:txBody>
          </p:sp>
          <p:sp>
            <p:nvSpPr>
              <p:cNvPr id="1498" name="Значок"/>
              <p:cNvSpPr/>
              <p:nvPr/>
            </p:nvSpPr>
            <p:spPr>
              <a:xfrm>
                <a:off x="3744249" y="8968467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499" name="Надпись"/>
              <p:cNvSpPr txBox="1"/>
              <p:nvPr/>
            </p:nvSpPr>
            <p:spPr>
              <a:xfrm>
                <a:off x="3765208" y="8968727"/>
                <a:ext cx="118786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4</a:t>
                </a:r>
              </a:p>
            </p:txBody>
          </p:sp>
          <p:sp>
            <p:nvSpPr>
              <p:cNvPr id="1500" name="Значок"/>
              <p:cNvSpPr/>
              <p:nvPr/>
            </p:nvSpPr>
            <p:spPr>
              <a:xfrm>
                <a:off x="628540" y="9448609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501" name="Надпись"/>
              <p:cNvSpPr txBox="1"/>
              <p:nvPr/>
            </p:nvSpPr>
            <p:spPr>
              <a:xfrm>
                <a:off x="655834" y="9448868"/>
                <a:ext cx="106116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5</a:t>
                </a:r>
              </a:p>
            </p:txBody>
          </p:sp>
          <p:sp>
            <p:nvSpPr>
              <p:cNvPr id="1502" name="Контур"/>
              <p:cNvSpPr/>
              <p:nvPr/>
            </p:nvSpPr>
            <p:spPr>
              <a:xfrm>
                <a:off x="8776445" y="3103555"/>
                <a:ext cx="121374" cy="121373"/>
              </a:xfrm>
              <a:custGeom>
                <a:avLst/>
                <a:gdLst/>
                <a:ahLst/>
                <a:cxnLst/>
                <a:rect l="l" t="t" r="r" b="b"/>
                <a:pathLst>
                  <a:path w="121374" h="121373" fill="none">
                    <a:moveTo>
                      <a:pt x="121374" y="121373"/>
                    </a:moveTo>
                    <a:lnTo>
                      <a:pt x="0" y="0"/>
                    </a:lnTo>
                  </a:path>
                </a:pathLst>
              </a:custGeom>
              <a:noFill/>
              <a:ln w="46800" cap="flat">
                <a:solidFill>
                  <a:srgbClr val="FFFFFF"/>
                </a:solidFill>
                <a:round/>
              </a:ln>
            </p:spPr>
          </p:sp>
          <p:sp>
            <p:nvSpPr>
              <p:cNvPr id="1504" name="Контур"/>
              <p:cNvSpPr/>
              <p:nvPr/>
            </p:nvSpPr>
            <p:spPr>
              <a:xfrm>
                <a:off x="8776445" y="3103555"/>
                <a:ext cx="121374" cy="121373"/>
              </a:xfrm>
              <a:custGeom>
                <a:avLst/>
                <a:gdLst/>
                <a:ahLst/>
                <a:cxnLst/>
                <a:rect l="l" t="t" r="r" b="b"/>
                <a:pathLst>
                  <a:path w="121374" h="121373" fill="none">
                    <a:moveTo>
                      <a:pt x="121374" y="121373"/>
                    </a:moveTo>
                    <a:lnTo>
                      <a:pt x="0" y="0"/>
                    </a:lnTo>
                  </a:path>
                </a:pathLst>
              </a:custGeom>
              <a:noFill/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503" name="Значок"/>
              <p:cNvSpPr/>
              <p:nvPr/>
            </p:nvSpPr>
            <p:spPr>
              <a:xfrm>
                <a:off x="8740445" y="3067555"/>
                <a:ext cx="72000" cy="72000"/>
              </a:xfrm>
              <a:prstGeom prst="ellipse">
                <a:avLst/>
              </a:prstGeom>
              <a:solidFill>
                <a:srgbClr val="141414"/>
              </a:solidFill>
              <a:ln w="12600" cap="flat">
                <a:solidFill>
                  <a:srgbClr val="FFFFFF"/>
                </a:solidFill>
                <a:round/>
              </a:ln>
            </p:spPr>
          </p:sp>
          <p:sp>
            <p:nvSpPr>
              <p:cNvPr id="1505" name="Значок"/>
              <p:cNvSpPr/>
              <p:nvPr/>
            </p:nvSpPr>
            <p:spPr>
              <a:xfrm>
                <a:off x="8874284" y="3201394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506" name="Надпись"/>
              <p:cNvSpPr txBox="1"/>
              <p:nvPr/>
            </p:nvSpPr>
            <p:spPr>
              <a:xfrm>
                <a:off x="8898747" y="3201653"/>
                <a:ext cx="111777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6</a:t>
                </a:r>
              </a:p>
            </p:txBody>
          </p:sp>
          <p:sp>
            <p:nvSpPr>
              <p:cNvPr id="1507" name="Контур"/>
              <p:cNvSpPr/>
              <p:nvPr/>
            </p:nvSpPr>
            <p:spPr>
              <a:xfrm>
                <a:off x="8912934" y="2845692"/>
                <a:ext cx="121374" cy="121374"/>
              </a:xfrm>
              <a:custGeom>
                <a:avLst/>
                <a:gdLst/>
                <a:ahLst/>
                <a:cxnLst/>
                <a:rect l="l" t="t" r="r" b="b"/>
                <a:pathLst>
                  <a:path w="121374" h="121374" fill="none">
                    <a:moveTo>
                      <a:pt x="121374" y="0"/>
                    </a:moveTo>
                    <a:lnTo>
                      <a:pt x="0" y="121374"/>
                    </a:lnTo>
                  </a:path>
                </a:pathLst>
              </a:custGeom>
              <a:noFill/>
              <a:ln w="46800" cap="flat">
                <a:solidFill>
                  <a:srgbClr val="FFFFFF"/>
                </a:solidFill>
                <a:round/>
              </a:ln>
            </p:spPr>
          </p:sp>
          <p:sp>
            <p:nvSpPr>
              <p:cNvPr id="1509" name="Контур"/>
              <p:cNvSpPr/>
              <p:nvPr/>
            </p:nvSpPr>
            <p:spPr>
              <a:xfrm>
                <a:off x="8912934" y="2845692"/>
                <a:ext cx="121374" cy="121374"/>
              </a:xfrm>
              <a:custGeom>
                <a:avLst/>
                <a:gdLst/>
                <a:ahLst/>
                <a:cxnLst/>
                <a:rect l="l" t="t" r="r" b="b"/>
                <a:pathLst>
                  <a:path w="121374" h="121374" fill="none">
                    <a:moveTo>
                      <a:pt x="121374" y="0"/>
                    </a:moveTo>
                    <a:lnTo>
                      <a:pt x="0" y="121374"/>
                    </a:lnTo>
                  </a:path>
                </a:pathLst>
              </a:custGeom>
              <a:noFill/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508" name="Значок"/>
              <p:cNvSpPr/>
              <p:nvPr/>
            </p:nvSpPr>
            <p:spPr>
              <a:xfrm>
                <a:off x="8876934" y="2931066"/>
                <a:ext cx="72000" cy="72000"/>
              </a:xfrm>
              <a:prstGeom prst="ellipse">
                <a:avLst/>
              </a:prstGeom>
              <a:solidFill>
                <a:srgbClr val="141414"/>
              </a:solidFill>
              <a:ln w="12600" cap="flat">
                <a:solidFill>
                  <a:srgbClr val="FFFFFF"/>
                </a:solidFill>
                <a:round/>
              </a:ln>
            </p:spPr>
          </p:sp>
          <p:sp>
            <p:nvSpPr>
              <p:cNvPr id="1510" name="Значок"/>
              <p:cNvSpPr/>
              <p:nvPr/>
            </p:nvSpPr>
            <p:spPr>
              <a:xfrm>
                <a:off x="9010773" y="2708523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511" name="Надпись"/>
              <p:cNvSpPr txBox="1"/>
              <p:nvPr/>
            </p:nvSpPr>
            <p:spPr>
              <a:xfrm>
                <a:off x="9036382" y="2708782"/>
                <a:ext cx="109486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7</a:t>
                </a:r>
              </a:p>
            </p:txBody>
          </p:sp>
        </p:grpSp>
      </p:grpSp>
      <p:grpSp>
        <p:nvGrpSpPr>
          <p:cNvPr id="1574" name="Легенда"/>
          <p:cNvGrpSpPr/>
          <p:nvPr/>
        </p:nvGrpSpPr>
        <p:grpSpPr>
          <a:xfrm>
            <a:off x="10532378" y="1588999"/>
            <a:ext cx="4370156" cy="8130405"/>
            <a:chOff x="10532378" y="1588999"/>
            <a:chExt cx="4370156" cy="8130405"/>
          </a:xfrm>
        </p:grpSpPr>
        <p:sp>
          <p:nvSpPr>
            <p:cNvPr id="1514" name="Надпись"/>
            <p:cNvSpPr txBox="1"/>
            <p:nvPr/>
          </p:nvSpPr>
          <p:spPr>
            <a:xfrm>
              <a:off x="10532378" y="1588999"/>
              <a:ext cx="2124977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Условные обозначения</a:t>
              </a:r>
            </a:p>
          </p:txBody>
        </p:sp>
        <p:sp>
          <p:nvSpPr>
            <p:cNvPr id="1515" name="Надпись"/>
            <p:cNvSpPr txBox="1"/>
            <p:nvPr/>
          </p:nvSpPr>
          <p:spPr>
            <a:xfrm>
              <a:off x="10535299" y="1905276"/>
              <a:ext cx="64265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Границы</a:t>
              </a:r>
            </a:p>
          </p:txBody>
        </p:sp>
        <p:sp>
          <p:nvSpPr>
            <p:cNvPr id="1517" name="Контур"/>
            <p:cNvSpPr/>
            <p:nvPr/>
          </p:nvSpPr>
          <p:spPr>
            <a:xfrm>
              <a:off x="10548000" y="2215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8333" sp="108333"/>
              </a:custDash>
              <a:miter lim="1000000"/>
            </a:ln>
          </p:spPr>
        </p:sp>
        <p:sp>
          <p:nvSpPr>
            <p:cNvPr id="1516" name="Надпись"/>
            <p:cNvSpPr txBox="1"/>
            <p:nvPr/>
          </p:nvSpPr>
          <p:spPr>
            <a:xfrm>
              <a:off x="11093299" y="2139276"/>
              <a:ext cx="268169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разрабатываемой территории (1,66 га)</a:t>
              </a:r>
            </a:p>
          </p:txBody>
        </p:sp>
        <p:sp>
          <p:nvSpPr>
            <p:cNvPr id="1519" name="Контур"/>
            <p:cNvSpPr/>
            <p:nvPr/>
          </p:nvSpPr>
          <p:spPr>
            <a:xfrm>
              <a:off x="10548000" y="2449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43200" cap="flat">
              <a:solidFill>
                <a:srgbClr val="E30613"/>
              </a:solidFill>
              <a:miter lim="1000000"/>
            </a:ln>
          </p:spPr>
        </p:sp>
        <p:sp>
          <p:nvSpPr>
            <p:cNvPr id="1518" name="Надпись"/>
            <p:cNvSpPr txBox="1"/>
            <p:nvPr/>
          </p:nvSpPr>
          <p:spPr>
            <a:xfrm>
              <a:off x="11093299" y="2373276"/>
              <a:ext cx="53407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района</a:t>
              </a:r>
            </a:p>
          </p:txBody>
        </p:sp>
        <p:sp>
          <p:nvSpPr>
            <p:cNvPr id="1521" name="Контур"/>
            <p:cNvSpPr/>
            <p:nvPr/>
          </p:nvSpPr>
          <p:spPr>
            <a:xfrm>
              <a:off x="10548000" y="2683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2600" cap="flat">
              <a:solidFill>
                <a:srgbClr val="1F3FBF"/>
              </a:solidFill>
              <a:miter lim="1000000"/>
            </a:ln>
          </p:spPr>
        </p:sp>
        <p:sp>
          <p:nvSpPr>
            <p:cNvPr id="1520" name="Надпись"/>
            <p:cNvSpPr txBox="1"/>
            <p:nvPr/>
          </p:nvSpPr>
          <p:spPr>
            <a:xfrm>
              <a:off x="11093299" y="2607276"/>
              <a:ext cx="247247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земельных участков, поставленных</a:t>
              </a:r>
            </a:p>
          </p:txBody>
        </p:sp>
        <p:sp>
          <p:nvSpPr>
            <p:cNvPr id="1522" name="Надпись"/>
            <p:cNvSpPr txBox="1"/>
            <p:nvPr/>
          </p:nvSpPr>
          <p:spPr>
            <a:xfrm>
              <a:off x="11093299" y="2758476"/>
              <a:ext cx="1460805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на кадастровый учёт</a:t>
              </a:r>
            </a:p>
          </p:txBody>
        </p:sp>
        <p:sp>
          <p:nvSpPr>
            <p:cNvPr id="1523" name="Надпись"/>
            <p:cNvSpPr txBox="1"/>
            <p:nvPr/>
          </p:nvSpPr>
          <p:spPr>
            <a:xfrm>
              <a:off x="10535299" y="2992476"/>
              <a:ext cx="211120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Разработанная документация</a:t>
              </a:r>
            </a:p>
          </p:txBody>
        </p:sp>
        <p:sp>
          <p:nvSpPr>
            <p:cNvPr id="1524" name="Контур"/>
            <p:cNvSpPr/>
            <p:nvPr/>
          </p:nvSpPr>
          <p:spPr>
            <a:xfrm>
              <a:off x="10548000" y="324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69938"/>
                  </a:moveTo>
                  <a:lnTo>
                    <a:pt x="38061" y="108000"/>
                  </a:lnTo>
                  <a:moveTo>
                    <a:pt x="0" y="19027"/>
                  </a:moveTo>
                  <a:lnTo>
                    <a:pt x="88973" y="108000"/>
                  </a:lnTo>
                  <a:moveTo>
                    <a:pt x="31884" y="0"/>
                  </a:moveTo>
                  <a:lnTo>
                    <a:pt x="139884" y="108000"/>
                  </a:lnTo>
                  <a:moveTo>
                    <a:pt x="82796" y="0"/>
                  </a:moveTo>
                  <a:lnTo>
                    <a:pt x="190796" y="108000"/>
                  </a:lnTo>
                  <a:moveTo>
                    <a:pt x="133708" y="0"/>
                  </a:moveTo>
                  <a:lnTo>
                    <a:pt x="241708" y="108000"/>
                  </a:lnTo>
                  <a:moveTo>
                    <a:pt x="184619" y="0"/>
                  </a:moveTo>
                  <a:lnTo>
                    <a:pt x="292619" y="108000"/>
                  </a:lnTo>
                  <a:moveTo>
                    <a:pt x="235531" y="0"/>
                  </a:moveTo>
                  <a:lnTo>
                    <a:pt x="343531" y="108000"/>
                  </a:lnTo>
                  <a:moveTo>
                    <a:pt x="286442" y="0"/>
                  </a:moveTo>
                  <a:lnTo>
                    <a:pt x="394442" y="108000"/>
                  </a:lnTo>
                  <a:moveTo>
                    <a:pt x="337354" y="0"/>
                  </a:moveTo>
                  <a:lnTo>
                    <a:pt x="445354" y="108000"/>
                  </a:lnTo>
                  <a:moveTo>
                    <a:pt x="388265" y="0"/>
                  </a:moveTo>
                  <a:lnTo>
                    <a:pt x="468000" y="79734"/>
                  </a:lnTo>
                  <a:moveTo>
                    <a:pt x="439177" y="0"/>
                  </a:moveTo>
                  <a:lnTo>
                    <a:pt x="468000" y="28823"/>
                  </a:lnTo>
                </a:path>
              </a:pathLst>
            </a:custGeom>
            <a:noFill/>
            <a:ln w="5400" cap="flat">
              <a:solidFill>
                <a:srgbClr val="222222"/>
              </a:solidFill>
              <a:miter lim="1000000"/>
            </a:ln>
          </p:spPr>
        </p:sp>
        <p:sp>
          <p:nvSpPr>
            <p:cNvPr id="1526" name="Контур"/>
            <p:cNvSpPr/>
            <p:nvPr/>
          </p:nvSpPr>
          <p:spPr>
            <a:xfrm>
              <a:off x="10548000" y="324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222222"/>
              </a:solidFill>
              <a:miter lim="1000000"/>
            </a:ln>
          </p:spPr>
        </p:sp>
        <p:sp>
          <p:nvSpPr>
            <p:cNvPr id="1525" name="Надпись"/>
            <p:cNvSpPr txBox="1"/>
            <p:nvPr/>
          </p:nvSpPr>
          <p:spPr>
            <a:xfrm>
              <a:off x="11093299" y="3226476"/>
              <a:ext cx="236996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проекты планировки территории</a:t>
              </a:r>
            </a:p>
          </p:txBody>
        </p:sp>
        <p:sp>
          <p:nvSpPr>
            <p:cNvPr id="1528" name="Контур"/>
            <p:cNvSpPr/>
            <p:nvPr/>
          </p:nvSpPr>
          <p:spPr>
            <a:xfrm>
              <a:off x="10548000" y="3482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18000" cap="flat">
              <a:solidFill>
                <a:srgbClr val="00D000"/>
              </a:solidFill>
              <a:miter lim="1000000"/>
            </a:ln>
          </p:spPr>
        </p:sp>
        <p:sp>
          <p:nvSpPr>
            <p:cNvPr id="1527" name="Надпись"/>
            <p:cNvSpPr txBox="1"/>
            <p:nvPr/>
          </p:nvSpPr>
          <p:spPr>
            <a:xfrm>
              <a:off x="11093299" y="3460476"/>
              <a:ext cx="231198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проекты межевания территории</a:t>
              </a:r>
            </a:p>
          </p:txBody>
        </p:sp>
        <p:sp>
          <p:nvSpPr>
            <p:cNvPr id="1529" name="Надпись"/>
            <p:cNvSpPr txBox="1"/>
            <p:nvPr/>
          </p:nvSpPr>
          <p:spPr>
            <a:xfrm>
              <a:off x="10535299" y="3694476"/>
              <a:ext cx="408117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Линии градостроительного регулирования, действующие</a:t>
              </a:r>
            </a:p>
          </p:txBody>
        </p:sp>
        <p:sp>
          <p:nvSpPr>
            <p:cNvPr id="1531" name="Контур"/>
            <p:cNvSpPr/>
            <p:nvPr/>
          </p:nvSpPr>
          <p:spPr>
            <a:xfrm>
              <a:off x="10548000" y="40046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37800" y="0"/>
                  </a:lnTo>
                  <a:moveTo>
                    <a:pt x="37800" y="0"/>
                  </a:moveTo>
                  <a:lnTo>
                    <a:pt x="75600" y="0"/>
                  </a:lnTo>
                  <a:moveTo>
                    <a:pt x="75600" y="0"/>
                  </a:moveTo>
                  <a:lnTo>
                    <a:pt x="113400" y="0"/>
                  </a:lnTo>
                  <a:moveTo>
                    <a:pt x="113400" y="0"/>
                  </a:moveTo>
                  <a:lnTo>
                    <a:pt x="151200" y="0"/>
                  </a:lnTo>
                  <a:moveTo>
                    <a:pt x="151200" y="0"/>
                  </a:moveTo>
                  <a:lnTo>
                    <a:pt x="189000" y="0"/>
                  </a:lnTo>
                  <a:moveTo>
                    <a:pt x="189000" y="0"/>
                  </a:moveTo>
                  <a:lnTo>
                    <a:pt x="226800" y="0"/>
                  </a:lnTo>
                  <a:moveTo>
                    <a:pt x="226800" y="0"/>
                  </a:moveTo>
                  <a:lnTo>
                    <a:pt x="264600" y="0"/>
                  </a:lnTo>
                  <a:moveTo>
                    <a:pt x="264600" y="0"/>
                  </a:moveTo>
                  <a:lnTo>
                    <a:pt x="302400" y="0"/>
                  </a:lnTo>
                  <a:moveTo>
                    <a:pt x="302400" y="0"/>
                  </a:moveTo>
                  <a:lnTo>
                    <a:pt x="340200" y="0"/>
                  </a:lnTo>
                  <a:moveTo>
                    <a:pt x="340200" y="0"/>
                  </a:moveTo>
                  <a:lnTo>
                    <a:pt x="378000" y="0"/>
                  </a:lnTo>
                  <a:moveTo>
                    <a:pt x="378000" y="0"/>
                  </a:moveTo>
                  <a:lnTo>
                    <a:pt x="415800" y="0"/>
                  </a:lnTo>
                  <a:moveTo>
                    <a:pt x="415800" y="0"/>
                  </a:moveTo>
                  <a:lnTo>
                    <a:pt x="453600" y="0"/>
                  </a:lnTo>
                  <a:moveTo>
                    <a:pt x="453600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F0000"/>
              </a:solidFill>
              <a:miter lim="1000000"/>
            </a:ln>
          </p:spPr>
        </p:sp>
        <p:sp>
          <p:nvSpPr>
            <p:cNvPr id="1530" name="Надпись"/>
            <p:cNvSpPr txBox="1"/>
            <p:nvPr/>
          </p:nvSpPr>
          <p:spPr>
            <a:xfrm>
              <a:off x="11093299" y="3928476"/>
              <a:ext cx="3727177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красные линии, обозначающие границы территорий</a:t>
              </a:r>
            </a:p>
          </p:txBody>
        </p:sp>
        <p:sp>
          <p:nvSpPr>
            <p:cNvPr id="1532" name="Надпись"/>
            <p:cNvSpPr txBox="1"/>
            <p:nvPr/>
          </p:nvSpPr>
          <p:spPr>
            <a:xfrm>
              <a:off x="11093299" y="4079676"/>
              <a:ext cx="313211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общего пользования улично-дорожной сети</a:t>
              </a:r>
            </a:p>
          </p:txBody>
        </p:sp>
        <p:sp>
          <p:nvSpPr>
            <p:cNvPr id="1533" name="Надпись"/>
            <p:cNvSpPr txBox="1"/>
            <p:nvPr/>
          </p:nvSpPr>
          <p:spPr>
            <a:xfrm>
              <a:off x="11093299" y="4230876"/>
              <a:ext cx="109069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города Москвы</a:t>
              </a:r>
            </a:p>
          </p:txBody>
        </p:sp>
        <p:sp>
          <p:nvSpPr>
            <p:cNvPr id="1535" name="Контур"/>
            <p:cNvSpPr/>
            <p:nvPr/>
          </p:nvSpPr>
          <p:spPr>
            <a:xfrm>
              <a:off x="10548000" y="4541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75600" y="0"/>
                  </a:lnTo>
                  <a:moveTo>
                    <a:pt x="88200" y="0"/>
                  </a:moveTo>
                  <a:lnTo>
                    <a:pt x="94500" y="0"/>
                  </a:lnTo>
                  <a:moveTo>
                    <a:pt x="107100" y="0"/>
                  </a:moveTo>
                  <a:lnTo>
                    <a:pt x="113400" y="0"/>
                  </a:lnTo>
                  <a:moveTo>
                    <a:pt x="126000" y="0"/>
                  </a:moveTo>
                  <a:lnTo>
                    <a:pt x="201600" y="0"/>
                  </a:lnTo>
                  <a:moveTo>
                    <a:pt x="214200" y="0"/>
                  </a:moveTo>
                  <a:lnTo>
                    <a:pt x="220500" y="0"/>
                  </a:lnTo>
                  <a:moveTo>
                    <a:pt x="233100" y="0"/>
                  </a:moveTo>
                  <a:lnTo>
                    <a:pt x="239400" y="0"/>
                  </a:lnTo>
                  <a:moveTo>
                    <a:pt x="252000" y="0"/>
                  </a:moveTo>
                  <a:lnTo>
                    <a:pt x="327600" y="0"/>
                  </a:lnTo>
                  <a:moveTo>
                    <a:pt x="340200" y="0"/>
                  </a:moveTo>
                  <a:lnTo>
                    <a:pt x="346500" y="0"/>
                  </a:lnTo>
                  <a:moveTo>
                    <a:pt x="359100" y="0"/>
                  </a:moveTo>
                  <a:lnTo>
                    <a:pt x="365400" y="0"/>
                  </a:lnTo>
                  <a:moveTo>
                    <a:pt x="378000" y="0"/>
                  </a:moveTo>
                  <a:lnTo>
                    <a:pt x="453600" y="0"/>
                  </a:lnTo>
                  <a:moveTo>
                    <a:pt x="466200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E0004"/>
              </a:solidFill>
              <a:miter lim="1000000"/>
            </a:ln>
          </p:spPr>
        </p:sp>
        <p:sp>
          <p:nvSpPr>
            <p:cNvPr id="1534" name="Надпись"/>
            <p:cNvSpPr txBox="1"/>
            <p:nvPr/>
          </p:nvSpPr>
          <p:spPr>
            <a:xfrm>
              <a:off x="11093299" y="4464876"/>
              <a:ext cx="272634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полос отвода железных дорог</a:t>
              </a:r>
            </a:p>
          </p:txBody>
        </p:sp>
        <p:sp>
          <p:nvSpPr>
            <p:cNvPr id="1536" name="Контур"/>
            <p:cNvSpPr/>
            <p:nvPr/>
          </p:nvSpPr>
          <p:spPr>
            <a:xfrm>
              <a:off x="10548000" y="4775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114146" y="0"/>
                  </a:lnTo>
                  <a:moveTo>
                    <a:pt x="114146" y="0"/>
                  </a:moveTo>
                  <a:lnTo>
                    <a:pt x="228293" y="0"/>
                  </a:lnTo>
                  <a:moveTo>
                    <a:pt x="228293" y="0"/>
                  </a:moveTo>
                  <a:lnTo>
                    <a:pt x="342439" y="0"/>
                  </a:lnTo>
                  <a:moveTo>
                    <a:pt x="342439" y="0"/>
                  </a:moveTo>
                  <a:lnTo>
                    <a:pt x="456585" y="0"/>
                  </a:lnTo>
                  <a:moveTo>
                    <a:pt x="456585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F0101"/>
              </a:solidFill>
              <a:miter lim="1000000"/>
            </a:ln>
          </p:spPr>
        </p:sp>
        <p:sp>
          <p:nvSpPr>
            <p:cNvPr id="1538" name="Контур"/>
            <p:cNvSpPr/>
            <p:nvPr/>
          </p:nvSpPr>
          <p:spPr>
            <a:xfrm>
              <a:off x="10647483" y="4721020"/>
              <a:ext cx="271493" cy="43200"/>
            </a:xfrm>
            <a:custGeom>
              <a:avLst/>
              <a:gdLst/>
              <a:ahLst/>
              <a:cxnLst/>
              <a:rect l="l" t="t" r="r" b="b"/>
              <a:pathLst>
                <a:path w="271493" h="43200" fill="none">
                  <a:moveTo>
                    <a:pt x="43200" y="0"/>
                  </a:moveTo>
                  <a:lnTo>
                    <a:pt x="21600" y="43200"/>
                  </a:lnTo>
                  <a:lnTo>
                    <a:pt x="0" y="0"/>
                  </a:lnTo>
                  <a:lnTo>
                    <a:pt x="43200" y="0"/>
                  </a:lnTo>
                  <a:lnTo>
                    <a:pt x="37800" y="0"/>
                  </a:lnTo>
                  <a:lnTo>
                    <a:pt x="21600" y="32400"/>
                  </a:lnTo>
                  <a:lnTo>
                    <a:pt x="5400" y="0"/>
                  </a:lnTo>
                  <a:lnTo>
                    <a:pt x="5400" y="5400"/>
                  </a:lnTo>
                  <a:lnTo>
                    <a:pt x="37800" y="5400"/>
                  </a:lnTo>
                  <a:lnTo>
                    <a:pt x="37800" y="0"/>
                  </a:lnTo>
                  <a:lnTo>
                    <a:pt x="43200" y="0"/>
                  </a:lnTo>
                  <a:lnTo>
                    <a:pt x="32400" y="10800"/>
                  </a:lnTo>
                  <a:lnTo>
                    <a:pt x="37800" y="10800"/>
                  </a:lnTo>
                  <a:lnTo>
                    <a:pt x="27000" y="21600"/>
                  </a:lnTo>
                  <a:lnTo>
                    <a:pt x="32400" y="21600"/>
                  </a:lnTo>
                  <a:lnTo>
                    <a:pt x="21600" y="32400"/>
                  </a:lnTo>
                  <a:lnTo>
                    <a:pt x="27000" y="32400"/>
                  </a:lnTo>
                  <a:lnTo>
                    <a:pt x="21600" y="37800"/>
                  </a:lnTo>
                  <a:lnTo>
                    <a:pt x="16200" y="32400"/>
                  </a:lnTo>
                  <a:lnTo>
                    <a:pt x="21600" y="32400"/>
                  </a:lnTo>
                  <a:lnTo>
                    <a:pt x="10800" y="21600"/>
                  </a:lnTo>
                  <a:lnTo>
                    <a:pt x="16200" y="21600"/>
                  </a:lnTo>
                  <a:lnTo>
                    <a:pt x="5400" y="10800"/>
                  </a:lnTo>
                  <a:lnTo>
                    <a:pt x="10800" y="10800"/>
                  </a:lnTo>
                  <a:lnTo>
                    <a:pt x="0" y="0"/>
                  </a:lnTo>
                  <a:lnTo>
                    <a:pt x="10800" y="5400"/>
                  </a:lnTo>
                  <a:lnTo>
                    <a:pt x="16200" y="0"/>
                  </a:lnTo>
                  <a:lnTo>
                    <a:pt x="21600" y="5400"/>
                  </a:lnTo>
                  <a:lnTo>
                    <a:pt x="27000" y="0"/>
                  </a:lnTo>
                  <a:lnTo>
                    <a:pt x="32400" y="5400"/>
                  </a:lnTo>
                  <a:lnTo>
                    <a:pt x="43200" y="0"/>
                  </a:lnTo>
                  <a:lnTo>
                    <a:pt x="37800" y="5400"/>
                  </a:lnTo>
                  <a:lnTo>
                    <a:pt x="32400" y="0"/>
                  </a:lnTo>
                  <a:lnTo>
                    <a:pt x="27000" y="5400"/>
                  </a:lnTo>
                  <a:lnTo>
                    <a:pt x="21600" y="0"/>
                  </a:lnTo>
                  <a:lnTo>
                    <a:pt x="16200" y="5400"/>
                  </a:lnTo>
                  <a:lnTo>
                    <a:pt x="10800" y="0"/>
                  </a:lnTo>
                  <a:lnTo>
                    <a:pt x="5400" y="5400"/>
                  </a:lnTo>
                  <a:lnTo>
                    <a:pt x="5400" y="10800"/>
                  </a:lnTo>
                  <a:lnTo>
                    <a:pt x="10800" y="10800"/>
                  </a:lnTo>
                  <a:lnTo>
                    <a:pt x="10800" y="21600"/>
                  </a:lnTo>
                  <a:lnTo>
                    <a:pt x="16200" y="21600"/>
                  </a:lnTo>
                  <a:lnTo>
                    <a:pt x="16200" y="32400"/>
                  </a:lnTo>
                  <a:lnTo>
                    <a:pt x="21600" y="43200"/>
                  </a:lnTo>
                  <a:lnTo>
                    <a:pt x="21600" y="32400"/>
                  </a:lnTo>
                  <a:lnTo>
                    <a:pt x="27000" y="32400"/>
                  </a:lnTo>
                  <a:lnTo>
                    <a:pt x="27000" y="21600"/>
                  </a:lnTo>
                  <a:lnTo>
                    <a:pt x="32400" y="21600"/>
                  </a:lnTo>
                  <a:lnTo>
                    <a:pt x="32400" y="10800"/>
                  </a:lnTo>
                  <a:lnTo>
                    <a:pt x="37800" y="10800"/>
                  </a:lnTo>
                  <a:lnTo>
                    <a:pt x="37800" y="5400"/>
                  </a:lnTo>
                  <a:moveTo>
                    <a:pt x="271493" y="0"/>
                  </a:moveTo>
                  <a:lnTo>
                    <a:pt x="249893" y="43200"/>
                  </a:lnTo>
                  <a:lnTo>
                    <a:pt x="228293" y="0"/>
                  </a:lnTo>
                  <a:lnTo>
                    <a:pt x="271493" y="0"/>
                  </a:lnTo>
                  <a:lnTo>
                    <a:pt x="266093" y="0"/>
                  </a:lnTo>
                  <a:lnTo>
                    <a:pt x="249893" y="32400"/>
                  </a:lnTo>
                  <a:lnTo>
                    <a:pt x="233693" y="0"/>
                  </a:lnTo>
                  <a:lnTo>
                    <a:pt x="233693" y="5400"/>
                  </a:lnTo>
                  <a:lnTo>
                    <a:pt x="266093" y="5400"/>
                  </a:lnTo>
                  <a:lnTo>
                    <a:pt x="266093" y="0"/>
                  </a:lnTo>
                  <a:lnTo>
                    <a:pt x="271493" y="0"/>
                  </a:lnTo>
                  <a:lnTo>
                    <a:pt x="260693" y="10800"/>
                  </a:lnTo>
                  <a:lnTo>
                    <a:pt x="266093" y="10800"/>
                  </a:lnTo>
                  <a:lnTo>
                    <a:pt x="255293" y="21600"/>
                  </a:lnTo>
                  <a:lnTo>
                    <a:pt x="260693" y="21600"/>
                  </a:lnTo>
                  <a:lnTo>
                    <a:pt x="249893" y="32400"/>
                  </a:lnTo>
                  <a:lnTo>
                    <a:pt x="255293" y="32400"/>
                  </a:lnTo>
                  <a:lnTo>
                    <a:pt x="249893" y="37800"/>
                  </a:lnTo>
                  <a:lnTo>
                    <a:pt x="244493" y="32400"/>
                  </a:lnTo>
                  <a:lnTo>
                    <a:pt x="249893" y="32400"/>
                  </a:lnTo>
                  <a:lnTo>
                    <a:pt x="239093" y="21600"/>
                  </a:lnTo>
                  <a:lnTo>
                    <a:pt x="244493" y="21600"/>
                  </a:lnTo>
                  <a:lnTo>
                    <a:pt x="233693" y="10800"/>
                  </a:lnTo>
                  <a:lnTo>
                    <a:pt x="239093" y="10800"/>
                  </a:lnTo>
                  <a:lnTo>
                    <a:pt x="228293" y="0"/>
                  </a:lnTo>
                  <a:lnTo>
                    <a:pt x="239093" y="5400"/>
                  </a:lnTo>
                  <a:lnTo>
                    <a:pt x="244493" y="0"/>
                  </a:lnTo>
                  <a:lnTo>
                    <a:pt x="249893" y="5400"/>
                  </a:lnTo>
                  <a:lnTo>
                    <a:pt x="255293" y="0"/>
                  </a:lnTo>
                  <a:lnTo>
                    <a:pt x="260693" y="5400"/>
                  </a:lnTo>
                  <a:lnTo>
                    <a:pt x="271493" y="0"/>
                  </a:lnTo>
                  <a:lnTo>
                    <a:pt x="266093" y="5400"/>
                  </a:lnTo>
                  <a:lnTo>
                    <a:pt x="260693" y="0"/>
                  </a:lnTo>
                  <a:lnTo>
                    <a:pt x="255293" y="5400"/>
                  </a:lnTo>
                  <a:lnTo>
                    <a:pt x="249893" y="0"/>
                  </a:lnTo>
                  <a:lnTo>
                    <a:pt x="244493" y="5400"/>
                  </a:lnTo>
                  <a:lnTo>
                    <a:pt x="239093" y="0"/>
                  </a:lnTo>
                  <a:lnTo>
                    <a:pt x="233693" y="5400"/>
                  </a:lnTo>
                  <a:lnTo>
                    <a:pt x="233693" y="10800"/>
                  </a:lnTo>
                  <a:lnTo>
                    <a:pt x="239093" y="10800"/>
                  </a:lnTo>
                  <a:lnTo>
                    <a:pt x="239093" y="21600"/>
                  </a:lnTo>
                  <a:lnTo>
                    <a:pt x="244493" y="21600"/>
                  </a:lnTo>
                  <a:lnTo>
                    <a:pt x="244493" y="32400"/>
                  </a:lnTo>
                  <a:lnTo>
                    <a:pt x="249893" y="43200"/>
                  </a:lnTo>
                  <a:lnTo>
                    <a:pt x="249893" y="32400"/>
                  </a:lnTo>
                  <a:lnTo>
                    <a:pt x="255293" y="32400"/>
                  </a:lnTo>
                  <a:lnTo>
                    <a:pt x="255293" y="21600"/>
                  </a:lnTo>
                  <a:lnTo>
                    <a:pt x="260693" y="21600"/>
                  </a:lnTo>
                  <a:lnTo>
                    <a:pt x="260693" y="10800"/>
                  </a:lnTo>
                  <a:lnTo>
                    <a:pt x="266093" y="10800"/>
                  </a:lnTo>
                  <a:lnTo>
                    <a:pt x="266093" y="5400"/>
                  </a:lnTo>
                </a:path>
              </a:pathLst>
            </a:custGeom>
            <a:noFill/>
            <a:ln w="5184" cap="flat">
              <a:solidFill>
                <a:srgbClr val="FF0101"/>
              </a:solidFill>
              <a:round/>
            </a:ln>
          </p:spPr>
        </p:sp>
        <p:sp>
          <p:nvSpPr>
            <p:cNvPr id="1537" name="Надпись"/>
            <p:cNvSpPr txBox="1"/>
            <p:nvPr/>
          </p:nvSpPr>
          <p:spPr>
            <a:xfrm>
              <a:off x="11093299" y="4698876"/>
              <a:ext cx="294362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объектов природного комплекса</a:t>
              </a:r>
            </a:p>
          </p:txBody>
        </p:sp>
        <p:sp>
          <p:nvSpPr>
            <p:cNvPr id="1540" name="Контур"/>
            <p:cNvSpPr/>
            <p:nvPr/>
          </p:nvSpPr>
          <p:spPr>
            <a:xfrm>
              <a:off x="10548000" y="5009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37800" y="0"/>
                  </a:lnTo>
                  <a:moveTo>
                    <a:pt x="37800" y="0"/>
                  </a:moveTo>
                  <a:lnTo>
                    <a:pt x="75600" y="0"/>
                  </a:lnTo>
                  <a:moveTo>
                    <a:pt x="75600" y="0"/>
                  </a:moveTo>
                  <a:lnTo>
                    <a:pt x="113400" y="0"/>
                  </a:lnTo>
                  <a:moveTo>
                    <a:pt x="113400" y="0"/>
                  </a:moveTo>
                  <a:lnTo>
                    <a:pt x="151200" y="0"/>
                  </a:lnTo>
                  <a:moveTo>
                    <a:pt x="151200" y="0"/>
                  </a:moveTo>
                  <a:lnTo>
                    <a:pt x="189000" y="0"/>
                  </a:lnTo>
                  <a:moveTo>
                    <a:pt x="189000" y="0"/>
                  </a:moveTo>
                  <a:lnTo>
                    <a:pt x="226800" y="0"/>
                  </a:lnTo>
                  <a:moveTo>
                    <a:pt x="226800" y="0"/>
                  </a:moveTo>
                  <a:lnTo>
                    <a:pt x="264600" y="0"/>
                  </a:lnTo>
                  <a:moveTo>
                    <a:pt x="264600" y="0"/>
                  </a:moveTo>
                  <a:lnTo>
                    <a:pt x="302400" y="0"/>
                  </a:lnTo>
                  <a:moveTo>
                    <a:pt x="302400" y="0"/>
                  </a:moveTo>
                  <a:lnTo>
                    <a:pt x="340200" y="0"/>
                  </a:lnTo>
                  <a:moveTo>
                    <a:pt x="340200" y="0"/>
                  </a:moveTo>
                  <a:lnTo>
                    <a:pt x="378000" y="0"/>
                  </a:lnTo>
                  <a:moveTo>
                    <a:pt x="378000" y="0"/>
                  </a:moveTo>
                  <a:lnTo>
                    <a:pt x="415800" y="0"/>
                  </a:lnTo>
                  <a:moveTo>
                    <a:pt x="415800" y="0"/>
                  </a:moveTo>
                  <a:lnTo>
                    <a:pt x="453600" y="0"/>
                  </a:lnTo>
                  <a:moveTo>
                    <a:pt x="453600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E0004"/>
              </a:solidFill>
              <a:miter lim="1000000"/>
            </a:ln>
          </p:spPr>
        </p:sp>
        <p:sp>
          <p:nvSpPr>
            <p:cNvPr id="1539" name="Надпись"/>
            <p:cNvSpPr txBox="1"/>
            <p:nvPr/>
          </p:nvSpPr>
          <p:spPr>
            <a:xfrm>
              <a:off x="11093299" y="4932876"/>
              <a:ext cx="183514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линии застройки</a:t>
              </a:r>
            </a:p>
          </p:txBody>
        </p:sp>
        <p:sp>
          <p:nvSpPr>
            <p:cNvPr id="1542" name="Контур"/>
            <p:cNvSpPr/>
            <p:nvPr/>
          </p:nvSpPr>
          <p:spPr>
            <a:xfrm>
              <a:off x="10548000" y="5243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21600" cap="flat">
              <a:solidFill>
                <a:srgbClr val="FE0004"/>
              </a:solidFill>
              <a:custDash>
                <a:ds d="250000" sp="83333"/>
              </a:custDash>
              <a:miter lim="1000000"/>
            </a:ln>
          </p:spPr>
        </p:sp>
        <p:sp>
          <p:nvSpPr>
            <p:cNvPr id="1541" name="Надпись"/>
            <p:cNvSpPr txBox="1"/>
            <p:nvPr/>
          </p:nvSpPr>
          <p:spPr>
            <a:xfrm>
              <a:off x="10561752" y="5183260"/>
              <a:ext cx="440496" cy="548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354" dirty="0">
                  <a:solidFill>
                    <a:srgbClr val="FE0004"/>
                  </a:solidFill>
                  <a:latin typeface="Montserrat"/>
                  <a:cs typeface="Montserrat"/>
                </a:rPr>
                <a:t>техническая зона</a:t>
              </a:r>
            </a:p>
          </p:txBody>
        </p:sp>
        <p:sp>
          <p:nvSpPr>
            <p:cNvPr id="1543" name="Надпись"/>
            <p:cNvSpPr txBox="1"/>
            <p:nvPr/>
          </p:nvSpPr>
          <p:spPr>
            <a:xfrm>
              <a:off x="11093299" y="5166876"/>
              <a:ext cx="380748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техническых зон инженерных коммуникаций</a:t>
              </a:r>
            </a:p>
          </p:txBody>
        </p:sp>
        <p:sp>
          <p:nvSpPr>
            <p:cNvPr id="1544" name="Надпись"/>
            <p:cNvSpPr txBox="1"/>
            <p:nvPr/>
          </p:nvSpPr>
          <p:spPr>
            <a:xfrm>
              <a:off x="10535299" y="5400876"/>
              <a:ext cx="76034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Транспорт</a:t>
              </a:r>
            </a:p>
          </p:txBody>
        </p:sp>
        <p:sp>
          <p:nvSpPr>
            <p:cNvPr id="1545" name="Контур"/>
            <p:cNvSpPr/>
            <p:nvPr/>
          </p:nvSpPr>
          <p:spPr>
            <a:xfrm>
              <a:off x="10548000" y="5711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miter lim="1000000"/>
            </a:ln>
          </p:spPr>
        </p:sp>
        <p:sp>
          <p:nvSpPr>
            <p:cNvPr id="1547" name="Контур"/>
            <p:cNvSpPr/>
            <p:nvPr/>
          </p:nvSpPr>
          <p:spPr>
            <a:xfrm>
              <a:off x="10548000" y="5711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5120" cap="flat">
              <a:solidFill>
                <a:srgbClr val="FFFFFF"/>
              </a:solidFill>
              <a:custDash>
                <a:ds d="442176" sp="442176"/>
              </a:custDash>
              <a:miter lim="1000000"/>
            </a:ln>
          </p:spPr>
        </p:sp>
        <p:sp>
          <p:nvSpPr>
            <p:cNvPr id="1546" name="Надпись"/>
            <p:cNvSpPr txBox="1"/>
            <p:nvPr/>
          </p:nvSpPr>
          <p:spPr>
            <a:xfrm>
              <a:off x="11093299" y="5634876"/>
              <a:ext cx="170384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железнодорожные пути</a:t>
              </a:r>
            </a:p>
          </p:txBody>
        </p:sp>
        <p:sp>
          <p:nvSpPr>
            <p:cNvPr id="1548" name="Надпись"/>
            <p:cNvSpPr txBox="1"/>
            <p:nvPr/>
          </p:nvSpPr>
          <p:spPr>
            <a:xfrm>
              <a:off x="10532378" y="6092599"/>
              <a:ext cx="3063721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Проекты планировки территории</a:t>
              </a:r>
            </a:p>
          </p:txBody>
        </p:sp>
        <p:sp>
          <p:nvSpPr>
            <p:cNvPr id="1550" name="Контур"/>
            <p:cNvSpPr/>
            <p:nvPr/>
          </p:nvSpPr>
          <p:spPr>
            <a:xfrm>
              <a:off x="10548000" y="6477820"/>
              <a:ext cx="4320000" cy="350208"/>
            </a:xfrm>
            <a:custGeom>
              <a:avLst/>
              <a:gdLst/>
              <a:ahLst/>
              <a:cxnLst/>
              <a:rect l="l" t="t" r="r" b="b"/>
              <a:pathLst>
                <a:path w="4320000" h="350208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350208"/>
                  </a:lnTo>
                  <a:lnTo>
                    <a:pt x="0" y="350208"/>
                  </a:lnTo>
                  <a:close/>
                </a:path>
              </a:pathLst>
            </a:custGeom>
            <a:noFill/>
            <a:ln w="10800" cap="flat">
              <a:solidFill>
                <a:srgbClr val="F5A623"/>
              </a:solidFill>
              <a:miter lim="1000000"/>
            </a:ln>
          </p:spPr>
        </p:sp>
        <p:sp>
          <p:nvSpPr>
            <p:cNvPr id="1549" name="Надпись"/>
            <p:cNvSpPr txBox="1"/>
            <p:nvPr/>
          </p:nvSpPr>
          <p:spPr>
            <a:xfrm>
              <a:off x="10604671" y="6505922"/>
              <a:ext cx="3652342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1. Об утверждении проекта планировки территории линейных объектов участков</a:t>
              </a:r>
            </a:p>
          </p:txBody>
        </p:sp>
        <p:sp>
          <p:nvSpPr>
            <p:cNvPr id="1551" name="Надпись"/>
            <p:cNvSpPr txBox="1"/>
            <p:nvPr/>
          </p:nvSpPr>
          <p:spPr>
            <a:xfrm>
              <a:off x="10604671" y="6602690"/>
              <a:ext cx="3257218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улично-дорожной сети от Северо-Восточной хорды до Уральской улицы</a:t>
              </a:r>
            </a:p>
          </p:txBody>
        </p:sp>
        <p:sp>
          <p:nvSpPr>
            <p:cNvPr id="1552" name="Надпись"/>
            <p:cNvSpPr txBox="1"/>
            <p:nvPr/>
          </p:nvSpPr>
          <p:spPr>
            <a:xfrm>
              <a:off x="10604671" y="6699458"/>
              <a:ext cx="1144904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№ 2682-ПП от 26.12.2023 г.</a:t>
              </a:r>
            </a:p>
          </p:txBody>
        </p:sp>
        <p:sp>
          <p:nvSpPr>
            <p:cNvPr id="1554" name="Контур"/>
            <p:cNvSpPr/>
            <p:nvPr/>
          </p:nvSpPr>
          <p:spPr>
            <a:xfrm>
              <a:off x="10548000" y="6943228"/>
              <a:ext cx="4320000" cy="350208"/>
            </a:xfrm>
            <a:custGeom>
              <a:avLst/>
              <a:gdLst/>
              <a:ahLst/>
              <a:cxnLst/>
              <a:rect l="l" t="t" r="r" b="b"/>
              <a:pathLst>
                <a:path w="4320000" h="350208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350208"/>
                  </a:lnTo>
                  <a:lnTo>
                    <a:pt x="0" y="350208"/>
                  </a:lnTo>
                  <a:close/>
                </a:path>
              </a:pathLst>
            </a:custGeom>
            <a:noFill/>
            <a:ln w="10800" cap="flat">
              <a:solidFill>
                <a:srgbClr val="00C8E0"/>
              </a:solidFill>
              <a:miter lim="1000000"/>
            </a:ln>
          </p:spPr>
        </p:sp>
        <p:sp>
          <p:nvSpPr>
            <p:cNvPr id="1553" name="Надпись"/>
            <p:cNvSpPr txBox="1"/>
            <p:nvPr/>
          </p:nvSpPr>
          <p:spPr>
            <a:xfrm>
              <a:off x="10604671" y="6971330"/>
              <a:ext cx="3940612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2. Об утверждении проекта планировки территории, ограниченной Тагильской улицей,</a:t>
              </a:r>
            </a:p>
          </p:txBody>
        </p:sp>
        <p:sp>
          <p:nvSpPr>
            <p:cNvPr id="1555" name="Надпись"/>
            <p:cNvSpPr txBox="1"/>
            <p:nvPr/>
          </p:nvSpPr>
          <p:spPr>
            <a:xfrm>
              <a:off x="10604671" y="7068098"/>
              <a:ext cx="4216454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Открытым шоссе, 6-м проездом Подбельского, проектируемым проездом № 2277, Монтажной</a:t>
              </a:r>
            </a:p>
          </p:txBody>
        </p:sp>
        <p:sp>
          <p:nvSpPr>
            <p:cNvPr id="1556" name="Надпись"/>
            <p:cNvSpPr txBox="1"/>
            <p:nvPr/>
          </p:nvSpPr>
          <p:spPr>
            <a:xfrm>
              <a:off x="10604671" y="7164866"/>
              <a:ext cx="2751352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улицей, улицей Николая Химушина № 2083-ПП от 20.12.2021 г.</a:t>
              </a:r>
            </a:p>
          </p:txBody>
        </p:sp>
        <p:sp>
          <p:nvSpPr>
            <p:cNvPr id="1558" name="Контур"/>
            <p:cNvSpPr/>
            <p:nvPr/>
          </p:nvSpPr>
          <p:spPr>
            <a:xfrm>
              <a:off x="10548000" y="7408636"/>
              <a:ext cx="4320000" cy="253440"/>
            </a:xfrm>
            <a:custGeom>
              <a:avLst/>
              <a:gdLst/>
              <a:ahLst/>
              <a:cxnLst/>
              <a:rect l="l" t="t" r="r" b="b"/>
              <a:pathLst>
                <a:path w="4320000" h="253440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253440"/>
                  </a:lnTo>
                  <a:lnTo>
                    <a:pt x="0" y="253440"/>
                  </a:lnTo>
                  <a:close/>
                </a:path>
              </a:pathLst>
            </a:custGeom>
            <a:noFill/>
            <a:ln w="10800" cap="flat">
              <a:solidFill>
                <a:srgbClr val="7B2D8E"/>
              </a:solidFill>
              <a:miter lim="1000000"/>
            </a:ln>
          </p:spPr>
        </p:sp>
        <p:sp>
          <p:nvSpPr>
            <p:cNvPr id="1557" name="Надпись"/>
            <p:cNvSpPr txBox="1"/>
            <p:nvPr/>
          </p:nvSpPr>
          <p:spPr>
            <a:xfrm>
              <a:off x="10604671" y="7436738"/>
              <a:ext cx="4005197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3. Об утверждении проекта планировки территории линейного объекта – реконструкция</a:t>
              </a:r>
            </a:p>
          </p:txBody>
        </p:sp>
        <p:sp>
          <p:nvSpPr>
            <p:cNvPr id="1559" name="Надпись"/>
            <p:cNvSpPr txBox="1"/>
            <p:nvPr/>
          </p:nvSpPr>
          <p:spPr>
            <a:xfrm>
              <a:off x="10604671" y="7533506"/>
              <a:ext cx="4288226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кабельной линии напряжением 110 кВ «ТЭЦ-23 – Электрозаводская I, II» № 989-ПП от 31.05.2023 г.</a:t>
              </a:r>
            </a:p>
          </p:txBody>
        </p:sp>
        <p:sp>
          <p:nvSpPr>
            <p:cNvPr id="1561" name="Контур"/>
            <p:cNvSpPr/>
            <p:nvPr/>
          </p:nvSpPr>
          <p:spPr>
            <a:xfrm>
              <a:off x="10548000" y="7777276"/>
              <a:ext cx="4320000" cy="253440"/>
            </a:xfrm>
            <a:custGeom>
              <a:avLst/>
              <a:gdLst/>
              <a:ahLst/>
              <a:cxnLst/>
              <a:rect l="l" t="t" r="r" b="b"/>
              <a:pathLst>
                <a:path w="4320000" h="253440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253440"/>
                  </a:lnTo>
                  <a:lnTo>
                    <a:pt x="0" y="253440"/>
                  </a:lnTo>
                  <a:close/>
                </a:path>
              </a:pathLst>
            </a:custGeom>
            <a:noFill/>
            <a:ln w="10800" cap="flat">
              <a:solidFill>
                <a:srgbClr val="F0503C"/>
              </a:solidFill>
              <a:miter lim="1000000"/>
            </a:ln>
          </p:spPr>
        </p:sp>
        <p:sp>
          <p:nvSpPr>
            <p:cNvPr id="1560" name="Надпись"/>
            <p:cNvSpPr txBox="1"/>
            <p:nvPr/>
          </p:nvSpPr>
          <p:spPr>
            <a:xfrm>
              <a:off x="10604671" y="7805378"/>
              <a:ext cx="4007226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4. Об утверждении проекта планировки территории по адресу: ул. Амурская, вл. 1 района</a:t>
              </a:r>
            </a:p>
          </p:txBody>
        </p:sp>
        <p:sp>
          <p:nvSpPr>
            <p:cNvPr id="1562" name="Надпись"/>
            <p:cNvSpPr txBox="1"/>
            <p:nvPr/>
          </p:nvSpPr>
          <p:spPr>
            <a:xfrm>
              <a:off x="10604671" y="7902146"/>
              <a:ext cx="2322244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Гольяново города Москвы № 2391-ПП от 25.12.2020 г.</a:t>
              </a:r>
            </a:p>
          </p:txBody>
        </p:sp>
        <p:sp>
          <p:nvSpPr>
            <p:cNvPr id="1564" name="Контур"/>
            <p:cNvSpPr/>
            <p:nvPr/>
          </p:nvSpPr>
          <p:spPr>
            <a:xfrm>
              <a:off x="10548000" y="8145916"/>
              <a:ext cx="4320000" cy="350208"/>
            </a:xfrm>
            <a:custGeom>
              <a:avLst/>
              <a:gdLst/>
              <a:ahLst/>
              <a:cxnLst/>
              <a:rect l="l" t="t" r="r" b="b"/>
              <a:pathLst>
                <a:path w="4320000" h="350208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350208"/>
                  </a:lnTo>
                  <a:lnTo>
                    <a:pt x="0" y="350208"/>
                  </a:lnTo>
                  <a:close/>
                </a:path>
              </a:pathLst>
            </a:custGeom>
            <a:noFill/>
            <a:ln w="10800" cap="flat">
              <a:solidFill>
                <a:srgbClr val="FF3FB4"/>
              </a:solidFill>
              <a:miter lim="1000000"/>
            </a:ln>
          </p:spPr>
        </p:sp>
        <p:sp>
          <p:nvSpPr>
            <p:cNvPr id="1563" name="Надпись"/>
            <p:cNvSpPr txBox="1"/>
            <p:nvPr/>
          </p:nvSpPr>
          <p:spPr>
            <a:xfrm>
              <a:off x="10604671" y="8174018"/>
              <a:ext cx="4199040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5. Об утверждении проекта планировки участка линейного объекта улично-дорожной сети —</a:t>
              </a:r>
            </a:p>
          </p:txBody>
        </p:sp>
        <p:sp>
          <p:nvSpPr>
            <p:cNvPr id="1565" name="Надпись"/>
            <p:cNvSpPr txBox="1"/>
            <p:nvPr/>
          </p:nvSpPr>
          <p:spPr>
            <a:xfrm>
              <a:off x="10604671" y="8270786"/>
              <a:ext cx="3464586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участка Северо-восточной хорды от Щелковского шоссе до Открытого шоссе</a:t>
              </a:r>
            </a:p>
          </p:txBody>
        </p:sp>
        <p:sp>
          <p:nvSpPr>
            <p:cNvPr id="1566" name="Надпись"/>
            <p:cNvSpPr txBox="1"/>
            <p:nvPr/>
          </p:nvSpPr>
          <p:spPr>
            <a:xfrm>
              <a:off x="10604671" y="8367554"/>
              <a:ext cx="1109906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№ 636-ПП от 24.09.2013 г.</a:t>
              </a:r>
            </a:p>
          </p:txBody>
        </p:sp>
        <p:sp>
          <p:nvSpPr>
            <p:cNvPr id="1567" name="Надпись"/>
            <p:cNvSpPr txBox="1"/>
            <p:nvPr/>
          </p:nvSpPr>
          <p:spPr>
            <a:xfrm>
              <a:off x="10532378" y="8712103"/>
              <a:ext cx="2997271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Проекты межевания территории</a:t>
              </a:r>
            </a:p>
          </p:txBody>
        </p:sp>
        <p:sp>
          <p:nvSpPr>
            <p:cNvPr id="1569" name="Контур"/>
            <p:cNvSpPr/>
            <p:nvPr/>
          </p:nvSpPr>
          <p:spPr>
            <a:xfrm>
              <a:off x="10548000" y="9097324"/>
              <a:ext cx="4320000" cy="350208"/>
            </a:xfrm>
            <a:custGeom>
              <a:avLst/>
              <a:gdLst/>
              <a:ahLst/>
              <a:cxnLst/>
              <a:rect l="l" t="t" r="r" b="b"/>
              <a:pathLst>
                <a:path w="4320000" h="350208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350208"/>
                  </a:lnTo>
                  <a:lnTo>
                    <a:pt x="0" y="350208"/>
                  </a:lnTo>
                  <a:close/>
                </a:path>
              </a:pathLst>
            </a:custGeom>
            <a:noFill/>
            <a:ln w="10800" cap="flat">
              <a:solidFill>
                <a:srgbClr val="00D000"/>
              </a:solidFill>
              <a:miter lim="1000000"/>
            </a:ln>
          </p:spPr>
        </p:sp>
        <p:sp>
          <p:nvSpPr>
            <p:cNvPr id="1568" name="Надпись"/>
            <p:cNvSpPr txBox="1"/>
            <p:nvPr/>
          </p:nvSpPr>
          <p:spPr>
            <a:xfrm>
              <a:off x="10604671" y="9125426"/>
              <a:ext cx="4297863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6. Проект межевания территории части квартала района Гольяново, ограниченного Тагильской</a:t>
              </a:r>
            </a:p>
          </p:txBody>
        </p:sp>
        <p:sp>
          <p:nvSpPr>
            <p:cNvPr id="1570" name="Надпись"/>
            <p:cNvSpPr txBox="1"/>
            <p:nvPr/>
          </p:nvSpPr>
          <p:spPr>
            <a:xfrm>
              <a:off x="10604671" y="9222194"/>
              <a:ext cx="4217638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улицей, границей земельного участка с кадастровым номером 77:03:0002005:1795, Монтажной</a:t>
              </a:r>
            </a:p>
          </p:txBody>
        </p:sp>
        <p:sp>
          <p:nvSpPr>
            <p:cNvPr id="1571" name="Надпись"/>
            <p:cNvSpPr txBox="1"/>
            <p:nvPr/>
          </p:nvSpPr>
          <p:spPr>
            <a:xfrm>
              <a:off x="10604671" y="9318962"/>
              <a:ext cx="3279790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улицей, 2-ым Иртышским проездом № 45305000-05-387527 от 19.08.2021 г.</a:t>
              </a:r>
            </a:p>
          </p:txBody>
        </p:sp>
        <p:sp>
          <p:nvSpPr>
            <p:cNvPr id="1573" name="Контур"/>
            <p:cNvSpPr/>
            <p:nvPr/>
          </p:nvSpPr>
          <p:spPr>
            <a:xfrm>
              <a:off x="10548000" y="9562732"/>
              <a:ext cx="4320000" cy="156672"/>
            </a:xfrm>
            <a:custGeom>
              <a:avLst/>
              <a:gdLst/>
              <a:ahLst/>
              <a:cxnLst/>
              <a:rect l="l" t="t" r="r" b="b"/>
              <a:pathLst>
                <a:path w="4320000" h="156672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156672"/>
                  </a:lnTo>
                  <a:lnTo>
                    <a:pt x="0" y="156672"/>
                  </a:lnTo>
                  <a:close/>
                </a:path>
              </a:pathLst>
            </a:custGeom>
            <a:noFill/>
            <a:ln w="10800" cap="flat">
              <a:solidFill>
                <a:srgbClr val="00D000"/>
              </a:solidFill>
              <a:miter lim="1000000"/>
            </a:ln>
          </p:spPr>
        </p:sp>
        <p:sp>
          <p:nvSpPr>
            <p:cNvPr id="1572" name="Надпись"/>
            <p:cNvSpPr txBox="1"/>
            <p:nvPr/>
          </p:nvSpPr>
          <p:spPr>
            <a:xfrm>
              <a:off x="10604671" y="9590834"/>
              <a:ext cx="4034024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7. Об утверждении проекта межевания территории части квартала № 35569 от 19.08.2021 г.</a:t>
              </a:r>
            </a:p>
          </p:txBody>
        </p:sp>
      </p:grpSp>
      <p:grpSp>
        <p:nvGrpSpPr>
          <p:cNvPr id="1578" name="Округ и район"/>
          <p:cNvGrpSpPr/>
          <p:nvPr/>
        </p:nvGrpSpPr>
        <p:grpSpPr>
          <a:xfrm>
            <a:off x="693690" y="1685390"/>
            <a:ext cx="2716621" cy="610197"/>
            <a:chOff x="693690" y="1685390"/>
            <a:chExt cx="2716621" cy="610197"/>
          </a:xfrm>
        </p:grpSpPr>
        <p:sp>
          <p:nvSpPr>
            <p:cNvPr id="1575" name="Надпись"/>
            <p:cNvSpPr txBox="1"/>
            <p:nvPr/>
          </p:nvSpPr>
          <p:spPr>
            <a:xfrm>
              <a:off x="1459907" y="1685390"/>
              <a:ext cx="1184186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Восточный</a:t>
              </a:r>
            </a:p>
          </p:txBody>
        </p:sp>
        <p:sp>
          <p:nvSpPr>
            <p:cNvPr id="1576" name="Надпись"/>
            <p:cNvSpPr txBox="1"/>
            <p:nvPr/>
          </p:nvSpPr>
          <p:spPr>
            <a:xfrm>
              <a:off x="693690" y="1879790"/>
              <a:ext cx="2716621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административный округ</a:t>
              </a:r>
            </a:p>
          </p:txBody>
        </p:sp>
        <p:sp>
          <p:nvSpPr>
            <p:cNvPr id="1577" name="Надпись"/>
            <p:cNvSpPr txBox="1"/>
            <p:nvPr/>
          </p:nvSpPr>
          <p:spPr>
            <a:xfrm>
              <a:off x="934425" y="2074190"/>
              <a:ext cx="2235150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район Метрогородок</a:t>
              </a:r>
            </a:p>
          </p:txBody>
        </p:sp>
      </p:grpSp>
      <p:sp>
        <p:nvSpPr>
          <p:cNvPr id="1579" name="Округ и район"/>
          <p:cNvSpPr txBox="1"/>
          <p:nvPr/>
        </p:nvSpPr>
        <p:spPr>
          <a:xfrm>
            <a:off x="7589222" y="9904190"/>
            <a:ext cx="1813555" cy="22139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/>
            <a:r>
              <a:rPr lang="ru-RU" sz="1430" b="1" dirty="0">
                <a:solidFill>
                  <a:srgbClr val="9E1717"/>
                </a:solidFill>
                <a:effectLst>
                  <a:glow rad="34560">
                    <a:srgbClr val="FFFFFF"/>
                  </a:glow>
                </a:effectLst>
                <a:latin typeface="Montserrat"/>
                <a:cs typeface="Montserrat"/>
              </a:rPr>
              <a:t>район Гольяново</a:t>
            </a:r>
          </a:p>
        </p:txBody>
      </p:sp>
      <p:grpSp>
        <p:nvGrpSpPr>
          <p:cNvPr id="1590" name="Оформление"/>
          <p:cNvGrpSpPr/>
          <p:nvPr/>
        </p:nvGrpSpPr>
        <p:grpSpPr>
          <a:xfrm>
            <a:off x="0" y="0"/>
            <a:ext cx="15120000" cy="10490400"/>
            <a:chOff x="0" y="0"/>
            <a:chExt cx="15120000" cy="10490400"/>
          </a:xfrm>
        </p:grpSpPr>
        <p:sp>
          <p:nvSpPr>
            <p:cNvPr id="1580" name="Контур"/>
            <p:cNvSpPr/>
            <p:nvPr/>
          </p:nvSpPr>
          <p:spPr>
            <a:xfrm>
              <a:off x="9522000" y="0"/>
              <a:ext cx="5598000" cy="1002600"/>
            </a:xfrm>
            <a:custGeom>
              <a:avLst/>
              <a:gdLst/>
              <a:ahLst/>
              <a:cxnLst/>
              <a:rect l="l" t="t" r="r" b="b"/>
              <a:pathLst>
                <a:path w="5598000" h="1002600">
                  <a:moveTo>
                    <a:pt x="0" y="0"/>
                  </a:moveTo>
                  <a:lnTo>
                    <a:pt x="5598000" y="0"/>
                  </a:lnTo>
                  <a:lnTo>
                    <a:pt x="5598000" y="1002600"/>
                  </a:lnTo>
                  <a:lnTo>
                    <a:pt x="0" y="100260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pic>
          <p:nvPicPr>
            <p:cNvPr id="1581" name="Рисунок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543600" cy="1000800"/>
            </a:xfrm>
            <a:prstGeom prst="rect">
              <a:avLst/>
            </a:prstGeom>
          </p:spPr>
        </p:pic>
        <p:sp>
          <p:nvSpPr>
            <p:cNvPr id="1582" name="Надпись"/>
            <p:cNvSpPr txBox="1"/>
            <p:nvPr/>
          </p:nvSpPr>
          <p:spPr>
            <a:xfrm>
              <a:off x="12722390" y="354701"/>
              <a:ext cx="2145610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ППТ КРТ № 3229</a:t>
              </a:r>
            </a:p>
          </p:txBody>
        </p:sp>
        <p:sp>
          <p:nvSpPr>
            <p:cNvPr id="1583" name="Надпись"/>
            <p:cNvSpPr txBox="1"/>
            <p:nvPr/>
          </p:nvSpPr>
          <p:spPr>
            <a:xfrm>
              <a:off x="11718334" y="642701"/>
              <a:ext cx="314966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1584" name="Контур"/>
            <p:cNvSpPr/>
            <p:nvPr/>
          </p:nvSpPr>
          <p:spPr>
            <a:xfrm>
              <a:off x="0" y="1260000"/>
              <a:ext cx="1638000" cy="1"/>
            </a:xfrm>
            <a:custGeom>
              <a:avLst/>
              <a:gdLst/>
              <a:ahLst/>
              <a:cxnLst/>
              <a:rect l="l" t="t" r="r" b="b"/>
              <a:pathLst>
                <a:path w="1638000" h="1" fill="none">
                  <a:moveTo>
                    <a:pt x="0" y="0"/>
                  </a:moveTo>
                  <a:lnTo>
                    <a:pt x="1638000" y="0"/>
                  </a:lnTo>
                </a:path>
              </a:pathLst>
            </a:custGeom>
            <a:noFill/>
            <a:ln w="38160" cap="flat">
              <a:solidFill>
                <a:srgbClr val="E93939"/>
              </a:solidFill>
              <a:miter lim="1000000"/>
            </a:ln>
          </p:spPr>
        </p:sp>
        <p:sp>
          <p:nvSpPr>
            <p:cNvPr id="1585" name="Контур"/>
            <p:cNvSpPr/>
            <p:nvPr/>
          </p:nvSpPr>
          <p:spPr>
            <a:xfrm>
              <a:off x="1584000" y="1188000"/>
              <a:ext cx="180000" cy="144000"/>
            </a:xfrm>
            <a:custGeom>
              <a:avLst/>
              <a:gdLst/>
              <a:ahLst/>
              <a:cxnLst/>
              <a:rect l="l" t="t" r="r" b="b"/>
              <a:pathLst>
                <a:path w="180000" h="144000">
                  <a:moveTo>
                    <a:pt x="0" y="0"/>
                  </a:moveTo>
                  <a:lnTo>
                    <a:pt x="180000" y="72000"/>
                  </a:lnTo>
                  <a:lnTo>
                    <a:pt x="0" y="144000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586" name="Надпись"/>
            <p:cNvSpPr txBox="1"/>
            <p:nvPr/>
          </p:nvSpPr>
          <p:spPr>
            <a:xfrm>
              <a:off x="1813139" y="985516"/>
              <a:ext cx="10410825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Схема с отображением границ территорий с имеющимися территориальными</a:t>
              </a:r>
            </a:p>
          </p:txBody>
        </p:sp>
        <p:sp>
          <p:nvSpPr>
            <p:cNvPr id="1587" name="Надпись"/>
            <p:cNvSpPr txBox="1"/>
            <p:nvPr/>
          </p:nvSpPr>
          <p:spPr>
            <a:xfrm>
              <a:off x="1813139" y="1251916"/>
              <a:ext cx="9089123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и отраслевыми схемами, документацией по планировке территории</a:t>
              </a:r>
            </a:p>
          </p:txBody>
        </p:sp>
        <p:sp>
          <p:nvSpPr>
            <p:cNvPr id="1588" name="Контур"/>
            <p:cNvSpPr/>
            <p:nvPr/>
          </p:nvSpPr>
          <p:spPr>
            <a:xfrm>
              <a:off x="14364000" y="10033200"/>
              <a:ext cx="640800" cy="457200"/>
            </a:xfrm>
            <a:custGeom>
              <a:avLst/>
              <a:gdLst/>
              <a:ahLst/>
              <a:cxnLst/>
              <a:rect l="l" t="t" r="r" b="b"/>
              <a:pathLst>
                <a:path w="640800" h="457200">
                  <a:moveTo>
                    <a:pt x="86868" y="457200"/>
                  </a:moveTo>
                  <a:lnTo>
                    <a:pt x="467064" y="457200"/>
                  </a:lnTo>
                  <a:lnTo>
                    <a:pt x="640800" y="283464"/>
                  </a:lnTo>
                  <a:lnTo>
                    <a:pt x="640800" y="41148"/>
                  </a:lnTo>
                  <a:lnTo>
                    <a:pt x="599652" y="0"/>
                  </a:lnTo>
                  <a:lnTo>
                    <a:pt x="137160" y="0"/>
                  </a:lnTo>
                  <a:lnTo>
                    <a:pt x="0" y="137160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589" name="Надпись"/>
            <p:cNvSpPr txBox="1"/>
            <p:nvPr/>
          </p:nvSpPr>
          <p:spPr>
            <a:xfrm>
              <a:off x="14571820" y="10122113"/>
              <a:ext cx="225160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2000" b="1" dirty="0">
                  <a:solidFill>
                    <a:srgbClr val="FFFFFF"/>
                  </a:solidFill>
                  <a:latin typeface="Montserrat"/>
                  <a:cs typeface="Montserrat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2" name="Карта"/>
          <p:cNvGrpSpPr/>
          <p:nvPr/>
        </p:nvGrpSpPr>
        <p:grpSpPr>
          <a:xfrm>
            <a:off x="252000" y="1584000"/>
            <a:ext cx="10044000" cy="8604000"/>
            <a:chOff x="252000" y="1584000"/>
            <a:chExt cx="10044000" cy="8604000"/>
          </a:xfrm>
        </p:grpSpPr>
        <p:grpSp>
          <p:nvGrpSpPr>
            <p:cNvPr id="525" name="Газоны и растительность (ЕГКО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2" name="Контур"/>
              <p:cNvSpPr/>
              <p:nvPr/>
            </p:nvSpPr>
            <p:spPr>
              <a:xfrm>
                <a:off x="4551804" y="7584983"/>
                <a:ext cx="1001092" cy="1289714"/>
              </a:xfrm>
              <a:custGeom>
                <a:avLst/>
                <a:gdLst/>
                <a:ahLst/>
                <a:cxnLst/>
                <a:rect l="l" t="t" r="r" b="b"/>
                <a:pathLst>
                  <a:path w="1001092" h="1289714">
                    <a:moveTo>
                      <a:pt x="375195" y="1110051"/>
                    </a:moveTo>
                    <a:lnTo>
                      <a:pt x="392167" y="1147235"/>
                    </a:lnTo>
                    <a:lnTo>
                      <a:pt x="437880" y="1289714"/>
                    </a:lnTo>
                    <a:lnTo>
                      <a:pt x="410143" y="1289714"/>
                    </a:lnTo>
                    <a:lnTo>
                      <a:pt x="223279" y="992579"/>
                    </a:lnTo>
                    <a:lnTo>
                      <a:pt x="2554" y="616946"/>
                    </a:lnTo>
                    <a:lnTo>
                      <a:pt x="0" y="531454"/>
                    </a:lnTo>
                    <a:lnTo>
                      <a:pt x="27792" y="467636"/>
                    </a:lnTo>
                    <a:lnTo>
                      <a:pt x="105829" y="362228"/>
                    </a:lnTo>
                    <a:lnTo>
                      <a:pt x="614746" y="40472"/>
                    </a:lnTo>
                    <a:lnTo>
                      <a:pt x="683024" y="0"/>
                    </a:lnTo>
                    <a:lnTo>
                      <a:pt x="723432" y="72670"/>
                    </a:lnTo>
                    <a:lnTo>
                      <a:pt x="854357" y="2493"/>
                    </a:lnTo>
                    <a:lnTo>
                      <a:pt x="1001092" y="235879"/>
                    </a:lnTo>
                    <a:lnTo>
                      <a:pt x="981002" y="248928"/>
                    </a:lnTo>
                    <a:lnTo>
                      <a:pt x="865045" y="76984"/>
                    </a:lnTo>
                    <a:lnTo>
                      <a:pt x="843239" y="56848"/>
                    </a:lnTo>
                    <a:lnTo>
                      <a:pt x="818637" y="63000"/>
                    </a:lnTo>
                    <a:lnTo>
                      <a:pt x="785662" y="72650"/>
                    </a:lnTo>
                    <a:lnTo>
                      <a:pt x="765845" y="101486"/>
                    </a:lnTo>
                    <a:lnTo>
                      <a:pt x="700602" y="152958"/>
                    </a:lnTo>
                    <a:lnTo>
                      <a:pt x="687025" y="131800"/>
                    </a:lnTo>
                    <a:lnTo>
                      <a:pt x="649508" y="156239"/>
                    </a:lnTo>
                    <a:lnTo>
                      <a:pt x="625981" y="117391"/>
                    </a:lnTo>
                    <a:lnTo>
                      <a:pt x="45156" y="479989"/>
                    </a:lnTo>
                    <a:lnTo>
                      <a:pt x="37143" y="494302"/>
                    </a:lnTo>
                    <a:lnTo>
                      <a:pt x="36571" y="515486"/>
                    </a:lnTo>
                    <a:lnTo>
                      <a:pt x="45728" y="559570"/>
                    </a:lnTo>
                    <a:lnTo>
                      <a:pt x="60609" y="604227"/>
                    </a:lnTo>
                    <a:lnTo>
                      <a:pt x="375195" y="111005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" name="Контур"/>
              <p:cNvSpPr/>
              <p:nvPr/>
            </p:nvSpPr>
            <p:spPr>
              <a:xfrm>
                <a:off x="3535275" y="8765459"/>
                <a:ext cx="151075" cy="109238"/>
              </a:xfrm>
              <a:custGeom>
                <a:avLst/>
                <a:gdLst/>
                <a:ahLst/>
                <a:cxnLst/>
                <a:rect l="l" t="t" r="r" b="b"/>
                <a:pathLst>
                  <a:path w="151075" h="109238">
                    <a:moveTo>
                      <a:pt x="106305" y="109238"/>
                    </a:moveTo>
                    <a:lnTo>
                      <a:pt x="67085" y="55582"/>
                    </a:lnTo>
                    <a:lnTo>
                      <a:pt x="46203" y="69698"/>
                    </a:lnTo>
                    <a:lnTo>
                      <a:pt x="71823" y="109238"/>
                    </a:lnTo>
                    <a:lnTo>
                      <a:pt x="30489" y="109238"/>
                    </a:lnTo>
                    <a:lnTo>
                      <a:pt x="0" y="41423"/>
                    </a:lnTo>
                    <a:lnTo>
                      <a:pt x="39472" y="17170"/>
                    </a:lnTo>
                    <a:lnTo>
                      <a:pt x="66879" y="0"/>
                    </a:lnTo>
                    <a:lnTo>
                      <a:pt x="92618" y="17274"/>
                    </a:lnTo>
                    <a:lnTo>
                      <a:pt x="151075" y="109238"/>
                    </a:lnTo>
                    <a:lnTo>
                      <a:pt x="106305" y="10923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" name="Контур"/>
              <p:cNvSpPr/>
              <p:nvPr/>
            </p:nvSpPr>
            <p:spPr>
              <a:xfrm>
                <a:off x="4198022" y="8201929"/>
                <a:ext cx="709546" cy="595489"/>
              </a:xfrm>
              <a:custGeom>
                <a:avLst/>
                <a:gdLst/>
                <a:ahLst/>
                <a:cxnLst/>
                <a:rect l="l" t="t" r="r" b="b"/>
                <a:pathLst>
                  <a:path w="709546" h="595489">
                    <a:moveTo>
                      <a:pt x="0" y="225709"/>
                    </a:moveTo>
                    <a:lnTo>
                      <a:pt x="356336" y="0"/>
                    </a:lnTo>
                    <a:lnTo>
                      <a:pt x="577061" y="375633"/>
                    </a:lnTo>
                    <a:lnTo>
                      <a:pt x="709546" y="586298"/>
                    </a:lnTo>
                    <a:lnTo>
                      <a:pt x="694760" y="595489"/>
                    </a:lnTo>
                    <a:lnTo>
                      <a:pt x="564627" y="385015"/>
                    </a:lnTo>
                    <a:lnTo>
                      <a:pt x="490303" y="261394"/>
                    </a:lnTo>
                    <a:lnTo>
                      <a:pt x="418124" y="127327"/>
                    </a:lnTo>
                    <a:lnTo>
                      <a:pt x="418359" y="114448"/>
                    </a:lnTo>
                    <a:lnTo>
                      <a:pt x="370890" y="27283"/>
                    </a:lnTo>
                    <a:lnTo>
                      <a:pt x="359525" y="18482"/>
                    </a:lnTo>
                    <a:lnTo>
                      <a:pt x="7030" y="235666"/>
                    </a:lnTo>
                    <a:lnTo>
                      <a:pt x="0" y="22570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" name="Контур"/>
              <p:cNvSpPr/>
              <p:nvPr/>
            </p:nvSpPr>
            <p:spPr>
              <a:xfrm>
                <a:off x="3504135" y="8193908"/>
                <a:ext cx="218990" cy="350827"/>
              </a:xfrm>
              <a:custGeom>
                <a:avLst/>
                <a:gdLst/>
                <a:ahLst/>
                <a:cxnLst/>
                <a:rect l="l" t="t" r="r" b="b"/>
                <a:pathLst>
                  <a:path w="218990" h="350827">
                    <a:moveTo>
                      <a:pt x="113301" y="175072"/>
                    </a:moveTo>
                    <a:lnTo>
                      <a:pt x="213177" y="329384"/>
                    </a:lnTo>
                    <a:lnTo>
                      <a:pt x="218990" y="338366"/>
                    </a:lnTo>
                    <a:lnTo>
                      <a:pt x="202389" y="350827"/>
                    </a:lnTo>
                    <a:lnTo>
                      <a:pt x="0" y="30165"/>
                    </a:lnTo>
                    <a:lnTo>
                      <a:pt x="46075" y="0"/>
                    </a:lnTo>
                    <a:lnTo>
                      <a:pt x="84527" y="61782"/>
                    </a:lnTo>
                    <a:lnTo>
                      <a:pt x="61814" y="76344"/>
                    </a:lnTo>
                    <a:lnTo>
                      <a:pt x="58020" y="79997"/>
                    </a:lnTo>
                    <a:lnTo>
                      <a:pt x="55912" y="84824"/>
                    </a:lnTo>
                    <a:lnTo>
                      <a:pt x="55894" y="85781"/>
                    </a:lnTo>
                    <a:lnTo>
                      <a:pt x="55622" y="85956"/>
                    </a:lnTo>
                    <a:lnTo>
                      <a:pt x="55882" y="86358"/>
                    </a:lnTo>
                    <a:lnTo>
                      <a:pt x="55812" y="90090"/>
                    </a:lnTo>
                    <a:lnTo>
                      <a:pt x="57735" y="94994"/>
                    </a:lnTo>
                    <a:lnTo>
                      <a:pt x="105490" y="169486"/>
                    </a:lnTo>
                    <a:lnTo>
                      <a:pt x="108297" y="172642"/>
                    </a:lnTo>
                    <a:lnTo>
                      <a:pt x="111943" y="174775"/>
                    </a:lnTo>
                    <a:lnTo>
                      <a:pt x="113301" y="1750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" name="Контур"/>
              <p:cNvSpPr/>
              <p:nvPr/>
            </p:nvSpPr>
            <p:spPr>
              <a:xfrm>
                <a:off x="3868795" y="7541302"/>
                <a:ext cx="162324" cy="286315"/>
              </a:xfrm>
              <a:custGeom>
                <a:avLst/>
                <a:gdLst/>
                <a:ahLst/>
                <a:cxnLst/>
                <a:rect l="l" t="t" r="r" b="b"/>
                <a:pathLst>
                  <a:path w="162324" h="286315">
                    <a:moveTo>
                      <a:pt x="0" y="261654"/>
                    </a:moveTo>
                    <a:lnTo>
                      <a:pt x="53853" y="228456"/>
                    </a:lnTo>
                    <a:lnTo>
                      <a:pt x="46446" y="166020"/>
                    </a:lnTo>
                    <a:lnTo>
                      <a:pt x="75656" y="109699"/>
                    </a:lnTo>
                    <a:lnTo>
                      <a:pt x="61323" y="0"/>
                    </a:lnTo>
                    <a:lnTo>
                      <a:pt x="113073" y="71181"/>
                    </a:lnTo>
                    <a:lnTo>
                      <a:pt x="100599" y="89793"/>
                    </a:lnTo>
                    <a:lnTo>
                      <a:pt x="128678" y="133927"/>
                    </a:lnTo>
                    <a:lnTo>
                      <a:pt x="162324" y="188782"/>
                    </a:lnTo>
                    <a:lnTo>
                      <a:pt x="10242" y="286315"/>
                    </a:lnTo>
                    <a:lnTo>
                      <a:pt x="10008" y="285948"/>
                    </a:lnTo>
                    <a:lnTo>
                      <a:pt x="10678" y="282772"/>
                    </a:lnTo>
                    <a:lnTo>
                      <a:pt x="10231" y="278572"/>
                    </a:lnTo>
                    <a:lnTo>
                      <a:pt x="8507" y="274716"/>
                    </a:lnTo>
                    <a:lnTo>
                      <a:pt x="0" y="26165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" name="Контур"/>
              <p:cNvSpPr/>
              <p:nvPr/>
            </p:nvSpPr>
            <p:spPr>
              <a:xfrm>
                <a:off x="4475185" y="7947211"/>
                <a:ext cx="182448" cy="254718"/>
              </a:xfrm>
              <a:custGeom>
                <a:avLst/>
                <a:gdLst/>
                <a:ahLst/>
                <a:cxnLst/>
                <a:rect l="l" t="t" r="r" b="b"/>
                <a:pathLst>
                  <a:path w="182448" h="254718">
                    <a:moveTo>
                      <a:pt x="182448" y="0"/>
                    </a:moveTo>
                    <a:lnTo>
                      <a:pt x="164416" y="23267"/>
                    </a:lnTo>
                    <a:lnTo>
                      <a:pt x="104411" y="105408"/>
                    </a:lnTo>
                    <a:lnTo>
                      <a:pt x="76619" y="169226"/>
                    </a:lnTo>
                    <a:lnTo>
                      <a:pt x="79173" y="254718"/>
                    </a:lnTo>
                    <a:lnTo>
                      <a:pt x="0" y="119502"/>
                    </a:lnTo>
                    <a:lnTo>
                      <a:pt x="18244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" name="Контур"/>
              <p:cNvSpPr/>
              <p:nvPr/>
            </p:nvSpPr>
            <p:spPr>
              <a:xfrm>
                <a:off x="4748348" y="9620131"/>
                <a:ext cx="305507" cy="264881"/>
              </a:xfrm>
              <a:custGeom>
                <a:avLst/>
                <a:gdLst/>
                <a:ahLst/>
                <a:cxnLst/>
                <a:rect l="l" t="t" r="r" b="b"/>
                <a:pathLst>
                  <a:path w="305507" h="264881">
                    <a:moveTo>
                      <a:pt x="270631" y="2730"/>
                    </a:moveTo>
                    <a:lnTo>
                      <a:pt x="289639" y="0"/>
                    </a:lnTo>
                    <a:lnTo>
                      <a:pt x="299450" y="4072"/>
                    </a:lnTo>
                    <a:lnTo>
                      <a:pt x="305507" y="18770"/>
                    </a:lnTo>
                    <a:lnTo>
                      <a:pt x="305087" y="39326"/>
                    </a:lnTo>
                    <a:lnTo>
                      <a:pt x="268335" y="115783"/>
                    </a:lnTo>
                    <a:lnTo>
                      <a:pt x="245191" y="145514"/>
                    </a:lnTo>
                    <a:lnTo>
                      <a:pt x="0" y="264881"/>
                    </a:lnTo>
                    <a:lnTo>
                      <a:pt x="54704" y="150250"/>
                    </a:lnTo>
                    <a:lnTo>
                      <a:pt x="91249" y="102118"/>
                    </a:lnTo>
                    <a:lnTo>
                      <a:pt x="144351" y="64482"/>
                    </a:lnTo>
                    <a:lnTo>
                      <a:pt x="270631" y="27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" name="Контур"/>
              <p:cNvSpPr/>
              <p:nvPr/>
            </p:nvSpPr>
            <p:spPr>
              <a:xfrm>
                <a:off x="3708691" y="9220126"/>
                <a:ext cx="472023" cy="119029"/>
              </a:xfrm>
              <a:custGeom>
                <a:avLst/>
                <a:gdLst/>
                <a:ahLst/>
                <a:cxnLst/>
                <a:rect l="l" t="t" r="r" b="b"/>
                <a:pathLst>
                  <a:path w="472023" h="119029">
                    <a:moveTo>
                      <a:pt x="37013" y="54326"/>
                    </a:moveTo>
                    <a:lnTo>
                      <a:pt x="72644" y="105162"/>
                    </a:lnTo>
                    <a:lnTo>
                      <a:pt x="312803" y="44347"/>
                    </a:lnTo>
                    <a:lnTo>
                      <a:pt x="471240" y="19653"/>
                    </a:lnTo>
                    <a:lnTo>
                      <a:pt x="472023" y="35010"/>
                    </a:lnTo>
                    <a:lnTo>
                      <a:pt x="356042" y="46585"/>
                    </a:lnTo>
                    <a:lnTo>
                      <a:pt x="73850" y="119029"/>
                    </a:lnTo>
                    <a:lnTo>
                      <a:pt x="65757" y="115190"/>
                    </a:lnTo>
                    <a:lnTo>
                      <a:pt x="0" y="11818"/>
                    </a:lnTo>
                    <a:lnTo>
                      <a:pt x="1872" y="0"/>
                    </a:lnTo>
                    <a:lnTo>
                      <a:pt x="37013" y="5432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" name="Контур"/>
              <p:cNvSpPr/>
              <p:nvPr/>
            </p:nvSpPr>
            <p:spPr>
              <a:xfrm>
                <a:off x="3715584" y="9227291"/>
                <a:ext cx="16033" cy="24390"/>
              </a:xfrm>
              <a:custGeom>
                <a:avLst/>
                <a:gdLst/>
                <a:ahLst/>
                <a:cxnLst/>
                <a:rect l="l" t="t" r="r" b="b"/>
                <a:pathLst>
                  <a:path w="16033" h="24390">
                    <a:moveTo>
                      <a:pt x="16033" y="24390"/>
                    </a:moveTo>
                    <a:lnTo>
                      <a:pt x="0" y="653"/>
                    </a:lnTo>
                    <a:lnTo>
                      <a:pt x="1254" y="0"/>
                    </a:lnTo>
                    <a:lnTo>
                      <a:pt x="1677" y="1128"/>
                    </a:lnTo>
                    <a:lnTo>
                      <a:pt x="16033" y="2439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" name="Контур"/>
              <p:cNvSpPr/>
              <p:nvPr/>
            </p:nvSpPr>
            <p:spPr>
              <a:xfrm>
                <a:off x="3773236" y="9251707"/>
                <a:ext cx="124017" cy="73581"/>
              </a:xfrm>
              <a:custGeom>
                <a:avLst/>
                <a:gdLst/>
                <a:ahLst/>
                <a:cxnLst/>
                <a:rect l="l" t="t" r="r" b="b"/>
                <a:pathLst>
                  <a:path w="124017" h="73581">
                    <a:moveTo>
                      <a:pt x="107250" y="0"/>
                    </a:moveTo>
                    <a:lnTo>
                      <a:pt x="109519" y="20002"/>
                    </a:lnTo>
                    <a:lnTo>
                      <a:pt x="124017" y="44055"/>
                    </a:lnTo>
                    <a:lnTo>
                      <a:pt x="8099" y="73581"/>
                    </a:lnTo>
                    <a:lnTo>
                      <a:pt x="0" y="61591"/>
                    </a:lnTo>
                    <a:lnTo>
                      <a:pt x="1230" y="62301"/>
                    </a:lnTo>
                    <a:lnTo>
                      <a:pt x="5362" y="63176"/>
                    </a:lnTo>
                    <a:lnTo>
                      <a:pt x="9562" y="62733"/>
                    </a:lnTo>
                    <a:lnTo>
                      <a:pt x="13419" y="61012"/>
                    </a:lnTo>
                    <a:lnTo>
                      <a:pt x="10725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" name="Контур"/>
              <p:cNvSpPr/>
              <p:nvPr/>
            </p:nvSpPr>
            <p:spPr>
              <a:xfrm>
                <a:off x="4045355" y="9089303"/>
                <a:ext cx="1064753" cy="169766"/>
              </a:xfrm>
              <a:custGeom>
                <a:avLst/>
                <a:gdLst/>
                <a:ahLst/>
                <a:cxnLst/>
                <a:rect l="l" t="t" r="r" b="b"/>
                <a:pathLst>
                  <a:path w="1064753" h="169766">
                    <a:moveTo>
                      <a:pt x="164727" y="126188"/>
                    </a:moveTo>
                    <a:lnTo>
                      <a:pt x="1032696" y="0"/>
                    </a:lnTo>
                    <a:lnTo>
                      <a:pt x="1064753" y="45710"/>
                    </a:lnTo>
                    <a:lnTo>
                      <a:pt x="662352" y="103162"/>
                    </a:lnTo>
                    <a:lnTo>
                      <a:pt x="170927" y="146582"/>
                    </a:lnTo>
                    <a:lnTo>
                      <a:pt x="3775" y="169766"/>
                    </a:lnTo>
                    <a:lnTo>
                      <a:pt x="0" y="161798"/>
                    </a:lnTo>
                    <a:lnTo>
                      <a:pt x="116851" y="136761"/>
                    </a:lnTo>
                    <a:lnTo>
                      <a:pt x="122731" y="143832"/>
                    </a:lnTo>
                    <a:lnTo>
                      <a:pt x="132850" y="145921"/>
                    </a:lnTo>
                    <a:lnTo>
                      <a:pt x="164727" y="12618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" name="Контур"/>
              <p:cNvSpPr/>
              <p:nvPr/>
            </p:nvSpPr>
            <p:spPr>
              <a:xfrm>
                <a:off x="3600242" y="9048354"/>
                <a:ext cx="86876" cy="131947"/>
              </a:xfrm>
              <a:custGeom>
                <a:avLst/>
                <a:gdLst/>
                <a:ahLst/>
                <a:cxnLst/>
                <a:rect l="l" t="t" r="r" b="b"/>
                <a:pathLst>
                  <a:path w="86876" h="131947">
                    <a:moveTo>
                      <a:pt x="17038" y="13555"/>
                    </a:moveTo>
                    <a:lnTo>
                      <a:pt x="86876" y="131947"/>
                    </a:lnTo>
                    <a:lnTo>
                      <a:pt x="75752" y="131370"/>
                    </a:lnTo>
                    <a:lnTo>
                      <a:pt x="0" y="2612"/>
                    </a:lnTo>
                    <a:lnTo>
                      <a:pt x="8839" y="0"/>
                    </a:lnTo>
                    <a:lnTo>
                      <a:pt x="17038" y="135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" name="Контур"/>
              <p:cNvSpPr/>
              <p:nvPr/>
            </p:nvSpPr>
            <p:spPr>
              <a:xfrm>
                <a:off x="3727794" y="8967460"/>
                <a:ext cx="71145" cy="102580"/>
              </a:xfrm>
              <a:custGeom>
                <a:avLst/>
                <a:gdLst/>
                <a:ahLst/>
                <a:cxnLst/>
                <a:rect l="l" t="t" r="r" b="b"/>
                <a:pathLst>
                  <a:path w="71145" h="102580">
                    <a:moveTo>
                      <a:pt x="57750" y="102580"/>
                    </a:moveTo>
                    <a:lnTo>
                      <a:pt x="57708" y="102478"/>
                    </a:lnTo>
                    <a:lnTo>
                      <a:pt x="497" y="7897"/>
                    </a:lnTo>
                    <a:lnTo>
                      <a:pt x="0" y="7353"/>
                    </a:lnTo>
                    <a:lnTo>
                      <a:pt x="11350" y="0"/>
                    </a:lnTo>
                    <a:lnTo>
                      <a:pt x="71145" y="94331"/>
                    </a:lnTo>
                    <a:lnTo>
                      <a:pt x="57750" y="1025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" name="Контур"/>
              <p:cNvSpPr/>
              <p:nvPr/>
            </p:nvSpPr>
            <p:spPr>
              <a:xfrm>
                <a:off x="3565764" y="8874697"/>
                <a:ext cx="163459" cy="117619"/>
              </a:xfrm>
              <a:custGeom>
                <a:avLst/>
                <a:gdLst/>
                <a:ahLst/>
                <a:cxnLst/>
                <a:rect l="l" t="t" r="r" b="b"/>
                <a:pathLst>
                  <a:path w="163459" h="117619">
                    <a:moveTo>
                      <a:pt x="22760" y="56230"/>
                    </a:moveTo>
                    <a:lnTo>
                      <a:pt x="0" y="0"/>
                    </a:lnTo>
                    <a:lnTo>
                      <a:pt x="41334" y="0"/>
                    </a:lnTo>
                    <a:lnTo>
                      <a:pt x="105224" y="96241"/>
                    </a:lnTo>
                    <a:lnTo>
                      <a:pt x="128754" y="80888"/>
                    </a:lnTo>
                    <a:lnTo>
                      <a:pt x="75816" y="0"/>
                    </a:lnTo>
                    <a:lnTo>
                      <a:pt x="120586" y="0"/>
                    </a:lnTo>
                    <a:lnTo>
                      <a:pt x="163459" y="69231"/>
                    </a:lnTo>
                    <a:lnTo>
                      <a:pt x="88354" y="117619"/>
                    </a:lnTo>
                    <a:lnTo>
                      <a:pt x="93706" y="105734"/>
                    </a:lnTo>
                    <a:lnTo>
                      <a:pt x="91686" y="90548"/>
                    </a:lnTo>
                    <a:lnTo>
                      <a:pt x="65055" y="41714"/>
                    </a:lnTo>
                    <a:lnTo>
                      <a:pt x="47053" y="42984"/>
                    </a:lnTo>
                    <a:lnTo>
                      <a:pt x="22760" y="562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" name="Контур"/>
              <p:cNvSpPr/>
              <p:nvPr/>
            </p:nvSpPr>
            <p:spPr>
              <a:xfrm>
                <a:off x="4936220" y="8693147"/>
                <a:ext cx="104501" cy="181550"/>
              </a:xfrm>
              <a:custGeom>
                <a:avLst/>
                <a:gdLst/>
                <a:ahLst/>
                <a:cxnLst/>
                <a:rect l="l" t="t" r="r" b="b"/>
                <a:pathLst>
                  <a:path w="104501" h="181550">
                    <a:moveTo>
                      <a:pt x="0" y="17034"/>
                    </a:moveTo>
                    <a:lnTo>
                      <a:pt x="519" y="17660"/>
                    </a:lnTo>
                    <a:lnTo>
                      <a:pt x="5128" y="20109"/>
                    </a:lnTo>
                    <a:lnTo>
                      <a:pt x="10321" y="20627"/>
                    </a:lnTo>
                    <a:lnTo>
                      <a:pt x="15323" y="19136"/>
                    </a:lnTo>
                    <a:lnTo>
                      <a:pt x="51708" y="0"/>
                    </a:lnTo>
                    <a:lnTo>
                      <a:pt x="82880" y="121514"/>
                    </a:lnTo>
                    <a:lnTo>
                      <a:pt x="94716" y="156644"/>
                    </a:lnTo>
                    <a:lnTo>
                      <a:pt x="101425" y="172871"/>
                    </a:lnTo>
                    <a:lnTo>
                      <a:pt x="104501" y="181550"/>
                    </a:lnTo>
                    <a:lnTo>
                      <a:pt x="53464" y="181550"/>
                    </a:lnTo>
                    <a:lnTo>
                      <a:pt x="47808" y="173627"/>
                    </a:lnTo>
                    <a:lnTo>
                      <a:pt x="44013" y="160551"/>
                    </a:lnTo>
                    <a:lnTo>
                      <a:pt x="7751" y="39071"/>
                    </a:lnTo>
                    <a:lnTo>
                      <a:pt x="0" y="170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" name="Контур"/>
              <p:cNvSpPr/>
              <p:nvPr/>
            </p:nvSpPr>
            <p:spPr>
              <a:xfrm>
                <a:off x="4588375" y="7702374"/>
                <a:ext cx="594150" cy="992660"/>
              </a:xfrm>
              <a:custGeom>
                <a:avLst/>
                <a:gdLst/>
                <a:ahLst/>
                <a:cxnLst/>
                <a:rect l="l" t="t" r="r" b="b"/>
                <a:pathLst>
                  <a:path w="594150" h="992660">
                    <a:moveTo>
                      <a:pt x="260785" y="849741"/>
                    </a:moveTo>
                    <a:lnTo>
                      <a:pt x="260796" y="849771"/>
                    </a:lnTo>
                    <a:lnTo>
                      <a:pt x="338624" y="992660"/>
                    </a:lnTo>
                    <a:lnTo>
                      <a:pt x="24038" y="486836"/>
                    </a:lnTo>
                    <a:lnTo>
                      <a:pt x="9157" y="442179"/>
                    </a:lnTo>
                    <a:lnTo>
                      <a:pt x="0" y="398095"/>
                    </a:lnTo>
                    <a:lnTo>
                      <a:pt x="572" y="376911"/>
                    </a:lnTo>
                    <a:lnTo>
                      <a:pt x="8585" y="362598"/>
                    </a:lnTo>
                    <a:lnTo>
                      <a:pt x="589410" y="0"/>
                    </a:lnTo>
                    <a:lnTo>
                      <a:pt x="594150" y="7825"/>
                    </a:lnTo>
                    <a:lnTo>
                      <a:pt x="10965" y="375133"/>
                    </a:lnTo>
                    <a:lnTo>
                      <a:pt x="48451" y="443609"/>
                    </a:lnTo>
                    <a:lnTo>
                      <a:pt x="48156" y="447211"/>
                    </a:lnTo>
                    <a:lnTo>
                      <a:pt x="49609" y="452030"/>
                    </a:lnTo>
                    <a:lnTo>
                      <a:pt x="145698" y="636341"/>
                    </a:lnTo>
                    <a:lnTo>
                      <a:pt x="145755" y="636417"/>
                    </a:lnTo>
                    <a:lnTo>
                      <a:pt x="145787" y="636507"/>
                    </a:lnTo>
                    <a:lnTo>
                      <a:pt x="260769" y="849722"/>
                    </a:lnTo>
                    <a:lnTo>
                      <a:pt x="260785" y="84974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" name="Контур"/>
              <p:cNvSpPr/>
              <p:nvPr/>
            </p:nvSpPr>
            <p:spPr>
              <a:xfrm>
                <a:off x="4634988" y="10153445"/>
                <a:ext cx="38809" cy="34555"/>
              </a:xfrm>
              <a:custGeom>
                <a:avLst/>
                <a:gdLst/>
                <a:ahLst/>
                <a:cxnLst/>
                <a:rect l="l" t="t" r="r" b="b"/>
                <a:pathLst>
                  <a:path w="38809" h="34555">
                    <a:moveTo>
                      <a:pt x="0" y="34555"/>
                    </a:moveTo>
                    <a:lnTo>
                      <a:pt x="16185" y="0"/>
                    </a:lnTo>
                    <a:lnTo>
                      <a:pt x="32601" y="10417"/>
                    </a:lnTo>
                    <a:lnTo>
                      <a:pt x="38809" y="26913"/>
                    </a:lnTo>
                    <a:lnTo>
                      <a:pt x="35554" y="345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" name="Контур"/>
              <p:cNvSpPr/>
              <p:nvPr/>
            </p:nvSpPr>
            <p:spPr>
              <a:xfrm>
                <a:off x="3532621" y="9696829"/>
                <a:ext cx="848599" cy="491171"/>
              </a:xfrm>
              <a:custGeom>
                <a:avLst/>
                <a:gdLst/>
                <a:ahLst/>
                <a:cxnLst/>
                <a:rect l="l" t="t" r="r" b="b"/>
                <a:pathLst>
                  <a:path w="848599" h="491171">
                    <a:moveTo>
                      <a:pt x="0" y="491171"/>
                    </a:moveTo>
                    <a:lnTo>
                      <a:pt x="92145" y="435501"/>
                    </a:lnTo>
                    <a:lnTo>
                      <a:pt x="274347" y="327962"/>
                    </a:lnTo>
                    <a:lnTo>
                      <a:pt x="503517" y="195246"/>
                    </a:lnTo>
                    <a:lnTo>
                      <a:pt x="757779" y="42849"/>
                    </a:lnTo>
                    <a:lnTo>
                      <a:pt x="836112" y="0"/>
                    </a:lnTo>
                    <a:lnTo>
                      <a:pt x="848599" y="14156"/>
                    </a:lnTo>
                    <a:lnTo>
                      <a:pt x="792339" y="60572"/>
                    </a:lnTo>
                    <a:lnTo>
                      <a:pt x="104502" y="4911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" name="Контур"/>
              <p:cNvSpPr/>
              <p:nvPr/>
            </p:nvSpPr>
            <p:spPr>
              <a:xfrm>
                <a:off x="4495106" y="9077090"/>
                <a:ext cx="2683835" cy="1110910"/>
              </a:xfrm>
              <a:custGeom>
                <a:avLst/>
                <a:gdLst/>
                <a:ahLst/>
                <a:cxnLst/>
                <a:rect l="l" t="t" r="r" b="b"/>
                <a:pathLst>
                  <a:path w="2683835" h="1110910">
                    <a:moveTo>
                      <a:pt x="0" y="1110910"/>
                    </a:moveTo>
                    <a:lnTo>
                      <a:pt x="47286" y="976776"/>
                    </a:lnTo>
                    <a:lnTo>
                      <a:pt x="117797" y="843452"/>
                    </a:lnTo>
                    <a:lnTo>
                      <a:pt x="176671" y="748235"/>
                    </a:lnTo>
                    <a:lnTo>
                      <a:pt x="514418" y="380537"/>
                    </a:lnTo>
                    <a:lnTo>
                      <a:pt x="688154" y="241091"/>
                    </a:lnTo>
                    <a:lnTo>
                      <a:pt x="800178" y="158778"/>
                    </a:lnTo>
                    <a:lnTo>
                      <a:pt x="917922" y="92110"/>
                    </a:lnTo>
                    <a:lnTo>
                      <a:pt x="927041" y="73358"/>
                    </a:lnTo>
                    <a:lnTo>
                      <a:pt x="1007300" y="34202"/>
                    </a:lnTo>
                    <a:lnTo>
                      <a:pt x="1112449" y="260127"/>
                    </a:lnTo>
                    <a:lnTo>
                      <a:pt x="1067349" y="277936"/>
                    </a:lnTo>
                    <a:lnTo>
                      <a:pt x="1059556" y="287398"/>
                    </a:lnTo>
                    <a:lnTo>
                      <a:pt x="1069344" y="316340"/>
                    </a:lnTo>
                    <a:lnTo>
                      <a:pt x="1092933" y="355302"/>
                    </a:lnTo>
                    <a:lnTo>
                      <a:pt x="1135030" y="340420"/>
                    </a:lnTo>
                    <a:lnTo>
                      <a:pt x="1148254" y="370900"/>
                    </a:lnTo>
                    <a:lnTo>
                      <a:pt x="1159562" y="375627"/>
                    </a:lnTo>
                    <a:lnTo>
                      <a:pt x="1343566" y="300826"/>
                    </a:lnTo>
                    <a:lnTo>
                      <a:pt x="1368767" y="350257"/>
                    </a:lnTo>
                    <a:lnTo>
                      <a:pt x="1381076" y="350760"/>
                    </a:lnTo>
                    <a:lnTo>
                      <a:pt x="1445629" y="320925"/>
                    </a:lnTo>
                    <a:lnTo>
                      <a:pt x="1464049" y="358150"/>
                    </a:lnTo>
                    <a:lnTo>
                      <a:pt x="1476937" y="365640"/>
                    </a:lnTo>
                    <a:lnTo>
                      <a:pt x="1621306" y="297310"/>
                    </a:lnTo>
                    <a:lnTo>
                      <a:pt x="1655541" y="375768"/>
                    </a:lnTo>
                    <a:lnTo>
                      <a:pt x="1738157" y="337832"/>
                    </a:lnTo>
                    <a:lnTo>
                      <a:pt x="1770985" y="409351"/>
                    </a:lnTo>
                    <a:lnTo>
                      <a:pt x="1800262" y="395508"/>
                    </a:lnTo>
                    <a:lnTo>
                      <a:pt x="1807223" y="401881"/>
                    </a:lnTo>
                    <a:lnTo>
                      <a:pt x="1817424" y="401700"/>
                    </a:lnTo>
                    <a:lnTo>
                      <a:pt x="1967467" y="337334"/>
                    </a:lnTo>
                    <a:lnTo>
                      <a:pt x="1975465" y="325485"/>
                    </a:lnTo>
                    <a:lnTo>
                      <a:pt x="1985272" y="324879"/>
                    </a:lnTo>
                    <a:lnTo>
                      <a:pt x="2037172" y="299726"/>
                    </a:lnTo>
                    <a:lnTo>
                      <a:pt x="2044565" y="285423"/>
                    </a:lnTo>
                    <a:lnTo>
                      <a:pt x="2165421" y="231089"/>
                    </a:lnTo>
                    <a:lnTo>
                      <a:pt x="2174504" y="243356"/>
                    </a:lnTo>
                    <a:lnTo>
                      <a:pt x="2186761" y="243401"/>
                    </a:lnTo>
                    <a:lnTo>
                      <a:pt x="2248278" y="212340"/>
                    </a:lnTo>
                    <a:lnTo>
                      <a:pt x="2255016" y="204508"/>
                    </a:lnTo>
                    <a:lnTo>
                      <a:pt x="2253070" y="191880"/>
                    </a:lnTo>
                    <a:lnTo>
                      <a:pt x="2445704" y="104235"/>
                    </a:lnTo>
                    <a:lnTo>
                      <a:pt x="2455065" y="111235"/>
                    </a:lnTo>
                    <a:lnTo>
                      <a:pt x="2463454" y="110103"/>
                    </a:lnTo>
                    <a:lnTo>
                      <a:pt x="2563742" y="61283"/>
                    </a:lnTo>
                    <a:lnTo>
                      <a:pt x="2570924" y="46309"/>
                    </a:lnTo>
                    <a:lnTo>
                      <a:pt x="2673046" y="0"/>
                    </a:lnTo>
                    <a:lnTo>
                      <a:pt x="2683835" y="7443"/>
                    </a:lnTo>
                    <a:lnTo>
                      <a:pt x="1740086" y="458634"/>
                    </a:lnTo>
                    <a:lnTo>
                      <a:pt x="1703226" y="445379"/>
                    </a:lnTo>
                    <a:lnTo>
                      <a:pt x="1720196" y="436694"/>
                    </a:lnTo>
                    <a:lnTo>
                      <a:pt x="1686156" y="365357"/>
                    </a:lnTo>
                    <a:lnTo>
                      <a:pt x="1641921" y="386944"/>
                    </a:lnTo>
                    <a:lnTo>
                      <a:pt x="1634053" y="370785"/>
                    </a:lnTo>
                    <a:lnTo>
                      <a:pt x="1509397" y="429690"/>
                    </a:lnTo>
                    <a:lnTo>
                      <a:pt x="1488719" y="401456"/>
                    </a:lnTo>
                    <a:lnTo>
                      <a:pt x="1461161" y="381370"/>
                    </a:lnTo>
                    <a:lnTo>
                      <a:pt x="1432071" y="372081"/>
                    </a:lnTo>
                    <a:lnTo>
                      <a:pt x="1401722" y="371861"/>
                    </a:lnTo>
                    <a:lnTo>
                      <a:pt x="1370847" y="376440"/>
                    </a:lnTo>
                    <a:lnTo>
                      <a:pt x="1081350" y="514902"/>
                    </a:lnTo>
                    <a:lnTo>
                      <a:pt x="1040480" y="431268"/>
                    </a:lnTo>
                    <a:lnTo>
                      <a:pt x="992639" y="454012"/>
                    </a:lnTo>
                    <a:lnTo>
                      <a:pt x="983047" y="434037"/>
                    </a:lnTo>
                    <a:lnTo>
                      <a:pt x="1002563" y="424541"/>
                    </a:lnTo>
                    <a:lnTo>
                      <a:pt x="994023" y="405581"/>
                    </a:lnTo>
                    <a:lnTo>
                      <a:pt x="1013489" y="396328"/>
                    </a:lnTo>
                    <a:lnTo>
                      <a:pt x="1022365" y="414885"/>
                    </a:lnTo>
                    <a:lnTo>
                      <a:pt x="1041395" y="405669"/>
                    </a:lnTo>
                    <a:lnTo>
                      <a:pt x="1032874" y="387133"/>
                    </a:lnTo>
                    <a:lnTo>
                      <a:pt x="1051855" y="378073"/>
                    </a:lnTo>
                    <a:lnTo>
                      <a:pt x="1020772" y="314018"/>
                    </a:lnTo>
                    <a:lnTo>
                      <a:pt x="1047033" y="293456"/>
                    </a:lnTo>
                    <a:lnTo>
                      <a:pt x="1061404" y="267203"/>
                    </a:lnTo>
                    <a:lnTo>
                      <a:pt x="1059524" y="236782"/>
                    </a:lnTo>
                    <a:lnTo>
                      <a:pt x="1045934" y="206897"/>
                    </a:lnTo>
                    <a:lnTo>
                      <a:pt x="1014112" y="174554"/>
                    </a:lnTo>
                    <a:lnTo>
                      <a:pt x="977653" y="162239"/>
                    </a:lnTo>
                    <a:lnTo>
                      <a:pt x="925507" y="165047"/>
                    </a:lnTo>
                    <a:lnTo>
                      <a:pt x="867539" y="182879"/>
                    </a:lnTo>
                    <a:lnTo>
                      <a:pt x="791090" y="224891"/>
                    </a:lnTo>
                    <a:lnTo>
                      <a:pt x="730657" y="277640"/>
                    </a:lnTo>
                    <a:lnTo>
                      <a:pt x="684277" y="334771"/>
                    </a:lnTo>
                    <a:lnTo>
                      <a:pt x="599604" y="462041"/>
                    </a:lnTo>
                    <a:lnTo>
                      <a:pt x="562696" y="501869"/>
                    </a:lnTo>
                    <a:lnTo>
                      <a:pt x="504833" y="541023"/>
                    </a:lnTo>
                    <a:lnTo>
                      <a:pt x="374532" y="604477"/>
                    </a:lnTo>
                    <a:lnTo>
                      <a:pt x="328320" y="641323"/>
                    </a:lnTo>
                    <a:lnTo>
                      <a:pt x="295497" y="686486"/>
                    </a:lnTo>
                    <a:lnTo>
                      <a:pt x="251822" y="781395"/>
                    </a:lnTo>
                    <a:lnTo>
                      <a:pt x="206837" y="858221"/>
                    </a:lnTo>
                    <a:lnTo>
                      <a:pt x="203092" y="893772"/>
                    </a:lnTo>
                    <a:lnTo>
                      <a:pt x="215428" y="934398"/>
                    </a:lnTo>
                    <a:lnTo>
                      <a:pt x="155791" y="1008471"/>
                    </a:lnTo>
                    <a:lnTo>
                      <a:pt x="118747" y="1080921"/>
                    </a:lnTo>
                    <a:lnTo>
                      <a:pt x="109421" y="1110910"/>
                    </a:lnTo>
                    <a:close/>
                    <a:moveTo>
                      <a:pt x="114550" y="907877"/>
                    </a:moveTo>
                    <a:lnTo>
                      <a:pt x="94764" y="893259"/>
                    </a:lnTo>
                    <a:lnTo>
                      <a:pt x="86950" y="909806"/>
                    </a:lnTo>
                    <a:lnTo>
                      <a:pt x="82701" y="919360"/>
                    </a:lnTo>
                    <a:lnTo>
                      <a:pt x="77323" y="932250"/>
                    </a:lnTo>
                    <a:lnTo>
                      <a:pt x="70480" y="949604"/>
                    </a:lnTo>
                    <a:lnTo>
                      <a:pt x="32601" y="1025518"/>
                    </a:lnTo>
                    <a:lnTo>
                      <a:pt x="20053" y="1060011"/>
                    </a:lnTo>
                    <a:lnTo>
                      <a:pt x="16297" y="1072446"/>
                    </a:lnTo>
                    <a:lnTo>
                      <a:pt x="11593" y="1089113"/>
                    </a:lnTo>
                    <a:lnTo>
                      <a:pt x="9053" y="1098681"/>
                    </a:lnTo>
                    <a:lnTo>
                      <a:pt x="5877" y="1110910"/>
                    </a:lnTo>
                    <a:lnTo>
                      <a:pt x="31895" y="1110910"/>
                    </a:lnTo>
                    <a:lnTo>
                      <a:pt x="33076" y="1106576"/>
                    </a:lnTo>
                    <a:lnTo>
                      <a:pt x="47129" y="106705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" name="Контур"/>
              <p:cNvSpPr/>
              <p:nvPr/>
            </p:nvSpPr>
            <p:spPr>
              <a:xfrm>
                <a:off x="7464662" y="8874697"/>
                <a:ext cx="153189" cy="72855"/>
              </a:xfrm>
              <a:custGeom>
                <a:avLst/>
                <a:gdLst/>
                <a:ahLst/>
                <a:cxnLst/>
                <a:rect l="l" t="t" r="r" b="b"/>
                <a:pathLst>
                  <a:path w="153189" h="72855">
                    <a:moveTo>
                      <a:pt x="798" y="72855"/>
                    </a:moveTo>
                    <a:lnTo>
                      <a:pt x="1520" y="68353"/>
                    </a:lnTo>
                    <a:lnTo>
                      <a:pt x="300" y="63229"/>
                    </a:lnTo>
                    <a:lnTo>
                      <a:pt x="0" y="62576"/>
                    </a:lnTo>
                    <a:lnTo>
                      <a:pt x="61451" y="31986"/>
                    </a:lnTo>
                    <a:lnTo>
                      <a:pt x="98625" y="12497"/>
                    </a:lnTo>
                    <a:lnTo>
                      <a:pt x="122462" y="0"/>
                    </a:lnTo>
                    <a:lnTo>
                      <a:pt x="153189" y="0"/>
                    </a:lnTo>
                    <a:lnTo>
                      <a:pt x="798" y="728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" name="Контур"/>
              <p:cNvSpPr/>
              <p:nvPr/>
            </p:nvSpPr>
            <p:spPr>
              <a:xfrm>
                <a:off x="3637123" y="9710985"/>
                <a:ext cx="749026" cy="477015"/>
              </a:xfrm>
              <a:custGeom>
                <a:avLst/>
                <a:gdLst/>
                <a:ahLst/>
                <a:cxnLst/>
                <a:rect l="l" t="t" r="r" b="b"/>
                <a:pathLst>
                  <a:path w="749026" h="477015">
                    <a:moveTo>
                      <a:pt x="0" y="477015"/>
                    </a:moveTo>
                    <a:lnTo>
                      <a:pt x="687837" y="46416"/>
                    </a:lnTo>
                    <a:lnTo>
                      <a:pt x="744097" y="0"/>
                    </a:lnTo>
                    <a:lnTo>
                      <a:pt x="748130" y="4572"/>
                    </a:lnTo>
                    <a:lnTo>
                      <a:pt x="749026" y="5702"/>
                    </a:lnTo>
                    <a:lnTo>
                      <a:pt x="688847" y="47907"/>
                    </a:lnTo>
                    <a:lnTo>
                      <a:pt x="3566" y="4770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" name="Контур"/>
              <p:cNvSpPr/>
              <p:nvPr/>
            </p:nvSpPr>
            <p:spPr>
              <a:xfrm>
                <a:off x="4726804" y="9803113"/>
                <a:ext cx="452950" cy="248836"/>
              </a:xfrm>
              <a:custGeom>
                <a:avLst/>
                <a:gdLst/>
                <a:ahLst/>
                <a:cxnLst/>
                <a:rect l="l" t="t" r="r" b="b"/>
                <a:pathLst>
                  <a:path w="452950" h="248836">
                    <a:moveTo>
                      <a:pt x="452950" y="40469"/>
                    </a:moveTo>
                    <a:lnTo>
                      <a:pt x="419506" y="56511"/>
                    </a:lnTo>
                    <a:lnTo>
                      <a:pt x="106306" y="206740"/>
                    </a:lnTo>
                    <a:lnTo>
                      <a:pt x="18544" y="248836"/>
                    </a:lnTo>
                    <a:lnTo>
                      <a:pt x="0" y="209268"/>
                    </a:lnTo>
                    <a:lnTo>
                      <a:pt x="113996" y="151877"/>
                    </a:lnTo>
                    <a:lnTo>
                      <a:pt x="433394" y="0"/>
                    </a:lnTo>
                    <a:lnTo>
                      <a:pt x="452950" y="4046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" name="Контур"/>
              <p:cNvSpPr/>
              <p:nvPr/>
            </p:nvSpPr>
            <p:spPr>
              <a:xfrm>
                <a:off x="4500983" y="9970349"/>
                <a:ext cx="108673" cy="217651"/>
              </a:xfrm>
              <a:custGeom>
                <a:avLst/>
                <a:gdLst/>
                <a:ahLst/>
                <a:cxnLst/>
                <a:rect l="l" t="t" r="r" b="b"/>
                <a:pathLst>
                  <a:path w="108673" h="217651">
                    <a:moveTo>
                      <a:pt x="108673" y="14618"/>
                    </a:moveTo>
                    <a:lnTo>
                      <a:pt x="41252" y="173791"/>
                    </a:lnTo>
                    <a:lnTo>
                      <a:pt x="27199" y="213317"/>
                    </a:lnTo>
                    <a:lnTo>
                      <a:pt x="26018" y="217651"/>
                    </a:lnTo>
                    <a:lnTo>
                      <a:pt x="0" y="217651"/>
                    </a:lnTo>
                    <a:lnTo>
                      <a:pt x="3176" y="205422"/>
                    </a:lnTo>
                    <a:lnTo>
                      <a:pt x="5716" y="195854"/>
                    </a:lnTo>
                    <a:lnTo>
                      <a:pt x="10420" y="179187"/>
                    </a:lnTo>
                    <a:lnTo>
                      <a:pt x="14176" y="166752"/>
                    </a:lnTo>
                    <a:lnTo>
                      <a:pt x="26724" y="132259"/>
                    </a:lnTo>
                    <a:lnTo>
                      <a:pt x="64603" y="56345"/>
                    </a:lnTo>
                    <a:lnTo>
                      <a:pt x="71446" y="38991"/>
                    </a:lnTo>
                    <a:lnTo>
                      <a:pt x="76824" y="26101"/>
                    </a:lnTo>
                    <a:lnTo>
                      <a:pt x="81073" y="16547"/>
                    </a:lnTo>
                    <a:lnTo>
                      <a:pt x="8888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" name="Контур"/>
              <p:cNvSpPr/>
              <p:nvPr/>
            </p:nvSpPr>
            <p:spPr>
              <a:xfrm>
                <a:off x="4675777" y="10024205"/>
                <a:ext cx="67070" cy="163795"/>
              </a:xfrm>
              <a:custGeom>
                <a:avLst/>
                <a:gdLst/>
                <a:ahLst/>
                <a:cxnLst/>
                <a:rect l="l" t="t" r="r" b="b"/>
                <a:pathLst>
                  <a:path w="67070" h="163795">
                    <a:moveTo>
                      <a:pt x="23672" y="163795"/>
                    </a:moveTo>
                    <a:lnTo>
                      <a:pt x="11460" y="138309"/>
                    </a:lnTo>
                    <a:lnTo>
                      <a:pt x="2199" y="107665"/>
                    </a:lnTo>
                    <a:lnTo>
                      <a:pt x="0" y="95248"/>
                    </a:lnTo>
                    <a:lnTo>
                      <a:pt x="834" y="74498"/>
                    </a:lnTo>
                    <a:lnTo>
                      <a:pt x="3767" y="58883"/>
                    </a:lnTo>
                    <a:lnTo>
                      <a:pt x="14261" y="31508"/>
                    </a:lnTo>
                    <a:lnTo>
                      <a:pt x="28852" y="9542"/>
                    </a:lnTo>
                    <a:lnTo>
                      <a:pt x="37570" y="0"/>
                    </a:lnTo>
                    <a:lnTo>
                      <a:pt x="67070" y="63175"/>
                    </a:lnTo>
                    <a:lnTo>
                      <a:pt x="22266" y="84601"/>
                    </a:lnTo>
                    <a:lnTo>
                      <a:pt x="60215" y="16379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" name="Контур"/>
              <p:cNvSpPr/>
              <p:nvPr/>
            </p:nvSpPr>
            <p:spPr>
              <a:xfrm>
                <a:off x="4712367" y="9722401"/>
                <a:ext cx="444658" cy="279419"/>
              </a:xfrm>
              <a:custGeom>
                <a:avLst/>
                <a:gdLst/>
                <a:ahLst/>
                <a:cxnLst/>
                <a:rect l="l" t="t" r="r" b="b"/>
                <a:pathLst>
                  <a:path w="444658" h="279419">
                    <a:moveTo>
                      <a:pt x="444658" y="70736"/>
                    </a:moveTo>
                    <a:lnTo>
                      <a:pt x="34991" y="266022"/>
                    </a:lnTo>
                    <a:lnTo>
                      <a:pt x="10612" y="279419"/>
                    </a:lnTo>
                    <a:lnTo>
                      <a:pt x="0" y="243922"/>
                    </a:lnTo>
                    <a:lnTo>
                      <a:pt x="2768" y="215935"/>
                    </a:lnTo>
                    <a:lnTo>
                      <a:pt x="16940" y="193531"/>
                    </a:lnTo>
                    <a:lnTo>
                      <a:pt x="46455" y="172239"/>
                    </a:lnTo>
                    <a:lnTo>
                      <a:pt x="410818" y="0"/>
                    </a:lnTo>
                    <a:lnTo>
                      <a:pt x="444658" y="7073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" name="Контур"/>
              <p:cNvSpPr/>
              <p:nvPr/>
            </p:nvSpPr>
            <p:spPr>
              <a:xfrm>
                <a:off x="2093729" y="8413674"/>
                <a:ext cx="140945" cy="130340"/>
              </a:xfrm>
              <a:custGeom>
                <a:avLst/>
                <a:gdLst/>
                <a:ahLst/>
                <a:cxnLst/>
                <a:rect l="l" t="t" r="r" b="b"/>
                <a:pathLst>
                  <a:path w="140945" h="130340">
                    <a:moveTo>
                      <a:pt x="51172" y="74585"/>
                    </a:moveTo>
                    <a:lnTo>
                      <a:pt x="100055" y="48877"/>
                    </a:lnTo>
                    <a:lnTo>
                      <a:pt x="94085" y="35633"/>
                    </a:lnTo>
                    <a:lnTo>
                      <a:pt x="116156" y="24496"/>
                    </a:lnTo>
                    <a:lnTo>
                      <a:pt x="105225" y="2832"/>
                    </a:lnTo>
                    <a:lnTo>
                      <a:pt x="112413" y="0"/>
                    </a:lnTo>
                    <a:lnTo>
                      <a:pt x="140945" y="51190"/>
                    </a:lnTo>
                    <a:lnTo>
                      <a:pt x="131168" y="60424"/>
                    </a:lnTo>
                    <a:lnTo>
                      <a:pt x="11203" y="130340"/>
                    </a:lnTo>
                    <a:lnTo>
                      <a:pt x="0" y="109295"/>
                    </a:lnTo>
                    <a:lnTo>
                      <a:pt x="43748" y="88592"/>
                    </a:lnTo>
                    <a:lnTo>
                      <a:pt x="47978" y="85454"/>
                    </a:lnTo>
                    <a:lnTo>
                      <a:pt x="50686" y="80935"/>
                    </a:lnTo>
                    <a:lnTo>
                      <a:pt x="51457" y="75725"/>
                    </a:lnTo>
                    <a:lnTo>
                      <a:pt x="51172" y="7458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" name="Контур"/>
              <p:cNvSpPr/>
              <p:nvPr/>
            </p:nvSpPr>
            <p:spPr>
              <a:xfrm>
                <a:off x="2367134" y="8380653"/>
                <a:ext cx="124639" cy="124733"/>
              </a:xfrm>
              <a:custGeom>
                <a:avLst/>
                <a:gdLst/>
                <a:ahLst/>
                <a:cxnLst/>
                <a:rect l="l" t="t" r="r" b="b"/>
                <a:pathLst>
                  <a:path w="124639" h="124733">
                    <a:moveTo>
                      <a:pt x="106796" y="60213"/>
                    </a:moveTo>
                    <a:lnTo>
                      <a:pt x="124639" y="91840"/>
                    </a:lnTo>
                    <a:lnTo>
                      <a:pt x="119515" y="97256"/>
                    </a:lnTo>
                    <a:lnTo>
                      <a:pt x="102948" y="93363"/>
                    </a:lnTo>
                    <a:lnTo>
                      <a:pt x="40762" y="124733"/>
                    </a:lnTo>
                    <a:lnTo>
                      <a:pt x="0" y="34958"/>
                    </a:lnTo>
                    <a:lnTo>
                      <a:pt x="72823" y="0"/>
                    </a:lnTo>
                    <a:lnTo>
                      <a:pt x="80622" y="13821"/>
                    </a:lnTo>
                    <a:lnTo>
                      <a:pt x="43958" y="15179"/>
                    </a:lnTo>
                    <a:lnTo>
                      <a:pt x="20907" y="42721"/>
                    </a:lnTo>
                    <a:lnTo>
                      <a:pt x="22459" y="78120"/>
                    </a:lnTo>
                    <a:lnTo>
                      <a:pt x="47635" y="98452"/>
                    </a:lnTo>
                    <a:lnTo>
                      <a:pt x="83426" y="94912"/>
                    </a:lnTo>
                    <a:lnTo>
                      <a:pt x="104674" y="73945"/>
                    </a:lnTo>
                    <a:lnTo>
                      <a:pt x="106796" y="602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" name="Контур"/>
              <p:cNvSpPr/>
              <p:nvPr/>
            </p:nvSpPr>
            <p:spPr>
              <a:xfrm>
                <a:off x="2616848" y="7716891"/>
                <a:ext cx="1097377" cy="720757"/>
              </a:xfrm>
              <a:custGeom>
                <a:avLst/>
                <a:gdLst/>
                <a:ahLst/>
                <a:cxnLst/>
                <a:rect l="l" t="t" r="r" b="b"/>
                <a:pathLst>
                  <a:path w="1097377" h="720757">
                    <a:moveTo>
                      <a:pt x="659502" y="260834"/>
                    </a:moveTo>
                    <a:lnTo>
                      <a:pt x="982224" y="58856"/>
                    </a:lnTo>
                    <a:lnTo>
                      <a:pt x="1073184" y="0"/>
                    </a:lnTo>
                    <a:lnTo>
                      <a:pt x="1097377" y="37689"/>
                    </a:lnTo>
                    <a:lnTo>
                      <a:pt x="1009380" y="101793"/>
                    </a:lnTo>
                    <a:lnTo>
                      <a:pt x="26189" y="720757"/>
                    </a:lnTo>
                    <a:lnTo>
                      <a:pt x="0" y="678558"/>
                    </a:lnTo>
                    <a:lnTo>
                      <a:pt x="659502" y="2608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" name="Контур"/>
              <p:cNvSpPr/>
              <p:nvPr/>
            </p:nvSpPr>
            <p:spPr>
              <a:xfrm>
                <a:off x="2256224" y="8169157"/>
                <a:ext cx="62156" cy="100977"/>
              </a:xfrm>
              <a:custGeom>
                <a:avLst/>
                <a:gdLst/>
                <a:ahLst/>
                <a:cxnLst/>
                <a:rect l="l" t="t" r="r" b="b"/>
                <a:pathLst>
                  <a:path w="62156" h="100977">
                    <a:moveTo>
                      <a:pt x="0" y="9277"/>
                    </a:moveTo>
                    <a:lnTo>
                      <a:pt x="924" y="8902"/>
                    </a:lnTo>
                    <a:lnTo>
                      <a:pt x="15321" y="0"/>
                    </a:lnTo>
                    <a:lnTo>
                      <a:pt x="62156" y="92878"/>
                    </a:lnTo>
                    <a:lnTo>
                      <a:pt x="44645" y="100977"/>
                    </a:lnTo>
                    <a:lnTo>
                      <a:pt x="0" y="927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" name="Контур"/>
              <p:cNvSpPr/>
              <p:nvPr/>
            </p:nvSpPr>
            <p:spPr>
              <a:xfrm>
                <a:off x="1833993" y="7560931"/>
                <a:ext cx="67505" cy="89999"/>
              </a:xfrm>
              <a:custGeom>
                <a:avLst/>
                <a:gdLst/>
                <a:ahLst/>
                <a:cxnLst/>
                <a:rect l="l" t="t" r="r" b="b"/>
                <a:pathLst>
                  <a:path w="67505" h="89999">
                    <a:moveTo>
                      <a:pt x="55488" y="89999"/>
                    </a:moveTo>
                    <a:lnTo>
                      <a:pt x="0" y="552"/>
                    </a:lnTo>
                    <a:lnTo>
                      <a:pt x="10708" y="0"/>
                    </a:lnTo>
                    <a:lnTo>
                      <a:pt x="67505" y="87306"/>
                    </a:lnTo>
                    <a:lnTo>
                      <a:pt x="63478" y="86925"/>
                    </a:lnTo>
                    <a:lnTo>
                      <a:pt x="58530" y="88403"/>
                    </a:lnTo>
                    <a:lnTo>
                      <a:pt x="55488" y="8999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" name="Контур"/>
              <p:cNvSpPr/>
              <p:nvPr/>
            </p:nvSpPr>
            <p:spPr>
              <a:xfrm>
                <a:off x="2053674" y="7939423"/>
                <a:ext cx="208339" cy="499097"/>
              </a:xfrm>
              <a:custGeom>
                <a:avLst/>
                <a:gdLst/>
                <a:ahLst/>
                <a:cxnLst/>
                <a:rect l="l" t="t" r="r" b="b"/>
                <a:pathLst>
                  <a:path w="208339" h="499097">
                    <a:moveTo>
                      <a:pt x="11242" y="0"/>
                    </a:moveTo>
                    <a:lnTo>
                      <a:pt x="70990" y="138216"/>
                    </a:lnTo>
                    <a:lnTo>
                      <a:pt x="143827" y="294672"/>
                    </a:lnTo>
                    <a:lnTo>
                      <a:pt x="205747" y="452933"/>
                    </a:lnTo>
                    <a:lnTo>
                      <a:pt x="207704" y="462185"/>
                    </a:lnTo>
                    <a:lnTo>
                      <a:pt x="208339" y="470644"/>
                    </a:lnTo>
                    <a:lnTo>
                      <a:pt x="206810" y="485092"/>
                    </a:lnTo>
                    <a:lnTo>
                      <a:pt x="202291" y="499097"/>
                    </a:lnTo>
                    <a:lnTo>
                      <a:pt x="188584" y="460020"/>
                    </a:lnTo>
                    <a:lnTo>
                      <a:pt x="136683" y="301640"/>
                    </a:lnTo>
                    <a:lnTo>
                      <a:pt x="0" y="9685"/>
                    </a:lnTo>
                    <a:lnTo>
                      <a:pt x="5980" y="6190"/>
                    </a:lnTo>
                    <a:lnTo>
                      <a:pt x="9893" y="2734"/>
                    </a:lnTo>
                    <a:lnTo>
                      <a:pt x="1124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" name="Контур"/>
              <p:cNvSpPr/>
              <p:nvPr/>
            </p:nvSpPr>
            <p:spPr>
              <a:xfrm>
                <a:off x="1925756" y="7543085"/>
                <a:ext cx="291398" cy="592218"/>
              </a:xfrm>
              <a:custGeom>
                <a:avLst/>
                <a:gdLst/>
                <a:ahLst/>
                <a:cxnLst/>
                <a:rect l="l" t="t" r="r" b="b"/>
                <a:pathLst>
                  <a:path w="291398" h="592218">
                    <a:moveTo>
                      <a:pt x="245188" y="460185"/>
                    </a:moveTo>
                    <a:lnTo>
                      <a:pt x="244658" y="460510"/>
                    </a:lnTo>
                    <a:lnTo>
                      <a:pt x="240996" y="463807"/>
                    </a:lnTo>
                    <a:lnTo>
                      <a:pt x="238760" y="468199"/>
                    </a:lnTo>
                    <a:lnTo>
                      <a:pt x="238251" y="473099"/>
                    </a:lnTo>
                    <a:lnTo>
                      <a:pt x="239533" y="477858"/>
                    </a:lnTo>
                    <a:lnTo>
                      <a:pt x="291398" y="586089"/>
                    </a:lnTo>
                    <a:lnTo>
                      <a:pt x="280577" y="592218"/>
                    </a:lnTo>
                    <a:lnTo>
                      <a:pt x="248197" y="521854"/>
                    </a:lnTo>
                    <a:lnTo>
                      <a:pt x="200524" y="414201"/>
                    </a:lnTo>
                    <a:lnTo>
                      <a:pt x="156823" y="321064"/>
                    </a:lnTo>
                    <a:lnTo>
                      <a:pt x="5537" y="30642"/>
                    </a:lnTo>
                    <a:lnTo>
                      <a:pt x="0" y="0"/>
                    </a:lnTo>
                    <a:lnTo>
                      <a:pt x="21104" y="13562"/>
                    </a:lnTo>
                    <a:lnTo>
                      <a:pt x="76904" y="123362"/>
                    </a:lnTo>
                    <a:lnTo>
                      <a:pt x="110204" y="194012"/>
                    </a:lnTo>
                    <a:lnTo>
                      <a:pt x="116054" y="206162"/>
                    </a:lnTo>
                    <a:lnTo>
                      <a:pt x="239291" y="448073"/>
                    </a:lnTo>
                    <a:lnTo>
                      <a:pt x="245188" y="46018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" name="Контур"/>
              <p:cNvSpPr/>
              <p:nvPr/>
            </p:nvSpPr>
            <p:spPr>
              <a:xfrm>
                <a:off x="3331424" y="7578041"/>
                <a:ext cx="44291" cy="40224"/>
              </a:xfrm>
              <a:custGeom>
                <a:avLst/>
                <a:gdLst/>
                <a:ahLst/>
                <a:cxnLst/>
                <a:rect l="l" t="t" r="r" b="b"/>
                <a:pathLst>
                  <a:path w="44291" h="40224">
                    <a:moveTo>
                      <a:pt x="13838" y="0"/>
                    </a:moveTo>
                    <a:lnTo>
                      <a:pt x="27119" y="20448"/>
                    </a:lnTo>
                    <a:lnTo>
                      <a:pt x="30008" y="23637"/>
                    </a:lnTo>
                    <a:lnTo>
                      <a:pt x="33754" y="25754"/>
                    </a:lnTo>
                    <a:lnTo>
                      <a:pt x="37976" y="26586"/>
                    </a:lnTo>
                    <a:lnTo>
                      <a:pt x="42246" y="26047"/>
                    </a:lnTo>
                    <a:lnTo>
                      <a:pt x="44291" y="25069"/>
                    </a:lnTo>
                    <a:lnTo>
                      <a:pt x="20312" y="40224"/>
                    </a:lnTo>
                    <a:lnTo>
                      <a:pt x="0" y="9229"/>
                    </a:lnTo>
                    <a:lnTo>
                      <a:pt x="1383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" name="Контур"/>
              <p:cNvSpPr/>
              <p:nvPr/>
            </p:nvSpPr>
            <p:spPr>
              <a:xfrm>
                <a:off x="3382221" y="7251155"/>
                <a:ext cx="163394" cy="347844"/>
              </a:xfrm>
              <a:custGeom>
                <a:avLst/>
                <a:gdLst/>
                <a:ahLst/>
                <a:cxnLst/>
                <a:rect l="l" t="t" r="r" b="b"/>
                <a:pathLst>
                  <a:path w="163394" h="347844">
                    <a:moveTo>
                      <a:pt x="49477" y="0"/>
                    </a:moveTo>
                    <a:lnTo>
                      <a:pt x="151614" y="164659"/>
                    </a:lnTo>
                    <a:lnTo>
                      <a:pt x="163394" y="198337"/>
                    </a:lnTo>
                    <a:lnTo>
                      <a:pt x="157504" y="226963"/>
                    </a:lnTo>
                    <a:lnTo>
                      <a:pt x="148369" y="254075"/>
                    </a:lnTo>
                    <a:lnTo>
                      <a:pt x="0" y="347844"/>
                    </a:lnTo>
                    <a:lnTo>
                      <a:pt x="51070" y="312471"/>
                    </a:lnTo>
                    <a:lnTo>
                      <a:pt x="54544" y="308968"/>
                    </a:lnTo>
                    <a:lnTo>
                      <a:pt x="56528" y="304451"/>
                    </a:lnTo>
                    <a:lnTo>
                      <a:pt x="56755" y="299522"/>
                    </a:lnTo>
                    <a:lnTo>
                      <a:pt x="55197" y="294840"/>
                    </a:lnTo>
                    <a:lnTo>
                      <a:pt x="50957" y="287172"/>
                    </a:lnTo>
                    <a:lnTo>
                      <a:pt x="120543" y="240198"/>
                    </a:lnTo>
                    <a:lnTo>
                      <a:pt x="129843" y="226553"/>
                    </a:lnTo>
                    <a:lnTo>
                      <a:pt x="126743" y="210426"/>
                    </a:lnTo>
                    <a:lnTo>
                      <a:pt x="10896" y="28808"/>
                    </a:lnTo>
                    <a:lnTo>
                      <a:pt x="43948" y="7550"/>
                    </a:lnTo>
                    <a:lnTo>
                      <a:pt x="47651" y="4014"/>
                    </a:lnTo>
                    <a:lnTo>
                      <a:pt x="4947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" name="Контур"/>
              <p:cNvSpPr/>
              <p:nvPr/>
            </p:nvSpPr>
            <p:spPr>
              <a:xfrm>
                <a:off x="2100438" y="7703433"/>
                <a:ext cx="156342" cy="122121"/>
              </a:xfrm>
              <a:custGeom>
                <a:avLst/>
                <a:gdLst/>
                <a:ahLst/>
                <a:cxnLst/>
                <a:rect l="l" t="t" r="r" b="b"/>
                <a:pathLst>
                  <a:path w="156342" h="122121">
                    <a:moveTo>
                      <a:pt x="129731" y="61446"/>
                    </a:moveTo>
                    <a:lnTo>
                      <a:pt x="156342" y="98198"/>
                    </a:lnTo>
                    <a:lnTo>
                      <a:pt x="118061" y="122046"/>
                    </a:lnTo>
                    <a:lnTo>
                      <a:pt x="81766" y="122121"/>
                    </a:lnTo>
                    <a:lnTo>
                      <a:pt x="51609" y="102837"/>
                    </a:lnTo>
                    <a:lnTo>
                      <a:pt x="40106" y="88529"/>
                    </a:lnTo>
                    <a:lnTo>
                      <a:pt x="0" y="17302"/>
                    </a:lnTo>
                    <a:lnTo>
                      <a:pt x="2691" y="7920"/>
                    </a:lnTo>
                    <a:lnTo>
                      <a:pt x="15314" y="0"/>
                    </a:lnTo>
                    <a:lnTo>
                      <a:pt x="74433" y="90050"/>
                    </a:lnTo>
                    <a:lnTo>
                      <a:pt x="86718" y="88899"/>
                    </a:lnTo>
                    <a:lnTo>
                      <a:pt x="129731" y="6144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" name="Контур"/>
              <p:cNvSpPr/>
              <p:nvPr/>
            </p:nvSpPr>
            <p:spPr>
              <a:xfrm>
                <a:off x="2104889" y="8886099"/>
                <a:ext cx="380230" cy="287676"/>
              </a:xfrm>
              <a:custGeom>
                <a:avLst/>
                <a:gdLst/>
                <a:ahLst/>
                <a:cxnLst/>
                <a:rect l="l" t="t" r="r" b="b"/>
                <a:pathLst>
                  <a:path w="380230" h="287676">
                    <a:moveTo>
                      <a:pt x="188579" y="190137"/>
                    </a:moveTo>
                    <a:lnTo>
                      <a:pt x="33316" y="287676"/>
                    </a:lnTo>
                    <a:lnTo>
                      <a:pt x="0" y="228375"/>
                    </a:lnTo>
                    <a:lnTo>
                      <a:pt x="278021" y="38800"/>
                    </a:lnTo>
                    <a:lnTo>
                      <a:pt x="333968" y="0"/>
                    </a:lnTo>
                    <a:lnTo>
                      <a:pt x="380230" y="71503"/>
                    </a:lnTo>
                    <a:lnTo>
                      <a:pt x="373421" y="75772"/>
                    </a:lnTo>
                    <a:lnTo>
                      <a:pt x="359162" y="84930"/>
                    </a:lnTo>
                    <a:lnTo>
                      <a:pt x="358628" y="84405"/>
                    </a:lnTo>
                    <a:lnTo>
                      <a:pt x="353743" y="82432"/>
                    </a:lnTo>
                    <a:lnTo>
                      <a:pt x="348476" y="82479"/>
                    </a:lnTo>
                    <a:lnTo>
                      <a:pt x="343627" y="84538"/>
                    </a:lnTo>
                    <a:lnTo>
                      <a:pt x="188579" y="1901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" name="Контур"/>
              <p:cNvSpPr/>
              <p:nvPr/>
            </p:nvSpPr>
            <p:spPr>
              <a:xfrm>
                <a:off x="1883004" y="8874697"/>
                <a:ext cx="486667" cy="257304"/>
              </a:xfrm>
              <a:custGeom>
                <a:avLst/>
                <a:gdLst/>
                <a:ahLst/>
                <a:cxnLst/>
                <a:rect l="l" t="t" r="r" b="b"/>
                <a:pathLst>
                  <a:path w="486667" h="257304">
                    <a:moveTo>
                      <a:pt x="302956" y="34648"/>
                    </a:moveTo>
                    <a:lnTo>
                      <a:pt x="358232" y="0"/>
                    </a:lnTo>
                    <a:lnTo>
                      <a:pt x="486667" y="0"/>
                    </a:lnTo>
                    <a:lnTo>
                      <a:pt x="430872" y="36663"/>
                    </a:lnTo>
                    <a:lnTo>
                      <a:pt x="409970" y="7582"/>
                    </a:lnTo>
                    <a:lnTo>
                      <a:pt x="19433" y="257304"/>
                    </a:lnTo>
                    <a:lnTo>
                      <a:pt x="0" y="222507"/>
                    </a:lnTo>
                    <a:lnTo>
                      <a:pt x="302956" y="3464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" name="Контур"/>
              <p:cNvSpPr/>
              <p:nvPr/>
            </p:nvSpPr>
            <p:spPr>
              <a:xfrm>
                <a:off x="2241236" y="8806990"/>
                <a:ext cx="137854" cy="67707"/>
              </a:xfrm>
              <a:custGeom>
                <a:avLst/>
                <a:gdLst/>
                <a:ahLst/>
                <a:cxnLst/>
                <a:rect l="l" t="t" r="r" b="b"/>
                <a:pathLst>
                  <a:path w="137854" h="67707">
                    <a:moveTo>
                      <a:pt x="137854" y="35174"/>
                    </a:moveTo>
                    <a:lnTo>
                      <a:pt x="137629" y="61581"/>
                    </a:lnTo>
                    <a:lnTo>
                      <a:pt x="128435" y="67707"/>
                    </a:lnTo>
                    <a:lnTo>
                      <a:pt x="0" y="67707"/>
                    </a:lnTo>
                    <a:lnTo>
                      <a:pt x="109876" y="0"/>
                    </a:lnTo>
                    <a:lnTo>
                      <a:pt x="137854" y="351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" name="Контур"/>
              <p:cNvSpPr/>
              <p:nvPr/>
            </p:nvSpPr>
            <p:spPr>
              <a:xfrm>
                <a:off x="2133259" y="8730814"/>
                <a:ext cx="154379" cy="143883"/>
              </a:xfrm>
              <a:custGeom>
                <a:avLst/>
                <a:gdLst/>
                <a:ahLst/>
                <a:cxnLst/>
                <a:rect l="l" t="t" r="r" b="b"/>
                <a:pathLst>
                  <a:path w="154379" h="143883">
                    <a:moveTo>
                      <a:pt x="32080" y="143883"/>
                    </a:moveTo>
                    <a:lnTo>
                      <a:pt x="0" y="95517"/>
                    </a:lnTo>
                    <a:lnTo>
                      <a:pt x="126243" y="60498"/>
                    </a:lnTo>
                    <a:lnTo>
                      <a:pt x="142686" y="0"/>
                    </a:lnTo>
                    <a:lnTo>
                      <a:pt x="154379" y="34282"/>
                    </a:lnTo>
                    <a:lnTo>
                      <a:pt x="126785" y="99465"/>
                    </a:lnTo>
                    <a:lnTo>
                      <a:pt x="32080" y="1438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" name="Контур"/>
              <p:cNvSpPr/>
              <p:nvPr/>
            </p:nvSpPr>
            <p:spPr>
              <a:xfrm>
                <a:off x="2085656" y="8694519"/>
                <a:ext cx="117328" cy="73208"/>
              </a:xfrm>
              <a:custGeom>
                <a:avLst/>
                <a:gdLst/>
                <a:ahLst/>
                <a:cxnLst/>
                <a:rect l="l" t="t" r="r" b="b"/>
                <a:pathLst>
                  <a:path w="117328" h="73208">
                    <a:moveTo>
                      <a:pt x="117124" y="0"/>
                    </a:moveTo>
                    <a:lnTo>
                      <a:pt x="117328" y="359"/>
                    </a:lnTo>
                    <a:lnTo>
                      <a:pt x="116993" y="8304"/>
                    </a:lnTo>
                    <a:lnTo>
                      <a:pt x="114955" y="12836"/>
                    </a:lnTo>
                    <a:lnTo>
                      <a:pt x="10387" y="73208"/>
                    </a:lnTo>
                    <a:lnTo>
                      <a:pt x="0" y="56853"/>
                    </a:lnTo>
                    <a:lnTo>
                      <a:pt x="1127" y="56252"/>
                    </a:lnTo>
                    <a:lnTo>
                      <a:pt x="2572" y="58000"/>
                    </a:lnTo>
                    <a:lnTo>
                      <a:pt x="6137" y="60265"/>
                    </a:lnTo>
                    <a:lnTo>
                      <a:pt x="10228" y="61318"/>
                    </a:lnTo>
                    <a:lnTo>
                      <a:pt x="14443" y="61054"/>
                    </a:lnTo>
                    <a:lnTo>
                      <a:pt x="18372" y="59501"/>
                    </a:lnTo>
                    <a:lnTo>
                      <a:pt x="113331" y="3395"/>
                    </a:lnTo>
                    <a:lnTo>
                      <a:pt x="11712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" name="Контур"/>
              <p:cNvSpPr/>
              <p:nvPr/>
            </p:nvSpPr>
            <p:spPr>
              <a:xfrm>
                <a:off x="2206333" y="8126937"/>
                <a:ext cx="1313961" cy="594293"/>
              </a:xfrm>
              <a:custGeom>
                <a:avLst/>
                <a:gdLst/>
                <a:ahLst/>
                <a:cxnLst/>
                <a:rect l="l" t="t" r="r" b="b"/>
                <a:pathLst>
                  <a:path w="1313961" h="594293">
                    <a:moveTo>
                      <a:pt x="49891" y="51497"/>
                    </a:moveTo>
                    <a:lnTo>
                      <a:pt x="201563" y="378449"/>
                    </a:lnTo>
                    <a:lnTo>
                      <a:pt x="194560" y="384926"/>
                    </a:lnTo>
                    <a:lnTo>
                      <a:pt x="194645" y="397295"/>
                    </a:lnTo>
                    <a:lnTo>
                      <a:pt x="270371" y="541754"/>
                    </a:lnTo>
                    <a:lnTo>
                      <a:pt x="331515" y="571419"/>
                    </a:lnTo>
                    <a:lnTo>
                      <a:pt x="434666" y="519505"/>
                    </a:lnTo>
                    <a:lnTo>
                      <a:pt x="441735" y="509324"/>
                    </a:lnTo>
                    <a:lnTo>
                      <a:pt x="438166" y="497436"/>
                    </a:lnTo>
                    <a:lnTo>
                      <a:pt x="466978" y="477868"/>
                    </a:lnTo>
                    <a:lnTo>
                      <a:pt x="476163" y="484829"/>
                    </a:lnTo>
                    <a:lnTo>
                      <a:pt x="486329" y="482986"/>
                    </a:lnTo>
                    <a:lnTo>
                      <a:pt x="856873" y="244421"/>
                    </a:lnTo>
                    <a:lnTo>
                      <a:pt x="863043" y="233830"/>
                    </a:lnTo>
                    <a:lnTo>
                      <a:pt x="861662" y="221187"/>
                    </a:lnTo>
                    <a:lnTo>
                      <a:pt x="887913" y="257672"/>
                    </a:lnTo>
                    <a:lnTo>
                      <a:pt x="1302304" y="0"/>
                    </a:lnTo>
                    <a:lnTo>
                      <a:pt x="1313961" y="18904"/>
                    </a:lnTo>
                    <a:lnTo>
                      <a:pt x="368202" y="572915"/>
                    </a:lnTo>
                    <a:lnTo>
                      <a:pt x="329281" y="592766"/>
                    </a:lnTo>
                    <a:lnTo>
                      <a:pt x="312109" y="594293"/>
                    </a:lnTo>
                    <a:lnTo>
                      <a:pt x="276446" y="585923"/>
                    </a:lnTo>
                    <a:lnTo>
                      <a:pt x="151980" y="353362"/>
                    </a:lnTo>
                    <a:lnTo>
                      <a:pt x="0" y="8366"/>
                    </a:lnTo>
                    <a:lnTo>
                      <a:pt x="10821" y="2237"/>
                    </a:lnTo>
                    <a:lnTo>
                      <a:pt x="34141" y="49157"/>
                    </a:lnTo>
                    <a:lnTo>
                      <a:pt x="49891" y="5149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" name="Контур"/>
              <p:cNvSpPr/>
              <p:nvPr/>
            </p:nvSpPr>
            <p:spPr>
              <a:xfrm>
                <a:off x="2038025" y="8522969"/>
                <a:ext cx="66907" cy="34081"/>
              </a:xfrm>
              <a:custGeom>
                <a:avLst/>
                <a:gdLst/>
                <a:ahLst/>
                <a:cxnLst/>
                <a:rect l="l" t="t" r="r" b="b"/>
                <a:pathLst>
                  <a:path w="66907" h="34081">
                    <a:moveTo>
                      <a:pt x="0" y="26362"/>
                    </a:moveTo>
                    <a:lnTo>
                      <a:pt x="55013" y="327"/>
                    </a:lnTo>
                    <a:lnTo>
                      <a:pt x="55704" y="0"/>
                    </a:lnTo>
                    <a:lnTo>
                      <a:pt x="66907" y="21045"/>
                    </a:lnTo>
                    <a:lnTo>
                      <a:pt x="27098" y="31937"/>
                    </a:lnTo>
                    <a:lnTo>
                      <a:pt x="12635" y="34081"/>
                    </a:lnTo>
                    <a:lnTo>
                      <a:pt x="0" y="2636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" name="Контур"/>
              <p:cNvSpPr/>
              <p:nvPr/>
            </p:nvSpPr>
            <p:spPr>
              <a:xfrm>
                <a:off x="3036112" y="8502305"/>
                <a:ext cx="79918" cy="84394"/>
              </a:xfrm>
              <a:custGeom>
                <a:avLst/>
                <a:gdLst/>
                <a:ahLst/>
                <a:cxnLst/>
                <a:rect l="l" t="t" r="r" b="b"/>
                <a:pathLst>
                  <a:path w="79918" h="84394">
                    <a:moveTo>
                      <a:pt x="79918" y="55692"/>
                    </a:moveTo>
                    <a:lnTo>
                      <a:pt x="34665" y="84394"/>
                    </a:lnTo>
                    <a:lnTo>
                      <a:pt x="0" y="28952"/>
                    </a:lnTo>
                    <a:lnTo>
                      <a:pt x="44692" y="0"/>
                    </a:lnTo>
                    <a:lnTo>
                      <a:pt x="79918" y="5569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" name="Контур"/>
              <p:cNvSpPr/>
              <p:nvPr/>
            </p:nvSpPr>
            <p:spPr>
              <a:xfrm>
                <a:off x="3395223" y="9463178"/>
                <a:ext cx="1264440" cy="724822"/>
              </a:xfrm>
              <a:custGeom>
                <a:avLst/>
                <a:gdLst/>
                <a:ahLst/>
                <a:cxnLst/>
                <a:rect l="l" t="t" r="r" b="b"/>
                <a:pathLst>
                  <a:path w="1264440" h="724822">
                    <a:moveTo>
                      <a:pt x="0" y="724822"/>
                    </a:moveTo>
                    <a:lnTo>
                      <a:pt x="772381" y="267870"/>
                    </a:lnTo>
                    <a:lnTo>
                      <a:pt x="844765" y="233327"/>
                    </a:lnTo>
                    <a:lnTo>
                      <a:pt x="1118023" y="71102"/>
                    </a:lnTo>
                    <a:lnTo>
                      <a:pt x="1264440" y="0"/>
                    </a:lnTo>
                    <a:lnTo>
                      <a:pt x="994570" y="161714"/>
                    </a:lnTo>
                    <a:lnTo>
                      <a:pt x="746918" y="317773"/>
                    </a:lnTo>
                    <a:lnTo>
                      <a:pt x="633203" y="376363"/>
                    </a:lnTo>
                    <a:lnTo>
                      <a:pt x="546893" y="431398"/>
                    </a:lnTo>
                    <a:lnTo>
                      <a:pt x="403838" y="507853"/>
                    </a:lnTo>
                    <a:lnTo>
                      <a:pt x="43857" y="72482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" name="Контур"/>
              <p:cNvSpPr/>
              <p:nvPr/>
            </p:nvSpPr>
            <p:spPr>
              <a:xfrm>
                <a:off x="1794008" y="10026798"/>
                <a:ext cx="219444" cy="161202"/>
              </a:xfrm>
              <a:custGeom>
                <a:avLst/>
                <a:gdLst/>
                <a:ahLst/>
                <a:cxnLst/>
                <a:rect l="l" t="t" r="r" b="b"/>
                <a:pathLst>
                  <a:path w="219444" h="161202">
                    <a:moveTo>
                      <a:pt x="0" y="161202"/>
                    </a:moveTo>
                    <a:lnTo>
                      <a:pt x="43673" y="120058"/>
                    </a:lnTo>
                    <a:lnTo>
                      <a:pt x="209828" y="0"/>
                    </a:lnTo>
                    <a:lnTo>
                      <a:pt x="219444" y="17242"/>
                    </a:lnTo>
                    <a:lnTo>
                      <a:pt x="215763" y="20210"/>
                    </a:lnTo>
                    <a:lnTo>
                      <a:pt x="210691" y="13286"/>
                    </a:lnTo>
                    <a:lnTo>
                      <a:pt x="196170" y="23924"/>
                    </a:lnTo>
                    <a:lnTo>
                      <a:pt x="201641" y="31390"/>
                    </a:lnTo>
                    <a:lnTo>
                      <a:pt x="75648" y="129297"/>
                    </a:lnTo>
                    <a:lnTo>
                      <a:pt x="70480" y="122244"/>
                    </a:lnTo>
                    <a:lnTo>
                      <a:pt x="55961" y="132882"/>
                    </a:lnTo>
                    <a:lnTo>
                      <a:pt x="61463" y="140392"/>
                    </a:lnTo>
                    <a:lnTo>
                      <a:pt x="35027" y="16120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" name="Контур"/>
              <p:cNvSpPr/>
              <p:nvPr/>
            </p:nvSpPr>
            <p:spPr>
              <a:xfrm>
                <a:off x="1849969" y="10149042"/>
                <a:ext cx="19687" cy="18148"/>
              </a:xfrm>
              <a:custGeom>
                <a:avLst/>
                <a:gdLst/>
                <a:ahLst/>
                <a:cxnLst/>
                <a:rect l="l" t="t" r="r" b="b"/>
                <a:pathLst>
                  <a:path w="19687" h="18148">
                    <a:moveTo>
                      <a:pt x="19687" y="7053"/>
                    </a:moveTo>
                    <a:lnTo>
                      <a:pt x="5502" y="18148"/>
                    </a:lnTo>
                    <a:lnTo>
                      <a:pt x="0" y="10638"/>
                    </a:lnTo>
                    <a:lnTo>
                      <a:pt x="14519" y="0"/>
                    </a:lnTo>
                    <a:lnTo>
                      <a:pt x="19687" y="70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" name="Контур"/>
              <p:cNvSpPr/>
              <p:nvPr/>
            </p:nvSpPr>
            <p:spPr>
              <a:xfrm>
                <a:off x="2173056" y="9786104"/>
                <a:ext cx="37592" cy="28336"/>
              </a:xfrm>
              <a:custGeom>
                <a:avLst/>
                <a:gdLst/>
                <a:ahLst/>
                <a:cxnLst/>
                <a:rect l="l" t="t" r="r" b="b"/>
                <a:pathLst>
                  <a:path w="37592" h="28336">
                    <a:moveTo>
                      <a:pt x="0" y="28336"/>
                    </a:moveTo>
                    <a:lnTo>
                      <a:pt x="5898" y="22930"/>
                    </a:lnTo>
                    <a:lnTo>
                      <a:pt x="29968" y="0"/>
                    </a:lnTo>
                    <a:lnTo>
                      <a:pt x="33753" y="120"/>
                    </a:lnTo>
                    <a:lnTo>
                      <a:pt x="37592" y="3990"/>
                    </a:lnTo>
                    <a:lnTo>
                      <a:pt x="0" y="2833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" name="Контур"/>
              <p:cNvSpPr/>
              <p:nvPr/>
            </p:nvSpPr>
            <p:spPr>
              <a:xfrm>
                <a:off x="2003836" y="9826067"/>
                <a:ext cx="191698" cy="230921"/>
              </a:xfrm>
              <a:custGeom>
                <a:avLst/>
                <a:gdLst/>
                <a:ahLst/>
                <a:cxnLst/>
                <a:rect l="l" t="t" r="r" b="b"/>
                <a:pathLst>
                  <a:path w="191698" h="230921">
                    <a:moveTo>
                      <a:pt x="158210" y="12291"/>
                    </a:moveTo>
                    <a:lnTo>
                      <a:pt x="152264" y="17288"/>
                    </a:lnTo>
                    <a:lnTo>
                      <a:pt x="191698" y="76573"/>
                    </a:lnTo>
                    <a:lnTo>
                      <a:pt x="16837" y="230921"/>
                    </a:lnTo>
                    <a:lnTo>
                      <a:pt x="0" y="200731"/>
                    </a:lnTo>
                    <a:lnTo>
                      <a:pt x="51456" y="163550"/>
                    </a:lnTo>
                    <a:lnTo>
                      <a:pt x="40878" y="138681"/>
                    </a:lnTo>
                    <a:lnTo>
                      <a:pt x="47537" y="123477"/>
                    </a:lnTo>
                    <a:lnTo>
                      <a:pt x="38322" y="108377"/>
                    </a:lnTo>
                    <a:lnTo>
                      <a:pt x="156538" y="0"/>
                    </a:lnTo>
                    <a:lnTo>
                      <a:pt x="158210" y="1229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" name="Контур"/>
              <p:cNvSpPr/>
              <p:nvPr/>
            </p:nvSpPr>
            <p:spPr>
              <a:xfrm>
                <a:off x="2241385" y="8943304"/>
                <a:ext cx="1367696" cy="848374"/>
              </a:xfrm>
              <a:custGeom>
                <a:avLst/>
                <a:gdLst/>
                <a:ahLst/>
                <a:cxnLst/>
                <a:rect l="l" t="t" r="r" b="b"/>
                <a:pathLst>
                  <a:path w="1367696" h="848374">
                    <a:moveTo>
                      <a:pt x="0" y="848374"/>
                    </a:moveTo>
                    <a:lnTo>
                      <a:pt x="30426" y="815925"/>
                    </a:lnTo>
                    <a:lnTo>
                      <a:pt x="27671" y="801542"/>
                    </a:lnTo>
                    <a:lnTo>
                      <a:pt x="141525" y="685191"/>
                    </a:lnTo>
                    <a:lnTo>
                      <a:pt x="333558" y="501840"/>
                    </a:lnTo>
                    <a:lnTo>
                      <a:pt x="926982" y="137124"/>
                    </a:lnTo>
                    <a:lnTo>
                      <a:pt x="1195515" y="0"/>
                    </a:lnTo>
                    <a:lnTo>
                      <a:pt x="1310247" y="7317"/>
                    </a:lnTo>
                    <a:lnTo>
                      <a:pt x="1367696" y="105050"/>
                    </a:lnTo>
                    <a:lnTo>
                      <a:pt x="1358857" y="107662"/>
                    </a:lnTo>
                    <a:lnTo>
                      <a:pt x="1306103" y="17997"/>
                    </a:lnTo>
                    <a:lnTo>
                      <a:pt x="1181322" y="23044"/>
                    </a:lnTo>
                    <a:lnTo>
                      <a:pt x="802746" y="233217"/>
                    </a:lnTo>
                    <a:lnTo>
                      <a:pt x="661491" y="317406"/>
                    </a:lnTo>
                    <a:lnTo>
                      <a:pt x="306630" y="550044"/>
                    </a:lnTo>
                    <a:lnTo>
                      <a:pt x="0" y="8483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" name="Контур"/>
              <p:cNvSpPr/>
              <p:nvPr/>
            </p:nvSpPr>
            <p:spPr>
              <a:xfrm>
                <a:off x="1764417" y="9964748"/>
                <a:ext cx="290875" cy="182108"/>
              </a:xfrm>
              <a:custGeom>
                <a:avLst/>
                <a:gdLst/>
                <a:ahLst/>
                <a:cxnLst/>
                <a:rect l="l" t="t" r="r" b="b"/>
                <a:pathLst>
                  <a:path w="290875" h="182108">
                    <a:moveTo>
                      <a:pt x="0" y="78563"/>
                    </a:moveTo>
                    <a:lnTo>
                      <a:pt x="66872" y="157961"/>
                    </a:lnTo>
                    <a:lnTo>
                      <a:pt x="70948" y="161232"/>
                    </a:lnTo>
                    <a:lnTo>
                      <a:pt x="75961" y="162708"/>
                    </a:lnTo>
                    <a:lnTo>
                      <a:pt x="81160" y="162170"/>
                    </a:lnTo>
                    <a:lnTo>
                      <a:pt x="85764" y="159699"/>
                    </a:lnTo>
                    <a:lnTo>
                      <a:pt x="280297" y="0"/>
                    </a:lnTo>
                    <a:lnTo>
                      <a:pt x="290875" y="24869"/>
                    </a:lnTo>
                    <a:lnTo>
                      <a:pt x="239419" y="62050"/>
                    </a:lnTo>
                    <a:lnTo>
                      <a:pt x="73264" y="182108"/>
                    </a:lnTo>
                    <a:lnTo>
                      <a:pt x="18623" y="104425"/>
                    </a:lnTo>
                    <a:lnTo>
                      <a:pt x="0" y="785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" name="Контур"/>
              <p:cNvSpPr/>
              <p:nvPr/>
            </p:nvSpPr>
            <p:spPr>
              <a:xfrm>
                <a:off x="1990178" y="10040084"/>
                <a:ext cx="19593" cy="18104"/>
              </a:xfrm>
              <a:custGeom>
                <a:avLst/>
                <a:gdLst/>
                <a:ahLst/>
                <a:cxnLst/>
                <a:rect l="l" t="t" r="r" b="b"/>
                <a:pathLst>
                  <a:path w="19593" h="18104">
                    <a:moveTo>
                      <a:pt x="19593" y="6924"/>
                    </a:moveTo>
                    <a:lnTo>
                      <a:pt x="5471" y="18104"/>
                    </a:lnTo>
                    <a:lnTo>
                      <a:pt x="0" y="10638"/>
                    </a:lnTo>
                    <a:lnTo>
                      <a:pt x="14521" y="0"/>
                    </a:lnTo>
                    <a:lnTo>
                      <a:pt x="19593" y="69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3" name="Контур"/>
              <p:cNvSpPr/>
              <p:nvPr/>
            </p:nvSpPr>
            <p:spPr>
              <a:xfrm>
                <a:off x="2237358" y="9265797"/>
                <a:ext cx="569682" cy="479049"/>
              </a:xfrm>
              <a:custGeom>
                <a:avLst/>
                <a:gdLst/>
                <a:ahLst/>
                <a:cxnLst/>
                <a:rect l="l" t="t" r="r" b="b"/>
                <a:pathLst>
                  <a:path w="569682" h="479049">
                    <a:moveTo>
                      <a:pt x="288379" y="152588"/>
                    </a:moveTo>
                    <a:lnTo>
                      <a:pt x="299449" y="162792"/>
                    </a:lnTo>
                    <a:lnTo>
                      <a:pt x="309637" y="161068"/>
                    </a:lnTo>
                    <a:lnTo>
                      <a:pt x="533163" y="20814"/>
                    </a:lnTo>
                    <a:lnTo>
                      <a:pt x="538886" y="5633"/>
                    </a:lnTo>
                    <a:lnTo>
                      <a:pt x="548376" y="0"/>
                    </a:lnTo>
                    <a:lnTo>
                      <a:pt x="569682" y="37766"/>
                    </a:lnTo>
                    <a:lnTo>
                      <a:pt x="337585" y="179347"/>
                    </a:lnTo>
                    <a:lnTo>
                      <a:pt x="145552" y="362698"/>
                    </a:lnTo>
                    <a:lnTo>
                      <a:pt x="31698" y="479049"/>
                    </a:lnTo>
                    <a:lnTo>
                      <a:pt x="0" y="446801"/>
                    </a:lnTo>
                    <a:lnTo>
                      <a:pt x="48587" y="399103"/>
                    </a:lnTo>
                    <a:lnTo>
                      <a:pt x="65387" y="397139"/>
                    </a:lnTo>
                    <a:lnTo>
                      <a:pt x="282951" y="178263"/>
                    </a:lnTo>
                    <a:lnTo>
                      <a:pt x="286871" y="169154"/>
                    </a:lnTo>
                    <a:lnTo>
                      <a:pt x="282320" y="158474"/>
                    </a:lnTo>
                    <a:lnTo>
                      <a:pt x="288379" y="15258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4" name="Контур"/>
              <p:cNvSpPr/>
              <p:nvPr/>
            </p:nvSpPr>
            <p:spPr>
              <a:xfrm>
                <a:off x="1635433" y="8094067"/>
                <a:ext cx="239803" cy="197007"/>
              </a:xfrm>
              <a:custGeom>
                <a:avLst/>
                <a:gdLst/>
                <a:ahLst/>
                <a:cxnLst/>
                <a:rect l="l" t="t" r="r" b="b"/>
                <a:pathLst>
                  <a:path w="239803" h="197007">
                    <a:moveTo>
                      <a:pt x="171325" y="0"/>
                    </a:moveTo>
                    <a:lnTo>
                      <a:pt x="217759" y="85056"/>
                    </a:lnTo>
                    <a:lnTo>
                      <a:pt x="211352" y="92319"/>
                    </a:lnTo>
                    <a:lnTo>
                      <a:pt x="211862" y="102638"/>
                    </a:lnTo>
                    <a:lnTo>
                      <a:pt x="239803" y="161686"/>
                    </a:lnTo>
                    <a:lnTo>
                      <a:pt x="163943" y="197007"/>
                    </a:lnTo>
                    <a:lnTo>
                      <a:pt x="107950" y="83164"/>
                    </a:lnTo>
                    <a:lnTo>
                      <a:pt x="96322" y="79286"/>
                    </a:lnTo>
                    <a:lnTo>
                      <a:pt x="57819" y="97790"/>
                    </a:lnTo>
                    <a:lnTo>
                      <a:pt x="50379" y="110691"/>
                    </a:lnTo>
                    <a:lnTo>
                      <a:pt x="56370" y="125395"/>
                    </a:lnTo>
                    <a:lnTo>
                      <a:pt x="42791" y="132220"/>
                    </a:lnTo>
                    <a:lnTo>
                      <a:pt x="35827" y="120254"/>
                    </a:lnTo>
                    <a:lnTo>
                      <a:pt x="22098" y="117892"/>
                    </a:lnTo>
                    <a:lnTo>
                      <a:pt x="0" y="71502"/>
                    </a:lnTo>
                    <a:lnTo>
                      <a:pt x="27222" y="58951"/>
                    </a:lnTo>
                    <a:lnTo>
                      <a:pt x="39582" y="59386"/>
                    </a:lnTo>
                    <a:lnTo>
                      <a:pt x="92220" y="32593"/>
                    </a:lnTo>
                    <a:lnTo>
                      <a:pt x="108770" y="35377"/>
                    </a:lnTo>
                    <a:lnTo>
                      <a:pt x="17132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5" name="Контур"/>
              <p:cNvSpPr/>
              <p:nvPr/>
            </p:nvSpPr>
            <p:spPr>
              <a:xfrm>
                <a:off x="252000" y="7864563"/>
                <a:ext cx="169131" cy="189287"/>
              </a:xfrm>
              <a:custGeom>
                <a:avLst/>
                <a:gdLst/>
                <a:ahLst/>
                <a:cxnLst/>
                <a:rect l="l" t="t" r="r" b="b"/>
                <a:pathLst>
                  <a:path w="169131" h="189287">
                    <a:moveTo>
                      <a:pt x="0" y="189287"/>
                    </a:moveTo>
                    <a:lnTo>
                      <a:pt x="0" y="101124"/>
                    </a:lnTo>
                    <a:lnTo>
                      <a:pt x="169131" y="0"/>
                    </a:lnTo>
                    <a:lnTo>
                      <a:pt x="135880" y="59229"/>
                    </a:lnTo>
                    <a:lnTo>
                      <a:pt x="153304" y="95836"/>
                    </a:lnTo>
                    <a:lnTo>
                      <a:pt x="96216" y="13063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6" name="Контур"/>
              <p:cNvSpPr/>
              <p:nvPr/>
            </p:nvSpPr>
            <p:spPr>
              <a:xfrm>
                <a:off x="661213" y="1584000"/>
                <a:ext cx="8380488" cy="5982174"/>
              </a:xfrm>
              <a:custGeom>
                <a:avLst/>
                <a:gdLst/>
                <a:ahLst/>
                <a:cxnLst/>
                <a:rect l="l" t="t" r="r" b="b"/>
                <a:pathLst>
                  <a:path w="8380488" h="5982174">
                    <a:moveTo>
                      <a:pt x="5599304" y="2224209"/>
                    </a:moveTo>
                    <a:lnTo>
                      <a:pt x="5872378" y="2012013"/>
                    </a:lnTo>
                    <a:lnTo>
                      <a:pt x="5877443" y="2003351"/>
                    </a:lnTo>
                    <a:lnTo>
                      <a:pt x="5871567" y="1988520"/>
                    </a:lnTo>
                    <a:lnTo>
                      <a:pt x="5962312" y="1912395"/>
                    </a:lnTo>
                    <a:lnTo>
                      <a:pt x="5965292" y="1895933"/>
                    </a:lnTo>
                    <a:lnTo>
                      <a:pt x="6070661" y="1818338"/>
                    </a:lnTo>
                    <a:lnTo>
                      <a:pt x="6080976" y="1827334"/>
                    </a:lnTo>
                    <a:lnTo>
                      <a:pt x="6095707" y="1824513"/>
                    </a:lnTo>
                    <a:lnTo>
                      <a:pt x="6704444" y="1224393"/>
                    </a:lnTo>
                    <a:lnTo>
                      <a:pt x="6851507" y="1097515"/>
                    </a:lnTo>
                    <a:lnTo>
                      <a:pt x="6950741" y="995432"/>
                    </a:lnTo>
                    <a:lnTo>
                      <a:pt x="7264791" y="706178"/>
                    </a:lnTo>
                    <a:lnTo>
                      <a:pt x="7299285" y="751750"/>
                    </a:lnTo>
                    <a:lnTo>
                      <a:pt x="7308198" y="756974"/>
                    </a:lnTo>
                    <a:lnTo>
                      <a:pt x="7318195" y="754368"/>
                    </a:lnTo>
                    <a:lnTo>
                      <a:pt x="8181107" y="101434"/>
                    </a:lnTo>
                    <a:lnTo>
                      <a:pt x="8275120" y="35331"/>
                    </a:lnTo>
                    <a:lnTo>
                      <a:pt x="8276091" y="45458"/>
                    </a:lnTo>
                    <a:lnTo>
                      <a:pt x="8343058" y="0"/>
                    </a:lnTo>
                    <a:lnTo>
                      <a:pt x="8380488" y="0"/>
                    </a:lnTo>
                    <a:lnTo>
                      <a:pt x="7878408" y="368518"/>
                    </a:lnTo>
                    <a:lnTo>
                      <a:pt x="7708740" y="508126"/>
                    </a:lnTo>
                    <a:lnTo>
                      <a:pt x="6540585" y="1561972"/>
                    </a:lnTo>
                    <a:lnTo>
                      <a:pt x="6300555" y="1769989"/>
                    </a:lnTo>
                    <a:lnTo>
                      <a:pt x="6012519" y="1994017"/>
                    </a:lnTo>
                    <a:lnTo>
                      <a:pt x="2447303" y="4581361"/>
                    </a:lnTo>
                    <a:lnTo>
                      <a:pt x="1986793" y="4909376"/>
                    </a:lnTo>
                    <a:lnTo>
                      <a:pt x="1245044" y="5331719"/>
                    </a:lnTo>
                    <a:lnTo>
                      <a:pt x="621447" y="5650897"/>
                    </a:lnTo>
                    <a:lnTo>
                      <a:pt x="498391" y="5721798"/>
                    </a:lnTo>
                    <a:lnTo>
                      <a:pt x="0" y="5982174"/>
                    </a:lnTo>
                    <a:lnTo>
                      <a:pt x="627358" y="5619600"/>
                    </a:lnTo>
                    <a:lnTo>
                      <a:pt x="1968807" y="4883242"/>
                    </a:lnTo>
                    <a:lnTo>
                      <a:pt x="2039170" y="4828643"/>
                    </a:lnTo>
                    <a:lnTo>
                      <a:pt x="2058171" y="4804240"/>
                    </a:lnTo>
                    <a:lnTo>
                      <a:pt x="2086964" y="4801166"/>
                    </a:lnTo>
                    <a:lnTo>
                      <a:pt x="2159772" y="4744624"/>
                    </a:lnTo>
                    <a:lnTo>
                      <a:pt x="2267991" y="4670712"/>
                    </a:lnTo>
                    <a:lnTo>
                      <a:pt x="2264492" y="4653849"/>
                    </a:lnTo>
                    <a:lnTo>
                      <a:pt x="2274558" y="4633559"/>
                    </a:lnTo>
                    <a:lnTo>
                      <a:pt x="2293348" y="4613777"/>
                    </a:lnTo>
                    <a:lnTo>
                      <a:pt x="3453689" y="3779624"/>
                    </a:lnTo>
                    <a:lnTo>
                      <a:pt x="3502493" y="3733675"/>
                    </a:lnTo>
                    <a:lnTo>
                      <a:pt x="3764458" y="3548634"/>
                    </a:lnTo>
                    <a:lnTo>
                      <a:pt x="4224104" y="3196800"/>
                    </a:lnTo>
                    <a:lnTo>
                      <a:pt x="4551147" y="2968795"/>
                    </a:lnTo>
                    <a:lnTo>
                      <a:pt x="4597689" y="2928536"/>
                    </a:lnTo>
                    <a:lnTo>
                      <a:pt x="4699710" y="2863220"/>
                    </a:lnTo>
                    <a:lnTo>
                      <a:pt x="4712069" y="2860810"/>
                    </a:lnTo>
                    <a:lnTo>
                      <a:pt x="4740597" y="2834668"/>
                    </a:lnTo>
                    <a:lnTo>
                      <a:pt x="5187975" y="2513110"/>
                    </a:lnTo>
                    <a:lnTo>
                      <a:pt x="5363281" y="2371662"/>
                    </a:lnTo>
                    <a:lnTo>
                      <a:pt x="5371020" y="2375800"/>
                    </a:lnTo>
                    <a:lnTo>
                      <a:pt x="5380973" y="23731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7" name="Контур"/>
              <p:cNvSpPr/>
              <p:nvPr/>
            </p:nvSpPr>
            <p:spPr>
              <a:xfrm>
                <a:off x="387880" y="7197484"/>
                <a:ext cx="1234777" cy="762915"/>
              </a:xfrm>
              <a:custGeom>
                <a:avLst/>
                <a:gdLst/>
                <a:ahLst/>
                <a:cxnLst/>
                <a:rect l="l" t="t" r="r" b="b"/>
                <a:pathLst>
                  <a:path w="1234777" h="762915">
                    <a:moveTo>
                      <a:pt x="276836" y="604782"/>
                    </a:moveTo>
                    <a:lnTo>
                      <a:pt x="17424" y="762915"/>
                    </a:lnTo>
                    <a:lnTo>
                      <a:pt x="0" y="726308"/>
                    </a:lnTo>
                    <a:lnTo>
                      <a:pt x="33251" y="667079"/>
                    </a:lnTo>
                    <a:lnTo>
                      <a:pt x="80289" y="641927"/>
                    </a:lnTo>
                    <a:lnTo>
                      <a:pt x="411282" y="427735"/>
                    </a:lnTo>
                    <a:lnTo>
                      <a:pt x="1090521" y="10989"/>
                    </a:lnTo>
                    <a:lnTo>
                      <a:pt x="1121850" y="2673"/>
                    </a:lnTo>
                    <a:lnTo>
                      <a:pt x="1234777" y="0"/>
                    </a:lnTo>
                    <a:lnTo>
                      <a:pt x="1144089" y="61605"/>
                    </a:lnTo>
                    <a:lnTo>
                      <a:pt x="1033686" y="104040"/>
                    </a:lnTo>
                    <a:lnTo>
                      <a:pt x="857781" y="215739"/>
                    </a:lnTo>
                    <a:lnTo>
                      <a:pt x="869634" y="235710"/>
                    </a:lnTo>
                    <a:lnTo>
                      <a:pt x="722872" y="328438"/>
                    </a:lnTo>
                    <a:lnTo>
                      <a:pt x="706431" y="304512"/>
                    </a:lnTo>
                    <a:lnTo>
                      <a:pt x="262506" y="580594"/>
                    </a:lnTo>
                    <a:lnTo>
                      <a:pt x="276836" y="60478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8" name="Контур"/>
              <p:cNvSpPr/>
              <p:nvPr/>
            </p:nvSpPr>
            <p:spPr>
              <a:xfrm>
                <a:off x="252000" y="7552690"/>
                <a:ext cx="95055" cy="98607"/>
              </a:xfrm>
              <a:custGeom>
                <a:avLst/>
                <a:gdLst/>
                <a:ahLst/>
                <a:cxnLst/>
                <a:rect l="l" t="t" r="r" b="b"/>
                <a:pathLst>
                  <a:path w="95055" h="98607">
                    <a:moveTo>
                      <a:pt x="0" y="12764"/>
                    </a:moveTo>
                    <a:lnTo>
                      <a:pt x="21331" y="0"/>
                    </a:lnTo>
                    <a:lnTo>
                      <a:pt x="31075" y="15168"/>
                    </a:lnTo>
                    <a:lnTo>
                      <a:pt x="34688" y="18928"/>
                    </a:lnTo>
                    <a:lnTo>
                      <a:pt x="39455" y="21039"/>
                    </a:lnTo>
                    <a:lnTo>
                      <a:pt x="44667" y="21186"/>
                    </a:lnTo>
                    <a:lnTo>
                      <a:pt x="49546" y="19346"/>
                    </a:lnTo>
                    <a:lnTo>
                      <a:pt x="70834" y="6151"/>
                    </a:lnTo>
                    <a:lnTo>
                      <a:pt x="95055" y="41030"/>
                    </a:lnTo>
                    <a:lnTo>
                      <a:pt x="0" y="9860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9" name="Контур"/>
              <p:cNvSpPr/>
              <p:nvPr/>
            </p:nvSpPr>
            <p:spPr>
              <a:xfrm>
                <a:off x="252000" y="5977867"/>
                <a:ext cx="3540319" cy="1987875"/>
              </a:xfrm>
              <a:custGeom>
                <a:avLst/>
                <a:gdLst/>
                <a:ahLst/>
                <a:cxnLst/>
                <a:rect l="l" t="t" r="r" b="b"/>
                <a:pathLst>
                  <a:path w="3540319" h="1987875">
                    <a:moveTo>
                      <a:pt x="1343379" y="1100266"/>
                    </a:moveTo>
                    <a:lnTo>
                      <a:pt x="1552660" y="995355"/>
                    </a:lnTo>
                    <a:lnTo>
                      <a:pt x="1822545" y="849933"/>
                    </a:lnTo>
                    <a:lnTo>
                      <a:pt x="2232061" y="660240"/>
                    </a:lnTo>
                    <a:lnTo>
                      <a:pt x="2351311" y="626481"/>
                    </a:lnTo>
                    <a:lnTo>
                      <a:pt x="2457385" y="588303"/>
                    </a:lnTo>
                    <a:lnTo>
                      <a:pt x="2844286" y="423711"/>
                    </a:lnTo>
                    <a:lnTo>
                      <a:pt x="3068998" y="316584"/>
                    </a:lnTo>
                    <a:lnTo>
                      <a:pt x="3217903" y="229698"/>
                    </a:lnTo>
                    <a:lnTo>
                      <a:pt x="3540319" y="0"/>
                    </a:lnTo>
                    <a:lnTo>
                      <a:pt x="3347172" y="164186"/>
                    </a:lnTo>
                    <a:lnTo>
                      <a:pt x="3240804" y="246486"/>
                    </a:lnTo>
                    <a:lnTo>
                      <a:pt x="3089336" y="346234"/>
                    </a:lnTo>
                    <a:lnTo>
                      <a:pt x="2342974" y="716619"/>
                    </a:lnTo>
                    <a:lnTo>
                      <a:pt x="2329732" y="683304"/>
                    </a:lnTo>
                    <a:lnTo>
                      <a:pt x="1985689" y="847736"/>
                    </a:lnTo>
                    <a:lnTo>
                      <a:pt x="1965026" y="810297"/>
                    </a:lnTo>
                    <a:lnTo>
                      <a:pt x="1852860" y="862817"/>
                    </a:lnTo>
                    <a:lnTo>
                      <a:pt x="1348209" y="1153214"/>
                    </a:lnTo>
                    <a:lnTo>
                      <a:pt x="1370657" y="1219617"/>
                    </a:lnTo>
                    <a:lnTo>
                      <a:pt x="1257730" y="1222290"/>
                    </a:lnTo>
                    <a:lnTo>
                      <a:pt x="1226401" y="1230606"/>
                    </a:lnTo>
                    <a:lnTo>
                      <a:pt x="547162" y="1647352"/>
                    </a:lnTo>
                    <a:lnTo>
                      <a:pt x="216169" y="1861544"/>
                    </a:lnTo>
                    <a:lnTo>
                      <a:pt x="0" y="1987875"/>
                    </a:lnTo>
                    <a:lnTo>
                      <a:pt x="0" y="1867860"/>
                    </a:lnTo>
                    <a:lnTo>
                      <a:pt x="907604" y="132793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0" name="Контур"/>
              <p:cNvSpPr/>
              <p:nvPr/>
            </p:nvSpPr>
            <p:spPr>
              <a:xfrm>
                <a:off x="252000" y="7749645"/>
                <a:ext cx="39378" cy="30318"/>
              </a:xfrm>
              <a:custGeom>
                <a:avLst/>
                <a:gdLst/>
                <a:ahLst/>
                <a:cxnLst/>
                <a:rect l="l" t="t" r="r" b="b"/>
                <a:pathLst>
                  <a:path w="39378" h="30318">
                    <a:moveTo>
                      <a:pt x="0" y="30318"/>
                    </a:moveTo>
                    <a:lnTo>
                      <a:pt x="0" y="13043"/>
                    </a:lnTo>
                    <a:lnTo>
                      <a:pt x="34034" y="0"/>
                    </a:lnTo>
                    <a:lnTo>
                      <a:pt x="39378" y="974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1" name="Контур"/>
              <p:cNvSpPr/>
              <p:nvPr/>
            </p:nvSpPr>
            <p:spPr>
              <a:xfrm>
                <a:off x="252000" y="7305798"/>
                <a:ext cx="907604" cy="539959"/>
              </a:xfrm>
              <a:custGeom>
                <a:avLst/>
                <a:gdLst/>
                <a:ahLst/>
                <a:cxnLst/>
                <a:rect l="l" t="t" r="r" b="b"/>
                <a:pathLst>
                  <a:path w="907604" h="539959">
                    <a:moveTo>
                      <a:pt x="0" y="474165"/>
                    </a:moveTo>
                    <a:lnTo>
                      <a:pt x="39378" y="453592"/>
                    </a:lnTo>
                    <a:lnTo>
                      <a:pt x="47923" y="469180"/>
                    </a:lnTo>
                    <a:lnTo>
                      <a:pt x="409213" y="260376"/>
                    </a:lnTo>
                    <a:lnTo>
                      <a:pt x="907604" y="0"/>
                    </a:lnTo>
                    <a:lnTo>
                      <a:pt x="304810" y="360649"/>
                    </a:lnTo>
                    <a:lnTo>
                      <a:pt x="25037" y="525230"/>
                    </a:lnTo>
                    <a:lnTo>
                      <a:pt x="6863" y="535921"/>
                    </a:lnTo>
                    <a:lnTo>
                      <a:pt x="0" y="5399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2" name="Контур"/>
              <p:cNvSpPr/>
              <p:nvPr/>
            </p:nvSpPr>
            <p:spPr>
              <a:xfrm>
                <a:off x="347780" y="8471530"/>
                <a:ext cx="346812" cy="303906"/>
              </a:xfrm>
              <a:custGeom>
                <a:avLst/>
                <a:gdLst/>
                <a:ahLst/>
                <a:cxnLst/>
                <a:rect l="l" t="t" r="r" b="b"/>
                <a:pathLst>
                  <a:path w="346812" h="303906">
                    <a:moveTo>
                      <a:pt x="340473" y="183792"/>
                    </a:moveTo>
                    <a:lnTo>
                      <a:pt x="334045" y="199717"/>
                    </a:lnTo>
                    <a:lnTo>
                      <a:pt x="346812" y="219018"/>
                    </a:lnTo>
                    <a:lnTo>
                      <a:pt x="289140" y="260944"/>
                    </a:lnTo>
                    <a:lnTo>
                      <a:pt x="289157" y="303906"/>
                    </a:lnTo>
                    <a:lnTo>
                      <a:pt x="214876" y="190294"/>
                    </a:lnTo>
                    <a:lnTo>
                      <a:pt x="124446" y="246823"/>
                    </a:lnTo>
                    <a:lnTo>
                      <a:pt x="0" y="65193"/>
                    </a:lnTo>
                    <a:lnTo>
                      <a:pt x="98223" y="0"/>
                    </a:lnTo>
                    <a:lnTo>
                      <a:pt x="130012" y="46595"/>
                    </a:lnTo>
                    <a:lnTo>
                      <a:pt x="167420" y="60644"/>
                    </a:lnTo>
                    <a:lnTo>
                      <a:pt x="214706" y="35868"/>
                    </a:lnTo>
                    <a:lnTo>
                      <a:pt x="302375" y="153103"/>
                    </a:lnTo>
                    <a:lnTo>
                      <a:pt x="311258" y="158380"/>
                    </a:lnTo>
                    <a:lnTo>
                      <a:pt x="323065" y="154488"/>
                    </a:lnTo>
                    <a:lnTo>
                      <a:pt x="340473" y="183792"/>
                    </a:lnTo>
                    <a:close/>
                    <a:moveTo>
                      <a:pt x="72190" y="124135"/>
                    </a:moveTo>
                    <a:lnTo>
                      <a:pt x="65610" y="132100"/>
                    </a:lnTo>
                    <a:lnTo>
                      <a:pt x="66589" y="142387"/>
                    </a:lnTo>
                    <a:lnTo>
                      <a:pt x="92261" y="190794"/>
                    </a:lnTo>
                    <a:lnTo>
                      <a:pt x="102295" y="197836"/>
                    </a:lnTo>
                    <a:lnTo>
                      <a:pt x="201790" y="147988"/>
                    </a:lnTo>
                    <a:lnTo>
                      <a:pt x="208903" y="134782"/>
                    </a:lnTo>
                    <a:lnTo>
                      <a:pt x="181718" y="81329"/>
                    </a:lnTo>
                    <a:lnTo>
                      <a:pt x="171685" y="74287"/>
                    </a:lnTo>
                    <a:lnTo>
                      <a:pt x="72190" y="12413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3" name="Контур"/>
              <p:cNvSpPr/>
              <p:nvPr/>
            </p:nvSpPr>
            <p:spPr>
              <a:xfrm>
                <a:off x="252000" y="8536723"/>
                <a:ext cx="154855" cy="210100"/>
              </a:xfrm>
              <a:custGeom>
                <a:avLst/>
                <a:gdLst/>
                <a:ahLst/>
                <a:cxnLst/>
                <a:rect l="l" t="t" r="r" b="b"/>
                <a:pathLst>
                  <a:path w="154855" h="210100">
                    <a:moveTo>
                      <a:pt x="0" y="59951"/>
                    </a:moveTo>
                    <a:lnTo>
                      <a:pt x="95780" y="0"/>
                    </a:lnTo>
                    <a:lnTo>
                      <a:pt x="154855" y="84209"/>
                    </a:lnTo>
                    <a:lnTo>
                      <a:pt x="0" y="169238"/>
                    </a:lnTo>
                    <a:lnTo>
                      <a:pt x="0" y="182073"/>
                    </a:lnTo>
                    <a:lnTo>
                      <a:pt x="8217" y="195038"/>
                    </a:lnTo>
                    <a:lnTo>
                      <a:pt x="13165" y="201228"/>
                    </a:lnTo>
                    <a:lnTo>
                      <a:pt x="0" y="2101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4" name="Контур"/>
              <p:cNvSpPr/>
              <p:nvPr/>
            </p:nvSpPr>
            <p:spPr>
              <a:xfrm>
                <a:off x="670845" y="8591953"/>
                <a:ext cx="61187" cy="63369"/>
              </a:xfrm>
              <a:custGeom>
                <a:avLst/>
                <a:gdLst/>
                <a:ahLst/>
                <a:cxnLst/>
                <a:rect l="l" t="t" r="r" b="b"/>
                <a:pathLst>
                  <a:path w="61187" h="63369">
                    <a:moveTo>
                      <a:pt x="61187" y="32580"/>
                    </a:moveTo>
                    <a:lnTo>
                      <a:pt x="17408" y="63369"/>
                    </a:lnTo>
                    <a:lnTo>
                      <a:pt x="0" y="34065"/>
                    </a:lnTo>
                    <a:lnTo>
                      <a:pt x="45554" y="0"/>
                    </a:lnTo>
                    <a:lnTo>
                      <a:pt x="61187" y="325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5" name="Контур"/>
              <p:cNvSpPr/>
              <p:nvPr/>
            </p:nvSpPr>
            <p:spPr>
              <a:xfrm>
                <a:off x="252000" y="8449893"/>
                <a:ext cx="310486" cy="146781"/>
              </a:xfrm>
              <a:custGeom>
                <a:avLst/>
                <a:gdLst/>
                <a:ahLst/>
                <a:cxnLst/>
                <a:rect l="l" t="t" r="r" b="b"/>
                <a:pathLst>
                  <a:path w="310486" h="146781">
                    <a:moveTo>
                      <a:pt x="310486" y="57505"/>
                    </a:moveTo>
                    <a:lnTo>
                      <a:pt x="263200" y="82281"/>
                    </a:lnTo>
                    <a:lnTo>
                      <a:pt x="225792" y="68232"/>
                    </a:lnTo>
                    <a:lnTo>
                      <a:pt x="194003" y="21637"/>
                    </a:lnTo>
                    <a:lnTo>
                      <a:pt x="153714" y="48633"/>
                    </a:lnTo>
                    <a:lnTo>
                      <a:pt x="95780" y="86830"/>
                    </a:lnTo>
                    <a:lnTo>
                      <a:pt x="0" y="146781"/>
                    </a:lnTo>
                    <a:lnTo>
                      <a:pt x="0" y="121235"/>
                    </a:lnTo>
                    <a:lnTo>
                      <a:pt x="133767" y="35502"/>
                    </a:lnTo>
                    <a:lnTo>
                      <a:pt x="194387" y="740"/>
                    </a:lnTo>
                    <a:lnTo>
                      <a:pt x="204736" y="0"/>
                    </a:lnTo>
                    <a:lnTo>
                      <a:pt x="226175" y="40679"/>
                    </a:lnTo>
                    <a:lnTo>
                      <a:pt x="249832" y="59908"/>
                    </a:lnTo>
                    <a:lnTo>
                      <a:pt x="273488" y="48815"/>
                    </a:lnTo>
                    <a:lnTo>
                      <a:pt x="294193" y="34819"/>
                    </a:lnTo>
                    <a:lnTo>
                      <a:pt x="295776" y="3783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6" name="Контур"/>
              <p:cNvSpPr/>
              <p:nvPr/>
            </p:nvSpPr>
            <p:spPr>
              <a:xfrm>
                <a:off x="1025621" y="8308399"/>
                <a:ext cx="262118" cy="124646"/>
              </a:xfrm>
              <a:custGeom>
                <a:avLst/>
                <a:gdLst/>
                <a:ahLst/>
                <a:cxnLst/>
                <a:rect l="l" t="t" r="r" b="b"/>
                <a:pathLst>
                  <a:path w="262118" h="124646">
                    <a:moveTo>
                      <a:pt x="262118" y="17766"/>
                    </a:moveTo>
                    <a:lnTo>
                      <a:pt x="49808" y="124646"/>
                    </a:lnTo>
                    <a:lnTo>
                      <a:pt x="0" y="46228"/>
                    </a:lnTo>
                    <a:lnTo>
                      <a:pt x="55961" y="8145"/>
                    </a:lnTo>
                    <a:lnTo>
                      <a:pt x="71235" y="34268"/>
                    </a:lnTo>
                    <a:lnTo>
                      <a:pt x="146285" y="0"/>
                    </a:lnTo>
                    <a:lnTo>
                      <a:pt x="257723" y="8807"/>
                    </a:lnTo>
                    <a:lnTo>
                      <a:pt x="260946" y="16097"/>
                    </a:lnTo>
                    <a:lnTo>
                      <a:pt x="262118" y="177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7" name="Контур"/>
              <p:cNvSpPr/>
              <p:nvPr/>
            </p:nvSpPr>
            <p:spPr>
              <a:xfrm>
                <a:off x="1081582" y="8224279"/>
                <a:ext cx="201762" cy="118388"/>
              </a:xfrm>
              <a:custGeom>
                <a:avLst/>
                <a:gdLst/>
                <a:ahLst/>
                <a:cxnLst/>
                <a:rect l="l" t="t" r="r" b="b"/>
                <a:pathLst>
                  <a:path w="201762" h="118388">
                    <a:moveTo>
                      <a:pt x="201762" y="92927"/>
                    </a:moveTo>
                    <a:lnTo>
                      <a:pt x="90324" y="84120"/>
                    </a:lnTo>
                    <a:lnTo>
                      <a:pt x="15274" y="118388"/>
                    </a:lnTo>
                    <a:lnTo>
                      <a:pt x="0" y="92265"/>
                    </a:lnTo>
                    <a:lnTo>
                      <a:pt x="15753" y="97789"/>
                    </a:lnTo>
                    <a:lnTo>
                      <a:pt x="87933" y="55321"/>
                    </a:lnTo>
                    <a:lnTo>
                      <a:pt x="92152" y="62319"/>
                    </a:lnTo>
                    <a:lnTo>
                      <a:pt x="123430" y="43466"/>
                    </a:lnTo>
                    <a:lnTo>
                      <a:pt x="119180" y="36415"/>
                    </a:lnTo>
                    <a:lnTo>
                      <a:pt x="179370" y="0"/>
                    </a:lnTo>
                    <a:lnTo>
                      <a:pt x="191035" y="26708"/>
                    </a:lnTo>
                    <a:lnTo>
                      <a:pt x="181656" y="33672"/>
                    </a:lnTo>
                    <a:lnTo>
                      <a:pt x="179899" y="41829"/>
                    </a:lnTo>
                    <a:lnTo>
                      <a:pt x="201762" y="929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8" name="Контур"/>
              <p:cNvSpPr/>
              <p:nvPr/>
            </p:nvSpPr>
            <p:spPr>
              <a:xfrm>
                <a:off x="252000" y="8401785"/>
                <a:ext cx="220812" cy="151946"/>
              </a:xfrm>
              <a:custGeom>
                <a:avLst/>
                <a:gdLst/>
                <a:ahLst/>
                <a:cxnLst/>
                <a:rect l="l" t="t" r="r" b="b"/>
                <a:pathLst>
                  <a:path w="220812" h="151946">
                    <a:moveTo>
                      <a:pt x="220812" y="12888"/>
                    </a:moveTo>
                    <a:lnTo>
                      <a:pt x="191643" y="36187"/>
                    </a:lnTo>
                    <a:lnTo>
                      <a:pt x="124736" y="72292"/>
                    </a:lnTo>
                    <a:lnTo>
                      <a:pt x="31269" y="130907"/>
                    </a:lnTo>
                    <a:lnTo>
                      <a:pt x="0" y="151946"/>
                    </a:lnTo>
                    <a:lnTo>
                      <a:pt x="0" y="140459"/>
                    </a:lnTo>
                    <a:lnTo>
                      <a:pt x="171840" y="26820"/>
                    </a:lnTo>
                    <a:lnTo>
                      <a:pt x="213369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9" name="Контур"/>
              <p:cNvSpPr/>
              <p:nvPr/>
            </p:nvSpPr>
            <p:spPr>
              <a:xfrm>
                <a:off x="252000" y="8414673"/>
                <a:ext cx="255504" cy="156455"/>
              </a:xfrm>
              <a:custGeom>
                <a:avLst/>
                <a:gdLst/>
                <a:ahLst/>
                <a:cxnLst/>
                <a:rect l="l" t="t" r="r" b="b"/>
                <a:pathLst>
                  <a:path w="255504" h="156455">
                    <a:moveTo>
                      <a:pt x="220812" y="0"/>
                    </a:moveTo>
                    <a:lnTo>
                      <a:pt x="252273" y="54475"/>
                    </a:lnTo>
                    <a:lnTo>
                      <a:pt x="254958" y="57782"/>
                    </a:lnTo>
                    <a:lnTo>
                      <a:pt x="255504" y="58133"/>
                    </a:lnTo>
                    <a:lnTo>
                      <a:pt x="226175" y="75899"/>
                    </a:lnTo>
                    <a:lnTo>
                      <a:pt x="204736" y="35220"/>
                    </a:lnTo>
                    <a:lnTo>
                      <a:pt x="194387" y="35960"/>
                    </a:lnTo>
                    <a:lnTo>
                      <a:pt x="133767" y="70722"/>
                    </a:lnTo>
                    <a:lnTo>
                      <a:pt x="0" y="156455"/>
                    </a:lnTo>
                    <a:lnTo>
                      <a:pt x="0" y="139058"/>
                    </a:lnTo>
                    <a:lnTo>
                      <a:pt x="31269" y="118019"/>
                    </a:lnTo>
                    <a:lnTo>
                      <a:pt x="124736" y="59404"/>
                    </a:lnTo>
                    <a:lnTo>
                      <a:pt x="191643" y="2329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0" name="Контур"/>
              <p:cNvSpPr/>
              <p:nvPr/>
            </p:nvSpPr>
            <p:spPr>
              <a:xfrm>
                <a:off x="254786" y="9327127"/>
                <a:ext cx="902737" cy="623063"/>
              </a:xfrm>
              <a:custGeom>
                <a:avLst/>
                <a:gdLst/>
                <a:ahLst/>
                <a:cxnLst/>
                <a:rect l="l" t="t" r="r" b="b"/>
                <a:pathLst>
                  <a:path w="902737" h="623063">
                    <a:moveTo>
                      <a:pt x="830180" y="0"/>
                    </a:moveTo>
                    <a:lnTo>
                      <a:pt x="890628" y="43063"/>
                    </a:lnTo>
                    <a:lnTo>
                      <a:pt x="902737" y="69564"/>
                    </a:lnTo>
                    <a:lnTo>
                      <a:pt x="901980" y="87736"/>
                    </a:lnTo>
                    <a:lnTo>
                      <a:pt x="893655" y="108937"/>
                    </a:lnTo>
                    <a:lnTo>
                      <a:pt x="593120" y="267903"/>
                    </a:lnTo>
                    <a:lnTo>
                      <a:pt x="430392" y="336140"/>
                    </a:lnTo>
                    <a:lnTo>
                      <a:pt x="390710" y="366754"/>
                    </a:lnTo>
                    <a:lnTo>
                      <a:pt x="307685" y="447894"/>
                    </a:lnTo>
                    <a:lnTo>
                      <a:pt x="256" y="623063"/>
                    </a:lnTo>
                    <a:lnTo>
                      <a:pt x="0" y="551608"/>
                    </a:lnTo>
                    <a:lnTo>
                      <a:pt x="379110" y="348964"/>
                    </a:lnTo>
                    <a:lnTo>
                      <a:pt x="684286" y="139069"/>
                    </a:lnTo>
                    <a:lnTo>
                      <a:pt x="824023" y="101365"/>
                    </a:lnTo>
                    <a:lnTo>
                      <a:pt x="852028" y="68807"/>
                    </a:lnTo>
                    <a:lnTo>
                      <a:pt x="843702" y="31705"/>
                    </a:lnTo>
                    <a:lnTo>
                      <a:pt x="83018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1" name="Контур"/>
              <p:cNvSpPr/>
              <p:nvPr/>
            </p:nvSpPr>
            <p:spPr>
              <a:xfrm>
                <a:off x="255042" y="9643241"/>
                <a:ext cx="483901" cy="375369"/>
              </a:xfrm>
              <a:custGeom>
                <a:avLst/>
                <a:gdLst/>
                <a:ahLst/>
                <a:cxnLst/>
                <a:rect l="l" t="t" r="r" b="b"/>
                <a:pathLst>
                  <a:path w="483901" h="375369">
                    <a:moveTo>
                      <a:pt x="0" y="306949"/>
                    </a:moveTo>
                    <a:lnTo>
                      <a:pt x="307429" y="131780"/>
                    </a:lnTo>
                    <a:lnTo>
                      <a:pt x="390454" y="50640"/>
                    </a:lnTo>
                    <a:lnTo>
                      <a:pt x="430136" y="20026"/>
                    </a:lnTo>
                    <a:lnTo>
                      <a:pt x="457857" y="6839"/>
                    </a:lnTo>
                    <a:lnTo>
                      <a:pt x="473617" y="0"/>
                    </a:lnTo>
                    <a:lnTo>
                      <a:pt x="483901" y="70040"/>
                    </a:lnTo>
                    <a:lnTo>
                      <a:pt x="462560" y="130847"/>
                    </a:lnTo>
                    <a:lnTo>
                      <a:pt x="237913" y="248420"/>
                    </a:lnTo>
                    <a:lnTo>
                      <a:pt x="246" y="375369"/>
                    </a:lnTo>
                    <a:lnTo>
                      <a:pt x="0" y="3069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2" name="Контур"/>
              <p:cNvSpPr/>
              <p:nvPr/>
            </p:nvSpPr>
            <p:spPr>
              <a:xfrm>
                <a:off x="728659" y="8959165"/>
                <a:ext cx="461466" cy="754116"/>
              </a:xfrm>
              <a:custGeom>
                <a:avLst/>
                <a:gdLst/>
                <a:ahLst/>
                <a:cxnLst/>
                <a:rect l="l" t="t" r="r" b="b"/>
                <a:pathLst>
                  <a:path w="461466" h="754116">
                    <a:moveTo>
                      <a:pt x="171187" y="0"/>
                    </a:moveTo>
                    <a:lnTo>
                      <a:pt x="412404" y="371638"/>
                    </a:lnTo>
                    <a:lnTo>
                      <a:pt x="461466" y="419923"/>
                    </a:lnTo>
                    <a:lnTo>
                      <a:pt x="432534" y="509230"/>
                    </a:lnTo>
                    <a:lnTo>
                      <a:pt x="54420" y="724778"/>
                    </a:lnTo>
                    <a:lnTo>
                      <a:pt x="10284" y="754116"/>
                    </a:lnTo>
                    <a:lnTo>
                      <a:pt x="0" y="684076"/>
                    </a:lnTo>
                    <a:lnTo>
                      <a:pt x="119247" y="635865"/>
                    </a:lnTo>
                    <a:lnTo>
                      <a:pt x="419782" y="476899"/>
                    </a:lnTo>
                    <a:lnTo>
                      <a:pt x="428107" y="455698"/>
                    </a:lnTo>
                    <a:lnTo>
                      <a:pt x="428864" y="437526"/>
                    </a:lnTo>
                    <a:lnTo>
                      <a:pt x="416755" y="411025"/>
                    </a:lnTo>
                    <a:lnTo>
                      <a:pt x="356307" y="367962"/>
                    </a:lnTo>
                    <a:lnTo>
                      <a:pt x="342069" y="346677"/>
                    </a:lnTo>
                    <a:lnTo>
                      <a:pt x="337029" y="350043"/>
                    </a:lnTo>
                    <a:lnTo>
                      <a:pt x="124769" y="32664"/>
                    </a:lnTo>
                    <a:lnTo>
                      <a:pt x="17118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3" name="Контур"/>
              <p:cNvSpPr/>
              <p:nvPr/>
            </p:nvSpPr>
            <p:spPr>
              <a:xfrm>
                <a:off x="901106" y="9327127"/>
                <a:ext cx="205708" cy="139069"/>
              </a:xfrm>
              <a:custGeom>
                <a:avLst/>
                <a:gdLst/>
                <a:ahLst/>
                <a:cxnLst/>
                <a:rect l="l" t="t" r="r" b="b"/>
                <a:pathLst>
                  <a:path w="205708" h="139069">
                    <a:moveTo>
                      <a:pt x="183860" y="0"/>
                    </a:moveTo>
                    <a:lnTo>
                      <a:pt x="197382" y="31705"/>
                    </a:lnTo>
                    <a:lnTo>
                      <a:pt x="205708" y="68807"/>
                    </a:lnTo>
                    <a:lnTo>
                      <a:pt x="177703" y="101365"/>
                    </a:lnTo>
                    <a:lnTo>
                      <a:pt x="37966" y="139069"/>
                    </a:lnTo>
                    <a:lnTo>
                      <a:pt x="0" y="85910"/>
                    </a:lnTo>
                    <a:lnTo>
                      <a:pt x="22211" y="71055"/>
                    </a:lnTo>
                    <a:lnTo>
                      <a:pt x="39338" y="96660"/>
                    </a:lnTo>
                    <a:lnTo>
                      <a:pt x="18386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4" name="Контур"/>
              <p:cNvSpPr/>
              <p:nvPr/>
            </p:nvSpPr>
            <p:spPr>
              <a:xfrm>
                <a:off x="1141063" y="9124229"/>
                <a:ext cx="494436" cy="254859"/>
              </a:xfrm>
              <a:custGeom>
                <a:avLst/>
                <a:gdLst/>
                <a:ahLst/>
                <a:cxnLst/>
                <a:rect l="l" t="t" r="r" b="b"/>
                <a:pathLst>
                  <a:path w="494436" h="254859">
                    <a:moveTo>
                      <a:pt x="394458" y="0"/>
                    </a:moveTo>
                    <a:lnTo>
                      <a:pt x="407417" y="21432"/>
                    </a:lnTo>
                    <a:lnTo>
                      <a:pt x="443241" y="38088"/>
                    </a:lnTo>
                    <a:lnTo>
                      <a:pt x="494436" y="125114"/>
                    </a:lnTo>
                    <a:lnTo>
                      <a:pt x="318194" y="233447"/>
                    </a:lnTo>
                    <a:lnTo>
                      <a:pt x="218591" y="197654"/>
                    </a:lnTo>
                    <a:lnTo>
                      <a:pt x="49062" y="254859"/>
                    </a:lnTo>
                    <a:lnTo>
                      <a:pt x="0" y="206574"/>
                    </a:lnTo>
                    <a:lnTo>
                      <a:pt x="6927" y="202076"/>
                    </a:lnTo>
                    <a:lnTo>
                      <a:pt x="17148" y="208212"/>
                    </a:lnTo>
                    <a:lnTo>
                      <a:pt x="25260" y="206264"/>
                    </a:lnTo>
                    <a:lnTo>
                      <a:pt x="150886" y="129290"/>
                    </a:lnTo>
                    <a:lnTo>
                      <a:pt x="160098" y="139872"/>
                    </a:lnTo>
                    <a:lnTo>
                      <a:pt x="172580" y="138906"/>
                    </a:lnTo>
                    <a:lnTo>
                      <a:pt x="39445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5" name="Контур"/>
              <p:cNvSpPr/>
              <p:nvPr/>
            </p:nvSpPr>
            <p:spPr>
              <a:xfrm>
                <a:off x="905431" y="8956113"/>
                <a:ext cx="242559" cy="374690"/>
              </a:xfrm>
              <a:custGeom>
                <a:avLst/>
                <a:gdLst/>
                <a:ahLst/>
                <a:cxnLst/>
                <a:rect l="l" t="t" r="r" b="b"/>
                <a:pathLst>
                  <a:path w="242559" h="374690">
                    <a:moveTo>
                      <a:pt x="242559" y="370192"/>
                    </a:moveTo>
                    <a:lnTo>
                      <a:pt x="235632" y="374690"/>
                    </a:lnTo>
                    <a:lnTo>
                      <a:pt x="215950" y="345192"/>
                    </a:lnTo>
                    <a:lnTo>
                      <a:pt x="0" y="11677"/>
                    </a:lnTo>
                    <a:lnTo>
                      <a:pt x="15667" y="0"/>
                    </a:lnTo>
                    <a:lnTo>
                      <a:pt x="242328" y="369922"/>
                    </a:lnTo>
                    <a:lnTo>
                      <a:pt x="242559" y="37019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6" name="Контур"/>
              <p:cNvSpPr/>
              <p:nvPr/>
            </p:nvSpPr>
            <p:spPr>
              <a:xfrm>
                <a:off x="857161" y="8874697"/>
                <a:ext cx="105337" cy="93093"/>
              </a:xfrm>
              <a:custGeom>
                <a:avLst/>
                <a:gdLst/>
                <a:ahLst/>
                <a:cxnLst/>
                <a:rect l="l" t="t" r="r" b="b"/>
                <a:pathLst>
                  <a:path w="105337" h="93093">
                    <a:moveTo>
                      <a:pt x="0" y="0"/>
                    </a:moveTo>
                    <a:lnTo>
                      <a:pt x="79648" y="0"/>
                    </a:lnTo>
                    <a:lnTo>
                      <a:pt x="105337" y="38774"/>
                    </a:lnTo>
                    <a:lnTo>
                      <a:pt x="67753" y="61803"/>
                    </a:lnTo>
                    <a:lnTo>
                      <a:pt x="64541" y="64546"/>
                    </a:lnTo>
                    <a:lnTo>
                      <a:pt x="62334" y="68147"/>
                    </a:lnTo>
                    <a:lnTo>
                      <a:pt x="61347" y="72254"/>
                    </a:lnTo>
                    <a:lnTo>
                      <a:pt x="61679" y="76465"/>
                    </a:lnTo>
                    <a:lnTo>
                      <a:pt x="63294" y="80367"/>
                    </a:lnTo>
                    <a:lnTo>
                      <a:pt x="63937" y="81416"/>
                    </a:lnTo>
                    <a:lnTo>
                      <a:pt x="48270" y="93093"/>
                    </a:lnTo>
                    <a:lnTo>
                      <a:pt x="42685" y="84468"/>
                    </a:lnTo>
                    <a:lnTo>
                      <a:pt x="42850" y="84352"/>
                    </a:lnTo>
                    <a:lnTo>
                      <a:pt x="46484" y="80538"/>
                    </a:lnTo>
                    <a:lnTo>
                      <a:pt x="48381" y="75624"/>
                    </a:lnTo>
                    <a:lnTo>
                      <a:pt x="48254" y="70358"/>
                    </a:lnTo>
                    <a:lnTo>
                      <a:pt x="46121" y="655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7" name="Контур"/>
              <p:cNvSpPr/>
              <p:nvPr/>
            </p:nvSpPr>
            <p:spPr>
              <a:xfrm>
                <a:off x="778944" y="8706041"/>
                <a:ext cx="157865" cy="168656"/>
              </a:xfrm>
              <a:custGeom>
                <a:avLst/>
                <a:gdLst/>
                <a:ahLst/>
                <a:cxnLst/>
                <a:rect l="l" t="t" r="r" b="b"/>
                <a:pathLst>
                  <a:path w="157865" h="168656">
                    <a:moveTo>
                      <a:pt x="0" y="57504"/>
                    </a:moveTo>
                    <a:lnTo>
                      <a:pt x="37317" y="30450"/>
                    </a:lnTo>
                    <a:lnTo>
                      <a:pt x="36456" y="13010"/>
                    </a:lnTo>
                    <a:lnTo>
                      <a:pt x="54424" y="0"/>
                    </a:lnTo>
                    <a:lnTo>
                      <a:pt x="97488" y="70165"/>
                    </a:lnTo>
                    <a:lnTo>
                      <a:pt x="105851" y="76233"/>
                    </a:lnTo>
                    <a:lnTo>
                      <a:pt x="113927" y="75397"/>
                    </a:lnTo>
                    <a:lnTo>
                      <a:pt x="132052" y="104480"/>
                    </a:lnTo>
                    <a:lnTo>
                      <a:pt x="125903" y="118556"/>
                    </a:lnTo>
                    <a:lnTo>
                      <a:pt x="157865" y="168656"/>
                    </a:lnTo>
                    <a:lnTo>
                      <a:pt x="78217" y="168656"/>
                    </a:lnTo>
                    <a:lnTo>
                      <a:pt x="0" y="5750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8" name="Контур"/>
              <p:cNvSpPr/>
              <p:nvPr/>
            </p:nvSpPr>
            <p:spPr>
              <a:xfrm>
                <a:off x="4056823" y="6255487"/>
                <a:ext cx="103056" cy="206869"/>
              </a:xfrm>
              <a:custGeom>
                <a:avLst/>
                <a:gdLst/>
                <a:ahLst/>
                <a:cxnLst/>
                <a:rect l="l" t="t" r="r" b="b"/>
                <a:pathLst>
                  <a:path w="103056" h="206869">
                    <a:moveTo>
                      <a:pt x="32422" y="190379"/>
                    </a:moveTo>
                    <a:lnTo>
                      <a:pt x="90852" y="149745"/>
                    </a:lnTo>
                    <a:lnTo>
                      <a:pt x="93942" y="146766"/>
                    </a:lnTo>
                    <a:lnTo>
                      <a:pt x="95940" y="142968"/>
                    </a:lnTo>
                    <a:lnTo>
                      <a:pt x="96644" y="138734"/>
                    </a:lnTo>
                    <a:lnTo>
                      <a:pt x="95985" y="134494"/>
                    </a:lnTo>
                    <a:lnTo>
                      <a:pt x="94028" y="130674"/>
                    </a:lnTo>
                    <a:lnTo>
                      <a:pt x="0" y="2565"/>
                    </a:lnTo>
                    <a:lnTo>
                      <a:pt x="3472" y="0"/>
                    </a:lnTo>
                    <a:lnTo>
                      <a:pt x="97850" y="129723"/>
                    </a:lnTo>
                    <a:lnTo>
                      <a:pt x="102405" y="137860"/>
                    </a:lnTo>
                    <a:lnTo>
                      <a:pt x="102080" y="145022"/>
                    </a:lnTo>
                    <a:lnTo>
                      <a:pt x="96873" y="148603"/>
                    </a:lnTo>
                    <a:lnTo>
                      <a:pt x="100127" y="152834"/>
                    </a:lnTo>
                    <a:lnTo>
                      <a:pt x="103056" y="157391"/>
                    </a:lnTo>
                    <a:lnTo>
                      <a:pt x="102405" y="164553"/>
                    </a:lnTo>
                    <a:lnTo>
                      <a:pt x="45787" y="206869"/>
                    </a:lnTo>
                    <a:lnTo>
                      <a:pt x="32422" y="19037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9" name="Контур"/>
              <p:cNvSpPr/>
              <p:nvPr/>
            </p:nvSpPr>
            <p:spPr>
              <a:xfrm>
                <a:off x="4840189" y="6319559"/>
                <a:ext cx="193216" cy="127752"/>
              </a:xfrm>
              <a:custGeom>
                <a:avLst/>
                <a:gdLst/>
                <a:ahLst/>
                <a:cxnLst/>
                <a:rect l="l" t="t" r="r" b="b"/>
                <a:pathLst>
                  <a:path w="193216" h="127752">
                    <a:moveTo>
                      <a:pt x="193216" y="8623"/>
                    </a:moveTo>
                    <a:lnTo>
                      <a:pt x="10898" y="123610"/>
                    </a:lnTo>
                    <a:lnTo>
                      <a:pt x="4330" y="127752"/>
                    </a:lnTo>
                    <a:lnTo>
                      <a:pt x="0" y="120530"/>
                    </a:lnTo>
                    <a:lnTo>
                      <a:pt x="104832" y="53471"/>
                    </a:lnTo>
                    <a:lnTo>
                      <a:pt x="168555" y="12068"/>
                    </a:lnTo>
                    <a:lnTo>
                      <a:pt x="181944" y="3674"/>
                    </a:lnTo>
                    <a:lnTo>
                      <a:pt x="187642" y="0"/>
                    </a:lnTo>
                    <a:lnTo>
                      <a:pt x="193216" y="862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0" name="Контур"/>
              <p:cNvSpPr/>
              <p:nvPr/>
            </p:nvSpPr>
            <p:spPr>
              <a:xfrm>
                <a:off x="4068009" y="5984831"/>
                <a:ext cx="55343" cy="57875"/>
              </a:xfrm>
              <a:custGeom>
                <a:avLst/>
                <a:gdLst/>
                <a:ahLst/>
                <a:cxnLst/>
                <a:rect l="l" t="t" r="r" b="b"/>
                <a:pathLst>
                  <a:path w="55343" h="57875">
                    <a:moveTo>
                      <a:pt x="13364" y="50071"/>
                    </a:moveTo>
                    <a:lnTo>
                      <a:pt x="14786" y="48894"/>
                    </a:lnTo>
                    <a:lnTo>
                      <a:pt x="0" y="29849"/>
                    </a:lnTo>
                    <a:lnTo>
                      <a:pt x="36705" y="0"/>
                    </a:lnTo>
                    <a:lnTo>
                      <a:pt x="55343" y="24563"/>
                    </a:lnTo>
                    <a:lnTo>
                      <a:pt x="24709" y="47190"/>
                    </a:lnTo>
                    <a:lnTo>
                      <a:pt x="21213" y="51006"/>
                    </a:lnTo>
                    <a:lnTo>
                      <a:pt x="19409" y="55858"/>
                    </a:lnTo>
                    <a:lnTo>
                      <a:pt x="19470" y="57875"/>
                    </a:lnTo>
                    <a:lnTo>
                      <a:pt x="13683" y="50349"/>
                    </a:lnTo>
                    <a:lnTo>
                      <a:pt x="13364" y="500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1" name="Контур"/>
              <p:cNvSpPr/>
              <p:nvPr/>
            </p:nvSpPr>
            <p:spPr>
              <a:xfrm>
                <a:off x="4260114" y="5723281"/>
                <a:ext cx="242541" cy="190249"/>
              </a:xfrm>
              <a:custGeom>
                <a:avLst/>
                <a:gdLst/>
                <a:ahLst/>
                <a:cxnLst/>
                <a:rect l="l" t="t" r="r" b="b"/>
                <a:pathLst>
                  <a:path w="242541" h="190249">
                    <a:moveTo>
                      <a:pt x="242541" y="2074"/>
                    </a:moveTo>
                    <a:lnTo>
                      <a:pt x="203834" y="29699"/>
                    </a:lnTo>
                    <a:lnTo>
                      <a:pt x="200767" y="32736"/>
                    </a:lnTo>
                    <a:lnTo>
                      <a:pt x="198815" y="36585"/>
                    </a:lnTo>
                    <a:lnTo>
                      <a:pt x="198178" y="40854"/>
                    </a:lnTo>
                    <a:lnTo>
                      <a:pt x="198920" y="45106"/>
                    </a:lnTo>
                    <a:lnTo>
                      <a:pt x="200966" y="48906"/>
                    </a:lnTo>
                    <a:lnTo>
                      <a:pt x="201483" y="49579"/>
                    </a:lnTo>
                    <a:lnTo>
                      <a:pt x="9970" y="190249"/>
                    </a:lnTo>
                    <a:lnTo>
                      <a:pt x="0" y="179294"/>
                    </a:lnTo>
                    <a:lnTo>
                      <a:pt x="238670" y="0"/>
                    </a:lnTo>
                    <a:lnTo>
                      <a:pt x="242541" y="20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2" name="Контур"/>
              <p:cNvSpPr/>
              <p:nvPr/>
            </p:nvSpPr>
            <p:spPr>
              <a:xfrm>
                <a:off x="4114096" y="4472806"/>
                <a:ext cx="1138090" cy="852594"/>
              </a:xfrm>
              <a:custGeom>
                <a:avLst/>
                <a:gdLst/>
                <a:ahLst/>
                <a:cxnLst/>
                <a:rect l="l" t="t" r="r" b="b"/>
                <a:pathLst>
                  <a:path w="1138090" h="852594">
                    <a:moveTo>
                      <a:pt x="1138090" y="0"/>
                    </a:moveTo>
                    <a:lnTo>
                      <a:pt x="1136818" y="5111"/>
                    </a:lnTo>
                    <a:lnTo>
                      <a:pt x="1126556" y="16617"/>
                    </a:lnTo>
                    <a:lnTo>
                      <a:pt x="1076787" y="60849"/>
                    </a:lnTo>
                    <a:lnTo>
                      <a:pt x="380695" y="565972"/>
                    </a:lnTo>
                    <a:lnTo>
                      <a:pt x="279828" y="635904"/>
                    </a:lnTo>
                    <a:lnTo>
                      <a:pt x="237166" y="663879"/>
                    </a:lnTo>
                    <a:lnTo>
                      <a:pt x="199108" y="688548"/>
                    </a:lnTo>
                    <a:lnTo>
                      <a:pt x="119258" y="744385"/>
                    </a:lnTo>
                    <a:lnTo>
                      <a:pt x="64098" y="795555"/>
                    </a:lnTo>
                    <a:lnTo>
                      <a:pt x="19535" y="852594"/>
                    </a:lnTo>
                    <a:lnTo>
                      <a:pt x="16173" y="842499"/>
                    </a:lnTo>
                    <a:lnTo>
                      <a:pt x="0" y="822343"/>
                    </a:lnTo>
                    <a:lnTo>
                      <a:pt x="113809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3" name="Контур"/>
              <p:cNvSpPr/>
              <p:nvPr/>
            </p:nvSpPr>
            <p:spPr>
              <a:xfrm>
                <a:off x="4971449" y="4220904"/>
                <a:ext cx="35275" cy="39642"/>
              </a:xfrm>
              <a:custGeom>
                <a:avLst/>
                <a:gdLst/>
                <a:ahLst/>
                <a:cxnLst/>
                <a:rect l="l" t="t" r="r" b="b"/>
                <a:pathLst>
                  <a:path w="35275" h="39642">
                    <a:moveTo>
                      <a:pt x="28998" y="39642"/>
                    </a:moveTo>
                    <a:lnTo>
                      <a:pt x="2868" y="2928"/>
                    </a:lnTo>
                    <a:lnTo>
                      <a:pt x="0" y="3"/>
                    </a:lnTo>
                    <a:lnTo>
                      <a:pt x="145" y="0"/>
                    </a:lnTo>
                    <a:lnTo>
                      <a:pt x="8834" y="1940"/>
                    </a:lnTo>
                    <a:lnTo>
                      <a:pt x="15565" y="5409"/>
                    </a:lnTo>
                    <a:lnTo>
                      <a:pt x="25372" y="17087"/>
                    </a:lnTo>
                    <a:lnTo>
                      <a:pt x="35275" y="37447"/>
                    </a:lnTo>
                    <a:lnTo>
                      <a:pt x="28998" y="3964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4" name="Контур"/>
              <p:cNvSpPr/>
              <p:nvPr/>
            </p:nvSpPr>
            <p:spPr>
              <a:xfrm>
                <a:off x="4116990" y="4221205"/>
                <a:ext cx="837737" cy="596202"/>
              </a:xfrm>
              <a:custGeom>
                <a:avLst/>
                <a:gdLst/>
                <a:ahLst/>
                <a:cxnLst/>
                <a:rect l="l" t="t" r="r" b="b"/>
                <a:pathLst>
                  <a:path w="837737" h="596202">
                    <a:moveTo>
                      <a:pt x="0" y="596202"/>
                    </a:moveTo>
                    <a:lnTo>
                      <a:pt x="220931" y="433864"/>
                    </a:lnTo>
                    <a:lnTo>
                      <a:pt x="837167" y="10"/>
                    </a:lnTo>
                    <a:lnTo>
                      <a:pt x="837737" y="0"/>
                    </a:lnTo>
                    <a:lnTo>
                      <a:pt x="0" y="59620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5" name="Контур"/>
              <p:cNvSpPr/>
              <p:nvPr/>
            </p:nvSpPr>
            <p:spPr>
              <a:xfrm>
                <a:off x="3783250" y="4945055"/>
                <a:ext cx="162137" cy="134101"/>
              </a:xfrm>
              <a:custGeom>
                <a:avLst/>
                <a:gdLst/>
                <a:ahLst/>
                <a:cxnLst/>
                <a:rect l="l" t="t" r="r" b="b"/>
                <a:pathLst>
                  <a:path w="162137" h="134101">
                    <a:moveTo>
                      <a:pt x="160021" y="0"/>
                    </a:moveTo>
                    <a:lnTo>
                      <a:pt x="159584" y="1149"/>
                    </a:lnTo>
                    <a:lnTo>
                      <a:pt x="159739" y="6415"/>
                    </a:lnTo>
                    <a:lnTo>
                      <a:pt x="161897" y="11219"/>
                    </a:lnTo>
                    <a:lnTo>
                      <a:pt x="162137" y="11555"/>
                    </a:lnTo>
                    <a:lnTo>
                      <a:pt x="116977" y="45815"/>
                    </a:lnTo>
                    <a:lnTo>
                      <a:pt x="97146" y="60900"/>
                    </a:lnTo>
                    <a:lnTo>
                      <a:pt x="47220" y="101690"/>
                    </a:lnTo>
                    <a:lnTo>
                      <a:pt x="47220" y="104668"/>
                    </a:lnTo>
                    <a:lnTo>
                      <a:pt x="7466" y="134101"/>
                    </a:lnTo>
                    <a:lnTo>
                      <a:pt x="0" y="122424"/>
                    </a:lnTo>
                    <a:lnTo>
                      <a:pt x="107003" y="38956"/>
                    </a:lnTo>
                    <a:lnTo>
                      <a:pt x="16002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6" name="Контур"/>
              <p:cNvSpPr/>
              <p:nvPr/>
            </p:nvSpPr>
            <p:spPr>
              <a:xfrm>
                <a:off x="3068372" y="7068071"/>
                <a:ext cx="49049" cy="57626"/>
              </a:xfrm>
              <a:custGeom>
                <a:avLst/>
                <a:gdLst/>
                <a:ahLst/>
                <a:cxnLst/>
                <a:rect l="l" t="t" r="r" b="b"/>
                <a:pathLst>
                  <a:path w="49049" h="57626">
                    <a:moveTo>
                      <a:pt x="0" y="23397"/>
                    </a:moveTo>
                    <a:lnTo>
                      <a:pt x="35269" y="0"/>
                    </a:lnTo>
                    <a:lnTo>
                      <a:pt x="49049" y="41480"/>
                    </a:lnTo>
                    <a:lnTo>
                      <a:pt x="44865" y="51646"/>
                    </a:lnTo>
                    <a:lnTo>
                      <a:pt x="33507" y="57626"/>
                    </a:lnTo>
                    <a:lnTo>
                      <a:pt x="22747" y="56430"/>
                    </a:lnTo>
                    <a:lnTo>
                      <a:pt x="0" y="2339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7" name="Контур"/>
              <p:cNvSpPr/>
              <p:nvPr/>
            </p:nvSpPr>
            <p:spPr>
              <a:xfrm>
                <a:off x="4776096" y="6450970"/>
                <a:ext cx="51072" cy="39488"/>
              </a:xfrm>
              <a:custGeom>
                <a:avLst/>
                <a:gdLst/>
                <a:ahLst/>
                <a:cxnLst/>
                <a:rect l="l" t="t" r="r" b="b"/>
                <a:pathLst>
                  <a:path w="51072" h="39488">
                    <a:moveTo>
                      <a:pt x="51072" y="7283"/>
                    </a:moveTo>
                    <a:lnTo>
                      <a:pt x="0" y="39488"/>
                    </a:lnTo>
                    <a:lnTo>
                      <a:pt x="2425" y="35430"/>
                    </a:lnTo>
                    <a:lnTo>
                      <a:pt x="11672" y="24304"/>
                    </a:lnTo>
                    <a:lnTo>
                      <a:pt x="22288" y="15732"/>
                    </a:lnTo>
                    <a:lnTo>
                      <a:pt x="46480" y="0"/>
                    </a:lnTo>
                    <a:lnTo>
                      <a:pt x="51072" y="72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8" name="Контур"/>
              <p:cNvSpPr/>
              <p:nvPr/>
            </p:nvSpPr>
            <p:spPr>
              <a:xfrm>
                <a:off x="4766551" y="6505054"/>
                <a:ext cx="134949" cy="216053"/>
              </a:xfrm>
              <a:custGeom>
                <a:avLst/>
                <a:gdLst/>
                <a:ahLst/>
                <a:cxnLst/>
                <a:rect l="l" t="t" r="r" b="b"/>
                <a:pathLst>
                  <a:path w="134949" h="216053">
                    <a:moveTo>
                      <a:pt x="3265" y="0"/>
                    </a:moveTo>
                    <a:lnTo>
                      <a:pt x="3303" y="406"/>
                    </a:lnTo>
                    <a:lnTo>
                      <a:pt x="4983" y="4289"/>
                    </a:lnTo>
                    <a:lnTo>
                      <a:pt x="134949" y="209011"/>
                    </a:lnTo>
                    <a:lnTo>
                      <a:pt x="114734" y="214973"/>
                    </a:lnTo>
                    <a:lnTo>
                      <a:pt x="101975" y="216053"/>
                    </a:lnTo>
                    <a:lnTo>
                      <a:pt x="97184" y="213702"/>
                    </a:lnTo>
                    <a:lnTo>
                      <a:pt x="88940" y="199692"/>
                    </a:lnTo>
                    <a:lnTo>
                      <a:pt x="95208" y="194141"/>
                    </a:lnTo>
                    <a:lnTo>
                      <a:pt x="77118" y="165943"/>
                    </a:lnTo>
                    <a:lnTo>
                      <a:pt x="62481" y="142690"/>
                    </a:lnTo>
                    <a:lnTo>
                      <a:pt x="10494" y="58263"/>
                    </a:lnTo>
                    <a:lnTo>
                      <a:pt x="4476" y="46017"/>
                    </a:lnTo>
                    <a:lnTo>
                      <a:pt x="2291" y="39205"/>
                    </a:lnTo>
                    <a:lnTo>
                      <a:pt x="0" y="24592"/>
                    </a:lnTo>
                    <a:lnTo>
                      <a:pt x="16" y="17006"/>
                    </a:lnTo>
                    <a:lnTo>
                      <a:pt x="2507" y="1905"/>
                    </a:lnTo>
                    <a:lnTo>
                      <a:pt x="326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9" name="Контур"/>
              <p:cNvSpPr/>
              <p:nvPr/>
            </p:nvSpPr>
            <p:spPr>
              <a:xfrm>
                <a:off x="4246009" y="6304765"/>
                <a:ext cx="65897" cy="36583"/>
              </a:xfrm>
              <a:custGeom>
                <a:avLst/>
                <a:gdLst/>
                <a:ahLst/>
                <a:cxnLst/>
                <a:rect l="l" t="t" r="r" b="b"/>
                <a:pathLst>
                  <a:path w="65897" h="36583">
                    <a:moveTo>
                      <a:pt x="3150" y="36583"/>
                    </a:moveTo>
                    <a:lnTo>
                      <a:pt x="0" y="32202"/>
                    </a:lnTo>
                    <a:lnTo>
                      <a:pt x="50337" y="0"/>
                    </a:lnTo>
                    <a:lnTo>
                      <a:pt x="65897" y="12069"/>
                    </a:lnTo>
                    <a:lnTo>
                      <a:pt x="56144" y="18090"/>
                    </a:lnTo>
                    <a:lnTo>
                      <a:pt x="53646" y="15147"/>
                    </a:lnTo>
                    <a:lnTo>
                      <a:pt x="49953" y="12904"/>
                    </a:lnTo>
                    <a:lnTo>
                      <a:pt x="45741" y="11943"/>
                    </a:lnTo>
                    <a:lnTo>
                      <a:pt x="41441" y="12361"/>
                    </a:lnTo>
                    <a:lnTo>
                      <a:pt x="37492" y="14118"/>
                    </a:lnTo>
                    <a:lnTo>
                      <a:pt x="3150" y="365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0" name="Контур"/>
              <p:cNvSpPr/>
              <p:nvPr/>
            </p:nvSpPr>
            <p:spPr>
              <a:xfrm>
                <a:off x="4236640" y="5928241"/>
                <a:ext cx="1216568" cy="705771"/>
              </a:xfrm>
              <a:custGeom>
                <a:avLst/>
                <a:gdLst/>
                <a:ahLst/>
                <a:cxnLst/>
                <a:rect l="l" t="t" r="r" b="b"/>
                <a:pathLst>
                  <a:path w="1216568" h="705771">
                    <a:moveTo>
                      <a:pt x="92705" y="580882"/>
                    </a:moveTo>
                    <a:lnTo>
                      <a:pt x="152681" y="672492"/>
                    </a:lnTo>
                    <a:lnTo>
                      <a:pt x="161131" y="678291"/>
                    </a:lnTo>
                    <a:lnTo>
                      <a:pt x="171218" y="676486"/>
                    </a:lnTo>
                    <a:lnTo>
                      <a:pt x="693865" y="344125"/>
                    </a:lnTo>
                    <a:lnTo>
                      <a:pt x="1203368" y="7978"/>
                    </a:lnTo>
                    <a:lnTo>
                      <a:pt x="1208878" y="0"/>
                    </a:lnTo>
                    <a:lnTo>
                      <a:pt x="1216568" y="10860"/>
                    </a:lnTo>
                    <a:lnTo>
                      <a:pt x="1064232" y="104841"/>
                    </a:lnTo>
                    <a:lnTo>
                      <a:pt x="189878" y="670401"/>
                    </a:lnTo>
                    <a:lnTo>
                      <a:pt x="198621" y="686808"/>
                    </a:lnTo>
                    <a:lnTo>
                      <a:pt x="172440" y="705771"/>
                    </a:lnTo>
                    <a:lnTo>
                      <a:pt x="0" y="463770"/>
                    </a:lnTo>
                    <a:lnTo>
                      <a:pt x="14547" y="454321"/>
                    </a:lnTo>
                    <a:lnTo>
                      <a:pt x="92705" y="58088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1" name="Контур"/>
              <p:cNvSpPr/>
              <p:nvPr/>
            </p:nvSpPr>
            <p:spPr>
              <a:xfrm>
                <a:off x="4149149" y="6832633"/>
                <a:ext cx="265512" cy="203584"/>
              </a:xfrm>
              <a:custGeom>
                <a:avLst/>
                <a:gdLst/>
                <a:ahLst/>
                <a:cxnLst/>
                <a:rect l="l" t="t" r="r" b="b"/>
                <a:pathLst>
                  <a:path w="265512" h="203584">
                    <a:moveTo>
                      <a:pt x="0" y="181930"/>
                    </a:moveTo>
                    <a:lnTo>
                      <a:pt x="250580" y="0"/>
                    </a:lnTo>
                    <a:lnTo>
                      <a:pt x="265512" y="24638"/>
                    </a:lnTo>
                    <a:lnTo>
                      <a:pt x="16330" y="203584"/>
                    </a:lnTo>
                    <a:lnTo>
                      <a:pt x="0" y="1819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2" name="Контур"/>
              <p:cNvSpPr/>
              <p:nvPr/>
            </p:nvSpPr>
            <p:spPr>
              <a:xfrm>
                <a:off x="4461708" y="6467264"/>
                <a:ext cx="224901" cy="141885"/>
              </a:xfrm>
              <a:custGeom>
                <a:avLst/>
                <a:gdLst/>
                <a:ahLst/>
                <a:cxnLst/>
                <a:rect l="l" t="t" r="r" b="b"/>
                <a:pathLst>
                  <a:path w="224901" h="141885">
                    <a:moveTo>
                      <a:pt x="186684" y="26424"/>
                    </a:moveTo>
                    <a:lnTo>
                      <a:pt x="7676" y="141885"/>
                    </a:lnTo>
                    <a:lnTo>
                      <a:pt x="0" y="130335"/>
                    </a:lnTo>
                    <a:lnTo>
                      <a:pt x="202826" y="4050"/>
                    </a:lnTo>
                    <a:lnTo>
                      <a:pt x="224503" y="0"/>
                    </a:lnTo>
                    <a:lnTo>
                      <a:pt x="224901" y="876"/>
                    </a:lnTo>
                    <a:lnTo>
                      <a:pt x="216972" y="5882"/>
                    </a:lnTo>
                    <a:lnTo>
                      <a:pt x="186684" y="264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3" name="Контур"/>
              <p:cNvSpPr/>
              <p:nvPr/>
            </p:nvSpPr>
            <p:spPr>
              <a:xfrm>
                <a:off x="3802446" y="6503021"/>
                <a:ext cx="204610" cy="165107"/>
              </a:xfrm>
              <a:custGeom>
                <a:avLst/>
                <a:gdLst/>
                <a:ahLst/>
                <a:cxnLst/>
                <a:rect l="l" t="t" r="r" b="b"/>
                <a:pathLst>
                  <a:path w="204610" h="165107">
                    <a:moveTo>
                      <a:pt x="86953" y="81822"/>
                    </a:moveTo>
                    <a:lnTo>
                      <a:pt x="204610" y="0"/>
                    </a:lnTo>
                    <a:lnTo>
                      <a:pt x="204402" y="29349"/>
                    </a:lnTo>
                    <a:lnTo>
                      <a:pt x="13358" y="165107"/>
                    </a:lnTo>
                    <a:lnTo>
                      <a:pt x="0" y="145230"/>
                    </a:lnTo>
                    <a:lnTo>
                      <a:pt x="86953" y="8182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4" name="Контур"/>
              <p:cNvSpPr/>
              <p:nvPr/>
            </p:nvSpPr>
            <p:spPr>
              <a:xfrm>
                <a:off x="4178734" y="6306520"/>
                <a:ext cx="230346" cy="333407"/>
              </a:xfrm>
              <a:custGeom>
                <a:avLst/>
                <a:gdLst/>
                <a:ahLst/>
                <a:cxnLst/>
                <a:rect l="l" t="t" r="r" b="b"/>
                <a:pathLst>
                  <a:path w="230346" h="333407">
                    <a:moveTo>
                      <a:pt x="72453" y="76042"/>
                    </a:moveTo>
                    <a:lnTo>
                      <a:pt x="57906" y="85491"/>
                    </a:lnTo>
                    <a:lnTo>
                      <a:pt x="230346" y="327492"/>
                    </a:lnTo>
                    <a:lnTo>
                      <a:pt x="222071" y="333407"/>
                    </a:lnTo>
                    <a:lnTo>
                      <a:pt x="0" y="29007"/>
                    </a:lnTo>
                    <a:lnTo>
                      <a:pt x="42687" y="0"/>
                    </a:lnTo>
                    <a:lnTo>
                      <a:pt x="67275" y="30447"/>
                    </a:lnTo>
                    <a:lnTo>
                      <a:pt x="70425" y="34828"/>
                    </a:lnTo>
                    <a:lnTo>
                      <a:pt x="64752" y="38539"/>
                    </a:lnTo>
                    <a:lnTo>
                      <a:pt x="61042" y="42154"/>
                    </a:lnTo>
                    <a:lnTo>
                      <a:pt x="58965" y="46901"/>
                    </a:lnTo>
                    <a:lnTo>
                      <a:pt x="58830" y="52079"/>
                    </a:lnTo>
                    <a:lnTo>
                      <a:pt x="60655" y="56928"/>
                    </a:lnTo>
                    <a:lnTo>
                      <a:pt x="72453" y="7604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5" name="Контур"/>
              <p:cNvSpPr/>
              <p:nvPr/>
            </p:nvSpPr>
            <p:spPr>
              <a:xfrm>
                <a:off x="4032325" y="6456749"/>
                <a:ext cx="54195" cy="38514"/>
              </a:xfrm>
              <a:custGeom>
                <a:avLst/>
                <a:gdLst/>
                <a:ahLst/>
                <a:cxnLst/>
                <a:rect l="l" t="t" r="r" b="b"/>
                <a:pathLst>
                  <a:path w="54195" h="38514">
                    <a:moveTo>
                      <a:pt x="0" y="28701"/>
                    </a:moveTo>
                    <a:lnTo>
                      <a:pt x="41271" y="0"/>
                    </a:lnTo>
                    <a:lnTo>
                      <a:pt x="54195" y="16298"/>
                    </a:lnTo>
                    <a:lnTo>
                      <a:pt x="23563" y="38514"/>
                    </a:lnTo>
                    <a:lnTo>
                      <a:pt x="0" y="2870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6" name="Контур"/>
              <p:cNvSpPr/>
              <p:nvPr/>
            </p:nvSpPr>
            <p:spPr>
              <a:xfrm>
                <a:off x="3550610" y="6998777"/>
                <a:ext cx="213542" cy="326052"/>
              </a:xfrm>
              <a:custGeom>
                <a:avLst/>
                <a:gdLst/>
                <a:ahLst/>
                <a:cxnLst/>
                <a:rect l="l" t="t" r="r" b="b"/>
                <a:pathLst>
                  <a:path w="213542" h="326052">
                    <a:moveTo>
                      <a:pt x="133977" y="245844"/>
                    </a:moveTo>
                    <a:lnTo>
                      <a:pt x="69747" y="145040"/>
                    </a:lnTo>
                    <a:lnTo>
                      <a:pt x="59185" y="138819"/>
                    </a:lnTo>
                    <a:lnTo>
                      <a:pt x="41152" y="147252"/>
                    </a:lnTo>
                    <a:lnTo>
                      <a:pt x="0" y="80715"/>
                    </a:lnTo>
                    <a:lnTo>
                      <a:pt x="46514" y="0"/>
                    </a:lnTo>
                    <a:lnTo>
                      <a:pt x="113183" y="90783"/>
                    </a:lnTo>
                    <a:lnTo>
                      <a:pt x="93406" y="104716"/>
                    </a:lnTo>
                    <a:lnTo>
                      <a:pt x="93757" y="120676"/>
                    </a:lnTo>
                    <a:lnTo>
                      <a:pt x="79968" y="129560"/>
                    </a:lnTo>
                    <a:lnTo>
                      <a:pt x="108077" y="170573"/>
                    </a:lnTo>
                    <a:lnTo>
                      <a:pt x="120680" y="162567"/>
                    </a:lnTo>
                    <a:lnTo>
                      <a:pt x="213542" y="307062"/>
                    </a:lnTo>
                    <a:lnTo>
                      <a:pt x="178078" y="326052"/>
                    </a:lnTo>
                    <a:lnTo>
                      <a:pt x="177121" y="313458"/>
                    </a:lnTo>
                    <a:lnTo>
                      <a:pt x="133977" y="2458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7" name="Контур"/>
              <p:cNvSpPr/>
              <p:nvPr/>
            </p:nvSpPr>
            <p:spPr>
              <a:xfrm>
                <a:off x="3150106" y="7392185"/>
                <a:ext cx="112383" cy="113326"/>
              </a:xfrm>
              <a:custGeom>
                <a:avLst/>
                <a:gdLst/>
                <a:ahLst/>
                <a:cxnLst/>
                <a:rect l="l" t="t" r="r" b="b"/>
                <a:pathLst>
                  <a:path w="112383" h="113326">
                    <a:moveTo>
                      <a:pt x="76929" y="3848"/>
                    </a:moveTo>
                    <a:lnTo>
                      <a:pt x="112383" y="58428"/>
                    </a:lnTo>
                    <a:lnTo>
                      <a:pt x="105892" y="83423"/>
                    </a:lnTo>
                    <a:lnTo>
                      <a:pt x="98015" y="94706"/>
                    </a:lnTo>
                    <a:lnTo>
                      <a:pt x="75448" y="110104"/>
                    </a:lnTo>
                    <a:lnTo>
                      <a:pt x="62070" y="113326"/>
                    </a:lnTo>
                    <a:lnTo>
                      <a:pt x="34967" y="109887"/>
                    </a:lnTo>
                    <a:lnTo>
                      <a:pt x="12567" y="94247"/>
                    </a:lnTo>
                    <a:lnTo>
                      <a:pt x="0" y="69988"/>
                    </a:lnTo>
                    <a:lnTo>
                      <a:pt x="147" y="42669"/>
                    </a:lnTo>
                    <a:lnTo>
                      <a:pt x="5096" y="29828"/>
                    </a:lnTo>
                    <a:lnTo>
                      <a:pt x="12973" y="18546"/>
                    </a:lnTo>
                    <a:lnTo>
                      <a:pt x="35540" y="3148"/>
                    </a:lnTo>
                    <a:lnTo>
                      <a:pt x="62678" y="0"/>
                    </a:lnTo>
                    <a:lnTo>
                      <a:pt x="76929" y="3848"/>
                    </a:lnTo>
                    <a:close/>
                    <a:moveTo>
                      <a:pt x="62545" y="89352"/>
                    </a:moveTo>
                    <a:lnTo>
                      <a:pt x="83324" y="76121"/>
                    </a:lnTo>
                    <a:lnTo>
                      <a:pt x="90103" y="52439"/>
                    </a:lnTo>
                    <a:lnTo>
                      <a:pt x="84788" y="36686"/>
                    </a:lnTo>
                    <a:lnTo>
                      <a:pt x="72762" y="25208"/>
                    </a:lnTo>
                    <a:lnTo>
                      <a:pt x="48435" y="21332"/>
                    </a:lnTo>
                    <a:lnTo>
                      <a:pt x="33439" y="28507"/>
                    </a:lnTo>
                    <a:lnTo>
                      <a:pt x="23493" y="41829"/>
                    </a:lnTo>
                    <a:lnTo>
                      <a:pt x="22578" y="66446"/>
                    </a:lnTo>
                    <a:lnTo>
                      <a:pt x="38218" y="85478"/>
                    </a:lnTo>
                    <a:lnTo>
                      <a:pt x="62545" y="8935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8" name="Контур"/>
              <p:cNvSpPr/>
              <p:nvPr/>
            </p:nvSpPr>
            <p:spPr>
              <a:xfrm>
                <a:off x="3089680" y="7010886"/>
                <a:ext cx="242591" cy="241857"/>
              </a:xfrm>
              <a:custGeom>
                <a:avLst/>
                <a:gdLst/>
                <a:ahLst/>
                <a:cxnLst/>
                <a:rect l="l" t="t" r="r" b="b"/>
                <a:pathLst>
                  <a:path w="242591" h="241857">
                    <a:moveTo>
                      <a:pt x="242591" y="140780"/>
                    </a:moveTo>
                    <a:lnTo>
                      <a:pt x="90591" y="240056"/>
                    </a:lnTo>
                    <a:lnTo>
                      <a:pt x="77992" y="241857"/>
                    </a:lnTo>
                    <a:lnTo>
                      <a:pt x="43196" y="228653"/>
                    </a:lnTo>
                    <a:lnTo>
                      <a:pt x="0" y="193844"/>
                    </a:lnTo>
                    <a:lnTo>
                      <a:pt x="30131" y="179392"/>
                    </a:lnTo>
                    <a:lnTo>
                      <a:pt x="52846" y="158463"/>
                    </a:lnTo>
                    <a:lnTo>
                      <a:pt x="64203" y="135740"/>
                    </a:lnTo>
                    <a:lnTo>
                      <a:pt x="67790" y="121388"/>
                    </a:lnTo>
                    <a:lnTo>
                      <a:pt x="38815" y="41944"/>
                    </a:lnTo>
                    <a:lnTo>
                      <a:pt x="50936" y="42891"/>
                    </a:lnTo>
                    <a:lnTo>
                      <a:pt x="62718" y="36089"/>
                    </a:lnTo>
                    <a:lnTo>
                      <a:pt x="69346" y="19508"/>
                    </a:lnTo>
                    <a:lnTo>
                      <a:pt x="64644" y="5610"/>
                    </a:lnTo>
                    <a:lnTo>
                      <a:pt x="73170" y="0"/>
                    </a:lnTo>
                    <a:lnTo>
                      <a:pt x="106046" y="55612"/>
                    </a:lnTo>
                    <a:lnTo>
                      <a:pt x="165938" y="21051"/>
                    </a:lnTo>
                    <a:lnTo>
                      <a:pt x="242591" y="1407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9" name="Контур"/>
              <p:cNvSpPr/>
              <p:nvPr/>
            </p:nvSpPr>
            <p:spPr>
              <a:xfrm>
                <a:off x="3384640" y="7279963"/>
                <a:ext cx="127424" cy="258364"/>
              </a:xfrm>
              <a:custGeom>
                <a:avLst/>
                <a:gdLst/>
                <a:ahLst/>
                <a:cxnLst/>
                <a:rect l="l" t="t" r="r" b="b"/>
                <a:pathLst>
                  <a:path w="127424" h="258364">
                    <a:moveTo>
                      <a:pt x="48538" y="258364"/>
                    </a:moveTo>
                    <a:lnTo>
                      <a:pt x="42882" y="248135"/>
                    </a:lnTo>
                    <a:lnTo>
                      <a:pt x="101402" y="209361"/>
                    </a:lnTo>
                    <a:lnTo>
                      <a:pt x="105088" y="205729"/>
                    </a:lnTo>
                    <a:lnTo>
                      <a:pt x="107137" y="200976"/>
                    </a:lnTo>
                    <a:lnTo>
                      <a:pt x="107246" y="195802"/>
                    </a:lnTo>
                    <a:lnTo>
                      <a:pt x="106038" y="192635"/>
                    </a:lnTo>
                    <a:lnTo>
                      <a:pt x="113164" y="188441"/>
                    </a:lnTo>
                    <a:lnTo>
                      <a:pt x="0" y="5452"/>
                    </a:lnTo>
                    <a:lnTo>
                      <a:pt x="8477" y="0"/>
                    </a:lnTo>
                    <a:lnTo>
                      <a:pt x="124324" y="181618"/>
                    </a:lnTo>
                    <a:lnTo>
                      <a:pt x="127424" y="197745"/>
                    </a:lnTo>
                    <a:lnTo>
                      <a:pt x="118124" y="211390"/>
                    </a:lnTo>
                    <a:lnTo>
                      <a:pt x="48538" y="25836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0" name="Контур"/>
              <p:cNvSpPr/>
              <p:nvPr/>
            </p:nvSpPr>
            <p:spPr>
              <a:xfrm>
                <a:off x="3413288" y="7140050"/>
                <a:ext cx="129903" cy="103228"/>
              </a:xfrm>
              <a:custGeom>
                <a:avLst/>
                <a:gdLst/>
                <a:ahLst/>
                <a:cxnLst/>
                <a:rect l="l" t="t" r="r" b="b"/>
                <a:pathLst>
                  <a:path w="129903" h="103228">
                    <a:moveTo>
                      <a:pt x="0" y="70865"/>
                    </a:moveTo>
                    <a:lnTo>
                      <a:pt x="114111" y="0"/>
                    </a:lnTo>
                    <a:lnTo>
                      <a:pt x="129903" y="26147"/>
                    </a:lnTo>
                    <a:lnTo>
                      <a:pt x="18196" y="103228"/>
                    </a:lnTo>
                    <a:lnTo>
                      <a:pt x="17247" y="100512"/>
                    </a:lnTo>
                    <a:lnTo>
                      <a:pt x="0" y="7086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1" name="Контур"/>
              <p:cNvSpPr/>
              <p:nvPr/>
            </p:nvSpPr>
            <p:spPr>
              <a:xfrm>
                <a:off x="4469384" y="6468140"/>
                <a:ext cx="612941" cy="684583"/>
              </a:xfrm>
              <a:custGeom>
                <a:avLst/>
                <a:gdLst/>
                <a:ahLst/>
                <a:cxnLst/>
                <a:rect l="l" t="t" r="r" b="b"/>
                <a:pathLst>
                  <a:path w="612941" h="684583">
                    <a:moveTo>
                      <a:pt x="333739" y="575972"/>
                    </a:moveTo>
                    <a:lnTo>
                      <a:pt x="341353" y="588082"/>
                    </a:lnTo>
                    <a:lnTo>
                      <a:pt x="423673" y="535824"/>
                    </a:lnTo>
                    <a:lnTo>
                      <a:pt x="468176" y="612227"/>
                    </a:lnTo>
                    <a:lnTo>
                      <a:pt x="580460" y="541523"/>
                    </a:lnTo>
                    <a:lnTo>
                      <a:pt x="585635" y="551135"/>
                    </a:lnTo>
                    <a:lnTo>
                      <a:pt x="612303" y="533688"/>
                    </a:lnTo>
                    <a:lnTo>
                      <a:pt x="612941" y="537572"/>
                    </a:lnTo>
                    <a:lnTo>
                      <a:pt x="389518" y="684583"/>
                    </a:lnTo>
                    <a:lnTo>
                      <a:pt x="379022" y="683948"/>
                    </a:lnTo>
                    <a:lnTo>
                      <a:pt x="0" y="141009"/>
                    </a:lnTo>
                    <a:lnTo>
                      <a:pt x="217225" y="0"/>
                    </a:lnTo>
                    <a:lnTo>
                      <a:pt x="226104" y="31998"/>
                    </a:lnTo>
                    <a:lnTo>
                      <a:pt x="215681" y="56873"/>
                    </a:lnTo>
                    <a:lnTo>
                      <a:pt x="130469" y="108641"/>
                    </a:lnTo>
                    <a:lnTo>
                      <a:pt x="120443" y="94520"/>
                    </a:lnTo>
                    <a:lnTo>
                      <a:pt x="56390" y="134471"/>
                    </a:lnTo>
                    <a:lnTo>
                      <a:pt x="74552" y="160976"/>
                    </a:lnTo>
                    <a:lnTo>
                      <a:pt x="46112" y="181856"/>
                    </a:lnTo>
                    <a:lnTo>
                      <a:pt x="71006" y="220502"/>
                    </a:lnTo>
                    <a:lnTo>
                      <a:pt x="116447" y="190955"/>
                    </a:lnTo>
                    <a:lnTo>
                      <a:pt x="123936" y="202793"/>
                    </a:lnTo>
                    <a:lnTo>
                      <a:pt x="116879" y="210593"/>
                    </a:lnTo>
                    <a:lnTo>
                      <a:pt x="118304" y="222767"/>
                    </a:lnTo>
                    <a:lnTo>
                      <a:pt x="159531" y="284644"/>
                    </a:lnTo>
                    <a:lnTo>
                      <a:pt x="170218" y="290647"/>
                    </a:lnTo>
                    <a:lnTo>
                      <a:pt x="224369" y="257666"/>
                    </a:lnTo>
                    <a:lnTo>
                      <a:pt x="235761" y="275885"/>
                    </a:lnTo>
                    <a:lnTo>
                      <a:pt x="276305" y="250535"/>
                    </a:lnTo>
                    <a:lnTo>
                      <a:pt x="264854" y="232220"/>
                    </a:lnTo>
                    <a:lnTo>
                      <a:pt x="227571" y="255532"/>
                    </a:lnTo>
                    <a:lnTo>
                      <a:pt x="262910" y="230750"/>
                    </a:lnTo>
                    <a:lnTo>
                      <a:pt x="263476" y="217073"/>
                    </a:lnTo>
                    <a:lnTo>
                      <a:pt x="267895" y="214122"/>
                    </a:lnTo>
                    <a:lnTo>
                      <a:pt x="305250" y="283791"/>
                    </a:lnTo>
                    <a:lnTo>
                      <a:pt x="300092" y="306454"/>
                    </a:lnTo>
                    <a:lnTo>
                      <a:pt x="295956" y="309104"/>
                    </a:lnTo>
                    <a:lnTo>
                      <a:pt x="283969" y="295049"/>
                    </a:lnTo>
                    <a:lnTo>
                      <a:pt x="271767" y="296210"/>
                    </a:lnTo>
                    <a:lnTo>
                      <a:pt x="198646" y="342673"/>
                    </a:lnTo>
                    <a:lnTo>
                      <a:pt x="192588" y="356396"/>
                    </a:lnTo>
                    <a:lnTo>
                      <a:pt x="333739" y="575972"/>
                    </a:lnTo>
                    <a:close/>
                    <a:moveTo>
                      <a:pt x="34630" y="151753"/>
                    </a:moveTo>
                    <a:lnTo>
                      <a:pt x="29389" y="162395"/>
                    </a:lnTo>
                    <a:lnTo>
                      <a:pt x="35341" y="169527"/>
                    </a:lnTo>
                    <a:lnTo>
                      <a:pt x="44930" y="168742"/>
                    </a:lnTo>
                    <a:lnTo>
                      <a:pt x="48593" y="160059"/>
                    </a:lnTo>
                    <a:lnTo>
                      <a:pt x="43227" y="152644"/>
                    </a:lnTo>
                    <a:lnTo>
                      <a:pt x="34630" y="151753"/>
                    </a:lnTo>
                    <a:close/>
                    <a:moveTo>
                      <a:pt x="382658" y="605639"/>
                    </a:moveTo>
                    <a:lnTo>
                      <a:pt x="389004" y="616016"/>
                    </a:lnTo>
                    <a:lnTo>
                      <a:pt x="364492" y="631273"/>
                    </a:lnTo>
                    <a:lnTo>
                      <a:pt x="374306" y="647039"/>
                    </a:lnTo>
                    <a:lnTo>
                      <a:pt x="398693" y="631860"/>
                    </a:lnTo>
                    <a:lnTo>
                      <a:pt x="406841" y="645185"/>
                    </a:lnTo>
                    <a:lnTo>
                      <a:pt x="450311" y="618554"/>
                    </a:lnTo>
                    <a:lnTo>
                      <a:pt x="426101" y="579017"/>
                    </a:lnTo>
                    <a:lnTo>
                      <a:pt x="382658" y="60563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2" name="Контур"/>
              <p:cNvSpPr/>
              <p:nvPr/>
            </p:nvSpPr>
            <p:spPr>
              <a:xfrm>
                <a:off x="4830802" y="7068656"/>
                <a:ext cx="192079" cy="131675"/>
              </a:xfrm>
              <a:custGeom>
                <a:avLst/>
                <a:gdLst/>
                <a:ahLst/>
                <a:cxnLst/>
                <a:rect l="l" t="t" r="r" b="b"/>
                <a:pathLst>
                  <a:path w="192079" h="131675">
                    <a:moveTo>
                      <a:pt x="185731" y="0"/>
                    </a:moveTo>
                    <a:lnTo>
                      <a:pt x="192079" y="9541"/>
                    </a:lnTo>
                    <a:lnTo>
                      <a:pt x="36170" y="106304"/>
                    </a:lnTo>
                    <a:lnTo>
                      <a:pt x="38612" y="110555"/>
                    </a:lnTo>
                    <a:lnTo>
                      <a:pt x="5726" y="131675"/>
                    </a:lnTo>
                    <a:lnTo>
                      <a:pt x="0" y="122636"/>
                    </a:lnTo>
                    <a:lnTo>
                      <a:pt x="117765" y="45515"/>
                    </a:lnTo>
                    <a:lnTo>
                      <a:pt x="18573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3" name="Контур"/>
              <p:cNvSpPr/>
              <p:nvPr/>
            </p:nvSpPr>
            <p:spPr>
              <a:xfrm>
                <a:off x="4559709" y="6835977"/>
                <a:ext cx="269268" cy="358825"/>
              </a:xfrm>
              <a:custGeom>
                <a:avLst/>
                <a:gdLst/>
                <a:ahLst/>
                <a:cxnLst/>
                <a:rect l="l" t="t" r="r" b="b"/>
                <a:pathLst>
                  <a:path w="269268" h="358825">
                    <a:moveTo>
                      <a:pt x="34941" y="0"/>
                    </a:moveTo>
                    <a:lnTo>
                      <a:pt x="175513" y="197401"/>
                    </a:lnTo>
                    <a:lnTo>
                      <a:pt x="226851" y="263340"/>
                    </a:lnTo>
                    <a:lnTo>
                      <a:pt x="230014" y="285963"/>
                    </a:lnTo>
                    <a:lnTo>
                      <a:pt x="269268" y="352224"/>
                    </a:lnTo>
                    <a:lnTo>
                      <a:pt x="256964" y="358825"/>
                    </a:lnTo>
                    <a:lnTo>
                      <a:pt x="167733" y="203353"/>
                    </a:lnTo>
                    <a:lnTo>
                      <a:pt x="60498" y="83152"/>
                    </a:lnTo>
                    <a:lnTo>
                      <a:pt x="0" y="24788"/>
                    </a:lnTo>
                    <a:lnTo>
                      <a:pt x="3494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4" name="Контур"/>
              <p:cNvSpPr/>
              <p:nvPr/>
            </p:nvSpPr>
            <p:spPr>
              <a:xfrm>
                <a:off x="1223753" y="6011739"/>
                <a:ext cx="165030" cy="345640"/>
              </a:xfrm>
              <a:custGeom>
                <a:avLst/>
                <a:gdLst/>
                <a:ahLst/>
                <a:cxnLst/>
                <a:rect l="l" t="t" r="r" b="b"/>
                <a:pathLst>
                  <a:path w="165030" h="345640">
                    <a:moveTo>
                      <a:pt x="130540" y="237274"/>
                    </a:moveTo>
                    <a:lnTo>
                      <a:pt x="99562" y="326148"/>
                    </a:lnTo>
                    <a:lnTo>
                      <a:pt x="67504" y="345640"/>
                    </a:lnTo>
                    <a:lnTo>
                      <a:pt x="85121" y="300171"/>
                    </a:lnTo>
                    <a:lnTo>
                      <a:pt x="84901" y="289880"/>
                    </a:lnTo>
                    <a:lnTo>
                      <a:pt x="41812" y="268656"/>
                    </a:lnTo>
                    <a:lnTo>
                      <a:pt x="120795" y="61385"/>
                    </a:lnTo>
                    <a:lnTo>
                      <a:pt x="112597" y="52202"/>
                    </a:lnTo>
                    <a:lnTo>
                      <a:pt x="0" y="8708"/>
                    </a:lnTo>
                    <a:lnTo>
                      <a:pt x="7862" y="844"/>
                    </a:lnTo>
                    <a:lnTo>
                      <a:pt x="28015" y="0"/>
                    </a:lnTo>
                    <a:lnTo>
                      <a:pt x="84846" y="28426"/>
                    </a:lnTo>
                    <a:lnTo>
                      <a:pt x="154732" y="72217"/>
                    </a:lnTo>
                    <a:lnTo>
                      <a:pt x="165030" y="84509"/>
                    </a:lnTo>
                    <a:lnTo>
                      <a:pt x="158209" y="119672"/>
                    </a:lnTo>
                    <a:lnTo>
                      <a:pt x="154382" y="119255"/>
                    </a:lnTo>
                    <a:lnTo>
                      <a:pt x="162652" y="88093"/>
                    </a:lnTo>
                    <a:lnTo>
                      <a:pt x="123820" y="77787"/>
                    </a:lnTo>
                    <a:lnTo>
                      <a:pt x="109396" y="132131"/>
                    </a:lnTo>
                    <a:lnTo>
                      <a:pt x="138691" y="139906"/>
                    </a:lnTo>
                    <a:lnTo>
                      <a:pt x="121906" y="222142"/>
                    </a:lnTo>
                    <a:lnTo>
                      <a:pt x="123872" y="232286"/>
                    </a:lnTo>
                    <a:lnTo>
                      <a:pt x="130540" y="2372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5" name="Контур"/>
              <p:cNvSpPr/>
              <p:nvPr/>
            </p:nvSpPr>
            <p:spPr>
              <a:xfrm>
                <a:off x="2309068" y="5864858"/>
                <a:ext cx="38731" cy="42288"/>
              </a:xfrm>
              <a:custGeom>
                <a:avLst/>
                <a:gdLst/>
                <a:ahLst/>
                <a:cxnLst/>
                <a:rect l="l" t="t" r="r" b="b"/>
                <a:pathLst>
                  <a:path w="38731" h="42288">
                    <a:moveTo>
                      <a:pt x="0" y="15286"/>
                    </a:moveTo>
                    <a:lnTo>
                      <a:pt x="17466" y="0"/>
                    </a:lnTo>
                    <a:lnTo>
                      <a:pt x="38731" y="24595"/>
                    </a:lnTo>
                    <a:lnTo>
                      <a:pt x="23631" y="42288"/>
                    </a:lnTo>
                    <a:lnTo>
                      <a:pt x="0" y="152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6" name="Контур"/>
              <p:cNvSpPr/>
              <p:nvPr/>
            </p:nvSpPr>
            <p:spPr>
              <a:xfrm>
                <a:off x="1222111" y="5605029"/>
                <a:ext cx="96080" cy="104338"/>
              </a:xfrm>
              <a:custGeom>
                <a:avLst/>
                <a:gdLst/>
                <a:ahLst/>
                <a:cxnLst/>
                <a:rect l="l" t="t" r="r" b="b"/>
                <a:pathLst>
                  <a:path w="96080" h="104338">
                    <a:moveTo>
                      <a:pt x="96080" y="40604"/>
                    </a:moveTo>
                    <a:lnTo>
                      <a:pt x="6411" y="104338"/>
                    </a:lnTo>
                    <a:lnTo>
                      <a:pt x="1080" y="83721"/>
                    </a:lnTo>
                    <a:lnTo>
                      <a:pt x="0" y="50060"/>
                    </a:lnTo>
                    <a:lnTo>
                      <a:pt x="45845" y="0"/>
                    </a:lnTo>
                    <a:lnTo>
                      <a:pt x="91298" y="34372"/>
                    </a:lnTo>
                    <a:lnTo>
                      <a:pt x="96080" y="4060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7" name="Контур"/>
              <p:cNvSpPr/>
              <p:nvPr/>
            </p:nvSpPr>
            <p:spPr>
              <a:xfrm>
                <a:off x="1482600" y="5298335"/>
                <a:ext cx="265580" cy="232641"/>
              </a:xfrm>
              <a:custGeom>
                <a:avLst/>
                <a:gdLst/>
                <a:ahLst/>
                <a:cxnLst/>
                <a:rect l="l" t="t" r="r" b="b"/>
                <a:pathLst>
                  <a:path w="265580" h="232641">
                    <a:moveTo>
                      <a:pt x="265580" y="84553"/>
                    </a:moveTo>
                    <a:lnTo>
                      <a:pt x="262822" y="86238"/>
                    </a:lnTo>
                    <a:lnTo>
                      <a:pt x="123043" y="205380"/>
                    </a:lnTo>
                    <a:lnTo>
                      <a:pt x="119786" y="209497"/>
                    </a:lnTo>
                    <a:lnTo>
                      <a:pt x="119413" y="210803"/>
                    </a:lnTo>
                    <a:lnTo>
                      <a:pt x="115424" y="206510"/>
                    </a:lnTo>
                    <a:lnTo>
                      <a:pt x="98818" y="221191"/>
                    </a:lnTo>
                    <a:lnTo>
                      <a:pt x="67922" y="205738"/>
                    </a:lnTo>
                    <a:lnTo>
                      <a:pt x="32819" y="232641"/>
                    </a:lnTo>
                    <a:lnTo>
                      <a:pt x="0" y="123000"/>
                    </a:lnTo>
                    <a:lnTo>
                      <a:pt x="129047" y="37150"/>
                    </a:lnTo>
                    <a:lnTo>
                      <a:pt x="186417" y="0"/>
                    </a:lnTo>
                    <a:lnTo>
                      <a:pt x="265580" y="845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8" name="Контур"/>
              <p:cNvSpPr/>
              <p:nvPr/>
            </p:nvSpPr>
            <p:spPr>
              <a:xfrm>
                <a:off x="1260108" y="4910480"/>
                <a:ext cx="205648" cy="301622"/>
              </a:xfrm>
              <a:custGeom>
                <a:avLst/>
                <a:gdLst/>
                <a:ahLst/>
                <a:cxnLst/>
                <a:rect l="l" t="t" r="r" b="b"/>
                <a:pathLst>
                  <a:path w="205648" h="301622">
                    <a:moveTo>
                      <a:pt x="116566" y="301622"/>
                    </a:moveTo>
                    <a:lnTo>
                      <a:pt x="16782" y="240936"/>
                    </a:lnTo>
                    <a:lnTo>
                      <a:pt x="0" y="230891"/>
                    </a:lnTo>
                    <a:lnTo>
                      <a:pt x="39127" y="0"/>
                    </a:lnTo>
                    <a:lnTo>
                      <a:pt x="67003" y="3479"/>
                    </a:lnTo>
                    <a:lnTo>
                      <a:pt x="61488" y="115495"/>
                    </a:lnTo>
                    <a:lnTo>
                      <a:pt x="205648" y="137688"/>
                    </a:lnTo>
                    <a:lnTo>
                      <a:pt x="193749" y="169542"/>
                    </a:lnTo>
                    <a:lnTo>
                      <a:pt x="116566" y="30162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9" name="Контур"/>
              <p:cNvSpPr/>
              <p:nvPr/>
            </p:nvSpPr>
            <p:spPr>
              <a:xfrm>
                <a:off x="2679243" y="5160461"/>
                <a:ext cx="153938" cy="300120"/>
              </a:xfrm>
              <a:custGeom>
                <a:avLst/>
                <a:gdLst/>
                <a:ahLst/>
                <a:cxnLst/>
                <a:rect l="l" t="t" r="r" b="b"/>
                <a:pathLst>
                  <a:path w="153938" h="300120">
                    <a:moveTo>
                      <a:pt x="19274" y="1453"/>
                    </a:moveTo>
                    <a:lnTo>
                      <a:pt x="20951" y="3356"/>
                    </a:lnTo>
                    <a:lnTo>
                      <a:pt x="15523" y="27034"/>
                    </a:lnTo>
                    <a:lnTo>
                      <a:pt x="59955" y="114496"/>
                    </a:lnTo>
                    <a:lnTo>
                      <a:pt x="153938" y="286032"/>
                    </a:lnTo>
                    <a:lnTo>
                      <a:pt x="136703" y="300120"/>
                    </a:lnTo>
                    <a:lnTo>
                      <a:pt x="49954" y="127342"/>
                    </a:lnTo>
                    <a:lnTo>
                      <a:pt x="43701" y="128905"/>
                    </a:lnTo>
                    <a:lnTo>
                      <a:pt x="10878" y="74961"/>
                    </a:lnTo>
                    <a:lnTo>
                      <a:pt x="18693" y="71052"/>
                    </a:lnTo>
                    <a:lnTo>
                      <a:pt x="0" y="19164"/>
                    </a:lnTo>
                    <a:lnTo>
                      <a:pt x="4215" y="0"/>
                    </a:lnTo>
                    <a:lnTo>
                      <a:pt x="6503" y="1743"/>
                    </a:lnTo>
                    <a:lnTo>
                      <a:pt x="10925" y="3140"/>
                    </a:lnTo>
                    <a:lnTo>
                      <a:pt x="15559" y="2957"/>
                    </a:lnTo>
                    <a:lnTo>
                      <a:pt x="19274" y="14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0" name="Контур"/>
              <p:cNvSpPr/>
              <p:nvPr/>
            </p:nvSpPr>
            <p:spPr>
              <a:xfrm>
                <a:off x="1328577" y="4209317"/>
                <a:ext cx="154718" cy="693531"/>
              </a:xfrm>
              <a:custGeom>
                <a:avLst/>
                <a:gdLst/>
                <a:ahLst/>
                <a:cxnLst/>
                <a:rect l="l" t="t" r="r" b="b"/>
                <a:pathLst>
                  <a:path w="154718" h="693531">
                    <a:moveTo>
                      <a:pt x="0" y="692898"/>
                    </a:moveTo>
                    <a:lnTo>
                      <a:pt x="5307" y="650372"/>
                    </a:lnTo>
                    <a:lnTo>
                      <a:pt x="5981" y="646135"/>
                    </a:lnTo>
                    <a:lnTo>
                      <a:pt x="58499" y="359459"/>
                    </a:lnTo>
                    <a:lnTo>
                      <a:pt x="72440" y="197706"/>
                    </a:lnTo>
                    <a:lnTo>
                      <a:pt x="136576" y="0"/>
                    </a:lnTo>
                    <a:lnTo>
                      <a:pt x="154718" y="3598"/>
                    </a:lnTo>
                    <a:lnTo>
                      <a:pt x="97624" y="246416"/>
                    </a:lnTo>
                    <a:lnTo>
                      <a:pt x="41509" y="548186"/>
                    </a:lnTo>
                    <a:lnTo>
                      <a:pt x="8943" y="693531"/>
                    </a:lnTo>
                    <a:lnTo>
                      <a:pt x="0" y="69289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1" name="Контур"/>
              <p:cNvSpPr/>
              <p:nvPr/>
            </p:nvSpPr>
            <p:spPr>
              <a:xfrm>
                <a:off x="1267956" y="5447694"/>
                <a:ext cx="208817" cy="220924"/>
              </a:xfrm>
              <a:custGeom>
                <a:avLst/>
                <a:gdLst/>
                <a:ahLst/>
                <a:cxnLst/>
                <a:rect l="l" t="t" r="r" b="b"/>
                <a:pathLst>
                  <a:path w="208817" h="220924">
                    <a:moveTo>
                      <a:pt x="208817" y="112901"/>
                    </a:moveTo>
                    <a:lnTo>
                      <a:pt x="67872" y="220924"/>
                    </a:lnTo>
                    <a:lnTo>
                      <a:pt x="50235" y="197939"/>
                    </a:lnTo>
                    <a:lnTo>
                      <a:pt x="45453" y="191707"/>
                    </a:lnTo>
                    <a:lnTo>
                      <a:pt x="0" y="157335"/>
                    </a:lnTo>
                    <a:lnTo>
                      <a:pt x="22119" y="133184"/>
                    </a:lnTo>
                    <a:lnTo>
                      <a:pt x="147505" y="18307"/>
                    </a:lnTo>
                    <a:lnTo>
                      <a:pt x="175023" y="0"/>
                    </a:lnTo>
                    <a:lnTo>
                      <a:pt x="208817" y="11290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2" name="Контур"/>
              <p:cNvSpPr/>
              <p:nvPr/>
            </p:nvSpPr>
            <p:spPr>
              <a:xfrm>
                <a:off x="2886739" y="6603862"/>
                <a:ext cx="337504" cy="262593"/>
              </a:xfrm>
              <a:custGeom>
                <a:avLst/>
                <a:gdLst/>
                <a:ahLst/>
                <a:cxnLst/>
                <a:rect l="l" t="t" r="r" b="b"/>
                <a:pathLst>
                  <a:path w="337504" h="262593">
                    <a:moveTo>
                      <a:pt x="337504" y="38544"/>
                    </a:moveTo>
                    <a:lnTo>
                      <a:pt x="0" y="262593"/>
                    </a:lnTo>
                    <a:lnTo>
                      <a:pt x="4581" y="248355"/>
                    </a:lnTo>
                    <a:lnTo>
                      <a:pt x="22311" y="219159"/>
                    </a:lnTo>
                    <a:lnTo>
                      <a:pt x="30537" y="211293"/>
                    </a:lnTo>
                    <a:lnTo>
                      <a:pt x="74808" y="174906"/>
                    </a:lnTo>
                    <a:lnTo>
                      <a:pt x="319419" y="0"/>
                    </a:lnTo>
                    <a:lnTo>
                      <a:pt x="337504" y="385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3" name="Контур"/>
              <p:cNvSpPr/>
              <p:nvPr/>
            </p:nvSpPr>
            <p:spPr>
              <a:xfrm>
                <a:off x="2930606" y="6594384"/>
                <a:ext cx="77048" cy="120289"/>
              </a:xfrm>
              <a:custGeom>
                <a:avLst/>
                <a:gdLst/>
                <a:ahLst/>
                <a:cxnLst/>
                <a:rect l="l" t="t" r="r" b="b"/>
                <a:pathLst>
                  <a:path w="77048" h="120289">
                    <a:moveTo>
                      <a:pt x="13765" y="11853"/>
                    </a:moveTo>
                    <a:lnTo>
                      <a:pt x="36741" y="0"/>
                    </a:lnTo>
                    <a:lnTo>
                      <a:pt x="39675" y="2221"/>
                    </a:lnTo>
                    <a:lnTo>
                      <a:pt x="77048" y="67201"/>
                    </a:lnTo>
                    <a:lnTo>
                      <a:pt x="41084" y="93754"/>
                    </a:lnTo>
                    <a:lnTo>
                      <a:pt x="4528" y="120289"/>
                    </a:lnTo>
                    <a:lnTo>
                      <a:pt x="0" y="112806"/>
                    </a:lnTo>
                    <a:lnTo>
                      <a:pt x="40169" y="91928"/>
                    </a:lnTo>
                    <a:lnTo>
                      <a:pt x="43566" y="89418"/>
                    </a:lnTo>
                    <a:lnTo>
                      <a:pt x="46021" y="85981"/>
                    </a:lnTo>
                    <a:lnTo>
                      <a:pt x="47293" y="81953"/>
                    </a:lnTo>
                    <a:lnTo>
                      <a:pt x="47260" y="77729"/>
                    </a:lnTo>
                    <a:lnTo>
                      <a:pt x="45922" y="73724"/>
                    </a:lnTo>
                    <a:lnTo>
                      <a:pt x="13765" y="118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4" name="Контур"/>
              <p:cNvSpPr/>
              <p:nvPr/>
            </p:nvSpPr>
            <p:spPr>
              <a:xfrm>
                <a:off x="3018302" y="6497265"/>
                <a:ext cx="209092" cy="148564"/>
              </a:xfrm>
              <a:custGeom>
                <a:avLst/>
                <a:gdLst/>
                <a:ahLst/>
                <a:cxnLst/>
                <a:rect l="l" t="t" r="r" b="b"/>
                <a:pathLst>
                  <a:path w="209092" h="148564">
                    <a:moveTo>
                      <a:pt x="0" y="130121"/>
                    </a:moveTo>
                    <a:lnTo>
                      <a:pt x="115623" y="31714"/>
                    </a:lnTo>
                    <a:lnTo>
                      <a:pt x="130075" y="46173"/>
                    </a:lnTo>
                    <a:lnTo>
                      <a:pt x="204205" y="0"/>
                    </a:lnTo>
                    <a:lnTo>
                      <a:pt x="209092" y="9693"/>
                    </a:lnTo>
                    <a:lnTo>
                      <a:pt x="36388" y="129593"/>
                    </a:lnTo>
                    <a:lnTo>
                      <a:pt x="10693" y="148564"/>
                    </a:lnTo>
                    <a:lnTo>
                      <a:pt x="0" y="13012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5" name="Контур"/>
              <p:cNvSpPr/>
              <p:nvPr/>
            </p:nvSpPr>
            <p:spPr>
              <a:xfrm>
                <a:off x="1266367" y="6373227"/>
                <a:ext cx="140658" cy="153598"/>
              </a:xfrm>
              <a:custGeom>
                <a:avLst/>
                <a:gdLst/>
                <a:ahLst/>
                <a:cxnLst/>
                <a:rect l="l" t="t" r="r" b="b"/>
                <a:pathLst>
                  <a:path w="140658" h="153598">
                    <a:moveTo>
                      <a:pt x="7698" y="25719"/>
                    </a:moveTo>
                    <a:lnTo>
                      <a:pt x="40028" y="1979"/>
                    </a:lnTo>
                    <a:lnTo>
                      <a:pt x="53876" y="0"/>
                    </a:lnTo>
                    <a:lnTo>
                      <a:pt x="134514" y="37645"/>
                    </a:lnTo>
                    <a:lnTo>
                      <a:pt x="137586" y="58388"/>
                    </a:lnTo>
                    <a:lnTo>
                      <a:pt x="130674" y="78363"/>
                    </a:lnTo>
                    <a:lnTo>
                      <a:pt x="140658" y="82204"/>
                    </a:lnTo>
                    <a:lnTo>
                      <a:pt x="125117" y="117179"/>
                    </a:lnTo>
                    <a:lnTo>
                      <a:pt x="116851" y="113703"/>
                    </a:lnTo>
                    <a:lnTo>
                      <a:pt x="98509" y="153598"/>
                    </a:lnTo>
                    <a:lnTo>
                      <a:pt x="9053" y="118661"/>
                    </a:lnTo>
                    <a:lnTo>
                      <a:pt x="23545" y="80071"/>
                    </a:lnTo>
                    <a:lnTo>
                      <a:pt x="0" y="43070"/>
                    </a:lnTo>
                    <a:lnTo>
                      <a:pt x="7698" y="2571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6" name="Контур"/>
              <p:cNvSpPr/>
              <p:nvPr/>
            </p:nvSpPr>
            <p:spPr>
              <a:xfrm>
                <a:off x="2991437" y="6514500"/>
                <a:ext cx="135960" cy="105424"/>
              </a:xfrm>
              <a:custGeom>
                <a:avLst/>
                <a:gdLst/>
                <a:ahLst/>
                <a:cxnLst/>
                <a:rect l="l" t="t" r="r" b="b"/>
                <a:pathLst>
                  <a:path w="135960" h="105424">
                    <a:moveTo>
                      <a:pt x="0" y="67457"/>
                    </a:moveTo>
                    <a:lnTo>
                      <a:pt x="130757" y="0"/>
                    </a:lnTo>
                    <a:lnTo>
                      <a:pt x="135960" y="8417"/>
                    </a:lnTo>
                    <a:lnTo>
                      <a:pt x="21737" y="105424"/>
                    </a:lnTo>
                    <a:lnTo>
                      <a:pt x="1223" y="75576"/>
                    </a:lnTo>
                    <a:lnTo>
                      <a:pt x="0" y="674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7" name="Контур"/>
              <p:cNvSpPr/>
              <p:nvPr/>
            </p:nvSpPr>
            <p:spPr>
              <a:xfrm>
                <a:off x="2019751" y="6065205"/>
                <a:ext cx="363159" cy="364830"/>
              </a:xfrm>
              <a:custGeom>
                <a:avLst/>
                <a:gdLst/>
                <a:ahLst/>
                <a:cxnLst/>
                <a:rect l="l" t="t" r="r" b="b"/>
                <a:pathLst>
                  <a:path w="363159" h="364830">
                    <a:moveTo>
                      <a:pt x="112058" y="213671"/>
                    </a:moveTo>
                    <a:lnTo>
                      <a:pt x="261473" y="82396"/>
                    </a:lnTo>
                    <a:lnTo>
                      <a:pt x="265594" y="78727"/>
                    </a:lnTo>
                    <a:lnTo>
                      <a:pt x="295434" y="52153"/>
                    </a:lnTo>
                    <a:lnTo>
                      <a:pt x="298219" y="49676"/>
                    </a:lnTo>
                    <a:lnTo>
                      <a:pt x="363159" y="0"/>
                    </a:lnTo>
                    <a:lnTo>
                      <a:pt x="363159" y="39268"/>
                    </a:lnTo>
                    <a:lnTo>
                      <a:pt x="43187" y="349432"/>
                    </a:lnTo>
                    <a:lnTo>
                      <a:pt x="21450" y="364830"/>
                    </a:lnTo>
                    <a:lnTo>
                      <a:pt x="1564" y="346509"/>
                    </a:lnTo>
                    <a:lnTo>
                      <a:pt x="0" y="345068"/>
                    </a:lnTo>
                    <a:lnTo>
                      <a:pt x="1175" y="344166"/>
                    </a:lnTo>
                    <a:lnTo>
                      <a:pt x="109869" y="228845"/>
                    </a:lnTo>
                    <a:lnTo>
                      <a:pt x="112645" y="224433"/>
                    </a:lnTo>
                    <a:lnTo>
                      <a:pt x="113542" y="219299"/>
                    </a:lnTo>
                    <a:lnTo>
                      <a:pt x="112429" y="214208"/>
                    </a:lnTo>
                    <a:lnTo>
                      <a:pt x="112058" y="2136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8" name="Контур"/>
              <p:cNvSpPr/>
              <p:nvPr/>
            </p:nvSpPr>
            <p:spPr>
              <a:xfrm>
                <a:off x="3476225" y="5315305"/>
                <a:ext cx="657406" cy="479271"/>
              </a:xfrm>
              <a:custGeom>
                <a:avLst/>
                <a:gdLst/>
                <a:ahLst/>
                <a:cxnLst/>
                <a:rect l="l" t="t" r="r" b="b"/>
                <a:pathLst>
                  <a:path w="657406" h="479271">
                    <a:moveTo>
                      <a:pt x="210" y="479271"/>
                    </a:moveTo>
                    <a:lnTo>
                      <a:pt x="1407" y="475640"/>
                    </a:lnTo>
                    <a:lnTo>
                      <a:pt x="1066" y="470489"/>
                    </a:lnTo>
                    <a:lnTo>
                      <a:pt x="0" y="468286"/>
                    </a:lnTo>
                    <a:lnTo>
                      <a:pt x="220472" y="291535"/>
                    </a:lnTo>
                    <a:lnTo>
                      <a:pt x="566137" y="67163"/>
                    </a:lnTo>
                    <a:lnTo>
                      <a:pt x="654044" y="0"/>
                    </a:lnTo>
                    <a:lnTo>
                      <a:pt x="657406" y="10095"/>
                    </a:lnTo>
                    <a:lnTo>
                      <a:pt x="633325" y="28682"/>
                    </a:lnTo>
                    <a:lnTo>
                      <a:pt x="604073" y="45261"/>
                    </a:lnTo>
                    <a:lnTo>
                      <a:pt x="585515" y="56738"/>
                    </a:lnTo>
                    <a:lnTo>
                      <a:pt x="244198" y="292950"/>
                    </a:lnTo>
                    <a:lnTo>
                      <a:pt x="38458" y="449148"/>
                    </a:lnTo>
                    <a:lnTo>
                      <a:pt x="210" y="4792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9" name="Контур"/>
              <p:cNvSpPr/>
              <p:nvPr/>
            </p:nvSpPr>
            <p:spPr>
              <a:xfrm>
                <a:off x="2719384" y="5876464"/>
                <a:ext cx="597368" cy="511776"/>
              </a:xfrm>
              <a:custGeom>
                <a:avLst/>
                <a:gdLst/>
                <a:ahLst/>
                <a:cxnLst/>
                <a:rect l="l" t="t" r="r" b="b"/>
                <a:pathLst>
                  <a:path w="597368" h="511776">
                    <a:moveTo>
                      <a:pt x="597368" y="39191"/>
                    </a:moveTo>
                    <a:lnTo>
                      <a:pt x="228110" y="304879"/>
                    </a:lnTo>
                    <a:lnTo>
                      <a:pt x="204387" y="326062"/>
                    </a:lnTo>
                    <a:lnTo>
                      <a:pt x="181802" y="357551"/>
                    </a:lnTo>
                    <a:lnTo>
                      <a:pt x="194103" y="375237"/>
                    </a:lnTo>
                    <a:lnTo>
                      <a:pt x="117009" y="424998"/>
                    </a:lnTo>
                    <a:lnTo>
                      <a:pt x="0" y="511776"/>
                    </a:lnTo>
                    <a:lnTo>
                      <a:pt x="1827" y="478755"/>
                    </a:lnTo>
                    <a:lnTo>
                      <a:pt x="122589" y="366849"/>
                    </a:lnTo>
                    <a:lnTo>
                      <a:pt x="232227" y="280782"/>
                    </a:lnTo>
                    <a:lnTo>
                      <a:pt x="420420" y="111718"/>
                    </a:lnTo>
                    <a:lnTo>
                      <a:pt x="566011" y="0"/>
                    </a:lnTo>
                    <a:lnTo>
                      <a:pt x="582630" y="36409"/>
                    </a:lnTo>
                    <a:lnTo>
                      <a:pt x="597368" y="3919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0" name="Контур"/>
              <p:cNvSpPr/>
              <p:nvPr/>
            </p:nvSpPr>
            <p:spPr>
              <a:xfrm>
                <a:off x="2719384" y="4437975"/>
                <a:ext cx="2555028" cy="1950265"/>
              </a:xfrm>
              <a:custGeom>
                <a:avLst/>
                <a:gdLst/>
                <a:ahLst/>
                <a:cxnLst/>
                <a:rect l="l" t="t" r="r" b="b"/>
                <a:pathLst>
                  <a:path w="2555028" h="1950265">
                    <a:moveTo>
                      <a:pt x="626861" y="1464755"/>
                    </a:moveTo>
                    <a:lnTo>
                      <a:pt x="795299" y="1326478"/>
                    </a:lnTo>
                    <a:lnTo>
                      <a:pt x="1001039" y="1170280"/>
                    </a:lnTo>
                    <a:lnTo>
                      <a:pt x="1414247" y="887425"/>
                    </a:lnTo>
                    <a:lnTo>
                      <a:pt x="1458810" y="830386"/>
                    </a:lnTo>
                    <a:lnTo>
                      <a:pt x="1513970" y="779216"/>
                    </a:lnTo>
                    <a:lnTo>
                      <a:pt x="1775407" y="600803"/>
                    </a:lnTo>
                    <a:lnTo>
                      <a:pt x="2471499" y="95680"/>
                    </a:lnTo>
                    <a:lnTo>
                      <a:pt x="2543187" y="26450"/>
                    </a:lnTo>
                    <a:lnTo>
                      <a:pt x="2544836" y="13878"/>
                    </a:lnTo>
                    <a:lnTo>
                      <a:pt x="2535120" y="847"/>
                    </a:lnTo>
                    <a:lnTo>
                      <a:pt x="2548168" y="0"/>
                    </a:lnTo>
                    <a:lnTo>
                      <a:pt x="2555028" y="19731"/>
                    </a:lnTo>
                    <a:lnTo>
                      <a:pt x="2551817" y="60449"/>
                    </a:lnTo>
                    <a:lnTo>
                      <a:pt x="2492976" y="114820"/>
                    </a:lnTo>
                    <a:lnTo>
                      <a:pt x="2165933" y="342825"/>
                    </a:lnTo>
                    <a:lnTo>
                      <a:pt x="1706287" y="694659"/>
                    </a:lnTo>
                    <a:lnTo>
                      <a:pt x="1444322" y="879700"/>
                    </a:lnTo>
                    <a:lnTo>
                      <a:pt x="1395518" y="925649"/>
                    </a:lnTo>
                    <a:lnTo>
                      <a:pt x="235177" y="1759802"/>
                    </a:lnTo>
                    <a:lnTo>
                      <a:pt x="216387" y="1779584"/>
                    </a:lnTo>
                    <a:lnTo>
                      <a:pt x="206321" y="1799874"/>
                    </a:lnTo>
                    <a:lnTo>
                      <a:pt x="209820" y="1816737"/>
                    </a:lnTo>
                    <a:lnTo>
                      <a:pt x="205320" y="1820296"/>
                    </a:lnTo>
                    <a:lnTo>
                      <a:pt x="101601" y="1890649"/>
                    </a:lnTo>
                    <a:lnTo>
                      <a:pt x="28793" y="1947191"/>
                    </a:lnTo>
                    <a:lnTo>
                      <a:pt x="0" y="1950265"/>
                    </a:lnTo>
                    <a:lnTo>
                      <a:pt x="117009" y="1863487"/>
                    </a:lnTo>
                    <a:lnTo>
                      <a:pt x="194103" y="1813726"/>
                    </a:lnTo>
                    <a:lnTo>
                      <a:pt x="181802" y="1796040"/>
                    </a:lnTo>
                    <a:lnTo>
                      <a:pt x="204387" y="1764551"/>
                    </a:lnTo>
                    <a:lnTo>
                      <a:pt x="228110" y="1743368"/>
                    </a:lnTo>
                    <a:lnTo>
                      <a:pt x="597370" y="1477679"/>
                    </a:lnTo>
                    <a:lnTo>
                      <a:pt x="626861" y="14647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1" name="Контур"/>
              <p:cNvSpPr/>
              <p:nvPr/>
            </p:nvSpPr>
            <p:spPr>
              <a:xfrm>
                <a:off x="2640577" y="7101116"/>
                <a:ext cx="49578" cy="33658"/>
              </a:xfrm>
              <a:custGeom>
                <a:avLst/>
                <a:gdLst/>
                <a:ahLst/>
                <a:cxnLst/>
                <a:rect l="l" t="t" r="r" b="b"/>
                <a:pathLst>
                  <a:path w="49578" h="33658">
                    <a:moveTo>
                      <a:pt x="44036" y="29065"/>
                    </a:moveTo>
                    <a:lnTo>
                      <a:pt x="40729" y="23844"/>
                    </a:lnTo>
                    <a:lnTo>
                      <a:pt x="37097" y="20029"/>
                    </a:lnTo>
                    <a:lnTo>
                      <a:pt x="32282" y="17895"/>
                    </a:lnTo>
                    <a:lnTo>
                      <a:pt x="27016" y="17766"/>
                    </a:lnTo>
                    <a:lnTo>
                      <a:pt x="22101" y="19662"/>
                    </a:lnTo>
                    <a:lnTo>
                      <a:pt x="0" y="33658"/>
                    </a:lnTo>
                    <a:lnTo>
                      <a:pt x="42872" y="0"/>
                    </a:lnTo>
                    <a:lnTo>
                      <a:pt x="47245" y="7000"/>
                    </a:lnTo>
                    <a:lnTo>
                      <a:pt x="49578" y="16333"/>
                    </a:lnTo>
                    <a:lnTo>
                      <a:pt x="47245" y="23332"/>
                    </a:lnTo>
                    <a:lnTo>
                      <a:pt x="44036" y="2906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2" name="Контур"/>
              <p:cNvSpPr/>
              <p:nvPr/>
            </p:nvSpPr>
            <p:spPr>
              <a:xfrm>
                <a:off x="2594601" y="7064349"/>
                <a:ext cx="102505" cy="89815"/>
              </a:xfrm>
              <a:custGeom>
                <a:avLst/>
                <a:gdLst/>
                <a:ahLst/>
                <a:cxnLst/>
                <a:rect l="l" t="t" r="r" b="b"/>
                <a:pathLst>
                  <a:path w="102505" h="89815">
                    <a:moveTo>
                      <a:pt x="45681" y="70612"/>
                    </a:moveTo>
                    <a:lnTo>
                      <a:pt x="15359" y="89815"/>
                    </a:lnTo>
                    <a:lnTo>
                      <a:pt x="0" y="65563"/>
                    </a:lnTo>
                    <a:lnTo>
                      <a:pt x="95579" y="0"/>
                    </a:lnTo>
                    <a:lnTo>
                      <a:pt x="102505" y="11195"/>
                    </a:lnTo>
                    <a:lnTo>
                      <a:pt x="79472" y="25445"/>
                    </a:lnTo>
                    <a:lnTo>
                      <a:pt x="32776" y="54332"/>
                    </a:lnTo>
                    <a:lnTo>
                      <a:pt x="45681" y="7061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3" name="Контур"/>
              <p:cNvSpPr/>
              <p:nvPr/>
            </p:nvSpPr>
            <p:spPr>
              <a:xfrm>
                <a:off x="3025366" y="7023592"/>
                <a:ext cx="132104" cy="181138"/>
              </a:xfrm>
              <a:custGeom>
                <a:avLst/>
                <a:gdLst/>
                <a:ahLst/>
                <a:cxnLst/>
                <a:rect l="l" t="t" r="r" b="b"/>
                <a:pathLst>
                  <a:path w="132104" h="181138">
                    <a:moveTo>
                      <a:pt x="76496" y="6279"/>
                    </a:moveTo>
                    <a:lnTo>
                      <a:pt x="86532" y="0"/>
                    </a:lnTo>
                    <a:lnTo>
                      <a:pt x="89251" y="19622"/>
                    </a:lnTo>
                    <a:lnTo>
                      <a:pt x="103129" y="29238"/>
                    </a:lnTo>
                    <a:lnTo>
                      <a:pt x="132104" y="108682"/>
                    </a:lnTo>
                    <a:lnTo>
                      <a:pt x="117160" y="145757"/>
                    </a:lnTo>
                    <a:lnTo>
                      <a:pt x="94445" y="166686"/>
                    </a:lnTo>
                    <a:lnTo>
                      <a:pt x="64314" y="181138"/>
                    </a:lnTo>
                    <a:lnTo>
                      <a:pt x="0" y="73519"/>
                    </a:lnTo>
                    <a:lnTo>
                      <a:pt x="6791" y="81898"/>
                    </a:lnTo>
                    <a:lnTo>
                      <a:pt x="16918" y="83947"/>
                    </a:lnTo>
                    <a:lnTo>
                      <a:pt x="43006" y="67876"/>
                    </a:lnTo>
                    <a:lnTo>
                      <a:pt x="65753" y="100909"/>
                    </a:lnTo>
                    <a:lnTo>
                      <a:pt x="76513" y="102105"/>
                    </a:lnTo>
                    <a:lnTo>
                      <a:pt x="87871" y="96125"/>
                    </a:lnTo>
                    <a:lnTo>
                      <a:pt x="92055" y="85959"/>
                    </a:lnTo>
                    <a:lnTo>
                      <a:pt x="78275" y="44479"/>
                    </a:lnTo>
                    <a:lnTo>
                      <a:pt x="86498" y="38231"/>
                    </a:lnTo>
                    <a:lnTo>
                      <a:pt x="88930" y="26216"/>
                    </a:lnTo>
                    <a:lnTo>
                      <a:pt x="76496" y="627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4" name="Контур"/>
              <p:cNvSpPr/>
              <p:nvPr/>
            </p:nvSpPr>
            <p:spPr>
              <a:xfrm>
                <a:off x="1595379" y="6915719"/>
                <a:ext cx="310878" cy="162414"/>
              </a:xfrm>
              <a:custGeom>
                <a:avLst/>
                <a:gdLst/>
                <a:ahLst/>
                <a:cxnLst/>
                <a:rect l="l" t="t" r="r" b="b"/>
                <a:pathLst>
                  <a:path w="310878" h="162414">
                    <a:moveTo>
                      <a:pt x="0" y="162414"/>
                    </a:moveTo>
                    <a:lnTo>
                      <a:pt x="310878" y="0"/>
                    </a:lnTo>
                    <a:lnTo>
                      <a:pt x="209281" y="57503"/>
                    </a:lnTo>
                    <a:lnTo>
                      <a:pt x="0" y="16241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5" name="Контур"/>
              <p:cNvSpPr/>
              <p:nvPr/>
            </p:nvSpPr>
            <p:spPr>
              <a:xfrm>
                <a:off x="2674818" y="6975930"/>
                <a:ext cx="105573" cy="88419"/>
              </a:xfrm>
              <a:custGeom>
                <a:avLst/>
                <a:gdLst/>
                <a:ahLst/>
                <a:cxnLst/>
                <a:rect l="l" t="t" r="r" b="b"/>
                <a:pathLst>
                  <a:path w="105573" h="88419">
                    <a:moveTo>
                      <a:pt x="105573" y="0"/>
                    </a:moveTo>
                    <a:lnTo>
                      <a:pt x="61458" y="29362"/>
                    </a:lnTo>
                    <a:lnTo>
                      <a:pt x="58351" y="32224"/>
                    </a:lnTo>
                    <a:lnTo>
                      <a:pt x="56281" y="35905"/>
                    </a:lnTo>
                    <a:lnTo>
                      <a:pt x="55450" y="40046"/>
                    </a:lnTo>
                    <a:lnTo>
                      <a:pt x="55939" y="44242"/>
                    </a:lnTo>
                    <a:lnTo>
                      <a:pt x="57701" y="48081"/>
                    </a:lnTo>
                    <a:lnTo>
                      <a:pt x="62864" y="55837"/>
                    </a:lnTo>
                    <a:lnTo>
                      <a:pt x="15362" y="88419"/>
                    </a:lnTo>
                    <a:lnTo>
                      <a:pt x="0" y="66939"/>
                    </a:lnTo>
                    <a:lnTo>
                      <a:pt x="10557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6" name="Контур"/>
              <p:cNvSpPr/>
              <p:nvPr/>
            </p:nvSpPr>
            <p:spPr>
              <a:xfrm>
                <a:off x="2653265" y="6780504"/>
                <a:ext cx="11706" cy="7344"/>
              </a:xfrm>
              <a:custGeom>
                <a:avLst/>
                <a:gdLst/>
                <a:ahLst/>
                <a:cxnLst/>
                <a:rect l="l" t="t" r="r" b="b"/>
                <a:pathLst>
                  <a:path w="11706" h="7344">
                    <a:moveTo>
                      <a:pt x="11706" y="0"/>
                    </a:moveTo>
                    <a:lnTo>
                      <a:pt x="4816" y="7344"/>
                    </a:lnTo>
                    <a:lnTo>
                      <a:pt x="1217" y="5899"/>
                    </a:lnTo>
                    <a:lnTo>
                      <a:pt x="0" y="5912"/>
                    </a:lnTo>
                    <a:lnTo>
                      <a:pt x="11706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7" name="Контур"/>
              <p:cNvSpPr/>
              <p:nvPr/>
            </p:nvSpPr>
            <p:spPr>
              <a:xfrm>
                <a:off x="2651554" y="6596900"/>
                <a:ext cx="201634" cy="169423"/>
              </a:xfrm>
              <a:custGeom>
                <a:avLst/>
                <a:gdLst/>
                <a:ahLst/>
                <a:cxnLst/>
                <a:rect l="l" t="t" r="r" b="b"/>
                <a:pathLst>
                  <a:path w="201634" h="169423">
                    <a:moveTo>
                      <a:pt x="201634" y="37193"/>
                    </a:moveTo>
                    <a:lnTo>
                      <a:pt x="176877" y="50060"/>
                    </a:lnTo>
                    <a:lnTo>
                      <a:pt x="173480" y="52570"/>
                    </a:lnTo>
                    <a:lnTo>
                      <a:pt x="171025" y="56007"/>
                    </a:lnTo>
                    <a:lnTo>
                      <a:pt x="169752" y="60035"/>
                    </a:lnTo>
                    <a:lnTo>
                      <a:pt x="169787" y="64259"/>
                    </a:lnTo>
                    <a:lnTo>
                      <a:pt x="171124" y="68265"/>
                    </a:lnTo>
                    <a:lnTo>
                      <a:pt x="172472" y="70857"/>
                    </a:lnTo>
                    <a:lnTo>
                      <a:pt x="70843" y="121125"/>
                    </a:lnTo>
                    <a:lnTo>
                      <a:pt x="28655" y="167362"/>
                    </a:lnTo>
                    <a:lnTo>
                      <a:pt x="26722" y="169423"/>
                    </a:lnTo>
                    <a:lnTo>
                      <a:pt x="26732" y="166429"/>
                    </a:lnTo>
                    <a:lnTo>
                      <a:pt x="25441" y="162407"/>
                    </a:lnTo>
                    <a:lnTo>
                      <a:pt x="24581" y="160705"/>
                    </a:lnTo>
                    <a:lnTo>
                      <a:pt x="25514" y="160248"/>
                    </a:lnTo>
                    <a:lnTo>
                      <a:pt x="0" y="108168"/>
                    </a:lnTo>
                    <a:lnTo>
                      <a:pt x="182984" y="0"/>
                    </a:lnTo>
                    <a:lnTo>
                      <a:pt x="183660" y="2353"/>
                    </a:lnTo>
                    <a:lnTo>
                      <a:pt x="201634" y="371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8" name="Контур"/>
              <p:cNvSpPr/>
              <p:nvPr/>
            </p:nvSpPr>
            <p:spPr>
              <a:xfrm>
                <a:off x="2254460" y="6770259"/>
                <a:ext cx="376624" cy="247998"/>
              </a:xfrm>
              <a:custGeom>
                <a:avLst/>
                <a:gdLst/>
                <a:ahLst/>
                <a:cxnLst/>
                <a:rect l="l" t="t" r="r" b="b"/>
                <a:pathLst>
                  <a:path w="376624" h="247998">
                    <a:moveTo>
                      <a:pt x="273875" y="0"/>
                    </a:moveTo>
                    <a:lnTo>
                      <a:pt x="299311" y="51280"/>
                    </a:lnTo>
                    <a:lnTo>
                      <a:pt x="307144" y="58018"/>
                    </a:lnTo>
                    <a:lnTo>
                      <a:pt x="317447" y="57244"/>
                    </a:lnTo>
                    <a:lnTo>
                      <a:pt x="376624" y="27359"/>
                    </a:lnTo>
                    <a:lnTo>
                      <a:pt x="324362" y="63108"/>
                    </a:lnTo>
                    <a:lnTo>
                      <a:pt x="318612" y="73216"/>
                    </a:lnTo>
                    <a:lnTo>
                      <a:pt x="274178" y="82165"/>
                    </a:lnTo>
                    <a:lnTo>
                      <a:pt x="50395" y="247998"/>
                    </a:lnTo>
                    <a:lnTo>
                      <a:pt x="18664" y="202076"/>
                    </a:lnTo>
                    <a:lnTo>
                      <a:pt x="23914" y="188551"/>
                    </a:lnTo>
                    <a:lnTo>
                      <a:pt x="0" y="150949"/>
                    </a:lnTo>
                    <a:lnTo>
                      <a:pt x="128450" y="76176"/>
                    </a:lnTo>
                    <a:lnTo>
                      <a:pt x="27387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9" name="Контур"/>
              <p:cNvSpPr/>
              <p:nvPr/>
            </p:nvSpPr>
            <p:spPr>
              <a:xfrm>
                <a:off x="2915612" y="6665714"/>
                <a:ext cx="457019" cy="278806"/>
              </a:xfrm>
              <a:custGeom>
                <a:avLst/>
                <a:gdLst/>
                <a:ahLst/>
                <a:cxnLst/>
                <a:rect l="l" t="t" r="r" b="b"/>
                <a:pathLst>
                  <a:path w="457019" h="278806">
                    <a:moveTo>
                      <a:pt x="457019" y="21646"/>
                    </a:moveTo>
                    <a:lnTo>
                      <a:pt x="389158" y="75396"/>
                    </a:lnTo>
                    <a:lnTo>
                      <a:pt x="378975" y="59239"/>
                    </a:lnTo>
                    <a:lnTo>
                      <a:pt x="306067" y="105192"/>
                    </a:lnTo>
                    <a:lnTo>
                      <a:pt x="319652" y="126689"/>
                    </a:lnTo>
                    <a:lnTo>
                      <a:pt x="96075" y="265680"/>
                    </a:lnTo>
                    <a:lnTo>
                      <a:pt x="78992" y="242099"/>
                    </a:lnTo>
                    <a:lnTo>
                      <a:pt x="65088" y="252203"/>
                    </a:lnTo>
                    <a:lnTo>
                      <a:pt x="82206" y="275759"/>
                    </a:lnTo>
                    <a:lnTo>
                      <a:pt x="76924" y="278806"/>
                    </a:lnTo>
                    <a:lnTo>
                      <a:pt x="62660" y="254036"/>
                    </a:lnTo>
                    <a:lnTo>
                      <a:pt x="52386" y="247349"/>
                    </a:lnTo>
                    <a:lnTo>
                      <a:pt x="0" y="274542"/>
                    </a:lnTo>
                    <a:lnTo>
                      <a:pt x="246145" y="120402"/>
                    </a:lnTo>
                    <a:lnTo>
                      <a:pt x="437284" y="15637"/>
                    </a:lnTo>
                    <a:lnTo>
                      <a:pt x="441580" y="0"/>
                    </a:lnTo>
                    <a:lnTo>
                      <a:pt x="457019" y="2164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0" name="Контур"/>
              <p:cNvSpPr/>
              <p:nvPr/>
            </p:nvSpPr>
            <p:spPr>
              <a:xfrm>
                <a:off x="2892673" y="6600530"/>
                <a:ext cx="464519" cy="339477"/>
              </a:xfrm>
              <a:custGeom>
                <a:avLst/>
                <a:gdLst/>
                <a:ahLst/>
                <a:cxnLst/>
                <a:rect l="l" t="t" r="r" b="b"/>
                <a:pathLst>
                  <a:path w="464519" h="339477">
                    <a:moveTo>
                      <a:pt x="417278" y="0"/>
                    </a:moveTo>
                    <a:lnTo>
                      <a:pt x="417296" y="40"/>
                    </a:lnTo>
                    <a:lnTo>
                      <a:pt x="458158" y="56266"/>
                    </a:lnTo>
                    <a:lnTo>
                      <a:pt x="464519" y="65184"/>
                    </a:lnTo>
                    <a:lnTo>
                      <a:pt x="460223" y="80821"/>
                    </a:lnTo>
                    <a:lnTo>
                      <a:pt x="269084" y="185586"/>
                    </a:lnTo>
                    <a:lnTo>
                      <a:pt x="22875" y="339477"/>
                    </a:lnTo>
                    <a:lnTo>
                      <a:pt x="7265" y="306938"/>
                    </a:lnTo>
                    <a:lnTo>
                      <a:pt x="0" y="284668"/>
                    </a:lnTo>
                    <a:lnTo>
                      <a:pt x="240158" y="129958"/>
                    </a:lnTo>
                    <a:lnTo>
                      <a:pt x="390471" y="27668"/>
                    </a:lnTo>
                    <a:lnTo>
                      <a:pt x="386319" y="22350"/>
                    </a:lnTo>
                    <a:lnTo>
                      <a:pt x="41727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1" name="Контур"/>
              <p:cNvSpPr/>
              <p:nvPr/>
            </p:nvSpPr>
            <p:spPr>
              <a:xfrm>
                <a:off x="1906257" y="6827800"/>
                <a:ext cx="168288" cy="87919"/>
              </a:xfrm>
              <a:custGeom>
                <a:avLst/>
                <a:gdLst/>
                <a:ahLst/>
                <a:cxnLst/>
                <a:rect l="l" t="t" r="r" b="b"/>
                <a:pathLst>
                  <a:path w="168288" h="87919">
                    <a:moveTo>
                      <a:pt x="168288" y="0"/>
                    </a:moveTo>
                    <a:lnTo>
                      <a:pt x="0" y="87919"/>
                    </a:lnTo>
                    <a:lnTo>
                      <a:pt x="78108" y="43711"/>
                    </a:lnTo>
                    <a:lnTo>
                      <a:pt x="16828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2" name="Контур"/>
              <p:cNvSpPr/>
              <p:nvPr/>
            </p:nvSpPr>
            <p:spPr>
              <a:xfrm>
                <a:off x="252000" y="6245515"/>
                <a:ext cx="153816" cy="175809"/>
              </a:xfrm>
              <a:custGeom>
                <a:avLst/>
                <a:gdLst/>
                <a:ahLst/>
                <a:cxnLst/>
                <a:rect l="l" t="t" r="r" b="b"/>
                <a:pathLst>
                  <a:path w="153816" h="175809">
                    <a:moveTo>
                      <a:pt x="86452" y="175809"/>
                    </a:moveTo>
                    <a:lnTo>
                      <a:pt x="0" y="131751"/>
                    </a:lnTo>
                    <a:lnTo>
                      <a:pt x="0" y="51091"/>
                    </a:lnTo>
                    <a:lnTo>
                      <a:pt x="7712" y="6564"/>
                    </a:lnTo>
                    <a:lnTo>
                      <a:pt x="53507" y="0"/>
                    </a:lnTo>
                    <a:lnTo>
                      <a:pt x="99877" y="4123"/>
                    </a:lnTo>
                    <a:lnTo>
                      <a:pt x="135942" y="11339"/>
                    </a:lnTo>
                    <a:lnTo>
                      <a:pt x="149257" y="16750"/>
                    </a:lnTo>
                    <a:lnTo>
                      <a:pt x="153816" y="64072"/>
                    </a:lnTo>
                    <a:lnTo>
                      <a:pt x="151049" y="88184"/>
                    </a:lnTo>
                    <a:lnTo>
                      <a:pt x="124076" y="13601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3" name="Контур"/>
              <p:cNvSpPr/>
              <p:nvPr/>
            </p:nvSpPr>
            <p:spPr>
              <a:xfrm>
                <a:off x="252000" y="6252079"/>
                <a:ext cx="7712" cy="44527"/>
              </a:xfrm>
              <a:custGeom>
                <a:avLst/>
                <a:gdLst/>
                <a:ahLst/>
                <a:cxnLst/>
                <a:rect l="l" t="t" r="r" b="b"/>
                <a:pathLst>
                  <a:path w="7712" h="44527">
                    <a:moveTo>
                      <a:pt x="0" y="120"/>
                    </a:moveTo>
                    <a:lnTo>
                      <a:pt x="7712" y="0"/>
                    </a:lnTo>
                    <a:lnTo>
                      <a:pt x="0" y="445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4" name="Контур"/>
              <p:cNvSpPr/>
              <p:nvPr/>
            </p:nvSpPr>
            <p:spPr>
              <a:xfrm>
                <a:off x="751105" y="5040539"/>
                <a:ext cx="159373" cy="772769"/>
              </a:xfrm>
              <a:custGeom>
                <a:avLst/>
                <a:gdLst/>
                <a:ahLst/>
                <a:cxnLst/>
                <a:rect l="l" t="t" r="r" b="b"/>
                <a:pathLst>
                  <a:path w="159373" h="772769">
                    <a:moveTo>
                      <a:pt x="104998" y="772769"/>
                    </a:moveTo>
                    <a:lnTo>
                      <a:pt x="71372" y="606965"/>
                    </a:lnTo>
                    <a:lnTo>
                      <a:pt x="42985" y="220736"/>
                    </a:lnTo>
                    <a:lnTo>
                      <a:pt x="13787" y="100892"/>
                    </a:lnTo>
                    <a:lnTo>
                      <a:pt x="0" y="14883"/>
                    </a:lnTo>
                    <a:lnTo>
                      <a:pt x="51597" y="0"/>
                    </a:lnTo>
                    <a:lnTo>
                      <a:pt x="142323" y="26122"/>
                    </a:lnTo>
                    <a:lnTo>
                      <a:pt x="134212" y="135591"/>
                    </a:lnTo>
                    <a:lnTo>
                      <a:pt x="159373" y="592237"/>
                    </a:lnTo>
                    <a:lnTo>
                      <a:pt x="145375" y="696303"/>
                    </a:lnTo>
                    <a:lnTo>
                      <a:pt x="104998" y="77276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5" name="Контур"/>
              <p:cNvSpPr/>
              <p:nvPr/>
            </p:nvSpPr>
            <p:spPr>
              <a:xfrm>
                <a:off x="1120142" y="6020999"/>
                <a:ext cx="84763" cy="131196"/>
              </a:xfrm>
              <a:custGeom>
                <a:avLst/>
                <a:gdLst/>
                <a:ahLst/>
                <a:cxnLst/>
                <a:rect l="l" t="t" r="r" b="b"/>
                <a:pathLst>
                  <a:path w="84763" h="131196">
                    <a:moveTo>
                      <a:pt x="84763" y="874"/>
                    </a:moveTo>
                    <a:lnTo>
                      <a:pt x="84584" y="1000"/>
                    </a:lnTo>
                    <a:lnTo>
                      <a:pt x="81757" y="5432"/>
                    </a:lnTo>
                    <a:lnTo>
                      <a:pt x="32711" y="131196"/>
                    </a:lnTo>
                    <a:lnTo>
                      <a:pt x="0" y="117777"/>
                    </a:lnTo>
                    <a:lnTo>
                      <a:pt x="32537" y="39502"/>
                    </a:lnTo>
                    <a:lnTo>
                      <a:pt x="49813" y="16295"/>
                    </a:lnTo>
                    <a:lnTo>
                      <a:pt x="63633" y="2469"/>
                    </a:lnTo>
                    <a:lnTo>
                      <a:pt x="78934" y="0"/>
                    </a:lnTo>
                    <a:lnTo>
                      <a:pt x="84763" y="8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6" name="Контур"/>
              <p:cNvSpPr/>
              <p:nvPr/>
            </p:nvSpPr>
            <p:spPr>
              <a:xfrm>
                <a:off x="1081941" y="6176545"/>
                <a:ext cx="56047" cy="68385"/>
              </a:xfrm>
              <a:custGeom>
                <a:avLst/>
                <a:gdLst/>
                <a:ahLst/>
                <a:cxnLst/>
                <a:rect l="l" t="t" r="r" b="b"/>
                <a:pathLst>
                  <a:path w="56047" h="68385">
                    <a:moveTo>
                      <a:pt x="34746" y="68385"/>
                    </a:moveTo>
                    <a:lnTo>
                      <a:pt x="0" y="54127"/>
                    </a:lnTo>
                    <a:lnTo>
                      <a:pt x="22501" y="0"/>
                    </a:lnTo>
                    <a:lnTo>
                      <a:pt x="56047" y="13768"/>
                    </a:lnTo>
                    <a:lnTo>
                      <a:pt x="34746" y="6838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7" name="Контур"/>
              <p:cNvSpPr/>
              <p:nvPr/>
            </p:nvSpPr>
            <p:spPr>
              <a:xfrm>
                <a:off x="823933" y="4746599"/>
                <a:ext cx="163289" cy="216561"/>
              </a:xfrm>
              <a:custGeom>
                <a:avLst/>
                <a:gdLst/>
                <a:ahLst/>
                <a:cxnLst/>
                <a:rect l="l" t="t" r="r" b="b"/>
                <a:pathLst>
                  <a:path w="163289" h="216561">
                    <a:moveTo>
                      <a:pt x="131368" y="135841"/>
                    </a:moveTo>
                    <a:lnTo>
                      <a:pt x="163289" y="163926"/>
                    </a:lnTo>
                    <a:lnTo>
                      <a:pt x="124647" y="193961"/>
                    </a:lnTo>
                    <a:lnTo>
                      <a:pt x="66287" y="216561"/>
                    </a:lnTo>
                    <a:lnTo>
                      <a:pt x="0" y="85946"/>
                    </a:lnTo>
                    <a:lnTo>
                      <a:pt x="77377" y="0"/>
                    </a:lnTo>
                    <a:lnTo>
                      <a:pt x="113609" y="34934"/>
                    </a:lnTo>
                    <a:lnTo>
                      <a:pt x="77675" y="74227"/>
                    </a:lnTo>
                    <a:lnTo>
                      <a:pt x="74955" y="78710"/>
                    </a:lnTo>
                    <a:lnTo>
                      <a:pt x="74149" y="83890"/>
                    </a:lnTo>
                    <a:lnTo>
                      <a:pt x="75377" y="88988"/>
                    </a:lnTo>
                    <a:lnTo>
                      <a:pt x="78455" y="93233"/>
                    </a:lnTo>
                    <a:lnTo>
                      <a:pt x="120719" y="132453"/>
                    </a:lnTo>
                    <a:lnTo>
                      <a:pt x="124240" y="134812"/>
                    </a:lnTo>
                    <a:lnTo>
                      <a:pt x="128320" y="135964"/>
                    </a:lnTo>
                    <a:lnTo>
                      <a:pt x="131368" y="13584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8" name="Контур"/>
              <p:cNvSpPr/>
              <p:nvPr/>
            </p:nvSpPr>
            <p:spPr>
              <a:xfrm>
                <a:off x="283005" y="4216540"/>
                <a:ext cx="608452" cy="585292"/>
              </a:xfrm>
              <a:custGeom>
                <a:avLst/>
                <a:gdLst/>
                <a:ahLst/>
                <a:cxnLst/>
                <a:rect l="l" t="t" r="r" b="b"/>
                <a:pathLst>
                  <a:path w="608452" h="585292">
                    <a:moveTo>
                      <a:pt x="410873" y="477913"/>
                    </a:moveTo>
                    <a:lnTo>
                      <a:pt x="551688" y="308141"/>
                    </a:lnTo>
                    <a:lnTo>
                      <a:pt x="286003" y="58920"/>
                    </a:lnTo>
                    <a:lnTo>
                      <a:pt x="341521" y="0"/>
                    </a:lnTo>
                    <a:lnTo>
                      <a:pt x="595581" y="262589"/>
                    </a:lnTo>
                    <a:lnTo>
                      <a:pt x="607036" y="317191"/>
                    </a:lnTo>
                    <a:lnTo>
                      <a:pt x="608452" y="341193"/>
                    </a:lnTo>
                    <a:lnTo>
                      <a:pt x="600461" y="375666"/>
                    </a:lnTo>
                    <a:lnTo>
                      <a:pt x="556982" y="443188"/>
                    </a:lnTo>
                    <a:lnTo>
                      <a:pt x="499238" y="495260"/>
                    </a:lnTo>
                    <a:lnTo>
                      <a:pt x="436252" y="540259"/>
                    </a:lnTo>
                    <a:lnTo>
                      <a:pt x="386710" y="565007"/>
                    </a:lnTo>
                    <a:lnTo>
                      <a:pt x="319462" y="582858"/>
                    </a:lnTo>
                    <a:lnTo>
                      <a:pt x="257418" y="585292"/>
                    </a:lnTo>
                    <a:lnTo>
                      <a:pt x="190311" y="445246"/>
                    </a:lnTo>
                    <a:lnTo>
                      <a:pt x="127105" y="344907"/>
                    </a:lnTo>
                    <a:lnTo>
                      <a:pt x="43121" y="229278"/>
                    </a:lnTo>
                    <a:lnTo>
                      <a:pt x="0" y="183329"/>
                    </a:lnTo>
                    <a:lnTo>
                      <a:pt x="47012" y="149858"/>
                    </a:lnTo>
                    <a:lnTo>
                      <a:pt x="404740" y="484499"/>
                    </a:lnTo>
                    <a:lnTo>
                      <a:pt x="410873" y="4779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9" name="Контур"/>
              <p:cNvSpPr/>
              <p:nvPr/>
            </p:nvSpPr>
            <p:spPr>
              <a:xfrm>
                <a:off x="252000" y="4683311"/>
                <a:ext cx="46943" cy="174441"/>
              </a:xfrm>
              <a:custGeom>
                <a:avLst/>
                <a:gdLst/>
                <a:ahLst/>
                <a:cxnLst/>
                <a:rect l="l" t="t" r="r" b="b"/>
                <a:pathLst>
                  <a:path w="46943" h="174441">
                    <a:moveTo>
                      <a:pt x="0" y="0"/>
                    </a:moveTo>
                    <a:lnTo>
                      <a:pt x="46943" y="63540"/>
                    </a:lnTo>
                    <a:lnTo>
                      <a:pt x="14676" y="146709"/>
                    </a:lnTo>
                    <a:lnTo>
                      <a:pt x="0" y="17444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0" name="Контур"/>
              <p:cNvSpPr/>
              <p:nvPr/>
            </p:nvSpPr>
            <p:spPr>
              <a:xfrm>
                <a:off x="1100490" y="6746809"/>
                <a:ext cx="159432" cy="188281"/>
              </a:xfrm>
              <a:custGeom>
                <a:avLst/>
                <a:gdLst/>
                <a:ahLst/>
                <a:cxnLst/>
                <a:rect l="l" t="t" r="r" b="b"/>
                <a:pathLst>
                  <a:path w="159432" h="188281">
                    <a:moveTo>
                      <a:pt x="0" y="103655"/>
                    </a:moveTo>
                    <a:lnTo>
                      <a:pt x="50021" y="0"/>
                    </a:lnTo>
                    <a:lnTo>
                      <a:pt x="159432" y="46408"/>
                    </a:lnTo>
                    <a:lnTo>
                      <a:pt x="156361" y="59611"/>
                    </a:lnTo>
                    <a:lnTo>
                      <a:pt x="156206" y="64411"/>
                    </a:lnTo>
                    <a:lnTo>
                      <a:pt x="99119" y="188281"/>
                    </a:lnTo>
                    <a:lnTo>
                      <a:pt x="3769" y="109370"/>
                    </a:lnTo>
                    <a:lnTo>
                      <a:pt x="3684" y="108922"/>
                    </a:lnTo>
                    <a:lnTo>
                      <a:pt x="1656" y="105216"/>
                    </a:lnTo>
                    <a:lnTo>
                      <a:pt x="0" y="1036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1" name="Контур"/>
              <p:cNvSpPr/>
              <p:nvPr/>
            </p:nvSpPr>
            <p:spPr>
              <a:xfrm>
                <a:off x="252000" y="6013547"/>
                <a:ext cx="373683" cy="680991"/>
              </a:xfrm>
              <a:custGeom>
                <a:avLst/>
                <a:gdLst/>
                <a:ahLst/>
                <a:cxnLst/>
                <a:rect l="l" t="t" r="r" b="b"/>
                <a:pathLst>
                  <a:path w="373683" h="680991">
                    <a:moveTo>
                      <a:pt x="0" y="363719"/>
                    </a:moveTo>
                    <a:lnTo>
                      <a:pt x="86452" y="407777"/>
                    </a:lnTo>
                    <a:lnTo>
                      <a:pt x="102427" y="424337"/>
                    </a:lnTo>
                    <a:lnTo>
                      <a:pt x="160378" y="357208"/>
                    </a:lnTo>
                    <a:lnTo>
                      <a:pt x="191875" y="296442"/>
                    </a:lnTo>
                    <a:lnTo>
                      <a:pt x="221685" y="185038"/>
                    </a:lnTo>
                    <a:lnTo>
                      <a:pt x="264048" y="77186"/>
                    </a:lnTo>
                    <a:lnTo>
                      <a:pt x="299897" y="33585"/>
                    </a:lnTo>
                    <a:lnTo>
                      <a:pt x="324270" y="18892"/>
                    </a:lnTo>
                    <a:lnTo>
                      <a:pt x="373683" y="0"/>
                    </a:lnTo>
                    <a:lnTo>
                      <a:pt x="318643" y="166303"/>
                    </a:lnTo>
                    <a:lnTo>
                      <a:pt x="197260" y="427550"/>
                    </a:lnTo>
                    <a:lnTo>
                      <a:pt x="128860" y="531950"/>
                    </a:lnTo>
                    <a:lnTo>
                      <a:pt x="0" y="680991"/>
                    </a:lnTo>
                    <a:close/>
                    <a:moveTo>
                      <a:pt x="0" y="638830"/>
                    </a:moveTo>
                    <a:lnTo>
                      <a:pt x="2645" y="640015"/>
                    </a:lnTo>
                    <a:lnTo>
                      <a:pt x="6844" y="640466"/>
                    </a:lnTo>
                    <a:lnTo>
                      <a:pt x="10978" y="639597"/>
                    </a:lnTo>
                    <a:lnTo>
                      <a:pt x="14641" y="637494"/>
                    </a:lnTo>
                    <a:lnTo>
                      <a:pt x="17474" y="634362"/>
                    </a:lnTo>
                    <a:lnTo>
                      <a:pt x="50219" y="584199"/>
                    </a:lnTo>
                    <a:lnTo>
                      <a:pt x="52182" y="579311"/>
                    </a:lnTo>
                    <a:lnTo>
                      <a:pt x="52125" y="574043"/>
                    </a:lnTo>
                    <a:lnTo>
                      <a:pt x="50058" y="569198"/>
                    </a:lnTo>
                    <a:lnTo>
                      <a:pt x="46293" y="565515"/>
                    </a:lnTo>
                    <a:lnTo>
                      <a:pt x="4431" y="538189"/>
                    </a:lnTo>
                    <a:lnTo>
                      <a:pt x="576" y="536462"/>
                    </a:lnTo>
                    <a:lnTo>
                      <a:pt x="0" y="536400"/>
                    </a:lnTo>
                    <a:close/>
                    <a:moveTo>
                      <a:pt x="274597" y="77144"/>
                    </a:moveTo>
                    <a:lnTo>
                      <a:pt x="253997" y="126767"/>
                    </a:lnTo>
                    <a:lnTo>
                      <a:pt x="281425" y="138153"/>
                    </a:lnTo>
                    <a:lnTo>
                      <a:pt x="302025" y="885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2" name="Контур"/>
              <p:cNvSpPr/>
              <p:nvPr/>
            </p:nvSpPr>
            <p:spPr>
              <a:xfrm>
                <a:off x="252000" y="5862881"/>
                <a:ext cx="769111" cy="929054"/>
              </a:xfrm>
              <a:custGeom>
                <a:avLst/>
                <a:gdLst/>
                <a:ahLst/>
                <a:cxnLst/>
                <a:rect l="l" t="t" r="r" b="b"/>
                <a:pathLst>
                  <a:path w="769111" h="929054">
                    <a:moveTo>
                      <a:pt x="173562" y="738769"/>
                    </a:moveTo>
                    <a:lnTo>
                      <a:pt x="0" y="929054"/>
                    </a:lnTo>
                    <a:lnTo>
                      <a:pt x="0" y="831657"/>
                    </a:lnTo>
                    <a:lnTo>
                      <a:pt x="128860" y="682616"/>
                    </a:lnTo>
                    <a:lnTo>
                      <a:pt x="389860" y="347816"/>
                    </a:lnTo>
                    <a:lnTo>
                      <a:pt x="649060" y="85016"/>
                    </a:lnTo>
                    <a:lnTo>
                      <a:pt x="740009" y="0"/>
                    </a:lnTo>
                    <a:lnTo>
                      <a:pt x="742041" y="10770"/>
                    </a:lnTo>
                    <a:lnTo>
                      <a:pt x="759106" y="34723"/>
                    </a:lnTo>
                    <a:lnTo>
                      <a:pt x="769111" y="40165"/>
                    </a:lnTo>
                    <a:lnTo>
                      <a:pt x="630721" y="166072"/>
                    </a:lnTo>
                    <a:lnTo>
                      <a:pt x="621179" y="163316"/>
                    </a:lnTo>
                    <a:lnTo>
                      <a:pt x="612093" y="168234"/>
                    </a:lnTo>
                    <a:lnTo>
                      <a:pt x="585298" y="201238"/>
                    </a:lnTo>
                    <a:lnTo>
                      <a:pt x="536133" y="241781"/>
                    </a:lnTo>
                    <a:lnTo>
                      <a:pt x="466898" y="335344"/>
                    </a:lnTo>
                    <a:lnTo>
                      <a:pt x="431067" y="370582"/>
                    </a:lnTo>
                    <a:lnTo>
                      <a:pt x="387947" y="396100"/>
                    </a:lnTo>
                    <a:lnTo>
                      <a:pt x="360098" y="445793"/>
                    </a:lnTo>
                    <a:lnTo>
                      <a:pt x="195667" y="663016"/>
                    </a:lnTo>
                    <a:lnTo>
                      <a:pt x="184012" y="701565"/>
                    </a:lnTo>
                    <a:lnTo>
                      <a:pt x="167836" y="7233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3" name="Контур"/>
              <p:cNvSpPr/>
              <p:nvPr/>
            </p:nvSpPr>
            <p:spPr>
              <a:xfrm>
                <a:off x="436012" y="6064119"/>
                <a:ext cx="401286" cy="500327"/>
              </a:xfrm>
              <a:custGeom>
                <a:avLst/>
                <a:gdLst/>
                <a:ahLst/>
                <a:cxnLst/>
                <a:rect l="l" t="t" r="r" b="b"/>
                <a:pathLst>
                  <a:path w="401286" h="500327">
                    <a:moveTo>
                      <a:pt x="0" y="500327"/>
                    </a:moveTo>
                    <a:lnTo>
                      <a:pt x="724" y="493371"/>
                    </a:lnTo>
                    <a:lnTo>
                      <a:pt x="11655" y="461778"/>
                    </a:lnTo>
                    <a:lnTo>
                      <a:pt x="80283" y="369430"/>
                    </a:lnTo>
                    <a:lnTo>
                      <a:pt x="176086" y="244555"/>
                    </a:lnTo>
                    <a:lnTo>
                      <a:pt x="190054" y="217823"/>
                    </a:lnTo>
                    <a:lnTo>
                      <a:pt x="203935" y="194862"/>
                    </a:lnTo>
                    <a:lnTo>
                      <a:pt x="223369" y="180888"/>
                    </a:lnTo>
                    <a:lnTo>
                      <a:pt x="247055" y="169344"/>
                    </a:lnTo>
                    <a:lnTo>
                      <a:pt x="282886" y="134106"/>
                    </a:lnTo>
                    <a:lnTo>
                      <a:pt x="352121" y="40543"/>
                    </a:lnTo>
                    <a:lnTo>
                      <a:pt x="379450" y="16240"/>
                    </a:lnTo>
                    <a:lnTo>
                      <a:pt x="401286" y="0"/>
                    </a:lnTo>
                    <a:lnTo>
                      <a:pt x="395762" y="6803"/>
                    </a:lnTo>
                    <a:lnTo>
                      <a:pt x="395741" y="6839"/>
                    </a:lnTo>
                    <a:lnTo>
                      <a:pt x="395710" y="6867"/>
                    </a:lnTo>
                    <a:lnTo>
                      <a:pt x="0" y="5003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4" name="Контур"/>
              <p:cNvSpPr/>
              <p:nvPr/>
            </p:nvSpPr>
            <p:spPr>
              <a:xfrm>
                <a:off x="740977" y="6673297"/>
                <a:ext cx="84461" cy="140657"/>
              </a:xfrm>
              <a:custGeom>
                <a:avLst/>
                <a:gdLst/>
                <a:ahLst/>
                <a:cxnLst/>
                <a:rect l="l" t="t" r="r" b="b"/>
                <a:pathLst>
                  <a:path w="84461" h="140657">
                    <a:moveTo>
                      <a:pt x="53883" y="0"/>
                    </a:moveTo>
                    <a:lnTo>
                      <a:pt x="72091" y="8140"/>
                    </a:lnTo>
                    <a:lnTo>
                      <a:pt x="84461" y="26187"/>
                    </a:lnTo>
                    <a:lnTo>
                      <a:pt x="45803" y="132408"/>
                    </a:lnTo>
                    <a:lnTo>
                      <a:pt x="38072" y="140142"/>
                    </a:lnTo>
                    <a:lnTo>
                      <a:pt x="27762" y="140657"/>
                    </a:lnTo>
                    <a:lnTo>
                      <a:pt x="9062" y="132282"/>
                    </a:lnTo>
                    <a:lnTo>
                      <a:pt x="0" y="128223"/>
                    </a:lnTo>
                    <a:lnTo>
                      <a:pt x="39863" y="33364"/>
                    </a:lnTo>
                    <a:lnTo>
                      <a:pt x="5388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5" name="Контур"/>
              <p:cNvSpPr/>
              <p:nvPr/>
            </p:nvSpPr>
            <p:spPr>
              <a:xfrm>
                <a:off x="814688" y="6729721"/>
                <a:ext cx="101345" cy="179119"/>
              </a:xfrm>
              <a:custGeom>
                <a:avLst/>
                <a:gdLst/>
                <a:ahLst/>
                <a:cxnLst/>
                <a:rect l="l" t="t" r="r" b="b"/>
                <a:pathLst>
                  <a:path w="101345" h="179119">
                    <a:moveTo>
                      <a:pt x="101345" y="14619"/>
                    </a:moveTo>
                    <a:lnTo>
                      <a:pt x="35239" y="179119"/>
                    </a:lnTo>
                    <a:lnTo>
                      <a:pt x="0" y="165269"/>
                    </a:lnTo>
                    <a:lnTo>
                      <a:pt x="64518" y="0"/>
                    </a:lnTo>
                    <a:lnTo>
                      <a:pt x="101345" y="1461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6" name="Контур"/>
              <p:cNvSpPr/>
              <p:nvPr/>
            </p:nvSpPr>
            <p:spPr>
              <a:xfrm>
                <a:off x="402460" y="5370585"/>
                <a:ext cx="740610" cy="1146112"/>
              </a:xfrm>
              <a:custGeom>
                <a:avLst/>
                <a:gdLst/>
                <a:ahLst/>
                <a:cxnLst/>
                <a:rect l="l" t="t" r="r" b="b"/>
                <a:pathLst>
                  <a:path w="740610" h="1146112">
                    <a:moveTo>
                      <a:pt x="524652" y="158746"/>
                    </a:moveTo>
                    <a:lnTo>
                      <a:pt x="557032" y="162881"/>
                    </a:lnTo>
                    <a:lnTo>
                      <a:pt x="646579" y="152058"/>
                    </a:lnTo>
                    <a:lnTo>
                      <a:pt x="693215" y="64284"/>
                    </a:lnTo>
                    <a:lnTo>
                      <a:pt x="704363" y="0"/>
                    </a:lnTo>
                    <a:lnTo>
                      <a:pt x="740610" y="6444"/>
                    </a:lnTo>
                    <a:lnTo>
                      <a:pt x="710632" y="108894"/>
                    </a:lnTo>
                    <a:lnTo>
                      <a:pt x="625209" y="283532"/>
                    </a:lnTo>
                    <a:lnTo>
                      <a:pt x="180484" y="868594"/>
                    </a:lnTo>
                    <a:lnTo>
                      <a:pt x="192600" y="897712"/>
                    </a:lnTo>
                    <a:lnTo>
                      <a:pt x="0" y="1146112"/>
                    </a:lnTo>
                    <a:lnTo>
                      <a:pt x="46800" y="1070512"/>
                    </a:lnTo>
                    <a:lnTo>
                      <a:pt x="131400" y="892312"/>
                    </a:lnTo>
                    <a:lnTo>
                      <a:pt x="168183" y="809265"/>
                    </a:lnTo>
                    <a:lnTo>
                      <a:pt x="223223" y="642962"/>
                    </a:lnTo>
                    <a:lnTo>
                      <a:pt x="311400" y="613312"/>
                    </a:lnTo>
                    <a:lnTo>
                      <a:pt x="393450" y="543143"/>
                    </a:lnTo>
                    <a:lnTo>
                      <a:pt x="462794" y="469306"/>
                    </a:lnTo>
                    <a:lnTo>
                      <a:pt x="515317" y="373354"/>
                    </a:lnTo>
                    <a:lnTo>
                      <a:pt x="528696" y="295135"/>
                    </a:lnTo>
                    <a:lnTo>
                      <a:pt x="524652" y="15874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7" name="Контур"/>
              <p:cNvSpPr/>
              <p:nvPr/>
            </p:nvSpPr>
            <p:spPr>
              <a:xfrm>
                <a:off x="1000791" y="6269037"/>
                <a:ext cx="100799" cy="163385"/>
              </a:xfrm>
              <a:custGeom>
                <a:avLst/>
                <a:gdLst/>
                <a:ahLst/>
                <a:cxnLst/>
                <a:rect l="l" t="t" r="r" b="b"/>
                <a:pathLst>
                  <a:path w="100799" h="163385">
                    <a:moveTo>
                      <a:pt x="65857" y="104204"/>
                    </a:moveTo>
                    <a:lnTo>
                      <a:pt x="44244" y="95053"/>
                    </a:lnTo>
                    <a:lnTo>
                      <a:pt x="16922" y="163385"/>
                    </a:lnTo>
                    <a:lnTo>
                      <a:pt x="0" y="156854"/>
                    </a:lnTo>
                    <a:lnTo>
                      <a:pt x="65202" y="0"/>
                    </a:lnTo>
                    <a:lnTo>
                      <a:pt x="100799" y="14608"/>
                    </a:lnTo>
                    <a:lnTo>
                      <a:pt x="65857" y="10420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8" name="Контур"/>
              <p:cNvSpPr/>
              <p:nvPr/>
            </p:nvSpPr>
            <p:spPr>
              <a:xfrm>
                <a:off x="390564" y="7344287"/>
                <a:ext cx="170495" cy="133920"/>
              </a:xfrm>
              <a:custGeom>
                <a:avLst/>
                <a:gdLst/>
                <a:ahLst/>
                <a:cxnLst/>
                <a:rect l="l" t="t" r="r" b="b"/>
                <a:pathLst>
                  <a:path w="170495" h="133920">
                    <a:moveTo>
                      <a:pt x="0" y="84965"/>
                    </a:moveTo>
                    <a:lnTo>
                      <a:pt x="97386" y="29106"/>
                    </a:lnTo>
                    <a:lnTo>
                      <a:pt x="160050" y="0"/>
                    </a:lnTo>
                    <a:lnTo>
                      <a:pt x="170495" y="16419"/>
                    </a:lnTo>
                    <a:lnTo>
                      <a:pt x="147369" y="50749"/>
                    </a:lnTo>
                    <a:lnTo>
                      <a:pt x="102360" y="82954"/>
                    </a:lnTo>
                    <a:lnTo>
                      <a:pt x="31135" y="133920"/>
                    </a:lnTo>
                    <a:lnTo>
                      <a:pt x="2333" y="87658"/>
                    </a:lnTo>
                    <a:lnTo>
                      <a:pt x="0" y="8496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9" name="Контур"/>
              <p:cNvSpPr/>
              <p:nvPr/>
            </p:nvSpPr>
            <p:spPr>
              <a:xfrm>
                <a:off x="1091180" y="6811220"/>
                <a:ext cx="202578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202578" h="155705">
                    <a:moveTo>
                      <a:pt x="13079" y="44959"/>
                    </a:moveTo>
                    <a:lnTo>
                      <a:pt x="108429" y="123870"/>
                    </a:lnTo>
                    <a:lnTo>
                      <a:pt x="165516" y="0"/>
                    </a:lnTo>
                    <a:lnTo>
                      <a:pt x="165501" y="465"/>
                    </a:lnTo>
                    <a:lnTo>
                      <a:pt x="167359" y="5394"/>
                    </a:lnTo>
                    <a:lnTo>
                      <a:pt x="170962" y="9237"/>
                    </a:lnTo>
                    <a:lnTo>
                      <a:pt x="175761" y="11409"/>
                    </a:lnTo>
                    <a:lnTo>
                      <a:pt x="202578" y="17646"/>
                    </a:lnTo>
                    <a:lnTo>
                      <a:pt x="103883" y="155705"/>
                    </a:lnTo>
                    <a:lnTo>
                      <a:pt x="0" y="90070"/>
                    </a:lnTo>
                    <a:lnTo>
                      <a:pt x="1695" y="88650"/>
                    </a:lnTo>
                    <a:lnTo>
                      <a:pt x="4132" y="83981"/>
                    </a:lnTo>
                    <a:lnTo>
                      <a:pt x="13240" y="52850"/>
                    </a:lnTo>
                    <a:lnTo>
                      <a:pt x="13778" y="48660"/>
                    </a:lnTo>
                    <a:lnTo>
                      <a:pt x="13079" y="449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0" name="Контур"/>
              <p:cNvSpPr/>
              <p:nvPr/>
            </p:nvSpPr>
            <p:spPr>
              <a:xfrm>
                <a:off x="1043511" y="6709970"/>
                <a:ext cx="262586" cy="140494"/>
              </a:xfrm>
              <a:custGeom>
                <a:avLst/>
                <a:gdLst/>
                <a:ahLst/>
                <a:cxnLst/>
                <a:rect l="l" t="t" r="r" b="b"/>
                <a:pathLst>
                  <a:path w="262586" h="140494">
                    <a:moveTo>
                      <a:pt x="38099" y="34234"/>
                    </a:moveTo>
                    <a:lnTo>
                      <a:pt x="55136" y="0"/>
                    </a:lnTo>
                    <a:lnTo>
                      <a:pt x="121873" y="522"/>
                    </a:lnTo>
                    <a:lnTo>
                      <a:pt x="184438" y="8346"/>
                    </a:lnTo>
                    <a:lnTo>
                      <a:pt x="260559" y="35989"/>
                    </a:lnTo>
                    <a:lnTo>
                      <a:pt x="262586" y="74683"/>
                    </a:lnTo>
                    <a:lnTo>
                      <a:pt x="229607" y="67689"/>
                    </a:lnTo>
                    <a:lnTo>
                      <a:pt x="221922" y="70936"/>
                    </a:lnTo>
                    <a:lnTo>
                      <a:pt x="216411" y="83247"/>
                    </a:lnTo>
                    <a:lnTo>
                      <a:pt x="107000" y="36839"/>
                    </a:lnTo>
                    <a:lnTo>
                      <a:pt x="56979" y="140494"/>
                    </a:lnTo>
                    <a:lnTo>
                      <a:pt x="22542" y="129497"/>
                    </a:lnTo>
                    <a:lnTo>
                      <a:pt x="12203" y="134943"/>
                    </a:lnTo>
                    <a:lnTo>
                      <a:pt x="0" y="127963"/>
                    </a:lnTo>
                    <a:lnTo>
                      <a:pt x="38099" y="342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1" name="Контур"/>
              <p:cNvSpPr/>
              <p:nvPr/>
            </p:nvSpPr>
            <p:spPr>
              <a:xfrm>
                <a:off x="882654" y="6411714"/>
                <a:ext cx="1158547" cy="823876"/>
              </a:xfrm>
              <a:custGeom>
                <a:avLst/>
                <a:gdLst/>
                <a:ahLst/>
                <a:cxnLst/>
                <a:rect l="l" t="t" r="r" b="b"/>
                <a:pathLst>
                  <a:path w="1158547" h="823876">
                    <a:moveTo>
                      <a:pt x="160857" y="426219"/>
                    </a:moveTo>
                    <a:lnTo>
                      <a:pt x="173060" y="433199"/>
                    </a:lnTo>
                    <a:lnTo>
                      <a:pt x="161733" y="468587"/>
                    </a:lnTo>
                    <a:lnTo>
                      <a:pt x="166228" y="482897"/>
                    </a:lnTo>
                    <a:lnTo>
                      <a:pt x="195910" y="492653"/>
                    </a:lnTo>
                    <a:lnTo>
                      <a:pt x="208526" y="489576"/>
                    </a:lnTo>
                    <a:lnTo>
                      <a:pt x="312409" y="555211"/>
                    </a:lnTo>
                    <a:lnTo>
                      <a:pt x="411104" y="417152"/>
                    </a:lnTo>
                    <a:lnTo>
                      <a:pt x="415502" y="418176"/>
                    </a:lnTo>
                    <a:lnTo>
                      <a:pt x="385251" y="512237"/>
                    </a:lnTo>
                    <a:lnTo>
                      <a:pt x="399039" y="538607"/>
                    </a:lnTo>
                    <a:lnTo>
                      <a:pt x="463112" y="491546"/>
                    </a:lnTo>
                    <a:lnTo>
                      <a:pt x="590040" y="452193"/>
                    </a:lnTo>
                    <a:lnTo>
                      <a:pt x="720501" y="365908"/>
                    </a:lnTo>
                    <a:lnTo>
                      <a:pt x="767248" y="342643"/>
                    </a:lnTo>
                    <a:lnTo>
                      <a:pt x="947697" y="221749"/>
                    </a:lnTo>
                    <a:lnTo>
                      <a:pt x="1007121" y="134885"/>
                    </a:lnTo>
                    <a:lnTo>
                      <a:pt x="1138661" y="0"/>
                    </a:lnTo>
                    <a:lnTo>
                      <a:pt x="1158547" y="18321"/>
                    </a:lnTo>
                    <a:lnTo>
                      <a:pt x="1121747" y="44082"/>
                    </a:lnTo>
                    <a:lnTo>
                      <a:pt x="1113637" y="66507"/>
                    </a:lnTo>
                    <a:lnTo>
                      <a:pt x="1059616" y="134540"/>
                    </a:lnTo>
                    <a:lnTo>
                      <a:pt x="859600" y="319445"/>
                    </a:lnTo>
                    <a:lnTo>
                      <a:pt x="729406" y="407383"/>
                    </a:lnTo>
                    <a:lnTo>
                      <a:pt x="462258" y="574935"/>
                    </a:lnTo>
                    <a:lnTo>
                      <a:pt x="414406" y="596383"/>
                    </a:lnTo>
                    <a:lnTo>
                      <a:pt x="216406" y="715183"/>
                    </a:lnTo>
                    <a:lnTo>
                      <a:pt x="57046" y="823876"/>
                    </a:lnTo>
                    <a:lnTo>
                      <a:pt x="0" y="821947"/>
                    </a:lnTo>
                    <a:lnTo>
                      <a:pt x="160857" y="42621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2" name="Контур"/>
              <p:cNvSpPr/>
              <p:nvPr/>
            </p:nvSpPr>
            <p:spPr>
              <a:xfrm>
                <a:off x="1159604" y="7078133"/>
                <a:ext cx="435775" cy="227665"/>
              </a:xfrm>
              <a:custGeom>
                <a:avLst/>
                <a:gdLst/>
                <a:ahLst/>
                <a:cxnLst/>
                <a:rect l="l" t="t" r="r" b="b"/>
                <a:pathLst>
                  <a:path w="435775" h="227665">
                    <a:moveTo>
                      <a:pt x="0" y="227665"/>
                    </a:moveTo>
                    <a:lnTo>
                      <a:pt x="31256" y="208964"/>
                    </a:lnTo>
                    <a:lnTo>
                      <a:pt x="123056" y="156764"/>
                    </a:lnTo>
                    <a:lnTo>
                      <a:pt x="435775" y="0"/>
                    </a:lnTo>
                    <a:lnTo>
                      <a:pt x="0" y="22766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3" name="Контур"/>
              <p:cNvSpPr/>
              <p:nvPr/>
            </p:nvSpPr>
            <p:spPr>
              <a:xfrm>
                <a:off x="792282" y="7282598"/>
                <a:ext cx="53177" cy="38401"/>
              </a:xfrm>
              <a:custGeom>
                <a:avLst/>
                <a:gdLst/>
                <a:ahLst/>
                <a:cxnLst/>
                <a:rect l="l" t="t" r="r" b="b"/>
                <a:pathLst>
                  <a:path w="53177" h="38401">
                    <a:moveTo>
                      <a:pt x="6275" y="0"/>
                    </a:moveTo>
                    <a:lnTo>
                      <a:pt x="49811" y="16123"/>
                    </a:lnTo>
                    <a:lnTo>
                      <a:pt x="53177" y="16674"/>
                    </a:lnTo>
                    <a:lnTo>
                      <a:pt x="17284" y="38401"/>
                    </a:lnTo>
                    <a:lnTo>
                      <a:pt x="0" y="12353"/>
                    </a:lnTo>
                    <a:lnTo>
                      <a:pt x="627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4" name="Контур"/>
              <p:cNvSpPr/>
              <p:nvPr/>
            </p:nvSpPr>
            <p:spPr>
              <a:xfrm>
                <a:off x="859687" y="7233661"/>
                <a:ext cx="80013" cy="56502"/>
              </a:xfrm>
              <a:custGeom>
                <a:avLst/>
                <a:gdLst/>
                <a:ahLst/>
                <a:cxnLst/>
                <a:rect l="l" t="t" r="r" b="b"/>
                <a:pathLst>
                  <a:path w="80013" h="56502">
                    <a:moveTo>
                      <a:pt x="0" y="56502"/>
                    </a:moveTo>
                    <a:lnTo>
                      <a:pt x="22967" y="0"/>
                    </a:lnTo>
                    <a:lnTo>
                      <a:pt x="80013" y="1929"/>
                    </a:lnTo>
                    <a:lnTo>
                      <a:pt x="0" y="5650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5" name="Контур"/>
              <p:cNvSpPr/>
              <p:nvPr/>
            </p:nvSpPr>
            <p:spPr>
              <a:xfrm>
                <a:off x="267875" y="7225688"/>
                <a:ext cx="240963" cy="152669"/>
              </a:xfrm>
              <a:custGeom>
                <a:avLst/>
                <a:gdLst/>
                <a:ahLst/>
                <a:cxnLst/>
                <a:rect l="l" t="t" r="r" b="b"/>
                <a:pathLst>
                  <a:path w="240963" h="152669">
                    <a:moveTo>
                      <a:pt x="41064" y="70364"/>
                    </a:moveTo>
                    <a:lnTo>
                      <a:pt x="15138" y="29967"/>
                    </a:lnTo>
                    <a:lnTo>
                      <a:pt x="0" y="26867"/>
                    </a:lnTo>
                    <a:lnTo>
                      <a:pt x="37300" y="4478"/>
                    </a:lnTo>
                    <a:lnTo>
                      <a:pt x="77584" y="0"/>
                    </a:lnTo>
                    <a:lnTo>
                      <a:pt x="212611" y="71645"/>
                    </a:lnTo>
                    <a:lnTo>
                      <a:pt x="240963" y="96210"/>
                    </a:lnTo>
                    <a:lnTo>
                      <a:pt x="155919" y="148452"/>
                    </a:lnTo>
                    <a:lnTo>
                      <a:pt x="135101" y="152669"/>
                    </a:lnTo>
                    <a:lnTo>
                      <a:pt x="75394" y="58529"/>
                    </a:lnTo>
                    <a:lnTo>
                      <a:pt x="65326" y="56264"/>
                    </a:lnTo>
                    <a:lnTo>
                      <a:pt x="41064" y="7036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6" name="Контур"/>
              <p:cNvSpPr/>
              <p:nvPr/>
            </p:nvSpPr>
            <p:spPr>
              <a:xfrm>
                <a:off x="252000" y="7212542"/>
                <a:ext cx="4675" cy="8662"/>
              </a:xfrm>
              <a:custGeom>
                <a:avLst/>
                <a:gdLst/>
                <a:ahLst/>
                <a:cxnLst/>
                <a:rect l="l" t="t" r="r" b="b"/>
                <a:pathLst>
                  <a:path w="4675" h="8662">
                    <a:moveTo>
                      <a:pt x="0" y="0"/>
                    </a:moveTo>
                    <a:lnTo>
                      <a:pt x="4675" y="5482"/>
                    </a:lnTo>
                    <a:lnTo>
                      <a:pt x="0" y="866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7" name="Контур"/>
              <p:cNvSpPr/>
              <p:nvPr/>
            </p:nvSpPr>
            <p:spPr>
              <a:xfrm>
                <a:off x="492924" y="7294951"/>
                <a:ext cx="316642" cy="168881"/>
              </a:xfrm>
              <a:custGeom>
                <a:avLst/>
                <a:gdLst/>
                <a:ahLst/>
                <a:cxnLst/>
                <a:rect l="l" t="t" r="r" b="b"/>
                <a:pathLst>
                  <a:path w="316642" h="168881">
                    <a:moveTo>
                      <a:pt x="14207" y="150382"/>
                    </a:moveTo>
                    <a:lnTo>
                      <a:pt x="0" y="132290"/>
                    </a:lnTo>
                    <a:lnTo>
                      <a:pt x="45009" y="100085"/>
                    </a:lnTo>
                    <a:lnTo>
                      <a:pt x="86390" y="137939"/>
                    </a:lnTo>
                    <a:lnTo>
                      <a:pt x="299358" y="0"/>
                    </a:lnTo>
                    <a:lnTo>
                      <a:pt x="316642" y="26048"/>
                    </a:lnTo>
                    <a:lnTo>
                      <a:pt x="287047" y="43962"/>
                    </a:lnTo>
                    <a:lnTo>
                      <a:pt x="114306" y="145632"/>
                    </a:lnTo>
                    <a:lnTo>
                      <a:pt x="68079" y="168881"/>
                    </a:lnTo>
                    <a:lnTo>
                      <a:pt x="67752" y="168120"/>
                    </a:lnTo>
                    <a:lnTo>
                      <a:pt x="51660" y="142672"/>
                    </a:lnTo>
                    <a:lnTo>
                      <a:pt x="48030" y="138854"/>
                    </a:lnTo>
                    <a:lnTo>
                      <a:pt x="43216" y="136717"/>
                    </a:lnTo>
                    <a:lnTo>
                      <a:pt x="37950" y="136584"/>
                    </a:lnTo>
                    <a:lnTo>
                      <a:pt x="33034" y="138477"/>
                    </a:lnTo>
                    <a:lnTo>
                      <a:pt x="14207" y="15038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8" name="Контур"/>
              <p:cNvSpPr/>
              <p:nvPr/>
            </p:nvSpPr>
            <p:spPr>
              <a:xfrm>
                <a:off x="4620904" y="1859512"/>
                <a:ext cx="581195" cy="354022"/>
              </a:xfrm>
              <a:custGeom>
                <a:avLst/>
                <a:gdLst/>
                <a:ahLst/>
                <a:cxnLst/>
                <a:rect l="l" t="t" r="r" b="b"/>
                <a:pathLst>
                  <a:path w="581195" h="354022">
                    <a:moveTo>
                      <a:pt x="142809" y="284472"/>
                    </a:moveTo>
                    <a:lnTo>
                      <a:pt x="9180" y="138294"/>
                    </a:lnTo>
                    <a:lnTo>
                      <a:pt x="0" y="71442"/>
                    </a:lnTo>
                    <a:lnTo>
                      <a:pt x="13770" y="49959"/>
                    </a:lnTo>
                    <a:lnTo>
                      <a:pt x="26289" y="64557"/>
                    </a:lnTo>
                    <a:lnTo>
                      <a:pt x="30897" y="94239"/>
                    </a:lnTo>
                    <a:lnTo>
                      <a:pt x="43038" y="115371"/>
                    </a:lnTo>
                    <a:lnTo>
                      <a:pt x="148590" y="198315"/>
                    </a:lnTo>
                    <a:lnTo>
                      <a:pt x="208071" y="238212"/>
                    </a:lnTo>
                    <a:lnTo>
                      <a:pt x="437571" y="35010"/>
                    </a:lnTo>
                    <a:lnTo>
                      <a:pt x="482931" y="0"/>
                    </a:lnTo>
                    <a:lnTo>
                      <a:pt x="553374" y="37332"/>
                    </a:lnTo>
                    <a:lnTo>
                      <a:pt x="577674" y="62370"/>
                    </a:lnTo>
                    <a:lnTo>
                      <a:pt x="581195" y="70029"/>
                    </a:lnTo>
                    <a:lnTo>
                      <a:pt x="311603" y="313996"/>
                    </a:lnTo>
                    <a:lnTo>
                      <a:pt x="277025" y="340186"/>
                    </a:lnTo>
                    <a:lnTo>
                      <a:pt x="247882" y="354022"/>
                    </a:lnTo>
                    <a:lnTo>
                      <a:pt x="202276" y="353647"/>
                    </a:lnTo>
                    <a:lnTo>
                      <a:pt x="142809" y="2844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9" name="Контур"/>
              <p:cNvSpPr/>
              <p:nvPr/>
            </p:nvSpPr>
            <p:spPr>
              <a:xfrm>
                <a:off x="3934776" y="2047549"/>
                <a:ext cx="95747" cy="84614"/>
              </a:xfrm>
              <a:custGeom>
                <a:avLst/>
                <a:gdLst/>
                <a:ahLst/>
                <a:cxnLst/>
                <a:rect l="l" t="t" r="r" b="b"/>
                <a:pathLst>
                  <a:path w="95747" h="84614">
                    <a:moveTo>
                      <a:pt x="56666" y="77034"/>
                    </a:moveTo>
                    <a:lnTo>
                      <a:pt x="48699" y="84614"/>
                    </a:lnTo>
                    <a:lnTo>
                      <a:pt x="0" y="49895"/>
                    </a:lnTo>
                    <a:lnTo>
                      <a:pt x="74623" y="0"/>
                    </a:lnTo>
                    <a:lnTo>
                      <a:pt x="95747" y="27524"/>
                    </a:lnTo>
                    <a:lnTo>
                      <a:pt x="91064" y="26423"/>
                    </a:lnTo>
                    <a:lnTo>
                      <a:pt x="85866" y="27272"/>
                    </a:lnTo>
                    <a:lnTo>
                      <a:pt x="81388" y="30045"/>
                    </a:lnTo>
                    <a:lnTo>
                      <a:pt x="54604" y="55038"/>
                    </a:lnTo>
                    <a:lnTo>
                      <a:pt x="52004" y="58368"/>
                    </a:lnTo>
                    <a:lnTo>
                      <a:pt x="50562" y="62338"/>
                    </a:lnTo>
                    <a:lnTo>
                      <a:pt x="50416" y="66560"/>
                    </a:lnTo>
                    <a:lnTo>
                      <a:pt x="51583" y="70620"/>
                    </a:lnTo>
                    <a:lnTo>
                      <a:pt x="53947" y="74121"/>
                    </a:lnTo>
                    <a:lnTo>
                      <a:pt x="56666" y="770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0" name="Контур"/>
              <p:cNvSpPr/>
              <p:nvPr/>
            </p:nvSpPr>
            <p:spPr>
              <a:xfrm>
                <a:off x="4647193" y="1640569"/>
                <a:ext cx="565910" cy="457155"/>
              </a:xfrm>
              <a:custGeom>
                <a:avLst/>
                <a:gdLst/>
                <a:ahLst/>
                <a:cxnLst/>
                <a:rect l="l" t="t" r="r" b="b"/>
                <a:pathLst>
                  <a:path w="565910" h="457155">
                    <a:moveTo>
                      <a:pt x="23238" y="263565"/>
                    </a:moveTo>
                    <a:lnTo>
                      <a:pt x="57535" y="293266"/>
                    </a:lnTo>
                    <a:lnTo>
                      <a:pt x="78171" y="299580"/>
                    </a:lnTo>
                    <a:lnTo>
                      <a:pt x="98807" y="298123"/>
                    </a:lnTo>
                    <a:lnTo>
                      <a:pt x="331331" y="107888"/>
                    </a:lnTo>
                    <a:lnTo>
                      <a:pt x="303165" y="16767"/>
                    </a:lnTo>
                    <a:lnTo>
                      <a:pt x="322497" y="0"/>
                    </a:lnTo>
                    <a:lnTo>
                      <a:pt x="393290" y="40265"/>
                    </a:lnTo>
                    <a:lnTo>
                      <a:pt x="565910" y="217388"/>
                    </a:lnTo>
                    <a:lnTo>
                      <a:pt x="527085" y="256275"/>
                    </a:lnTo>
                    <a:lnTo>
                      <a:pt x="456642" y="218943"/>
                    </a:lnTo>
                    <a:lnTo>
                      <a:pt x="447678" y="223434"/>
                    </a:lnTo>
                    <a:lnTo>
                      <a:pt x="181782" y="457155"/>
                    </a:lnTo>
                    <a:lnTo>
                      <a:pt x="122301" y="417258"/>
                    </a:lnTo>
                    <a:lnTo>
                      <a:pt x="16749" y="334314"/>
                    </a:lnTo>
                    <a:lnTo>
                      <a:pt x="4608" y="313182"/>
                    </a:lnTo>
                    <a:lnTo>
                      <a:pt x="0" y="283500"/>
                    </a:lnTo>
                    <a:lnTo>
                      <a:pt x="23238" y="263565"/>
                    </a:lnTo>
                    <a:close/>
                    <a:moveTo>
                      <a:pt x="246461" y="182353"/>
                    </a:moveTo>
                    <a:lnTo>
                      <a:pt x="265014" y="201978"/>
                    </a:lnTo>
                    <a:lnTo>
                      <a:pt x="284634" y="183429"/>
                    </a:lnTo>
                    <a:lnTo>
                      <a:pt x="266081" y="163804"/>
                    </a:lnTo>
                    <a:lnTo>
                      <a:pt x="246461" y="182353"/>
                    </a:lnTo>
                    <a:close/>
                    <a:moveTo>
                      <a:pt x="391037" y="192937"/>
                    </a:moveTo>
                    <a:lnTo>
                      <a:pt x="409590" y="212553"/>
                    </a:lnTo>
                    <a:lnTo>
                      <a:pt x="429210" y="193995"/>
                    </a:lnTo>
                    <a:lnTo>
                      <a:pt x="410657" y="174379"/>
                    </a:lnTo>
                    <a:lnTo>
                      <a:pt x="391037" y="192937"/>
                    </a:lnTo>
                    <a:close/>
                    <a:moveTo>
                      <a:pt x="337527" y="275040"/>
                    </a:moveTo>
                    <a:lnTo>
                      <a:pt x="356081" y="294655"/>
                    </a:lnTo>
                    <a:lnTo>
                      <a:pt x="375701" y="276097"/>
                    </a:lnTo>
                    <a:lnTo>
                      <a:pt x="357147" y="256482"/>
                    </a:lnTo>
                    <a:lnTo>
                      <a:pt x="337527" y="275040"/>
                    </a:lnTo>
                    <a:close/>
                    <a:moveTo>
                      <a:pt x="354510" y="133992"/>
                    </a:moveTo>
                    <a:lnTo>
                      <a:pt x="373068" y="153612"/>
                    </a:lnTo>
                    <a:lnTo>
                      <a:pt x="392684" y="135058"/>
                    </a:lnTo>
                    <a:lnTo>
                      <a:pt x="374126" y="115438"/>
                    </a:lnTo>
                    <a:lnTo>
                      <a:pt x="354510" y="133992"/>
                    </a:lnTo>
                    <a:close/>
                    <a:moveTo>
                      <a:pt x="92547" y="325881"/>
                    </a:moveTo>
                    <a:lnTo>
                      <a:pt x="111105" y="345501"/>
                    </a:lnTo>
                    <a:lnTo>
                      <a:pt x="130721" y="326947"/>
                    </a:lnTo>
                    <a:lnTo>
                      <a:pt x="112163" y="307327"/>
                    </a:lnTo>
                    <a:lnTo>
                      <a:pt x="92547" y="325881"/>
                    </a:lnTo>
                    <a:close/>
                    <a:moveTo>
                      <a:pt x="212742" y="255627"/>
                    </a:moveTo>
                    <a:lnTo>
                      <a:pt x="231296" y="275242"/>
                    </a:lnTo>
                    <a:lnTo>
                      <a:pt x="250916" y="256684"/>
                    </a:lnTo>
                    <a:lnTo>
                      <a:pt x="232362" y="237069"/>
                    </a:lnTo>
                    <a:lnTo>
                      <a:pt x="212742" y="2556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1" name="Контур"/>
              <p:cNvSpPr/>
              <p:nvPr/>
            </p:nvSpPr>
            <p:spPr>
              <a:xfrm>
                <a:off x="4562438" y="1899673"/>
                <a:ext cx="67646" cy="98133"/>
              </a:xfrm>
              <a:custGeom>
                <a:avLst/>
                <a:gdLst/>
                <a:ahLst/>
                <a:cxnLst/>
                <a:rect l="l" t="t" r="r" b="b"/>
                <a:pathLst>
                  <a:path w="67646" h="98133">
                    <a:moveTo>
                      <a:pt x="67646" y="98133"/>
                    </a:moveTo>
                    <a:lnTo>
                      <a:pt x="0" y="23377"/>
                    </a:lnTo>
                    <a:lnTo>
                      <a:pt x="21991" y="0"/>
                    </a:lnTo>
                    <a:lnTo>
                      <a:pt x="47253" y="18221"/>
                    </a:lnTo>
                    <a:lnTo>
                      <a:pt x="60622" y="22275"/>
                    </a:lnTo>
                    <a:lnTo>
                      <a:pt x="58466" y="31281"/>
                    </a:lnTo>
                    <a:lnTo>
                      <a:pt x="58466" y="50721"/>
                    </a:lnTo>
                    <a:lnTo>
                      <a:pt x="67646" y="9813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2" name="Контур"/>
              <p:cNvSpPr/>
              <p:nvPr/>
            </p:nvSpPr>
            <p:spPr>
              <a:xfrm>
                <a:off x="4657921" y="1637690"/>
                <a:ext cx="320603" cy="302459"/>
              </a:xfrm>
              <a:custGeom>
                <a:avLst/>
                <a:gdLst/>
                <a:ahLst/>
                <a:cxnLst/>
                <a:rect l="l" t="t" r="r" b="b"/>
                <a:pathLst>
                  <a:path w="320603" h="302459">
                    <a:moveTo>
                      <a:pt x="12510" y="266444"/>
                    </a:moveTo>
                    <a:lnTo>
                      <a:pt x="0" y="251855"/>
                    </a:lnTo>
                    <a:lnTo>
                      <a:pt x="275235" y="0"/>
                    </a:lnTo>
                    <a:lnTo>
                      <a:pt x="292437" y="19646"/>
                    </a:lnTo>
                    <a:lnTo>
                      <a:pt x="320603" y="110767"/>
                    </a:lnTo>
                    <a:lnTo>
                      <a:pt x="240451" y="178867"/>
                    </a:lnTo>
                    <a:lnTo>
                      <a:pt x="176937" y="232030"/>
                    </a:lnTo>
                    <a:lnTo>
                      <a:pt x="150232" y="253887"/>
                    </a:lnTo>
                    <a:lnTo>
                      <a:pt x="122069" y="275016"/>
                    </a:lnTo>
                    <a:lnTo>
                      <a:pt x="101433" y="292017"/>
                    </a:lnTo>
                    <a:lnTo>
                      <a:pt x="88079" y="301002"/>
                    </a:lnTo>
                    <a:lnTo>
                      <a:pt x="67443" y="302459"/>
                    </a:lnTo>
                    <a:lnTo>
                      <a:pt x="46807" y="296145"/>
                    </a:lnTo>
                    <a:lnTo>
                      <a:pt x="29813" y="282302"/>
                    </a:lnTo>
                    <a:lnTo>
                      <a:pt x="12510" y="2664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3" name="Контур"/>
              <p:cNvSpPr/>
              <p:nvPr/>
            </p:nvSpPr>
            <p:spPr>
              <a:xfrm>
                <a:off x="4412965" y="1865167"/>
                <a:ext cx="52663" cy="47446"/>
              </a:xfrm>
              <a:custGeom>
                <a:avLst/>
                <a:gdLst/>
                <a:ahLst/>
                <a:cxnLst/>
                <a:rect l="l" t="t" r="r" b="b"/>
                <a:pathLst>
                  <a:path w="52663" h="47446">
                    <a:moveTo>
                      <a:pt x="0" y="533"/>
                    </a:moveTo>
                    <a:lnTo>
                      <a:pt x="10666" y="0"/>
                    </a:lnTo>
                    <a:lnTo>
                      <a:pt x="52663" y="26392"/>
                    </a:lnTo>
                    <a:lnTo>
                      <a:pt x="50122" y="28083"/>
                    </a:lnTo>
                    <a:lnTo>
                      <a:pt x="29099" y="47446"/>
                    </a:lnTo>
                    <a:lnTo>
                      <a:pt x="29531" y="46909"/>
                    </a:lnTo>
                    <a:lnTo>
                      <a:pt x="31027" y="42958"/>
                    </a:lnTo>
                    <a:lnTo>
                      <a:pt x="31229" y="38739"/>
                    </a:lnTo>
                    <a:lnTo>
                      <a:pt x="30118" y="34665"/>
                    </a:lnTo>
                    <a:lnTo>
                      <a:pt x="27801" y="31132"/>
                    </a:lnTo>
                    <a:lnTo>
                      <a:pt x="0" y="53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4" name="Контур"/>
              <p:cNvSpPr/>
              <p:nvPr/>
            </p:nvSpPr>
            <p:spPr>
              <a:xfrm>
                <a:off x="4312015" y="1867777"/>
                <a:ext cx="59449" cy="36935"/>
              </a:xfrm>
              <a:custGeom>
                <a:avLst/>
                <a:gdLst/>
                <a:ahLst/>
                <a:cxnLst/>
                <a:rect l="l" t="t" r="r" b="b"/>
                <a:pathLst>
                  <a:path w="59449" h="36935">
                    <a:moveTo>
                      <a:pt x="24227" y="33860"/>
                    </a:moveTo>
                    <a:lnTo>
                      <a:pt x="19571" y="34618"/>
                    </a:lnTo>
                    <a:lnTo>
                      <a:pt x="15771" y="36935"/>
                    </a:lnTo>
                    <a:lnTo>
                      <a:pt x="0" y="19050"/>
                    </a:lnTo>
                    <a:lnTo>
                      <a:pt x="50263" y="460"/>
                    </a:lnTo>
                    <a:lnTo>
                      <a:pt x="59449" y="0"/>
                    </a:lnTo>
                    <a:lnTo>
                      <a:pt x="27428" y="29092"/>
                    </a:lnTo>
                    <a:lnTo>
                      <a:pt x="24777" y="32401"/>
                    </a:lnTo>
                    <a:lnTo>
                      <a:pt x="24227" y="3386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5" name="Контур"/>
              <p:cNvSpPr/>
              <p:nvPr/>
            </p:nvSpPr>
            <p:spPr>
              <a:xfrm>
                <a:off x="3958981" y="2509859"/>
                <a:ext cx="315783" cy="306428"/>
              </a:xfrm>
              <a:custGeom>
                <a:avLst/>
                <a:gdLst/>
                <a:ahLst/>
                <a:cxnLst/>
                <a:rect l="l" t="t" r="r" b="b"/>
                <a:pathLst>
                  <a:path w="315783" h="306428">
                    <a:moveTo>
                      <a:pt x="181663" y="0"/>
                    </a:moveTo>
                    <a:lnTo>
                      <a:pt x="186164" y="4722"/>
                    </a:lnTo>
                    <a:lnTo>
                      <a:pt x="128129" y="59010"/>
                    </a:lnTo>
                    <a:lnTo>
                      <a:pt x="124713" y="73617"/>
                    </a:lnTo>
                    <a:lnTo>
                      <a:pt x="222043" y="179167"/>
                    </a:lnTo>
                    <a:lnTo>
                      <a:pt x="231451" y="183437"/>
                    </a:lnTo>
                    <a:lnTo>
                      <a:pt x="242600" y="178422"/>
                    </a:lnTo>
                    <a:lnTo>
                      <a:pt x="286524" y="226946"/>
                    </a:lnTo>
                    <a:lnTo>
                      <a:pt x="280179" y="232067"/>
                    </a:lnTo>
                    <a:lnTo>
                      <a:pt x="315783" y="269696"/>
                    </a:lnTo>
                    <a:lnTo>
                      <a:pt x="274720" y="306428"/>
                    </a:lnTo>
                    <a:lnTo>
                      <a:pt x="260847" y="291431"/>
                    </a:lnTo>
                    <a:lnTo>
                      <a:pt x="290132" y="262287"/>
                    </a:lnTo>
                    <a:lnTo>
                      <a:pt x="127449" y="90677"/>
                    </a:lnTo>
                    <a:lnTo>
                      <a:pt x="54738" y="159806"/>
                    </a:lnTo>
                    <a:lnTo>
                      <a:pt x="87039" y="209621"/>
                    </a:lnTo>
                    <a:lnTo>
                      <a:pt x="88092" y="225110"/>
                    </a:lnTo>
                    <a:lnTo>
                      <a:pt x="79569" y="240338"/>
                    </a:lnTo>
                    <a:lnTo>
                      <a:pt x="0" y="156260"/>
                    </a:lnTo>
                    <a:lnTo>
                      <a:pt x="15845" y="142613"/>
                    </a:lnTo>
                    <a:lnTo>
                      <a:pt x="35630" y="136338"/>
                    </a:lnTo>
                    <a:lnTo>
                      <a:pt x="18166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6" name="Контур"/>
              <p:cNvSpPr/>
              <p:nvPr/>
            </p:nvSpPr>
            <p:spPr>
              <a:xfrm>
                <a:off x="4804774" y="2547495"/>
                <a:ext cx="191889" cy="172573"/>
              </a:xfrm>
              <a:custGeom>
                <a:avLst/>
                <a:gdLst/>
                <a:ahLst/>
                <a:cxnLst/>
                <a:rect l="l" t="t" r="r" b="b"/>
                <a:pathLst>
                  <a:path w="191889" h="172573">
                    <a:moveTo>
                      <a:pt x="14661" y="0"/>
                    </a:moveTo>
                    <a:lnTo>
                      <a:pt x="116208" y="106177"/>
                    </a:lnTo>
                    <a:lnTo>
                      <a:pt x="143208" y="82705"/>
                    </a:lnTo>
                    <a:lnTo>
                      <a:pt x="161370" y="66298"/>
                    </a:lnTo>
                    <a:lnTo>
                      <a:pt x="183321" y="78925"/>
                    </a:lnTo>
                    <a:lnTo>
                      <a:pt x="191889" y="78124"/>
                    </a:lnTo>
                    <a:lnTo>
                      <a:pt x="136569" y="128129"/>
                    </a:lnTo>
                    <a:lnTo>
                      <a:pt x="104145" y="161001"/>
                    </a:lnTo>
                    <a:lnTo>
                      <a:pt x="91895" y="172573"/>
                    </a:lnTo>
                    <a:lnTo>
                      <a:pt x="67939" y="147743"/>
                    </a:lnTo>
                    <a:lnTo>
                      <a:pt x="89217" y="127554"/>
                    </a:lnTo>
                    <a:lnTo>
                      <a:pt x="92258" y="123252"/>
                    </a:lnTo>
                    <a:lnTo>
                      <a:pt x="93421" y="118115"/>
                    </a:lnTo>
                    <a:lnTo>
                      <a:pt x="92529" y="112923"/>
                    </a:lnTo>
                    <a:lnTo>
                      <a:pt x="89718" y="108468"/>
                    </a:lnTo>
                    <a:lnTo>
                      <a:pt x="0" y="13911"/>
                    </a:lnTo>
                    <a:lnTo>
                      <a:pt x="1466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7" name="Контур"/>
              <p:cNvSpPr/>
              <p:nvPr/>
            </p:nvSpPr>
            <p:spPr>
              <a:xfrm>
                <a:off x="4790811" y="2288616"/>
                <a:ext cx="129002" cy="118793"/>
              </a:xfrm>
              <a:custGeom>
                <a:avLst/>
                <a:gdLst/>
                <a:ahLst/>
                <a:cxnLst/>
                <a:rect l="l" t="t" r="r" b="b"/>
                <a:pathLst>
                  <a:path w="129002" h="118793">
                    <a:moveTo>
                      <a:pt x="0" y="118793"/>
                    </a:moveTo>
                    <a:lnTo>
                      <a:pt x="6385" y="82690"/>
                    </a:lnTo>
                    <a:lnTo>
                      <a:pt x="75915" y="3631"/>
                    </a:lnTo>
                    <a:lnTo>
                      <a:pt x="129002" y="0"/>
                    </a:lnTo>
                    <a:lnTo>
                      <a:pt x="0" y="1187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8" name="Контур"/>
              <p:cNvSpPr/>
              <p:nvPr/>
            </p:nvSpPr>
            <p:spPr>
              <a:xfrm>
                <a:off x="4862614" y="2350995"/>
                <a:ext cx="319643" cy="275425"/>
              </a:xfrm>
              <a:custGeom>
                <a:avLst/>
                <a:gdLst/>
                <a:ahLst/>
                <a:cxnLst/>
                <a:rect l="l" t="t" r="r" b="b"/>
                <a:pathLst>
                  <a:path w="319643" h="275425">
                    <a:moveTo>
                      <a:pt x="319643" y="104740"/>
                    </a:moveTo>
                    <a:lnTo>
                      <a:pt x="134049" y="274624"/>
                    </a:lnTo>
                    <a:lnTo>
                      <a:pt x="125481" y="275425"/>
                    </a:lnTo>
                    <a:lnTo>
                      <a:pt x="103530" y="262798"/>
                    </a:lnTo>
                    <a:lnTo>
                      <a:pt x="0" y="155531"/>
                    </a:lnTo>
                    <a:lnTo>
                      <a:pt x="12914" y="143277"/>
                    </a:lnTo>
                    <a:lnTo>
                      <a:pt x="20151" y="149551"/>
                    </a:lnTo>
                    <a:lnTo>
                      <a:pt x="72566" y="177285"/>
                    </a:lnTo>
                    <a:lnTo>
                      <a:pt x="112853" y="144784"/>
                    </a:lnTo>
                    <a:lnTo>
                      <a:pt x="123250" y="128750"/>
                    </a:lnTo>
                    <a:lnTo>
                      <a:pt x="104623" y="143484"/>
                    </a:lnTo>
                    <a:lnTo>
                      <a:pt x="73866" y="156917"/>
                    </a:lnTo>
                    <a:lnTo>
                      <a:pt x="56972" y="154751"/>
                    </a:lnTo>
                    <a:lnTo>
                      <a:pt x="40511" y="146084"/>
                    </a:lnTo>
                    <a:lnTo>
                      <a:pt x="24695" y="132099"/>
                    </a:lnTo>
                    <a:lnTo>
                      <a:pt x="163919" y="0"/>
                    </a:lnTo>
                    <a:lnTo>
                      <a:pt x="262722" y="100789"/>
                    </a:lnTo>
                    <a:lnTo>
                      <a:pt x="289440" y="72909"/>
                    </a:lnTo>
                    <a:lnTo>
                      <a:pt x="319643" y="104740"/>
                    </a:lnTo>
                    <a:close/>
                    <a:moveTo>
                      <a:pt x="199587" y="66982"/>
                    </a:moveTo>
                    <a:lnTo>
                      <a:pt x="209528" y="56689"/>
                    </a:lnTo>
                    <a:lnTo>
                      <a:pt x="199219" y="46731"/>
                    </a:lnTo>
                    <a:lnTo>
                      <a:pt x="189277" y="57025"/>
                    </a:lnTo>
                    <a:lnTo>
                      <a:pt x="199587" y="66982"/>
                    </a:lnTo>
                    <a:close/>
                    <a:moveTo>
                      <a:pt x="89903" y="196222"/>
                    </a:moveTo>
                    <a:lnTo>
                      <a:pt x="102244" y="185648"/>
                    </a:lnTo>
                    <a:lnTo>
                      <a:pt x="91744" y="173393"/>
                    </a:lnTo>
                    <a:lnTo>
                      <a:pt x="79403" y="183967"/>
                    </a:lnTo>
                    <a:lnTo>
                      <a:pt x="89903" y="196222"/>
                    </a:lnTo>
                    <a:close/>
                    <a:moveTo>
                      <a:pt x="100577" y="165293"/>
                    </a:moveTo>
                    <a:lnTo>
                      <a:pt x="111341" y="177545"/>
                    </a:lnTo>
                    <a:lnTo>
                      <a:pt x="124870" y="165661"/>
                    </a:lnTo>
                    <a:lnTo>
                      <a:pt x="114106" y="153408"/>
                    </a:lnTo>
                    <a:lnTo>
                      <a:pt x="100577" y="165293"/>
                    </a:lnTo>
                    <a:close/>
                    <a:moveTo>
                      <a:pt x="120085" y="148356"/>
                    </a:moveTo>
                    <a:lnTo>
                      <a:pt x="131994" y="161064"/>
                    </a:lnTo>
                    <a:lnTo>
                      <a:pt x="144377" y="149460"/>
                    </a:lnTo>
                    <a:lnTo>
                      <a:pt x="132467" y="136751"/>
                    </a:lnTo>
                    <a:lnTo>
                      <a:pt x="120085" y="148356"/>
                    </a:lnTo>
                    <a:close/>
                    <a:moveTo>
                      <a:pt x="201428" y="72506"/>
                    </a:moveTo>
                    <a:lnTo>
                      <a:pt x="217447" y="87386"/>
                    </a:lnTo>
                    <a:lnTo>
                      <a:pt x="226824" y="77292"/>
                    </a:lnTo>
                    <a:lnTo>
                      <a:pt x="210804" y="62411"/>
                    </a:lnTo>
                    <a:lnTo>
                      <a:pt x="201428" y="72506"/>
                    </a:lnTo>
                    <a:close/>
                    <a:moveTo>
                      <a:pt x="216975" y="154411"/>
                    </a:moveTo>
                    <a:lnTo>
                      <a:pt x="169353" y="100947"/>
                    </a:lnTo>
                    <a:lnTo>
                      <a:pt x="149556" y="118582"/>
                    </a:lnTo>
                    <a:lnTo>
                      <a:pt x="197179" y="172045"/>
                    </a:lnTo>
                    <a:lnTo>
                      <a:pt x="216975" y="15441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9" name="Контур"/>
              <p:cNvSpPr/>
              <p:nvPr/>
            </p:nvSpPr>
            <p:spPr>
              <a:xfrm>
                <a:off x="4454590" y="2441061"/>
                <a:ext cx="108449" cy="113804"/>
              </a:xfrm>
              <a:custGeom>
                <a:avLst/>
                <a:gdLst/>
                <a:ahLst/>
                <a:cxnLst/>
                <a:rect l="l" t="t" r="r" b="b"/>
                <a:pathLst>
                  <a:path w="108449" h="113804">
                    <a:moveTo>
                      <a:pt x="26814" y="70429"/>
                    </a:moveTo>
                    <a:lnTo>
                      <a:pt x="0" y="45562"/>
                    </a:lnTo>
                    <a:lnTo>
                      <a:pt x="44744" y="9160"/>
                    </a:lnTo>
                    <a:lnTo>
                      <a:pt x="76787" y="0"/>
                    </a:lnTo>
                    <a:lnTo>
                      <a:pt x="90139" y="4961"/>
                    </a:lnTo>
                    <a:lnTo>
                      <a:pt x="106923" y="23661"/>
                    </a:lnTo>
                    <a:lnTo>
                      <a:pt x="108449" y="40072"/>
                    </a:lnTo>
                    <a:lnTo>
                      <a:pt x="102934" y="58822"/>
                    </a:lnTo>
                    <a:lnTo>
                      <a:pt x="89615" y="79665"/>
                    </a:lnTo>
                    <a:lnTo>
                      <a:pt x="96297" y="87615"/>
                    </a:lnTo>
                    <a:lnTo>
                      <a:pt x="68498" y="113804"/>
                    </a:lnTo>
                    <a:lnTo>
                      <a:pt x="26814" y="7042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0" name="Контур"/>
              <p:cNvSpPr/>
              <p:nvPr/>
            </p:nvSpPr>
            <p:spPr>
              <a:xfrm>
                <a:off x="3728717" y="2412054"/>
                <a:ext cx="188981" cy="202985"/>
              </a:xfrm>
              <a:custGeom>
                <a:avLst/>
                <a:gdLst/>
                <a:ahLst/>
                <a:cxnLst/>
                <a:rect l="l" t="t" r="r" b="b"/>
                <a:pathLst>
                  <a:path w="188981" h="202985">
                    <a:moveTo>
                      <a:pt x="188981" y="194350"/>
                    </a:moveTo>
                    <a:lnTo>
                      <a:pt x="179872" y="202985"/>
                    </a:lnTo>
                    <a:lnTo>
                      <a:pt x="0" y="9070"/>
                    </a:lnTo>
                    <a:lnTo>
                      <a:pt x="10295" y="0"/>
                    </a:lnTo>
                    <a:lnTo>
                      <a:pt x="30283" y="21740"/>
                    </a:lnTo>
                    <a:lnTo>
                      <a:pt x="167062" y="170510"/>
                    </a:lnTo>
                    <a:lnTo>
                      <a:pt x="186733" y="191905"/>
                    </a:lnTo>
                    <a:lnTo>
                      <a:pt x="188981" y="19435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1" name="Контур"/>
              <p:cNvSpPr/>
              <p:nvPr/>
            </p:nvSpPr>
            <p:spPr>
              <a:xfrm>
                <a:off x="4243784" y="2360065"/>
                <a:ext cx="243065" cy="178410"/>
              </a:xfrm>
              <a:custGeom>
                <a:avLst/>
                <a:gdLst/>
                <a:ahLst/>
                <a:cxnLst/>
                <a:rect l="l" t="t" r="r" b="b"/>
                <a:pathLst>
                  <a:path w="243065" h="178410">
                    <a:moveTo>
                      <a:pt x="181717" y="33515"/>
                    </a:moveTo>
                    <a:lnTo>
                      <a:pt x="190143" y="41935"/>
                    </a:lnTo>
                    <a:lnTo>
                      <a:pt x="234454" y="0"/>
                    </a:lnTo>
                    <a:lnTo>
                      <a:pt x="243065" y="18972"/>
                    </a:lnTo>
                    <a:lnTo>
                      <a:pt x="239709" y="37404"/>
                    </a:lnTo>
                    <a:lnTo>
                      <a:pt x="182582" y="90525"/>
                    </a:lnTo>
                    <a:lnTo>
                      <a:pt x="174155" y="83741"/>
                    </a:lnTo>
                    <a:lnTo>
                      <a:pt x="110006" y="143288"/>
                    </a:lnTo>
                    <a:lnTo>
                      <a:pt x="104942" y="161775"/>
                    </a:lnTo>
                    <a:lnTo>
                      <a:pt x="89440" y="178410"/>
                    </a:lnTo>
                    <a:lnTo>
                      <a:pt x="0" y="82798"/>
                    </a:lnTo>
                    <a:lnTo>
                      <a:pt x="4196" y="78799"/>
                    </a:lnTo>
                    <a:lnTo>
                      <a:pt x="57168" y="134107"/>
                    </a:lnTo>
                    <a:lnTo>
                      <a:pt x="60531" y="136663"/>
                    </a:lnTo>
                    <a:lnTo>
                      <a:pt x="64519" y="138055"/>
                    </a:lnTo>
                    <a:lnTo>
                      <a:pt x="68741" y="138146"/>
                    </a:lnTo>
                    <a:lnTo>
                      <a:pt x="72785" y="136928"/>
                    </a:lnTo>
                    <a:lnTo>
                      <a:pt x="76255" y="134519"/>
                    </a:lnTo>
                    <a:lnTo>
                      <a:pt x="181717" y="335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2" name="Контур"/>
              <p:cNvSpPr/>
              <p:nvPr/>
            </p:nvSpPr>
            <p:spPr>
              <a:xfrm>
                <a:off x="4090566" y="2483854"/>
                <a:ext cx="28326" cy="26672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26672">
                    <a:moveTo>
                      <a:pt x="25289" y="0"/>
                    </a:moveTo>
                    <a:lnTo>
                      <a:pt x="28326" y="3185"/>
                    </a:lnTo>
                    <a:lnTo>
                      <a:pt x="2915" y="26672"/>
                    </a:lnTo>
                    <a:lnTo>
                      <a:pt x="0" y="23502"/>
                    </a:lnTo>
                    <a:lnTo>
                      <a:pt x="25289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3" name="Контур"/>
              <p:cNvSpPr/>
              <p:nvPr/>
            </p:nvSpPr>
            <p:spPr>
              <a:xfrm>
                <a:off x="3669928" y="2097444"/>
                <a:ext cx="313547" cy="253594"/>
              </a:xfrm>
              <a:custGeom>
                <a:avLst/>
                <a:gdLst/>
                <a:ahLst/>
                <a:cxnLst/>
                <a:rect l="l" t="t" r="r" b="b"/>
                <a:pathLst>
                  <a:path w="313547" h="253594">
                    <a:moveTo>
                      <a:pt x="264848" y="0"/>
                    </a:moveTo>
                    <a:lnTo>
                      <a:pt x="313547" y="34719"/>
                    </a:lnTo>
                    <a:lnTo>
                      <a:pt x="221545" y="82778"/>
                    </a:lnTo>
                    <a:lnTo>
                      <a:pt x="201578" y="98268"/>
                    </a:lnTo>
                    <a:lnTo>
                      <a:pt x="18282" y="253594"/>
                    </a:lnTo>
                    <a:lnTo>
                      <a:pt x="0" y="215272"/>
                    </a:lnTo>
                    <a:lnTo>
                      <a:pt x="222057" y="28612"/>
                    </a:lnTo>
                    <a:lnTo>
                      <a:pt x="26484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4" name="Контур"/>
              <p:cNvSpPr/>
              <p:nvPr/>
            </p:nvSpPr>
            <p:spPr>
              <a:xfrm>
                <a:off x="4437298" y="3519522"/>
                <a:ext cx="530508" cy="566983"/>
              </a:xfrm>
              <a:custGeom>
                <a:avLst/>
                <a:gdLst/>
                <a:ahLst/>
                <a:cxnLst/>
                <a:rect l="l" t="t" r="r" b="b"/>
                <a:pathLst>
                  <a:path w="530508" h="566983">
                    <a:moveTo>
                      <a:pt x="326888" y="374534"/>
                    </a:moveTo>
                    <a:lnTo>
                      <a:pt x="330505" y="371220"/>
                    </a:lnTo>
                    <a:lnTo>
                      <a:pt x="313267" y="352408"/>
                    </a:lnTo>
                    <a:lnTo>
                      <a:pt x="309436" y="355919"/>
                    </a:lnTo>
                    <a:lnTo>
                      <a:pt x="305879" y="352125"/>
                    </a:lnTo>
                    <a:lnTo>
                      <a:pt x="0" y="16006"/>
                    </a:lnTo>
                    <a:lnTo>
                      <a:pt x="17882" y="0"/>
                    </a:lnTo>
                    <a:lnTo>
                      <a:pt x="530508" y="543654"/>
                    </a:lnTo>
                    <a:lnTo>
                      <a:pt x="507305" y="566983"/>
                    </a:lnTo>
                    <a:lnTo>
                      <a:pt x="326888" y="3745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5" name="Контур"/>
              <p:cNvSpPr/>
              <p:nvPr/>
            </p:nvSpPr>
            <p:spPr>
              <a:xfrm>
                <a:off x="3697906" y="3458736"/>
                <a:ext cx="102231" cy="90580"/>
              </a:xfrm>
              <a:custGeom>
                <a:avLst/>
                <a:gdLst/>
                <a:ahLst/>
                <a:cxnLst/>
                <a:rect l="l" t="t" r="r" b="b"/>
                <a:pathLst>
                  <a:path w="102231" h="90580">
                    <a:moveTo>
                      <a:pt x="99087" y="0"/>
                    </a:moveTo>
                    <a:lnTo>
                      <a:pt x="102231" y="3311"/>
                    </a:lnTo>
                    <a:lnTo>
                      <a:pt x="11210" y="90580"/>
                    </a:lnTo>
                    <a:lnTo>
                      <a:pt x="0" y="78405"/>
                    </a:lnTo>
                    <a:lnTo>
                      <a:pt x="64471" y="15530"/>
                    </a:lnTo>
                    <a:lnTo>
                      <a:pt x="67067" y="17536"/>
                    </a:lnTo>
                    <a:lnTo>
                      <a:pt x="71061" y="18960"/>
                    </a:lnTo>
                    <a:lnTo>
                      <a:pt x="75298" y="19075"/>
                    </a:lnTo>
                    <a:lnTo>
                      <a:pt x="79362" y="17870"/>
                    </a:lnTo>
                    <a:lnTo>
                      <a:pt x="82853" y="15464"/>
                    </a:lnTo>
                    <a:lnTo>
                      <a:pt x="9908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6" name="Контур"/>
              <p:cNvSpPr/>
              <p:nvPr/>
            </p:nvSpPr>
            <p:spPr>
              <a:xfrm>
                <a:off x="4160950" y="3165016"/>
                <a:ext cx="276252" cy="294172"/>
              </a:xfrm>
              <a:custGeom>
                <a:avLst/>
                <a:gdLst/>
                <a:ahLst/>
                <a:cxnLst/>
                <a:rect l="l" t="t" r="r" b="b"/>
                <a:pathLst>
                  <a:path w="276252" h="294172">
                    <a:moveTo>
                      <a:pt x="52992" y="0"/>
                    </a:moveTo>
                    <a:lnTo>
                      <a:pt x="276252" y="234989"/>
                    </a:lnTo>
                    <a:lnTo>
                      <a:pt x="213611" y="294172"/>
                    </a:lnTo>
                    <a:lnTo>
                      <a:pt x="92066" y="168277"/>
                    </a:lnTo>
                    <a:lnTo>
                      <a:pt x="121086" y="139257"/>
                    </a:lnTo>
                    <a:lnTo>
                      <a:pt x="76833" y="92078"/>
                    </a:lnTo>
                    <a:lnTo>
                      <a:pt x="48072" y="120183"/>
                    </a:lnTo>
                    <a:lnTo>
                      <a:pt x="0" y="67635"/>
                    </a:lnTo>
                    <a:lnTo>
                      <a:pt x="1107" y="54324"/>
                    </a:lnTo>
                    <a:lnTo>
                      <a:pt x="45820" y="7541"/>
                    </a:lnTo>
                    <a:lnTo>
                      <a:pt x="5299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7" name="Контур"/>
              <p:cNvSpPr/>
              <p:nvPr/>
            </p:nvSpPr>
            <p:spPr>
              <a:xfrm>
                <a:off x="4463332" y="3468806"/>
                <a:ext cx="506762" cy="568811"/>
              </a:xfrm>
              <a:custGeom>
                <a:avLst/>
                <a:gdLst/>
                <a:ahLst/>
                <a:cxnLst/>
                <a:rect l="l" t="t" r="r" b="b"/>
                <a:pathLst>
                  <a:path w="506762" h="568811">
                    <a:moveTo>
                      <a:pt x="37742" y="0"/>
                    </a:moveTo>
                    <a:lnTo>
                      <a:pt x="457573" y="456659"/>
                    </a:lnTo>
                    <a:lnTo>
                      <a:pt x="482739" y="488321"/>
                    </a:lnTo>
                    <a:lnTo>
                      <a:pt x="494942" y="514642"/>
                    </a:lnTo>
                    <a:lnTo>
                      <a:pt x="502949" y="536386"/>
                    </a:lnTo>
                    <a:lnTo>
                      <a:pt x="506762" y="568811"/>
                    </a:lnTo>
                    <a:lnTo>
                      <a:pt x="0" y="36656"/>
                    </a:lnTo>
                    <a:lnTo>
                      <a:pt x="3774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8" name="Контур"/>
              <p:cNvSpPr/>
              <p:nvPr/>
            </p:nvSpPr>
            <p:spPr>
              <a:xfrm>
                <a:off x="4154416" y="2929603"/>
                <a:ext cx="261350" cy="259142"/>
              </a:xfrm>
              <a:custGeom>
                <a:avLst/>
                <a:gdLst/>
                <a:ahLst/>
                <a:cxnLst/>
                <a:rect l="l" t="t" r="r" b="b"/>
                <a:pathLst>
                  <a:path w="261350" h="259142">
                    <a:moveTo>
                      <a:pt x="198999" y="254826"/>
                    </a:moveTo>
                    <a:lnTo>
                      <a:pt x="164205" y="224046"/>
                    </a:lnTo>
                    <a:lnTo>
                      <a:pt x="0" y="47376"/>
                    </a:lnTo>
                    <a:lnTo>
                      <a:pt x="5760" y="34101"/>
                    </a:lnTo>
                    <a:lnTo>
                      <a:pt x="26454" y="13120"/>
                    </a:lnTo>
                    <a:lnTo>
                      <a:pt x="39393" y="0"/>
                    </a:lnTo>
                    <a:lnTo>
                      <a:pt x="261350" y="246935"/>
                    </a:lnTo>
                    <a:lnTo>
                      <a:pt x="230865" y="258808"/>
                    </a:lnTo>
                    <a:lnTo>
                      <a:pt x="215212" y="259142"/>
                    </a:lnTo>
                    <a:lnTo>
                      <a:pt x="198999" y="25482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9" name="Контур"/>
              <p:cNvSpPr/>
              <p:nvPr/>
            </p:nvSpPr>
            <p:spPr>
              <a:xfrm>
                <a:off x="4552728" y="2535880"/>
                <a:ext cx="86186" cy="71550"/>
              </a:xfrm>
              <a:custGeom>
                <a:avLst/>
                <a:gdLst/>
                <a:ahLst/>
                <a:cxnLst/>
                <a:rect l="l" t="t" r="r" b="b"/>
                <a:pathLst>
                  <a:path w="86186" h="71550">
                    <a:moveTo>
                      <a:pt x="20874" y="71550"/>
                    </a:moveTo>
                    <a:lnTo>
                      <a:pt x="0" y="49829"/>
                    </a:lnTo>
                    <a:lnTo>
                      <a:pt x="45901" y="5616"/>
                    </a:lnTo>
                    <a:lnTo>
                      <a:pt x="56116" y="630"/>
                    </a:lnTo>
                    <a:lnTo>
                      <a:pt x="68626" y="0"/>
                    </a:lnTo>
                    <a:lnTo>
                      <a:pt x="81991" y="6687"/>
                    </a:lnTo>
                    <a:lnTo>
                      <a:pt x="86186" y="11407"/>
                    </a:lnTo>
                    <a:lnTo>
                      <a:pt x="20874" y="7155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0" name="Контур"/>
              <p:cNvSpPr/>
              <p:nvPr/>
            </p:nvSpPr>
            <p:spPr>
              <a:xfrm>
                <a:off x="4338323" y="2654126"/>
                <a:ext cx="250529" cy="236062"/>
              </a:xfrm>
              <a:custGeom>
                <a:avLst/>
                <a:gdLst/>
                <a:ahLst/>
                <a:cxnLst/>
                <a:rect l="l" t="t" r="r" b="b"/>
                <a:pathLst>
                  <a:path w="250529" h="236062">
                    <a:moveTo>
                      <a:pt x="250529" y="40492"/>
                    </a:moveTo>
                    <a:lnTo>
                      <a:pt x="32375" y="236062"/>
                    </a:lnTo>
                    <a:lnTo>
                      <a:pt x="0" y="203004"/>
                    </a:lnTo>
                    <a:lnTo>
                      <a:pt x="4868" y="198491"/>
                    </a:lnTo>
                    <a:lnTo>
                      <a:pt x="213241" y="0"/>
                    </a:lnTo>
                    <a:lnTo>
                      <a:pt x="250529" y="4049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1" name="Контур"/>
              <p:cNvSpPr/>
              <p:nvPr/>
            </p:nvSpPr>
            <p:spPr>
              <a:xfrm>
                <a:off x="4035769" y="2787421"/>
                <a:ext cx="118566" cy="126981"/>
              </a:xfrm>
              <a:custGeom>
                <a:avLst/>
                <a:gdLst/>
                <a:ahLst/>
                <a:cxnLst/>
                <a:rect l="l" t="t" r="r" b="b"/>
                <a:pathLst>
                  <a:path w="118566" h="126981">
                    <a:moveTo>
                      <a:pt x="118566" y="100467"/>
                    </a:moveTo>
                    <a:lnTo>
                      <a:pt x="105516" y="112122"/>
                    </a:lnTo>
                    <a:lnTo>
                      <a:pt x="93789" y="122598"/>
                    </a:lnTo>
                    <a:lnTo>
                      <a:pt x="80055" y="126981"/>
                    </a:lnTo>
                    <a:lnTo>
                      <a:pt x="0" y="39843"/>
                    </a:lnTo>
                    <a:lnTo>
                      <a:pt x="3807" y="23823"/>
                    </a:lnTo>
                    <a:lnTo>
                      <a:pt x="9639" y="11061"/>
                    </a:lnTo>
                    <a:lnTo>
                      <a:pt x="26694" y="0"/>
                    </a:lnTo>
                    <a:lnTo>
                      <a:pt x="118566" y="10046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2" name="Контур"/>
              <p:cNvSpPr/>
              <p:nvPr/>
            </p:nvSpPr>
            <p:spPr>
              <a:xfrm>
                <a:off x="4072561" y="2777887"/>
                <a:ext cx="150498" cy="102945"/>
              </a:xfrm>
              <a:custGeom>
                <a:avLst/>
                <a:gdLst/>
                <a:ahLst/>
                <a:cxnLst/>
                <a:rect l="l" t="t" r="r" b="b"/>
                <a:pathLst>
                  <a:path w="150498" h="102945">
                    <a:moveTo>
                      <a:pt x="150498" y="47918"/>
                    </a:moveTo>
                    <a:lnTo>
                      <a:pt x="110151" y="84009"/>
                    </a:lnTo>
                    <a:lnTo>
                      <a:pt x="88452" y="102945"/>
                    </a:lnTo>
                    <a:lnTo>
                      <a:pt x="0" y="3621"/>
                    </a:lnTo>
                    <a:lnTo>
                      <a:pt x="12396" y="0"/>
                    </a:lnTo>
                    <a:lnTo>
                      <a:pt x="25550" y="1717"/>
                    </a:lnTo>
                    <a:lnTo>
                      <a:pt x="33748" y="5532"/>
                    </a:lnTo>
                    <a:lnTo>
                      <a:pt x="96822" y="69501"/>
                    </a:lnTo>
                    <a:lnTo>
                      <a:pt x="136548" y="33015"/>
                    </a:lnTo>
                    <a:lnTo>
                      <a:pt x="150498" y="4791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3" name="Контур"/>
              <p:cNvSpPr/>
              <p:nvPr/>
            </p:nvSpPr>
            <p:spPr>
              <a:xfrm>
                <a:off x="3560328" y="2214478"/>
                <a:ext cx="85746" cy="81300"/>
              </a:xfrm>
              <a:custGeom>
                <a:avLst/>
                <a:gdLst/>
                <a:ahLst/>
                <a:cxnLst/>
                <a:rect l="l" t="t" r="r" b="b"/>
                <a:pathLst>
                  <a:path w="85746" h="81300">
                    <a:moveTo>
                      <a:pt x="50550" y="0"/>
                    </a:moveTo>
                    <a:lnTo>
                      <a:pt x="85746" y="36897"/>
                    </a:lnTo>
                    <a:lnTo>
                      <a:pt x="46510" y="81300"/>
                    </a:lnTo>
                    <a:lnTo>
                      <a:pt x="37362" y="77866"/>
                    </a:lnTo>
                    <a:lnTo>
                      <a:pt x="0" y="18747"/>
                    </a:lnTo>
                    <a:lnTo>
                      <a:pt x="5979" y="12526"/>
                    </a:lnTo>
                    <a:lnTo>
                      <a:pt x="11849" y="18606"/>
                    </a:lnTo>
                    <a:lnTo>
                      <a:pt x="15222" y="21148"/>
                    </a:lnTo>
                    <a:lnTo>
                      <a:pt x="19216" y="22523"/>
                    </a:lnTo>
                    <a:lnTo>
                      <a:pt x="23439" y="22597"/>
                    </a:lnTo>
                    <a:lnTo>
                      <a:pt x="27478" y="21362"/>
                    </a:lnTo>
                    <a:lnTo>
                      <a:pt x="30938" y="18939"/>
                    </a:lnTo>
                    <a:lnTo>
                      <a:pt x="5055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4" name="Контур"/>
              <p:cNvSpPr/>
              <p:nvPr/>
            </p:nvSpPr>
            <p:spPr>
              <a:xfrm>
                <a:off x="3253452" y="2164971"/>
                <a:ext cx="66933" cy="98840"/>
              </a:xfrm>
              <a:custGeom>
                <a:avLst/>
                <a:gdLst/>
                <a:ahLst/>
                <a:cxnLst/>
                <a:rect l="l" t="t" r="r" b="b"/>
                <a:pathLst>
                  <a:path w="66933" h="98840">
                    <a:moveTo>
                      <a:pt x="35455" y="9747"/>
                    </a:moveTo>
                    <a:lnTo>
                      <a:pt x="43863" y="20599"/>
                    </a:lnTo>
                    <a:lnTo>
                      <a:pt x="51154" y="32418"/>
                    </a:lnTo>
                    <a:lnTo>
                      <a:pt x="57173" y="45023"/>
                    </a:lnTo>
                    <a:lnTo>
                      <a:pt x="61802" y="58200"/>
                    </a:lnTo>
                    <a:lnTo>
                      <a:pt x="64975" y="71720"/>
                    </a:lnTo>
                    <a:lnTo>
                      <a:pt x="66674" y="85343"/>
                    </a:lnTo>
                    <a:lnTo>
                      <a:pt x="66933" y="98840"/>
                    </a:lnTo>
                    <a:lnTo>
                      <a:pt x="0" y="25971"/>
                    </a:lnTo>
                    <a:lnTo>
                      <a:pt x="26116" y="0"/>
                    </a:lnTo>
                    <a:lnTo>
                      <a:pt x="35455" y="97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5" name="Контур"/>
              <p:cNvSpPr/>
              <p:nvPr/>
            </p:nvSpPr>
            <p:spPr>
              <a:xfrm>
                <a:off x="3510272" y="2168979"/>
                <a:ext cx="44466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44466" h="50375">
                    <a:moveTo>
                      <a:pt x="0" y="0"/>
                    </a:moveTo>
                    <a:lnTo>
                      <a:pt x="44466" y="46046"/>
                    </a:lnTo>
                    <a:lnTo>
                      <a:pt x="39754" y="503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6" name="Контур"/>
              <p:cNvSpPr/>
              <p:nvPr/>
            </p:nvSpPr>
            <p:spPr>
              <a:xfrm>
                <a:off x="3283908" y="1920100"/>
                <a:ext cx="212948" cy="232075"/>
              </a:xfrm>
              <a:custGeom>
                <a:avLst/>
                <a:gdLst/>
                <a:ahLst/>
                <a:cxnLst/>
                <a:rect l="l" t="t" r="r" b="b"/>
                <a:pathLst>
                  <a:path w="212948" h="232075">
                    <a:moveTo>
                      <a:pt x="212948" y="219984"/>
                    </a:moveTo>
                    <a:lnTo>
                      <a:pt x="212282" y="220868"/>
                    </a:lnTo>
                    <a:lnTo>
                      <a:pt x="210907" y="224861"/>
                    </a:lnTo>
                    <a:lnTo>
                      <a:pt x="210833" y="229085"/>
                    </a:lnTo>
                    <a:lnTo>
                      <a:pt x="211748" y="232075"/>
                    </a:lnTo>
                    <a:lnTo>
                      <a:pt x="158239" y="175313"/>
                    </a:lnTo>
                    <a:lnTo>
                      <a:pt x="0" y="9310"/>
                    </a:lnTo>
                    <a:lnTo>
                      <a:pt x="9361" y="0"/>
                    </a:lnTo>
                    <a:lnTo>
                      <a:pt x="212948" y="21998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7" name="Контур"/>
              <p:cNvSpPr/>
              <p:nvPr/>
            </p:nvSpPr>
            <p:spPr>
              <a:xfrm>
                <a:off x="3170311" y="1590337"/>
                <a:ext cx="251414" cy="212463"/>
              </a:xfrm>
              <a:custGeom>
                <a:avLst/>
                <a:gdLst/>
                <a:ahLst/>
                <a:cxnLst/>
                <a:rect l="l" t="t" r="r" b="b"/>
                <a:pathLst>
                  <a:path w="251414" h="212463">
                    <a:moveTo>
                      <a:pt x="20588" y="212463"/>
                    </a:moveTo>
                    <a:lnTo>
                      <a:pt x="0" y="191104"/>
                    </a:lnTo>
                    <a:lnTo>
                      <a:pt x="66801" y="124206"/>
                    </a:lnTo>
                    <a:lnTo>
                      <a:pt x="198230" y="196"/>
                    </a:lnTo>
                    <a:lnTo>
                      <a:pt x="251414" y="0"/>
                    </a:lnTo>
                    <a:lnTo>
                      <a:pt x="172701" y="75855"/>
                    </a:lnTo>
                    <a:lnTo>
                      <a:pt x="20588" y="2124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8" name="Контур"/>
              <p:cNvSpPr/>
              <p:nvPr/>
            </p:nvSpPr>
            <p:spPr>
              <a:xfrm>
                <a:off x="2966940" y="1590991"/>
                <a:ext cx="276734" cy="129477"/>
              </a:xfrm>
              <a:custGeom>
                <a:avLst/>
                <a:gdLst/>
                <a:ahLst/>
                <a:cxnLst/>
                <a:rect l="l" t="t" r="r" b="b"/>
                <a:pathLst>
                  <a:path w="276734" h="129477">
                    <a:moveTo>
                      <a:pt x="276734" y="0"/>
                    </a:moveTo>
                    <a:lnTo>
                      <a:pt x="180057" y="90353"/>
                    </a:lnTo>
                    <a:lnTo>
                      <a:pt x="148647" y="114355"/>
                    </a:lnTo>
                    <a:lnTo>
                      <a:pt x="127074" y="123797"/>
                    </a:lnTo>
                    <a:lnTo>
                      <a:pt x="105922" y="129477"/>
                    </a:lnTo>
                    <a:lnTo>
                      <a:pt x="0" y="10597"/>
                    </a:lnTo>
                    <a:lnTo>
                      <a:pt x="9283" y="981"/>
                    </a:lnTo>
                    <a:lnTo>
                      <a:pt x="27673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9" name="Контур"/>
              <p:cNvSpPr/>
              <p:nvPr/>
            </p:nvSpPr>
            <p:spPr>
              <a:xfrm>
                <a:off x="3207958" y="1823596"/>
                <a:ext cx="35740" cy="40488"/>
              </a:xfrm>
              <a:custGeom>
                <a:avLst/>
                <a:gdLst/>
                <a:ahLst/>
                <a:cxnLst/>
                <a:rect l="l" t="t" r="r" b="b"/>
                <a:pathLst>
                  <a:path w="35740" h="40488">
                    <a:moveTo>
                      <a:pt x="35740" y="31163"/>
                    </a:moveTo>
                    <a:lnTo>
                      <a:pt x="25722" y="40488"/>
                    </a:lnTo>
                    <a:lnTo>
                      <a:pt x="0" y="13182"/>
                    </a:lnTo>
                    <a:lnTo>
                      <a:pt x="13785" y="0"/>
                    </a:lnTo>
                    <a:lnTo>
                      <a:pt x="13524" y="1068"/>
                    </a:lnTo>
                    <a:lnTo>
                      <a:pt x="14325" y="6274"/>
                    </a:lnTo>
                    <a:lnTo>
                      <a:pt x="17059" y="10777"/>
                    </a:lnTo>
                    <a:lnTo>
                      <a:pt x="35740" y="311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0" name="Контур"/>
              <p:cNvSpPr/>
              <p:nvPr/>
            </p:nvSpPr>
            <p:spPr>
              <a:xfrm>
                <a:off x="3273974" y="1590002"/>
                <a:ext cx="238901" cy="203783"/>
              </a:xfrm>
              <a:custGeom>
                <a:avLst/>
                <a:gdLst/>
                <a:ahLst/>
                <a:cxnLst/>
                <a:rect l="l" t="t" r="r" b="b"/>
                <a:pathLst>
                  <a:path w="238901" h="203783">
                    <a:moveTo>
                      <a:pt x="0" y="183647"/>
                    </a:moveTo>
                    <a:lnTo>
                      <a:pt x="191867" y="173"/>
                    </a:lnTo>
                    <a:lnTo>
                      <a:pt x="238901" y="0"/>
                    </a:lnTo>
                    <a:lnTo>
                      <a:pt x="58849" y="174015"/>
                    </a:lnTo>
                    <a:lnTo>
                      <a:pt x="28049" y="203783"/>
                    </a:lnTo>
                    <a:lnTo>
                      <a:pt x="13115" y="187487"/>
                    </a:lnTo>
                    <a:lnTo>
                      <a:pt x="9809" y="184858"/>
                    </a:lnTo>
                    <a:lnTo>
                      <a:pt x="5853" y="183379"/>
                    </a:lnTo>
                    <a:lnTo>
                      <a:pt x="1633" y="183195"/>
                    </a:lnTo>
                    <a:lnTo>
                      <a:pt x="0" y="1836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1" name="Контур"/>
              <p:cNvSpPr/>
              <p:nvPr/>
            </p:nvSpPr>
            <p:spPr>
              <a:xfrm>
                <a:off x="3074033" y="1974275"/>
                <a:ext cx="99787" cy="103109"/>
              </a:xfrm>
              <a:custGeom>
                <a:avLst/>
                <a:gdLst/>
                <a:ahLst/>
                <a:cxnLst/>
                <a:rect l="l" t="t" r="r" b="b"/>
                <a:pathLst>
                  <a:path w="99787" h="103109">
                    <a:moveTo>
                      <a:pt x="0" y="24489"/>
                    </a:moveTo>
                    <a:lnTo>
                      <a:pt x="27640" y="0"/>
                    </a:lnTo>
                    <a:lnTo>
                      <a:pt x="99787" y="78108"/>
                    </a:lnTo>
                    <a:lnTo>
                      <a:pt x="73371" y="103109"/>
                    </a:lnTo>
                    <a:lnTo>
                      <a:pt x="0" y="2448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2" name="Контур"/>
              <p:cNvSpPr/>
              <p:nvPr/>
            </p:nvSpPr>
            <p:spPr>
              <a:xfrm>
                <a:off x="3306702" y="1903250"/>
                <a:ext cx="194120" cy="193160"/>
              </a:xfrm>
              <a:custGeom>
                <a:avLst/>
                <a:gdLst/>
                <a:ahLst/>
                <a:cxnLst/>
                <a:rect l="l" t="t" r="r" b="b"/>
                <a:pathLst>
                  <a:path w="194120" h="193160">
                    <a:moveTo>
                      <a:pt x="194120" y="174028"/>
                    </a:moveTo>
                    <a:lnTo>
                      <a:pt x="173938" y="193160"/>
                    </a:lnTo>
                    <a:lnTo>
                      <a:pt x="0" y="11273"/>
                    </a:lnTo>
                    <a:lnTo>
                      <a:pt x="42473" y="0"/>
                    </a:lnTo>
                    <a:lnTo>
                      <a:pt x="194120" y="174028"/>
                    </a:lnTo>
                    <a:close/>
                    <a:moveTo>
                      <a:pt x="86009" y="87990"/>
                    </a:moveTo>
                    <a:lnTo>
                      <a:pt x="99207" y="75750"/>
                    </a:lnTo>
                    <a:lnTo>
                      <a:pt x="83810" y="59150"/>
                    </a:lnTo>
                    <a:lnTo>
                      <a:pt x="70613" y="71390"/>
                    </a:lnTo>
                    <a:lnTo>
                      <a:pt x="86009" y="87990"/>
                    </a:lnTo>
                    <a:close/>
                    <a:moveTo>
                      <a:pt x="122977" y="134965"/>
                    </a:moveTo>
                    <a:lnTo>
                      <a:pt x="136569" y="123164"/>
                    </a:lnTo>
                    <a:lnTo>
                      <a:pt x="112440" y="95373"/>
                    </a:lnTo>
                    <a:lnTo>
                      <a:pt x="98848" y="107174"/>
                    </a:lnTo>
                    <a:lnTo>
                      <a:pt x="122977" y="13496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3" name="Контур"/>
              <p:cNvSpPr/>
              <p:nvPr/>
            </p:nvSpPr>
            <p:spPr>
              <a:xfrm>
                <a:off x="3423427" y="3487542"/>
                <a:ext cx="120686" cy="193400"/>
              </a:xfrm>
              <a:custGeom>
                <a:avLst/>
                <a:gdLst/>
                <a:ahLst/>
                <a:cxnLst/>
                <a:rect l="l" t="t" r="r" b="b"/>
                <a:pathLst>
                  <a:path w="120686" h="193400">
                    <a:moveTo>
                      <a:pt x="114385" y="122879"/>
                    </a:moveTo>
                    <a:lnTo>
                      <a:pt x="120686" y="129504"/>
                    </a:lnTo>
                    <a:lnTo>
                      <a:pt x="89790" y="157545"/>
                    </a:lnTo>
                    <a:lnTo>
                      <a:pt x="25144" y="193400"/>
                    </a:lnTo>
                    <a:lnTo>
                      <a:pt x="0" y="128032"/>
                    </a:lnTo>
                    <a:lnTo>
                      <a:pt x="11047" y="45283"/>
                    </a:lnTo>
                    <a:lnTo>
                      <a:pt x="24764" y="0"/>
                    </a:lnTo>
                    <a:lnTo>
                      <a:pt x="44825" y="22594"/>
                    </a:lnTo>
                    <a:lnTo>
                      <a:pt x="30689" y="34890"/>
                    </a:lnTo>
                    <a:lnTo>
                      <a:pt x="36666" y="41174"/>
                    </a:lnTo>
                    <a:lnTo>
                      <a:pt x="37167" y="42887"/>
                    </a:lnTo>
                    <a:lnTo>
                      <a:pt x="39550" y="46375"/>
                    </a:lnTo>
                    <a:lnTo>
                      <a:pt x="108494" y="119460"/>
                    </a:lnTo>
                    <a:lnTo>
                      <a:pt x="112786" y="122513"/>
                    </a:lnTo>
                    <a:lnTo>
                      <a:pt x="114385" y="12287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4" name="Контур"/>
              <p:cNvSpPr/>
              <p:nvPr/>
            </p:nvSpPr>
            <p:spPr>
              <a:xfrm>
                <a:off x="3579663" y="3393560"/>
                <a:ext cx="70812" cy="78210"/>
              </a:xfrm>
              <a:custGeom>
                <a:avLst/>
                <a:gdLst/>
                <a:ahLst/>
                <a:cxnLst/>
                <a:rect l="l" t="t" r="r" b="b"/>
                <a:pathLst>
                  <a:path w="70812" h="78210">
                    <a:moveTo>
                      <a:pt x="65728" y="78210"/>
                    </a:moveTo>
                    <a:lnTo>
                      <a:pt x="0" y="8709"/>
                    </a:lnTo>
                    <a:lnTo>
                      <a:pt x="9180" y="0"/>
                    </a:lnTo>
                    <a:lnTo>
                      <a:pt x="70812" y="63933"/>
                    </a:lnTo>
                    <a:lnTo>
                      <a:pt x="65728" y="782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5" name="Контур"/>
              <p:cNvSpPr/>
              <p:nvPr/>
            </p:nvSpPr>
            <p:spPr>
              <a:xfrm>
                <a:off x="3296366" y="2455537"/>
                <a:ext cx="828534" cy="802301"/>
              </a:xfrm>
              <a:custGeom>
                <a:avLst/>
                <a:gdLst/>
                <a:ahLst/>
                <a:cxnLst/>
                <a:rect l="l" t="t" r="r" b="b"/>
                <a:pathLst>
                  <a:path w="828534" h="802301">
                    <a:moveTo>
                      <a:pt x="676538" y="756058"/>
                    </a:moveTo>
                    <a:lnTo>
                      <a:pt x="109195" y="153724"/>
                    </a:lnTo>
                    <a:lnTo>
                      <a:pt x="99772" y="149487"/>
                    </a:lnTo>
                    <a:lnTo>
                      <a:pt x="90112" y="153154"/>
                    </a:lnTo>
                    <a:lnTo>
                      <a:pt x="0" y="238030"/>
                    </a:lnTo>
                    <a:lnTo>
                      <a:pt x="14660" y="185220"/>
                    </a:lnTo>
                    <a:lnTo>
                      <a:pt x="82097" y="101214"/>
                    </a:lnTo>
                    <a:lnTo>
                      <a:pt x="173816" y="0"/>
                    </a:lnTo>
                    <a:lnTo>
                      <a:pt x="828534" y="700785"/>
                    </a:lnTo>
                    <a:lnTo>
                      <a:pt x="827152" y="727733"/>
                    </a:lnTo>
                    <a:lnTo>
                      <a:pt x="820304" y="736668"/>
                    </a:lnTo>
                    <a:lnTo>
                      <a:pt x="825947" y="742527"/>
                    </a:lnTo>
                    <a:lnTo>
                      <a:pt x="791198" y="776745"/>
                    </a:lnTo>
                    <a:lnTo>
                      <a:pt x="758771" y="743598"/>
                    </a:lnTo>
                    <a:lnTo>
                      <a:pt x="763982" y="738594"/>
                    </a:lnTo>
                    <a:lnTo>
                      <a:pt x="738989" y="712539"/>
                    </a:lnTo>
                    <a:lnTo>
                      <a:pt x="714203" y="736317"/>
                    </a:lnTo>
                    <a:lnTo>
                      <a:pt x="739196" y="762372"/>
                    </a:lnTo>
                    <a:lnTo>
                      <a:pt x="743822" y="757935"/>
                    </a:lnTo>
                    <a:lnTo>
                      <a:pt x="777086" y="790641"/>
                    </a:lnTo>
                    <a:lnTo>
                      <a:pt x="766210" y="802301"/>
                    </a:lnTo>
                    <a:lnTo>
                      <a:pt x="740368" y="781097"/>
                    </a:lnTo>
                    <a:lnTo>
                      <a:pt x="715508" y="797435"/>
                    </a:lnTo>
                    <a:lnTo>
                      <a:pt x="676538" y="7560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6" name="Контур"/>
              <p:cNvSpPr/>
              <p:nvPr/>
            </p:nvSpPr>
            <p:spPr>
              <a:xfrm>
                <a:off x="3211120" y="3565818"/>
                <a:ext cx="49647" cy="49549"/>
              </a:xfrm>
              <a:custGeom>
                <a:avLst/>
                <a:gdLst/>
                <a:ahLst/>
                <a:cxnLst/>
                <a:rect l="l" t="t" r="r" b="b"/>
                <a:pathLst>
                  <a:path w="49647" h="49549">
                    <a:moveTo>
                      <a:pt x="47318" y="49549"/>
                    </a:moveTo>
                    <a:lnTo>
                      <a:pt x="0" y="1710"/>
                    </a:lnTo>
                    <a:lnTo>
                      <a:pt x="5788" y="0"/>
                    </a:lnTo>
                    <a:lnTo>
                      <a:pt x="49647" y="44261"/>
                    </a:lnTo>
                    <a:lnTo>
                      <a:pt x="47318" y="495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7" name="Контур"/>
              <p:cNvSpPr/>
              <p:nvPr/>
            </p:nvSpPr>
            <p:spPr>
              <a:xfrm>
                <a:off x="3485881" y="2413239"/>
                <a:ext cx="697524" cy="726534"/>
              </a:xfrm>
              <a:custGeom>
                <a:avLst/>
                <a:gdLst/>
                <a:ahLst/>
                <a:cxnLst/>
                <a:rect l="l" t="t" r="r" b="b"/>
                <a:pathLst>
                  <a:path w="697524" h="726534">
                    <a:moveTo>
                      <a:pt x="44088" y="17449"/>
                    </a:moveTo>
                    <a:lnTo>
                      <a:pt x="44704" y="16847"/>
                    </a:lnTo>
                    <a:lnTo>
                      <a:pt x="144554" y="127828"/>
                    </a:lnTo>
                    <a:lnTo>
                      <a:pt x="324614" y="320808"/>
                    </a:lnTo>
                    <a:lnTo>
                      <a:pt x="463047" y="469175"/>
                    </a:lnTo>
                    <a:lnTo>
                      <a:pt x="697524" y="717118"/>
                    </a:lnTo>
                    <a:lnTo>
                      <a:pt x="687587" y="723918"/>
                    </a:lnTo>
                    <a:lnTo>
                      <a:pt x="674513" y="726534"/>
                    </a:lnTo>
                    <a:lnTo>
                      <a:pt x="663008" y="726011"/>
                    </a:lnTo>
                    <a:lnTo>
                      <a:pt x="647849" y="722873"/>
                    </a:lnTo>
                    <a:lnTo>
                      <a:pt x="0" y="26311"/>
                    </a:lnTo>
                    <a:lnTo>
                      <a:pt x="27021" y="0"/>
                    </a:lnTo>
                    <a:lnTo>
                      <a:pt x="44088" y="174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8" name="Контур"/>
              <p:cNvSpPr/>
              <p:nvPr/>
            </p:nvSpPr>
            <p:spPr>
              <a:xfrm>
                <a:off x="3120340" y="2913996"/>
                <a:ext cx="195447" cy="170518"/>
              </a:xfrm>
              <a:custGeom>
                <a:avLst/>
                <a:gdLst/>
                <a:ahLst/>
                <a:cxnLst/>
                <a:rect l="l" t="t" r="r" b="b"/>
                <a:pathLst>
                  <a:path w="195447" h="170518">
                    <a:moveTo>
                      <a:pt x="31568" y="150137"/>
                    </a:moveTo>
                    <a:lnTo>
                      <a:pt x="20107" y="146226"/>
                    </a:lnTo>
                    <a:lnTo>
                      <a:pt x="14918" y="164140"/>
                    </a:lnTo>
                    <a:lnTo>
                      <a:pt x="0" y="160285"/>
                    </a:lnTo>
                    <a:lnTo>
                      <a:pt x="8690" y="122406"/>
                    </a:lnTo>
                    <a:lnTo>
                      <a:pt x="64386" y="0"/>
                    </a:lnTo>
                    <a:lnTo>
                      <a:pt x="96925" y="28416"/>
                    </a:lnTo>
                    <a:lnTo>
                      <a:pt x="109683" y="336"/>
                    </a:lnTo>
                    <a:lnTo>
                      <a:pt x="195447" y="87586"/>
                    </a:lnTo>
                    <a:lnTo>
                      <a:pt x="175849" y="108057"/>
                    </a:lnTo>
                    <a:lnTo>
                      <a:pt x="175699" y="118388"/>
                    </a:lnTo>
                    <a:lnTo>
                      <a:pt x="183849" y="128253"/>
                    </a:lnTo>
                    <a:lnTo>
                      <a:pt x="144742" y="170518"/>
                    </a:lnTo>
                    <a:lnTo>
                      <a:pt x="134760" y="157350"/>
                    </a:lnTo>
                    <a:lnTo>
                      <a:pt x="49438" y="135079"/>
                    </a:lnTo>
                    <a:lnTo>
                      <a:pt x="37450" y="137717"/>
                    </a:lnTo>
                    <a:lnTo>
                      <a:pt x="31568" y="1501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9" name="Контур"/>
              <p:cNvSpPr/>
              <p:nvPr/>
            </p:nvSpPr>
            <p:spPr>
              <a:xfrm>
                <a:off x="3647671" y="2375752"/>
                <a:ext cx="379341" cy="405864"/>
              </a:xfrm>
              <a:custGeom>
                <a:avLst/>
                <a:gdLst/>
                <a:ahLst/>
                <a:cxnLst/>
                <a:rect l="l" t="t" r="r" b="b"/>
                <a:pathLst>
                  <a:path w="379341" h="405864">
                    <a:moveTo>
                      <a:pt x="379341" y="386334"/>
                    </a:moveTo>
                    <a:lnTo>
                      <a:pt x="366183" y="396711"/>
                    </a:lnTo>
                    <a:lnTo>
                      <a:pt x="355887" y="402435"/>
                    </a:lnTo>
                    <a:lnTo>
                      <a:pt x="345213" y="405864"/>
                    </a:lnTo>
                    <a:lnTo>
                      <a:pt x="0" y="40059"/>
                    </a:lnTo>
                    <a:lnTo>
                      <a:pt x="8811" y="14004"/>
                    </a:lnTo>
                    <a:lnTo>
                      <a:pt x="13284" y="5814"/>
                    </a:lnTo>
                    <a:lnTo>
                      <a:pt x="18297" y="0"/>
                    </a:lnTo>
                    <a:lnTo>
                      <a:pt x="203536" y="201244"/>
                    </a:lnTo>
                    <a:lnTo>
                      <a:pt x="317120" y="319221"/>
                    </a:lnTo>
                    <a:lnTo>
                      <a:pt x="379341" y="3863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0" name="Контур"/>
              <p:cNvSpPr/>
              <p:nvPr/>
            </p:nvSpPr>
            <p:spPr>
              <a:xfrm>
                <a:off x="3255321" y="1945057"/>
                <a:ext cx="329935" cy="379710"/>
              </a:xfrm>
              <a:custGeom>
                <a:avLst/>
                <a:gdLst/>
                <a:ahLst/>
                <a:cxnLst/>
                <a:rect l="l" t="t" r="r" b="b"/>
                <a:pathLst>
                  <a:path w="329935" h="379710">
                    <a:moveTo>
                      <a:pt x="304627" y="379710"/>
                    </a:moveTo>
                    <a:lnTo>
                      <a:pt x="127174" y="185103"/>
                    </a:lnTo>
                    <a:lnTo>
                      <a:pt x="0" y="50418"/>
                    </a:lnTo>
                    <a:lnTo>
                      <a:pt x="10084" y="15081"/>
                    </a:lnTo>
                    <a:lnTo>
                      <a:pt x="11110" y="11682"/>
                    </a:lnTo>
                    <a:lnTo>
                      <a:pt x="17311" y="0"/>
                    </a:lnTo>
                    <a:lnTo>
                      <a:pt x="163147" y="147069"/>
                    </a:lnTo>
                    <a:lnTo>
                      <a:pt x="235957" y="222921"/>
                    </a:lnTo>
                    <a:lnTo>
                      <a:pt x="276304" y="271647"/>
                    </a:lnTo>
                    <a:lnTo>
                      <a:pt x="301450" y="308223"/>
                    </a:lnTo>
                    <a:lnTo>
                      <a:pt x="321673" y="342594"/>
                    </a:lnTo>
                    <a:lnTo>
                      <a:pt x="329935" y="359136"/>
                    </a:lnTo>
                    <a:lnTo>
                      <a:pt x="304627" y="3797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1" name="Контур"/>
              <p:cNvSpPr/>
              <p:nvPr/>
            </p:nvSpPr>
            <p:spPr>
              <a:xfrm>
                <a:off x="3520964" y="3566284"/>
                <a:ext cx="160742" cy="280596"/>
              </a:xfrm>
              <a:custGeom>
                <a:avLst/>
                <a:gdLst/>
                <a:ahLst/>
                <a:cxnLst/>
                <a:rect l="l" t="t" r="r" b="b"/>
                <a:pathLst>
                  <a:path w="160742" h="280596">
                    <a:moveTo>
                      <a:pt x="82196" y="251816"/>
                    </a:moveTo>
                    <a:lnTo>
                      <a:pt x="99418" y="269956"/>
                    </a:lnTo>
                    <a:lnTo>
                      <a:pt x="64343" y="280596"/>
                    </a:lnTo>
                    <a:lnTo>
                      <a:pt x="36794" y="252058"/>
                    </a:lnTo>
                    <a:lnTo>
                      <a:pt x="0" y="199153"/>
                    </a:lnTo>
                    <a:lnTo>
                      <a:pt x="6894" y="154234"/>
                    </a:lnTo>
                    <a:lnTo>
                      <a:pt x="21736" y="125725"/>
                    </a:lnTo>
                    <a:lnTo>
                      <a:pt x="152027" y="0"/>
                    </a:lnTo>
                    <a:lnTo>
                      <a:pt x="160742" y="9312"/>
                    </a:lnTo>
                    <a:lnTo>
                      <a:pt x="49982" y="116424"/>
                    </a:lnTo>
                    <a:lnTo>
                      <a:pt x="49730" y="128685"/>
                    </a:lnTo>
                    <a:lnTo>
                      <a:pt x="67278" y="147911"/>
                    </a:lnTo>
                    <a:lnTo>
                      <a:pt x="30626" y="184516"/>
                    </a:lnTo>
                    <a:lnTo>
                      <a:pt x="33098" y="199185"/>
                    </a:lnTo>
                    <a:lnTo>
                      <a:pt x="82196" y="25181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2" name="Контур"/>
              <p:cNvSpPr/>
              <p:nvPr/>
            </p:nvSpPr>
            <p:spPr>
              <a:xfrm>
                <a:off x="3646906" y="3878513"/>
                <a:ext cx="85814" cy="100879"/>
              </a:xfrm>
              <a:custGeom>
                <a:avLst/>
                <a:gdLst/>
                <a:ahLst/>
                <a:cxnLst/>
                <a:rect l="l" t="t" r="r" b="b"/>
                <a:pathLst>
                  <a:path w="85814" h="100879">
                    <a:moveTo>
                      <a:pt x="13648" y="0"/>
                    </a:moveTo>
                    <a:lnTo>
                      <a:pt x="49770" y="38012"/>
                    </a:lnTo>
                    <a:lnTo>
                      <a:pt x="85814" y="77403"/>
                    </a:lnTo>
                    <a:lnTo>
                      <a:pt x="72752" y="100879"/>
                    </a:lnTo>
                    <a:lnTo>
                      <a:pt x="0" y="28868"/>
                    </a:lnTo>
                    <a:lnTo>
                      <a:pt x="2205" y="21897"/>
                    </a:lnTo>
                    <a:lnTo>
                      <a:pt x="1364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3" name="Контур"/>
              <p:cNvSpPr/>
              <p:nvPr/>
            </p:nvSpPr>
            <p:spPr>
              <a:xfrm>
                <a:off x="3049585" y="3762980"/>
                <a:ext cx="235340" cy="257313"/>
              </a:xfrm>
              <a:custGeom>
                <a:avLst/>
                <a:gdLst/>
                <a:ahLst/>
                <a:cxnLst/>
                <a:rect l="l" t="t" r="r" b="b"/>
                <a:pathLst>
                  <a:path w="235340" h="257313">
                    <a:moveTo>
                      <a:pt x="135030" y="11515"/>
                    </a:moveTo>
                    <a:lnTo>
                      <a:pt x="157941" y="34979"/>
                    </a:lnTo>
                    <a:lnTo>
                      <a:pt x="148779" y="46436"/>
                    </a:lnTo>
                    <a:lnTo>
                      <a:pt x="213600" y="116640"/>
                    </a:lnTo>
                    <a:lnTo>
                      <a:pt x="235340" y="152223"/>
                    </a:lnTo>
                    <a:lnTo>
                      <a:pt x="102195" y="257313"/>
                    </a:lnTo>
                    <a:lnTo>
                      <a:pt x="86794" y="242644"/>
                    </a:lnTo>
                    <a:lnTo>
                      <a:pt x="119209" y="215180"/>
                    </a:lnTo>
                    <a:lnTo>
                      <a:pt x="118202" y="199341"/>
                    </a:lnTo>
                    <a:lnTo>
                      <a:pt x="104090" y="183917"/>
                    </a:lnTo>
                    <a:lnTo>
                      <a:pt x="93803" y="182952"/>
                    </a:lnTo>
                    <a:lnTo>
                      <a:pt x="60398" y="209290"/>
                    </a:lnTo>
                    <a:lnTo>
                      <a:pt x="55583" y="220056"/>
                    </a:lnTo>
                    <a:lnTo>
                      <a:pt x="22184" y="174595"/>
                    </a:lnTo>
                    <a:lnTo>
                      <a:pt x="30543" y="178776"/>
                    </a:lnTo>
                    <a:lnTo>
                      <a:pt x="39613" y="176517"/>
                    </a:lnTo>
                    <a:lnTo>
                      <a:pt x="45038" y="168907"/>
                    </a:lnTo>
                    <a:lnTo>
                      <a:pt x="44278" y="159740"/>
                    </a:lnTo>
                    <a:lnTo>
                      <a:pt x="28846" y="152262"/>
                    </a:lnTo>
                    <a:lnTo>
                      <a:pt x="21237" y="157271"/>
                    </a:lnTo>
                    <a:lnTo>
                      <a:pt x="18651" y="167131"/>
                    </a:lnTo>
                    <a:lnTo>
                      <a:pt x="6149" y="140721"/>
                    </a:lnTo>
                    <a:lnTo>
                      <a:pt x="0" y="97340"/>
                    </a:lnTo>
                    <a:lnTo>
                      <a:pt x="20970" y="48119"/>
                    </a:lnTo>
                    <a:lnTo>
                      <a:pt x="39663" y="24845"/>
                    </a:lnTo>
                    <a:lnTo>
                      <a:pt x="75539" y="0"/>
                    </a:lnTo>
                    <a:lnTo>
                      <a:pt x="98600" y="28314"/>
                    </a:lnTo>
                    <a:lnTo>
                      <a:pt x="107487" y="32249"/>
                    </a:lnTo>
                    <a:lnTo>
                      <a:pt x="79898" y="48997"/>
                    </a:lnTo>
                    <a:lnTo>
                      <a:pt x="45573" y="87153"/>
                    </a:lnTo>
                    <a:lnTo>
                      <a:pt x="34617" y="114561"/>
                    </a:lnTo>
                    <a:lnTo>
                      <a:pt x="38444" y="124345"/>
                    </a:lnTo>
                    <a:lnTo>
                      <a:pt x="109226" y="181809"/>
                    </a:lnTo>
                    <a:lnTo>
                      <a:pt x="121122" y="183229"/>
                    </a:lnTo>
                    <a:lnTo>
                      <a:pt x="135233" y="174834"/>
                    </a:lnTo>
                    <a:lnTo>
                      <a:pt x="189772" y="107299"/>
                    </a:lnTo>
                    <a:lnTo>
                      <a:pt x="114959" y="30316"/>
                    </a:lnTo>
                    <a:lnTo>
                      <a:pt x="135030" y="115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4" name="Контур"/>
              <p:cNvSpPr/>
              <p:nvPr/>
            </p:nvSpPr>
            <p:spPr>
              <a:xfrm>
                <a:off x="3084202" y="3793296"/>
                <a:ext cx="155155" cy="152913"/>
              </a:xfrm>
              <a:custGeom>
                <a:avLst/>
                <a:gdLst/>
                <a:ahLst/>
                <a:cxnLst/>
                <a:rect l="l" t="t" r="r" b="b"/>
                <a:pathLst>
                  <a:path w="155155" h="152913">
                    <a:moveTo>
                      <a:pt x="80342" y="0"/>
                    </a:moveTo>
                    <a:lnTo>
                      <a:pt x="155155" y="76983"/>
                    </a:lnTo>
                    <a:lnTo>
                      <a:pt x="135671" y="103386"/>
                    </a:lnTo>
                    <a:lnTo>
                      <a:pt x="100616" y="144518"/>
                    </a:lnTo>
                    <a:lnTo>
                      <a:pt x="86505" y="152913"/>
                    </a:lnTo>
                    <a:lnTo>
                      <a:pt x="74609" y="151493"/>
                    </a:lnTo>
                    <a:lnTo>
                      <a:pt x="3827" y="94029"/>
                    </a:lnTo>
                    <a:lnTo>
                      <a:pt x="0" y="84245"/>
                    </a:lnTo>
                    <a:lnTo>
                      <a:pt x="850" y="76589"/>
                    </a:lnTo>
                    <a:lnTo>
                      <a:pt x="10956" y="56837"/>
                    </a:lnTo>
                    <a:lnTo>
                      <a:pt x="45281" y="18681"/>
                    </a:lnTo>
                    <a:lnTo>
                      <a:pt x="62444" y="7997"/>
                    </a:lnTo>
                    <a:lnTo>
                      <a:pt x="72870" y="1933"/>
                    </a:lnTo>
                    <a:lnTo>
                      <a:pt x="73482" y="2063"/>
                    </a:lnTo>
                    <a:lnTo>
                      <a:pt x="78661" y="1095"/>
                    </a:lnTo>
                    <a:lnTo>
                      <a:pt x="8034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5" name="Контур"/>
              <p:cNvSpPr/>
              <p:nvPr/>
            </p:nvSpPr>
            <p:spPr>
              <a:xfrm>
                <a:off x="3104562" y="3683351"/>
                <a:ext cx="114841" cy="88201"/>
              </a:xfrm>
              <a:custGeom>
                <a:avLst/>
                <a:gdLst/>
                <a:ahLst/>
                <a:cxnLst/>
                <a:rect l="l" t="t" r="r" b="b"/>
                <a:pathLst>
                  <a:path w="114841" h="88201">
                    <a:moveTo>
                      <a:pt x="6462" y="50156"/>
                    </a:moveTo>
                    <a:lnTo>
                      <a:pt x="0" y="43334"/>
                    </a:lnTo>
                    <a:lnTo>
                      <a:pt x="43825" y="0"/>
                    </a:lnTo>
                    <a:lnTo>
                      <a:pt x="114841" y="71822"/>
                    </a:lnTo>
                    <a:lnTo>
                      <a:pt x="98275" y="88201"/>
                    </a:lnTo>
                    <a:lnTo>
                      <a:pt x="66246" y="53297"/>
                    </a:lnTo>
                    <a:lnTo>
                      <a:pt x="53279" y="39943"/>
                    </a:lnTo>
                    <a:lnTo>
                      <a:pt x="36116" y="34601"/>
                    </a:lnTo>
                    <a:lnTo>
                      <a:pt x="25056" y="37653"/>
                    </a:lnTo>
                    <a:lnTo>
                      <a:pt x="6462" y="5015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6" name="Контур"/>
              <p:cNvSpPr/>
              <p:nvPr/>
            </p:nvSpPr>
            <p:spPr>
              <a:xfrm>
                <a:off x="3466621" y="3930304"/>
                <a:ext cx="32400" cy="32684"/>
              </a:xfrm>
              <a:custGeom>
                <a:avLst/>
                <a:gdLst/>
                <a:ahLst/>
                <a:cxnLst/>
                <a:rect l="l" t="t" r="r" b="b"/>
                <a:pathLst>
                  <a:path w="32400" h="32684">
                    <a:moveTo>
                      <a:pt x="0" y="1235"/>
                    </a:moveTo>
                    <a:lnTo>
                      <a:pt x="1275" y="0"/>
                    </a:lnTo>
                    <a:lnTo>
                      <a:pt x="32400" y="31188"/>
                    </a:lnTo>
                    <a:lnTo>
                      <a:pt x="30681" y="32684"/>
                    </a:lnTo>
                    <a:lnTo>
                      <a:pt x="0" y="123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7" name="Контур"/>
              <p:cNvSpPr/>
              <p:nvPr/>
            </p:nvSpPr>
            <p:spPr>
              <a:xfrm>
                <a:off x="3137429" y="3343779"/>
                <a:ext cx="307257" cy="355953"/>
              </a:xfrm>
              <a:custGeom>
                <a:avLst/>
                <a:gdLst/>
                <a:ahLst/>
                <a:cxnLst/>
                <a:rect l="l" t="t" r="r" b="b"/>
                <a:pathLst>
                  <a:path w="307257" h="355953">
                    <a:moveTo>
                      <a:pt x="292397" y="130706"/>
                    </a:moveTo>
                    <a:lnTo>
                      <a:pt x="292618" y="125992"/>
                    </a:lnTo>
                    <a:lnTo>
                      <a:pt x="307257" y="139814"/>
                    </a:lnTo>
                    <a:lnTo>
                      <a:pt x="292632" y="188090"/>
                    </a:lnTo>
                    <a:lnTo>
                      <a:pt x="283609" y="249019"/>
                    </a:lnTo>
                    <a:lnTo>
                      <a:pt x="278191" y="235942"/>
                    </a:lnTo>
                    <a:lnTo>
                      <a:pt x="265114" y="230524"/>
                    </a:lnTo>
                    <a:lnTo>
                      <a:pt x="252046" y="235942"/>
                    </a:lnTo>
                    <a:lnTo>
                      <a:pt x="246628" y="249019"/>
                    </a:lnTo>
                    <a:lnTo>
                      <a:pt x="252046" y="262087"/>
                    </a:lnTo>
                    <a:lnTo>
                      <a:pt x="265114" y="267505"/>
                    </a:lnTo>
                    <a:lnTo>
                      <a:pt x="302752" y="344601"/>
                    </a:lnTo>
                    <a:lnTo>
                      <a:pt x="288650" y="355953"/>
                    </a:lnTo>
                    <a:lnTo>
                      <a:pt x="18032" y="63056"/>
                    </a:lnTo>
                    <a:lnTo>
                      <a:pt x="2060" y="41504"/>
                    </a:lnTo>
                    <a:lnTo>
                      <a:pt x="0" y="9017"/>
                    </a:lnTo>
                    <a:lnTo>
                      <a:pt x="11111" y="0"/>
                    </a:lnTo>
                    <a:lnTo>
                      <a:pt x="109997" y="114563"/>
                    </a:lnTo>
                    <a:lnTo>
                      <a:pt x="102516" y="121491"/>
                    </a:lnTo>
                    <a:lnTo>
                      <a:pt x="130175" y="151357"/>
                    </a:lnTo>
                    <a:lnTo>
                      <a:pt x="136612" y="145395"/>
                    </a:lnTo>
                    <a:lnTo>
                      <a:pt x="152610" y="162356"/>
                    </a:lnTo>
                    <a:lnTo>
                      <a:pt x="167496" y="160514"/>
                    </a:lnTo>
                    <a:lnTo>
                      <a:pt x="190611" y="140564"/>
                    </a:lnTo>
                    <a:lnTo>
                      <a:pt x="209046" y="160356"/>
                    </a:lnTo>
                    <a:lnTo>
                      <a:pt x="219350" y="161115"/>
                    </a:lnTo>
                    <a:lnTo>
                      <a:pt x="227025" y="155852"/>
                    </a:lnTo>
                    <a:lnTo>
                      <a:pt x="239495" y="168727"/>
                    </a:lnTo>
                    <a:lnTo>
                      <a:pt x="249799" y="169485"/>
                    </a:lnTo>
                    <a:lnTo>
                      <a:pt x="268420" y="154771"/>
                    </a:lnTo>
                    <a:lnTo>
                      <a:pt x="275353" y="162083"/>
                    </a:lnTo>
                    <a:lnTo>
                      <a:pt x="299190" y="138431"/>
                    </a:lnTo>
                    <a:lnTo>
                      <a:pt x="292397" y="13070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8" name="Контур"/>
              <p:cNvSpPr/>
              <p:nvPr/>
            </p:nvSpPr>
            <p:spPr>
              <a:xfrm>
                <a:off x="3293031" y="3649986"/>
                <a:ext cx="58409" cy="59404"/>
              </a:xfrm>
              <a:custGeom>
                <a:avLst/>
                <a:gdLst/>
                <a:ahLst/>
                <a:cxnLst/>
                <a:rect l="l" t="t" r="r" b="b"/>
                <a:pathLst>
                  <a:path w="58409" h="59404">
                    <a:moveTo>
                      <a:pt x="0" y="353"/>
                    </a:moveTo>
                    <a:lnTo>
                      <a:pt x="2758" y="0"/>
                    </a:lnTo>
                    <a:lnTo>
                      <a:pt x="58409" y="59404"/>
                    </a:lnTo>
                    <a:lnTo>
                      <a:pt x="0" y="3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9" name="Контур"/>
              <p:cNvSpPr/>
              <p:nvPr/>
            </p:nvSpPr>
            <p:spPr>
              <a:xfrm>
                <a:off x="3300137" y="3774944"/>
                <a:ext cx="104349" cy="101304"/>
              </a:xfrm>
              <a:custGeom>
                <a:avLst/>
                <a:gdLst/>
                <a:ahLst/>
                <a:cxnLst/>
                <a:rect l="l" t="t" r="r" b="b"/>
                <a:pathLst>
                  <a:path w="104349" h="101304">
                    <a:moveTo>
                      <a:pt x="98484" y="0"/>
                    </a:moveTo>
                    <a:lnTo>
                      <a:pt x="104349" y="10113"/>
                    </a:lnTo>
                    <a:lnTo>
                      <a:pt x="9001" y="101304"/>
                    </a:lnTo>
                    <a:lnTo>
                      <a:pt x="0" y="98887"/>
                    </a:lnTo>
                    <a:lnTo>
                      <a:pt x="94301" y="9173"/>
                    </a:lnTo>
                    <a:lnTo>
                      <a:pt x="91934" y="6690"/>
                    </a:lnTo>
                    <a:lnTo>
                      <a:pt x="97918" y="771"/>
                    </a:lnTo>
                    <a:lnTo>
                      <a:pt x="9848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0" name="Контур"/>
              <p:cNvSpPr/>
              <p:nvPr/>
            </p:nvSpPr>
            <p:spPr>
              <a:xfrm>
                <a:off x="2642340" y="1830027"/>
                <a:ext cx="35277" cy="42216"/>
              </a:xfrm>
              <a:custGeom>
                <a:avLst/>
                <a:gdLst/>
                <a:ahLst/>
                <a:cxnLst/>
                <a:rect l="l" t="t" r="r" b="b"/>
                <a:pathLst>
                  <a:path w="35277" h="42216">
                    <a:moveTo>
                      <a:pt x="0" y="27257"/>
                    </a:moveTo>
                    <a:lnTo>
                      <a:pt x="29185" y="0"/>
                    </a:lnTo>
                    <a:lnTo>
                      <a:pt x="35277" y="1421"/>
                    </a:lnTo>
                    <a:lnTo>
                      <a:pt x="16905" y="42216"/>
                    </a:lnTo>
                    <a:lnTo>
                      <a:pt x="2136" y="41630"/>
                    </a:lnTo>
                    <a:lnTo>
                      <a:pt x="0" y="272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1" name="Контур"/>
              <p:cNvSpPr/>
              <p:nvPr/>
            </p:nvSpPr>
            <p:spPr>
              <a:xfrm>
                <a:off x="2632859" y="1593096"/>
                <a:ext cx="278027" cy="278782"/>
              </a:xfrm>
              <a:custGeom>
                <a:avLst/>
                <a:gdLst/>
                <a:ahLst/>
                <a:cxnLst/>
                <a:rect l="l" t="t" r="r" b="b"/>
                <a:pathLst>
                  <a:path w="278027" h="278782">
                    <a:moveTo>
                      <a:pt x="278027" y="258667"/>
                    </a:moveTo>
                    <a:lnTo>
                      <a:pt x="260027" y="278782"/>
                    </a:lnTo>
                    <a:lnTo>
                      <a:pt x="0" y="132"/>
                    </a:lnTo>
                    <a:lnTo>
                      <a:pt x="36272" y="0"/>
                    </a:lnTo>
                    <a:lnTo>
                      <a:pt x="132128" y="102904"/>
                    </a:lnTo>
                    <a:lnTo>
                      <a:pt x="278027" y="25866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2" name="Контур"/>
              <p:cNvSpPr/>
              <p:nvPr/>
            </p:nvSpPr>
            <p:spPr>
              <a:xfrm>
                <a:off x="2348144" y="1767318"/>
                <a:ext cx="70575" cy="70960"/>
              </a:xfrm>
              <a:custGeom>
                <a:avLst/>
                <a:gdLst/>
                <a:ahLst/>
                <a:cxnLst/>
                <a:rect l="l" t="t" r="r" b="b"/>
                <a:pathLst>
                  <a:path w="70575" h="70960">
                    <a:moveTo>
                      <a:pt x="32086" y="69829"/>
                    </a:moveTo>
                    <a:lnTo>
                      <a:pt x="1999" y="37379"/>
                    </a:lnTo>
                    <a:lnTo>
                      <a:pt x="0" y="27967"/>
                    </a:lnTo>
                    <a:lnTo>
                      <a:pt x="3282" y="18923"/>
                    </a:lnTo>
                    <a:lnTo>
                      <a:pt x="28494" y="0"/>
                    </a:lnTo>
                    <a:lnTo>
                      <a:pt x="67737" y="37253"/>
                    </a:lnTo>
                    <a:lnTo>
                      <a:pt x="70575" y="45902"/>
                    </a:lnTo>
                    <a:lnTo>
                      <a:pt x="50700" y="70960"/>
                    </a:lnTo>
                    <a:lnTo>
                      <a:pt x="32086" y="6982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3" name="Контур"/>
              <p:cNvSpPr/>
              <p:nvPr/>
            </p:nvSpPr>
            <p:spPr>
              <a:xfrm>
                <a:off x="2686661" y="1781515"/>
                <a:ext cx="70451" cy="86335"/>
              </a:xfrm>
              <a:custGeom>
                <a:avLst/>
                <a:gdLst/>
                <a:ahLst/>
                <a:cxnLst/>
                <a:rect l="l" t="t" r="r" b="b"/>
                <a:pathLst>
                  <a:path w="70451" h="86335">
                    <a:moveTo>
                      <a:pt x="0" y="76285"/>
                    </a:moveTo>
                    <a:lnTo>
                      <a:pt x="37188" y="4442"/>
                    </a:lnTo>
                    <a:lnTo>
                      <a:pt x="47922" y="0"/>
                    </a:lnTo>
                    <a:lnTo>
                      <a:pt x="70408" y="24563"/>
                    </a:lnTo>
                    <a:lnTo>
                      <a:pt x="70451" y="30839"/>
                    </a:lnTo>
                    <a:lnTo>
                      <a:pt x="10943" y="86335"/>
                    </a:lnTo>
                    <a:lnTo>
                      <a:pt x="1368" y="85778"/>
                    </a:lnTo>
                    <a:lnTo>
                      <a:pt x="0" y="7628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4" name="Контур"/>
              <p:cNvSpPr/>
              <p:nvPr/>
            </p:nvSpPr>
            <p:spPr>
              <a:xfrm>
                <a:off x="2694870" y="1592815"/>
                <a:ext cx="229191" cy="240345"/>
              </a:xfrm>
              <a:custGeom>
                <a:avLst/>
                <a:gdLst/>
                <a:ahLst/>
                <a:cxnLst/>
                <a:rect l="l" t="t" r="r" b="b"/>
                <a:pathLst>
                  <a:path w="229191" h="240345">
                    <a:moveTo>
                      <a:pt x="51123" y="0"/>
                    </a:moveTo>
                    <a:lnTo>
                      <a:pt x="213181" y="173934"/>
                    </a:lnTo>
                    <a:lnTo>
                      <a:pt x="218351" y="180762"/>
                    </a:lnTo>
                    <a:lnTo>
                      <a:pt x="222695" y="188416"/>
                    </a:lnTo>
                    <a:lnTo>
                      <a:pt x="226031" y="196735"/>
                    </a:lnTo>
                    <a:lnTo>
                      <a:pt x="228223" y="205515"/>
                    </a:lnTo>
                    <a:lnTo>
                      <a:pt x="229191" y="214511"/>
                    </a:lnTo>
                    <a:lnTo>
                      <a:pt x="228927" y="223472"/>
                    </a:lnTo>
                    <a:lnTo>
                      <a:pt x="227488" y="232153"/>
                    </a:lnTo>
                    <a:lnTo>
                      <a:pt x="224989" y="240345"/>
                    </a:lnTo>
                    <a:lnTo>
                      <a:pt x="113299" y="120825"/>
                    </a:lnTo>
                    <a:lnTo>
                      <a:pt x="0" y="187"/>
                    </a:lnTo>
                    <a:lnTo>
                      <a:pt x="5112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5" name="Контур"/>
              <p:cNvSpPr/>
              <p:nvPr/>
            </p:nvSpPr>
            <p:spPr>
              <a:xfrm>
                <a:off x="2282530" y="1697588"/>
                <a:ext cx="55953" cy="57816"/>
              </a:xfrm>
              <a:custGeom>
                <a:avLst/>
                <a:gdLst/>
                <a:ahLst/>
                <a:cxnLst/>
                <a:rect l="l" t="t" r="r" b="b"/>
                <a:pathLst>
                  <a:path w="55953" h="57816">
                    <a:moveTo>
                      <a:pt x="2763" y="37720"/>
                    </a:moveTo>
                    <a:lnTo>
                      <a:pt x="0" y="24315"/>
                    </a:lnTo>
                    <a:lnTo>
                      <a:pt x="27899" y="0"/>
                    </a:lnTo>
                    <a:lnTo>
                      <a:pt x="35963" y="1707"/>
                    </a:lnTo>
                    <a:lnTo>
                      <a:pt x="55953" y="26420"/>
                    </a:lnTo>
                    <a:lnTo>
                      <a:pt x="52940" y="36706"/>
                    </a:lnTo>
                    <a:lnTo>
                      <a:pt x="27156" y="57816"/>
                    </a:lnTo>
                    <a:lnTo>
                      <a:pt x="2763" y="3772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6" name="Контур"/>
              <p:cNvSpPr/>
              <p:nvPr/>
            </p:nvSpPr>
            <p:spPr>
              <a:xfrm>
                <a:off x="2259933" y="1594148"/>
                <a:ext cx="121025" cy="100755"/>
              </a:xfrm>
              <a:custGeom>
                <a:avLst/>
                <a:gdLst/>
                <a:ahLst/>
                <a:cxnLst/>
                <a:rect l="l" t="t" r="r" b="b"/>
                <a:pathLst>
                  <a:path w="121025" h="100755">
                    <a:moveTo>
                      <a:pt x="27528" y="341"/>
                    </a:moveTo>
                    <a:lnTo>
                      <a:pt x="121025" y="0"/>
                    </a:lnTo>
                    <a:lnTo>
                      <a:pt x="14949" y="99137"/>
                    </a:lnTo>
                    <a:lnTo>
                      <a:pt x="12703" y="100261"/>
                    </a:lnTo>
                    <a:lnTo>
                      <a:pt x="10140" y="100755"/>
                    </a:lnTo>
                    <a:lnTo>
                      <a:pt x="7542" y="100524"/>
                    </a:lnTo>
                    <a:lnTo>
                      <a:pt x="5193" y="99634"/>
                    </a:lnTo>
                    <a:lnTo>
                      <a:pt x="3165" y="98152"/>
                    </a:lnTo>
                    <a:lnTo>
                      <a:pt x="1552" y="96101"/>
                    </a:lnTo>
                    <a:lnTo>
                      <a:pt x="566" y="93685"/>
                    </a:lnTo>
                    <a:lnTo>
                      <a:pt x="281" y="91190"/>
                    </a:lnTo>
                    <a:lnTo>
                      <a:pt x="0" y="32966"/>
                    </a:lnTo>
                    <a:lnTo>
                      <a:pt x="916" y="29086"/>
                    </a:lnTo>
                    <a:lnTo>
                      <a:pt x="2512" y="25367"/>
                    </a:lnTo>
                    <a:lnTo>
                      <a:pt x="4731" y="21982"/>
                    </a:lnTo>
                    <a:lnTo>
                      <a:pt x="7460" y="19076"/>
                    </a:lnTo>
                    <a:lnTo>
                      <a:pt x="27528" y="34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7" name="Контур"/>
              <p:cNvSpPr/>
              <p:nvPr/>
            </p:nvSpPr>
            <p:spPr>
              <a:xfrm>
                <a:off x="2154346" y="1594659"/>
                <a:ext cx="86454" cy="27813"/>
              </a:xfrm>
              <a:custGeom>
                <a:avLst/>
                <a:gdLst/>
                <a:ahLst/>
                <a:cxnLst/>
                <a:rect l="l" t="t" r="r" b="b"/>
                <a:pathLst>
                  <a:path w="86454" h="27813">
                    <a:moveTo>
                      <a:pt x="86454" y="0"/>
                    </a:moveTo>
                    <a:lnTo>
                      <a:pt x="79107" y="12699"/>
                    </a:lnTo>
                    <a:lnTo>
                      <a:pt x="31824" y="27813"/>
                    </a:lnTo>
                    <a:lnTo>
                      <a:pt x="23277" y="25223"/>
                    </a:lnTo>
                    <a:lnTo>
                      <a:pt x="0" y="315"/>
                    </a:lnTo>
                    <a:lnTo>
                      <a:pt x="8645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8" name="Контур"/>
              <p:cNvSpPr/>
              <p:nvPr/>
            </p:nvSpPr>
            <p:spPr>
              <a:xfrm>
                <a:off x="2946028" y="1914483"/>
                <a:ext cx="291815" cy="309974"/>
              </a:xfrm>
              <a:custGeom>
                <a:avLst/>
                <a:gdLst/>
                <a:ahLst/>
                <a:cxnLst/>
                <a:rect l="l" t="t" r="r" b="b"/>
                <a:pathLst>
                  <a:path w="291815" h="309974">
                    <a:moveTo>
                      <a:pt x="0" y="21058"/>
                    </a:moveTo>
                    <a:lnTo>
                      <a:pt x="7574" y="12038"/>
                    </a:lnTo>
                    <a:lnTo>
                      <a:pt x="22463" y="0"/>
                    </a:lnTo>
                    <a:lnTo>
                      <a:pt x="291815" y="289644"/>
                    </a:lnTo>
                    <a:lnTo>
                      <a:pt x="270587" y="309974"/>
                    </a:lnTo>
                    <a:lnTo>
                      <a:pt x="270511" y="309852"/>
                    </a:lnTo>
                    <a:lnTo>
                      <a:pt x="3184" y="23524"/>
                    </a:lnTo>
                    <a:lnTo>
                      <a:pt x="0" y="210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9" name="Контур"/>
              <p:cNvSpPr/>
              <p:nvPr/>
            </p:nvSpPr>
            <p:spPr>
              <a:xfrm>
                <a:off x="1830501" y="1596055"/>
                <a:ext cx="526249" cy="570081"/>
              </a:xfrm>
              <a:custGeom>
                <a:avLst/>
                <a:gdLst/>
                <a:ahLst/>
                <a:cxnLst/>
                <a:rect l="l" t="t" r="r" b="b"/>
                <a:pathLst>
                  <a:path w="526249" h="570081">
                    <a:moveTo>
                      <a:pt x="26822" y="0"/>
                    </a:moveTo>
                    <a:lnTo>
                      <a:pt x="151366" y="127933"/>
                    </a:lnTo>
                    <a:lnTo>
                      <a:pt x="269834" y="262030"/>
                    </a:lnTo>
                    <a:lnTo>
                      <a:pt x="392153" y="398155"/>
                    </a:lnTo>
                    <a:lnTo>
                      <a:pt x="521402" y="540461"/>
                    </a:lnTo>
                    <a:lnTo>
                      <a:pt x="526249" y="570081"/>
                    </a:lnTo>
                    <a:lnTo>
                      <a:pt x="514358" y="551056"/>
                    </a:lnTo>
                    <a:lnTo>
                      <a:pt x="376590" y="406271"/>
                    </a:lnTo>
                    <a:lnTo>
                      <a:pt x="137721" y="143699"/>
                    </a:lnTo>
                    <a:lnTo>
                      <a:pt x="0" y="97"/>
                    </a:lnTo>
                    <a:lnTo>
                      <a:pt x="2682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0" name="Контур"/>
              <p:cNvSpPr/>
              <p:nvPr/>
            </p:nvSpPr>
            <p:spPr>
              <a:xfrm>
                <a:off x="2565600" y="1885977"/>
                <a:ext cx="77054" cy="93031"/>
              </a:xfrm>
              <a:custGeom>
                <a:avLst/>
                <a:gdLst/>
                <a:ahLst/>
                <a:cxnLst/>
                <a:rect l="l" t="t" r="r" b="b"/>
                <a:pathLst>
                  <a:path w="77054" h="93031">
                    <a:moveTo>
                      <a:pt x="77054" y="20915"/>
                    </a:moveTo>
                    <a:lnTo>
                      <a:pt x="75791" y="33333"/>
                    </a:lnTo>
                    <a:lnTo>
                      <a:pt x="11463" y="92718"/>
                    </a:lnTo>
                    <a:lnTo>
                      <a:pt x="1326" y="93031"/>
                    </a:lnTo>
                    <a:lnTo>
                      <a:pt x="0" y="82976"/>
                    </a:lnTo>
                    <a:lnTo>
                      <a:pt x="47721" y="838"/>
                    </a:lnTo>
                    <a:lnTo>
                      <a:pt x="57257" y="0"/>
                    </a:lnTo>
                    <a:lnTo>
                      <a:pt x="77054" y="209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1" name="Контур"/>
              <p:cNvSpPr/>
              <p:nvPr/>
            </p:nvSpPr>
            <p:spPr>
              <a:xfrm>
                <a:off x="2517246" y="1942424"/>
                <a:ext cx="39830" cy="45973"/>
              </a:xfrm>
              <a:custGeom>
                <a:avLst/>
                <a:gdLst/>
                <a:ahLst/>
                <a:cxnLst/>
                <a:rect l="l" t="t" r="r" b="b"/>
                <a:pathLst>
                  <a:path w="39830" h="45973">
                    <a:moveTo>
                      <a:pt x="0" y="31372"/>
                    </a:moveTo>
                    <a:lnTo>
                      <a:pt x="33621" y="0"/>
                    </a:lnTo>
                    <a:lnTo>
                      <a:pt x="39830" y="575"/>
                    </a:lnTo>
                    <a:lnTo>
                      <a:pt x="17011" y="45973"/>
                    </a:lnTo>
                    <a:lnTo>
                      <a:pt x="2047" y="45494"/>
                    </a:lnTo>
                    <a:lnTo>
                      <a:pt x="0" y="313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2" name="Контур"/>
              <p:cNvSpPr/>
              <p:nvPr/>
            </p:nvSpPr>
            <p:spPr>
              <a:xfrm>
                <a:off x="1757871" y="1596152"/>
                <a:ext cx="598879" cy="569984"/>
              </a:xfrm>
              <a:custGeom>
                <a:avLst/>
                <a:gdLst/>
                <a:ahLst/>
                <a:cxnLst/>
                <a:rect l="l" t="t" r="r" b="b"/>
                <a:pathLst>
                  <a:path w="598879" h="569984">
                    <a:moveTo>
                      <a:pt x="326674" y="278155"/>
                    </a:moveTo>
                    <a:lnTo>
                      <a:pt x="207022" y="146631"/>
                    </a:lnTo>
                    <a:lnTo>
                      <a:pt x="62268" y="94877"/>
                    </a:lnTo>
                    <a:lnTo>
                      <a:pt x="54113" y="46790"/>
                    </a:lnTo>
                    <a:lnTo>
                      <a:pt x="0" y="264"/>
                    </a:lnTo>
                    <a:lnTo>
                      <a:pt x="72630" y="0"/>
                    </a:lnTo>
                    <a:lnTo>
                      <a:pt x="210351" y="143602"/>
                    </a:lnTo>
                    <a:lnTo>
                      <a:pt x="449220" y="406174"/>
                    </a:lnTo>
                    <a:lnTo>
                      <a:pt x="586988" y="550959"/>
                    </a:lnTo>
                    <a:lnTo>
                      <a:pt x="598879" y="569984"/>
                    </a:lnTo>
                    <a:lnTo>
                      <a:pt x="451072" y="412928"/>
                    </a:lnTo>
                    <a:lnTo>
                      <a:pt x="326674" y="2781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3" name="Контур"/>
              <p:cNvSpPr/>
              <p:nvPr/>
            </p:nvSpPr>
            <p:spPr>
              <a:xfrm>
                <a:off x="2428524" y="1855703"/>
                <a:ext cx="93315" cy="97224"/>
              </a:xfrm>
              <a:custGeom>
                <a:avLst/>
                <a:gdLst/>
                <a:ahLst/>
                <a:cxnLst/>
                <a:rect l="l" t="t" r="r" b="b"/>
                <a:pathLst>
                  <a:path w="93315" h="97224">
                    <a:moveTo>
                      <a:pt x="91322" y="78889"/>
                    </a:moveTo>
                    <a:lnTo>
                      <a:pt x="70240" y="97224"/>
                    </a:lnTo>
                    <a:lnTo>
                      <a:pt x="56907" y="96016"/>
                    </a:lnTo>
                    <a:lnTo>
                      <a:pt x="1688" y="37623"/>
                    </a:lnTo>
                    <a:lnTo>
                      <a:pt x="0" y="20260"/>
                    </a:lnTo>
                    <a:lnTo>
                      <a:pt x="21344" y="0"/>
                    </a:lnTo>
                    <a:lnTo>
                      <a:pt x="36368" y="210"/>
                    </a:lnTo>
                    <a:lnTo>
                      <a:pt x="93315" y="60692"/>
                    </a:lnTo>
                    <a:lnTo>
                      <a:pt x="91322" y="7888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4" name="Контур"/>
              <p:cNvSpPr/>
              <p:nvPr/>
            </p:nvSpPr>
            <p:spPr>
              <a:xfrm>
                <a:off x="2698861" y="1883798"/>
                <a:ext cx="59318" cy="58680"/>
              </a:xfrm>
              <a:custGeom>
                <a:avLst/>
                <a:gdLst/>
                <a:ahLst/>
                <a:cxnLst/>
                <a:rect l="l" t="t" r="r" b="b"/>
                <a:pathLst>
                  <a:path w="59318" h="58680">
                    <a:moveTo>
                      <a:pt x="0" y="10872"/>
                    </a:moveTo>
                    <a:lnTo>
                      <a:pt x="27554" y="0"/>
                    </a:lnTo>
                    <a:lnTo>
                      <a:pt x="42897" y="2813"/>
                    </a:lnTo>
                    <a:lnTo>
                      <a:pt x="53751" y="10902"/>
                    </a:lnTo>
                    <a:lnTo>
                      <a:pt x="59318" y="32927"/>
                    </a:lnTo>
                    <a:lnTo>
                      <a:pt x="44460" y="58680"/>
                    </a:lnTo>
                    <a:lnTo>
                      <a:pt x="0" y="108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5" name="Контур"/>
              <p:cNvSpPr/>
              <p:nvPr/>
            </p:nvSpPr>
            <p:spPr>
              <a:xfrm>
                <a:off x="2764950" y="1835768"/>
                <a:ext cx="71849" cy="71338"/>
              </a:xfrm>
              <a:custGeom>
                <a:avLst/>
                <a:gdLst/>
                <a:ahLst/>
                <a:cxnLst/>
                <a:rect l="l" t="t" r="r" b="b"/>
                <a:pathLst>
                  <a:path w="71849" h="71338">
                    <a:moveTo>
                      <a:pt x="44203" y="65498"/>
                    </a:moveTo>
                    <a:lnTo>
                      <a:pt x="35845" y="71338"/>
                    </a:lnTo>
                    <a:lnTo>
                      <a:pt x="25372" y="69941"/>
                    </a:lnTo>
                    <a:lnTo>
                      <a:pt x="0" y="38384"/>
                    </a:lnTo>
                    <a:lnTo>
                      <a:pt x="3421" y="29206"/>
                    </a:lnTo>
                    <a:lnTo>
                      <a:pt x="38567" y="0"/>
                    </a:lnTo>
                    <a:lnTo>
                      <a:pt x="48190" y="3612"/>
                    </a:lnTo>
                    <a:lnTo>
                      <a:pt x="71849" y="32807"/>
                    </a:lnTo>
                    <a:lnTo>
                      <a:pt x="69351" y="42234"/>
                    </a:lnTo>
                    <a:lnTo>
                      <a:pt x="44203" y="6549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6" name="Контур"/>
              <p:cNvSpPr/>
              <p:nvPr/>
            </p:nvSpPr>
            <p:spPr>
              <a:xfrm>
                <a:off x="927752" y="4635532"/>
                <a:ext cx="116222" cy="109724"/>
              </a:xfrm>
              <a:custGeom>
                <a:avLst/>
                <a:gdLst/>
                <a:ahLst/>
                <a:cxnLst/>
                <a:rect l="l" t="t" r="r" b="b"/>
                <a:pathLst>
                  <a:path w="116222" h="109724">
                    <a:moveTo>
                      <a:pt x="42966" y="109724"/>
                    </a:moveTo>
                    <a:lnTo>
                      <a:pt x="0" y="68864"/>
                    </a:lnTo>
                    <a:lnTo>
                      <a:pt x="67843" y="0"/>
                    </a:lnTo>
                    <a:lnTo>
                      <a:pt x="116222" y="49091"/>
                    </a:lnTo>
                    <a:lnTo>
                      <a:pt x="109484" y="59490"/>
                    </a:lnTo>
                    <a:lnTo>
                      <a:pt x="108198" y="58323"/>
                    </a:lnTo>
                    <a:lnTo>
                      <a:pt x="103694" y="55617"/>
                    </a:lnTo>
                    <a:lnTo>
                      <a:pt x="98497" y="54835"/>
                    </a:lnTo>
                    <a:lnTo>
                      <a:pt x="93396" y="56095"/>
                    </a:lnTo>
                    <a:lnTo>
                      <a:pt x="89163" y="59209"/>
                    </a:lnTo>
                    <a:lnTo>
                      <a:pt x="42966" y="1097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7" name="Контур"/>
              <p:cNvSpPr/>
              <p:nvPr/>
            </p:nvSpPr>
            <p:spPr>
              <a:xfrm>
                <a:off x="280914" y="4662935"/>
                <a:ext cx="74802" cy="70934"/>
              </a:xfrm>
              <a:custGeom>
                <a:avLst/>
                <a:gdLst/>
                <a:ahLst/>
                <a:cxnLst/>
                <a:rect l="l" t="t" r="r" b="b"/>
                <a:pathLst>
                  <a:path w="74802" h="70934">
                    <a:moveTo>
                      <a:pt x="0" y="24039"/>
                    </a:moveTo>
                    <a:lnTo>
                      <a:pt x="3859" y="23478"/>
                    </a:lnTo>
                    <a:lnTo>
                      <a:pt x="7647" y="21608"/>
                    </a:lnTo>
                    <a:lnTo>
                      <a:pt x="34426" y="2655"/>
                    </a:lnTo>
                    <a:lnTo>
                      <a:pt x="36943" y="0"/>
                    </a:lnTo>
                    <a:lnTo>
                      <a:pt x="74802" y="54706"/>
                    </a:lnTo>
                    <a:lnTo>
                      <a:pt x="39928" y="70934"/>
                    </a:lnTo>
                    <a:lnTo>
                      <a:pt x="0" y="2403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8" name="Контур"/>
              <p:cNvSpPr/>
              <p:nvPr/>
            </p:nvSpPr>
            <p:spPr>
              <a:xfrm>
                <a:off x="266768" y="4512019"/>
                <a:ext cx="97804" cy="139478"/>
              </a:xfrm>
              <a:custGeom>
                <a:avLst/>
                <a:gdLst/>
                <a:ahLst/>
                <a:cxnLst/>
                <a:rect l="l" t="t" r="r" b="b"/>
                <a:pathLst>
                  <a:path w="97804" h="139478">
                    <a:moveTo>
                      <a:pt x="77367" y="115908"/>
                    </a:moveTo>
                    <a:lnTo>
                      <a:pt x="0" y="7260"/>
                    </a:lnTo>
                    <a:lnTo>
                      <a:pt x="9758" y="0"/>
                    </a:lnTo>
                    <a:lnTo>
                      <a:pt x="32854" y="24046"/>
                    </a:lnTo>
                    <a:lnTo>
                      <a:pt x="47887" y="42903"/>
                    </a:lnTo>
                    <a:lnTo>
                      <a:pt x="61416" y="62838"/>
                    </a:lnTo>
                    <a:lnTo>
                      <a:pt x="85346" y="109740"/>
                    </a:lnTo>
                    <a:lnTo>
                      <a:pt x="97804" y="139478"/>
                    </a:lnTo>
                    <a:lnTo>
                      <a:pt x="77367" y="11590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9" name="Контур"/>
              <p:cNvSpPr/>
              <p:nvPr/>
            </p:nvSpPr>
            <p:spPr>
              <a:xfrm>
                <a:off x="1857323" y="1595359"/>
                <a:ext cx="696816" cy="807485"/>
              </a:xfrm>
              <a:custGeom>
                <a:avLst/>
                <a:gdLst/>
                <a:ahLst/>
                <a:cxnLst/>
                <a:rect l="l" t="t" r="r" b="b"/>
                <a:pathLst>
                  <a:path w="696816" h="807485">
                    <a:moveTo>
                      <a:pt x="191304" y="0"/>
                    </a:moveTo>
                    <a:lnTo>
                      <a:pt x="239703" y="56870"/>
                    </a:lnTo>
                    <a:lnTo>
                      <a:pt x="196780" y="96946"/>
                    </a:lnTo>
                    <a:lnTo>
                      <a:pt x="233650" y="136375"/>
                    </a:lnTo>
                    <a:lnTo>
                      <a:pt x="276613" y="96341"/>
                    </a:lnTo>
                    <a:lnTo>
                      <a:pt x="565241" y="405929"/>
                    </a:lnTo>
                    <a:lnTo>
                      <a:pt x="522644" y="445880"/>
                    </a:lnTo>
                    <a:lnTo>
                      <a:pt x="559410" y="485573"/>
                    </a:lnTo>
                    <a:lnTo>
                      <a:pt x="602333" y="445663"/>
                    </a:lnTo>
                    <a:lnTo>
                      <a:pt x="693611" y="548674"/>
                    </a:lnTo>
                    <a:lnTo>
                      <a:pt x="696816" y="577855"/>
                    </a:lnTo>
                    <a:lnTo>
                      <a:pt x="685110" y="603271"/>
                    </a:lnTo>
                    <a:lnTo>
                      <a:pt x="466855" y="807485"/>
                    </a:lnTo>
                    <a:lnTo>
                      <a:pt x="499427" y="570777"/>
                    </a:lnTo>
                    <a:lnTo>
                      <a:pt x="494580" y="541157"/>
                    </a:lnTo>
                    <a:lnTo>
                      <a:pt x="124544" y="128629"/>
                    </a:lnTo>
                    <a:lnTo>
                      <a:pt x="0" y="696"/>
                    </a:lnTo>
                    <a:lnTo>
                      <a:pt x="19130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0" name="Контур"/>
              <p:cNvSpPr/>
              <p:nvPr/>
            </p:nvSpPr>
            <p:spPr>
              <a:xfrm>
                <a:off x="252000" y="2967130"/>
                <a:ext cx="651179" cy="679300"/>
              </a:xfrm>
              <a:custGeom>
                <a:avLst/>
                <a:gdLst/>
                <a:ahLst/>
                <a:cxnLst/>
                <a:rect l="l" t="t" r="r" b="b"/>
                <a:pathLst>
                  <a:path w="651179" h="679300">
                    <a:moveTo>
                      <a:pt x="640986" y="625597"/>
                    </a:moveTo>
                    <a:lnTo>
                      <a:pt x="592377" y="679300"/>
                    </a:lnTo>
                    <a:lnTo>
                      <a:pt x="589661" y="675768"/>
                    </a:lnTo>
                    <a:lnTo>
                      <a:pt x="551704" y="630642"/>
                    </a:lnTo>
                    <a:lnTo>
                      <a:pt x="475866" y="545993"/>
                    </a:lnTo>
                    <a:lnTo>
                      <a:pt x="256813" y="309288"/>
                    </a:lnTo>
                    <a:lnTo>
                      <a:pt x="0" y="37588"/>
                    </a:lnTo>
                    <a:lnTo>
                      <a:pt x="0" y="0"/>
                    </a:lnTo>
                    <a:lnTo>
                      <a:pt x="603930" y="607140"/>
                    </a:lnTo>
                    <a:lnTo>
                      <a:pt x="629570" y="580325"/>
                    </a:lnTo>
                    <a:lnTo>
                      <a:pt x="651179" y="604951"/>
                    </a:lnTo>
                    <a:lnTo>
                      <a:pt x="644214" y="611744"/>
                    </a:lnTo>
                    <a:lnTo>
                      <a:pt x="641671" y="615166"/>
                    </a:lnTo>
                    <a:lnTo>
                      <a:pt x="640321" y="619211"/>
                    </a:lnTo>
                    <a:lnTo>
                      <a:pt x="640300" y="62347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1" name="Контур"/>
              <p:cNvSpPr/>
              <p:nvPr/>
            </p:nvSpPr>
            <p:spPr>
              <a:xfrm>
                <a:off x="2684022" y="2298546"/>
                <a:ext cx="68149" cy="71439"/>
              </a:xfrm>
              <a:custGeom>
                <a:avLst/>
                <a:gdLst/>
                <a:ahLst/>
                <a:cxnLst/>
                <a:rect l="l" t="t" r="r" b="b"/>
                <a:pathLst>
                  <a:path w="68149" h="71439">
                    <a:moveTo>
                      <a:pt x="50149" y="71439"/>
                    </a:moveTo>
                    <a:lnTo>
                      <a:pt x="0" y="16637"/>
                    </a:lnTo>
                    <a:lnTo>
                      <a:pt x="17074" y="0"/>
                    </a:lnTo>
                    <a:lnTo>
                      <a:pt x="68149" y="56741"/>
                    </a:lnTo>
                    <a:lnTo>
                      <a:pt x="50149" y="7143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2" name="Контур"/>
              <p:cNvSpPr/>
              <p:nvPr/>
            </p:nvSpPr>
            <p:spPr>
              <a:xfrm>
                <a:off x="2624680" y="2249633"/>
                <a:ext cx="43568" cy="30759"/>
              </a:xfrm>
              <a:custGeom>
                <a:avLst/>
                <a:gdLst/>
                <a:ahLst/>
                <a:cxnLst/>
                <a:rect l="l" t="t" r="r" b="b"/>
                <a:pathLst>
                  <a:path w="43568" h="30759">
                    <a:moveTo>
                      <a:pt x="16572" y="649"/>
                    </a:moveTo>
                    <a:lnTo>
                      <a:pt x="43568" y="15614"/>
                    </a:lnTo>
                    <a:lnTo>
                      <a:pt x="28026" y="30759"/>
                    </a:lnTo>
                    <a:lnTo>
                      <a:pt x="0" y="420"/>
                    </a:lnTo>
                    <a:lnTo>
                      <a:pt x="7141" y="0"/>
                    </a:lnTo>
                    <a:lnTo>
                      <a:pt x="16572" y="6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3" name="Контур"/>
              <p:cNvSpPr/>
              <p:nvPr/>
            </p:nvSpPr>
            <p:spPr>
              <a:xfrm>
                <a:off x="7624243" y="8944770"/>
                <a:ext cx="175119" cy="338864"/>
              </a:xfrm>
              <a:custGeom>
                <a:avLst/>
                <a:gdLst/>
                <a:ahLst/>
                <a:cxnLst/>
                <a:rect l="l" t="t" r="r" b="b"/>
                <a:pathLst>
                  <a:path w="175119" h="338864">
                    <a:moveTo>
                      <a:pt x="106016" y="228949"/>
                    </a:moveTo>
                    <a:lnTo>
                      <a:pt x="2283" y="13767"/>
                    </a:lnTo>
                    <a:lnTo>
                      <a:pt x="0" y="4551"/>
                    </a:lnTo>
                    <a:lnTo>
                      <a:pt x="15180" y="0"/>
                    </a:lnTo>
                    <a:lnTo>
                      <a:pt x="175119" y="330772"/>
                    </a:lnTo>
                    <a:lnTo>
                      <a:pt x="158418" y="338864"/>
                    </a:lnTo>
                    <a:lnTo>
                      <a:pt x="142726" y="305101"/>
                    </a:lnTo>
                    <a:lnTo>
                      <a:pt x="142584" y="304806"/>
                    </a:lnTo>
                    <a:lnTo>
                      <a:pt x="143205" y="302936"/>
                    </a:lnTo>
                    <a:lnTo>
                      <a:pt x="143233" y="298713"/>
                    </a:lnTo>
                    <a:lnTo>
                      <a:pt x="141954" y="294687"/>
                    </a:lnTo>
                    <a:lnTo>
                      <a:pt x="111825" y="234572"/>
                    </a:lnTo>
                    <a:lnTo>
                      <a:pt x="108591" y="230414"/>
                    </a:lnTo>
                    <a:lnTo>
                      <a:pt x="106016" y="2289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4" name="Контур"/>
              <p:cNvSpPr/>
              <p:nvPr/>
            </p:nvSpPr>
            <p:spPr>
              <a:xfrm>
                <a:off x="7130923" y="9240662"/>
                <a:ext cx="42736" cy="31951"/>
              </a:xfrm>
              <a:custGeom>
                <a:avLst/>
                <a:gdLst/>
                <a:ahLst/>
                <a:cxnLst/>
                <a:rect l="l" t="t" r="r" b="b"/>
                <a:pathLst>
                  <a:path w="42736" h="31951">
                    <a:moveTo>
                      <a:pt x="42736" y="14518"/>
                    </a:moveTo>
                    <a:lnTo>
                      <a:pt x="6385" y="31951"/>
                    </a:lnTo>
                    <a:lnTo>
                      <a:pt x="0" y="16728"/>
                    </a:lnTo>
                    <a:lnTo>
                      <a:pt x="35530" y="0"/>
                    </a:lnTo>
                    <a:lnTo>
                      <a:pt x="42736" y="1451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5" name="Контур"/>
              <p:cNvSpPr/>
              <p:nvPr/>
            </p:nvSpPr>
            <p:spPr>
              <a:xfrm>
                <a:off x="7682961" y="8981241"/>
                <a:ext cx="172956" cy="284031"/>
              </a:xfrm>
              <a:custGeom>
                <a:avLst/>
                <a:gdLst/>
                <a:ahLst/>
                <a:cxnLst/>
                <a:rect l="l" t="t" r="r" b="b"/>
                <a:pathLst>
                  <a:path w="172956" h="284031">
                    <a:moveTo>
                      <a:pt x="77134" y="17503"/>
                    </a:moveTo>
                    <a:lnTo>
                      <a:pt x="93821" y="51266"/>
                    </a:lnTo>
                    <a:lnTo>
                      <a:pt x="125474" y="115314"/>
                    </a:lnTo>
                    <a:lnTo>
                      <a:pt x="172956" y="211391"/>
                    </a:lnTo>
                    <a:lnTo>
                      <a:pt x="171176" y="255188"/>
                    </a:lnTo>
                    <a:lnTo>
                      <a:pt x="161762" y="272987"/>
                    </a:lnTo>
                    <a:lnTo>
                      <a:pt x="138303" y="284031"/>
                    </a:lnTo>
                    <a:lnTo>
                      <a:pt x="0" y="3602"/>
                    </a:lnTo>
                    <a:lnTo>
                      <a:pt x="20973" y="0"/>
                    </a:lnTo>
                    <a:lnTo>
                      <a:pt x="46314" y="3709"/>
                    </a:lnTo>
                    <a:lnTo>
                      <a:pt x="77134" y="1750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6" name="Контур"/>
              <p:cNvSpPr/>
              <p:nvPr/>
            </p:nvSpPr>
            <p:spPr>
              <a:xfrm>
                <a:off x="7183658" y="9201536"/>
                <a:ext cx="71775" cy="45657"/>
              </a:xfrm>
              <a:custGeom>
                <a:avLst/>
                <a:gdLst/>
                <a:ahLst/>
                <a:cxnLst/>
                <a:rect l="l" t="t" r="r" b="b"/>
                <a:pathLst>
                  <a:path w="71775" h="45657">
                    <a:moveTo>
                      <a:pt x="71775" y="14426"/>
                    </a:moveTo>
                    <a:lnTo>
                      <a:pt x="6652" y="45657"/>
                    </a:lnTo>
                    <a:lnTo>
                      <a:pt x="0" y="31254"/>
                    </a:lnTo>
                    <a:lnTo>
                      <a:pt x="65066" y="0"/>
                    </a:lnTo>
                    <a:lnTo>
                      <a:pt x="71775" y="1442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7" name="Контур"/>
              <p:cNvSpPr/>
              <p:nvPr/>
            </p:nvSpPr>
            <p:spPr>
              <a:xfrm>
                <a:off x="7264244" y="9178128"/>
                <a:ext cx="65872" cy="29861"/>
              </a:xfrm>
              <a:custGeom>
                <a:avLst/>
                <a:gdLst/>
                <a:ahLst/>
                <a:cxnLst/>
                <a:rect l="l" t="t" r="r" b="b"/>
                <a:pathLst>
                  <a:path w="65872" h="29861">
                    <a:moveTo>
                      <a:pt x="65872" y="2016"/>
                    </a:moveTo>
                    <a:lnTo>
                      <a:pt x="7813" y="29861"/>
                    </a:lnTo>
                    <a:lnTo>
                      <a:pt x="0" y="14962"/>
                    </a:lnTo>
                    <a:lnTo>
                      <a:pt x="7257" y="11329"/>
                    </a:lnTo>
                    <a:lnTo>
                      <a:pt x="10912" y="9575"/>
                    </a:lnTo>
                    <a:lnTo>
                      <a:pt x="16460" y="7091"/>
                    </a:lnTo>
                    <a:lnTo>
                      <a:pt x="22114" y="4862"/>
                    </a:lnTo>
                    <a:lnTo>
                      <a:pt x="24994" y="3869"/>
                    </a:lnTo>
                    <a:lnTo>
                      <a:pt x="29284" y="2587"/>
                    </a:lnTo>
                    <a:lnTo>
                      <a:pt x="31456" y="2030"/>
                    </a:lnTo>
                    <a:lnTo>
                      <a:pt x="34739" y="1309"/>
                    </a:lnTo>
                    <a:lnTo>
                      <a:pt x="39708" y="506"/>
                    </a:lnTo>
                    <a:lnTo>
                      <a:pt x="44704" y="71"/>
                    </a:lnTo>
                    <a:lnTo>
                      <a:pt x="47203" y="0"/>
                    </a:lnTo>
                    <a:lnTo>
                      <a:pt x="49641" y="31"/>
                    </a:lnTo>
                    <a:lnTo>
                      <a:pt x="54509" y="349"/>
                    </a:lnTo>
                    <a:lnTo>
                      <a:pt x="59368" y="934"/>
                    </a:lnTo>
                    <a:lnTo>
                      <a:pt x="65872" y="201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8" name="Контур"/>
              <p:cNvSpPr/>
              <p:nvPr/>
            </p:nvSpPr>
            <p:spPr>
              <a:xfrm>
                <a:off x="7162378" y="9047626"/>
                <a:ext cx="301145" cy="156029"/>
              </a:xfrm>
              <a:custGeom>
                <a:avLst/>
                <a:gdLst/>
                <a:ahLst/>
                <a:cxnLst/>
                <a:rect l="l" t="t" r="r" b="b"/>
                <a:pathLst>
                  <a:path w="301145" h="156029">
                    <a:moveTo>
                      <a:pt x="7740" y="156029"/>
                    </a:moveTo>
                    <a:lnTo>
                      <a:pt x="0" y="140325"/>
                    </a:lnTo>
                    <a:lnTo>
                      <a:pt x="293112" y="0"/>
                    </a:lnTo>
                    <a:lnTo>
                      <a:pt x="301145" y="16540"/>
                    </a:lnTo>
                    <a:lnTo>
                      <a:pt x="7740" y="15602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9" name="Контур"/>
              <p:cNvSpPr/>
              <p:nvPr/>
            </p:nvSpPr>
            <p:spPr>
              <a:xfrm>
                <a:off x="7116196" y="9399214"/>
                <a:ext cx="385970" cy="185925"/>
              </a:xfrm>
              <a:custGeom>
                <a:avLst/>
                <a:gdLst/>
                <a:ahLst/>
                <a:cxnLst/>
                <a:rect l="l" t="t" r="r" b="b"/>
                <a:pathLst>
                  <a:path w="385970" h="185925">
                    <a:moveTo>
                      <a:pt x="0" y="185925"/>
                    </a:moveTo>
                    <a:lnTo>
                      <a:pt x="373137" y="0"/>
                    </a:lnTo>
                    <a:lnTo>
                      <a:pt x="371969" y="12075"/>
                    </a:lnTo>
                    <a:lnTo>
                      <a:pt x="385970" y="45894"/>
                    </a:lnTo>
                    <a:lnTo>
                      <a:pt x="380719" y="38256"/>
                    </a:lnTo>
                    <a:lnTo>
                      <a:pt x="356821" y="49738"/>
                    </a:lnTo>
                    <a:lnTo>
                      <a:pt x="349108" y="35701"/>
                    </a:lnTo>
                    <a:lnTo>
                      <a:pt x="334385" y="33371"/>
                    </a:lnTo>
                    <a:lnTo>
                      <a:pt x="0" y="18592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0" name="Контур"/>
              <p:cNvSpPr/>
              <p:nvPr/>
            </p:nvSpPr>
            <p:spPr>
              <a:xfrm>
                <a:off x="7511841" y="8989447"/>
                <a:ext cx="302520" cy="412411"/>
              </a:xfrm>
              <a:custGeom>
                <a:avLst/>
                <a:gdLst/>
                <a:ahLst/>
                <a:cxnLst/>
                <a:rect l="l" t="t" r="r" b="b"/>
                <a:pathLst>
                  <a:path w="302520" h="412411">
                    <a:moveTo>
                      <a:pt x="198280" y="288538"/>
                    </a:moveTo>
                    <a:lnTo>
                      <a:pt x="208824" y="287932"/>
                    </a:lnTo>
                    <a:lnTo>
                      <a:pt x="255128" y="260424"/>
                    </a:lnTo>
                    <a:lnTo>
                      <a:pt x="302520" y="365297"/>
                    </a:lnTo>
                    <a:lnTo>
                      <a:pt x="156484" y="412411"/>
                    </a:lnTo>
                    <a:lnTo>
                      <a:pt x="139150" y="369424"/>
                    </a:lnTo>
                    <a:lnTo>
                      <a:pt x="129431" y="315837"/>
                    </a:lnTo>
                    <a:lnTo>
                      <a:pt x="165972" y="297992"/>
                    </a:lnTo>
                    <a:lnTo>
                      <a:pt x="44035" y="46167"/>
                    </a:lnTo>
                    <a:lnTo>
                      <a:pt x="14633" y="23689"/>
                    </a:lnTo>
                    <a:lnTo>
                      <a:pt x="5348" y="27997"/>
                    </a:lnTo>
                    <a:lnTo>
                      <a:pt x="0" y="15356"/>
                    </a:lnTo>
                    <a:lnTo>
                      <a:pt x="30201" y="0"/>
                    </a:lnTo>
                    <a:lnTo>
                      <a:pt x="175489" y="299810"/>
                    </a:lnTo>
                    <a:lnTo>
                      <a:pt x="198280" y="288538"/>
                    </a:lnTo>
                    <a:close/>
                    <a:moveTo>
                      <a:pt x="21759" y="26193"/>
                    </a:moveTo>
                    <a:lnTo>
                      <a:pt x="35256" y="19074"/>
                    </a:lnTo>
                    <a:lnTo>
                      <a:pt x="27762" y="4864"/>
                    </a:lnTo>
                    <a:lnTo>
                      <a:pt x="14266" y="11983"/>
                    </a:lnTo>
                    <a:lnTo>
                      <a:pt x="21759" y="261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1" name="Контур"/>
              <p:cNvSpPr/>
              <p:nvPr/>
            </p:nvSpPr>
            <p:spPr>
              <a:xfrm>
                <a:off x="7800604" y="9312907"/>
                <a:ext cx="61232" cy="104564"/>
              </a:xfrm>
              <a:custGeom>
                <a:avLst/>
                <a:gdLst/>
                <a:ahLst/>
                <a:cxnLst/>
                <a:rect l="l" t="t" r="r" b="b"/>
                <a:pathLst>
                  <a:path w="61232" h="104564">
                    <a:moveTo>
                      <a:pt x="13757" y="41837"/>
                    </a:moveTo>
                    <a:lnTo>
                      <a:pt x="0" y="8935"/>
                    </a:lnTo>
                    <a:lnTo>
                      <a:pt x="18801" y="0"/>
                    </a:lnTo>
                    <a:lnTo>
                      <a:pt x="61232" y="96034"/>
                    </a:lnTo>
                    <a:lnTo>
                      <a:pt x="44313" y="104564"/>
                    </a:lnTo>
                    <a:lnTo>
                      <a:pt x="13757" y="418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2" name="Контур"/>
              <p:cNvSpPr/>
              <p:nvPr/>
            </p:nvSpPr>
            <p:spPr>
              <a:xfrm>
                <a:off x="7181930" y="9371630"/>
                <a:ext cx="238366" cy="127850"/>
              </a:xfrm>
              <a:custGeom>
                <a:avLst/>
                <a:gdLst/>
                <a:ahLst/>
                <a:cxnLst/>
                <a:rect l="l" t="t" r="r" b="b"/>
                <a:pathLst>
                  <a:path w="238366" h="127850">
                    <a:moveTo>
                      <a:pt x="0" y="114318"/>
                    </a:moveTo>
                    <a:lnTo>
                      <a:pt x="238366" y="0"/>
                    </a:lnTo>
                    <a:lnTo>
                      <a:pt x="236185" y="2931"/>
                    </a:lnTo>
                    <a:lnTo>
                      <a:pt x="233486" y="6418"/>
                    </a:lnTo>
                    <a:lnTo>
                      <a:pt x="229298" y="11500"/>
                    </a:lnTo>
                    <a:lnTo>
                      <a:pt x="226378" y="14754"/>
                    </a:lnTo>
                    <a:lnTo>
                      <a:pt x="224872" y="16332"/>
                    </a:lnTo>
                    <a:lnTo>
                      <a:pt x="222544" y="18627"/>
                    </a:lnTo>
                    <a:lnTo>
                      <a:pt x="220160" y="20805"/>
                    </a:lnTo>
                    <a:lnTo>
                      <a:pt x="215170" y="24928"/>
                    </a:lnTo>
                    <a:lnTo>
                      <a:pt x="209946" y="28806"/>
                    </a:lnTo>
                    <a:lnTo>
                      <a:pt x="206373" y="31296"/>
                    </a:lnTo>
                    <a:lnTo>
                      <a:pt x="199112" y="36154"/>
                    </a:lnTo>
                    <a:lnTo>
                      <a:pt x="6760" y="127850"/>
                    </a:lnTo>
                    <a:lnTo>
                      <a:pt x="0" y="11431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3" name="Контур"/>
              <p:cNvSpPr/>
              <p:nvPr/>
            </p:nvSpPr>
            <p:spPr>
              <a:xfrm>
                <a:off x="7075341" y="9494003"/>
                <a:ext cx="96298" cy="56469"/>
              </a:xfrm>
              <a:custGeom>
                <a:avLst/>
                <a:gdLst/>
                <a:ahLst/>
                <a:cxnLst/>
                <a:rect l="l" t="t" r="r" b="b"/>
                <a:pathLst>
                  <a:path w="96298" h="56469">
                    <a:moveTo>
                      <a:pt x="89794" y="0"/>
                    </a:moveTo>
                    <a:lnTo>
                      <a:pt x="96298" y="13606"/>
                    </a:lnTo>
                    <a:lnTo>
                      <a:pt x="6761" y="56469"/>
                    </a:lnTo>
                    <a:lnTo>
                      <a:pt x="0" y="43064"/>
                    </a:lnTo>
                    <a:lnTo>
                      <a:pt x="8979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4" name="Контур"/>
              <p:cNvSpPr/>
              <p:nvPr/>
            </p:nvSpPr>
            <p:spPr>
              <a:xfrm>
                <a:off x="7353394" y="9188834"/>
                <a:ext cx="77493" cy="158092"/>
              </a:xfrm>
              <a:custGeom>
                <a:avLst/>
                <a:gdLst/>
                <a:ahLst/>
                <a:cxnLst/>
                <a:rect l="l" t="t" r="r" b="b"/>
                <a:pathLst>
                  <a:path w="77493" h="158092">
                    <a:moveTo>
                      <a:pt x="75820" y="158092"/>
                    </a:moveTo>
                    <a:lnTo>
                      <a:pt x="0" y="0"/>
                    </a:lnTo>
                    <a:lnTo>
                      <a:pt x="28954" y="25941"/>
                    </a:lnTo>
                    <a:lnTo>
                      <a:pt x="70829" y="111050"/>
                    </a:lnTo>
                    <a:lnTo>
                      <a:pt x="77493" y="134634"/>
                    </a:lnTo>
                    <a:lnTo>
                      <a:pt x="75820" y="15809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5" name="Контур"/>
              <p:cNvSpPr/>
              <p:nvPr/>
            </p:nvSpPr>
            <p:spPr>
              <a:xfrm>
                <a:off x="7004829" y="9288536"/>
                <a:ext cx="68935" cy="44551"/>
              </a:xfrm>
              <a:custGeom>
                <a:avLst/>
                <a:gdLst/>
                <a:ahLst/>
                <a:cxnLst/>
                <a:rect l="l" t="t" r="r" b="b"/>
                <a:pathLst>
                  <a:path w="68935" h="44551">
                    <a:moveTo>
                      <a:pt x="68935" y="14552"/>
                    </a:moveTo>
                    <a:lnTo>
                      <a:pt x="6385" y="44551"/>
                    </a:lnTo>
                    <a:lnTo>
                      <a:pt x="0" y="29640"/>
                    </a:lnTo>
                    <a:lnTo>
                      <a:pt x="61882" y="0"/>
                    </a:lnTo>
                    <a:lnTo>
                      <a:pt x="68935" y="1455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6" name="Контур"/>
              <p:cNvSpPr/>
              <p:nvPr/>
            </p:nvSpPr>
            <p:spPr>
              <a:xfrm>
                <a:off x="7083648" y="9263531"/>
                <a:ext cx="41940" cy="31659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31659">
                    <a:moveTo>
                      <a:pt x="41940" y="14703"/>
                    </a:moveTo>
                    <a:lnTo>
                      <a:pt x="6585" y="31659"/>
                    </a:lnTo>
                    <a:lnTo>
                      <a:pt x="0" y="16600"/>
                    </a:lnTo>
                    <a:lnTo>
                      <a:pt x="34788" y="0"/>
                    </a:lnTo>
                    <a:lnTo>
                      <a:pt x="41940" y="1470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7" name="Контур"/>
              <p:cNvSpPr/>
              <p:nvPr/>
            </p:nvSpPr>
            <p:spPr>
              <a:xfrm>
                <a:off x="7864205" y="8874697"/>
                <a:ext cx="662484" cy="1302251"/>
              </a:xfrm>
              <a:custGeom>
                <a:avLst/>
                <a:gdLst/>
                <a:ahLst/>
                <a:cxnLst/>
                <a:rect l="l" t="t" r="r" b="b"/>
                <a:pathLst>
                  <a:path w="662484" h="1302251">
                    <a:moveTo>
                      <a:pt x="91021" y="0"/>
                    </a:moveTo>
                    <a:lnTo>
                      <a:pt x="168487" y="0"/>
                    </a:lnTo>
                    <a:lnTo>
                      <a:pt x="127006" y="58269"/>
                    </a:lnTo>
                    <a:lnTo>
                      <a:pt x="128698" y="82210"/>
                    </a:lnTo>
                    <a:lnTo>
                      <a:pt x="578011" y="1015461"/>
                    </a:lnTo>
                    <a:lnTo>
                      <a:pt x="533605" y="1035438"/>
                    </a:lnTo>
                    <a:lnTo>
                      <a:pt x="662484" y="1302049"/>
                    </a:lnTo>
                    <a:lnTo>
                      <a:pt x="609519" y="1302251"/>
                    </a:lnTo>
                    <a:lnTo>
                      <a:pt x="532288" y="1130469"/>
                    </a:lnTo>
                    <a:lnTo>
                      <a:pt x="486624" y="1046189"/>
                    </a:lnTo>
                    <a:lnTo>
                      <a:pt x="259174" y="561853"/>
                    </a:lnTo>
                    <a:lnTo>
                      <a:pt x="0" y="37167"/>
                    </a:lnTo>
                    <a:lnTo>
                      <a:pt x="14156" y="22869"/>
                    </a:lnTo>
                    <a:lnTo>
                      <a:pt x="42356" y="17868"/>
                    </a:lnTo>
                    <a:lnTo>
                      <a:pt x="61103" y="60579"/>
                    </a:lnTo>
                    <a:lnTo>
                      <a:pt x="9102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8" name="Контур"/>
              <p:cNvSpPr/>
              <p:nvPr/>
            </p:nvSpPr>
            <p:spPr>
              <a:xfrm>
                <a:off x="8085116" y="9993482"/>
                <a:ext cx="121222" cy="184647"/>
              </a:xfrm>
              <a:custGeom>
                <a:avLst/>
                <a:gdLst/>
                <a:ahLst/>
                <a:cxnLst/>
                <a:rect l="l" t="t" r="r" b="b"/>
                <a:pathLst>
                  <a:path w="121222" h="184647">
                    <a:moveTo>
                      <a:pt x="121222" y="174645"/>
                    </a:moveTo>
                    <a:lnTo>
                      <a:pt x="100946" y="184559"/>
                    </a:lnTo>
                    <a:lnTo>
                      <a:pt x="77658" y="184647"/>
                    </a:lnTo>
                    <a:lnTo>
                      <a:pt x="0" y="16910"/>
                    </a:lnTo>
                    <a:lnTo>
                      <a:pt x="9158" y="12312"/>
                    </a:lnTo>
                    <a:lnTo>
                      <a:pt x="33680" y="0"/>
                    </a:lnTo>
                    <a:lnTo>
                      <a:pt x="121222" y="17464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9" name="Контур"/>
              <p:cNvSpPr/>
              <p:nvPr/>
            </p:nvSpPr>
            <p:spPr>
              <a:xfrm>
                <a:off x="7825831" y="8913046"/>
                <a:ext cx="627096" cy="1264094"/>
              </a:xfrm>
              <a:custGeom>
                <a:avLst/>
                <a:gdLst/>
                <a:ahLst/>
                <a:cxnLst/>
                <a:rect l="l" t="t" r="r" b="b"/>
                <a:pathLst>
                  <a:path w="627096" h="1264094">
                    <a:moveTo>
                      <a:pt x="356216" y="764293"/>
                    </a:moveTo>
                    <a:lnTo>
                      <a:pt x="0" y="29151"/>
                    </a:lnTo>
                    <a:lnTo>
                      <a:pt x="2713" y="12246"/>
                    </a:lnTo>
                    <a:lnTo>
                      <a:pt x="12618" y="0"/>
                    </a:lnTo>
                    <a:lnTo>
                      <a:pt x="625096" y="1259140"/>
                    </a:lnTo>
                    <a:lnTo>
                      <a:pt x="627096" y="1263981"/>
                    </a:lnTo>
                    <a:lnTo>
                      <a:pt x="597440" y="1264094"/>
                    </a:lnTo>
                    <a:lnTo>
                      <a:pt x="356216" y="7642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0" name="Контур"/>
              <p:cNvSpPr/>
              <p:nvPr/>
            </p:nvSpPr>
            <p:spPr>
              <a:xfrm>
                <a:off x="7840474" y="9295482"/>
                <a:ext cx="201120" cy="359798"/>
              </a:xfrm>
              <a:custGeom>
                <a:avLst/>
                <a:gdLst/>
                <a:ahLst/>
                <a:cxnLst/>
                <a:rect l="l" t="t" r="r" b="b"/>
                <a:pathLst>
                  <a:path w="201120" h="359798">
                    <a:moveTo>
                      <a:pt x="162995" y="359798"/>
                    </a:moveTo>
                    <a:lnTo>
                      <a:pt x="0" y="9406"/>
                    </a:lnTo>
                    <a:lnTo>
                      <a:pt x="23517" y="0"/>
                    </a:lnTo>
                    <a:lnTo>
                      <a:pt x="43605" y="2530"/>
                    </a:lnTo>
                    <a:lnTo>
                      <a:pt x="69237" y="13456"/>
                    </a:lnTo>
                    <a:lnTo>
                      <a:pt x="199493" y="283735"/>
                    </a:lnTo>
                    <a:lnTo>
                      <a:pt x="201120" y="306605"/>
                    </a:lnTo>
                    <a:lnTo>
                      <a:pt x="194884" y="328222"/>
                    </a:lnTo>
                    <a:lnTo>
                      <a:pt x="183464" y="344993"/>
                    </a:lnTo>
                    <a:lnTo>
                      <a:pt x="162995" y="35979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1" name="Контур"/>
              <p:cNvSpPr/>
              <p:nvPr/>
            </p:nvSpPr>
            <p:spPr>
              <a:xfrm>
                <a:off x="8111749" y="9967117"/>
                <a:ext cx="117819" cy="201010"/>
              </a:xfrm>
              <a:custGeom>
                <a:avLst/>
                <a:gdLst/>
                <a:ahLst/>
                <a:cxnLst/>
                <a:rect l="l" t="t" r="r" b="b"/>
                <a:pathLst>
                  <a:path w="117819" h="201010">
                    <a:moveTo>
                      <a:pt x="94589" y="201010"/>
                    </a:moveTo>
                    <a:lnTo>
                      <a:pt x="7047" y="26365"/>
                    </a:lnTo>
                    <a:lnTo>
                      <a:pt x="0" y="11625"/>
                    </a:lnTo>
                    <a:lnTo>
                      <a:pt x="22053" y="0"/>
                    </a:lnTo>
                    <a:lnTo>
                      <a:pt x="117819" y="189652"/>
                    </a:lnTo>
                    <a:lnTo>
                      <a:pt x="94589" y="2010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2" name="Контур"/>
              <p:cNvSpPr/>
              <p:nvPr/>
            </p:nvSpPr>
            <p:spPr>
              <a:xfrm>
                <a:off x="7998923" y="9727239"/>
                <a:ext cx="95872" cy="187404"/>
              </a:xfrm>
              <a:custGeom>
                <a:avLst/>
                <a:gdLst/>
                <a:ahLst/>
                <a:cxnLst/>
                <a:rect l="l" t="t" r="r" b="b"/>
                <a:pathLst>
                  <a:path w="95872" h="187404">
                    <a:moveTo>
                      <a:pt x="0" y="4358"/>
                    </a:moveTo>
                    <a:lnTo>
                      <a:pt x="10891" y="0"/>
                    </a:lnTo>
                    <a:lnTo>
                      <a:pt x="95872" y="179033"/>
                    </a:lnTo>
                    <a:lnTo>
                      <a:pt x="82255" y="187404"/>
                    </a:lnTo>
                    <a:lnTo>
                      <a:pt x="80708" y="184159"/>
                    </a:lnTo>
                    <a:lnTo>
                      <a:pt x="9461" y="24668"/>
                    </a:lnTo>
                    <a:lnTo>
                      <a:pt x="4118" y="12709"/>
                    </a:lnTo>
                    <a:lnTo>
                      <a:pt x="0" y="43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3" name="Контур"/>
              <p:cNvSpPr/>
              <p:nvPr/>
            </p:nvSpPr>
            <p:spPr>
              <a:xfrm>
                <a:off x="8043744" y="9722214"/>
                <a:ext cx="123019" cy="174478"/>
              </a:xfrm>
              <a:custGeom>
                <a:avLst/>
                <a:gdLst/>
                <a:ahLst/>
                <a:cxnLst/>
                <a:rect l="l" t="t" r="r" b="b"/>
                <a:pathLst>
                  <a:path w="123019" h="174478">
                    <a:moveTo>
                      <a:pt x="69540" y="11966"/>
                    </a:moveTo>
                    <a:lnTo>
                      <a:pt x="120530" y="110267"/>
                    </a:lnTo>
                    <a:lnTo>
                      <a:pt x="123019" y="124847"/>
                    </a:lnTo>
                    <a:lnTo>
                      <a:pt x="120530" y="138005"/>
                    </a:lnTo>
                    <a:lnTo>
                      <a:pt x="105954" y="155431"/>
                    </a:lnTo>
                    <a:lnTo>
                      <a:pt x="79231" y="174478"/>
                    </a:lnTo>
                    <a:lnTo>
                      <a:pt x="0" y="17396"/>
                    </a:lnTo>
                    <a:lnTo>
                      <a:pt x="26405" y="2840"/>
                    </a:lnTo>
                    <a:lnTo>
                      <a:pt x="42922" y="0"/>
                    </a:lnTo>
                    <a:lnTo>
                      <a:pt x="69540" y="119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4" name="Контур"/>
              <p:cNvSpPr/>
              <p:nvPr/>
            </p:nvSpPr>
            <p:spPr>
              <a:xfrm>
                <a:off x="7864150" y="9448150"/>
                <a:ext cx="86291" cy="153430"/>
              </a:xfrm>
              <a:custGeom>
                <a:avLst/>
                <a:gdLst/>
                <a:ahLst/>
                <a:cxnLst/>
                <a:rect l="l" t="t" r="r" b="b"/>
                <a:pathLst>
                  <a:path w="86291" h="153430">
                    <a:moveTo>
                      <a:pt x="69078" y="149233"/>
                    </a:moveTo>
                    <a:lnTo>
                      <a:pt x="55452" y="122634"/>
                    </a:lnTo>
                    <a:lnTo>
                      <a:pt x="0" y="8801"/>
                    </a:lnTo>
                    <a:lnTo>
                      <a:pt x="17456" y="0"/>
                    </a:lnTo>
                    <a:lnTo>
                      <a:pt x="86291" y="152017"/>
                    </a:lnTo>
                    <a:lnTo>
                      <a:pt x="83383" y="153430"/>
                    </a:lnTo>
                    <a:lnTo>
                      <a:pt x="83015" y="152871"/>
                    </a:lnTo>
                    <a:lnTo>
                      <a:pt x="79714" y="150235"/>
                    </a:lnTo>
                    <a:lnTo>
                      <a:pt x="75761" y="148747"/>
                    </a:lnTo>
                    <a:lnTo>
                      <a:pt x="71541" y="148555"/>
                    </a:lnTo>
                    <a:lnTo>
                      <a:pt x="69078" y="14923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5" name="Контур"/>
              <p:cNvSpPr/>
              <p:nvPr/>
            </p:nvSpPr>
            <p:spPr>
              <a:xfrm>
                <a:off x="6876746" y="9354037"/>
                <a:ext cx="60734" cy="40113"/>
              </a:xfrm>
              <a:custGeom>
                <a:avLst/>
                <a:gdLst/>
                <a:ahLst/>
                <a:cxnLst/>
                <a:rect l="l" t="t" r="r" b="b"/>
                <a:pathLst>
                  <a:path w="60734" h="40113">
                    <a:moveTo>
                      <a:pt x="7143" y="40113"/>
                    </a:moveTo>
                    <a:lnTo>
                      <a:pt x="0" y="25726"/>
                    </a:lnTo>
                    <a:lnTo>
                      <a:pt x="53523" y="0"/>
                    </a:lnTo>
                    <a:lnTo>
                      <a:pt x="60734" y="14412"/>
                    </a:lnTo>
                    <a:lnTo>
                      <a:pt x="7143" y="401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6" name="Контур"/>
              <p:cNvSpPr/>
              <p:nvPr/>
            </p:nvSpPr>
            <p:spPr>
              <a:xfrm>
                <a:off x="6507359" y="9180984"/>
                <a:ext cx="153168" cy="181529"/>
              </a:xfrm>
              <a:custGeom>
                <a:avLst/>
                <a:gdLst/>
                <a:ahLst/>
                <a:cxnLst/>
                <a:rect l="l" t="t" r="r" b="b"/>
                <a:pathLst>
                  <a:path w="153168" h="181529">
                    <a:moveTo>
                      <a:pt x="51781" y="27031"/>
                    </a:moveTo>
                    <a:lnTo>
                      <a:pt x="104521" y="130013"/>
                    </a:lnTo>
                    <a:lnTo>
                      <a:pt x="116165" y="133844"/>
                    </a:lnTo>
                    <a:lnTo>
                      <a:pt x="148623" y="118194"/>
                    </a:lnTo>
                    <a:lnTo>
                      <a:pt x="153168" y="127195"/>
                    </a:lnTo>
                    <a:lnTo>
                      <a:pt x="32312" y="181529"/>
                    </a:lnTo>
                    <a:lnTo>
                      <a:pt x="0" y="115360"/>
                    </a:lnTo>
                    <a:lnTo>
                      <a:pt x="62928" y="83274"/>
                    </a:lnTo>
                    <a:lnTo>
                      <a:pt x="61344" y="67101"/>
                    </a:lnTo>
                    <a:lnTo>
                      <a:pt x="66064" y="64981"/>
                    </a:lnTo>
                    <a:lnTo>
                      <a:pt x="35145" y="0"/>
                    </a:lnTo>
                    <a:lnTo>
                      <a:pt x="51781" y="2703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7" name="Контур"/>
              <p:cNvSpPr/>
              <p:nvPr/>
            </p:nvSpPr>
            <p:spPr>
              <a:xfrm>
                <a:off x="6855429" y="9304033"/>
                <a:ext cx="64369" cy="46778"/>
              </a:xfrm>
              <a:custGeom>
                <a:avLst/>
                <a:gdLst/>
                <a:ahLst/>
                <a:cxnLst/>
                <a:rect l="l" t="t" r="r" b="b"/>
                <a:pathLst>
                  <a:path w="64369" h="46778">
                    <a:moveTo>
                      <a:pt x="38621" y="32110"/>
                    </a:moveTo>
                    <a:lnTo>
                      <a:pt x="8091" y="46778"/>
                    </a:lnTo>
                    <a:lnTo>
                      <a:pt x="0" y="30298"/>
                    </a:lnTo>
                    <a:lnTo>
                      <a:pt x="64369" y="0"/>
                    </a:lnTo>
                    <a:lnTo>
                      <a:pt x="63066" y="5213"/>
                    </a:lnTo>
                    <a:lnTo>
                      <a:pt x="62335" y="7762"/>
                    </a:lnTo>
                    <a:lnTo>
                      <a:pt x="61051" y="11452"/>
                    </a:lnTo>
                    <a:lnTo>
                      <a:pt x="60022" y="13787"/>
                    </a:lnTo>
                    <a:lnTo>
                      <a:pt x="59445" y="14909"/>
                    </a:lnTo>
                    <a:lnTo>
                      <a:pt x="58489" y="16528"/>
                    </a:lnTo>
                    <a:lnTo>
                      <a:pt x="56909" y="18711"/>
                    </a:lnTo>
                    <a:lnTo>
                      <a:pt x="55731" y="20076"/>
                    </a:lnTo>
                    <a:lnTo>
                      <a:pt x="53112" y="22619"/>
                    </a:lnTo>
                    <a:lnTo>
                      <a:pt x="51688" y="23808"/>
                    </a:lnTo>
                    <a:lnTo>
                      <a:pt x="48651" y="26049"/>
                    </a:lnTo>
                    <a:lnTo>
                      <a:pt x="45417" y="28147"/>
                    </a:lnTo>
                    <a:lnTo>
                      <a:pt x="38621" y="321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8" name="Контур"/>
              <p:cNvSpPr/>
              <p:nvPr/>
            </p:nvSpPr>
            <p:spPr>
              <a:xfrm>
                <a:off x="6975156" y="9183496"/>
                <a:ext cx="170309" cy="94009"/>
              </a:xfrm>
              <a:custGeom>
                <a:avLst/>
                <a:gdLst/>
                <a:ahLst/>
                <a:cxnLst/>
                <a:rect l="l" t="t" r="r" b="b"/>
                <a:pathLst>
                  <a:path w="170309" h="94009">
                    <a:moveTo>
                      <a:pt x="108" y="94009"/>
                    </a:moveTo>
                    <a:lnTo>
                      <a:pt x="0" y="90265"/>
                    </a:lnTo>
                    <a:lnTo>
                      <a:pt x="180" y="86926"/>
                    </a:lnTo>
                    <a:lnTo>
                      <a:pt x="366" y="85262"/>
                    </a:lnTo>
                    <a:lnTo>
                      <a:pt x="766" y="82781"/>
                    </a:lnTo>
                    <a:lnTo>
                      <a:pt x="1637" y="79113"/>
                    </a:lnTo>
                    <a:lnTo>
                      <a:pt x="2192" y="77312"/>
                    </a:lnTo>
                    <a:lnTo>
                      <a:pt x="164214" y="0"/>
                    </a:lnTo>
                    <a:lnTo>
                      <a:pt x="170309" y="12109"/>
                    </a:lnTo>
                    <a:lnTo>
                      <a:pt x="108" y="9400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9" name="Контур"/>
              <p:cNvSpPr/>
              <p:nvPr/>
            </p:nvSpPr>
            <p:spPr>
              <a:xfrm>
                <a:off x="6849807" y="9294806"/>
                <a:ext cx="69991" cy="39525"/>
              </a:xfrm>
              <a:custGeom>
                <a:avLst/>
                <a:gdLst/>
                <a:ahLst/>
                <a:cxnLst/>
                <a:rect l="l" t="t" r="r" b="b"/>
                <a:pathLst>
                  <a:path w="69991" h="39525">
                    <a:moveTo>
                      <a:pt x="55217" y="0"/>
                    </a:moveTo>
                    <a:lnTo>
                      <a:pt x="58403" y="1316"/>
                    </a:lnTo>
                    <a:lnTo>
                      <a:pt x="59961" y="2075"/>
                    </a:lnTo>
                    <a:lnTo>
                      <a:pt x="62244" y="3331"/>
                    </a:lnTo>
                    <a:lnTo>
                      <a:pt x="65517" y="5474"/>
                    </a:lnTo>
                    <a:lnTo>
                      <a:pt x="68565" y="7908"/>
                    </a:lnTo>
                    <a:lnTo>
                      <a:pt x="69991" y="9227"/>
                    </a:lnTo>
                    <a:lnTo>
                      <a:pt x="5622" y="39525"/>
                    </a:lnTo>
                    <a:lnTo>
                      <a:pt x="0" y="27283"/>
                    </a:lnTo>
                    <a:lnTo>
                      <a:pt x="5521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0" name="Контур"/>
              <p:cNvSpPr/>
              <p:nvPr/>
            </p:nvSpPr>
            <p:spPr>
              <a:xfrm>
                <a:off x="6975264" y="9195605"/>
                <a:ext cx="177723" cy="87383"/>
              </a:xfrm>
              <a:custGeom>
                <a:avLst/>
                <a:gdLst/>
                <a:ahLst/>
                <a:cxnLst/>
                <a:rect l="l" t="t" r="r" b="b"/>
                <a:pathLst>
                  <a:path w="177723" h="87383">
                    <a:moveTo>
                      <a:pt x="0" y="81900"/>
                    </a:moveTo>
                    <a:lnTo>
                      <a:pt x="170201" y="0"/>
                    </a:lnTo>
                    <a:lnTo>
                      <a:pt x="177723" y="16190"/>
                    </a:lnTo>
                    <a:lnTo>
                      <a:pt x="43663" y="81143"/>
                    </a:lnTo>
                    <a:lnTo>
                      <a:pt x="37259" y="83780"/>
                    </a:lnTo>
                    <a:lnTo>
                      <a:pt x="34055" y="84956"/>
                    </a:lnTo>
                    <a:lnTo>
                      <a:pt x="30846" y="85961"/>
                    </a:lnTo>
                    <a:lnTo>
                      <a:pt x="29241" y="86382"/>
                    </a:lnTo>
                    <a:lnTo>
                      <a:pt x="26027" y="87026"/>
                    </a:lnTo>
                    <a:lnTo>
                      <a:pt x="24417" y="87234"/>
                    </a:lnTo>
                    <a:lnTo>
                      <a:pt x="22001" y="87383"/>
                    </a:lnTo>
                    <a:lnTo>
                      <a:pt x="19566" y="87324"/>
                    </a:lnTo>
                    <a:lnTo>
                      <a:pt x="17941" y="87175"/>
                    </a:lnTo>
                    <a:lnTo>
                      <a:pt x="14688" y="86648"/>
                    </a:lnTo>
                    <a:lnTo>
                      <a:pt x="13059" y="86283"/>
                    </a:lnTo>
                    <a:lnTo>
                      <a:pt x="9798" y="85389"/>
                    </a:lnTo>
                    <a:lnTo>
                      <a:pt x="6534" y="84322"/>
                    </a:lnTo>
                    <a:lnTo>
                      <a:pt x="0" y="819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1" name="Контур"/>
              <p:cNvSpPr/>
              <p:nvPr/>
            </p:nvSpPr>
            <p:spPr>
              <a:xfrm>
                <a:off x="6808216" y="9035552"/>
                <a:ext cx="132594" cy="191780"/>
              </a:xfrm>
              <a:custGeom>
                <a:avLst/>
                <a:gdLst/>
                <a:ahLst/>
                <a:cxnLst/>
                <a:rect l="l" t="t" r="r" b="b"/>
                <a:pathLst>
                  <a:path w="132594" h="191780">
                    <a:moveTo>
                      <a:pt x="50210" y="7583"/>
                    </a:moveTo>
                    <a:lnTo>
                      <a:pt x="62653" y="1999"/>
                    </a:lnTo>
                    <a:lnTo>
                      <a:pt x="65713" y="0"/>
                    </a:lnTo>
                    <a:lnTo>
                      <a:pt x="132160" y="145123"/>
                    </a:lnTo>
                    <a:lnTo>
                      <a:pt x="132594" y="145773"/>
                    </a:lnTo>
                    <a:lnTo>
                      <a:pt x="40783" y="188924"/>
                    </a:lnTo>
                    <a:lnTo>
                      <a:pt x="34716" y="191780"/>
                    </a:lnTo>
                    <a:lnTo>
                      <a:pt x="0" y="114711"/>
                    </a:lnTo>
                    <a:lnTo>
                      <a:pt x="59719" y="87810"/>
                    </a:lnTo>
                    <a:lnTo>
                      <a:pt x="64142" y="97336"/>
                    </a:lnTo>
                    <a:lnTo>
                      <a:pt x="26488" y="114235"/>
                    </a:lnTo>
                    <a:lnTo>
                      <a:pt x="46416" y="157160"/>
                    </a:lnTo>
                    <a:lnTo>
                      <a:pt x="92010" y="135992"/>
                    </a:lnTo>
                    <a:lnTo>
                      <a:pt x="67925" y="84114"/>
                    </a:lnTo>
                    <a:lnTo>
                      <a:pt x="81857" y="77838"/>
                    </a:lnTo>
                    <a:lnTo>
                      <a:pt x="50210" y="75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2" name="Контур"/>
              <p:cNvSpPr/>
              <p:nvPr/>
            </p:nvSpPr>
            <p:spPr>
              <a:xfrm>
                <a:off x="6139642" y="9121317"/>
                <a:ext cx="199944" cy="95782"/>
              </a:xfrm>
              <a:custGeom>
                <a:avLst/>
                <a:gdLst/>
                <a:ahLst/>
                <a:cxnLst/>
                <a:rect l="l" t="t" r="r" b="b"/>
                <a:pathLst>
                  <a:path w="199944" h="95782">
                    <a:moveTo>
                      <a:pt x="83897" y="39880"/>
                    </a:moveTo>
                    <a:lnTo>
                      <a:pt x="85324" y="41902"/>
                    </a:lnTo>
                    <a:lnTo>
                      <a:pt x="89776" y="44716"/>
                    </a:lnTo>
                    <a:lnTo>
                      <a:pt x="94967" y="45613"/>
                    </a:lnTo>
                    <a:lnTo>
                      <a:pt x="100106" y="44454"/>
                    </a:lnTo>
                    <a:lnTo>
                      <a:pt x="196991" y="1411"/>
                    </a:lnTo>
                    <a:lnTo>
                      <a:pt x="199168" y="0"/>
                    </a:lnTo>
                    <a:lnTo>
                      <a:pt x="199944" y="1597"/>
                    </a:lnTo>
                    <a:lnTo>
                      <a:pt x="6672" y="95782"/>
                    </a:lnTo>
                    <a:lnTo>
                      <a:pt x="0" y="84027"/>
                    </a:lnTo>
                    <a:lnTo>
                      <a:pt x="83897" y="398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3" name="Контур"/>
              <p:cNvSpPr/>
              <p:nvPr/>
            </p:nvSpPr>
            <p:spPr>
              <a:xfrm>
                <a:off x="6205354" y="9013136"/>
                <a:ext cx="1472459" cy="932942"/>
              </a:xfrm>
              <a:custGeom>
                <a:avLst/>
                <a:gdLst/>
                <a:ahLst/>
                <a:cxnLst/>
                <a:rect l="l" t="t" r="r" b="b"/>
                <a:pathLst>
                  <a:path w="1472459" h="932942">
                    <a:moveTo>
                      <a:pt x="1283979" y="386078"/>
                    </a:moveTo>
                    <a:lnTo>
                      <a:pt x="907029" y="573781"/>
                    </a:lnTo>
                    <a:lnTo>
                      <a:pt x="142896" y="932942"/>
                    </a:lnTo>
                    <a:lnTo>
                      <a:pt x="0" y="633279"/>
                    </a:lnTo>
                    <a:lnTo>
                      <a:pt x="633080" y="329365"/>
                    </a:lnTo>
                    <a:lnTo>
                      <a:pt x="640932" y="345435"/>
                    </a:lnTo>
                    <a:lnTo>
                      <a:pt x="480011" y="423970"/>
                    </a:lnTo>
                    <a:lnTo>
                      <a:pt x="461384" y="476898"/>
                    </a:lnTo>
                    <a:lnTo>
                      <a:pt x="475123" y="506756"/>
                    </a:lnTo>
                    <a:lnTo>
                      <a:pt x="446966" y="521246"/>
                    </a:lnTo>
                    <a:lnTo>
                      <a:pt x="420488" y="466205"/>
                    </a:lnTo>
                    <a:lnTo>
                      <a:pt x="251284" y="547457"/>
                    </a:lnTo>
                    <a:lnTo>
                      <a:pt x="303175" y="653874"/>
                    </a:lnTo>
                    <a:lnTo>
                      <a:pt x="473396" y="573889"/>
                    </a:lnTo>
                    <a:lnTo>
                      <a:pt x="453341" y="533150"/>
                    </a:lnTo>
                    <a:lnTo>
                      <a:pt x="480517" y="519253"/>
                    </a:lnTo>
                    <a:lnTo>
                      <a:pt x="538782" y="639558"/>
                    </a:lnTo>
                    <a:lnTo>
                      <a:pt x="510591" y="653371"/>
                    </a:lnTo>
                    <a:lnTo>
                      <a:pt x="485610" y="603289"/>
                    </a:lnTo>
                    <a:lnTo>
                      <a:pt x="317317" y="683221"/>
                    </a:lnTo>
                    <a:lnTo>
                      <a:pt x="369018" y="791429"/>
                    </a:lnTo>
                    <a:lnTo>
                      <a:pt x="537861" y="710336"/>
                    </a:lnTo>
                    <a:lnTo>
                      <a:pt x="516788" y="666473"/>
                    </a:lnTo>
                    <a:lnTo>
                      <a:pt x="544423" y="652323"/>
                    </a:lnTo>
                    <a:lnTo>
                      <a:pt x="558039" y="679688"/>
                    </a:lnTo>
                    <a:lnTo>
                      <a:pt x="611493" y="699483"/>
                    </a:lnTo>
                    <a:lnTo>
                      <a:pt x="1256501" y="391074"/>
                    </a:lnTo>
                    <a:lnTo>
                      <a:pt x="1277087" y="334811"/>
                    </a:lnTo>
                    <a:lnTo>
                      <a:pt x="1256849" y="292495"/>
                    </a:lnTo>
                    <a:lnTo>
                      <a:pt x="1289613" y="277565"/>
                    </a:lnTo>
                    <a:lnTo>
                      <a:pt x="1301870" y="303964"/>
                    </a:lnTo>
                    <a:lnTo>
                      <a:pt x="1395159" y="259174"/>
                    </a:lnTo>
                    <a:lnTo>
                      <a:pt x="1345420" y="153959"/>
                    </a:lnTo>
                    <a:lnTo>
                      <a:pt x="1252060" y="198620"/>
                    </a:lnTo>
                    <a:lnTo>
                      <a:pt x="1283526" y="264567"/>
                    </a:lnTo>
                    <a:lnTo>
                      <a:pt x="1250884" y="280425"/>
                    </a:lnTo>
                    <a:lnTo>
                      <a:pt x="1180256" y="133650"/>
                    </a:lnTo>
                    <a:lnTo>
                      <a:pt x="1144346" y="120466"/>
                    </a:lnTo>
                    <a:lnTo>
                      <a:pt x="1326383" y="33384"/>
                    </a:lnTo>
                    <a:lnTo>
                      <a:pt x="1311835" y="4308"/>
                    </a:lnTo>
                    <a:lnTo>
                      <a:pt x="1321120" y="0"/>
                    </a:lnTo>
                    <a:lnTo>
                      <a:pt x="1350522" y="22478"/>
                    </a:lnTo>
                    <a:lnTo>
                      <a:pt x="1472459" y="274303"/>
                    </a:lnTo>
                    <a:lnTo>
                      <a:pt x="1435918" y="292148"/>
                    </a:lnTo>
                    <a:lnTo>
                      <a:pt x="1445637" y="345735"/>
                    </a:lnTo>
                    <a:lnTo>
                      <a:pt x="1432704" y="316221"/>
                    </a:lnTo>
                    <a:lnTo>
                      <a:pt x="1417273" y="312512"/>
                    </a:lnTo>
                    <a:lnTo>
                      <a:pt x="1362594" y="335148"/>
                    </a:lnTo>
                    <a:lnTo>
                      <a:pt x="1354631" y="344467"/>
                    </a:lnTo>
                    <a:lnTo>
                      <a:pt x="1355550" y="353431"/>
                    </a:lnTo>
                    <a:lnTo>
                      <a:pt x="1283979" y="38607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4" name="Контур"/>
              <p:cNvSpPr/>
              <p:nvPr/>
            </p:nvSpPr>
            <p:spPr>
              <a:xfrm>
                <a:off x="5848267" y="9852992"/>
                <a:ext cx="34525" cy="41385"/>
              </a:xfrm>
              <a:custGeom>
                <a:avLst/>
                <a:gdLst/>
                <a:ahLst/>
                <a:cxnLst/>
                <a:rect l="l" t="t" r="r" b="b"/>
                <a:pathLst>
                  <a:path w="34525" h="41385">
                    <a:moveTo>
                      <a:pt x="0" y="9099"/>
                    </a:moveTo>
                    <a:lnTo>
                      <a:pt x="19321" y="0"/>
                    </a:lnTo>
                    <a:lnTo>
                      <a:pt x="34525" y="32286"/>
                    </a:lnTo>
                    <a:lnTo>
                      <a:pt x="15205" y="41385"/>
                    </a:lnTo>
                    <a:lnTo>
                      <a:pt x="0" y="909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5" name="Контур"/>
              <p:cNvSpPr/>
              <p:nvPr/>
            </p:nvSpPr>
            <p:spPr>
              <a:xfrm>
                <a:off x="6795124" y="9405202"/>
                <a:ext cx="35828" cy="28262"/>
              </a:xfrm>
              <a:custGeom>
                <a:avLst/>
                <a:gdLst/>
                <a:ahLst/>
                <a:cxnLst/>
                <a:rect l="l" t="t" r="r" b="b"/>
                <a:pathLst>
                  <a:path w="35828" h="28262">
                    <a:moveTo>
                      <a:pt x="35828" y="14337"/>
                    </a:moveTo>
                    <a:lnTo>
                      <a:pt x="6792" y="28262"/>
                    </a:lnTo>
                    <a:lnTo>
                      <a:pt x="0" y="13387"/>
                    </a:lnTo>
                    <a:lnTo>
                      <a:pt x="28298" y="0"/>
                    </a:lnTo>
                    <a:lnTo>
                      <a:pt x="35828" y="143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6" name="Контур"/>
              <p:cNvSpPr/>
              <p:nvPr/>
            </p:nvSpPr>
            <p:spPr>
              <a:xfrm>
                <a:off x="6819682" y="9545117"/>
                <a:ext cx="245288" cy="115979"/>
              </a:xfrm>
              <a:custGeom>
                <a:avLst/>
                <a:gdLst/>
                <a:ahLst/>
                <a:cxnLst/>
                <a:rect l="l" t="t" r="r" b="b"/>
                <a:pathLst>
                  <a:path w="245288" h="115979">
                    <a:moveTo>
                      <a:pt x="0" y="114562"/>
                    </a:moveTo>
                    <a:lnTo>
                      <a:pt x="238875" y="0"/>
                    </a:lnTo>
                    <a:lnTo>
                      <a:pt x="245288" y="13615"/>
                    </a:lnTo>
                    <a:lnTo>
                      <a:pt x="50674" y="106869"/>
                    </a:lnTo>
                    <a:lnTo>
                      <a:pt x="42508" y="110203"/>
                    </a:lnTo>
                    <a:lnTo>
                      <a:pt x="38409" y="111738"/>
                    </a:lnTo>
                    <a:lnTo>
                      <a:pt x="34290" y="113112"/>
                    </a:lnTo>
                    <a:lnTo>
                      <a:pt x="32221" y="113723"/>
                    </a:lnTo>
                    <a:lnTo>
                      <a:pt x="28062" y="114758"/>
                    </a:lnTo>
                    <a:lnTo>
                      <a:pt x="25969" y="115169"/>
                    </a:lnTo>
                    <a:lnTo>
                      <a:pt x="22812" y="115635"/>
                    </a:lnTo>
                    <a:lnTo>
                      <a:pt x="19797" y="115896"/>
                    </a:lnTo>
                    <a:lnTo>
                      <a:pt x="17776" y="115979"/>
                    </a:lnTo>
                    <a:lnTo>
                      <a:pt x="13712" y="115954"/>
                    </a:lnTo>
                    <a:lnTo>
                      <a:pt x="11669" y="115859"/>
                    </a:lnTo>
                    <a:lnTo>
                      <a:pt x="7568" y="115528"/>
                    </a:lnTo>
                    <a:lnTo>
                      <a:pt x="3448" y="115056"/>
                    </a:lnTo>
                    <a:lnTo>
                      <a:pt x="0" y="11456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7" name="Контур"/>
              <p:cNvSpPr/>
              <p:nvPr/>
            </p:nvSpPr>
            <p:spPr>
              <a:xfrm>
                <a:off x="6727310" y="9426779"/>
                <a:ext cx="58238" cy="42465"/>
              </a:xfrm>
              <a:custGeom>
                <a:avLst/>
                <a:gdLst/>
                <a:ahLst/>
                <a:cxnLst/>
                <a:rect l="l" t="t" r="r" b="b"/>
                <a:pathLst>
                  <a:path w="58238" h="42465">
                    <a:moveTo>
                      <a:pt x="58238" y="14535"/>
                    </a:moveTo>
                    <a:lnTo>
                      <a:pt x="0" y="42465"/>
                    </a:lnTo>
                    <a:lnTo>
                      <a:pt x="2049" y="39096"/>
                    </a:lnTo>
                    <a:lnTo>
                      <a:pt x="3963" y="36095"/>
                    </a:lnTo>
                    <a:lnTo>
                      <a:pt x="6973" y="31716"/>
                    </a:lnTo>
                    <a:lnTo>
                      <a:pt x="10221" y="27541"/>
                    </a:lnTo>
                    <a:lnTo>
                      <a:pt x="11959" y="25552"/>
                    </a:lnTo>
                    <a:lnTo>
                      <a:pt x="13865" y="23557"/>
                    </a:lnTo>
                    <a:lnTo>
                      <a:pt x="15187" y="22271"/>
                    </a:lnTo>
                    <a:lnTo>
                      <a:pt x="17936" y="19801"/>
                    </a:lnTo>
                    <a:lnTo>
                      <a:pt x="22293" y="16335"/>
                    </a:lnTo>
                    <a:lnTo>
                      <a:pt x="25322" y="14169"/>
                    </a:lnTo>
                    <a:lnTo>
                      <a:pt x="27386" y="12784"/>
                    </a:lnTo>
                    <a:lnTo>
                      <a:pt x="31593" y="10143"/>
                    </a:lnTo>
                    <a:lnTo>
                      <a:pt x="37790" y="6583"/>
                    </a:lnTo>
                    <a:lnTo>
                      <a:pt x="41975" y="4336"/>
                    </a:lnTo>
                    <a:lnTo>
                      <a:pt x="50411" y="0"/>
                    </a:lnTo>
                    <a:lnTo>
                      <a:pt x="58238" y="1453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8" name="Контур"/>
              <p:cNvSpPr/>
              <p:nvPr/>
            </p:nvSpPr>
            <p:spPr>
              <a:xfrm>
                <a:off x="6718094" y="9492307"/>
                <a:ext cx="76911" cy="157768"/>
              </a:xfrm>
              <a:custGeom>
                <a:avLst/>
                <a:gdLst/>
                <a:ahLst/>
                <a:cxnLst/>
                <a:rect l="l" t="t" r="r" b="b"/>
                <a:pathLst>
                  <a:path w="76911" h="157768">
                    <a:moveTo>
                      <a:pt x="76911" y="157768"/>
                    </a:moveTo>
                    <a:lnTo>
                      <a:pt x="58261" y="143785"/>
                    </a:lnTo>
                    <a:lnTo>
                      <a:pt x="43222" y="123145"/>
                    </a:lnTo>
                    <a:lnTo>
                      <a:pt x="6098" y="46503"/>
                    </a:lnTo>
                    <a:lnTo>
                      <a:pt x="0" y="23676"/>
                    </a:lnTo>
                    <a:lnTo>
                      <a:pt x="1247" y="0"/>
                    </a:lnTo>
                    <a:lnTo>
                      <a:pt x="76911" y="15776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9" name="Контур"/>
              <p:cNvSpPr/>
              <p:nvPr/>
            </p:nvSpPr>
            <p:spPr>
              <a:xfrm>
                <a:off x="6100685" y="9305255"/>
                <a:ext cx="66387" cy="147603"/>
              </a:xfrm>
              <a:custGeom>
                <a:avLst/>
                <a:gdLst/>
                <a:ahLst/>
                <a:cxnLst/>
                <a:rect l="l" t="t" r="r" b="b"/>
                <a:pathLst>
                  <a:path w="66387" h="147603">
                    <a:moveTo>
                      <a:pt x="0" y="3419"/>
                    </a:moveTo>
                    <a:lnTo>
                      <a:pt x="7350" y="0"/>
                    </a:lnTo>
                    <a:lnTo>
                      <a:pt x="25766" y="44498"/>
                    </a:lnTo>
                    <a:lnTo>
                      <a:pt x="66387" y="139873"/>
                    </a:lnTo>
                    <a:lnTo>
                      <a:pt x="49962" y="147603"/>
                    </a:lnTo>
                    <a:lnTo>
                      <a:pt x="15727" y="69145"/>
                    </a:lnTo>
                    <a:lnTo>
                      <a:pt x="17005" y="68532"/>
                    </a:lnTo>
                    <a:lnTo>
                      <a:pt x="20499" y="66107"/>
                    </a:lnTo>
                    <a:lnTo>
                      <a:pt x="23066" y="62714"/>
                    </a:lnTo>
                    <a:lnTo>
                      <a:pt x="24450" y="58692"/>
                    </a:lnTo>
                    <a:lnTo>
                      <a:pt x="24513" y="54438"/>
                    </a:lnTo>
                    <a:lnTo>
                      <a:pt x="23250" y="50376"/>
                    </a:lnTo>
                    <a:lnTo>
                      <a:pt x="0" y="341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0" name="Контур"/>
              <p:cNvSpPr/>
              <p:nvPr/>
            </p:nvSpPr>
            <p:spPr>
              <a:xfrm>
                <a:off x="6840824" y="9387633"/>
                <a:ext cx="25941" cy="24051"/>
              </a:xfrm>
              <a:custGeom>
                <a:avLst/>
                <a:gdLst/>
                <a:ahLst/>
                <a:cxnLst/>
                <a:rect l="l" t="t" r="r" b="b"/>
                <a:pathLst>
                  <a:path w="25941" h="24051">
                    <a:moveTo>
                      <a:pt x="6506" y="24051"/>
                    </a:moveTo>
                    <a:lnTo>
                      <a:pt x="0" y="9294"/>
                    </a:lnTo>
                    <a:lnTo>
                      <a:pt x="18657" y="0"/>
                    </a:lnTo>
                    <a:lnTo>
                      <a:pt x="25941" y="14730"/>
                    </a:lnTo>
                    <a:lnTo>
                      <a:pt x="6506" y="2405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1" name="Контур"/>
              <p:cNvSpPr/>
              <p:nvPr/>
            </p:nvSpPr>
            <p:spPr>
              <a:xfrm>
                <a:off x="5914037" y="10012960"/>
                <a:ext cx="47884" cy="60878"/>
              </a:xfrm>
              <a:custGeom>
                <a:avLst/>
                <a:gdLst/>
                <a:ahLst/>
                <a:cxnLst/>
                <a:rect l="l" t="t" r="r" b="b"/>
                <a:pathLst>
                  <a:path w="47884" h="60878">
                    <a:moveTo>
                      <a:pt x="47884" y="41766"/>
                    </a:moveTo>
                    <a:lnTo>
                      <a:pt x="7798" y="60878"/>
                    </a:lnTo>
                    <a:lnTo>
                      <a:pt x="0" y="44569"/>
                    </a:lnTo>
                    <a:lnTo>
                      <a:pt x="23302" y="33509"/>
                    </a:lnTo>
                    <a:lnTo>
                      <a:pt x="11468" y="8033"/>
                    </a:lnTo>
                    <a:lnTo>
                      <a:pt x="28832" y="0"/>
                    </a:lnTo>
                    <a:lnTo>
                      <a:pt x="47884" y="417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2" name="Контур"/>
              <p:cNvSpPr/>
              <p:nvPr/>
            </p:nvSpPr>
            <p:spPr>
              <a:xfrm>
                <a:off x="6256657" y="10144303"/>
                <a:ext cx="55971" cy="40976"/>
              </a:xfrm>
              <a:custGeom>
                <a:avLst/>
                <a:gdLst/>
                <a:ahLst/>
                <a:cxnLst/>
                <a:rect l="l" t="t" r="r" b="b"/>
                <a:pathLst>
                  <a:path w="55971" h="40976">
                    <a:moveTo>
                      <a:pt x="41503" y="0"/>
                    </a:moveTo>
                    <a:lnTo>
                      <a:pt x="55971" y="30979"/>
                    </a:lnTo>
                    <a:lnTo>
                      <a:pt x="35276" y="40881"/>
                    </a:lnTo>
                    <a:lnTo>
                      <a:pt x="9817" y="40976"/>
                    </a:lnTo>
                    <a:lnTo>
                      <a:pt x="0" y="20123"/>
                    </a:lnTo>
                    <a:lnTo>
                      <a:pt x="4150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3" name="Контур"/>
              <p:cNvSpPr/>
              <p:nvPr/>
            </p:nvSpPr>
            <p:spPr>
              <a:xfrm>
                <a:off x="5901557" y="10146441"/>
                <a:ext cx="89312" cy="40204"/>
              </a:xfrm>
              <a:custGeom>
                <a:avLst/>
                <a:gdLst/>
                <a:ahLst/>
                <a:cxnLst/>
                <a:rect l="l" t="t" r="r" b="b"/>
                <a:pathLst>
                  <a:path w="89312" h="40204">
                    <a:moveTo>
                      <a:pt x="89312" y="11248"/>
                    </a:moveTo>
                    <a:lnTo>
                      <a:pt x="26252" y="40106"/>
                    </a:lnTo>
                    <a:lnTo>
                      <a:pt x="0" y="40204"/>
                    </a:lnTo>
                    <a:lnTo>
                      <a:pt x="83923" y="0"/>
                    </a:lnTo>
                    <a:lnTo>
                      <a:pt x="89312" y="1124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4" name="Контур"/>
              <p:cNvSpPr/>
              <p:nvPr/>
            </p:nvSpPr>
            <p:spPr>
              <a:xfrm>
                <a:off x="5953161" y="10069601"/>
                <a:ext cx="29457" cy="37834"/>
              </a:xfrm>
              <a:custGeom>
                <a:avLst/>
                <a:gdLst/>
                <a:ahLst/>
                <a:cxnLst/>
                <a:rect l="l" t="t" r="r" b="b"/>
                <a:pathLst>
                  <a:path w="29457" h="37834">
                    <a:moveTo>
                      <a:pt x="29457" y="30497"/>
                    </a:moveTo>
                    <a:lnTo>
                      <a:pt x="14629" y="37834"/>
                    </a:lnTo>
                    <a:lnTo>
                      <a:pt x="0" y="7024"/>
                    </a:lnTo>
                    <a:lnTo>
                      <a:pt x="15545" y="0"/>
                    </a:lnTo>
                    <a:lnTo>
                      <a:pt x="29457" y="3049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5" name="Контур"/>
              <p:cNvSpPr/>
              <p:nvPr/>
            </p:nvSpPr>
            <p:spPr>
              <a:xfrm>
                <a:off x="6089757" y="9330157"/>
                <a:ext cx="748677" cy="854663"/>
              </a:xfrm>
              <a:custGeom>
                <a:avLst/>
                <a:gdLst/>
                <a:ahLst/>
                <a:cxnLst/>
                <a:rect l="l" t="t" r="r" b="b"/>
                <a:pathLst>
                  <a:path w="748677" h="854663">
                    <a:moveTo>
                      <a:pt x="299315" y="854663"/>
                    </a:moveTo>
                    <a:lnTo>
                      <a:pt x="281300" y="816910"/>
                    </a:lnTo>
                    <a:lnTo>
                      <a:pt x="231755" y="840797"/>
                    </a:lnTo>
                    <a:lnTo>
                      <a:pt x="0" y="355866"/>
                    </a:lnTo>
                    <a:lnTo>
                      <a:pt x="743088" y="0"/>
                    </a:lnTo>
                    <a:lnTo>
                      <a:pt x="748677" y="12344"/>
                    </a:lnTo>
                    <a:lnTo>
                      <a:pt x="115597" y="316258"/>
                    </a:lnTo>
                    <a:lnTo>
                      <a:pt x="258493" y="615921"/>
                    </a:lnTo>
                    <a:lnTo>
                      <a:pt x="254750" y="618681"/>
                    </a:lnTo>
                    <a:lnTo>
                      <a:pt x="252030" y="623185"/>
                    </a:lnTo>
                    <a:lnTo>
                      <a:pt x="251240" y="628387"/>
                    </a:lnTo>
                    <a:lnTo>
                      <a:pt x="252498" y="633497"/>
                    </a:lnTo>
                    <a:lnTo>
                      <a:pt x="347378" y="836317"/>
                    </a:lnTo>
                    <a:lnTo>
                      <a:pt x="355577" y="854452"/>
                    </a:lnTo>
                    <a:lnTo>
                      <a:pt x="299315" y="8546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6" name="Контур"/>
              <p:cNvSpPr/>
              <p:nvPr/>
            </p:nvSpPr>
            <p:spPr>
              <a:xfrm>
                <a:off x="6173445" y="9971472"/>
                <a:ext cx="66165" cy="70545"/>
              </a:xfrm>
              <a:custGeom>
                <a:avLst/>
                <a:gdLst/>
                <a:ahLst/>
                <a:cxnLst/>
                <a:rect l="l" t="t" r="r" b="b"/>
                <a:pathLst>
                  <a:path w="66165" h="70545">
                    <a:moveTo>
                      <a:pt x="41691" y="0"/>
                    </a:moveTo>
                    <a:lnTo>
                      <a:pt x="66165" y="50654"/>
                    </a:lnTo>
                    <a:lnTo>
                      <a:pt x="24814" y="70545"/>
                    </a:lnTo>
                    <a:lnTo>
                      <a:pt x="0" y="19840"/>
                    </a:lnTo>
                    <a:lnTo>
                      <a:pt x="4169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7" name="Контур"/>
              <p:cNvSpPr/>
              <p:nvPr/>
            </p:nvSpPr>
            <p:spPr>
              <a:xfrm>
                <a:off x="5871378" y="9899479"/>
                <a:ext cx="38289" cy="50361"/>
              </a:xfrm>
              <a:custGeom>
                <a:avLst/>
                <a:gdLst/>
                <a:ahLst/>
                <a:cxnLst/>
                <a:rect l="l" t="t" r="r" b="b"/>
                <a:pathLst>
                  <a:path w="38289" h="50361">
                    <a:moveTo>
                      <a:pt x="20030" y="50361"/>
                    </a:moveTo>
                    <a:lnTo>
                      <a:pt x="0" y="8800"/>
                    </a:lnTo>
                    <a:lnTo>
                      <a:pt x="18258" y="0"/>
                    </a:lnTo>
                    <a:lnTo>
                      <a:pt x="38289" y="41560"/>
                    </a:lnTo>
                    <a:lnTo>
                      <a:pt x="20030" y="5036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8" name="Контур"/>
              <p:cNvSpPr/>
              <p:nvPr/>
            </p:nvSpPr>
            <p:spPr>
              <a:xfrm>
                <a:off x="6049823" y="9712734"/>
                <a:ext cx="152827" cy="251678"/>
              </a:xfrm>
              <a:custGeom>
                <a:avLst/>
                <a:gdLst/>
                <a:ahLst/>
                <a:cxnLst/>
                <a:rect l="l" t="t" r="r" b="b"/>
                <a:pathLst>
                  <a:path w="152827" h="251678">
                    <a:moveTo>
                      <a:pt x="110765" y="251678"/>
                    </a:moveTo>
                    <a:lnTo>
                      <a:pt x="0" y="19843"/>
                    </a:lnTo>
                    <a:lnTo>
                      <a:pt x="41844" y="0"/>
                    </a:lnTo>
                    <a:lnTo>
                      <a:pt x="152827" y="231672"/>
                    </a:lnTo>
                    <a:lnTo>
                      <a:pt x="110765" y="25167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9" name="Контур"/>
              <p:cNvSpPr/>
              <p:nvPr/>
            </p:nvSpPr>
            <p:spPr>
              <a:xfrm>
                <a:off x="5322517" y="9618518"/>
                <a:ext cx="234075" cy="134709"/>
              </a:xfrm>
              <a:custGeom>
                <a:avLst/>
                <a:gdLst/>
                <a:ahLst/>
                <a:cxnLst/>
                <a:rect l="l" t="t" r="r" b="b"/>
                <a:pathLst>
                  <a:path w="234075" h="134709">
                    <a:moveTo>
                      <a:pt x="0" y="106115"/>
                    </a:moveTo>
                    <a:lnTo>
                      <a:pt x="220015" y="0"/>
                    </a:lnTo>
                    <a:lnTo>
                      <a:pt x="234075" y="28749"/>
                    </a:lnTo>
                    <a:lnTo>
                      <a:pt x="13775" y="134709"/>
                    </a:lnTo>
                    <a:lnTo>
                      <a:pt x="0" y="1061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0" name="Контур"/>
              <p:cNvSpPr/>
              <p:nvPr/>
            </p:nvSpPr>
            <p:spPr>
              <a:xfrm>
                <a:off x="5047545" y="9597635"/>
                <a:ext cx="172426" cy="136300"/>
              </a:xfrm>
              <a:custGeom>
                <a:avLst/>
                <a:gdLst/>
                <a:ahLst/>
                <a:cxnLst/>
                <a:rect l="l" t="t" r="r" b="b"/>
                <a:pathLst>
                  <a:path w="172426" h="136300">
                    <a:moveTo>
                      <a:pt x="31659" y="26766"/>
                    </a:moveTo>
                    <a:lnTo>
                      <a:pt x="55421" y="2869"/>
                    </a:lnTo>
                    <a:lnTo>
                      <a:pt x="82298" y="0"/>
                    </a:lnTo>
                    <a:lnTo>
                      <a:pt x="159750" y="32597"/>
                    </a:lnTo>
                    <a:lnTo>
                      <a:pt x="169732" y="40681"/>
                    </a:lnTo>
                    <a:lnTo>
                      <a:pt x="172426" y="50740"/>
                    </a:lnTo>
                    <a:lnTo>
                      <a:pt x="162736" y="68081"/>
                    </a:lnTo>
                    <a:lnTo>
                      <a:pt x="21870" y="136300"/>
                    </a:lnTo>
                    <a:lnTo>
                      <a:pt x="12264" y="135657"/>
                    </a:lnTo>
                    <a:lnTo>
                      <a:pt x="1396" y="129365"/>
                    </a:lnTo>
                    <a:lnTo>
                      <a:pt x="0" y="111188"/>
                    </a:lnTo>
                    <a:lnTo>
                      <a:pt x="31659" y="267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1" name="Контур"/>
              <p:cNvSpPr/>
              <p:nvPr/>
            </p:nvSpPr>
            <p:spPr>
              <a:xfrm>
                <a:off x="5229584" y="9633015"/>
                <a:ext cx="36761" cy="23102"/>
              </a:xfrm>
              <a:custGeom>
                <a:avLst/>
                <a:gdLst/>
                <a:ahLst/>
                <a:cxnLst/>
                <a:rect l="l" t="t" r="r" b="b"/>
                <a:pathLst>
                  <a:path w="36761" h="23102">
                    <a:moveTo>
                      <a:pt x="0" y="0"/>
                    </a:moveTo>
                    <a:lnTo>
                      <a:pt x="36761" y="6573"/>
                    </a:lnTo>
                    <a:lnTo>
                      <a:pt x="2598" y="23102"/>
                    </a:lnTo>
                    <a:lnTo>
                      <a:pt x="4607" y="110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2" name="Контур"/>
              <p:cNvSpPr/>
              <p:nvPr/>
            </p:nvSpPr>
            <p:spPr>
              <a:xfrm>
                <a:off x="5149076" y="9485515"/>
                <a:ext cx="301912" cy="142342"/>
              </a:xfrm>
              <a:custGeom>
                <a:avLst/>
                <a:gdLst/>
                <a:ahLst/>
                <a:cxnLst/>
                <a:rect l="l" t="t" r="r" b="b"/>
                <a:pathLst>
                  <a:path w="301912" h="142342">
                    <a:moveTo>
                      <a:pt x="16888" y="66707"/>
                    </a:moveTo>
                    <a:lnTo>
                      <a:pt x="158697" y="0"/>
                    </a:lnTo>
                    <a:lnTo>
                      <a:pt x="163979" y="9900"/>
                    </a:lnTo>
                    <a:lnTo>
                      <a:pt x="175066" y="3918"/>
                    </a:lnTo>
                    <a:lnTo>
                      <a:pt x="194321" y="41566"/>
                    </a:lnTo>
                    <a:lnTo>
                      <a:pt x="213471" y="32674"/>
                    </a:lnTo>
                    <a:lnTo>
                      <a:pt x="223243" y="52251"/>
                    </a:lnTo>
                    <a:lnTo>
                      <a:pt x="280944" y="23958"/>
                    </a:lnTo>
                    <a:lnTo>
                      <a:pt x="301912" y="66182"/>
                    </a:lnTo>
                    <a:lnTo>
                      <a:pt x="135127" y="142342"/>
                    </a:lnTo>
                    <a:lnTo>
                      <a:pt x="64897" y="132326"/>
                    </a:lnTo>
                    <a:lnTo>
                      <a:pt x="12445" y="109468"/>
                    </a:lnTo>
                    <a:lnTo>
                      <a:pt x="3022" y="101185"/>
                    </a:lnTo>
                    <a:lnTo>
                      <a:pt x="0" y="87847"/>
                    </a:lnTo>
                    <a:lnTo>
                      <a:pt x="5011" y="76366"/>
                    </a:lnTo>
                    <a:lnTo>
                      <a:pt x="16888" y="6670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3" name="Контур"/>
              <p:cNvSpPr/>
              <p:nvPr/>
            </p:nvSpPr>
            <p:spPr>
              <a:xfrm>
                <a:off x="5585456" y="9459426"/>
                <a:ext cx="415513" cy="167924"/>
              </a:xfrm>
              <a:custGeom>
                <a:avLst/>
                <a:gdLst/>
                <a:ahLst/>
                <a:cxnLst/>
                <a:rect l="l" t="t" r="r" b="b"/>
                <a:pathLst>
                  <a:path w="415513" h="167924">
                    <a:moveTo>
                      <a:pt x="412409" y="56295"/>
                    </a:moveTo>
                    <a:lnTo>
                      <a:pt x="415513" y="59713"/>
                    </a:lnTo>
                    <a:lnTo>
                      <a:pt x="390247" y="56972"/>
                    </a:lnTo>
                    <a:lnTo>
                      <a:pt x="334300" y="36083"/>
                    </a:lnTo>
                    <a:lnTo>
                      <a:pt x="303095" y="36667"/>
                    </a:lnTo>
                    <a:lnTo>
                      <a:pt x="264842" y="47259"/>
                    </a:lnTo>
                    <a:lnTo>
                      <a:pt x="13424" y="167924"/>
                    </a:lnTo>
                    <a:lnTo>
                      <a:pt x="0" y="139106"/>
                    </a:lnTo>
                    <a:lnTo>
                      <a:pt x="277479" y="6312"/>
                    </a:lnTo>
                    <a:lnTo>
                      <a:pt x="321836" y="0"/>
                    </a:lnTo>
                    <a:lnTo>
                      <a:pt x="349566" y="3247"/>
                    </a:lnTo>
                    <a:lnTo>
                      <a:pt x="387272" y="26281"/>
                    </a:lnTo>
                    <a:lnTo>
                      <a:pt x="412409" y="5629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4" name="Контур"/>
              <p:cNvSpPr/>
              <p:nvPr/>
            </p:nvSpPr>
            <p:spPr>
              <a:xfrm>
                <a:off x="5110108" y="8874697"/>
                <a:ext cx="839489" cy="343451"/>
              </a:xfrm>
              <a:custGeom>
                <a:avLst/>
                <a:gdLst/>
                <a:ahLst/>
                <a:cxnLst/>
                <a:rect l="l" t="t" r="r" b="b"/>
                <a:pathLst>
                  <a:path w="839489" h="343451">
                    <a:moveTo>
                      <a:pt x="788225" y="35509"/>
                    </a:moveTo>
                    <a:lnTo>
                      <a:pt x="726908" y="67630"/>
                    </a:lnTo>
                    <a:lnTo>
                      <a:pt x="718732" y="54780"/>
                    </a:lnTo>
                    <a:lnTo>
                      <a:pt x="703793" y="53432"/>
                    </a:lnTo>
                    <a:lnTo>
                      <a:pt x="536483" y="144620"/>
                    </a:lnTo>
                    <a:lnTo>
                      <a:pt x="529556" y="154734"/>
                    </a:lnTo>
                    <a:lnTo>
                      <a:pt x="532599" y="165703"/>
                    </a:lnTo>
                    <a:lnTo>
                      <a:pt x="312039" y="275751"/>
                    </a:lnTo>
                    <a:lnTo>
                      <a:pt x="302920" y="294503"/>
                    </a:lnTo>
                    <a:lnTo>
                      <a:pt x="216945" y="343451"/>
                    </a:lnTo>
                    <a:lnTo>
                      <a:pt x="0" y="260316"/>
                    </a:lnTo>
                    <a:lnTo>
                      <a:pt x="108801" y="231451"/>
                    </a:lnTo>
                    <a:lnTo>
                      <a:pt x="437769" y="89154"/>
                    </a:lnTo>
                    <a:lnTo>
                      <a:pt x="510530" y="53852"/>
                    </a:lnTo>
                    <a:lnTo>
                      <a:pt x="532401" y="22789"/>
                    </a:lnTo>
                    <a:lnTo>
                      <a:pt x="545211" y="44577"/>
                    </a:lnTo>
                    <a:lnTo>
                      <a:pt x="637889" y="0"/>
                    </a:lnTo>
                    <a:lnTo>
                      <a:pt x="726450" y="0"/>
                    </a:lnTo>
                    <a:lnTo>
                      <a:pt x="653236" y="53637"/>
                    </a:lnTo>
                    <a:lnTo>
                      <a:pt x="693500" y="55356"/>
                    </a:lnTo>
                    <a:lnTo>
                      <a:pt x="816262" y="0"/>
                    </a:lnTo>
                    <a:lnTo>
                      <a:pt x="839489" y="0"/>
                    </a:lnTo>
                    <a:lnTo>
                      <a:pt x="795389" y="22647"/>
                    </a:lnTo>
                    <a:lnTo>
                      <a:pt x="788225" y="3550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5" name="Контур"/>
              <p:cNvSpPr/>
              <p:nvPr/>
            </p:nvSpPr>
            <p:spPr>
              <a:xfrm>
                <a:off x="5136385" y="9252981"/>
                <a:ext cx="406404" cy="283391"/>
              </a:xfrm>
              <a:custGeom>
                <a:avLst/>
                <a:gdLst/>
                <a:ahLst/>
                <a:cxnLst/>
                <a:rect l="l" t="t" r="r" b="b"/>
                <a:pathLst>
                  <a:path w="406404" h="283391">
                    <a:moveTo>
                      <a:pt x="296924" y="88572"/>
                    </a:moveTo>
                    <a:lnTo>
                      <a:pt x="345904" y="65070"/>
                    </a:lnTo>
                    <a:lnTo>
                      <a:pt x="341562" y="55991"/>
                    </a:lnTo>
                    <a:lnTo>
                      <a:pt x="146559" y="149237"/>
                    </a:lnTo>
                    <a:lnTo>
                      <a:pt x="150818" y="158414"/>
                    </a:lnTo>
                    <a:lnTo>
                      <a:pt x="199897" y="134781"/>
                    </a:lnTo>
                    <a:lnTo>
                      <a:pt x="207419" y="149920"/>
                    </a:lnTo>
                    <a:lnTo>
                      <a:pt x="146185" y="179064"/>
                    </a:lnTo>
                    <a:lnTo>
                      <a:pt x="165724" y="219151"/>
                    </a:lnTo>
                    <a:lnTo>
                      <a:pt x="35945" y="281639"/>
                    </a:lnTo>
                    <a:lnTo>
                      <a:pt x="11861" y="283391"/>
                    </a:lnTo>
                    <a:lnTo>
                      <a:pt x="2224" y="277893"/>
                    </a:lnTo>
                    <a:lnTo>
                      <a:pt x="0" y="250038"/>
                    </a:lnTo>
                    <a:lnTo>
                      <a:pt x="60472" y="158894"/>
                    </a:lnTo>
                    <a:lnTo>
                      <a:pt x="115919" y="95095"/>
                    </a:lnTo>
                    <a:lnTo>
                      <a:pt x="170215" y="52370"/>
                    </a:lnTo>
                    <a:lnTo>
                      <a:pt x="214622" y="27737"/>
                    </a:lnTo>
                    <a:lnTo>
                      <a:pt x="266647" y="7780"/>
                    </a:lnTo>
                    <a:lnTo>
                      <a:pt x="311000" y="0"/>
                    </a:lnTo>
                    <a:lnTo>
                      <a:pt x="348653" y="3192"/>
                    </a:lnTo>
                    <a:lnTo>
                      <a:pt x="373118" y="16247"/>
                    </a:lnTo>
                    <a:lnTo>
                      <a:pt x="395722" y="43636"/>
                    </a:lnTo>
                    <a:lnTo>
                      <a:pt x="406404" y="73181"/>
                    </a:lnTo>
                    <a:lnTo>
                      <a:pt x="401894" y="99266"/>
                    </a:lnTo>
                    <a:lnTo>
                      <a:pt x="386184" y="118854"/>
                    </a:lnTo>
                    <a:lnTo>
                      <a:pt x="365109" y="74804"/>
                    </a:lnTo>
                    <a:lnTo>
                      <a:pt x="304046" y="103413"/>
                    </a:lnTo>
                    <a:lnTo>
                      <a:pt x="296924" y="885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6" name="Контур"/>
              <p:cNvSpPr/>
              <p:nvPr/>
            </p:nvSpPr>
            <p:spPr>
              <a:xfrm>
                <a:off x="5100265" y="9543260"/>
                <a:ext cx="37144" cy="37117"/>
              </a:xfrm>
              <a:custGeom>
                <a:avLst/>
                <a:gdLst/>
                <a:ahLst/>
                <a:cxnLst/>
                <a:rect l="l" t="t" r="r" b="b"/>
                <a:pathLst>
                  <a:path w="37144" h="37117">
                    <a:moveTo>
                      <a:pt x="37144" y="18559"/>
                    </a:moveTo>
                    <a:lnTo>
                      <a:pt x="31085" y="32282"/>
                    </a:lnTo>
                    <a:lnTo>
                      <a:pt x="17858" y="37117"/>
                    </a:lnTo>
                    <a:lnTo>
                      <a:pt x="5864" y="32103"/>
                    </a:lnTo>
                    <a:lnTo>
                      <a:pt x="0" y="18559"/>
                    </a:lnTo>
                    <a:lnTo>
                      <a:pt x="5864" y="5014"/>
                    </a:lnTo>
                    <a:lnTo>
                      <a:pt x="17858" y="0"/>
                    </a:lnTo>
                    <a:lnTo>
                      <a:pt x="31085" y="4835"/>
                    </a:lnTo>
                    <a:lnTo>
                      <a:pt x="37144" y="185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7" name="Контур"/>
              <p:cNvSpPr/>
              <p:nvPr/>
            </p:nvSpPr>
            <p:spPr>
              <a:xfrm>
                <a:off x="5734549" y="9954539"/>
                <a:ext cx="48113" cy="60905"/>
              </a:xfrm>
              <a:custGeom>
                <a:avLst/>
                <a:gdLst/>
                <a:ahLst/>
                <a:cxnLst/>
                <a:rect l="l" t="t" r="r" b="b"/>
                <a:pathLst>
                  <a:path w="48113" h="60905">
                    <a:moveTo>
                      <a:pt x="28480" y="56580"/>
                    </a:moveTo>
                    <a:lnTo>
                      <a:pt x="19966" y="60905"/>
                    </a:lnTo>
                    <a:lnTo>
                      <a:pt x="0" y="19779"/>
                    </a:lnTo>
                    <a:lnTo>
                      <a:pt x="39881" y="0"/>
                    </a:lnTo>
                    <a:lnTo>
                      <a:pt x="48113" y="16192"/>
                    </a:lnTo>
                    <a:lnTo>
                      <a:pt x="16463" y="31434"/>
                    </a:lnTo>
                    <a:lnTo>
                      <a:pt x="28480" y="565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8" name="Контур"/>
              <p:cNvSpPr/>
              <p:nvPr/>
            </p:nvSpPr>
            <p:spPr>
              <a:xfrm>
                <a:off x="5834620" y="9937291"/>
                <a:ext cx="36431" cy="36113"/>
              </a:xfrm>
              <a:custGeom>
                <a:avLst/>
                <a:gdLst/>
                <a:ahLst/>
                <a:cxnLst/>
                <a:rect l="l" t="t" r="r" b="b"/>
                <a:pathLst>
                  <a:path w="36431" h="36113">
                    <a:moveTo>
                      <a:pt x="0" y="11711"/>
                    </a:moveTo>
                    <a:lnTo>
                      <a:pt x="24424" y="0"/>
                    </a:lnTo>
                    <a:lnTo>
                      <a:pt x="36431" y="24319"/>
                    </a:lnTo>
                    <a:lnTo>
                      <a:pt x="11735" y="36113"/>
                    </a:lnTo>
                    <a:lnTo>
                      <a:pt x="0" y="1171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9" name="Контур"/>
              <p:cNvSpPr/>
              <p:nvPr/>
            </p:nvSpPr>
            <p:spPr>
              <a:xfrm>
                <a:off x="5703832" y="9902385"/>
                <a:ext cx="38343" cy="57057"/>
              </a:xfrm>
              <a:custGeom>
                <a:avLst/>
                <a:gdLst/>
                <a:ahLst/>
                <a:cxnLst/>
                <a:rect l="l" t="t" r="r" b="b"/>
                <a:pathLst>
                  <a:path w="38343" h="57057">
                    <a:moveTo>
                      <a:pt x="0" y="6779"/>
                    </a:moveTo>
                    <a:lnTo>
                      <a:pt x="14411" y="0"/>
                    </a:lnTo>
                    <a:lnTo>
                      <a:pt x="38343" y="50421"/>
                    </a:lnTo>
                    <a:lnTo>
                      <a:pt x="23666" y="57057"/>
                    </a:lnTo>
                    <a:lnTo>
                      <a:pt x="0" y="677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0" name="Контур"/>
              <p:cNvSpPr/>
              <p:nvPr/>
            </p:nvSpPr>
            <p:spPr>
              <a:xfrm>
                <a:off x="5398360" y="9830551"/>
                <a:ext cx="62864" cy="87651"/>
              </a:xfrm>
              <a:custGeom>
                <a:avLst/>
                <a:gdLst/>
                <a:ahLst/>
                <a:cxnLst/>
                <a:rect l="l" t="t" r="r" b="b"/>
                <a:pathLst>
                  <a:path w="62864" h="87651">
                    <a:moveTo>
                      <a:pt x="27398" y="0"/>
                    </a:moveTo>
                    <a:lnTo>
                      <a:pt x="62864" y="74631"/>
                    </a:lnTo>
                    <a:lnTo>
                      <a:pt x="35466" y="87651"/>
                    </a:lnTo>
                    <a:lnTo>
                      <a:pt x="0" y="13021"/>
                    </a:lnTo>
                    <a:lnTo>
                      <a:pt x="2739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1" name="Контур"/>
              <p:cNvSpPr/>
              <p:nvPr/>
            </p:nvSpPr>
            <p:spPr>
              <a:xfrm>
                <a:off x="5705482" y="9810192"/>
                <a:ext cx="124409" cy="70877"/>
              </a:xfrm>
              <a:custGeom>
                <a:avLst/>
                <a:gdLst/>
                <a:ahLst/>
                <a:cxnLst/>
                <a:rect l="l" t="t" r="r" b="b"/>
                <a:pathLst>
                  <a:path w="124409" h="70877">
                    <a:moveTo>
                      <a:pt x="0" y="55993"/>
                    </a:moveTo>
                    <a:lnTo>
                      <a:pt x="117701" y="0"/>
                    </a:lnTo>
                    <a:lnTo>
                      <a:pt x="124409" y="14356"/>
                    </a:lnTo>
                    <a:lnTo>
                      <a:pt x="6844" y="70877"/>
                    </a:lnTo>
                    <a:lnTo>
                      <a:pt x="0" y="559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2" name="Контур"/>
              <p:cNvSpPr/>
              <p:nvPr/>
            </p:nvSpPr>
            <p:spPr>
              <a:xfrm>
                <a:off x="5175356" y="9761622"/>
                <a:ext cx="103757" cy="102517"/>
              </a:xfrm>
              <a:custGeom>
                <a:avLst/>
                <a:gdLst/>
                <a:ahLst/>
                <a:cxnLst/>
                <a:rect l="l" t="t" r="r" b="b"/>
                <a:pathLst>
                  <a:path w="103757" h="102517">
                    <a:moveTo>
                      <a:pt x="71023" y="0"/>
                    </a:moveTo>
                    <a:lnTo>
                      <a:pt x="103757" y="68654"/>
                    </a:lnTo>
                    <a:lnTo>
                      <a:pt x="32734" y="102517"/>
                    </a:lnTo>
                    <a:lnTo>
                      <a:pt x="0" y="33862"/>
                    </a:lnTo>
                    <a:lnTo>
                      <a:pt x="7102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3" name="Контур"/>
              <p:cNvSpPr/>
              <p:nvPr/>
            </p:nvSpPr>
            <p:spPr>
              <a:xfrm>
                <a:off x="5135453" y="9538752"/>
                <a:ext cx="407308" cy="248540"/>
              </a:xfrm>
              <a:custGeom>
                <a:avLst/>
                <a:gdLst/>
                <a:ahLst/>
                <a:cxnLst/>
                <a:rect l="l" t="t" r="r" b="b"/>
                <a:pathLst>
                  <a:path w="407308" h="248540">
                    <a:moveTo>
                      <a:pt x="321322" y="24798"/>
                    </a:moveTo>
                    <a:lnTo>
                      <a:pt x="373881" y="0"/>
                    </a:lnTo>
                    <a:lnTo>
                      <a:pt x="407308" y="69072"/>
                    </a:lnTo>
                    <a:lnTo>
                      <a:pt x="33971" y="248540"/>
                    </a:lnTo>
                    <a:lnTo>
                      <a:pt x="0" y="177890"/>
                    </a:lnTo>
                    <a:lnTo>
                      <a:pt x="321322" y="2479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4" name="Контур"/>
              <p:cNvSpPr/>
              <p:nvPr/>
            </p:nvSpPr>
            <p:spPr>
              <a:xfrm>
                <a:off x="5017502" y="9727300"/>
                <a:ext cx="30790" cy="30309"/>
              </a:xfrm>
              <a:custGeom>
                <a:avLst/>
                <a:gdLst/>
                <a:ahLst/>
                <a:cxnLst/>
                <a:rect l="l" t="t" r="r" b="b"/>
                <a:pathLst>
                  <a:path w="30790" h="30309">
                    <a:moveTo>
                      <a:pt x="18132" y="0"/>
                    </a:moveTo>
                    <a:lnTo>
                      <a:pt x="19062" y="4271"/>
                    </a:lnTo>
                    <a:lnTo>
                      <a:pt x="19704" y="6271"/>
                    </a:lnTo>
                    <a:lnTo>
                      <a:pt x="20562" y="8109"/>
                    </a:lnTo>
                    <a:lnTo>
                      <a:pt x="21093" y="8951"/>
                    </a:lnTo>
                    <a:lnTo>
                      <a:pt x="21859" y="9914"/>
                    </a:lnTo>
                    <a:lnTo>
                      <a:pt x="22432" y="10509"/>
                    </a:lnTo>
                    <a:lnTo>
                      <a:pt x="23707" y="11600"/>
                    </a:lnTo>
                    <a:lnTo>
                      <a:pt x="25885" y="13037"/>
                    </a:lnTo>
                    <a:lnTo>
                      <a:pt x="27467" y="13897"/>
                    </a:lnTo>
                    <a:lnTo>
                      <a:pt x="30790" y="15495"/>
                    </a:lnTo>
                    <a:lnTo>
                      <a:pt x="0" y="30309"/>
                    </a:lnTo>
                    <a:lnTo>
                      <a:pt x="1813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5" name="Контур"/>
              <p:cNvSpPr/>
              <p:nvPr/>
            </p:nvSpPr>
            <p:spPr>
              <a:xfrm>
                <a:off x="5145115" y="10173592"/>
                <a:ext cx="26883" cy="14408"/>
              </a:xfrm>
              <a:custGeom>
                <a:avLst/>
                <a:gdLst/>
                <a:ahLst/>
                <a:cxnLst/>
                <a:rect l="l" t="t" r="r" b="b"/>
                <a:pathLst>
                  <a:path w="26883" h="14408">
                    <a:moveTo>
                      <a:pt x="19584" y="0"/>
                    </a:moveTo>
                    <a:lnTo>
                      <a:pt x="26883" y="14408"/>
                    </a:lnTo>
                    <a:lnTo>
                      <a:pt x="2065" y="14408"/>
                    </a:lnTo>
                    <a:lnTo>
                      <a:pt x="0" y="1014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6" name="Контур"/>
              <p:cNvSpPr/>
              <p:nvPr/>
            </p:nvSpPr>
            <p:spPr>
              <a:xfrm>
                <a:off x="5395746" y="10083158"/>
                <a:ext cx="77654" cy="104842"/>
              </a:xfrm>
              <a:custGeom>
                <a:avLst/>
                <a:gdLst/>
                <a:ahLst/>
                <a:cxnLst/>
                <a:rect l="l" t="t" r="r" b="b"/>
                <a:pathLst>
                  <a:path w="77654" h="104842">
                    <a:moveTo>
                      <a:pt x="26919" y="0"/>
                    </a:moveTo>
                    <a:lnTo>
                      <a:pt x="45270" y="36672"/>
                    </a:lnTo>
                    <a:lnTo>
                      <a:pt x="77654" y="104842"/>
                    </a:lnTo>
                    <a:lnTo>
                      <a:pt x="17773" y="104842"/>
                    </a:lnTo>
                    <a:lnTo>
                      <a:pt x="0" y="67223"/>
                    </a:lnTo>
                    <a:lnTo>
                      <a:pt x="25866" y="53629"/>
                    </a:lnTo>
                    <a:lnTo>
                      <a:pt x="4439" y="7015"/>
                    </a:lnTo>
                    <a:lnTo>
                      <a:pt x="7345" y="5506"/>
                    </a:lnTo>
                    <a:lnTo>
                      <a:pt x="8552" y="5931"/>
                    </a:lnTo>
                    <a:lnTo>
                      <a:pt x="12774" y="6037"/>
                    </a:lnTo>
                    <a:lnTo>
                      <a:pt x="16822" y="483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7" name="Контур"/>
              <p:cNvSpPr/>
              <p:nvPr/>
            </p:nvSpPr>
            <p:spPr>
              <a:xfrm>
                <a:off x="5041355" y="10147343"/>
                <a:ext cx="91927" cy="40657"/>
              </a:xfrm>
              <a:custGeom>
                <a:avLst/>
                <a:gdLst/>
                <a:ahLst/>
                <a:cxnLst/>
                <a:rect l="l" t="t" r="r" b="b"/>
                <a:pathLst>
                  <a:path w="91927" h="40657">
                    <a:moveTo>
                      <a:pt x="0" y="40657"/>
                    </a:moveTo>
                    <a:lnTo>
                      <a:pt x="86530" y="0"/>
                    </a:lnTo>
                    <a:lnTo>
                      <a:pt x="91927" y="11549"/>
                    </a:lnTo>
                    <a:lnTo>
                      <a:pt x="30263" y="406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8" name="Контур"/>
              <p:cNvSpPr/>
              <p:nvPr/>
            </p:nvSpPr>
            <p:spPr>
              <a:xfrm>
                <a:off x="5814966" y="10136973"/>
                <a:ext cx="25975" cy="36070"/>
              </a:xfrm>
              <a:custGeom>
                <a:avLst/>
                <a:gdLst/>
                <a:ahLst/>
                <a:cxnLst/>
                <a:rect l="l" t="t" r="r" b="b"/>
                <a:pathLst>
                  <a:path w="25975" h="36070">
                    <a:moveTo>
                      <a:pt x="0" y="5101"/>
                    </a:moveTo>
                    <a:lnTo>
                      <a:pt x="10978" y="0"/>
                    </a:lnTo>
                    <a:lnTo>
                      <a:pt x="25975" y="31001"/>
                    </a:lnTo>
                    <a:lnTo>
                      <a:pt x="14956" y="36070"/>
                    </a:lnTo>
                    <a:lnTo>
                      <a:pt x="0" y="510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9" name="Контур"/>
              <p:cNvSpPr/>
              <p:nvPr/>
            </p:nvSpPr>
            <p:spPr>
              <a:xfrm>
                <a:off x="5788800" y="10083201"/>
                <a:ext cx="27901" cy="44012"/>
              </a:xfrm>
              <a:custGeom>
                <a:avLst/>
                <a:gdLst/>
                <a:ahLst/>
                <a:cxnLst/>
                <a:rect l="l" t="t" r="r" b="b"/>
                <a:pathLst>
                  <a:path w="27901" h="44012">
                    <a:moveTo>
                      <a:pt x="8252" y="0"/>
                    </a:moveTo>
                    <a:lnTo>
                      <a:pt x="27901" y="40328"/>
                    </a:lnTo>
                    <a:lnTo>
                      <a:pt x="19037" y="44012"/>
                    </a:lnTo>
                    <a:lnTo>
                      <a:pt x="0" y="3999"/>
                    </a:lnTo>
                    <a:lnTo>
                      <a:pt x="825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0" name="Контур"/>
              <p:cNvSpPr/>
              <p:nvPr/>
            </p:nvSpPr>
            <p:spPr>
              <a:xfrm>
                <a:off x="5435674" y="10068172"/>
                <a:ext cx="45074" cy="47026"/>
              </a:xfrm>
              <a:custGeom>
                <a:avLst/>
                <a:gdLst/>
                <a:ahLst/>
                <a:cxnLst/>
                <a:rect l="l" t="t" r="r" b="b"/>
                <a:pathLst>
                  <a:path w="45074" h="47026">
                    <a:moveTo>
                      <a:pt x="15807" y="47026"/>
                    </a:moveTo>
                    <a:lnTo>
                      <a:pt x="0" y="14342"/>
                    </a:lnTo>
                    <a:lnTo>
                      <a:pt x="29021" y="0"/>
                    </a:lnTo>
                    <a:lnTo>
                      <a:pt x="45074" y="32852"/>
                    </a:lnTo>
                    <a:lnTo>
                      <a:pt x="15807" y="4702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1" name="Контур"/>
              <p:cNvSpPr/>
              <p:nvPr/>
            </p:nvSpPr>
            <p:spPr>
              <a:xfrm>
                <a:off x="5826982" y="10054174"/>
                <a:ext cx="36485" cy="36463"/>
              </a:xfrm>
              <a:custGeom>
                <a:avLst/>
                <a:gdLst/>
                <a:ahLst/>
                <a:cxnLst/>
                <a:rect l="l" t="t" r="r" b="b"/>
                <a:pathLst>
                  <a:path w="36485" h="36463">
                    <a:moveTo>
                      <a:pt x="0" y="12100"/>
                    </a:moveTo>
                    <a:lnTo>
                      <a:pt x="24958" y="0"/>
                    </a:lnTo>
                    <a:lnTo>
                      <a:pt x="36485" y="24353"/>
                    </a:lnTo>
                    <a:lnTo>
                      <a:pt x="12011" y="36463"/>
                    </a:lnTo>
                    <a:lnTo>
                      <a:pt x="0" y="121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2" name="Контур"/>
              <p:cNvSpPr/>
              <p:nvPr/>
            </p:nvSpPr>
            <p:spPr>
              <a:xfrm>
                <a:off x="5771036" y="9961900"/>
                <a:ext cx="156364" cy="104238"/>
              </a:xfrm>
              <a:custGeom>
                <a:avLst/>
                <a:gdLst/>
                <a:ahLst/>
                <a:cxnLst/>
                <a:rect l="l" t="t" r="r" b="b"/>
                <a:pathLst>
                  <a:path w="156364" h="104238">
                    <a:moveTo>
                      <a:pt x="0" y="66586"/>
                    </a:moveTo>
                    <a:lnTo>
                      <a:pt x="138168" y="0"/>
                    </a:lnTo>
                    <a:lnTo>
                      <a:pt x="156364" y="37798"/>
                    </a:lnTo>
                    <a:lnTo>
                      <a:pt x="18289" y="104238"/>
                    </a:lnTo>
                    <a:lnTo>
                      <a:pt x="0" y="665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3" name="Контур"/>
              <p:cNvSpPr/>
              <p:nvPr/>
            </p:nvSpPr>
            <p:spPr>
              <a:xfrm>
                <a:off x="7931414" y="7654074"/>
                <a:ext cx="218810" cy="110070"/>
              </a:xfrm>
              <a:custGeom>
                <a:avLst/>
                <a:gdLst/>
                <a:ahLst/>
                <a:cxnLst/>
                <a:rect l="l" t="t" r="r" b="b"/>
                <a:pathLst>
                  <a:path w="218810" h="110070">
                    <a:moveTo>
                      <a:pt x="204991" y="15536"/>
                    </a:moveTo>
                    <a:lnTo>
                      <a:pt x="216527" y="33491"/>
                    </a:lnTo>
                    <a:lnTo>
                      <a:pt x="218810" y="35927"/>
                    </a:lnTo>
                    <a:lnTo>
                      <a:pt x="80786" y="104325"/>
                    </a:lnTo>
                    <a:lnTo>
                      <a:pt x="72461" y="110070"/>
                    </a:lnTo>
                    <a:lnTo>
                      <a:pt x="62018" y="95499"/>
                    </a:lnTo>
                    <a:lnTo>
                      <a:pt x="0" y="2008"/>
                    </a:lnTo>
                    <a:lnTo>
                      <a:pt x="3328" y="0"/>
                    </a:lnTo>
                    <a:lnTo>
                      <a:pt x="63065" y="91793"/>
                    </a:lnTo>
                    <a:lnTo>
                      <a:pt x="66745" y="95562"/>
                    </a:lnTo>
                    <a:lnTo>
                      <a:pt x="71587" y="97637"/>
                    </a:lnTo>
                    <a:lnTo>
                      <a:pt x="76853" y="97700"/>
                    </a:lnTo>
                    <a:lnTo>
                      <a:pt x="81744" y="95744"/>
                    </a:lnTo>
                    <a:lnTo>
                      <a:pt x="204991" y="1553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4" name="Контур"/>
              <p:cNvSpPr/>
              <p:nvPr/>
            </p:nvSpPr>
            <p:spPr>
              <a:xfrm>
                <a:off x="7734081" y="7498915"/>
                <a:ext cx="134782" cy="77062"/>
              </a:xfrm>
              <a:custGeom>
                <a:avLst/>
                <a:gdLst/>
                <a:ahLst/>
                <a:cxnLst/>
                <a:rect l="l" t="t" r="r" b="b"/>
                <a:pathLst>
                  <a:path w="134782" h="77062">
                    <a:moveTo>
                      <a:pt x="134782" y="72307"/>
                    </a:moveTo>
                    <a:lnTo>
                      <a:pt x="110091" y="67299"/>
                    </a:lnTo>
                    <a:lnTo>
                      <a:pt x="85897" y="77062"/>
                    </a:lnTo>
                    <a:lnTo>
                      <a:pt x="0" y="75901"/>
                    </a:lnTo>
                    <a:lnTo>
                      <a:pt x="94854" y="0"/>
                    </a:lnTo>
                    <a:lnTo>
                      <a:pt x="94189" y="1520"/>
                    </a:lnTo>
                    <a:lnTo>
                      <a:pt x="94084" y="6786"/>
                    </a:lnTo>
                    <a:lnTo>
                      <a:pt x="96003" y="11692"/>
                    </a:lnTo>
                    <a:lnTo>
                      <a:pt x="134782" y="7230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5" name="Контур"/>
              <p:cNvSpPr/>
              <p:nvPr/>
            </p:nvSpPr>
            <p:spPr>
              <a:xfrm>
                <a:off x="7287515" y="7257353"/>
                <a:ext cx="56605" cy="64484"/>
              </a:xfrm>
              <a:custGeom>
                <a:avLst/>
                <a:gdLst/>
                <a:ahLst/>
                <a:cxnLst/>
                <a:rect l="l" t="t" r="r" b="b"/>
                <a:pathLst>
                  <a:path w="56605" h="64484">
                    <a:moveTo>
                      <a:pt x="0" y="16215"/>
                    </a:moveTo>
                    <a:lnTo>
                      <a:pt x="35732" y="0"/>
                    </a:lnTo>
                    <a:lnTo>
                      <a:pt x="56605" y="43689"/>
                    </a:lnTo>
                    <a:lnTo>
                      <a:pt x="24596" y="64484"/>
                    </a:lnTo>
                    <a:lnTo>
                      <a:pt x="19464" y="54032"/>
                    </a:lnTo>
                    <a:lnTo>
                      <a:pt x="18748" y="54385"/>
                    </a:lnTo>
                    <a:lnTo>
                      <a:pt x="0" y="162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6" name="Контур"/>
              <p:cNvSpPr/>
              <p:nvPr/>
            </p:nvSpPr>
            <p:spPr>
              <a:xfrm>
                <a:off x="7296234" y="6263047"/>
                <a:ext cx="339490" cy="684770"/>
              </a:xfrm>
              <a:custGeom>
                <a:avLst/>
                <a:gdLst/>
                <a:ahLst/>
                <a:cxnLst/>
                <a:rect l="l" t="t" r="r" b="b"/>
                <a:pathLst>
                  <a:path w="339490" h="684770">
                    <a:moveTo>
                      <a:pt x="339490" y="676945"/>
                    </a:moveTo>
                    <a:lnTo>
                      <a:pt x="322989" y="684770"/>
                    </a:lnTo>
                    <a:lnTo>
                      <a:pt x="308279" y="654097"/>
                    </a:lnTo>
                    <a:lnTo>
                      <a:pt x="212882" y="462887"/>
                    </a:lnTo>
                    <a:lnTo>
                      <a:pt x="199037" y="438825"/>
                    </a:lnTo>
                    <a:lnTo>
                      <a:pt x="0" y="11303"/>
                    </a:lnTo>
                    <a:lnTo>
                      <a:pt x="22255" y="0"/>
                    </a:lnTo>
                    <a:lnTo>
                      <a:pt x="61054" y="81664"/>
                    </a:lnTo>
                    <a:lnTo>
                      <a:pt x="60995" y="83448"/>
                    </a:lnTo>
                    <a:lnTo>
                      <a:pt x="62171" y="87516"/>
                    </a:lnTo>
                    <a:lnTo>
                      <a:pt x="337801" y="674459"/>
                    </a:lnTo>
                    <a:lnTo>
                      <a:pt x="339490" y="67694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7" name="Контур"/>
              <p:cNvSpPr/>
              <p:nvPr/>
            </p:nvSpPr>
            <p:spPr>
              <a:xfrm>
                <a:off x="7416309" y="7443816"/>
                <a:ext cx="65949" cy="54705"/>
              </a:xfrm>
              <a:custGeom>
                <a:avLst/>
                <a:gdLst/>
                <a:ahLst/>
                <a:cxnLst/>
                <a:rect l="l" t="t" r="r" b="b"/>
                <a:pathLst>
                  <a:path w="65949" h="54705">
                    <a:moveTo>
                      <a:pt x="59285" y="0"/>
                    </a:moveTo>
                    <a:lnTo>
                      <a:pt x="65949" y="8771"/>
                    </a:lnTo>
                    <a:lnTo>
                      <a:pt x="11679" y="52553"/>
                    </a:lnTo>
                    <a:lnTo>
                      <a:pt x="6218" y="54705"/>
                    </a:lnTo>
                    <a:lnTo>
                      <a:pt x="0" y="49304"/>
                    </a:lnTo>
                    <a:lnTo>
                      <a:pt x="5928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8" name="Контур"/>
              <p:cNvSpPr/>
              <p:nvPr/>
            </p:nvSpPr>
            <p:spPr>
              <a:xfrm>
                <a:off x="7484571" y="6784734"/>
                <a:ext cx="759459" cy="661504"/>
              </a:xfrm>
              <a:custGeom>
                <a:avLst/>
                <a:gdLst/>
                <a:ahLst/>
                <a:cxnLst/>
                <a:rect l="l" t="t" r="r" b="b"/>
                <a:pathLst>
                  <a:path w="759459" h="661504">
                    <a:moveTo>
                      <a:pt x="759337" y="0"/>
                    </a:moveTo>
                    <a:lnTo>
                      <a:pt x="759459" y="2676"/>
                    </a:lnTo>
                    <a:lnTo>
                      <a:pt x="750129" y="16674"/>
                    </a:lnTo>
                    <a:lnTo>
                      <a:pt x="563553" y="188152"/>
                    </a:lnTo>
                    <a:lnTo>
                      <a:pt x="213807" y="485426"/>
                    </a:lnTo>
                    <a:lnTo>
                      <a:pt x="103089" y="581594"/>
                    </a:lnTo>
                    <a:lnTo>
                      <a:pt x="85044" y="597270"/>
                    </a:lnTo>
                    <a:lnTo>
                      <a:pt x="7766" y="661504"/>
                    </a:lnTo>
                    <a:lnTo>
                      <a:pt x="0" y="651616"/>
                    </a:lnTo>
                    <a:lnTo>
                      <a:pt x="27828" y="628474"/>
                    </a:lnTo>
                    <a:lnTo>
                      <a:pt x="28085" y="628254"/>
                    </a:lnTo>
                    <a:lnTo>
                      <a:pt x="194421" y="482710"/>
                    </a:lnTo>
                    <a:lnTo>
                      <a:pt x="348261" y="349619"/>
                    </a:lnTo>
                    <a:lnTo>
                      <a:pt x="480441" y="235718"/>
                    </a:lnTo>
                    <a:lnTo>
                      <a:pt x="666358" y="71353"/>
                    </a:lnTo>
                    <a:lnTo>
                      <a:pt x="669090" y="70844"/>
                    </a:lnTo>
                    <a:lnTo>
                      <a:pt x="672904" y="68714"/>
                    </a:lnTo>
                    <a:lnTo>
                      <a:pt x="75933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9" name="Контур"/>
              <p:cNvSpPr/>
              <p:nvPr/>
            </p:nvSpPr>
            <p:spPr>
              <a:xfrm>
                <a:off x="7993686" y="7205837"/>
                <a:ext cx="2205" cy="4938"/>
              </a:xfrm>
              <a:custGeom>
                <a:avLst/>
                <a:gdLst/>
                <a:ahLst/>
                <a:cxnLst/>
                <a:rect l="l" t="t" r="r" b="b"/>
                <a:pathLst>
                  <a:path w="2205" h="4938">
                    <a:moveTo>
                      <a:pt x="2205" y="4872"/>
                    </a:moveTo>
                    <a:lnTo>
                      <a:pt x="1051" y="4938"/>
                    </a:lnTo>
                    <a:lnTo>
                      <a:pt x="0" y="0"/>
                    </a:lnTo>
                    <a:lnTo>
                      <a:pt x="2205" y="48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0" name="Контур"/>
              <p:cNvSpPr/>
              <p:nvPr/>
            </p:nvSpPr>
            <p:spPr>
              <a:xfrm>
                <a:off x="7984144" y="7140748"/>
                <a:ext cx="48203" cy="32820"/>
              </a:xfrm>
              <a:custGeom>
                <a:avLst/>
                <a:gdLst/>
                <a:ahLst/>
                <a:cxnLst/>
                <a:rect l="l" t="t" r="r" b="b"/>
                <a:pathLst>
                  <a:path w="48203" h="32820">
                    <a:moveTo>
                      <a:pt x="48203" y="9076"/>
                    </a:moveTo>
                    <a:lnTo>
                      <a:pt x="7517" y="28597"/>
                    </a:lnTo>
                    <a:lnTo>
                      <a:pt x="3354" y="31702"/>
                    </a:lnTo>
                    <a:lnTo>
                      <a:pt x="2679" y="32820"/>
                    </a:lnTo>
                    <a:lnTo>
                      <a:pt x="0" y="20223"/>
                    </a:lnTo>
                    <a:lnTo>
                      <a:pt x="36461" y="3745"/>
                    </a:lnTo>
                    <a:lnTo>
                      <a:pt x="44572" y="0"/>
                    </a:lnTo>
                    <a:lnTo>
                      <a:pt x="48203" y="907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1" name="Контур"/>
              <p:cNvSpPr/>
              <p:nvPr/>
            </p:nvSpPr>
            <p:spPr>
              <a:xfrm>
                <a:off x="7497242" y="8236991"/>
                <a:ext cx="209496" cy="416085"/>
              </a:xfrm>
              <a:custGeom>
                <a:avLst/>
                <a:gdLst/>
                <a:ahLst/>
                <a:cxnLst/>
                <a:rect l="l" t="t" r="r" b="b"/>
                <a:pathLst>
                  <a:path w="209496" h="416085">
                    <a:moveTo>
                      <a:pt x="0" y="23047"/>
                    </a:moveTo>
                    <a:lnTo>
                      <a:pt x="11452" y="0"/>
                    </a:lnTo>
                    <a:lnTo>
                      <a:pt x="126890" y="236060"/>
                    </a:lnTo>
                    <a:lnTo>
                      <a:pt x="209496" y="414158"/>
                    </a:lnTo>
                    <a:lnTo>
                      <a:pt x="199865" y="416085"/>
                    </a:lnTo>
                    <a:lnTo>
                      <a:pt x="188796" y="411992"/>
                    </a:lnTo>
                    <a:lnTo>
                      <a:pt x="96496" y="224856"/>
                    </a:lnTo>
                    <a:lnTo>
                      <a:pt x="0" y="230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2" name="Контур"/>
              <p:cNvSpPr/>
              <p:nvPr/>
            </p:nvSpPr>
            <p:spPr>
              <a:xfrm>
                <a:off x="7527279" y="8203043"/>
                <a:ext cx="252219" cy="437364"/>
              </a:xfrm>
              <a:custGeom>
                <a:avLst/>
                <a:gdLst/>
                <a:ahLst/>
                <a:cxnLst/>
                <a:rect l="l" t="t" r="r" b="b"/>
                <a:pathLst>
                  <a:path w="252219" h="437364">
                    <a:moveTo>
                      <a:pt x="252219" y="420257"/>
                    </a:moveTo>
                    <a:lnTo>
                      <a:pt x="225996" y="434509"/>
                    </a:lnTo>
                    <a:lnTo>
                      <a:pt x="206018" y="437364"/>
                    </a:lnTo>
                    <a:lnTo>
                      <a:pt x="151498" y="335631"/>
                    </a:lnTo>
                    <a:lnTo>
                      <a:pt x="0" y="20226"/>
                    </a:lnTo>
                    <a:lnTo>
                      <a:pt x="46882" y="0"/>
                    </a:lnTo>
                    <a:lnTo>
                      <a:pt x="249666" y="415031"/>
                    </a:lnTo>
                    <a:lnTo>
                      <a:pt x="252219" y="4202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3" name="Контур"/>
              <p:cNvSpPr/>
              <p:nvPr/>
            </p:nvSpPr>
            <p:spPr>
              <a:xfrm>
                <a:off x="7249318" y="8169891"/>
                <a:ext cx="194982" cy="376738"/>
              </a:xfrm>
              <a:custGeom>
                <a:avLst/>
                <a:gdLst/>
                <a:ahLst/>
                <a:cxnLst/>
                <a:rect l="l" t="t" r="r" b="b"/>
                <a:pathLst>
                  <a:path w="194982" h="376738">
                    <a:moveTo>
                      <a:pt x="185175" y="376738"/>
                    </a:moveTo>
                    <a:lnTo>
                      <a:pt x="45918" y="97279"/>
                    </a:lnTo>
                    <a:lnTo>
                      <a:pt x="0" y="2968"/>
                    </a:lnTo>
                    <a:lnTo>
                      <a:pt x="17195" y="0"/>
                    </a:lnTo>
                    <a:lnTo>
                      <a:pt x="43197" y="58985"/>
                    </a:lnTo>
                    <a:lnTo>
                      <a:pt x="181954" y="348536"/>
                    </a:lnTo>
                    <a:lnTo>
                      <a:pt x="194982" y="371509"/>
                    </a:lnTo>
                    <a:lnTo>
                      <a:pt x="185175" y="37673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4" name="Контур"/>
              <p:cNvSpPr/>
              <p:nvPr/>
            </p:nvSpPr>
            <p:spPr>
              <a:xfrm>
                <a:off x="7308465" y="8186323"/>
                <a:ext cx="196372" cy="340398"/>
              </a:xfrm>
              <a:custGeom>
                <a:avLst/>
                <a:gdLst/>
                <a:ahLst/>
                <a:cxnLst/>
                <a:rect l="l" t="t" r="r" b="b"/>
                <a:pathLst>
                  <a:path w="196372" h="340398">
                    <a:moveTo>
                      <a:pt x="61561" y="0"/>
                    </a:moveTo>
                    <a:lnTo>
                      <a:pt x="193393" y="274797"/>
                    </a:lnTo>
                    <a:lnTo>
                      <a:pt x="196372" y="287316"/>
                    </a:lnTo>
                    <a:lnTo>
                      <a:pt x="195778" y="296568"/>
                    </a:lnTo>
                    <a:lnTo>
                      <a:pt x="192196" y="310581"/>
                    </a:lnTo>
                    <a:lnTo>
                      <a:pt x="181765" y="324297"/>
                    </a:lnTo>
                    <a:lnTo>
                      <a:pt x="167158" y="333243"/>
                    </a:lnTo>
                    <a:lnTo>
                      <a:pt x="153749" y="340398"/>
                    </a:lnTo>
                    <a:lnTo>
                      <a:pt x="0" y="29114"/>
                    </a:lnTo>
                    <a:lnTo>
                      <a:pt x="6156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5" name="Контур"/>
              <p:cNvSpPr/>
              <p:nvPr/>
            </p:nvSpPr>
            <p:spPr>
              <a:xfrm>
                <a:off x="7445617" y="8062942"/>
                <a:ext cx="77863" cy="92146"/>
              </a:xfrm>
              <a:custGeom>
                <a:avLst/>
                <a:gdLst/>
                <a:ahLst/>
                <a:cxnLst/>
                <a:rect l="l" t="t" r="r" b="b"/>
                <a:pathLst>
                  <a:path w="77863" h="92146">
                    <a:moveTo>
                      <a:pt x="77863" y="35101"/>
                    </a:moveTo>
                    <a:lnTo>
                      <a:pt x="49683" y="48613"/>
                    </a:lnTo>
                    <a:lnTo>
                      <a:pt x="68178" y="88881"/>
                    </a:lnTo>
                    <a:lnTo>
                      <a:pt x="44606" y="92146"/>
                    </a:lnTo>
                    <a:lnTo>
                      <a:pt x="0" y="5441"/>
                    </a:lnTo>
                    <a:lnTo>
                      <a:pt x="27198" y="0"/>
                    </a:lnTo>
                    <a:lnTo>
                      <a:pt x="52404" y="5923"/>
                    </a:lnTo>
                    <a:lnTo>
                      <a:pt x="61890" y="407"/>
                    </a:lnTo>
                    <a:lnTo>
                      <a:pt x="77863" y="3510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6" name="Контур"/>
              <p:cNvSpPr/>
              <p:nvPr/>
            </p:nvSpPr>
            <p:spPr>
              <a:xfrm>
                <a:off x="7258075" y="7656298"/>
                <a:ext cx="130816" cy="192846"/>
              </a:xfrm>
              <a:custGeom>
                <a:avLst/>
                <a:gdLst/>
                <a:ahLst/>
                <a:cxnLst/>
                <a:rect l="l" t="t" r="r" b="b"/>
                <a:pathLst>
                  <a:path w="130816" h="192846">
                    <a:moveTo>
                      <a:pt x="104879" y="104221"/>
                    </a:moveTo>
                    <a:lnTo>
                      <a:pt x="130816" y="156299"/>
                    </a:lnTo>
                    <a:lnTo>
                      <a:pt x="87867" y="192846"/>
                    </a:lnTo>
                    <a:lnTo>
                      <a:pt x="74796" y="190835"/>
                    </a:lnTo>
                    <a:lnTo>
                      <a:pt x="68843" y="179191"/>
                    </a:lnTo>
                    <a:lnTo>
                      <a:pt x="0" y="37311"/>
                    </a:lnTo>
                    <a:lnTo>
                      <a:pt x="3074" y="32557"/>
                    </a:lnTo>
                    <a:lnTo>
                      <a:pt x="8773" y="27898"/>
                    </a:lnTo>
                    <a:lnTo>
                      <a:pt x="12252" y="25883"/>
                    </a:lnTo>
                    <a:lnTo>
                      <a:pt x="52970" y="0"/>
                    </a:lnTo>
                    <a:lnTo>
                      <a:pt x="104879" y="10422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7" name="Контур"/>
              <p:cNvSpPr/>
              <p:nvPr/>
            </p:nvSpPr>
            <p:spPr>
              <a:xfrm>
                <a:off x="7400711" y="7966542"/>
                <a:ext cx="38823" cy="46418"/>
              </a:xfrm>
              <a:custGeom>
                <a:avLst/>
                <a:gdLst/>
                <a:ahLst/>
                <a:cxnLst/>
                <a:rect l="l" t="t" r="r" b="b"/>
                <a:pathLst>
                  <a:path w="38823" h="46418">
                    <a:moveTo>
                      <a:pt x="28665" y="0"/>
                    </a:moveTo>
                    <a:lnTo>
                      <a:pt x="38823" y="22319"/>
                    </a:lnTo>
                    <a:lnTo>
                      <a:pt x="18378" y="46418"/>
                    </a:lnTo>
                    <a:lnTo>
                      <a:pt x="0" y="13036"/>
                    </a:lnTo>
                    <a:lnTo>
                      <a:pt x="2866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8" name="Контур"/>
              <p:cNvSpPr/>
              <p:nvPr/>
            </p:nvSpPr>
            <p:spPr>
              <a:xfrm>
                <a:off x="7248274" y="7720492"/>
                <a:ext cx="147751" cy="312513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12513">
                    <a:moveTo>
                      <a:pt x="0" y="0"/>
                    </a:moveTo>
                    <a:lnTo>
                      <a:pt x="61141" y="119675"/>
                    </a:lnTo>
                    <a:lnTo>
                      <a:pt x="87055" y="173800"/>
                    </a:lnTo>
                    <a:lnTo>
                      <a:pt x="124528" y="249061"/>
                    </a:lnTo>
                    <a:lnTo>
                      <a:pt x="147751" y="295705"/>
                    </a:lnTo>
                    <a:lnTo>
                      <a:pt x="140630" y="312513"/>
                    </a:lnTo>
                    <a:lnTo>
                      <a:pt x="113933" y="260201"/>
                    </a:lnTo>
                    <a:lnTo>
                      <a:pt x="81630" y="196906"/>
                    </a:lnTo>
                    <a:lnTo>
                      <a:pt x="41699" y="110213"/>
                    </a:lnTo>
                    <a:lnTo>
                      <a:pt x="25948" y="74676"/>
                    </a:lnTo>
                    <a:lnTo>
                      <a:pt x="6980" y="37562"/>
                    </a:lnTo>
                    <a:lnTo>
                      <a:pt x="2309" y="232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9" name="Контур"/>
              <p:cNvSpPr/>
              <p:nvPr/>
            </p:nvSpPr>
            <p:spPr>
              <a:xfrm>
                <a:off x="7792774" y="8874697"/>
                <a:ext cx="32926" cy="15061"/>
              </a:xfrm>
              <a:custGeom>
                <a:avLst/>
                <a:gdLst/>
                <a:ahLst/>
                <a:cxnLst/>
                <a:rect l="l" t="t" r="r" b="b"/>
                <a:pathLst>
                  <a:path w="32926" h="15061">
                    <a:moveTo>
                      <a:pt x="30365" y="0"/>
                    </a:moveTo>
                    <a:lnTo>
                      <a:pt x="32926" y="5037"/>
                    </a:lnTo>
                    <a:lnTo>
                      <a:pt x="7878" y="15061"/>
                    </a:lnTo>
                    <a:lnTo>
                      <a:pt x="0" y="0"/>
                    </a:lnTo>
                    <a:lnTo>
                      <a:pt x="3036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0" name="Контур"/>
              <p:cNvSpPr/>
              <p:nvPr/>
            </p:nvSpPr>
            <p:spPr>
              <a:xfrm>
                <a:off x="7459936" y="8587138"/>
                <a:ext cx="217986" cy="287559"/>
              </a:xfrm>
              <a:custGeom>
                <a:avLst/>
                <a:gdLst/>
                <a:ahLst/>
                <a:cxnLst/>
                <a:rect l="l" t="t" r="r" b="b"/>
                <a:pathLst>
                  <a:path w="217986" h="287559">
                    <a:moveTo>
                      <a:pt x="114696" y="26235"/>
                    </a:moveTo>
                    <a:lnTo>
                      <a:pt x="165279" y="128928"/>
                    </a:lnTo>
                    <a:lnTo>
                      <a:pt x="183534" y="168442"/>
                    </a:lnTo>
                    <a:lnTo>
                      <a:pt x="217986" y="237675"/>
                    </a:lnTo>
                    <a:lnTo>
                      <a:pt x="210362" y="253813"/>
                    </a:lnTo>
                    <a:lnTo>
                      <a:pt x="157915" y="287559"/>
                    </a:lnTo>
                    <a:lnTo>
                      <a:pt x="127188" y="287559"/>
                    </a:lnTo>
                    <a:lnTo>
                      <a:pt x="95126" y="216315"/>
                    </a:lnTo>
                    <a:lnTo>
                      <a:pt x="10421" y="41041"/>
                    </a:lnTo>
                    <a:lnTo>
                      <a:pt x="0" y="19008"/>
                    </a:lnTo>
                    <a:lnTo>
                      <a:pt x="9395" y="12008"/>
                    </a:lnTo>
                    <a:lnTo>
                      <a:pt x="33402" y="9264"/>
                    </a:lnTo>
                    <a:lnTo>
                      <a:pt x="50550" y="1030"/>
                    </a:lnTo>
                    <a:lnTo>
                      <a:pt x="65640" y="0"/>
                    </a:lnTo>
                    <a:lnTo>
                      <a:pt x="78330" y="2402"/>
                    </a:lnTo>
                    <a:lnTo>
                      <a:pt x="94449" y="8577"/>
                    </a:lnTo>
                    <a:lnTo>
                      <a:pt x="108405" y="19377"/>
                    </a:lnTo>
                    <a:lnTo>
                      <a:pt x="114696" y="26235"/>
                    </a:lnTo>
                    <a:close/>
                    <a:moveTo>
                      <a:pt x="129514" y="273003"/>
                    </a:moveTo>
                    <a:lnTo>
                      <a:pt x="184394" y="248334"/>
                    </a:lnTo>
                    <a:lnTo>
                      <a:pt x="169755" y="215768"/>
                    </a:lnTo>
                    <a:lnTo>
                      <a:pt x="114874" y="240437"/>
                    </a:lnTo>
                    <a:lnTo>
                      <a:pt x="122488" y="257375"/>
                    </a:lnTo>
                    <a:lnTo>
                      <a:pt x="129514" y="27300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1" name="Контур"/>
              <p:cNvSpPr/>
              <p:nvPr/>
            </p:nvSpPr>
            <p:spPr>
              <a:xfrm>
                <a:off x="7924179" y="7929841"/>
                <a:ext cx="610870" cy="944856"/>
              </a:xfrm>
              <a:custGeom>
                <a:avLst/>
                <a:gdLst/>
                <a:ahLst/>
                <a:cxnLst/>
                <a:rect l="l" t="t" r="r" b="b"/>
                <a:pathLst>
                  <a:path w="610870" h="944856">
                    <a:moveTo>
                      <a:pt x="117324" y="931880"/>
                    </a:moveTo>
                    <a:lnTo>
                      <a:pt x="108513" y="944856"/>
                    </a:lnTo>
                    <a:lnTo>
                      <a:pt x="31047" y="944856"/>
                    </a:lnTo>
                    <a:lnTo>
                      <a:pt x="35462" y="936657"/>
                    </a:lnTo>
                    <a:lnTo>
                      <a:pt x="25069" y="875839"/>
                    </a:lnTo>
                    <a:lnTo>
                      <a:pt x="0" y="821523"/>
                    </a:lnTo>
                    <a:lnTo>
                      <a:pt x="88619" y="786108"/>
                    </a:lnTo>
                    <a:lnTo>
                      <a:pt x="171909" y="694061"/>
                    </a:lnTo>
                    <a:lnTo>
                      <a:pt x="590671" y="0"/>
                    </a:lnTo>
                    <a:lnTo>
                      <a:pt x="595852" y="2047"/>
                    </a:lnTo>
                    <a:lnTo>
                      <a:pt x="610870" y="13296"/>
                    </a:lnTo>
                    <a:lnTo>
                      <a:pt x="219756" y="659378"/>
                    </a:lnTo>
                    <a:lnTo>
                      <a:pt x="222872" y="692226"/>
                    </a:lnTo>
                    <a:lnTo>
                      <a:pt x="94889" y="901821"/>
                    </a:lnTo>
                    <a:lnTo>
                      <a:pt x="95375" y="916631"/>
                    </a:lnTo>
                    <a:lnTo>
                      <a:pt x="117324" y="9318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2" name="Контур"/>
              <p:cNvSpPr/>
              <p:nvPr/>
            </p:nvSpPr>
            <p:spPr>
              <a:xfrm>
                <a:off x="7260404" y="8874697"/>
                <a:ext cx="326720" cy="62576"/>
              </a:xfrm>
              <a:custGeom>
                <a:avLst/>
                <a:gdLst/>
                <a:ahLst/>
                <a:cxnLst/>
                <a:rect l="l" t="t" r="r" b="b"/>
                <a:pathLst>
                  <a:path w="326720" h="62576">
                    <a:moveTo>
                      <a:pt x="241574" y="0"/>
                    </a:moveTo>
                    <a:lnTo>
                      <a:pt x="326720" y="0"/>
                    </a:lnTo>
                    <a:lnTo>
                      <a:pt x="204258" y="62576"/>
                    </a:lnTo>
                    <a:lnTo>
                      <a:pt x="180989" y="11864"/>
                    </a:lnTo>
                    <a:lnTo>
                      <a:pt x="171376" y="4258"/>
                    </a:lnTo>
                    <a:lnTo>
                      <a:pt x="49704" y="57249"/>
                    </a:lnTo>
                    <a:lnTo>
                      <a:pt x="43162" y="44404"/>
                    </a:lnTo>
                    <a:lnTo>
                      <a:pt x="5888" y="62532"/>
                    </a:lnTo>
                    <a:lnTo>
                      <a:pt x="0" y="50612"/>
                    </a:lnTo>
                    <a:lnTo>
                      <a:pt x="9421" y="9144"/>
                    </a:lnTo>
                    <a:lnTo>
                      <a:pt x="4095" y="0"/>
                    </a:lnTo>
                    <a:lnTo>
                      <a:pt x="216796" y="0"/>
                    </a:lnTo>
                    <a:lnTo>
                      <a:pt x="227891" y="5330"/>
                    </a:lnTo>
                    <a:lnTo>
                      <a:pt x="24157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3" name="Контур"/>
              <p:cNvSpPr/>
              <p:nvPr/>
            </p:nvSpPr>
            <p:spPr>
              <a:xfrm>
                <a:off x="7906561" y="8884882"/>
                <a:ext cx="43314" cy="50394"/>
              </a:xfrm>
              <a:custGeom>
                <a:avLst/>
                <a:gdLst/>
                <a:ahLst/>
                <a:cxnLst/>
                <a:rect l="l" t="t" r="r" b="b"/>
                <a:pathLst>
                  <a:path w="43314" h="50394">
                    <a:moveTo>
                      <a:pt x="30230" y="24910"/>
                    </a:moveTo>
                    <a:lnTo>
                      <a:pt x="18747" y="50394"/>
                    </a:lnTo>
                    <a:lnTo>
                      <a:pt x="0" y="7683"/>
                    </a:lnTo>
                    <a:lnTo>
                      <a:pt x="43314" y="0"/>
                    </a:lnTo>
                    <a:lnTo>
                      <a:pt x="30230" y="249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4" name="Контур"/>
              <p:cNvSpPr/>
              <p:nvPr/>
            </p:nvSpPr>
            <p:spPr>
              <a:xfrm>
                <a:off x="7716725" y="8697760"/>
                <a:ext cx="106414" cy="176937"/>
              </a:xfrm>
              <a:custGeom>
                <a:avLst/>
                <a:gdLst/>
                <a:ahLst/>
                <a:cxnLst/>
                <a:rect l="l" t="t" r="r" b="b"/>
                <a:pathLst>
                  <a:path w="106414" h="176937">
                    <a:moveTo>
                      <a:pt x="106414" y="176937"/>
                    </a:moveTo>
                    <a:lnTo>
                      <a:pt x="76049" y="176937"/>
                    </a:lnTo>
                    <a:lnTo>
                      <a:pt x="0" y="15488"/>
                    </a:lnTo>
                    <a:lnTo>
                      <a:pt x="15484" y="0"/>
                    </a:lnTo>
                    <a:lnTo>
                      <a:pt x="106414" y="1769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5" name="Контур"/>
              <p:cNvSpPr/>
              <p:nvPr/>
            </p:nvSpPr>
            <p:spPr>
              <a:xfrm>
                <a:off x="7394569" y="8606146"/>
                <a:ext cx="192555" cy="268551"/>
              </a:xfrm>
              <a:custGeom>
                <a:avLst/>
                <a:gdLst/>
                <a:ahLst/>
                <a:cxnLst/>
                <a:rect l="l" t="t" r="r" b="b"/>
                <a:pathLst>
                  <a:path w="192555" h="268551">
                    <a:moveTo>
                      <a:pt x="107409" y="268551"/>
                    </a:moveTo>
                    <a:lnTo>
                      <a:pt x="136155" y="254236"/>
                    </a:lnTo>
                    <a:lnTo>
                      <a:pt x="139103" y="238641"/>
                    </a:lnTo>
                    <a:lnTo>
                      <a:pt x="115551" y="188803"/>
                    </a:lnTo>
                    <a:lnTo>
                      <a:pt x="107897" y="181862"/>
                    </a:lnTo>
                    <a:lnTo>
                      <a:pt x="97520" y="182392"/>
                    </a:lnTo>
                    <a:lnTo>
                      <a:pt x="79082" y="149951"/>
                    </a:lnTo>
                    <a:lnTo>
                      <a:pt x="56251" y="132310"/>
                    </a:lnTo>
                    <a:lnTo>
                      <a:pt x="26067" y="124527"/>
                    </a:lnTo>
                    <a:lnTo>
                      <a:pt x="0" y="33138"/>
                    </a:lnTo>
                    <a:lnTo>
                      <a:pt x="65367" y="0"/>
                    </a:lnTo>
                    <a:lnTo>
                      <a:pt x="192555" y="268551"/>
                    </a:lnTo>
                    <a:lnTo>
                      <a:pt x="107409" y="268551"/>
                    </a:lnTo>
                    <a:close/>
                    <a:moveTo>
                      <a:pt x="132489" y="183589"/>
                    </a:moveTo>
                    <a:lnTo>
                      <a:pt x="142909" y="205622"/>
                    </a:lnTo>
                    <a:lnTo>
                      <a:pt x="157169" y="198878"/>
                    </a:lnTo>
                    <a:lnTo>
                      <a:pt x="146749" y="176845"/>
                    </a:lnTo>
                    <a:lnTo>
                      <a:pt x="132489" y="18358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6" name="Контур"/>
              <p:cNvSpPr/>
              <p:nvPr/>
            </p:nvSpPr>
            <p:spPr>
              <a:xfrm>
                <a:off x="7246868" y="8742950"/>
                <a:ext cx="234700" cy="131747"/>
              </a:xfrm>
              <a:custGeom>
                <a:avLst/>
                <a:gdLst/>
                <a:ahLst/>
                <a:cxnLst/>
                <a:rect l="l" t="t" r="r" b="b"/>
                <a:pathLst>
                  <a:path w="234700" h="131747">
                    <a:moveTo>
                      <a:pt x="234700" y="50560"/>
                    </a:moveTo>
                    <a:lnTo>
                      <a:pt x="211449" y="61548"/>
                    </a:lnTo>
                    <a:lnTo>
                      <a:pt x="207959" y="63927"/>
                    </a:lnTo>
                    <a:lnTo>
                      <a:pt x="205376" y="67269"/>
                    </a:lnTo>
                    <a:lnTo>
                      <a:pt x="203952" y="71246"/>
                    </a:lnTo>
                    <a:lnTo>
                      <a:pt x="203826" y="75468"/>
                    </a:lnTo>
                    <a:lnTo>
                      <a:pt x="205011" y="79522"/>
                    </a:lnTo>
                    <a:lnTo>
                      <a:pt x="228563" y="129360"/>
                    </a:lnTo>
                    <a:lnTo>
                      <a:pt x="230332" y="131747"/>
                    </a:lnTo>
                    <a:lnTo>
                      <a:pt x="17631" y="131747"/>
                    </a:lnTo>
                    <a:lnTo>
                      <a:pt x="0" y="94055"/>
                    </a:lnTo>
                    <a:lnTo>
                      <a:pt x="178877" y="5639"/>
                    </a:lnTo>
                    <a:lnTo>
                      <a:pt x="177269" y="0"/>
                    </a:lnTo>
                    <a:lnTo>
                      <a:pt x="186860" y="1422"/>
                    </a:lnTo>
                    <a:lnTo>
                      <a:pt x="198936" y="6040"/>
                    </a:lnTo>
                    <a:lnTo>
                      <a:pt x="208178" y="11375"/>
                    </a:lnTo>
                    <a:lnTo>
                      <a:pt x="217773" y="20618"/>
                    </a:lnTo>
                    <a:lnTo>
                      <a:pt x="225229" y="31982"/>
                    </a:lnTo>
                    <a:lnTo>
                      <a:pt x="234700" y="5056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7" name="Контур"/>
              <p:cNvSpPr/>
              <p:nvPr/>
            </p:nvSpPr>
            <p:spPr>
              <a:xfrm>
                <a:off x="7755882" y="8667844"/>
                <a:ext cx="116394" cy="202317"/>
              </a:xfrm>
              <a:custGeom>
                <a:avLst/>
                <a:gdLst/>
                <a:ahLst/>
                <a:cxnLst/>
                <a:rect l="l" t="t" r="r" b="b"/>
                <a:pathLst>
                  <a:path w="116394" h="202317">
                    <a:moveTo>
                      <a:pt x="32663" y="0"/>
                    </a:moveTo>
                    <a:lnTo>
                      <a:pt x="74136" y="105898"/>
                    </a:lnTo>
                    <a:lnTo>
                      <a:pt x="76272" y="109541"/>
                    </a:lnTo>
                    <a:lnTo>
                      <a:pt x="79430" y="112347"/>
                    </a:lnTo>
                    <a:lnTo>
                      <a:pt x="83301" y="114039"/>
                    </a:lnTo>
                    <a:lnTo>
                      <a:pt x="87504" y="114452"/>
                    </a:lnTo>
                    <a:lnTo>
                      <a:pt x="89997" y="113904"/>
                    </a:lnTo>
                    <a:lnTo>
                      <a:pt x="90875" y="117010"/>
                    </a:lnTo>
                    <a:lnTo>
                      <a:pt x="116394" y="172313"/>
                    </a:lnTo>
                    <a:lnTo>
                      <a:pt x="98029" y="178164"/>
                    </a:lnTo>
                    <a:lnTo>
                      <a:pt x="104320" y="191127"/>
                    </a:lnTo>
                    <a:lnTo>
                      <a:pt x="101956" y="195553"/>
                    </a:lnTo>
                    <a:lnTo>
                      <a:pt x="99955" y="198689"/>
                    </a:lnTo>
                    <a:lnTo>
                      <a:pt x="96963" y="200899"/>
                    </a:lnTo>
                    <a:lnTo>
                      <a:pt x="93965" y="202317"/>
                    </a:lnTo>
                    <a:lnTo>
                      <a:pt x="89491" y="201675"/>
                    </a:lnTo>
                    <a:lnTo>
                      <a:pt x="0" y="16366"/>
                    </a:lnTo>
                    <a:lnTo>
                      <a:pt x="3266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8" name="Контур"/>
              <p:cNvSpPr/>
              <p:nvPr/>
            </p:nvSpPr>
            <p:spPr>
              <a:xfrm>
                <a:off x="6976812" y="7509892"/>
                <a:ext cx="77053" cy="82430"/>
              </a:xfrm>
              <a:custGeom>
                <a:avLst/>
                <a:gdLst/>
                <a:ahLst/>
                <a:cxnLst/>
                <a:rect l="l" t="t" r="r" b="b"/>
                <a:pathLst>
                  <a:path w="77053" h="82430">
                    <a:moveTo>
                      <a:pt x="0" y="10402"/>
                    </a:moveTo>
                    <a:lnTo>
                      <a:pt x="23998" y="2205"/>
                    </a:lnTo>
                    <a:lnTo>
                      <a:pt x="38605" y="0"/>
                    </a:lnTo>
                    <a:lnTo>
                      <a:pt x="47218" y="900"/>
                    </a:lnTo>
                    <a:lnTo>
                      <a:pt x="55237" y="3276"/>
                    </a:lnTo>
                    <a:lnTo>
                      <a:pt x="58801" y="5949"/>
                    </a:lnTo>
                    <a:lnTo>
                      <a:pt x="65848" y="12411"/>
                    </a:lnTo>
                    <a:lnTo>
                      <a:pt x="77053" y="24705"/>
                    </a:lnTo>
                    <a:lnTo>
                      <a:pt x="72976" y="46354"/>
                    </a:lnTo>
                    <a:lnTo>
                      <a:pt x="63919" y="64478"/>
                    </a:lnTo>
                    <a:lnTo>
                      <a:pt x="37010" y="82430"/>
                    </a:lnTo>
                    <a:lnTo>
                      <a:pt x="0" y="1040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9" name="Контур"/>
              <p:cNvSpPr/>
              <p:nvPr/>
            </p:nvSpPr>
            <p:spPr>
              <a:xfrm>
                <a:off x="6897979" y="7410377"/>
                <a:ext cx="51338" cy="64521"/>
              </a:xfrm>
              <a:custGeom>
                <a:avLst/>
                <a:gdLst/>
                <a:ahLst/>
                <a:cxnLst/>
                <a:rect l="l" t="t" r="r" b="b"/>
                <a:pathLst>
                  <a:path w="51338" h="64521">
                    <a:moveTo>
                      <a:pt x="0" y="16715"/>
                    </a:moveTo>
                    <a:lnTo>
                      <a:pt x="16822" y="5927"/>
                    </a:lnTo>
                    <a:lnTo>
                      <a:pt x="30252" y="0"/>
                    </a:lnTo>
                    <a:lnTo>
                      <a:pt x="51338" y="36750"/>
                    </a:lnTo>
                    <a:lnTo>
                      <a:pt x="15221" y="64521"/>
                    </a:lnTo>
                    <a:lnTo>
                      <a:pt x="9771" y="57170"/>
                    </a:lnTo>
                    <a:lnTo>
                      <a:pt x="9712" y="57035"/>
                    </a:lnTo>
                    <a:lnTo>
                      <a:pt x="13178" y="53792"/>
                    </a:lnTo>
                    <a:lnTo>
                      <a:pt x="15356" y="49001"/>
                    </a:lnTo>
                    <a:lnTo>
                      <a:pt x="15535" y="43739"/>
                    </a:lnTo>
                    <a:lnTo>
                      <a:pt x="13688" y="38810"/>
                    </a:lnTo>
                    <a:lnTo>
                      <a:pt x="0" y="167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0" name="Контур"/>
              <p:cNvSpPr/>
              <p:nvPr/>
            </p:nvSpPr>
            <p:spPr>
              <a:xfrm>
                <a:off x="7032643" y="7288514"/>
                <a:ext cx="81441" cy="147011"/>
              </a:xfrm>
              <a:custGeom>
                <a:avLst/>
                <a:gdLst/>
                <a:ahLst/>
                <a:cxnLst/>
                <a:rect l="l" t="t" r="r" b="b"/>
                <a:pathLst>
                  <a:path w="81441" h="147011">
                    <a:moveTo>
                      <a:pt x="0" y="16538"/>
                    </a:moveTo>
                    <a:lnTo>
                      <a:pt x="824" y="0"/>
                    </a:lnTo>
                    <a:lnTo>
                      <a:pt x="20793" y="18731"/>
                    </a:lnTo>
                    <a:lnTo>
                      <a:pt x="27922" y="30132"/>
                    </a:lnTo>
                    <a:lnTo>
                      <a:pt x="81441" y="139388"/>
                    </a:lnTo>
                    <a:lnTo>
                      <a:pt x="66429" y="147011"/>
                    </a:lnTo>
                    <a:lnTo>
                      <a:pt x="0" y="1653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1" name="Контур"/>
              <p:cNvSpPr/>
              <p:nvPr/>
            </p:nvSpPr>
            <p:spPr>
              <a:xfrm>
                <a:off x="6652096" y="6341845"/>
                <a:ext cx="268177" cy="532597"/>
              </a:xfrm>
              <a:custGeom>
                <a:avLst/>
                <a:gdLst/>
                <a:ahLst/>
                <a:cxnLst/>
                <a:rect l="l" t="t" r="r" b="b"/>
                <a:pathLst>
                  <a:path w="268177" h="532597">
                    <a:moveTo>
                      <a:pt x="264229" y="498229"/>
                    </a:moveTo>
                    <a:lnTo>
                      <a:pt x="263627" y="498654"/>
                    </a:lnTo>
                    <a:lnTo>
                      <a:pt x="261093" y="502039"/>
                    </a:lnTo>
                    <a:lnTo>
                      <a:pt x="259730" y="506042"/>
                    </a:lnTo>
                    <a:lnTo>
                      <a:pt x="259673" y="510270"/>
                    </a:lnTo>
                    <a:lnTo>
                      <a:pt x="260927" y="514309"/>
                    </a:lnTo>
                    <a:lnTo>
                      <a:pt x="268177" y="529004"/>
                    </a:lnTo>
                    <a:lnTo>
                      <a:pt x="259457" y="532597"/>
                    </a:lnTo>
                    <a:lnTo>
                      <a:pt x="0" y="9100"/>
                    </a:lnTo>
                    <a:lnTo>
                      <a:pt x="17185" y="0"/>
                    </a:lnTo>
                    <a:lnTo>
                      <a:pt x="193622" y="355417"/>
                    </a:lnTo>
                    <a:lnTo>
                      <a:pt x="257757" y="485434"/>
                    </a:lnTo>
                    <a:lnTo>
                      <a:pt x="264229" y="49822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2" name="Контур"/>
              <p:cNvSpPr/>
              <p:nvPr/>
            </p:nvSpPr>
            <p:spPr>
              <a:xfrm>
                <a:off x="6716162" y="7098700"/>
                <a:ext cx="201647" cy="311643"/>
              </a:xfrm>
              <a:custGeom>
                <a:avLst/>
                <a:gdLst/>
                <a:ahLst/>
                <a:cxnLst/>
                <a:rect l="l" t="t" r="r" b="b"/>
                <a:pathLst>
                  <a:path w="201647" h="311643">
                    <a:moveTo>
                      <a:pt x="0" y="34902"/>
                    </a:moveTo>
                    <a:lnTo>
                      <a:pt x="7889" y="29979"/>
                    </a:lnTo>
                    <a:lnTo>
                      <a:pt x="1536" y="19903"/>
                    </a:lnTo>
                    <a:lnTo>
                      <a:pt x="29916" y="2053"/>
                    </a:lnTo>
                    <a:lnTo>
                      <a:pt x="33098" y="0"/>
                    </a:lnTo>
                    <a:lnTo>
                      <a:pt x="149730" y="197058"/>
                    </a:lnTo>
                    <a:lnTo>
                      <a:pt x="201647" y="293009"/>
                    </a:lnTo>
                    <a:lnTo>
                      <a:pt x="188340" y="301099"/>
                    </a:lnTo>
                    <a:lnTo>
                      <a:pt x="171441" y="311643"/>
                    </a:lnTo>
                    <a:lnTo>
                      <a:pt x="0" y="3490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3" name="Контур"/>
              <p:cNvSpPr/>
              <p:nvPr/>
            </p:nvSpPr>
            <p:spPr>
              <a:xfrm>
                <a:off x="6490987" y="6507481"/>
                <a:ext cx="496958" cy="927393"/>
              </a:xfrm>
              <a:custGeom>
                <a:avLst/>
                <a:gdLst/>
                <a:ahLst/>
                <a:cxnLst/>
                <a:rect l="l" t="t" r="r" b="b"/>
                <a:pathLst>
                  <a:path w="496958" h="927393">
                    <a:moveTo>
                      <a:pt x="60220" y="123770"/>
                    </a:moveTo>
                    <a:lnTo>
                      <a:pt x="0" y="4203"/>
                    </a:lnTo>
                    <a:lnTo>
                      <a:pt x="17829" y="0"/>
                    </a:lnTo>
                    <a:lnTo>
                      <a:pt x="34506" y="603"/>
                    </a:lnTo>
                    <a:lnTo>
                      <a:pt x="48150" y="3330"/>
                    </a:lnTo>
                    <a:lnTo>
                      <a:pt x="64530" y="9702"/>
                    </a:lnTo>
                    <a:lnTo>
                      <a:pt x="84159" y="31230"/>
                    </a:lnTo>
                    <a:lnTo>
                      <a:pt x="144556" y="166143"/>
                    </a:lnTo>
                    <a:lnTo>
                      <a:pt x="361288" y="609784"/>
                    </a:lnTo>
                    <a:lnTo>
                      <a:pt x="369768" y="628633"/>
                    </a:lnTo>
                    <a:lnTo>
                      <a:pt x="439487" y="773301"/>
                    </a:lnTo>
                    <a:lnTo>
                      <a:pt x="496958" y="886396"/>
                    </a:lnTo>
                    <a:lnTo>
                      <a:pt x="478587" y="919382"/>
                    </a:lnTo>
                    <a:lnTo>
                      <a:pt x="469166" y="927393"/>
                    </a:lnTo>
                    <a:lnTo>
                      <a:pt x="276462" y="580299"/>
                    </a:lnTo>
                    <a:lnTo>
                      <a:pt x="153956" y="361184"/>
                    </a:lnTo>
                    <a:lnTo>
                      <a:pt x="177416" y="345774"/>
                    </a:lnTo>
                    <a:lnTo>
                      <a:pt x="82108" y="167229"/>
                    </a:lnTo>
                    <a:lnTo>
                      <a:pt x="60220" y="12377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4" name="Контур"/>
              <p:cNvSpPr/>
              <p:nvPr/>
            </p:nvSpPr>
            <p:spPr>
              <a:xfrm>
                <a:off x="6454129" y="6636524"/>
                <a:ext cx="281479" cy="458153"/>
              </a:xfrm>
              <a:custGeom>
                <a:avLst/>
                <a:gdLst/>
                <a:ahLst/>
                <a:cxnLst/>
                <a:rect l="l" t="t" r="r" b="b"/>
                <a:pathLst>
                  <a:path w="281479" h="458153">
                    <a:moveTo>
                      <a:pt x="48712" y="147248"/>
                    </a:moveTo>
                    <a:lnTo>
                      <a:pt x="0" y="47609"/>
                    </a:lnTo>
                    <a:lnTo>
                      <a:pt x="87748" y="0"/>
                    </a:lnTo>
                    <a:lnTo>
                      <a:pt x="192288" y="199897"/>
                    </a:lnTo>
                    <a:lnTo>
                      <a:pt x="157133" y="216742"/>
                    </a:lnTo>
                    <a:lnTo>
                      <a:pt x="281479" y="437347"/>
                    </a:lnTo>
                    <a:lnTo>
                      <a:pt x="248484" y="458153"/>
                    </a:lnTo>
                    <a:lnTo>
                      <a:pt x="241671" y="447353"/>
                    </a:lnTo>
                    <a:lnTo>
                      <a:pt x="234153" y="452073"/>
                    </a:lnTo>
                    <a:lnTo>
                      <a:pt x="106127" y="246270"/>
                    </a:lnTo>
                    <a:lnTo>
                      <a:pt x="96497" y="240214"/>
                    </a:lnTo>
                    <a:lnTo>
                      <a:pt x="90663" y="224471"/>
                    </a:lnTo>
                    <a:lnTo>
                      <a:pt x="138693" y="196248"/>
                    </a:lnTo>
                    <a:lnTo>
                      <a:pt x="144863" y="187959"/>
                    </a:lnTo>
                    <a:lnTo>
                      <a:pt x="143365" y="177736"/>
                    </a:lnTo>
                    <a:lnTo>
                      <a:pt x="111997" y="125191"/>
                    </a:lnTo>
                    <a:lnTo>
                      <a:pt x="97406" y="118948"/>
                    </a:lnTo>
                    <a:lnTo>
                      <a:pt x="48712" y="14724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5" name="Контур"/>
              <p:cNvSpPr/>
              <p:nvPr/>
            </p:nvSpPr>
            <p:spPr>
              <a:xfrm>
                <a:off x="7042120" y="7210010"/>
                <a:ext cx="111686" cy="152716"/>
              </a:xfrm>
              <a:custGeom>
                <a:avLst/>
                <a:gdLst/>
                <a:ahLst/>
                <a:cxnLst/>
                <a:rect l="l" t="t" r="r" b="b"/>
                <a:pathLst>
                  <a:path w="111686" h="152716">
                    <a:moveTo>
                      <a:pt x="50554" y="0"/>
                    </a:moveTo>
                    <a:lnTo>
                      <a:pt x="55756" y="10524"/>
                    </a:lnTo>
                    <a:lnTo>
                      <a:pt x="111686" y="128323"/>
                    </a:lnTo>
                    <a:lnTo>
                      <a:pt x="61319" y="152716"/>
                    </a:lnTo>
                    <a:lnTo>
                      <a:pt x="31434" y="89348"/>
                    </a:lnTo>
                    <a:lnTo>
                      <a:pt x="21617" y="92622"/>
                    </a:lnTo>
                    <a:lnTo>
                      <a:pt x="13457" y="75453"/>
                    </a:lnTo>
                    <a:lnTo>
                      <a:pt x="0" y="42498"/>
                    </a:lnTo>
                    <a:lnTo>
                      <a:pt x="6827" y="36120"/>
                    </a:lnTo>
                    <a:lnTo>
                      <a:pt x="21168" y="18902"/>
                    </a:lnTo>
                    <a:lnTo>
                      <a:pt x="34560" y="9110"/>
                    </a:lnTo>
                    <a:lnTo>
                      <a:pt x="5055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6" name="Контур"/>
              <p:cNvSpPr/>
              <p:nvPr/>
            </p:nvSpPr>
            <p:spPr>
              <a:xfrm>
                <a:off x="6744105" y="8673055"/>
                <a:ext cx="67856" cy="78116"/>
              </a:xfrm>
              <a:custGeom>
                <a:avLst/>
                <a:gdLst/>
                <a:ahLst/>
                <a:cxnLst/>
                <a:rect l="l" t="t" r="r" b="b"/>
                <a:pathLst>
                  <a:path w="67856" h="78116">
                    <a:moveTo>
                      <a:pt x="0" y="16260"/>
                    </a:moveTo>
                    <a:lnTo>
                      <a:pt x="36172" y="0"/>
                    </a:lnTo>
                    <a:lnTo>
                      <a:pt x="67856" y="66761"/>
                    </a:lnTo>
                    <a:lnTo>
                      <a:pt x="46667" y="77280"/>
                    </a:lnTo>
                    <a:lnTo>
                      <a:pt x="44160" y="71941"/>
                    </a:lnTo>
                    <a:lnTo>
                      <a:pt x="31005" y="78116"/>
                    </a:lnTo>
                    <a:lnTo>
                      <a:pt x="0" y="1626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7" name="Контур"/>
              <p:cNvSpPr/>
              <p:nvPr/>
            </p:nvSpPr>
            <p:spPr>
              <a:xfrm>
                <a:off x="7186734" y="8172859"/>
                <a:ext cx="247759" cy="390790"/>
              </a:xfrm>
              <a:custGeom>
                <a:avLst/>
                <a:gdLst/>
                <a:ahLst/>
                <a:cxnLst/>
                <a:rect l="l" t="t" r="r" b="b"/>
                <a:pathLst>
                  <a:path w="247759" h="390790">
                    <a:moveTo>
                      <a:pt x="247759" y="373770"/>
                    </a:moveTo>
                    <a:lnTo>
                      <a:pt x="230341" y="382235"/>
                    </a:lnTo>
                    <a:lnTo>
                      <a:pt x="211247" y="390790"/>
                    </a:lnTo>
                    <a:lnTo>
                      <a:pt x="92623" y="136768"/>
                    </a:lnTo>
                    <a:lnTo>
                      <a:pt x="0" y="31891"/>
                    </a:lnTo>
                    <a:lnTo>
                      <a:pt x="13536" y="23949"/>
                    </a:lnTo>
                    <a:lnTo>
                      <a:pt x="47347" y="4113"/>
                    </a:lnTo>
                    <a:lnTo>
                      <a:pt x="62584" y="0"/>
                    </a:lnTo>
                    <a:lnTo>
                      <a:pt x="108502" y="94311"/>
                    </a:lnTo>
                    <a:lnTo>
                      <a:pt x="247759" y="37377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8" name="Контур"/>
              <p:cNvSpPr/>
              <p:nvPr/>
            </p:nvSpPr>
            <p:spPr>
              <a:xfrm>
                <a:off x="6368898" y="8346465"/>
                <a:ext cx="127148" cy="104403"/>
              </a:xfrm>
              <a:custGeom>
                <a:avLst/>
                <a:gdLst/>
                <a:ahLst/>
                <a:cxnLst/>
                <a:rect l="l" t="t" r="r" b="b"/>
                <a:pathLst>
                  <a:path w="127148" h="104403">
                    <a:moveTo>
                      <a:pt x="0" y="45078"/>
                    </a:moveTo>
                    <a:lnTo>
                      <a:pt x="23733" y="31814"/>
                    </a:lnTo>
                    <a:lnTo>
                      <a:pt x="5266" y="0"/>
                    </a:lnTo>
                    <a:lnTo>
                      <a:pt x="110744" y="28770"/>
                    </a:lnTo>
                    <a:lnTo>
                      <a:pt x="119012" y="44257"/>
                    </a:lnTo>
                    <a:lnTo>
                      <a:pt x="121590" y="47654"/>
                    </a:lnTo>
                    <a:lnTo>
                      <a:pt x="125098" y="50078"/>
                    </a:lnTo>
                    <a:lnTo>
                      <a:pt x="127148" y="50684"/>
                    </a:lnTo>
                    <a:lnTo>
                      <a:pt x="30389" y="104403"/>
                    </a:lnTo>
                    <a:lnTo>
                      <a:pt x="30285" y="101285"/>
                    </a:lnTo>
                    <a:lnTo>
                      <a:pt x="28846" y="97315"/>
                    </a:lnTo>
                    <a:lnTo>
                      <a:pt x="0" y="4507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9" name="Контур"/>
              <p:cNvSpPr/>
              <p:nvPr/>
            </p:nvSpPr>
            <p:spPr>
              <a:xfrm>
                <a:off x="6799481" y="7530466"/>
                <a:ext cx="193613" cy="119520"/>
              </a:xfrm>
              <a:custGeom>
                <a:avLst/>
                <a:gdLst/>
                <a:ahLst/>
                <a:cxnLst/>
                <a:rect l="l" t="t" r="r" b="b"/>
                <a:pathLst>
                  <a:path w="193613" h="119520">
                    <a:moveTo>
                      <a:pt x="106474" y="74106"/>
                    </a:moveTo>
                    <a:lnTo>
                      <a:pt x="83068" y="84082"/>
                    </a:lnTo>
                    <a:lnTo>
                      <a:pt x="29735" y="119520"/>
                    </a:lnTo>
                    <a:lnTo>
                      <a:pt x="0" y="76302"/>
                    </a:lnTo>
                    <a:lnTo>
                      <a:pt x="154034" y="450"/>
                    </a:lnTo>
                    <a:lnTo>
                      <a:pt x="155168" y="0"/>
                    </a:lnTo>
                    <a:lnTo>
                      <a:pt x="193613" y="73021"/>
                    </a:lnTo>
                    <a:lnTo>
                      <a:pt x="179981" y="79416"/>
                    </a:lnTo>
                    <a:lnTo>
                      <a:pt x="176015" y="72128"/>
                    </a:lnTo>
                    <a:lnTo>
                      <a:pt x="159128" y="41472"/>
                    </a:lnTo>
                    <a:lnTo>
                      <a:pt x="106474" y="7410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0" name="Контур"/>
              <p:cNvSpPr/>
              <p:nvPr/>
            </p:nvSpPr>
            <p:spPr>
              <a:xfrm>
                <a:off x="6984479" y="7693496"/>
                <a:ext cx="189671" cy="421910"/>
              </a:xfrm>
              <a:custGeom>
                <a:avLst/>
                <a:gdLst/>
                <a:ahLst/>
                <a:cxnLst/>
                <a:rect l="l" t="t" r="r" b="b"/>
                <a:pathLst>
                  <a:path w="189671" h="421910">
                    <a:moveTo>
                      <a:pt x="0" y="407075"/>
                    </a:moveTo>
                    <a:lnTo>
                      <a:pt x="2822" y="400048"/>
                    </a:lnTo>
                    <a:lnTo>
                      <a:pt x="130104" y="320607"/>
                    </a:lnTo>
                    <a:lnTo>
                      <a:pt x="167958" y="296982"/>
                    </a:lnTo>
                    <a:lnTo>
                      <a:pt x="88683" y="134889"/>
                    </a:lnTo>
                    <a:lnTo>
                      <a:pt x="25373" y="5440"/>
                    </a:lnTo>
                    <a:lnTo>
                      <a:pt x="35046" y="0"/>
                    </a:lnTo>
                    <a:lnTo>
                      <a:pt x="189671" y="302891"/>
                    </a:lnTo>
                    <a:lnTo>
                      <a:pt x="20107" y="414630"/>
                    </a:lnTo>
                    <a:lnTo>
                      <a:pt x="7516" y="421910"/>
                    </a:lnTo>
                    <a:lnTo>
                      <a:pt x="6567" y="418938"/>
                    </a:lnTo>
                    <a:lnTo>
                      <a:pt x="0" y="40707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1" name="Контур"/>
              <p:cNvSpPr/>
              <p:nvPr/>
            </p:nvSpPr>
            <p:spPr>
              <a:xfrm>
                <a:off x="7045611" y="7640821"/>
                <a:ext cx="308746" cy="539905"/>
              </a:xfrm>
              <a:custGeom>
                <a:avLst/>
                <a:gdLst/>
                <a:ahLst/>
                <a:cxnLst/>
                <a:rect l="l" t="t" r="r" b="b"/>
                <a:pathLst>
                  <a:path w="308746" h="539905">
                    <a:moveTo>
                      <a:pt x="201421" y="293187"/>
                    </a:moveTo>
                    <a:lnTo>
                      <a:pt x="223300" y="338421"/>
                    </a:lnTo>
                    <a:lnTo>
                      <a:pt x="255211" y="404410"/>
                    </a:lnTo>
                    <a:lnTo>
                      <a:pt x="260551" y="415452"/>
                    </a:lnTo>
                    <a:lnTo>
                      <a:pt x="308746" y="509673"/>
                    </a:lnTo>
                    <a:lnTo>
                      <a:pt x="253527" y="539905"/>
                    </a:lnTo>
                    <a:lnTo>
                      <a:pt x="217780" y="443763"/>
                    </a:lnTo>
                    <a:lnTo>
                      <a:pt x="196816" y="387378"/>
                    </a:lnTo>
                    <a:lnTo>
                      <a:pt x="110931" y="219184"/>
                    </a:lnTo>
                    <a:lnTo>
                      <a:pt x="0" y="5413"/>
                    </a:lnTo>
                    <a:lnTo>
                      <a:pt x="5471" y="3427"/>
                    </a:lnTo>
                    <a:lnTo>
                      <a:pt x="38310" y="0"/>
                    </a:lnTo>
                    <a:lnTo>
                      <a:pt x="55617" y="1546"/>
                    </a:lnTo>
                    <a:lnTo>
                      <a:pt x="63344" y="6183"/>
                    </a:lnTo>
                    <a:lnTo>
                      <a:pt x="123923" y="135118"/>
                    </a:lnTo>
                    <a:lnTo>
                      <a:pt x="184771" y="260686"/>
                    </a:lnTo>
                    <a:lnTo>
                      <a:pt x="201421" y="29318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2" name="Контур"/>
              <p:cNvSpPr/>
              <p:nvPr/>
            </p:nvSpPr>
            <p:spPr>
              <a:xfrm>
                <a:off x="7115470" y="7464209"/>
                <a:ext cx="97015" cy="164203"/>
              </a:xfrm>
              <a:custGeom>
                <a:avLst/>
                <a:gdLst/>
                <a:ahLst/>
                <a:cxnLst/>
                <a:rect l="l" t="t" r="r" b="b"/>
                <a:pathLst>
                  <a:path w="97015" h="164203">
                    <a:moveTo>
                      <a:pt x="73962" y="146681"/>
                    </a:moveTo>
                    <a:lnTo>
                      <a:pt x="52533" y="105029"/>
                    </a:lnTo>
                    <a:lnTo>
                      <a:pt x="35451" y="73817"/>
                    </a:lnTo>
                    <a:lnTo>
                      <a:pt x="0" y="3967"/>
                    </a:lnTo>
                    <a:lnTo>
                      <a:pt x="15046" y="0"/>
                    </a:lnTo>
                    <a:lnTo>
                      <a:pt x="76235" y="118247"/>
                    </a:lnTo>
                    <a:lnTo>
                      <a:pt x="97015" y="164203"/>
                    </a:lnTo>
                    <a:lnTo>
                      <a:pt x="87369" y="160659"/>
                    </a:lnTo>
                    <a:lnTo>
                      <a:pt x="79889" y="154161"/>
                    </a:lnTo>
                    <a:lnTo>
                      <a:pt x="73962" y="14668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3" name="Контур"/>
              <p:cNvSpPr/>
              <p:nvPr/>
            </p:nvSpPr>
            <p:spPr>
              <a:xfrm>
                <a:off x="7162639" y="7462700"/>
                <a:ext cx="98631" cy="155867"/>
              </a:xfrm>
              <a:custGeom>
                <a:avLst/>
                <a:gdLst/>
                <a:ahLst/>
                <a:cxnLst/>
                <a:rect l="l" t="t" r="r" b="b"/>
                <a:pathLst>
                  <a:path w="98631" h="155867">
                    <a:moveTo>
                      <a:pt x="95279" y="103077"/>
                    </a:moveTo>
                    <a:lnTo>
                      <a:pt x="84294" y="108212"/>
                    </a:lnTo>
                    <a:lnTo>
                      <a:pt x="98631" y="138587"/>
                    </a:lnTo>
                    <a:lnTo>
                      <a:pt x="61263" y="155867"/>
                    </a:lnTo>
                    <a:lnTo>
                      <a:pt x="0" y="23945"/>
                    </a:lnTo>
                    <a:lnTo>
                      <a:pt x="50215" y="0"/>
                    </a:lnTo>
                    <a:lnTo>
                      <a:pt x="96986" y="98511"/>
                    </a:lnTo>
                    <a:lnTo>
                      <a:pt x="95567" y="100950"/>
                    </a:lnTo>
                    <a:lnTo>
                      <a:pt x="95279" y="10307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4" name="Контур"/>
              <p:cNvSpPr/>
              <p:nvPr/>
            </p:nvSpPr>
            <p:spPr>
              <a:xfrm>
                <a:off x="7156323" y="9011587"/>
                <a:ext cx="348219" cy="176364"/>
              </a:xfrm>
              <a:custGeom>
                <a:avLst/>
                <a:gdLst/>
                <a:ahLst/>
                <a:cxnLst/>
                <a:rect l="l" t="t" r="r" b="b"/>
                <a:pathLst>
                  <a:path w="348219" h="176364">
                    <a:moveTo>
                      <a:pt x="6055" y="176364"/>
                    </a:moveTo>
                    <a:lnTo>
                      <a:pt x="0" y="163710"/>
                    </a:lnTo>
                    <a:lnTo>
                      <a:pt x="341577" y="0"/>
                    </a:lnTo>
                    <a:lnTo>
                      <a:pt x="348219" y="11906"/>
                    </a:lnTo>
                    <a:lnTo>
                      <a:pt x="299167" y="36039"/>
                    </a:lnTo>
                    <a:lnTo>
                      <a:pt x="6055" y="17636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5" name="Контур"/>
              <p:cNvSpPr/>
              <p:nvPr/>
            </p:nvSpPr>
            <p:spPr>
              <a:xfrm>
                <a:off x="6843936" y="8907261"/>
                <a:ext cx="109488" cy="62471"/>
              </a:xfrm>
              <a:custGeom>
                <a:avLst/>
                <a:gdLst/>
                <a:ahLst/>
                <a:cxnLst/>
                <a:rect l="l" t="t" r="r" b="b"/>
                <a:pathLst>
                  <a:path w="109488" h="62471">
                    <a:moveTo>
                      <a:pt x="7160" y="62293"/>
                    </a:moveTo>
                    <a:lnTo>
                      <a:pt x="0" y="47200"/>
                    </a:lnTo>
                    <a:lnTo>
                      <a:pt x="102383" y="0"/>
                    </a:lnTo>
                    <a:lnTo>
                      <a:pt x="109488" y="14080"/>
                    </a:lnTo>
                    <a:lnTo>
                      <a:pt x="108485" y="14321"/>
                    </a:lnTo>
                    <a:lnTo>
                      <a:pt x="12677" y="57989"/>
                    </a:lnTo>
                    <a:lnTo>
                      <a:pt x="9152" y="60323"/>
                    </a:lnTo>
                    <a:lnTo>
                      <a:pt x="7445" y="62471"/>
                    </a:lnTo>
                    <a:lnTo>
                      <a:pt x="7160" y="622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6" name="Контур"/>
              <p:cNvSpPr/>
              <p:nvPr/>
            </p:nvSpPr>
            <p:spPr>
              <a:xfrm>
                <a:off x="6659037" y="8874697"/>
                <a:ext cx="11429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14290" h="35825">
                    <a:moveTo>
                      <a:pt x="67281" y="0"/>
                    </a:moveTo>
                    <a:lnTo>
                      <a:pt x="114290" y="0"/>
                    </a:lnTo>
                    <a:lnTo>
                      <a:pt x="36453" y="35825"/>
                    </a:lnTo>
                    <a:lnTo>
                      <a:pt x="17553" y="33479"/>
                    </a:lnTo>
                    <a:lnTo>
                      <a:pt x="0" y="0"/>
                    </a:lnTo>
                    <a:lnTo>
                      <a:pt x="10335" y="0"/>
                    </a:lnTo>
                    <a:lnTo>
                      <a:pt x="15721" y="10743"/>
                    </a:lnTo>
                    <a:lnTo>
                      <a:pt x="18955" y="14901"/>
                    </a:lnTo>
                    <a:lnTo>
                      <a:pt x="23533" y="17506"/>
                    </a:lnTo>
                    <a:lnTo>
                      <a:pt x="28760" y="18159"/>
                    </a:lnTo>
                    <a:lnTo>
                      <a:pt x="33839" y="16762"/>
                    </a:lnTo>
                    <a:lnTo>
                      <a:pt x="6728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7" name="Контур"/>
              <p:cNvSpPr/>
              <p:nvPr/>
            </p:nvSpPr>
            <p:spPr>
              <a:xfrm>
                <a:off x="7225272" y="8874697"/>
                <a:ext cx="33750" cy="36634"/>
              </a:xfrm>
              <a:custGeom>
                <a:avLst/>
                <a:gdLst/>
                <a:ahLst/>
                <a:cxnLst/>
                <a:rect l="l" t="t" r="r" b="b"/>
                <a:pathLst>
                  <a:path w="33750" h="36634">
                    <a:moveTo>
                      <a:pt x="0" y="0"/>
                    </a:moveTo>
                    <a:lnTo>
                      <a:pt x="27097" y="0"/>
                    </a:lnTo>
                    <a:lnTo>
                      <a:pt x="33750" y="11764"/>
                    </a:lnTo>
                    <a:lnTo>
                      <a:pt x="27935" y="36044"/>
                    </a:lnTo>
                    <a:lnTo>
                      <a:pt x="26042" y="32213"/>
                    </a:lnTo>
                    <a:lnTo>
                      <a:pt x="16712" y="366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8" name="Контур"/>
              <p:cNvSpPr/>
              <p:nvPr/>
            </p:nvSpPr>
            <p:spPr>
              <a:xfrm>
                <a:off x="7219244" y="8850698"/>
                <a:ext cx="33125" cy="23999"/>
              </a:xfrm>
              <a:custGeom>
                <a:avLst/>
                <a:gdLst/>
                <a:ahLst/>
                <a:cxnLst/>
                <a:rect l="l" t="t" r="r" b="b"/>
                <a:pathLst>
                  <a:path w="33125" h="23999">
                    <a:moveTo>
                      <a:pt x="0" y="10785"/>
                    </a:moveTo>
                    <a:lnTo>
                      <a:pt x="21562" y="0"/>
                    </a:lnTo>
                    <a:lnTo>
                      <a:pt x="33125" y="23999"/>
                    </a:lnTo>
                    <a:lnTo>
                      <a:pt x="6028" y="23999"/>
                    </a:lnTo>
                    <a:lnTo>
                      <a:pt x="0" y="1078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9" name="Контур"/>
              <p:cNvSpPr/>
              <p:nvPr/>
            </p:nvSpPr>
            <p:spPr>
              <a:xfrm>
                <a:off x="6726318" y="8762722"/>
                <a:ext cx="125432" cy="111975"/>
              </a:xfrm>
              <a:custGeom>
                <a:avLst/>
                <a:gdLst/>
                <a:ahLst/>
                <a:cxnLst/>
                <a:rect l="l" t="t" r="r" b="b"/>
                <a:pathLst>
                  <a:path w="125432" h="111975">
                    <a:moveTo>
                      <a:pt x="63816" y="18424"/>
                    </a:moveTo>
                    <a:lnTo>
                      <a:pt x="76190" y="12616"/>
                    </a:lnTo>
                    <a:lnTo>
                      <a:pt x="74979" y="10038"/>
                    </a:lnTo>
                    <a:lnTo>
                      <a:pt x="96514" y="0"/>
                    </a:lnTo>
                    <a:lnTo>
                      <a:pt x="125432" y="60931"/>
                    </a:lnTo>
                    <a:lnTo>
                      <a:pt x="120582" y="73954"/>
                    </a:lnTo>
                    <a:lnTo>
                      <a:pt x="47009" y="111975"/>
                    </a:lnTo>
                    <a:lnTo>
                      <a:pt x="0" y="111975"/>
                    </a:lnTo>
                    <a:lnTo>
                      <a:pt x="76410" y="73675"/>
                    </a:lnTo>
                    <a:lnTo>
                      <a:pt x="79844" y="71215"/>
                    </a:lnTo>
                    <a:lnTo>
                      <a:pt x="82348" y="67814"/>
                    </a:lnTo>
                    <a:lnTo>
                      <a:pt x="83680" y="63806"/>
                    </a:lnTo>
                    <a:lnTo>
                      <a:pt x="83708" y="59582"/>
                    </a:lnTo>
                    <a:lnTo>
                      <a:pt x="82429" y="55557"/>
                    </a:lnTo>
                    <a:lnTo>
                      <a:pt x="63816" y="184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0" name="Контур"/>
              <p:cNvSpPr/>
              <p:nvPr/>
            </p:nvSpPr>
            <p:spPr>
              <a:xfrm>
                <a:off x="6623652" y="8795960"/>
                <a:ext cx="45720" cy="78737"/>
              </a:xfrm>
              <a:custGeom>
                <a:avLst/>
                <a:gdLst/>
                <a:ahLst/>
                <a:cxnLst/>
                <a:rect l="l" t="t" r="r" b="b"/>
                <a:pathLst>
                  <a:path w="45720" h="78737">
                    <a:moveTo>
                      <a:pt x="45720" y="78737"/>
                    </a:moveTo>
                    <a:lnTo>
                      <a:pt x="35385" y="78737"/>
                    </a:lnTo>
                    <a:lnTo>
                      <a:pt x="0" y="3133"/>
                    </a:lnTo>
                    <a:lnTo>
                      <a:pt x="6254" y="0"/>
                    </a:lnTo>
                    <a:lnTo>
                      <a:pt x="45720" y="787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1" name="Контур"/>
              <p:cNvSpPr/>
              <p:nvPr/>
            </p:nvSpPr>
            <p:spPr>
              <a:xfrm>
                <a:off x="7199686" y="8814759"/>
                <a:ext cx="36992" cy="38167"/>
              </a:xfrm>
              <a:custGeom>
                <a:avLst/>
                <a:gdLst/>
                <a:ahLst/>
                <a:cxnLst/>
                <a:rect l="l" t="t" r="r" b="b"/>
                <a:pathLst>
                  <a:path w="36992" h="38167">
                    <a:moveTo>
                      <a:pt x="15653" y="38167"/>
                    </a:moveTo>
                    <a:lnTo>
                      <a:pt x="0" y="3853"/>
                    </a:lnTo>
                    <a:lnTo>
                      <a:pt x="9561" y="0"/>
                    </a:lnTo>
                    <a:lnTo>
                      <a:pt x="17815" y="10199"/>
                    </a:lnTo>
                    <a:lnTo>
                      <a:pt x="25583" y="7284"/>
                    </a:lnTo>
                    <a:lnTo>
                      <a:pt x="36992" y="27926"/>
                    </a:lnTo>
                    <a:lnTo>
                      <a:pt x="15653" y="3816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2" name="Контур"/>
              <p:cNvSpPr/>
              <p:nvPr/>
            </p:nvSpPr>
            <p:spPr>
              <a:xfrm>
                <a:off x="4922313" y="6677236"/>
                <a:ext cx="1169683" cy="707613"/>
              </a:xfrm>
              <a:custGeom>
                <a:avLst/>
                <a:gdLst/>
                <a:ahLst/>
                <a:cxnLst/>
                <a:rect l="l" t="t" r="r" b="b"/>
                <a:pathLst>
                  <a:path w="1169683" h="707613">
                    <a:moveTo>
                      <a:pt x="150846" y="639783"/>
                    </a:moveTo>
                    <a:lnTo>
                      <a:pt x="136328" y="648684"/>
                    </a:lnTo>
                    <a:lnTo>
                      <a:pt x="121610" y="648547"/>
                    </a:lnTo>
                    <a:lnTo>
                      <a:pt x="31160" y="707613"/>
                    </a:lnTo>
                    <a:lnTo>
                      <a:pt x="0" y="658517"/>
                    </a:lnTo>
                    <a:lnTo>
                      <a:pt x="115669" y="588451"/>
                    </a:lnTo>
                    <a:lnTo>
                      <a:pt x="281257" y="499026"/>
                    </a:lnTo>
                    <a:lnTo>
                      <a:pt x="527643" y="344758"/>
                    </a:lnTo>
                    <a:lnTo>
                      <a:pt x="654513" y="281913"/>
                    </a:lnTo>
                    <a:lnTo>
                      <a:pt x="820325" y="189250"/>
                    </a:lnTo>
                    <a:lnTo>
                      <a:pt x="949445" y="126405"/>
                    </a:lnTo>
                    <a:lnTo>
                      <a:pt x="1162762" y="0"/>
                    </a:lnTo>
                    <a:lnTo>
                      <a:pt x="1169683" y="11610"/>
                    </a:lnTo>
                    <a:lnTo>
                      <a:pt x="244271" y="580003"/>
                    </a:lnTo>
                    <a:lnTo>
                      <a:pt x="233509" y="581198"/>
                    </a:lnTo>
                    <a:lnTo>
                      <a:pt x="157222" y="626251"/>
                    </a:lnTo>
                    <a:lnTo>
                      <a:pt x="150846" y="6397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3" name="Контур"/>
              <p:cNvSpPr/>
              <p:nvPr/>
            </p:nvSpPr>
            <p:spPr>
              <a:xfrm>
                <a:off x="5438104" y="6595506"/>
                <a:ext cx="809948" cy="580236"/>
              </a:xfrm>
              <a:custGeom>
                <a:avLst/>
                <a:gdLst/>
                <a:ahLst/>
                <a:cxnLst/>
                <a:rect l="l" t="t" r="r" b="b"/>
                <a:pathLst>
                  <a:path w="809948" h="580236">
                    <a:moveTo>
                      <a:pt x="19105" y="580236"/>
                    </a:moveTo>
                    <a:lnTo>
                      <a:pt x="0" y="551749"/>
                    </a:lnTo>
                    <a:lnTo>
                      <a:pt x="3065" y="509753"/>
                    </a:lnTo>
                    <a:lnTo>
                      <a:pt x="12852" y="485725"/>
                    </a:lnTo>
                    <a:lnTo>
                      <a:pt x="325917" y="297211"/>
                    </a:lnTo>
                    <a:lnTo>
                      <a:pt x="648873" y="96502"/>
                    </a:lnTo>
                    <a:lnTo>
                      <a:pt x="653892" y="93340"/>
                    </a:lnTo>
                    <a:lnTo>
                      <a:pt x="748944" y="33466"/>
                    </a:lnTo>
                    <a:lnTo>
                      <a:pt x="802965" y="0"/>
                    </a:lnTo>
                    <a:lnTo>
                      <a:pt x="809948" y="14093"/>
                    </a:lnTo>
                    <a:lnTo>
                      <a:pt x="765626" y="40696"/>
                    </a:lnTo>
                    <a:lnTo>
                      <a:pt x="703188" y="94152"/>
                    </a:lnTo>
                    <a:lnTo>
                      <a:pt x="404879" y="284203"/>
                    </a:lnTo>
                    <a:lnTo>
                      <a:pt x="103688" y="472516"/>
                    </a:lnTo>
                    <a:lnTo>
                      <a:pt x="27399" y="527203"/>
                    </a:lnTo>
                    <a:lnTo>
                      <a:pt x="20758" y="534163"/>
                    </a:lnTo>
                    <a:lnTo>
                      <a:pt x="19105" y="58023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4" name="Контур"/>
              <p:cNvSpPr/>
              <p:nvPr/>
            </p:nvSpPr>
            <p:spPr>
              <a:xfrm>
                <a:off x="5541792" y="6609599"/>
                <a:ext cx="716668" cy="459171"/>
              </a:xfrm>
              <a:custGeom>
                <a:avLst/>
                <a:gdLst/>
                <a:ahLst/>
                <a:cxnLst/>
                <a:rect l="l" t="t" r="r" b="b"/>
                <a:pathLst>
                  <a:path w="716668" h="459171">
                    <a:moveTo>
                      <a:pt x="24605" y="459171"/>
                    </a:moveTo>
                    <a:lnTo>
                      <a:pt x="0" y="458423"/>
                    </a:lnTo>
                    <a:lnTo>
                      <a:pt x="301191" y="270110"/>
                    </a:lnTo>
                    <a:lnTo>
                      <a:pt x="599500" y="80059"/>
                    </a:lnTo>
                    <a:lnTo>
                      <a:pt x="661938" y="26603"/>
                    </a:lnTo>
                    <a:lnTo>
                      <a:pt x="706260" y="0"/>
                    </a:lnTo>
                    <a:lnTo>
                      <a:pt x="716668" y="21005"/>
                    </a:lnTo>
                    <a:lnTo>
                      <a:pt x="687449" y="47435"/>
                    </a:lnTo>
                    <a:lnTo>
                      <a:pt x="562920" y="146964"/>
                    </a:lnTo>
                    <a:lnTo>
                      <a:pt x="239145" y="364558"/>
                    </a:lnTo>
                    <a:lnTo>
                      <a:pt x="116934" y="401217"/>
                    </a:lnTo>
                    <a:lnTo>
                      <a:pt x="24605" y="4591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5" name="Контур"/>
              <p:cNvSpPr/>
              <p:nvPr/>
            </p:nvSpPr>
            <p:spPr>
              <a:xfrm>
                <a:off x="6202481" y="6799836"/>
                <a:ext cx="69797" cy="150751"/>
              </a:xfrm>
              <a:custGeom>
                <a:avLst/>
                <a:gdLst/>
                <a:ahLst/>
                <a:cxnLst/>
                <a:rect l="l" t="t" r="r" b="b"/>
                <a:pathLst>
                  <a:path w="69797" h="150751">
                    <a:moveTo>
                      <a:pt x="65619" y="0"/>
                    </a:moveTo>
                    <a:lnTo>
                      <a:pt x="69797" y="28882"/>
                    </a:lnTo>
                    <a:lnTo>
                      <a:pt x="15122" y="150751"/>
                    </a:lnTo>
                    <a:lnTo>
                      <a:pt x="0" y="139481"/>
                    </a:lnTo>
                    <a:lnTo>
                      <a:pt x="21726" y="101582"/>
                    </a:lnTo>
                    <a:lnTo>
                      <a:pt x="44909" y="53405"/>
                    </a:lnTo>
                    <a:lnTo>
                      <a:pt x="65619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6" name="Контур"/>
              <p:cNvSpPr/>
              <p:nvPr/>
            </p:nvSpPr>
            <p:spPr>
              <a:xfrm>
                <a:off x="6313953" y="6227536"/>
                <a:ext cx="135851" cy="251856"/>
              </a:xfrm>
              <a:custGeom>
                <a:avLst/>
                <a:gdLst/>
                <a:ahLst/>
                <a:cxnLst/>
                <a:rect l="l" t="t" r="r" b="b"/>
                <a:pathLst>
                  <a:path w="135851" h="251856">
                    <a:moveTo>
                      <a:pt x="0" y="6831"/>
                    </a:moveTo>
                    <a:lnTo>
                      <a:pt x="15565" y="0"/>
                    </a:lnTo>
                    <a:lnTo>
                      <a:pt x="135851" y="244278"/>
                    </a:lnTo>
                    <a:lnTo>
                      <a:pt x="113341" y="251856"/>
                    </a:lnTo>
                    <a:lnTo>
                      <a:pt x="112711" y="228123"/>
                    </a:lnTo>
                    <a:lnTo>
                      <a:pt x="108994" y="220986"/>
                    </a:lnTo>
                    <a:lnTo>
                      <a:pt x="95854" y="198661"/>
                    </a:lnTo>
                    <a:lnTo>
                      <a:pt x="77458" y="167409"/>
                    </a:lnTo>
                    <a:lnTo>
                      <a:pt x="0" y="683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7" name="Контур"/>
              <p:cNvSpPr/>
              <p:nvPr/>
            </p:nvSpPr>
            <p:spPr>
              <a:xfrm>
                <a:off x="6241069" y="6569719"/>
                <a:ext cx="57250" cy="60885"/>
              </a:xfrm>
              <a:custGeom>
                <a:avLst/>
                <a:gdLst/>
                <a:ahLst/>
                <a:cxnLst/>
                <a:rect l="l" t="t" r="r" b="b"/>
                <a:pathLst>
                  <a:path w="57250" h="60885">
                    <a:moveTo>
                      <a:pt x="41627" y="0"/>
                    </a:moveTo>
                    <a:lnTo>
                      <a:pt x="57250" y="24831"/>
                    </a:lnTo>
                    <a:lnTo>
                      <a:pt x="17391" y="60885"/>
                    </a:lnTo>
                    <a:lnTo>
                      <a:pt x="6983" y="39880"/>
                    </a:lnTo>
                    <a:lnTo>
                      <a:pt x="0" y="25787"/>
                    </a:lnTo>
                    <a:lnTo>
                      <a:pt x="4162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8" name="Контур"/>
              <p:cNvSpPr/>
              <p:nvPr/>
            </p:nvSpPr>
            <p:spPr>
              <a:xfrm>
                <a:off x="4909140" y="6752734"/>
                <a:ext cx="121152" cy="188898"/>
              </a:xfrm>
              <a:custGeom>
                <a:avLst/>
                <a:gdLst/>
                <a:ahLst/>
                <a:cxnLst/>
                <a:rect l="l" t="t" r="r" b="b"/>
                <a:pathLst>
                  <a:path w="121152" h="188898">
                    <a:moveTo>
                      <a:pt x="16908" y="0"/>
                    </a:moveTo>
                    <a:lnTo>
                      <a:pt x="121152" y="164205"/>
                    </a:lnTo>
                    <a:lnTo>
                      <a:pt x="101941" y="176233"/>
                    </a:lnTo>
                    <a:lnTo>
                      <a:pt x="81304" y="188898"/>
                    </a:lnTo>
                    <a:lnTo>
                      <a:pt x="12460" y="73597"/>
                    </a:lnTo>
                    <a:lnTo>
                      <a:pt x="2471" y="50170"/>
                    </a:lnTo>
                    <a:lnTo>
                      <a:pt x="0" y="36712"/>
                    </a:lnTo>
                    <a:lnTo>
                      <a:pt x="1865" y="28344"/>
                    </a:lnTo>
                    <a:lnTo>
                      <a:pt x="2865" y="23685"/>
                    </a:lnTo>
                    <a:lnTo>
                      <a:pt x="1690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9" name="Контур"/>
              <p:cNvSpPr/>
              <p:nvPr/>
            </p:nvSpPr>
            <p:spPr>
              <a:xfrm>
                <a:off x="6348963" y="6195975"/>
                <a:ext cx="148747" cy="262294"/>
              </a:xfrm>
              <a:custGeom>
                <a:avLst/>
                <a:gdLst/>
                <a:ahLst/>
                <a:cxnLst/>
                <a:rect l="l" t="t" r="r" b="b"/>
                <a:pathLst>
                  <a:path w="148747" h="262294">
                    <a:moveTo>
                      <a:pt x="59602" y="2752"/>
                    </a:moveTo>
                    <a:lnTo>
                      <a:pt x="123601" y="141244"/>
                    </a:lnTo>
                    <a:lnTo>
                      <a:pt x="147667" y="199951"/>
                    </a:lnTo>
                    <a:lnTo>
                      <a:pt x="148747" y="222721"/>
                    </a:lnTo>
                    <a:lnTo>
                      <a:pt x="137911" y="242242"/>
                    </a:lnTo>
                    <a:lnTo>
                      <a:pt x="118948" y="262294"/>
                    </a:lnTo>
                    <a:lnTo>
                      <a:pt x="76738" y="174391"/>
                    </a:lnTo>
                    <a:lnTo>
                      <a:pt x="55102" y="131407"/>
                    </a:lnTo>
                    <a:lnTo>
                      <a:pt x="12667" y="44143"/>
                    </a:lnTo>
                    <a:lnTo>
                      <a:pt x="0" y="20150"/>
                    </a:lnTo>
                    <a:lnTo>
                      <a:pt x="43808" y="0"/>
                    </a:lnTo>
                    <a:lnTo>
                      <a:pt x="59602" y="275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0" name="Контур"/>
              <p:cNvSpPr/>
              <p:nvPr/>
            </p:nvSpPr>
            <p:spPr>
              <a:xfrm>
                <a:off x="5836558" y="8075506"/>
                <a:ext cx="1386336" cy="799191"/>
              </a:xfrm>
              <a:custGeom>
                <a:avLst/>
                <a:gdLst/>
                <a:ahLst/>
                <a:cxnLst/>
                <a:rect l="l" t="t" r="r" b="b"/>
                <a:pathLst>
                  <a:path w="1386336" h="799191">
                    <a:moveTo>
                      <a:pt x="1218068" y="121279"/>
                    </a:moveTo>
                    <a:lnTo>
                      <a:pt x="1303871" y="63679"/>
                    </a:lnTo>
                    <a:lnTo>
                      <a:pt x="1386336" y="0"/>
                    </a:lnTo>
                    <a:lnTo>
                      <a:pt x="1376599" y="20275"/>
                    </a:lnTo>
                    <a:lnTo>
                      <a:pt x="1356195" y="59121"/>
                    </a:lnTo>
                    <a:lnTo>
                      <a:pt x="1309303" y="124743"/>
                    </a:lnTo>
                    <a:lnTo>
                      <a:pt x="1189641" y="190208"/>
                    </a:lnTo>
                    <a:lnTo>
                      <a:pt x="1130593" y="229951"/>
                    </a:lnTo>
                    <a:lnTo>
                      <a:pt x="1099307" y="254639"/>
                    </a:lnTo>
                    <a:lnTo>
                      <a:pt x="1020470" y="297973"/>
                    </a:lnTo>
                    <a:lnTo>
                      <a:pt x="835248" y="397872"/>
                    </a:lnTo>
                    <a:lnTo>
                      <a:pt x="419736" y="615276"/>
                    </a:lnTo>
                    <a:lnTo>
                      <a:pt x="229935" y="709335"/>
                    </a:lnTo>
                    <a:lnTo>
                      <a:pt x="89812" y="799191"/>
                    </a:lnTo>
                    <a:lnTo>
                      <a:pt x="0" y="799191"/>
                    </a:lnTo>
                    <a:lnTo>
                      <a:pt x="816480" y="351590"/>
                    </a:lnTo>
                    <a:lnTo>
                      <a:pt x="1218068" y="12127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1" name="Контур"/>
              <p:cNvSpPr/>
              <p:nvPr/>
            </p:nvSpPr>
            <p:spPr>
              <a:xfrm>
                <a:off x="6344975" y="8268685"/>
                <a:ext cx="113472" cy="66853"/>
              </a:xfrm>
              <a:custGeom>
                <a:avLst/>
                <a:gdLst/>
                <a:ahLst/>
                <a:cxnLst/>
                <a:rect l="l" t="t" r="r" b="b"/>
                <a:pathLst>
                  <a:path w="113472" h="66853">
                    <a:moveTo>
                      <a:pt x="113472" y="66853"/>
                    </a:moveTo>
                    <a:lnTo>
                      <a:pt x="8789" y="36843"/>
                    </a:lnTo>
                    <a:lnTo>
                      <a:pt x="0" y="22691"/>
                    </a:lnTo>
                    <a:lnTo>
                      <a:pt x="76367" y="0"/>
                    </a:lnTo>
                    <a:lnTo>
                      <a:pt x="108199" y="56978"/>
                    </a:lnTo>
                    <a:lnTo>
                      <a:pt x="113472" y="668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2" name="Контур"/>
              <p:cNvSpPr/>
              <p:nvPr/>
            </p:nvSpPr>
            <p:spPr>
              <a:xfrm>
                <a:off x="5664859" y="8020165"/>
                <a:ext cx="1543545" cy="854532"/>
              </a:xfrm>
              <a:custGeom>
                <a:avLst/>
                <a:gdLst/>
                <a:ahLst/>
                <a:cxnLst/>
                <a:rect l="l" t="t" r="r" b="b"/>
                <a:pathLst>
                  <a:path w="1543545" h="854532">
                    <a:moveTo>
                      <a:pt x="83138" y="854532"/>
                    </a:moveTo>
                    <a:lnTo>
                      <a:pt x="0" y="854532"/>
                    </a:lnTo>
                    <a:lnTo>
                      <a:pt x="231633" y="743949"/>
                    </a:lnTo>
                    <a:lnTo>
                      <a:pt x="473352" y="612864"/>
                    </a:lnTo>
                    <a:lnTo>
                      <a:pt x="632398" y="535574"/>
                    </a:lnTo>
                    <a:lnTo>
                      <a:pt x="910448" y="379204"/>
                    </a:lnTo>
                    <a:lnTo>
                      <a:pt x="1129829" y="229071"/>
                    </a:lnTo>
                    <a:lnTo>
                      <a:pt x="1206622" y="195381"/>
                    </a:lnTo>
                    <a:lnTo>
                      <a:pt x="1352103" y="104384"/>
                    </a:lnTo>
                    <a:lnTo>
                      <a:pt x="1383917" y="94267"/>
                    </a:lnTo>
                    <a:lnTo>
                      <a:pt x="1543545" y="0"/>
                    </a:lnTo>
                    <a:lnTo>
                      <a:pt x="1352150" y="148653"/>
                    </a:lnTo>
                    <a:lnTo>
                      <a:pt x="1263223" y="199577"/>
                    </a:lnTo>
                    <a:lnTo>
                      <a:pt x="1144913" y="257937"/>
                    </a:lnTo>
                    <a:lnTo>
                      <a:pt x="938463" y="396143"/>
                    </a:lnTo>
                    <a:lnTo>
                      <a:pt x="230996" y="781075"/>
                    </a:lnTo>
                    <a:lnTo>
                      <a:pt x="83138" y="85453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3" name="Контур"/>
              <p:cNvSpPr/>
              <p:nvPr/>
            </p:nvSpPr>
            <p:spPr>
              <a:xfrm>
                <a:off x="6325540" y="8220643"/>
                <a:ext cx="90217" cy="60891"/>
              </a:xfrm>
              <a:custGeom>
                <a:avLst/>
                <a:gdLst/>
                <a:ahLst/>
                <a:cxnLst/>
                <a:rect l="l" t="t" r="r" b="b"/>
                <a:pathLst>
                  <a:path w="90217" h="60891">
                    <a:moveTo>
                      <a:pt x="90217" y="38044"/>
                    </a:moveTo>
                    <a:lnTo>
                      <a:pt x="13322" y="60891"/>
                    </a:lnTo>
                    <a:lnTo>
                      <a:pt x="0" y="39444"/>
                    </a:lnTo>
                    <a:lnTo>
                      <a:pt x="68963" y="0"/>
                    </a:lnTo>
                    <a:lnTo>
                      <a:pt x="90217" y="380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4" name="Контур"/>
              <p:cNvSpPr/>
              <p:nvPr/>
            </p:nvSpPr>
            <p:spPr>
              <a:xfrm>
                <a:off x="5224810" y="7641831"/>
                <a:ext cx="307996" cy="201509"/>
              </a:xfrm>
              <a:custGeom>
                <a:avLst/>
                <a:gdLst/>
                <a:ahLst/>
                <a:cxnLst/>
                <a:rect l="l" t="t" r="r" b="b"/>
                <a:pathLst>
                  <a:path w="307996" h="201509">
                    <a:moveTo>
                      <a:pt x="18901" y="110481"/>
                    </a:moveTo>
                    <a:lnTo>
                      <a:pt x="0" y="84083"/>
                    </a:lnTo>
                    <a:lnTo>
                      <a:pt x="14019" y="74952"/>
                    </a:lnTo>
                    <a:lnTo>
                      <a:pt x="27596" y="96110"/>
                    </a:lnTo>
                    <a:lnTo>
                      <a:pt x="92839" y="44638"/>
                    </a:lnTo>
                    <a:lnTo>
                      <a:pt x="112656" y="15802"/>
                    </a:lnTo>
                    <a:lnTo>
                      <a:pt x="170233" y="0"/>
                    </a:lnTo>
                    <a:lnTo>
                      <a:pt x="192039" y="20136"/>
                    </a:lnTo>
                    <a:lnTo>
                      <a:pt x="307996" y="192080"/>
                    </a:lnTo>
                    <a:lnTo>
                      <a:pt x="293478" y="201509"/>
                    </a:lnTo>
                    <a:lnTo>
                      <a:pt x="173588" y="22932"/>
                    </a:lnTo>
                    <a:lnTo>
                      <a:pt x="51325" y="108782"/>
                    </a:lnTo>
                    <a:lnTo>
                      <a:pt x="35837" y="100518"/>
                    </a:lnTo>
                    <a:lnTo>
                      <a:pt x="18901" y="11048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5" name="Контур"/>
              <p:cNvSpPr/>
              <p:nvPr/>
            </p:nvSpPr>
            <p:spPr>
              <a:xfrm>
                <a:off x="6258850" y="8099243"/>
                <a:ext cx="118034" cy="128534"/>
              </a:xfrm>
              <a:custGeom>
                <a:avLst/>
                <a:gdLst/>
                <a:ahLst/>
                <a:cxnLst/>
                <a:rect l="l" t="t" r="r" b="b"/>
                <a:pathLst>
                  <a:path w="118034" h="128534">
                    <a:moveTo>
                      <a:pt x="97492" y="53090"/>
                    </a:moveTo>
                    <a:lnTo>
                      <a:pt x="118034" y="89862"/>
                    </a:lnTo>
                    <a:lnTo>
                      <a:pt x="49860" y="128534"/>
                    </a:lnTo>
                    <a:lnTo>
                      <a:pt x="0" y="39434"/>
                    </a:lnTo>
                    <a:lnTo>
                      <a:pt x="67833" y="0"/>
                    </a:lnTo>
                    <a:lnTo>
                      <a:pt x="92001" y="43261"/>
                    </a:lnTo>
                    <a:lnTo>
                      <a:pt x="26980" y="80309"/>
                    </a:lnTo>
                    <a:lnTo>
                      <a:pt x="32554" y="90091"/>
                    </a:lnTo>
                    <a:lnTo>
                      <a:pt x="97492" y="5309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6" name="Контур"/>
              <p:cNvSpPr/>
              <p:nvPr/>
            </p:nvSpPr>
            <p:spPr>
              <a:xfrm>
                <a:off x="5789608" y="7614548"/>
                <a:ext cx="1112189" cy="619142"/>
              </a:xfrm>
              <a:custGeom>
                <a:avLst/>
                <a:gdLst/>
                <a:ahLst/>
                <a:cxnLst/>
                <a:rect l="l" t="t" r="r" b="b"/>
                <a:pathLst>
                  <a:path w="1112189" h="619142">
                    <a:moveTo>
                      <a:pt x="1827" y="594517"/>
                    </a:moveTo>
                    <a:lnTo>
                      <a:pt x="309260" y="429030"/>
                    </a:lnTo>
                    <a:lnTo>
                      <a:pt x="672821" y="233330"/>
                    </a:lnTo>
                    <a:lnTo>
                      <a:pt x="891590" y="115422"/>
                    </a:lnTo>
                    <a:lnTo>
                      <a:pt x="1039608" y="35438"/>
                    </a:lnTo>
                    <a:lnTo>
                      <a:pt x="1092941" y="0"/>
                    </a:lnTo>
                    <a:lnTo>
                      <a:pt x="1112189" y="32417"/>
                    </a:lnTo>
                    <a:lnTo>
                      <a:pt x="1001163" y="97672"/>
                    </a:lnTo>
                    <a:lnTo>
                      <a:pt x="993819" y="87300"/>
                    </a:lnTo>
                    <a:lnTo>
                      <a:pt x="981528" y="94088"/>
                    </a:lnTo>
                    <a:lnTo>
                      <a:pt x="339209" y="448838"/>
                    </a:lnTo>
                    <a:lnTo>
                      <a:pt x="342285" y="462175"/>
                    </a:lnTo>
                    <a:lnTo>
                      <a:pt x="64870" y="617603"/>
                    </a:lnTo>
                    <a:lnTo>
                      <a:pt x="53589" y="619142"/>
                    </a:lnTo>
                    <a:lnTo>
                      <a:pt x="21283" y="611961"/>
                    </a:lnTo>
                    <a:lnTo>
                      <a:pt x="0" y="602498"/>
                    </a:lnTo>
                    <a:lnTo>
                      <a:pt x="848" y="600593"/>
                    </a:lnTo>
                    <a:lnTo>
                      <a:pt x="1952" y="596385"/>
                    </a:lnTo>
                    <a:lnTo>
                      <a:pt x="1827" y="59451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7" name="Контур"/>
              <p:cNvSpPr/>
              <p:nvPr/>
            </p:nvSpPr>
            <p:spPr>
              <a:xfrm>
                <a:off x="6278871" y="7446064"/>
                <a:ext cx="59998" cy="48623"/>
              </a:xfrm>
              <a:custGeom>
                <a:avLst/>
                <a:gdLst/>
                <a:ahLst/>
                <a:cxnLst/>
                <a:rect l="l" t="t" r="r" b="b"/>
                <a:pathLst>
                  <a:path w="59998" h="48623">
                    <a:moveTo>
                      <a:pt x="0" y="30696"/>
                    </a:moveTo>
                    <a:lnTo>
                      <a:pt x="49198" y="0"/>
                    </a:lnTo>
                    <a:lnTo>
                      <a:pt x="59998" y="17670"/>
                    </a:lnTo>
                    <a:lnTo>
                      <a:pt x="11300" y="48623"/>
                    </a:lnTo>
                    <a:lnTo>
                      <a:pt x="0" y="3069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8" name="Контур"/>
              <p:cNvSpPr/>
              <p:nvPr/>
            </p:nvSpPr>
            <p:spPr>
              <a:xfrm>
                <a:off x="5216018" y="8891041"/>
                <a:ext cx="426491" cy="215107"/>
              </a:xfrm>
              <a:custGeom>
                <a:avLst/>
                <a:gdLst/>
                <a:ahLst/>
                <a:cxnLst/>
                <a:rect l="l" t="t" r="r" b="b"/>
                <a:pathLst>
                  <a:path w="426491" h="215107">
                    <a:moveTo>
                      <a:pt x="0" y="169898"/>
                    </a:moveTo>
                    <a:lnTo>
                      <a:pt x="81310" y="152088"/>
                    </a:lnTo>
                    <a:lnTo>
                      <a:pt x="422615" y="0"/>
                    </a:lnTo>
                    <a:lnTo>
                      <a:pt x="426491" y="6445"/>
                    </a:lnTo>
                    <a:lnTo>
                      <a:pt x="404620" y="37508"/>
                    </a:lnTo>
                    <a:lnTo>
                      <a:pt x="396955" y="40260"/>
                    </a:lnTo>
                    <a:lnTo>
                      <a:pt x="331859" y="72810"/>
                    </a:lnTo>
                    <a:lnTo>
                      <a:pt x="185555" y="137961"/>
                    </a:lnTo>
                    <a:lnTo>
                      <a:pt x="130691" y="159678"/>
                    </a:lnTo>
                    <a:lnTo>
                      <a:pt x="2891" y="215107"/>
                    </a:lnTo>
                    <a:lnTo>
                      <a:pt x="826" y="211828"/>
                    </a:lnTo>
                    <a:lnTo>
                      <a:pt x="2694" y="210332"/>
                    </a:lnTo>
                    <a:lnTo>
                      <a:pt x="5012" y="206801"/>
                    </a:lnTo>
                    <a:lnTo>
                      <a:pt x="6127" y="202728"/>
                    </a:lnTo>
                    <a:lnTo>
                      <a:pt x="5928" y="198508"/>
                    </a:lnTo>
                    <a:lnTo>
                      <a:pt x="0" y="16989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9" name="Контур"/>
              <p:cNvSpPr/>
              <p:nvPr/>
            </p:nvSpPr>
            <p:spPr>
              <a:xfrm>
                <a:off x="5080811" y="9065310"/>
                <a:ext cx="138098" cy="69703"/>
              </a:xfrm>
              <a:custGeom>
                <a:avLst/>
                <a:gdLst/>
                <a:ahLst/>
                <a:cxnLst/>
                <a:rect l="l" t="t" r="r" b="b"/>
                <a:pathLst>
                  <a:path w="138098" h="69703">
                    <a:moveTo>
                      <a:pt x="136033" y="37559"/>
                    </a:moveTo>
                    <a:lnTo>
                      <a:pt x="138098" y="40838"/>
                    </a:lnTo>
                    <a:lnTo>
                      <a:pt x="36155" y="68848"/>
                    </a:lnTo>
                    <a:lnTo>
                      <a:pt x="29297" y="69703"/>
                    </a:lnTo>
                    <a:lnTo>
                      <a:pt x="0" y="27929"/>
                    </a:lnTo>
                    <a:lnTo>
                      <a:pt x="21080" y="0"/>
                    </a:lnTo>
                    <a:lnTo>
                      <a:pt x="30835" y="47090"/>
                    </a:lnTo>
                    <a:lnTo>
                      <a:pt x="32890" y="51940"/>
                    </a:lnTo>
                    <a:lnTo>
                      <a:pt x="36644" y="55635"/>
                    </a:lnTo>
                    <a:lnTo>
                      <a:pt x="41526" y="57611"/>
                    </a:lnTo>
                    <a:lnTo>
                      <a:pt x="46793" y="57570"/>
                    </a:lnTo>
                    <a:lnTo>
                      <a:pt x="130654" y="40197"/>
                    </a:lnTo>
                    <a:lnTo>
                      <a:pt x="134604" y="38704"/>
                    </a:lnTo>
                    <a:lnTo>
                      <a:pt x="136033" y="375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0" name="Контур"/>
              <p:cNvSpPr/>
              <p:nvPr/>
            </p:nvSpPr>
            <p:spPr>
              <a:xfrm>
                <a:off x="4961947" y="8874697"/>
                <a:ext cx="139944" cy="218542"/>
              </a:xfrm>
              <a:custGeom>
                <a:avLst/>
                <a:gdLst/>
                <a:ahLst/>
                <a:cxnLst/>
                <a:rect l="l" t="t" r="r" b="b"/>
                <a:pathLst>
                  <a:path w="139944" h="218542">
                    <a:moveTo>
                      <a:pt x="139944" y="190613"/>
                    </a:moveTo>
                    <a:lnTo>
                      <a:pt x="118864" y="218542"/>
                    </a:lnTo>
                    <a:lnTo>
                      <a:pt x="116104" y="214606"/>
                    </a:lnTo>
                    <a:lnTo>
                      <a:pt x="32684" y="60412"/>
                    </a:lnTo>
                    <a:lnTo>
                      <a:pt x="0" y="0"/>
                    </a:lnTo>
                    <a:lnTo>
                      <a:pt x="27737" y="0"/>
                    </a:lnTo>
                    <a:lnTo>
                      <a:pt x="139541" y="173924"/>
                    </a:lnTo>
                    <a:lnTo>
                      <a:pt x="138214" y="177198"/>
                    </a:lnTo>
                    <a:lnTo>
                      <a:pt x="138257" y="182466"/>
                    </a:lnTo>
                    <a:lnTo>
                      <a:pt x="139944" y="1906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1" name="Контур"/>
              <p:cNvSpPr/>
              <p:nvPr/>
            </p:nvSpPr>
            <p:spPr>
              <a:xfrm>
                <a:off x="4989684" y="8874697"/>
                <a:ext cx="135019" cy="173924"/>
              </a:xfrm>
              <a:custGeom>
                <a:avLst/>
                <a:gdLst/>
                <a:ahLst/>
                <a:cxnLst/>
                <a:rect l="l" t="t" r="r" b="b"/>
                <a:pathLst>
                  <a:path w="135019" h="173924">
                    <a:moveTo>
                      <a:pt x="111804" y="173924"/>
                    </a:moveTo>
                    <a:lnTo>
                      <a:pt x="0" y="0"/>
                    </a:lnTo>
                    <a:lnTo>
                      <a:pt x="51037" y="0"/>
                    </a:lnTo>
                    <a:lnTo>
                      <a:pt x="101716" y="143012"/>
                    </a:lnTo>
                    <a:lnTo>
                      <a:pt x="122331" y="135706"/>
                    </a:lnTo>
                    <a:lnTo>
                      <a:pt x="130516" y="154779"/>
                    </a:lnTo>
                    <a:lnTo>
                      <a:pt x="135019" y="163604"/>
                    </a:lnTo>
                    <a:lnTo>
                      <a:pt x="121000" y="166508"/>
                    </a:lnTo>
                    <a:lnTo>
                      <a:pt x="116150" y="168563"/>
                    </a:lnTo>
                    <a:lnTo>
                      <a:pt x="112455" y="172317"/>
                    </a:lnTo>
                    <a:lnTo>
                      <a:pt x="111804" y="1739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2" name="Контур"/>
              <p:cNvSpPr/>
              <p:nvPr/>
            </p:nvSpPr>
            <p:spPr>
              <a:xfrm>
                <a:off x="5214081" y="8874697"/>
                <a:ext cx="450778" cy="186242"/>
              </a:xfrm>
              <a:custGeom>
                <a:avLst/>
                <a:gdLst/>
                <a:ahLst/>
                <a:cxnLst/>
                <a:rect l="l" t="t" r="r" b="b"/>
                <a:pathLst>
                  <a:path w="450778" h="186242">
                    <a:moveTo>
                      <a:pt x="0" y="176886"/>
                    </a:moveTo>
                    <a:lnTo>
                      <a:pt x="72475" y="160906"/>
                    </a:lnTo>
                    <a:lnTo>
                      <a:pt x="82472" y="155926"/>
                    </a:lnTo>
                    <a:lnTo>
                      <a:pt x="395525" y="0"/>
                    </a:lnTo>
                    <a:lnTo>
                      <a:pt x="450778" y="0"/>
                    </a:lnTo>
                    <a:lnTo>
                      <a:pt x="448996" y="2223"/>
                    </a:lnTo>
                    <a:lnTo>
                      <a:pt x="424552" y="16344"/>
                    </a:lnTo>
                    <a:lnTo>
                      <a:pt x="83247" y="168432"/>
                    </a:lnTo>
                    <a:lnTo>
                      <a:pt x="1937" y="186242"/>
                    </a:lnTo>
                    <a:lnTo>
                      <a:pt x="0" y="1768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3" name="Контур"/>
              <p:cNvSpPr/>
              <p:nvPr/>
            </p:nvSpPr>
            <p:spPr>
              <a:xfrm>
                <a:off x="5763344" y="8874697"/>
                <a:ext cx="163026" cy="55356"/>
              </a:xfrm>
              <a:custGeom>
                <a:avLst/>
                <a:gdLst/>
                <a:ahLst/>
                <a:cxnLst/>
                <a:rect l="l" t="t" r="r" b="b"/>
                <a:pathLst>
                  <a:path w="163026" h="55356">
                    <a:moveTo>
                      <a:pt x="163026" y="0"/>
                    </a:moveTo>
                    <a:lnTo>
                      <a:pt x="40264" y="55356"/>
                    </a:lnTo>
                    <a:lnTo>
                      <a:pt x="25586" y="54518"/>
                    </a:lnTo>
                    <a:lnTo>
                      <a:pt x="0" y="53637"/>
                    </a:lnTo>
                    <a:lnTo>
                      <a:pt x="73214" y="0"/>
                    </a:lnTo>
                    <a:lnTo>
                      <a:pt x="163026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4" name="Контур"/>
              <p:cNvSpPr/>
              <p:nvPr/>
            </p:nvSpPr>
            <p:spPr>
              <a:xfrm>
                <a:off x="5663077" y="8874697"/>
                <a:ext cx="84920" cy="30753"/>
              </a:xfrm>
              <a:custGeom>
                <a:avLst/>
                <a:gdLst/>
                <a:ahLst/>
                <a:cxnLst/>
                <a:rect l="l" t="t" r="r" b="b"/>
                <a:pathLst>
                  <a:path w="84920" h="30753">
                    <a:moveTo>
                      <a:pt x="0" y="2223"/>
                    </a:moveTo>
                    <a:lnTo>
                      <a:pt x="1782" y="0"/>
                    </a:lnTo>
                    <a:lnTo>
                      <a:pt x="84920" y="0"/>
                    </a:lnTo>
                    <a:lnTo>
                      <a:pt x="17460" y="30753"/>
                    </a:lnTo>
                    <a:lnTo>
                      <a:pt x="8541" y="16178"/>
                    </a:lnTo>
                    <a:lnTo>
                      <a:pt x="0" y="222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5" name="Контур"/>
              <p:cNvSpPr/>
              <p:nvPr/>
            </p:nvSpPr>
            <p:spPr>
              <a:xfrm>
                <a:off x="5609606" y="7661926"/>
                <a:ext cx="1656907" cy="1212771"/>
              </a:xfrm>
              <a:custGeom>
                <a:avLst/>
                <a:gdLst/>
                <a:ahLst/>
                <a:cxnLst/>
                <a:rect l="l" t="t" r="r" b="b"/>
                <a:pathLst>
                  <a:path w="1656907" h="1212771">
                    <a:moveTo>
                      <a:pt x="339991" y="1212771"/>
                    </a:moveTo>
                    <a:lnTo>
                      <a:pt x="316764" y="1212771"/>
                    </a:lnTo>
                    <a:lnTo>
                      <a:pt x="456887" y="1122915"/>
                    </a:lnTo>
                    <a:lnTo>
                      <a:pt x="646688" y="1028856"/>
                    </a:lnTo>
                    <a:lnTo>
                      <a:pt x="1247422" y="711553"/>
                    </a:lnTo>
                    <a:lnTo>
                      <a:pt x="1326259" y="668219"/>
                    </a:lnTo>
                    <a:lnTo>
                      <a:pt x="1416593" y="603788"/>
                    </a:lnTo>
                    <a:lnTo>
                      <a:pt x="1536255" y="538323"/>
                    </a:lnTo>
                    <a:lnTo>
                      <a:pt x="1583147" y="472701"/>
                    </a:lnTo>
                    <a:lnTo>
                      <a:pt x="1613288" y="413580"/>
                    </a:lnTo>
                    <a:lnTo>
                      <a:pt x="1530823" y="477259"/>
                    </a:lnTo>
                    <a:lnTo>
                      <a:pt x="1445020" y="534859"/>
                    </a:lnTo>
                    <a:lnTo>
                      <a:pt x="1043432" y="765170"/>
                    </a:lnTo>
                    <a:lnTo>
                      <a:pt x="226952" y="1212771"/>
                    </a:lnTo>
                    <a:lnTo>
                      <a:pt x="138391" y="1212771"/>
                    </a:lnTo>
                    <a:lnTo>
                      <a:pt x="286249" y="1139314"/>
                    </a:lnTo>
                    <a:lnTo>
                      <a:pt x="993716" y="754382"/>
                    </a:lnTo>
                    <a:lnTo>
                      <a:pt x="1200166" y="616176"/>
                    </a:lnTo>
                    <a:lnTo>
                      <a:pt x="1318476" y="557816"/>
                    </a:lnTo>
                    <a:lnTo>
                      <a:pt x="1407403" y="506892"/>
                    </a:lnTo>
                    <a:lnTo>
                      <a:pt x="1598798" y="358239"/>
                    </a:lnTo>
                    <a:lnTo>
                      <a:pt x="1439170" y="452506"/>
                    </a:lnTo>
                    <a:lnTo>
                      <a:pt x="1407356" y="462623"/>
                    </a:lnTo>
                    <a:lnTo>
                      <a:pt x="1261875" y="553620"/>
                    </a:lnTo>
                    <a:lnTo>
                      <a:pt x="1185082" y="587310"/>
                    </a:lnTo>
                    <a:lnTo>
                      <a:pt x="965701" y="737443"/>
                    </a:lnTo>
                    <a:lnTo>
                      <a:pt x="687651" y="893813"/>
                    </a:lnTo>
                    <a:lnTo>
                      <a:pt x="528605" y="971103"/>
                    </a:lnTo>
                    <a:lnTo>
                      <a:pt x="286886" y="1102188"/>
                    </a:lnTo>
                    <a:lnTo>
                      <a:pt x="55253" y="1212771"/>
                    </a:lnTo>
                    <a:lnTo>
                      <a:pt x="0" y="1212771"/>
                    </a:lnTo>
                    <a:lnTo>
                      <a:pt x="287485" y="1065816"/>
                    </a:lnTo>
                    <a:lnTo>
                      <a:pt x="300954" y="1066318"/>
                    </a:lnTo>
                    <a:lnTo>
                      <a:pt x="782847" y="800197"/>
                    </a:lnTo>
                    <a:lnTo>
                      <a:pt x="789681" y="788942"/>
                    </a:lnTo>
                    <a:lnTo>
                      <a:pt x="886440" y="735223"/>
                    </a:lnTo>
                    <a:lnTo>
                      <a:pt x="896751" y="734248"/>
                    </a:lnTo>
                    <a:lnTo>
                      <a:pt x="1376167" y="468857"/>
                    </a:lnTo>
                    <a:lnTo>
                      <a:pt x="1382389" y="453480"/>
                    </a:lnTo>
                    <a:lnTo>
                      <a:pt x="1564544" y="334461"/>
                    </a:lnTo>
                    <a:lnTo>
                      <a:pt x="1409919" y="31570"/>
                    </a:lnTo>
                    <a:lnTo>
                      <a:pt x="1413914" y="29322"/>
                    </a:lnTo>
                    <a:lnTo>
                      <a:pt x="1403021" y="9957"/>
                    </a:lnTo>
                    <a:lnTo>
                      <a:pt x="1421852" y="0"/>
                    </a:lnTo>
                    <a:lnTo>
                      <a:pt x="1591241" y="331964"/>
                    </a:lnTo>
                    <a:lnTo>
                      <a:pt x="1640761" y="443545"/>
                    </a:lnTo>
                    <a:lnTo>
                      <a:pt x="1656907" y="507965"/>
                    </a:lnTo>
                    <a:lnTo>
                      <a:pt x="1624475" y="515046"/>
                    </a:lnTo>
                    <a:lnTo>
                      <a:pt x="1241993" y="740640"/>
                    </a:lnTo>
                    <a:lnTo>
                      <a:pt x="836327" y="965505"/>
                    </a:lnTo>
                    <a:lnTo>
                      <a:pt x="389300" y="1195873"/>
                    </a:lnTo>
                    <a:lnTo>
                      <a:pt x="375282" y="1194649"/>
                    </a:lnTo>
                    <a:lnTo>
                      <a:pt x="339991" y="12127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6" name="Контур"/>
              <p:cNvSpPr/>
              <p:nvPr/>
            </p:nvSpPr>
            <p:spPr>
              <a:xfrm>
                <a:off x="7454766" y="3159891"/>
                <a:ext cx="17699" cy="20974"/>
              </a:xfrm>
              <a:custGeom>
                <a:avLst/>
                <a:gdLst/>
                <a:ahLst/>
                <a:cxnLst/>
                <a:rect l="l" t="t" r="r" b="b"/>
                <a:pathLst>
                  <a:path w="17699" h="20974">
                    <a:moveTo>
                      <a:pt x="0" y="16297"/>
                    </a:moveTo>
                    <a:lnTo>
                      <a:pt x="17699" y="0"/>
                    </a:lnTo>
                    <a:lnTo>
                      <a:pt x="9585" y="20974"/>
                    </a:lnTo>
                    <a:lnTo>
                      <a:pt x="3923" y="20442"/>
                    </a:lnTo>
                    <a:lnTo>
                      <a:pt x="0" y="1629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7" name="Контур"/>
              <p:cNvSpPr/>
              <p:nvPr/>
            </p:nvSpPr>
            <p:spPr>
              <a:xfrm>
                <a:off x="7448502" y="3006246"/>
                <a:ext cx="79683" cy="116474"/>
              </a:xfrm>
              <a:custGeom>
                <a:avLst/>
                <a:gdLst/>
                <a:ahLst/>
                <a:cxnLst/>
                <a:rect l="l" t="t" r="r" b="b"/>
                <a:pathLst>
                  <a:path w="79683" h="116474">
                    <a:moveTo>
                      <a:pt x="38036" y="116474"/>
                    </a:moveTo>
                    <a:lnTo>
                      <a:pt x="32003" y="109922"/>
                    </a:lnTo>
                    <a:lnTo>
                      <a:pt x="32412" y="108635"/>
                    </a:lnTo>
                    <a:lnTo>
                      <a:pt x="0" y="72826"/>
                    </a:lnTo>
                    <a:lnTo>
                      <a:pt x="79683" y="0"/>
                    </a:lnTo>
                    <a:lnTo>
                      <a:pt x="43572" y="97761"/>
                    </a:lnTo>
                    <a:lnTo>
                      <a:pt x="38036" y="1164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8" name="Контур"/>
              <p:cNvSpPr/>
              <p:nvPr/>
            </p:nvSpPr>
            <p:spPr>
              <a:xfrm>
                <a:off x="7122164" y="2274159"/>
                <a:ext cx="20569" cy="20845"/>
              </a:xfrm>
              <a:custGeom>
                <a:avLst/>
                <a:gdLst/>
                <a:ahLst/>
                <a:cxnLst/>
                <a:rect l="l" t="t" r="r" b="b"/>
                <a:pathLst>
                  <a:path w="20569" h="20845">
                    <a:moveTo>
                      <a:pt x="20569" y="13900"/>
                    </a:moveTo>
                    <a:lnTo>
                      <a:pt x="14253" y="20845"/>
                    </a:lnTo>
                    <a:lnTo>
                      <a:pt x="0" y="6953"/>
                    </a:lnTo>
                    <a:lnTo>
                      <a:pt x="5071" y="0"/>
                    </a:lnTo>
                    <a:lnTo>
                      <a:pt x="20569" y="139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9" name="Контур"/>
              <p:cNvSpPr/>
              <p:nvPr/>
            </p:nvSpPr>
            <p:spPr>
              <a:xfrm>
                <a:off x="6962589" y="2345345"/>
                <a:ext cx="113441" cy="116545"/>
              </a:xfrm>
              <a:custGeom>
                <a:avLst/>
                <a:gdLst/>
                <a:ahLst/>
                <a:cxnLst/>
                <a:rect l="l" t="t" r="r" b="b"/>
                <a:pathLst>
                  <a:path w="113441" h="116545">
                    <a:moveTo>
                      <a:pt x="23776" y="114647"/>
                    </a:moveTo>
                    <a:lnTo>
                      <a:pt x="21975" y="116545"/>
                    </a:lnTo>
                    <a:lnTo>
                      <a:pt x="0" y="99451"/>
                    </a:lnTo>
                    <a:lnTo>
                      <a:pt x="96969" y="0"/>
                    </a:lnTo>
                    <a:lnTo>
                      <a:pt x="113441" y="16056"/>
                    </a:lnTo>
                    <a:lnTo>
                      <a:pt x="23776" y="1146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0" name="Контур"/>
              <p:cNvSpPr/>
              <p:nvPr/>
            </p:nvSpPr>
            <p:spPr>
              <a:xfrm>
                <a:off x="8113170" y="2039186"/>
                <a:ext cx="441127" cy="393268"/>
              </a:xfrm>
              <a:custGeom>
                <a:avLst/>
                <a:gdLst/>
                <a:ahLst/>
                <a:cxnLst/>
                <a:rect l="l" t="t" r="r" b="b"/>
                <a:pathLst>
                  <a:path w="441127" h="393268">
                    <a:moveTo>
                      <a:pt x="441127" y="30057"/>
                    </a:moveTo>
                    <a:lnTo>
                      <a:pt x="286499" y="172290"/>
                    </a:lnTo>
                    <a:lnTo>
                      <a:pt x="0" y="393268"/>
                    </a:lnTo>
                    <a:lnTo>
                      <a:pt x="61730" y="333377"/>
                    </a:lnTo>
                    <a:lnTo>
                      <a:pt x="145411" y="255151"/>
                    </a:lnTo>
                    <a:lnTo>
                      <a:pt x="169253" y="261511"/>
                    </a:lnTo>
                    <a:lnTo>
                      <a:pt x="282577" y="165030"/>
                    </a:lnTo>
                    <a:lnTo>
                      <a:pt x="289810" y="143925"/>
                    </a:lnTo>
                    <a:lnTo>
                      <a:pt x="280649" y="130686"/>
                    </a:lnTo>
                    <a:lnTo>
                      <a:pt x="317539" y="96890"/>
                    </a:lnTo>
                    <a:lnTo>
                      <a:pt x="419789" y="0"/>
                    </a:lnTo>
                    <a:lnTo>
                      <a:pt x="419995" y="2222"/>
                    </a:lnTo>
                    <a:lnTo>
                      <a:pt x="422430" y="6864"/>
                    </a:lnTo>
                    <a:lnTo>
                      <a:pt x="441127" y="300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1" name="Контур"/>
              <p:cNvSpPr/>
              <p:nvPr/>
            </p:nvSpPr>
            <p:spPr>
              <a:xfrm>
                <a:off x="7835039" y="1584000"/>
                <a:ext cx="793244" cy="617692"/>
              </a:xfrm>
              <a:custGeom>
                <a:avLst/>
                <a:gdLst/>
                <a:ahLst/>
                <a:cxnLst/>
                <a:rect l="l" t="t" r="r" b="b"/>
                <a:pathLst>
                  <a:path w="793244" h="617692">
                    <a:moveTo>
                      <a:pt x="793244" y="0"/>
                    </a:moveTo>
                    <a:lnTo>
                      <a:pt x="778213" y="10515"/>
                    </a:lnTo>
                    <a:lnTo>
                      <a:pt x="777716" y="10880"/>
                    </a:lnTo>
                    <a:lnTo>
                      <a:pt x="89396" y="540800"/>
                    </a:lnTo>
                    <a:lnTo>
                      <a:pt x="86494" y="543869"/>
                    </a:lnTo>
                    <a:lnTo>
                      <a:pt x="84681" y="547684"/>
                    </a:lnTo>
                    <a:lnTo>
                      <a:pt x="84136" y="551872"/>
                    </a:lnTo>
                    <a:lnTo>
                      <a:pt x="84913" y="556025"/>
                    </a:lnTo>
                    <a:lnTo>
                      <a:pt x="86935" y="559733"/>
                    </a:lnTo>
                    <a:lnTo>
                      <a:pt x="92326" y="566734"/>
                    </a:lnTo>
                    <a:lnTo>
                      <a:pt x="34847" y="617692"/>
                    </a:lnTo>
                    <a:lnTo>
                      <a:pt x="21123" y="599405"/>
                    </a:lnTo>
                    <a:lnTo>
                      <a:pt x="0" y="574617"/>
                    </a:lnTo>
                    <a:lnTo>
                      <a:pt x="277181" y="356323"/>
                    </a:lnTo>
                    <a:lnTo>
                      <a:pt x="512108" y="175666"/>
                    </a:lnTo>
                    <a:lnTo>
                      <a:pt x="75239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2" name="Контур"/>
              <p:cNvSpPr/>
              <p:nvPr/>
            </p:nvSpPr>
            <p:spPr>
              <a:xfrm>
                <a:off x="7220863" y="1584000"/>
                <a:ext cx="498635" cy="530608"/>
              </a:xfrm>
              <a:custGeom>
                <a:avLst/>
                <a:gdLst/>
                <a:ahLst/>
                <a:cxnLst/>
                <a:rect l="l" t="t" r="r" b="b"/>
                <a:pathLst>
                  <a:path w="498635" h="530608">
                    <a:moveTo>
                      <a:pt x="498635" y="0"/>
                    </a:moveTo>
                    <a:lnTo>
                      <a:pt x="363988" y="155504"/>
                    </a:lnTo>
                    <a:lnTo>
                      <a:pt x="217469" y="335055"/>
                    </a:lnTo>
                    <a:lnTo>
                      <a:pt x="229493" y="347113"/>
                    </a:lnTo>
                    <a:lnTo>
                      <a:pt x="145860" y="439348"/>
                    </a:lnTo>
                    <a:lnTo>
                      <a:pt x="62952" y="497542"/>
                    </a:lnTo>
                    <a:lnTo>
                      <a:pt x="39282" y="512077"/>
                    </a:lnTo>
                    <a:lnTo>
                      <a:pt x="0" y="530608"/>
                    </a:lnTo>
                    <a:lnTo>
                      <a:pt x="45241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3" name="Контур"/>
              <p:cNvSpPr/>
              <p:nvPr/>
            </p:nvSpPr>
            <p:spPr>
              <a:xfrm>
                <a:off x="7438332" y="1584000"/>
                <a:ext cx="326206" cy="347113"/>
              </a:xfrm>
              <a:custGeom>
                <a:avLst/>
                <a:gdLst/>
                <a:ahLst/>
                <a:cxnLst/>
                <a:rect l="l" t="t" r="r" b="b"/>
                <a:pathLst>
                  <a:path w="326206" h="347113">
                    <a:moveTo>
                      <a:pt x="326206" y="0"/>
                    </a:moveTo>
                    <a:lnTo>
                      <a:pt x="12024" y="347113"/>
                    </a:lnTo>
                    <a:lnTo>
                      <a:pt x="0" y="335055"/>
                    </a:lnTo>
                    <a:lnTo>
                      <a:pt x="146519" y="155504"/>
                    </a:lnTo>
                    <a:lnTo>
                      <a:pt x="281166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4" name="Контур"/>
              <p:cNvSpPr/>
              <p:nvPr/>
            </p:nvSpPr>
            <p:spPr>
              <a:xfrm>
                <a:off x="8090787" y="3865450"/>
                <a:ext cx="1210891" cy="943857"/>
              </a:xfrm>
              <a:custGeom>
                <a:avLst/>
                <a:gdLst/>
                <a:ahLst/>
                <a:cxnLst/>
                <a:rect l="l" t="t" r="r" b="b"/>
                <a:pathLst>
                  <a:path w="1210891" h="943857">
                    <a:moveTo>
                      <a:pt x="432327" y="587242"/>
                    </a:moveTo>
                    <a:lnTo>
                      <a:pt x="639767" y="429540"/>
                    </a:lnTo>
                    <a:lnTo>
                      <a:pt x="864373" y="252063"/>
                    </a:lnTo>
                    <a:lnTo>
                      <a:pt x="1115824" y="56610"/>
                    </a:lnTo>
                    <a:lnTo>
                      <a:pt x="1187401" y="0"/>
                    </a:lnTo>
                    <a:lnTo>
                      <a:pt x="1210891" y="34749"/>
                    </a:lnTo>
                    <a:lnTo>
                      <a:pt x="1024487" y="173381"/>
                    </a:lnTo>
                    <a:lnTo>
                      <a:pt x="857200" y="299596"/>
                    </a:lnTo>
                    <a:lnTo>
                      <a:pt x="478079" y="598027"/>
                    </a:lnTo>
                    <a:lnTo>
                      <a:pt x="409188" y="647571"/>
                    </a:lnTo>
                    <a:lnTo>
                      <a:pt x="319085" y="716850"/>
                    </a:lnTo>
                    <a:lnTo>
                      <a:pt x="107734" y="870534"/>
                    </a:lnTo>
                    <a:lnTo>
                      <a:pt x="16339" y="943857"/>
                    </a:lnTo>
                    <a:lnTo>
                      <a:pt x="0" y="924317"/>
                    </a:lnTo>
                    <a:lnTo>
                      <a:pt x="336503" y="661954"/>
                    </a:lnTo>
                    <a:lnTo>
                      <a:pt x="432327" y="58724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5" name="Контур"/>
              <p:cNvSpPr/>
              <p:nvPr/>
            </p:nvSpPr>
            <p:spPr>
              <a:xfrm>
                <a:off x="7311419" y="3827059"/>
                <a:ext cx="634706" cy="935421"/>
              </a:xfrm>
              <a:custGeom>
                <a:avLst/>
                <a:gdLst/>
                <a:ahLst/>
                <a:cxnLst/>
                <a:rect l="l" t="t" r="r" b="b"/>
                <a:pathLst>
                  <a:path w="634706" h="935421">
                    <a:moveTo>
                      <a:pt x="26313" y="43708"/>
                    </a:moveTo>
                    <a:lnTo>
                      <a:pt x="0" y="0"/>
                    </a:lnTo>
                    <a:lnTo>
                      <a:pt x="371411" y="505338"/>
                    </a:lnTo>
                    <a:lnTo>
                      <a:pt x="380248" y="510595"/>
                    </a:lnTo>
                    <a:lnTo>
                      <a:pt x="393352" y="505796"/>
                    </a:lnTo>
                    <a:lnTo>
                      <a:pt x="452510" y="588264"/>
                    </a:lnTo>
                    <a:lnTo>
                      <a:pt x="473228" y="602376"/>
                    </a:lnTo>
                    <a:lnTo>
                      <a:pt x="591380" y="748482"/>
                    </a:lnTo>
                    <a:lnTo>
                      <a:pt x="587609" y="765150"/>
                    </a:lnTo>
                    <a:lnTo>
                      <a:pt x="634706" y="915373"/>
                    </a:lnTo>
                    <a:lnTo>
                      <a:pt x="609378" y="935421"/>
                    </a:lnTo>
                    <a:lnTo>
                      <a:pt x="545166" y="764464"/>
                    </a:lnTo>
                    <a:lnTo>
                      <a:pt x="326002" y="470451"/>
                    </a:lnTo>
                    <a:lnTo>
                      <a:pt x="239448" y="535442"/>
                    </a:lnTo>
                    <a:lnTo>
                      <a:pt x="197139" y="474695"/>
                    </a:lnTo>
                    <a:lnTo>
                      <a:pt x="275365" y="416620"/>
                    </a:lnTo>
                    <a:lnTo>
                      <a:pt x="280488" y="402815"/>
                    </a:lnTo>
                    <a:lnTo>
                      <a:pt x="154021" y="218548"/>
                    </a:lnTo>
                    <a:lnTo>
                      <a:pt x="26313" y="4370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6" name="Контур"/>
              <p:cNvSpPr/>
              <p:nvPr/>
            </p:nvSpPr>
            <p:spPr>
              <a:xfrm>
                <a:off x="6944722" y="3833375"/>
                <a:ext cx="171436" cy="150096"/>
              </a:xfrm>
              <a:custGeom>
                <a:avLst/>
                <a:gdLst/>
                <a:ahLst/>
                <a:cxnLst/>
                <a:rect l="l" t="t" r="r" b="b"/>
                <a:pathLst>
                  <a:path w="171436" h="150096">
                    <a:moveTo>
                      <a:pt x="171436" y="0"/>
                    </a:moveTo>
                    <a:lnTo>
                      <a:pt x="170612" y="38221"/>
                    </a:lnTo>
                    <a:lnTo>
                      <a:pt x="17966" y="150096"/>
                    </a:lnTo>
                    <a:lnTo>
                      <a:pt x="6885" y="135278"/>
                    </a:lnTo>
                    <a:lnTo>
                      <a:pt x="0" y="123945"/>
                    </a:lnTo>
                    <a:lnTo>
                      <a:pt x="143451" y="18764"/>
                    </a:lnTo>
                    <a:lnTo>
                      <a:pt x="171436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7" name="Контур"/>
              <p:cNvSpPr/>
              <p:nvPr/>
            </p:nvSpPr>
            <p:spPr>
              <a:xfrm>
                <a:off x="7265587" y="3612761"/>
                <a:ext cx="26778" cy="35198"/>
              </a:xfrm>
              <a:custGeom>
                <a:avLst/>
                <a:gdLst/>
                <a:ahLst/>
                <a:cxnLst/>
                <a:rect l="l" t="t" r="r" b="b"/>
                <a:pathLst>
                  <a:path w="26778" h="35198">
                    <a:moveTo>
                      <a:pt x="0" y="2104"/>
                    </a:moveTo>
                    <a:lnTo>
                      <a:pt x="2703" y="0"/>
                    </a:lnTo>
                    <a:lnTo>
                      <a:pt x="26778" y="32361"/>
                    </a:lnTo>
                    <a:lnTo>
                      <a:pt x="22963" y="35198"/>
                    </a:lnTo>
                    <a:lnTo>
                      <a:pt x="0" y="210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8" name="Контур"/>
              <p:cNvSpPr/>
              <p:nvPr/>
            </p:nvSpPr>
            <p:spPr>
              <a:xfrm>
                <a:off x="7275429" y="3558626"/>
                <a:ext cx="116469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116469" h="126000">
                    <a:moveTo>
                      <a:pt x="38564" y="126000"/>
                    </a:moveTo>
                    <a:lnTo>
                      <a:pt x="25599" y="107315"/>
                    </a:lnTo>
                    <a:lnTo>
                      <a:pt x="26373" y="106758"/>
                    </a:lnTo>
                    <a:lnTo>
                      <a:pt x="43681" y="93835"/>
                    </a:lnTo>
                    <a:lnTo>
                      <a:pt x="46569" y="91905"/>
                    </a:lnTo>
                    <a:lnTo>
                      <a:pt x="31959" y="74026"/>
                    </a:lnTo>
                    <a:lnTo>
                      <a:pt x="24937" y="80045"/>
                    </a:lnTo>
                    <a:lnTo>
                      <a:pt x="0" y="48741"/>
                    </a:lnTo>
                    <a:lnTo>
                      <a:pt x="66263" y="0"/>
                    </a:lnTo>
                    <a:lnTo>
                      <a:pt x="116469" y="68553"/>
                    </a:lnTo>
                    <a:lnTo>
                      <a:pt x="96604" y="83451"/>
                    </a:lnTo>
                    <a:lnTo>
                      <a:pt x="68528" y="104507"/>
                    </a:lnTo>
                    <a:lnTo>
                      <a:pt x="38564" y="1260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9" name="Контур"/>
              <p:cNvSpPr/>
              <p:nvPr/>
            </p:nvSpPr>
            <p:spPr>
              <a:xfrm>
                <a:off x="7514080" y="3077050"/>
                <a:ext cx="656934" cy="469213"/>
              </a:xfrm>
              <a:custGeom>
                <a:avLst/>
                <a:gdLst/>
                <a:ahLst/>
                <a:cxnLst/>
                <a:rect l="l" t="t" r="r" b="b"/>
                <a:pathLst>
                  <a:path w="656934" h="469213">
                    <a:moveTo>
                      <a:pt x="177339" y="335588"/>
                    </a:moveTo>
                    <a:lnTo>
                      <a:pt x="639351" y="0"/>
                    </a:lnTo>
                    <a:lnTo>
                      <a:pt x="656934" y="25231"/>
                    </a:lnTo>
                    <a:lnTo>
                      <a:pt x="49021" y="469213"/>
                    </a:lnTo>
                    <a:lnTo>
                      <a:pt x="0" y="464400"/>
                    </a:lnTo>
                    <a:lnTo>
                      <a:pt x="177339" y="33558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0" name="Контур"/>
              <p:cNvSpPr/>
              <p:nvPr/>
            </p:nvSpPr>
            <p:spPr>
              <a:xfrm>
                <a:off x="7491957" y="3398072"/>
                <a:ext cx="199462" cy="143378"/>
              </a:xfrm>
              <a:custGeom>
                <a:avLst/>
                <a:gdLst/>
                <a:ahLst/>
                <a:cxnLst/>
                <a:rect l="l" t="t" r="r" b="b"/>
                <a:pathLst>
                  <a:path w="199462" h="143378">
                    <a:moveTo>
                      <a:pt x="199462" y="14566"/>
                    </a:moveTo>
                    <a:lnTo>
                      <a:pt x="22123" y="143378"/>
                    </a:lnTo>
                    <a:lnTo>
                      <a:pt x="0" y="112728"/>
                    </a:lnTo>
                    <a:lnTo>
                      <a:pt x="16725" y="100380"/>
                    </a:lnTo>
                    <a:lnTo>
                      <a:pt x="30662" y="118704"/>
                    </a:lnTo>
                    <a:lnTo>
                      <a:pt x="188747" y="0"/>
                    </a:lnTo>
                    <a:lnTo>
                      <a:pt x="191346" y="3533"/>
                    </a:lnTo>
                    <a:lnTo>
                      <a:pt x="199462" y="145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1" name="Контур"/>
              <p:cNvSpPr/>
              <p:nvPr/>
            </p:nvSpPr>
            <p:spPr>
              <a:xfrm>
                <a:off x="7683303" y="2999108"/>
                <a:ext cx="470128" cy="413530"/>
              </a:xfrm>
              <a:custGeom>
                <a:avLst/>
                <a:gdLst/>
                <a:ahLst/>
                <a:cxnLst/>
                <a:rect l="l" t="t" r="r" b="b"/>
                <a:pathLst>
                  <a:path w="470128" h="413530">
                    <a:moveTo>
                      <a:pt x="396356" y="10327"/>
                    </a:moveTo>
                    <a:lnTo>
                      <a:pt x="411074" y="0"/>
                    </a:lnTo>
                    <a:lnTo>
                      <a:pt x="470128" y="77942"/>
                    </a:lnTo>
                    <a:lnTo>
                      <a:pt x="8116" y="413530"/>
                    </a:lnTo>
                    <a:lnTo>
                      <a:pt x="0" y="402497"/>
                    </a:lnTo>
                    <a:lnTo>
                      <a:pt x="47843" y="366491"/>
                    </a:lnTo>
                    <a:lnTo>
                      <a:pt x="47843" y="362219"/>
                    </a:lnTo>
                    <a:lnTo>
                      <a:pt x="433357" y="84876"/>
                    </a:lnTo>
                    <a:lnTo>
                      <a:pt x="436357" y="81904"/>
                    </a:lnTo>
                    <a:lnTo>
                      <a:pt x="438293" y="78150"/>
                    </a:lnTo>
                    <a:lnTo>
                      <a:pt x="438973" y="73981"/>
                    </a:lnTo>
                    <a:lnTo>
                      <a:pt x="438332" y="69806"/>
                    </a:lnTo>
                    <a:lnTo>
                      <a:pt x="436432" y="66034"/>
                    </a:lnTo>
                    <a:lnTo>
                      <a:pt x="396356" y="103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2" name="Контур"/>
              <p:cNvSpPr/>
              <p:nvPr/>
            </p:nvSpPr>
            <p:spPr>
              <a:xfrm>
                <a:off x="7371780" y="3188877"/>
                <a:ext cx="78530" cy="73825"/>
              </a:xfrm>
              <a:custGeom>
                <a:avLst/>
                <a:gdLst/>
                <a:ahLst/>
                <a:cxnLst/>
                <a:rect l="l" t="t" r="r" b="b"/>
                <a:pathLst>
                  <a:path w="78530" h="73825">
                    <a:moveTo>
                      <a:pt x="0" y="63127"/>
                    </a:moveTo>
                    <a:lnTo>
                      <a:pt x="2348" y="61564"/>
                    </a:lnTo>
                    <a:lnTo>
                      <a:pt x="69207" y="0"/>
                    </a:lnTo>
                    <a:lnTo>
                      <a:pt x="78530" y="10126"/>
                    </a:lnTo>
                    <a:lnTo>
                      <a:pt x="9610" y="73825"/>
                    </a:lnTo>
                    <a:lnTo>
                      <a:pt x="0" y="631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3" name="Контур"/>
              <p:cNvSpPr/>
              <p:nvPr/>
            </p:nvSpPr>
            <p:spPr>
              <a:xfrm>
                <a:off x="7293904" y="4831342"/>
                <a:ext cx="757611" cy="593469"/>
              </a:xfrm>
              <a:custGeom>
                <a:avLst/>
                <a:gdLst/>
                <a:ahLst/>
                <a:cxnLst/>
                <a:rect l="l" t="t" r="r" b="b"/>
                <a:pathLst>
                  <a:path w="757611" h="593469">
                    <a:moveTo>
                      <a:pt x="692291" y="38810"/>
                    </a:moveTo>
                    <a:lnTo>
                      <a:pt x="746614" y="0"/>
                    </a:lnTo>
                    <a:lnTo>
                      <a:pt x="757611" y="17085"/>
                    </a:lnTo>
                    <a:lnTo>
                      <a:pt x="602620" y="128740"/>
                    </a:lnTo>
                    <a:lnTo>
                      <a:pt x="386105" y="289759"/>
                    </a:lnTo>
                    <a:lnTo>
                      <a:pt x="159486" y="464508"/>
                    </a:lnTo>
                    <a:lnTo>
                      <a:pt x="84177" y="524328"/>
                    </a:lnTo>
                    <a:lnTo>
                      <a:pt x="80487" y="536676"/>
                    </a:lnTo>
                    <a:lnTo>
                      <a:pt x="10944" y="593469"/>
                    </a:lnTo>
                    <a:lnTo>
                      <a:pt x="0" y="577738"/>
                    </a:lnTo>
                    <a:lnTo>
                      <a:pt x="5508" y="573135"/>
                    </a:lnTo>
                    <a:lnTo>
                      <a:pt x="146925" y="454965"/>
                    </a:lnTo>
                    <a:lnTo>
                      <a:pt x="293494" y="338971"/>
                    </a:lnTo>
                    <a:lnTo>
                      <a:pt x="296505" y="336588"/>
                    </a:lnTo>
                    <a:lnTo>
                      <a:pt x="523404" y="172662"/>
                    </a:lnTo>
                    <a:lnTo>
                      <a:pt x="692291" y="388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4" name="Контур"/>
              <p:cNvSpPr/>
              <p:nvPr/>
            </p:nvSpPr>
            <p:spPr>
              <a:xfrm>
                <a:off x="7812053" y="4762493"/>
                <a:ext cx="1041593" cy="625606"/>
              </a:xfrm>
              <a:custGeom>
                <a:avLst/>
                <a:gdLst/>
                <a:ahLst/>
                <a:cxnLst/>
                <a:rect l="l" t="t" r="r" b="b"/>
                <a:pathLst>
                  <a:path w="1041593" h="625606">
                    <a:moveTo>
                      <a:pt x="0" y="620945"/>
                    </a:moveTo>
                    <a:lnTo>
                      <a:pt x="186004" y="474480"/>
                    </a:lnTo>
                    <a:lnTo>
                      <a:pt x="561636" y="293393"/>
                    </a:lnTo>
                    <a:lnTo>
                      <a:pt x="988429" y="0"/>
                    </a:lnTo>
                    <a:lnTo>
                      <a:pt x="1019155" y="42205"/>
                    </a:lnTo>
                    <a:lnTo>
                      <a:pt x="1041593" y="111808"/>
                    </a:lnTo>
                    <a:lnTo>
                      <a:pt x="1018370" y="120505"/>
                    </a:lnTo>
                    <a:lnTo>
                      <a:pt x="998083" y="132068"/>
                    </a:lnTo>
                    <a:lnTo>
                      <a:pt x="958109" y="38596"/>
                    </a:lnTo>
                    <a:lnTo>
                      <a:pt x="576396" y="297774"/>
                    </a:lnTo>
                    <a:lnTo>
                      <a:pt x="187275" y="486479"/>
                    </a:lnTo>
                    <a:lnTo>
                      <a:pt x="7963" y="625606"/>
                    </a:lnTo>
                    <a:lnTo>
                      <a:pt x="0" y="620945"/>
                    </a:lnTo>
                    <a:close/>
                    <a:moveTo>
                      <a:pt x="991217" y="26909"/>
                    </a:moveTo>
                    <a:lnTo>
                      <a:pt x="967489" y="36788"/>
                    </a:lnTo>
                    <a:lnTo>
                      <a:pt x="1004727" y="118474"/>
                    </a:lnTo>
                    <a:lnTo>
                      <a:pt x="1025719" y="109728"/>
                    </a:lnTo>
                    <a:lnTo>
                      <a:pt x="991217" y="2690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5" name="Контур"/>
              <p:cNvSpPr/>
              <p:nvPr/>
            </p:nvSpPr>
            <p:spPr>
              <a:xfrm>
                <a:off x="7534842" y="5458047"/>
                <a:ext cx="110564" cy="92572"/>
              </a:xfrm>
              <a:custGeom>
                <a:avLst/>
                <a:gdLst/>
                <a:ahLst/>
                <a:cxnLst/>
                <a:rect l="l" t="t" r="r" b="b"/>
                <a:pathLst>
                  <a:path w="110564" h="92572">
                    <a:moveTo>
                      <a:pt x="54391" y="89044"/>
                    </a:moveTo>
                    <a:lnTo>
                      <a:pt x="47890" y="92572"/>
                    </a:lnTo>
                    <a:lnTo>
                      <a:pt x="3124" y="81951"/>
                    </a:lnTo>
                    <a:lnTo>
                      <a:pt x="1392" y="80338"/>
                    </a:lnTo>
                    <a:lnTo>
                      <a:pt x="0" y="79691"/>
                    </a:lnTo>
                    <a:lnTo>
                      <a:pt x="86610" y="0"/>
                    </a:lnTo>
                    <a:lnTo>
                      <a:pt x="110564" y="27967"/>
                    </a:lnTo>
                    <a:lnTo>
                      <a:pt x="56439" y="69563"/>
                    </a:lnTo>
                    <a:lnTo>
                      <a:pt x="53523" y="72645"/>
                    </a:lnTo>
                    <a:lnTo>
                      <a:pt x="51708" y="76480"/>
                    </a:lnTo>
                    <a:lnTo>
                      <a:pt x="51172" y="80688"/>
                    </a:lnTo>
                    <a:lnTo>
                      <a:pt x="51969" y="84855"/>
                    </a:lnTo>
                    <a:lnTo>
                      <a:pt x="54020" y="88569"/>
                    </a:lnTo>
                    <a:lnTo>
                      <a:pt x="54391" y="890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6" name="Контур"/>
              <p:cNvSpPr/>
              <p:nvPr/>
            </p:nvSpPr>
            <p:spPr>
              <a:xfrm>
                <a:off x="7739533" y="5500138"/>
                <a:ext cx="75109" cy="114898"/>
              </a:xfrm>
              <a:custGeom>
                <a:avLst/>
                <a:gdLst/>
                <a:ahLst/>
                <a:cxnLst/>
                <a:rect l="l" t="t" r="r" b="b"/>
                <a:pathLst>
                  <a:path w="75109" h="114898">
                    <a:moveTo>
                      <a:pt x="51104" y="101191"/>
                    </a:moveTo>
                    <a:lnTo>
                      <a:pt x="53075" y="99647"/>
                    </a:lnTo>
                    <a:lnTo>
                      <a:pt x="56508" y="95652"/>
                    </a:lnTo>
                    <a:lnTo>
                      <a:pt x="58151" y="90648"/>
                    </a:lnTo>
                    <a:lnTo>
                      <a:pt x="57755" y="85396"/>
                    </a:lnTo>
                    <a:lnTo>
                      <a:pt x="55379" y="80694"/>
                    </a:lnTo>
                    <a:lnTo>
                      <a:pt x="0" y="9992"/>
                    </a:lnTo>
                    <a:lnTo>
                      <a:pt x="12984" y="0"/>
                    </a:lnTo>
                    <a:lnTo>
                      <a:pt x="75109" y="106240"/>
                    </a:lnTo>
                    <a:lnTo>
                      <a:pt x="58461" y="114898"/>
                    </a:lnTo>
                    <a:lnTo>
                      <a:pt x="51104" y="10119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7" name="Контур"/>
              <p:cNvSpPr/>
              <p:nvPr/>
            </p:nvSpPr>
            <p:spPr>
              <a:xfrm>
                <a:off x="7277520" y="5265968"/>
                <a:ext cx="49944" cy="51576"/>
              </a:xfrm>
              <a:custGeom>
                <a:avLst/>
                <a:gdLst/>
                <a:ahLst/>
                <a:cxnLst/>
                <a:rect l="l" t="t" r="r" b="b"/>
                <a:pathLst>
                  <a:path w="49944" h="51576">
                    <a:moveTo>
                      <a:pt x="28998" y="0"/>
                    </a:moveTo>
                    <a:lnTo>
                      <a:pt x="49944" y="24957"/>
                    </a:lnTo>
                    <a:lnTo>
                      <a:pt x="27196" y="40395"/>
                    </a:lnTo>
                    <a:lnTo>
                      <a:pt x="13135" y="51576"/>
                    </a:lnTo>
                    <a:lnTo>
                      <a:pt x="0" y="34275"/>
                    </a:lnTo>
                    <a:lnTo>
                      <a:pt x="6645" y="25608"/>
                    </a:lnTo>
                    <a:lnTo>
                      <a:pt x="1958" y="16591"/>
                    </a:lnTo>
                    <a:lnTo>
                      <a:pt x="2899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8" name="Контур"/>
              <p:cNvSpPr/>
              <p:nvPr/>
            </p:nvSpPr>
            <p:spPr>
              <a:xfrm>
                <a:off x="7319573" y="5372569"/>
                <a:ext cx="122364" cy="83764"/>
              </a:xfrm>
              <a:custGeom>
                <a:avLst/>
                <a:gdLst/>
                <a:ahLst/>
                <a:cxnLst/>
                <a:rect l="l" t="t" r="r" b="b"/>
                <a:pathLst>
                  <a:path w="122364" h="83764">
                    <a:moveTo>
                      <a:pt x="77450" y="0"/>
                    </a:moveTo>
                    <a:lnTo>
                      <a:pt x="122364" y="19515"/>
                    </a:lnTo>
                    <a:lnTo>
                      <a:pt x="38065" y="83764"/>
                    </a:lnTo>
                    <a:lnTo>
                      <a:pt x="24694" y="83764"/>
                    </a:lnTo>
                    <a:lnTo>
                      <a:pt x="11452" y="80183"/>
                    </a:lnTo>
                    <a:lnTo>
                      <a:pt x="0" y="73381"/>
                    </a:lnTo>
                    <a:lnTo>
                      <a:pt x="71855" y="15285"/>
                    </a:lnTo>
                    <a:lnTo>
                      <a:pt x="7745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9" name="Контур"/>
              <p:cNvSpPr/>
              <p:nvPr/>
            </p:nvSpPr>
            <p:spPr>
              <a:xfrm>
                <a:off x="7536913" y="5170519"/>
                <a:ext cx="176598" cy="111600"/>
              </a:xfrm>
              <a:custGeom>
                <a:avLst/>
                <a:gdLst/>
                <a:ahLst/>
                <a:cxnLst/>
                <a:rect l="l" t="t" r="r" b="b"/>
                <a:pathLst>
                  <a:path w="176598" h="111600">
                    <a:moveTo>
                      <a:pt x="0" y="90151"/>
                    </a:moveTo>
                    <a:lnTo>
                      <a:pt x="124655" y="0"/>
                    </a:lnTo>
                    <a:lnTo>
                      <a:pt x="176598" y="15631"/>
                    </a:lnTo>
                    <a:lnTo>
                      <a:pt x="49915" y="111600"/>
                    </a:lnTo>
                    <a:lnTo>
                      <a:pt x="0" y="9015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0" name="Контур"/>
              <p:cNvSpPr/>
              <p:nvPr/>
            </p:nvSpPr>
            <p:spPr>
              <a:xfrm>
                <a:off x="7874724" y="4875898"/>
                <a:ext cx="199957" cy="155848"/>
              </a:xfrm>
              <a:custGeom>
                <a:avLst/>
                <a:gdLst/>
                <a:ahLst/>
                <a:cxnLst/>
                <a:rect l="l" t="t" r="r" b="b"/>
                <a:pathLst>
                  <a:path w="199957" h="155848">
                    <a:moveTo>
                      <a:pt x="199957" y="37890"/>
                    </a:moveTo>
                    <a:lnTo>
                      <a:pt x="43316" y="155848"/>
                    </a:lnTo>
                    <a:lnTo>
                      <a:pt x="0" y="143152"/>
                    </a:lnTo>
                    <a:lnTo>
                      <a:pt x="188817" y="0"/>
                    </a:lnTo>
                    <a:lnTo>
                      <a:pt x="196819" y="17816"/>
                    </a:lnTo>
                    <a:lnTo>
                      <a:pt x="199957" y="3789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1" name="Контур"/>
              <p:cNvSpPr/>
              <p:nvPr/>
            </p:nvSpPr>
            <p:spPr>
              <a:xfrm>
                <a:off x="6068251" y="5059692"/>
                <a:ext cx="54850" cy="44782"/>
              </a:xfrm>
              <a:custGeom>
                <a:avLst/>
                <a:gdLst/>
                <a:ahLst/>
                <a:cxnLst/>
                <a:rect l="l" t="t" r="r" b="b"/>
                <a:pathLst>
                  <a:path w="54850" h="44782">
                    <a:moveTo>
                      <a:pt x="44864" y="0"/>
                    </a:moveTo>
                    <a:lnTo>
                      <a:pt x="54850" y="31081"/>
                    </a:lnTo>
                    <a:lnTo>
                      <a:pt x="46441" y="34010"/>
                    </a:lnTo>
                    <a:lnTo>
                      <a:pt x="46397" y="33994"/>
                    </a:lnTo>
                    <a:lnTo>
                      <a:pt x="42180" y="33770"/>
                    </a:lnTo>
                    <a:lnTo>
                      <a:pt x="38099" y="34860"/>
                    </a:lnTo>
                    <a:lnTo>
                      <a:pt x="17303" y="44100"/>
                    </a:lnTo>
                    <a:lnTo>
                      <a:pt x="17134" y="44219"/>
                    </a:lnTo>
                    <a:lnTo>
                      <a:pt x="15521" y="44782"/>
                    </a:lnTo>
                    <a:lnTo>
                      <a:pt x="0" y="15047"/>
                    </a:lnTo>
                    <a:lnTo>
                      <a:pt x="34197" y="9585"/>
                    </a:lnTo>
                    <a:lnTo>
                      <a:pt x="38244" y="8259"/>
                    </a:lnTo>
                    <a:lnTo>
                      <a:pt x="41677" y="5737"/>
                    </a:lnTo>
                    <a:lnTo>
                      <a:pt x="44153" y="2271"/>
                    </a:lnTo>
                    <a:lnTo>
                      <a:pt x="4486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2" name="Контур"/>
              <p:cNvSpPr/>
              <p:nvPr/>
            </p:nvSpPr>
            <p:spPr>
              <a:xfrm>
                <a:off x="5996173" y="4061740"/>
                <a:ext cx="302164" cy="254478"/>
              </a:xfrm>
              <a:custGeom>
                <a:avLst/>
                <a:gdLst/>
                <a:ahLst/>
                <a:cxnLst/>
                <a:rect l="l" t="t" r="r" b="b"/>
                <a:pathLst>
                  <a:path w="302164" h="254478">
                    <a:moveTo>
                      <a:pt x="217421" y="0"/>
                    </a:moveTo>
                    <a:lnTo>
                      <a:pt x="296801" y="113436"/>
                    </a:lnTo>
                    <a:lnTo>
                      <a:pt x="301298" y="134067"/>
                    </a:lnTo>
                    <a:lnTo>
                      <a:pt x="302164" y="147703"/>
                    </a:lnTo>
                    <a:lnTo>
                      <a:pt x="300865" y="157226"/>
                    </a:lnTo>
                    <a:lnTo>
                      <a:pt x="297788" y="167088"/>
                    </a:lnTo>
                    <a:lnTo>
                      <a:pt x="293938" y="174456"/>
                    </a:lnTo>
                    <a:lnTo>
                      <a:pt x="289205" y="181523"/>
                    </a:lnTo>
                    <a:lnTo>
                      <a:pt x="279935" y="190764"/>
                    </a:lnTo>
                    <a:lnTo>
                      <a:pt x="244095" y="217359"/>
                    </a:lnTo>
                    <a:lnTo>
                      <a:pt x="204522" y="247685"/>
                    </a:lnTo>
                    <a:lnTo>
                      <a:pt x="160537" y="188783"/>
                    </a:lnTo>
                    <a:lnTo>
                      <a:pt x="72081" y="254478"/>
                    </a:lnTo>
                    <a:lnTo>
                      <a:pt x="0" y="159110"/>
                    </a:lnTo>
                    <a:lnTo>
                      <a:pt x="131786" y="63484"/>
                    </a:lnTo>
                    <a:lnTo>
                      <a:pt x="210442" y="4965"/>
                    </a:lnTo>
                    <a:lnTo>
                      <a:pt x="21742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3" name="Контур"/>
              <p:cNvSpPr/>
              <p:nvPr/>
            </p:nvSpPr>
            <p:spPr>
              <a:xfrm>
                <a:off x="6233916" y="2953347"/>
                <a:ext cx="235675" cy="132262"/>
              </a:xfrm>
              <a:custGeom>
                <a:avLst/>
                <a:gdLst/>
                <a:ahLst/>
                <a:cxnLst/>
                <a:rect l="l" t="t" r="r" b="b"/>
                <a:pathLst>
                  <a:path w="235675" h="132262">
                    <a:moveTo>
                      <a:pt x="183042" y="0"/>
                    </a:moveTo>
                    <a:lnTo>
                      <a:pt x="173060" y="11206"/>
                    </a:lnTo>
                    <a:lnTo>
                      <a:pt x="173227" y="23463"/>
                    </a:lnTo>
                    <a:lnTo>
                      <a:pt x="235675" y="85146"/>
                    </a:lnTo>
                    <a:lnTo>
                      <a:pt x="221775" y="100125"/>
                    </a:lnTo>
                    <a:lnTo>
                      <a:pt x="140086" y="23973"/>
                    </a:lnTo>
                    <a:lnTo>
                      <a:pt x="128475" y="27901"/>
                    </a:lnTo>
                    <a:lnTo>
                      <a:pt x="83217" y="74255"/>
                    </a:lnTo>
                    <a:lnTo>
                      <a:pt x="80138" y="87460"/>
                    </a:lnTo>
                    <a:lnTo>
                      <a:pt x="37732" y="132262"/>
                    </a:lnTo>
                    <a:lnTo>
                      <a:pt x="1714" y="97783"/>
                    </a:lnTo>
                    <a:lnTo>
                      <a:pt x="0" y="88757"/>
                    </a:lnTo>
                    <a:lnTo>
                      <a:pt x="18304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4" name="Контур"/>
              <p:cNvSpPr/>
              <p:nvPr/>
            </p:nvSpPr>
            <p:spPr>
              <a:xfrm>
                <a:off x="6360214" y="2738987"/>
                <a:ext cx="221862" cy="205231"/>
              </a:xfrm>
              <a:custGeom>
                <a:avLst/>
                <a:gdLst/>
                <a:ahLst/>
                <a:cxnLst/>
                <a:rect l="l" t="t" r="r" b="b"/>
                <a:pathLst>
                  <a:path w="221862" h="205231">
                    <a:moveTo>
                      <a:pt x="5812" y="205231"/>
                    </a:moveTo>
                    <a:lnTo>
                      <a:pt x="0" y="193092"/>
                    </a:lnTo>
                    <a:lnTo>
                      <a:pt x="151089" y="55061"/>
                    </a:lnTo>
                    <a:lnTo>
                      <a:pt x="209266" y="0"/>
                    </a:lnTo>
                    <a:lnTo>
                      <a:pt x="221862" y="11777"/>
                    </a:lnTo>
                    <a:lnTo>
                      <a:pt x="110847" y="125231"/>
                    </a:lnTo>
                    <a:lnTo>
                      <a:pt x="69303" y="163481"/>
                    </a:lnTo>
                    <a:lnTo>
                      <a:pt x="33524" y="190065"/>
                    </a:lnTo>
                    <a:lnTo>
                      <a:pt x="18138" y="199211"/>
                    </a:lnTo>
                    <a:lnTo>
                      <a:pt x="5812" y="20523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5" name="Контур"/>
              <p:cNvSpPr/>
              <p:nvPr/>
            </p:nvSpPr>
            <p:spPr>
              <a:xfrm>
                <a:off x="6083897" y="4285825"/>
                <a:ext cx="100397" cy="98221"/>
              </a:xfrm>
              <a:custGeom>
                <a:avLst/>
                <a:gdLst/>
                <a:ahLst/>
                <a:cxnLst/>
                <a:rect l="l" t="t" r="r" b="b"/>
                <a:pathLst>
                  <a:path w="100397" h="98221">
                    <a:moveTo>
                      <a:pt x="100397" y="51060"/>
                    </a:moveTo>
                    <a:lnTo>
                      <a:pt x="35624" y="98221"/>
                    </a:lnTo>
                    <a:lnTo>
                      <a:pt x="0" y="51089"/>
                    </a:lnTo>
                    <a:lnTo>
                      <a:pt x="63974" y="0"/>
                    </a:lnTo>
                    <a:lnTo>
                      <a:pt x="100397" y="5106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6" name="Контур"/>
              <p:cNvSpPr/>
              <p:nvPr/>
            </p:nvSpPr>
            <p:spPr>
              <a:xfrm>
                <a:off x="6113473" y="4968832"/>
                <a:ext cx="81115" cy="118221"/>
              </a:xfrm>
              <a:custGeom>
                <a:avLst/>
                <a:gdLst/>
                <a:ahLst/>
                <a:cxnLst/>
                <a:rect l="l" t="t" r="r" b="b"/>
                <a:pathLst>
                  <a:path w="81115" h="118221">
                    <a:moveTo>
                      <a:pt x="0" y="16199"/>
                    </a:moveTo>
                    <a:lnTo>
                      <a:pt x="49711" y="0"/>
                    </a:lnTo>
                    <a:lnTo>
                      <a:pt x="81115" y="76885"/>
                    </a:lnTo>
                    <a:lnTo>
                      <a:pt x="64850" y="85206"/>
                    </a:lnTo>
                    <a:lnTo>
                      <a:pt x="22617" y="102159"/>
                    </a:lnTo>
                    <a:lnTo>
                      <a:pt x="27113" y="113359"/>
                    </a:lnTo>
                    <a:lnTo>
                      <a:pt x="16240" y="118221"/>
                    </a:lnTo>
                    <a:lnTo>
                      <a:pt x="1778" y="74405"/>
                    </a:lnTo>
                    <a:lnTo>
                      <a:pt x="7563" y="72338"/>
                    </a:lnTo>
                    <a:lnTo>
                      <a:pt x="5489" y="63212"/>
                    </a:lnTo>
                    <a:lnTo>
                      <a:pt x="5843" y="62931"/>
                    </a:lnTo>
                    <a:lnTo>
                      <a:pt x="8192" y="59336"/>
                    </a:lnTo>
                    <a:lnTo>
                      <a:pt x="9293" y="55184"/>
                    </a:lnTo>
                    <a:lnTo>
                      <a:pt x="9035" y="50898"/>
                    </a:lnTo>
                    <a:lnTo>
                      <a:pt x="3129" y="24466"/>
                    </a:lnTo>
                    <a:lnTo>
                      <a:pt x="2723" y="23539"/>
                    </a:lnTo>
                    <a:lnTo>
                      <a:pt x="2482" y="22381"/>
                    </a:lnTo>
                    <a:lnTo>
                      <a:pt x="0" y="1619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7" name="Контур"/>
              <p:cNvSpPr/>
              <p:nvPr/>
            </p:nvSpPr>
            <p:spPr>
              <a:xfrm>
                <a:off x="5865815" y="3165477"/>
                <a:ext cx="304124" cy="329110"/>
              </a:xfrm>
              <a:custGeom>
                <a:avLst/>
                <a:gdLst/>
                <a:ahLst/>
                <a:cxnLst/>
                <a:rect l="l" t="t" r="r" b="b"/>
                <a:pathLst>
                  <a:path w="304124" h="329110">
                    <a:moveTo>
                      <a:pt x="0" y="293915"/>
                    </a:moveTo>
                    <a:lnTo>
                      <a:pt x="76405" y="206643"/>
                    </a:lnTo>
                    <a:lnTo>
                      <a:pt x="235137" y="33012"/>
                    </a:lnTo>
                    <a:lnTo>
                      <a:pt x="267886" y="0"/>
                    </a:lnTo>
                    <a:lnTo>
                      <a:pt x="304124" y="34414"/>
                    </a:lnTo>
                    <a:lnTo>
                      <a:pt x="227813" y="120094"/>
                    </a:lnTo>
                    <a:lnTo>
                      <a:pt x="190032" y="85092"/>
                    </a:lnTo>
                    <a:lnTo>
                      <a:pt x="173145" y="103549"/>
                    </a:lnTo>
                    <a:lnTo>
                      <a:pt x="210812" y="138445"/>
                    </a:lnTo>
                    <a:lnTo>
                      <a:pt x="134609" y="218437"/>
                    </a:lnTo>
                    <a:lnTo>
                      <a:pt x="97771" y="185933"/>
                    </a:lnTo>
                    <a:lnTo>
                      <a:pt x="79863" y="205506"/>
                    </a:lnTo>
                    <a:lnTo>
                      <a:pt x="117059" y="238327"/>
                    </a:lnTo>
                    <a:lnTo>
                      <a:pt x="33197" y="329110"/>
                    </a:lnTo>
                    <a:lnTo>
                      <a:pt x="0" y="2939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8" name="Контур"/>
              <p:cNvSpPr/>
              <p:nvPr/>
            </p:nvSpPr>
            <p:spPr>
              <a:xfrm>
                <a:off x="5838986" y="1672981"/>
                <a:ext cx="17129" cy="17167"/>
              </a:xfrm>
              <a:custGeom>
                <a:avLst/>
                <a:gdLst/>
                <a:ahLst/>
                <a:cxnLst/>
                <a:rect l="l" t="t" r="r" b="b"/>
                <a:pathLst>
                  <a:path w="17129" h="17167">
                    <a:moveTo>
                      <a:pt x="11230" y="17167"/>
                    </a:moveTo>
                    <a:lnTo>
                      <a:pt x="0" y="11270"/>
                    </a:lnTo>
                    <a:lnTo>
                      <a:pt x="5819" y="0"/>
                    </a:lnTo>
                    <a:lnTo>
                      <a:pt x="17129" y="5742"/>
                    </a:lnTo>
                    <a:lnTo>
                      <a:pt x="11230" y="1716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9" name="Контур"/>
              <p:cNvSpPr/>
              <p:nvPr/>
            </p:nvSpPr>
            <p:spPr>
              <a:xfrm>
                <a:off x="6504487" y="5973298"/>
                <a:ext cx="64387" cy="52152"/>
              </a:xfrm>
              <a:custGeom>
                <a:avLst/>
                <a:gdLst/>
                <a:ahLst/>
                <a:cxnLst/>
                <a:rect l="l" t="t" r="r" b="b"/>
                <a:pathLst>
                  <a:path w="64387" h="52152">
                    <a:moveTo>
                      <a:pt x="0" y="22083"/>
                    </a:moveTo>
                    <a:lnTo>
                      <a:pt x="58608" y="2859"/>
                    </a:lnTo>
                    <a:lnTo>
                      <a:pt x="62808" y="0"/>
                    </a:lnTo>
                    <a:lnTo>
                      <a:pt x="64387" y="4591"/>
                    </a:lnTo>
                    <a:lnTo>
                      <a:pt x="7785" y="52152"/>
                    </a:lnTo>
                    <a:lnTo>
                      <a:pt x="0" y="220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0" name="Контур"/>
              <p:cNvSpPr/>
              <p:nvPr/>
            </p:nvSpPr>
            <p:spPr>
              <a:xfrm>
                <a:off x="6171084" y="5956600"/>
                <a:ext cx="31804" cy="36128"/>
              </a:xfrm>
              <a:custGeom>
                <a:avLst/>
                <a:gdLst/>
                <a:ahLst/>
                <a:cxnLst/>
                <a:rect l="l" t="t" r="r" b="b"/>
                <a:pathLst>
                  <a:path w="31804" h="36128">
                    <a:moveTo>
                      <a:pt x="31804" y="24057"/>
                    </a:moveTo>
                    <a:lnTo>
                      <a:pt x="10758" y="36128"/>
                    </a:lnTo>
                    <a:lnTo>
                      <a:pt x="0" y="10418"/>
                    </a:lnTo>
                    <a:lnTo>
                      <a:pt x="20185" y="0"/>
                    </a:lnTo>
                    <a:lnTo>
                      <a:pt x="31804" y="240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1" name="Контур"/>
              <p:cNvSpPr/>
              <p:nvPr/>
            </p:nvSpPr>
            <p:spPr>
              <a:xfrm>
                <a:off x="5972169" y="5901308"/>
                <a:ext cx="77232" cy="50834"/>
              </a:xfrm>
              <a:custGeom>
                <a:avLst/>
                <a:gdLst/>
                <a:ahLst/>
                <a:cxnLst/>
                <a:rect l="l" t="t" r="r" b="b"/>
                <a:pathLst>
                  <a:path w="77232" h="50834">
                    <a:moveTo>
                      <a:pt x="75402" y="17649"/>
                    </a:moveTo>
                    <a:lnTo>
                      <a:pt x="77232" y="20510"/>
                    </a:lnTo>
                    <a:lnTo>
                      <a:pt x="33135" y="50834"/>
                    </a:lnTo>
                    <a:lnTo>
                      <a:pt x="354" y="49472"/>
                    </a:lnTo>
                    <a:lnTo>
                      <a:pt x="0" y="40518"/>
                    </a:lnTo>
                    <a:lnTo>
                      <a:pt x="64279" y="0"/>
                    </a:lnTo>
                    <a:lnTo>
                      <a:pt x="75402" y="176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2" name="Контур"/>
              <p:cNvSpPr/>
              <p:nvPr/>
            </p:nvSpPr>
            <p:spPr>
              <a:xfrm>
                <a:off x="6062368" y="5823445"/>
                <a:ext cx="128896" cy="87852"/>
              </a:xfrm>
              <a:custGeom>
                <a:avLst/>
                <a:gdLst/>
                <a:ahLst/>
                <a:cxnLst/>
                <a:rect l="l" t="t" r="r" b="b"/>
                <a:pathLst>
                  <a:path w="128896" h="87852">
                    <a:moveTo>
                      <a:pt x="0" y="61525"/>
                    </a:moveTo>
                    <a:lnTo>
                      <a:pt x="97599" y="0"/>
                    </a:lnTo>
                    <a:lnTo>
                      <a:pt x="128896" y="51838"/>
                    </a:lnTo>
                    <a:lnTo>
                      <a:pt x="50148" y="87852"/>
                    </a:lnTo>
                    <a:lnTo>
                      <a:pt x="18743" y="78011"/>
                    </a:lnTo>
                    <a:lnTo>
                      <a:pt x="12808" y="81806"/>
                    </a:lnTo>
                    <a:lnTo>
                      <a:pt x="11014" y="79001"/>
                    </a:lnTo>
                    <a:lnTo>
                      <a:pt x="0" y="6152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3" name="Контур"/>
              <p:cNvSpPr/>
              <p:nvPr/>
            </p:nvSpPr>
            <p:spPr>
              <a:xfrm>
                <a:off x="6089187" y="5657876"/>
                <a:ext cx="139379" cy="206191"/>
              </a:xfrm>
              <a:custGeom>
                <a:avLst/>
                <a:gdLst/>
                <a:ahLst/>
                <a:cxnLst/>
                <a:rect l="l" t="t" r="r" b="b"/>
                <a:pathLst>
                  <a:path w="139379" h="206191">
                    <a:moveTo>
                      <a:pt x="139379" y="182151"/>
                    </a:moveTo>
                    <a:lnTo>
                      <a:pt x="138123" y="187847"/>
                    </a:lnTo>
                    <a:lnTo>
                      <a:pt x="136026" y="193251"/>
                    </a:lnTo>
                    <a:lnTo>
                      <a:pt x="133184" y="198190"/>
                    </a:lnTo>
                    <a:lnTo>
                      <a:pt x="129744" y="202531"/>
                    </a:lnTo>
                    <a:lnTo>
                      <a:pt x="125872" y="206191"/>
                    </a:lnTo>
                    <a:lnTo>
                      <a:pt x="0" y="0"/>
                    </a:lnTo>
                    <a:lnTo>
                      <a:pt x="15010" y="121"/>
                    </a:lnTo>
                    <a:lnTo>
                      <a:pt x="31875" y="5432"/>
                    </a:lnTo>
                    <a:lnTo>
                      <a:pt x="51782" y="15670"/>
                    </a:lnTo>
                    <a:lnTo>
                      <a:pt x="59428" y="20180"/>
                    </a:lnTo>
                    <a:lnTo>
                      <a:pt x="75094" y="38947"/>
                    </a:lnTo>
                    <a:lnTo>
                      <a:pt x="80554" y="48002"/>
                    </a:lnTo>
                    <a:lnTo>
                      <a:pt x="135967" y="160358"/>
                    </a:lnTo>
                    <a:lnTo>
                      <a:pt x="139245" y="170689"/>
                    </a:lnTo>
                    <a:lnTo>
                      <a:pt x="139379" y="18215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4" name="Контур"/>
              <p:cNvSpPr/>
              <p:nvPr/>
            </p:nvSpPr>
            <p:spPr>
              <a:xfrm>
                <a:off x="6013399" y="5490368"/>
                <a:ext cx="79689" cy="111537"/>
              </a:xfrm>
              <a:custGeom>
                <a:avLst/>
                <a:gdLst/>
                <a:ahLst/>
                <a:cxnLst/>
                <a:rect l="l" t="t" r="r" b="b"/>
                <a:pathLst>
                  <a:path w="79689" h="111537">
                    <a:moveTo>
                      <a:pt x="47257" y="111537"/>
                    </a:moveTo>
                    <a:lnTo>
                      <a:pt x="0" y="19371"/>
                    </a:lnTo>
                    <a:lnTo>
                      <a:pt x="54910" y="0"/>
                    </a:lnTo>
                    <a:lnTo>
                      <a:pt x="79689" y="59324"/>
                    </a:lnTo>
                    <a:lnTo>
                      <a:pt x="79689" y="65039"/>
                    </a:lnTo>
                    <a:lnTo>
                      <a:pt x="78469" y="70684"/>
                    </a:lnTo>
                    <a:lnTo>
                      <a:pt x="72323" y="87435"/>
                    </a:lnTo>
                    <a:lnTo>
                      <a:pt x="60434" y="101541"/>
                    </a:lnTo>
                    <a:lnTo>
                      <a:pt x="47257" y="1115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5" name="Контур"/>
              <p:cNvSpPr/>
              <p:nvPr/>
            </p:nvSpPr>
            <p:spPr>
              <a:xfrm>
                <a:off x="5949636" y="5353558"/>
                <a:ext cx="92958" cy="110441"/>
              </a:xfrm>
              <a:custGeom>
                <a:avLst/>
                <a:gdLst/>
                <a:ahLst/>
                <a:cxnLst/>
                <a:rect l="l" t="t" r="r" b="b"/>
                <a:pathLst>
                  <a:path w="92958" h="110441">
                    <a:moveTo>
                      <a:pt x="0" y="25453"/>
                    </a:moveTo>
                    <a:lnTo>
                      <a:pt x="52671" y="0"/>
                    </a:lnTo>
                    <a:lnTo>
                      <a:pt x="92958" y="83365"/>
                    </a:lnTo>
                    <a:lnTo>
                      <a:pt x="46903" y="110441"/>
                    </a:lnTo>
                    <a:lnTo>
                      <a:pt x="0" y="254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6" name="Контур"/>
              <p:cNvSpPr/>
              <p:nvPr/>
            </p:nvSpPr>
            <p:spPr>
              <a:xfrm>
                <a:off x="6118295" y="5089677"/>
                <a:ext cx="113895" cy="112822"/>
              </a:xfrm>
              <a:custGeom>
                <a:avLst/>
                <a:gdLst/>
                <a:ahLst/>
                <a:cxnLst/>
                <a:rect l="l" t="t" r="r" b="b"/>
                <a:pathLst>
                  <a:path w="113895" h="112822">
                    <a:moveTo>
                      <a:pt x="3374" y="8022"/>
                    </a:moveTo>
                    <a:lnTo>
                      <a:pt x="25297" y="0"/>
                    </a:lnTo>
                    <a:lnTo>
                      <a:pt x="36389" y="27632"/>
                    </a:lnTo>
                    <a:lnTo>
                      <a:pt x="78621" y="10679"/>
                    </a:lnTo>
                    <a:lnTo>
                      <a:pt x="77339" y="7487"/>
                    </a:lnTo>
                    <a:lnTo>
                      <a:pt x="87863" y="3163"/>
                    </a:lnTo>
                    <a:lnTo>
                      <a:pt x="113895" y="69715"/>
                    </a:lnTo>
                    <a:lnTo>
                      <a:pt x="11027" y="112822"/>
                    </a:lnTo>
                    <a:lnTo>
                      <a:pt x="0" y="89616"/>
                    </a:lnTo>
                    <a:lnTo>
                      <a:pt x="720" y="89425"/>
                    </a:lnTo>
                    <a:lnTo>
                      <a:pt x="21517" y="80184"/>
                    </a:lnTo>
                    <a:lnTo>
                      <a:pt x="25820" y="77148"/>
                    </a:lnTo>
                    <a:lnTo>
                      <a:pt x="28635" y="72695"/>
                    </a:lnTo>
                    <a:lnTo>
                      <a:pt x="29531" y="67504"/>
                    </a:lnTo>
                    <a:lnTo>
                      <a:pt x="28372" y="62365"/>
                    </a:lnTo>
                    <a:lnTo>
                      <a:pt x="5874" y="11730"/>
                    </a:lnTo>
                    <a:lnTo>
                      <a:pt x="3576" y="8186"/>
                    </a:lnTo>
                    <a:lnTo>
                      <a:pt x="3374" y="802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7" name="Контур"/>
              <p:cNvSpPr/>
              <p:nvPr/>
            </p:nvSpPr>
            <p:spPr>
              <a:xfrm>
                <a:off x="6605629" y="6235959"/>
                <a:ext cx="39493" cy="62119"/>
              </a:xfrm>
              <a:custGeom>
                <a:avLst/>
                <a:gdLst/>
                <a:ahLst/>
                <a:cxnLst/>
                <a:rect l="l" t="t" r="r" b="b"/>
                <a:pathLst>
                  <a:path w="39493" h="62119">
                    <a:moveTo>
                      <a:pt x="9910" y="0"/>
                    </a:moveTo>
                    <a:lnTo>
                      <a:pt x="39493" y="54320"/>
                    </a:lnTo>
                    <a:lnTo>
                      <a:pt x="21492" y="62119"/>
                    </a:lnTo>
                    <a:lnTo>
                      <a:pt x="0" y="19639"/>
                    </a:lnTo>
                    <a:lnTo>
                      <a:pt x="991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8" name="Контур"/>
              <p:cNvSpPr/>
              <p:nvPr/>
            </p:nvSpPr>
            <p:spPr>
              <a:xfrm>
                <a:off x="6615539" y="5687360"/>
                <a:ext cx="721680" cy="602919"/>
              </a:xfrm>
              <a:custGeom>
                <a:avLst/>
                <a:gdLst/>
                <a:ahLst/>
                <a:cxnLst/>
                <a:rect l="l" t="t" r="r" b="b"/>
                <a:pathLst>
                  <a:path w="721680" h="602919">
                    <a:moveTo>
                      <a:pt x="0" y="548599"/>
                    </a:moveTo>
                    <a:lnTo>
                      <a:pt x="177056" y="431816"/>
                    </a:lnTo>
                    <a:lnTo>
                      <a:pt x="284147" y="362876"/>
                    </a:lnTo>
                    <a:lnTo>
                      <a:pt x="363743" y="270608"/>
                    </a:lnTo>
                    <a:lnTo>
                      <a:pt x="721680" y="0"/>
                    </a:lnTo>
                    <a:lnTo>
                      <a:pt x="690028" y="49801"/>
                    </a:lnTo>
                    <a:lnTo>
                      <a:pt x="615494" y="109716"/>
                    </a:lnTo>
                    <a:lnTo>
                      <a:pt x="403469" y="254966"/>
                    </a:lnTo>
                    <a:lnTo>
                      <a:pt x="306265" y="355851"/>
                    </a:lnTo>
                    <a:lnTo>
                      <a:pt x="272768" y="389191"/>
                    </a:lnTo>
                    <a:lnTo>
                      <a:pt x="260895" y="396937"/>
                    </a:lnTo>
                    <a:lnTo>
                      <a:pt x="22582" y="559201"/>
                    </a:lnTo>
                    <a:lnTo>
                      <a:pt x="37332" y="593098"/>
                    </a:lnTo>
                    <a:lnTo>
                      <a:pt x="29583" y="602919"/>
                    </a:lnTo>
                    <a:lnTo>
                      <a:pt x="0" y="54859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9" name="Контур"/>
              <p:cNvSpPr/>
              <p:nvPr/>
            </p:nvSpPr>
            <p:spPr>
              <a:xfrm>
                <a:off x="6615539" y="5957968"/>
                <a:ext cx="363743" cy="277991"/>
              </a:xfrm>
              <a:custGeom>
                <a:avLst/>
                <a:gdLst/>
                <a:ahLst/>
                <a:cxnLst/>
                <a:rect l="l" t="t" r="r" b="b"/>
                <a:pathLst>
                  <a:path w="363743" h="277991">
                    <a:moveTo>
                      <a:pt x="363743" y="0"/>
                    </a:moveTo>
                    <a:lnTo>
                      <a:pt x="284147" y="92268"/>
                    </a:lnTo>
                    <a:lnTo>
                      <a:pt x="177056" y="161208"/>
                    </a:lnTo>
                    <a:lnTo>
                      <a:pt x="0" y="277991"/>
                    </a:lnTo>
                    <a:lnTo>
                      <a:pt x="8796" y="267304"/>
                    </a:lnTo>
                    <a:lnTo>
                      <a:pt x="30196" y="245896"/>
                    </a:lnTo>
                    <a:lnTo>
                      <a:pt x="36374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0" name="Контур"/>
              <p:cNvSpPr/>
              <p:nvPr/>
            </p:nvSpPr>
            <p:spPr>
              <a:xfrm>
                <a:off x="6101695" y="6143186"/>
                <a:ext cx="202326" cy="84777"/>
              </a:xfrm>
              <a:custGeom>
                <a:avLst/>
                <a:gdLst/>
                <a:ahLst/>
                <a:cxnLst/>
                <a:rect l="l" t="t" r="r" b="b"/>
                <a:pathLst>
                  <a:path w="202326" h="84777">
                    <a:moveTo>
                      <a:pt x="28295" y="76020"/>
                    </a:moveTo>
                    <a:lnTo>
                      <a:pt x="0" y="31151"/>
                    </a:lnTo>
                    <a:lnTo>
                      <a:pt x="15950" y="21147"/>
                    </a:lnTo>
                    <a:lnTo>
                      <a:pt x="31153" y="11451"/>
                    </a:lnTo>
                    <a:lnTo>
                      <a:pt x="67983" y="67691"/>
                    </a:lnTo>
                    <a:lnTo>
                      <a:pt x="182250" y="0"/>
                    </a:lnTo>
                    <a:lnTo>
                      <a:pt x="202326" y="39944"/>
                    </a:lnTo>
                    <a:lnTo>
                      <a:pt x="193418" y="47074"/>
                    </a:lnTo>
                    <a:lnTo>
                      <a:pt x="181158" y="23204"/>
                    </a:lnTo>
                    <a:lnTo>
                      <a:pt x="106139" y="67838"/>
                    </a:lnTo>
                    <a:lnTo>
                      <a:pt x="77100" y="84777"/>
                    </a:lnTo>
                    <a:lnTo>
                      <a:pt x="65979" y="68167"/>
                    </a:lnTo>
                    <a:lnTo>
                      <a:pt x="62368" y="64525"/>
                    </a:lnTo>
                    <a:lnTo>
                      <a:pt x="57659" y="62493"/>
                    </a:lnTo>
                    <a:lnTo>
                      <a:pt x="52532" y="62364"/>
                    </a:lnTo>
                    <a:lnTo>
                      <a:pt x="47727" y="64156"/>
                    </a:lnTo>
                    <a:lnTo>
                      <a:pt x="28295" y="7602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1" name="Контур"/>
              <p:cNvSpPr/>
              <p:nvPr/>
            </p:nvSpPr>
            <p:spPr>
              <a:xfrm>
                <a:off x="6208362" y="5912574"/>
                <a:ext cx="173714" cy="264351"/>
              </a:xfrm>
              <a:custGeom>
                <a:avLst/>
                <a:gdLst/>
                <a:ahLst/>
                <a:cxnLst/>
                <a:rect l="l" t="t" r="r" b="b"/>
                <a:pathLst>
                  <a:path w="173714" h="264351">
                    <a:moveTo>
                      <a:pt x="0" y="15025"/>
                    </a:moveTo>
                    <a:lnTo>
                      <a:pt x="36174" y="0"/>
                    </a:lnTo>
                    <a:lnTo>
                      <a:pt x="54675" y="4270"/>
                    </a:lnTo>
                    <a:lnTo>
                      <a:pt x="70891" y="17217"/>
                    </a:lnTo>
                    <a:lnTo>
                      <a:pt x="173714" y="228168"/>
                    </a:lnTo>
                    <a:lnTo>
                      <a:pt x="167843" y="240938"/>
                    </a:lnTo>
                    <a:lnTo>
                      <a:pt x="163099" y="248426"/>
                    </a:lnTo>
                    <a:lnTo>
                      <a:pt x="158146" y="252389"/>
                    </a:lnTo>
                    <a:lnTo>
                      <a:pt x="150368" y="258023"/>
                    </a:lnTo>
                    <a:lnTo>
                      <a:pt x="140520" y="262313"/>
                    </a:lnTo>
                    <a:lnTo>
                      <a:pt x="130349" y="264351"/>
                    </a:lnTo>
                    <a:lnTo>
                      <a:pt x="124363" y="264053"/>
                    </a:lnTo>
                    <a:lnTo>
                      <a:pt x="105235" y="229255"/>
                    </a:lnTo>
                    <a:lnTo>
                      <a:pt x="0" y="1502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2" name="Контур"/>
              <p:cNvSpPr/>
              <p:nvPr/>
            </p:nvSpPr>
            <p:spPr>
              <a:xfrm>
                <a:off x="5973498" y="5966369"/>
                <a:ext cx="140850" cy="179375"/>
              </a:xfrm>
              <a:custGeom>
                <a:avLst/>
                <a:gdLst/>
                <a:ahLst/>
                <a:cxnLst/>
                <a:rect l="l" t="t" r="r" b="b"/>
                <a:pathLst>
                  <a:path w="140850" h="179375">
                    <a:moveTo>
                      <a:pt x="0" y="4681"/>
                    </a:moveTo>
                    <a:lnTo>
                      <a:pt x="7482" y="0"/>
                    </a:lnTo>
                    <a:lnTo>
                      <a:pt x="41927" y="2083"/>
                    </a:lnTo>
                    <a:lnTo>
                      <a:pt x="140850" y="160019"/>
                    </a:lnTo>
                    <a:lnTo>
                      <a:pt x="126498" y="169142"/>
                    </a:lnTo>
                    <a:lnTo>
                      <a:pt x="110165" y="179375"/>
                    </a:lnTo>
                    <a:lnTo>
                      <a:pt x="0" y="468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3" name="Контур"/>
              <p:cNvSpPr/>
              <p:nvPr/>
            </p:nvSpPr>
            <p:spPr>
              <a:xfrm>
                <a:off x="6210532" y="6054808"/>
                <a:ext cx="50874" cy="58946"/>
              </a:xfrm>
              <a:custGeom>
                <a:avLst/>
                <a:gdLst/>
                <a:ahLst/>
                <a:cxnLst/>
                <a:rect l="l" t="t" r="r" b="b"/>
                <a:pathLst>
                  <a:path w="50874" h="58946">
                    <a:moveTo>
                      <a:pt x="50874" y="42921"/>
                    </a:moveTo>
                    <a:lnTo>
                      <a:pt x="20633" y="58946"/>
                    </a:lnTo>
                    <a:lnTo>
                      <a:pt x="0" y="15050"/>
                    </a:lnTo>
                    <a:lnTo>
                      <a:pt x="29319" y="0"/>
                    </a:lnTo>
                    <a:lnTo>
                      <a:pt x="50874" y="4292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4" name="Контур"/>
              <p:cNvSpPr/>
              <p:nvPr/>
            </p:nvSpPr>
            <p:spPr>
              <a:xfrm>
                <a:off x="6519140" y="5483860"/>
                <a:ext cx="758228" cy="595182"/>
              </a:xfrm>
              <a:custGeom>
                <a:avLst/>
                <a:gdLst/>
                <a:ahLst/>
                <a:cxnLst/>
                <a:rect l="l" t="t" r="r" b="b"/>
                <a:pathLst>
                  <a:path w="758228" h="595182">
                    <a:moveTo>
                      <a:pt x="172754" y="482559"/>
                    </a:moveTo>
                    <a:lnTo>
                      <a:pt x="42582" y="576938"/>
                    </a:lnTo>
                    <a:lnTo>
                      <a:pt x="17485" y="595182"/>
                    </a:lnTo>
                    <a:lnTo>
                      <a:pt x="0" y="569384"/>
                    </a:lnTo>
                    <a:lnTo>
                      <a:pt x="156320" y="458745"/>
                    </a:lnTo>
                    <a:lnTo>
                      <a:pt x="412631" y="266694"/>
                    </a:lnTo>
                    <a:lnTo>
                      <a:pt x="733176" y="2864"/>
                    </a:lnTo>
                    <a:lnTo>
                      <a:pt x="743197" y="0"/>
                    </a:lnTo>
                    <a:lnTo>
                      <a:pt x="752144" y="1432"/>
                    </a:lnTo>
                    <a:lnTo>
                      <a:pt x="758228" y="16470"/>
                    </a:lnTo>
                    <a:lnTo>
                      <a:pt x="757728" y="34030"/>
                    </a:lnTo>
                    <a:lnTo>
                      <a:pt x="728234" y="56508"/>
                    </a:lnTo>
                    <a:lnTo>
                      <a:pt x="428543" y="285645"/>
                    </a:lnTo>
                    <a:lnTo>
                      <a:pt x="172754" y="4825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5" name="Контур"/>
              <p:cNvSpPr/>
              <p:nvPr/>
            </p:nvSpPr>
            <p:spPr>
              <a:xfrm>
                <a:off x="5415128" y="3784282"/>
                <a:ext cx="34322" cy="23901"/>
              </a:xfrm>
              <a:custGeom>
                <a:avLst/>
                <a:gdLst/>
                <a:ahLst/>
                <a:cxnLst/>
                <a:rect l="l" t="t" r="r" b="b"/>
                <a:pathLst>
                  <a:path w="34322" h="23901">
                    <a:moveTo>
                      <a:pt x="0" y="23901"/>
                    </a:moveTo>
                    <a:lnTo>
                      <a:pt x="34322" y="0"/>
                    </a:lnTo>
                    <a:lnTo>
                      <a:pt x="2614" y="22581"/>
                    </a:lnTo>
                    <a:lnTo>
                      <a:pt x="0" y="2390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6" name="Контур"/>
              <p:cNvSpPr/>
              <p:nvPr/>
            </p:nvSpPr>
            <p:spPr>
              <a:xfrm>
                <a:off x="5187821" y="3824429"/>
                <a:ext cx="195142" cy="99130"/>
              </a:xfrm>
              <a:custGeom>
                <a:avLst/>
                <a:gdLst/>
                <a:ahLst/>
                <a:cxnLst/>
                <a:rect l="l" t="t" r="r" b="b"/>
                <a:pathLst>
                  <a:path w="195142" h="99130">
                    <a:moveTo>
                      <a:pt x="57522" y="72347"/>
                    </a:moveTo>
                    <a:lnTo>
                      <a:pt x="53549" y="72353"/>
                    </a:lnTo>
                    <a:lnTo>
                      <a:pt x="49516" y="73676"/>
                    </a:lnTo>
                    <a:lnTo>
                      <a:pt x="0" y="99130"/>
                    </a:lnTo>
                    <a:lnTo>
                      <a:pt x="8247" y="93342"/>
                    </a:lnTo>
                    <a:lnTo>
                      <a:pt x="195142" y="0"/>
                    </a:lnTo>
                    <a:lnTo>
                      <a:pt x="63001" y="66744"/>
                    </a:lnTo>
                    <a:lnTo>
                      <a:pt x="58855" y="69988"/>
                    </a:lnTo>
                    <a:lnTo>
                      <a:pt x="57522" y="723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7" name="Контур"/>
              <p:cNvSpPr/>
              <p:nvPr/>
            </p:nvSpPr>
            <p:spPr>
              <a:xfrm>
                <a:off x="5460087" y="3042104"/>
                <a:ext cx="775543" cy="734603"/>
              </a:xfrm>
              <a:custGeom>
                <a:avLst/>
                <a:gdLst/>
                <a:ahLst/>
                <a:cxnLst/>
                <a:rect l="l" t="t" r="r" b="b"/>
                <a:pathLst>
                  <a:path w="775543" h="734603">
                    <a:moveTo>
                      <a:pt x="0" y="734603"/>
                    </a:moveTo>
                    <a:lnTo>
                      <a:pt x="192297" y="586830"/>
                    </a:lnTo>
                    <a:lnTo>
                      <a:pt x="291805" y="506325"/>
                    </a:lnTo>
                    <a:lnTo>
                      <a:pt x="732350" y="35636"/>
                    </a:lnTo>
                    <a:lnTo>
                      <a:pt x="773829" y="0"/>
                    </a:lnTo>
                    <a:lnTo>
                      <a:pt x="775543" y="9026"/>
                    </a:lnTo>
                    <a:lnTo>
                      <a:pt x="690917" y="104460"/>
                    </a:lnTo>
                    <a:lnTo>
                      <a:pt x="673614" y="123373"/>
                    </a:lnTo>
                    <a:lnTo>
                      <a:pt x="640865" y="156385"/>
                    </a:lnTo>
                    <a:lnTo>
                      <a:pt x="482133" y="330016"/>
                    </a:lnTo>
                    <a:lnTo>
                      <a:pt x="405728" y="417288"/>
                    </a:lnTo>
                    <a:lnTo>
                      <a:pt x="388420" y="436443"/>
                    </a:lnTo>
                    <a:lnTo>
                      <a:pt x="343467" y="479187"/>
                    </a:lnTo>
                    <a:lnTo>
                      <a:pt x="212305" y="591204"/>
                    </a:lnTo>
                    <a:lnTo>
                      <a:pt x="193054" y="605937"/>
                    </a:lnTo>
                    <a:lnTo>
                      <a:pt x="188861" y="604554"/>
                    </a:lnTo>
                    <a:lnTo>
                      <a:pt x="183837" y="604839"/>
                    </a:lnTo>
                    <a:lnTo>
                      <a:pt x="179267" y="606943"/>
                    </a:lnTo>
                    <a:lnTo>
                      <a:pt x="0" y="73460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8" name="Контур"/>
              <p:cNvSpPr/>
              <p:nvPr/>
            </p:nvSpPr>
            <p:spPr>
              <a:xfrm>
                <a:off x="5530100" y="3536333"/>
                <a:ext cx="170638" cy="137021"/>
              </a:xfrm>
              <a:custGeom>
                <a:avLst/>
                <a:gdLst/>
                <a:ahLst/>
                <a:cxnLst/>
                <a:rect l="l" t="t" r="r" b="b"/>
                <a:pathLst>
                  <a:path w="170638" h="137021">
                    <a:moveTo>
                      <a:pt x="158429" y="2866"/>
                    </a:moveTo>
                    <a:lnTo>
                      <a:pt x="161343" y="0"/>
                    </a:lnTo>
                    <a:lnTo>
                      <a:pt x="170638" y="6953"/>
                    </a:lnTo>
                    <a:lnTo>
                      <a:pt x="3923" y="137021"/>
                    </a:lnTo>
                    <a:lnTo>
                      <a:pt x="0" y="130592"/>
                    </a:lnTo>
                    <a:lnTo>
                      <a:pt x="73250" y="68582"/>
                    </a:lnTo>
                    <a:lnTo>
                      <a:pt x="91145" y="46741"/>
                    </a:lnTo>
                    <a:lnTo>
                      <a:pt x="103665" y="47241"/>
                    </a:lnTo>
                    <a:lnTo>
                      <a:pt x="130036" y="18884"/>
                    </a:lnTo>
                    <a:lnTo>
                      <a:pt x="143157" y="19478"/>
                    </a:lnTo>
                    <a:lnTo>
                      <a:pt x="158429" y="28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9" name="Контур"/>
              <p:cNvSpPr/>
              <p:nvPr/>
            </p:nvSpPr>
            <p:spPr>
              <a:xfrm>
                <a:off x="6114019" y="2944462"/>
                <a:ext cx="210873" cy="141711"/>
              </a:xfrm>
              <a:custGeom>
                <a:avLst/>
                <a:gdLst/>
                <a:ahLst/>
                <a:cxnLst/>
                <a:rect l="l" t="t" r="r" b="b"/>
                <a:pathLst>
                  <a:path w="210873" h="141711">
                    <a:moveTo>
                      <a:pt x="20144" y="92635"/>
                    </a:moveTo>
                    <a:lnTo>
                      <a:pt x="38384" y="108199"/>
                    </a:lnTo>
                    <a:lnTo>
                      <a:pt x="48367" y="108086"/>
                    </a:lnTo>
                    <a:lnTo>
                      <a:pt x="142440" y="18049"/>
                    </a:lnTo>
                    <a:lnTo>
                      <a:pt x="159182" y="21487"/>
                    </a:lnTo>
                    <a:lnTo>
                      <a:pt x="202143" y="0"/>
                    </a:lnTo>
                    <a:lnTo>
                      <a:pt x="210873" y="18680"/>
                    </a:lnTo>
                    <a:lnTo>
                      <a:pt x="103539" y="69354"/>
                    </a:lnTo>
                    <a:lnTo>
                      <a:pt x="43491" y="117144"/>
                    </a:lnTo>
                    <a:lnTo>
                      <a:pt x="20872" y="141711"/>
                    </a:lnTo>
                    <a:lnTo>
                      <a:pt x="19307" y="130975"/>
                    </a:lnTo>
                    <a:lnTo>
                      <a:pt x="0" y="114441"/>
                    </a:lnTo>
                    <a:lnTo>
                      <a:pt x="20144" y="9263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0" name="Контур"/>
              <p:cNvSpPr/>
              <p:nvPr/>
            </p:nvSpPr>
            <p:spPr>
              <a:xfrm>
                <a:off x="6002542" y="3159621"/>
                <a:ext cx="45124" cy="44010"/>
              </a:xfrm>
              <a:custGeom>
                <a:avLst/>
                <a:gdLst/>
                <a:ahLst/>
                <a:cxnLst/>
                <a:rect l="l" t="t" r="r" b="b"/>
                <a:pathLst>
                  <a:path w="45124" h="44010">
                    <a:moveTo>
                      <a:pt x="0" y="21043"/>
                    </a:moveTo>
                    <a:lnTo>
                      <a:pt x="19649" y="0"/>
                    </a:lnTo>
                    <a:lnTo>
                      <a:pt x="41507" y="18128"/>
                    </a:lnTo>
                    <a:lnTo>
                      <a:pt x="45124" y="20270"/>
                    </a:lnTo>
                    <a:lnTo>
                      <a:pt x="22998" y="44010"/>
                    </a:lnTo>
                    <a:lnTo>
                      <a:pt x="22681" y="43128"/>
                    </a:lnTo>
                    <a:lnTo>
                      <a:pt x="20070" y="39777"/>
                    </a:lnTo>
                    <a:lnTo>
                      <a:pt x="0" y="2104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1" name="Контур"/>
              <p:cNvSpPr/>
              <p:nvPr/>
            </p:nvSpPr>
            <p:spPr>
              <a:xfrm>
                <a:off x="5775844" y="3281753"/>
                <a:ext cx="158293" cy="169044"/>
              </a:xfrm>
              <a:custGeom>
                <a:avLst/>
                <a:gdLst/>
                <a:ahLst/>
                <a:cxnLst/>
                <a:rect l="l" t="t" r="r" b="b"/>
                <a:pathLst>
                  <a:path w="158293" h="169044">
                    <a:moveTo>
                      <a:pt x="133858" y="0"/>
                    </a:moveTo>
                    <a:lnTo>
                      <a:pt x="158293" y="19952"/>
                    </a:lnTo>
                    <a:lnTo>
                      <a:pt x="17389" y="169044"/>
                    </a:lnTo>
                    <a:lnTo>
                      <a:pt x="0" y="147011"/>
                    </a:lnTo>
                    <a:lnTo>
                      <a:pt x="23271" y="122146"/>
                    </a:lnTo>
                    <a:lnTo>
                      <a:pt x="35529" y="132090"/>
                    </a:lnTo>
                    <a:lnTo>
                      <a:pt x="50117" y="128596"/>
                    </a:lnTo>
                    <a:lnTo>
                      <a:pt x="123461" y="49340"/>
                    </a:lnTo>
                    <a:lnTo>
                      <a:pt x="125816" y="34526"/>
                    </a:lnTo>
                    <a:lnTo>
                      <a:pt x="114587" y="22734"/>
                    </a:lnTo>
                    <a:lnTo>
                      <a:pt x="13385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2" name="Контур"/>
              <p:cNvSpPr/>
              <p:nvPr/>
            </p:nvSpPr>
            <p:spPr>
              <a:xfrm>
                <a:off x="5230183" y="2071111"/>
                <a:ext cx="166807" cy="160374"/>
              </a:xfrm>
              <a:custGeom>
                <a:avLst/>
                <a:gdLst/>
                <a:ahLst/>
                <a:cxnLst/>
                <a:rect l="l" t="t" r="r" b="b"/>
                <a:pathLst>
                  <a:path w="166807" h="160374">
                    <a:moveTo>
                      <a:pt x="0" y="97842"/>
                    </a:moveTo>
                    <a:lnTo>
                      <a:pt x="104007" y="0"/>
                    </a:lnTo>
                    <a:lnTo>
                      <a:pt x="153300" y="52848"/>
                    </a:lnTo>
                    <a:lnTo>
                      <a:pt x="157125" y="54364"/>
                    </a:lnTo>
                    <a:lnTo>
                      <a:pt x="166807" y="58299"/>
                    </a:lnTo>
                    <a:lnTo>
                      <a:pt x="57584" y="160374"/>
                    </a:lnTo>
                    <a:lnTo>
                      <a:pt x="0" y="9784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3" name="Контур"/>
              <p:cNvSpPr/>
              <p:nvPr/>
            </p:nvSpPr>
            <p:spPr>
              <a:xfrm>
                <a:off x="4875528" y="2479745"/>
                <a:ext cx="110336" cy="48535"/>
              </a:xfrm>
              <a:custGeom>
                <a:avLst/>
                <a:gdLst/>
                <a:ahLst/>
                <a:cxnLst/>
                <a:rect l="l" t="t" r="r" b="b"/>
                <a:pathLst>
                  <a:path w="110336" h="48535">
                    <a:moveTo>
                      <a:pt x="0" y="14527"/>
                    </a:moveTo>
                    <a:lnTo>
                      <a:pt x="11781" y="3349"/>
                    </a:lnTo>
                    <a:lnTo>
                      <a:pt x="27597" y="17334"/>
                    </a:lnTo>
                    <a:lnTo>
                      <a:pt x="44058" y="26001"/>
                    </a:lnTo>
                    <a:lnTo>
                      <a:pt x="60952" y="28167"/>
                    </a:lnTo>
                    <a:lnTo>
                      <a:pt x="91709" y="14734"/>
                    </a:lnTo>
                    <a:lnTo>
                      <a:pt x="110336" y="0"/>
                    </a:lnTo>
                    <a:lnTo>
                      <a:pt x="99939" y="16034"/>
                    </a:lnTo>
                    <a:lnTo>
                      <a:pt x="59652" y="48535"/>
                    </a:lnTo>
                    <a:lnTo>
                      <a:pt x="7237" y="20801"/>
                    </a:lnTo>
                    <a:lnTo>
                      <a:pt x="0" y="145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4" name="Контур"/>
              <p:cNvSpPr/>
              <p:nvPr/>
            </p:nvSpPr>
            <p:spPr>
              <a:xfrm>
                <a:off x="4952581" y="1600960"/>
                <a:ext cx="297000" cy="305244"/>
              </a:xfrm>
              <a:custGeom>
                <a:avLst/>
                <a:gdLst/>
                <a:ahLst/>
                <a:cxnLst/>
                <a:rect l="l" t="t" r="r" b="b"/>
                <a:pathLst>
                  <a:path w="297000" h="305244">
                    <a:moveTo>
                      <a:pt x="0" y="19872"/>
                    </a:moveTo>
                    <a:lnTo>
                      <a:pt x="42336" y="0"/>
                    </a:lnTo>
                    <a:lnTo>
                      <a:pt x="69741" y="2286"/>
                    </a:lnTo>
                    <a:lnTo>
                      <a:pt x="86706" y="12078"/>
                    </a:lnTo>
                    <a:lnTo>
                      <a:pt x="131220" y="55413"/>
                    </a:lnTo>
                    <a:lnTo>
                      <a:pt x="285048" y="227232"/>
                    </a:lnTo>
                    <a:lnTo>
                      <a:pt x="295812" y="244854"/>
                    </a:lnTo>
                    <a:lnTo>
                      <a:pt x="297000" y="273132"/>
                    </a:lnTo>
                    <a:lnTo>
                      <a:pt x="270369" y="305244"/>
                    </a:lnTo>
                    <a:lnTo>
                      <a:pt x="241200" y="276957"/>
                    </a:lnTo>
                    <a:lnTo>
                      <a:pt x="260522" y="256997"/>
                    </a:lnTo>
                    <a:lnTo>
                      <a:pt x="87902" y="79874"/>
                    </a:lnTo>
                    <a:lnTo>
                      <a:pt x="17109" y="39609"/>
                    </a:lnTo>
                    <a:lnTo>
                      <a:pt x="0" y="198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5" name="Контур"/>
              <p:cNvSpPr/>
              <p:nvPr/>
            </p:nvSpPr>
            <p:spPr>
              <a:xfrm>
                <a:off x="5334190" y="2042671"/>
                <a:ext cx="92274" cy="86739"/>
              </a:xfrm>
              <a:custGeom>
                <a:avLst/>
                <a:gdLst/>
                <a:ahLst/>
                <a:cxnLst/>
                <a:rect l="l" t="t" r="r" b="b"/>
                <a:pathLst>
                  <a:path w="92274" h="86739">
                    <a:moveTo>
                      <a:pt x="30231" y="0"/>
                    </a:moveTo>
                    <a:lnTo>
                      <a:pt x="74110" y="52269"/>
                    </a:lnTo>
                    <a:lnTo>
                      <a:pt x="92274" y="59728"/>
                    </a:lnTo>
                    <a:lnTo>
                      <a:pt x="62800" y="86739"/>
                    </a:lnTo>
                    <a:lnTo>
                      <a:pt x="53118" y="82804"/>
                    </a:lnTo>
                    <a:lnTo>
                      <a:pt x="49293" y="81288"/>
                    </a:lnTo>
                    <a:lnTo>
                      <a:pt x="0" y="28440"/>
                    </a:lnTo>
                    <a:lnTo>
                      <a:pt x="3023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6" name="Контур"/>
              <p:cNvSpPr/>
              <p:nvPr/>
            </p:nvSpPr>
            <p:spPr>
              <a:xfrm>
                <a:off x="5339887" y="1584000"/>
                <a:ext cx="615486" cy="518399"/>
              </a:xfrm>
              <a:custGeom>
                <a:avLst/>
                <a:gdLst/>
                <a:ahLst/>
                <a:cxnLst/>
                <a:rect l="l" t="t" r="r" b="b"/>
                <a:pathLst>
                  <a:path w="615486" h="518399">
                    <a:moveTo>
                      <a:pt x="615486" y="0"/>
                    </a:moveTo>
                    <a:lnTo>
                      <a:pt x="516309" y="100112"/>
                    </a:lnTo>
                    <a:lnTo>
                      <a:pt x="512438" y="89904"/>
                    </a:lnTo>
                    <a:lnTo>
                      <a:pt x="501570" y="90940"/>
                    </a:lnTo>
                    <a:lnTo>
                      <a:pt x="500086" y="102372"/>
                    </a:lnTo>
                    <a:lnTo>
                      <a:pt x="510329" y="106148"/>
                    </a:lnTo>
                    <a:lnTo>
                      <a:pt x="329896" y="282083"/>
                    </a:lnTo>
                    <a:lnTo>
                      <a:pt x="324975" y="272295"/>
                    </a:lnTo>
                    <a:lnTo>
                      <a:pt x="314784" y="273941"/>
                    </a:lnTo>
                    <a:lnTo>
                      <a:pt x="313195" y="284781"/>
                    </a:lnTo>
                    <a:lnTo>
                      <a:pt x="322484" y="289284"/>
                    </a:lnTo>
                    <a:lnTo>
                      <a:pt x="231026" y="378120"/>
                    </a:lnTo>
                    <a:lnTo>
                      <a:pt x="227237" y="366987"/>
                    </a:lnTo>
                    <a:lnTo>
                      <a:pt x="187223" y="326982"/>
                    </a:lnTo>
                    <a:lnTo>
                      <a:pt x="179789" y="323195"/>
                    </a:lnTo>
                    <a:lnTo>
                      <a:pt x="168131" y="326984"/>
                    </a:lnTo>
                    <a:lnTo>
                      <a:pt x="130421" y="364703"/>
                    </a:lnTo>
                    <a:lnTo>
                      <a:pt x="126468" y="374249"/>
                    </a:lnTo>
                    <a:lnTo>
                      <a:pt x="130423" y="383794"/>
                    </a:lnTo>
                    <a:lnTo>
                      <a:pt x="170419" y="423790"/>
                    </a:lnTo>
                    <a:lnTo>
                      <a:pt x="179941" y="427740"/>
                    </a:lnTo>
                    <a:lnTo>
                      <a:pt x="86577" y="518399"/>
                    </a:lnTo>
                    <a:lnTo>
                      <a:pt x="68413" y="510940"/>
                    </a:lnTo>
                    <a:lnTo>
                      <a:pt x="24534" y="458671"/>
                    </a:lnTo>
                    <a:lnTo>
                      <a:pt x="47475" y="437089"/>
                    </a:lnTo>
                    <a:lnTo>
                      <a:pt x="29121" y="417488"/>
                    </a:lnTo>
                    <a:lnTo>
                      <a:pt x="71571" y="376095"/>
                    </a:lnTo>
                    <a:lnTo>
                      <a:pt x="1728" y="305459"/>
                    </a:lnTo>
                    <a:lnTo>
                      <a:pt x="0" y="291140"/>
                    </a:lnTo>
                    <a:lnTo>
                      <a:pt x="59522" y="352827"/>
                    </a:lnTo>
                    <a:lnTo>
                      <a:pt x="75151" y="355589"/>
                    </a:lnTo>
                    <a:lnTo>
                      <a:pt x="169012" y="261840"/>
                    </a:lnTo>
                    <a:lnTo>
                      <a:pt x="87363" y="178240"/>
                    </a:lnTo>
                    <a:lnTo>
                      <a:pt x="111781" y="156752"/>
                    </a:lnTo>
                    <a:lnTo>
                      <a:pt x="183074" y="234898"/>
                    </a:lnTo>
                    <a:lnTo>
                      <a:pt x="197599" y="238508"/>
                    </a:lnTo>
                    <a:lnTo>
                      <a:pt x="462934" y="0"/>
                    </a:lnTo>
                    <a:lnTo>
                      <a:pt x="223621" y="0"/>
                    </a:lnTo>
                    <a:lnTo>
                      <a:pt x="240180" y="23283"/>
                    </a:lnTo>
                    <a:lnTo>
                      <a:pt x="112104" y="138343"/>
                    </a:lnTo>
                    <a:lnTo>
                      <a:pt x="62189" y="83704"/>
                    </a:lnTo>
                    <a:lnTo>
                      <a:pt x="99551" y="44630"/>
                    </a:lnTo>
                    <a:lnTo>
                      <a:pt x="79355" y="21950"/>
                    </a:lnTo>
                    <a:lnTo>
                      <a:pt x="10566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7" name="Контур"/>
              <p:cNvSpPr/>
              <p:nvPr/>
            </p:nvSpPr>
            <p:spPr>
              <a:xfrm>
                <a:off x="5652057" y="1855512"/>
                <a:ext cx="17769" cy="17772"/>
              </a:xfrm>
              <a:custGeom>
                <a:avLst/>
                <a:gdLst/>
                <a:ahLst/>
                <a:cxnLst/>
                <a:rect l="l" t="t" r="r" b="b"/>
                <a:pathLst>
                  <a:path w="17769" h="17772">
                    <a:moveTo>
                      <a:pt x="10314" y="17772"/>
                    </a:moveTo>
                    <a:lnTo>
                      <a:pt x="0" y="10317"/>
                    </a:lnTo>
                    <a:lnTo>
                      <a:pt x="7450" y="0"/>
                    </a:lnTo>
                    <a:lnTo>
                      <a:pt x="17769" y="7446"/>
                    </a:lnTo>
                    <a:lnTo>
                      <a:pt x="10314" y="177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8" name="Контур"/>
              <p:cNvSpPr/>
              <p:nvPr/>
            </p:nvSpPr>
            <p:spPr>
              <a:xfrm>
                <a:off x="5351163" y="4981909"/>
                <a:ext cx="466480" cy="90264"/>
              </a:xfrm>
              <a:custGeom>
                <a:avLst/>
                <a:gdLst/>
                <a:ahLst/>
                <a:cxnLst/>
                <a:rect l="l" t="t" r="r" b="b"/>
                <a:pathLst>
                  <a:path w="466480" h="90264">
                    <a:moveTo>
                      <a:pt x="0" y="90264"/>
                    </a:moveTo>
                    <a:lnTo>
                      <a:pt x="52928" y="50023"/>
                    </a:lnTo>
                    <a:lnTo>
                      <a:pt x="148321" y="26604"/>
                    </a:lnTo>
                    <a:lnTo>
                      <a:pt x="233272" y="12960"/>
                    </a:lnTo>
                    <a:lnTo>
                      <a:pt x="466480" y="0"/>
                    </a:lnTo>
                    <a:lnTo>
                      <a:pt x="417135" y="20819"/>
                    </a:lnTo>
                    <a:lnTo>
                      <a:pt x="390840" y="20041"/>
                    </a:lnTo>
                    <a:lnTo>
                      <a:pt x="0" y="9026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9" name="Контур"/>
              <p:cNvSpPr/>
              <p:nvPr/>
            </p:nvSpPr>
            <p:spPr>
              <a:xfrm>
                <a:off x="5404091" y="4867069"/>
                <a:ext cx="413552" cy="164863"/>
              </a:xfrm>
              <a:custGeom>
                <a:avLst/>
                <a:gdLst/>
                <a:ahLst/>
                <a:cxnLst/>
                <a:rect l="l" t="t" r="r" b="b"/>
                <a:pathLst>
                  <a:path w="413552" h="164863">
                    <a:moveTo>
                      <a:pt x="0" y="164863"/>
                    </a:moveTo>
                    <a:lnTo>
                      <a:pt x="35828" y="137623"/>
                    </a:lnTo>
                    <a:lnTo>
                      <a:pt x="166351" y="48334"/>
                    </a:lnTo>
                    <a:lnTo>
                      <a:pt x="342200" y="0"/>
                    </a:lnTo>
                    <a:lnTo>
                      <a:pt x="353729" y="11178"/>
                    </a:lnTo>
                    <a:lnTo>
                      <a:pt x="365564" y="23715"/>
                    </a:lnTo>
                    <a:lnTo>
                      <a:pt x="383663" y="55737"/>
                    </a:lnTo>
                    <a:lnTo>
                      <a:pt x="413552" y="114840"/>
                    </a:lnTo>
                    <a:lnTo>
                      <a:pt x="180344" y="127800"/>
                    </a:lnTo>
                    <a:lnTo>
                      <a:pt x="95393" y="141444"/>
                    </a:lnTo>
                    <a:lnTo>
                      <a:pt x="0" y="1648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0" name="Контур"/>
              <p:cNvSpPr/>
              <p:nvPr/>
            </p:nvSpPr>
            <p:spPr>
              <a:xfrm>
                <a:off x="5570442" y="4850392"/>
                <a:ext cx="175849" cy="65011"/>
              </a:xfrm>
              <a:custGeom>
                <a:avLst/>
                <a:gdLst/>
                <a:ahLst/>
                <a:cxnLst/>
                <a:rect l="l" t="t" r="r" b="b"/>
                <a:pathLst>
                  <a:path w="175849" h="65011">
                    <a:moveTo>
                      <a:pt x="121957" y="0"/>
                    </a:moveTo>
                    <a:lnTo>
                      <a:pt x="149443" y="2439"/>
                    </a:lnTo>
                    <a:lnTo>
                      <a:pt x="157804" y="7317"/>
                    </a:lnTo>
                    <a:lnTo>
                      <a:pt x="175849" y="16677"/>
                    </a:lnTo>
                    <a:lnTo>
                      <a:pt x="0" y="65011"/>
                    </a:lnTo>
                    <a:lnTo>
                      <a:pt x="61167" y="24030"/>
                    </a:lnTo>
                    <a:lnTo>
                      <a:pt x="96672" y="5353"/>
                    </a:lnTo>
                    <a:lnTo>
                      <a:pt x="12195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1" name="Контур"/>
              <p:cNvSpPr/>
              <p:nvPr/>
            </p:nvSpPr>
            <p:spPr>
              <a:xfrm>
                <a:off x="5014728" y="4002817"/>
                <a:ext cx="332341" cy="509719"/>
              </a:xfrm>
              <a:custGeom>
                <a:avLst/>
                <a:gdLst/>
                <a:ahLst/>
                <a:cxnLst/>
                <a:rect l="l" t="t" r="r" b="b"/>
                <a:pathLst>
                  <a:path w="332341" h="509719">
                    <a:moveTo>
                      <a:pt x="157100" y="74542"/>
                    </a:moveTo>
                    <a:lnTo>
                      <a:pt x="136063" y="108434"/>
                    </a:lnTo>
                    <a:lnTo>
                      <a:pt x="126356" y="106802"/>
                    </a:lnTo>
                    <a:lnTo>
                      <a:pt x="118352" y="111977"/>
                    </a:lnTo>
                    <a:lnTo>
                      <a:pt x="88115" y="152926"/>
                    </a:lnTo>
                    <a:lnTo>
                      <a:pt x="86404" y="165867"/>
                    </a:lnTo>
                    <a:lnTo>
                      <a:pt x="276173" y="388002"/>
                    </a:lnTo>
                    <a:lnTo>
                      <a:pt x="267066" y="396261"/>
                    </a:lnTo>
                    <a:lnTo>
                      <a:pt x="265899" y="408603"/>
                    </a:lnTo>
                    <a:lnTo>
                      <a:pt x="305805" y="456951"/>
                    </a:lnTo>
                    <a:lnTo>
                      <a:pt x="314983" y="461696"/>
                    </a:lnTo>
                    <a:lnTo>
                      <a:pt x="332341" y="454068"/>
                    </a:lnTo>
                    <a:lnTo>
                      <a:pt x="244174" y="509719"/>
                    </a:lnTo>
                    <a:lnTo>
                      <a:pt x="256473" y="495607"/>
                    </a:lnTo>
                    <a:lnTo>
                      <a:pt x="260678" y="473143"/>
                    </a:lnTo>
                    <a:lnTo>
                      <a:pt x="252824" y="435158"/>
                    </a:lnTo>
                    <a:lnTo>
                      <a:pt x="240820" y="434025"/>
                    </a:lnTo>
                    <a:lnTo>
                      <a:pt x="106816" y="260241"/>
                    </a:lnTo>
                    <a:lnTo>
                      <a:pt x="105140" y="247004"/>
                    </a:lnTo>
                    <a:lnTo>
                      <a:pt x="71357" y="203034"/>
                    </a:lnTo>
                    <a:lnTo>
                      <a:pt x="60291" y="197763"/>
                    </a:lnTo>
                    <a:lnTo>
                      <a:pt x="52428" y="200553"/>
                    </a:lnTo>
                    <a:lnTo>
                      <a:pt x="31288" y="218091"/>
                    </a:lnTo>
                    <a:lnTo>
                      <a:pt x="30582" y="229623"/>
                    </a:lnTo>
                    <a:lnTo>
                      <a:pt x="22001" y="235830"/>
                    </a:lnTo>
                    <a:lnTo>
                      <a:pt x="5464" y="202756"/>
                    </a:lnTo>
                    <a:lnTo>
                      <a:pt x="0" y="177583"/>
                    </a:lnTo>
                    <a:lnTo>
                      <a:pt x="1675" y="163670"/>
                    </a:lnTo>
                    <a:lnTo>
                      <a:pt x="27385" y="130314"/>
                    </a:lnTo>
                    <a:lnTo>
                      <a:pt x="158811" y="6476"/>
                    </a:lnTo>
                    <a:lnTo>
                      <a:pt x="169207" y="0"/>
                    </a:lnTo>
                    <a:lnTo>
                      <a:pt x="186335" y="5237"/>
                    </a:lnTo>
                    <a:lnTo>
                      <a:pt x="152790" y="55516"/>
                    </a:lnTo>
                    <a:lnTo>
                      <a:pt x="150789" y="64947"/>
                    </a:lnTo>
                    <a:lnTo>
                      <a:pt x="157100" y="7454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2" name="Контур"/>
              <p:cNvSpPr/>
              <p:nvPr/>
            </p:nvSpPr>
            <p:spPr>
              <a:xfrm>
                <a:off x="5815821" y="4550886"/>
                <a:ext cx="164983" cy="254512"/>
              </a:xfrm>
              <a:custGeom>
                <a:avLst/>
                <a:gdLst/>
                <a:ahLst/>
                <a:cxnLst/>
                <a:rect l="l" t="t" r="r" b="b"/>
                <a:pathLst>
                  <a:path w="164983" h="254512">
                    <a:moveTo>
                      <a:pt x="157039" y="0"/>
                    </a:moveTo>
                    <a:lnTo>
                      <a:pt x="164983" y="8059"/>
                    </a:lnTo>
                    <a:lnTo>
                      <a:pt x="61123" y="100273"/>
                    </a:lnTo>
                    <a:lnTo>
                      <a:pt x="30388" y="138127"/>
                    </a:lnTo>
                    <a:lnTo>
                      <a:pt x="15520" y="164425"/>
                    </a:lnTo>
                    <a:lnTo>
                      <a:pt x="8662" y="192991"/>
                    </a:lnTo>
                    <a:lnTo>
                      <a:pt x="10939" y="207292"/>
                    </a:lnTo>
                    <a:lnTo>
                      <a:pt x="13216" y="221593"/>
                    </a:lnTo>
                    <a:lnTo>
                      <a:pt x="25492" y="250861"/>
                    </a:lnTo>
                    <a:lnTo>
                      <a:pt x="14315" y="254512"/>
                    </a:lnTo>
                    <a:lnTo>
                      <a:pt x="6976" y="237125"/>
                    </a:lnTo>
                    <a:lnTo>
                      <a:pt x="0" y="203781"/>
                    </a:lnTo>
                    <a:lnTo>
                      <a:pt x="775" y="184395"/>
                    </a:lnTo>
                    <a:lnTo>
                      <a:pt x="6976" y="158806"/>
                    </a:lnTo>
                    <a:lnTo>
                      <a:pt x="23255" y="127013"/>
                    </a:lnTo>
                    <a:lnTo>
                      <a:pt x="44958" y="96771"/>
                    </a:lnTo>
                    <a:lnTo>
                      <a:pt x="82165" y="64203"/>
                    </a:lnTo>
                    <a:lnTo>
                      <a:pt x="157039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3" name="Контур"/>
              <p:cNvSpPr/>
              <p:nvPr/>
            </p:nvSpPr>
            <p:spPr>
              <a:xfrm>
                <a:off x="5841313" y="4761155"/>
                <a:ext cx="93783" cy="63785"/>
              </a:xfrm>
              <a:custGeom>
                <a:avLst/>
                <a:gdLst/>
                <a:ahLst/>
                <a:cxnLst/>
                <a:rect l="l" t="t" r="r" b="b"/>
                <a:pathLst>
                  <a:path w="93783" h="63785">
                    <a:moveTo>
                      <a:pt x="0" y="40592"/>
                    </a:moveTo>
                    <a:lnTo>
                      <a:pt x="83020" y="0"/>
                    </a:lnTo>
                    <a:lnTo>
                      <a:pt x="93783" y="26313"/>
                    </a:lnTo>
                    <a:lnTo>
                      <a:pt x="91467" y="27578"/>
                    </a:lnTo>
                    <a:lnTo>
                      <a:pt x="8814" y="63785"/>
                    </a:lnTo>
                    <a:lnTo>
                      <a:pt x="0" y="4059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4" name="Контур"/>
              <p:cNvSpPr/>
              <p:nvPr/>
            </p:nvSpPr>
            <p:spPr>
              <a:xfrm>
                <a:off x="5128338" y="3944808"/>
                <a:ext cx="50362" cy="38068"/>
              </a:xfrm>
              <a:custGeom>
                <a:avLst/>
                <a:gdLst/>
                <a:ahLst/>
                <a:cxnLst/>
                <a:rect l="l" t="t" r="r" b="b"/>
                <a:pathLst>
                  <a:path w="50362" h="38068">
                    <a:moveTo>
                      <a:pt x="29213" y="0"/>
                    </a:moveTo>
                    <a:lnTo>
                      <a:pt x="28733" y="3651"/>
                    </a:lnTo>
                    <a:lnTo>
                      <a:pt x="30040" y="8662"/>
                    </a:lnTo>
                    <a:lnTo>
                      <a:pt x="33138" y="12813"/>
                    </a:lnTo>
                    <a:lnTo>
                      <a:pt x="50362" y="28431"/>
                    </a:lnTo>
                    <a:lnTo>
                      <a:pt x="33828" y="35780"/>
                    </a:lnTo>
                    <a:lnTo>
                      <a:pt x="3060" y="38068"/>
                    </a:lnTo>
                    <a:lnTo>
                      <a:pt x="0" y="22094"/>
                    </a:lnTo>
                    <a:lnTo>
                      <a:pt x="19022" y="7154"/>
                    </a:lnTo>
                    <a:lnTo>
                      <a:pt x="2921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5" name="Контур"/>
              <p:cNvSpPr/>
              <p:nvPr/>
            </p:nvSpPr>
            <p:spPr>
              <a:xfrm>
                <a:off x="5045326" y="3787194"/>
                <a:ext cx="331160" cy="148280"/>
              </a:xfrm>
              <a:custGeom>
                <a:avLst/>
                <a:gdLst/>
                <a:ahLst/>
                <a:cxnLst/>
                <a:rect l="l" t="t" r="r" b="b"/>
                <a:pathLst>
                  <a:path w="331160" h="148280">
                    <a:moveTo>
                      <a:pt x="21668" y="130810"/>
                    </a:moveTo>
                    <a:lnTo>
                      <a:pt x="38417" y="145248"/>
                    </a:lnTo>
                    <a:lnTo>
                      <a:pt x="56239" y="141429"/>
                    </a:lnTo>
                    <a:lnTo>
                      <a:pt x="125872" y="93121"/>
                    </a:lnTo>
                    <a:lnTo>
                      <a:pt x="331160" y="0"/>
                    </a:lnTo>
                    <a:lnTo>
                      <a:pt x="131274" y="100063"/>
                    </a:lnTo>
                    <a:lnTo>
                      <a:pt x="104284" y="122390"/>
                    </a:lnTo>
                    <a:lnTo>
                      <a:pt x="65687" y="144511"/>
                    </a:lnTo>
                    <a:lnTo>
                      <a:pt x="29083" y="148280"/>
                    </a:lnTo>
                    <a:lnTo>
                      <a:pt x="0" y="144046"/>
                    </a:lnTo>
                    <a:lnTo>
                      <a:pt x="6350" y="125757"/>
                    </a:lnTo>
                    <a:lnTo>
                      <a:pt x="21668" y="1308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6" name="Контур"/>
              <p:cNvSpPr/>
              <p:nvPr/>
            </p:nvSpPr>
            <p:spPr>
              <a:xfrm>
                <a:off x="5792087" y="5831071"/>
                <a:ext cx="19326" cy="18614"/>
              </a:xfrm>
              <a:custGeom>
                <a:avLst/>
                <a:gdLst/>
                <a:ahLst/>
                <a:cxnLst/>
                <a:rect l="l" t="t" r="r" b="b"/>
                <a:pathLst>
                  <a:path w="19326" h="18614">
                    <a:moveTo>
                      <a:pt x="5413" y="15200"/>
                    </a:moveTo>
                    <a:lnTo>
                      <a:pt x="0" y="18614"/>
                    </a:lnTo>
                    <a:lnTo>
                      <a:pt x="413" y="16827"/>
                    </a:lnTo>
                    <a:lnTo>
                      <a:pt x="3688" y="9226"/>
                    </a:lnTo>
                    <a:lnTo>
                      <a:pt x="15218" y="0"/>
                    </a:lnTo>
                    <a:lnTo>
                      <a:pt x="19326" y="6427"/>
                    </a:lnTo>
                    <a:lnTo>
                      <a:pt x="5413" y="152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7" name="Контур"/>
              <p:cNvSpPr/>
              <p:nvPr/>
            </p:nvSpPr>
            <p:spPr>
              <a:xfrm>
                <a:off x="5768298" y="4981909"/>
                <a:ext cx="182707" cy="293148"/>
              </a:xfrm>
              <a:custGeom>
                <a:avLst/>
                <a:gdLst/>
                <a:ahLst/>
                <a:cxnLst/>
                <a:rect l="l" t="t" r="r" b="b"/>
                <a:pathLst>
                  <a:path w="182707" h="293148">
                    <a:moveTo>
                      <a:pt x="182707" y="266508"/>
                    </a:moveTo>
                    <a:lnTo>
                      <a:pt x="136807" y="293148"/>
                    </a:lnTo>
                    <a:lnTo>
                      <a:pt x="0" y="20819"/>
                    </a:lnTo>
                    <a:lnTo>
                      <a:pt x="49345" y="0"/>
                    </a:lnTo>
                    <a:lnTo>
                      <a:pt x="67088" y="34815"/>
                    </a:lnTo>
                    <a:lnTo>
                      <a:pt x="182707" y="26650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8" name="Контур"/>
              <p:cNvSpPr/>
              <p:nvPr/>
            </p:nvSpPr>
            <p:spPr>
              <a:xfrm>
                <a:off x="5665461" y="5884534"/>
                <a:ext cx="70334" cy="40721"/>
              </a:xfrm>
              <a:custGeom>
                <a:avLst/>
                <a:gdLst/>
                <a:ahLst/>
                <a:cxnLst/>
                <a:rect l="l" t="t" r="r" b="b"/>
                <a:pathLst>
                  <a:path w="70334" h="40721">
                    <a:moveTo>
                      <a:pt x="70334" y="654"/>
                    </a:moveTo>
                    <a:lnTo>
                      <a:pt x="6807" y="40721"/>
                    </a:lnTo>
                    <a:lnTo>
                      <a:pt x="0" y="30231"/>
                    </a:lnTo>
                    <a:lnTo>
                      <a:pt x="44038" y="2406"/>
                    </a:lnTo>
                    <a:lnTo>
                      <a:pt x="51216" y="164"/>
                    </a:lnTo>
                    <a:lnTo>
                      <a:pt x="63343" y="0"/>
                    </a:lnTo>
                    <a:lnTo>
                      <a:pt x="69248" y="437"/>
                    </a:lnTo>
                    <a:lnTo>
                      <a:pt x="70334" y="65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9" name="Контур"/>
              <p:cNvSpPr/>
              <p:nvPr/>
            </p:nvSpPr>
            <p:spPr>
              <a:xfrm>
                <a:off x="5025328" y="5190213"/>
                <a:ext cx="231640" cy="181196"/>
              </a:xfrm>
              <a:custGeom>
                <a:avLst/>
                <a:gdLst/>
                <a:ahLst/>
                <a:cxnLst/>
                <a:rect l="l" t="t" r="r" b="b"/>
                <a:pathLst>
                  <a:path w="231640" h="181196">
                    <a:moveTo>
                      <a:pt x="231640" y="25606"/>
                    </a:moveTo>
                    <a:lnTo>
                      <a:pt x="18164" y="181196"/>
                    </a:lnTo>
                    <a:lnTo>
                      <a:pt x="0" y="156358"/>
                    </a:lnTo>
                    <a:lnTo>
                      <a:pt x="212545" y="0"/>
                    </a:lnTo>
                    <a:lnTo>
                      <a:pt x="231640" y="2560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0" name="Контур"/>
              <p:cNvSpPr/>
              <p:nvPr/>
            </p:nvSpPr>
            <p:spPr>
              <a:xfrm>
                <a:off x="5586748" y="5035369"/>
                <a:ext cx="295092" cy="302439"/>
              </a:xfrm>
              <a:custGeom>
                <a:avLst/>
                <a:gdLst/>
                <a:ahLst/>
                <a:cxnLst/>
                <a:rect l="l" t="t" r="r" b="b"/>
                <a:pathLst>
                  <a:path w="295092" h="302439">
                    <a:moveTo>
                      <a:pt x="0" y="28013"/>
                    </a:moveTo>
                    <a:lnTo>
                      <a:pt x="159822" y="0"/>
                    </a:lnTo>
                    <a:lnTo>
                      <a:pt x="295092" y="255762"/>
                    </a:lnTo>
                    <a:lnTo>
                      <a:pt x="264380" y="302439"/>
                    </a:lnTo>
                    <a:lnTo>
                      <a:pt x="155031" y="82132"/>
                    </a:lnTo>
                    <a:lnTo>
                      <a:pt x="126908" y="65082"/>
                    </a:lnTo>
                    <a:lnTo>
                      <a:pt x="90263" y="49736"/>
                    </a:lnTo>
                    <a:lnTo>
                      <a:pt x="44243" y="54851"/>
                    </a:lnTo>
                    <a:lnTo>
                      <a:pt x="0" y="280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1" name="Контур"/>
              <p:cNvSpPr/>
              <p:nvPr/>
            </p:nvSpPr>
            <p:spPr>
              <a:xfrm>
                <a:off x="5088363" y="6144709"/>
                <a:ext cx="220425" cy="145102"/>
              </a:xfrm>
              <a:custGeom>
                <a:avLst/>
                <a:gdLst/>
                <a:ahLst/>
                <a:cxnLst/>
                <a:rect l="l" t="t" r="r" b="b"/>
                <a:pathLst>
                  <a:path w="220425" h="145102">
                    <a:moveTo>
                      <a:pt x="220425" y="9791"/>
                    </a:moveTo>
                    <a:lnTo>
                      <a:pt x="58193" y="112109"/>
                    </a:lnTo>
                    <a:lnTo>
                      <a:pt x="54793" y="106722"/>
                    </a:lnTo>
                    <a:lnTo>
                      <a:pt x="15364" y="131607"/>
                    </a:lnTo>
                    <a:lnTo>
                      <a:pt x="18756" y="136982"/>
                    </a:lnTo>
                    <a:lnTo>
                      <a:pt x="5882" y="145102"/>
                    </a:lnTo>
                    <a:lnTo>
                      <a:pt x="0" y="135823"/>
                    </a:lnTo>
                    <a:lnTo>
                      <a:pt x="117136" y="60300"/>
                    </a:lnTo>
                    <a:lnTo>
                      <a:pt x="159697" y="35694"/>
                    </a:lnTo>
                    <a:lnTo>
                      <a:pt x="214084" y="0"/>
                    </a:lnTo>
                    <a:lnTo>
                      <a:pt x="220425" y="979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2" name="Контур"/>
              <p:cNvSpPr/>
              <p:nvPr/>
            </p:nvSpPr>
            <p:spPr>
              <a:xfrm>
                <a:off x="5805279" y="5811547"/>
                <a:ext cx="36403" cy="25951"/>
              </a:xfrm>
              <a:custGeom>
                <a:avLst/>
                <a:gdLst/>
                <a:ahLst/>
                <a:cxnLst/>
                <a:rect l="l" t="t" r="r" b="b"/>
                <a:pathLst>
                  <a:path w="36403" h="25951">
                    <a:moveTo>
                      <a:pt x="36403" y="6867"/>
                    </a:moveTo>
                    <a:lnTo>
                      <a:pt x="6134" y="25951"/>
                    </a:lnTo>
                    <a:lnTo>
                      <a:pt x="2026" y="19524"/>
                    </a:lnTo>
                    <a:lnTo>
                      <a:pt x="0" y="16355"/>
                    </a:lnTo>
                    <a:lnTo>
                      <a:pt x="31903" y="0"/>
                    </a:lnTo>
                    <a:lnTo>
                      <a:pt x="36403" y="686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3" name="Контур"/>
              <p:cNvSpPr/>
              <p:nvPr/>
            </p:nvSpPr>
            <p:spPr>
              <a:xfrm>
                <a:off x="5312704" y="5925472"/>
                <a:ext cx="342801" cy="222608"/>
              </a:xfrm>
              <a:custGeom>
                <a:avLst/>
                <a:gdLst/>
                <a:ahLst/>
                <a:cxnLst/>
                <a:rect l="l" t="t" r="r" b="b"/>
                <a:pathLst>
                  <a:path w="342801" h="222608">
                    <a:moveTo>
                      <a:pt x="6262" y="222608"/>
                    </a:moveTo>
                    <a:lnTo>
                      <a:pt x="0" y="212730"/>
                    </a:lnTo>
                    <a:lnTo>
                      <a:pt x="335813" y="0"/>
                    </a:lnTo>
                    <a:lnTo>
                      <a:pt x="342801" y="10354"/>
                    </a:lnTo>
                    <a:lnTo>
                      <a:pt x="201924" y="99205"/>
                    </a:lnTo>
                    <a:lnTo>
                      <a:pt x="196673" y="90948"/>
                    </a:lnTo>
                    <a:lnTo>
                      <a:pt x="52274" y="182789"/>
                    </a:lnTo>
                    <a:lnTo>
                      <a:pt x="57176" y="190496"/>
                    </a:lnTo>
                    <a:lnTo>
                      <a:pt x="6262" y="22260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4" name="Контур"/>
              <p:cNvSpPr/>
              <p:nvPr/>
            </p:nvSpPr>
            <p:spPr>
              <a:xfrm>
                <a:off x="9906069" y="2161019"/>
                <a:ext cx="99328" cy="113437"/>
              </a:xfrm>
              <a:custGeom>
                <a:avLst/>
                <a:gdLst/>
                <a:ahLst/>
                <a:cxnLst/>
                <a:rect l="l" t="t" r="r" b="b"/>
                <a:pathLst>
                  <a:path w="99328" h="113437">
                    <a:moveTo>
                      <a:pt x="44568" y="0"/>
                    </a:moveTo>
                    <a:lnTo>
                      <a:pt x="49548" y="6536"/>
                    </a:lnTo>
                    <a:lnTo>
                      <a:pt x="52751" y="10738"/>
                    </a:lnTo>
                    <a:lnTo>
                      <a:pt x="35731" y="24302"/>
                    </a:lnTo>
                    <a:lnTo>
                      <a:pt x="54485" y="48782"/>
                    </a:lnTo>
                    <a:lnTo>
                      <a:pt x="55439" y="48055"/>
                    </a:lnTo>
                    <a:lnTo>
                      <a:pt x="99328" y="106916"/>
                    </a:lnTo>
                    <a:lnTo>
                      <a:pt x="85022" y="111201"/>
                    </a:lnTo>
                    <a:lnTo>
                      <a:pt x="67531" y="112974"/>
                    </a:lnTo>
                    <a:lnTo>
                      <a:pt x="65832" y="113145"/>
                    </a:lnTo>
                    <a:lnTo>
                      <a:pt x="61561" y="113437"/>
                    </a:lnTo>
                    <a:lnTo>
                      <a:pt x="49644" y="109463"/>
                    </a:lnTo>
                    <a:lnTo>
                      <a:pt x="44381" y="107708"/>
                    </a:lnTo>
                    <a:lnTo>
                      <a:pt x="0" y="43260"/>
                    </a:lnTo>
                    <a:lnTo>
                      <a:pt x="4456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5" name="Контур"/>
              <p:cNvSpPr/>
              <p:nvPr/>
            </p:nvSpPr>
            <p:spPr>
              <a:xfrm>
                <a:off x="10013533" y="2173445"/>
                <a:ext cx="106754" cy="87715"/>
              </a:xfrm>
              <a:custGeom>
                <a:avLst/>
                <a:gdLst/>
                <a:ahLst/>
                <a:cxnLst/>
                <a:rect l="l" t="t" r="r" b="b"/>
                <a:pathLst>
                  <a:path w="106754" h="87715">
                    <a:moveTo>
                      <a:pt x="106754" y="23386"/>
                    </a:moveTo>
                    <a:lnTo>
                      <a:pt x="22007" y="85597"/>
                    </a:lnTo>
                    <a:lnTo>
                      <a:pt x="14481" y="87715"/>
                    </a:lnTo>
                    <a:lnTo>
                      <a:pt x="0" y="68773"/>
                    </a:lnTo>
                    <a:lnTo>
                      <a:pt x="88898" y="0"/>
                    </a:lnTo>
                    <a:lnTo>
                      <a:pt x="106754" y="233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6" name="Контур"/>
              <p:cNvSpPr/>
              <p:nvPr/>
            </p:nvSpPr>
            <p:spPr>
              <a:xfrm>
                <a:off x="9843476" y="1699838"/>
                <a:ext cx="337436" cy="482885"/>
              </a:xfrm>
              <a:custGeom>
                <a:avLst/>
                <a:gdLst/>
                <a:ahLst/>
                <a:cxnLst/>
                <a:rect l="l" t="t" r="r" b="b"/>
                <a:pathLst>
                  <a:path w="337436" h="482885">
                    <a:moveTo>
                      <a:pt x="0" y="2459"/>
                    </a:moveTo>
                    <a:lnTo>
                      <a:pt x="18967" y="0"/>
                    </a:lnTo>
                    <a:lnTo>
                      <a:pt x="317846" y="388701"/>
                    </a:lnTo>
                    <a:lnTo>
                      <a:pt x="324920" y="402827"/>
                    </a:lnTo>
                    <a:lnTo>
                      <a:pt x="315174" y="411088"/>
                    </a:lnTo>
                    <a:lnTo>
                      <a:pt x="337436" y="451478"/>
                    </a:lnTo>
                    <a:lnTo>
                      <a:pt x="333509" y="455475"/>
                    </a:lnTo>
                    <a:lnTo>
                      <a:pt x="296029" y="482885"/>
                    </a:lnTo>
                    <a:lnTo>
                      <a:pt x="277828" y="459252"/>
                    </a:lnTo>
                    <a:lnTo>
                      <a:pt x="314986" y="429601"/>
                    </a:lnTo>
                    <a:lnTo>
                      <a:pt x="304901" y="415980"/>
                    </a:lnTo>
                    <a:lnTo>
                      <a:pt x="307043" y="413473"/>
                    </a:lnTo>
                    <a:lnTo>
                      <a:pt x="308674" y="408503"/>
                    </a:lnTo>
                    <a:lnTo>
                      <a:pt x="308293" y="403287"/>
                    </a:lnTo>
                    <a:lnTo>
                      <a:pt x="305959" y="398607"/>
                    </a:lnTo>
                    <a:lnTo>
                      <a:pt x="0" y="24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7" name="Контур"/>
              <p:cNvSpPr/>
              <p:nvPr/>
            </p:nvSpPr>
            <p:spPr>
              <a:xfrm>
                <a:off x="9676033" y="1820215"/>
                <a:ext cx="114399" cy="140171"/>
              </a:xfrm>
              <a:custGeom>
                <a:avLst/>
                <a:gdLst/>
                <a:ahLst/>
                <a:cxnLst/>
                <a:rect l="l" t="t" r="r" b="b"/>
                <a:pathLst>
                  <a:path w="114399" h="140171">
                    <a:moveTo>
                      <a:pt x="14170" y="0"/>
                    </a:moveTo>
                    <a:lnTo>
                      <a:pt x="114399" y="130151"/>
                    </a:lnTo>
                    <a:lnTo>
                      <a:pt x="110309" y="134916"/>
                    </a:lnTo>
                    <a:lnTo>
                      <a:pt x="103566" y="138227"/>
                    </a:lnTo>
                    <a:lnTo>
                      <a:pt x="95990" y="140063"/>
                    </a:lnTo>
                    <a:lnTo>
                      <a:pt x="88098" y="140171"/>
                    </a:lnTo>
                    <a:lnTo>
                      <a:pt x="80475" y="138542"/>
                    </a:lnTo>
                    <a:lnTo>
                      <a:pt x="73643" y="135415"/>
                    </a:lnTo>
                    <a:lnTo>
                      <a:pt x="68181" y="130540"/>
                    </a:lnTo>
                    <a:lnTo>
                      <a:pt x="0" y="37848"/>
                    </a:lnTo>
                    <a:lnTo>
                      <a:pt x="135" y="25771"/>
                    </a:lnTo>
                    <a:lnTo>
                      <a:pt x="4055" y="13885"/>
                    </a:lnTo>
                    <a:lnTo>
                      <a:pt x="1417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8" name="Контур"/>
              <p:cNvSpPr/>
              <p:nvPr/>
            </p:nvSpPr>
            <p:spPr>
              <a:xfrm>
                <a:off x="10017138" y="8585940"/>
                <a:ext cx="163600" cy="288757"/>
              </a:xfrm>
              <a:custGeom>
                <a:avLst/>
                <a:gdLst/>
                <a:ahLst/>
                <a:cxnLst/>
                <a:rect l="l" t="t" r="r" b="b"/>
                <a:pathLst>
                  <a:path w="163600" h="288757">
                    <a:moveTo>
                      <a:pt x="64647" y="123743"/>
                    </a:moveTo>
                    <a:lnTo>
                      <a:pt x="59395" y="112799"/>
                    </a:lnTo>
                    <a:lnTo>
                      <a:pt x="0" y="7584"/>
                    </a:lnTo>
                    <a:lnTo>
                      <a:pt x="25294" y="0"/>
                    </a:lnTo>
                    <a:lnTo>
                      <a:pt x="163600" y="288757"/>
                    </a:lnTo>
                    <a:lnTo>
                      <a:pt x="154917" y="288757"/>
                    </a:lnTo>
                    <a:lnTo>
                      <a:pt x="82035" y="130470"/>
                    </a:lnTo>
                    <a:lnTo>
                      <a:pt x="79650" y="126914"/>
                    </a:lnTo>
                    <a:lnTo>
                      <a:pt x="76270" y="124284"/>
                    </a:lnTo>
                    <a:lnTo>
                      <a:pt x="72237" y="122844"/>
                    </a:lnTo>
                    <a:lnTo>
                      <a:pt x="67956" y="122739"/>
                    </a:lnTo>
                    <a:lnTo>
                      <a:pt x="64647" y="12374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9" name="Контур"/>
              <p:cNvSpPr/>
              <p:nvPr/>
            </p:nvSpPr>
            <p:spPr>
              <a:xfrm>
                <a:off x="9854707" y="8221503"/>
                <a:ext cx="187725" cy="372021"/>
              </a:xfrm>
              <a:custGeom>
                <a:avLst/>
                <a:gdLst/>
                <a:ahLst/>
                <a:cxnLst/>
                <a:rect l="l" t="t" r="r" b="b"/>
                <a:pathLst>
                  <a:path w="187725" h="372021">
                    <a:moveTo>
                      <a:pt x="142480" y="323704"/>
                    </a:moveTo>
                    <a:lnTo>
                      <a:pt x="153861" y="313713"/>
                    </a:lnTo>
                    <a:lnTo>
                      <a:pt x="153204" y="303401"/>
                    </a:lnTo>
                    <a:lnTo>
                      <a:pt x="127079" y="251680"/>
                    </a:lnTo>
                    <a:lnTo>
                      <a:pt x="119703" y="247782"/>
                    </a:lnTo>
                    <a:lnTo>
                      <a:pt x="108558" y="250380"/>
                    </a:lnTo>
                    <a:lnTo>
                      <a:pt x="0" y="10409"/>
                    </a:lnTo>
                    <a:lnTo>
                      <a:pt x="14934" y="0"/>
                    </a:lnTo>
                    <a:lnTo>
                      <a:pt x="149729" y="273635"/>
                    </a:lnTo>
                    <a:lnTo>
                      <a:pt x="187725" y="364437"/>
                    </a:lnTo>
                    <a:lnTo>
                      <a:pt x="162431" y="372021"/>
                    </a:lnTo>
                    <a:lnTo>
                      <a:pt x="142480" y="32370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0" name="Контур"/>
              <p:cNvSpPr/>
              <p:nvPr/>
            </p:nvSpPr>
            <p:spPr>
              <a:xfrm>
                <a:off x="10144845" y="2238862"/>
                <a:ext cx="149996" cy="342670"/>
              </a:xfrm>
              <a:custGeom>
                <a:avLst/>
                <a:gdLst/>
                <a:ahLst/>
                <a:cxnLst/>
                <a:rect l="l" t="t" r="r" b="b"/>
                <a:pathLst>
                  <a:path w="149996" h="342670">
                    <a:moveTo>
                      <a:pt x="149797" y="290878"/>
                    </a:moveTo>
                    <a:lnTo>
                      <a:pt x="143719" y="295515"/>
                    </a:lnTo>
                    <a:lnTo>
                      <a:pt x="149846" y="303540"/>
                    </a:lnTo>
                    <a:lnTo>
                      <a:pt x="149996" y="342670"/>
                    </a:lnTo>
                    <a:lnTo>
                      <a:pt x="144550" y="340155"/>
                    </a:lnTo>
                    <a:lnTo>
                      <a:pt x="130849" y="324360"/>
                    </a:lnTo>
                    <a:lnTo>
                      <a:pt x="118600" y="308717"/>
                    </a:lnTo>
                    <a:lnTo>
                      <a:pt x="23439" y="186879"/>
                    </a:lnTo>
                    <a:lnTo>
                      <a:pt x="40507" y="173511"/>
                    </a:lnTo>
                    <a:lnTo>
                      <a:pt x="23853" y="152248"/>
                    </a:lnTo>
                    <a:lnTo>
                      <a:pt x="6815" y="165593"/>
                    </a:lnTo>
                    <a:lnTo>
                      <a:pt x="6447" y="165121"/>
                    </a:lnTo>
                    <a:lnTo>
                      <a:pt x="0" y="149516"/>
                    </a:lnTo>
                    <a:lnTo>
                      <a:pt x="12751" y="102717"/>
                    </a:lnTo>
                    <a:lnTo>
                      <a:pt x="59714" y="61555"/>
                    </a:lnTo>
                    <a:lnTo>
                      <a:pt x="140578" y="0"/>
                    </a:lnTo>
                    <a:lnTo>
                      <a:pt x="148714" y="9667"/>
                    </a:lnTo>
                    <a:lnTo>
                      <a:pt x="149797" y="29087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1" name="Контур"/>
              <p:cNvSpPr/>
              <p:nvPr/>
            </p:nvSpPr>
            <p:spPr>
              <a:xfrm>
                <a:off x="10151660" y="2391110"/>
                <a:ext cx="33692" cy="34626"/>
              </a:xfrm>
              <a:custGeom>
                <a:avLst/>
                <a:gdLst/>
                <a:ahLst/>
                <a:cxnLst/>
                <a:rect l="l" t="t" r="r" b="b"/>
                <a:pathLst>
                  <a:path w="33692" h="34626">
                    <a:moveTo>
                      <a:pt x="16622" y="34626"/>
                    </a:moveTo>
                    <a:lnTo>
                      <a:pt x="0" y="13345"/>
                    </a:lnTo>
                    <a:lnTo>
                      <a:pt x="17038" y="0"/>
                    </a:lnTo>
                    <a:lnTo>
                      <a:pt x="33692" y="21263"/>
                    </a:lnTo>
                    <a:lnTo>
                      <a:pt x="16622" y="3462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2" name="Контур"/>
              <p:cNvSpPr/>
              <p:nvPr/>
            </p:nvSpPr>
            <p:spPr>
              <a:xfrm>
                <a:off x="9854413" y="4800510"/>
                <a:ext cx="92882" cy="60695"/>
              </a:xfrm>
              <a:custGeom>
                <a:avLst/>
                <a:gdLst/>
                <a:ahLst/>
                <a:cxnLst/>
                <a:rect l="l" t="t" r="r" b="b"/>
                <a:pathLst>
                  <a:path w="92882" h="60695">
                    <a:moveTo>
                      <a:pt x="82790" y="0"/>
                    </a:moveTo>
                    <a:lnTo>
                      <a:pt x="92882" y="24652"/>
                    </a:lnTo>
                    <a:lnTo>
                      <a:pt x="10878" y="60695"/>
                    </a:lnTo>
                    <a:lnTo>
                      <a:pt x="0" y="39454"/>
                    </a:lnTo>
                    <a:lnTo>
                      <a:pt x="8279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3" name="Контур"/>
              <p:cNvSpPr/>
              <p:nvPr/>
            </p:nvSpPr>
            <p:spPr>
              <a:xfrm>
                <a:off x="9919785" y="4733546"/>
                <a:ext cx="235404" cy="250437"/>
              </a:xfrm>
              <a:custGeom>
                <a:avLst/>
                <a:gdLst/>
                <a:ahLst/>
                <a:cxnLst/>
                <a:rect l="l" t="t" r="r" b="b"/>
                <a:pathLst>
                  <a:path w="235404" h="250437">
                    <a:moveTo>
                      <a:pt x="188057" y="136149"/>
                    </a:moveTo>
                    <a:lnTo>
                      <a:pt x="194168" y="132968"/>
                    </a:lnTo>
                    <a:lnTo>
                      <a:pt x="140299" y="31495"/>
                    </a:lnTo>
                    <a:lnTo>
                      <a:pt x="40355" y="82287"/>
                    </a:lnTo>
                    <a:lnTo>
                      <a:pt x="30735" y="59790"/>
                    </a:lnTo>
                    <a:lnTo>
                      <a:pt x="159511" y="0"/>
                    </a:lnTo>
                    <a:lnTo>
                      <a:pt x="235404" y="132369"/>
                    </a:lnTo>
                    <a:lnTo>
                      <a:pt x="7701" y="250437"/>
                    </a:lnTo>
                    <a:lnTo>
                      <a:pt x="0" y="237152"/>
                    </a:lnTo>
                    <a:lnTo>
                      <a:pt x="52035" y="212028"/>
                    </a:lnTo>
                    <a:lnTo>
                      <a:pt x="59110" y="202909"/>
                    </a:lnTo>
                    <a:lnTo>
                      <a:pt x="84880" y="189755"/>
                    </a:lnTo>
                    <a:lnTo>
                      <a:pt x="94781" y="189101"/>
                    </a:lnTo>
                    <a:lnTo>
                      <a:pt x="180928" y="146454"/>
                    </a:lnTo>
                    <a:lnTo>
                      <a:pt x="188057" y="1361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4" name="Контур"/>
              <p:cNvSpPr/>
              <p:nvPr/>
            </p:nvSpPr>
            <p:spPr>
              <a:xfrm>
                <a:off x="9766608" y="3083642"/>
                <a:ext cx="529392" cy="503244"/>
              </a:xfrm>
              <a:custGeom>
                <a:avLst/>
                <a:gdLst/>
                <a:ahLst/>
                <a:cxnLst/>
                <a:rect l="l" t="t" r="r" b="b"/>
                <a:pathLst>
                  <a:path w="529392" h="503244">
                    <a:moveTo>
                      <a:pt x="0" y="475554"/>
                    </a:moveTo>
                    <a:lnTo>
                      <a:pt x="142753" y="343381"/>
                    </a:lnTo>
                    <a:lnTo>
                      <a:pt x="169914" y="313299"/>
                    </a:lnTo>
                    <a:lnTo>
                      <a:pt x="225901" y="234482"/>
                    </a:lnTo>
                    <a:lnTo>
                      <a:pt x="269592" y="201529"/>
                    </a:lnTo>
                    <a:lnTo>
                      <a:pt x="529392" y="0"/>
                    </a:lnTo>
                    <a:lnTo>
                      <a:pt x="529392" y="111739"/>
                    </a:lnTo>
                    <a:lnTo>
                      <a:pt x="465976" y="161159"/>
                    </a:lnTo>
                    <a:lnTo>
                      <a:pt x="319888" y="268277"/>
                    </a:lnTo>
                    <a:lnTo>
                      <a:pt x="81802" y="450662"/>
                    </a:lnTo>
                    <a:lnTo>
                      <a:pt x="16671" y="5032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5" name="Контур"/>
              <p:cNvSpPr/>
              <p:nvPr/>
            </p:nvSpPr>
            <p:spPr>
              <a:xfrm>
                <a:off x="9722914" y="3261716"/>
                <a:ext cx="242070" cy="285882"/>
              </a:xfrm>
              <a:custGeom>
                <a:avLst/>
                <a:gdLst/>
                <a:ahLst/>
                <a:cxnLst/>
                <a:rect l="l" t="t" r="r" b="b"/>
                <a:pathLst>
                  <a:path w="242070" h="285882">
                    <a:moveTo>
                      <a:pt x="219085" y="0"/>
                    </a:moveTo>
                    <a:lnTo>
                      <a:pt x="238946" y="22600"/>
                    </a:lnTo>
                    <a:lnTo>
                      <a:pt x="242070" y="38792"/>
                    </a:lnTo>
                    <a:lnTo>
                      <a:pt x="236835" y="51665"/>
                    </a:lnTo>
                    <a:lnTo>
                      <a:pt x="189036" y="121919"/>
                    </a:lnTo>
                    <a:lnTo>
                      <a:pt x="156375" y="159970"/>
                    </a:lnTo>
                    <a:lnTo>
                      <a:pt x="100312" y="213781"/>
                    </a:lnTo>
                    <a:lnTo>
                      <a:pt x="20749" y="285882"/>
                    </a:lnTo>
                    <a:lnTo>
                      <a:pt x="0" y="258930"/>
                    </a:lnTo>
                    <a:lnTo>
                      <a:pt x="181242" y="119633"/>
                    </a:lnTo>
                    <a:lnTo>
                      <a:pt x="216343" y="528"/>
                    </a:lnTo>
                    <a:lnTo>
                      <a:pt x="21908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6" name="Контур"/>
              <p:cNvSpPr/>
              <p:nvPr/>
            </p:nvSpPr>
            <p:spPr>
              <a:xfrm>
                <a:off x="10149694" y="10147319"/>
                <a:ext cx="103210" cy="23219"/>
              </a:xfrm>
              <a:custGeom>
                <a:avLst/>
                <a:gdLst/>
                <a:ahLst/>
                <a:cxnLst/>
                <a:rect l="l" t="t" r="r" b="b"/>
                <a:pathLst>
                  <a:path w="103210" h="23219">
                    <a:moveTo>
                      <a:pt x="0" y="23219"/>
                    </a:moveTo>
                    <a:lnTo>
                      <a:pt x="38125" y="5370"/>
                    </a:lnTo>
                    <a:lnTo>
                      <a:pt x="72019" y="0"/>
                    </a:lnTo>
                    <a:lnTo>
                      <a:pt x="93393" y="6324"/>
                    </a:lnTo>
                    <a:lnTo>
                      <a:pt x="103210" y="22822"/>
                    </a:lnTo>
                    <a:lnTo>
                      <a:pt x="0" y="2321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7" name="Контур"/>
              <p:cNvSpPr/>
              <p:nvPr/>
            </p:nvSpPr>
            <p:spPr>
              <a:xfrm>
                <a:off x="10081533" y="9506544"/>
                <a:ext cx="214467" cy="134130"/>
              </a:xfrm>
              <a:custGeom>
                <a:avLst/>
                <a:gdLst/>
                <a:ahLst/>
                <a:cxnLst/>
                <a:rect l="l" t="t" r="r" b="b"/>
                <a:pathLst>
                  <a:path w="214467" h="134130">
                    <a:moveTo>
                      <a:pt x="214467" y="0"/>
                    </a:moveTo>
                    <a:lnTo>
                      <a:pt x="214467" y="72751"/>
                    </a:lnTo>
                    <a:lnTo>
                      <a:pt x="79526" y="134130"/>
                    </a:lnTo>
                    <a:lnTo>
                      <a:pt x="37449" y="131726"/>
                    </a:lnTo>
                    <a:lnTo>
                      <a:pt x="0" y="108358"/>
                    </a:lnTo>
                    <a:lnTo>
                      <a:pt x="14979" y="9290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8" name="Контур"/>
              <p:cNvSpPr/>
              <p:nvPr/>
            </p:nvSpPr>
            <p:spPr>
              <a:xfrm>
                <a:off x="9764380" y="9224455"/>
                <a:ext cx="118581" cy="232386"/>
              </a:xfrm>
              <a:custGeom>
                <a:avLst/>
                <a:gdLst/>
                <a:ahLst/>
                <a:cxnLst/>
                <a:rect l="l" t="t" r="r" b="b"/>
                <a:pathLst>
                  <a:path w="118581" h="232386">
                    <a:moveTo>
                      <a:pt x="84764" y="232386"/>
                    </a:moveTo>
                    <a:lnTo>
                      <a:pt x="59520" y="162315"/>
                    </a:lnTo>
                    <a:lnTo>
                      <a:pt x="5214" y="44586"/>
                    </a:lnTo>
                    <a:lnTo>
                      <a:pt x="0" y="17652"/>
                    </a:lnTo>
                    <a:lnTo>
                      <a:pt x="2340" y="9900"/>
                    </a:lnTo>
                    <a:lnTo>
                      <a:pt x="7900" y="3464"/>
                    </a:lnTo>
                    <a:lnTo>
                      <a:pt x="14874" y="0"/>
                    </a:lnTo>
                    <a:lnTo>
                      <a:pt x="19805" y="2873"/>
                    </a:lnTo>
                    <a:lnTo>
                      <a:pt x="118581" y="211725"/>
                    </a:lnTo>
                    <a:lnTo>
                      <a:pt x="84764" y="2323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9" name="Контур"/>
              <p:cNvSpPr/>
              <p:nvPr/>
            </p:nvSpPr>
            <p:spPr>
              <a:xfrm>
                <a:off x="9784185" y="9227328"/>
                <a:ext cx="146913" cy="301621"/>
              </a:xfrm>
              <a:custGeom>
                <a:avLst/>
                <a:gdLst/>
                <a:ahLst/>
                <a:cxnLst/>
                <a:rect l="l" t="t" r="r" b="b"/>
                <a:pathLst>
                  <a:path w="146913" h="301621">
                    <a:moveTo>
                      <a:pt x="134581" y="301621"/>
                    </a:moveTo>
                    <a:lnTo>
                      <a:pt x="112120" y="253229"/>
                    </a:lnTo>
                    <a:lnTo>
                      <a:pt x="109014" y="248976"/>
                    </a:lnTo>
                    <a:lnTo>
                      <a:pt x="104515" y="246235"/>
                    </a:lnTo>
                    <a:lnTo>
                      <a:pt x="99311" y="245424"/>
                    </a:lnTo>
                    <a:lnTo>
                      <a:pt x="94191" y="246667"/>
                    </a:lnTo>
                    <a:lnTo>
                      <a:pt x="58317" y="263318"/>
                    </a:lnTo>
                    <a:lnTo>
                      <a:pt x="64959" y="229513"/>
                    </a:lnTo>
                    <a:lnTo>
                      <a:pt x="98776" y="208852"/>
                    </a:lnTo>
                    <a:lnTo>
                      <a:pt x="0" y="0"/>
                    </a:lnTo>
                    <a:lnTo>
                      <a:pt x="8803" y="5128"/>
                    </a:lnTo>
                    <a:lnTo>
                      <a:pt x="20224" y="24559"/>
                    </a:lnTo>
                    <a:lnTo>
                      <a:pt x="117963" y="236067"/>
                    </a:lnTo>
                    <a:lnTo>
                      <a:pt x="133113" y="267329"/>
                    </a:lnTo>
                    <a:lnTo>
                      <a:pt x="146913" y="295806"/>
                    </a:lnTo>
                    <a:lnTo>
                      <a:pt x="138773" y="299645"/>
                    </a:lnTo>
                    <a:lnTo>
                      <a:pt x="134581" y="30162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0" name="Контур"/>
              <p:cNvSpPr/>
              <p:nvPr/>
            </p:nvSpPr>
            <p:spPr>
              <a:xfrm>
                <a:off x="10172055" y="8874697"/>
                <a:ext cx="107768" cy="217154"/>
              </a:xfrm>
              <a:custGeom>
                <a:avLst/>
                <a:gdLst/>
                <a:ahLst/>
                <a:cxnLst/>
                <a:rect l="l" t="t" r="r" b="b"/>
                <a:pathLst>
                  <a:path w="107768" h="217154">
                    <a:moveTo>
                      <a:pt x="98908" y="217154"/>
                    </a:moveTo>
                    <a:lnTo>
                      <a:pt x="84537" y="183609"/>
                    </a:lnTo>
                    <a:lnTo>
                      <a:pt x="84429" y="183438"/>
                    </a:lnTo>
                    <a:lnTo>
                      <a:pt x="84391" y="183280"/>
                    </a:lnTo>
                    <a:lnTo>
                      <a:pt x="0" y="0"/>
                    </a:lnTo>
                    <a:lnTo>
                      <a:pt x="8683" y="0"/>
                    </a:lnTo>
                    <a:lnTo>
                      <a:pt x="57238" y="94612"/>
                    </a:lnTo>
                    <a:lnTo>
                      <a:pt x="56457" y="95945"/>
                    </a:lnTo>
                    <a:lnTo>
                      <a:pt x="55725" y="101118"/>
                    </a:lnTo>
                    <a:lnTo>
                      <a:pt x="57013" y="106180"/>
                    </a:lnTo>
                    <a:lnTo>
                      <a:pt x="107768" y="212980"/>
                    </a:lnTo>
                    <a:lnTo>
                      <a:pt x="98908" y="21715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1" name="Контур"/>
              <p:cNvSpPr/>
              <p:nvPr/>
            </p:nvSpPr>
            <p:spPr>
              <a:xfrm>
                <a:off x="10068653" y="9437725"/>
                <a:ext cx="227347" cy="146329"/>
              </a:xfrm>
              <a:custGeom>
                <a:avLst/>
                <a:gdLst/>
                <a:ahLst/>
                <a:cxnLst/>
                <a:rect l="l" t="t" r="r" b="b"/>
                <a:pathLst>
                  <a:path w="227347" h="146329">
                    <a:moveTo>
                      <a:pt x="227347" y="45918"/>
                    </a:moveTo>
                    <a:lnTo>
                      <a:pt x="16761" y="146329"/>
                    </a:lnTo>
                    <a:lnTo>
                      <a:pt x="0" y="109598"/>
                    </a:lnTo>
                    <a:lnTo>
                      <a:pt x="15411" y="102347"/>
                    </a:lnTo>
                    <a:lnTo>
                      <a:pt x="15155" y="101803"/>
                    </a:lnTo>
                    <a:lnTo>
                      <a:pt x="92397" y="64870"/>
                    </a:lnTo>
                    <a:lnTo>
                      <a:pt x="22734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2" name="Контур"/>
              <p:cNvSpPr/>
              <p:nvPr/>
            </p:nvSpPr>
            <p:spPr>
              <a:xfrm>
                <a:off x="9864662" y="9093671"/>
                <a:ext cx="391291" cy="258581"/>
              </a:xfrm>
              <a:custGeom>
                <a:avLst/>
                <a:gdLst/>
                <a:ahLst/>
                <a:cxnLst/>
                <a:rect l="l" t="t" r="r" b="b"/>
                <a:pathLst>
                  <a:path w="391291" h="258581">
                    <a:moveTo>
                      <a:pt x="366523" y="81775"/>
                    </a:moveTo>
                    <a:lnTo>
                      <a:pt x="391291" y="133221"/>
                    </a:lnTo>
                    <a:lnTo>
                      <a:pt x="244403" y="199385"/>
                    </a:lnTo>
                    <a:lnTo>
                      <a:pt x="210715" y="214637"/>
                    </a:lnTo>
                    <a:lnTo>
                      <a:pt x="113651" y="258581"/>
                    </a:lnTo>
                    <a:lnTo>
                      <a:pt x="0" y="9939"/>
                    </a:lnTo>
                    <a:lnTo>
                      <a:pt x="11708" y="0"/>
                    </a:lnTo>
                    <a:lnTo>
                      <a:pt x="109277" y="195897"/>
                    </a:lnTo>
                    <a:lnTo>
                      <a:pt x="246107" y="135196"/>
                    </a:lnTo>
                    <a:lnTo>
                      <a:pt x="366523" y="8177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3" name="Контур"/>
              <p:cNvSpPr/>
              <p:nvPr/>
            </p:nvSpPr>
            <p:spPr>
              <a:xfrm>
                <a:off x="10180738" y="8874697"/>
                <a:ext cx="66209" cy="94612"/>
              </a:xfrm>
              <a:custGeom>
                <a:avLst/>
                <a:gdLst/>
                <a:ahLst/>
                <a:cxnLst/>
                <a:rect l="l" t="t" r="r" b="b"/>
                <a:pathLst>
                  <a:path w="66209" h="94612">
                    <a:moveTo>
                      <a:pt x="48555" y="94612"/>
                    </a:moveTo>
                    <a:lnTo>
                      <a:pt x="0" y="0"/>
                    </a:lnTo>
                    <a:lnTo>
                      <a:pt x="29895" y="0"/>
                    </a:lnTo>
                    <a:lnTo>
                      <a:pt x="66209" y="82549"/>
                    </a:lnTo>
                    <a:lnTo>
                      <a:pt x="54569" y="88270"/>
                    </a:lnTo>
                    <a:lnTo>
                      <a:pt x="50414" y="91437"/>
                    </a:lnTo>
                    <a:lnTo>
                      <a:pt x="48555" y="9461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4" name="Контур"/>
              <p:cNvSpPr/>
              <p:nvPr/>
            </p:nvSpPr>
            <p:spPr>
              <a:xfrm>
                <a:off x="9374520" y="3598562"/>
                <a:ext cx="370657" cy="280844"/>
              </a:xfrm>
              <a:custGeom>
                <a:avLst/>
                <a:gdLst/>
                <a:ahLst/>
                <a:cxnLst/>
                <a:rect l="l" t="t" r="r" b="b"/>
                <a:pathLst>
                  <a:path w="370657" h="280844">
                    <a:moveTo>
                      <a:pt x="370657" y="17164"/>
                    </a:moveTo>
                    <a:lnTo>
                      <a:pt x="28795" y="279074"/>
                    </a:lnTo>
                    <a:lnTo>
                      <a:pt x="20100" y="280844"/>
                    </a:lnTo>
                    <a:lnTo>
                      <a:pt x="16137" y="280382"/>
                    </a:lnTo>
                    <a:lnTo>
                      <a:pt x="3630" y="271323"/>
                    </a:lnTo>
                    <a:lnTo>
                      <a:pt x="0" y="269463"/>
                    </a:lnTo>
                    <a:lnTo>
                      <a:pt x="218703" y="93521"/>
                    </a:lnTo>
                    <a:lnTo>
                      <a:pt x="357007" y="0"/>
                    </a:lnTo>
                    <a:lnTo>
                      <a:pt x="370657" y="1716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5" name="Контур"/>
              <p:cNvSpPr/>
              <p:nvPr/>
            </p:nvSpPr>
            <p:spPr>
              <a:xfrm>
                <a:off x="9323621" y="3547170"/>
                <a:ext cx="390292" cy="303569"/>
              </a:xfrm>
              <a:custGeom>
                <a:avLst/>
                <a:gdLst/>
                <a:ahLst/>
                <a:cxnLst/>
                <a:rect l="l" t="t" r="r" b="b"/>
                <a:pathLst>
                  <a:path w="390292" h="303569">
                    <a:moveTo>
                      <a:pt x="122817" y="187238"/>
                    </a:moveTo>
                    <a:lnTo>
                      <a:pt x="364782" y="0"/>
                    </a:lnTo>
                    <a:lnTo>
                      <a:pt x="390292" y="29762"/>
                    </a:lnTo>
                    <a:lnTo>
                      <a:pt x="248267" y="126339"/>
                    </a:lnTo>
                    <a:lnTo>
                      <a:pt x="27976" y="303569"/>
                    </a:lnTo>
                    <a:lnTo>
                      <a:pt x="0" y="286528"/>
                    </a:lnTo>
                    <a:lnTo>
                      <a:pt x="55369" y="239196"/>
                    </a:lnTo>
                    <a:lnTo>
                      <a:pt x="58815" y="236783"/>
                    </a:lnTo>
                    <a:lnTo>
                      <a:pt x="59377" y="237489"/>
                    </a:lnTo>
                    <a:lnTo>
                      <a:pt x="62491" y="240342"/>
                    </a:lnTo>
                    <a:lnTo>
                      <a:pt x="66335" y="242093"/>
                    </a:lnTo>
                    <a:lnTo>
                      <a:pt x="70532" y="242570"/>
                    </a:lnTo>
                    <a:lnTo>
                      <a:pt x="74671" y="241728"/>
                    </a:lnTo>
                    <a:lnTo>
                      <a:pt x="78348" y="239647"/>
                    </a:lnTo>
                    <a:lnTo>
                      <a:pt x="120574" y="206041"/>
                    </a:lnTo>
                    <a:lnTo>
                      <a:pt x="123977" y="202021"/>
                    </a:lnTo>
                    <a:lnTo>
                      <a:pt x="125581" y="197004"/>
                    </a:lnTo>
                    <a:lnTo>
                      <a:pt x="125144" y="191754"/>
                    </a:lnTo>
                    <a:lnTo>
                      <a:pt x="122817" y="18723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6" name="Контур"/>
              <p:cNvSpPr/>
              <p:nvPr/>
            </p:nvSpPr>
            <p:spPr>
              <a:xfrm>
                <a:off x="9279975" y="3648819"/>
                <a:ext cx="102461" cy="137547"/>
              </a:xfrm>
              <a:custGeom>
                <a:avLst/>
                <a:gdLst/>
                <a:ahLst/>
                <a:cxnLst/>
                <a:rect l="l" t="t" r="r" b="b"/>
                <a:pathLst>
                  <a:path w="102461" h="137547">
                    <a:moveTo>
                      <a:pt x="43623" y="48128"/>
                    </a:moveTo>
                    <a:lnTo>
                      <a:pt x="42094" y="52907"/>
                    </a:lnTo>
                    <a:lnTo>
                      <a:pt x="42531" y="58155"/>
                    </a:lnTo>
                    <a:lnTo>
                      <a:pt x="44943" y="62838"/>
                    </a:lnTo>
                    <a:lnTo>
                      <a:pt x="102461" y="135134"/>
                    </a:lnTo>
                    <a:lnTo>
                      <a:pt x="99015" y="137547"/>
                    </a:lnTo>
                    <a:lnTo>
                      <a:pt x="26775" y="42120"/>
                    </a:lnTo>
                    <a:lnTo>
                      <a:pt x="0" y="6751"/>
                    </a:lnTo>
                    <a:lnTo>
                      <a:pt x="2079" y="5216"/>
                    </a:lnTo>
                    <a:lnTo>
                      <a:pt x="5623" y="1319"/>
                    </a:lnTo>
                    <a:lnTo>
                      <a:pt x="6097" y="0"/>
                    </a:lnTo>
                    <a:lnTo>
                      <a:pt x="43623" y="4812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7" name="Контур"/>
              <p:cNvSpPr/>
              <p:nvPr/>
            </p:nvSpPr>
            <p:spPr>
              <a:xfrm>
                <a:off x="9158135" y="3461569"/>
                <a:ext cx="253720" cy="145738"/>
              </a:xfrm>
              <a:custGeom>
                <a:avLst/>
                <a:gdLst/>
                <a:ahLst/>
                <a:cxnLst/>
                <a:rect l="l" t="t" r="r" b="b"/>
                <a:pathLst>
                  <a:path w="253720" h="145738">
                    <a:moveTo>
                      <a:pt x="225178" y="126511"/>
                    </a:moveTo>
                    <a:lnTo>
                      <a:pt x="197101" y="90506"/>
                    </a:lnTo>
                    <a:lnTo>
                      <a:pt x="193114" y="87064"/>
                    </a:lnTo>
                    <a:lnTo>
                      <a:pt x="188114" y="85411"/>
                    </a:lnTo>
                    <a:lnTo>
                      <a:pt x="182860" y="85796"/>
                    </a:lnTo>
                    <a:lnTo>
                      <a:pt x="178154" y="88162"/>
                    </a:lnTo>
                    <a:lnTo>
                      <a:pt x="109520" y="141676"/>
                    </a:lnTo>
                    <a:lnTo>
                      <a:pt x="106637" y="144762"/>
                    </a:lnTo>
                    <a:lnTo>
                      <a:pt x="106180" y="145738"/>
                    </a:lnTo>
                    <a:lnTo>
                      <a:pt x="0" y="2014"/>
                    </a:lnTo>
                    <a:lnTo>
                      <a:pt x="2664" y="0"/>
                    </a:lnTo>
                    <a:lnTo>
                      <a:pt x="92126" y="118180"/>
                    </a:lnTo>
                    <a:lnTo>
                      <a:pt x="178983" y="53527"/>
                    </a:lnTo>
                    <a:lnTo>
                      <a:pt x="200955" y="36593"/>
                    </a:lnTo>
                    <a:lnTo>
                      <a:pt x="253720" y="105154"/>
                    </a:lnTo>
                    <a:lnTo>
                      <a:pt x="226679" y="124995"/>
                    </a:lnTo>
                    <a:lnTo>
                      <a:pt x="225178" y="12651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8" name="Контур"/>
              <p:cNvSpPr/>
              <p:nvPr/>
            </p:nvSpPr>
            <p:spPr>
              <a:xfrm>
                <a:off x="9097729" y="3163972"/>
                <a:ext cx="29631" cy="34863"/>
              </a:xfrm>
              <a:custGeom>
                <a:avLst/>
                <a:gdLst/>
                <a:ahLst/>
                <a:cxnLst/>
                <a:rect l="l" t="t" r="r" b="b"/>
                <a:pathLst>
                  <a:path w="29631" h="34863">
                    <a:moveTo>
                      <a:pt x="19391" y="34863"/>
                    </a:moveTo>
                    <a:lnTo>
                      <a:pt x="0" y="3197"/>
                    </a:lnTo>
                    <a:lnTo>
                      <a:pt x="4167" y="0"/>
                    </a:lnTo>
                    <a:lnTo>
                      <a:pt x="29631" y="33087"/>
                    </a:lnTo>
                    <a:lnTo>
                      <a:pt x="28550" y="32707"/>
                    </a:lnTo>
                    <a:lnTo>
                      <a:pt x="23290" y="32993"/>
                    </a:lnTo>
                    <a:lnTo>
                      <a:pt x="19391" y="348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9" name="Контур"/>
              <p:cNvSpPr/>
              <p:nvPr/>
            </p:nvSpPr>
            <p:spPr>
              <a:xfrm>
                <a:off x="9169899" y="3262146"/>
                <a:ext cx="35243" cy="47090"/>
              </a:xfrm>
              <a:custGeom>
                <a:avLst/>
                <a:gdLst/>
                <a:ahLst/>
                <a:cxnLst/>
                <a:rect l="l" t="t" r="r" b="b"/>
                <a:pathLst>
                  <a:path w="35243" h="47090">
                    <a:moveTo>
                      <a:pt x="0" y="13312"/>
                    </a:moveTo>
                    <a:lnTo>
                      <a:pt x="2260" y="11618"/>
                    </a:lnTo>
                    <a:lnTo>
                      <a:pt x="5201" y="8586"/>
                    </a:lnTo>
                    <a:lnTo>
                      <a:pt x="7062" y="4794"/>
                    </a:lnTo>
                    <a:lnTo>
                      <a:pt x="7659" y="613"/>
                    </a:lnTo>
                    <a:lnTo>
                      <a:pt x="7552" y="0"/>
                    </a:lnTo>
                    <a:lnTo>
                      <a:pt x="35243" y="35981"/>
                    </a:lnTo>
                    <a:lnTo>
                      <a:pt x="20884" y="47090"/>
                    </a:lnTo>
                    <a:lnTo>
                      <a:pt x="0" y="1331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0" name="Контур"/>
              <p:cNvSpPr/>
              <p:nvPr/>
            </p:nvSpPr>
            <p:spPr>
              <a:xfrm>
                <a:off x="9201469" y="3314157"/>
                <a:ext cx="157621" cy="200939"/>
              </a:xfrm>
              <a:custGeom>
                <a:avLst/>
                <a:gdLst/>
                <a:ahLst/>
                <a:cxnLst/>
                <a:rect l="l" t="t" r="r" b="b"/>
                <a:pathLst>
                  <a:path w="157621" h="200939">
                    <a:moveTo>
                      <a:pt x="157621" y="184005"/>
                    </a:moveTo>
                    <a:lnTo>
                      <a:pt x="135649" y="200939"/>
                    </a:lnTo>
                    <a:lnTo>
                      <a:pt x="36678" y="71687"/>
                    </a:lnTo>
                    <a:lnTo>
                      <a:pt x="0" y="12363"/>
                    </a:lnTo>
                    <a:lnTo>
                      <a:pt x="16010" y="0"/>
                    </a:lnTo>
                    <a:lnTo>
                      <a:pt x="157621" y="18400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1" name="Контур"/>
              <p:cNvSpPr/>
              <p:nvPr/>
            </p:nvSpPr>
            <p:spPr>
              <a:xfrm>
                <a:off x="9392484" y="2039138"/>
                <a:ext cx="60332" cy="34244"/>
              </a:xfrm>
              <a:custGeom>
                <a:avLst/>
                <a:gdLst/>
                <a:ahLst/>
                <a:cxnLst/>
                <a:rect l="l" t="t" r="r" b="b"/>
                <a:pathLst>
                  <a:path w="60332" h="34244">
                    <a:moveTo>
                      <a:pt x="60332" y="13481"/>
                    </a:moveTo>
                    <a:lnTo>
                      <a:pt x="37573" y="34244"/>
                    </a:lnTo>
                    <a:lnTo>
                      <a:pt x="0" y="0"/>
                    </a:lnTo>
                    <a:lnTo>
                      <a:pt x="60332" y="1348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2" name="Контур"/>
              <p:cNvSpPr/>
              <p:nvPr/>
            </p:nvSpPr>
            <p:spPr>
              <a:xfrm>
                <a:off x="8936333" y="1584000"/>
                <a:ext cx="67938" cy="45458"/>
              </a:xfrm>
              <a:custGeom>
                <a:avLst/>
                <a:gdLst/>
                <a:ahLst/>
                <a:cxnLst/>
                <a:rect l="l" t="t" r="r" b="b"/>
                <a:pathLst>
                  <a:path w="67938" h="45458">
                    <a:moveTo>
                      <a:pt x="50249" y="0"/>
                    </a:moveTo>
                    <a:lnTo>
                      <a:pt x="67938" y="0"/>
                    </a:lnTo>
                    <a:lnTo>
                      <a:pt x="971" y="45458"/>
                    </a:lnTo>
                    <a:lnTo>
                      <a:pt x="0" y="3533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3" name="Контур"/>
              <p:cNvSpPr/>
              <p:nvPr/>
            </p:nvSpPr>
            <p:spPr>
              <a:xfrm>
                <a:off x="9394240" y="7312189"/>
                <a:ext cx="816393" cy="1562508"/>
              </a:xfrm>
              <a:custGeom>
                <a:avLst/>
                <a:gdLst/>
                <a:ahLst/>
                <a:cxnLst/>
                <a:rect l="l" t="t" r="r" b="b"/>
                <a:pathLst>
                  <a:path w="816393" h="1562508">
                    <a:moveTo>
                      <a:pt x="786498" y="1562508"/>
                    </a:moveTo>
                    <a:lnTo>
                      <a:pt x="648192" y="1273751"/>
                    </a:lnTo>
                    <a:lnTo>
                      <a:pt x="610196" y="1182949"/>
                    </a:lnTo>
                    <a:lnTo>
                      <a:pt x="396266" y="745433"/>
                    </a:lnTo>
                    <a:lnTo>
                      <a:pt x="219132" y="365865"/>
                    </a:lnTo>
                    <a:lnTo>
                      <a:pt x="195673" y="327213"/>
                    </a:lnTo>
                    <a:lnTo>
                      <a:pt x="148181" y="321874"/>
                    </a:lnTo>
                    <a:lnTo>
                      <a:pt x="134334" y="331148"/>
                    </a:lnTo>
                    <a:lnTo>
                      <a:pt x="11144" y="64059"/>
                    </a:lnTo>
                    <a:lnTo>
                      <a:pt x="0" y="38306"/>
                    </a:lnTo>
                    <a:lnTo>
                      <a:pt x="76044" y="0"/>
                    </a:lnTo>
                    <a:lnTo>
                      <a:pt x="500794" y="861962"/>
                    </a:lnTo>
                    <a:lnTo>
                      <a:pt x="539345" y="959866"/>
                    </a:lnTo>
                    <a:lnTo>
                      <a:pt x="816393" y="1562508"/>
                    </a:lnTo>
                    <a:lnTo>
                      <a:pt x="786498" y="156250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4" name="Контур"/>
              <p:cNvSpPr/>
              <p:nvPr/>
            </p:nvSpPr>
            <p:spPr>
              <a:xfrm>
                <a:off x="9055231" y="7350495"/>
                <a:ext cx="350153" cy="185820"/>
              </a:xfrm>
              <a:custGeom>
                <a:avLst/>
                <a:gdLst/>
                <a:ahLst/>
                <a:cxnLst/>
                <a:rect l="l" t="t" r="r" b="b"/>
                <a:pathLst>
                  <a:path w="350153" h="185820">
                    <a:moveTo>
                      <a:pt x="350153" y="25753"/>
                    </a:moveTo>
                    <a:lnTo>
                      <a:pt x="3380" y="185820"/>
                    </a:lnTo>
                    <a:lnTo>
                      <a:pt x="0" y="175262"/>
                    </a:lnTo>
                    <a:lnTo>
                      <a:pt x="37872" y="153997"/>
                    </a:lnTo>
                    <a:lnTo>
                      <a:pt x="242838" y="48463"/>
                    </a:lnTo>
                    <a:lnTo>
                      <a:pt x="289197" y="24586"/>
                    </a:lnTo>
                    <a:lnTo>
                      <a:pt x="324702" y="7207"/>
                    </a:lnTo>
                    <a:lnTo>
                      <a:pt x="339009" y="0"/>
                    </a:lnTo>
                    <a:lnTo>
                      <a:pt x="350153" y="257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5" name="Контур"/>
              <p:cNvSpPr/>
              <p:nvPr/>
            </p:nvSpPr>
            <p:spPr>
              <a:xfrm>
                <a:off x="9630755" y="6966747"/>
                <a:ext cx="263568" cy="239341"/>
              </a:xfrm>
              <a:custGeom>
                <a:avLst/>
                <a:gdLst/>
                <a:ahLst/>
                <a:cxnLst/>
                <a:rect l="l" t="t" r="r" b="b"/>
                <a:pathLst>
                  <a:path w="263568" h="239341">
                    <a:moveTo>
                      <a:pt x="117466" y="33913"/>
                    </a:moveTo>
                    <a:lnTo>
                      <a:pt x="192676" y="0"/>
                    </a:lnTo>
                    <a:lnTo>
                      <a:pt x="263568" y="133697"/>
                    </a:lnTo>
                    <a:lnTo>
                      <a:pt x="50277" y="239341"/>
                    </a:lnTo>
                    <a:lnTo>
                      <a:pt x="0" y="143224"/>
                    </a:lnTo>
                    <a:lnTo>
                      <a:pt x="41732" y="159682"/>
                    </a:lnTo>
                    <a:lnTo>
                      <a:pt x="34001" y="178366"/>
                    </a:lnTo>
                    <a:lnTo>
                      <a:pt x="41732" y="197041"/>
                    </a:lnTo>
                    <a:lnTo>
                      <a:pt x="60407" y="204772"/>
                    </a:lnTo>
                    <a:lnTo>
                      <a:pt x="79091" y="197041"/>
                    </a:lnTo>
                    <a:lnTo>
                      <a:pt x="86831" y="178366"/>
                    </a:lnTo>
                    <a:lnTo>
                      <a:pt x="79091" y="159682"/>
                    </a:lnTo>
                    <a:lnTo>
                      <a:pt x="60407" y="151942"/>
                    </a:lnTo>
                    <a:lnTo>
                      <a:pt x="50900" y="155882"/>
                    </a:lnTo>
                    <a:lnTo>
                      <a:pt x="77914" y="97536"/>
                    </a:lnTo>
                    <a:lnTo>
                      <a:pt x="127406" y="71105"/>
                    </a:lnTo>
                    <a:lnTo>
                      <a:pt x="186289" y="98162"/>
                    </a:lnTo>
                    <a:lnTo>
                      <a:pt x="187416" y="111690"/>
                    </a:lnTo>
                    <a:lnTo>
                      <a:pt x="201221" y="126628"/>
                    </a:lnTo>
                    <a:lnTo>
                      <a:pt x="220098" y="126064"/>
                    </a:lnTo>
                    <a:lnTo>
                      <a:pt x="232212" y="114227"/>
                    </a:lnTo>
                    <a:lnTo>
                      <a:pt x="234466" y="97316"/>
                    </a:lnTo>
                    <a:lnTo>
                      <a:pt x="222070" y="79841"/>
                    </a:lnTo>
                    <a:lnTo>
                      <a:pt x="209955" y="77305"/>
                    </a:lnTo>
                    <a:lnTo>
                      <a:pt x="191923" y="86606"/>
                    </a:lnTo>
                    <a:lnTo>
                      <a:pt x="130729" y="58661"/>
                    </a:lnTo>
                    <a:lnTo>
                      <a:pt x="117466" y="339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6" name="Контур"/>
              <p:cNvSpPr/>
              <p:nvPr/>
            </p:nvSpPr>
            <p:spPr>
              <a:xfrm>
                <a:off x="9530478" y="7044135"/>
                <a:ext cx="492541" cy="270162"/>
              </a:xfrm>
              <a:custGeom>
                <a:avLst/>
                <a:gdLst/>
                <a:ahLst/>
                <a:cxnLst/>
                <a:rect l="l" t="t" r="r" b="b"/>
                <a:pathLst>
                  <a:path w="492541" h="270162">
                    <a:moveTo>
                      <a:pt x="107852" y="230393"/>
                    </a:moveTo>
                    <a:lnTo>
                      <a:pt x="45467" y="257884"/>
                    </a:lnTo>
                    <a:lnTo>
                      <a:pt x="40260" y="255279"/>
                    </a:lnTo>
                    <a:lnTo>
                      <a:pt x="33565" y="254163"/>
                    </a:lnTo>
                    <a:lnTo>
                      <a:pt x="25383" y="257884"/>
                    </a:lnTo>
                    <a:lnTo>
                      <a:pt x="21291" y="262349"/>
                    </a:lnTo>
                    <a:lnTo>
                      <a:pt x="20919" y="266814"/>
                    </a:lnTo>
                    <a:lnTo>
                      <a:pt x="14224" y="270162"/>
                    </a:lnTo>
                    <a:lnTo>
                      <a:pt x="0" y="237749"/>
                    </a:lnTo>
                    <a:lnTo>
                      <a:pt x="150554" y="161953"/>
                    </a:lnTo>
                    <a:lnTo>
                      <a:pt x="363845" y="56309"/>
                    </a:lnTo>
                    <a:lnTo>
                      <a:pt x="434005" y="21607"/>
                    </a:lnTo>
                    <a:lnTo>
                      <a:pt x="478374" y="0"/>
                    </a:lnTo>
                    <a:lnTo>
                      <a:pt x="492541" y="33965"/>
                    </a:lnTo>
                    <a:lnTo>
                      <a:pt x="115212" y="199299"/>
                    </a:lnTo>
                    <a:lnTo>
                      <a:pt x="97114" y="208051"/>
                    </a:lnTo>
                    <a:lnTo>
                      <a:pt x="107852" y="2303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7" name="Контур"/>
              <p:cNvSpPr/>
              <p:nvPr/>
            </p:nvSpPr>
            <p:spPr>
              <a:xfrm>
                <a:off x="9511430" y="7318041"/>
                <a:ext cx="191282" cy="204395"/>
              </a:xfrm>
              <a:custGeom>
                <a:avLst/>
                <a:gdLst/>
                <a:ahLst/>
                <a:cxnLst/>
                <a:rect l="l" t="t" r="r" b="b"/>
                <a:pathLst>
                  <a:path w="191282" h="204395">
                    <a:moveTo>
                      <a:pt x="191282" y="87523"/>
                    </a:moveTo>
                    <a:lnTo>
                      <a:pt x="189035" y="88133"/>
                    </a:lnTo>
                    <a:lnTo>
                      <a:pt x="56069" y="154253"/>
                    </a:lnTo>
                    <a:lnTo>
                      <a:pt x="52628" y="156702"/>
                    </a:lnTo>
                    <a:lnTo>
                      <a:pt x="50112" y="160094"/>
                    </a:lnTo>
                    <a:lnTo>
                      <a:pt x="48768" y="164099"/>
                    </a:lnTo>
                    <a:lnTo>
                      <a:pt x="48726" y="168322"/>
                    </a:lnTo>
                    <a:lnTo>
                      <a:pt x="49992" y="172352"/>
                    </a:lnTo>
                    <a:lnTo>
                      <a:pt x="65467" y="203473"/>
                    </a:lnTo>
                    <a:lnTo>
                      <a:pt x="63758" y="204395"/>
                    </a:lnTo>
                    <a:lnTo>
                      <a:pt x="48508" y="173834"/>
                    </a:lnTo>
                    <a:lnTo>
                      <a:pt x="0" y="76613"/>
                    </a:lnTo>
                    <a:lnTo>
                      <a:pt x="147813" y="0"/>
                    </a:lnTo>
                    <a:lnTo>
                      <a:pt x="191282" y="8752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8" name="Контур"/>
              <p:cNvSpPr/>
              <p:nvPr/>
            </p:nvSpPr>
            <p:spPr>
              <a:xfrm>
                <a:off x="9470284" y="7284741"/>
                <a:ext cx="188959" cy="109913"/>
              </a:xfrm>
              <a:custGeom>
                <a:avLst/>
                <a:gdLst/>
                <a:ahLst/>
                <a:cxnLst/>
                <a:rect l="l" t="t" r="r" b="b"/>
                <a:pathLst>
                  <a:path w="188959" h="109913">
                    <a:moveTo>
                      <a:pt x="32412" y="11130"/>
                    </a:moveTo>
                    <a:lnTo>
                      <a:pt x="52475" y="55973"/>
                    </a:lnTo>
                    <a:lnTo>
                      <a:pt x="84461" y="41462"/>
                    </a:lnTo>
                    <a:lnTo>
                      <a:pt x="90784" y="45927"/>
                    </a:lnTo>
                    <a:lnTo>
                      <a:pt x="100454" y="44811"/>
                    </a:lnTo>
                    <a:lnTo>
                      <a:pt x="106405" y="39974"/>
                    </a:lnTo>
                    <a:lnTo>
                      <a:pt x="110124" y="34393"/>
                    </a:lnTo>
                    <a:lnTo>
                      <a:pt x="110497" y="26952"/>
                    </a:lnTo>
                    <a:lnTo>
                      <a:pt x="172955" y="0"/>
                    </a:lnTo>
                    <a:lnTo>
                      <a:pt x="188959" y="33300"/>
                    </a:lnTo>
                    <a:lnTo>
                      <a:pt x="41146" y="109913"/>
                    </a:lnTo>
                    <a:lnTo>
                      <a:pt x="0" y="27448"/>
                    </a:lnTo>
                    <a:lnTo>
                      <a:pt x="32412" y="111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9" name="Контур"/>
              <p:cNvSpPr/>
              <p:nvPr/>
            </p:nvSpPr>
            <p:spPr>
              <a:xfrm>
                <a:off x="9640488" y="7072399"/>
                <a:ext cx="51558" cy="39458"/>
              </a:xfrm>
              <a:custGeom>
                <a:avLst/>
                <a:gdLst/>
                <a:ahLst/>
                <a:cxnLst/>
                <a:rect l="l" t="t" r="r" b="b"/>
                <a:pathLst>
                  <a:path w="51558" h="39458">
                    <a:moveTo>
                      <a:pt x="0" y="27339"/>
                    </a:moveTo>
                    <a:lnTo>
                      <a:pt x="51558" y="0"/>
                    </a:lnTo>
                    <a:lnTo>
                      <a:pt x="32963" y="39458"/>
                    </a:lnTo>
                    <a:lnTo>
                      <a:pt x="0" y="2733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0" name="Контур"/>
              <p:cNvSpPr/>
              <p:nvPr/>
            </p:nvSpPr>
            <p:spPr>
              <a:xfrm>
                <a:off x="9540824" y="6132019"/>
                <a:ext cx="755176" cy="353628"/>
              </a:xfrm>
              <a:custGeom>
                <a:avLst/>
                <a:gdLst/>
                <a:ahLst/>
                <a:cxnLst/>
                <a:rect l="l" t="t" r="r" b="b"/>
                <a:pathLst>
                  <a:path w="755176" h="353628">
                    <a:moveTo>
                      <a:pt x="99156" y="217513"/>
                    </a:moveTo>
                    <a:lnTo>
                      <a:pt x="133516" y="291711"/>
                    </a:lnTo>
                    <a:lnTo>
                      <a:pt x="135916" y="295268"/>
                    </a:lnTo>
                    <a:lnTo>
                      <a:pt x="139309" y="297894"/>
                    </a:lnTo>
                    <a:lnTo>
                      <a:pt x="143356" y="299321"/>
                    </a:lnTo>
                    <a:lnTo>
                      <a:pt x="147646" y="299407"/>
                    </a:lnTo>
                    <a:lnTo>
                      <a:pt x="151747" y="298141"/>
                    </a:lnTo>
                    <a:lnTo>
                      <a:pt x="755176" y="0"/>
                    </a:lnTo>
                    <a:lnTo>
                      <a:pt x="755176" y="158720"/>
                    </a:lnTo>
                    <a:lnTo>
                      <a:pt x="689653" y="181062"/>
                    </a:lnTo>
                    <a:lnTo>
                      <a:pt x="658818" y="98368"/>
                    </a:lnTo>
                    <a:lnTo>
                      <a:pt x="205103" y="317601"/>
                    </a:lnTo>
                    <a:lnTo>
                      <a:pt x="163267" y="327074"/>
                    </a:lnTo>
                    <a:lnTo>
                      <a:pt x="118775" y="337149"/>
                    </a:lnTo>
                    <a:lnTo>
                      <a:pt x="84431" y="344916"/>
                    </a:lnTo>
                    <a:lnTo>
                      <a:pt x="45965" y="353628"/>
                    </a:lnTo>
                    <a:lnTo>
                      <a:pt x="0" y="259222"/>
                    </a:lnTo>
                    <a:lnTo>
                      <a:pt x="97588" y="2143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1" name="Контур"/>
              <p:cNvSpPr/>
              <p:nvPr/>
            </p:nvSpPr>
            <p:spPr>
              <a:xfrm>
                <a:off x="9332845" y="9582012"/>
                <a:ext cx="652780" cy="354688"/>
              </a:xfrm>
              <a:custGeom>
                <a:avLst/>
                <a:gdLst/>
                <a:ahLst/>
                <a:cxnLst/>
                <a:rect l="l" t="t" r="r" b="b"/>
                <a:pathLst>
                  <a:path w="652780" h="354688">
                    <a:moveTo>
                      <a:pt x="609974" y="7828"/>
                    </a:moveTo>
                    <a:lnTo>
                      <a:pt x="627683" y="0"/>
                    </a:lnTo>
                    <a:lnTo>
                      <a:pt x="652780" y="52694"/>
                    </a:lnTo>
                    <a:lnTo>
                      <a:pt x="15980" y="354688"/>
                    </a:lnTo>
                    <a:lnTo>
                      <a:pt x="4145" y="353493"/>
                    </a:lnTo>
                    <a:lnTo>
                      <a:pt x="500" y="343743"/>
                    </a:lnTo>
                    <a:lnTo>
                      <a:pt x="10588" y="336988"/>
                    </a:lnTo>
                    <a:lnTo>
                      <a:pt x="0" y="314347"/>
                    </a:lnTo>
                    <a:lnTo>
                      <a:pt x="131532" y="254254"/>
                    </a:lnTo>
                    <a:lnTo>
                      <a:pt x="126867" y="244160"/>
                    </a:lnTo>
                    <a:lnTo>
                      <a:pt x="132253" y="238928"/>
                    </a:lnTo>
                    <a:lnTo>
                      <a:pt x="132923" y="227708"/>
                    </a:lnTo>
                    <a:lnTo>
                      <a:pt x="272305" y="163468"/>
                    </a:lnTo>
                    <a:lnTo>
                      <a:pt x="284215" y="163794"/>
                    </a:lnTo>
                    <a:lnTo>
                      <a:pt x="603013" y="15829"/>
                    </a:lnTo>
                    <a:lnTo>
                      <a:pt x="609974" y="782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2" name="Контур"/>
              <p:cNvSpPr/>
              <p:nvPr/>
            </p:nvSpPr>
            <p:spPr>
              <a:xfrm>
                <a:off x="9439562" y="9707393"/>
                <a:ext cx="856438" cy="449453"/>
              </a:xfrm>
              <a:custGeom>
                <a:avLst/>
                <a:gdLst/>
                <a:ahLst/>
                <a:cxnLst/>
                <a:rect l="l" t="t" r="r" b="b"/>
                <a:pathLst>
                  <a:path w="856438" h="449453">
                    <a:moveTo>
                      <a:pt x="780106" y="4074"/>
                    </a:moveTo>
                    <a:lnTo>
                      <a:pt x="818055" y="0"/>
                    </a:lnTo>
                    <a:lnTo>
                      <a:pt x="852115" y="10549"/>
                    </a:lnTo>
                    <a:lnTo>
                      <a:pt x="856438" y="13646"/>
                    </a:lnTo>
                    <a:lnTo>
                      <a:pt x="856438" y="43635"/>
                    </a:lnTo>
                    <a:lnTo>
                      <a:pt x="855914" y="44190"/>
                    </a:lnTo>
                    <a:lnTo>
                      <a:pt x="712303" y="109236"/>
                    </a:lnTo>
                    <a:lnTo>
                      <a:pt x="356902" y="286248"/>
                    </a:lnTo>
                    <a:lnTo>
                      <a:pt x="14333" y="449453"/>
                    </a:lnTo>
                    <a:lnTo>
                      <a:pt x="0" y="416130"/>
                    </a:lnTo>
                    <a:lnTo>
                      <a:pt x="3839" y="3706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3" name="Контур"/>
              <p:cNvSpPr/>
              <p:nvPr/>
            </p:nvSpPr>
            <p:spPr>
              <a:xfrm>
                <a:off x="9474649" y="9774709"/>
                <a:ext cx="821351" cy="398409"/>
              </a:xfrm>
              <a:custGeom>
                <a:avLst/>
                <a:gdLst/>
                <a:ahLst/>
                <a:cxnLst/>
                <a:rect l="l" t="t" r="r" b="b"/>
                <a:pathLst>
                  <a:path w="821351" h="398409">
                    <a:moveTo>
                      <a:pt x="2788" y="398409"/>
                    </a:moveTo>
                    <a:lnTo>
                      <a:pt x="0" y="393180"/>
                    </a:lnTo>
                    <a:lnTo>
                      <a:pt x="348047" y="228369"/>
                    </a:lnTo>
                    <a:lnTo>
                      <a:pt x="536553" y="129938"/>
                    </a:lnTo>
                    <a:lnTo>
                      <a:pt x="821351" y="0"/>
                    </a:lnTo>
                    <a:lnTo>
                      <a:pt x="821351" y="43260"/>
                    </a:lnTo>
                    <a:lnTo>
                      <a:pt x="290976" y="286076"/>
                    </a:lnTo>
                    <a:lnTo>
                      <a:pt x="283362" y="295683"/>
                    </a:lnTo>
                    <a:lnTo>
                      <a:pt x="284810" y="305038"/>
                    </a:lnTo>
                    <a:lnTo>
                      <a:pt x="173656" y="350011"/>
                    </a:lnTo>
                    <a:lnTo>
                      <a:pt x="102158" y="385779"/>
                    </a:lnTo>
                    <a:lnTo>
                      <a:pt x="104164" y="39802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4" name="Контур"/>
              <p:cNvSpPr/>
              <p:nvPr/>
            </p:nvSpPr>
            <p:spPr>
              <a:xfrm>
                <a:off x="9576807" y="9979777"/>
                <a:ext cx="719193" cy="192953"/>
              </a:xfrm>
              <a:custGeom>
                <a:avLst/>
                <a:gdLst/>
                <a:ahLst/>
                <a:cxnLst/>
                <a:rect l="l" t="t" r="r" b="b"/>
                <a:pathLst>
                  <a:path w="719193" h="192953">
                    <a:moveTo>
                      <a:pt x="2006" y="192953"/>
                    </a:moveTo>
                    <a:lnTo>
                      <a:pt x="0" y="180711"/>
                    </a:lnTo>
                    <a:lnTo>
                      <a:pt x="71498" y="144943"/>
                    </a:lnTo>
                    <a:lnTo>
                      <a:pt x="182652" y="99970"/>
                    </a:lnTo>
                    <a:lnTo>
                      <a:pt x="208463" y="156348"/>
                    </a:lnTo>
                    <a:lnTo>
                      <a:pt x="220389" y="164084"/>
                    </a:lnTo>
                    <a:lnTo>
                      <a:pt x="232098" y="192070"/>
                    </a:lnTo>
                    <a:lnTo>
                      <a:pt x="299849" y="191810"/>
                    </a:lnTo>
                    <a:lnTo>
                      <a:pt x="719193" y="0"/>
                    </a:lnTo>
                    <a:lnTo>
                      <a:pt x="719193" y="190198"/>
                    </a:lnTo>
                    <a:lnTo>
                      <a:pt x="676097" y="190364"/>
                    </a:lnTo>
                    <a:lnTo>
                      <a:pt x="666280" y="173866"/>
                    </a:lnTo>
                    <a:lnTo>
                      <a:pt x="644906" y="167542"/>
                    </a:lnTo>
                    <a:lnTo>
                      <a:pt x="611012" y="172912"/>
                    </a:lnTo>
                    <a:lnTo>
                      <a:pt x="572887" y="19076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5" name="Контур"/>
              <p:cNvSpPr/>
              <p:nvPr/>
            </p:nvSpPr>
            <p:spPr>
              <a:xfrm>
                <a:off x="9246146" y="10121008"/>
                <a:ext cx="174737" cy="52995"/>
              </a:xfrm>
              <a:custGeom>
                <a:avLst/>
                <a:gdLst/>
                <a:ahLst/>
                <a:cxnLst/>
                <a:rect l="l" t="t" r="r" b="b"/>
                <a:pathLst>
                  <a:path w="174737" h="52995">
                    <a:moveTo>
                      <a:pt x="156188" y="19530"/>
                    </a:moveTo>
                    <a:lnTo>
                      <a:pt x="174737" y="50715"/>
                    </a:lnTo>
                    <a:lnTo>
                      <a:pt x="171303" y="52340"/>
                    </a:lnTo>
                    <a:lnTo>
                      <a:pt x="0" y="52995"/>
                    </a:lnTo>
                    <a:lnTo>
                      <a:pt x="3347" y="51491"/>
                    </a:lnTo>
                    <a:lnTo>
                      <a:pt x="4061" y="52979"/>
                    </a:lnTo>
                    <a:lnTo>
                      <a:pt x="138398" y="52465"/>
                    </a:lnTo>
                    <a:lnTo>
                      <a:pt x="147647" y="47835"/>
                    </a:lnTo>
                    <a:lnTo>
                      <a:pt x="127235" y="0"/>
                    </a:lnTo>
                    <a:lnTo>
                      <a:pt x="132973" y="2655"/>
                    </a:lnTo>
                    <a:lnTo>
                      <a:pt x="136663" y="4523"/>
                    </a:lnTo>
                    <a:lnTo>
                      <a:pt x="138474" y="5521"/>
                    </a:lnTo>
                    <a:lnTo>
                      <a:pt x="141131" y="7116"/>
                    </a:lnTo>
                    <a:lnTo>
                      <a:pt x="142769" y="8195"/>
                    </a:lnTo>
                    <a:lnTo>
                      <a:pt x="145957" y="10486"/>
                    </a:lnTo>
                    <a:lnTo>
                      <a:pt x="150037" y="13741"/>
                    </a:lnTo>
                    <a:lnTo>
                      <a:pt x="151994" y="15466"/>
                    </a:lnTo>
                    <a:lnTo>
                      <a:pt x="156188" y="195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6" name="Контур"/>
              <p:cNvSpPr/>
              <p:nvPr/>
            </p:nvSpPr>
            <p:spPr>
              <a:xfrm>
                <a:off x="9338223" y="9653332"/>
                <a:ext cx="659258" cy="365836"/>
              </a:xfrm>
              <a:custGeom>
                <a:avLst/>
                <a:gdLst/>
                <a:ahLst/>
                <a:cxnLst/>
                <a:rect l="l" t="t" r="r" b="b"/>
                <a:pathLst>
                  <a:path w="659258" h="365836">
                    <a:moveTo>
                      <a:pt x="654334" y="0"/>
                    </a:moveTo>
                    <a:lnTo>
                      <a:pt x="659258" y="20082"/>
                    </a:lnTo>
                    <a:lnTo>
                      <a:pt x="657381" y="53622"/>
                    </a:lnTo>
                    <a:lnTo>
                      <a:pt x="641164" y="74655"/>
                    </a:lnTo>
                    <a:lnTo>
                      <a:pt x="31764" y="365836"/>
                    </a:lnTo>
                    <a:lnTo>
                      <a:pt x="17262" y="359224"/>
                    </a:lnTo>
                    <a:lnTo>
                      <a:pt x="5821" y="342185"/>
                    </a:lnTo>
                    <a:lnTo>
                      <a:pt x="0" y="324085"/>
                    </a:lnTo>
                    <a:lnTo>
                      <a:pt x="4482" y="310952"/>
                    </a:lnTo>
                    <a:lnTo>
                      <a:pt x="65433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7" name="Контур"/>
              <p:cNvSpPr/>
              <p:nvPr/>
            </p:nvSpPr>
            <p:spPr>
              <a:xfrm>
                <a:off x="9571692" y="9699965"/>
                <a:ext cx="16668" cy="16074"/>
              </a:xfrm>
              <a:custGeom>
                <a:avLst/>
                <a:gdLst/>
                <a:ahLst/>
                <a:cxnLst/>
                <a:rect l="l" t="t" r="r" b="b"/>
                <a:pathLst>
                  <a:path w="16668" h="16074">
                    <a:moveTo>
                      <a:pt x="0" y="4149"/>
                    </a:moveTo>
                    <a:lnTo>
                      <a:pt x="563" y="4013"/>
                    </a:lnTo>
                    <a:lnTo>
                      <a:pt x="9208" y="0"/>
                    </a:lnTo>
                    <a:lnTo>
                      <a:pt x="16668" y="16074"/>
                    </a:lnTo>
                    <a:lnTo>
                      <a:pt x="14795" y="14343"/>
                    </a:lnTo>
                    <a:lnTo>
                      <a:pt x="0" y="41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8" name="Контур"/>
              <p:cNvSpPr/>
              <p:nvPr/>
            </p:nvSpPr>
            <p:spPr>
              <a:xfrm>
                <a:off x="9925612" y="9537841"/>
                <a:ext cx="34916" cy="51999"/>
              </a:xfrm>
              <a:custGeom>
                <a:avLst/>
                <a:gdLst/>
                <a:ahLst/>
                <a:cxnLst/>
                <a:rect l="l" t="t" r="r" b="b"/>
                <a:pathLst>
                  <a:path w="34916" h="51999">
                    <a:moveTo>
                      <a:pt x="0" y="5857"/>
                    </a:moveTo>
                    <a:lnTo>
                      <a:pt x="4280" y="3839"/>
                    </a:lnTo>
                    <a:lnTo>
                      <a:pt x="12421" y="0"/>
                    </a:lnTo>
                    <a:lnTo>
                      <a:pt x="34916" y="44171"/>
                    </a:lnTo>
                    <a:lnTo>
                      <a:pt x="17207" y="51999"/>
                    </a:lnTo>
                    <a:lnTo>
                      <a:pt x="17809" y="50353"/>
                    </a:lnTo>
                    <a:lnTo>
                      <a:pt x="17964" y="46132"/>
                    </a:lnTo>
                    <a:lnTo>
                      <a:pt x="16808" y="42071"/>
                    </a:lnTo>
                    <a:lnTo>
                      <a:pt x="0" y="58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9" name="Контур"/>
              <p:cNvSpPr/>
              <p:nvPr/>
            </p:nvSpPr>
            <p:spPr>
              <a:xfrm>
                <a:off x="9454419" y="9716755"/>
                <a:ext cx="150731" cy="92965"/>
              </a:xfrm>
              <a:custGeom>
                <a:avLst/>
                <a:gdLst/>
                <a:ahLst/>
                <a:cxnLst/>
                <a:rect l="l" t="t" r="r" b="b"/>
                <a:pathLst>
                  <a:path w="150731" h="92965">
                    <a:moveTo>
                      <a:pt x="150731" y="28725"/>
                    </a:moveTo>
                    <a:lnTo>
                      <a:pt x="11349" y="92965"/>
                    </a:lnTo>
                    <a:lnTo>
                      <a:pt x="11009" y="91827"/>
                    </a:lnTo>
                    <a:lnTo>
                      <a:pt x="0" y="68971"/>
                    </a:lnTo>
                    <a:lnTo>
                      <a:pt x="13409" y="62839"/>
                    </a:lnTo>
                    <a:lnTo>
                      <a:pt x="36293" y="51978"/>
                    </a:lnTo>
                    <a:lnTo>
                      <a:pt x="82409" y="29475"/>
                    </a:lnTo>
                    <a:lnTo>
                      <a:pt x="109052" y="16229"/>
                    </a:lnTo>
                    <a:lnTo>
                      <a:pt x="124847" y="7930"/>
                    </a:lnTo>
                    <a:lnTo>
                      <a:pt x="132504" y="3142"/>
                    </a:lnTo>
                    <a:lnTo>
                      <a:pt x="134579" y="1227"/>
                    </a:lnTo>
                    <a:lnTo>
                      <a:pt x="134274" y="0"/>
                    </a:lnTo>
                    <a:lnTo>
                      <a:pt x="144712" y="22489"/>
                    </a:lnTo>
                    <a:lnTo>
                      <a:pt x="147068" y="25995"/>
                    </a:lnTo>
                    <a:lnTo>
                      <a:pt x="150391" y="28601"/>
                    </a:lnTo>
                    <a:lnTo>
                      <a:pt x="150731" y="2872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0" name="Контур"/>
              <p:cNvSpPr/>
              <p:nvPr/>
            </p:nvSpPr>
            <p:spPr>
              <a:xfrm>
                <a:off x="9457702" y="9704114"/>
                <a:ext cx="131296" cy="75480"/>
              </a:xfrm>
              <a:custGeom>
                <a:avLst/>
                <a:gdLst/>
                <a:ahLst/>
                <a:cxnLst/>
                <a:rect l="l" t="t" r="r" b="b"/>
                <a:pathLst>
                  <a:path w="131296" h="75480">
                    <a:moveTo>
                      <a:pt x="106479" y="646"/>
                    </a:moveTo>
                    <a:lnTo>
                      <a:pt x="109435" y="1107"/>
                    </a:lnTo>
                    <a:lnTo>
                      <a:pt x="113990" y="0"/>
                    </a:lnTo>
                    <a:lnTo>
                      <a:pt x="128785" y="10194"/>
                    </a:lnTo>
                    <a:lnTo>
                      <a:pt x="130658" y="11925"/>
                    </a:lnTo>
                    <a:lnTo>
                      <a:pt x="130991" y="12641"/>
                    </a:lnTo>
                    <a:lnTo>
                      <a:pt x="131296" y="13868"/>
                    </a:lnTo>
                    <a:lnTo>
                      <a:pt x="129221" y="15783"/>
                    </a:lnTo>
                    <a:lnTo>
                      <a:pt x="121564" y="20571"/>
                    </a:lnTo>
                    <a:lnTo>
                      <a:pt x="105769" y="28870"/>
                    </a:lnTo>
                    <a:lnTo>
                      <a:pt x="79126" y="42116"/>
                    </a:lnTo>
                    <a:lnTo>
                      <a:pt x="33010" y="64619"/>
                    </a:lnTo>
                    <a:lnTo>
                      <a:pt x="10126" y="75480"/>
                    </a:lnTo>
                    <a:lnTo>
                      <a:pt x="0" y="53126"/>
                    </a:lnTo>
                    <a:lnTo>
                      <a:pt x="106479" y="64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1" name="Контур"/>
              <p:cNvSpPr/>
              <p:nvPr/>
            </p:nvSpPr>
            <p:spPr>
              <a:xfrm>
                <a:off x="8269333" y="2018714"/>
                <a:ext cx="1178142" cy="909719"/>
              </a:xfrm>
              <a:custGeom>
                <a:avLst/>
                <a:gdLst/>
                <a:ahLst/>
                <a:cxnLst/>
                <a:rect l="l" t="t" r="r" b="b"/>
                <a:pathLst>
                  <a:path w="1178142" h="909719">
                    <a:moveTo>
                      <a:pt x="343571" y="717716"/>
                    </a:moveTo>
                    <a:lnTo>
                      <a:pt x="166973" y="848950"/>
                    </a:lnTo>
                    <a:lnTo>
                      <a:pt x="160043" y="843591"/>
                    </a:lnTo>
                    <a:lnTo>
                      <a:pt x="147639" y="845537"/>
                    </a:lnTo>
                    <a:lnTo>
                      <a:pt x="95636" y="884200"/>
                    </a:lnTo>
                    <a:lnTo>
                      <a:pt x="90411" y="892605"/>
                    </a:lnTo>
                    <a:lnTo>
                      <a:pt x="93250" y="903764"/>
                    </a:lnTo>
                    <a:lnTo>
                      <a:pt x="85239" y="909719"/>
                    </a:lnTo>
                    <a:lnTo>
                      <a:pt x="0" y="797903"/>
                    </a:lnTo>
                    <a:lnTo>
                      <a:pt x="316451" y="578014"/>
                    </a:lnTo>
                    <a:lnTo>
                      <a:pt x="518593" y="409502"/>
                    </a:lnTo>
                    <a:lnTo>
                      <a:pt x="564209" y="362732"/>
                    </a:lnTo>
                    <a:lnTo>
                      <a:pt x="596505" y="339492"/>
                    </a:lnTo>
                    <a:lnTo>
                      <a:pt x="575801" y="311307"/>
                    </a:lnTo>
                    <a:lnTo>
                      <a:pt x="909864" y="61352"/>
                    </a:lnTo>
                    <a:lnTo>
                      <a:pt x="914598" y="69299"/>
                    </a:lnTo>
                    <a:lnTo>
                      <a:pt x="942921" y="56411"/>
                    </a:lnTo>
                    <a:lnTo>
                      <a:pt x="939060" y="48374"/>
                    </a:lnTo>
                    <a:lnTo>
                      <a:pt x="1015704" y="18152"/>
                    </a:lnTo>
                    <a:lnTo>
                      <a:pt x="1054314" y="3203"/>
                    </a:lnTo>
                    <a:lnTo>
                      <a:pt x="1086599" y="0"/>
                    </a:lnTo>
                    <a:lnTo>
                      <a:pt x="1092049" y="12421"/>
                    </a:lnTo>
                    <a:lnTo>
                      <a:pt x="1123151" y="20424"/>
                    </a:lnTo>
                    <a:lnTo>
                      <a:pt x="1178142" y="75627"/>
                    </a:lnTo>
                    <a:lnTo>
                      <a:pt x="1154681" y="93150"/>
                    </a:lnTo>
                    <a:lnTo>
                      <a:pt x="1142734" y="82406"/>
                    </a:lnTo>
                    <a:lnTo>
                      <a:pt x="1130735" y="84913"/>
                    </a:lnTo>
                    <a:lnTo>
                      <a:pt x="856521" y="305400"/>
                    </a:lnTo>
                    <a:lnTo>
                      <a:pt x="851559" y="314463"/>
                    </a:lnTo>
                    <a:lnTo>
                      <a:pt x="855759" y="325995"/>
                    </a:lnTo>
                    <a:lnTo>
                      <a:pt x="467278" y="634648"/>
                    </a:lnTo>
                    <a:lnTo>
                      <a:pt x="452337" y="623976"/>
                    </a:lnTo>
                    <a:lnTo>
                      <a:pt x="429140" y="638267"/>
                    </a:lnTo>
                    <a:lnTo>
                      <a:pt x="412865" y="630614"/>
                    </a:lnTo>
                    <a:lnTo>
                      <a:pt x="336676" y="686392"/>
                    </a:lnTo>
                    <a:lnTo>
                      <a:pt x="332044" y="701716"/>
                    </a:lnTo>
                    <a:lnTo>
                      <a:pt x="343571" y="71771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2" name="Контур"/>
              <p:cNvSpPr/>
              <p:nvPr/>
            </p:nvSpPr>
            <p:spPr>
              <a:xfrm>
                <a:off x="8436306" y="2770267"/>
                <a:ext cx="164169" cy="143610"/>
              </a:xfrm>
              <a:custGeom>
                <a:avLst/>
                <a:gdLst/>
                <a:ahLst/>
                <a:cxnLst/>
                <a:rect l="l" t="t" r="r" b="b"/>
                <a:pathLst>
                  <a:path w="164169" h="143610">
                    <a:moveTo>
                      <a:pt x="0" y="97397"/>
                    </a:moveTo>
                    <a:lnTo>
                      <a:pt x="130999" y="0"/>
                    </a:lnTo>
                    <a:lnTo>
                      <a:pt x="164169" y="45759"/>
                    </a:lnTo>
                    <a:lnTo>
                      <a:pt x="106222" y="89550"/>
                    </a:lnTo>
                    <a:lnTo>
                      <a:pt x="31466" y="143610"/>
                    </a:lnTo>
                    <a:lnTo>
                      <a:pt x="0" y="9739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3" name="Контур"/>
              <p:cNvSpPr/>
              <p:nvPr/>
            </p:nvSpPr>
            <p:spPr>
              <a:xfrm>
                <a:off x="8559563" y="1763168"/>
                <a:ext cx="316467" cy="245930"/>
              </a:xfrm>
              <a:custGeom>
                <a:avLst/>
                <a:gdLst/>
                <a:ahLst/>
                <a:cxnLst/>
                <a:rect l="l" t="t" r="r" b="b"/>
                <a:pathLst>
                  <a:path w="316467" h="245930">
                    <a:moveTo>
                      <a:pt x="307589" y="42723"/>
                    </a:moveTo>
                    <a:lnTo>
                      <a:pt x="292189" y="23932"/>
                    </a:lnTo>
                    <a:lnTo>
                      <a:pt x="288119" y="20587"/>
                    </a:lnTo>
                    <a:lnTo>
                      <a:pt x="283080" y="19055"/>
                    </a:lnTo>
                    <a:lnTo>
                      <a:pt x="277837" y="19568"/>
                    </a:lnTo>
                    <a:lnTo>
                      <a:pt x="273191" y="22047"/>
                    </a:lnTo>
                    <a:lnTo>
                      <a:pt x="0" y="245930"/>
                    </a:lnTo>
                    <a:lnTo>
                      <a:pt x="19734" y="220648"/>
                    </a:lnTo>
                    <a:lnTo>
                      <a:pt x="45101" y="198095"/>
                    </a:lnTo>
                    <a:lnTo>
                      <a:pt x="86163" y="173178"/>
                    </a:lnTo>
                    <a:lnTo>
                      <a:pt x="158108" y="110433"/>
                    </a:lnTo>
                    <a:lnTo>
                      <a:pt x="247179" y="40719"/>
                    </a:lnTo>
                    <a:lnTo>
                      <a:pt x="300589" y="0"/>
                    </a:lnTo>
                    <a:lnTo>
                      <a:pt x="304702" y="5305"/>
                    </a:lnTo>
                    <a:lnTo>
                      <a:pt x="297093" y="10991"/>
                    </a:lnTo>
                    <a:lnTo>
                      <a:pt x="316467" y="35760"/>
                    </a:lnTo>
                    <a:lnTo>
                      <a:pt x="307589" y="4272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4" name="Контур"/>
              <p:cNvSpPr/>
              <p:nvPr/>
            </p:nvSpPr>
            <p:spPr>
              <a:xfrm>
                <a:off x="8566862" y="2275564"/>
                <a:ext cx="298976" cy="321164"/>
              </a:xfrm>
              <a:custGeom>
                <a:avLst/>
                <a:gdLst/>
                <a:ahLst/>
                <a:cxnLst/>
                <a:rect l="l" t="t" r="r" b="b"/>
                <a:pathLst>
                  <a:path w="298976" h="321164">
                    <a:moveTo>
                      <a:pt x="238271" y="0"/>
                    </a:moveTo>
                    <a:lnTo>
                      <a:pt x="298976" y="82642"/>
                    </a:lnTo>
                    <a:lnTo>
                      <a:pt x="266680" y="105882"/>
                    </a:lnTo>
                    <a:lnTo>
                      <a:pt x="221064" y="152652"/>
                    </a:lnTo>
                    <a:lnTo>
                      <a:pt x="18922" y="321164"/>
                    </a:lnTo>
                    <a:lnTo>
                      <a:pt x="0" y="294849"/>
                    </a:lnTo>
                    <a:lnTo>
                      <a:pt x="44305" y="260222"/>
                    </a:lnTo>
                    <a:lnTo>
                      <a:pt x="30460" y="234831"/>
                    </a:lnTo>
                    <a:lnTo>
                      <a:pt x="104124" y="174697"/>
                    </a:lnTo>
                    <a:lnTo>
                      <a:pt x="110932" y="183080"/>
                    </a:lnTo>
                    <a:lnTo>
                      <a:pt x="133976" y="165267"/>
                    </a:lnTo>
                    <a:lnTo>
                      <a:pt x="127168" y="157408"/>
                    </a:lnTo>
                    <a:lnTo>
                      <a:pt x="206757" y="95865"/>
                    </a:lnTo>
                    <a:lnTo>
                      <a:pt x="199373" y="68626"/>
                    </a:lnTo>
                    <a:lnTo>
                      <a:pt x="224756" y="51082"/>
                    </a:lnTo>
                    <a:lnTo>
                      <a:pt x="206170" y="27444"/>
                    </a:lnTo>
                    <a:lnTo>
                      <a:pt x="208393" y="17674"/>
                    </a:lnTo>
                    <a:lnTo>
                      <a:pt x="23827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5" name="Контур"/>
              <p:cNvSpPr/>
              <p:nvPr/>
            </p:nvSpPr>
            <p:spPr>
              <a:xfrm>
                <a:off x="8161692" y="2332761"/>
                <a:ext cx="334531" cy="264310"/>
              </a:xfrm>
              <a:custGeom>
                <a:avLst/>
                <a:gdLst/>
                <a:ahLst/>
                <a:cxnLst/>
                <a:rect l="l" t="t" r="r" b="b"/>
                <a:pathLst>
                  <a:path w="334531" h="264310">
                    <a:moveTo>
                      <a:pt x="0" y="261827"/>
                    </a:moveTo>
                    <a:lnTo>
                      <a:pt x="172998" y="125030"/>
                    </a:lnTo>
                    <a:lnTo>
                      <a:pt x="334208" y="0"/>
                    </a:lnTo>
                    <a:lnTo>
                      <a:pt x="334531" y="8745"/>
                    </a:lnTo>
                    <a:lnTo>
                      <a:pt x="256470" y="73506"/>
                    </a:lnTo>
                    <a:lnTo>
                      <a:pt x="181473" y="131483"/>
                    </a:lnTo>
                    <a:lnTo>
                      <a:pt x="104954" y="188015"/>
                    </a:lnTo>
                    <a:lnTo>
                      <a:pt x="2832" y="264310"/>
                    </a:lnTo>
                    <a:lnTo>
                      <a:pt x="0" y="2618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6" name="Контур"/>
              <p:cNvSpPr/>
              <p:nvPr/>
            </p:nvSpPr>
            <p:spPr>
              <a:xfrm>
                <a:off x="8805133" y="2071466"/>
                <a:ext cx="290425" cy="226557"/>
              </a:xfrm>
              <a:custGeom>
                <a:avLst/>
                <a:gdLst/>
                <a:ahLst/>
                <a:cxnLst/>
                <a:rect l="l" t="t" r="r" b="b"/>
                <a:pathLst>
                  <a:path w="290425" h="226557">
                    <a:moveTo>
                      <a:pt x="284455" y="0"/>
                    </a:moveTo>
                    <a:lnTo>
                      <a:pt x="290425" y="8637"/>
                    </a:lnTo>
                    <a:lnTo>
                      <a:pt x="283437" y="26049"/>
                    </a:lnTo>
                    <a:lnTo>
                      <a:pt x="132409" y="140036"/>
                    </a:lnTo>
                    <a:lnTo>
                      <a:pt x="16498" y="226557"/>
                    </a:lnTo>
                    <a:lnTo>
                      <a:pt x="0" y="204098"/>
                    </a:lnTo>
                    <a:lnTo>
                      <a:pt x="28445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7" name="Контур"/>
              <p:cNvSpPr/>
              <p:nvPr/>
            </p:nvSpPr>
            <p:spPr>
              <a:xfrm>
                <a:off x="8759774" y="2042226"/>
                <a:ext cx="90163" cy="75594"/>
              </a:xfrm>
              <a:custGeom>
                <a:avLst/>
                <a:gdLst/>
                <a:ahLst/>
                <a:cxnLst/>
                <a:rect l="l" t="t" r="r" b="b"/>
                <a:pathLst>
                  <a:path w="90163" h="75594">
                    <a:moveTo>
                      <a:pt x="90163" y="18275"/>
                    </a:moveTo>
                    <a:lnTo>
                      <a:pt x="10017" y="75594"/>
                    </a:lnTo>
                    <a:lnTo>
                      <a:pt x="0" y="62815"/>
                    </a:lnTo>
                    <a:lnTo>
                      <a:pt x="75817" y="0"/>
                    </a:lnTo>
                    <a:lnTo>
                      <a:pt x="90163" y="1827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8" name="Контур"/>
              <p:cNvSpPr/>
              <p:nvPr/>
            </p:nvSpPr>
            <p:spPr>
              <a:xfrm>
                <a:off x="8908528" y="1584000"/>
                <a:ext cx="139443" cy="100464"/>
              </a:xfrm>
              <a:custGeom>
                <a:avLst/>
                <a:gdLst/>
                <a:ahLst/>
                <a:cxnLst/>
                <a:rect l="l" t="t" r="r" b="b"/>
                <a:pathLst>
                  <a:path w="139443" h="100464">
                    <a:moveTo>
                      <a:pt x="139443" y="0"/>
                    </a:moveTo>
                    <a:lnTo>
                      <a:pt x="0" y="100464"/>
                    </a:lnTo>
                    <a:lnTo>
                      <a:pt x="13364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9" name="Контур"/>
              <p:cNvSpPr/>
              <p:nvPr/>
            </p:nvSpPr>
            <p:spPr>
              <a:xfrm>
                <a:off x="8584473" y="6264476"/>
                <a:ext cx="87826" cy="98950"/>
              </a:xfrm>
              <a:custGeom>
                <a:avLst/>
                <a:gdLst/>
                <a:ahLst/>
                <a:cxnLst/>
                <a:rect l="l" t="t" r="r" b="b"/>
                <a:pathLst>
                  <a:path w="87826" h="98950">
                    <a:moveTo>
                      <a:pt x="86202" y="72855"/>
                    </a:moveTo>
                    <a:lnTo>
                      <a:pt x="87826" y="76424"/>
                    </a:lnTo>
                    <a:lnTo>
                      <a:pt x="38886" y="98950"/>
                    </a:lnTo>
                    <a:lnTo>
                      <a:pt x="0" y="17513"/>
                    </a:lnTo>
                    <a:lnTo>
                      <a:pt x="2994" y="18555"/>
                    </a:lnTo>
                    <a:lnTo>
                      <a:pt x="7307" y="18617"/>
                    </a:lnTo>
                    <a:lnTo>
                      <a:pt x="11418" y="17316"/>
                    </a:lnTo>
                    <a:lnTo>
                      <a:pt x="45769" y="0"/>
                    </a:lnTo>
                    <a:lnTo>
                      <a:pt x="79380" y="66679"/>
                    </a:lnTo>
                    <a:lnTo>
                      <a:pt x="82623" y="70830"/>
                    </a:lnTo>
                    <a:lnTo>
                      <a:pt x="86202" y="728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0" name="Контур"/>
              <p:cNvSpPr/>
              <p:nvPr/>
            </p:nvSpPr>
            <p:spPr>
              <a:xfrm>
                <a:off x="8631613" y="5811848"/>
                <a:ext cx="82356" cy="176921"/>
              </a:xfrm>
              <a:custGeom>
                <a:avLst/>
                <a:gdLst/>
                <a:ahLst/>
                <a:cxnLst/>
                <a:rect l="l" t="t" r="r" b="b"/>
                <a:pathLst>
                  <a:path w="82356" h="176921">
                    <a:moveTo>
                      <a:pt x="82356" y="169051"/>
                    </a:moveTo>
                    <a:lnTo>
                      <a:pt x="66176" y="176921"/>
                    </a:lnTo>
                    <a:lnTo>
                      <a:pt x="20871" y="71371"/>
                    </a:lnTo>
                    <a:lnTo>
                      <a:pt x="0" y="17815"/>
                    </a:lnTo>
                    <a:lnTo>
                      <a:pt x="2776" y="7750"/>
                    </a:lnTo>
                    <a:lnTo>
                      <a:pt x="7954" y="0"/>
                    </a:lnTo>
                    <a:lnTo>
                      <a:pt x="8988" y="4494"/>
                    </a:lnTo>
                    <a:lnTo>
                      <a:pt x="82356" y="16905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1" name="Контур"/>
              <p:cNvSpPr/>
              <p:nvPr/>
            </p:nvSpPr>
            <p:spPr>
              <a:xfrm>
                <a:off x="8233290" y="3918962"/>
                <a:ext cx="1087845" cy="849784"/>
              </a:xfrm>
              <a:custGeom>
                <a:avLst/>
                <a:gdLst/>
                <a:ahLst/>
                <a:cxnLst/>
                <a:rect l="l" t="t" r="r" b="b"/>
                <a:pathLst>
                  <a:path w="1087845" h="849784">
                    <a:moveTo>
                      <a:pt x="24538" y="849784"/>
                    </a:moveTo>
                    <a:lnTo>
                      <a:pt x="0" y="818214"/>
                    </a:lnTo>
                    <a:lnTo>
                      <a:pt x="93145" y="753025"/>
                    </a:lnTo>
                    <a:lnTo>
                      <a:pt x="336837" y="570224"/>
                    </a:lnTo>
                    <a:lnTo>
                      <a:pt x="572408" y="382249"/>
                    </a:lnTo>
                    <a:lnTo>
                      <a:pt x="867283" y="155802"/>
                    </a:lnTo>
                    <a:lnTo>
                      <a:pt x="1079399" y="0"/>
                    </a:lnTo>
                    <a:lnTo>
                      <a:pt x="1087845" y="16120"/>
                    </a:lnTo>
                    <a:lnTo>
                      <a:pt x="1087054" y="22682"/>
                    </a:lnTo>
                    <a:lnTo>
                      <a:pt x="761785" y="274780"/>
                    </a:lnTo>
                    <a:lnTo>
                      <a:pt x="451272" y="519573"/>
                    </a:lnTo>
                    <a:lnTo>
                      <a:pt x="24538" y="84978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2" name="Контур"/>
              <p:cNvSpPr/>
              <p:nvPr/>
            </p:nvSpPr>
            <p:spPr>
              <a:xfrm>
                <a:off x="8464632" y="5836365"/>
                <a:ext cx="32928" cy="27283"/>
              </a:xfrm>
              <a:custGeom>
                <a:avLst/>
                <a:gdLst/>
                <a:ahLst/>
                <a:cxnLst/>
                <a:rect l="l" t="t" r="r" b="b"/>
                <a:pathLst>
                  <a:path w="32928" h="27283">
                    <a:moveTo>
                      <a:pt x="18959" y="0"/>
                    </a:moveTo>
                    <a:lnTo>
                      <a:pt x="29602" y="332"/>
                    </a:lnTo>
                    <a:lnTo>
                      <a:pt x="32928" y="8650"/>
                    </a:lnTo>
                    <a:lnTo>
                      <a:pt x="30600" y="18632"/>
                    </a:lnTo>
                    <a:lnTo>
                      <a:pt x="14635" y="27283"/>
                    </a:lnTo>
                    <a:lnTo>
                      <a:pt x="5322" y="23956"/>
                    </a:lnTo>
                    <a:lnTo>
                      <a:pt x="0" y="15305"/>
                    </a:lnTo>
                    <a:lnTo>
                      <a:pt x="4657" y="7320"/>
                    </a:lnTo>
                    <a:lnTo>
                      <a:pt x="18959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3" name="Контур"/>
              <p:cNvSpPr/>
              <p:nvPr/>
            </p:nvSpPr>
            <p:spPr>
              <a:xfrm>
                <a:off x="8436028" y="5795108"/>
                <a:ext cx="148272" cy="108963"/>
              </a:xfrm>
              <a:custGeom>
                <a:avLst/>
                <a:gdLst/>
                <a:ahLst/>
                <a:cxnLst/>
                <a:rect l="l" t="t" r="r" b="b"/>
                <a:pathLst>
                  <a:path w="148272" h="108963">
                    <a:moveTo>
                      <a:pt x="62035" y="103409"/>
                    </a:moveTo>
                    <a:lnTo>
                      <a:pt x="57457" y="94117"/>
                    </a:lnTo>
                    <a:lnTo>
                      <a:pt x="27322" y="108963"/>
                    </a:lnTo>
                    <a:lnTo>
                      <a:pt x="0" y="53568"/>
                    </a:lnTo>
                    <a:lnTo>
                      <a:pt x="17961" y="45250"/>
                    </a:lnTo>
                    <a:lnTo>
                      <a:pt x="21952" y="54566"/>
                    </a:lnTo>
                    <a:lnTo>
                      <a:pt x="12972" y="59224"/>
                    </a:lnTo>
                    <a:lnTo>
                      <a:pt x="31265" y="92495"/>
                    </a:lnTo>
                    <a:lnTo>
                      <a:pt x="68849" y="71201"/>
                    </a:lnTo>
                    <a:lnTo>
                      <a:pt x="78828" y="91497"/>
                    </a:lnTo>
                    <a:lnTo>
                      <a:pt x="137033" y="62218"/>
                    </a:lnTo>
                    <a:lnTo>
                      <a:pt x="133523" y="53118"/>
                    </a:lnTo>
                    <a:lnTo>
                      <a:pt x="118882" y="22950"/>
                    </a:lnTo>
                    <a:lnTo>
                      <a:pt x="108762" y="4326"/>
                    </a:lnTo>
                    <a:lnTo>
                      <a:pt x="118407" y="0"/>
                    </a:lnTo>
                    <a:lnTo>
                      <a:pt x="148272" y="62777"/>
                    </a:lnTo>
                    <a:lnTo>
                      <a:pt x="148132" y="62818"/>
                    </a:lnTo>
                    <a:lnTo>
                      <a:pt x="62035" y="10340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4" name="Контур"/>
              <p:cNvSpPr/>
              <p:nvPr/>
            </p:nvSpPr>
            <p:spPr>
              <a:xfrm>
                <a:off x="8309587" y="4393924"/>
                <a:ext cx="31266" cy="31873"/>
              </a:xfrm>
              <a:custGeom>
                <a:avLst/>
                <a:gdLst/>
                <a:ahLst/>
                <a:cxnLst/>
                <a:rect l="l" t="t" r="r" b="b"/>
                <a:pathLst>
                  <a:path w="31266" h="31873">
                    <a:moveTo>
                      <a:pt x="31266" y="21822"/>
                    </a:moveTo>
                    <a:lnTo>
                      <a:pt x="17046" y="31873"/>
                    </a:lnTo>
                    <a:lnTo>
                      <a:pt x="0" y="7758"/>
                    </a:lnTo>
                    <a:lnTo>
                      <a:pt x="10976" y="0"/>
                    </a:lnTo>
                    <a:lnTo>
                      <a:pt x="23184" y="16716"/>
                    </a:lnTo>
                    <a:lnTo>
                      <a:pt x="27061" y="20282"/>
                    </a:lnTo>
                    <a:lnTo>
                      <a:pt x="31266" y="2182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5" name="Контур"/>
              <p:cNvSpPr/>
              <p:nvPr/>
            </p:nvSpPr>
            <p:spPr>
              <a:xfrm>
                <a:off x="8669796" y="2977752"/>
                <a:ext cx="94373" cy="119858"/>
              </a:xfrm>
              <a:custGeom>
                <a:avLst/>
                <a:gdLst/>
                <a:ahLst/>
                <a:cxnLst/>
                <a:rect l="l" t="t" r="r" b="b"/>
                <a:pathLst>
                  <a:path w="94373" h="119858">
                    <a:moveTo>
                      <a:pt x="66623" y="119858"/>
                    </a:moveTo>
                    <a:lnTo>
                      <a:pt x="0" y="29905"/>
                    </a:lnTo>
                    <a:lnTo>
                      <a:pt x="39648" y="0"/>
                    </a:lnTo>
                    <a:lnTo>
                      <a:pt x="94373" y="76430"/>
                    </a:lnTo>
                    <a:lnTo>
                      <a:pt x="66623" y="1198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6" name="Контур"/>
              <p:cNvSpPr/>
              <p:nvPr/>
            </p:nvSpPr>
            <p:spPr>
              <a:xfrm>
                <a:off x="8574358" y="2846138"/>
                <a:ext cx="114571" cy="133209"/>
              </a:xfrm>
              <a:custGeom>
                <a:avLst/>
                <a:gdLst/>
                <a:ahLst/>
                <a:cxnLst/>
                <a:rect l="l" t="t" r="r" b="b"/>
                <a:pathLst>
                  <a:path w="114571" h="133209">
                    <a:moveTo>
                      <a:pt x="0" y="32658"/>
                    </a:moveTo>
                    <a:lnTo>
                      <a:pt x="40848" y="0"/>
                    </a:lnTo>
                    <a:lnTo>
                      <a:pt x="114571" y="102963"/>
                    </a:lnTo>
                    <a:lnTo>
                      <a:pt x="74471" y="133209"/>
                    </a:lnTo>
                    <a:lnTo>
                      <a:pt x="0" y="326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7" name="Контур"/>
              <p:cNvSpPr/>
              <p:nvPr/>
            </p:nvSpPr>
            <p:spPr>
              <a:xfrm>
                <a:off x="8508362" y="9814411"/>
                <a:ext cx="116638" cy="98413"/>
              </a:xfrm>
              <a:custGeom>
                <a:avLst/>
                <a:gdLst/>
                <a:ahLst/>
                <a:cxnLst/>
                <a:rect l="l" t="t" r="r" b="b"/>
                <a:pathLst>
                  <a:path w="116638" h="98413">
                    <a:moveTo>
                      <a:pt x="0" y="43794"/>
                    </a:moveTo>
                    <a:lnTo>
                      <a:pt x="90661" y="0"/>
                    </a:lnTo>
                    <a:lnTo>
                      <a:pt x="116638" y="55427"/>
                    </a:lnTo>
                    <a:lnTo>
                      <a:pt x="26413" y="98413"/>
                    </a:lnTo>
                    <a:lnTo>
                      <a:pt x="0" y="4379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8" name="Контур"/>
              <p:cNvSpPr/>
              <p:nvPr/>
            </p:nvSpPr>
            <p:spPr>
              <a:xfrm>
                <a:off x="8938878" y="10011923"/>
                <a:ext cx="383478" cy="163253"/>
              </a:xfrm>
              <a:custGeom>
                <a:avLst/>
                <a:gdLst/>
                <a:ahLst/>
                <a:cxnLst/>
                <a:rect l="l" t="t" r="r" b="b"/>
                <a:pathLst>
                  <a:path w="383478" h="163253">
                    <a:moveTo>
                      <a:pt x="62138" y="163016"/>
                    </a:moveTo>
                    <a:lnTo>
                      <a:pt x="0" y="163253"/>
                    </a:lnTo>
                    <a:lnTo>
                      <a:pt x="194226" y="74212"/>
                    </a:lnTo>
                    <a:lnTo>
                      <a:pt x="354050" y="0"/>
                    </a:lnTo>
                    <a:lnTo>
                      <a:pt x="356220" y="207"/>
                    </a:lnTo>
                    <a:lnTo>
                      <a:pt x="361926" y="2085"/>
                    </a:lnTo>
                    <a:lnTo>
                      <a:pt x="368179" y="4587"/>
                    </a:lnTo>
                    <a:lnTo>
                      <a:pt x="370254" y="5931"/>
                    </a:lnTo>
                    <a:lnTo>
                      <a:pt x="373884" y="8574"/>
                    </a:lnTo>
                    <a:lnTo>
                      <a:pt x="378653" y="13109"/>
                    </a:lnTo>
                    <a:lnTo>
                      <a:pt x="382717" y="18895"/>
                    </a:lnTo>
                    <a:lnTo>
                      <a:pt x="383478" y="20341"/>
                    </a:lnTo>
                    <a:lnTo>
                      <a:pt x="382795" y="22805"/>
                    </a:lnTo>
                    <a:lnTo>
                      <a:pt x="378764" y="26917"/>
                    </a:lnTo>
                    <a:lnTo>
                      <a:pt x="374752" y="31055"/>
                    </a:lnTo>
                    <a:lnTo>
                      <a:pt x="209545" y="100549"/>
                    </a:lnTo>
                    <a:lnTo>
                      <a:pt x="168571" y="115997"/>
                    </a:lnTo>
                    <a:lnTo>
                      <a:pt x="62138" y="16301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9" name="Контур"/>
              <p:cNvSpPr/>
              <p:nvPr/>
            </p:nvSpPr>
            <p:spPr>
              <a:xfrm>
                <a:off x="8155132" y="9943046"/>
                <a:ext cx="174143" cy="234696"/>
              </a:xfrm>
              <a:custGeom>
                <a:avLst/>
                <a:gdLst/>
                <a:ahLst/>
                <a:cxnLst/>
                <a:rect l="l" t="t" r="r" b="b"/>
                <a:pathLst>
                  <a:path w="174143" h="234696">
                    <a:moveTo>
                      <a:pt x="109654" y="234696"/>
                    </a:moveTo>
                    <a:lnTo>
                      <a:pt x="93191" y="198235"/>
                    </a:lnTo>
                    <a:lnTo>
                      <a:pt x="77461" y="169391"/>
                    </a:lnTo>
                    <a:lnTo>
                      <a:pt x="0" y="13545"/>
                    </a:lnTo>
                    <a:lnTo>
                      <a:pt x="16855" y="6670"/>
                    </a:lnTo>
                    <a:lnTo>
                      <a:pt x="34807" y="0"/>
                    </a:lnTo>
                    <a:lnTo>
                      <a:pt x="50195" y="2565"/>
                    </a:lnTo>
                    <a:lnTo>
                      <a:pt x="66163" y="9232"/>
                    </a:lnTo>
                    <a:lnTo>
                      <a:pt x="174143" y="234451"/>
                    </a:lnTo>
                    <a:lnTo>
                      <a:pt x="109654" y="23469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0" name="Контур"/>
              <p:cNvSpPr/>
              <p:nvPr/>
            </p:nvSpPr>
            <p:spPr>
              <a:xfrm>
                <a:off x="8658447" y="8881714"/>
                <a:ext cx="169138" cy="143161"/>
              </a:xfrm>
              <a:custGeom>
                <a:avLst/>
                <a:gdLst/>
                <a:ahLst/>
                <a:cxnLst/>
                <a:rect l="l" t="t" r="r" b="b"/>
                <a:pathLst>
                  <a:path w="169138" h="143161">
                    <a:moveTo>
                      <a:pt x="165363" y="77881"/>
                    </a:moveTo>
                    <a:lnTo>
                      <a:pt x="34134" y="143161"/>
                    </a:lnTo>
                    <a:lnTo>
                      <a:pt x="30170" y="134042"/>
                    </a:lnTo>
                    <a:lnTo>
                      <a:pt x="0" y="124686"/>
                    </a:lnTo>
                    <a:lnTo>
                      <a:pt x="9073" y="78473"/>
                    </a:lnTo>
                    <a:lnTo>
                      <a:pt x="72244" y="30450"/>
                    </a:lnTo>
                    <a:lnTo>
                      <a:pt x="94363" y="18528"/>
                    </a:lnTo>
                    <a:lnTo>
                      <a:pt x="149703" y="0"/>
                    </a:lnTo>
                    <a:lnTo>
                      <a:pt x="169138" y="49692"/>
                    </a:lnTo>
                    <a:lnTo>
                      <a:pt x="160621" y="64739"/>
                    </a:lnTo>
                    <a:lnTo>
                      <a:pt x="165363" y="7788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1" name="Контур"/>
              <p:cNvSpPr/>
              <p:nvPr/>
            </p:nvSpPr>
            <p:spPr>
              <a:xfrm>
                <a:off x="8143935" y="7573004"/>
                <a:ext cx="845700" cy="1049063"/>
              </a:xfrm>
              <a:custGeom>
                <a:avLst/>
                <a:gdLst/>
                <a:ahLst/>
                <a:cxnLst/>
                <a:rect l="l" t="t" r="r" b="b"/>
                <a:pathLst>
                  <a:path w="845700" h="1049063">
                    <a:moveTo>
                      <a:pt x="272592" y="607758"/>
                    </a:moveTo>
                    <a:lnTo>
                      <a:pt x="3116" y="1049063"/>
                    </a:lnTo>
                    <a:lnTo>
                      <a:pt x="0" y="1016215"/>
                    </a:lnTo>
                    <a:lnTo>
                      <a:pt x="391114" y="370133"/>
                    </a:lnTo>
                    <a:lnTo>
                      <a:pt x="376096" y="358884"/>
                    </a:lnTo>
                    <a:lnTo>
                      <a:pt x="527787" y="116026"/>
                    </a:lnTo>
                    <a:lnTo>
                      <a:pt x="721581" y="16703"/>
                    </a:lnTo>
                    <a:lnTo>
                      <a:pt x="714300" y="0"/>
                    </a:lnTo>
                    <a:lnTo>
                      <a:pt x="762848" y="36108"/>
                    </a:lnTo>
                    <a:lnTo>
                      <a:pt x="817625" y="5348"/>
                    </a:lnTo>
                    <a:lnTo>
                      <a:pt x="845700" y="62218"/>
                    </a:lnTo>
                    <a:lnTo>
                      <a:pt x="640370" y="184086"/>
                    </a:lnTo>
                    <a:lnTo>
                      <a:pt x="579246" y="146656"/>
                    </a:lnTo>
                    <a:lnTo>
                      <a:pt x="569040" y="145044"/>
                    </a:lnTo>
                    <a:lnTo>
                      <a:pt x="560682" y="151119"/>
                    </a:lnTo>
                    <a:lnTo>
                      <a:pt x="497693" y="255249"/>
                    </a:lnTo>
                    <a:lnTo>
                      <a:pt x="500559" y="267167"/>
                    </a:lnTo>
                    <a:lnTo>
                      <a:pt x="513223" y="275697"/>
                    </a:lnTo>
                    <a:lnTo>
                      <a:pt x="419038" y="432556"/>
                    </a:lnTo>
                    <a:lnTo>
                      <a:pt x="397750" y="420647"/>
                    </a:lnTo>
                    <a:lnTo>
                      <a:pt x="384115" y="426890"/>
                    </a:lnTo>
                    <a:lnTo>
                      <a:pt x="272592" y="6077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2" name="Контур"/>
              <p:cNvSpPr/>
              <p:nvPr/>
            </p:nvSpPr>
            <p:spPr>
              <a:xfrm>
                <a:off x="8263916" y="6681157"/>
                <a:ext cx="603094" cy="310991"/>
              </a:xfrm>
              <a:custGeom>
                <a:avLst/>
                <a:gdLst/>
                <a:ahLst/>
                <a:cxnLst/>
                <a:rect l="l" t="t" r="r" b="b"/>
                <a:pathLst>
                  <a:path w="603094" h="310991">
                    <a:moveTo>
                      <a:pt x="15621" y="310991"/>
                    </a:moveTo>
                    <a:lnTo>
                      <a:pt x="11431" y="299900"/>
                    </a:lnTo>
                    <a:lnTo>
                      <a:pt x="9205" y="296068"/>
                    </a:lnTo>
                    <a:lnTo>
                      <a:pt x="5859" y="293163"/>
                    </a:lnTo>
                    <a:lnTo>
                      <a:pt x="1752" y="291498"/>
                    </a:lnTo>
                    <a:lnTo>
                      <a:pt x="0" y="291401"/>
                    </a:lnTo>
                    <a:lnTo>
                      <a:pt x="223141" y="183985"/>
                    </a:lnTo>
                    <a:lnTo>
                      <a:pt x="581704" y="4893"/>
                    </a:lnTo>
                    <a:lnTo>
                      <a:pt x="589487" y="0"/>
                    </a:lnTo>
                    <a:lnTo>
                      <a:pt x="603094" y="26125"/>
                    </a:lnTo>
                    <a:lnTo>
                      <a:pt x="559175" y="47422"/>
                    </a:lnTo>
                    <a:lnTo>
                      <a:pt x="15621" y="31099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3" name="Контур"/>
              <p:cNvSpPr/>
              <p:nvPr/>
            </p:nvSpPr>
            <p:spPr>
              <a:xfrm>
                <a:off x="8810136" y="4882998"/>
                <a:ext cx="776653" cy="1607687"/>
              </a:xfrm>
              <a:custGeom>
                <a:avLst/>
                <a:gdLst/>
                <a:ahLst/>
                <a:cxnLst/>
                <a:rect l="l" t="t" r="r" b="b"/>
                <a:pathLst>
                  <a:path w="776653" h="1607687">
                    <a:moveTo>
                      <a:pt x="309517" y="675640"/>
                    </a:moveTo>
                    <a:lnTo>
                      <a:pt x="776653" y="1602649"/>
                    </a:lnTo>
                    <a:lnTo>
                      <a:pt x="763782" y="1607687"/>
                    </a:lnTo>
                    <a:lnTo>
                      <a:pt x="756276" y="1605005"/>
                    </a:lnTo>
                    <a:lnTo>
                      <a:pt x="611472" y="1307463"/>
                    </a:lnTo>
                    <a:lnTo>
                      <a:pt x="426468" y="953910"/>
                    </a:lnTo>
                    <a:lnTo>
                      <a:pt x="303503" y="698596"/>
                    </a:lnTo>
                    <a:lnTo>
                      <a:pt x="0" y="11563"/>
                    </a:lnTo>
                    <a:lnTo>
                      <a:pt x="20287" y="0"/>
                    </a:lnTo>
                    <a:lnTo>
                      <a:pt x="18943" y="16741"/>
                    </a:lnTo>
                    <a:lnTo>
                      <a:pt x="309517" y="67564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4" name="Контур"/>
              <p:cNvSpPr/>
              <p:nvPr/>
            </p:nvSpPr>
            <p:spPr>
              <a:xfrm>
                <a:off x="8801556" y="6342924"/>
                <a:ext cx="77449" cy="149912"/>
              </a:xfrm>
              <a:custGeom>
                <a:avLst/>
                <a:gdLst/>
                <a:ahLst/>
                <a:cxnLst/>
                <a:rect l="l" t="t" r="r" b="b"/>
                <a:pathLst>
                  <a:path w="77449" h="149912">
                    <a:moveTo>
                      <a:pt x="0" y="4020"/>
                    </a:moveTo>
                    <a:lnTo>
                      <a:pt x="8436" y="0"/>
                    </a:lnTo>
                    <a:lnTo>
                      <a:pt x="77449" y="145683"/>
                    </a:lnTo>
                    <a:lnTo>
                      <a:pt x="67291" y="149912"/>
                    </a:lnTo>
                    <a:lnTo>
                      <a:pt x="0" y="402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</p:grpSp>
        <p:grpSp>
          <p:nvGrpSpPr>
            <p:cNvPr id="528" name="Проезжая часть (Яндекс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526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>
                    <a:moveTo>
                      <a:pt x="0" y="8433578"/>
                    </a:moveTo>
                    <a:lnTo>
                      <a:pt x="1517612" y="7564904"/>
                    </a:lnTo>
                    <a:lnTo>
                      <a:pt x="2145541" y="7173363"/>
                    </a:lnTo>
                    <a:lnTo>
                      <a:pt x="2157587" y="7160987"/>
                    </a:lnTo>
                    <a:lnTo>
                      <a:pt x="2166341" y="7139636"/>
                    </a:lnTo>
                    <a:lnTo>
                      <a:pt x="2162584" y="7111964"/>
                    </a:lnTo>
                    <a:lnTo>
                      <a:pt x="1942143" y="6545321"/>
                    </a:lnTo>
                    <a:lnTo>
                      <a:pt x="1725050" y="6132906"/>
                    </a:lnTo>
                    <a:lnTo>
                      <a:pt x="1633905" y="5972031"/>
                    </a:lnTo>
                    <a:lnTo>
                      <a:pt x="1628658" y="5970874"/>
                    </a:lnTo>
                    <a:lnTo>
                      <a:pt x="1613887" y="5981208"/>
                    </a:lnTo>
                    <a:lnTo>
                      <a:pt x="1569043" y="5917583"/>
                    </a:lnTo>
                    <a:lnTo>
                      <a:pt x="4476094" y="3830462"/>
                    </a:lnTo>
                    <a:lnTo>
                      <a:pt x="5414457" y="3174205"/>
                    </a:lnTo>
                    <a:lnTo>
                      <a:pt x="5404315" y="3168406"/>
                    </a:lnTo>
                    <a:lnTo>
                      <a:pt x="5409023" y="3149954"/>
                    </a:lnTo>
                    <a:lnTo>
                      <a:pt x="5396239" y="3116591"/>
                    </a:lnTo>
                    <a:lnTo>
                      <a:pt x="4895716" y="2538271"/>
                    </a:lnTo>
                    <a:lnTo>
                      <a:pt x="4872780" y="2523926"/>
                    </a:lnTo>
                    <a:lnTo>
                      <a:pt x="4856257" y="2523779"/>
                    </a:lnTo>
                    <a:lnTo>
                      <a:pt x="4818597" y="2547850"/>
                    </a:lnTo>
                    <a:lnTo>
                      <a:pt x="4807051" y="2532699"/>
                    </a:lnTo>
                    <a:lnTo>
                      <a:pt x="4801069" y="2513948"/>
                    </a:lnTo>
                    <a:lnTo>
                      <a:pt x="4795862" y="2512006"/>
                    </a:lnTo>
                    <a:lnTo>
                      <a:pt x="4741614" y="2573205"/>
                    </a:lnTo>
                    <a:lnTo>
                      <a:pt x="3655297" y="3389501"/>
                    </a:lnTo>
                    <a:lnTo>
                      <a:pt x="3104646" y="3792878"/>
                    </a:lnTo>
                    <a:lnTo>
                      <a:pt x="2660358" y="4141320"/>
                    </a:lnTo>
                    <a:lnTo>
                      <a:pt x="2672482" y="4162398"/>
                    </a:lnTo>
                    <a:lnTo>
                      <a:pt x="2375283" y="4459209"/>
                    </a:lnTo>
                    <a:lnTo>
                      <a:pt x="2012020" y="4843551"/>
                    </a:lnTo>
                    <a:lnTo>
                      <a:pt x="1693949" y="5105996"/>
                    </a:lnTo>
                    <a:lnTo>
                      <a:pt x="1233306" y="5454080"/>
                    </a:lnTo>
                    <a:lnTo>
                      <a:pt x="1011970" y="5603790"/>
                    </a:lnTo>
                    <a:lnTo>
                      <a:pt x="702763" y="5784155"/>
                    </a:lnTo>
                    <a:lnTo>
                      <a:pt x="0" y="6170713"/>
                    </a:lnTo>
                    <a:lnTo>
                      <a:pt x="0" y="6096197"/>
                    </a:lnTo>
                    <a:lnTo>
                      <a:pt x="672187" y="5711291"/>
                    </a:lnTo>
                    <a:lnTo>
                      <a:pt x="945082" y="5549348"/>
                    </a:lnTo>
                    <a:lnTo>
                      <a:pt x="1151187" y="5414809"/>
                    </a:lnTo>
                    <a:lnTo>
                      <a:pt x="1693761" y="5014688"/>
                    </a:lnTo>
                    <a:lnTo>
                      <a:pt x="1763606" y="4953399"/>
                    </a:lnTo>
                    <a:lnTo>
                      <a:pt x="1787384" y="4910290"/>
                    </a:lnTo>
                    <a:lnTo>
                      <a:pt x="1777896" y="4871292"/>
                    </a:lnTo>
                    <a:lnTo>
                      <a:pt x="1759618" y="4847274"/>
                    </a:lnTo>
                    <a:lnTo>
                      <a:pt x="1335797" y="4383964"/>
                    </a:lnTo>
                    <a:lnTo>
                      <a:pt x="893504" y="3920713"/>
                    </a:lnTo>
                    <a:lnTo>
                      <a:pt x="883597" y="3911392"/>
                    </a:lnTo>
                    <a:lnTo>
                      <a:pt x="865043" y="3906087"/>
                    </a:lnTo>
                    <a:lnTo>
                      <a:pt x="850557" y="3912177"/>
                    </a:lnTo>
                    <a:lnTo>
                      <a:pt x="490701" y="4265534"/>
                    </a:lnTo>
                    <a:lnTo>
                      <a:pt x="229696" y="4531942"/>
                    </a:lnTo>
                    <a:lnTo>
                      <a:pt x="197096" y="4616190"/>
                    </a:lnTo>
                    <a:lnTo>
                      <a:pt x="128291" y="4920302"/>
                    </a:lnTo>
                    <a:lnTo>
                      <a:pt x="95141" y="4996355"/>
                    </a:lnTo>
                    <a:lnTo>
                      <a:pt x="58790" y="5047818"/>
                    </a:lnTo>
                    <a:lnTo>
                      <a:pt x="10198" y="4993396"/>
                    </a:lnTo>
                    <a:lnTo>
                      <a:pt x="34334" y="4953712"/>
                    </a:lnTo>
                    <a:lnTo>
                      <a:pt x="52356" y="4905099"/>
                    </a:lnTo>
                    <a:lnTo>
                      <a:pt x="130177" y="4591950"/>
                    </a:lnTo>
                    <a:lnTo>
                      <a:pt x="139326" y="4561436"/>
                    </a:lnTo>
                    <a:lnTo>
                      <a:pt x="169521" y="4506648"/>
                    </a:lnTo>
                    <a:lnTo>
                      <a:pt x="808420" y="3872153"/>
                    </a:lnTo>
                    <a:lnTo>
                      <a:pt x="817144" y="3847622"/>
                    </a:lnTo>
                    <a:lnTo>
                      <a:pt x="810816" y="3832547"/>
                    </a:lnTo>
                    <a:lnTo>
                      <a:pt x="798929" y="3820764"/>
                    </a:lnTo>
                    <a:lnTo>
                      <a:pt x="0" y="3050868"/>
                    </a:lnTo>
                    <a:lnTo>
                      <a:pt x="0" y="2854181"/>
                    </a:lnTo>
                    <a:lnTo>
                      <a:pt x="222080" y="3087604"/>
                    </a:lnTo>
                    <a:lnTo>
                      <a:pt x="880962" y="3732501"/>
                    </a:lnTo>
                    <a:lnTo>
                      <a:pt x="928729" y="3759079"/>
                    </a:lnTo>
                    <a:lnTo>
                      <a:pt x="951004" y="3753088"/>
                    </a:lnTo>
                    <a:lnTo>
                      <a:pt x="1391185" y="3366955"/>
                    </a:lnTo>
                    <a:lnTo>
                      <a:pt x="1391608" y="3361980"/>
                    </a:lnTo>
                    <a:lnTo>
                      <a:pt x="1365425" y="3347666"/>
                    </a:lnTo>
                    <a:lnTo>
                      <a:pt x="1331895" y="3311254"/>
                    </a:lnTo>
                    <a:lnTo>
                      <a:pt x="1319699" y="3262717"/>
                    </a:lnTo>
                    <a:lnTo>
                      <a:pt x="1325602" y="3229355"/>
                    </a:lnTo>
                    <a:lnTo>
                      <a:pt x="1349806" y="3174600"/>
                    </a:lnTo>
                    <a:lnTo>
                      <a:pt x="1374052" y="3159310"/>
                    </a:lnTo>
                    <a:lnTo>
                      <a:pt x="1416586" y="3143965"/>
                    </a:lnTo>
                    <a:lnTo>
                      <a:pt x="1443927" y="3140886"/>
                    </a:lnTo>
                    <a:lnTo>
                      <a:pt x="1518856" y="3146700"/>
                    </a:lnTo>
                    <a:lnTo>
                      <a:pt x="1568715" y="3124844"/>
                    </a:lnTo>
                    <a:lnTo>
                      <a:pt x="1862258" y="2847056"/>
                    </a:lnTo>
                    <a:lnTo>
                      <a:pt x="1867540" y="2833972"/>
                    </a:lnTo>
                    <a:lnTo>
                      <a:pt x="1858215" y="2810463"/>
                    </a:lnTo>
                    <a:lnTo>
                      <a:pt x="1080996" y="1981391"/>
                    </a:lnTo>
                    <a:lnTo>
                      <a:pt x="0" y="815043"/>
                    </a:lnTo>
                    <a:lnTo>
                      <a:pt x="0" y="697019"/>
                    </a:lnTo>
                    <a:lnTo>
                      <a:pt x="226524" y="945376"/>
                    </a:lnTo>
                    <a:lnTo>
                      <a:pt x="1397816" y="2199112"/>
                    </a:lnTo>
                    <a:lnTo>
                      <a:pt x="1800463" y="2641209"/>
                    </a:lnTo>
                    <a:lnTo>
                      <a:pt x="1892197" y="2732192"/>
                    </a:lnTo>
                    <a:lnTo>
                      <a:pt x="1919917" y="2744121"/>
                    </a:lnTo>
                    <a:lnTo>
                      <a:pt x="1962441" y="2737242"/>
                    </a:lnTo>
                    <a:lnTo>
                      <a:pt x="2034738" y="2676745"/>
                    </a:lnTo>
                    <a:lnTo>
                      <a:pt x="2216307" y="2490749"/>
                    </a:lnTo>
                    <a:lnTo>
                      <a:pt x="2289013" y="2411368"/>
                    </a:lnTo>
                    <a:lnTo>
                      <a:pt x="2376675" y="2292270"/>
                    </a:lnTo>
                    <a:lnTo>
                      <a:pt x="2458068" y="2137275"/>
                    </a:lnTo>
                    <a:lnTo>
                      <a:pt x="2485161" y="2067337"/>
                    </a:lnTo>
                    <a:lnTo>
                      <a:pt x="2536193" y="1906093"/>
                    </a:lnTo>
                    <a:lnTo>
                      <a:pt x="2664968" y="1410430"/>
                    </a:lnTo>
                    <a:lnTo>
                      <a:pt x="2731220" y="1240122"/>
                    </a:lnTo>
                    <a:lnTo>
                      <a:pt x="2812782" y="1078611"/>
                    </a:lnTo>
                    <a:lnTo>
                      <a:pt x="2873176" y="987275"/>
                    </a:lnTo>
                    <a:lnTo>
                      <a:pt x="3094193" y="724780"/>
                    </a:lnTo>
                    <a:lnTo>
                      <a:pt x="3109192" y="685694"/>
                    </a:lnTo>
                    <a:lnTo>
                      <a:pt x="3116851" y="682852"/>
                    </a:lnTo>
                    <a:lnTo>
                      <a:pt x="2473087" y="0"/>
                    </a:lnTo>
                    <a:lnTo>
                      <a:pt x="2608262" y="0"/>
                    </a:lnTo>
                    <a:lnTo>
                      <a:pt x="2616057" y="28393"/>
                    </a:lnTo>
                    <a:lnTo>
                      <a:pt x="2733592" y="150966"/>
                    </a:lnTo>
                    <a:lnTo>
                      <a:pt x="2824228" y="136952"/>
                    </a:lnTo>
                    <a:lnTo>
                      <a:pt x="2875045" y="112180"/>
                    </a:lnTo>
                    <a:lnTo>
                      <a:pt x="2994558" y="0"/>
                    </a:lnTo>
                    <a:lnTo>
                      <a:pt x="3125950" y="0"/>
                    </a:lnTo>
                    <a:lnTo>
                      <a:pt x="2914166" y="200333"/>
                    </a:lnTo>
                    <a:lnTo>
                      <a:pt x="2879520" y="241022"/>
                    </a:lnTo>
                    <a:lnTo>
                      <a:pt x="2861007" y="285958"/>
                    </a:lnTo>
                    <a:lnTo>
                      <a:pt x="4769862" y="2328944"/>
                    </a:lnTo>
                    <a:lnTo>
                      <a:pt x="4805529" y="2370330"/>
                    </a:lnTo>
                    <a:lnTo>
                      <a:pt x="4814936" y="2398747"/>
                    </a:lnTo>
                    <a:lnTo>
                      <a:pt x="4820392" y="2399757"/>
                    </a:lnTo>
                    <a:lnTo>
                      <a:pt x="4833679" y="2378498"/>
                    </a:lnTo>
                    <a:lnTo>
                      <a:pt x="4853644" y="2364909"/>
                    </a:lnTo>
                    <a:lnTo>
                      <a:pt x="5442317" y="3056406"/>
                    </a:lnTo>
                    <a:lnTo>
                      <a:pt x="5485475" y="3098877"/>
                    </a:lnTo>
                    <a:lnTo>
                      <a:pt x="5506772" y="3101725"/>
                    </a:lnTo>
                    <a:lnTo>
                      <a:pt x="5504786" y="3116090"/>
                    </a:lnTo>
                    <a:lnTo>
                      <a:pt x="5518551" y="3110490"/>
                    </a:lnTo>
                    <a:lnTo>
                      <a:pt x="5646373" y="3361294"/>
                    </a:lnTo>
                    <a:lnTo>
                      <a:pt x="5835245" y="3713428"/>
                    </a:lnTo>
                    <a:lnTo>
                      <a:pt x="6211264" y="4530352"/>
                    </a:lnTo>
                    <a:lnTo>
                      <a:pt x="6287067" y="4497030"/>
                    </a:lnTo>
                    <a:lnTo>
                      <a:pt x="10044000" y="1606601"/>
                    </a:lnTo>
                    <a:lnTo>
                      <a:pt x="10044000" y="1791013"/>
                    </a:lnTo>
                    <a:lnTo>
                      <a:pt x="9725426" y="2037256"/>
                    </a:lnTo>
                    <a:lnTo>
                      <a:pt x="9602791" y="2120572"/>
                    </a:lnTo>
                    <a:lnTo>
                      <a:pt x="9614711" y="2127780"/>
                    </a:lnTo>
                    <a:lnTo>
                      <a:pt x="9613941" y="2153739"/>
                    </a:lnTo>
                    <a:lnTo>
                      <a:pt x="9620232" y="2174934"/>
                    </a:lnTo>
                    <a:lnTo>
                      <a:pt x="9678022" y="2250408"/>
                    </a:lnTo>
                    <a:lnTo>
                      <a:pt x="10044000" y="3000452"/>
                    </a:lnTo>
                    <a:lnTo>
                      <a:pt x="10044000" y="3182168"/>
                    </a:lnTo>
                    <a:lnTo>
                      <a:pt x="9801016" y="2683968"/>
                    </a:lnTo>
                    <a:lnTo>
                      <a:pt x="9661618" y="2471218"/>
                    </a:lnTo>
                    <a:lnTo>
                      <a:pt x="9178791" y="2823357"/>
                    </a:lnTo>
                    <a:lnTo>
                      <a:pt x="8708623" y="3187349"/>
                    </a:lnTo>
                    <a:lnTo>
                      <a:pt x="8687766" y="3211906"/>
                    </a:lnTo>
                    <a:lnTo>
                      <a:pt x="8678829" y="3232737"/>
                    </a:lnTo>
                    <a:lnTo>
                      <a:pt x="8673393" y="3266998"/>
                    </a:lnTo>
                    <a:lnTo>
                      <a:pt x="8679419" y="3312000"/>
                    </a:lnTo>
                    <a:lnTo>
                      <a:pt x="8700735" y="3363049"/>
                    </a:lnTo>
                    <a:lnTo>
                      <a:pt x="9144623" y="4245644"/>
                    </a:lnTo>
                    <a:lnTo>
                      <a:pt x="9071886" y="4282059"/>
                    </a:lnTo>
                    <a:lnTo>
                      <a:pt x="8539300" y="3217762"/>
                    </a:lnTo>
                    <a:lnTo>
                      <a:pt x="9587753" y="2410967"/>
                    </a:lnTo>
                    <a:lnTo>
                      <a:pt x="9620911" y="2374209"/>
                    </a:lnTo>
                    <a:lnTo>
                      <a:pt x="9626733" y="2358901"/>
                    </a:lnTo>
                    <a:lnTo>
                      <a:pt x="9623475" y="2318775"/>
                    </a:lnTo>
                    <a:lnTo>
                      <a:pt x="9564866" y="2232063"/>
                    </a:lnTo>
                    <a:lnTo>
                      <a:pt x="9537768" y="2211010"/>
                    </a:lnTo>
                    <a:lnTo>
                      <a:pt x="9507053" y="2206306"/>
                    </a:lnTo>
                    <a:lnTo>
                      <a:pt x="9509486" y="2193139"/>
                    </a:lnTo>
                    <a:lnTo>
                      <a:pt x="9505742" y="2188531"/>
                    </a:lnTo>
                    <a:lnTo>
                      <a:pt x="6279293" y="4671782"/>
                    </a:lnTo>
                    <a:lnTo>
                      <a:pt x="6323744" y="4765015"/>
                    </a:lnTo>
                    <a:lnTo>
                      <a:pt x="6329160" y="4762472"/>
                    </a:lnTo>
                    <a:lnTo>
                      <a:pt x="6339650" y="4736308"/>
                    </a:lnTo>
                    <a:lnTo>
                      <a:pt x="6356969" y="4720762"/>
                    </a:lnTo>
                    <a:lnTo>
                      <a:pt x="6373473" y="4756392"/>
                    </a:lnTo>
                    <a:lnTo>
                      <a:pt x="6414893" y="4739259"/>
                    </a:lnTo>
                    <a:lnTo>
                      <a:pt x="6515699" y="4942327"/>
                    </a:lnTo>
                    <a:lnTo>
                      <a:pt x="6474948" y="4969774"/>
                    </a:lnTo>
                    <a:lnTo>
                      <a:pt x="6492920" y="5001887"/>
                    </a:lnTo>
                    <a:lnTo>
                      <a:pt x="6534242" y="4981917"/>
                    </a:lnTo>
                    <a:lnTo>
                      <a:pt x="6760717" y="5455100"/>
                    </a:lnTo>
                    <a:lnTo>
                      <a:pt x="6725630" y="5487930"/>
                    </a:lnTo>
                    <a:lnTo>
                      <a:pt x="6739431" y="5522256"/>
                    </a:lnTo>
                    <a:lnTo>
                      <a:pt x="6714594" y="5524471"/>
                    </a:lnTo>
                    <a:lnTo>
                      <a:pt x="6691079" y="5516796"/>
                    </a:lnTo>
                    <a:lnTo>
                      <a:pt x="6687924" y="5521962"/>
                    </a:lnTo>
                    <a:lnTo>
                      <a:pt x="8175312" y="8604000"/>
                    </a:lnTo>
                    <a:lnTo>
                      <a:pt x="8724158" y="8604000"/>
                    </a:lnTo>
                    <a:lnTo>
                      <a:pt x="8745522" y="8593764"/>
                    </a:lnTo>
                    <a:lnTo>
                      <a:pt x="9066540" y="8461447"/>
                    </a:lnTo>
                    <a:lnTo>
                      <a:pt x="10044000" y="7994017"/>
                    </a:lnTo>
                    <a:lnTo>
                      <a:pt x="10044000" y="8090415"/>
                    </a:lnTo>
                    <a:lnTo>
                      <a:pt x="8966194" y="8604000"/>
                    </a:lnTo>
                    <a:lnTo>
                      <a:pt x="8079934" y="8604000"/>
                    </a:lnTo>
                    <a:lnTo>
                      <a:pt x="6678659" y="5684941"/>
                    </a:lnTo>
                    <a:lnTo>
                      <a:pt x="6153978" y="4612957"/>
                    </a:lnTo>
                    <a:lnTo>
                      <a:pt x="5543534" y="5003852"/>
                    </a:lnTo>
                    <a:lnTo>
                      <a:pt x="5452773" y="5095246"/>
                    </a:lnTo>
                    <a:lnTo>
                      <a:pt x="5307629" y="5278006"/>
                    </a:lnTo>
                    <a:lnTo>
                      <a:pt x="5222907" y="5369622"/>
                    </a:lnTo>
                    <a:lnTo>
                      <a:pt x="5162267" y="5421441"/>
                    </a:lnTo>
                    <a:lnTo>
                      <a:pt x="3858831" y="6286284"/>
                    </a:lnTo>
                    <a:lnTo>
                      <a:pt x="1630400" y="7673961"/>
                    </a:lnTo>
                    <a:lnTo>
                      <a:pt x="80572" y="8604000"/>
                    </a:lnTo>
                    <a:lnTo>
                      <a:pt x="0" y="8604000"/>
                    </a:lnTo>
                    <a:close/>
                    <a:moveTo>
                      <a:pt x="1727288" y="5920236"/>
                    </a:moveTo>
                    <a:lnTo>
                      <a:pt x="1724540" y="5935899"/>
                    </a:lnTo>
                    <a:lnTo>
                      <a:pt x="1730844" y="5966204"/>
                    </a:lnTo>
                    <a:lnTo>
                      <a:pt x="1846802" y="6175157"/>
                    </a:lnTo>
                    <a:lnTo>
                      <a:pt x="1914059" y="6317773"/>
                    </a:lnTo>
                    <a:lnTo>
                      <a:pt x="2245141" y="7055100"/>
                    </a:lnTo>
                    <a:lnTo>
                      <a:pt x="2269679" y="7088493"/>
                    </a:lnTo>
                    <a:lnTo>
                      <a:pt x="2290974" y="7103498"/>
                    </a:lnTo>
                    <a:lnTo>
                      <a:pt x="2312680" y="7109319"/>
                    </a:lnTo>
                    <a:lnTo>
                      <a:pt x="2337105" y="7105851"/>
                    </a:lnTo>
                    <a:lnTo>
                      <a:pt x="3543282" y="6384495"/>
                    </a:lnTo>
                    <a:lnTo>
                      <a:pt x="4407255" y="5819171"/>
                    </a:lnTo>
                    <a:lnTo>
                      <a:pt x="5149952" y="5308866"/>
                    </a:lnTo>
                    <a:lnTo>
                      <a:pt x="5495105" y="4982467"/>
                    </a:lnTo>
                    <a:lnTo>
                      <a:pt x="6133540" y="4566358"/>
                    </a:lnTo>
                    <a:lnTo>
                      <a:pt x="5522751" y="3313014"/>
                    </a:lnTo>
                    <a:lnTo>
                      <a:pt x="5475329" y="3247679"/>
                    </a:lnTo>
                    <a:lnTo>
                      <a:pt x="5373479" y="3290173"/>
                    </a:lnTo>
                    <a:lnTo>
                      <a:pt x="5059763" y="3532823"/>
                    </a:lnTo>
                    <a:lnTo>
                      <a:pt x="4631221" y="3828605"/>
                    </a:lnTo>
                    <a:lnTo>
                      <a:pt x="3821150" y="4404363"/>
                    </a:lnTo>
                    <a:lnTo>
                      <a:pt x="1712127" y="5912000"/>
                    </a:lnTo>
                    <a:lnTo>
                      <a:pt x="1715569" y="5916846"/>
                    </a:lnTo>
                    <a:close/>
                    <a:moveTo>
                      <a:pt x="2384195" y="2563646"/>
                    </a:moveTo>
                    <a:lnTo>
                      <a:pt x="2420685" y="2599766"/>
                    </a:lnTo>
                    <a:lnTo>
                      <a:pt x="2430833" y="2605477"/>
                    </a:lnTo>
                    <a:lnTo>
                      <a:pt x="2445080" y="2601814"/>
                    </a:lnTo>
                    <a:lnTo>
                      <a:pt x="2465824" y="2580893"/>
                    </a:lnTo>
                    <a:lnTo>
                      <a:pt x="2514088" y="2507910"/>
                    </a:lnTo>
                    <a:lnTo>
                      <a:pt x="2580694" y="2422556"/>
                    </a:lnTo>
                    <a:lnTo>
                      <a:pt x="3007635" y="2029058"/>
                    </a:lnTo>
                    <a:lnTo>
                      <a:pt x="3482934" y="1568564"/>
                    </a:lnTo>
                    <a:lnTo>
                      <a:pt x="3634510" y="1434294"/>
                    </a:lnTo>
                    <a:lnTo>
                      <a:pt x="3902774" y="1694676"/>
                    </a:lnTo>
                    <a:lnTo>
                      <a:pt x="4494750" y="2376149"/>
                    </a:lnTo>
                    <a:lnTo>
                      <a:pt x="4647637" y="2545964"/>
                    </a:lnTo>
                    <a:lnTo>
                      <a:pt x="4657828" y="2549559"/>
                    </a:lnTo>
                    <a:lnTo>
                      <a:pt x="4707116" y="2501850"/>
                    </a:lnTo>
                    <a:lnTo>
                      <a:pt x="4720225" y="2482957"/>
                    </a:lnTo>
                    <a:lnTo>
                      <a:pt x="4740093" y="2432748"/>
                    </a:lnTo>
                    <a:lnTo>
                      <a:pt x="4729463" y="2396532"/>
                    </a:lnTo>
                    <a:lnTo>
                      <a:pt x="4687748" y="2344234"/>
                    </a:lnTo>
                    <a:lnTo>
                      <a:pt x="3227255" y="801181"/>
                    </a:lnTo>
                    <a:lnTo>
                      <a:pt x="3109679" y="926040"/>
                    </a:lnTo>
                    <a:lnTo>
                      <a:pt x="3003951" y="1053917"/>
                    </a:lnTo>
                    <a:lnTo>
                      <a:pt x="2943409" y="1139296"/>
                    </a:lnTo>
                    <a:lnTo>
                      <a:pt x="2886230" y="1248698"/>
                    </a:lnTo>
                    <a:lnTo>
                      <a:pt x="2826003" y="1382630"/>
                    </a:lnTo>
                    <a:lnTo>
                      <a:pt x="2771796" y="1537878"/>
                    </a:lnTo>
                    <a:lnTo>
                      <a:pt x="2654999" y="2012218"/>
                    </a:lnTo>
                    <a:lnTo>
                      <a:pt x="2624913" y="2103525"/>
                    </a:lnTo>
                    <a:lnTo>
                      <a:pt x="2552561" y="2267906"/>
                    </a:lnTo>
                    <a:lnTo>
                      <a:pt x="2465025" y="2410988"/>
                    </a:lnTo>
                    <a:lnTo>
                      <a:pt x="2380232" y="2524493"/>
                    </a:lnTo>
                    <a:lnTo>
                      <a:pt x="2377723" y="2536842"/>
                    </a:lnTo>
                    <a:close/>
                    <a:moveTo>
                      <a:pt x="981880" y="3826836"/>
                    </a:moveTo>
                    <a:lnTo>
                      <a:pt x="1469409" y="4340938"/>
                    </a:lnTo>
                    <a:lnTo>
                      <a:pt x="1832478" y="4744036"/>
                    </a:lnTo>
                    <a:lnTo>
                      <a:pt x="1891187" y="4792583"/>
                    </a:lnTo>
                    <a:lnTo>
                      <a:pt x="1912434" y="4801356"/>
                    </a:lnTo>
                    <a:lnTo>
                      <a:pt x="1942791" y="4797760"/>
                    </a:lnTo>
                    <a:lnTo>
                      <a:pt x="2075296" y="4660840"/>
                    </a:lnTo>
                    <a:lnTo>
                      <a:pt x="2642440" y="4135113"/>
                    </a:lnTo>
                    <a:lnTo>
                      <a:pt x="2607273" y="4093265"/>
                    </a:lnTo>
                    <a:lnTo>
                      <a:pt x="3828140" y="3175814"/>
                    </a:lnTo>
                    <a:lnTo>
                      <a:pt x="4338663" y="2802834"/>
                    </a:lnTo>
                    <a:lnTo>
                      <a:pt x="4608226" y="2588993"/>
                    </a:lnTo>
                    <a:lnTo>
                      <a:pt x="4521291" y="2491074"/>
                    </a:lnTo>
                    <a:lnTo>
                      <a:pt x="4491507" y="2482648"/>
                    </a:lnTo>
                    <a:lnTo>
                      <a:pt x="4467584" y="2494872"/>
                    </a:lnTo>
                    <a:lnTo>
                      <a:pt x="3616897" y="3293965"/>
                    </a:lnTo>
                    <a:lnTo>
                      <a:pt x="3286547" y="3553257"/>
                    </a:lnTo>
                    <a:lnTo>
                      <a:pt x="3095069" y="3369394"/>
                    </a:lnTo>
                    <a:lnTo>
                      <a:pt x="3087915" y="3369017"/>
                    </a:lnTo>
                    <a:lnTo>
                      <a:pt x="3042673" y="3387419"/>
                    </a:lnTo>
                    <a:lnTo>
                      <a:pt x="2606639" y="3777605"/>
                    </a:lnTo>
                    <a:lnTo>
                      <a:pt x="2085191" y="3220546"/>
                    </a:lnTo>
                    <a:lnTo>
                      <a:pt x="2051478" y="3196395"/>
                    </a:lnTo>
                    <a:lnTo>
                      <a:pt x="2020758" y="3193668"/>
                    </a:lnTo>
                    <a:lnTo>
                      <a:pt x="2005697" y="3200055"/>
                    </a:lnTo>
                    <a:lnTo>
                      <a:pt x="1194369" y="3965119"/>
                    </a:lnTo>
                    <a:lnTo>
                      <a:pt x="1154913" y="3922785"/>
                    </a:lnTo>
                    <a:lnTo>
                      <a:pt x="2426976" y="2726256"/>
                    </a:lnTo>
                    <a:lnTo>
                      <a:pt x="2432800" y="2710953"/>
                    </a:lnTo>
                    <a:lnTo>
                      <a:pt x="2425553" y="2686885"/>
                    </a:lnTo>
                    <a:lnTo>
                      <a:pt x="2347888" y="2606398"/>
                    </a:lnTo>
                    <a:lnTo>
                      <a:pt x="2313310" y="2603083"/>
                    </a:lnTo>
                    <a:lnTo>
                      <a:pt x="2304187" y="2606547"/>
                    </a:lnTo>
                    <a:lnTo>
                      <a:pt x="2111011" y="2795067"/>
                    </a:lnTo>
                    <a:lnTo>
                      <a:pt x="1674818" y="3200886"/>
                    </a:lnTo>
                    <a:lnTo>
                      <a:pt x="1520281" y="3338185"/>
                    </a:lnTo>
                    <a:lnTo>
                      <a:pt x="1483767" y="3359762"/>
                    </a:lnTo>
                    <a:lnTo>
                      <a:pt x="983948" y="3796480"/>
                    </a:lnTo>
                    <a:lnTo>
                      <a:pt x="978379" y="3817682"/>
                    </a:lnTo>
                    <a:close/>
                    <a:moveTo>
                      <a:pt x="2557583" y="2620837"/>
                    </a:moveTo>
                    <a:lnTo>
                      <a:pt x="2877357" y="2956360"/>
                    </a:lnTo>
                    <a:lnTo>
                      <a:pt x="2932404" y="3032214"/>
                    </a:lnTo>
                    <a:lnTo>
                      <a:pt x="3015290" y="3199312"/>
                    </a:lnTo>
                    <a:lnTo>
                      <a:pt x="3262325" y="3453488"/>
                    </a:lnTo>
                    <a:lnTo>
                      <a:pt x="3297572" y="3468371"/>
                    </a:lnTo>
                    <a:lnTo>
                      <a:pt x="3341211" y="3446617"/>
                    </a:lnTo>
                    <a:lnTo>
                      <a:pt x="3547194" y="3291073"/>
                    </a:lnTo>
                    <a:lnTo>
                      <a:pt x="3577352" y="3263692"/>
                    </a:lnTo>
                    <a:lnTo>
                      <a:pt x="4110238" y="2754186"/>
                    </a:lnTo>
                    <a:lnTo>
                      <a:pt x="4447988" y="2412717"/>
                    </a:lnTo>
                    <a:lnTo>
                      <a:pt x="4104343" y="2006756"/>
                    </a:lnTo>
                    <a:lnTo>
                      <a:pt x="3790139" y="1673730"/>
                    </a:lnTo>
                    <a:lnTo>
                      <a:pt x="3646210" y="1539004"/>
                    </a:lnTo>
                    <a:lnTo>
                      <a:pt x="2571684" y="2507836"/>
                    </a:lnTo>
                    <a:lnTo>
                      <a:pt x="2556368" y="2523834"/>
                    </a:lnTo>
                    <a:lnTo>
                      <a:pt x="2541583" y="2557318"/>
                    </a:lnTo>
                    <a:lnTo>
                      <a:pt x="2542061" y="2590579"/>
                    </a:lnTo>
                    <a:close/>
                    <a:moveTo>
                      <a:pt x="2118708" y="3166161"/>
                    </a:moveTo>
                    <a:lnTo>
                      <a:pt x="2130791" y="3184176"/>
                    </a:lnTo>
                    <a:lnTo>
                      <a:pt x="2591286" y="3671509"/>
                    </a:lnTo>
                    <a:lnTo>
                      <a:pt x="2603928" y="3677438"/>
                    </a:lnTo>
                    <a:lnTo>
                      <a:pt x="2637231" y="3664773"/>
                    </a:lnTo>
                    <a:lnTo>
                      <a:pt x="2991477" y="3347024"/>
                    </a:lnTo>
                    <a:lnTo>
                      <a:pt x="3009305" y="3307438"/>
                    </a:lnTo>
                    <a:lnTo>
                      <a:pt x="3011014" y="3282971"/>
                    </a:lnTo>
                    <a:lnTo>
                      <a:pt x="2981673" y="3256699"/>
                    </a:lnTo>
                    <a:lnTo>
                      <a:pt x="2798424" y="3032456"/>
                    </a:lnTo>
                    <a:lnTo>
                      <a:pt x="2517067" y="2735829"/>
                    </a:lnTo>
                    <a:lnTo>
                      <a:pt x="2481420" y="2757321"/>
                    </a:lnTo>
                    <a:lnTo>
                      <a:pt x="2114889" y="3099907"/>
                    </a:lnTo>
                    <a:lnTo>
                      <a:pt x="2106766" y="313357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7" name="Контур"/>
              <p:cNvSpPr/>
              <p:nvPr/>
            </p:nvSpPr>
            <p:spPr>
              <a:xfrm>
                <a:off x="2652866" y="8774634"/>
                <a:ext cx="750471" cy="1413366"/>
              </a:xfrm>
              <a:custGeom>
                <a:avLst/>
                <a:gdLst/>
                <a:ahLst/>
                <a:cxnLst/>
                <a:rect l="l" t="t" r="r" b="b"/>
                <a:pathLst>
                  <a:path w="750471" h="1413366">
                    <a:moveTo>
                      <a:pt x="0" y="85511"/>
                    </a:moveTo>
                    <a:lnTo>
                      <a:pt x="254028" y="598111"/>
                    </a:lnTo>
                    <a:lnTo>
                      <a:pt x="648027" y="1413366"/>
                    </a:lnTo>
                    <a:lnTo>
                      <a:pt x="750471" y="1413366"/>
                    </a:lnTo>
                    <a:lnTo>
                      <a:pt x="700882" y="1309160"/>
                    </a:lnTo>
                    <a:lnTo>
                      <a:pt x="703001" y="1302473"/>
                    </a:lnTo>
                    <a:lnTo>
                      <a:pt x="742632" y="1280311"/>
                    </a:lnTo>
                    <a:lnTo>
                      <a:pt x="700049" y="1192265"/>
                    </a:lnTo>
                    <a:lnTo>
                      <a:pt x="655926" y="1207502"/>
                    </a:lnTo>
                    <a:lnTo>
                      <a:pt x="633132" y="1174379"/>
                    </a:lnTo>
                    <a:lnTo>
                      <a:pt x="605917" y="1111812"/>
                    </a:lnTo>
                    <a:lnTo>
                      <a:pt x="614008" y="1098800"/>
                    </a:lnTo>
                    <a:lnTo>
                      <a:pt x="641638" y="1086078"/>
                    </a:lnTo>
                    <a:lnTo>
                      <a:pt x="617353" y="1031550"/>
                    </a:lnTo>
                    <a:lnTo>
                      <a:pt x="593356" y="1043419"/>
                    </a:lnTo>
                    <a:lnTo>
                      <a:pt x="574760" y="1046073"/>
                    </a:lnTo>
                    <a:lnTo>
                      <a:pt x="532376" y="965617"/>
                    </a:lnTo>
                    <a:lnTo>
                      <a:pt x="532971" y="949100"/>
                    </a:lnTo>
                    <a:lnTo>
                      <a:pt x="571149" y="931314"/>
                    </a:lnTo>
                    <a:lnTo>
                      <a:pt x="562171" y="910079"/>
                    </a:lnTo>
                    <a:lnTo>
                      <a:pt x="488780" y="761562"/>
                    </a:lnTo>
                    <a:lnTo>
                      <a:pt x="457541" y="776747"/>
                    </a:lnTo>
                    <a:lnTo>
                      <a:pt x="443085" y="776192"/>
                    </a:lnTo>
                    <a:lnTo>
                      <a:pt x="437189" y="767932"/>
                    </a:lnTo>
                    <a:lnTo>
                      <a:pt x="244185" y="373529"/>
                    </a:lnTo>
                    <a:lnTo>
                      <a:pt x="243728" y="349559"/>
                    </a:lnTo>
                    <a:lnTo>
                      <a:pt x="280252" y="324656"/>
                    </a:lnTo>
                    <a:lnTo>
                      <a:pt x="240647" y="248911"/>
                    </a:lnTo>
                    <a:lnTo>
                      <a:pt x="206374" y="264017"/>
                    </a:lnTo>
                    <a:lnTo>
                      <a:pt x="197622" y="263457"/>
                    </a:lnTo>
                    <a:lnTo>
                      <a:pt x="189316" y="252703"/>
                    </a:lnTo>
                    <a:lnTo>
                      <a:pt x="194481" y="231554"/>
                    </a:lnTo>
                    <a:lnTo>
                      <a:pt x="258492" y="193963"/>
                    </a:lnTo>
                    <a:lnTo>
                      <a:pt x="160736" y="0"/>
                    </a:lnTo>
                    <a:lnTo>
                      <a:pt x="84897" y="3656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grpSp>
          <p:nvGrpSpPr>
            <p:cNvPr id="1154" name="Здания (ЕГКО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529" name="Контур"/>
              <p:cNvSpPr/>
              <p:nvPr/>
            </p:nvSpPr>
            <p:spPr>
              <a:xfrm>
                <a:off x="7314629" y="3740204"/>
                <a:ext cx="432324" cy="532260"/>
              </a:xfrm>
              <a:custGeom>
                <a:avLst/>
                <a:gdLst/>
                <a:ahLst/>
                <a:cxnLst/>
                <a:rect l="l" t="t" r="r" b="b"/>
                <a:pathLst>
                  <a:path w="432324" h="532260">
                    <a:moveTo>
                      <a:pt x="340128" y="532260"/>
                    </a:moveTo>
                    <a:lnTo>
                      <a:pt x="0" y="68400"/>
                    </a:lnTo>
                    <a:lnTo>
                      <a:pt x="89847" y="0"/>
                    </a:lnTo>
                    <a:lnTo>
                      <a:pt x="374616" y="388170"/>
                    </a:lnTo>
                    <a:lnTo>
                      <a:pt x="432324" y="465327"/>
                    </a:lnTo>
                    <a:lnTo>
                      <a:pt x="340128" y="5322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0" name="Контур"/>
              <p:cNvSpPr/>
              <p:nvPr/>
            </p:nvSpPr>
            <p:spPr>
              <a:xfrm>
                <a:off x="6593477" y="3756944"/>
                <a:ext cx="486846" cy="401904"/>
              </a:xfrm>
              <a:custGeom>
                <a:avLst/>
                <a:gdLst/>
                <a:ahLst/>
                <a:cxnLst/>
                <a:rect l="l" t="t" r="r" b="b"/>
                <a:pathLst>
                  <a:path w="486846" h="401904">
                    <a:moveTo>
                      <a:pt x="486846" y="73341"/>
                    </a:moveTo>
                    <a:lnTo>
                      <a:pt x="57951" y="401904"/>
                    </a:lnTo>
                    <a:lnTo>
                      <a:pt x="0" y="324000"/>
                    </a:lnTo>
                    <a:lnTo>
                      <a:pt x="432000" y="0"/>
                    </a:lnTo>
                    <a:lnTo>
                      <a:pt x="486846" y="733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1" name="Контур"/>
              <p:cNvSpPr/>
              <p:nvPr/>
            </p:nvSpPr>
            <p:spPr>
              <a:xfrm>
                <a:off x="6353409" y="3421736"/>
                <a:ext cx="810812" cy="678729"/>
              </a:xfrm>
              <a:custGeom>
                <a:avLst/>
                <a:gdLst/>
                <a:ahLst/>
                <a:cxnLst/>
                <a:rect l="l" t="t" r="r" b="b"/>
                <a:pathLst>
                  <a:path w="810812" h="678729">
                    <a:moveTo>
                      <a:pt x="87815" y="678729"/>
                    </a:moveTo>
                    <a:lnTo>
                      <a:pt x="0" y="561555"/>
                    </a:lnTo>
                    <a:lnTo>
                      <a:pt x="749296" y="0"/>
                    </a:lnTo>
                    <a:lnTo>
                      <a:pt x="781187" y="42552"/>
                    </a:lnTo>
                    <a:lnTo>
                      <a:pt x="754887" y="62262"/>
                    </a:lnTo>
                    <a:lnTo>
                      <a:pt x="810812" y="136884"/>
                    </a:lnTo>
                    <a:lnTo>
                      <a:pt x="87815" y="67872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2" name="Контур"/>
              <p:cNvSpPr/>
              <p:nvPr/>
            </p:nvSpPr>
            <p:spPr>
              <a:xfrm>
                <a:off x="6471049" y="3848237"/>
                <a:ext cx="855919" cy="1054434"/>
              </a:xfrm>
              <a:custGeom>
                <a:avLst/>
                <a:gdLst/>
                <a:ahLst/>
                <a:cxnLst/>
                <a:rect l="l" t="t" r="r" b="b"/>
                <a:pathLst>
                  <a:path w="855919" h="1054434">
                    <a:moveTo>
                      <a:pt x="855919" y="30630"/>
                    </a:moveTo>
                    <a:lnTo>
                      <a:pt x="816031" y="59763"/>
                    </a:lnTo>
                    <a:lnTo>
                      <a:pt x="66592" y="606999"/>
                    </a:lnTo>
                    <a:lnTo>
                      <a:pt x="163225" y="739335"/>
                    </a:lnTo>
                    <a:lnTo>
                      <a:pt x="194248" y="781644"/>
                    </a:lnTo>
                    <a:lnTo>
                      <a:pt x="327142" y="963633"/>
                    </a:lnTo>
                    <a:lnTo>
                      <a:pt x="368159" y="933058"/>
                    </a:lnTo>
                    <a:lnTo>
                      <a:pt x="417778" y="998280"/>
                    </a:lnTo>
                    <a:lnTo>
                      <a:pt x="332879" y="1054434"/>
                    </a:lnTo>
                    <a:lnTo>
                      <a:pt x="150066" y="811512"/>
                    </a:lnTo>
                    <a:lnTo>
                      <a:pt x="0" y="605609"/>
                    </a:lnTo>
                    <a:lnTo>
                      <a:pt x="832256" y="0"/>
                    </a:lnTo>
                    <a:lnTo>
                      <a:pt x="855919" y="3063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3" name="Контур"/>
              <p:cNvSpPr/>
              <p:nvPr/>
            </p:nvSpPr>
            <p:spPr>
              <a:xfrm>
                <a:off x="6665297" y="4053575"/>
                <a:ext cx="913446" cy="758295"/>
              </a:xfrm>
              <a:custGeom>
                <a:avLst/>
                <a:gdLst/>
                <a:ahLst/>
                <a:cxnLst/>
                <a:rect l="l" t="t" r="r" b="b"/>
                <a:pathLst>
                  <a:path w="913446" h="758295">
                    <a:moveTo>
                      <a:pt x="789246" y="0"/>
                    </a:moveTo>
                    <a:lnTo>
                      <a:pt x="913446" y="179271"/>
                    </a:lnTo>
                    <a:lnTo>
                      <a:pt x="605345" y="408025"/>
                    </a:lnTo>
                    <a:lnTo>
                      <a:pt x="380246" y="575123"/>
                    </a:lnTo>
                    <a:lnTo>
                      <a:pt x="173911" y="727720"/>
                    </a:lnTo>
                    <a:lnTo>
                      <a:pt x="132894" y="758295"/>
                    </a:lnTo>
                    <a:lnTo>
                      <a:pt x="0" y="576306"/>
                    </a:lnTo>
                    <a:lnTo>
                      <a:pt x="14202" y="565929"/>
                    </a:lnTo>
                    <a:lnTo>
                      <a:pt x="44478" y="543834"/>
                    </a:lnTo>
                    <a:lnTo>
                      <a:pt x="78924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4" name="Контур"/>
              <p:cNvSpPr/>
              <p:nvPr/>
            </p:nvSpPr>
            <p:spPr>
              <a:xfrm>
                <a:off x="7045543" y="4461600"/>
                <a:ext cx="250742" cy="201641"/>
              </a:xfrm>
              <a:custGeom>
                <a:avLst/>
                <a:gdLst/>
                <a:ahLst/>
                <a:cxnLst/>
                <a:rect l="l" t="t" r="r" b="b"/>
                <a:pathLst>
                  <a:path w="250742" h="201641">
                    <a:moveTo>
                      <a:pt x="0" y="167098"/>
                    </a:moveTo>
                    <a:lnTo>
                      <a:pt x="225099" y="0"/>
                    </a:lnTo>
                    <a:lnTo>
                      <a:pt x="250742" y="34543"/>
                    </a:lnTo>
                    <a:lnTo>
                      <a:pt x="25643" y="201641"/>
                    </a:lnTo>
                    <a:lnTo>
                      <a:pt x="0" y="16709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5" name="Контур"/>
              <p:cNvSpPr/>
              <p:nvPr/>
            </p:nvSpPr>
            <p:spPr>
              <a:xfrm>
                <a:off x="6634274" y="4555037"/>
                <a:ext cx="75501" cy="74844"/>
              </a:xfrm>
              <a:custGeom>
                <a:avLst/>
                <a:gdLst/>
                <a:ahLst/>
                <a:cxnLst/>
                <a:rect l="l" t="t" r="r" b="b"/>
                <a:pathLst>
                  <a:path w="75501" h="74844">
                    <a:moveTo>
                      <a:pt x="45225" y="64467"/>
                    </a:moveTo>
                    <a:lnTo>
                      <a:pt x="31023" y="74844"/>
                    </a:lnTo>
                    <a:lnTo>
                      <a:pt x="0" y="32535"/>
                    </a:lnTo>
                    <a:lnTo>
                      <a:pt x="44568" y="0"/>
                    </a:lnTo>
                    <a:lnTo>
                      <a:pt x="75501" y="42372"/>
                    </a:lnTo>
                    <a:lnTo>
                      <a:pt x="45225" y="6446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6" name="Контур"/>
              <p:cNvSpPr/>
              <p:nvPr/>
            </p:nvSpPr>
            <p:spPr>
              <a:xfrm>
                <a:off x="6537641" y="3908000"/>
                <a:ext cx="916902" cy="689409"/>
              </a:xfrm>
              <a:custGeom>
                <a:avLst/>
                <a:gdLst/>
                <a:ahLst/>
                <a:cxnLst/>
                <a:rect l="l" t="t" r="r" b="b"/>
                <a:pathLst>
                  <a:path w="916902" h="689409">
                    <a:moveTo>
                      <a:pt x="916902" y="145575"/>
                    </a:moveTo>
                    <a:lnTo>
                      <a:pt x="172134" y="689409"/>
                    </a:lnTo>
                    <a:lnTo>
                      <a:pt x="141201" y="647037"/>
                    </a:lnTo>
                    <a:lnTo>
                      <a:pt x="96633" y="679572"/>
                    </a:lnTo>
                    <a:lnTo>
                      <a:pt x="0" y="547236"/>
                    </a:lnTo>
                    <a:lnTo>
                      <a:pt x="749439" y="0"/>
                    </a:lnTo>
                    <a:lnTo>
                      <a:pt x="779994" y="41841"/>
                    </a:lnTo>
                    <a:lnTo>
                      <a:pt x="819882" y="12708"/>
                    </a:lnTo>
                    <a:lnTo>
                      <a:pt x="916902" y="1455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7" name="Контур"/>
              <p:cNvSpPr/>
              <p:nvPr/>
            </p:nvSpPr>
            <p:spPr>
              <a:xfrm>
                <a:off x="6244997" y="4080944"/>
                <a:ext cx="406431" cy="337095"/>
              </a:xfrm>
              <a:custGeom>
                <a:avLst/>
                <a:gdLst/>
                <a:ahLst/>
                <a:cxnLst/>
                <a:rect l="l" t="t" r="r" b="b"/>
                <a:pathLst>
                  <a:path w="406431" h="337095">
                    <a:moveTo>
                      <a:pt x="406431" y="77904"/>
                    </a:moveTo>
                    <a:lnTo>
                      <a:pt x="57960" y="337095"/>
                    </a:lnTo>
                    <a:lnTo>
                      <a:pt x="0" y="259200"/>
                    </a:lnTo>
                    <a:lnTo>
                      <a:pt x="348480" y="0"/>
                    </a:lnTo>
                    <a:lnTo>
                      <a:pt x="406431" y="779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8" name="Контур"/>
              <p:cNvSpPr/>
              <p:nvPr/>
            </p:nvSpPr>
            <p:spPr>
              <a:xfrm>
                <a:off x="5862686" y="5663504"/>
                <a:ext cx="287271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287271" h="275850">
                    <a:moveTo>
                      <a:pt x="225" y="157491"/>
                    </a:moveTo>
                    <a:lnTo>
                      <a:pt x="15606" y="147564"/>
                    </a:lnTo>
                    <a:lnTo>
                      <a:pt x="0" y="124839"/>
                    </a:lnTo>
                    <a:lnTo>
                      <a:pt x="199431" y="0"/>
                    </a:lnTo>
                    <a:lnTo>
                      <a:pt x="287271" y="141120"/>
                    </a:lnTo>
                    <a:lnTo>
                      <a:pt x="74862" y="275850"/>
                    </a:lnTo>
                    <a:lnTo>
                      <a:pt x="225" y="15749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9" name="Контур"/>
              <p:cNvSpPr/>
              <p:nvPr/>
            </p:nvSpPr>
            <p:spPr>
              <a:xfrm>
                <a:off x="7361700" y="5549589"/>
                <a:ext cx="229942" cy="211107"/>
              </a:xfrm>
              <a:custGeom>
                <a:avLst/>
                <a:gdLst/>
                <a:ahLst/>
                <a:cxnLst/>
                <a:rect l="l" t="t" r="r" b="b"/>
                <a:pathLst>
                  <a:path w="229942" h="211107">
                    <a:moveTo>
                      <a:pt x="166999" y="0"/>
                    </a:moveTo>
                    <a:lnTo>
                      <a:pt x="229942" y="80453"/>
                    </a:lnTo>
                    <a:lnTo>
                      <a:pt x="62943" y="211107"/>
                    </a:lnTo>
                    <a:lnTo>
                      <a:pt x="0" y="130654"/>
                    </a:lnTo>
                    <a:lnTo>
                      <a:pt x="16699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0" name="Контур"/>
              <p:cNvSpPr/>
              <p:nvPr/>
            </p:nvSpPr>
            <p:spPr>
              <a:xfrm>
                <a:off x="6091042" y="5106896"/>
                <a:ext cx="43295" cy="59876"/>
              </a:xfrm>
              <a:custGeom>
                <a:avLst/>
                <a:gdLst/>
                <a:ahLst/>
                <a:cxnLst/>
                <a:rect l="l" t="t" r="r" b="b"/>
                <a:pathLst>
                  <a:path w="43295" h="59876">
                    <a:moveTo>
                      <a:pt x="0" y="9241"/>
                    </a:moveTo>
                    <a:lnTo>
                      <a:pt x="20797" y="0"/>
                    </a:lnTo>
                    <a:lnTo>
                      <a:pt x="43295" y="50635"/>
                    </a:lnTo>
                    <a:lnTo>
                      <a:pt x="22499" y="59876"/>
                    </a:lnTo>
                    <a:lnTo>
                      <a:pt x="0" y="92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1" name="Контур"/>
              <p:cNvSpPr/>
              <p:nvPr/>
            </p:nvSpPr>
            <p:spPr>
              <a:xfrm>
                <a:off x="7104677" y="4723184"/>
                <a:ext cx="542871" cy="436725"/>
              </a:xfrm>
              <a:custGeom>
                <a:avLst/>
                <a:gdLst/>
                <a:ahLst/>
                <a:cxnLst/>
                <a:rect l="l" t="t" r="r" b="b"/>
                <a:pathLst>
                  <a:path w="542871" h="436725">
                    <a:moveTo>
                      <a:pt x="542871" y="86814"/>
                    </a:moveTo>
                    <a:lnTo>
                      <a:pt x="63360" y="436725"/>
                    </a:lnTo>
                    <a:lnTo>
                      <a:pt x="0" y="349920"/>
                    </a:lnTo>
                    <a:lnTo>
                      <a:pt x="479520" y="0"/>
                    </a:lnTo>
                    <a:lnTo>
                      <a:pt x="542871" y="8681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2" name="Контур"/>
              <p:cNvSpPr/>
              <p:nvPr/>
            </p:nvSpPr>
            <p:spPr>
              <a:xfrm>
                <a:off x="6040288" y="4996250"/>
                <a:ext cx="69052" cy="65611"/>
              </a:xfrm>
              <a:custGeom>
                <a:avLst/>
                <a:gdLst/>
                <a:ahLst/>
                <a:cxnLst/>
                <a:rect l="l" t="t" r="r" b="b"/>
                <a:pathLst>
                  <a:path w="69052" h="65611">
                    <a:moveTo>
                      <a:pt x="23047" y="65611"/>
                    </a:moveTo>
                    <a:lnTo>
                      <a:pt x="0" y="12032"/>
                    </a:lnTo>
                    <a:lnTo>
                      <a:pt x="63146" y="0"/>
                    </a:lnTo>
                    <a:lnTo>
                      <a:pt x="69052" y="26431"/>
                    </a:lnTo>
                    <a:lnTo>
                      <a:pt x="54753" y="29230"/>
                    </a:lnTo>
                    <a:lnTo>
                      <a:pt x="60038" y="59704"/>
                    </a:lnTo>
                    <a:lnTo>
                      <a:pt x="23047" y="656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3" name="Контур"/>
              <p:cNvSpPr/>
              <p:nvPr/>
            </p:nvSpPr>
            <p:spPr>
              <a:xfrm>
                <a:off x="6019387" y="4973580"/>
                <a:ext cx="84047" cy="34702"/>
              </a:xfrm>
              <a:custGeom>
                <a:avLst/>
                <a:gdLst/>
                <a:ahLst/>
                <a:cxnLst/>
                <a:rect l="l" t="t" r="r" b="b"/>
                <a:pathLst>
                  <a:path w="84047" h="34702">
                    <a:moveTo>
                      <a:pt x="20901" y="34702"/>
                    </a:moveTo>
                    <a:lnTo>
                      <a:pt x="0" y="15684"/>
                    </a:lnTo>
                    <a:lnTo>
                      <a:pt x="74947" y="0"/>
                    </a:lnTo>
                    <a:lnTo>
                      <a:pt x="84047" y="22670"/>
                    </a:lnTo>
                    <a:lnTo>
                      <a:pt x="20901" y="3470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4" name="Контур"/>
              <p:cNvSpPr/>
              <p:nvPr/>
            </p:nvSpPr>
            <p:spPr>
              <a:xfrm>
                <a:off x="5530516" y="4182845"/>
                <a:ext cx="105201" cy="88986"/>
              </a:xfrm>
              <a:custGeom>
                <a:avLst/>
                <a:gdLst/>
                <a:ahLst/>
                <a:cxnLst/>
                <a:rect l="l" t="t" r="r" b="b"/>
                <a:pathLst>
                  <a:path w="105201" h="88986">
                    <a:moveTo>
                      <a:pt x="85622" y="0"/>
                    </a:moveTo>
                    <a:lnTo>
                      <a:pt x="105201" y="27081"/>
                    </a:lnTo>
                    <a:lnTo>
                      <a:pt x="19580" y="88986"/>
                    </a:lnTo>
                    <a:lnTo>
                      <a:pt x="0" y="61905"/>
                    </a:lnTo>
                    <a:lnTo>
                      <a:pt x="8562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5" name="Контур"/>
              <p:cNvSpPr/>
              <p:nvPr/>
            </p:nvSpPr>
            <p:spPr>
              <a:xfrm>
                <a:off x="5057718" y="4214083"/>
                <a:ext cx="51451" cy="57545"/>
              </a:xfrm>
              <a:custGeom>
                <a:avLst/>
                <a:gdLst/>
                <a:ahLst/>
                <a:cxnLst/>
                <a:rect l="l" t="t" r="r" b="b"/>
                <a:pathLst>
                  <a:path w="51451" h="57545">
                    <a:moveTo>
                      <a:pt x="0" y="13575"/>
                    </a:moveTo>
                    <a:lnTo>
                      <a:pt x="17669" y="0"/>
                    </a:lnTo>
                    <a:lnTo>
                      <a:pt x="51451" y="43970"/>
                    </a:lnTo>
                    <a:lnTo>
                      <a:pt x="33783" y="57545"/>
                    </a:lnTo>
                    <a:lnTo>
                      <a:pt x="0" y="135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6" name="Контур"/>
              <p:cNvSpPr/>
              <p:nvPr/>
            </p:nvSpPr>
            <p:spPr>
              <a:xfrm>
                <a:off x="5351621" y="3704807"/>
                <a:ext cx="600381" cy="477603"/>
              </a:xfrm>
              <a:custGeom>
                <a:avLst/>
                <a:gdLst/>
                <a:ahLst/>
                <a:cxnLst/>
                <a:rect l="l" t="t" r="r" b="b"/>
                <a:pathLst>
                  <a:path w="600381" h="477603">
                    <a:moveTo>
                      <a:pt x="600381" y="82449"/>
                    </a:moveTo>
                    <a:lnTo>
                      <a:pt x="60327" y="477603"/>
                    </a:lnTo>
                    <a:lnTo>
                      <a:pt x="0" y="395154"/>
                    </a:lnTo>
                    <a:lnTo>
                      <a:pt x="540054" y="0"/>
                    </a:lnTo>
                    <a:lnTo>
                      <a:pt x="600381" y="824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7" name="Контур"/>
              <p:cNvSpPr/>
              <p:nvPr/>
            </p:nvSpPr>
            <p:spPr>
              <a:xfrm>
                <a:off x="5779228" y="3998360"/>
                <a:ext cx="114670" cy="96189"/>
              </a:xfrm>
              <a:custGeom>
                <a:avLst/>
                <a:gdLst/>
                <a:ahLst/>
                <a:cxnLst/>
                <a:rect l="l" t="t" r="r" b="b"/>
                <a:pathLst>
                  <a:path w="114670" h="96189">
                    <a:moveTo>
                      <a:pt x="94536" y="0"/>
                    </a:moveTo>
                    <a:lnTo>
                      <a:pt x="114670" y="27853"/>
                    </a:lnTo>
                    <a:lnTo>
                      <a:pt x="20134" y="96189"/>
                    </a:lnTo>
                    <a:lnTo>
                      <a:pt x="0" y="68335"/>
                    </a:lnTo>
                    <a:lnTo>
                      <a:pt x="9453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8" name="Контур"/>
              <p:cNvSpPr/>
              <p:nvPr/>
            </p:nvSpPr>
            <p:spPr>
              <a:xfrm>
                <a:off x="5660749" y="4089530"/>
                <a:ext cx="106269" cy="90334"/>
              </a:xfrm>
              <a:custGeom>
                <a:avLst/>
                <a:gdLst/>
                <a:ahLst/>
                <a:cxnLst/>
                <a:rect l="l" t="t" r="r" b="b"/>
                <a:pathLst>
                  <a:path w="106269" h="90334">
                    <a:moveTo>
                      <a:pt x="85529" y="0"/>
                    </a:moveTo>
                    <a:lnTo>
                      <a:pt x="106269" y="28853"/>
                    </a:lnTo>
                    <a:lnTo>
                      <a:pt x="20740" y="90334"/>
                    </a:lnTo>
                    <a:lnTo>
                      <a:pt x="0" y="61481"/>
                    </a:lnTo>
                    <a:lnTo>
                      <a:pt x="8552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9" name="Контур"/>
              <p:cNvSpPr/>
              <p:nvPr/>
            </p:nvSpPr>
            <p:spPr>
              <a:xfrm>
                <a:off x="5178859" y="4018817"/>
                <a:ext cx="56847" cy="63649"/>
              </a:xfrm>
              <a:custGeom>
                <a:avLst/>
                <a:gdLst/>
                <a:ahLst/>
                <a:cxnLst/>
                <a:rect l="l" t="t" r="r" b="b"/>
                <a:pathLst>
                  <a:path w="56847" h="63649">
                    <a:moveTo>
                      <a:pt x="20573" y="63649"/>
                    </a:moveTo>
                    <a:lnTo>
                      <a:pt x="0" y="46857"/>
                    </a:lnTo>
                    <a:lnTo>
                      <a:pt x="30318" y="0"/>
                    </a:lnTo>
                    <a:lnTo>
                      <a:pt x="56847" y="21668"/>
                    </a:lnTo>
                    <a:lnTo>
                      <a:pt x="20573" y="636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0" name="Контур"/>
              <p:cNvSpPr/>
              <p:nvPr/>
            </p:nvSpPr>
            <p:spPr>
              <a:xfrm>
                <a:off x="5113710" y="4122821"/>
                <a:ext cx="232214" cy="269742"/>
              </a:xfrm>
              <a:custGeom>
                <a:avLst/>
                <a:gdLst/>
                <a:ahLst/>
                <a:cxnLst/>
                <a:rect l="l" t="t" r="r" b="b"/>
                <a:pathLst>
                  <a:path w="232214" h="269742">
                    <a:moveTo>
                      <a:pt x="232214" y="239058"/>
                    </a:moveTo>
                    <a:lnTo>
                      <a:pt x="196484" y="269742"/>
                    </a:lnTo>
                    <a:lnTo>
                      <a:pt x="0" y="40948"/>
                    </a:lnTo>
                    <a:lnTo>
                      <a:pt x="30236" y="0"/>
                    </a:lnTo>
                    <a:lnTo>
                      <a:pt x="232214" y="2390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1" name="Контур"/>
              <p:cNvSpPr/>
              <p:nvPr/>
            </p:nvSpPr>
            <p:spPr>
              <a:xfrm>
                <a:off x="5397447" y="4276682"/>
                <a:ext cx="108331" cy="93690"/>
              </a:xfrm>
              <a:custGeom>
                <a:avLst/>
                <a:gdLst/>
                <a:ahLst/>
                <a:cxnLst/>
                <a:rect l="l" t="t" r="r" b="b"/>
                <a:pathLst>
                  <a:path w="108331" h="93690">
                    <a:moveTo>
                      <a:pt x="89072" y="0"/>
                    </a:moveTo>
                    <a:lnTo>
                      <a:pt x="108331" y="26273"/>
                    </a:lnTo>
                    <a:lnTo>
                      <a:pt x="20911" y="93690"/>
                    </a:lnTo>
                    <a:lnTo>
                      <a:pt x="0" y="65793"/>
                    </a:lnTo>
                    <a:lnTo>
                      <a:pt x="41588" y="35697"/>
                    </a:lnTo>
                    <a:lnTo>
                      <a:pt x="8907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2" name="Контур"/>
              <p:cNvSpPr/>
              <p:nvPr/>
            </p:nvSpPr>
            <p:spPr>
              <a:xfrm>
                <a:off x="4526220" y="4222974"/>
                <a:ext cx="163221" cy="163870"/>
              </a:xfrm>
              <a:custGeom>
                <a:avLst/>
                <a:gdLst/>
                <a:ahLst/>
                <a:cxnLst/>
                <a:rect l="l" t="t" r="r" b="b"/>
                <a:pathLst>
                  <a:path w="163221" h="163870">
                    <a:moveTo>
                      <a:pt x="0" y="75026"/>
                    </a:moveTo>
                    <a:lnTo>
                      <a:pt x="93381" y="0"/>
                    </a:lnTo>
                    <a:lnTo>
                      <a:pt x="163221" y="71775"/>
                    </a:lnTo>
                    <a:lnTo>
                      <a:pt x="64415" y="163870"/>
                    </a:lnTo>
                    <a:lnTo>
                      <a:pt x="0" y="7502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3" name="Контур"/>
              <p:cNvSpPr/>
              <p:nvPr/>
            </p:nvSpPr>
            <p:spPr>
              <a:xfrm>
                <a:off x="5206532" y="4088144"/>
                <a:ext cx="232503" cy="254331"/>
              </a:xfrm>
              <a:custGeom>
                <a:avLst/>
                <a:gdLst/>
                <a:ahLst/>
                <a:cxnLst/>
                <a:rect l="l" t="t" r="r" b="b"/>
                <a:pathLst>
                  <a:path w="232503" h="254331">
                    <a:moveTo>
                      <a:pt x="190915" y="254331"/>
                    </a:moveTo>
                    <a:lnTo>
                      <a:pt x="0" y="27099"/>
                    </a:lnTo>
                    <a:lnTo>
                      <a:pt x="31905" y="0"/>
                    </a:lnTo>
                    <a:lnTo>
                      <a:pt x="197291" y="181514"/>
                    </a:lnTo>
                    <a:lnTo>
                      <a:pt x="232503" y="224235"/>
                    </a:lnTo>
                    <a:lnTo>
                      <a:pt x="190915" y="25433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4" name="Контур"/>
              <p:cNvSpPr/>
              <p:nvPr/>
            </p:nvSpPr>
            <p:spPr>
              <a:xfrm>
                <a:off x="5403823" y="4233241"/>
                <a:ext cx="82696" cy="79138"/>
              </a:xfrm>
              <a:custGeom>
                <a:avLst/>
                <a:gdLst/>
                <a:ahLst/>
                <a:cxnLst/>
                <a:rect l="l" t="t" r="r" b="b"/>
                <a:pathLst>
                  <a:path w="82696" h="79138">
                    <a:moveTo>
                      <a:pt x="51585" y="0"/>
                    </a:moveTo>
                    <a:lnTo>
                      <a:pt x="69937" y="26421"/>
                    </a:lnTo>
                    <a:lnTo>
                      <a:pt x="82696" y="43441"/>
                    </a:lnTo>
                    <a:lnTo>
                      <a:pt x="35212" y="79138"/>
                    </a:lnTo>
                    <a:lnTo>
                      <a:pt x="0" y="36417"/>
                    </a:lnTo>
                    <a:lnTo>
                      <a:pt x="5158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5" name="Контур"/>
              <p:cNvSpPr/>
              <p:nvPr/>
            </p:nvSpPr>
            <p:spPr>
              <a:xfrm>
                <a:off x="5455408" y="3823208"/>
                <a:ext cx="596119" cy="453474"/>
              </a:xfrm>
              <a:custGeom>
                <a:avLst/>
                <a:gdLst/>
                <a:ahLst/>
                <a:cxnLst/>
                <a:rect l="l" t="t" r="r" b="b"/>
                <a:pathLst>
                  <a:path w="596119" h="453474">
                    <a:moveTo>
                      <a:pt x="596119" y="48099"/>
                    </a:moveTo>
                    <a:lnTo>
                      <a:pt x="547730" y="82953"/>
                    </a:lnTo>
                    <a:lnTo>
                      <a:pt x="511449" y="108831"/>
                    </a:lnTo>
                    <a:lnTo>
                      <a:pt x="467359" y="140009"/>
                    </a:lnTo>
                    <a:lnTo>
                      <a:pt x="418356" y="175152"/>
                    </a:lnTo>
                    <a:lnTo>
                      <a:pt x="323820" y="243487"/>
                    </a:lnTo>
                    <a:lnTo>
                      <a:pt x="290870" y="266322"/>
                    </a:lnTo>
                    <a:lnTo>
                      <a:pt x="205341" y="327803"/>
                    </a:lnTo>
                    <a:lnTo>
                      <a:pt x="160730" y="359637"/>
                    </a:lnTo>
                    <a:lnTo>
                      <a:pt x="75108" y="421542"/>
                    </a:lnTo>
                    <a:lnTo>
                      <a:pt x="31111" y="453474"/>
                    </a:lnTo>
                    <a:lnTo>
                      <a:pt x="18352" y="436454"/>
                    </a:lnTo>
                    <a:lnTo>
                      <a:pt x="0" y="410033"/>
                    </a:lnTo>
                    <a:lnTo>
                      <a:pt x="558962" y="0"/>
                    </a:lnTo>
                    <a:lnTo>
                      <a:pt x="573527" y="18851"/>
                    </a:lnTo>
                    <a:lnTo>
                      <a:pt x="596119" y="480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6" name="Контур"/>
              <p:cNvSpPr/>
              <p:nvPr/>
            </p:nvSpPr>
            <p:spPr>
              <a:xfrm>
                <a:off x="5441621" y="5769372"/>
                <a:ext cx="159003" cy="138515"/>
              </a:xfrm>
              <a:custGeom>
                <a:avLst/>
                <a:gdLst/>
                <a:ahLst/>
                <a:cxnLst/>
                <a:rect l="l" t="t" r="r" b="b"/>
                <a:pathLst>
                  <a:path w="159003" h="138515">
                    <a:moveTo>
                      <a:pt x="8729" y="99446"/>
                    </a:moveTo>
                    <a:lnTo>
                      <a:pt x="101121" y="43652"/>
                    </a:lnTo>
                    <a:lnTo>
                      <a:pt x="88425" y="22630"/>
                    </a:lnTo>
                    <a:lnTo>
                      <a:pt x="125898" y="0"/>
                    </a:lnTo>
                    <a:lnTo>
                      <a:pt x="159003" y="54820"/>
                    </a:lnTo>
                    <a:lnTo>
                      <a:pt x="20410" y="138515"/>
                    </a:lnTo>
                    <a:lnTo>
                      <a:pt x="0" y="104718"/>
                    </a:lnTo>
                    <a:lnTo>
                      <a:pt x="8729" y="994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7" name="Контур"/>
              <p:cNvSpPr/>
              <p:nvPr/>
            </p:nvSpPr>
            <p:spPr>
              <a:xfrm>
                <a:off x="4743347" y="5203289"/>
                <a:ext cx="836532" cy="671166"/>
              </a:xfrm>
              <a:custGeom>
                <a:avLst/>
                <a:gdLst/>
                <a:ahLst/>
                <a:cxnLst/>
                <a:rect l="l" t="t" r="r" b="b"/>
                <a:pathLst>
                  <a:path w="836532" h="671166">
                    <a:moveTo>
                      <a:pt x="731862" y="0"/>
                    </a:moveTo>
                    <a:lnTo>
                      <a:pt x="836532" y="145800"/>
                    </a:lnTo>
                    <a:lnTo>
                      <a:pt x="315826" y="522504"/>
                    </a:lnTo>
                    <a:lnTo>
                      <a:pt x="104670" y="671166"/>
                    </a:lnTo>
                    <a:lnTo>
                      <a:pt x="0" y="525366"/>
                    </a:lnTo>
                    <a:lnTo>
                      <a:pt x="27832" y="503857"/>
                    </a:lnTo>
                    <a:lnTo>
                      <a:pt x="580479" y="104157"/>
                    </a:lnTo>
                    <a:lnTo>
                      <a:pt x="73186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8" name="Контур"/>
              <p:cNvSpPr/>
              <p:nvPr/>
            </p:nvSpPr>
            <p:spPr>
              <a:xfrm>
                <a:off x="4744228" y="5225957"/>
                <a:ext cx="579598" cy="481189"/>
              </a:xfrm>
              <a:custGeom>
                <a:avLst/>
                <a:gdLst/>
                <a:ahLst/>
                <a:cxnLst/>
                <a:rect l="l" t="t" r="r" b="b"/>
                <a:pathLst>
                  <a:path w="579598" h="481189">
                    <a:moveTo>
                      <a:pt x="26951" y="481189"/>
                    </a:moveTo>
                    <a:lnTo>
                      <a:pt x="0" y="446259"/>
                    </a:lnTo>
                    <a:lnTo>
                      <a:pt x="124505" y="358067"/>
                    </a:lnTo>
                    <a:lnTo>
                      <a:pt x="90580" y="314267"/>
                    </a:lnTo>
                    <a:lnTo>
                      <a:pt x="521766" y="0"/>
                    </a:lnTo>
                    <a:lnTo>
                      <a:pt x="579598" y="81489"/>
                    </a:lnTo>
                    <a:lnTo>
                      <a:pt x="26951" y="48118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9" name="Контур"/>
              <p:cNvSpPr/>
              <p:nvPr/>
            </p:nvSpPr>
            <p:spPr>
              <a:xfrm>
                <a:off x="5820609" y="5393690"/>
                <a:ext cx="93750" cy="93735"/>
              </a:xfrm>
              <a:custGeom>
                <a:avLst/>
                <a:gdLst/>
                <a:ahLst/>
                <a:cxnLst/>
                <a:rect l="l" t="t" r="r" b="b"/>
                <a:pathLst>
                  <a:path w="93750" h="93735">
                    <a:moveTo>
                      <a:pt x="36823" y="93735"/>
                    </a:moveTo>
                    <a:lnTo>
                      <a:pt x="0" y="36851"/>
                    </a:lnTo>
                    <a:lnTo>
                      <a:pt x="56927" y="0"/>
                    </a:lnTo>
                    <a:lnTo>
                      <a:pt x="93750" y="56883"/>
                    </a:lnTo>
                    <a:lnTo>
                      <a:pt x="36823" y="937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0" name="Контур"/>
              <p:cNvSpPr/>
              <p:nvPr/>
            </p:nvSpPr>
            <p:spPr>
              <a:xfrm>
                <a:off x="5293157" y="4361879"/>
                <a:ext cx="96408" cy="89190"/>
              </a:xfrm>
              <a:custGeom>
                <a:avLst/>
                <a:gdLst/>
                <a:ahLst/>
                <a:cxnLst/>
                <a:rect l="l" t="t" r="r" b="b"/>
                <a:pathLst>
                  <a:path w="96408" h="89190">
                    <a:moveTo>
                      <a:pt x="0" y="44505"/>
                    </a:moveTo>
                    <a:lnTo>
                      <a:pt x="17037" y="30684"/>
                    </a:lnTo>
                    <a:lnTo>
                      <a:pt x="52767" y="0"/>
                    </a:lnTo>
                    <a:lnTo>
                      <a:pt x="96408" y="51534"/>
                    </a:lnTo>
                    <a:lnTo>
                      <a:pt x="71424" y="72621"/>
                    </a:lnTo>
                    <a:lnTo>
                      <a:pt x="65565" y="65682"/>
                    </a:lnTo>
                    <a:lnTo>
                      <a:pt x="37701" y="89190"/>
                    </a:lnTo>
                    <a:lnTo>
                      <a:pt x="0" y="445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1" name="Контур"/>
              <p:cNvSpPr/>
              <p:nvPr/>
            </p:nvSpPr>
            <p:spPr>
              <a:xfrm>
                <a:off x="5475209" y="5165105"/>
                <a:ext cx="168491" cy="183984"/>
              </a:xfrm>
              <a:custGeom>
                <a:avLst/>
                <a:gdLst/>
                <a:ahLst/>
                <a:cxnLst/>
                <a:rect l="l" t="t" r="r" b="b"/>
                <a:pathLst>
                  <a:path w="168491" h="183984">
                    <a:moveTo>
                      <a:pt x="0" y="38184"/>
                    </a:moveTo>
                    <a:lnTo>
                      <a:pt x="61300" y="0"/>
                    </a:lnTo>
                    <a:lnTo>
                      <a:pt x="168491" y="148912"/>
                    </a:lnTo>
                    <a:lnTo>
                      <a:pt x="104670" y="183984"/>
                    </a:lnTo>
                    <a:lnTo>
                      <a:pt x="0" y="381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2" name="Контур"/>
              <p:cNvSpPr/>
              <p:nvPr/>
            </p:nvSpPr>
            <p:spPr>
              <a:xfrm>
                <a:off x="3862625" y="4121678"/>
                <a:ext cx="162054" cy="169106"/>
              </a:xfrm>
              <a:custGeom>
                <a:avLst/>
                <a:gdLst/>
                <a:ahLst/>
                <a:cxnLst/>
                <a:rect l="l" t="t" r="r" b="b"/>
                <a:pathLst>
                  <a:path w="162054" h="169106">
                    <a:moveTo>
                      <a:pt x="27999" y="0"/>
                    </a:moveTo>
                    <a:lnTo>
                      <a:pt x="78624" y="54234"/>
                    </a:lnTo>
                    <a:lnTo>
                      <a:pt x="162054" y="143613"/>
                    </a:lnTo>
                    <a:lnTo>
                      <a:pt x="145691" y="158466"/>
                    </a:lnTo>
                    <a:lnTo>
                      <a:pt x="133455" y="169106"/>
                    </a:lnTo>
                    <a:lnTo>
                      <a:pt x="0" y="26136"/>
                    </a:lnTo>
                    <a:lnTo>
                      <a:pt x="2799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3" name="Контур"/>
              <p:cNvSpPr/>
              <p:nvPr/>
            </p:nvSpPr>
            <p:spPr>
              <a:xfrm>
                <a:off x="3890624" y="4054673"/>
                <a:ext cx="122409" cy="121239"/>
              </a:xfrm>
              <a:custGeom>
                <a:avLst/>
                <a:gdLst/>
                <a:ahLst/>
                <a:cxnLst/>
                <a:rect l="l" t="t" r="r" b="b"/>
                <a:pathLst>
                  <a:path w="122409" h="121239">
                    <a:moveTo>
                      <a:pt x="122409" y="54234"/>
                    </a:moveTo>
                    <a:lnTo>
                      <a:pt x="50625" y="121239"/>
                    </a:lnTo>
                    <a:lnTo>
                      <a:pt x="0" y="67005"/>
                    </a:lnTo>
                    <a:lnTo>
                      <a:pt x="71775" y="0"/>
                    </a:lnTo>
                    <a:lnTo>
                      <a:pt x="122409" y="542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4" name="Контур"/>
              <p:cNvSpPr/>
              <p:nvPr/>
            </p:nvSpPr>
            <p:spPr>
              <a:xfrm>
                <a:off x="4071128" y="3948419"/>
                <a:ext cx="197262" cy="195633"/>
              </a:xfrm>
              <a:custGeom>
                <a:avLst/>
                <a:gdLst/>
                <a:ahLst/>
                <a:cxnLst/>
                <a:rect l="l" t="t" r="r" b="b"/>
                <a:pathLst>
                  <a:path w="197262" h="195633">
                    <a:moveTo>
                      <a:pt x="0" y="106254"/>
                    </a:moveTo>
                    <a:lnTo>
                      <a:pt x="113832" y="0"/>
                    </a:lnTo>
                    <a:lnTo>
                      <a:pt x="197262" y="89379"/>
                    </a:lnTo>
                    <a:lnTo>
                      <a:pt x="83430" y="195633"/>
                    </a:lnTo>
                    <a:lnTo>
                      <a:pt x="0" y="1062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5" name="Контур"/>
              <p:cNvSpPr/>
              <p:nvPr/>
            </p:nvSpPr>
            <p:spPr>
              <a:xfrm>
                <a:off x="3941249" y="4054673"/>
                <a:ext cx="213309" cy="210618"/>
              </a:xfrm>
              <a:custGeom>
                <a:avLst/>
                <a:gdLst/>
                <a:ahLst/>
                <a:cxnLst/>
                <a:rect l="l" t="t" r="r" b="b"/>
                <a:pathLst>
                  <a:path w="213309" h="210618">
                    <a:moveTo>
                      <a:pt x="71784" y="54234"/>
                    </a:moveTo>
                    <a:lnTo>
                      <a:pt x="129879" y="0"/>
                    </a:lnTo>
                    <a:lnTo>
                      <a:pt x="213309" y="89379"/>
                    </a:lnTo>
                    <a:lnTo>
                      <a:pt x="186293" y="114739"/>
                    </a:lnTo>
                    <a:lnTo>
                      <a:pt x="83430" y="210618"/>
                    </a:lnTo>
                    <a:lnTo>
                      <a:pt x="0" y="121239"/>
                    </a:lnTo>
                    <a:lnTo>
                      <a:pt x="71784" y="542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6" name="Контур"/>
              <p:cNvSpPr/>
              <p:nvPr/>
            </p:nvSpPr>
            <p:spPr>
              <a:xfrm>
                <a:off x="3421243" y="3978891"/>
                <a:ext cx="194777" cy="184531"/>
              </a:xfrm>
              <a:custGeom>
                <a:avLst/>
                <a:gdLst/>
                <a:ahLst/>
                <a:cxnLst/>
                <a:rect l="l" t="t" r="r" b="b"/>
                <a:pathLst>
                  <a:path w="194777" h="184531">
                    <a:moveTo>
                      <a:pt x="0" y="143446"/>
                    </a:moveTo>
                    <a:lnTo>
                      <a:pt x="153768" y="0"/>
                    </a:lnTo>
                    <a:lnTo>
                      <a:pt x="194777" y="43205"/>
                    </a:lnTo>
                    <a:lnTo>
                      <a:pt x="43372" y="184531"/>
                    </a:lnTo>
                    <a:lnTo>
                      <a:pt x="16549" y="155777"/>
                    </a:lnTo>
                    <a:lnTo>
                      <a:pt x="13766" y="158203"/>
                    </a:lnTo>
                    <a:lnTo>
                      <a:pt x="0" y="1434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7" name="Контур"/>
              <p:cNvSpPr/>
              <p:nvPr/>
            </p:nvSpPr>
            <p:spPr>
              <a:xfrm>
                <a:off x="3962399" y="3998009"/>
                <a:ext cx="108729" cy="110898"/>
              </a:xfrm>
              <a:custGeom>
                <a:avLst/>
                <a:gdLst/>
                <a:ahLst/>
                <a:cxnLst/>
                <a:rect l="l" t="t" r="r" b="b"/>
                <a:pathLst>
                  <a:path w="108729" h="110898">
                    <a:moveTo>
                      <a:pt x="108729" y="56664"/>
                    </a:moveTo>
                    <a:lnTo>
                      <a:pt x="50634" y="110898"/>
                    </a:lnTo>
                    <a:lnTo>
                      <a:pt x="0" y="56664"/>
                    </a:lnTo>
                    <a:lnTo>
                      <a:pt x="55836" y="0"/>
                    </a:lnTo>
                    <a:lnTo>
                      <a:pt x="108729" y="566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8" name="Контур"/>
              <p:cNvSpPr/>
              <p:nvPr/>
            </p:nvSpPr>
            <p:spPr>
              <a:xfrm>
                <a:off x="4036406" y="4304810"/>
                <a:ext cx="1081709" cy="839269"/>
              </a:xfrm>
              <a:custGeom>
                <a:avLst/>
                <a:gdLst/>
                <a:ahLst/>
                <a:cxnLst/>
                <a:rect l="l" t="t" r="r" b="b"/>
                <a:pathLst>
                  <a:path w="1081709" h="839269">
                    <a:moveTo>
                      <a:pt x="0" y="747153"/>
                    </a:moveTo>
                    <a:lnTo>
                      <a:pt x="1013823" y="0"/>
                    </a:lnTo>
                    <a:lnTo>
                      <a:pt x="1081709" y="92116"/>
                    </a:lnTo>
                    <a:lnTo>
                      <a:pt x="67886" y="839269"/>
                    </a:lnTo>
                    <a:lnTo>
                      <a:pt x="0" y="7471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9" name="Контур"/>
              <p:cNvSpPr/>
              <p:nvPr/>
            </p:nvSpPr>
            <p:spPr>
              <a:xfrm>
                <a:off x="3956153" y="4231667"/>
                <a:ext cx="1038930" cy="761409"/>
              </a:xfrm>
              <a:custGeom>
                <a:avLst/>
                <a:gdLst/>
                <a:ahLst/>
                <a:cxnLst/>
                <a:rect l="l" t="t" r="r" b="b"/>
                <a:pathLst>
                  <a:path w="1038930" h="761409">
                    <a:moveTo>
                      <a:pt x="0" y="716787"/>
                    </a:moveTo>
                    <a:lnTo>
                      <a:pt x="1007172" y="0"/>
                    </a:lnTo>
                    <a:lnTo>
                      <a:pt x="1033573" y="37096"/>
                    </a:lnTo>
                    <a:lnTo>
                      <a:pt x="1038930" y="44622"/>
                    </a:lnTo>
                    <a:lnTo>
                      <a:pt x="31758" y="761409"/>
                    </a:lnTo>
                    <a:lnTo>
                      <a:pt x="0" y="7167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0" name="Контур"/>
              <p:cNvSpPr/>
              <p:nvPr/>
            </p:nvSpPr>
            <p:spPr>
              <a:xfrm>
                <a:off x="3944733" y="4659164"/>
                <a:ext cx="111525" cy="125423"/>
              </a:xfrm>
              <a:custGeom>
                <a:avLst/>
                <a:gdLst/>
                <a:ahLst/>
                <a:cxnLst/>
                <a:rect l="l" t="t" r="r" b="b"/>
                <a:pathLst>
                  <a:path w="111525" h="125423">
                    <a:moveTo>
                      <a:pt x="0" y="33191"/>
                    </a:moveTo>
                    <a:lnTo>
                      <a:pt x="48819" y="0"/>
                    </a:lnTo>
                    <a:lnTo>
                      <a:pt x="111525" y="92233"/>
                    </a:lnTo>
                    <a:lnTo>
                      <a:pt x="62706" y="125423"/>
                    </a:lnTo>
                    <a:lnTo>
                      <a:pt x="21976" y="65514"/>
                    </a:lnTo>
                    <a:lnTo>
                      <a:pt x="0" y="3319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1" name="Контур"/>
              <p:cNvSpPr/>
              <p:nvPr/>
            </p:nvSpPr>
            <p:spPr>
              <a:xfrm>
                <a:off x="4003752" y="4281033"/>
                <a:ext cx="586883" cy="478774"/>
              </a:xfrm>
              <a:custGeom>
                <a:avLst/>
                <a:gdLst/>
                <a:ahLst/>
                <a:cxnLst/>
                <a:rect l="l" t="t" r="r" b="b"/>
                <a:pathLst>
                  <a:path w="586883" h="478774">
                    <a:moveTo>
                      <a:pt x="0" y="372874"/>
                    </a:moveTo>
                    <a:lnTo>
                      <a:pt x="509436" y="0"/>
                    </a:lnTo>
                    <a:lnTo>
                      <a:pt x="522468" y="16967"/>
                    </a:lnTo>
                    <a:lnTo>
                      <a:pt x="586883" y="105811"/>
                    </a:lnTo>
                    <a:lnTo>
                      <a:pt x="76351" y="478774"/>
                    </a:lnTo>
                    <a:lnTo>
                      <a:pt x="0" y="37287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2" name="Контур"/>
              <p:cNvSpPr/>
              <p:nvPr/>
            </p:nvSpPr>
            <p:spPr>
              <a:xfrm>
                <a:off x="4008316" y="4169412"/>
                <a:ext cx="232853" cy="233897"/>
              </a:xfrm>
              <a:custGeom>
                <a:avLst/>
                <a:gdLst/>
                <a:ahLst/>
                <a:cxnLst/>
                <a:rect l="l" t="t" r="r" b="b"/>
                <a:pathLst>
                  <a:path w="232853" h="233897">
                    <a:moveTo>
                      <a:pt x="0" y="110732"/>
                    </a:moveTo>
                    <a:lnTo>
                      <a:pt x="16363" y="95879"/>
                    </a:lnTo>
                    <a:lnTo>
                      <a:pt x="119226" y="0"/>
                    </a:lnTo>
                    <a:lnTo>
                      <a:pt x="232853" y="124971"/>
                    </a:lnTo>
                    <a:lnTo>
                      <a:pt x="112846" y="233897"/>
                    </a:lnTo>
                    <a:lnTo>
                      <a:pt x="0" y="1107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3" name="Контур"/>
              <p:cNvSpPr/>
              <p:nvPr/>
            </p:nvSpPr>
            <p:spPr>
              <a:xfrm>
                <a:off x="4168634" y="3582200"/>
                <a:ext cx="670242" cy="712549"/>
              </a:xfrm>
              <a:custGeom>
                <a:avLst/>
                <a:gdLst/>
                <a:ahLst/>
                <a:cxnLst/>
                <a:rect l="l" t="t" r="r" b="b"/>
                <a:pathLst>
                  <a:path w="670242" h="712549">
                    <a:moveTo>
                      <a:pt x="0" y="123777"/>
                    </a:moveTo>
                    <a:lnTo>
                      <a:pt x="132075" y="0"/>
                    </a:lnTo>
                    <a:lnTo>
                      <a:pt x="670242" y="574691"/>
                    </a:lnTo>
                    <a:lnTo>
                      <a:pt x="520807" y="712549"/>
                    </a:lnTo>
                    <a:lnTo>
                      <a:pt x="450967" y="640774"/>
                    </a:lnTo>
                    <a:lnTo>
                      <a:pt x="365301" y="545940"/>
                    </a:lnTo>
                    <a:lnTo>
                      <a:pt x="345537" y="523809"/>
                    </a:lnTo>
                    <a:lnTo>
                      <a:pt x="336582" y="513792"/>
                    </a:lnTo>
                    <a:lnTo>
                      <a:pt x="249768" y="416583"/>
                    </a:lnTo>
                    <a:lnTo>
                      <a:pt x="264681" y="402417"/>
                    </a:lnTo>
                    <a:lnTo>
                      <a:pt x="0" y="12377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4" name="Контур"/>
              <p:cNvSpPr/>
              <p:nvPr/>
            </p:nvSpPr>
            <p:spPr>
              <a:xfrm>
                <a:off x="4006053" y="6043417"/>
                <a:ext cx="96485" cy="90958"/>
              </a:xfrm>
              <a:custGeom>
                <a:avLst/>
                <a:gdLst/>
                <a:ahLst/>
                <a:cxnLst/>
                <a:rect l="l" t="t" r="r" b="b"/>
                <a:pathLst>
                  <a:path w="96485" h="90958">
                    <a:moveTo>
                      <a:pt x="31541" y="90958"/>
                    </a:moveTo>
                    <a:lnTo>
                      <a:pt x="0" y="49941"/>
                    </a:lnTo>
                    <a:lnTo>
                      <a:pt x="64944" y="0"/>
                    </a:lnTo>
                    <a:lnTo>
                      <a:pt x="96485" y="41017"/>
                    </a:lnTo>
                    <a:lnTo>
                      <a:pt x="31541" y="909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5" name="Контур"/>
              <p:cNvSpPr/>
              <p:nvPr/>
            </p:nvSpPr>
            <p:spPr>
              <a:xfrm>
                <a:off x="4100746" y="5981417"/>
                <a:ext cx="165322" cy="177703"/>
              </a:xfrm>
              <a:custGeom>
                <a:avLst/>
                <a:gdLst/>
                <a:ahLst/>
                <a:cxnLst/>
                <a:rect l="l" t="t" r="r" b="b"/>
                <a:pathLst>
                  <a:path w="165322" h="177703">
                    <a:moveTo>
                      <a:pt x="80985" y="177703"/>
                    </a:moveTo>
                    <a:lnTo>
                      <a:pt x="0" y="61470"/>
                    </a:lnTo>
                    <a:lnTo>
                      <a:pt x="83220" y="0"/>
                    </a:lnTo>
                    <a:lnTo>
                      <a:pt x="165322" y="116793"/>
                    </a:lnTo>
                    <a:lnTo>
                      <a:pt x="80985" y="1777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6" name="Контур"/>
              <p:cNvSpPr/>
              <p:nvPr/>
            </p:nvSpPr>
            <p:spPr>
              <a:xfrm>
                <a:off x="3385339" y="5752419"/>
                <a:ext cx="78908" cy="77207"/>
              </a:xfrm>
              <a:custGeom>
                <a:avLst/>
                <a:gdLst/>
                <a:ahLst/>
                <a:cxnLst/>
                <a:rect l="l" t="t" r="r" b="b"/>
                <a:pathLst>
                  <a:path w="78908" h="77207">
                    <a:moveTo>
                      <a:pt x="28477" y="77207"/>
                    </a:moveTo>
                    <a:lnTo>
                      <a:pt x="0" y="39247"/>
                    </a:lnTo>
                    <a:lnTo>
                      <a:pt x="51298" y="0"/>
                    </a:lnTo>
                    <a:lnTo>
                      <a:pt x="78908" y="36833"/>
                    </a:lnTo>
                    <a:lnTo>
                      <a:pt x="28477" y="7720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7" name="Контур"/>
              <p:cNvSpPr/>
              <p:nvPr/>
            </p:nvSpPr>
            <p:spPr>
              <a:xfrm>
                <a:off x="4471797" y="5695342"/>
                <a:ext cx="123729" cy="107163"/>
              </a:xfrm>
              <a:custGeom>
                <a:avLst/>
                <a:gdLst/>
                <a:ahLst/>
                <a:cxnLst/>
                <a:rect l="l" t="t" r="r" b="b"/>
                <a:pathLst>
                  <a:path w="123729" h="107163">
                    <a:moveTo>
                      <a:pt x="29560" y="107163"/>
                    </a:moveTo>
                    <a:lnTo>
                      <a:pt x="0" y="68635"/>
                    </a:lnTo>
                    <a:lnTo>
                      <a:pt x="96165" y="0"/>
                    </a:lnTo>
                    <a:lnTo>
                      <a:pt x="123729" y="37994"/>
                    </a:lnTo>
                    <a:lnTo>
                      <a:pt x="29560" y="1071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8" name="Контур"/>
              <p:cNvSpPr/>
              <p:nvPr/>
            </p:nvSpPr>
            <p:spPr>
              <a:xfrm>
                <a:off x="3437448" y="5657000"/>
                <a:ext cx="89326" cy="78693"/>
              </a:xfrm>
              <a:custGeom>
                <a:avLst/>
                <a:gdLst/>
                <a:ahLst/>
                <a:cxnLst/>
                <a:rect l="l" t="t" r="r" b="b"/>
                <a:pathLst>
                  <a:path w="89326" h="78693">
                    <a:moveTo>
                      <a:pt x="0" y="41784"/>
                    </a:moveTo>
                    <a:lnTo>
                      <a:pt x="65938" y="0"/>
                    </a:lnTo>
                    <a:lnTo>
                      <a:pt x="89326" y="36909"/>
                    </a:lnTo>
                    <a:lnTo>
                      <a:pt x="23388" y="78693"/>
                    </a:lnTo>
                    <a:lnTo>
                      <a:pt x="0" y="417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9" name="Контур"/>
              <p:cNvSpPr/>
              <p:nvPr/>
            </p:nvSpPr>
            <p:spPr>
              <a:xfrm>
                <a:off x="4073109" y="4415301"/>
                <a:ext cx="1178475" cy="869692"/>
              </a:xfrm>
              <a:custGeom>
                <a:avLst/>
                <a:gdLst/>
                <a:ahLst/>
                <a:cxnLst/>
                <a:rect l="l" t="t" r="r" b="b"/>
                <a:pathLst>
                  <a:path w="1178475" h="869692">
                    <a:moveTo>
                      <a:pt x="1178475" y="41296"/>
                    </a:moveTo>
                    <a:lnTo>
                      <a:pt x="32008" y="869692"/>
                    </a:lnTo>
                    <a:lnTo>
                      <a:pt x="0" y="825025"/>
                    </a:lnTo>
                    <a:lnTo>
                      <a:pt x="1144783" y="0"/>
                    </a:lnTo>
                    <a:lnTo>
                      <a:pt x="1178475" y="4129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0" name="Контур"/>
              <p:cNvSpPr/>
              <p:nvPr/>
            </p:nvSpPr>
            <p:spPr>
              <a:xfrm>
                <a:off x="6419093" y="2498699"/>
                <a:ext cx="564888" cy="574245"/>
              </a:xfrm>
              <a:custGeom>
                <a:avLst/>
                <a:gdLst/>
                <a:ahLst/>
                <a:cxnLst/>
                <a:rect l="l" t="t" r="r" b="b"/>
                <a:pathLst>
                  <a:path w="564888" h="574245">
                    <a:moveTo>
                      <a:pt x="564888" y="82131"/>
                    </a:moveTo>
                    <a:lnTo>
                      <a:pt x="105264" y="574245"/>
                    </a:lnTo>
                    <a:lnTo>
                      <a:pt x="0" y="471825"/>
                    </a:lnTo>
                    <a:lnTo>
                      <a:pt x="456993" y="2187"/>
                    </a:lnTo>
                    <a:lnTo>
                      <a:pt x="477765" y="22392"/>
                    </a:lnTo>
                    <a:lnTo>
                      <a:pt x="499554" y="0"/>
                    </a:lnTo>
                    <a:lnTo>
                      <a:pt x="525943" y="24474"/>
                    </a:lnTo>
                    <a:lnTo>
                      <a:pt x="515681" y="36059"/>
                    </a:lnTo>
                    <a:lnTo>
                      <a:pt x="564888" y="8213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1" name="Контур"/>
              <p:cNvSpPr/>
              <p:nvPr/>
            </p:nvSpPr>
            <p:spPr>
              <a:xfrm>
                <a:off x="6133418" y="2871287"/>
                <a:ext cx="155073" cy="168783"/>
              </a:xfrm>
              <a:custGeom>
                <a:avLst/>
                <a:gdLst/>
                <a:ahLst/>
                <a:cxnLst/>
                <a:rect l="l" t="t" r="r" b="b"/>
                <a:pathLst>
                  <a:path w="155073" h="168783">
                    <a:moveTo>
                      <a:pt x="6214" y="72761"/>
                    </a:moveTo>
                    <a:lnTo>
                      <a:pt x="48694" y="31078"/>
                    </a:lnTo>
                    <a:lnTo>
                      <a:pt x="95776" y="0"/>
                    </a:lnTo>
                    <a:lnTo>
                      <a:pt x="120412" y="22854"/>
                    </a:lnTo>
                    <a:lnTo>
                      <a:pt x="130430" y="13032"/>
                    </a:lnTo>
                    <a:lnTo>
                      <a:pt x="155073" y="38490"/>
                    </a:lnTo>
                    <a:lnTo>
                      <a:pt x="108191" y="87201"/>
                    </a:lnTo>
                    <a:lnTo>
                      <a:pt x="23843" y="168783"/>
                    </a:lnTo>
                    <a:lnTo>
                      <a:pt x="0" y="146735"/>
                    </a:lnTo>
                    <a:lnTo>
                      <a:pt x="11020" y="135710"/>
                    </a:lnTo>
                    <a:lnTo>
                      <a:pt x="39270" y="106440"/>
                    </a:lnTo>
                    <a:lnTo>
                      <a:pt x="6214" y="7276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2" name="Контур"/>
              <p:cNvSpPr/>
              <p:nvPr/>
            </p:nvSpPr>
            <p:spPr>
              <a:xfrm>
                <a:off x="6211877" y="1948304"/>
                <a:ext cx="784800" cy="912960"/>
              </a:xfrm>
              <a:custGeom>
                <a:avLst/>
                <a:gdLst/>
                <a:ahLst/>
                <a:cxnLst/>
                <a:rect l="l" t="t" r="r" b="b"/>
                <a:pathLst>
                  <a:path w="784800" h="912960">
                    <a:moveTo>
                      <a:pt x="0" y="869760"/>
                    </a:moveTo>
                    <a:lnTo>
                      <a:pt x="341136" y="521280"/>
                    </a:lnTo>
                    <a:lnTo>
                      <a:pt x="692937" y="174609"/>
                    </a:lnTo>
                    <a:lnTo>
                      <a:pt x="567945" y="45396"/>
                    </a:lnTo>
                    <a:lnTo>
                      <a:pt x="614880" y="0"/>
                    </a:lnTo>
                    <a:lnTo>
                      <a:pt x="784800" y="175680"/>
                    </a:lnTo>
                    <a:lnTo>
                      <a:pt x="384480" y="570240"/>
                    </a:lnTo>
                    <a:lnTo>
                      <a:pt x="44640" y="912960"/>
                    </a:lnTo>
                    <a:lnTo>
                      <a:pt x="0" y="8697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3" name="Контур"/>
              <p:cNvSpPr/>
              <p:nvPr/>
            </p:nvSpPr>
            <p:spPr>
              <a:xfrm>
                <a:off x="6467459" y="3361412"/>
                <a:ext cx="125118" cy="119346"/>
              </a:xfrm>
              <a:custGeom>
                <a:avLst/>
                <a:gdLst/>
                <a:ahLst/>
                <a:cxnLst/>
                <a:rect l="l" t="t" r="r" b="b"/>
                <a:pathLst>
                  <a:path w="125118" h="119346">
                    <a:moveTo>
                      <a:pt x="0" y="72135"/>
                    </a:moveTo>
                    <a:lnTo>
                      <a:pt x="80739" y="0"/>
                    </a:lnTo>
                    <a:lnTo>
                      <a:pt x="125118" y="45135"/>
                    </a:lnTo>
                    <a:lnTo>
                      <a:pt x="100593" y="67374"/>
                    </a:lnTo>
                    <a:lnTo>
                      <a:pt x="43942" y="119346"/>
                    </a:lnTo>
                    <a:lnTo>
                      <a:pt x="29219" y="101823"/>
                    </a:lnTo>
                    <a:lnTo>
                      <a:pt x="0" y="721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4" name="Контур"/>
              <p:cNvSpPr/>
              <p:nvPr/>
            </p:nvSpPr>
            <p:spPr>
              <a:xfrm>
                <a:off x="6548198" y="2635184"/>
                <a:ext cx="720639" cy="771363"/>
              </a:xfrm>
              <a:custGeom>
                <a:avLst/>
                <a:gdLst/>
                <a:ahLst/>
                <a:cxnLst/>
                <a:rect l="l" t="t" r="r" b="b"/>
                <a:pathLst>
                  <a:path w="720639" h="771363">
                    <a:moveTo>
                      <a:pt x="0" y="726228"/>
                    </a:moveTo>
                    <a:lnTo>
                      <a:pt x="274635" y="440145"/>
                    </a:lnTo>
                    <a:lnTo>
                      <a:pt x="674559" y="0"/>
                    </a:lnTo>
                    <a:lnTo>
                      <a:pt x="720639" y="46080"/>
                    </a:lnTo>
                    <a:lnTo>
                      <a:pt x="316242" y="484767"/>
                    </a:lnTo>
                    <a:lnTo>
                      <a:pt x="44379" y="771363"/>
                    </a:lnTo>
                    <a:lnTo>
                      <a:pt x="0" y="72622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5" name="Контур"/>
              <p:cNvSpPr/>
              <p:nvPr/>
            </p:nvSpPr>
            <p:spPr>
              <a:xfrm>
                <a:off x="6702917" y="2221904"/>
                <a:ext cx="1226655" cy="1177002"/>
              </a:xfrm>
              <a:custGeom>
                <a:avLst/>
                <a:gdLst/>
                <a:ahLst/>
                <a:cxnLst/>
                <a:rect l="l" t="t" r="r" b="b"/>
                <a:pathLst>
                  <a:path w="1226655" h="1177002">
                    <a:moveTo>
                      <a:pt x="1226655" y="46647"/>
                    </a:moveTo>
                    <a:lnTo>
                      <a:pt x="899622" y="347859"/>
                    </a:lnTo>
                    <a:lnTo>
                      <a:pt x="800991" y="449397"/>
                    </a:lnTo>
                    <a:lnTo>
                      <a:pt x="653589" y="576567"/>
                    </a:lnTo>
                    <a:lnTo>
                      <a:pt x="44532" y="1177002"/>
                    </a:lnTo>
                    <a:lnTo>
                      <a:pt x="0" y="1131840"/>
                    </a:lnTo>
                    <a:lnTo>
                      <a:pt x="610560" y="529920"/>
                    </a:lnTo>
                    <a:lnTo>
                      <a:pt x="757440" y="403200"/>
                    </a:lnTo>
                    <a:lnTo>
                      <a:pt x="855360" y="302400"/>
                    </a:lnTo>
                    <a:lnTo>
                      <a:pt x="1183680" y="0"/>
                    </a:lnTo>
                    <a:lnTo>
                      <a:pt x="1226655" y="4664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6" name="Контур"/>
              <p:cNvSpPr/>
              <p:nvPr/>
            </p:nvSpPr>
            <p:spPr>
              <a:xfrm>
                <a:off x="6326799" y="2990686"/>
                <a:ext cx="277164" cy="272770"/>
              </a:xfrm>
              <a:custGeom>
                <a:avLst/>
                <a:gdLst/>
                <a:ahLst/>
                <a:cxnLst/>
                <a:rect l="l" t="t" r="r" b="b"/>
                <a:pathLst>
                  <a:path w="277164" h="272770">
                    <a:moveTo>
                      <a:pt x="0" y="46354"/>
                    </a:moveTo>
                    <a:lnTo>
                      <a:pt x="45258" y="0"/>
                    </a:lnTo>
                    <a:lnTo>
                      <a:pt x="277164" y="226416"/>
                    </a:lnTo>
                    <a:lnTo>
                      <a:pt x="231907" y="272770"/>
                    </a:lnTo>
                    <a:lnTo>
                      <a:pt x="116643" y="160838"/>
                    </a:lnTo>
                    <a:lnTo>
                      <a:pt x="61406" y="106490"/>
                    </a:lnTo>
                    <a:lnTo>
                      <a:pt x="15118" y="61159"/>
                    </a:lnTo>
                    <a:lnTo>
                      <a:pt x="0" y="463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7" name="Контур"/>
              <p:cNvSpPr/>
              <p:nvPr/>
            </p:nvSpPr>
            <p:spPr>
              <a:xfrm>
                <a:off x="7332135" y="3099363"/>
                <a:ext cx="147399" cy="141155"/>
              </a:xfrm>
              <a:custGeom>
                <a:avLst/>
                <a:gdLst/>
                <a:ahLst/>
                <a:cxnLst/>
                <a:rect l="l" t="t" r="r" b="b"/>
                <a:pathLst>
                  <a:path w="147399" h="141155">
                    <a:moveTo>
                      <a:pt x="114544" y="0"/>
                    </a:moveTo>
                    <a:lnTo>
                      <a:pt x="147399" y="35680"/>
                    </a:lnTo>
                    <a:lnTo>
                      <a:pt x="32856" y="141155"/>
                    </a:lnTo>
                    <a:lnTo>
                      <a:pt x="0" y="105474"/>
                    </a:lnTo>
                    <a:lnTo>
                      <a:pt x="11454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8" name="Контур"/>
              <p:cNvSpPr/>
              <p:nvPr/>
            </p:nvSpPr>
            <p:spPr>
              <a:xfrm>
                <a:off x="6580517" y="2577584"/>
                <a:ext cx="565254" cy="593280"/>
              </a:xfrm>
              <a:custGeom>
                <a:avLst/>
                <a:gdLst/>
                <a:ahLst/>
                <a:cxnLst/>
                <a:rect l="l" t="t" r="r" b="b"/>
                <a:pathLst>
                  <a:path w="565254" h="593280">
                    <a:moveTo>
                      <a:pt x="514080" y="0"/>
                    </a:moveTo>
                    <a:lnTo>
                      <a:pt x="565254" y="47133"/>
                    </a:lnTo>
                    <a:lnTo>
                      <a:pt x="48960" y="593280"/>
                    </a:lnTo>
                    <a:lnTo>
                      <a:pt x="0" y="544320"/>
                    </a:lnTo>
                    <a:lnTo>
                      <a:pt x="51408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9" name="Контур"/>
              <p:cNvSpPr/>
              <p:nvPr/>
            </p:nvSpPr>
            <p:spPr>
              <a:xfrm>
                <a:off x="7287080" y="3878867"/>
                <a:ext cx="70443" cy="70974"/>
              </a:xfrm>
              <a:custGeom>
                <a:avLst/>
                <a:gdLst/>
                <a:ahLst/>
                <a:cxnLst/>
                <a:rect l="l" t="t" r="r" b="b"/>
                <a:pathLst>
                  <a:path w="70443" h="70974">
                    <a:moveTo>
                      <a:pt x="30555" y="70974"/>
                    </a:moveTo>
                    <a:lnTo>
                      <a:pt x="0" y="29133"/>
                    </a:lnTo>
                    <a:lnTo>
                      <a:pt x="39888" y="0"/>
                    </a:lnTo>
                    <a:lnTo>
                      <a:pt x="70443" y="41841"/>
                    </a:lnTo>
                    <a:lnTo>
                      <a:pt x="30555" y="7097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0" name="Контур"/>
              <p:cNvSpPr/>
              <p:nvPr/>
            </p:nvSpPr>
            <p:spPr>
              <a:xfrm>
                <a:off x="7290509" y="3708524"/>
                <a:ext cx="113967" cy="100080"/>
              </a:xfrm>
              <a:custGeom>
                <a:avLst/>
                <a:gdLst/>
                <a:ahLst/>
                <a:cxnLst/>
                <a:rect l="l" t="t" r="r" b="b"/>
                <a:pathLst>
                  <a:path w="113967" h="100080">
                    <a:moveTo>
                      <a:pt x="113967" y="31680"/>
                    </a:moveTo>
                    <a:lnTo>
                      <a:pt x="24120" y="100080"/>
                    </a:lnTo>
                    <a:lnTo>
                      <a:pt x="0" y="68400"/>
                    </a:lnTo>
                    <a:lnTo>
                      <a:pt x="89847" y="0"/>
                    </a:lnTo>
                    <a:lnTo>
                      <a:pt x="113967" y="3168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1" name="Контур"/>
              <p:cNvSpPr/>
              <p:nvPr/>
            </p:nvSpPr>
            <p:spPr>
              <a:xfrm>
                <a:off x="6178170" y="3463235"/>
                <a:ext cx="375318" cy="334036"/>
              </a:xfrm>
              <a:custGeom>
                <a:avLst/>
                <a:gdLst/>
                <a:ahLst/>
                <a:cxnLst/>
                <a:rect l="l" t="t" r="r" b="b"/>
                <a:pathLst>
                  <a:path w="375318" h="334036">
                    <a:moveTo>
                      <a:pt x="7938" y="243982"/>
                    </a:moveTo>
                    <a:lnTo>
                      <a:pt x="0" y="233226"/>
                    </a:lnTo>
                    <a:lnTo>
                      <a:pt x="318508" y="0"/>
                    </a:lnTo>
                    <a:lnTo>
                      <a:pt x="333231" y="17523"/>
                    </a:lnTo>
                    <a:lnTo>
                      <a:pt x="375318" y="74965"/>
                    </a:lnTo>
                    <a:lnTo>
                      <a:pt x="336344" y="106782"/>
                    </a:lnTo>
                    <a:lnTo>
                      <a:pt x="347142" y="122128"/>
                    </a:lnTo>
                    <a:lnTo>
                      <a:pt x="74591" y="334036"/>
                    </a:lnTo>
                    <a:lnTo>
                      <a:pt x="7938" y="2439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2" name="Контур"/>
              <p:cNvSpPr/>
              <p:nvPr/>
            </p:nvSpPr>
            <p:spPr>
              <a:xfrm>
                <a:off x="7200149" y="3591812"/>
                <a:ext cx="130608" cy="178092"/>
              </a:xfrm>
              <a:custGeom>
                <a:avLst/>
                <a:gdLst/>
                <a:ahLst/>
                <a:cxnLst/>
                <a:rect l="l" t="t" r="r" b="b"/>
                <a:pathLst>
                  <a:path w="130608" h="178092">
                    <a:moveTo>
                      <a:pt x="0" y="24669"/>
                    </a:moveTo>
                    <a:lnTo>
                      <a:pt x="33012" y="0"/>
                    </a:lnTo>
                    <a:lnTo>
                      <a:pt x="130608" y="140652"/>
                    </a:lnTo>
                    <a:lnTo>
                      <a:pt x="80208" y="178092"/>
                    </a:lnTo>
                    <a:lnTo>
                      <a:pt x="55647" y="145035"/>
                    </a:lnTo>
                    <a:lnTo>
                      <a:pt x="74052" y="131364"/>
                    </a:lnTo>
                    <a:lnTo>
                      <a:pt x="0" y="2466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3" name="Контур"/>
              <p:cNvSpPr/>
              <p:nvPr/>
            </p:nvSpPr>
            <p:spPr>
              <a:xfrm>
                <a:off x="6511401" y="3428786"/>
                <a:ext cx="103389" cy="109414"/>
              </a:xfrm>
              <a:custGeom>
                <a:avLst/>
                <a:gdLst/>
                <a:ahLst/>
                <a:cxnLst/>
                <a:rect l="l" t="t" r="r" b="b"/>
                <a:pathLst>
                  <a:path w="103389" h="109414">
                    <a:moveTo>
                      <a:pt x="56651" y="0"/>
                    </a:moveTo>
                    <a:lnTo>
                      <a:pt x="103389" y="57328"/>
                    </a:lnTo>
                    <a:lnTo>
                      <a:pt x="42087" y="109414"/>
                    </a:lnTo>
                    <a:lnTo>
                      <a:pt x="0" y="51972"/>
                    </a:lnTo>
                    <a:lnTo>
                      <a:pt x="5665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4" name="Контур"/>
              <p:cNvSpPr/>
              <p:nvPr/>
            </p:nvSpPr>
            <p:spPr>
              <a:xfrm>
                <a:off x="6274634" y="3367595"/>
                <a:ext cx="156771" cy="166788"/>
              </a:xfrm>
              <a:custGeom>
                <a:avLst/>
                <a:gdLst/>
                <a:ahLst/>
                <a:cxnLst/>
                <a:rect l="l" t="t" r="r" b="b"/>
                <a:pathLst>
                  <a:path w="156771" h="166788">
                    <a:moveTo>
                      <a:pt x="0" y="138240"/>
                    </a:moveTo>
                    <a:lnTo>
                      <a:pt x="125280" y="0"/>
                    </a:lnTo>
                    <a:lnTo>
                      <a:pt x="156771" y="27369"/>
                    </a:lnTo>
                    <a:lnTo>
                      <a:pt x="132381" y="54801"/>
                    </a:lnTo>
                    <a:lnTo>
                      <a:pt x="147411" y="68166"/>
                    </a:lnTo>
                    <a:lnTo>
                      <a:pt x="77481" y="146808"/>
                    </a:lnTo>
                    <a:lnTo>
                      <a:pt x="62649" y="133623"/>
                    </a:lnTo>
                    <a:lnTo>
                      <a:pt x="33156" y="166788"/>
                    </a:lnTo>
                    <a:lnTo>
                      <a:pt x="0" y="13824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5" name="Контур"/>
              <p:cNvSpPr/>
              <p:nvPr/>
            </p:nvSpPr>
            <p:spPr>
              <a:xfrm>
                <a:off x="5444606" y="3373442"/>
                <a:ext cx="234006" cy="198070"/>
              </a:xfrm>
              <a:custGeom>
                <a:avLst/>
                <a:gdLst/>
                <a:ahLst/>
                <a:cxnLst/>
                <a:rect l="l" t="t" r="r" b="b"/>
                <a:pathLst>
                  <a:path w="234006" h="198070">
                    <a:moveTo>
                      <a:pt x="183117" y="198070"/>
                    </a:moveTo>
                    <a:lnTo>
                      <a:pt x="0" y="49320"/>
                    </a:lnTo>
                    <a:lnTo>
                      <a:pt x="40071" y="9225"/>
                    </a:lnTo>
                    <a:lnTo>
                      <a:pt x="72122" y="36486"/>
                    </a:lnTo>
                    <a:lnTo>
                      <a:pt x="114999" y="0"/>
                    </a:lnTo>
                    <a:lnTo>
                      <a:pt x="149868" y="36489"/>
                    </a:lnTo>
                    <a:lnTo>
                      <a:pt x="110992" y="64953"/>
                    </a:lnTo>
                    <a:lnTo>
                      <a:pt x="169103" y="104646"/>
                    </a:lnTo>
                    <a:lnTo>
                      <a:pt x="234006" y="156589"/>
                    </a:lnTo>
                    <a:lnTo>
                      <a:pt x="222385" y="170422"/>
                    </a:lnTo>
                    <a:lnTo>
                      <a:pt x="213766" y="163404"/>
                    </a:lnTo>
                    <a:lnTo>
                      <a:pt x="183117" y="19807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6" name="Контур"/>
              <p:cNvSpPr/>
              <p:nvPr/>
            </p:nvSpPr>
            <p:spPr>
              <a:xfrm>
                <a:off x="5613709" y="3193228"/>
                <a:ext cx="318961" cy="338812"/>
              </a:xfrm>
              <a:custGeom>
                <a:avLst/>
                <a:gdLst/>
                <a:ahLst/>
                <a:cxnLst/>
                <a:rect l="l" t="t" r="r" b="b"/>
                <a:pathLst>
                  <a:path w="318961" h="338812">
                    <a:moveTo>
                      <a:pt x="294717" y="69167"/>
                    </a:moveTo>
                    <a:lnTo>
                      <a:pt x="258074" y="112397"/>
                    </a:lnTo>
                    <a:lnTo>
                      <a:pt x="184729" y="191652"/>
                    </a:lnTo>
                    <a:lnTo>
                      <a:pt x="143441" y="235769"/>
                    </a:lnTo>
                    <a:lnTo>
                      <a:pt x="166283" y="259024"/>
                    </a:lnTo>
                    <a:lnTo>
                      <a:pt x="94152" y="338812"/>
                    </a:lnTo>
                    <a:lnTo>
                      <a:pt x="76725" y="325176"/>
                    </a:lnTo>
                    <a:lnTo>
                      <a:pt x="64903" y="336803"/>
                    </a:lnTo>
                    <a:lnTo>
                      <a:pt x="0" y="284860"/>
                    </a:lnTo>
                    <a:lnTo>
                      <a:pt x="267670" y="0"/>
                    </a:lnTo>
                    <a:lnTo>
                      <a:pt x="310546" y="35683"/>
                    </a:lnTo>
                    <a:lnTo>
                      <a:pt x="318961" y="42500"/>
                    </a:lnTo>
                    <a:lnTo>
                      <a:pt x="294717" y="6916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7" name="Контур"/>
              <p:cNvSpPr/>
              <p:nvPr/>
            </p:nvSpPr>
            <p:spPr>
              <a:xfrm>
                <a:off x="6021017" y="2968308"/>
                <a:ext cx="123421" cy="199057"/>
              </a:xfrm>
              <a:custGeom>
                <a:avLst/>
                <a:gdLst/>
                <a:ahLst/>
                <a:cxnLst/>
                <a:rect l="l" t="t" r="r" b="b"/>
                <a:pathLst>
                  <a:path w="123421" h="199057">
                    <a:moveTo>
                      <a:pt x="10820" y="68358"/>
                    </a:moveTo>
                    <a:lnTo>
                      <a:pt x="81748" y="0"/>
                    </a:lnTo>
                    <a:lnTo>
                      <a:pt x="123421" y="38689"/>
                    </a:lnTo>
                    <a:lnTo>
                      <a:pt x="112401" y="49714"/>
                    </a:lnTo>
                    <a:lnTo>
                      <a:pt x="73329" y="92013"/>
                    </a:lnTo>
                    <a:lnTo>
                      <a:pt x="100977" y="114463"/>
                    </a:lnTo>
                    <a:lnTo>
                      <a:pt x="31657" y="199057"/>
                    </a:lnTo>
                    <a:lnTo>
                      <a:pt x="0" y="172803"/>
                    </a:lnTo>
                    <a:lnTo>
                      <a:pt x="14826" y="154160"/>
                    </a:lnTo>
                    <a:lnTo>
                      <a:pt x="37667" y="129297"/>
                    </a:lnTo>
                    <a:lnTo>
                      <a:pt x="10820" y="683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8" name="Контур"/>
              <p:cNvSpPr/>
              <p:nvPr/>
            </p:nvSpPr>
            <p:spPr>
              <a:xfrm>
                <a:off x="5798438" y="3305625"/>
                <a:ext cx="90966" cy="95562"/>
              </a:xfrm>
              <a:custGeom>
                <a:avLst/>
                <a:gdLst/>
                <a:ahLst/>
                <a:cxnLst/>
                <a:rect l="l" t="t" r="r" b="b"/>
                <a:pathLst>
                  <a:path w="90966" h="95562">
                    <a:moveTo>
                      <a:pt x="0" y="79255"/>
                    </a:moveTo>
                    <a:lnTo>
                      <a:pt x="73345" y="0"/>
                    </a:lnTo>
                    <a:lnTo>
                      <a:pt x="90966" y="16306"/>
                    </a:lnTo>
                    <a:lnTo>
                      <a:pt x="17621" y="95562"/>
                    </a:lnTo>
                    <a:lnTo>
                      <a:pt x="0" y="7925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9" name="Контур"/>
              <p:cNvSpPr/>
              <p:nvPr/>
            </p:nvSpPr>
            <p:spPr>
              <a:xfrm>
                <a:off x="5908426" y="3181410"/>
                <a:ext cx="104981" cy="107446"/>
              </a:xfrm>
              <a:custGeom>
                <a:avLst/>
                <a:gdLst/>
                <a:ahLst/>
                <a:cxnLst/>
                <a:rect l="l" t="t" r="r" b="b"/>
                <a:pathLst>
                  <a:path w="104981" h="107446">
                    <a:moveTo>
                      <a:pt x="24244" y="54318"/>
                    </a:moveTo>
                    <a:lnTo>
                      <a:pt x="75128" y="0"/>
                    </a:lnTo>
                    <a:lnTo>
                      <a:pt x="104981" y="27863"/>
                    </a:lnTo>
                    <a:lnTo>
                      <a:pt x="29251" y="107446"/>
                    </a:lnTo>
                    <a:lnTo>
                      <a:pt x="0" y="80985"/>
                    </a:lnTo>
                    <a:lnTo>
                      <a:pt x="24244" y="543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0" name="Контур"/>
              <p:cNvSpPr/>
              <p:nvPr/>
            </p:nvSpPr>
            <p:spPr>
              <a:xfrm>
                <a:off x="5912228" y="3081374"/>
                <a:ext cx="123615" cy="154354"/>
              </a:xfrm>
              <a:custGeom>
                <a:avLst/>
                <a:gdLst/>
                <a:ahLst/>
                <a:cxnLst/>
                <a:rect l="l" t="t" r="r" b="b"/>
                <a:pathLst>
                  <a:path w="123615" h="154354">
                    <a:moveTo>
                      <a:pt x="123615" y="41094"/>
                    </a:moveTo>
                    <a:lnTo>
                      <a:pt x="108789" y="59737"/>
                    </a:lnTo>
                    <a:lnTo>
                      <a:pt x="71326" y="100036"/>
                    </a:lnTo>
                    <a:lnTo>
                      <a:pt x="20442" y="154354"/>
                    </a:lnTo>
                    <a:lnTo>
                      <a:pt x="12027" y="147537"/>
                    </a:lnTo>
                    <a:lnTo>
                      <a:pt x="40277" y="115864"/>
                    </a:lnTo>
                    <a:lnTo>
                      <a:pt x="0" y="80785"/>
                    </a:lnTo>
                    <a:lnTo>
                      <a:pt x="75130" y="0"/>
                    </a:lnTo>
                    <a:lnTo>
                      <a:pt x="123615" y="410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1" name="Контур"/>
              <p:cNvSpPr/>
              <p:nvPr/>
            </p:nvSpPr>
            <p:spPr>
              <a:xfrm>
                <a:off x="6105665" y="3707217"/>
                <a:ext cx="147096" cy="145654"/>
              </a:xfrm>
              <a:custGeom>
                <a:avLst/>
                <a:gdLst/>
                <a:ahLst/>
                <a:cxnLst/>
                <a:rect l="l" t="t" r="r" b="b"/>
                <a:pathLst>
                  <a:path w="147096" h="145654">
                    <a:moveTo>
                      <a:pt x="61187" y="145654"/>
                    </a:moveTo>
                    <a:lnTo>
                      <a:pt x="7442" y="71394"/>
                    </a:lnTo>
                    <a:lnTo>
                      <a:pt x="0" y="61623"/>
                    </a:lnTo>
                    <a:lnTo>
                      <a:pt x="80443" y="0"/>
                    </a:lnTo>
                    <a:lnTo>
                      <a:pt x="147096" y="90054"/>
                    </a:lnTo>
                    <a:lnTo>
                      <a:pt x="61187" y="1456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2" name="Контур"/>
              <p:cNvSpPr/>
              <p:nvPr/>
            </p:nvSpPr>
            <p:spPr>
              <a:xfrm>
                <a:off x="5997317" y="3230048"/>
                <a:ext cx="489501" cy="531090"/>
              </a:xfrm>
              <a:custGeom>
                <a:avLst/>
                <a:gdLst/>
                <a:ahLst/>
                <a:cxnLst/>
                <a:rect l="l" t="t" r="r" b="b"/>
                <a:pathLst>
                  <a:path w="489501" h="531090">
                    <a:moveTo>
                      <a:pt x="0" y="489456"/>
                    </a:moveTo>
                    <a:lnTo>
                      <a:pt x="443529" y="0"/>
                    </a:lnTo>
                    <a:lnTo>
                      <a:pt x="489501" y="41661"/>
                    </a:lnTo>
                    <a:lnTo>
                      <a:pt x="402597" y="137547"/>
                    </a:lnTo>
                    <a:lnTo>
                      <a:pt x="277317" y="275787"/>
                    </a:lnTo>
                    <a:lnTo>
                      <a:pt x="45927" y="531090"/>
                    </a:lnTo>
                    <a:lnTo>
                      <a:pt x="0" y="4894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3" name="Контур"/>
              <p:cNvSpPr/>
              <p:nvPr/>
            </p:nvSpPr>
            <p:spPr>
              <a:xfrm>
                <a:off x="5422476" y="3651830"/>
                <a:ext cx="98713" cy="92624"/>
              </a:xfrm>
              <a:custGeom>
                <a:avLst/>
                <a:gdLst/>
                <a:ahLst/>
                <a:cxnLst/>
                <a:rect l="l" t="t" r="r" b="b"/>
                <a:pathLst>
                  <a:path w="98713" h="92624">
                    <a:moveTo>
                      <a:pt x="0" y="67221"/>
                    </a:moveTo>
                    <a:lnTo>
                      <a:pt x="76347" y="0"/>
                    </a:lnTo>
                    <a:lnTo>
                      <a:pt x="98713" y="25403"/>
                    </a:lnTo>
                    <a:lnTo>
                      <a:pt x="22367" y="92624"/>
                    </a:lnTo>
                    <a:lnTo>
                      <a:pt x="0" y="6722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4" name="Контур"/>
              <p:cNvSpPr/>
              <p:nvPr/>
            </p:nvSpPr>
            <p:spPr>
              <a:xfrm>
                <a:off x="5897741" y="3097176"/>
                <a:ext cx="545701" cy="584888"/>
              </a:xfrm>
              <a:custGeom>
                <a:avLst/>
                <a:gdLst/>
                <a:ahLst/>
                <a:cxnLst/>
                <a:rect l="l" t="t" r="r" b="b"/>
                <a:pathLst>
                  <a:path w="545701" h="584888">
                    <a:moveTo>
                      <a:pt x="49176" y="584888"/>
                    </a:moveTo>
                    <a:lnTo>
                      <a:pt x="0" y="540824"/>
                    </a:lnTo>
                    <a:lnTo>
                      <a:pt x="409022" y="87499"/>
                    </a:lnTo>
                    <a:lnTo>
                      <a:pt x="490464" y="0"/>
                    </a:lnTo>
                    <a:lnTo>
                      <a:pt x="545701" y="54348"/>
                    </a:lnTo>
                    <a:lnTo>
                      <a:pt x="501381" y="103361"/>
                    </a:lnTo>
                    <a:lnTo>
                      <a:pt x="489519" y="92741"/>
                    </a:lnTo>
                    <a:lnTo>
                      <a:pt x="49176" y="5848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5" name="Контур"/>
              <p:cNvSpPr/>
              <p:nvPr/>
            </p:nvSpPr>
            <p:spPr>
              <a:xfrm>
                <a:off x="5849538" y="3152882"/>
                <a:ext cx="457225" cy="498290"/>
              </a:xfrm>
              <a:custGeom>
                <a:avLst/>
                <a:gdLst/>
                <a:ahLst/>
                <a:cxnLst/>
                <a:rect l="l" t="t" r="r" b="b"/>
                <a:pathLst>
                  <a:path w="457225" h="498290">
                    <a:moveTo>
                      <a:pt x="35823" y="498290"/>
                    </a:moveTo>
                    <a:lnTo>
                      <a:pt x="0" y="465741"/>
                    </a:lnTo>
                    <a:lnTo>
                      <a:pt x="423169" y="0"/>
                    </a:lnTo>
                    <a:lnTo>
                      <a:pt x="457225" y="31793"/>
                    </a:lnTo>
                    <a:lnTo>
                      <a:pt x="48203" y="485118"/>
                    </a:lnTo>
                    <a:lnTo>
                      <a:pt x="35823" y="4982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6" name="Контур"/>
              <p:cNvSpPr/>
              <p:nvPr/>
            </p:nvSpPr>
            <p:spPr>
              <a:xfrm>
                <a:off x="5308997" y="3451547"/>
                <a:ext cx="165006" cy="165123"/>
              </a:xfrm>
              <a:custGeom>
                <a:avLst/>
                <a:gdLst/>
                <a:ahLst/>
                <a:cxnLst/>
                <a:rect l="l" t="t" r="r" b="b"/>
                <a:pathLst>
                  <a:path w="165006" h="165123">
                    <a:moveTo>
                      <a:pt x="0" y="79317"/>
                    </a:moveTo>
                    <a:lnTo>
                      <a:pt x="83808" y="0"/>
                    </a:lnTo>
                    <a:lnTo>
                      <a:pt x="165006" y="85806"/>
                    </a:lnTo>
                    <a:lnTo>
                      <a:pt x="81189" y="165123"/>
                    </a:lnTo>
                    <a:lnTo>
                      <a:pt x="0" y="7931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7" name="Контур"/>
              <p:cNvSpPr/>
              <p:nvPr/>
            </p:nvSpPr>
            <p:spPr>
              <a:xfrm>
                <a:off x="6003138" y="3871307"/>
                <a:ext cx="78093" cy="75121"/>
              </a:xfrm>
              <a:custGeom>
                <a:avLst/>
                <a:gdLst/>
                <a:ahLst/>
                <a:cxnLst/>
                <a:rect l="l" t="t" r="r" b="b"/>
                <a:pathLst>
                  <a:path w="78093" h="75121">
                    <a:moveTo>
                      <a:pt x="0" y="34854"/>
                    </a:moveTo>
                    <a:lnTo>
                      <a:pt x="48389" y="0"/>
                    </a:lnTo>
                    <a:lnTo>
                      <a:pt x="78093" y="39414"/>
                    </a:lnTo>
                    <a:lnTo>
                      <a:pt x="30908" y="75121"/>
                    </a:lnTo>
                    <a:lnTo>
                      <a:pt x="0" y="348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8" name="Контур"/>
              <p:cNvSpPr/>
              <p:nvPr/>
            </p:nvSpPr>
            <p:spPr>
              <a:xfrm>
                <a:off x="5235017" y="3980242"/>
                <a:ext cx="70007" cy="63834"/>
              </a:xfrm>
              <a:custGeom>
                <a:avLst/>
                <a:gdLst/>
                <a:ahLst/>
                <a:cxnLst/>
                <a:rect l="l" t="t" r="r" b="b"/>
                <a:pathLst>
                  <a:path w="70007" h="63834">
                    <a:moveTo>
                      <a:pt x="0" y="33562"/>
                    </a:moveTo>
                    <a:lnTo>
                      <a:pt x="4908" y="30294"/>
                    </a:lnTo>
                    <a:lnTo>
                      <a:pt x="45257" y="2765"/>
                    </a:lnTo>
                    <a:lnTo>
                      <a:pt x="49469" y="0"/>
                    </a:lnTo>
                    <a:lnTo>
                      <a:pt x="70007" y="30272"/>
                    </a:lnTo>
                    <a:lnTo>
                      <a:pt x="20537" y="63834"/>
                    </a:lnTo>
                    <a:lnTo>
                      <a:pt x="0" y="335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9" name="Контур"/>
              <p:cNvSpPr/>
              <p:nvPr/>
            </p:nvSpPr>
            <p:spPr>
              <a:xfrm>
                <a:off x="5922767" y="3932039"/>
                <a:ext cx="64706" cy="60333"/>
              </a:xfrm>
              <a:custGeom>
                <a:avLst/>
                <a:gdLst/>
                <a:ahLst/>
                <a:cxnLst/>
                <a:rect l="l" t="t" r="r" b="b"/>
                <a:pathLst>
                  <a:path w="64706" h="60333">
                    <a:moveTo>
                      <a:pt x="0" y="31178"/>
                    </a:moveTo>
                    <a:lnTo>
                      <a:pt x="44090" y="0"/>
                    </a:lnTo>
                    <a:lnTo>
                      <a:pt x="64706" y="29155"/>
                    </a:lnTo>
                    <a:lnTo>
                      <a:pt x="20616" y="60333"/>
                    </a:lnTo>
                    <a:lnTo>
                      <a:pt x="0" y="3117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0" name="Контур"/>
              <p:cNvSpPr/>
              <p:nvPr/>
            </p:nvSpPr>
            <p:spPr>
              <a:xfrm>
                <a:off x="5256915" y="3660050"/>
                <a:ext cx="415575" cy="276822"/>
              </a:xfrm>
              <a:custGeom>
                <a:avLst/>
                <a:gdLst/>
                <a:ahLst/>
                <a:cxnLst/>
                <a:rect l="l" t="t" r="r" b="b"/>
                <a:pathLst>
                  <a:path w="415575" h="276822">
                    <a:moveTo>
                      <a:pt x="390276" y="0"/>
                    </a:moveTo>
                    <a:lnTo>
                      <a:pt x="415575" y="30654"/>
                    </a:lnTo>
                    <a:lnTo>
                      <a:pt x="200322" y="189963"/>
                    </a:lnTo>
                    <a:lnTo>
                      <a:pt x="42867" y="269037"/>
                    </a:lnTo>
                    <a:lnTo>
                      <a:pt x="16956" y="276822"/>
                    </a:lnTo>
                    <a:lnTo>
                      <a:pt x="0" y="243180"/>
                    </a:lnTo>
                    <a:lnTo>
                      <a:pt x="167832" y="158409"/>
                    </a:lnTo>
                    <a:lnTo>
                      <a:pt x="39027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1" name="Контур"/>
              <p:cNvSpPr/>
              <p:nvPr/>
            </p:nvSpPr>
            <p:spPr>
              <a:xfrm>
                <a:off x="5170551" y="3910118"/>
                <a:ext cx="109723" cy="100418"/>
              </a:xfrm>
              <a:custGeom>
                <a:avLst/>
                <a:gdLst/>
                <a:ahLst/>
                <a:cxnLst/>
                <a:rect l="l" t="t" r="r" b="b"/>
                <a:pathLst>
                  <a:path w="109723" h="100418">
                    <a:moveTo>
                      <a:pt x="0" y="37509"/>
                    </a:moveTo>
                    <a:lnTo>
                      <a:pt x="72966" y="0"/>
                    </a:lnTo>
                    <a:lnTo>
                      <a:pt x="109723" y="72889"/>
                    </a:lnTo>
                    <a:lnTo>
                      <a:pt x="69374" y="100418"/>
                    </a:lnTo>
                    <a:lnTo>
                      <a:pt x="0" y="375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2" name="Контур"/>
              <p:cNvSpPr/>
              <p:nvPr/>
            </p:nvSpPr>
            <p:spPr>
              <a:xfrm>
                <a:off x="6028935" y="3778611"/>
                <a:ext cx="137917" cy="132110"/>
              </a:xfrm>
              <a:custGeom>
                <a:avLst/>
                <a:gdLst/>
                <a:ahLst/>
                <a:cxnLst/>
                <a:rect l="l" t="t" r="r" b="b"/>
                <a:pathLst>
                  <a:path w="137917" h="132110">
                    <a:moveTo>
                      <a:pt x="0" y="63448"/>
                    </a:moveTo>
                    <a:lnTo>
                      <a:pt x="84172" y="0"/>
                    </a:lnTo>
                    <a:lnTo>
                      <a:pt x="137917" y="74260"/>
                    </a:lnTo>
                    <a:lnTo>
                      <a:pt x="52296" y="132110"/>
                    </a:lnTo>
                    <a:lnTo>
                      <a:pt x="22592" y="92696"/>
                    </a:lnTo>
                    <a:lnTo>
                      <a:pt x="0" y="6344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3" name="Контур"/>
              <p:cNvSpPr/>
              <p:nvPr/>
            </p:nvSpPr>
            <p:spPr>
              <a:xfrm>
                <a:off x="4482795" y="3223137"/>
                <a:ext cx="59081" cy="57956"/>
              </a:xfrm>
              <a:custGeom>
                <a:avLst/>
                <a:gdLst/>
                <a:ahLst/>
                <a:cxnLst/>
                <a:rect l="l" t="t" r="r" b="b"/>
                <a:pathLst>
                  <a:path w="59081" h="57956">
                    <a:moveTo>
                      <a:pt x="0" y="22590"/>
                    </a:moveTo>
                    <a:lnTo>
                      <a:pt x="20958" y="0"/>
                    </a:lnTo>
                    <a:lnTo>
                      <a:pt x="59081" y="35366"/>
                    </a:lnTo>
                    <a:lnTo>
                      <a:pt x="38124" y="57956"/>
                    </a:lnTo>
                    <a:lnTo>
                      <a:pt x="0" y="225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4" name="Контур"/>
              <p:cNvSpPr/>
              <p:nvPr/>
            </p:nvSpPr>
            <p:spPr>
              <a:xfrm>
                <a:off x="4520586" y="3198414"/>
                <a:ext cx="63338" cy="68009"/>
              </a:xfrm>
              <a:custGeom>
                <a:avLst/>
                <a:gdLst/>
                <a:ahLst/>
                <a:cxnLst/>
                <a:rect l="l" t="t" r="r" b="b"/>
                <a:pathLst>
                  <a:path w="63338" h="68009">
                    <a:moveTo>
                      <a:pt x="0" y="19099"/>
                    </a:moveTo>
                    <a:lnTo>
                      <a:pt x="23375" y="0"/>
                    </a:lnTo>
                    <a:lnTo>
                      <a:pt x="63338" y="48911"/>
                    </a:lnTo>
                    <a:lnTo>
                      <a:pt x="39962" y="68009"/>
                    </a:lnTo>
                    <a:lnTo>
                      <a:pt x="0" y="190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5" name="Контур"/>
              <p:cNvSpPr/>
              <p:nvPr/>
            </p:nvSpPr>
            <p:spPr>
              <a:xfrm>
                <a:off x="4734401" y="2414666"/>
                <a:ext cx="228303" cy="241065"/>
              </a:xfrm>
              <a:custGeom>
                <a:avLst/>
                <a:gdLst/>
                <a:ahLst/>
                <a:cxnLst/>
                <a:rect l="l" t="t" r="r" b="b"/>
                <a:pathLst>
                  <a:path w="228303" h="241065">
                    <a:moveTo>
                      <a:pt x="182529" y="241065"/>
                    </a:moveTo>
                    <a:lnTo>
                      <a:pt x="0" y="41958"/>
                    </a:lnTo>
                    <a:lnTo>
                      <a:pt x="45774" y="0"/>
                    </a:lnTo>
                    <a:lnTo>
                      <a:pt x="228303" y="199107"/>
                    </a:lnTo>
                    <a:lnTo>
                      <a:pt x="182529" y="24106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6" name="Контур"/>
              <p:cNvSpPr/>
              <p:nvPr/>
            </p:nvSpPr>
            <p:spPr>
              <a:xfrm>
                <a:off x="4228439" y="2510417"/>
                <a:ext cx="353286" cy="339444"/>
              </a:xfrm>
              <a:custGeom>
                <a:avLst/>
                <a:gdLst/>
                <a:ahLst/>
                <a:cxnLst/>
                <a:rect l="l" t="t" r="r" b="b"/>
                <a:pathLst>
                  <a:path w="353286" h="339444">
                    <a:moveTo>
                      <a:pt x="98613" y="339444"/>
                    </a:moveTo>
                    <a:lnTo>
                      <a:pt x="0" y="234450"/>
                    </a:lnTo>
                    <a:lnTo>
                      <a:pt x="9972" y="225081"/>
                    </a:lnTo>
                    <a:lnTo>
                      <a:pt x="90891" y="149085"/>
                    </a:lnTo>
                    <a:lnTo>
                      <a:pt x="249615" y="0"/>
                    </a:lnTo>
                    <a:lnTo>
                      <a:pt x="353286" y="110376"/>
                    </a:lnTo>
                    <a:lnTo>
                      <a:pt x="98613" y="3394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7" name="Контур"/>
              <p:cNvSpPr/>
              <p:nvPr/>
            </p:nvSpPr>
            <p:spPr>
              <a:xfrm>
                <a:off x="4096339" y="2450990"/>
                <a:ext cx="231111" cy="228821"/>
              </a:xfrm>
              <a:custGeom>
                <a:avLst/>
                <a:gdLst/>
                <a:ahLst/>
                <a:cxnLst/>
                <a:rect l="l" t="t" r="r" b="b"/>
                <a:pathLst>
                  <a:path w="231111" h="228821">
                    <a:moveTo>
                      <a:pt x="136562" y="0"/>
                    </a:moveTo>
                    <a:lnTo>
                      <a:pt x="231111" y="101076"/>
                    </a:lnTo>
                    <a:lnTo>
                      <a:pt x="94550" y="228821"/>
                    </a:lnTo>
                    <a:lnTo>
                      <a:pt x="0" y="127745"/>
                    </a:lnTo>
                    <a:lnTo>
                      <a:pt x="68072" y="64068"/>
                    </a:lnTo>
                    <a:lnTo>
                      <a:pt x="13656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8" name="Контур"/>
              <p:cNvSpPr/>
              <p:nvPr/>
            </p:nvSpPr>
            <p:spPr>
              <a:xfrm>
                <a:off x="4396520" y="2953700"/>
                <a:ext cx="128988" cy="134478"/>
              </a:xfrm>
              <a:custGeom>
                <a:avLst/>
                <a:gdLst/>
                <a:ahLst/>
                <a:cxnLst/>
                <a:rect l="l" t="t" r="r" b="b"/>
                <a:pathLst>
                  <a:path w="128988" h="134478">
                    <a:moveTo>
                      <a:pt x="92160" y="134478"/>
                    </a:moveTo>
                    <a:lnTo>
                      <a:pt x="0" y="33669"/>
                    </a:lnTo>
                    <a:lnTo>
                      <a:pt x="36828" y="0"/>
                    </a:lnTo>
                    <a:lnTo>
                      <a:pt x="128988" y="100800"/>
                    </a:lnTo>
                    <a:lnTo>
                      <a:pt x="92160" y="13447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9" name="Контур"/>
              <p:cNvSpPr/>
              <p:nvPr/>
            </p:nvSpPr>
            <p:spPr>
              <a:xfrm>
                <a:off x="4555571" y="3306224"/>
                <a:ext cx="489699" cy="524142"/>
              </a:xfrm>
              <a:custGeom>
                <a:avLst/>
                <a:gdLst/>
                <a:ahLst/>
                <a:cxnLst/>
                <a:rect l="l" t="t" r="r" b="b"/>
                <a:pathLst>
                  <a:path w="489699" h="524142">
                    <a:moveTo>
                      <a:pt x="18072" y="69813"/>
                    </a:moveTo>
                    <a:lnTo>
                      <a:pt x="24165" y="64017"/>
                    </a:lnTo>
                    <a:lnTo>
                      <a:pt x="0" y="38556"/>
                    </a:lnTo>
                    <a:lnTo>
                      <a:pt x="40626" y="0"/>
                    </a:lnTo>
                    <a:lnTo>
                      <a:pt x="70038" y="30960"/>
                    </a:lnTo>
                    <a:lnTo>
                      <a:pt x="112014" y="81513"/>
                    </a:lnTo>
                    <a:lnTo>
                      <a:pt x="489699" y="479232"/>
                    </a:lnTo>
                    <a:lnTo>
                      <a:pt x="442404" y="524142"/>
                    </a:lnTo>
                    <a:lnTo>
                      <a:pt x="18072" y="6981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0" name="Контур"/>
              <p:cNvSpPr/>
              <p:nvPr/>
            </p:nvSpPr>
            <p:spPr>
              <a:xfrm>
                <a:off x="3563942" y="3433565"/>
                <a:ext cx="387045" cy="375291"/>
              </a:xfrm>
              <a:custGeom>
                <a:avLst/>
                <a:gdLst/>
                <a:ahLst/>
                <a:cxnLst/>
                <a:rect l="l" t="t" r="r" b="b"/>
                <a:pathLst>
                  <a:path w="387045" h="375291">
                    <a:moveTo>
                      <a:pt x="284274" y="49644"/>
                    </a:moveTo>
                    <a:lnTo>
                      <a:pt x="335961" y="0"/>
                    </a:lnTo>
                    <a:lnTo>
                      <a:pt x="387045" y="53694"/>
                    </a:lnTo>
                    <a:lnTo>
                      <a:pt x="49041" y="375291"/>
                    </a:lnTo>
                    <a:lnTo>
                      <a:pt x="0" y="322704"/>
                    </a:lnTo>
                    <a:lnTo>
                      <a:pt x="43398" y="281025"/>
                    </a:lnTo>
                    <a:lnTo>
                      <a:pt x="222354" y="109125"/>
                    </a:lnTo>
                    <a:lnTo>
                      <a:pt x="279171" y="54549"/>
                    </a:lnTo>
                    <a:lnTo>
                      <a:pt x="284274" y="496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1" name="Контур"/>
              <p:cNvSpPr/>
              <p:nvPr/>
            </p:nvSpPr>
            <p:spPr>
              <a:xfrm>
                <a:off x="3582851" y="3462554"/>
                <a:ext cx="260262" cy="252036"/>
              </a:xfrm>
              <a:custGeom>
                <a:avLst/>
                <a:gdLst/>
                <a:ahLst/>
                <a:cxnLst/>
                <a:rect l="l" t="t" r="r" b="b"/>
                <a:pathLst>
                  <a:path w="260262" h="252036">
                    <a:moveTo>
                      <a:pt x="260262" y="25560"/>
                    </a:moveTo>
                    <a:lnTo>
                      <a:pt x="203445" y="80136"/>
                    </a:lnTo>
                    <a:lnTo>
                      <a:pt x="24489" y="252036"/>
                    </a:lnTo>
                    <a:lnTo>
                      <a:pt x="0" y="226539"/>
                    </a:lnTo>
                    <a:lnTo>
                      <a:pt x="236277" y="0"/>
                    </a:lnTo>
                    <a:lnTo>
                      <a:pt x="260262" y="255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2" name="Контур"/>
              <p:cNvSpPr/>
              <p:nvPr/>
            </p:nvSpPr>
            <p:spPr>
              <a:xfrm>
                <a:off x="4010837" y="3250127"/>
                <a:ext cx="76086" cy="75528"/>
              </a:xfrm>
              <a:custGeom>
                <a:avLst/>
                <a:gdLst/>
                <a:ahLst/>
                <a:cxnLst/>
                <a:rect l="l" t="t" r="r" b="b"/>
                <a:pathLst>
                  <a:path w="76086" h="75528">
                    <a:moveTo>
                      <a:pt x="50949" y="75528"/>
                    </a:moveTo>
                    <a:lnTo>
                      <a:pt x="0" y="21438"/>
                    </a:lnTo>
                    <a:lnTo>
                      <a:pt x="25281" y="0"/>
                    </a:lnTo>
                    <a:lnTo>
                      <a:pt x="76086" y="51849"/>
                    </a:lnTo>
                    <a:lnTo>
                      <a:pt x="50949" y="7552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3" name="Контур"/>
              <p:cNvSpPr/>
              <p:nvPr/>
            </p:nvSpPr>
            <p:spPr>
              <a:xfrm>
                <a:off x="4992701" y="2056304"/>
                <a:ext cx="1335483" cy="1353627"/>
              </a:xfrm>
              <a:custGeom>
                <a:avLst/>
                <a:gdLst/>
                <a:ahLst/>
                <a:cxnLst/>
                <a:rect l="l" t="t" r="r" b="b"/>
                <a:pathLst>
                  <a:path w="1335483" h="1353627">
                    <a:moveTo>
                      <a:pt x="807345" y="62982"/>
                    </a:moveTo>
                    <a:lnTo>
                      <a:pt x="1335483" y="635805"/>
                    </a:lnTo>
                    <a:lnTo>
                      <a:pt x="601773" y="1353627"/>
                    </a:lnTo>
                    <a:lnTo>
                      <a:pt x="566904" y="1317138"/>
                    </a:lnTo>
                    <a:lnTo>
                      <a:pt x="0" y="708948"/>
                    </a:lnTo>
                    <a:lnTo>
                      <a:pt x="591310" y="148145"/>
                    </a:lnTo>
                    <a:lnTo>
                      <a:pt x="616858" y="122593"/>
                    </a:lnTo>
                    <a:lnTo>
                      <a:pt x="633636" y="106182"/>
                    </a:lnTo>
                    <a:lnTo>
                      <a:pt x="749736" y="0"/>
                    </a:lnTo>
                    <a:lnTo>
                      <a:pt x="807345" y="629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4" name="Контур"/>
              <p:cNvSpPr/>
              <p:nvPr/>
            </p:nvSpPr>
            <p:spPr>
              <a:xfrm>
                <a:off x="3472804" y="3423818"/>
                <a:ext cx="175843" cy="173928"/>
              </a:xfrm>
              <a:custGeom>
                <a:avLst/>
                <a:gdLst/>
                <a:ahLst/>
                <a:cxnLst/>
                <a:rect l="l" t="t" r="r" b="b"/>
                <a:pathLst>
                  <a:path w="175843" h="173928">
                    <a:moveTo>
                      <a:pt x="106898" y="0"/>
                    </a:moveTo>
                    <a:lnTo>
                      <a:pt x="175843" y="73086"/>
                    </a:lnTo>
                    <a:lnTo>
                      <a:pt x="68944" y="173928"/>
                    </a:lnTo>
                    <a:lnTo>
                      <a:pt x="0" y="100842"/>
                    </a:lnTo>
                    <a:lnTo>
                      <a:pt x="10689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5" name="Контур"/>
              <p:cNvSpPr/>
              <p:nvPr/>
            </p:nvSpPr>
            <p:spPr>
              <a:xfrm>
                <a:off x="3706556" y="3582695"/>
                <a:ext cx="382158" cy="374625"/>
              </a:xfrm>
              <a:custGeom>
                <a:avLst/>
                <a:gdLst/>
                <a:ahLst/>
                <a:cxnLst/>
                <a:rect l="l" t="t" r="r" b="b"/>
                <a:pathLst>
                  <a:path w="382158" h="374625">
                    <a:moveTo>
                      <a:pt x="45747" y="374625"/>
                    </a:moveTo>
                    <a:lnTo>
                      <a:pt x="0" y="324630"/>
                    </a:lnTo>
                    <a:lnTo>
                      <a:pt x="338994" y="0"/>
                    </a:lnTo>
                    <a:lnTo>
                      <a:pt x="373203" y="37890"/>
                    </a:lnTo>
                    <a:lnTo>
                      <a:pt x="382158" y="47808"/>
                    </a:lnTo>
                    <a:lnTo>
                      <a:pt x="372303" y="57393"/>
                    </a:lnTo>
                    <a:lnTo>
                      <a:pt x="322461" y="105912"/>
                    </a:lnTo>
                    <a:lnTo>
                      <a:pt x="310275" y="117747"/>
                    </a:lnTo>
                    <a:lnTo>
                      <a:pt x="87957" y="333639"/>
                    </a:lnTo>
                    <a:lnTo>
                      <a:pt x="82170" y="339255"/>
                    </a:lnTo>
                    <a:lnTo>
                      <a:pt x="45747" y="37462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6" name="Контур"/>
              <p:cNvSpPr/>
              <p:nvPr/>
            </p:nvSpPr>
            <p:spPr>
              <a:xfrm>
                <a:off x="4018235" y="3900755"/>
                <a:ext cx="166725" cy="153918"/>
              </a:xfrm>
              <a:custGeom>
                <a:avLst/>
                <a:gdLst/>
                <a:ahLst/>
                <a:cxnLst/>
                <a:rect l="l" t="t" r="r" b="b"/>
                <a:pathLst>
                  <a:path w="166725" h="153918">
                    <a:moveTo>
                      <a:pt x="166725" y="47664"/>
                    </a:moveTo>
                    <a:lnTo>
                      <a:pt x="52893" y="153918"/>
                    </a:lnTo>
                    <a:lnTo>
                      <a:pt x="0" y="97254"/>
                    </a:lnTo>
                    <a:lnTo>
                      <a:pt x="63342" y="39897"/>
                    </a:lnTo>
                    <a:lnTo>
                      <a:pt x="74772" y="44298"/>
                    </a:lnTo>
                    <a:lnTo>
                      <a:pt x="122238" y="0"/>
                    </a:lnTo>
                    <a:lnTo>
                      <a:pt x="166725" y="476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7" name="Контур"/>
              <p:cNvSpPr/>
              <p:nvPr/>
            </p:nvSpPr>
            <p:spPr>
              <a:xfrm>
                <a:off x="3788726" y="3630503"/>
                <a:ext cx="644589" cy="381393"/>
              </a:xfrm>
              <a:custGeom>
                <a:avLst/>
                <a:gdLst/>
                <a:ahLst/>
                <a:cxnLst/>
                <a:rect l="l" t="t" r="r" b="b"/>
                <a:pathLst>
                  <a:path w="644589" h="381393">
                    <a:moveTo>
                      <a:pt x="299988" y="0"/>
                    </a:moveTo>
                    <a:lnTo>
                      <a:pt x="379908" y="75474"/>
                    </a:lnTo>
                    <a:lnTo>
                      <a:pt x="644589" y="354114"/>
                    </a:lnTo>
                    <a:lnTo>
                      <a:pt x="629676" y="368280"/>
                    </a:lnTo>
                    <a:lnTo>
                      <a:pt x="615870" y="381393"/>
                    </a:lnTo>
                    <a:lnTo>
                      <a:pt x="385056" y="138357"/>
                    </a:lnTo>
                    <a:lnTo>
                      <a:pt x="341396" y="179812"/>
                    </a:lnTo>
                    <a:lnTo>
                      <a:pt x="274507" y="109365"/>
                    </a:lnTo>
                    <a:lnTo>
                      <a:pt x="161107" y="215319"/>
                    </a:lnTo>
                    <a:lnTo>
                      <a:pt x="141397" y="196914"/>
                    </a:lnTo>
                    <a:lnTo>
                      <a:pt x="19202" y="311947"/>
                    </a:lnTo>
                    <a:lnTo>
                      <a:pt x="0" y="291447"/>
                    </a:lnTo>
                    <a:lnTo>
                      <a:pt x="5787" y="285831"/>
                    </a:lnTo>
                    <a:lnTo>
                      <a:pt x="228105" y="69939"/>
                    </a:lnTo>
                    <a:lnTo>
                      <a:pt x="240291" y="58104"/>
                    </a:lnTo>
                    <a:lnTo>
                      <a:pt x="290133" y="9585"/>
                    </a:lnTo>
                    <a:lnTo>
                      <a:pt x="29998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8" name="Контур"/>
              <p:cNvSpPr/>
              <p:nvPr/>
            </p:nvSpPr>
            <p:spPr>
              <a:xfrm>
                <a:off x="5067077" y="3866384"/>
                <a:ext cx="55539" cy="52641"/>
              </a:xfrm>
              <a:custGeom>
                <a:avLst/>
                <a:gdLst/>
                <a:ahLst/>
                <a:cxnLst/>
                <a:rect l="l" t="t" r="r" b="b"/>
                <a:pathLst>
                  <a:path w="55539" h="52641">
                    <a:moveTo>
                      <a:pt x="55539" y="22401"/>
                    </a:moveTo>
                    <a:lnTo>
                      <a:pt x="18099" y="52641"/>
                    </a:lnTo>
                    <a:lnTo>
                      <a:pt x="0" y="30240"/>
                    </a:lnTo>
                    <a:lnTo>
                      <a:pt x="37440" y="0"/>
                    </a:lnTo>
                    <a:lnTo>
                      <a:pt x="55539" y="224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9" name="Контур"/>
              <p:cNvSpPr/>
              <p:nvPr/>
            </p:nvSpPr>
            <p:spPr>
              <a:xfrm>
                <a:off x="3612983" y="3220859"/>
                <a:ext cx="687726" cy="686466"/>
              </a:xfrm>
              <a:custGeom>
                <a:avLst/>
                <a:gdLst/>
                <a:ahLst/>
                <a:cxnLst/>
                <a:rect l="l" t="t" r="r" b="b"/>
                <a:pathLst>
                  <a:path w="687726" h="686466">
                    <a:moveTo>
                      <a:pt x="555651" y="485118"/>
                    </a:moveTo>
                    <a:lnTo>
                      <a:pt x="475731" y="409644"/>
                    </a:lnTo>
                    <a:lnTo>
                      <a:pt x="432567" y="361836"/>
                    </a:lnTo>
                    <a:lnTo>
                      <a:pt x="93573" y="686466"/>
                    </a:lnTo>
                    <a:lnTo>
                      <a:pt x="0" y="587997"/>
                    </a:lnTo>
                    <a:lnTo>
                      <a:pt x="338004" y="266400"/>
                    </a:lnTo>
                    <a:lnTo>
                      <a:pt x="210294" y="132174"/>
                    </a:lnTo>
                    <a:lnTo>
                      <a:pt x="350100" y="0"/>
                    </a:lnTo>
                    <a:lnTo>
                      <a:pt x="448803" y="104796"/>
                    </a:lnTo>
                    <a:lnTo>
                      <a:pt x="473940" y="81117"/>
                    </a:lnTo>
                    <a:lnTo>
                      <a:pt x="505179" y="114282"/>
                    </a:lnTo>
                    <a:lnTo>
                      <a:pt x="481419" y="136035"/>
                    </a:lnTo>
                    <a:lnTo>
                      <a:pt x="558153" y="215640"/>
                    </a:lnTo>
                    <a:lnTo>
                      <a:pt x="583092" y="193986"/>
                    </a:lnTo>
                    <a:lnTo>
                      <a:pt x="614124" y="228447"/>
                    </a:lnTo>
                    <a:lnTo>
                      <a:pt x="588168" y="251055"/>
                    </a:lnTo>
                    <a:lnTo>
                      <a:pt x="687726" y="361341"/>
                    </a:lnTo>
                    <a:lnTo>
                      <a:pt x="555651" y="4851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0" name="Контур"/>
              <p:cNvSpPr/>
              <p:nvPr/>
            </p:nvSpPr>
            <p:spPr>
              <a:xfrm>
                <a:off x="5007593" y="3599506"/>
                <a:ext cx="287242" cy="279060"/>
              </a:xfrm>
              <a:custGeom>
                <a:avLst/>
                <a:gdLst/>
                <a:ahLst/>
                <a:cxnLst/>
                <a:rect l="l" t="t" r="r" b="b"/>
                <a:pathLst>
                  <a:path w="287242" h="279060">
                    <a:moveTo>
                      <a:pt x="245709" y="0"/>
                    </a:moveTo>
                    <a:lnTo>
                      <a:pt x="287242" y="43283"/>
                    </a:lnTo>
                    <a:lnTo>
                      <a:pt x="41532" y="279060"/>
                    </a:lnTo>
                    <a:lnTo>
                      <a:pt x="0" y="235777"/>
                    </a:lnTo>
                    <a:lnTo>
                      <a:pt x="45070" y="193006"/>
                    </a:lnTo>
                    <a:lnTo>
                      <a:pt x="24570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1" name="Контур"/>
              <p:cNvSpPr/>
              <p:nvPr/>
            </p:nvSpPr>
            <p:spPr>
              <a:xfrm>
                <a:off x="7419767" y="1906148"/>
                <a:ext cx="138717" cy="142281"/>
              </a:xfrm>
              <a:custGeom>
                <a:avLst/>
                <a:gdLst/>
                <a:ahLst/>
                <a:cxnLst/>
                <a:rect l="l" t="t" r="r" b="b"/>
                <a:pathLst>
                  <a:path w="138717" h="142281">
                    <a:moveTo>
                      <a:pt x="88236" y="0"/>
                    </a:moveTo>
                    <a:lnTo>
                      <a:pt x="138717" y="47430"/>
                    </a:lnTo>
                    <a:lnTo>
                      <a:pt x="49599" y="142281"/>
                    </a:lnTo>
                    <a:lnTo>
                      <a:pt x="47475" y="140400"/>
                    </a:lnTo>
                    <a:lnTo>
                      <a:pt x="0" y="97380"/>
                    </a:lnTo>
                    <a:lnTo>
                      <a:pt x="8823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2" name="Контур"/>
              <p:cNvSpPr/>
              <p:nvPr/>
            </p:nvSpPr>
            <p:spPr>
              <a:xfrm>
                <a:off x="7820870" y="1868843"/>
                <a:ext cx="157131" cy="156888"/>
              </a:xfrm>
              <a:custGeom>
                <a:avLst/>
                <a:gdLst/>
                <a:ahLst/>
                <a:cxnLst/>
                <a:rect l="l" t="t" r="r" b="b"/>
                <a:pathLst>
                  <a:path w="157131" h="156888">
                    <a:moveTo>
                      <a:pt x="0" y="79713"/>
                    </a:moveTo>
                    <a:lnTo>
                      <a:pt x="74070" y="0"/>
                    </a:lnTo>
                    <a:lnTo>
                      <a:pt x="157131" y="77175"/>
                    </a:lnTo>
                    <a:lnTo>
                      <a:pt x="83061" y="156888"/>
                    </a:lnTo>
                    <a:lnTo>
                      <a:pt x="0" y="7971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3" name="Контур"/>
              <p:cNvSpPr/>
              <p:nvPr/>
            </p:nvSpPr>
            <p:spPr>
              <a:xfrm>
                <a:off x="7508003" y="1803179"/>
                <a:ext cx="141957" cy="150399"/>
              </a:xfrm>
              <a:custGeom>
                <a:avLst/>
                <a:gdLst/>
                <a:ahLst/>
                <a:cxnLst/>
                <a:rect l="l" t="t" r="r" b="b"/>
                <a:pathLst>
                  <a:path w="141957" h="150399">
                    <a:moveTo>
                      <a:pt x="93555" y="0"/>
                    </a:moveTo>
                    <a:lnTo>
                      <a:pt x="141957" y="46206"/>
                    </a:lnTo>
                    <a:lnTo>
                      <a:pt x="50481" y="150399"/>
                    </a:lnTo>
                    <a:lnTo>
                      <a:pt x="0" y="102969"/>
                    </a:lnTo>
                    <a:lnTo>
                      <a:pt x="9355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4" name="Контур"/>
              <p:cNvSpPr/>
              <p:nvPr/>
            </p:nvSpPr>
            <p:spPr>
              <a:xfrm>
                <a:off x="7935611" y="1737308"/>
                <a:ext cx="202806" cy="179811"/>
              </a:xfrm>
              <a:custGeom>
                <a:avLst/>
                <a:gdLst/>
                <a:ahLst/>
                <a:cxnLst/>
                <a:rect l="l" t="t" r="r" b="b"/>
                <a:pathLst>
                  <a:path w="202806" h="179811">
                    <a:moveTo>
                      <a:pt x="202806" y="123723"/>
                    </a:moveTo>
                    <a:lnTo>
                      <a:pt x="167112" y="160857"/>
                    </a:lnTo>
                    <a:lnTo>
                      <a:pt x="142326" y="137034"/>
                    </a:lnTo>
                    <a:lnTo>
                      <a:pt x="101214" y="179811"/>
                    </a:lnTo>
                    <a:lnTo>
                      <a:pt x="0" y="83691"/>
                    </a:lnTo>
                    <a:lnTo>
                      <a:pt x="74079" y="0"/>
                    </a:lnTo>
                    <a:lnTo>
                      <a:pt x="202806" y="12372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5" name="Контур"/>
              <p:cNvSpPr/>
              <p:nvPr/>
            </p:nvSpPr>
            <p:spPr>
              <a:xfrm>
                <a:off x="7601558" y="1584000"/>
                <a:ext cx="289935" cy="265385"/>
              </a:xfrm>
              <a:custGeom>
                <a:avLst/>
                <a:gdLst/>
                <a:ahLst/>
                <a:cxnLst/>
                <a:rect l="l" t="t" r="r" b="b"/>
                <a:pathLst>
                  <a:path w="289935" h="265385">
                    <a:moveTo>
                      <a:pt x="289935" y="0"/>
                    </a:moveTo>
                    <a:lnTo>
                      <a:pt x="48402" y="265385"/>
                    </a:lnTo>
                    <a:lnTo>
                      <a:pt x="0" y="219179"/>
                    </a:lnTo>
                    <a:lnTo>
                      <a:pt x="19995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6" name="Контур"/>
              <p:cNvSpPr/>
              <p:nvPr/>
            </p:nvSpPr>
            <p:spPr>
              <a:xfrm>
                <a:off x="8055374" y="1614935"/>
                <a:ext cx="221184" cy="197316"/>
              </a:xfrm>
              <a:custGeom>
                <a:avLst/>
                <a:gdLst/>
                <a:ahLst/>
                <a:cxnLst/>
                <a:rect l="l" t="t" r="r" b="b"/>
                <a:pathLst>
                  <a:path w="221184" h="197316">
                    <a:moveTo>
                      <a:pt x="221184" y="141876"/>
                    </a:moveTo>
                    <a:lnTo>
                      <a:pt x="184887" y="177858"/>
                    </a:lnTo>
                    <a:lnTo>
                      <a:pt x="162306" y="157239"/>
                    </a:lnTo>
                    <a:lnTo>
                      <a:pt x="123183" y="197316"/>
                    </a:lnTo>
                    <a:lnTo>
                      <a:pt x="0" y="77067"/>
                    </a:lnTo>
                    <a:lnTo>
                      <a:pt x="74592" y="0"/>
                    </a:lnTo>
                    <a:lnTo>
                      <a:pt x="221184" y="1418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7" name="Контур"/>
              <p:cNvSpPr/>
              <p:nvPr/>
            </p:nvSpPr>
            <p:spPr>
              <a:xfrm>
                <a:off x="8199317" y="1584000"/>
                <a:ext cx="203412" cy="129134"/>
              </a:xfrm>
              <a:custGeom>
                <a:avLst/>
                <a:gdLst/>
                <a:ahLst/>
                <a:cxnLst/>
                <a:rect l="l" t="t" r="r" b="b"/>
                <a:pathLst>
                  <a:path w="203412" h="129134">
                    <a:moveTo>
                      <a:pt x="0" y="0"/>
                    </a:moveTo>
                    <a:lnTo>
                      <a:pt x="139980" y="0"/>
                    </a:lnTo>
                    <a:lnTo>
                      <a:pt x="203412" y="59303"/>
                    </a:lnTo>
                    <a:lnTo>
                      <a:pt x="138126" y="1291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8" name="Контур"/>
              <p:cNvSpPr/>
              <p:nvPr/>
            </p:nvSpPr>
            <p:spPr>
              <a:xfrm>
                <a:off x="8434115" y="1584000"/>
                <a:ext cx="53706" cy="26696"/>
              </a:xfrm>
              <a:custGeom>
                <a:avLst/>
                <a:gdLst/>
                <a:ahLst/>
                <a:cxnLst/>
                <a:rect l="l" t="t" r="r" b="b"/>
                <a:pathLst>
                  <a:path w="53706" h="26696">
                    <a:moveTo>
                      <a:pt x="53706" y="0"/>
                    </a:moveTo>
                    <a:lnTo>
                      <a:pt x="29751" y="26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9" name="Контур"/>
              <p:cNvSpPr/>
              <p:nvPr/>
            </p:nvSpPr>
            <p:spPr>
              <a:xfrm>
                <a:off x="9463389" y="1932794"/>
                <a:ext cx="64872" cy="80382"/>
              </a:xfrm>
              <a:custGeom>
                <a:avLst/>
                <a:gdLst/>
                <a:ahLst/>
                <a:cxnLst/>
                <a:rect l="l" t="t" r="r" b="b"/>
                <a:pathLst>
                  <a:path w="64872" h="80382">
                    <a:moveTo>
                      <a:pt x="25517" y="80382"/>
                    </a:moveTo>
                    <a:lnTo>
                      <a:pt x="0" y="15470"/>
                    </a:lnTo>
                    <a:lnTo>
                      <a:pt x="39355" y="0"/>
                    </a:lnTo>
                    <a:lnTo>
                      <a:pt x="64872" y="64912"/>
                    </a:lnTo>
                    <a:lnTo>
                      <a:pt x="25517" y="803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0" name="Контур"/>
              <p:cNvSpPr/>
              <p:nvPr/>
            </p:nvSpPr>
            <p:spPr>
              <a:xfrm>
                <a:off x="9208517" y="1788464"/>
                <a:ext cx="199620" cy="175356"/>
              </a:xfrm>
              <a:custGeom>
                <a:avLst/>
                <a:gdLst/>
                <a:ahLst/>
                <a:cxnLst/>
                <a:rect l="l" t="t" r="r" b="b"/>
                <a:pathLst>
                  <a:path w="199620" h="175356">
                    <a:moveTo>
                      <a:pt x="199620" y="119205"/>
                    </a:moveTo>
                    <a:lnTo>
                      <a:pt x="42669" y="175356"/>
                    </a:lnTo>
                    <a:lnTo>
                      <a:pt x="0" y="56160"/>
                    </a:lnTo>
                    <a:lnTo>
                      <a:pt x="156960" y="0"/>
                    </a:lnTo>
                    <a:lnTo>
                      <a:pt x="199620" y="1192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1" name="Контур"/>
              <p:cNvSpPr/>
              <p:nvPr/>
            </p:nvSpPr>
            <p:spPr>
              <a:xfrm>
                <a:off x="9366506" y="1733700"/>
                <a:ext cx="141545" cy="203352"/>
              </a:xfrm>
              <a:custGeom>
                <a:avLst/>
                <a:gdLst/>
                <a:ahLst/>
                <a:cxnLst/>
                <a:rect l="l" t="t" r="r" b="b"/>
                <a:pathLst>
                  <a:path w="141545" h="203352">
                    <a:moveTo>
                      <a:pt x="68111" y="203352"/>
                    </a:moveTo>
                    <a:lnTo>
                      <a:pt x="0" y="28625"/>
                    </a:lnTo>
                    <a:lnTo>
                      <a:pt x="73434" y="0"/>
                    </a:lnTo>
                    <a:lnTo>
                      <a:pt x="141545" y="174727"/>
                    </a:lnTo>
                    <a:lnTo>
                      <a:pt x="68111" y="2033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2" name="Контур"/>
              <p:cNvSpPr/>
              <p:nvPr/>
            </p:nvSpPr>
            <p:spPr>
              <a:xfrm>
                <a:off x="9440531" y="1584000"/>
                <a:ext cx="190193" cy="304274"/>
              </a:xfrm>
              <a:custGeom>
                <a:avLst/>
                <a:gdLst/>
                <a:ahLst/>
                <a:cxnLst/>
                <a:rect l="l" t="t" r="r" b="b"/>
                <a:pathLst>
                  <a:path w="190193" h="304274">
                    <a:moveTo>
                      <a:pt x="78322" y="304274"/>
                    </a:moveTo>
                    <a:lnTo>
                      <a:pt x="0" y="97386"/>
                    </a:lnTo>
                    <a:lnTo>
                      <a:pt x="49280" y="81539"/>
                    </a:lnTo>
                    <a:lnTo>
                      <a:pt x="36080" y="45444"/>
                    </a:lnTo>
                    <a:lnTo>
                      <a:pt x="74801" y="33119"/>
                    </a:lnTo>
                    <a:lnTo>
                      <a:pt x="71281" y="21673"/>
                    </a:lnTo>
                    <a:lnTo>
                      <a:pt x="103459" y="0"/>
                    </a:lnTo>
                    <a:lnTo>
                      <a:pt x="190193" y="0"/>
                    </a:lnTo>
                    <a:lnTo>
                      <a:pt x="124962" y="2849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3" name="Контур"/>
              <p:cNvSpPr/>
              <p:nvPr/>
            </p:nvSpPr>
            <p:spPr>
              <a:xfrm>
                <a:off x="8865011" y="1791263"/>
                <a:ext cx="72460" cy="74387"/>
              </a:xfrm>
              <a:custGeom>
                <a:avLst/>
                <a:gdLst/>
                <a:ahLst/>
                <a:cxnLst/>
                <a:rect l="l" t="t" r="r" b="b"/>
                <a:pathLst>
                  <a:path w="72460" h="74387">
                    <a:moveTo>
                      <a:pt x="42692" y="0"/>
                    </a:moveTo>
                    <a:lnTo>
                      <a:pt x="72460" y="41567"/>
                    </a:lnTo>
                    <a:lnTo>
                      <a:pt x="33693" y="74387"/>
                    </a:lnTo>
                    <a:lnTo>
                      <a:pt x="0" y="33473"/>
                    </a:lnTo>
                    <a:lnTo>
                      <a:pt x="4269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4" name="Контур"/>
              <p:cNvSpPr/>
              <p:nvPr/>
            </p:nvSpPr>
            <p:spPr>
              <a:xfrm>
                <a:off x="8881530" y="1584000"/>
                <a:ext cx="319916" cy="261252"/>
              </a:xfrm>
              <a:custGeom>
                <a:avLst/>
                <a:gdLst/>
                <a:ahLst/>
                <a:cxnLst/>
                <a:rect l="l" t="t" r="r" b="b"/>
                <a:pathLst>
                  <a:path w="319916" h="261252">
                    <a:moveTo>
                      <a:pt x="0" y="169456"/>
                    </a:moveTo>
                    <a:lnTo>
                      <a:pt x="237591" y="0"/>
                    </a:lnTo>
                    <a:lnTo>
                      <a:pt x="263089" y="0"/>
                    </a:lnTo>
                    <a:lnTo>
                      <a:pt x="310103" y="65375"/>
                    </a:lnTo>
                    <a:lnTo>
                      <a:pt x="319916" y="79776"/>
                    </a:lnTo>
                    <a:lnTo>
                      <a:pt x="65472" y="261252"/>
                    </a:lnTo>
                    <a:lnTo>
                      <a:pt x="55941" y="248830"/>
                    </a:lnTo>
                    <a:lnTo>
                      <a:pt x="26173" y="2072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5" name="Контур"/>
              <p:cNvSpPr/>
              <p:nvPr/>
            </p:nvSpPr>
            <p:spPr>
              <a:xfrm>
                <a:off x="9144619" y="1584000"/>
                <a:ext cx="74507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74507" h="65375">
                    <a:moveTo>
                      <a:pt x="0" y="0"/>
                    </a:moveTo>
                    <a:lnTo>
                      <a:pt x="42899" y="0"/>
                    </a:lnTo>
                    <a:lnTo>
                      <a:pt x="74507" y="45425"/>
                    </a:lnTo>
                    <a:lnTo>
                      <a:pt x="47014" y="653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6" name="Контур"/>
              <p:cNvSpPr/>
              <p:nvPr/>
            </p:nvSpPr>
            <p:spPr>
              <a:xfrm>
                <a:off x="9315436" y="1584000"/>
                <a:ext cx="93436" cy="43389"/>
              </a:xfrm>
              <a:custGeom>
                <a:avLst/>
                <a:gdLst/>
                <a:ahLst/>
                <a:cxnLst/>
                <a:rect l="l" t="t" r="r" b="b"/>
                <a:pathLst>
                  <a:path w="93436" h="43389">
                    <a:moveTo>
                      <a:pt x="93436" y="0"/>
                    </a:moveTo>
                    <a:lnTo>
                      <a:pt x="29401" y="433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7" name="Контур"/>
              <p:cNvSpPr/>
              <p:nvPr/>
            </p:nvSpPr>
            <p:spPr>
              <a:xfrm>
                <a:off x="7487488" y="3014615"/>
                <a:ext cx="621295" cy="475148"/>
              </a:xfrm>
              <a:custGeom>
                <a:avLst/>
                <a:gdLst/>
                <a:ahLst/>
                <a:cxnLst/>
                <a:rect l="l" t="t" r="r" b="b"/>
                <a:pathLst>
                  <a:path w="621295" h="475148">
                    <a:moveTo>
                      <a:pt x="0" y="416730"/>
                    </a:moveTo>
                    <a:lnTo>
                      <a:pt x="579269" y="0"/>
                    </a:lnTo>
                    <a:lnTo>
                      <a:pt x="621295" y="58418"/>
                    </a:lnTo>
                    <a:lnTo>
                      <a:pt x="42026" y="475148"/>
                    </a:lnTo>
                    <a:lnTo>
                      <a:pt x="0" y="41673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8" name="Контур"/>
              <p:cNvSpPr/>
              <p:nvPr/>
            </p:nvSpPr>
            <p:spPr>
              <a:xfrm>
                <a:off x="8405985" y="3110054"/>
                <a:ext cx="387104" cy="344083"/>
              </a:xfrm>
              <a:custGeom>
                <a:avLst/>
                <a:gdLst/>
                <a:ahLst/>
                <a:cxnLst/>
                <a:rect l="l" t="t" r="r" b="b"/>
                <a:pathLst>
                  <a:path w="387104" h="344083">
                    <a:moveTo>
                      <a:pt x="0" y="298801"/>
                    </a:moveTo>
                    <a:lnTo>
                      <a:pt x="40763" y="270775"/>
                    </a:lnTo>
                    <a:lnTo>
                      <a:pt x="10238" y="228053"/>
                    </a:lnTo>
                    <a:lnTo>
                      <a:pt x="322852" y="0"/>
                    </a:lnTo>
                    <a:lnTo>
                      <a:pt x="387104" y="85226"/>
                    </a:lnTo>
                    <a:lnTo>
                      <a:pt x="35546" y="344083"/>
                    </a:lnTo>
                    <a:lnTo>
                      <a:pt x="0" y="2988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9" name="Контур"/>
              <p:cNvSpPr/>
              <p:nvPr/>
            </p:nvSpPr>
            <p:spPr>
              <a:xfrm>
                <a:off x="8205926" y="2885924"/>
                <a:ext cx="522911" cy="522931"/>
              </a:xfrm>
              <a:custGeom>
                <a:avLst/>
                <a:gdLst/>
                <a:ahLst/>
                <a:cxnLst/>
                <a:rect l="l" t="t" r="r" b="b"/>
                <a:pathLst>
                  <a:path w="522911" h="522931">
                    <a:moveTo>
                      <a:pt x="200059" y="522931"/>
                    </a:moveTo>
                    <a:lnTo>
                      <a:pt x="164511" y="474066"/>
                    </a:lnTo>
                    <a:lnTo>
                      <a:pt x="0" y="261495"/>
                    </a:lnTo>
                    <a:lnTo>
                      <a:pt x="127917" y="167982"/>
                    </a:lnTo>
                    <a:lnTo>
                      <a:pt x="180441" y="129651"/>
                    </a:lnTo>
                    <a:lnTo>
                      <a:pt x="270180" y="64176"/>
                    </a:lnTo>
                    <a:lnTo>
                      <a:pt x="356913" y="0"/>
                    </a:lnTo>
                    <a:lnTo>
                      <a:pt x="522911" y="224130"/>
                    </a:lnTo>
                    <a:lnTo>
                      <a:pt x="210297" y="452183"/>
                    </a:lnTo>
                    <a:lnTo>
                      <a:pt x="240822" y="494905"/>
                    </a:lnTo>
                    <a:lnTo>
                      <a:pt x="200059" y="52293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0" name="Контур"/>
              <p:cNvSpPr/>
              <p:nvPr/>
            </p:nvSpPr>
            <p:spPr>
              <a:xfrm>
                <a:off x="7878617" y="3754632"/>
                <a:ext cx="94037" cy="92499"/>
              </a:xfrm>
              <a:custGeom>
                <a:avLst/>
                <a:gdLst/>
                <a:ahLst/>
                <a:cxnLst/>
                <a:rect l="l" t="t" r="r" b="b"/>
                <a:pathLst>
                  <a:path w="94037" h="92499">
                    <a:moveTo>
                      <a:pt x="57267" y="0"/>
                    </a:moveTo>
                    <a:lnTo>
                      <a:pt x="94037" y="50682"/>
                    </a:lnTo>
                    <a:lnTo>
                      <a:pt x="36901" y="92499"/>
                    </a:lnTo>
                    <a:lnTo>
                      <a:pt x="31704" y="85402"/>
                    </a:lnTo>
                    <a:lnTo>
                      <a:pt x="0" y="41556"/>
                    </a:lnTo>
                    <a:lnTo>
                      <a:pt x="5726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1" name="Контур"/>
              <p:cNvSpPr/>
              <p:nvPr/>
            </p:nvSpPr>
            <p:spPr>
              <a:xfrm>
                <a:off x="7598822" y="3147419"/>
                <a:ext cx="807163" cy="756577"/>
              </a:xfrm>
              <a:custGeom>
                <a:avLst/>
                <a:gdLst/>
                <a:ahLst/>
                <a:cxnLst/>
                <a:rect l="l" t="t" r="r" b="b"/>
                <a:pathLst>
                  <a:path w="807163" h="756577">
                    <a:moveTo>
                      <a:pt x="607104" y="0"/>
                    </a:moveTo>
                    <a:lnTo>
                      <a:pt x="771615" y="212571"/>
                    </a:lnTo>
                    <a:lnTo>
                      <a:pt x="807163" y="261436"/>
                    </a:lnTo>
                    <a:lnTo>
                      <a:pt x="337062" y="607213"/>
                    </a:lnTo>
                    <a:lnTo>
                      <a:pt x="279795" y="648769"/>
                    </a:lnTo>
                    <a:lnTo>
                      <a:pt x="311499" y="692615"/>
                    </a:lnTo>
                    <a:lnTo>
                      <a:pt x="221408" y="756577"/>
                    </a:lnTo>
                    <a:lnTo>
                      <a:pt x="184557" y="701428"/>
                    </a:lnTo>
                    <a:lnTo>
                      <a:pt x="126073" y="623447"/>
                    </a:lnTo>
                    <a:lnTo>
                      <a:pt x="90540" y="650220"/>
                    </a:lnTo>
                    <a:lnTo>
                      <a:pt x="32511" y="572072"/>
                    </a:lnTo>
                    <a:lnTo>
                      <a:pt x="70957" y="543831"/>
                    </a:lnTo>
                    <a:lnTo>
                      <a:pt x="0" y="442347"/>
                    </a:lnTo>
                    <a:lnTo>
                      <a:pt x="588110" y="13852"/>
                    </a:lnTo>
                    <a:lnTo>
                      <a:pt x="60710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2" name="Контур"/>
              <p:cNvSpPr/>
              <p:nvPr/>
            </p:nvSpPr>
            <p:spPr>
              <a:xfrm>
                <a:off x="7577078" y="2813325"/>
                <a:ext cx="458313" cy="383690"/>
              </a:xfrm>
              <a:custGeom>
                <a:avLst/>
                <a:gdLst/>
                <a:ahLst/>
                <a:cxnLst/>
                <a:rect l="l" t="t" r="r" b="b"/>
                <a:pathLst>
                  <a:path w="458313" h="383690">
                    <a:moveTo>
                      <a:pt x="375984" y="0"/>
                    </a:moveTo>
                    <a:lnTo>
                      <a:pt x="416265" y="54532"/>
                    </a:lnTo>
                    <a:lnTo>
                      <a:pt x="458313" y="107907"/>
                    </a:lnTo>
                    <a:lnTo>
                      <a:pt x="80910" y="383690"/>
                    </a:lnTo>
                    <a:lnTo>
                      <a:pt x="0" y="266563"/>
                    </a:lnTo>
                    <a:lnTo>
                      <a:pt x="37598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3" name="Контур"/>
              <p:cNvSpPr/>
              <p:nvPr/>
            </p:nvSpPr>
            <p:spPr>
              <a:xfrm>
                <a:off x="8165765" y="3025034"/>
                <a:ext cx="168078" cy="136237"/>
              </a:xfrm>
              <a:custGeom>
                <a:avLst/>
                <a:gdLst/>
                <a:ahLst/>
                <a:cxnLst/>
                <a:rect l="l" t="t" r="r" b="b"/>
                <a:pathLst>
                  <a:path w="168078" h="136237">
                    <a:moveTo>
                      <a:pt x="168078" y="28872"/>
                    </a:moveTo>
                    <a:lnTo>
                      <a:pt x="40161" y="122385"/>
                    </a:lnTo>
                    <a:lnTo>
                      <a:pt x="21167" y="136237"/>
                    </a:lnTo>
                    <a:lnTo>
                      <a:pt x="0" y="107898"/>
                    </a:lnTo>
                    <a:lnTo>
                      <a:pt x="147005" y="0"/>
                    </a:lnTo>
                    <a:lnTo>
                      <a:pt x="168078" y="2887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4" name="Контур"/>
              <p:cNvSpPr/>
              <p:nvPr/>
            </p:nvSpPr>
            <p:spPr>
              <a:xfrm>
                <a:off x="8312770" y="2986235"/>
                <a:ext cx="73597" cy="67671"/>
              </a:xfrm>
              <a:custGeom>
                <a:avLst/>
                <a:gdLst/>
                <a:ahLst/>
                <a:cxnLst/>
                <a:rect l="l" t="t" r="r" b="b"/>
                <a:pathLst>
                  <a:path w="73597" h="67671">
                    <a:moveTo>
                      <a:pt x="0" y="38799"/>
                    </a:moveTo>
                    <a:lnTo>
                      <a:pt x="52186" y="0"/>
                    </a:lnTo>
                    <a:lnTo>
                      <a:pt x="73597" y="29340"/>
                    </a:lnTo>
                    <a:lnTo>
                      <a:pt x="21073" y="67671"/>
                    </a:lnTo>
                    <a:lnTo>
                      <a:pt x="0" y="387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5" name="Контур"/>
              <p:cNvSpPr/>
              <p:nvPr/>
            </p:nvSpPr>
            <p:spPr>
              <a:xfrm>
                <a:off x="8364956" y="2875092"/>
                <a:ext cx="111150" cy="140483"/>
              </a:xfrm>
              <a:custGeom>
                <a:avLst/>
                <a:gdLst/>
                <a:ahLst/>
                <a:cxnLst/>
                <a:rect l="l" t="t" r="r" b="b"/>
                <a:pathLst>
                  <a:path w="111150" h="140483">
                    <a:moveTo>
                      <a:pt x="0" y="111143"/>
                    </a:moveTo>
                    <a:lnTo>
                      <a:pt x="37642" y="84834"/>
                    </a:lnTo>
                    <a:lnTo>
                      <a:pt x="8075" y="38664"/>
                    </a:lnTo>
                    <a:lnTo>
                      <a:pt x="60077" y="0"/>
                    </a:lnTo>
                    <a:lnTo>
                      <a:pt x="111150" y="75008"/>
                    </a:lnTo>
                    <a:lnTo>
                      <a:pt x="21411" y="140483"/>
                    </a:lnTo>
                    <a:lnTo>
                      <a:pt x="0" y="1111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6" name="Контур"/>
              <p:cNvSpPr/>
              <p:nvPr/>
            </p:nvSpPr>
            <p:spPr>
              <a:xfrm>
                <a:off x="7738840" y="2554892"/>
                <a:ext cx="331830" cy="312107"/>
              </a:xfrm>
              <a:custGeom>
                <a:avLst/>
                <a:gdLst/>
                <a:ahLst/>
                <a:cxnLst/>
                <a:rect l="l" t="t" r="r" b="b"/>
                <a:pathLst>
                  <a:path w="331830" h="312107">
                    <a:moveTo>
                      <a:pt x="0" y="266103"/>
                    </a:moveTo>
                    <a:lnTo>
                      <a:pt x="165303" y="140423"/>
                    </a:lnTo>
                    <a:lnTo>
                      <a:pt x="244987" y="0"/>
                    </a:lnTo>
                    <a:lnTo>
                      <a:pt x="331830" y="98863"/>
                    </a:lnTo>
                    <a:lnTo>
                      <a:pt x="39159" y="312107"/>
                    </a:lnTo>
                    <a:lnTo>
                      <a:pt x="0" y="2661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7" name="Контур"/>
              <p:cNvSpPr/>
              <p:nvPr/>
            </p:nvSpPr>
            <p:spPr>
              <a:xfrm>
                <a:off x="8020272" y="2513186"/>
                <a:ext cx="60950" cy="60173"/>
              </a:xfrm>
              <a:custGeom>
                <a:avLst/>
                <a:gdLst/>
                <a:ahLst/>
                <a:cxnLst/>
                <a:rect l="l" t="t" r="r" b="b"/>
                <a:pathLst>
                  <a:path w="60950" h="60173">
                    <a:moveTo>
                      <a:pt x="0" y="32344"/>
                    </a:moveTo>
                    <a:lnTo>
                      <a:pt x="35827" y="0"/>
                    </a:lnTo>
                    <a:lnTo>
                      <a:pt x="60950" y="27830"/>
                    </a:lnTo>
                    <a:lnTo>
                      <a:pt x="25125" y="60173"/>
                    </a:lnTo>
                    <a:lnTo>
                      <a:pt x="0" y="323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8" name="Контур"/>
              <p:cNvSpPr/>
              <p:nvPr/>
            </p:nvSpPr>
            <p:spPr>
              <a:xfrm>
                <a:off x="8086613" y="2221816"/>
                <a:ext cx="394119" cy="341970"/>
              </a:xfrm>
              <a:custGeom>
                <a:avLst/>
                <a:gdLst/>
                <a:ahLst/>
                <a:cxnLst/>
                <a:rect l="l" t="t" r="r" b="b"/>
                <a:pathLst>
                  <a:path w="394119" h="341970">
                    <a:moveTo>
                      <a:pt x="394119" y="93787"/>
                    </a:moveTo>
                    <a:lnTo>
                      <a:pt x="72357" y="341970"/>
                    </a:lnTo>
                    <a:lnTo>
                      <a:pt x="0" y="248182"/>
                    </a:lnTo>
                    <a:lnTo>
                      <a:pt x="321772" y="0"/>
                    </a:lnTo>
                    <a:lnTo>
                      <a:pt x="394119" y="937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9" name="Контур"/>
              <p:cNvSpPr/>
              <p:nvPr/>
            </p:nvSpPr>
            <p:spPr>
              <a:xfrm>
                <a:off x="9335489" y="3669663"/>
                <a:ext cx="100307" cy="106598"/>
              </a:xfrm>
              <a:custGeom>
                <a:avLst/>
                <a:gdLst/>
                <a:ahLst/>
                <a:cxnLst/>
                <a:rect l="l" t="t" r="r" b="b"/>
                <a:pathLst>
                  <a:path w="100307" h="106598">
                    <a:moveTo>
                      <a:pt x="58080" y="106598"/>
                    </a:moveTo>
                    <a:lnTo>
                      <a:pt x="0" y="33596"/>
                    </a:lnTo>
                    <a:lnTo>
                      <a:pt x="42226" y="0"/>
                    </a:lnTo>
                    <a:lnTo>
                      <a:pt x="100307" y="72993"/>
                    </a:lnTo>
                    <a:lnTo>
                      <a:pt x="58080" y="10659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0" name="Контур"/>
              <p:cNvSpPr/>
              <p:nvPr/>
            </p:nvSpPr>
            <p:spPr>
              <a:xfrm>
                <a:off x="9275963" y="3560384"/>
                <a:ext cx="129834" cy="132003"/>
              </a:xfrm>
              <a:custGeom>
                <a:avLst/>
                <a:gdLst/>
                <a:ahLst/>
                <a:cxnLst/>
                <a:rect l="l" t="t" r="r" b="b"/>
                <a:pathLst>
                  <a:path w="129834" h="132003">
                    <a:moveTo>
                      <a:pt x="61200" y="132003"/>
                    </a:moveTo>
                    <a:lnTo>
                      <a:pt x="0" y="53514"/>
                    </a:lnTo>
                    <a:lnTo>
                      <a:pt x="68634" y="0"/>
                    </a:lnTo>
                    <a:lnTo>
                      <a:pt x="129834" y="78480"/>
                    </a:lnTo>
                    <a:lnTo>
                      <a:pt x="61200" y="1320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1" name="Контур"/>
              <p:cNvSpPr/>
              <p:nvPr/>
            </p:nvSpPr>
            <p:spPr>
              <a:xfrm>
                <a:off x="9096170" y="3466784"/>
                <a:ext cx="177867" cy="211527"/>
              </a:xfrm>
              <a:custGeom>
                <a:avLst/>
                <a:gdLst/>
                <a:ahLst/>
                <a:cxnLst/>
                <a:rect l="l" t="t" r="r" b="b"/>
                <a:pathLst>
                  <a:path w="177867" h="211527">
                    <a:moveTo>
                      <a:pt x="130329" y="211527"/>
                    </a:moveTo>
                    <a:lnTo>
                      <a:pt x="0" y="35118"/>
                    </a:lnTo>
                    <a:lnTo>
                      <a:pt x="47547" y="0"/>
                    </a:lnTo>
                    <a:lnTo>
                      <a:pt x="177867" y="176400"/>
                    </a:lnTo>
                    <a:lnTo>
                      <a:pt x="130329" y="2115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2" name="Контур"/>
              <p:cNvSpPr/>
              <p:nvPr/>
            </p:nvSpPr>
            <p:spPr>
              <a:xfrm>
                <a:off x="9392808" y="3569444"/>
                <a:ext cx="75240" cy="78525"/>
              </a:xfrm>
              <a:custGeom>
                <a:avLst/>
                <a:gdLst/>
                <a:ahLst/>
                <a:cxnLst/>
                <a:rect l="l" t="t" r="r" b="b"/>
                <a:pathLst>
                  <a:path w="75240" h="78525">
                    <a:moveTo>
                      <a:pt x="37062" y="78525"/>
                    </a:moveTo>
                    <a:lnTo>
                      <a:pt x="0" y="28012"/>
                    </a:lnTo>
                    <a:lnTo>
                      <a:pt x="38177" y="0"/>
                    </a:lnTo>
                    <a:lnTo>
                      <a:pt x="75240" y="50512"/>
                    </a:lnTo>
                    <a:lnTo>
                      <a:pt x="37062" y="7852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3" name="Контур"/>
              <p:cNvSpPr/>
              <p:nvPr/>
            </p:nvSpPr>
            <p:spPr>
              <a:xfrm>
                <a:off x="9430985" y="3288143"/>
                <a:ext cx="402339" cy="331813"/>
              </a:xfrm>
              <a:custGeom>
                <a:avLst/>
                <a:gdLst/>
                <a:ahLst/>
                <a:cxnLst/>
                <a:rect l="l" t="t" r="r" b="b"/>
                <a:pathLst>
                  <a:path w="402339" h="331813">
                    <a:moveTo>
                      <a:pt x="0" y="281301"/>
                    </a:moveTo>
                    <a:lnTo>
                      <a:pt x="366114" y="0"/>
                    </a:lnTo>
                    <a:lnTo>
                      <a:pt x="402339" y="46998"/>
                    </a:lnTo>
                    <a:lnTo>
                      <a:pt x="37063" y="331813"/>
                    </a:lnTo>
                    <a:lnTo>
                      <a:pt x="0" y="2813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4" name="Контур"/>
              <p:cNvSpPr/>
              <p:nvPr/>
            </p:nvSpPr>
            <p:spPr>
              <a:xfrm>
                <a:off x="8836367" y="2407475"/>
                <a:ext cx="1108359" cy="1161969"/>
              </a:xfrm>
              <a:custGeom>
                <a:avLst/>
                <a:gdLst/>
                <a:ahLst/>
                <a:cxnLst/>
                <a:rect l="l" t="t" r="r" b="b"/>
                <a:pathLst>
                  <a:path w="1108359" h="1161969">
                    <a:moveTo>
                      <a:pt x="272241" y="184005"/>
                    </a:moveTo>
                    <a:lnTo>
                      <a:pt x="315963" y="151029"/>
                    </a:lnTo>
                    <a:lnTo>
                      <a:pt x="516213" y="0"/>
                    </a:lnTo>
                    <a:lnTo>
                      <a:pt x="1069200" y="718236"/>
                    </a:lnTo>
                    <a:lnTo>
                      <a:pt x="1108359" y="769095"/>
                    </a:lnTo>
                    <a:lnTo>
                      <a:pt x="1068930" y="798894"/>
                    </a:lnTo>
                    <a:lnTo>
                      <a:pt x="960732" y="880668"/>
                    </a:lnTo>
                    <a:lnTo>
                      <a:pt x="594618" y="1161969"/>
                    </a:lnTo>
                    <a:lnTo>
                      <a:pt x="0" y="389340"/>
                    </a:lnTo>
                    <a:lnTo>
                      <a:pt x="96102" y="316854"/>
                    </a:lnTo>
                    <a:lnTo>
                      <a:pt x="194411" y="242461"/>
                    </a:lnTo>
                    <a:lnTo>
                      <a:pt x="209608" y="230919"/>
                    </a:lnTo>
                    <a:lnTo>
                      <a:pt x="225882" y="218979"/>
                    </a:lnTo>
                    <a:lnTo>
                      <a:pt x="272241" y="1840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5" name="Контур"/>
              <p:cNvSpPr/>
              <p:nvPr/>
            </p:nvSpPr>
            <p:spPr>
              <a:xfrm>
                <a:off x="9030560" y="3210050"/>
                <a:ext cx="133506" cy="123273"/>
              </a:xfrm>
              <a:custGeom>
                <a:avLst/>
                <a:gdLst/>
                <a:ahLst/>
                <a:cxnLst/>
                <a:rect l="l" t="t" r="r" b="b"/>
                <a:pathLst>
                  <a:path w="133506" h="123273">
                    <a:moveTo>
                      <a:pt x="0" y="70353"/>
                    </a:moveTo>
                    <a:lnTo>
                      <a:pt x="93816" y="0"/>
                    </a:lnTo>
                    <a:lnTo>
                      <a:pt x="133506" y="52920"/>
                    </a:lnTo>
                    <a:lnTo>
                      <a:pt x="39690" y="123273"/>
                    </a:lnTo>
                    <a:lnTo>
                      <a:pt x="0" y="703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6" name="Контур"/>
              <p:cNvSpPr/>
              <p:nvPr/>
            </p:nvSpPr>
            <p:spPr>
              <a:xfrm>
                <a:off x="8624714" y="2692784"/>
                <a:ext cx="296343" cy="363834"/>
              </a:xfrm>
              <a:custGeom>
                <a:avLst/>
                <a:gdLst/>
                <a:ahLst/>
                <a:cxnLst/>
                <a:rect l="l" t="t" r="r" b="b"/>
                <a:pathLst>
                  <a:path w="296343" h="363834">
                    <a:moveTo>
                      <a:pt x="0" y="36846"/>
                    </a:moveTo>
                    <a:lnTo>
                      <a:pt x="48843" y="0"/>
                    </a:lnTo>
                    <a:lnTo>
                      <a:pt x="116388" y="88434"/>
                    </a:lnTo>
                    <a:lnTo>
                      <a:pt x="296343" y="323172"/>
                    </a:lnTo>
                    <a:lnTo>
                      <a:pt x="243297" y="363834"/>
                    </a:lnTo>
                    <a:lnTo>
                      <a:pt x="0" y="368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7" name="Контур"/>
              <p:cNvSpPr/>
              <p:nvPr/>
            </p:nvSpPr>
            <p:spPr>
              <a:xfrm>
                <a:off x="8906837" y="3067022"/>
                <a:ext cx="187164" cy="176067"/>
              </a:xfrm>
              <a:custGeom>
                <a:avLst/>
                <a:gdLst/>
                <a:ahLst/>
                <a:cxnLst/>
                <a:rect l="l" t="t" r="r" b="b"/>
                <a:pathLst>
                  <a:path w="187164" h="176067">
                    <a:moveTo>
                      <a:pt x="0" y="85122"/>
                    </a:moveTo>
                    <a:lnTo>
                      <a:pt x="92367" y="14238"/>
                    </a:lnTo>
                    <a:lnTo>
                      <a:pt x="96165" y="19188"/>
                    </a:lnTo>
                    <a:lnTo>
                      <a:pt x="121176" y="0"/>
                    </a:lnTo>
                    <a:lnTo>
                      <a:pt x="187164" y="86004"/>
                    </a:lnTo>
                    <a:lnTo>
                      <a:pt x="69759" y="176067"/>
                    </a:lnTo>
                    <a:lnTo>
                      <a:pt x="0" y="851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8" name="Контур"/>
              <p:cNvSpPr/>
              <p:nvPr/>
            </p:nvSpPr>
            <p:spPr>
              <a:xfrm>
                <a:off x="8803445" y="2680688"/>
                <a:ext cx="129024" cy="116127"/>
              </a:xfrm>
              <a:custGeom>
                <a:avLst/>
                <a:gdLst/>
                <a:ahLst/>
                <a:cxnLst/>
                <a:rect l="l" t="t" r="r" b="b"/>
                <a:pathLst>
                  <a:path w="129024" h="116127">
                    <a:moveTo>
                      <a:pt x="129024" y="43641"/>
                    </a:moveTo>
                    <a:lnTo>
                      <a:pt x="32922" y="116127"/>
                    </a:lnTo>
                    <a:lnTo>
                      <a:pt x="0" y="72486"/>
                    </a:lnTo>
                    <a:lnTo>
                      <a:pt x="96102" y="0"/>
                    </a:lnTo>
                    <a:lnTo>
                      <a:pt x="129024" y="436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9" name="Контур"/>
              <p:cNvSpPr/>
              <p:nvPr/>
            </p:nvSpPr>
            <p:spPr>
              <a:xfrm>
                <a:off x="8673557" y="2656196"/>
                <a:ext cx="115110" cy="125022"/>
              </a:xfrm>
              <a:custGeom>
                <a:avLst/>
                <a:gdLst/>
                <a:ahLst/>
                <a:cxnLst/>
                <a:rect l="l" t="t" r="r" b="b"/>
                <a:pathLst>
                  <a:path w="115110" h="125022">
                    <a:moveTo>
                      <a:pt x="0" y="36588"/>
                    </a:moveTo>
                    <a:lnTo>
                      <a:pt x="22469" y="19674"/>
                    </a:lnTo>
                    <a:lnTo>
                      <a:pt x="48338" y="0"/>
                    </a:lnTo>
                    <a:lnTo>
                      <a:pt x="78291" y="40206"/>
                    </a:lnTo>
                    <a:lnTo>
                      <a:pt x="115110" y="89778"/>
                    </a:lnTo>
                    <a:lnTo>
                      <a:pt x="67545" y="125022"/>
                    </a:lnTo>
                    <a:lnTo>
                      <a:pt x="0" y="365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0" name="Контур"/>
              <p:cNvSpPr/>
              <p:nvPr/>
            </p:nvSpPr>
            <p:spPr>
              <a:xfrm>
                <a:off x="8614106" y="2662402"/>
                <a:ext cx="81920" cy="67228"/>
              </a:xfrm>
              <a:custGeom>
                <a:avLst/>
                <a:gdLst/>
                <a:ahLst/>
                <a:cxnLst/>
                <a:rect l="l" t="t" r="r" b="b"/>
                <a:pathLst>
                  <a:path w="81920" h="67228">
                    <a:moveTo>
                      <a:pt x="59451" y="30382"/>
                    </a:moveTo>
                    <a:lnTo>
                      <a:pt x="10608" y="67228"/>
                    </a:lnTo>
                    <a:lnTo>
                      <a:pt x="0" y="53518"/>
                    </a:lnTo>
                    <a:lnTo>
                      <a:pt x="71491" y="0"/>
                    </a:lnTo>
                    <a:lnTo>
                      <a:pt x="81920" y="13468"/>
                    </a:lnTo>
                    <a:lnTo>
                      <a:pt x="59451" y="303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1" name="Контур"/>
              <p:cNvSpPr/>
              <p:nvPr/>
            </p:nvSpPr>
            <p:spPr>
              <a:xfrm>
                <a:off x="9013443" y="2615570"/>
                <a:ext cx="32532" cy="34366"/>
              </a:xfrm>
              <a:custGeom>
                <a:avLst/>
                <a:gdLst/>
                <a:ahLst/>
                <a:cxnLst/>
                <a:rect l="l" t="t" r="r" b="b"/>
                <a:pathLst>
                  <a:path w="32532" h="34366">
                    <a:moveTo>
                      <a:pt x="0" y="11544"/>
                    </a:moveTo>
                    <a:lnTo>
                      <a:pt x="15198" y="0"/>
                    </a:lnTo>
                    <a:lnTo>
                      <a:pt x="32532" y="22824"/>
                    </a:lnTo>
                    <a:lnTo>
                      <a:pt x="17335" y="34366"/>
                    </a:lnTo>
                    <a:lnTo>
                      <a:pt x="0" y="115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2" name="Контур"/>
              <p:cNvSpPr/>
              <p:nvPr/>
            </p:nvSpPr>
            <p:spPr>
              <a:xfrm>
                <a:off x="9016304" y="2497592"/>
                <a:ext cx="136026" cy="128862"/>
              </a:xfrm>
              <a:custGeom>
                <a:avLst/>
                <a:gdLst/>
                <a:ahLst/>
                <a:cxnLst/>
                <a:rect l="l" t="t" r="r" b="b"/>
                <a:pathLst>
                  <a:path w="136026" h="128862">
                    <a:moveTo>
                      <a:pt x="92304" y="93888"/>
                    </a:moveTo>
                    <a:lnTo>
                      <a:pt x="45945" y="128862"/>
                    </a:lnTo>
                    <a:lnTo>
                      <a:pt x="0" y="67950"/>
                    </a:lnTo>
                    <a:lnTo>
                      <a:pt x="90081" y="0"/>
                    </a:lnTo>
                    <a:lnTo>
                      <a:pt x="136026" y="60912"/>
                    </a:lnTo>
                    <a:lnTo>
                      <a:pt x="92304" y="938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3" name="Контур"/>
              <p:cNvSpPr/>
              <p:nvPr/>
            </p:nvSpPr>
            <p:spPr>
              <a:xfrm>
                <a:off x="9369151" y="1976147"/>
                <a:ext cx="106449" cy="65541"/>
              </a:xfrm>
              <a:custGeom>
                <a:avLst/>
                <a:gdLst/>
                <a:ahLst/>
                <a:cxnLst/>
                <a:rect l="l" t="t" r="r" b="b"/>
                <a:pathLst>
                  <a:path w="106449" h="65541">
                    <a:moveTo>
                      <a:pt x="0" y="43950"/>
                    </a:moveTo>
                    <a:lnTo>
                      <a:pt x="9820" y="0"/>
                    </a:lnTo>
                    <a:lnTo>
                      <a:pt x="106449" y="21591"/>
                    </a:lnTo>
                    <a:lnTo>
                      <a:pt x="96629" y="65541"/>
                    </a:lnTo>
                    <a:lnTo>
                      <a:pt x="0" y="4395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4" name="Контур"/>
              <p:cNvSpPr/>
              <p:nvPr/>
            </p:nvSpPr>
            <p:spPr>
              <a:xfrm>
                <a:off x="9499964" y="2201591"/>
                <a:ext cx="173826" cy="137421"/>
              </a:xfrm>
              <a:custGeom>
                <a:avLst/>
                <a:gdLst/>
                <a:ahLst/>
                <a:cxnLst/>
                <a:rect l="l" t="t" r="r" b="b"/>
                <a:pathLst>
                  <a:path w="173826" h="137421">
                    <a:moveTo>
                      <a:pt x="114498" y="122022"/>
                    </a:moveTo>
                    <a:lnTo>
                      <a:pt x="18387" y="137421"/>
                    </a:lnTo>
                    <a:lnTo>
                      <a:pt x="0" y="20286"/>
                    </a:lnTo>
                    <a:lnTo>
                      <a:pt x="155430" y="0"/>
                    </a:lnTo>
                    <a:lnTo>
                      <a:pt x="161910" y="39663"/>
                    </a:lnTo>
                    <a:lnTo>
                      <a:pt x="173826" y="112518"/>
                    </a:lnTo>
                    <a:lnTo>
                      <a:pt x="163323" y="114201"/>
                    </a:lnTo>
                    <a:lnTo>
                      <a:pt x="151731" y="116055"/>
                    </a:lnTo>
                    <a:lnTo>
                      <a:pt x="114498" y="1220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5" name="Контур"/>
              <p:cNvSpPr/>
              <p:nvPr/>
            </p:nvSpPr>
            <p:spPr>
              <a:xfrm>
                <a:off x="8699954" y="1924697"/>
                <a:ext cx="433620" cy="354447"/>
              </a:xfrm>
              <a:custGeom>
                <a:avLst/>
                <a:gdLst/>
                <a:ahLst/>
                <a:cxnLst/>
                <a:rect l="l" t="t" r="r" b="b"/>
                <a:pathLst>
                  <a:path w="433620" h="354447">
                    <a:moveTo>
                      <a:pt x="363096" y="0"/>
                    </a:moveTo>
                    <a:lnTo>
                      <a:pt x="433620" y="98604"/>
                    </a:lnTo>
                    <a:lnTo>
                      <a:pt x="77049" y="354447"/>
                    </a:lnTo>
                    <a:lnTo>
                      <a:pt x="0" y="259677"/>
                    </a:lnTo>
                    <a:lnTo>
                      <a:pt x="36309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6" name="Контур"/>
              <p:cNvSpPr/>
              <p:nvPr/>
            </p:nvSpPr>
            <p:spPr>
              <a:xfrm>
                <a:off x="9134320" y="2114155"/>
                <a:ext cx="310517" cy="265636"/>
              </a:xfrm>
              <a:custGeom>
                <a:avLst/>
                <a:gdLst/>
                <a:ahLst/>
                <a:cxnLst/>
                <a:rect l="l" t="t" r="r" b="b"/>
                <a:pathLst>
                  <a:path w="310517" h="265636">
                    <a:moveTo>
                      <a:pt x="36304" y="265636"/>
                    </a:moveTo>
                    <a:lnTo>
                      <a:pt x="0" y="220487"/>
                    </a:lnTo>
                    <a:lnTo>
                      <a:pt x="274214" y="0"/>
                    </a:lnTo>
                    <a:lnTo>
                      <a:pt x="310517" y="45150"/>
                    </a:lnTo>
                    <a:lnTo>
                      <a:pt x="36304" y="26563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7" name="Контур"/>
              <p:cNvSpPr/>
              <p:nvPr/>
            </p:nvSpPr>
            <p:spPr>
              <a:xfrm>
                <a:off x="9621743" y="1607024"/>
                <a:ext cx="517014" cy="603306"/>
              </a:xfrm>
              <a:custGeom>
                <a:avLst/>
                <a:gdLst/>
                <a:ahLst/>
                <a:cxnLst/>
                <a:rect l="l" t="t" r="r" b="b"/>
                <a:pathLst>
                  <a:path w="517014" h="603306">
                    <a:moveTo>
                      <a:pt x="385929" y="603306"/>
                    </a:moveTo>
                    <a:lnTo>
                      <a:pt x="0" y="102168"/>
                    </a:lnTo>
                    <a:lnTo>
                      <a:pt x="131094" y="0"/>
                    </a:lnTo>
                    <a:lnTo>
                      <a:pt x="517014" y="499680"/>
                    </a:lnTo>
                    <a:lnTo>
                      <a:pt x="385929" y="60330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8" name="Контур"/>
              <p:cNvSpPr/>
              <p:nvPr/>
            </p:nvSpPr>
            <p:spPr>
              <a:xfrm>
                <a:off x="9776732" y="2361224"/>
                <a:ext cx="481887" cy="549000"/>
              </a:xfrm>
              <a:custGeom>
                <a:avLst/>
                <a:gdLst/>
                <a:ahLst/>
                <a:cxnLst/>
                <a:rect l="l" t="t" r="r" b="b"/>
                <a:pathLst>
                  <a:path w="481887" h="549000">
                    <a:moveTo>
                      <a:pt x="171945" y="549000"/>
                    </a:moveTo>
                    <a:lnTo>
                      <a:pt x="0" y="327222"/>
                    </a:lnTo>
                    <a:lnTo>
                      <a:pt x="171927" y="193905"/>
                    </a:lnTo>
                    <a:lnTo>
                      <a:pt x="104553" y="107019"/>
                    </a:lnTo>
                    <a:lnTo>
                      <a:pt x="242550" y="0"/>
                    </a:lnTo>
                    <a:lnTo>
                      <a:pt x="481887" y="308574"/>
                    </a:lnTo>
                    <a:lnTo>
                      <a:pt x="171945" y="54900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9" name="Контур"/>
              <p:cNvSpPr/>
              <p:nvPr/>
            </p:nvSpPr>
            <p:spPr>
              <a:xfrm>
                <a:off x="10280924" y="2749781"/>
                <a:ext cx="15076" cy="31312"/>
              </a:xfrm>
              <a:custGeom>
                <a:avLst/>
                <a:gdLst/>
                <a:ahLst/>
                <a:cxnLst/>
                <a:rect l="l" t="t" r="r" b="b"/>
                <a:pathLst>
                  <a:path w="15076" h="31312">
                    <a:moveTo>
                      <a:pt x="15076" y="31312"/>
                    </a:moveTo>
                    <a:lnTo>
                      <a:pt x="0" y="11435"/>
                    </a:lnTo>
                    <a:lnTo>
                      <a:pt x="1507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0" name="Контур"/>
              <p:cNvSpPr/>
              <p:nvPr/>
            </p:nvSpPr>
            <p:spPr>
              <a:xfrm>
                <a:off x="9905297" y="2827623"/>
                <a:ext cx="390703" cy="421235"/>
              </a:xfrm>
              <a:custGeom>
                <a:avLst/>
                <a:gdLst/>
                <a:ahLst/>
                <a:cxnLst/>
                <a:rect l="l" t="t" r="r" b="b"/>
                <a:pathLst>
                  <a:path w="390703" h="421235">
                    <a:moveTo>
                      <a:pt x="39429" y="348947"/>
                    </a:moveTo>
                    <a:lnTo>
                      <a:pt x="270" y="298088"/>
                    </a:lnTo>
                    <a:lnTo>
                      <a:pt x="90972" y="227339"/>
                    </a:lnTo>
                    <a:lnTo>
                      <a:pt x="75204" y="206513"/>
                    </a:lnTo>
                    <a:lnTo>
                      <a:pt x="155025" y="145970"/>
                    </a:lnTo>
                    <a:lnTo>
                      <a:pt x="170802" y="166787"/>
                    </a:lnTo>
                    <a:lnTo>
                      <a:pt x="390703" y="0"/>
                    </a:lnTo>
                    <a:lnTo>
                      <a:pt x="390703" y="142242"/>
                    </a:lnTo>
                    <a:lnTo>
                      <a:pt x="307047" y="207491"/>
                    </a:lnTo>
                    <a:lnTo>
                      <a:pt x="151070" y="329147"/>
                    </a:lnTo>
                    <a:lnTo>
                      <a:pt x="33003" y="421235"/>
                    </a:lnTo>
                    <a:lnTo>
                      <a:pt x="0" y="3787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1" name="Контур"/>
              <p:cNvSpPr/>
              <p:nvPr/>
            </p:nvSpPr>
            <p:spPr>
              <a:xfrm>
                <a:off x="10056367" y="3035114"/>
                <a:ext cx="178478" cy="149347"/>
              </a:xfrm>
              <a:custGeom>
                <a:avLst/>
                <a:gdLst/>
                <a:ahLst/>
                <a:cxnLst/>
                <a:rect l="l" t="t" r="r" b="b"/>
                <a:pathLst>
                  <a:path w="178478" h="149347">
                    <a:moveTo>
                      <a:pt x="0" y="121656"/>
                    </a:moveTo>
                    <a:lnTo>
                      <a:pt x="155977" y="0"/>
                    </a:lnTo>
                    <a:lnTo>
                      <a:pt x="178478" y="28117"/>
                    </a:lnTo>
                    <a:lnTo>
                      <a:pt x="20965" y="149347"/>
                    </a:lnTo>
                    <a:lnTo>
                      <a:pt x="0" y="1216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2" name="Контур"/>
              <p:cNvSpPr/>
              <p:nvPr/>
            </p:nvSpPr>
            <p:spPr>
              <a:xfrm>
                <a:off x="8538737" y="2326034"/>
                <a:ext cx="94266" cy="87390"/>
              </a:xfrm>
              <a:custGeom>
                <a:avLst/>
                <a:gdLst/>
                <a:ahLst/>
                <a:cxnLst/>
                <a:rect l="l" t="t" r="r" b="b"/>
                <a:pathLst>
                  <a:path w="94266" h="87390">
                    <a:moveTo>
                      <a:pt x="49140" y="87390"/>
                    </a:moveTo>
                    <a:lnTo>
                      <a:pt x="0" y="18990"/>
                    </a:lnTo>
                    <a:lnTo>
                      <a:pt x="26424" y="0"/>
                    </a:lnTo>
                    <a:lnTo>
                      <a:pt x="42714" y="22662"/>
                    </a:lnTo>
                    <a:lnTo>
                      <a:pt x="61407" y="9234"/>
                    </a:lnTo>
                    <a:lnTo>
                      <a:pt x="94266" y="54954"/>
                    </a:lnTo>
                    <a:lnTo>
                      <a:pt x="49140" y="873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3" name="Контур"/>
              <p:cNvSpPr/>
              <p:nvPr/>
            </p:nvSpPr>
            <p:spPr>
              <a:xfrm>
                <a:off x="7932677" y="1584000"/>
                <a:ext cx="1030450" cy="743609"/>
              </a:xfrm>
              <a:custGeom>
                <a:avLst/>
                <a:gdLst/>
                <a:ahLst/>
                <a:cxnLst/>
                <a:rect l="l" t="t" r="r" b="b"/>
                <a:pathLst>
                  <a:path w="1030450" h="743609">
                    <a:moveTo>
                      <a:pt x="1030450" y="0"/>
                    </a:moveTo>
                    <a:lnTo>
                      <a:pt x="901692" y="90533"/>
                    </a:lnTo>
                    <a:lnTo>
                      <a:pt x="38592" y="743609"/>
                    </a:lnTo>
                    <a:lnTo>
                      <a:pt x="0" y="692624"/>
                    </a:lnTo>
                    <a:lnTo>
                      <a:pt x="864000" y="38864"/>
                    </a:lnTo>
                    <a:lnTo>
                      <a:pt x="91927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4" name="Контур"/>
              <p:cNvSpPr/>
              <p:nvPr/>
            </p:nvSpPr>
            <p:spPr>
              <a:xfrm>
                <a:off x="8408385" y="2070624"/>
                <a:ext cx="241665" cy="244979"/>
              </a:xfrm>
              <a:custGeom>
                <a:avLst/>
                <a:gdLst/>
                <a:ahLst/>
                <a:cxnLst/>
                <a:rect l="l" t="t" r="r" b="b"/>
                <a:pathLst>
                  <a:path w="241665" h="244979">
                    <a:moveTo>
                      <a:pt x="0" y="151192"/>
                    </a:moveTo>
                    <a:lnTo>
                      <a:pt x="164367" y="0"/>
                    </a:lnTo>
                    <a:lnTo>
                      <a:pt x="225410" y="73925"/>
                    </a:lnTo>
                    <a:lnTo>
                      <a:pt x="241665" y="96376"/>
                    </a:lnTo>
                    <a:lnTo>
                      <a:pt x="72347" y="244979"/>
                    </a:lnTo>
                    <a:lnTo>
                      <a:pt x="0" y="1511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5" name="Контур"/>
              <p:cNvSpPr/>
              <p:nvPr/>
            </p:nvSpPr>
            <p:spPr>
              <a:xfrm>
                <a:off x="7932677" y="1584000"/>
                <a:ext cx="826724" cy="600338"/>
              </a:xfrm>
              <a:custGeom>
                <a:avLst/>
                <a:gdLst/>
                <a:ahLst/>
                <a:cxnLst/>
                <a:rect l="l" t="t" r="r" b="b"/>
                <a:pathLst>
                  <a:path w="826724" h="600338">
                    <a:moveTo>
                      <a:pt x="826724" y="0"/>
                    </a:moveTo>
                    <a:lnTo>
                      <a:pt x="724797" y="71282"/>
                    </a:lnTo>
                    <a:lnTo>
                      <a:pt x="37602" y="600338"/>
                    </a:lnTo>
                    <a:lnTo>
                      <a:pt x="0" y="551504"/>
                    </a:lnTo>
                    <a:lnTo>
                      <a:pt x="688320" y="21584"/>
                    </a:lnTo>
                    <a:lnTo>
                      <a:pt x="71917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6" name="Контур"/>
              <p:cNvSpPr/>
              <p:nvPr/>
            </p:nvSpPr>
            <p:spPr>
              <a:xfrm>
                <a:off x="7696409" y="2002691"/>
                <a:ext cx="143460" cy="143847"/>
              </a:xfrm>
              <a:custGeom>
                <a:avLst/>
                <a:gdLst/>
                <a:ahLst/>
                <a:cxnLst/>
                <a:rect l="l" t="t" r="r" b="b"/>
                <a:pathLst>
                  <a:path w="143460" h="143847">
                    <a:moveTo>
                      <a:pt x="69498" y="143847"/>
                    </a:moveTo>
                    <a:lnTo>
                      <a:pt x="0" y="77625"/>
                    </a:lnTo>
                    <a:lnTo>
                      <a:pt x="73962" y="0"/>
                    </a:lnTo>
                    <a:lnTo>
                      <a:pt x="143460" y="66222"/>
                    </a:lnTo>
                    <a:lnTo>
                      <a:pt x="69498" y="14384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7" name="Контур"/>
              <p:cNvSpPr/>
              <p:nvPr/>
            </p:nvSpPr>
            <p:spPr>
              <a:xfrm>
                <a:off x="8546117" y="1795664"/>
                <a:ext cx="382869" cy="348885"/>
              </a:xfrm>
              <a:custGeom>
                <a:avLst/>
                <a:gdLst/>
                <a:ahLst/>
                <a:cxnLst/>
                <a:rect l="l" t="t" r="r" b="b"/>
                <a:pathLst>
                  <a:path w="382869" h="348885">
                    <a:moveTo>
                      <a:pt x="382869" y="106974"/>
                    </a:moveTo>
                    <a:lnTo>
                      <a:pt x="87678" y="348885"/>
                    </a:lnTo>
                    <a:lnTo>
                      <a:pt x="26635" y="274960"/>
                    </a:lnTo>
                    <a:lnTo>
                      <a:pt x="0" y="241920"/>
                    </a:lnTo>
                    <a:lnTo>
                      <a:pt x="295200" y="0"/>
                    </a:lnTo>
                    <a:lnTo>
                      <a:pt x="318894" y="29072"/>
                    </a:lnTo>
                    <a:lnTo>
                      <a:pt x="352587" y="69986"/>
                    </a:lnTo>
                    <a:lnTo>
                      <a:pt x="382869" y="10697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8" name="Контур"/>
              <p:cNvSpPr/>
              <p:nvPr/>
            </p:nvSpPr>
            <p:spPr>
              <a:xfrm>
                <a:off x="8384474" y="6091012"/>
                <a:ext cx="58000" cy="66722"/>
              </a:xfrm>
              <a:custGeom>
                <a:avLst/>
                <a:gdLst/>
                <a:ahLst/>
                <a:cxnLst/>
                <a:rect l="l" t="t" r="r" b="b"/>
                <a:pathLst>
                  <a:path w="58000" h="66722">
                    <a:moveTo>
                      <a:pt x="58000" y="50710"/>
                    </a:moveTo>
                    <a:lnTo>
                      <a:pt x="23652" y="66722"/>
                    </a:lnTo>
                    <a:lnTo>
                      <a:pt x="0" y="15980"/>
                    </a:lnTo>
                    <a:lnTo>
                      <a:pt x="34237" y="0"/>
                    </a:lnTo>
                    <a:lnTo>
                      <a:pt x="58000" y="5071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9" name="Контур"/>
              <p:cNvSpPr/>
              <p:nvPr/>
            </p:nvSpPr>
            <p:spPr>
              <a:xfrm>
                <a:off x="8466663" y="5870144"/>
                <a:ext cx="152586" cy="120315"/>
              </a:xfrm>
              <a:custGeom>
                <a:avLst/>
                <a:gdLst/>
                <a:ahLst/>
                <a:cxnLst/>
                <a:rect l="l" t="t" r="r" b="b"/>
                <a:pathLst>
                  <a:path w="152586" h="120315">
                    <a:moveTo>
                      <a:pt x="29325" y="120315"/>
                    </a:moveTo>
                    <a:lnTo>
                      <a:pt x="0" y="58112"/>
                    </a:lnTo>
                    <a:lnTo>
                      <a:pt x="123262" y="0"/>
                    </a:lnTo>
                    <a:lnTo>
                      <a:pt x="152586" y="62203"/>
                    </a:lnTo>
                    <a:lnTo>
                      <a:pt x="29325" y="1203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0" name="Контур"/>
              <p:cNvSpPr/>
              <p:nvPr/>
            </p:nvSpPr>
            <p:spPr>
              <a:xfrm>
                <a:off x="7734281" y="5725343"/>
                <a:ext cx="196054" cy="254385"/>
              </a:xfrm>
              <a:custGeom>
                <a:avLst/>
                <a:gdLst/>
                <a:ahLst/>
                <a:cxnLst/>
                <a:rect l="l" t="t" r="r" b="b"/>
                <a:pathLst>
                  <a:path w="196054" h="254385">
                    <a:moveTo>
                      <a:pt x="87039" y="254385"/>
                    </a:moveTo>
                    <a:lnTo>
                      <a:pt x="0" y="48573"/>
                    </a:lnTo>
                    <a:lnTo>
                      <a:pt x="104004" y="0"/>
                    </a:lnTo>
                    <a:lnTo>
                      <a:pt x="196054" y="204338"/>
                    </a:lnTo>
                    <a:lnTo>
                      <a:pt x="87039" y="2543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1" name="Контур"/>
              <p:cNvSpPr/>
              <p:nvPr/>
            </p:nvSpPr>
            <p:spPr>
              <a:xfrm>
                <a:off x="7893441" y="5317580"/>
                <a:ext cx="746627" cy="598022"/>
              </a:xfrm>
              <a:custGeom>
                <a:avLst/>
                <a:gdLst/>
                <a:ahLst/>
                <a:cxnLst/>
                <a:rect l="l" t="t" r="r" b="b"/>
                <a:pathLst>
                  <a:path w="746627" h="598022">
                    <a:moveTo>
                      <a:pt x="76710" y="598022"/>
                    </a:moveTo>
                    <a:lnTo>
                      <a:pt x="0" y="442050"/>
                    </a:lnTo>
                    <a:lnTo>
                      <a:pt x="247941" y="320109"/>
                    </a:lnTo>
                    <a:lnTo>
                      <a:pt x="192576" y="207535"/>
                    </a:lnTo>
                    <a:lnTo>
                      <a:pt x="614552" y="0"/>
                    </a:lnTo>
                    <a:lnTo>
                      <a:pt x="746627" y="268547"/>
                    </a:lnTo>
                    <a:lnTo>
                      <a:pt x="642801" y="322046"/>
                    </a:lnTo>
                    <a:lnTo>
                      <a:pt x="618052" y="334329"/>
                    </a:lnTo>
                    <a:lnTo>
                      <a:pt x="468654" y="405475"/>
                    </a:lnTo>
                    <a:lnTo>
                      <a:pt x="76710" y="5980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2" name="Контур"/>
              <p:cNvSpPr/>
              <p:nvPr/>
            </p:nvSpPr>
            <p:spPr>
              <a:xfrm>
                <a:off x="8362095" y="5651909"/>
                <a:ext cx="183407" cy="142560"/>
              </a:xfrm>
              <a:custGeom>
                <a:avLst/>
                <a:gdLst/>
                <a:ahLst/>
                <a:cxnLst/>
                <a:rect l="l" t="t" r="r" b="b"/>
                <a:pathLst>
                  <a:path w="183407" h="142560">
                    <a:moveTo>
                      <a:pt x="0" y="71146"/>
                    </a:moveTo>
                    <a:lnTo>
                      <a:pt x="149398" y="0"/>
                    </a:lnTo>
                    <a:lnTo>
                      <a:pt x="183407" y="71414"/>
                    </a:lnTo>
                    <a:lnTo>
                      <a:pt x="34009" y="142560"/>
                    </a:lnTo>
                    <a:lnTo>
                      <a:pt x="0" y="711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3" name="Контур"/>
              <p:cNvSpPr/>
              <p:nvPr/>
            </p:nvSpPr>
            <p:spPr>
              <a:xfrm>
                <a:off x="8536242" y="5586127"/>
                <a:ext cx="175988" cy="198337"/>
              </a:xfrm>
              <a:custGeom>
                <a:avLst/>
                <a:gdLst/>
                <a:ahLst/>
                <a:cxnLst/>
                <a:rect l="l" t="t" r="r" b="b"/>
                <a:pathLst>
                  <a:path w="175988" h="198337">
                    <a:moveTo>
                      <a:pt x="103826" y="0"/>
                    </a:moveTo>
                    <a:lnTo>
                      <a:pt x="175988" y="146848"/>
                    </a:lnTo>
                    <a:lnTo>
                      <a:pt x="70355" y="198337"/>
                    </a:lnTo>
                    <a:lnTo>
                      <a:pt x="0" y="53499"/>
                    </a:lnTo>
                    <a:lnTo>
                      <a:pt x="10382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4" name="Контур"/>
              <p:cNvSpPr/>
              <p:nvPr/>
            </p:nvSpPr>
            <p:spPr>
              <a:xfrm>
                <a:off x="8507993" y="5245338"/>
                <a:ext cx="374004" cy="527786"/>
              </a:xfrm>
              <a:custGeom>
                <a:avLst/>
                <a:gdLst/>
                <a:ahLst/>
                <a:cxnLst/>
                <a:rect l="l" t="t" r="r" b="b"/>
                <a:pathLst>
                  <a:path w="374004" h="527786">
                    <a:moveTo>
                      <a:pt x="365419" y="435660"/>
                    </a:moveTo>
                    <a:lnTo>
                      <a:pt x="374004" y="454022"/>
                    </a:lnTo>
                    <a:lnTo>
                      <a:pt x="223983" y="527786"/>
                    </a:lnTo>
                    <a:lnTo>
                      <a:pt x="204237" y="487637"/>
                    </a:lnTo>
                    <a:lnTo>
                      <a:pt x="132075" y="340789"/>
                    </a:lnTo>
                    <a:lnTo>
                      <a:pt x="0" y="72242"/>
                    </a:lnTo>
                    <a:lnTo>
                      <a:pt x="97903" y="24821"/>
                    </a:lnTo>
                    <a:lnTo>
                      <a:pt x="150531" y="0"/>
                    </a:lnTo>
                    <a:lnTo>
                      <a:pt x="302400" y="302029"/>
                    </a:lnTo>
                    <a:lnTo>
                      <a:pt x="365419" y="4356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5" name="Контур"/>
              <p:cNvSpPr/>
              <p:nvPr/>
            </p:nvSpPr>
            <p:spPr>
              <a:xfrm>
                <a:off x="7714434" y="5675565"/>
                <a:ext cx="123851" cy="98351"/>
              </a:xfrm>
              <a:custGeom>
                <a:avLst/>
                <a:gdLst/>
                <a:ahLst/>
                <a:cxnLst/>
                <a:rect l="l" t="t" r="r" b="b"/>
                <a:pathLst>
                  <a:path w="123851" h="98351">
                    <a:moveTo>
                      <a:pt x="19847" y="98351"/>
                    </a:moveTo>
                    <a:lnTo>
                      <a:pt x="0" y="56378"/>
                    </a:lnTo>
                    <a:lnTo>
                      <a:pt x="72277" y="0"/>
                    </a:lnTo>
                    <a:lnTo>
                      <a:pt x="123851" y="49778"/>
                    </a:lnTo>
                    <a:lnTo>
                      <a:pt x="19847" y="9835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6" name="Контур"/>
              <p:cNvSpPr/>
              <p:nvPr/>
            </p:nvSpPr>
            <p:spPr>
              <a:xfrm>
                <a:off x="7670676" y="5643743"/>
                <a:ext cx="116035" cy="88200"/>
              </a:xfrm>
              <a:custGeom>
                <a:avLst/>
                <a:gdLst/>
                <a:ahLst/>
                <a:cxnLst/>
                <a:rect l="l" t="t" r="r" b="b"/>
                <a:pathLst>
                  <a:path w="116035" h="88200">
                    <a:moveTo>
                      <a:pt x="43758" y="88200"/>
                    </a:moveTo>
                    <a:lnTo>
                      <a:pt x="0" y="32103"/>
                    </a:lnTo>
                    <a:lnTo>
                      <a:pt x="41156" y="0"/>
                    </a:lnTo>
                    <a:lnTo>
                      <a:pt x="63507" y="28654"/>
                    </a:lnTo>
                    <a:lnTo>
                      <a:pt x="94628" y="4378"/>
                    </a:lnTo>
                    <a:lnTo>
                      <a:pt x="116035" y="31822"/>
                    </a:lnTo>
                    <a:lnTo>
                      <a:pt x="43758" y="8820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7" name="Контур"/>
              <p:cNvSpPr/>
              <p:nvPr/>
            </p:nvSpPr>
            <p:spPr>
              <a:xfrm>
                <a:off x="7599514" y="5468782"/>
                <a:ext cx="184777" cy="155145"/>
              </a:xfrm>
              <a:custGeom>
                <a:avLst/>
                <a:gdLst/>
                <a:ahLst/>
                <a:cxnLst/>
                <a:rect l="l" t="t" r="r" b="b"/>
                <a:pathLst>
                  <a:path w="184777" h="155145">
                    <a:moveTo>
                      <a:pt x="63251" y="155145"/>
                    </a:moveTo>
                    <a:lnTo>
                      <a:pt x="36748" y="116665"/>
                    </a:lnTo>
                    <a:lnTo>
                      <a:pt x="0" y="69540"/>
                    </a:lnTo>
                    <a:lnTo>
                      <a:pt x="90485" y="0"/>
                    </a:lnTo>
                    <a:lnTo>
                      <a:pt x="184777" y="120382"/>
                    </a:lnTo>
                    <a:lnTo>
                      <a:pt x="142453" y="153532"/>
                    </a:lnTo>
                    <a:lnTo>
                      <a:pt x="113769" y="115887"/>
                    </a:lnTo>
                    <a:lnTo>
                      <a:pt x="63251" y="15514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8" name="Контур"/>
              <p:cNvSpPr/>
              <p:nvPr/>
            </p:nvSpPr>
            <p:spPr>
              <a:xfrm>
                <a:off x="7666336" y="5408333"/>
                <a:ext cx="61964" cy="60449"/>
              </a:xfrm>
              <a:custGeom>
                <a:avLst/>
                <a:gdLst/>
                <a:ahLst/>
                <a:cxnLst/>
                <a:rect l="l" t="t" r="r" b="b"/>
                <a:pathLst>
                  <a:path w="61964" h="60449">
                    <a:moveTo>
                      <a:pt x="0" y="27535"/>
                    </a:moveTo>
                    <a:lnTo>
                      <a:pt x="38300" y="0"/>
                    </a:lnTo>
                    <a:lnTo>
                      <a:pt x="61964" y="32913"/>
                    </a:lnTo>
                    <a:lnTo>
                      <a:pt x="23663" y="60449"/>
                    </a:lnTo>
                    <a:lnTo>
                      <a:pt x="0" y="275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9" name="Контур"/>
              <p:cNvSpPr/>
              <p:nvPr/>
            </p:nvSpPr>
            <p:spPr>
              <a:xfrm>
                <a:off x="8026277" y="4491344"/>
                <a:ext cx="182587" cy="144213"/>
              </a:xfrm>
              <a:custGeom>
                <a:avLst/>
                <a:gdLst/>
                <a:ahLst/>
                <a:cxnLst/>
                <a:rect l="l" t="t" r="r" b="b"/>
                <a:pathLst>
                  <a:path w="182587" h="144213">
                    <a:moveTo>
                      <a:pt x="0" y="83520"/>
                    </a:moveTo>
                    <a:lnTo>
                      <a:pt x="118080" y="0"/>
                    </a:lnTo>
                    <a:lnTo>
                      <a:pt x="182587" y="91199"/>
                    </a:lnTo>
                    <a:lnTo>
                      <a:pt x="107638" y="144213"/>
                    </a:lnTo>
                    <a:lnTo>
                      <a:pt x="73772" y="96333"/>
                    </a:lnTo>
                    <a:lnTo>
                      <a:pt x="30641" y="126840"/>
                    </a:lnTo>
                    <a:lnTo>
                      <a:pt x="0" y="835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0" name="Контур"/>
              <p:cNvSpPr/>
              <p:nvPr/>
            </p:nvSpPr>
            <p:spPr>
              <a:xfrm>
                <a:off x="7505532" y="4455581"/>
                <a:ext cx="60044" cy="58709"/>
              </a:xfrm>
              <a:custGeom>
                <a:avLst/>
                <a:gdLst/>
                <a:ahLst/>
                <a:cxnLst/>
                <a:rect l="l" t="t" r="r" b="b"/>
                <a:pathLst>
                  <a:path w="60044" h="58709">
                    <a:moveTo>
                      <a:pt x="0" y="26420"/>
                    </a:moveTo>
                    <a:lnTo>
                      <a:pt x="36968" y="0"/>
                    </a:lnTo>
                    <a:lnTo>
                      <a:pt x="60044" y="32288"/>
                    </a:lnTo>
                    <a:lnTo>
                      <a:pt x="23075" y="58709"/>
                    </a:lnTo>
                    <a:lnTo>
                      <a:pt x="0" y="264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1" name="Контур"/>
              <p:cNvSpPr/>
              <p:nvPr/>
            </p:nvSpPr>
            <p:spPr>
              <a:xfrm>
                <a:off x="8313773" y="4296422"/>
                <a:ext cx="120618" cy="106263"/>
              </a:xfrm>
              <a:custGeom>
                <a:avLst/>
                <a:gdLst/>
                <a:ahLst/>
                <a:cxnLst/>
                <a:rect l="l" t="t" r="r" b="b"/>
                <a:pathLst>
                  <a:path w="120618" h="106263">
                    <a:moveTo>
                      <a:pt x="0" y="65313"/>
                    </a:moveTo>
                    <a:lnTo>
                      <a:pt x="91386" y="0"/>
                    </a:lnTo>
                    <a:lnTo>
                      <a:pt x="120618" y="40032"/>
                    </a:lnTo>
                    <a:lnTo>
                      <a:pt x="29907" y="106263"/>
                    </a:lnTo>
                    <a:lnTo>
                      <a:pt x="0" y="6531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2" name="Контур"/>
              <p:cNvSpPr/>
              <p:nvPr/>
            </p:nvSpPr>
            <p:spPr>
              <a:xfrm>
                <a:off x="8076984" y="3888776"/>
                <a:ext cx="344051" cy="494685"/>
              </a:xfrm>
              <a:custGeom>
                <a:avLst/>
                <a:gdLst/>
                <a:ahLst/>
                <a:cxnLst/>
                <a:rect l="l" t="t" r="r" b="b"/>
                <a:pathLst>
                  <a:path w="344051" h="494685">
                    <a:moveTo>
                      <a:pt x="85242" y="144987"/>
                    </a:moveTo>
                    <a:lnTo>
                      <a:pt x="8391" y="37463"/>
                    </a:lnTo>
                    <a:lnTo>
                      <a:pt x="60803" y="0"/>
                    </a:lnTo>
                    <a:lnTo>
                      <a:pt x="344051" y="396297"/>
                    </a:lnTo>
                    <a:lnTo>
                      <a:pt x="328175" y="407646"/>
                    </a:lnTo>
                    <a:lnTo>
                      <a:pt x="236789" y="472959"/>
                    </a:lnTo>
                    <a:lnTo>
                      <a:pt x="206396" y="494685"/>
                    </a:lnTo>
                    <a:lnTo>
                      <a:pt x="0" y="205912"/>
                    </a:lnTo>
                    <a:lnTo>
                      <a:pt x="85242" y="1449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3" name="Контур"/>
              <p:cNvSpPr/>
              <p:nvPr/>
            </p:nvSpPr>
            <p:spPr>
              <a:xfrm>
                <a:off x="8000132" y="3926239"/>
                <a:ext cx="162094" cy="168449"/>
              </a:xfrm>
              <a:custGeom>
                <a:avLst/>
                <a:gdLst/>
                <a:ahLst/>
                <a:cxnLst/>
                <a:rect l="l" t="t" r="r" b="b"/>
                <a:pathLst>
                  <a:path w="162094" h="168449">
                    <a:moveTo>
                      <a:pt x="0" y="60925"/>
                    </a:moveTo>
                    <a:lnTo>
                      <a:pt x="85243" y="0"/>
                    </a:lnTo>
                    <a:lnTo>
                      <a:pt x="162094" y="107524"/>
                    </a:lnTo>
                    <a:lnTo>
                      <a:pt x="76852" y="168449"/>
                    </a:lnTo>
                    <a:lnTo>
                      <a:pt x="0" y="6092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4" name="Контур"/>
              <p:cNvSpPr/>
              <p:nvPr/>
            </p:nvSpPr>
            <p:spPr>
              <a:xfrm>
                <a:off x="7654757" y="4110239"/>
                <a:ext cx="154080" cy="214065"/>
              </a:xfrm>
              <a:custGeom>
                <a:avLst/>
                <a:gdLst/>
                <a:ahLst/>
                <a:cxnLst/>
                <a:rect l="l" t="t" r="r" b="b"/>
                <a:pathLst>
                  <a:path w="154080" h="214065">
                    <a:moveTo>
                      <a:pt x="58734" y="0"/>
                    </a:moveTo>
                    <a:lnTo>
                      <a:pt x="154080" y="129105"/>
                    </a:lnTo>
                    <a:lnTo>
                      <a:pt x="38880" y="214065"/>
                    </a:lnTo>
                    <a:lnTo>
                      <a:pt x="0" y="162225"/>
                    </a:lnTo>
                    <a:lnTo>
                      <a:pt x="92196" y="95292"/>
                    </a:lnTo>
                    <a:lnTo>
                      <a:pt x="34488" y="18135"/>
                    </a:lnTo>
                    <a:lnTo>
                      <a:pt x="5873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5" name="Контур"/>
              <p:cNvSpPr/>
              <p:nvPr/>
            </p:nvSpPr>
            <p:spPr>
              <a:xfrm>
                <a:off x="8137787" y="3327284"/>
                <a:ext cx="1049175" cy="971226"/>
              </a:xfrm>
              <a:custGeom>
                <a:avLst/>
                <a:gdLst/>
                <a:ahLst/>
                <a:cxnLst/>
                <a:rect l="l" t="t" r="r" b="b"/>
                <a:pathLst>
                  <a:path w="1049175" h="971226">
                    <a:moveTo>
                      <a:pt x="0" y="561492"/>
                    </a:moveTo>
                    <a:lnTo>
                      <a:pt x="753129" y="0"/>
                    </a:lnTo>
                    <a:lnTo>
                      <a:pt x="1049175" y="416682"/>
                    </a:lnTo>
                    <a:lnTo>
                      <a:pt x="292851" y="971226"/>
                    </a:lnTo>
                    <a:lnTo>
                      <a:pt x="283248" y="957789"/>
                    </a:lnTo>
                    <a:lnTo>
                      <a:pt x="0" y="5614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6" name="Контур"/>
              <p:cNvSpPr/>
              <p:nvPr/>
            </p:nvSpPr>
            <p:spPr>
              <a:xfrm>
                <a:off x="8810393" y="5535451"/>
                <a:ext cx="88288" cy="145547"/>
              </a:xfrm>
              <a:custGeom>
                <a:avLst/>
                <a:gdLst/>
                <a:ahLst/>
                <a:cxnLst/>
                <a:rect l="l" t="t" r="r" b="b"/>
                <a:pathLst>
                  <a:path w="88288" h="145547">
                    <a:moveTo>
                      <a:pt x="63019" y="145547"/>
                    </a:moveTo>
                    <a:lnTo>
                      <a:pt x="0" y="11916"/>
                    </a:lnTo>
                    <a:lnTo>
                      <a:pt x="25269" y="0"/>
                    </a:lnTo>
                    <a:lnTo>
                      <a:pt x="88288" y="133631"/>
                    </a:lnTo>
                    <a:lnTo>
                      <a:pt x="63019" y="14554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7" name="Контур"/>
              <p:cNvSpPr/>
              <p:nvPr/>
            </p:nvSpPr>
            <p:spPr>
              <a:xfrm>
                <a:off x="8887827" y="5542111"/>
                <a:ext cx="35363" cy="43937"/>
              </a:xfrm>
              <a:custGeom>
                <a:avLst/>
                <a:gdLst/>
                <a:ahLst/>
                <a:cxnLst/>
                <a:rect l="l" t="t" r="r" b="b"/>
                <a:pathLst>
                  <a:path w="35363" h="43937">
                    <a:moveTo>
                      <a:pt x="16573" y="43937"/>
                    </a:moveTo>
                    <a:lnTo>
                      <a:pt x="0" y="8884"/>
                    </a:lnTo>
                    <a:lnTo>
                      <a:pt x="18791" y="0"/>
                    </a:lnTo>
                    <a:lnTo>
                      <a:pt x="35363" y="35053"/>
                    </a:lnTo>
                    <a:lnTo>
                      <a:pt x="16573" y="4393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8" name="Контур"/>
              <p:cNvSpPr/>
              <p:nvPr/>
            </p:nvSpPr>
            <p:spPr>
              <a:xfrm>
                <a:off x="9026276" y="5234975"/>
                <a:ext cx="140965" cy="115611"/>
              </a:xfrm>
              <a:custGeom>
                <a:avLst/>
                <a:gdLst/>
                <a:ahLst/>
                <a:cxnLst/>
                <a:rect l="l" t="t" r="r" b="b"/>
                <a:pathLst>
                  <a:path w="140965" h="115611">
                    <a:moveTo>
                      <a:pt x="29430" y="115611"/>
                    </a:moveTo>
                    <a:lnTo>
                      <a:pt x="0" y="50130"/>
                    </a:lnTo>
                    <a:lnTo>
                      <a:pt x="111535" y="0"/>
                    </a:lnTo>
                    <a:lnTo>
                      <a:pt x="140965" y="65482"/>
                    </a:lnTo>
                    <a:lnTo>
                      <a:pt x="29430" y="1156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9" name="Контур"/>
              <p:cNvSpPr/>
              <p:nvPr/>
            </p:nvSpPr>
            <p:spPr>
              <a:xfrm>
                <a:off x="9224357" y="5052944"/>
                <a:ext cx="929115" cy="512739"/>
              </a:xfrm>
              <a:custGeom>
                <a:avLst/>
                <a:gdLst/>
                <a:ahLst/>
                <a:cxnLst/>
                <a:rect l="l" t="t" r="r" b="b"/>
                <a:pathLst>
                  <a:path w="929115" h="512739">
                    <a:moveTo>
                      <a:pt x="929115" y="75807"/>
                    </a:moveTo>
                    <a:lnTo>
                      <a:pt x="42516" y="512739"/>
                    </a:lnTo>
                    <a:lnTo>
                      <a:pt x="0" y="427680"/>
                    </a:lnTo>
                    <a:lnTo>
                      <a:pt x="892800" y="0"/>
                    </a:lnTo>
                    <a:lnTo>
                      <a:pt x="929115" y="7580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0" name="Контур"/>
              <p:cNvSpPr/>
              <p:nvPr/>
            </p:nvSpPr>
            <p:spPr>
              <a:xfrm>
                <a:off x="8589750" y="5211103"/>
                <a:ext cx="68774" cy="59056"/>
              </a:xfrm>
              <a:custGeom>
                <a:avLst/>
                <a:gdLst/>
                <a:ahLst/>
                <a:cxnLst/>
                <a:rect l="l" t="t" r="r" b="b"/>
                <a:pathLst>
                  <a:path w="68774" h="59056">
                    <a:moveTo>
                      <a:pt x="16146" y="59056"/>
                    </a:moveTo>
                    <a:lnTo>
                      <a:pt x="0" y="24821"/>
                    </a:lnTo>
                    <a:lnTo>
                      <a:pt x="52628" y="0"/>
                    </a:lnTo>
                    <a:lnTo>
                      <a:pt x="68774" y="34235"/>
                    </a:lnTo>
                    <a:lnTo>
                      <a:pt x="16146" y="590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1" name="Контур"/>
              <p:cNvSpPr/>
              <p:nvPr/>
            </p:nvSpPr>
            <p:spPr>
              <a:xfrm>
                <a:off x="9355397" y="4878371"/>
                <a:ext cx="472302" cy="343053"/>
              </a:xfrm>
              <a:custGeom>
                <a:avLst/>
                <a:gdLst/>
                <a:ahLst/>
                <a:cxnLst/>
                <a:rect l="l" t="t" r="r" b="b"/>
                <a:pathLst>
                  <a:path w="472302" h="343053">
                    <a:moveTo>
                      <a:pt x="0" y="188973"/>
                    </a:moveTo>
                    <a:lnTo>
                      <a:pt x="395676" y="0"/>
                    </a:lnTo>
                    <a:lnTo>
                      <a:pt x="472302" y="151731"/>
                    </a:lnTo>
                    <a:lnTo>
                      <a:pt x="72000" y="343053"/>
                    </a:lnTo>
                    <a:lnTo>
                      <a:pt x="0" y="18897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2" name="Контур"/>
              <p:cNvSpPr/>
              <p:nvPr/>
            </p:nvSpPr>
            <p:spPr>
              <a:xfrm>
                <a:off x="9871655" y="4849904"/>
                <a:ext cx="94302" cy="109584"/>
              </a:xfrm>
              <a:custGeom>
                <a:avLst/>
                <a:gdLst/>
                <a:ahLst/>
                <a:cxnLst/>
                <a:rect l="l" t="t" r="r" b="b"/>
                <a:pathLst>
                  <a:path w="94302" h="109584">
                    <a:moveTo>
                      <a:pt x="40320" y="109584"/>
                    </a:moveTo>
                    <a:lnTo>
                      <a:pt x="0" y="26055"/>
                    </a:lnTo>
                    <a:lnTo>
                      <a:pt x="53982" y="0"/>
                    </a:lnTo>
                    <a:lnTo>
                      <a:pt x="94302" y="83520"/>
                    </a:lnTo>
                    <a:lnTo>
                      <a:pt x="40320" y="1095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3" name="Контур"/>
              <p:cNvSpPr/>
              <p:nvPr/>
            </p:nvSpPr>
            <p:spPr>
              <a:xfrm>
                <a:off x="9972057" y="4794126"/>
                <a:ext cx="122673" cy="116429"/>
              </a:xfrm>
              <a:custGeom>
                <a:avLst/>
                <a:gdLst/>
                <a:ahLst/>
                <a:cxnLst/>
                <a:rect l="l" t="t" r="r" b="b"/>
                <a:pathLst>
                  <a:path w="122673" h="116429">
                    <a:moveTo>
                      <a:pt x="36527" y="116429"/>
                    </a:moveTo>
                    <a:lnTo>
                      <a:pt x="0" y="42645"/>
                    </a:lnTo>
                    <a:lnTo>
                      <a:pt x="86148" y="0"/>
                    </a:lnTo>
                    <a:lnTo>
                      <a:pt x="122673" y="73783"/>
                    </a:lnTo>
                    <a:lnTo>
                      <a:pt x="36527" y="11642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4" name="Контур"/>
              <p:cNvSpPr/>
              <p:nvPr/>
            </p:nvSpPr>
            <p:spPr>
              <a:xfrm>
                <a:off x="10159884" y="4434631"/>
                <a:ext cx="136116" cy="279244"/>
              </a:xfrm>
              <a:custGeom>
                <a:avLst/>
                <a:gdLst/>
                <a:ahLst/>
                <a:cxnLst/>
                <a:rect l="l" t="t" r="r" b="b"/>
                <a:pathLst>
                  <a:path w="136116" h="279244">
                    <a:moveTo>
                      <a:pt x="0" y="52443"/>
                    </a:moveTo>
                    <a:lnTo>
                      <a:pt x="114637" y="0"/>
                    </a:lnTo>
                    <a:lnTo>
                      <a:pt x="136116" y="46951"/>
                    </a:lnTo>
                    <a:lnTo>
                      <a:pt x="136116" y="264440"/>
                    </a:lnTo>
                    <a:lnTo>
                      <a:pt x="103755" y="2792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5" name="Контур"/>
              <p:cNvSpPr/>
              <p:nvPr/>
            </p:nvSpPr>
            <p:spPr>
              <a:xfrm>
                <a:off x="8652938" y="5773124"/>
                <a:ext cx="176364" cy="242205"/>
              </a:xfrm>
              <a:custGeom>
                <a:avLst/>
                <a:gdLst/>
                <a:ahLst/>
                <a:cxnLst/>
                <a:rect l="l" t="t" r="r" b="b"/>
                <a:pathLst>
                  <a:path w="176364" h="242205">
                    <a:moveTo>
                      <a:pt x="79038" y="0"/>
                    </a:moveTo>
                    <a:lnTo>
                      <a:pt x="176364" y="203859"/>
                    </a:lnTo>
                    <a:lnTo>
                      <a:pt x="91167" y="242205"/>
                    </a:lnTo>
                    <a:lnTo>
                      <a:pt x="0" y="37728"/>
                    </a:lnTo>
                    <a:lnTo>
                      <a:pt x="7903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6" name="Контур"/>
              <p:cNvSpPr/>
              <p:nvPr/>
            </p:nvSpPr>
            <p:spPr>
              <a:xfrm>
                <a:off x="8783717" y="6056903"/>
                <a:ext cx="110061" cy="96903"/>
              </a:xfrm>
              <a:custGeom>
                <a:avLst/>
                <a:gdLst/>
                <a:ahLst/>
                <a:cxnLst/>
                <a:rect l="l" t="t" r="r" b="b"/>
                <a:pathLst>
                  <a:path w="110061" h="96903">
                    <a:moveTo>
                      <a:pt x="110061" y="55143"/>
                    </a:moveTo>
                    <a:lnTo>
                      <a:pt x="81099" y="70335"/>
                    </a:lnTo>
                    <a:lnTo>
                      <a:pt x="27468" y="96903"/>
                    </a:lnTo>
                    <a:lnTo>
                      <a:pt x="0" y="41481"/>
                    </a:lnTo>
                    <a:lnTo>
                      <a:pt x="83736" y="0"/>
                    </a:lnTo>
                    <a:lnTo>
                      <a:pt x="110061" y="551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7" name="Контур"/>
              <p:cNvSpPr/>
              <p:nvPr/>
            </p:nvSpPr>
            <p:spPr>
              <a:xfrm>
                <a:off x="8873412" y="5599235"/>
                <a:ext cx="332873" cy="434484"/>
              </a:xfrm>
              <a:custGeom>
                <a:avLst/>
                <a:gdLst/>
                <a:ahLst/>
                <a:cxnLst/>
                <a:rect l="l" t="t" r="r" b="b"/>
                <a:pathLst>
                  <a:path w="332873" h="434484">
                    <a:moveTo>
                      <a:pt x="166526" y="434484"/>
                    </a:moveTo>
                    <a:lnTo>
                      <a:pt x="8585" y="100125"/>
                    </a:lnTo>
                    <a:lnTo>
                      <a:pt x="0" y="81763"/>
                    </a:lnTo>
                    <a:lnTo>
                      <a:pt x="25269" y="69847"/>
                    </a:lnTo>
                    <a:lnTo>
                      <a:pt x="36485" y="63954"/>
                    </a:lnTo>
                    <a:lnTo>
                      <a:pt x="166526" y="0"/>
                    </a:lnTo>
                    <a:lnTo>
                      <a:pt x="332873" y="349677"/>
                    </a:lnTo>
                    <a:lnTo>
                      <a:pt x="258812" y="387432"/>
                    </a:lnTo>
                    <a:lnTo>
                      <a:pt x="166526" y="4344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8" name="Контур"/>
              <p:cNvSpPr/>
              <p:nvPr/>
            </p:nvSpPr>
            <p:spPr>
              <a:xfrm>
                <a:off x="8744105" y="5976983"/>
                <a:ext cx="123348" cy="121401"/>
              </a:xfrm>
              <a:custGeom>
                <a:avLst/>
                <a:gdLst/>
                <a:ahLst/>
                <a:cxnLst/>
                <a:rect l="l" t="t" r="r" b="b"/>
                <a:pathLst>
                  <a:path w="123348" h="121401">
                    <a:moveTo>
                      <a:pt x="123348" y="79920"/>
                    </a:moveTo>
                    <a:lnTo>
                      <a:pt x="39612" y="121401"/>
                    </a:lnTo>
                    <a:lnTo>
                      <a:pt x="0" y="38346"/>
                    </a:lnTo>
                    <a:lnTo>
                      <a:pt x="85197" y="0"/>
                    </a:lnTo>
                    <a:lnTo>
                      <a:pt x="123348" y="799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9" name="Контур"/>
              <p:cNvSpPr/>
              <p:nvPr/>
            </p:nvSpPr>
            <p:spPr>
              <a:xfrm>
                <a:off x="3780311" y="2209709"/>
                <a:ext cx="351873" cy="359802"/>
              </a:xfrm>
              <a:custGeom>
                <a:avLst/>
                <a:gdLst/>
                <a:ahLst/>
                <a:cxnLst/>
                <a:rect l="l" t="t" r="r" b="b"/>
                <a:pathLst>
                  <a:path w="351873" h="359802">
                    <a:moveTo>
                      <a:pt x="0" y="119250"/>
                    </a:moveTo>
                    <a:lnTo>
                      <a:pt x="128313" y="0"/>
                    </a:lnTo>
                    <a:lnTo>
                      <a:pt x="351873" y="240552"/>
                    </a:lnTo>
                    <a:lnTo>
                      <a:pt x="336123" y="255186"/>
                    </a:lnTo>
                    <a:lnTo>
                      <a:pt x="223560" y="359802"/>
                    </a:lnTo>
                    <a:lnTo>
                      <a:pt x="0" y="11925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0" name="Контур"/>
              <p:cNvSpPr/>
              <p:nvPr/>
            </p:nvSpPr>
            <p:spPr>
              <a:xfrm>
                <a:off x="4214627" y="2280259"/>
                <a:ext cx="204943" cy="204583"/>
              </a:xfrm>
              <a:custGeom>
                <a:avLst/>
                <a:gdLst/>
                <a:ahLst/>
                <a:cxnLst/>
                <a:rect l="l" t="t" r="r" b="b"/>
                <a:pathLst>
                  <a:path w="204943" h="204583">
                    <a:moveTo>
                      <a:pt x="0" y="104262"/>
                    </a:moveTo>
                    <a:lnTo>
                      <a:pt x="108862" y="0"/>
                    </a:lnTo>
                    <a:lnTo>
                      <a:pt x="204943" y="100321"/>
                    </a:lnTo>
                    <a:lnTo>
                      <a:pt x="96081" y="204583"/>
                    </a:lnTo>
                    <a:lnTo>
                      <a:pt x="33709" y="139628"/>
                    </a:lnTo>
                    <a:lnTo>
                      <a:pt x="0" y="1042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1" name="Контур"/>
              <p:cNvSpPr/>
              <p:nvPr/>
            </p:nvSpPr>
            <p:spPr>
              <a:xfrm>
                <a:off x="3998597" y="2087471"/>
                <a:ext cx="247559" cy="261477"/>
              </a:xfrm>
              <a:custGeom>
                <a:avLst/>
                <a:gdLst/>
                <a:ahLst/>
                <a:cxnLst/>
                <a:rect l="l" t="t" r="r" b="b"/>
                <a:pathLst>
                  <a:path w="247559" h="261477">
                    <a:moveTo>
                      <a:pt x="0" y="24993"/>
                    </a:moveTo>
                    <a:lnTo>
                      <a:pt x="26784" y="0"/>
                    </a:lnTo>
                    <a:lnTo>
                      <a:pt x="67626" y="43758"/>
                    </a:lnTo>
                    <a:lnTo>
                      <a:pt x="247559" y="236507"/>
                    </a:lnTo>
                    <a:lnTo>
                      <a:pt x="220815" y="261477"/>
                    </a:lnTo>
                    <a:lnTo>
                      <a:pt x="0" y="2499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2" name="Контур"/>
              <p:cNvSpPr/>
              <p:nvPr/>
            </p:nvSpPr>
            <p:spPr>
              <a:xfrm>
                <a:off x="4116434" y="2377593"/>
                <a:ext cx="131902" cy="129596"/>
              </a:xfrm>
              <a:custGeom>
                <a:avLst/>
                <a:gdLst/>
                <a:ahLst/>
                <a:cxnLst/>
                <a:rect l="l" t="t" r="r" b="b"/>
                <a:pathLst>
                  <a:path w="131902" h="129596">
                    <a:moveTo>
                      <a:pt x="131902" y="42294"/>
                    </a:moveTo>
                    <a:lnTo>
                      <a:pt x="95502" y="76992"/>
                    </a:lnTo>
                    <a:lnTo>
                      <a:pt x="40316" y="129596"/>
                    </a:lnTo>
                    <a:lnTo>
                      <a:pt x="0" y="87302"/>
                    </a:lnTo>
                    <a:lnTo>
                      <a:pt x="15750" y="72668"/>
                    </a:lnTo>
                    <a:lnTo>
                      <a:pt x="91587" y="0"/>
                    </a:lnTo>
                    <a:lnTo>
                      <a:pt x="98193" y="6928"/>
                    </a:lnTo>
                    <a:lnTo>
                      <a:pt x="131902" y="422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3" name="Контур"/>
              <p:cNvSpPr/>
              <p:nvPr/>
            </p:nvSpPr>
            <p:spPr>
              <a:xfrm>
                <a:off x="4271846" y="1915064"/>
                <a:ext cx="388494" cy="425703"/>
              </a:xfrm>
              <a:custGeom>
                <a:avLst/>
                <a:gdLst/>
                <a:ahLst/>
                <a:cxnLst/>
                <a:rect l="l" t="t" r="r" b="b"/>
                <a:pathLst>
                  <a:path w="388494" h="425703">
                    <a:moveTo>
                      <a:pt x="0" y="98177"/>
                    </a:moveTo>
                    <a:lnTo>
                      <a:pt x="45691" y="58357"/>
                    </a:lnTo>
                    <a:lnTo>
                      <a:pt x="25267" y="35815"/>
                    </a:lnTo>
                    <a:lnTo>
                      <a:pt x="64431" y="0"/>
                    </a:lnTo>
                    <a:lnTo>
                      <a:pt x="86119" y="22542"/>
                    </a:lnTo>
                    <a:lnTo>
                      <a:pt x="91384" y="17907"/>
                    </a:lnTo>
                    <a:lnTo>
                      <a:pt x="126531" y="56154"/>
                    </a:lnTo>
                    <a:lnTo>
                      <a:pt x="131931" y="62013"/>
                    </a:lnTo>
                    <a:lnTo>
                      <a:pt x="383094" y="334722"/>
                    </a:lnTo>
                    <a:lnTo>
                      <a:pt x="388494" y="340590"/>
                    </a:lnTo>
                    <a:lnTo>
                      <a:pt x="296082" y="425703"/>
                    </a:lnTo>
                    <a:lnTo>
                      <a:pt x="0" y="9817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4" name="Контур"/>
              <p:cNvSpPr/>
              <p:nvPr/>
            </p:nvSpPr>
            <p:spPr>
              <a:xfrm>
                <a:off x="4066223" y="2087503"/>
                <a:ext cx="226773" cy="236475"/>
              </a:xfrm>
              <a:custGeom>
                <a:avLst/>
                <a:gdLst/>
                <a:ahLst/>
                <a:cxnLst/>
                <a:rect l="l" t="t" r="r" b="b"/>
                <a:pathLst>
                  <a:path w="226773" h="236475">
                    <a:moveTo>
                      <a:pt x="226773" y="192748"/>
                    </a:moveTo>
                    <a:lnTo>
                      <a:pt x="179933" y="236475"/>
                    </a:lnTo>
                    <a:lnTo>
                      <a:pt x="0" y="43726"/>
                    </a:lnTo>
                    <a:lnTo>
                      <a:pt x="46841" y="0"/>
                    </a:lnTo>
                    <a:lnTo>
                      <a:pt x="226773" y="19274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5" name="Контур"/>
              <p:cNvSpPr/>
              <p:nvPr/>
            </p:nvSpPr>
            <p:spPr>
              <a:xfrm>
                <a:off x="4398377" y="1903187"/>
                <a:ext cx="330426" cy="346599"/>
              </a:xfrm>
              <a:custGeom>
                <a:avLst/>
                <a:gdLst/>
                <a:ahLst/>
                <a:cxnLst/>
                <a:rect l="l" t="t" r="r" b="b"/>
                <a:pathLst>
                  <a:path w="330426" h="346599">
                    <a:moveTo>
                      <a:pt x="256563" y="346599"/>
                    </a:moveTo>
                    <a:lnTo>
                      <a:pt x="5400" y="73890"/>
                    </a:lnTo>
                    <a:lnTo>
                      <a:pt x="0" y="68031"/>
                    </a:lnTo>
                    <a:lnTo>
                      <a:pt x="73863" y="0"/>
                    </a:lnTo>
                    <a:lnTo>
                      <a:pt x="330426" y="278577"/>
                    </a:lnTo>
                    <a:lnTo>
                      <a:pt x="256563" y="3465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6" name="Контур"/>
              <p:cNvSpPr/>
              <p:nvPr/>
            </p:nvSpPr>
            <p:spPr>
              <a:xfrm>
                <a:off x="3508116" y="2123538"/>
                <a:ext cx="98399" cy="100175"/>
              </a:xfrm>
              <a:custGeom>
                <a:avLst/>
                <a:gdLst/>
                <a:ahLst/>
                <a:cxnLst/>
                <a:rect l="l" t="t" r="r" b="b"/>
                <a:pathLst>
                  <a:path w="98399" h="100175">
                    <a:moveTo>
                      <a:pt x="73779" y="100175"/>
                    </a:moveTo>
                    <a:lnTo>
                      <a:pt x="0" y="23775"/>
                    </a:lnTo>
                    <a:lnTo>
                      <a:pt x="24621" y="0"/>
                    </a:lnTo>
                    <a:lnTo>
                      <a:pt x="98399" y="76400"/>
                    </a:lnTo>
                    <a:lnTo>
                      <a:pt x="73779" y="1001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7" name="Контур"/>
              <p:cNvSpPr/>
              <p:nvPr/>
            </p:nvSpPr>
            <p:spPr>
              <a:xfrm>
                <a:off x="3694217" y="2095076"/>
                <a:ext cx="59328" cy="58887"/>
              </a:xfrm>
              <a:custGeom>
                <a:avLst/>
                <a:gdLst/>
                <a:ahLst/>
                <a:cxnLst/>
                <a:rect l="l" t="t" r="r" b="b"/>
                <a:pathLst>
                  <a:path w="59328" h="58887">
                    <a:moveTo>
                      <a:pt x="34101" y="0"/>
                    </a:moveTo>
                    <a:lnTo>
                      <a:pt x="59328" y="26829"/>
                    </a:lnTo>
                    <a:lnTo>
                      <a:pt x="25227" y="58887"/>
                    </a:lnTo>
                    <a:lnTo>
                      <a:pt x="0" y="32058"/>
                    </a:lnTo>
                    <a:lnTo>
                      <a:pt x="3410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8" name="Контур"/>
              <p:cNvSpPr/>
              <p:nvPr/>
            </p:nvSpPr>
            <p:spPr>
              <a:xfrm>
                <a:off x="3582410" y="1584000"/>
                <a:ext cx="689527" cy="543134"/>
              </a:xfrm>
              <a:custGeom>
                <a:avLst/>
                <a:gdLst/>
                <a:ahLst/>
                <a:cxnLst/>
                <a:rect l="l" t="t" r="r" b="b"/>
                <a:pathLst>
                  <a:path w="689527" h="543134">
                    <a:moveTo>
                      <a:pt x="689527" y="0"/>
                    </a:moveTo>
                    <a:lnTo>
                      <a:pt x="179415" y="479576"/>
                    </a:lnTo>
                    <a:lnTo>
                      <a:pt x="170496" y="487955"/>
                    </a:lnTo>
                    <a:lnTo>
                      <a:pt x="145908" y="511076"/>
                    </a:lnTo>
                    <a:lnTo>
                      <a:pt x="111807" y="543134"/>
                    </a:lnTo>
                    <a:lnTo>
                      <a:pt x="0" y="423866"/>
                    </a:lnTo>
                    <a:lnTo>
                      <a:pt x="44937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9" name="Контур"/>
              <p:cNvSpPr/>
              <p:nvPr/>
            </p:nvSpPr>
            <p:spPr>
              <a:xfrm>
                <a:off x="3728318" y="2063576"/>
                <a:ext cx="58734" cy="58329"/>
              </a:xfrm>
              <a:custGeom>
                <a:avLst/>
                <a:gdLst/>
                <a:ahLst/>
                <a:cxnLst/>
                <a:rect l="l" t="t" r="r" b="b"/>
                <a:pathLst>
                  <a:path w="58734" h="58329">
                    <a:moveTo>
                      <a:pt x="24588" y="8379"/>
                    </a:moveTo>
                    <a:lnTo>
                      <a:pt x="33507" y="0"/>
                    </a:lnTo>
                    <a:lnTo>
                      <a:pt x="58734" y="26838"/>
                    </a:lnTo>
                    <a:lnTo>
                      <a:pt x="25227" y="58329"/>
                    </a:lnTo>
                    <a:lnTo>
                      <a:pt x="0" y="31500"/>
                    </a:lnTo>
                    <a:lnTo>
                      <a:pt x="24588" y="837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0" name="Контур"/>
              <p:cNvSpPr/>
              <p:nvPr/>
            </p:nvSpPr>
            <p:spPr>
              <a:xfrm>
                <a:off x="3417890" y="1584000"/>
                <a:ext cx="613895" cy="423866"/>
              </a:xfrm>
              <a:custGeom>
                <a:avLst/>
                <a:gdLst/>
                <a:ahLst/>
                <a:cxnLst/>
                <a:rect l="l" t="t" r="r" b="b"/>
                <a:pathLst>
                  <a:path w="613895" h="423866">
                    <a:moveTo>
                      <a:pt x="613895" y="0"/>
                    </a:moveTo>
                    <a:lnTo>
                      <a:pt x="164520" y="423866"/>
                    </a:lnTo>
                    <a:lnTo>
                      <a:pt x="0" y="249446"/>
                    </a:lnTo>
                    <a:lnTo>
                      <a:pt x="26451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1" name="Контур"/>
              <p:cNvSpPr/>
              <p:nvPr/>
            </p:nvSpPr>
            <p:spPr>
              <a:xfrm>
                <a:off x="5461622" y="1675106"/>
                <a:ext cx="134225" cy="134700"/>
              </a:xfrm>
              <a:custGeom>
                <a:avLst/>
                <a:gdLst/>
                <a:ahLst/>
                <a:cxnLst/>
                <a:rect l="l" t="t" r="r" b="b"/>
                <a:pathLst>
                  <a:path w="134225" h="134700">
                    <a:moveTo>
                      <a:pt x="134225" y="77773"/>
                    </a:moveTo>
                    <a:lnTo>
                      <a:pt x="71320" y="134700"/>
                    </a:lnTo>
                    <a:lnTo>
                      <a:pt x="0" y="56526"/>
                    </a:lnTo>
                    <a:lnTo>
                      <a:pt x="64108" y="0"/>
                    </a:lnTo>
                    <a:lnTo>
                      <a:pt x="134225" y="7777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2" name="Контур"/>
              <p:cNvSpPr/>
              <p:nvPr/>
            </p:nvSpPr>
            <p:spPr>
              <a:xfrm>
                <a:off x="5089784" y="1928531"/>
                <a:ext cx="290133" cy="278946"/>
              </a:xfrm>
              <a:custGeom>
                <a:avLst/>
                <a:gdLst/>
                <a:ahLst/>
                <a:cxnLst/>
                <a:rect l="l" t="t" r="r" b="b"/>
                <a:pathLst>
                  <a:path w="290133" h="278946">
                    <a:moveTo>
                      <a:pt x="207945" y="0"/>
                    </a:moveTo>
                    <a:lnTo>
                      <a:pt x="290133" y="90873"/>
                    </a:lnTo>
                    <a:lnTo>
                      <a:pt x="269620" y="109826"/>
                    </a:lnTo>
                    <a:lnTo>
                      <a:pt x="241411" y="135379"/>
                    </a:lnTo>
                    <a:lnTo>
                      <a:pt x="82188" y="278946"/>
                    </a:lnTo>
                    <a:lnTo>
                      <a:pt x="0" y="188073"/>
                    </a:lnTo>
                    <a:lnTo>
                      <a:pt x="20794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3" name="Контур"/>
              <p:cNvSpPr/>
              <p:nvPr/>
            </p:nvSpPr>
            <p:spPr>
              <a:xfrm>
                <a:off x="5479862" y="1920536"/>
                <a:ext cx="77724" cy="77715"/>
              </a:xfrm>
              <a:custGeom>
                <a:avLst/>
                <a:gdLst/>
                <a:ahLst/>
                <a:cxnLst/>
                <a:rect l="l" t="t" r="r" b="b"/>
                <a:pathLst>
                  <a:path w="77724" h="77715">
                    <a:moveTo>
                      <a:pt x="0" y="37719"/>
                    </a:moveTo>
                    <a:lnTo>
                      <a:pt x="37710" y="0"/>
                    </a:lnTo>
                    <a:lnTo>
                      <a:pt x="77724" y="40005"/>
                    </a:lnTo>
                    <a:lnTo>
                      <a:pt x="39996" y="77715"/>
                    </a:lnTo>
                    <a:lnTo>
                      <a:pt x="0" y="377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4" name="Контур"/>
              <p:cNvSpPr/>
              <p:nvPr/>
            </p:nvSpPr>
            <p:spPr>
              <a:xfrm>
                <a:off x="5331195" y="2038357"/>
                <a:ext cx="278364" cy="166092"/>
              </a:xfrm>
              <a:custGeom>
                <a:avLst/>
                <a:gdLst/>
                <a:ahLst/>
                <a:cxnLst/>
                <a:rect l="l" t="t" r="r" b="b"/>
                <a:pathLst>
                  <a:path w="278364" h="166092">
                    <a:moveTo>
                      <a:pt x="0" y="25553"/>
                    </a:moveTo>
                    <a:lnTo>
                      <a:pt x="28209" y="0"/>
                    </a:lnTo>
                    <a:lnTo>
                      <a:pt x="85159" y="60687"/>
                    </a:lnTo>
                    <a:lnTo>
                      <a:pt x="278364" y="140540"/>
                    </a:lnTo>
                    <a:lnTo>
                      <a:pt x="252816" y="166092"/>
                    </a:lnTo>
                    <a:lnTo>
                      <a:pt x="69192" y="89967"/>
                    </a:lnTo>
                    <a:lnTo>
                      <a:pt x="0" y="255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5" name="Контур"/>
              <p:cNvSpPr/>
              <p:nvPr/>
            </p:nvSpPr>
            <p:spPr>
              <a:xfrm>
                <a:off x="5329922" y="1768304"/>
                <a:ext cx="159075" cy="159156"/>
              </a:xfrm>
              <a:custGeom>
                <a:avLst/>
                <a:gdLst/>
                <a:ahLst/>
                <a:cxnLst/>
                <a:rect l="l" t="t" r="r" b="b"/>
                <a:pathLst>
                  <a:path w="159075" h="159156">
                    <a:moveTo>
                      <a:pt x="79209" y="159156"/>
                    </a:moveTo>
                    <a:lnTo>
                      <a:pt x="0" y="77067"/>
                    </a:lnTo>
                    <a:lnTo>
                      <a:pt x="79875" y="0"/>
                    </a:lnTo>
                    <a:lnTo>
                      <a:pt x="159075" y="82080"/>
                    </a:lnTo>
                    <a:lnTo>
                      <a:pt x="79209" y="1591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6" name="Контур"/>
              <p:cNvSpPr/>
              <p:nvPr/>
            </p:nvSpPr>
            <p:spPr>
              <a:xfrm>
                <a:off x="4552241" y="1704944"/>
                <a:ext cx="185472" cy="104148"/>
              </a:xfrm>
              <a:custGeom>
                <a:avLst/>
                <a:gdLst/>
                <a:ahLst/>
                <a:cxnLst/>
                <a:rect l="l" t="t" r="r" b="b"/>
                <a:pathLst>
                  <a:path w="185472" h="104148">
                    <a:moveTo>
                      <a:pt x="185472" y="62928"/>
                    </a:moveTo>
                    <a:lnTo>
                      <a:pt x="11340" y="104148"/>
                    </a:lnTo>
                    <a:lnTo>
                      <a:pt x="0" y="41355"/>
                    </a:lnTo>
                    <a:lnTo>
                      <a:pt x="9216" y="39105"/>
                    </a:lnTo>
                    <a:lnTo>
                      <a:pt x="41274" y="31284"/>
                    </a:lnTo>
                    <a:lnTo>
                      <a:pt x="169236" y="0"/>
                    </a:lnTo>
                    <a:lnTo>
                      <a:pt x="185472" y="6292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7" name="Контур"/>
              <p:cNvSpPr/>
              <p:nvPr/>
            </p:nvSpPr>
            <p:spPr>
              <a:xfrm>
                <a:off x="5525730" y="1584000"/>
                <a:ext cx="256986" cy="168879"/>
              </a:xfrm>
              <a:custGeom>
                <a:avLst/>
                <a:gdLst/>
                <a:ahLst/>
                <a:cxnLst/>
                <a:rect l="l" t="t" r="r" b="b"/>
                <a:pathLst>
                  <a:path w="256986" h="168879">
                    <a:moveTo>
                      <a:pt x="256986" y="0"/>
                    </a:moveTo>
                    <a:lnTo>
                      <a:pt x="70117" y="168879"/>
                    </a:lnTo>
                    <a:lnTo>
                      <a:pt x="0" y="91106"/>
                    </a:lnTo>
                    <a:lnTo>
                      <a:pt x="9992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8" name="Контур"/>
              <p:cNvSpPr/>
              <p:nvPr/>
            </p:nvSpPr>
            <p:spPr>
              <a:xfrm>
                <a:off x="5089694" y="1584000"/>
                <a:ext cx="171862" cy="158737"/>
              </a:xfrm>
              <a:custGeom>
                <a:avLst/>
                <a:gdLst/>
                <a:ahLst/>
                <a:cxnLst/>
                <a:rect l="l" t="t" r="r" b="b"/>
                <a:pathLst>
                  <a:path w="171862" h="158737">
                    <a:moveTo>
                      <a:pt x="111222" y="158737"/>
                    </a:moveTo>
                    <a:lnTo>
                      <a:pt x="0" y="33826"/>
                    </a:lnTo>
                    <a:lnTo>
                      <a:pt x="37989" y="0"/>
                    </a:lnTo>
                    <a:lnTo>
                      <a:pt x="123910" y="0"/>
                    </a:lnTo>
                    <a:lnTo>
                      <a:pt x="124921" y="1135"/>
                    </a:lnTo>
                    <a:lnTo>
                      <a:pt x="99646" y="23640"/>
                    </a:lnTo>
                    <a:lnTo>
                      <a:pt x="171862" y="10474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9" name="Контур"/>
              <p:cNvSpPr/>
              <p:nvPr/>
            </p:nvSpPr>
            <p:spPr>
              <a:xfrm>
                <a:off x="5066152" y="1584000"/>
                <a:ext cx="52433" cy="26143"/>
              </a:xfrm>
              <a:custGeom>
                <a:avLst/>
                <a:gdLst/>
                <a:ahLst/>
                <a:cxnLst/>
                <a:rect l="l" t="t" r="r" b="b"/>
                <a:pathLst>
                  <a:path w="52433" h="26143">
                    <a:moveTo>
                      <a:pt x="0" y="0"/>
                    </a:moveTo>
                    <a:lnTo>
                      <a:pt x="52433" y="0"/>
                    </a:lnTo>
                    <a:lnTo>
                      <a:pt x="24250" y="261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0" name="Контур"/>
              <p:cNvSpPr/>
              <p:nvPr/>
            </p:nvSpPr>
            <p:spPr>
              <a:xfrm>
                <a:off x="5230874" y="1607425"/>
                <a:ext cx="59259" cy="60318"/>
              </a:xfrm>
              <a:custGeom>
                <a:avLst/>
                <a:gdLst/>
                <a:ahLst/>
                <a:cxnLst/>
                <a:rect l="l" t="t" r="r" b="b"/>
                <a:pathLst>
                  <a:path w="59259" h="60318">
                    <a:moveTo>
                      <a:pt x="21511" y="0"/>
                    </a:moveTo>
                    <a:lnTo>
                      <a:pt x="59259" y="40034"/>
                    </a:lnTo>
                    <a:lnTo>
                      <a:pt x="37747" y="60318"/>
                    </a:lnTo>
                    <a:lnTo>
                      <a:pt x="0" y="20284"/>
                    </a:lnTo>
                    <a:lnTo>
                      <a:pt x="2151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1" name="Контур"/>
              <p:cNvSpPr/>
              <p:nvPr/>
            </p:nvSpPr>
            <p:spPr>
              <a:xfrm>
                <a:off x="5399498" y="1584000"/>
                <a:ext cx="24997" cy="12296"/>
              </a:xfrm>
              <a:custGeom>
                <a:avLst/>
                <a:gdLst/>
                <a:ahLst/>
                <a:cxnLst/>
                <a:rect l="l" t="t" r="r" b="b"/>
                <a:pathLst>
                  <a:path w="24997" h="12296">
                    <a:moveTo>
                      <a:pt x="24997" y="0"/>
                    </a:moveTo>
                    <a:lnTo>
                      <a:pt x="10258" y="122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2" name="Контур"/>
              <p:cNvSpPr/>
              <p:nvPr/>
            </p:nvSpPr>
            <p:spPr>
              <a:xfrm>
                <a:off x="7258757" y="2142560"/>
                <a:ext cx="475983" cy="496161"/>
              </a:xfrm>
              <a:custGeom>
                <a:avLst/>
                <a:gdLst/>
                <a:ahLst/>
                <a:cxnLst/>
                <a:rect l="l" t="t" r="r" b="b"/>
                <a:pathLst>
                  <a:path w="475983" h="496161">
                    <a:moveTo>
                      <a:pt x="0" y="452304"/>
                    </a:moveTo>
                    <a:lnTo>
                      <a:pt x="385551" y="26622"/>
                    </a:lnTo>
                    <a:lnTo>
                      <a:pt x="380484" y="22041"/>
                    </a:lnTo>
                    <a:lnTo>
                      <a:pt x="400446" y="0"/>
                    </a:lnTo>
                    <a:lnTo>
                      <a:pt x="441837" y="37503"/>
                    </a:lnTo>
                    <a:lnTo>
                      <a:pt x="421731" y="59688"/>
                    </a:lnTo>
                    <a:lnTo>
                      <a:pt x="431487" y="68535"/>
                    </a:lnTo>
                    <a:lnTo>
                      <a:pt x="455607" y="90387"/>
                    </a:lnTo>
                    <a:lnTo>
                      <a:pt x="475983" y="108855"/>
                    </a:lnTo>
                    <a:lnTo>
                      <a:pt x="185643" y="429246"/>
                    </a:lnTo>
                    <a:lnTo>
                      <a:pt x="172305" y="417159"/>
                    </a:lnTo>
                    <a:lnTo>
                      <a:pt x="134478" y="458892"/>
                    </a:lnTo>
                    <a:lnTo>
                      <a:pt x="105759" y="432855"/>
                    </a:lnTo>
                    <a:lnTo>
                      <a:pt x="48366" y="496161"/>
                    </a:lnTo>
                    <a:lnTo>
                      <a:pt x="0" y="4523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3" name="Контур"/>
              <p:cNvSpPr/>
              <p:nvPr/>
            </p:nvSpPr>
            <p:spPr>
              <a:xfrm>
                <a:off x="6996263" y="2003528"/>
                <a:ext cx="470979" cy="507529"/>
              </a:xfrm>
              <a:custGeom>
                <a:avLst/>
                <a:gdLst/>
                <a:ahLst/>
                <a:cxnLst/>
                <a:rect l="l" t="t" r="r" b="b"/>
                <a:pathLst>
                  <a:path w="470979" h="507529">
                    <a:moveTo>
                      <a:pt x="470979" y="43020"/>
                    </a:moveTo>
                    <a:lnTo>
                      <a:pt x="50740" y="507529"/>
                    </a:lnTo>
                    <a:lnTo>
                      <a:pt x="0" y="465660"/>
                    </a:lnTo>
                    <a:lnTo>
                      <a:pt x="165609" y="283563"/>
                    </a:lnTo>
                    <a:lnTo>
                      <a:pt x="261612" y="178011"/>
                    </a:lnTo>
                    <a:lnTo>
                      <a:pt x="423504" y="0"/>
                    </a:lnTo>
                    <a:lnTo>
                      <a:pt x="470979" y="430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4" name="Контур"/>
              <p:cNvSpPr/>
              <p:nvPr/>
            </p:nvSpPr>
            <p:spPr>
              <a:xfrm>
                <a:off x="6934774" y="2469188"/>
                <a:ext cx="112229" cy="111642"/>
              </a:xfrm>
              <a:custGeom>
                <a:avLst/>
                <a:gdLst/>
                <a:ahLst/>
                <a:cxnLst/>
                <a:rect l="l" t="t" r="r" b="b"/>
                <a:pathLst>
                  <a:path w="112229" h="111642">
                    <a:moveTo>
                      <a:pt x="61489" y="0"/>
                    </a:moveTo>
                    <a:lnTo>
                      <a:pt x="112229" y="41869"/>
                    </a:lnTo>
                    <a:lnTo>
                      <a:pt x="49207" y="111642"/>
                    </a:lnTo>
                    <a:lnTo>
                      <a:pt x="0" y="65570"/>
                    </a:lnTo>
                    <a:lnTo>
                      <a:pt x="10262" y="53985"/>
                    </a:lnTo>
                    <a:lnTo>
                      <a:pt x="6148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5" name="Контур"/>
              <p:cNvSpPr/>
              <p:nvPr/>
            </p:nvSpPr>
            <p:spPr>
              <a:xfrm>
                <a:off x="7160792" y="1584000"/>
                <a:ext cx="934752" cy="994025"/>
              </a:xfrm>
              <a:custGeom>
                <a:avLst/>
                <a:gdLst/>
                <a:ahLst/>
                <a:cxnLst/>
                <a:rect l="l" t="t" r="r" b="b"/>
                <a:pathLst>
                  <a:path w="934752" h="994025">
                    <a:moveTo>
                      <a:pt x="934752" y="0"/>
                    </a:moveTo>
                    <a:lnTo>
                      <a:pt x="43380" y="994025"/>
                    </a:lnTo>
                    <a:lnTo>
                      <a:pt x="0" y="952841"/>
                    </a:lnTo>
                    <a:lnTo>
                      <a:pt x="84772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6" name="Контур"/>
              <p:cNvSpPr/>
              <p:nvPr/>
            </p:nvSpPr>
            <p:spPr>
              <a:xfrm>
                <a:off x="6937951" y="2192528"/>
                <a:ext cx="112354" cy="107062"/>
              </a:xfrm>
              <a:custGeom>
                <a:avLst/>
                <a:gdLst/>
                <a:ahLst/>
                <a:cxnLst/>
                <a:rect l="l" t="t" r="r" b="b"/>
                <a:pathLst>
                  <a:path w="112354" h="107062">
                    <a:moveTo>
                      <a:pt x="0" y="75055"/>
                    </a:moveTo>
                    <a:lnTo>
                      <a:pt x="83627" y="0"/>
                    </a:lnTo>
                    <a:lnTo>
                      <a:pt x="112354" y="32009"/>
                    </a:lnTo>
                    <a:lnTo>
                      <a:pt x="28728" y="107062"/>
                    </a:lnTo>
                    <a:lnTo>
                      <a:pt x="0" y="7505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7" name="Контур"/>
              <p:cNvSpPr/>
              <p:nvPr/>
            </p:nvSpPr>
            <p:spPr>
              <a:xfrm>
                <a:off x="7130633" y="2152847"/>
                <a:ext cx="127242" cy="134244"/>
              </a:xfrm>
              <a:custGeom>
                <a:avLst/>
                <a:gdLst/>
                <a:ahLst/>
                <a:cxnLst/>
                <a:rect l="l" t="t" r="r" b="b"/>
                <a:pathLst>
                  <a:path w="127242" h="134244">
                    <a:moveTo>
                      <a:pt x="127242" y="28692"/>
                    </a:moveTo>
                    <a:lnTo>
                      <a:pt x="31239" y="134244"/>
                    </a:lnTo>
                    <a:lnTo>
                      <a:pt x="0" y="106227"/>
                    </a:lnTo>
                    <a:lnTo>
                      <a:pt x="95247" y="0"/>
                    </a:lnTo>
                    <a:lnTo>
                      <a:pt x="127242" y="286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8" name="Контур"/>
              <p:cNvSpPr/>
              <p:nvPr/>
            </p:nvSpPr>
            <p:spPr>
              <a:xfrm>
                <a:off x="7118505" y="1584000"/>
                <a:ext cx="537043" cy="560188"/>
              </a:xfrm>
              <a:custGeom>
                <a:avLst/>
                <a:gdLst/>
                <a:ahLst/>
                <a:cxnLst/>
                <a:rect l="l" t="t" r="r" b="b"/>
                <a:pathLst>
                  <a:path w="537043" h="560188">
                    <a:moveTo>
                      <a:pt x="465991" y="0"/>
                    </a:moveTo>
                    <a:lnTo>
                      <a:pt x="537043" y="0"/>
                    </a:lnTo>
                    <a:lnTo>
                      <a:pt x="78555" y="537732"/>
                    </a:lnTo>
                    <a:lnTo>
                      <a:pt x="24048" y="560188"/>
                    </a:lnTo>
                    <a:lnTo>
                      <a:pt x="0" y="5481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9" name="Контур"/>
              <p:cNvSpPr/>
              <p:nvPr/>
            </p:nvSpPr>
            <p:spPr>
              <a:xfrm>
                <a:off x="6916905" y="1584000"/>
                <a:ext cx="544671" cy="512476"/>
              </a:xfrm>
              <a:custGeom>
                <a:avLst/>
                <a:gdLst/>
                <a:ahLst/>
                <a:cxnLst/>
                <a:rect l="l" t="t" r="r" b="b"/>
                <a:pathLst>
                  <a:path w="544671" h="512476">
                    <a:moveTo>
                      <a:pt x="145487" y="512476"/>
                    </a:moveTo>
                    <a:lnTo>
                      <a:pt x="95789" y="483603"/>
                    </a:lnTo>
                    <a:lnTo>
                      <a:pt x="100999" y="477588"/>
                    </a:lnTo>
                    <a:lnTo>
                      <a:pt x="0" y="380544"/>
                    </a:lnTo>
                    <a:lnTo>
                      <a:pt x="82562" y="296732"/>
                    </a:lnTo>
                    <a:lnTo>
                      <a:pt x="173943" y="384153"/>
                    </a:lnTo>
                    <a:lnTo>
                      <a:pt x="206807" y="347259"/>
                    </a:lnTo>
                    <a:lnTo>
                      <a:pt x="109018" y="248606"/>
                    </a:lnTo>
                    <a:lnTo>
                      <a:pt x="190378" y="161989"/>
                    </a:lnTo>
                    <a:lnTo>
                      <a:pt x="287369" y="258231"/>
                    </a:lnTo>
                    <a:lnTo>
                      <a:pt x="322238" y="219734"/>
                    </a:lnTo>
                    <a:lnTo>
                      <a:pt x="240878" y="143542"/>
                    </a:lnTo>
                    <a:lnTo>
                      <a:pt x="320638" y="58928"/>
                    </a:lnTo>
                    <a:lnTo>
                      <a:pt x="391980" y="128303"/>
                    </a:lnTo>
                    <a:lnTo>
                      <a:pt x="422439" y="91008"/>
                    </a:lnTo>
                    <a:lnTo>
                      <a:pt x="379956" y="55719"/>
                    </a:lnTo>
                    <a:lnTo>
                      <a:pt x="426295" y="0"/>
                    </a:lnTo>
                    <a:lnTo>
                      <a:pt x="503868" y="0"/>
                    </a:lnTo>
                    <a:lnTo>
                      <a:pt x="544671" y="376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0" name="Контур"/>
              <p:cNvSpPr/>
              <p:nvPr/>
            </p:nvSpPr>
            <p:spPr>
              <a:xfrm>
                <a:off x="6410490" y="1584000"/>
                <a:ext cx="438560" cy="390674"/>
              </a:xfrm>
              <a:custGeom>
                <a:avLst/>
                <a:gdLst/>
                <a:ahLst/>
                <a:cxnLst/>
                <a:rect l="l" t="t" r="r" b="b"/>
                <a:pathLst>
                  <a:path w="438560" h="390674">
                    <a:moveTo>
                      <a:pt x="110755" y="0"/>
                    </a:moveTo>
                    <a:lnTo>
                      <a:pt x="438560" y="335549"/>
                    </a:lnTo>
                    <a:lnTo>
                      <a:pt x="379538" y="390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1" name="Контур"/>
              <p:cNvSpPr/>
              <p:nvPr/>
            </p:nvSpPr>
            <p:spPr>
              <a:xfrm>
                <a:off x="6521245" y="1584000"/>
                <a:ext cx="685421" cy="335549"/>
              </a:xfrm>
              <a:custGeom>
                <a:avLst/>
                <a:gdLst/>
                <a:ahLst/>
                <a:cxnLst/>
                <a:rect l="l" t="t" r="r" b="b"/>
                <a:pathLst>
                  <a:path w="685421" h="335549">
                    <a:moveTo>
                      <a:pt x="685421" y="0"/>
                    </a:moveTo>
                    <a:lnTo>
                      <a:pt x="327805" y="3355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2" name="Контур"/>
              <p:cNvSpPr/>
              <p:nvPr/>
            </p:nvSpPr>
            <p:spPr>
              <a:xfrm>
                <a:off x="4348528" y="1865259"/>
                <a:ext cx="82254" cy="81522"/>
              </a:xfrm>
              <a:custGeom>
                <a:avLst/>
                <a:gdLst/>
                <a:ahLst/>
                <a:cxnLst/>
                <a:rect l="l" t="t" r="r" b="b"/>
                <a:pathLst>
                  <a:path w="82254" h="81522">
                    <a:moveTo>
                      <a:pt x="0" y="41610"/>
                    </a:moveTo>
                    <a:lnTo>
                      <a:pt x="45797" y="0"/>
                    </a:lnTo>
                    <a:lnTo>
                      <a:pt x="82254" y="40126"/>
                    </a:lnTo>
                    <a:lnTo>
                      <a:pt x="36691" y="81522"/>
                    </a:lnTo>
                    <a:lnTo>
                      <a:pt x="0" y="4161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3" name="Контур"/>
              <p:cNvSpPr/>
              <p:nvPr/>
            </p:nvSpPr>
            <p:spPr>
              <a:xfrm>
                <a:off x="4509500" y="1834550"/>
                <a:ext cx="53973" cy="54954"/>
              </a:xfrm>
              <a:custGeom>
                <a:avLst/>
                <a:gdLst/>
                <a:ahLst/>
                <a:cxnLst/>
                <a:rect l="l" t="t" r="r" b="b"/>
                <a:pathLst>
                  <a:path w="53973" h="54954">
                    <a:moveTo>
                      <a:pt x="0" y="16776"/>
                    </a:moveTo>
                    <a:lnTo>
                      <a:pt x="17631" y="0"/>
                    </a:lnTo>
                    <a:lnTo>
                      <a:pt x="53973" y="38160"/>
                    </a:lnTo>
                    <a:lnTo>
                      <a:pt x="36333" y="54954"/>
                    </a:lnTo>
                    <a:lnTo>
                      <a:pt x="0" y="167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4" name="Контур"/>
              <p:cNvSpPr/>
              <p:nvPr/>
            </p:nvSpPr>
            <p:spPr>
              <a:xfrm>
                <a:off x="2290259" y="3744683"/>
                <a:ext cx="110746" cy="116433"/>
              </a:xfrm>
              <a:custGeom>
                <a:avLst/>
                <a:gdLst/>
                <a:ahLst/>
                <a:cxnLst/>
                <a:rect l="l" t="t" r="r" b="b"/>
                <a:pathLst>
                  <a:path w="110746" h="116433">
                    <a:moveTo>
                      <a:pt x="17057" y="0"/>
                    </a:moveTo>
                    <a:lnTo>
                      <a:pt x="110746" y="100431"/>
                    </a:lnTo>
                    <a:lnTo>
                      <a:pt x="93765" y="116433"/>
                    </a:lnTo>
                    <a:lnTo>
                      <a:pt x="0" y="15919"/>
                    </a:lnTo>
                    <a:lnTo>
                      <a:pt x="1705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5" name="Контур"/>
              <p:cNvSpPr/>
              <p:nvPr/>
            </p:nvSpPr>
            <p:spPr>
              <a:xfrm>
                <a:off x="2307316" y="3535802"/>
                <a:ext cx="315091" cy="309312"/>
              </a:xfrm>
              <a:custGeom>
                <a:avLst/>
                <a:gdLst/>
                <a:ahLst/>
                <a:cxnLst/>
                <a:rect l="l" t="t" r="r" b="b"/>
                <a:pathLst>
                  <a:path w="315091" h="309312">
                    <a:moveTo>
                      <a:pt x="315091" y="100658"/>
                    </a:moveTo>
                    <a:lnTo>
                      <a:pt x="93689" y="309312"/>
                    </a:lnTo>
                    <a:lnTo>
                      <a:pt x="0" y="208881"/>
                    </a:lnTo>
                    <a:lnTo>
                      <a:pt x="223815" y="0"/>
                    </a:lnTo>
                    <a:lnTo>
                      <a:pt x="288061" y="69411"/>
                    </a:lnTo>
                    <a:lnTo>
                      <a:pt x="315091" y="1006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6" name="Контур"/>
              <p:cNvSpPr/>
              <p:nvPr/>
            </p:nvSpPr>
            <p:spPr>
              <a:xfrm>
                <a:off x="1375854" y="3366092"/>
                <a:ext cx="286058" cy="298002"/>
              </a:xfrm>
              <a:custGeom>
                <a:avLst/>
                <a:gdLst/>
                <a:ahLst/>
                <a:cxnLst/>
                <a:rect l="l" t="t" r="r" b="b"/>
                <a:pathLst>
                  <a:path w="286058" h="298002">
                    <a:moveTo>
                      <a:pt x="286058" y="200476"/>
                    </a:moveTo>
                    <a:lnTo>
                      <a:pt x="185211" y="298002"/>
                    </a:lnTo>
                    <a:lnTo>
                      <a:pt x="0" y="97813"/>
                    </a:lnTo>
                    <a:lnTo>
                      <a:pt x="98909" y="0"/>
                    </a:lnTo>
                    <a:lnTo>
                      <a:pt x="286058" y="2004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7" name="Контур"/>
              <p:cNvSpPr/>
              <p:nvPr/>
            </p:nvSpPr>
            <p:spPr>
              <a:xfrm>
                <a:off x="1660152" y="3013751"/>
                <a:ext cx="339996" cy="405546"/>
              </a:xfrm>
              <a:custGeom>
                <a:avLst/>
                <a:gdLst/>
                <a:ahLst/>
                <a:cxnLst/>
                <a:rect l="l" t="t" r="r" b="b"/>
                <a:pathLst>
                  <a:path w="339996" h="405546">
                    <a:moveTo>
                      <a:pt x="194285" y="0"/>
                    </a:moveTo>
                    <a:lnTo>
                      <a:pt x="288603" y="99084"/>
                    </a:lnTo>
                    <a:lnTo>
                      <a:pt x="224318" y="160276"/>
                    </a:lnTo>
                    <a:lnTo>
                      <a:pt x="339996" y="281800"/>
                    </a:lnTo>
                    <a:lnTo>
                      <a:pt x="209997" y="405546"/>
                    </a:lnTo>
                    <a:lnTo>
                      <a:pt x="0" y="184938"/>
                    </a:lnTo>
                    <a:lnTo>
                      <a:pt x="19428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8" name="Контур"/>
              <p:cNvSpPr/>
              <p:nvPr/>
            </p:nvSpPr>
            <p:spPr>
              <a:xfrm>
                <a:off x="2480553" y="3444150"/>
                <a:ext cx="154553" cy="161063"/>
              </a:xfrm>
              <a:custGeom>
                <a:avLst/>
                <a:gdLst/>
                <a:ahLst/>
                <a:cxnLst/>
                <a:rect l="l" t="t" r="r" b="b"/>
                <a:pathLst>
                  <a:path w="154553" h="161063">
                    <a:moveTo>
                      <a:pt x="39729" y="0"/>
                    </a:moveTo>
                    <a:lnTo>
                      <a:pt x="154553" y="124388"/>
                    </a:lnTo>
                    <a:lnTo>
                      <a:pt x="114824" y="161063"/>
                    </a:lnTo>
                    <a:lnTo>
                      <a:pt x="50578" y="91652"/>
                    </a:lnTo>
                    <a:lnTo>
                      <a:pt x="0" y="36675"/>
                    </a:lnTo>
                    <a:lnTo>
                      <a:pt x="3972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9" name="Контур"/>
              <p:cNvSpPr/>
              <p:nvPr/>
            </p:nvSpPr>
            <p:spPr>
              <a:xfrm>
                <a:off x="2456547" y="3017324"/>
                <a:ext cx="311594" cy="314243"/>
              </a:xfrm>
              <a:custGeom>
                <a:avLst/>
                <a:gdLst/>
                <a:ahLst/>
                <a:cxnLst/>
                <a:rect l="l" t="t" r="r" b="b"/>
                <a:pathLst>
                  <a:path w="311594" h="314243">
                    <a:moveTo>
                      <a:pt x="169444" y="314243"/>
                    </a:moveTo>
                    <a:lnTo>
                      <a:pt x="0" y="132608"/>
                    </a:lnTo>
                    <a:lnTo>
                      <a:pt x="142150" y="0"/>
                    </a:lnTo>
                    <a:lnTo>
                      <a:pt x="311594" y="181635"/>
                    </a:lnTo>
                    <a:lnTo>
                      <a:pt x="169444" y="3142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0" name="Контур"/>
              <p:cNvSpPr/>
              <p:nvPr/>
            </p:nvSpPr>
            <p:spPr>
              <a:xfrm>
                <a:off x="1854437" y="2537444"/>
                <a:ext cx="605655" cy="575391"/>
              </a:xfrm>
              <a:custGeom>
                <a:avLst/>
                <a:gdLst/>
                <a:ahLst/>
                <a:cxnLst/>
                <a:rect l="l" t="t" r="r" b="b"/>
                <a:pathLst>
                  <a:path w="605655" h="575391">
                    <a:moveTo>
                      <a:pt x="0" y="476307"/>
                    </a:moveTo>
                    <a:lnTo>
                      <a:pt x="508599" y="0"/>
                    </a:lnTo>
                    <a:lnTo>
                      <a:pt x="605655" y="105650"/>
                    </a:lnTo>
                    <a:lnTo>
                      <a:pt x="94318" y="575391"/>
                    </a:lnTo>
                    <a:lnTo>
                      <a:pt x="0" y="47630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1" name="Контур"/>
              <p:cNvSpPr/>
              <p:nvPr/>
            </p:nvSpPr>
            <p:spPr>
              <a:xfrm>
                <a:off x="2582574" y="2564930"/>
                <a:ext cx="302396" cy="349254"/>
              </a:xfrm>
              <a:custGeom>
                <a:avLst/>
                <a:gdLst/>
                <a:ahLst/>
                <a:cxnLst/>
                <a:rect l="l" t="t" r="r" b="b"/>
                <a:pathLst>
                  <a:path w="302396" h="349254">
                    <a:moveTo>
                      <a:pt x="0" y="126377"/>
                    </a:moveTo>
                    <a:lnTo>
                      <a:pt x="129500" y="0"/>
                    </a:lnTo>
                    <a:lnTo>
                      <a:pt x="302396" y="185336"/>
                    </a:lnTo>
                    <a:lnTo>
                      <a:pt x="174398" y="304743"/>
                    </a:lnTo>
                    <a:lnTo>
                      <a:pt x="126683" y="349254"/>
                    </a:lnTo>
                    <a:lnTo>
                      <a:pt x="45032" y="261727"/>
                    </a:lnTo>
                    <a:lnTo>
                      <a:pt x="88466" y="221208"/>
                    </a:lnTo>
                    <a:lnTo>
                      <a:pt x="0" y="12637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2" name="Контур"/>
              <p:cNvSpPr/>
              <p:nvPr/>
            </p:nvSpPr>
            <p:spPr>
              <a:xfrm>
                <a:off x="1588622" y="2586274"/>
                <a:ext cx="148231" cy="132538"/>
              </a:xfrm>
              <a:custGeom>
                <a:avLst/>
                <a:gdLst/>
                <a:ahLst/>
                <a:cxnLst/>
                <a:rect l="l" t="t" r="r" b="b"/>
                <a:pathLst>
                  <a:path w="148231" h="132538">
                    <a:moveTo>
                      <a:pt x="66402" y="102019"/>
                    </a:moveTo>
                    <a:lnTo>
                      <a:pt x="48213" y="120694"/>
                    </a:lnTo>
                    <a:lnTo>
                      <a:pt x="36675" y="132538"/>
                    </a:lnTo>
                    <a:lnTo>
                      <a:pt x="0" y="95260"/>
                    </a:lnTo>
                    <a:lnTo>
                      <a:pt x="74871" y="3811"/>
                    </a:lnTo>
                    <a:lnTo>
                      <a:pt x="79630" y="0"/>
                    </a:lnTo>
                    <a:lnTo>
                      <a:pt x="148231" y="72004"/>
                    </a:lnTo>
                    <a:lnTo>
                      <a:pt x="94330" y="125931"/>
                    </a:lnTo>
                    <a:lnTo>
                      <a:pt x="66402" y="1020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3" name="Контур"/>
              <p:cNvSpPr/>
              <p:nvPr/>
            </p:nvSpPr>
            <p:spPr>
              <a:xfrm>
                <a:off x="1307579" y="2328473"/>
                <a:ext cx="355914" cy="353061"/>
              </a:xfrm>
              <a:custGeom>
                <a:avLst/>
                <a:gdLst/>
                <a:ahLst/>
                <a:cxnLst/>
                <a:rect l="l" t="t" r="r" b="b"/>
                <a:pathLst>
                  <a:path w="355914" h="353061">
                    <a:moveTo>
                      <a:pt x="355914" y="261612"/>
                    </a:moveTo>
                    <a:lnTo>
                      <a:pt x="281043" y="353061"/>
                    </a:lnTo>
                    <a:lnTo>
                      <a:pt x="262620" y="334341"/>
                    </a:lnTo>
                    <a:lnTo>
                      <a:pt x="0" y="67401"/>
                    </a:lnTo>
                    <a:lnTo>
                      <a:pt x="91413" y="0"/>
                    </a:lnTo>
                    <a:lnTo>
                      <a:pt x="355914" y="2616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4" name="Контур"/>
              <p:cNvSpPr/>
              <p:nvPr/>
            </p:nvSpPr>
            <p:spPr>
              <a:xfrm>
                <a:off x="2406438" y="2379098"/>
                <a:ext cx="305636" cy="312209"/>
              </a:xfrm>
              <a:custGeom>
                <a:avLst/>
                <a:gdLst/>
                <a:ahLst/>
                <a:cxnLst/>
                <a:rect l="l" t="t" r="r" b="b"/>
                <a:pathLst>
                  <a:path w="305636" h="312209">
                    <a:moveTo>
                      <a:pt x="305636" y="185832"/>
                    </a:moveTo>
                    <a:lnTo>
                      <a:pt x="176136" y="312209"/>
                    </a:lnTo>
                    <a:lnTo>
                      <a:pt x="0" y="123399"/>
                    </a:lnTo>
                    <a:lnTo>
                      <a:pt x="132277" y="0"/>
                    </a:lnTo>
                    <a:lnTo>
                      <a:pt x="305636" y="1858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5" name="Контур"/>
              <p:cNvSpPr/>
              <p:nvPr/>
            </p:nvSpPr>
            <p:spPr>
              <a:xfrm>
                <a:off x="899114" y="2140490"/>
                <a:ext cx="302709" cy="302883"/>
              </a:xfrm>
              <a:custGeom>
                <a:avLst/>
                <a:gdLst/>
                <a:ahLst/>
                <a:cxnLst/>
                <a:rect l="l" t="t" r="r" b="b"/>
                <a:pathLst>
                  <a:path w="302709" h="302883">
                    <a:moveTo>
                      <a:pt x="57566" y="83761"/>
                    </a:moveTo>
                    <a:lnTo>
                      <a:pt x="148579" y="0"/>
                    </a:lnTo>
                    <a:lnTo>
                      <a:pt x="302709" y="166263"/>
                    </a:lnTo>
                    <a:lnTo>
                      <a:pt x="155335" y="302883"/>
                    </a:lnTo>
                    <a:lnTo>
                      <a:pt x="69191" y="211763"/>
                    </a:lnTo>
                    <a:lnTo>
                      <a:pt x="0" y="137126"/>
                    </a:lnTo>
                    <a:lnTo>
                      <a:pt x="57566" y="8376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6" name="Контур"/>
              <p:cNvSpPr/>
              <p:nvPr/>
            </p:nvSpPr>
            <p:spPr>
              <a:xfrm>
                <a:off x="1279157" y="2275670"/>
                <a:ext cx="133110" cy="120204"/>
              </a:xfrm>
              <a:custGeom>
                <a:avLst/>
                <a:gdLst/>
                <a:ahLst/>
                <a:cxnLst/>
                <a:rect l="l" t="t" r="r" b="b"/>
                <a:pathLst>
                  <a:path w="133110" h="120204">
                    <a:moveTo>
                      <a:pt x="119835" y="52803"/>
                    </a:moveTo>
                    <a:lnTo>
                      <a:pt x="28422" y="120204"/>
                    </a:lnTo>
                    <a:lnTo>
                      <a:pt x="20898" y="112554"/>
                    </a:lnTo>
                    <a:lnTo>
                      <a:pt x="16272" y="107856"/>
                    </a:lnTo>
                    <a:lnTo>
                      <a:pt x="0" y="91314"/>
                    </a:lnTo>
                    <a:lnTo>
                      <a:pt x="89136" y="0"/>
                    </a:lnTo>
                    <a:lnTo>
                      <a:pt x="133110" y="42930"/>
                    </a:lnTo>
                    <a:lnTo>
                      <a:pt x="119835" y="528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7" name="Контур"/>
              <p:cNvSpPr/>
              <p:nvPr/>
            </p:nvSpPr>
            <p:spPr>
              <a:xfrm>
                <a:off x="1533390" y="2086819"/>
                <a:ext cx="171033" cy="170722"/>
              </a:xfrm>
              <a:custGeom>
                <a:avLst/>
                <a:gdLst/>
                <a:ahLst/>
                <a:cxnLst/>
                <a:rect l="l" t="t" r="r" b="b"/>
                <a:pathLst>
                  <a:path w="171033" h="170722">
                    <a:moveTo>
                      <a:pt x="0" y="93304"/>
                    </a:moveTo>
                    <a:lnTo>
                      <a:pt x="94990" y="0"/>
                    </a:lnTo>
                    <a:lnTo>
                      <a:pt x="171033" y="77419"/>
                    </a:lnTo>
                    <a:lnTo>
                      <a:pt x="76045" y="170722"/>
                    </a:lnTo>
                    <a:lnTo>
                      <a:pt x="0" y="933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8" name="Контур"/>
              <p:cNvSpPr/>
              <p:nvPr/>
            </p:nvSpPr>
            <p:spPr>
              <a:xfrm>
                <a:off x="2562072" y="1903123"/>
                <a:ext cx="171492" cy="166061"/>
              </a:xfrm>
              <a:custGeom>
                <a:avLst/>
                <a:gdLst/>
                <a:ahLst/>
                <a:cxnLst/>
                <a:rect l="l" t="t" r="r" b="b"/>
                <a:pathLst>
                  <a:path w="171492" h="166061">
                    <a:moveTo>
                      <a:pt x="0" y="117375"/>
                    </a:moveTo>
                    <a:lnTo>
                      <a:pt x="126215" y="0"/>
                    </a:lnTo>
                    <a:lnTo>
                      <a:pt x="171492" y="48688"/>
                    </a:lnTo>
                    <a:lnTo>
                      <a:pt x="45277" y="166061"/>
                    </a:lnTo>
                    <a:lnTo>
                      <a:pt x="0" y="1173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9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0" name="Контур"/>
              <p:cNvSpPr/>
              <p:nvPr/>
            </p:nvSpPr>
            <p:spPr>
              <a:xfrm>
                <a:off x="2330259" y="1584000"/>
                <a:ext cx="363390" cy="324984"/>
              </a:xfrm>
              <a:custGeom>
                <a:avLst/>
                <a:gdLst/>
                <a:ahLst/>
                <a:cxnLst/>
                <a:rect l="l" t="t" r="r" b="b"/>
                <a:pathLst>
                  <a:path w="363390" h="324984">
                    <a:moveTo>
                      <a:pt x="0" y="98481"/>
                    </a:moveTo>
                    <a:lnTo>
                      <a:pt x="103867" y="0"/>
                    </a:lnTo>
                    <a:lnTo>
                      <a:pt x="188873" y="0"/>
                    </a:lnTo>
                    <a:lnTo>
                      <a:pt x="363390" y="184061"/>
                    </a:lnTo>
                    <a:lnTo>
                      <a:pt x="214758" y="3249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1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2" name="Контур"/>
              <p:cNvSpPr/>
              <p:nvPr/>
            </p:nvSpPr>
            <p:spPr>
              <a:xfrm>
                <a:off x="3138476" y="3745315"/>
                <a:ext cx="36489" cy="36552"/>
              </a:xfrm>
              <a:custGeom>
                <a:avLst/>
                <a:gdLst/>
                <a:ahLst/>
                <a:cxnLst/>
                <a:rect l="l" t="t" r="r" b="b"/>
                <a:pathLst>
                  <a:path w="36489" h="36552">
                    <a:moveTo>
                      <a:pt x="19373" y="36552"/>
                    </a:moveTo>
                    <a:lnTo>
                      <a:pt x="0" y="16723"/>
                    </a:lnTo>
                    <a:lnTo>
                      <a:pt x="17117" y="0"/>
                    </a:lnTo>
                    <a:lnTo>
                      <a:pt x="36489" y="19830"/>
                    </a:lnTo>
                    <a:lnTo>
                      <a:pt x="19373" y="365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3" name="Контур"/>
              <p:cNvSpPr/>
              <p:nvPr/>
            </p:nvSpPr>
            <p:spPr>
              <a:xfrm>
                <a:off x="3208194" y="2752598"/>
                <a:ext cx="691709" cy="735516"/>
              </a:xfrm>
              <a:custGeom>
                <a:avLst/>
                <a:gdLst/>
                <a:ahLst/>
                <a:cxnLst/>
                <a:rect l="l" t="t" r="r" b="b"/>
                <a:pathLst>
                  <a:path w="691709" h="735516">
                    <a:moveTo>
                      <a:pt x="623993" y="591552"/>
                    </a:moveTo>
                    <a:lnTo>
                      <a:pt x="615083" y="600435"/>
                    </a:lnTo>
                    <a:lnTo>
                      <a:pt x="691709" y="680967"/>
                    </a:lnTo>
                    <a:lnTo>
                      <a:pt x="640022" y="730611"/>
                    </a:lnTo>
                    <a:lnTo>
                      <a:pt x="634919" y="735516"/>
                    </a:lnTo>
                    <a:lnTo>
                      <a:pt x="610934" y="709956"/>
                    </a:lnTo>
                    <a:lnTo>
                      <a:pt x="589721" y="686630"/>
                    </a:lnTo>
                    <a:lnTo>
                      <a:pt x="563260" y="711834"/>
                    </a:lnTo>
                    <a:lnTo>
                      <a:pt x="156424" y="279762"/>
                    </a:lnTo>
                    <a:lnTo>
                      <a:pt x="126747" y="249212"/>
                    </a:lnTo>
                    <a:lnTo>
                      <a:pt x="0" y="120268"/>
                    </a:lnTo>
                    <a:lnTo>
                      <a:pt x="66812" y="0"/>
                    </a:lnTo>
                    <a:lnTo>
                      <a:pt x="623993" y="5915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4" name="Контур"/>
              <p:cNvSpPr/>
              <p:nvPr/>
            </p:nvSpPr>
            <p:spPr>
              <a:xfrm>
                <a:off x="3003557" y="3508571"/>
                <a:ext cx="385011" cy="353223"/>
              </a:xfrm>
              <a:custGeom>
                <a:avLst/>
                <a:gdLst/>
                <a:ahLst/>
                <a:cxnLst/>
                <a:rect l="l" t="t" r="r" b="b"/>
                <a:pathLst>
                  <a:path w="385011" h="353223">
                    <a:moveTo>
                      <a:pt x="0" y="128853"/>
                    </a:moveTo>
                    <a:lnTo>
                      <a:pt x="130257" y="0"/>
                    </a:lnTo>
                    <a:lnTo>
                      <a:pt x="385011" y="257553"/>
                    </a:lnTo>
                    <a:lnTo>
                      <a:pt x="288288" y="353223"/>
                    </a:lnTo>
                    <a:lnTo>
                      <a:pt x="208656" y="272709"/>
                    </a:lnTo>
                    <a:lnTo>
                      <a:pt x="234945" y="246717"/>
                    </a:lnTo>
                    <a:lnTo>
                      <a:pt x="144944" y="155696"/>
                    </a:lnTo>
                    <a:lnTo>
                      <a:pt x="82216" y="217721"/>
                    </a:lnTo>
                    <a:lnTo>
                      <a:pt x="68580" y="203515"/>
                    </a:lnTo>
                    <a:lnTo>
                      <a:pt x="58809" y="212623"/>
                    </a:lnTo>
                    <a:lnTo>
                      <a:pt x="22226" y="175605"/>
                    </a:lnTo>
                    <a:lnTo>
                      <a:pt x="34353" y="163620"/>
                    </a:lnTo>
                    <a:lnTo>
                      <a:pt x="0" y="1288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5" name="Контур"/>
              <p:cNvSpPr/>
              <p:nvPr/>
            </p:nvSpPr>
            <p:spPr>
              <a:xfrm>
                <a:off x="3259814" y="3382679"/>
                <a:ext cx="116649" cy="111402"/>
              </a:xfrm>
              <a:custGeom>
                <a:avLst/>
                <a:gdLst/>
                <a:ahLst/>
                <a:cxnLst/>
                <a:rect l="l" t="t" r="r" b="b"/>
                <a:pathLst>
                  <a:path w="116649" h="111402">
                    <a:moveTo>
                      <a:pt x="0" y="69354"/>
                    </a:moveTo>
                    <a:lnTo>
                      <a:pt x="80352" y="0"/>
                    </a:lnTo>
                    <a:lnTo>
                      <a:pt x="116649" y="42048"/>
                    </a:lnTo>
                    <a:lnTo>
                      <a:pt x="69633" y="82629"/>
                    </a:lnTo>
                    <a:lnTo>
                      <a:pt x="36297" y="111402"/>
                    </a:lnTo>
                    <a:lnTo>
                      <a:pt x="0" y="693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6" name="Контур"/>
              <p:cNvSpPr/>
              <p:nvPr/>
            </p:nvSpPr>
            <p:spPr>
              <a:xfrm>
                <a:off x="3038525" y="3712086"/>
                <a:ext cx="64321" cy="64259"/>
              </a:xfrm>
              <a:custGeom>
                <a:avLst/>
                <a:gdLst/>
                <a:ahLst/>
                <a:cxnLst/>
                <a:rect l="l" t="t" r="r" b="b"/>
                <a:pathLst>
                  <a:path w="64321" h="64259">
                    <a:moveTo>
                      <a:pt x="33612" y="0"/>
                    </a:moveTo>
                    <a:lnTo>
                      <a:pt x="47248" y="14206"/>
                    </a:lnTo>
                    <a:lnTo>
                      <a:pt x="64321" y="32418"/>
                    </a:lnTo>
                    <a:lnTo>
                      <a:pt x="30709" y="64259"/>
                    </a:lnTo>
                    <a:lnTo>
                      <a:pt x="0" y="31841"/>
                    </a:lnTo>
                    <a:lnTo>
                      <a:pt x="23841" y="9108"/>
                    </a:lnTo>
                    <a:lnTo>
                      <a:pt x="3361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7" name="Контур"/>
              <p:cNvSpPr/>
              <p:nvPr/>
            </p:nvSpPr>
            <p:spPr>
              <a:xfrm>
                <a:off x="3329447" y="3424727"/>
                <a:ext cx="87264" cy="75726"/>
              </a:xfrm>
              <a:custGeom>
                <a:avLst/>
                <a:gdLst/>
                <a:ahLst/>
                <a:cxnLst/>
                <a:rect l="l" t="t" r="r" b="b"/>
                <a:pathLst>
                  <a:path w="87264" h="75726">
                    <a:moveTo>
                      <a:pt x="47016" y="0"/>
                    </a:moveTo>
                    <a:lnTo>
                      <a:pt x="87264" y="46629"/>
                    </a:lnTo>
                    <a:lnTo>
                      <a:pt x="53550" y="75726"/>
                    </a:lnTo>
                    <a:lnTo>
                      <a:pt x="36414" y="55872"/>
                    </a:lnTo>
                    <a:lnTo>
                      <a:pt x="23103" y="67356"/>
                    </a:lnTo>
                    <a:lnTo>
                      <a:pt x="0" y="40581"/>
                    </a:lnTo>
                    <a:lnTo>
                      <a:pt x="4701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8" name="Контур"/>
              <p:cNvSpPr/>
              <p:nvPr/>
            </p:nvSpPr>
            <p:spPr>
              <a:xfrm>
                <a:off x="3148151" y="3253313"/>
                <a:ext cx="192015" cy="198720"/>
              </a:xfrm>
              <a:custGeom>
                <a:avLst/>
                <a:gdLst/>
                <a:ahLst/>
                <a:cxnLst/>
                <a:rect l="l" t="t" r="r" b="b"/>
                <a:pathLst>
                  <a:path w="192015" h="198720">
                    <a:moveTo>
                      <a:pt x="111663" y="198720"/>
                    </a:moveTo>
                    <a:lnTo>
                      <a:pt x="0" y="69354"/>
                    </a:lnTo>
                    <a:lnTo>
                      <a:pt x="80352" y="0"/>
                    </a:lnTo>
                    <a:lnTo>
                      <a:pt x="192015" y="129366"/>
                    </a:lnTo>
                    <a:lnTo>
                      <a:pt x="111663" y="1987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9" name="Контур"/>
              <p:cNvSpPr/>
              <p:nvPr/>
            </p:nvSpPr>
            <p:spPr>
              <a:xfrm>
                <a:off x="3065853" y="3085280"/>
                <a:ext cx="176485" cy="186150"/>
              </a:xfrm>
              <a:custGeom>
                <a:avLst/>
                <a:gdLst/>
                <a:ahLst/>
                <a:cxnLst/>
                <a:rect l="l" t="t" r="r" b="b"/>
                <a:pathLst>
                  <a:path w="176485" h="186150">
                    <a:moveTo>
                      <a:pt x="42804" y="1053"/>
                    </a:moveTo>
                    <a:lnTo>
                      <a:pt x="43076" y="0"/>
                    </a:lnTo>
                    <a:lnTo>
                      <a:pt x="91314" y="12473"/>
                    </a:lnTo>
                    <a:lnTo>
                      <a:pt x="176485" y="34483"/>
                    </a:lnTo>
                    <a:lnTo>
                      <a:pt x="153072" y="125064"/>
                    </a:lnTo>
                    <a:lnTo>
                      <a:pt x="116621" y="115641"/>
                    </a:lnTo>
                    <a:lnTo>
                      <a:pt x="107002" y="152856"/>
                    </a:lnTo>
                    <a:lnTo>
                      <a:pt x="85483" y="147294"/>
                    </a:lnTo>
                    <a:lnTo>
                      <a:pt x="75440" y="186150"/>
                    </a:lnTo>
                    <a:lnTo>
                      <a:pt x="0" y="166651"/>
                    </a:lnTo>
                    <a:lnTo>
                      <a:pt x="42804" y="10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0" name="Контур"/>
              <p:cNvSpPr/>
              <p:nvPr/>
            </p:nvSpPr>
            <p:spPr>
              <a:xfrm>
                <a:off x="3264845" y="2618525"/>
                <a:ext cx="698238" cy="725625"/>
              </a:xfrm>
              <a:custGeom>
                <a:avLst/>
                <a:gdLst/>
                <a:ahLst/>
                <a:cxnLst/>
                <a:rect l="l" t="t" r="r" b="b"/>
                <a:pathLst>
                  <a:path w="698238" h="725625">
                    <a:moveTo>
                      <a:pt x="10161" y="134073"/>
                    </a:moveTo>
                    <a:lnTo>
                      <a:pt x="0" y="123291"/>
                    </a:lnTo>
                    <a:lnTo>
                      <a:pt x="130896" y="0"/>
                    </a:lnTo>
                    <a:lnTo>
                      <a:pt x="698238" y="602334"/>
                    </a:lnTo>
                    <a:lnTo>
                      <a:pt x="567342" y="725625"/>
                    </a:lnTo>
                    <a:lnTo>
                      <a:pt x="10161" y="13407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1" name="Контур"/>
              <p:cNvSpPr/>
              <p:nvPr/>
            </p:nvSpPr>
            <p:spPr>
              <a:xfrm>
                <a:off x="3157167" y="3062145"/>
                <a:ext cx="94530" cy="57618"/>
              </a:xfrm>
              <a:custGeom>
                <a:avLst/>
                <a:gdLst/>
                <a:ahLst/>
                <a:cxnLst/>
                <a:rect l="l" t="t" r="r" b="b"/>
                <a:pathLst>
                  <a:path w="94530" h="57618">
                    <a:moveTo>
                      <a:pt x="0" y="35608"/>
                    </a:moveTo>
                    <a:lnTo>
                      <a:pt x="9208" y="0"/>
                    </a:lnTo>
                    <a:lnTo>
                      <a:pt x="94530" y="22271"/>
                    </a:lnTo>
                    <a:lnTo>
                      <a:pt x="85171" y="57618"/>
                    </a:lnTo>
                    <a:lnTo>
                      <a:pt x="0" y="3560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2" name="Контур"/>
              <p:cNvSpPr/>
              <p:nvPr/>
            </p:nvSpPr>
            <p:spPr>
              <a:xfrm>
                <a:off x="3308592" y="3001810"/>
                <a:ext cx="56026" cy="56146"/>
              </a:xfrm>
              <a:custGeom>
                <a:avLst/>
                <a:gdLst/>
                <a:ahLst/>
                <a:cxnLst/>
                <a:rect l="l" t="t" r="r" b="b"/>
                <a:pathLst>
                  <a:path w="56026" h="56146">
                    <a:moveTo>
                      <a:pt x="26349" y="0"/>
                    </a:moveTo>
                    <a:lnTo>
                      <a:pt x="56026" y="30550"/>
                    </a:lnTo>
                    <a:lnTo>
                      <a:pt x="29676" y="56146"/>
                    </a:lnTo>
                    <a:lnTo>
                      <a:pt x="0" y="25597"/>
                    </a:lnTo>
                    <a:lnTo>
                      <a:pt x="2634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3" name="Контур"/>
              <p:cNvSpPr/>
              <p:nvPr/>
            </p:nvSpPr>
            <p:spPr>
              <a:xfrm>
                <a:off x="2709257" y="2869673"/>
                <a:ext cx="106711" cy="111772"/>
              </a:xfrm>
              <a:custGeom>
                <a:avLst/>
                <a:gdLst/>
                <a:ahLst/>
                <a:cxnLst/>
                <a:rect l="l" t="t" r="r" b="b"/>
                <a:pathLst>
                  <a:path w="106711" h="111772">
                    <a:moveTo>
                      <a:pt x="0" y="44511"/>
                    </a:moveTo>
                    <a:lnTo>
                      <a:pt x="47715" y="0"/>
                    </a:lnTo>
                    <a:lnTo>
                      <a:pt x="106711" y="69413"/>
                    </a:lnTo>
                    <a:lnTo>
                      <a:pt x="61121" y="111772"/>
                    </a:lnTo>
                    <a:lnTo>
                      <a:pt x="0" y="445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4" name="Контур"/>
              <p:cNvSpPr/>
              <p:nvPr/>
            </p:nvSpPr>
            <p:spPr>
              <a:xfrm>
                <a:off x="2765370" y="2108609"/>
                <a:ext cx="477110" cy="438135"/>
              </a:xfrm>
              <a:custGeom>
                <a:avLst/>
                <a:gdLst/>
                <a:ahLst/>
                <a:cxnLst/>
                <a:rect l="l" t="t" r="r" b="b"/>
                <a:pathLst>
                  <a:path w="477110" h="438135">
                    <a:moveTo>
                      <a:pt x="359906" y="204523"/>
                    </a:moveTo>
                    <a:lnTo>
                      <a:pt x="404613" y="162828"/>
                    </a:lnTo>
                    <a:lnTo>
                      <a:pt x="477110" y="240541"/>
                    </a:lnTo>
                    <a:lnTo>
                      <a:pt x="265095" y="438135"/>
                    </a:lnTo>
                    <a:lnTo>
                      <a:pt x="0" y="156191"/>
                    </a:lnTo>
                    <a:lnTo>
                      <a:pt x="170151" y="0"/>
                    </a:lnTo>
                    <a:lnTo>
                      <a:pt x="359906" y="20452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5" name="Контур"/>
              <p:cNvSpPr/>
              <p:nvPr/>
            </p:nvSpPr>
            <p:spPr>
              <a:xfrm>
                <a:off x="2863529" y="1947228"/>
                <a:ext cx="343148" cy="365904"/>
              </a:xfrm>
              <a:custGeom>
                <a:avLst/>
                <a:gdLst/>
                <a:ahLst/>
                <a:cxnLst/>
                <a:rect l="l" t="t" r="r" b="b"/>
                <a:pathLst>
                  <a:path w="343148" h="365904">
                    <a:moveTo>
                      <a:pt x="306454" y="324209"/>
                    </a:moveTo>
                    <a:lnTo>
                      <a:pt x="261747" y="365904"/>
                    </a:lnTo>
                    <a:lnTo>
                      <a:pt x="71992" y="161381"/>
                    </a:lnTo>
                    <a:lnTo>
                      <a:pt x="0" y="75920"/>
                    </a:lnTo>
                    <a:lnTo>
                      <a:pt x="75822" y="0"/>
                    </a:lnTo>
                    <a:lnTo>
                      <a:pt x="343148" y="286328"/>
                    </a:lnTo>
                    <a:lnTo>
                      <a:pt x="306454" y="3242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6" name="Контур"/>
              <p:cNvSpPr/>
              <p:nvPr/>
            </p:nvSpPr>
            <p:spPr>
              <a:xfrm>
                <a:off x="3234976" y="1786617"/>
                <a:ext cx="64159" cy="62641"/>
              </a:xfrm>
              <a:custGeom>
                <a:avLst/>
                <a:gdLst/>
                <a:ahLst/>
                <a:cxnLst/>
                <a:rect l="l" t="t" r="r" b="b"/>
                <a:pathLst>
                  <a:path w="64159" h="62641">
                    <a:moveTo>
                      <a:pt x="0" y="38643"/>
                    </a:moveTo>
                    <a:lnTo>
                      <a:pt x="42167" y="0"/>
                    </a:lnTo>
                    <a:lnTo>
                      <a:pt x="64159" y="23998"/>
                    </a:lnTo>
                    <a:lnTo>
                      <a:pt x="21992" y="62641"/>
                    </a:lnTo>
                    <a:lnTo>
                      <a:pt x="0" y="386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7" name="Контур"/>
              <p:cNvSpPr/>
              <p:nvPr/>
            </p:nvSpPr>
            <p:spPr>
              <a:xfrm>
                <a:off x="534252" y="1684207"/>
                <a:ext cx="235079" cy="241899"/>
              </a:xfrm>
              <a:custGeom>
                <a:avLst/>
                <a:gdLst/>
                <a:ahLst/>
                <a:cxnLst/>
                <a:rect l="l" t="t" r="r" b="b"/>
                <a:pathLst>
                  <a:path w="235079" h="241899">
                    <a:moveTo>
                      <a:pt x="94797" y="186622"/>
                    </a:moveTo>
                    <a:lnTo>
                      <a:pt x="0" y="83857"/>
                    </a:lnTo>
                    <a:lnTo>
                      <a:pt x="90458" y="0"/>
                    </a:lnTo>
                    <a:lnTo>
                      <a:pt x="235079" y="156007"/>
                    </a:lnTo>
                    <a:lnTo>
                      <a:pt x="146041" y="241899"/>
                    </a:lnTo>
                    <a:lnTo>
                      <a:pt x="94797" y="1866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8" name="Контур"/>
              <p:cNvSpPr/>
              <p:nvPr/>
            </p:nvSpPr>
            <p:spPr>
              <a:xfrm>
                <a:off x="385662" y="2289277"/>
                <a:ext cx="179552" cy="180619"/>
              </a:xfrm>
              <a:custGeom>
                <a:avLst/>
                <a:gdLst/>
                <a:ahLst/>
                <a:cxnLst/>
                <a:rect l="l" t="t" r="r" b="b"/>
                <a:pathLst>
                  <a:path w="179552" h="180619">
                    <a:moveTo>
                      <a:pt x="179552" y="95548"/>
                    </a:moveTo>
                    <a:lnTo>
                      <a:pt x="89254" y="180619"/>
                    </a:lnTo>
                    <a:lnTo>
                      <a:pt x="0" y="84338"/>
                    </a:lnTo>
                    <a:lnTo>
                      <a:pt x="90978" y="0"/>
                    </a:lnTo>
                    <a:lnTo>
                      <a:pt x="179552" y="9554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9" name="Контур"/>
              <p:cNvSpPr/>
              <p:nvPr/>
            </p:nvSpPr>
            <p:spPr>
              <a:xfrm>
                <a:off x="826731" y="1998770"/>
                <a:ext cx="220962" cy="225481"/>
              </a:xfrm>
              <a:custGeom>
                <a:avLst/>
                <a:gdLst/>
                <a:ahLst/>
                <a:cxnLst/>
                <a:rect l="l" t="t" r="r" b="b"/>
                <a:pathLst>
                  <a:path w="220962" h="225481">
                    <a:moveTo>
                      <a:pt x="0" y="85303"/>
                    </a:moveTo>
                    <a:lnTo>
                      <a:pt x="89585" y="0"/>
                    </a:lnTo>
                    <a:lnTo>
                      <a:pt x="220962" y="141720"/>
                    </a:lnTo>
                    <a:lnTo>
                      <a:pt x="129949" y="225481"/>
                    </a:lnTo>
                    <a:lnTo>
                      <a:pt x="0" y="853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0" name="Контур"/>
              <p:cNvSpPr/>
              <p:nvPr/>
            </p:nvSpPr>
            <p:spPr>
              <a:xfrm>
                <a:off x="252000" y="1768064"/>
                <a:ext cx="377049" cy="347049"/>
              </a:xfrm>
              <a:custGeom>
                <a:avLst/>
                <a:gdLst/>
                <a:ahLst/>
                <a:cxnLst/>
                <a:rect l="l" t="t" r="r" b="b"/>
                <a:pathLst>
                  <a:path w="377049" h="347049">
                    <a:moveTo>
                      <a:pt x="0" y="261653"/>
                    </a:moveTo>
                    <a:lnTo>
                      <a:pt x="282252" y="0"/>
                    </a:lnTo>
                    <a:lnTo>
                      <a:pt x="377049" y="102765"/>
                    </a:lnTo>
                    <a:lnTo>
                      <a:pt x="162093" y="302034"/>
                    </a:lnTo>
                    <a:lnTo>
                      <a:pt x="109619" y="245430"/>
                    </a:lnTo>
                    <a:lnTo>
                      <a:pt x="0" y="3470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1" name="Контур"/>
              <p:cNvSpPr/>
              <p:nvPr/>
            </p:nvSpPr>
            <p:spPr>
              <a:xfrm>
                <a:off x="680293" y="1840214"/>
                <a:ext cx="236023" cy="243859"/>
              </a:xfrm>
              <a:custGeom>
                <a:avLst/>
                <a:gdLst/>
                <a:ahLst/>
                <a:cxnLst/>
                <a:rect l="l" t="t" r="r" b="b"/>
                <a:pathLst>
                  <a:path w="236023" h="243859">
                    <a:moveTo>
                      <a:pt x="236023" y="158556"/>
                    </a:moveTo>
                    <a:lnTo>
                      <a:pt x="146438" y="243859"/>
                    </a:lnTo>
                    <a:lnTo>
                      <a:pt x="0" y="85892"/>
                    </a:lnTo>
                    <a:lnTo>
                      <a:pt x="89038" y="0"/>
                    </a:lnTo>
                    <a:lnTo>
                      <a:pt x="236023" y="1585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2" name="Контур"/>
              <p:cNvSpPr/>
              <p:nvPr/>
            </p:nvSpPr>
            <p:spPr>
              <a:xfrm>
                <a:off x="852010" y="2352253"/>
                <a:ext cx="202439" cy="198654"/>
              </a:xfrm>
              <a:custGeom>
                <a:avLst/>
                <a:gdLst/>
                <a:ahLst/>
                <a:cxnLst/>
                <a:rect l="l" t="t" r="r" b="b"/>
                <a:pathLst>
                  <a:path w="202439" h="198654">
                    <a:moveTo>
                      <a:pt x="86438" y="198654"/>
                    </a:moveTo>
                    <a:lnTo>
                      <a:pt x="0" y="107807"/>
                    </a:lnTo>
                    <a:lnTo>
                      <a:pt x="116295" y="0"/>
                    </a:lnTo>
                    <a:lnTo>
                      <a:pt x="202439" y="91120"/>
                    </a:lnTo>
                    <a:lnTo>
                      <a:pt x="86438" y="1986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3" name="Контур"/>
              <p:cNvSpPr/>
              <p:nvPr/>
            </p:nvSpPr>
            <p:spPr>
              <a:xfrm>
                <a:off x="474916" y="2384825"/>
                <a:ext cx="260360" cy="265785"/>
              </a:xfrm>
              <a:custGeom>
                <a:avLst/>
                <a:gdLst/>
                <a:ahLst/>
                <a:cxnLst/>
                <a:rect l="l" t="t" r="r" b="b"/>
                <a:pathLst>
                  <a:path w="260360" h="265785">
                    <a:moveTo>
                      <a:pt x="260360" y="183450"/>
                    </a:moveTo>
                    <a:lnTo>
                      <a:pt x="167526" y="265785"/>
                    </a:lnTo>
                    <a:lnTo>
                      <a:pt x="0" y="85071"/>
                    </a:lnTo>
                    <a:lnTo>
                      <a:pt x="90298" y="0"/>
                    </a:lnTo>
                    <a:lnTo>
                      <a:pt x="260360" y="18345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4" name="Контур"/>
              <p:cNvSpPr/>
              <p:nvPr/>
            </p:nvSpPr>
            <p:spPr>
              <a:xfrm>
                <a:off x="642442" y="2460060"/>
                <a:ext cx="296006" cy="284507"/>
              </a:xfrm>
              <a:custGeom>
                <a:avLst/>
                <a:gdLst/>
                <a:ahLst/>
                <a:cxnLst/>
                <a:rect l="l" t="t" r="r" b="b"/>
                <a:pathLst>
                  <a:path w="296006" h="284507">
                    <a:moveTo>
                      <a:pt x="209568" y="0"/>
                    </a:moveTo>
                    <a:lnTo>
                      <a:pt x="296006" y="90847"/>
                    </a:lnTo>
                    <a:lnTo>
                      <a:pt x="87101" y="284507"/>
                    </a:lnTo>
                    <a:lnTo>
                      <a:pt x="0" y="190550"/>
                    </a:lnTo>
                    <a:lnTo>
                      <a:pt x="92834" y="108215"/>
                    </a:lnTo>
                    <a:lnTo>
                      <a:pt x="20956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5" name="Контур"/>
              <p:cNvSpPr/>
              <p:nvPr/>
            </p:nvSpPr>
            <p:spPr>
              <a:xfrm>
                <a:off x="1489802" y="5990285"/>
                <a:ext cx="153180" cy="143172"/>
              </a:xfrm>
              <a:custGeom>
                <a:avLst/>
                <a:gdLst/>
                <a:ahLst/>
                <a:cxnLst/>
                <a:rect l="l" t="t" r="r" b="b"/>
                <a:pathLst>
                  <a:path w="153180" h="143172">
                    <a:moveTo>
                      <a:pt x="0" y="94446"/>
                    </a:moveTo>
                    <a:lnTo>
                      <a:pt x="112140" y="0"/>
                    </a:lnTo>
                    <a:lnTo>
                      <a:pt x="153180" y="48726"/>
                    </a:lnTo>
                    <a:lnTo>
                      <a:pt x="41040" y="143172"/>
                    </a:lnTo>
                    <a:lnTo>
                      <a:pt x="0" y="944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6" name="Контур"/>
              <p:cNvSpPr/>
              <p:nvPr/>
            </p:nvSpPr>
            <p:spPr>
              <a:xfrm>
                <a:off x="1946003" y="5323205"/>
                <a:ext cx="798372" cy="739026"/>
              </a:xfrm>
              <a:custGeom>
                <a:avLst/>
                <a:gdLst/>
                <a:ahLst/>
                <a:cxnLst/>
                <a:rect l="l" t="t" r="r" b="b"/>
                <a:pathLst>
                  <a:path w="798372" h="739026">
                    <a:moveTo>
                      <a:pt x="431154" y="475380"/>
                    </a:moveTo>
                    <a:lnTo>
                      <a:pt x="251173" y="633638"/>
                    </a:lnTo>
                    <a:lnTo>
                      <a:pt x="206915" y="671588"/>
                    </a:lnTo>
                    <a:lnTo>
                      <a:pt x="130950" y="739026"/>
                    </a:lnTo>
                    <a:lnTo>
                      <a:pt x="0" y="591651"/>
                    </a:lnTo>
                    <a:lnTo>
                      <a:pt x="431154" y="222588"/>
                    </a:lnTo>
                    <a:lnTo>
                      <a:pt x="669510" y="0"/>
                    </a:lnTo>
                    <a:lnTo>
                      <a:pt x="798372" y="136818"/>
                    </a:lnTo>
                    <a:lnTo>
                      <a:pt x="756441" y="176310"/>
                    </a:lnTo>
                    <a:lnTo>
                      <a:pt x="458586" y="450153"/>
                    </a:lnTo>
                    <a:lnTo>
                      <a:pt x="431154" y="47538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7" name="Контур"/>
              <p:cNvSpPr/>
              <p:nvPr/>
            </p:nvSpPr>
            <p:spPr>
              <a:xfrm>
                <a:off x="1883669" y="5914856"/>
                <a:ext cx="197397" cy="207387"/>
              </a:xfrm>
              <a:custGeom>
                <a:avLst/>
                <a:gdLst/>
                <a:ahLst/>
                <a:cxnLst/>
                <a:rect l="l" t="t" r="r" b="b"/>
                <a:pathLst>
                  <a:path w="197397" h="207387">
                    <a:moveTo>
                      <a:pt x="197397" y="152001"/>
                    </a:moveTo>
                    <a:lnTo>
                      <a:pt x="135063" y="207387"/>
                    </a:lnTo>
                    <a:lnTo>
                      <a:pt x="0" y="55386"/>
                    </a:lnTo>
                    <a:lnTo>
                      <a:pt x="62334" y="0"/>
                    </a:lnTo>
                    <a:lnTo>
                      <a:pt x="193284" y="147375"/>
                    </a:lnTo>
                    <a:lnTo>
                      <a:pt x="197397" y="1520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8" name="Контур"/>
              <p:cNvSpPr/>
              <p:nvPr/>
            </p:nvSpPr>
            <p:spPr>
              <a:xfrm>
                <a:off x="1264928" y="5727863"/>
                <a:ext cx="367401" cy="356868"/>
              </a:xfrm>
              <a:custGeom>
                <a:avLst/>
                <a:gdLst/>
                <a:ahLst/>
                <a:cxnLst/>
                <a:rect l="l" t="t" r="r" b="b"/>
                <a:pathLst>
                  <a:path w="367401" h="356868">
                    <a:moveTo>
                      <a:pt x="367401" y="235446"/>
                    </a:moveTo>
                    <a:lnTo>
                      <a:pt x="337014" y="262422"/>
                    </a:lnTo>
                    <a:lnTo>
                      <a:pt x="224874" y="356868"/>
                    </a:lnTo>
                    <a:lnTo>
                      <a:pt x="0" y="95760"/>
                    </a:lnTo>
                    <a:lnTo>
                      <a:pt x="111348" y="0"/>
                    </a:lnTo>
                    <a:lnTo>
                      <a:pt x="137187" y="30051"/>
                    </a:lnTo>
                    <a:lnTo>
                      <a:pt x="163665" y="7519"/>
                    </a:lnTo>
                    <a:lnTo>
                      <a:pt x="202371" y="52870"/>
                    </a:lnTo>
                    <a:lnTo>
                      <a:pt x="281537" y="139361"/>
                    </a:lnTo>
                    <a:lnTo>
                      <a:pt x="367401" y="2354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9" name="Контур"/>
              <p:cNvSpPr/>
              <p:nvPr/>
            </p:nvSpPr>
            <p:spPr>
              <a:xfrm>
                <a:off x="1601942" y="5951816"/>
                <a:ext cx="91805" cy="87195"/>
              </a:xfrm>
              <a:custGeom>
                <a:avLst/>
                <a:gdLst/>
                <a:ahLst/>
                <a:cxnLst/>
                <a:rect l="l" t="t" r="r" b="b"/>
                <a:pathLst>
                  <a:path w="91805" h="87195">
                    <a:moveTo>
                      <a:pt x="0" y="38469"/>
                    </a:moveTo>
                    <a:lnTo>
                      <a:pt x="30387" y="11493"/>
                    </a:lnTo>
                    <a:lnTo>
                      <a:pt x="44176" y="0"/>
                    </a:lnTo>
                    <a:lnTo>
                      <a:pt x="91805" y="49496"/>
                    </a:lnTo>
                    <a:lnTo>
                      <a:pt x="41040" y="87195"/>
                    </a:lnTo>
                    <a:lnTo>
                      <a:pt x="0" y="3846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0" name="Контур"/>
              <p:cNvSpPr/>
              <p:nvPr/>
            </p:nvSpPr>
            <p:spPr>
              <a:xfrm>
                <a:off x="1646118" y="5779428"/>
                <a:ext cx="238991" cy="221884"/>
              </a:xfrm>
              <a:custGeom>
                <a:avLst/>
                <a:gdLst/>
                <a:ahLst/>
                <a:cxnLst/>
                <a:rect l="l" t="t" r="r" b="b"/>
                <a:pathLst>
                  <a:path w="238991" h="221884">
                    <a:moveTo>
                      <a:pt x="0" y="172388"/>
                    </a:moveTo>
                    <a:lnTo>
                      <a:pt x="192260" y="0"/>
                    </a:lnTo>
                    <a:lnTo>
                      <a:pt x="238991" y="55553"/>
                    </a:lnTo>
                    <a:lnTo>
                      <a:pt x="47629" y="221884"/>
                    </a:lnTo>
                    <a:lnTo>
                      <a:pt x="0" y="1723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1" name="Контур"/>
              <p:cNvSpPr/>
              <p:nvPr/>
            </p:nvSpPr>
            <p:spPr>
              <a:xfrm>
                <a:off x="1005043" y="5844989"/>
                <a:ext cx="46311" cy="44789"/>
              </a:xfrm>
              <a:custGeom>
                <a:avLst/>
                <a:gdLst/>
                <a:ahLst/>
                <a:cxnLst/>
                <a:rect l="l" t="t" r="r" b="b"/>
                <a:pathLst>
                  <a:path w="46311" h="44789">
                    <a:moveTo>
                      <a:pt x="0" y="20835"/>
                    </a:moveTo>
                    <a:lnTo>
                      <a:pt x="29246" y="0"/>
                    </a:lnTo>
                    <a:lnTo>
                      <a:pt x="46311" y="23954"/>
                    </a:lnTo>
                    <a:lnTo>
                      <a:pt x="17065" y="44789"/>
                    </a:lnTo>
                    <a:lnTo>
                      <a:pt x="0" y="208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2" name="Контур"/>
              <p:cNvSpPr/>
              <p:nvPr/>
            </p:nvSpPr>
            <p:spPr>
              <a:xfrm>
                <a:off x="1614407" y="5382230"/>
                <a:ext cx="460333" cy="452751"/>
              </a:xfrm>
              <a:custGeom>
                <a:avLst/>
                <a:gdLst/>
                <a:ahLst/>
                <a:cxnLst/>
                <a:rect l="l" t="t" r="r" b="b"/>
                <a:pathLst>
                  <a:path w="460333" h="452751">
                    <a:moveTo>
                      <a:pt x="30159" y="167532"/>
                    </a:moveTo>
                    <a:lnTo>
                      <a:pt x="0" y="131766"/>
                    </a:lnTo>
                    <a:lnTo>
                      <a:pt x="139779" y="12624"/>
                    </a:lnTo>
                    <a:lnTo>
                      <a:pt x="208625" y="93769"/>
                    </a:lnTo>
                    <a:lnTo>
                      <a:pt x="315437" y="0"/>
                    </a:lnTo>
                    <a:lnTo>
                      <a:pt x="460333" y="165514"/>
                    </a:lnTo>
                    <a:lnTo>
                      <a:pt x="351066" y="259824"/>
                    </a:lnTo>
                    <a:lnTo>
                      <a:pt x="411471" y="328686"/>
                    </a:lnTo>
                    <a:lnTo>
                      <a:pt x="270702" y="452751"/>
                    </a:lnTo>
                    <a:lnTo>
                      <a:pt x="223971" y="397198"/>
                    </a:lnTo>
                    <a:lnTo>
                      <a:pt x="30159" y="1675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3" name="Контур"/>
              <p:cNvSpPr/>
              <p:nvPr/>
            </p:nvSpPr>
            <p:spPr>
              <a:xfrm>
                <a:off x="1901957" y="5237741"/>
                <a:ext cx="385758" cy="405603"/>
              </a:xfrm>
              <a:custGeom>
                <a:avLst/>
                <a:gdLst/>
                <a:ahLst/>
                <a:cxnLst/>
                <a:rect l="l" t="t" r="r" b="b"/>
                <a:pathLst>
                  <a:path w="385758" h="405603">
                    <a:moveTo>
                      <a:pt x="370782" y="180324"/>
                    </a:moveTo>
                    <a:lnTo>
                      <a:pt x="324099" y="221805"/>
                    </a:lnTo>
                    <a:lnTo>
                      <a:pt x="385758" y="292167"/>
                    </a:lnTo>
                    <a:lnTo>
                      <a:pt x="256320" y="405603"/>
                    </a:lnTo>
                    <a:lnTo>
                      <a:pt x="172783" y="310003"/>
                    </a:lnTo>
                    <a:lnTo>
                      <a:pt x="27887" y="144489"/>
                    </a:lnTo>
                    <a:lnTo>
                      <a:pt x="0" y="112941"/>
                    </a:lnTo>
                    <a:lnTo>
                      <a:pt x="128934" y="0"/>
                    </a:lnTo>
                    <a:lnTo>
                      <a:pt x="212618" y="97985"/>
                    </a:lnTo>
                    <a:lnTo>
                      <a:pt x="259453" y="58062"/>
                    </a:lnTo>
                    <a:lnTo>
                      <a:pt x="289413" y="90036"/>
                    </a:lnTo>
                    <a:lnTo>
                      <a:pt x="370782" y="18032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4" name="Контур"/>
              <p:cNvSpPr/>
              <p:nvPr/>
            </p:nvSpPr>
            <p:spPr>
              <a:xfrm>
                <a:off x="2073470" y="4997441"/>
                <a:ext cx="523584" cy="420624"/>
              </a:xfrm>
              <a:custGeom>
                <a:avLst/>
                <a:gdLst/>
                <a:ahLst/>
                <a:cxnLst/>
                <a:rect l="l" t="t" r="r" b="b"/>
                <a:pathLst>
                  <a:path w="523584" h="420624">
                    <a:moveTo>
                      <a:pt x="84411" y="123390"/>
                    </a:moveTo>
                    <a:lnTo>
                      <a:pt x="168084" y="216207"/>
                    </a:lnTo>
                    <a:lnTo>
                      <a:pt x="407925" y="0"/>
                    </a:lnTo>
                    <a:lnTo>
                      <a:pt x="523584" y="128322"/>
                    </a:lnTo>
                    <a:lnTo>
                      <a:pt x="199269" y="420624"/>
                    </a:lnTo>
                    <a:lnTo>
                      <a:pt x="117900" y="330336"/>
                    </a:lnTo>
                    <a:lnTo>
                      <a:pt x="87940" y="298362"/>
                    </a:lnTo>
                    <a:lnTo>
                      <a:pt x="0" y="199512"/>
                    </a:lnTo>
                    <a:lnTo>
                      <a:pt x="84411" y="1233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5" name="Контур"/>
              <p:cNvSpPr/>
              <p:nvPr/>
            </p:nvSpPr>
            <p:spPr>
              <a:xfrm>
                <a:off x="1398198" y="4211585"/>
                <a:ext cx="235307" cy="713483"/>
              </a:xfrm>
              <a:custGeom>
                <a:avLst/>
                <a:gdLst/>
                <a:ahLst/>
                <a:cxnLst/>
                <a:rect l="l" t="t" r="r" b="b"/>
                <a:pathLst>
                  <a:path w="235307" h="713483">
                    <a:moveTo>
                      <a:pt x="0" y="693575"/>
                    </a:moveTo>
                    <a:lnTo>
                      <a:pt x="123522" y="0"/>
                    </a:lnTo>
                    <a:lnTo>
                      <a:pt x="235307" y="19908"/>
                    </a:lnTo>
                    <a:lnTo>
                      <a:pt x="111786" y="713483"/>
                    </a:lnTo>
                    <a:lnTo>
                      <a:pt x="0" y="6935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6" name="Контур"/>
              <p:cNvSpPr/>
              <p:nvPr/>
            </p:nvSpPr>
            <p:spPr>
              <a:xfrm>
                <a:off x="1927211" y="4821497"/>
                <a:ext cx="103653" cy="96864"/>
              </a:xfrm>
              <a:custGeom>
                <a:avLst/>
                <a:gdLst/>
                <a:ahLst/>
                <a:cxnLst/>
                <a:rect l="l" t="t" r="r" b="b"/>
                <a:pathLst>
                  <a:path w="103653" h="96864">
                    <a:moveTo>
                      <a:pt x="0" y="72984"/>
                    </a:moveTo>
                    <a:lnTo>
                      <a:pt x="82537" y="0"/>
                    </a:lnTo>
                    <a:lnTo>
                      <a:pt x="103653" y="23879"/>
                    </a:lnTo>
                    <a:lnTo>
                      <a:pt x="21117" y="96864"/>
                    </a:lnTo>
                    <a:lnTo>
                      <a:pt x="0" y="729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7" name="Контур"/>
              <p:cNvSpPr/>
              <p:nvPr/>
            </p:nvSpPr>
            <p:spPr>
              <a:xfrm>
                <a:off x="911577" y="4703859"/>
                <a:ext cx="158183" cy="165304"/>
              </a:xfrm>
              <a:custGeom>
                <a:avLst/>
                <a:gdLst/>
                <a:ahLst/>
                <a:cxnLst/>
                <a:rect l="l" t="t" r="r" b="b"/>
                <a:pathLst>
                  <a:path w="158183" h="165304">
                    <a:moveTo>
                      <a:pt x="115307" y="0"/>
                    </a:moveTo>
                    <a:lnTo>
                      <a:pt x="158183" y="38914"/>
                    </a:lnTo>
                    <a:lnTo>
                      <a:pt x="42264" y="165304"/>
                    </a:lnTo>
                    <a:lnTo>
                      <a:pt x="0" y="126085"/>
                    </a:lnTo>
                    <a:lnTo>
                      <a:pt x="11530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8" name="Контур"/>
              <p:cNvSpPr/>
              <p:nvPr/>
            </p:nvSpPr>
            <p:spPr>
              <a:xfrm>
                <a:off x="2063894" y="4676787"/>
                <a:ext cx="146628" cy="150798"/>
              </a:xfrm>
              <a:custGeom>
                <a:avLst/>
                <a:gdLst/>
                <a:ahLst/>
                <a:cxnLst/>
                <a:rect l="l" t="t" r="r" b="b"/>
                <a:pathLst>
                  <a:path w="146628" h="150798">
                    <a:moveTo>
                      <a:pt x="4300" y="94106"/>
                    </a:moveTo>
                    <a:lnTo>
                      <a:pt x="107024" y="0"/>
                    </a:lnTo>
                    <a:lnTo>
                      <a:pt x="146628" y="41431"/>
                    </a:lnTo>
                    <a:lnTo>
                      <a:pt x="20374" y="150798"/>
                    </a:lnTo>
                    <a:lnTo>
                      <a:pt x="0" y="126686"/>
                    </a:lnTo>
                    <a:lnTo>
                      <a:pt x="17217" y="110898"/>
                    </a:lnTo>
                    <a:lnTo>
                      <a:pt x="4300" y="9410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9" name="Контур"/>
              <p:cNvSpPr/>
              <p:nvPr/>
            </p:nvSpPr>
            <p:spPr>
              <a:xfrm>
                <a:off x="1659828" y="4568680"/>
                <a:ext cx="98129" cy="100448"/>
              </a:xfrm>
              <a:custGeom>
                <a:avLst/>
                <a:gdLst/>
                <a:ahLst/>
                <a:cxnLst/>
                <a:rect l="l" t="t" r="r" b="b"/>
                <a:pathLst>
                  <a:path w="98129" h="100448">
                    <a:moveTo>
                      <a:pt x="32645" y="0"/>
                    </a:moveTo>
                    <a:lnTo>
                      <a:pt x="98129" y="69837"/>
                    </a:lnTo>
                    <a:lnTo>
                      <a:pt x="65484" y="100448"/>
                    </a:lnTo>
                    <a:lnTo>
                      <a:pt x="0" y="30612"/>
                    </a:lnTo>
                    <a:lnTo>
                      <a:pt x="3264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0" name="Контур"/>
              <p:cNvSpPr/>
              <p:nvPr/>
            </p:nvSpPr>
            <p:spPr>
              <a:xfrm>
                <a:off x="1561065" y="3566568"/>
                <a:ext cx="665494" cy="617099"/>
              </a:xfrm>
              <a:custGeom>
                <a:avLst/>
                <a:gdLst/>
                <a:ahLst/>
                <a:cxnLst/>
                <a:rect l="l" t="t" r="r" b="b"/>
                <a:pathLst>
                  <a:path w="665494" h="617099">
                    <a:moveTo>
                      <a:pt x="0" y="97526"/>
                    </a:moveTo>
                    <a:lnTo>
                      <a:pt x="100847" y="0"/>
                    </a:lnTo>
                    <a:lnTo>
                      <a:pt x="490200" y="417081"/>
                    </a:lnTo>
                    <a:lnTo>
                      <a:pt x="573907" y="338958"/>
                    </a:lnTo>
                    <a:lnTo>
                      <a:pt x="665494" y="442946"/>
                    </a:lnTo>
                    <a:lnTo>
                      <a:pt x="480700" y="617099"/>
                    </a:lnTo>
                    <a:lnTo>
                      <a:pt x="0" y="9752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1" name="Контур"/>
              <p:cNvSpPr/>
              <p:nvPr/>
            </p:nvSpPr>
            <p:spPr>
              <a:xfrm>
                <a:off x="905648" y="3487628"/>
                <a:ext cx="554283" cy="558234"/>
              </a:xfrm>
              <a:custGeom>
                <a:avLst/>
                <a:gdLst/>
                <a:ahLst/>
                <a:cxnLst/>
                <a:rect l="l" t="t" r="r" b="b"/>
                <a:pathLst>
                  <a:path w="554283" h="558234">
                    <a:moveTo>
                      <a:pt x="459774" y="558234"/>
                    </a:moveTo>
                    <a:lnTo>
                      <a:pt x="0" y="100917"/>
                    </a:lnTo>
                    <a:lnTo>
                      <a:pt x="103455" y="0"/>
                    </a:lnTo>
                    <a:lnTo>
                      <a:pt x="554283" y="457317"/>
                    </a:lnTo>
                    <a:lnTo>
                      <a:pt x="459774" y="5582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2" name="Контур"/>
              <p:cNvSpPr/>
              <p:nvPr/>
            </p:nvSpPr>
            <p:spPr>
              <a:xfrm>
                <a:off x="2134972" y="3760602"/>
                <a:ext cx="249052" cy="248912"/>
              </a:xfrm>
              <a:custGeom>
                <a:avLst/>
                <a:gdLst/>
                <a:ahLst/>
                <a:cxnLst/>
                <a:rect l="l" t="t" r="r" b="b"/>
                <a:pathLst>
                  <a:path w="249052" h="248912">
                    <a:moveTo>
                      <a:pt x="91587" y="248912"/>
                    </a:moveTo>
                    <a:lnTo>
                      <a:pt x="0" y="144924"/>
                    </a:lnTo>
                    <a:lnTo>
                      <a:pt x="155287" y="0"/>
                    </a:lnTo>
                    <a:lnTo>
                      <a:pt x="249052" y="100514"/>
                    </a:lnTo>
                    <a:lnTo>
                      <a:pt x="91587" y="2489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3" name="Контур"/>
              <p:cNvSpPr/>
              <p:nvPr/>
            </p:nvSpPr>
            <p:spPr>
              <a:xfrm>
                <a:off x="3075589" y="5785067"/>
                <a:ext cx="63731" cy="63761"/>
              </a:xfrm>
              <a:custGeom>
                <a:avLst/>
                <a:gdLst/>
                <a:ahLst/>
                <a:cxnLst/>
                <a:rect l="l" t="t" r="r" b="b"/>
                <a:pathLst>
                  <a:path w="63731" h="63761">
                    <a:moveTo>
                      <a:pt x="0" y="30907"/>
                    </a:moveTo>
                    <a:lnTo>
                      <a:pt x="31936" y="0"/>
                    </a:lnTo>
                    <a:lnTo>
                      <a:pt x="63731" y="32854"/>
                    </a:lnTo>
                    <a:lnTo>
                      <a:pt x="31793" y="63761"/>
                    </a:lnTo>
                    <a:lnTo>
                      <a:pt x="0" y="3090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4" name="Контур"/>
              <p:cNvSpPr/>
              <p:nvPr/>
            </p:nvSpPr>
            <p:spPr>
              <a:xfrm>
                <a:off x="2404589" y="5482172"/>
                <a:ext cx="420408" cy="376857"/>
              </a:xfrm>
              <a:custGeom>
                <a:avLst/>
                <a:gdLst/>
                <a:ahLst/>
                <a:cxnLst/>
                <a:rect l="l" t="t" r="r" b="b"/>
                <a:pathLst>
                  <a:path w="420408" h="376857">
                    <a:moveTo>
                      <a:pt x="0" y="291186"/>
                    </a:moveTo>
                    <a:lnTo>
                      <a:pt x="297855" y="17343"/>
                    </a:lnTo>
                    <a:lnTo>
                      <a:pt x="318717" y="39492"/>
                    </a:lnTo>
                    <a:lnTo>
                      <a:pt x="360648" y="0"/>
                    </a:lnTo>
                    <a:lnTo>
                      <a:pt x="420408" y="73332"/>
                    </a:lnTo>
                    <a:lnTo>
                      <a:pt x="83205" y="376857"/>
                    </a:lnTo>
                    <a:lnTo>
                      <a:pt x="0" y="29118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5" name="Контур"/>
              <p:cNvSpPr/>
              <p:nvPr/>
            </p:nvSpPr>
            <p:spPr>
              <a:xfrm>
                <a:off x="3317561" y="5791666"/>
                <a:ext cx="96255" cy="99629"/>
              </a:xfrm>
              <a:custGeom>
                <a:avLst/>
                <a:gdLst/>
                <a:ahLst/>
                <a:cxnLst/>
                <a:rect l="l" t="t" r="r" b="b"/>
                <a:pathLst>
                  <a:path w="96255" h="99629">
                    <a:moveTo>
                      <a:pt x="0" y="48040"/>
                    </a:moveTo>
                    <a:lnTo>
                      <a:pt x="25583" y="40521"/>
                    </a:lnTo>
                    <a:lnTo>
                      <a:pt x="20942" y="32079"/>
                    </a:lnTo>
                    <a:lnTo>
                      <a:pt x="67778" y="0"/>
                    </a:lnTo>
                    <a:lnTo>
                      <a:pt x="96255" y="37960"/>
                    </a:lnTo>
                    <a:lnTo>
                      <a:pt x="21966" y="99629"/>
                    </a:lnTo>
                    <a:lnTo>
                      <a:pt x="0" y="4804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6" name="Контур"/>
              <p:cNvSpPr/>
              <p:nvPr/>
            </p:nvSpPr>
            <p:spPr>
              <a:xfrm>
                <a:off x="3289506" y="5839706"/>
                <a:ext cx="50021" cy="63535"/>
              </a:xfrm>
              <a:custGeom>
                <a:avLst/>
                <a:gdLst/>
                <a:ahLst/>
                <a:cxnLst/>
                <a:rect l="l" t="t" r="r" b="b"/>
                <a:pathLst>
                  <a:path w="50021" h="63535">
                    <a:moveTo>
                      <a:pt x="21966" y="63535"/>
                    </a:moveTo>
                    <a:lnTo>
                      <a:pt x="6954" y="28278"/>
                    </a:lnTo>
                    <a:lnTo>
                      <a:pt x="0" y="11945"/>
                    </a:lnTo>
                    <a:lnTo>
                      <a:pt x="28055" y="0"/>
                    </a:lnTo>
                    <a:lnTo>
                      <a:pt x="50021" y="51589"/>
                    </a:lnTo>
                    <a:lnTo>
                      <a:pt x="21966" y="635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7" name="Контур"/>
              <p:cNvSpPr/>
              <p:nvPr/>
            </p:nvSpPr>
            <p:spPr>
              <a:xfrm>
                <a:off x="2762690" y="5662982"/>
                <a:ext cx="61823" cy="61819"/>
              </a:xfrm>
              <a:custGeom>
                <a:avLst/>
                <a:gdLst/>
                <a:ahLst/>
                <a:cxnLst/>
                <a:rect l="l" t="t" r="r" b="b"/>
                <a:pathLst>
                  <a:path w="61823" h="61819">
                    <a:moveTo>
                      <a:pt x="39105" y="0"/>
                    </a:moveTo>
                    <a:lnTo>
                      <a:pt x="61823" y="22723"/>
                    </a:lnTo>
                    <a:lnTo>
                      <a:pt x="22718" y="61819"/>
                    </a:lnTo>
                    <a:lnTo>
                      <a:pt x="0" y="39096"/>
                    </a:lnTo>
                    <a:lnTo>
                      <a:pt x="3910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8" name="Контур"/>
              <p:cNvSpPr/>
              <p:nvPr/>
            </p:nvSpPr>
            <p:spPr>
              <a:xfrm>
                <a:off x="2879999" y="5508893"/>
                <a:ext cx="67981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67981" h="95225">
                    <a:moveTo>
                      <a:pt x="67981" y="81127"/>
                    </a:moveTo>
                    <a:lnTo>
                      <a:pt x="37408" y="95225"/>
                    </a:lnTo>
                    <a:lnTo>
                      <a:pt x="0" y="14098"/>
                    </a:lnTo>
                    <a:lnTo>
                      <a:pt x="30574" y="0"/>
                    </a:lnTo>
                    <a:lnTo>
                      <a:pt x="67981" y="811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9" name="Контур"/>
              <p:cNvSpPr/>
              <p:nvPr/>
            </p:nvSpPr>
            <p:spPr>
              <a:xfrm>
                <a:off x="2702444" y="5460023"/>
                <a:ext cx="62793" cy="61641"/>
              </a:xfrm>
              <a:custGeom>
                <a:avLst/>
                <a:gdLst/>
                <a:ahLst/>
                <a:cxnLst/>
                <a:rect l="l" t="t" r="r" b="b"/>
                <a:pathLst>
                  <a:path w="62793" h="61641">
                    <a:moveTo>
                      <a:pt x="0" y="39492"/>
                    </a:moveTo>
                    <a:lnTo>
                      <a:pt x="41931" y="0"/>
                    </a:lnTo>
                    <a:lnTo>
                      <a:pt x="62793" y="22149"/>
                    </a:lnTo>
                    <a:lnTo>
                      <a:pt x="20862" y="61641"/>
                    </a:lnTo>
                    <a:lnTo>
                      <a:pt x="0" y="394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0" name="Контур"/>
              <p:cNvSpPr/>
              <p:nvPr/>
            </p:nvSpPr>
            <p:spPr>
              <a:xfrm>
                <a:off x="2492761" y="4852690"/>
                <a:ext cx="244533" cy="297538"/>
              </a:xfrm>
              <a:custGeom>
                <a:avLst/>
                <a:gdLst/>
                <a:ahLst/>
                <a:cxnLst/>
                <a:rect l="l" t="t" r="r" b="b"/>
                <a:pathLst>
                  <a:path w="244533" h="297538">
                    <a:moveTo>
                      <a:pt x="0" y="82460"/>
                    </a:moveTo>
                    <a:lnTo>
                      <a:pt x="89030" y="0"/>
                    </a:lnTo>
                    <a:lnTo>
                      <a:pt x="148368" y="57930"/>
                    </a:lnTo>
                    <a:lnTo>
                      <a:pt x="173481" y="37708"/>
                    </a:lnTo>
                    <a:lnTo>
                      <a:pt x="244533" y="162108"/>
                    </a:lnTo>
                    <a:lnTo>
                      <a:pt x="199206" y="297538"/>
                    </a:lnTo>
                    <a:lnTo>
                      <a:pt x="0" y="824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1" name="Контур"/>
              <p:cNvSpPr/>
              <p:nvPr/>
            </p:nvSpPr>
            <p:spPr>
              <a:xfrm>
                <a:off x="3083797" y="5393750"/>
                <a:ext cx="53088" cy="23422"/>
              </a:xfrm>
              <a:custGeom>
                <a:avLst/>
                <a:gdLst/>
                <a:ahLst/>
                <a:cxnLst/>
                <a:rect l="l" t="t" r="r" b="b"/>
                <a:pathLst>
                  <a:path w="53088" h="23422">
                    <a:moveTo>
                      <a:pt x="465" y="23422"/>
                    </a:moveTo>
                    <a:lnTo>
                      <a:pt x="0" y="1096"/>
                    </a:lnTo>
                    <a:lnTo>
                      <a:pt x="52623" y="0"/>
                    </a:lnTo>
                    <a:lnTo>
                      <a:pt x="53088" y="22325"/>
                    </a:lnTo>
                    <a:lnTo>
                      <a:pt x="465" y="234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2" name="Контур"/>
              <p:cNvSpPr/>
              <p:nvPr/>
            </p:nvSpPr>
            <p:spPr>
              <a:xfrm>
                <a:off x="2548191" y="4788058"/>
                <a:ext cx="64002" cy="64632"/>
              </a:xfrm>
              <a:custGeom>
                <a:avLst/>
                <a:gdLst/>
                <a:ahLst/>
                <a:cxnLst/>
                <a:rect l="l" t="t" r="r" b="b"/>
                <a:pathLst>
                  <a:path w="64002" h="64632">
                    <a:moveTo>
                      <a:pt x="33600" y="64632"/>
                    </a:moveTo>
                    <a:lnTo>
                      <a:pt x="0" y="27545"/>
                    </a:lnTo>
                    <a:lnTo>
                      <a:pt x="30402" y="0"/>
                    </a:lnTo>
                    <a:lnTo>
                      <a:pt x="64002" y="37085"/>
                    </a:lnTo>
                    <a:lnTo>
                      <a:pt x="33600" y="646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3" name="Контур"/>
              <p:cNvSpPr/>
              <p:nvPr/>
            </p:nvSpPr>
            <p:spPr>
              <a:xfrm>
                <a:off x="3230969" y="4187000"/>
                <a:ext cx="637875" cy="557811"/>
              </a:xfrm>
              <a:custGeom>
                <a:avLst/>
                <a:gdLst/>
                <a:ahLst/>
                <a:cxnLst/>
                <a:rect l="l" t="t" r="r" b="b"/>
                <a:pathLst>
                  <a:path w="637875" h="557811">
                    <a:moveTo>
                      <a:pt x="58779" y="465318"/>
                    </a:moveTo>
                    <a:lnTo>
                      <a:pt x="47133" y="452592"/>
                    </a:lnTo>
                    <a:lnTo>
                      <a:pt x="371340" y="155817"/>
                    </a:lnTo>
                    <a:lnTo>
                      <a:pt x="345528" y="127620"/>
                    </a:lnTo>
                    <a:lnTo>
                      <a:pt x="390780" y="86202"/>
                    </a:lnTo>
                    <a:lnTo>
                      <a:pt x="416592" y="114390"/>
                    </a:lnTo>
                    <a:lnTo>
                      <a:pt x="541557" y="0"/>
                    </a:lnTo>
                    <a:lnTo>
                      <a:pt x="637875" y="105219"/>
                    </a:lnTo>
                    <a:lnTo>
                      <a:pt x="143451" y="557811"/>
                    </a:lnTo>
                    <a:lnTo>
                      <a:pt x="91638" y="501210"/>
                    </a:lnTo>
                    <a:lnTo>
                      <a:pt x="41319" y="547263"/>
                    </a:lnTo>
                    <a:lnTo>
                      <a:pt x="0" y="502128"/>
                    </a:lnTo>
                    <a:lnTo>
                      <a:pt x="41319" y="464310"/>
                    </a:lnTo>
                    <a:lnTo>
                      <a:pt x="49779" y="473553"/>
                    </a:lnTo>
                    <a:lnTo>
                      <a:pt x="58779" y="4653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4" name="Контур"/>
              <p:cNvSpPr/>
              <p:nvPr/>
            </p:nvSpPr>
            <p:spPr>
              <a:xfrm>
                <a:off x="3125156" y="4066418"/>
                <a:ext cx="647370" cy="582615"/>
              </a:xfrm>
              <a:custGeom>
                <a:avLst/>
                <a:gdLst/>
                <a:ahLst/>
                <a:cxnLst/>
                <a:rect l="l" t="t" r="r" b="b"/>
                <a:pathLst>
                  <a:path w="647370" h="582615">
                    <a:moveTo>
                      <a:pt x="451341" y="248202"/>
                    </a:moveTo>
                    <a:lnTo>
                      <a:pt x="477153" y="276399"/>
                    </a:lnTo>
                    <a:lnTo>
                      <a:pt x="152946" y="573174"/>
                    </a:lnTo>
                    <a:lnTo>
                      <a:pt x="142632" y="582615"/>
                    </a:lnTo>
                    <a:lnTo>
                      <a:pt x="134172" y="573372"/>
                    </a:lnTo>
                    <a:lnTo>
                      <a:pt x="59283" y="491562"/>
                    </a:lnTo>
                    <a:lnTo>
                      <a:pt x="27027" y="521091"/>
                    </a:lnTo>
                    <a:lnTo>
                      <a:pt x="0" y="491562"/>
                    </a:lnTo>
                    <a:lnTo>
                      <a:pt x="536985" y="0"/>
                    </a:lnTo>
                    <a:lnTo>
                      <a:pt x="647370" y="120582"/>
                    </a:lnTo>
                    <a:lnTo>
                      <a:pt x="522405" y="234972"/>
                    </a:lnTo>
                    <a:lnTo>
                      <a:pt x="496593" y="206784"/>
                    </a:lnTo>
                    <a:lnTo>
                      <a:pt x="451341" y="24820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5" name="Контур"/>
              <p:cNvSpPr/>
              <p:nvPr/>
            </p:nvSpPr>
            <p:spPr>
              <a:xfrm>
                <a:off x="3206526" y="3914449"/>
                <a:ext cx="281882" cy="231677"/>
              </a:xfrm>
              <a:custGeom>
                <a:avLst/>
                <a:gdLst/>
                <a:ahLst/>
                <a:cxnLst/>
                <a:rect l="l" t="t" r="r" b="b"/>
                <a:pathLst>
                  <a:path w="281882" h="231677">
                    <a:moveTo>
                      <a:pt x="224561" y="0"/>
                    </a:moveTo>
                    <a:lnTo>
                      <a:pt x="281882" y="58756"/>
                    </a:lnTo>
                    <a:lnTo>
                      <a:pt x="163799" y="173954"/>
                    </a:lnTo>
                    <a:lnTo>
                      <a:pt x="146075" y="155785"/>
                    </a:lnTo>
                    <a:lnTo>
                      <a:pt x="68282" y="231677"/>
                    </a:lnTo>
                    <a:lnTo>
                      <a:pt x="0" y="161685"/>
                    </a:lnTo>
                    <a:lnTo>
                      <a:pt x="91970" y="71962"/>
                    </a:lnTo>
                    <a:lnTo>
                      <a:pt x="120656" y="101367"/>
                    </a:lnTo>
                    <a:lnTo>
                      <a:pt x="22456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6" name="Контур"/>
              <p:cNvSpPr/>
              <p:nvPr/>
            </p:nvSpPr>
            <p:spPr>
              <a:xfrm>
                <a:off x="2843618" y="3695024"/>
                <a:ext cx="182394" cy="391698"/>
              </a:xfrm>
              <a:custGeom>
                <a:avLst/>
                <a:gdLst/>
                <a:ahLst/>
                <a:cxnLst/>
                <a:rect l="l" t="t" r="r" b="b"/>
                <a:pathLst>
                  <a:path w="182394" h="391698">
                    <a:moveTo>
                      <a:pt x="99459" y="0"/>
                    </a:moveTo>
                    <a:lnTo>
                      <a:pt x="177687" y="20952"/>
                    </a:lnTo>
                    <a:lnTo>
                      <a:pt x="135234" y="179397"/>
                    </a:lnTo>
                    <a:lnTo>
                      <a:pt x="182394" y="192033"/>
                    </a:lnTo>
                    <a:lnTo>
                      <a:pt x="157311" y="285633"/>
                    </a:lnTo>
                    <a:lnTo>
                      <a:pt x="109710" y="272871"/>
                    </a:lnTo>
                    <a:lnTo>
                      <a:pt x="77850" y="391698"/>
                    </a:lnTo>
                    <a:lnTo>
                      <a:pt x="0" y="370827"/>
                    </a:lnTo>
                    <a:lnTo>
                      <a:pt x="9945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7" name="Контур"/>
              <p:cNvSpPr/>
              <p:nvPr/>
            </p:nvSpPr>
            <p:spPr>
              <a:xfrm>
                <a:off x="3118602" y="3958840"/>
                <a:ext cx="38796" cy="35935"/>
              </a:xfrm>
              <a:custGeom>
                <a:avLst/>
                <a:gdLst/>
                <a:ahLst/>
                <a:cxnLst/>
                <a:rect l="l" t="t" r="r" b="b"/>
                <a:pathLst>
                  <a:path w="38796" h="35935">
                    <a:moveTo>
                      <a:pt x="0" y="23833"/>
                    </a:moveTo>
                    <a:lnTo>
                      <a:pt x="28771" y="0"/>
                    </a:lnTo>
                    <a:lnTo>
                      <a:pt x="38796" y="12101"/>
                    </a:lnTo>
                    <a:lnTo>
                      <a:pt x="10025" y="35935"/>
                    </a:lnTo>
                    <a:lnTo>
                      <a:pt x="0" y="238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8" name="Контур"/>
              <p:cNvSpPr/>
              <p:nvPr/>
            </p:nvSpPr>
            <p:spPr>
              <a:xfrm>
                <a:off x="252000" y="4576086"/>
                <a:ext cx="55548" cy="97443"/>
              </a:xfrm>
              <a:custGeom>
                <a:avLst/>
                <a:gdLst/>
                <a:ahLst/>
                <a:cxnLst/>
                <a:rect l="l" t="t" r="r" b="b"/>
                <a:pathLst>
                  <a:path w="55548" h="97443">
                    <a:moveTo>
                      <a:pt x="0" y="56791"/>
                    </a:moveTo>
                    <a:lnTo>
                      <a:pt x="0" y="0"/>
                    </a:lnTo>
                    <a:lnTo>
                      <a:pt x="55548" y="78492"/>
                    </a:lnTo>
                    <a:lnTo>
                      <a:pt x="28769" y="974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9" name="Контур"/>
              <p:cNvSpPr/>
              <p:nvPr/>
            </p:nvSpPr>
            <p:spPr>
              <a:xfrm>
                <a:off x="842261" y="6039632"/>
                <a:ext cx="161973" cy="145062"/>
              </a:xfrm>
              <a:custGeom>
                <a:avLst/>
                <a:gdLst/>
                <a:ahLst/>
                <a:cxnLst/>
                <a:rect l="l" t="t" r="r" b="b"/>
                <a:pathLst>
                  <a:path w="161973" h="145062">
                    <a:moveTo>
                      <a:pt x="129654" y="145062"/>
                    </a:moveTo>
                    <a:lnTo>
                      <a:pt x="0" y="39807"/>
                    </a:lnTo>
                    <a:lnTo>
                      <a:pt x="32319" y="0"/>
                    </a:lnTo>
                    <a:lnTo>
                      <a:pt x="161973" y="105255"/>
                    </a:lnTo>
                    <a:lnTo>
                      <a:pt x="129654" y="1450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0" name="Контур"/>
              <p:cNvSpPr/>
              <p:nvPr/>
            </p:nvSpPr>
            <p:spPr>
              <a:xfrm>
                <a:off x="7962436" y="7864265"/>
                <a:ext cx="542427" cy="841257"/>
              </a:xfrm>
              <a:custGeom>
                <a:avLst/>
                <a:gdLst/>
                <a:ahLst/>
                <a:cxnLst/>
                <a:rect l="l" t="t" r="r" b="b"/>
                <a:pathLst>
                  <a:path w="542427" h="841257">
                    <a:moveTo>
                      <a:pt x="0" y="734519"/>
                    </a:moveTo>
                    <a:lnTo>
                      <a:pt x="448701" y="0"/>
                    </a:lnTo>
                    <a:lnTo>
                      <a:pt x="517509" y="40853"/>
                    </a:lnTo>
                    <a:lnTo>
                      <a:pt x="542427" y="56016"/>
                    </a:lnTo>
                    <a:lnTo>
                      <a:pt x="122100" y="752670"/>
                    </a:lnTo>
                    <a:lnTo>
                      <a:pt x="41802" y="841257"/>
                    </a:lnTo>
                    <a:lnTo>
                      <a:pt x="0" y="7345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1" name="Контур"/>
              <p:cNvSpPr/>
              <p:nvPr/>
            </p:nvSpPr>
            <p:spPr>
              <a:xfrm>
                <a:off x="7305201" y="8530176"/>
                <a:ext cx="63730" cy="53413"/>
              </a:xfrm>
              <a:custGeom>
                <a:avLst/>
                <a:gdLst/>
                <a:ahLst/>
                <a:cxnLst/>
                <a:rect l="l" t="t" r="r" b="b"/>
                <a:pathLst>
                  <a:path w="63730" h="53413">
                    <a:moveTo>
                      <a:pt x="0" y="25998"/>
                    </a:moveTo>
                    <a:lnTo>
                      <a:pt x="49260" y="0"/>
                    </a:lnTo>
                    <a:lnTo>
                      <a:pt x="63730" y="27415"/>
                    </a:lnTo>
                    <a:lnTo>
                      <a:pt x="14469" y="53413"/>
                    </a:lnTo>
                    <a:lnTo>
                      <a:pt x="0" y="2599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2" name="Контур"/>
              <p:cNvSpPr/>
              <p:nvPr/>
            </p:nvSpPr>
            <p:spPr>
              <a:xfrm>
                <a:off x="7265685" y="8426088"/>
                <a:ext cx="86912" cy="118983"/>
              </a:xfrm>
              <a:custGeom>
                <a:avLst/>
                <a:gdLst/>
                <a:ahLst/>
                <a:cxnLst/>
                <a:rect l="l" t="t" r="r" b="b"/>
                <a:pathLst>
                  <a:path w="86912" h="118983">
                    <a:moveTo>
                      <a:pt x="0" y="18782"/>
                    </a:moveTo>
                    <a:lnTo>
                      <a:pt x="40899" y="0"/>
                    </a:lnTo>
                    <a:lnTo>
                      <a:pt x="86912" y="100202"/>
                    </a:lnTo>
                    <a:lnTo>
                      <a:pt x="46012" y="118983"/>
                    </a:lnTo>
                    <a:lnTo>
                      <a:pt x="0" y="187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3" name="Контур"/>
              <p:cNvSpPr/>
              <p:nvPr/>
            </p:nvSpPr>
            <p:spPr>
              <a:xfrm>
                <a:off x="6788343" y="8981939"/>
                <a:ext cx="77006" cy="69138"/>
              </a:xfrm>
              <a:custGeom>
                <a:avLst/>
                <a:gdLst/>
                <a:ahLst/>
                <a:cxnLst/>
                <a:rect l="l" t="t" r="r" b="b"/>
                <a:pathLst>
                  <a:path w="77006" h="69138">
                    <a:moveTo>
                      <a:pt x="0" y="25835"/>
                    </a:moveTo>
                    <a:lnTo>
                      <a:pt x="57576" y="0"/>
                    </a:lnTo>
                    <a:lnTo>
                      <a:pt x="77006" y="43303"/>
                    </a:lnTo>
                    <a:lnTo>
                      <a:pt x="19430" y="69138"/>
                    </a:lnTo>
                    <a:lnTo>
                      <a:pt x="0" y="258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4" name="Контур"/>
              <p:cNvSpPr/>
              <p:nvPr/>
            </p:nvSpPr>
            <p:spPr>
              <a:xfrm>
                <a:off x="7254781" y="8892197"/>
                <a:ext cx="197917" cy="131364"/>
              </a:xfrm>
              <a:custGeom>
                <a:avLst/>
                <a:gdLst/>
                <a:ahLst/>
                <a:cxnLst/>
                <a:rect l="l" t="t" r="r" b="b"/>
                <a:pathLst>
                  <a:path w="197917" h="131364">
                    <a:moveTo>
                      <a:pt x="23568" y="131364"/>
                    </a:moveTo>
                    <a:lnTo>
                      <a:pt x="0" y="79999"/>
                    </a:lnTo>
                    <a:lnTo>
                      <a:pt x="174349" y="0"/>
                    </a:lnTo>
                    <a:lnTo>
                      <a:pt x="197917" y="51366"/>
                    </a:lnTo>
                    <a:lnTo>
                      <a:pt x="23568" y="1313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5" name="Контур"/>
              <p:cNvSpPr/>
              <p:nvPr/>
            </p:nvSpPr>
            <p:spPr>
              <a:xfrm>
                <a:off x="7859021" y="8755184"/>
                <a:ext cx="77976" cy="80190"/>
              </a:xfrm>
              <a:custGeom>
                <a:avLst/>
                <a:gdLst/>
                <a:ahLst/>
                <a:cxnLst/>
                <a:rect l="l" t="t" r="r" b="b"/>
                <a:pathLst>
                  <a:path w="77976" h="80190">
                    <a:moveTo>
                      <a:pt x="25920" y="80190"/>
                    </a:moveTo>
                    <a:lnTo>
                      <a:pt x="0" y="24021"/>
                    </a:lnTo>
                    <a:lnTo>
                      <a:pt x="52056" y="0"/>
                    </a:lnTo>
                    <a:lnTo>
                      <a:pt x="77976" y="56160"/>
                    </a:lnTo>
                    <a:lnTo>
                      <a:pt x="25920" y="801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6" name="Контур"/>
              <p:cNvSpPr/>
              <p:nvPr/>
            </p:nvSpPr>
            <p:spPr>
              <a:xfrm>
                <a:off x="7464091" y="8800724"/>
                <a:ext cx="57382" cy="65825"/>
              </a:xfrm>
              <a:custGeom>
                <a:avLst/>
                <a:gdLst/>
                <a:ahLst/>
                <a:cxnLst/>
                <a:rect l="l" t="t" r="r" b="b"/>
                <a:pathLst>
                  <a:path w="57382" h="65825">
                    <a:moveTo>
                      <a:pt x="0" y="15987"/>
                    </a:moveTo>
                    <a:lnTo>
                      <a:pt x="33830" y="0"/>
                    </a:lnTo>
                    <a:lnTo>
                      <a:pt x="57382" y="49839"/>
                    </a:lnTo>
                    <a:lnTo>
                      <a:pt x="23552" y="65825"/>
                    </a:lnTo>
                    <a:lnTo>
                      <a:pt x="0" y="159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7" name="Контур"/>
              <p:cNvSpPr/>
              <p:nvPr/>
            </p:nvSpPr>
            <p:spPr>
              <a:xfrm>
                <a:off x="7800793" y="8598784"/>
                <a:ext cx="203445" cy="170042"/>
              </a:xfrm>
              <a:custGeom>
                <a:avLst/>
                <a:gdLst/>
                <a:ahLst/>
                <a:cxnLst/>
                <a:rect l="l" t="t" r="r" b="b"/>
                <a:pathLst>
                  <a:path w="203445" h="170042">
                    <a:moveTo>
                      <a:pt x="0" y="63304"/>
                    </a:moveTo>
                    <a:lnTo>
                      <a:pt x="161643" y="0"/>
                    </a:lnTo>
                    <a:lnTo>
                      <a:pt x="203445" y="106738"/>
                    </a:lnTo>
                    <a:lnTo>
                      <a:pt x="41802" y="170042"/>
                    </a:lnTo>
                    <a:lnTo>
                      <a:pt x="0" y="633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8" name="Контур"/>
              <p:cNvSpPr/>
              <p:nvPr/>
            </p:nvSpPr>
            <p:spPr>
              <a:xfrm>
                <a:off x="8030597" y="8187824"/>
                <a:ext cx="679221" cy="812160"/>
              </a:xfrm>
              <a:custGeom>
                <a:avLst/>
                <a:gdLst/>
                <a:ahLst/>
                <a:cxnLst/>
                <a:rect l="l" t="t" r="r" b="b"/>
                <a:pathLst>
                  <a:path w="679221" h="812160">
                    <a:moveTo>
                      <a:pt x="387360" y="659520"/>
                    </a:moveTo>
                    <a:lnTo>
                      <a:pt x="375291" y="665298"/>
                    </a:lnTo>
                    <a:lnTo>
                      <a:pt x="223578" y="737973"/>
                    </a:lnTo>
                    <a:lnTo>
                      <a:pt x="78552" y="810324"/>
                    </a:lnTo>
                    <a:lnTo>
                      <a:pt x="74880" y="812160"/>
                    </a:lnTo>
                    <a:lnTo>
                      <a:pt x="54720" y="773280"/>
                    </a:lnTo>
                    <a:lnTo>
                      <a:pt x="92160" y="709920"/>
                    </a:lnTo>
                    <a:lnTo>
                      <a:pt x="0" y="650880"/>
                    </a:lnTo>
                    <a:lnTo>
                      <a:pt x="389232" y="13527"/>
                    </a:lnTo>
                    <a:lnTo>
                      <a:pt x="397440" y="0"/>
                    </a:lnTo>
                    <a:lnTo>
                      <a:pt x="440595" y="25974"/>
                    </a:lnTo>
                    <a:lnTo>
                      <a:pt x="453933" y="34182"/>
                    </a:lnTo>
                    <a:lnTo>
                      <a:pt x="679221" y="180660"/>
                    </a:lnTo>
                    <a:lnTo>
                      <a:pt x="387360" y="6595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9" name="Контур"/>
              <p:cNvSpPr/>
              <p:nvPr/>
            </p:nvSpPr>
            <p:spPr>
              <a:xfrm>
                <a:off x="6556940" y="9123775"/>
                <a:ext cx="113134" cy="78162"/>
              </a:xfrm>
              <a:custGeom>
                <a:avLst/>
                <a:gdLst/>
                <a:ahLst/>
                <a:cxnLst/>
                <a:rect l="l" t="t" r="r" b="b"/>
                <a:pathLst>
                  <a:path w="113134" h="78162">
                    <a:moveTo>
                      <a:pt x="14259" y="78162"/>
                    </a:moveTo>
                    <a:lnTo>
                      <a:pt x="0" y="49923"/>
                    </a:lnTo>
                    <a:lnTo>
                      <a:pt x="98876" y="0"/>
                    </a:lnTo>
                    <a:lnTo>
                      <a:pt x="113134" y="28239"/>
                    </a:lnTo>
                    <a:lnTo>
                      <a:pt x="14259" y="781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0" name="Контур"/>
              <p:cNvSpPr/>
              <p:nvPr/>
            </p:nvSpPr>
            <p:spPr>
              <a:xfrm>
                <a:off x="6571199" y="9130274"/>
                <a:ext cx="192840" cy="178173"/>
              </a:xfrm>
              <a:custGeom>
                <a:avLst/>
                <a:gdLst/>
                <a:ahLst/>
                <a:cxnLst/>
                <a:rect l="l" t="t" r="r" b="b"/>
                <a:pathLst>
                  <a:path w="192840" h="178173">
                    <a:moveTo>
                      <a:pt x="0" y="71663"/>
                    </a:moveTo>
                    <a:lnTo>
                      <a:pt x="98875" y="21740"/>
                    </a:lnTo>
                    <a:lnTo>
                      <a:pt x="141925" y="0"/>
                    </a:lnTo>
                    <a:lnTo>
                      <a:pt x="192840" y="100836"/>
                    </a:lnTo>
                    <a:lnTo>
                      <a:pt x="152919" y="120993"/>
                    </a:lnTo>
                    <a:lnTo>
                      <a:pt x="166106" y="147112"/>
                    </a:lnTo>
                    <a:lnTo>
                      <a:pt x="104590" y="178173"/>
                    </a:lnTo>
                    <a:lnTo>
                      <a:pt x="90757" y="150776"/>
                    </a:lnTo>
                    <a:lnTo>
                      <a:pt x="50268" y="171219"/>
                    </a:lnTo>
                    <a:lnTo>
                      <a:pt x="0" y="716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1" name="Контур"/>
              <p:cNvSpPr/>
              <p:nvPr/>
            </p:nvSpPr>
            <p:spPr>
              <a:xfrm>
                <a:off x="7684493" y="9185399"/>
                <a:ext cx="69642" cy="79918"/>
              </a:xfrm>
              <a:custGeom>
                <a:avLst/>
                <a:gdLst/>
                <a:ahLst/>
                <a:cxnLst/>
                <a:rect l="l" t="t" r="r" b="b"/>
                <a:pathLst>
                  <a:path w="69642" h="79918">
                    <a:moveTo>
                      <a:pt x="30130" y="79918"/>
                    </a:moveTo>
                    <a:lnTo>
                      <a:pt x="0" y="19803"/>
                    </a:lnTo>
                    <a:lnTo>
                      <a:pt x="39512" y="0"/>
                    </a:lnTo>
                    <a:lnTo>
                      <a:pt x="69642" y="60114"/>
                    </a:lnTo>
                    <a:lnTo>
                      <a:pt x="30130" y="799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2" name="Контур"/>
              <p:cNvSpPr/>
              <p:nvPr/>
            </p:nvSpPr>
            <p:spPr>
              <a:xfrm>
                <a:off x="6862219" y="8933873"/>
                <a:ext cx="190727" cy="241189"/>
              </a:xfrm>
              <a:custGeom>
                <a:avLst/>
                <a:gdLst/>
                <a:ahLst/>
                <a:cxnLst/>
                <a:rect l="l" t="t" r="r" b="b"/>
                <a:pathLst>
                  <a:path w="190727" h="241189">
                    <a:moveTo>
                      <a:pt x="190727" y="192369"/>
                    </a:moveTo>
                    <a:lnTo>
                      <a:pt x="90438" y="241189"/>
                    </a:lnTo>
                    <a:lnTo>
                      <a:pt x="0" y="43668"/>
                    </a:lnTo>
                    <a:lnTo>
                      <a:pt x="95807" y="0"/>
                    </a:lnTo>
                    <a:lnTo>
                      <a:pt x="144839" y="99022"/>
                    </a:lnTo>
                    <a:lnTo>
                      <a:pt x="167382" y="146456"/>
                    </a:lnTo>
                    <a:lnTo>
                      <a:pt x="190727" y="19236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3" name="Контур"/>
              <p:cNvSpPr/>
              <p:nvPr/>
            </p:nvSpPr>
            <p:spPr>
              <a:xfrm>
                <a:off x="7007058" y="8971497"/>
                <a:ext cx="150431" cy="108832"/>
              </a:xfrm>
              <a:custGeom>
                <a:avLst/>
                <a:gdLst/>
                <a:ahLst/>
                <a:cxnLst/>
                <a:rect l="l" t="t" r="r" b="b"/>
                <a:pathLst>
                  <a:path w="150431" h="108832">
                    <a:moveTo>
                      <a:pt x="128617" y="0"/>
                    </a:moveTo>
                    <a:lnTo>
                      <a:pt x="150431" y="48394"/>
                    </a:lnTo>
                    <a:lnTo>
                      <a:pt x="22543" y="108832"/>
                    </a:lnTo>
                    <a:lnTo>
                      <a:pt x="0" y="61398"/>
                    </a:lnTo>
                    <a:lnTo>
                      <a:pt x="12861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4" name="Контур"/>
              <p:cNvSpPr/>
              <p:nvPr/>
            </p:nvSpPr>
            <p:spPr>
              <a:xfrm>
                <a:off x="7084072" y="8810583"/>
                <a:ext cx="194277" cy="260663"/>
              </a:xfrm>
              <a:custGeom>
                <a:avLst/>
                <a:gdLst/>
                <a:ahLst/>
                <a:cxnLst/>
                <a:rect l="l" t="t" r="r" b="b"/>
                <a:pathLst>
                  <a:path w="194277" h="260663">
                    <a:moveTo>
                      <a:pt x="96180" y="260663"/>
                    </a:moveTo>
                    <a:lnTo>
                      <a:pt x="73417" y="209308"/>
                    </a:lnTo>
                    <a:lnTo>
                      <a:pt x="51603" y="160914"/>
                    </a:lnTo>
                    <a:lnTo>
                      <a:pt x="0" y="44305"/>
                    </a:lnTo>
                    <a:lnTo>
                      <a:pt x="97116" y="0"/>
                    </a:lnTo>
                    <a:lnTo>
                      <a:pt x="170709" y="161613"/>
                    </a:lnTo>
                    <a:lnTo>
                      <a:pt x="194277" y="212978"/>
                    </a:lnTo>
                    <a:lnTo>
                      <a:pt x="96180" y="2606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5" name="Контур"/>
              <p:cNvSpPr/>
              <p:nvPr/>
            </p:nvSpPr>
            <p:spPr>
              <a:xfrm>
                <a:off x="6264953" y="8771355"/>
                <a:ext cx="55948" cy="44960"/>
              </a:xfrm>
              <a:custGeom>
                <a:avLst/>
                <a:gdLst/>
                <a:ahLst/>
                <a:cxnLst/>
                <a:rect l="l" t="t" r="r" b="b"/>
                <a:pathLst>
                  <a:path w="55948" h="44960">
                    <a:moveTo>
                      <a:pt x="0" y="23633"/>
                    </a:moveTo>
                    <a:lnTo>
                      <a:pt x="44663" y="0"/>
                    </a:lnTo>
                    <a:lnTo>
                      <a:pt x="55948" y="21327"/>
                    </a:lnTo>
                    <a:lnTo>
                      <a:pt x="11285" y="44960"/>
                    </a:lnTo>
                    <a:lnTo>
                      <a:pt x="0" y="236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6" name="Контур"/>
              <p:cNvSpPr/>
              <p:nvPr/>
            </p:nvSpPr>
            <p:spPr>
              <a:xfrm>
                <a:off x="6309616" y="8747722"/>
                <a:ext cx="55948" cy="44960"/>
              </a:xfrm>
              <a:custGeom>
                <a:avLst/>
                <a:gdLst/>
                <a:ahLst/>
                <a:cxnLst/>
                <a:rect l="l" t="t" r="r" b="b"/>
                <a:pathLst>
                  <a:path w="55948" h="44960">
                    <a:moveTo>
                      <a:pt x="0" y="23633"/>
                    </a:moveTo>
                    <a:lnTo>
                      <a:pt x="44664" y="0"/>
                    </a:lnTo>
                    <a:lnTo>
                      <a:pt x="55948" y="21328"/>
                    </a:lnTo>
                    <a:lnTo>
                      <a:pt x="11285" y="44960"/>
                    </a:lnTo>
                    <a:lnTo>
                      <a:pt x="0" y="236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7" name="Контур"/>
              <p:cNvSpPr/>
              <p:nvPr/>
            </p:nvSpPr>
            <p:spPr>
              <a:xfrm>
                <a:off x="5828872" y="8314198"/>
                <a:ext cx="557062" cy="402236"/>
              </a:xfrm>
              <a:custGeom>
                <a:avLst/>
                <a:gdLst/>
                <a:ahLst/>
                <a:cxnLst/>
                <a:rect l="l" t="t" r="r" b="b"/>
                <a:pathLst>
                  <a:path w="557062" h="402236">
                    <a:moveTo>
                      <a:pt x="0" y="266121"/>
                    </a:moveTo>
                    <a:lnTo>
                      <a:pt x="481894" y="0"/>
                    </a:lnTo>
                    <a:lnTo>
                      <a:pt x="557062" y="136115"/>
                    </a:lnTo>
                    <a:lnTo>
                      <a:pt x="75169" y="402236"/>
                    </a:lnTo>
                    <a:lnTo>
                      <a:pt x="0" y="26612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8" name="Контур"/>
              <p:cNvSpPr/>
              <p:nvPr/>
            </p:nvSpPr>
            <p:spPr>
              <a:xfrm>
                <a:off x="5484073" y="8080020"/>
                <a:ext cx="294056" cy="319132"/>
              </a:xfrm>
              <a:custGeom>
                <a:avLst/>
                <a:gdLst/>
                <a:ahLst/>
                <a:cxnLst/>
                <a:rect l="l" t="t" r="r" b="b"/>
                <a:pathLst>
                  <a:path w="294056" h="319132">
                    <a:moveTo>
                      <a:pt x="294056" y="129640"/>
                    </a:moveTo>
                    <a:lnTo>
                      <a:pt x="253285" y="221282"/>
                    </a:lnTo>
                    <a:lnTo>
                      <a:pt x="62584" y="319132"/>
                    </a:lnTo>
                    <a:lnTo>
                      <a:pt x="48722" y="291423"/>
                    </a:lnTo>
                    <a:lnTo>
                      <a:pt x="0" y="196135"/>
                    </a:lnTo>
                    <a:lnTo>
                      <a:pt x="222568" y="82702"/>
                    </a:lnTo>
                    <a:lnTo>
                      <a:pt x="161692" y="26264"/>
                    </a:lnTo>
                    <a:lnTo>
                      <a:pt x="214190" y="0"/>
                    </a:lnTo>
                    <a:lnTo>
                      <a:pt x="294056" y="12964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9" name="Контур"/>
              <p:cNvSpPr/>
              <p:nvPr/>
            </p:nvSpPr>
            <p:spPr>
              <a:xfrm>
                <a:off x="6465029" y="8055895"/>
                <a:ext cx="514213" cy="328476"/>
              </a:xfrm>
              <a:custGeom>
                <a:avLst/>
                <a:gdLst/>
                <a:ahLst/>
                <a:cxnLst/>
                <a:rect l="l" t="t" r="r" b="b"/>
                <a:pathLst>
                  <a:path w="514213" h="328476">
                    <a:moveTo>
                      <a:pt x="34797" y="328476"/>
                    </a:moveTo>
                    <a:lnTo>
                      <a:pt x="0" y="263303"/>
                    </a:lnTo>
                    <a:lnTo>
                      <a:pt x="479291" y="0"/>
                    </a:lnTo>
                    <a:lnTo>
                      <a:pt x="514213" y="63084"/>
                    </a:lnTo>
                    <a:lnTo>
                      <a:pt x="34797" y="3284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0" name="Контур"/>
              <p:cNvSpPr/>
              <p:nvPr/>
            </p:nvSpPr>
            <p:spPr>
              <a:xfrm>
                <a:off x="6324302" y="7801904"/>
                <a:ext cx="620018" cy="517294"/>
              </a:xfrm>
              <a:custGeom>
                <a:avLst/>
                <a:gdLst/>
                <a:ahLst/>
                <a:cxnLst/>
                <a:rect l="l" t="t" r="r" b="b"/>
                <a:pathLst>
                  <a:path w="620018" h="517294">
                    <a:moveTo>
                      <a:pt x="620018" y="253991"/>
                    </a:moveTo>
                    <a:lnTo>
                      <a:pt x="140727" y="517294"/>
                    </a:lnTo>
                    <a:lnTo>
                      <a:pt x="0" y="265392"/>
                    </a:lnTo>
                    <a:lnTo>
                      <a:pt x="479415" y="0"/>
                    </a:lnTo>
                    <a:lnTo>
                      <a:pt x="489967" y="17675"/>
                    </a:lnTo>
                    <a:lnTo>
                      <a:pt x="620018" y="25399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1" name="Контур"/>
              <p:cNvSpPr/>
              <p:nvPr/>
            </p:nvSpPr>
            <p:spPr>
              <a:xfrm>
                <a:off x="6178577" y="8985032"/>
                <a:ext cx="152582" cy="168409"/>
              </a:xfrm>
              <a:custGeom>
                <a:avLst/>
                <a:gdLst/>
                <a:ahLst/>
                <a:cxnLst/>
                <a:rect l="l" t="t" r="r" b="b"/>
                <a:pathLst>
                  <a:path w="152582" h="168409">
                    <a:moveTo>
                      <a:pt x="96886" y="0"/>
                    </a:moveTo>
                    <a:lnTo>
                      <a:pt x="152582" y="125366"/>
                    </a:lnTo>
                    <a:lnTo>
                      <a:pt x="55696" y="168409"/>
                    </a:lnTo>
                    <a:lnTo>
                      <a:pt x="0" y="43044"/>
                    </a:lnTo>
                    <a:lnTo>
                      <a:pt x="9688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2" name="Контур"/>
              <p:cNvSpPr/>
              <p:nvPr/>
            </p:nvSpPr>
            <p:spPr>
              <a:xfrm>
                <a:off x="5976043" y="8562458"/>
                <a:ext cx="820643" cy="572286"/>
              </a:xfrm>
              <a:custGeom>
                <a:avLst/>
                <a:gdLst/>
                <a:ahLst/>
                <a:cxnLst/>
                <a:rect l="l" t="t" r="r" b="b"/>
                <a:pathLst>
                  <a:path w="820643" h="572286">
                    <a:moveTo>
                      <a:pt x="0" y="413334"/>
                    </a:moveTo>
                    <a:lnTo>
                      <a:pt x="469782" y="177858"/>
                    </a:lnTo>
                    <a:lnTo>
                      <a:pt x="442298" y="123027"/>
                    </a:lnTo>
                    <a:lnTo>
                      <a:pt x="687741" y="0"/>
                    </a:lnTo>
                    <a:lnTo>
                      <a:pt x="706241" y="36907"/>
                    </a:lnTo>
                    <a:lnTo>
                      <a:pt x="728708" y="25646"/>
                    </a:lnTo>
                    <a:lnTo>
                      <a:pt x="741430" y="51025"/>
                    </a:lnTo>
                    <a:lnTo>
                      <a:pt x="720270" y="61631"/>
                    </a:lnTo>
                    <a:lnTo>
                      <a:pt x="820643" y="261878"/>
                    </a:lnTo>
                    <a:lnTo>
                      <a:pt x="710790" y="316941"/>
                    </a:lnTo>
                    <a:lnTo>
                      <a:pt x="659889" y="215391"/>
                    </a:lnTo>
                    <a:lnTo>
                      <a:pt x="88187" y="501953"/>
                    </a:lnTo>
                    <a:lnTo>
                      <a:pt x="114654" y="554753"/>
                    </a:lnTo>
                    <a:lnTo>
                      <a:pt x="79673" y="572286"/>
                    </a:lnTo>
                    <a:lnTo>
                      <a:pt x="0" y="4133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3" name="Контур"/>
              <p:cNvSpPr/>
              <p:nvPr/>
            </p:nvSpPr>
            <p:spPr>
              <a:xfrm>
                <a:off x="6117357" y="9037581"/>
                <a:ext cx="65428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65428" h="73800">
                    <a:moveTo>
                      <a:pt x="36923" y="0"/>
                    </a:moveTo>
                    <a:lnTo>
                      <a:pt x="65428" y="54480"/>
                    </a:lnTo>
                    <a:lnTo>
                      <a:pt x="28504" y="73800"/>
                    </a:lnTo>
                    <a:lnTo>
                      <a:pt x="0" y="19318"/>
                    </a:lnTo>
                    <a:lnTo>
                      <a:pt x="3692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4" name="Контур"/>
              <p:cNvSpPr/>
              <p:nvPr/>
            </p:nvSpPr>
            <p:spPr>
              <a:xfrm>
                <a:off x="5653058" y="8939990"/>
                <a:ext cx="189630" cy="132129"/>
              </a:xfrm>
              <a:custGeom>
                <a:avLst/>
                <a:gdLst/>
                <a:ahLst/>
                <a:cxnLst/>
                <a:rect l="l" t="t" r="r" b="b"/>
                <a:pathLst>
                  <a:path w="189630" h="132129">
                    <a:moveTo>
                      <a:pt x="189630" y="40941"/>
                    </a:moveTo>
                    <a:lnTo>
                      <a:pt x="22320" y="132129"/>
                    </a:lnTo>
                    <a:lnTo>
                      <a:pt x="0" y="91188"/>
                    </a:lnTo>
                    <a:lnTo>
                      <a:pt x="167310" y="0"/>
                    </a:lnTo>
                    <a:lnTo>
                      <a:pt x="189630" y="409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5" name="Контур"/>
              <p:cNvSpPr/>
              <p:nvPr/>
            </p:nvSpPr>
            <p:spPr>
              <a:xfrm>
                <a:off x="5147891" y="8484897"/>
                <a:ext cx="596160" cy="493002"/>
              </a:xfrm>
              <a:custGeom>
                <a:avLst/>
                <a:gdLst/>
                <a:ahLst/>
                <a:cxnLst/>
                <a:rect l="l" t="t" r="r" b="b"/>
                <a:pathLst>
                  <a:path w="596160" h="493002">
                    <a:moveTo>
                      <a:pt x="465964" y="0"/>
                    </a:moveTo>
                    <a:lnTo>
                      <a:pt x="596160" y="236703"/>
                    </a:lnTo>
                    <a:lnTo>
                      <a:pt x="130196" y="493002"/>
                    </a:lnTo>
                    <a:lnTo>
                      <a:pt x="0" y="256299"/>
                    </a:lnTo>
                    <a:lnTo>
                      <a:pt x="46596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6" name="Контур"/>
              <p:cNvSpPr/>
              <p:nvPr/>
            </p:nvSpPr>
            <p:spPr>
              <a:xfrm>
                <a:off x="5911671" y="8868591"/>
                <a:ext cx="97626" cy="76281"/>
              </a:xfrm>
              <a:custGeom>
                <a:avLst/>
                <a:gdLst/>
                <a:ahLst/>
                <a:cxnLst/>
                <a:rect l="l" t="t" r="r" b="b"/>
                <a:pathLst>
                  <a:path w="97626" h="76281">
                    <a:moveTo>
                      <a:pt x="0" y="40769"/>
                    </a:moveTo>
                    <a:lnTo>
                      <a:pt x="79390" y="0"/>
                    </a:lnTo>
                    <a:lnTo>
                      <a:pt x="97626" y="35513"/>
                    </a:lnTo>
                    <a:lnTo>
                      <a:pt x="18235" y="76281"/>
                    </a:lnTo>
                    <a:lnTo>
                      <a:pt x="0" y="4076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7" name="Контур"/>
              <p:cNvSpPr/>
              <p:nvPr/>
            </p:nvSpPr>
            <p:spPr>
              <a:xfrm>
                <a:off x="5783779" y="9309061"/>
                <a:ext cx="53111" cy="67536"/>
              </a:xfrm>
              <a:custGeom>
                <a:avLst/>
                <a:gdLst/>
                <a:ahLst/>
                <a:cxnLst/>
                <a:rect l="l" t="t" r="r" b="b"/>
                <a:pathLst>
                  <a:path w="53111" h="67536">
                    <a:moveTo>
                      <a:pt x="0" y="12533"/>
                    </a:moveTo>
                    <a:lnTo>
                      <a:pt x="30538" y="0"/>
                    </a:lnTo>
                    <a:lnTo>
                      <a:pt x="53111" y="55004"/>
                    </a:lnTo>
                    <a:lnTo>
                      <a:pt x="22574" y="67536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8" name="Контур"/>
              <p:cNvSpPr/>
              <p:nvPr/>
            </p:nvSpPr>
            <p:spPr>
              <a:xfrm>
                <a:off x="6144494" y="9255269"/>
                <a:ext cx="90486" cy="82359"/>
              </a:xfrm>
              <a:custGeom>
                <a:avLst/>
                <a:gdLst/>
                <a:ahLst/>
                <a:cxnLst/>
                <a:rect l="l" t="t" r="r" b="b"/>
                <a:pathLst>
                  <a:path w="90486" h="82359">
                    <a:moveTo>
                      <a:pt x="23607" y="82359"/>
                    </a:moveTo>
                    <a:lnTo>
                      <a:pt x="0" y="30357"/>
                    </a:lnTo>
                    <a:lnTo>
                      <a:pt x="66879" y="0"/>
                    </a:lnTo>
                    <a:lnTo>
                      <a:pt x="90486" y="51993"/>
                    </a:lnTo>
                    <a:lnTo>
                      <a:pt x="23607" y="8235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9" name="Контур"/>
              <p:cNvSpPr/>
              <p:nvPr/>
            </p:nvSpPr>
            <p:spPr>
              <a:xfrm>
                <a:off x="5567850" y="9350516"/>
                <a:ext cx="47794" cy="37532"/>
              </a:xfrm>
              <a:custGeom>
                <a:avLst/>
                <a:gdLst/>
                <a:ahLst/>
                <a:cxnLst/>
                <a:rect l="l" t="t" r="r" b="b"/>
                <a:pathLst>
                  <a:path w="47794" h="37532">
                    <a:moveTo>
                      <a:pt x="8985" y="37532"/>
                    </a:moveTo>
                    <a:lnTo>
                      <a:pt x="0" y="16895"/>
                    </a:lnTo>
                    <a:lnTo>
                      <a:pt x="38811" y="0"/>
                    </a:lnTo>
                    <a:lnTo>
                      <a:pt x="47794" y="20637"/>
                    </a:lnTo>
                    <a:lnTo>
                      <a:pt x="8985" y="375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0" name="Контур"/>
              <p:cNvSpPr/>
              <p:nvPr/>
            </p:nvSpPr>
            <p:spPr>
              <a:xfrm>
                <a:off x="6168101" y="9307262"/>
                <a:ext cx="81045" cy="61578"/>
              </a:xfrm>
              <a:custGeom>
                <a:avLst/>
                <a:gdLst/>
                <a:ahLst/>
                <a:cxnLst/>
                <a:rect l="l" t="t" r="r" b="b"/>
                <a:pathLst>
                  <a:path w="81045" h="61578">
                    <a:moveTo>
                      <a:pt x="66879" y="0"/>
                    </a:moveTo>
                    <a:lnTo>
                      <a:pt x="81045" y="31212"/>
                    </a:lnTo>
                    <a:lnTo>
                      <a:pt x="14166" y="61578"/>
                    </a:lnTo>
                    <a:lnTo>
                      <a:pt x="0" y="30366"/>
                    </a:lnTo>
                    <a:lnTo>
                      <a:pt x="6687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1" name="Контур"/>
              <p:cNvSpPr/>
              <p:nvPr/>
            </p:nvSpPr>
            <p:spPr>
              <a:xfrm>
                <a:off x="5753240" y="9321594"/>
                <a:ext cx="53113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3" h="67537">
                    <a:moveTo>
                      <a:pt x="0" y="12533"/>
                    </a:moveTo>
                    <a:lnTo>
                      <a:pt x="30539" y="0"/>
                    </a:lnTo>
                    <a:lnTo>
                      <a:pt x="53113" y="55003"/>
                    </a:lnTo>
                    <a:lnTo>
                      <a:pt x="22574" y="67537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2" name="Контур"/>
              <p:cNvSpPr/>
              <p:nvPr/>
            </p:nvSpPr>
            <p:spPr>
              <a:xfrm>
                <a:off x="6362790" y="9127688"/>
                <a:ext cx="195651" cy="186550"/>
              </a:xfrm>
              <a:custGeom>
                <a:avLst/>
                <a:gdLst/>
                <a:ahLst/>
                <a:cxnLst/>
                <a:rect l="l" t="t" r="r" b="b"/>
                <a:pathLst>
                  <a:path w="195651" h="186550">
                    <a:moveTo>
                      <a:pt x="0" y="63827"/>
                    </a:moveTo>
                    <a:lnTo>
                      <a:pt x="131629" y="0"/>
                    </a:lnTo>
                    <a:lnTo>
                      <a:pt x="195651" y="130115"/>
                    </a:lnTo>
                    <a:lnTo>
                      <a:pt x="73873" y="186550"/>
                    </a:lnTo>
                    <a:lnTo>
                      <a:pt x="30446" y="97308"/>
                    </a:lnTo>
                    <a:lnTo>
                      <a:pt x="17910" y="103578"/>
                    </a:lnTo>
                    <a:lnTo>
                      <a:pt x="0" y="638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3" name="Контур"/>
              <p:cNvSpPr/>
              <p:nvPr/>
            </p:nvSpPr>
            <p:spPr>
              <a:xfrm>
                <a:off x="4348409" y="8527350"/>
                <a:ext cx="124405" cy="146394"/>
              </a:xfrm>
              <a:custGeom>
                <a:avLst/>
                <a:gdLst/>
                <a:ahLst/>
                <a:cxnLst/>
                <a:rect l="l" t="t" r="r" b="b"/>
                <a:pathLst>
                  <a:path w="124405" h="146394">
                    <a:moveTo>
                      <a:pt x="71069" y="146394"/>
                    </a:moveTo>
                    <a:lnTo>
                      <a:pt x="0" y="32968"/>
                    </a:lnTo>
                    <a:lnTo>
                      <a:pt x="53613" y="0"/>
                    </a:lnTo>
                    <a:lnTo>
                      <a:pt x="124405" y="113440"/>
                    </a:lnTo>
                    <a:lnTo>
                      <a:pt x="71069" y="1463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4" name="Контур"/>
              <p:cNvSpPr/>
              <p:nvPr/>
            </p:nvSpPr>
            <p:spPr>
              <a:xfrm>
                <a:off x="4746051" y="8303405"/>
                <a:ext cx="207211" cy="242290"/>
              </a:xfrm>
              <a:custGeom>
                <a:avLst/>
                <a:gdLst/>
                <a:ahLst/>
                <a:cxnLst/>
                <a:rect l="l" t="t" r="r" b="b"/>
                <a:pathLst>
                  <a:path w="207211" h="242290">
                    <a:moveTo>
                      <a:pt x="0" y="29075"/>
                    </a:moveTo>
                    <a:lnTo>
                      <a:pt x="55171" y="0"/>
                    </a:lnTo>
                    <a:lnTo>
                      <a:pt x="130978" y="2529"/>
                    </a:lnTo>
                    <a:lnTo>
                      <a:pt x="207211" y="155911"/>
                    </a:lnTo>
                    <a:lnTo>
                      <a:pt x="165944" y="214900"/>
                    </a:lnTo>
                    <a:lnTo>
                      <a:pt x="114982" y="242290"/>
                    </a:lnTo>
                    <a:lnTo>
                      <a:pt x="0" y="290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5" name="Контур"/>
              <p:cNvSpPr/>
              <p:nvPr/>
            </p:nvSpPr>
            <p:spPr>
              <a:xfrm>
                <a:off x="4201271" y="8235675"/>
                <a:ext cx="403261" cy="301166"/>
              </a:xfrm>
              <a:custGeom>
                <a:avLst/>
                <a:gdLst/>
                <a:ahLst/>
                <a:cxnLst/>
                <a:rect l="l" t="t" r="r" b="b"/>
                <a:pathLst>
                  <a:path w="403261" h="301166">
                    <a:moveTo>
                      <a:pt x="0" y="220146"/>
                    </a:moveTo>
                    <a:lnTo>
                      <a:pt x="355792" y="0"/>
                    </a:lnTo>
                    <a:lnTo>
                      <a:pt x="403261" y="87165"/>
                    </a:lnTo>
                    <a:lnTo>
                      <a:pt x="110421" y="267085"/>
                    </a:lnTo>
                    <a:lnTo>
                      <a:pt x="56127" y="301166"/>
                    </a:lnTo>
                    <a:lnTo>
                      <a:pt x="17870" y="245290"/>
                    </a:lnTo>
                    <a:lnTo>
                      <a:pt x="0" y="2201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6" name="Контур"/>
              <p:cNvSpPr/>
              <p:nvPr/>
            </p:nvSpPr>
            <p:spPr>
              <a:xfrm>
                <a:off x="4550117" y="8501744"/>
                <a:ext cx="128250" cy="111564"/>
              </a:xfrm>
              <a:custGeom>
                <a:avLst/>
                <a:gdLst/>
                <a:ahLst/>
                <a:cxnLst/>
                <a:rect l="l" t="t" r="r" b="b"/>
                <a:pathLst>
                  <a:path w="128250" h="111564">
                    <a:moveTo>
                      <a:pt x="128250" y="62604"/>
                    </a:moveTo>
                    <a:lnTo>
                      <a:pt x="31779" y="111564"/>
                    </a:lnTo>
                    <a:lnTo>
                      <a:pt x="0" y="48960"/>
                    </a:lnTo>
                    <a:lnTo>
                      <a:pt x="96480" y="0"/>
                    </a:lnTo>
                    <a:lnTo>
                      <a:pt x="128250" y="626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7" name="Контур"/>
              <p:cNvSpPr/>
              <p:nvPr/>
            </p:nvSpPr>
            <p:spPr>
              <a:xfrm>
                <a:off x="3573242" y="8001863"/>
                <a:ext cx="484143" cy="354252"/>
              </a:xfrm>
              <a:custGeom>
                <a:avLst/>
                <a:gdLst/>
                <a:ahLst/>
                <a:cxnLst/>
                <a:rect l="l" t="t" r="r" b="b"/>
                <a:pathLst>
                  <a:path w="484143" h="354252">
                    <a:moveTo>
                      <a:pt x="47755" y="354252"/>
                    </a:moveTo>
                    <a:lnTo>
                      <a:pt x="0" y="279761"/>
                    </a:lnTo>
                    <a:lnTo>
                      <a:pt x="436388" y="0"/>
                    </a:lnTo>
                    <a:lnTo>
                      <a:pt x="484143" y="74493"/>
                    </a:lnTo>
                    <a:lnTo>
                      <a:pt x="47755" y="3542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8" name="Контур"/>
              <p:cNvSpPr/>
              <p:nvPr/>
            </p:nvSpPr>
            <p:spPr>
              <a:xfrm>
                <a:off x="4649962" y="7979781"/>
                <a:ext cx="325210" cy="352699"/>
              </a:xfrm>
              <a:custGeom>
                <a:avLst/>
                <a:gdLst/>
                <a:ahLst/>
                <a:cxnLst/>
                <a:rect l="l" t="t" r="r" b="b"/>
                <a:pathLst>
                  <a:path w="325210" h="352699">
                    <a:moveTo>
                      <a:pt x="0" y="168389"/>
                    </a:moveTo>
                    <a:lnTo>
                      <a:pt x="273830" y="0"/>
                    </a:lnTo>
                    <a:lnTo>
                      <a:pt x="325210" y="91860"/>
                    </a:lnTo>
                    <a:lnTo>
                      <a:pt x="102617" y="223895"/>
                    </a:lnTo>
                    <a:lnTo>
                      <a:pt x="151260" y="323624"/>
                    </a:lnTo>
                    <a:lnTo>
                      <a:pt x="96089" y="352699"/>
                    </a:lnTo>
                    <a:lnTo>
                      <a:pt x="0" y="16838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9" name="Контур"/>
              <p:cNvSpPr/>
              <p:nvPr/>
            </p:nvSpPr>
            <p:spPr>
              <a:xfrm>
                <a:off x="3579958" y="8929541"/>
                <a:ext cx="66132" cy="70602"/>
              </a:xfrm>
              <a:custGeom>
                <a:avLst/>
                <a:gdLst/>
                <a:ahLst/>
                <a:cxnLst/>
                <a:rect l="l" t="t" r="r" b="b"/>
                <a:pathLst>
                  <a:path w="66132" h="70602">
                    <a:moveTo>
                      <a:pt x="0" y="21444"/>
                    </a:moveTo>
                    <a:lnTo>
                      <a:pt x="39329" y="0"/>
                    </a:lnTo>
                    <a:lnTo>
                      <a:pt x="66132" y="49158"/>
                    </a:lnTo>
                    <a:lnTo>
                      <a:pt x="26803" y="70602"/>
                    </a:lnTo>
                    <a:lnTo>
                      <a:pt x="0" y="214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0" name="Контур"/>
              <p:cNvSpPr/>
              <p:nvPr/>
            </p:nvSpPr>
            <p:spPr>
              <a:xfrm>
                <a:off x="3579958" y="8929541"/>
                <a:ext cx="66132" cy="70602"/>
              </a:xfrm>
              <a:custGeom>
                <a:avLst/>
                <a:gdLst/>
                <a:ahLst/>
                <a:cxnLst/>
                <a:rect l="l" t="t" r="r" b="b"/>
                <a:pathLst>
                  <a:path w="66132" h="70602">
                    <a:moveTo>
                      <a:pt x="0" y="21444"/>
                    </a:moveTo>
                    <a:lnTo>
                      <a:pt x="39329" y="0"/>
                    </a:lnTo>
                    <a:lnTo>
                      <a:pt x="66132" y="49158"/>
                    </a:lnTo>
                    <a:lnTo>
                      <a:pt x="26803" y="70602"/>
                    </a:lnTo>
                    <a:lnTo>
                      <a:pt x="0" y="214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1" name="Контур"/>
              <p:cNvSpPr/>
              <p:nvPr/>
            </p:nvSpPr>
            <p:spPr>
              <a:xfrm>
                <a:off x="3756027" y="8435706"/>
                <a:ext cx="668688" cy="488807"/>
              </a:xfrm>
              <a:custGeom>
                <a:avLst/>
                <a:gdLst/>
                <a:ahLst/>
                <a:cxnLst/>
                <a:rect l="l" t="t" r="r" b="b"/>
                <a:pathLst>
                  <a:path w="668688" h="488807">
                    <a:moveTo>
                      <a:pt x="0" y="268752"/>
                    </a:moveTo>
                    <a:lnTo>
                      <a:pt x="431282" y="0"/>
                    </a:lnTo>
                    <a:lnTo>
                      <a:pt x="445244" y="20115"/>
                    </a:lnTo>
                    <a:lnTo>
                      <a:pt x="463114" y="45259"/>
                    </a:lnTo>
                    <a:lnTo>
                      <a:pt x="501371" y="101135"/>
                    </a:lnTo>
                    <a:lnTo>
                      <a:pt x="604963" y="272114"/>
                    </a:lnTo>
                    <a:lnTo>
                      <a:pt x="618507" y="263449"/>
                    </a:lnTo>
                    <a:lnTo>
                      <a:pt x="668688" y="342374"/>
                    </a:lnTo>
                    <a:lnTo>
                      <a:pt x="605857" y="383020"/>
                    </a:lnTo>
                    <a:lnTo>
                      <a:pt x="546251" y="290880"/>
                    </a:lnTo>
                    <a:lnTo>
                      <a:pt x="240293" y="488807"/>
                    </a:lnTo>
                    <a:lnTo>
                      <a:pt x="113929" y="305073"/>
                    </a:lnTo>
                    <a:lnTo>
                      <a:pt x="83771" y="324630"/>
                    </a:lnTo>
                    <a:lnTo>
                      <a:pt x="99967" y="351451"/>
                    </a:lnTo>
                    <a:lnTo>
                      <a:pt x="66458" y="372125"/>
                    </a:lnTo>
                    <a:lnTo>
                      <a:pt x="0" y="2687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2" name="Контур"/>
              <p:cNvSpPr/>
              <p:nvPr/>
            </p:nvSpPr>
            <p:spPr>
              <a:xfrm>
                <a:off x="4257398" y="8502760"/>
                <a:ext cx="162080" cy="205060"/>
              </a:xfrm>
              <a:custGeom>
                <a:avLst/>
                <a:gdLst/>
                <a:ahLst/>
                <a:cxnLst/>
                <a:rect l="l" t="t" r="r" b="b"/>
                <a:pathLst>
                  <a:path w="162080" h="205060">
                    <a:moveTo>
                      <a:pt x="54294" y="0"/>
                    </a:moveTo>
                    <a:lnTo>
                      <a:pt x="91011" y="57558"/>
                    </a:lnTo>
                    <a:lnTo>
                      <a:pt x="162080" y="170984"/>
                    </a:lnTo>
                    <a:lnTo>
                      <a:pt x="117136" y="196395"/>
                    </a:lnTo>
                    <a:lnTo>
                      <a:pt x="103592" y="205060"/>
                    </a:lnTo>
                    <a:lnTo>
                      <a:pt x="0" y="34081"/>
                    </a:lnTo>
                    <a:lnTo>
                      <a:pt x="5429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3" name="Контур"/>
              <p:cNvSpPr/>
              <p:nvPr/>
            </p:nvSpPr>
            <p:spPr>
              <a:xfrm>
                <a:off x="4622259" y="8578075"/>
                <a:ext cx="261219" cy="303583"/>
              </a:xfrm>
              <a:custGeom>
                <a:avLst/>
                <a:gdLst/>
                <a:ahLst/>
                <a:cxnLst/>
                <a:rect l="l" t="t" r="r" b="b"/>
                <a:pathLst>
                  <a:path w="261219" h="303583">
                    <a:moveTo>
                      <a:pt x="261219" y="229963"/>
                    </a:moveTo>
                    <a:lnTo>
                      <a:pt x="141356" y="303583"/>
                    </a:lnTo>
                    <a:lnTo>
                      <a:pt x="0" y="74448"/>
                    </a:lnTo>
                    <a:lnTo>
                      <a:pt x="119036" y="0"/>
                    </a:lnTo>
                    <a:lnTo>
                      <a:pt x="261219" y="2299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4" name="Контур"/>
              <p:cNvSpPr/>
              <p:nvPr/>
            </p:nvSpPr>
            <p:spPr>
              <a:xfrm>
                <a:off x="4861033" y="8480993"/>
                <a:ext cx="338433" cy="219349"/>
              </a:xfrm>
              <a:custGeom>
                <a:avLst/>
                <a:gdLst/>
                <a:ahLst/>
                <a:cxnLst/>
                <a:rect l="l" t="t" r="r" b="b"/>
                <a:pathLst>
                  <a:path w="338433" h="219349">
                    <a:moveTo>
                      <a:pt x="0" y="64702"/>
                    </a:moveTo>
                    <a:lnTo>
                      <a:pt x="50962" y="37312"/>
                    </a:lnTo>
                    <a:lnTo>
                      <a:pt x="101079" y="135494"/>
                    </a:lnTo>
                    <a:lnTo>
                      <a:pt x="234481" y="71073"/>
                    </a:lnTo>
                    <a:lnTo>
                      <a:pt x="217448" y="33274"/>
                    </a:lnTo>
                    <a:lnTo>
                      <a:pt x="286911" y="0"/>
                    </a:lnTo>
                    <a:lnTo>
                      <a:pt x="338433" y="105022"/>
                    </a:lnTo>
                    <a:lnTo>
                      <a:pt x="277674" y="138523"/>
                    </a:lnTo>
                    <a:lnTo>
                      <a:pt x="268581" y="122393"/>
                    </a:lnTo>
                    <a:lnTo>
                      <a:pt x="84233" y="219349"/>
                    </a:lnTo>
                    <a:lnTo>
                      <a:pt x="0" y="6470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5" name="Контур"/>
              <p:cNvSpPr/>
              <p:nvPr/>
            </p:nvSpPr>
            <p:spPr>
              <a:xfrm>
                <a:off x="3757081" y="9204368"/>
                <a:ext cx="118903" cy="97041"/>
              </a:xfrm>
              <a:custGeom>
                <a:avLst/>
                <a:gdLst/>
                <a:ahLst/>
                <a:cxnLst/>
                <a:rect l="l" t="t" r="r" b="b"/>
                <a:pathLst>
                  <a:path w="118903" h="97041">
                    <a:moveTo>
                      <a:pt x="96680" y="0"/>
                    </a:moveTo>
                    <a:lnTo>
                      <a:pt x="118903" y="34176"/>
                    </a:lnTo>
                    <a:lnTo>
                      <a:pt x="22222" y="97041"/>
                    </a:lnTo>
                    <a:lnTo>
                      <a:pt x="0" y="62865"/>
                    </a:lnTo>
                    <a:lnTo>
                      <a:pt x="9668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6" name="Контур"/>
              <p:cNvSpPr/>
              <p:nvPr/>
            </p:nvSpPr>
            <p:spPr>
              <a:xfrm>
                <a:off x="3728757" y="9141351"/>
                <a:ext cx="150860" cy="125882"/>
              </a:xfrm>
              <a:custGeom>
                <a:avLst/>
                <a:gdLst/>
                <a:ahLst/>
                <a:cxnLst/>
                <a:rect l="l" t="t" r="r" b="b"/>
                <a:pathLst>
                  <a:path w="150860" h="125882">
                    <a:moveTo>
                      <a:pt x="28324" y="125882"/>
                    </a:moveTo>
                    <a:lnTo>
                      <a:pt x="0" y="79985"/>
                    </a:lnTo>
                    <a:lnTo>
                      <a:pt x="123102" y="0"/>
                    </a:lnTo>
                    <a:lnTo>
                      <a:pt x="150860" y="45274"/>
                    </a:lnTo>
                    <a:lnTo>
                      <a:pt x="125004" y="63017"/>
                    </a:lnTo>
                    <a:lnTo>
                      <a:pt x="28324" y="1258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7" name="Контур"/>
              <p:cNvSpPr/>
              <p:nvPr/>
            </p:nvSpPr>
            <p:spPr>
              <a:xfrm>
                <a:off x="4109110" y="9055232"/>
                <a:ext cx="166196" cy="166740"/>
              </a:xfrm>
              <a:custGeom>
                <a:avLst/>
                <a:gdLst/>
                <a:ahLst/>
                <a:cxnLst/>
                <a:rect l="l" t="t" r="r" b="b"/>
                <a:pathLst>
                  <a:path w="166196" h="166740">
                    <a:moveTo>
                      <a:pt x="99631" y="0"/>
                    </a:moveTo>
                    <a:lnTo>
                      <a:pt x="166196" y="101220"/>
                    </a:lnTo>
                    <a:lnTo>
                      <a:pt x="66565" y="166740"/>
                    </a:lnTo>
                    <a:lnTo>
                      <a:pt x="0" y="65521"/>
                    </a:lnTo>
                    <a:lnTo>
                      <a:pt x="9963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8" name="Контур"/>
              <p:cNvSpPr/>
              <p:nvPr/>
            </p:nvSpPr>
            <p:spPr>
              <a:xfrm>
                <a:off x="3620246" y="8982352"/>
                <a:ext cx="153711" cy="152953"/>
              </a:xfrm>
              <a:custGeom>
                <a:avLst/>
                <a:gdLst/>
                <a:ahLst/>
                <a:cxnLst/>
                <a:rect l="l" t="t" r="r" b="b"/>
                <a:pathLst>
                  <a:path w="153711" h="152953">
                    <a:moveTo>
                      <a:pt x="0" y="58372"/>
                    </a:moveTo>
                    <a:lnTo>
                      <a:pt x="96501" y="0"/>
                    </a:lnTo>
                    <a:lnTo>
                      <a:pt x="153711" y="94580"/>
                    </a:lnTo>
                    <a:lnTo>
                      <a:pt x="57211" y="152953"/>
                    </a:lnTo>
                    <a:lnTo>
                      <a:pt x="0" y="5837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9" name="Контур"/>
              <p:cNvSpPr/>
              <p:nvPr/>
            </p:nvSpPr>
            <p:spPr>
              <a:xfrm>
                <a:off x="5113429" y="9037059"/>
                <a:ext cx="95304" cy="72609"/>
              </a:xfrm>
              <a:custGeom>
                <a:avLst/>
                <a:gdLst/>
                <a:ahLst/>
                <a:cxnLst/>
                <a:rect l="l" t="t" r="r" b="b"/>
                <a:pathLst>
                  <a:path w="95304" h="72609">
                    <a:moveTo>
                      <a:pt x="11444" y="72609"/>
                    </a:moveTo>
                    <a:lnTo>
                      <a:pt x="0" y="17372"/>
                    </a:lnTo>
                    <a:lnTo>
                      <a:pt x="83861" y="0"/>
                    </a:lnTo>
                    <a:lnTo>
                      <a:pt x="95304" y="55236"/>
                    </a:lnTo>
                    <a:lnTo>
                      <a:pt x="11444" y="726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0" name="Контур"/>
              <p:cNvSpPr/>
              <p:nvPr/>
            </p:nvSpPr>
            <p:spPr>
              <a:xfrm>
                <a:off x="3996320" y="8726586"/>
                <a:ext cx="365564" cy="276009"/>
              </a:xfrm>
              <a:custGeom>
                <a:avLst/>
                <a:gdLst/>
                <a:ahLst/>
                <a:cxnLst/>
                <a:rect l="l" t="t" r="r" b="b"/>
                <a:pathLst>
                  <a:path w="365564" h="276009">
                    <a:moveTo>
                      <a:pt x="0" y="197927"/>
                    </a:moveTo>
                    <a:lnTo>
                      <a:pt x="305958" y="0"/>
                    </a:lnTo>
                    <a:lnTo>
                      <a:pt x="365564" y="92140"/>
                    </a:lnTo>
                    <a:lnTo>
                      <a:pt x="54207" y="276009"/>
                    </a:lnTo>
                    <a:lnTo>
                      <a:pt x="0" y="1979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1" name="Контур"/>
              <p:cNvSpPr/>
              <p:nvPr/>
            </p:nvSpPr>
            <p:spPr>
              <a:xfrm>
                <a:off x="6925137" y="6786918"/>
                <a:ext cx="252779" cy="315303"/>
              </a:xfrm>
              <a:custGeom>
                <a:avLst/>
                <a:gdLst/>
                <a:ahLst/>
                <a:cxnLst/>
                <a:rect l="l" t="t" r="r" b="b"/>
                <a:pathLst>
                  <a:path w="252779" h="315303">
                    <a:moveTo>
                      <a:pt x="124341" y="315303"/>
                    </a:moveTo>
                    <a:lnTo>
                      <a:pt x="0" y="63270"/>
                    </a:lnTo>
                    <a:lnTo>
                      <a:pt x="128853" y="0"/>
                    </a:lnTo>
                    <a:lnTo>
                      <a:pt x="252779" y="252188"/>
                    </a:lnTo>
                    <a:lnTo>
                      <a:pt x="124341" y="3153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2" name="Контур"/>
              <p:cNvSpPr/>
              <p:nvPr/>
            </p:nvSpPr>
            <p:spPr>
              <a:xfrm>
                <a:off x="7970151" y="5723055"/>
                <a:ext cx="573731" cy="763481"/>
              </a:xfrm>
              <a:custGeom>
                <a:avLst/>
                <a:gdLst/>
                <a:ahLst/>
                <a:cxnLst/>
                <a:rect l="l" t="t" r="r" b="b"/>
                <a:pathLst>
                  <a:path w="573731" h="763481">
                    <a:moveTo>
                      <a:pt x="342416" y="763481"/>
                    </a:moveTo>
                    <a:lnTo>
                      <a:pt x="286526" y="645689"/>
                    </a:lnTo>
                    <a:lnTo>
                      <a:pt x="226046" y="674849"/>
                    </a:lnTo>
                    <a:lnTo>
                      <a:pt x="0" y="192547"/>
                    </a:lnTo>
                    <a:lnTo>
                      <a:pt x="391944" y="0"/>
                    </a:lnTo>
                    <a:lnTo>
                      <a:pt x="425953" y="71414"/>
                    </a:lnTo>
                    <a:lnTo>
                      <a:pt x="348239" y="109739"/>
                    </a:lnTo>
                    <a:lnTo>
                      <a:pt x="466348" y="359756"/>
                    </a:lnTo>
                    <a:lnTo>
                      <a:pt x="448560" y="367957"/>
                    </a:lnTo>
                    <a:lnTo>
                      <a:pt x="414323" y="383937"/>
                    </a:lnTo>
                    <a:lnTo>
                      <a:pt x="437975" y="434679"/>
                    </a:lnTo>
                    <a:lnTo>
                      <a:pt x="452061" y="464903"/>
                    </a:lnTo>
                    <a:lnTo>
                      <a:pt x="474782" y="513738"/>
                    </a:lnTo>
                    <a:lnTo>
                      <a:pt x="508682" y="497698"/>
                    </a:lnTo>
                    <a:lnTo>
                      <a:pt x="573731" y="642914"/>
                    </a:lnTo>
                    <a:lnTo>
                      <a:pt x="548171" y="655426"/>
                    </a:lnTo>
                    <a:lnTo>
                      <a:pt x="553137" y="665362"/>
                    </a:lnTo>
                    <a:lnTo>
                      <a:pt x="342416" y="76348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3" name="Контур"/>
              <p:cNvSpPr/>
              <p:nvPr/>
            </p:nvSpPr>
            <p:spPr>
              <a:xfrm>
                <a:off x="7370632" y="5929681"/>
                <a:ext cx="864571" cy="1002094"/>
              </a:xfrm>
              <a:custGeom>
                <a:avLst/>
                <a:gdLst/>
                <a:ahLst/>
                <a:cxnLst/>
                <a:rect l="l" t="t" r="r" b="b"/>
                <a:pathLst>
                  <a:path w="864571" h="1002094">
                    <a:moveTo>
                      <a:pt x="275629" y="1002094"/>
                    </a:moveTo>
                    <a:lnTo>
                      <a:pt x="0" y="415151"/>
                    </a:lnTo>
                    <a:lnTo>
                      <a:pt x="95917" y="370609"/>
                    </a:lnTo>
                    <a:lnTo>
                      <a:pt x="36742" y="243142"/>
                    </a:lnTo>
                    <a:lnTo>
                      <a:pt x="359077" y="87694"/>
                    </a:lnTo>
                    <a:lnTo>
                      <a:pt x="348511" y="65401"/>
                    </a:lnTo>
                    <a:lnTo>
                      <a:pt x="397066" y="42586"/>
                    </a:lnTo>
                    <a:lnTo>
                      <a:pt x="409423" y="69163"/>
                    </a:lnTo>
                    <a:lnTo>
                      <a:pt x="450688" y="50047"/>
                    </a:lnTo>
                    <a:lnTo>
                      <a:pt x="559703" y="0"/>
                    </a:lnTo>
                    <a:lnTo>
                      <a:pt x="596821" y="81412"/>
                    </a:lnTo>
                    <a:lnTo>
                      <a:pt x="561964" y="98548"/>
                    </a:lnTo>
                    <a:lnTo>
                      <a:pt x="864571" y="720916"/>
                    </a:lnTo>
                    <a:lnTo>
                      <a:pt x="275629" y="10020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4" name="Контур"/>
              <p:cNvSpPr/>
              <p:nvPr/>
            </p:nvSpPr>
            <p:spPr>
              <a:xfrm>
                <a:off x="7327819" y="7031504"/>
                <a:ext cx="498505" cy="469764"/>
              </a:xfrm>
              <a:custGeom>
                <a:avLst/>
                <a:gdLst/>
                <a:ahLst/>
                <a:cxnLst/>
                <a:rect l="l" t="t" r="r" b="b"/>
                <a:pathLst>
                  <a:path w="498505" h="469764">
                    <a:moveTo>
                      <a:pt x="498505" y="89100"/>
                    </a:moveTo>
                    <a:lnTo>
                      <a:pt x="175954" y="371331"/>
                    </a:lnTo>
                    <a:lnTo>
                      <a:pt x="57595" y="469764"/>
                    </a:lnTo>
                    <a:lnTo>
                      <a:pt x="0" y="354737"/>
                    </a:lnTo>
                    <a:lnTo>
                      <a:pt x="97978" y="282240"/>
                    </a:lnTo>
                    <a:lnTo>
                      <a:pt x="420538" y="0"/>
                    </a:lnTo>
                    <a:lnTo>
                      <a:pt x="498505" y="8910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5" name="Контур"/>
              <p:cNvSpPr/>
              <p:nvPr/>
            </p:nvSpPr>
            <p:spPr>
              <a:xfrm>
                <a:off x="8025811" y="6985836"/>
                <a:ext cx="247973" cy="246948"/>
              </a:xfrm>
              <a:custGeom>
                <a:avLst/>
                <a:gdLst/>
                <a:ahLst/>
                <a:cxnLst/>
                <a:rect l="l" t="t" r="r" b="b"/>
                <a:pathLst>
                  <a:path w="247973" h="246948">
                    <a:moveTo>
                      <a:pt x="144183" y="81539"/>
                    </a:moveTo>
                    <a:lnTo>
                      <a:pt x="140013" y="72323"/>
                    </a:lnTo>
                    <a:lnTo>
                      <a:pt x="55191" y="113396"/>
                    </a:lnTo>
                    <a:lnTo>
                      <a:pt x="103116" y="160528"/>
                    </a:lnTo>
                    <a:lnTo>
                      <a:pt x="116067" y="154669"/>
                    </a:lnTo>
                    <a:lnTo>
                      <a:pt x="128515" y="182183"/>
                    </a:lnTo>
                    <a:lnTo>
                      <a:pt x="148446" y="173165"/>
                    </a:lnTo>
                    <a:lnTo>
                      <a:pt x="141296" y="157360"/>
                    </a:lnTo>
                    <a:lnTo>
                      <a:pt x="178465" y="138166"/>
                    </a:lnTo>
                    <a:lnTo>
                      <a:pt x="207892" y="195150"/>
                    </a:lnTo>
                    <a:lnTo>
                      <a:pt x="107589" y="246948"/>
                    </a:lnTo>
                    <a:lnTo>
                      <a:pt x="82373" y="198120"/>
                    </a:lnTo>
                    <a:lnTo>
                      <a:pt x="48780" y="151514"/>
                    </a:lnTo>
                    <a:lnTo>
                      <a:pt x="21101" y="164039"/>
                    </a:lnTo>
                    <a:lnTo>
                      <a:pt x="0" y="111293"/>
                    </a:lnTo>
                    <a:lnTo>
                      <a:pt x="236914" y="0"/>
                    </a:lnTo>
                    <a:lnTo>
                      <a:pt x="247973" y="29266"/>
                    </a:lnTo>
                    <a:lnTo>
                      <a:pt x="144183" y="8153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6" name="Контур"/>
              <p:cNvSpPr/>
              <p:nvPr/>
            </p:nvSpPr>
            <p:spPr>
              <a:xfrm>
                <a:off x="7997507" y="7156403"/>
                <a:ext cx="73898" cy="71540"/>
              </a:xfrm>
              <a:custGeom>
                <a:avLst/>
                <a:gdLst/>
                <a:ahLst/>
                <a:cxnLst/>
                <a:rect l="l" t="t" r="r" b="b"/>
                <a:pathLst>
                  <a:path w="73898" h="71540">
                    <a:moveTo>
                      <a:pt x="52358" y="0"/>
                    </a:moveTo>
                    <a:lnTo>
                      <a:pt x="73898" y="47607"/>
                    </a:lnTo>
                    <a:lnTo>
                      <a:pt x="21003" y="71540"/>
                    </a:lnTo>
                    <a:lnTo>
                      <a:pt x="0" y="25120"/>
                    </a:lnTo>
                    <a:lnTo>
                      <a:pt x="5235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7" name="Контур"/>
              <p:cNvSpPr/>
              <p:nvPr/>
            </p:nvSpPr>
            <p:spPr>
              <a:xfrm>
                <a:off x="7098980" y="7173317"/>
                <a:ext cx="49446" cy="41337"/>
              </a:xfrm>
              <a:custGeom>
                <a:avLst/>
                <a:gdLst/>
                <a:ahLst/>
                <a:cxnLst/>
                <a:rect l="l" t="t" r="r" b="b"/>
                <a:pathLst>
                  <a:path w="49446" h="41337">
                    <a:moveTo>
                      <a:pt x="49446" y="22356"/>
                    </a:moveTo>
                    <a:lnTo>
                      <a:pt x="11052" y="41337"/>
                    </a:lnTo>
                    <a:lnTo>
                      <a:pt x="0" y="18981"/>
                    </a:lnTo>
                    <a:lnTo>
                      <a:pt x="38394" y="0"/>
                    </a:lnTo>
                    <a:lnTo>
                      <a:pt x="49446" y="223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8" name="Контур"/>
              <p:cNvSpPr/>
              <p:nvPr/>
            </p:nvSpPr>
            <p:spPr>
              <a:xfrm>
                <a:off x="8046912" y="7137350"/>
                <a:ext cx="61272" cy="66660"/>
              </a:xfrm>
              <a:custGeom>
                <a:avLst/>
                <a:gdLst/>
                <a:ahLst/>
                <a:cxnLst/>
                <a:rect l="l" t="t" r="r" b="b"/>
                <a:pathLst>
                  <a:path w="61272" h="66660">
                    <a:moveTo>
                      <a:pt x="0" y="12525"/>
                    </a:moveTo>
                    <a:lnTo>
                      <a:pt x="27679" y="0"/>
                    </a:lnTo>
                    <a:lnTo>
                      <a:pt x="61272" y="46606"/>
                    </a:lnTo>
                    <a:lnTo>
                      <a:pt x="24493" y="66660"/>
                    </a:lnTo>
                    <a:lnTo>
                      <a:pt x="2953" y="19053"/>
                    </a:lnTo>
                    <a:lnTo>
                      <a:pt x="0" y="1252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9" name="Контур"/>
              <p:cNvSpPr/>
              <p:nvPr/>
            </p:nvSpPr>
            <p:spPr>
              <a:xfrm>
                <a:off x="8081002" y="7058159"/>
                <a:ext cx="111678" cy="109860"/>
              </a:xfrm>
              <a:custGeom>
                <a:avLst/>
                <a:gdLst/>
                <a:ahLst/>
                <a:cxnLst/>
                <a:rect l="l" t="t" r="r" b="b"/>
                <a:pathLst>
                  <a:path w="111678" h="109860">
                    <a:moveTo>
                      <a:pt x="84822" y="0"/>
                    </a:moveTo>
                    <a:lnTo>
                      <a:pt x="88992" y="9216"/>
                    </a:lnTo>
                    <a:lnTo>
                      <a:pt x="111678" y="59362"/>
                    </a:lnTo>
                    <a:lnTo>
                      <a:pt x="80807" y="73328"/>
                    </a:lnTo>
                    <a:lnTo>
                      <a:pt x="86105" y="85037"/>
                    </a:lnTo>
                    <a:lnTo>
                      <a:pt x="93255" y="100842"/>
                    </a:lnTo>
                    <a:lnTo>
                      <a:pt x="73324" y="109860"/>
                    </a:lnTo>
                    <a:lnTo>
                      <a:pt x="60876" y="82346"/>
                    </a:lnTo>
                    <a:lnTo>
                      <a:pt x="47925" y="88205"/>
                    </a:lnTo>
                    <a:lnTo>
                      <a:pt x="0" y="41073"/>
                    </a:lnTo>
                    <a:lnTo>
                      <a:pt x="8482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0" name="Контур"/>
              <p:cNvSpPr/>
              <p:nvPr/>
            </p:nvSpPr>
            <p:spPr>
              <a:xfrm>
                <a:off x="7433839" y="7918923"/>
                <a:ext cx="59843" cy="62475"/>
              </a:xfrm>
              <a:custGeom>
                <a:avLst/>
                <a:gdLst/>
                <a:ahLst/>
                <a:cxnLst/>
                <a:rect l="l" t="t" r="r" b="b"/>
                <a:pathLst>
                  <a:path w="59843" h="62475">
                    <a:moveTo>
                      <a:pt x="0" y="20057"/>
                    </a:moveTo>
                    <a:lnTo>
                      <a:pt x="36593" y="0"/>
                    </a:lnTo>
                    <a:lnTo>
                      <a:pt x="59843" y="42419"/>
                    </a:lnTo>
                    <a:lnTo>
                      <a:pt x="23249" y="62475"/>
                    </a:lnTo>
                    <a:lnTo>
                      <a:pt x="0" y="2005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1" name="Контур"/>
              <p:cNvSpPr/>
              <p:nvPr/>
            </p:nvSpPr>
            <p:spPr>
              <a:xfrm>
                <a:off x="7382317" y="7927184"/>
                <a:ext cx="42316" cy="40417"/>
              </a:xfrm>
              <a:custGeom>
                <a:avLst/>
                <a:gdLst/>
                <a:ahLst/>
                <a:cxnLst/>
                <a:rect l="l" t="t" r="r" b="b"/>
                <a:pathLst>
                  <a:path w="42316" h="40417">
                    <a:moveTo>
                      <a:pt x="0" y="13722"/>
                    </a:moveTo>
                    <a:lnTo>
                      <a:pt x="30176" y="0"/>
                    </a:lnTo>
                    <a:lnTo>
                      <a:pt x="42316" y="26695"/>
                    </a:lnTo>
                    <a:lnTo>
                      <a:pt x="12139" y="40417"/>
                    </a:lnTo>
                    <a:lnTo>
                      <a:pt x="0" y="137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2" name="Контур"/>
              <p:cNvSpPr/>
              <p:nvPr/>
            </p:nvSpPr>
            <p:spPr>
              <a:xfrm>
                <a:off x="7944683" y="7557002"/>
                <a:ext cx="195716" cy="181508"/>
              </a:xfrm>
              <a:custGeom>
                <a:avLst/>
                <a:gdLst/>
                <a:ahLst/>
                <a:cxnLst/>
                <a:rect l="l" t="t" r="r" b="b"/>
                <a:pathLst>
                  <a:path w="195716" h="181508">
                    <a:moveTo>
                      <a:pt x="0" y="87594"/>
                    </a:moveTo>
                    <a:lnTo>
                      <a:pt x="134597" y="0"/>
                    </a:lnTo>
                    <a:lnTo>
                      <a:pt x="184616" y="76576"/>
                    </a:lnTo>
                    <a:lnTo>
                      <a:pt x="195716" y="93914"/>
                    </a:lnTo>
                    <a:lnTo>
                      <a:pt x="61118" y="181508"/>
                    </a:lnTo>
                    <a:lnTo>
                      <a:pt x="0" y="875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3" name="Контур"/>
              <p:cNvSpPr/>
              <p:nvPr/>
            </p:nvSpPr>
            <p:spPr>
              <a:xfrm>
                <a:off x="7270982" y="7531806"/>
                <a:ext cx="84636" cy="58176"/>
              </a:xfrm>
              <a:custGeom>
                <a:avLst/>
                <a:gdLst/>
                <a:ahLst/>
                <a:cxnLst/>
                <a:rect l="l" t="t" r="r" b="b"/>
                <a:pathLst>
                  <a:path w="84636" h="58176">
                    <a:moveTo>
                      <a:pt x="10701" y="58176"/>
                    </a:moveTo>
                    <a:lnTo>
                      <a:pt x="0" y="36234"/>
                    </a:lnTo>
                    <a:lnTo>
                      <a:pt x="5517" y="33462"/>
                    </a:lnTo>
                    <a:lnTo>
                      <a:pt x="73944" y="0"/>
                    </a:lnTo>
                    <a:lnTo>
                      <a:pt x="84636" y="21870"/>
                    </a:lnTo>
                    <a:lnTo>
                      <a:pt x="10701" y="581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4" name="Контур"/>
              <p:cNvSpPr/>
              <p:nvPr/>
            </p:nvSpPr>
            <p:spPr>
              <a:xfrm>
                <a:off x="7841462" y="7266332"/>
                <a:ext cx="404955" cy="305811"/>
              </a:xfrm>
              <a:custGeom>
                <a:avLst/>
                <a:gdLst/>
                <a:ahLst/>
                <a:cxnLst/>
                <a:rect l="l" t="t" r="r" b="b"/>
                <a:pathLst>
                  <a:path w="404955" h="305811">
                    <a:moveTo>
                      <a:pt x="370422" y="0"/>
                    </a:moveTo>
                    <a:lnTo>
                      <a:pt x="404955" y="73872"/>
                    </a:lnTo>
                    <a:lnTo>
                      <a:pt x="44019" y="305811"/>
                    </a:lnTo>
                    <a:lnTo>
                      <a:pt x="0" y="237006"/>
                    </a:lnTo>
                    <a:lnTo>
                      <a:pt x="37042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5" name="Контур"/>
              <p:cNvSpPr/>
              <p:nvPr/>
            </p:nvSpPr>
            <p:spPr>
              <a:xfrm>
                <a:off x="7110032" y="7161545"/>
                <a:ext cx="279539" cy="403723"/>
              </a:xfrm>
              <a:custGeom>
                <a:avLst/>
                <a:gdLst/>
                <a:ahLst/>
                <a:cxnLst/>
                <a:rect l="l" t="t" r="r" b="b"/>
                <a:pathLst>
                  <a:path w="279539" h="403723">
                    <a:moveTo>
                      <a:pt x="38394" y="34128"/>
                    </a:moveTo>
                    <a:lnTo>
                      <a:pt x="107424" y="0"/>
                    </a:lnTo>
                    <a:lnTo>
                      <a:pt x="217787" y="224696"/>
                    </a:lnTo>
                    <a:lnTo>
                      <a:pt x="275382" y="339723"/>
                    </a:lnTo>
                    <a:lnTo>
                      <a:pt x="279539" y="348288"/>
                    </a:lnTo>
                    <a:lnTo>
                      <a:pt x="234894" y="370261"/>
                    </a:lnTo>
                    <a:lnTo>
                      <a:pt x="166467" y="403723"/>
                    </a:lnTo>
                    <a:lnTo>
                      <a:pt x="0" y="53109"/>
                    </a:lnTo>
                    <a:lnTo>
                      <a:pt x="38394" y="3412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6" name="Контур"/>
              <p:cNvSpPr/>
              <p:nvPr/>
            </p:nvSpPr>
            <p:spPr>
              <a:xfrm>
                <a:off x="5483710" y="7225206"/>
                <a:ext cx="68587" cy="73462"/>
              </a:xfrm>
              <a:custGeom>
                <a:avLst/>
                <a:gdLst/>
                <a:ahLst/>
                <a:cxnLst/>
                <a:rect l="l" t="t" r="r" b="b"/>
                <a:pathLst>
                  <a:path w="68587" h="73462">
                    <a:moveTo>
                      <a:pt x="34293" y="73462"/>
                    </a:moveTo>
                    <a:lnTo>
                      <a:pt x="0" y="23573"/>
                    </a:lnTo>
                    <a:lnTo>
                      <a:pt x="34293" y="0"/>
                    </a:lnTo>
                    <a:lnTo>
                      <a:pt x="68587" y="49889"/>
                    </a:lnTo>
                    <a:lnTo>
                      <a:pt x="34293" y="734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7" name="Контур"/>
              <p:cNvSpPr/>
              <p:nvPr/>
            </p:nvSpPr>
            <p:spPr>
              <a:xfrm>
                <a:off x="6508797" y="6768642"/>
                <a:ext cx="77111" cy="79853"/>
              </a:xfrm>
              <a:custGeom>
                <a:avLst/>
                <a:gdLst/>
                <a:ahLst/>
                <a:cxnLst/>
                <a:rect l="l" t="t" r="r" b="b"/>
                <a:pathLst>
                  <a:path w="77111" h="79853">
                    <a:moveTo>
                      <a:pt x="31368" y="79853"/>
                    </a:moveTo>
                    <a:lnTo>
                      <a:pt x="0" y="27308"/>
                    </a:lnTo>
                    <a:lnTo>
                      <a:pt x="45744" y="0"/>
                    </a:lnTo>
                    <a:lnTo>
                      <a:pt x="77111" y="52545"/>
                    </a:lnTo>
                    <a:lnTo>
                      <a:pt x="31368" y="798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8" name="Контур"/>
              <p:cNvSpPr/>
              <p:nvPr/>
            </p:nvSpPr>
            <p:spPr>
              <a:xfrm>
                <a:off x="6896056" y="6631253"/>
                <a:ext cx="98713" cy="103844"/>
              </a:xfrm>
              <a:custGeom>
                <a:avLst/>
                <a:gdLst/>
                <a:ahLst/>
                <a:cxnLst/>
                <a:rect l="l" t="t" r="r" b="b"/>
                <a:pathLst>
                  <a:path w="98713" h="103844">
                    <a:moveTo>
                      <a:pt x="0" y="30851"/>
                    </a:moveTo>
                    <a:lnTo>
                      <a:pt x="62927" y="0"/>
                    </a:lnTo>
                    <a:lnTo>
                      <a:pt x="98713" y="72992"/>
                    </a:lnTo>
                    <a:lnTo>
                      <a:pt x="35788" y="103844"/>
                    </a:lnTo>
                    <a:lnTo>
                      <a:pt x="0" y="3085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9" name="Контур"/>
              <p:cNvSpPr/>
              <p:nvPr/>
            </p:nvSpPr>
            <p:spPr>
              <a:xfrm>
                <a:off x="6057194" y="6218872"/>
                <a:ext cx="124514" cy="99832"/>
              </a:xfrm>
              <a:custGeom>
                <a:avLst/>
                <a:gdLst/>
                <a:ahLst/>
                <a:cxnLst/>
                <a:rect l="l" t="t" r="r" b="b"/>
                <a:pathLst>
                  <a:path w="124514" h="99832">
                    <a:moveTo>
                      <a:pt x="99269" y="0"/>
                    </a:moveTo>
                    <a:lnTo>
                      <a:pt x="111806" y="18723"/>
                    </a:lnTo>
                    <a:lnTo>
                      <a:pt x="124514" y="37702"/>
                    </a:lnTo>
                    <a:lnTo>
                      <a:pt x="22932" y="99832"/>
                    </a:lnTo>
                    <a:lnTo>
                      <a:pt x="0" y="61987"/>
                    </a:lnTo>
                    <a:lnTo>
                      <a:pt x="10296" y="55489"/>
                    </a:lnTo>
                    <a:lnTo>
                      <a:pt x="68481" y="18796"/>
                    </a:lnTo>
                    <a:lnTo>
                      <a:pt x="9926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0" name="Контур"/>
              <p:cNvSpPr/>
              <p:nvPr/>
            </p:nvSpPr>
            <p:spPr>
              <a:xfrm>
                <a:off x="6742858" y="6436938"/>
                <a:ext cx="60609" cy="65799"/>
              </a:xfrm>
              <a:custGeom>
                <a:avLst/>
                <a:gdLst/>
                <a:ahLst/>
                <a:cxnLst/>
                <a:rect l="l" t="t" r="r" b="b"/>
                <a:pathLst>
                  <a:path w="60609" h="65799">
                    <a:moveTo>
                      <a:pt x="37320" y="0"/>
                    </a:moveTo>
                    <a:lnTo>
                      <a:pt x="60609" y="47502"/>
                    </a:lnTo>
                    <a:lnTo>
                      <a:pt x="23291" y="65799"/>
                    </a:lnTo>
                    <a:lnTo>
                      <a:pt x="0" y="18297"/>
                    </a:lnTo>
                    <a:lnTo>
                      <a:pt x="3732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1" name="Контур"/>
              <p:cNvSpPr/>
              <p:nvPr/>
            </p:nvSpPr>
            <p:spPr>
              <a:xfrm>
                <a:off x="5804708" y="5820995"/>
                <a:ext cx="320967" cy="453366"/>
              </a:xfrm>
              <a:custGeom>
                <a:avLst/>
                <a:gdLst/>
                <a:ahLst/>
                <a:cxnLst/>
                <a:rect l="l" t="t" r="r" b="b"/>
                <a:pathLst>
                  <a:path w="320967" h="453366">
                    <a:moveTo>
                      <a:pt x="51102" y="4482"/>
                    </a:moveTo>
                    <a:lnTo>
                      <a:pt x="58203" y="0"/>
                    </a:lnTo>
                    <a:lnTo>
                      <a:pt x="132840" y="118359"/>
                    </a:lnTo>
                    <a:lnTo>
                      <a:pt x="320967" y="416673"/>
                    </a:lnTo>
                    <a:lnTo>
                      <a:pt x="262782" y="453366"/>
                    </a:lnTo>
                    <a:lnTo>
                      <a:pt x="245862" y="426528"/>
                    </a:lnTo>
                    <a:lnTo>
                      <a:pt x="0" y="36702"/>
                    </a:lnTo>
                    <a:lnTo>
                      <a:pt x="51102" y="44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2" name="Контур"/>
              <p:cNvSpPr/>
              <p:nvPr/>
            </p:nvSpPr>
            <p:spPr>
              <a:xfrm>
                <a:off x="5832347" y="7160969"/>
                <a:ext cx="753507" cy="527580"/>
              </a:xfrm>
              <a:custGeom>
                <a:avLst/>
                <a:gdLst/>
                <a:ahLst/>
                <a:cxnLst/>
                <a:rect l="l" t="t" r="r" b="b"/>
                <a:pathLst>
                  <a:path w="753507" h="527580">
                    <a:moveTo>
                      <a:pt x="693972" y="0"/>
                    </a:moveTo>
                    <a:lnTo>
                      <a:pt x="741942" y="77076"/>
                    </a:lnTo>
                    <a:lnTo>
                      <a:pt x="753507" y="95661"/>
                    </a:lnTo>
                    <a:lnTo>
                      <a:pt x="421774" y="301838"/>
                    </a:lnTo>
                    <a:lnTo>
                      <a:pt x="147416" y="472830"/>
                    </a:lnTo>
                    <a:lnTo>
                      <a:pt x="59436" y="527580"/>
                    </a:lnTo>
                    <a:lnTo>
                      <a:pt x="0" y="432279"/>
                    </a:lnTo>
                    <a:lnTo>
                      <a:pt x="468603" y="140256"/>
                    </a:lnTo>
                    <a:lnTo>
                      <a:pt x="69397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3" name="Контур"/>
              <p:cNvSpPr/>
              <p:nvPr/>
            </p:nvSpPr>
            <p:spPr>
              <a:xfrm>
                <a:off x="5689310" y="6889934"/>
                <a:ext cx="974799" cy="719941"/>
              </a:xfrm>
              <a:custGeom>
                <a:avLst/>
                <a:gdLst/>
                <a:ahLst/>
                <a:cxnLst/>
                <a:rect l="l" t="t" r="r" b="b"/>
                <a:pathLst>
                  <a:path w="974799" h="719941">
                    <a:moveTo>
                      <a:pt x="117154" y="719941"/>
                    </a:moveTo>
                    <a:lnTo>
                      <a:pt x="0" y="534852"/>
                    </a:lnTo>
                    <a:lnTo>
                      <a:pt x="859491" y="0"/>
                    </a:lnTo>
                    <a:lnTo>
                      <a:pt x="974799" y="185274"/>
                    </a:lnTo>
                    <a:lnTo>
                      <a:pt x="837009" y="271035"/>
                    </a:lnTo>
                    <a:lnTo>
                      <a:pt x="611640" y="411291"/>
                    </a:lnTo>
                    <a:lnTo>
                      <a:pt x="143037" y="703314"/>
                    </a:lnTo>
                    <a:lnTo>
                      <a:pt x="117154" y="7199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4" name="Контур"/>
              <p:cNvSpPr/>
              <p:nvPr/>
            </p:nvSpPr>
            <p:spPr>
              <a:xfrm>
                <a:off x="4889957" y="7337087"/>
                <a:ext cx="231573" cy="211615"/>
              </a:xfrm>
              <a:custGeom>
                <a:avLst/>
                <a:gdLst/>
                <a:ahLst/>
                <a:cxnLst/>
                <a:rect l="l" t="t" r="r" b="b"/>
                <a:pathLst>
                  <a:path w="231573" h="211615">
                    <a:moveTo>
                      <a:pt x="161365" y="0"/>
                    </a:moveTo>
                    <a:lnTo>
                      <a:pt x="231573" y="110227"/>
                    </a:lnTo>
                    <a:lnTo>
                      <a:pt x="69463" y="211615"/>
                    </a:lnTo>
                    <a:lnTo>
                      <a:pt x="0" y="104817"/>
                    </a:lnTo>
                    <a:lnTo>
                      <a:pt x="84258" y="50457"/>
                    </a:lnTo>
                    <a:lnTo>
                      <a:pt x="16136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5" name="Контур"/>
              <p:cNvSpPr/>
              <p:nvPr/>
            </p:nvSpPr>
            <p:spPr>
              <a:xfrm>
                <a:off x="5209931" y="7125351"/>
                <a:ext cx="260932" cy="265345"/>
              </a:xfrm>
              <a:custGeom>
                <a:avLst/>
                <a:gdLst/>
                <a:ahLst/>
                <a:cxnLst/>
                <a:rect l="l" t="t" r="r" b="b"/>
                <a:pathLst>
                  <a:path w="260932" h="265345">
                    <a:moveTo>
                      <a:pt x="0" y="125012"/>
                    </a:moveTo>
                    <a:lnTo>
                      <a:pt x="197230" y="0"/>
                    </a:lnTo>
                    <a:lnTo>
                      <a:pt x="260932" y="94985"/>
                    </a:lnTo>
                    <a:lnTo>
                      <a:pt x="218056" y="124400"/>
                    </a:lnTo>
                    <a:lnTo>
                      <a:pt x="243782" y="169747"/>
                    </a:lnTo>
                    <a:lnTo>
                      <a:pt x="90652" y="265345"/>
                    </a:lnTo>
                    <a:lnTo>
                      <a:pt x="0" y="1250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6" name="Контур"/>
              <p:cNvSpPr/>
              <p:nvPr/>
            </p:nvSpPr>
            <p:spPr>
              <a:xfrm>
                <a:off x="6526319" y="7075208"/>
                <a:ext cx="373878" cy="466056"/>
              </a:xfrm>
              <a:custGeom>
                <a:avLst/>
                <a:gdLst/>
                <a:ahLst/>
                <a:cxnLst/>
                <a:rect l="l" t="t" r="r" b="b"/>
                <a:pathLst>
                  <a:path w="373878" h="466056">
                    <a:moveTo>
                      <a:pt x="373878" y="381096"/>
                    </a:moveTo>
                    <a:lnTo>
                      <a:pt x="242460" y="462717"/>
                    </a:lnTo>
                    <a:lnTo>
                      <a:pt x="237078" y="466056"/>
                    </a:lnTo>
                    <a:lnTo>
                      <a:pt x="59535" y="181422"/>
                    </a:lnTo>
                    <a:lnTo>
                      <a:pt x="47970" y="162837"/>
                    </a:lnTo>
                    <a:lnTo>
                      <a:pt x="0" y="85761"/>
                    </a:lnTo>
                    <a:lnTo>
                      <a:pt x="137790" y="0"/>
                    </a:lnTo>
                    <a:lnTo>
                      <a:pt x="373878" y="38109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7" name="Контур"/>
              <p:cNvSpPr/>
              <p:nvPr/>
            </p:nvSpPr>
            <p:spPr>
              <a:xfrm>
                <a:off x="5086407" y="7270065"/>
                <a:ext cx="113013" cy="107239"/>
              </a:xfrm>
              <a:custGeom>
                <a:avLst/>
                <a:gdLst/>
                <a:ahLst/>
                <a:cxnLst/>
                <a:rect l="l" t="t" r="r" b="b"/>
                <a:pathLst>
                  <a:path w="113013" h="107239">
                    <a:moveTo>
                      <a:pt x="0" y="45053"/>
                    </a:moveTo>
                    <a:lnTo>
                      <a:pt x="76287" y="0"/>
                    </a:lnTo>
                    <a:lnTo>
                      <a:pt x="113013" y="62186"/>
                    </a:lnTo>
                    <a:lnTo>
                      <a:pt x="36726" y="107239"/>
                    </a:lnTo>
                    <a:lnTo>
                      <a:pt x="0" y="450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8" name="Контур"/>
              <p:cNvSpPr/>
              <p:nvPr/>
            </p:nvSpPr>
            <p:spPr>
              <a:xfrm>
                <a:off x="4923792" y="7755608"/>
                <a:ext cx="411037" cy="316033"/>
              </a:xfrm>
              <a:custGeom>
                <a:avLst/>
                <a:gdLst/>
                <a:ahLst/>
                <a:cxnLst/>
                <a:rect l="l" t="t" r="r" b="b"/>
                <a:pathLst>
                  <a:path w="411037" h="316033">
                    <a:moveTo>
                      <a:pt x="51380" y="316033"/>
                    </a:moveTo>
                    <a:lnTo>
                      <a:pt x="0" y="224173"/>
                    </a:lnTo>
                    <a:lnTo>
                      <a:pt x="339444" y="0"/>
                    </a:lnTo>
                    <a:lnTo>
                      <a:pt x="411037" y="107028"/>
                    </a:lnTo>
                    <a:lnTo>
                      <a:pt x="392085" y="120512"/>
                    </a:lnTo>
                    <a:lnTo>
                      <a:pt x="408510" y="146217"/>
                    </a:lnTo>
                    <a:lnTo>
                      <a:pt x="359235" y="175713"/>
                    </a:lnTo>
                    <a:lnTo>
                      <a:pt x="341126" y="147480"/>
                    </a:lnTo>
                    <a:lnTo>
                      <a:pt x="51380" y="3160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9" name="Контур"/>
              <p:cNvSpPr/>
              <p:nvPr/>
            </p:nvSpPr>
            <p:spPr>
              <a:xfrm>
                <a:off x="6814269" y="7802813"/>
                <a:ext cx="160517" cy="253082"/>
              </a:xfrm>
              <a:custGeom>
                <a:avLst/>
                <a:gdLst/>
                <a:ahLst/>
                <a:cxnLst/>
                <a:rect l="l" t="t" r="r" b="b"/>
                <a:pathLst>
                  <a:path w="160517" h="253082">
                    <a:moveTo>
                      <a:pt x="0" y="16766"/>
                    </a:moveTo>
                    <a:lnTo>
                      <a:pt x="30466" y="0"/>
                    </a:lnTo>
                    <a:lnTo>
                      <a:pt x="160517" y="236316"/>
                    </a:lnTo>
                    <a:lnTo>
                      <a:pt x="130051" y="253082"/>
                    </a:lnTo>
                    <a:lnTo>
                      <a:pt x="0" y="1676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0" name="Контур"/>
              <p:cNvSpPr/>
              <p:nvPr/>
            </p:nvSpPr>
            <p:spPr>
              <a:xfrm>
                <a:off x="5312257" y="7764530"/>
                <a:ext cx="112251" cy="121849"/>
              </a:xfrm>
              <a:custGeom>
                <a:avLst/>
                <a:gdLst/>
                <a:ahLst/>
                <a:cxnLst/>
                <a:rect l="l" t="t" r="r" b="b"/>
                <a:pathLst>
                  <a:path w="112251" h="121849">
                    <a:moveTo>
                      <a:pt x="54736" y="121849"/>
                    </a:moveTo>
                    <a:lnTo>
                      <a:pt x="0" y="37183"/>
                    </a:lnTo>
                    <a:lnTo>
                      <a:pt x="57515" y="0"/>
                    </a:lnTo>
                    <a:lnTo>
                      <a:pt x="112251" y="84666"/>
                    </a:lnTo>
                    <a:lnTo>
                      <a:pt x="54736" y="1218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1" name="Контур"/>
              <p:cNvSpPr/>
              <p:nvPr/>
            </p:nvSpPr>
            <p:spPr>
              <a:xfrm>
                <a:off x="5450837" y="7424786"/>
                <a:ext cx="413595" cy="576126"/>
              </a:xfrm>
              <a:custGeom>
                <a:avLst/>
                <a:gdLst/>
                <a:ahLst/>
                <a:cxnLst/>
                <a:rect l="l" t="t" r="r" b="b"/>
                <a:pathLst>
                  <a:path w="413595" h="576126">
                    <a:moveTo>
                      <a:pt x="0" y="153198"/>
                    </a:moveTo>
                    <a:lnTo>
                      <a:pt x="222597" y="10197"/>
                    </a:lnTo>
                    <a:lnTo>
                      <a:pt x="238473" y="0"/>
                    </a:lnTo>
                    <a:lnTo>
                      <a:pt x="355627" y="185089"/>
                    </a:lnTo>
                    <a:lnTo>
                      <a:pt x="369550" y="206763"/>
                    </a:lnTo>
                    <a:lnTo>
                      <a:pt x="316200" y="240904"/>
                    </a:lnTo>
                    <a:lnTo>
                      <a:pt x="274256" y="267979"/>
                    </a:lnTo>
                    <a:lnTo>
                      <a:pt x="291575" y="294242"/>
                    </a:lnTo>
                    <a:lnTo>
                      <a:pt x="413595" y="484887"/>
                    </a:lnTo>
                    <a:lnTo>
                      <a:pt x="271557" y="576126"/>
                    </a:lnTo>
                    <a:lnTo>
                      <a:pt x="0" y="15319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2" name="Контур"/>
              <p:cNvSpPr/>
              <p:nvPr/>
            </p:nvSpPr>
            <p:spPr>
              <a:xfrm>
                <a:off x="5979763" y="7462807"/>
                <a:ext cx="315581" cy="236443"/>
              </a:xfrm>
              <a:custGeom>
                <a:avLst/>
                <a:gdLst/>
                <a:ahLst/>
                <a:cxnLst/>
                <a:rect l="l" t="t" r="r" b="b"/>
                <a:pathLst>
                  <a:path w="315581" h="236443">
                    <a:moveTo>
                      <a:pt x="40729" y="236443"/>
                    </a:moveTo>
                    <a:lnTo>
                      <a:pt x="0" y="170992"/>
                    </a:lnTo>
                    <a:lnTo>
                      <a:pt x="274358" y="0"/>
                    </a:lnTo>
                    <a:lnTo>
                      <a:pt x="315581" y="65404"/>
                    </a:lnTo>
                    <a:lnTo>
                      <a:pt x="40729" y="2364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3" name="Контур"/>
              <p:cNvSpPr/>
              <p:nvPr/>
            </p:nvSpPr>
            <p:spPr>
              <a:xfrm>
                <a:off x="5725093" y="7665690"/>
                <a:ext cx="58740" cy="53338"/>
              </a:xfrm>
              <a:custGeom>
                <a:avLst/>
                <a:gdLst/>
                <a:ahLst/>
                <a:cxnLst/>
                <a:rect l="l" t="t" r="r" b="b"/>
                <a:pathLst>
                  <a:path w="58740" h="53338">
                    <a:moveTo>
                      <a:pt x="41944" y="0"/>
                    </a:moveTo>
                    <a:lnTo>
                      <a:pt x="58740" y="25528"/>
                    </a:lnTo>
                    <a:lnTo>
                      <a:pt x="17319" y="53338"/>
                    </a:lnTo>
                    <a:lnTo>
                      <a:pt x="0" y="27075"/>
                    </a:lnTo>
                    <a:lnTo>
                      <a:pt x="4194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4" name="Контур"/>
              <p:cNvSpPr/>
              <p:nvPr/>
            </p:nvSpPr>
            <p:spPr>
              <a:xfrm>
                <a:off x="4598929" y="6605000"/>
                <a:ext cx="122157" cy="140305"/>
              </a:xfrm>
              <a:custGeom>
                <a:avLst/>
                <a:gdLst/>
                <a:ahLst/>
                <a:cxnLst/>
                <a:rect l="l" t="t" r="r" b="b"/>
                <a:pathLst>
                  <a:path w="122157" h="140305">
                    <a:moveTo>
                      <a:pt x="64600" y="0"/>
                    </a:moveTo>
                    <a:lnTo>
                      <a:pt x="122157" y="86383"/>
                    </a:lnTo>
                    <a:lnTo>
                      <a:pt x="41228" y="140305"/>
                    </a:lnTo>
                    <a:lnTo>
                      <a:pt x="0" y="78429"/>
                    </a:lnTo>
                    <a:lnTo>
                      <a:pt x="17666" y="66659"/>
                    </a:lnTo>
                    <a:lnTo>
                      <a:pt x="1336" y="42152"/>
                    </a:lnTo>
                    <a:lnTo>
                      <a:pt x="6460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5" name="Контур"/>
              <p:cNvSpPr/>
              <p:nvPr/>
            </p:nvSpPr>
            <p:spPr>
              <a:xfrm>
                <a:off x="4340707" y="6159350"/>
                <a:ext cx="582370" cy="433993"/>
              </a:xfrm>
              <a:custGeom>
                <a:avLst/>
                <a:gdLst/>
                <a:ahLst/>
                <a:cxnLst/>
                <a:rect l="l" t="t" r="r" b="b"/>
                <a:pathLst>
                  <a:path w="582370" h="433993">
                    <a:moveTo>
                      <a:pt x="582370" y="101754"/>
                    </a:moveTo>
                    <a:lnTo>
                      <a:pt x="59914" y="433993"/>
                    </a:lnTo>
                    <a:lnTo>
                      <a:pt x="0" y="342534"/>
                    </a:lnTo>
                    <a:lnTo>
                      <a:pt x="38495" y="317186"/>
                    </a:lnTo>
                    <a:lnTo>
                      <a:pt x="87968" y="284343"/>
                    </a:lnTo>
                    <a:lnTo>
                      <a:pt x="225181" y="194351"/>
                    </a:lnTo>
                    <a:lnTo>
                      <a:pt x="272227" y="161524"/>
                    </a:lnTo>
                    <a:lnTo>
                      <a:pt x="517804" y="0"/>
                    </a:lnTo>
                    <a:lnTo>
                      <a:pt x="582370" y="1017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6" name="Контур"/>
              <p:cNvSpPr/>
              <p:nvPr/>
            </p:nvSpPr>
            <p:spPr>
              <a:xfrm>
                <a:off x="4231164" y="6179489"/>
                <a:ext cx="67023" cy="72128"/>
              </a:xfrm>
              <a:custGeom>
                <a:avLst/>
                <a:gdLst/>
                <a:ahLst/>
                <a:cxnLst/>
                <a:rect l="l" t="t" r="r" b="b"/>
                <a:pathLst>
                  <a:path w="67023" h="72128">
                    <a:moveTo>
                      <a:pt x="0" y="22653"/>
                    </a:moveTo>
                    <a:lnTo>
                      <a:pt x="32019" y="0"/>
                    </a:lnTo>
                    <a:lnTo>
                      <a:pt x="67023" y="49475"/>
                    </a:lnTo>
                    <a:lnTo>
                      <a:pt x="35005" y="72128"/>
                    </a:lnTo>
                    <a:lnTo>
                      <a:pt x="0" y="226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7" name="Контур"/>
              <p:cNvSpPr/>
              <p:nvPr/>
            </p:nvSpPr>
            <p:spPr>
              <a:xfrm>
                <a:off x="4250883" y="6330188"/>
                <a:ext cx="128319" cy="171696"/>
              </a:xfrm>
              <a:custGeom>
                <a:avLst/>
                <a:gdLst/>
                <a:ahLst/>
                <a:cxnLst/>
                <a:rect l="l" t="t" r="r" b="b"/>
                <a:pathLst>
                  <a:path w="128319" h="171696">
                    <a:moveTo>
                      <a:pt x="89824" y="171696"/>
                    </a:moveTo>
                    <a:lnTo>
                      <a:pt x="0" y="26176"/>
                    </a:lnTo>
                    <a:lnTo>
                      <a:pt x="40015" y="0"/>
                    </a:lnTo>
                    <a:lnTo>
                      <a:pt x="128319" y="146348"/>
                    </a:lnTo>
                    <a:lnTo>
                      <a:pt x="89824" y="17169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8" name="Контур"/>
              <p:cNvSpPr/>
              <p:nvPr/>
            </p:nvSpPr>
            <p:spPr>
              <a:xfrm>
                <a:off x="4313595" y="5703269"/>
                <a:ext cx="830346" cy="587965"/>
              </a:xfrm>
              <a:custGeom>
                <a:avLst/>
                <a:gdLst/>
                <a:ahLst/>
                <a:cxnLst/>
                <a:rect l="l" t="t" r="r" b="b"/>
                <a:pathLst>
                  <a:path w="830346" h="587965">
                    <a:moveTo>
                      <a:pt x="429752" y="25386"/>
                    </a:moveTo>
                    <a:lnTo>
                      <a:pt x="534422" y="171186"/>
                    </a:lnTo>
                    <a:lnTo>
                      <a:pt x="745578" y="22524"/>
                    </a:lnTo>
                    <a:lnTo>
                      <a:pt x="830346" y="138416"/>
                    </a:lnTo>
                    <a:lnTo>
                      <a:pt x="255753" y="555139"/>
                    </a:lnTo>
                    <a:lnTo>
                      <a:pt x="208707" y="587965"/>
                    </a:lnTo>
                    <a:lnTo>
                      <a:pt x="0" y="302387"/>
                    </a:lnTo>
                    <a:lnTo>
                      <a:pt x="413044" y="0"/>
                    </a:lnTo>
                    <a:lnTo>
                      <a:pt x="429752" y="2538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9" name="Контур"/>
              <p:cNvSpPr/>
              <p:nvPr/>
            </p:nvSpPr>
            <p:spPr>
              <a:xfrm>
                <a:off x="4858511" y="5806335"/>
                <a:ext cx="574069" cy="454769"/>
              </a:xfrm>
              <a:custGeom>
                <a:avLst/>
                <a:gdLst/>
                <a:ahLst/>
                <a:cxnLst/>
                <a:rect l="l" t="t" r="r" b="b"/>
                <a:pathLst>
                  <a:path w="574069" h="454769">
                    <a:moveTo>
                      <a:pt x="0" y="353015"/>
                    </a:moveTo>
                    <a:lnTo>
                      <a:pt x="487453" y="0"/>
                    </a:lnTo>
                    <a:lnTo>
                      <a:pt x="574069" y="118622"/>
                    </a:lnTo>
                    <a:lnTo>
                      <a:pt x="64566" y="454769"/>
                    </a:lnTo>
                    <a:lnTo>
                      <a:pt x="0" y="3530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0" name="Контур"/>
              <p:cNvSpPr/>
              <p:nvPr/>
            </p:nvSpPr>
            <p:spPr>
              <a:xfrm>
                <a:off x="4240517" y="6918302"/>
                <a:ext cx="455850" cy="406827"/>
              </a:xfrm>
              <a:custGeom>
                <a:avLst/>
                <a:gdLst/>
                <a:ahLst/>
                <a:cxnLst/>
                <a:rect l="l" t="t" r="r" b="b"/>
                <a:pathLst>
                  <a:path w="455850" h="406827">
                    <a:moveTo>
                      <a:pt x="0" y="209682"/>
                    </a:moveTo>
                    <a:lnTo>
                      <a:pt x="330930" y="0"/>
                    </a:lnTo>
                    <a:lnTo>
                      <a:pt x="455850" y="197163"/>
                    </a:lnTo>
                    <a:lnTo>
                      <a:pt x="124875" y="406827"/>
                    </a:lnTo>
                    <a:lnTo>
                      <a:pt x="0" y="2096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1" name="Контур"/>
              <p:cNvSpPr/>
              <p:nvPr/>
            </p:nvSpPr>
            <p:spPr>
              <a:xfrm>
                <a:off x="3548926" y="6519557"/>
                <a:ext cx="849397" cy="658701"/>
              </a:xfrm>
              <a:custGeom>
                <a:avLst/>
                <a:gdLst/>
                <a:ahLst/>
                <a:cxnLst/>
                <a:rect l="l" t="t" r="r" b="b"/>
                <a:pathLst>
                  <a:path w="849397" h="658701">
                    <a:moveTo>
                      <a:pt x="350527" y="658701"/>
                    </a:moveTo>
                    <a:lnTo>
                      <a:pt x="248584" y="500112"/>
                    </a:lnTo>
                    <a:lnTo>
                      <a:pt x="242977" y="503721"/>
                    </a:lnTo>
                    <a:lnTo>
                      <a:pt x="134257" y="573597"/>
                    </a:lnTo>
                    <a:lnTo>
                      <a:pt x="0" y="390778"/>
                    </a:lnTo>
                    <a:lnTo>
                      <a:pt x="10644" y="383857"/>
                    </a:lnTo>
                    <a:lnTo>
                      <a:pt x="43111" y="362031"/>
                    </a:lnTo>
                    <a:lnTo>
                      <a:pt x="89671" y="425547"/>
                    </a:lnTo>
                    <a:lnTo>
                      <a:pt x="673357" y="0"/>
                    </a:lnTo>
                    <a:lnTo>
                      <a:pt x="849397" y="241488"/>
                    </a:lnTo>
                    <a:lnTo>
                      <a:pt x="822919" y="260784"/>
                    </a:lnTo>
                    <a:lnTo>
                      <a:pt x="848200" y="295461"/>
                    </a:lnTo>
                    <a:lnTo>
                      <a:pt x="350527" y="6587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2" name="Контур"/>
              <p:cNvSpPr/>
              <p:nvPr/>
            </p:nvSpPr>
            <p:spPr>
              <a:xfrm>
                <a:off x="4675277" y="6775751"/>
                <a:ext cx="206274" cy="256013"/>
              </a:xfrm>
              <a:custGeom>
                <a:avLst/>
                <a:gdLst/>
                <a:ahLst/>
                <a:cxnLst/>
                <a:rect l="l" t="t" r="r" b="b"/>
                <a:pathLst>
                  <a:path w="206274" h="256013">
                    <a:moveTo>
                      <a:pt x="0" y="46464"/>
                    </a:moveTo>
                    <a:lnTo>
                      <a:pt x="73121" y="0"/>
                    </a:lnTo>
                    <a:lnTo>
                      <a:pt x="206274" y="209550"/>
                    </a:lnTo>
                    <a:lnTo>
                      <a:pt x="133153" y="256013"/>
                    </a:lnTo>
                    <a:lnTo>
                      <a:pt x="0" y="464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3" name="Контур"/>
              <p:cNvSpPr/>
              <p:nvPr/>
            </p:nvSpPr>
            <p:spPr>
              <a:xfrm>
                <a:off x="4858295" y="5857697"/>
                <a:ext cx="1209195" cy="1013562"/>
              </a:xfrm>
              <a:custGeom>
                <a:avLst/>
                <a:gdLst/>
                <a:ahLst/>
                <a:cxnLst/>
                <a:rect l="l" t="t" r="r" b="b"/>
                <a:pathLst>
                  <a:path w="1209195" h="1013562">
                    <a:moveTo>
                      <a:pt x="262782" y="1013562"/>
                    </a:moveTo>
                    <a:lnTo>
                      <a:pt x="242253" y="981009"/>
                    </a:lnTo>
                    <a:lnTo>
                      <a:pt x="0" y="596898"/>
                    </a:lnTo>
                    <a:lnTo>
                      <a:pt x="787185" y="100422"/>
                    </a:lnTo>
                    <a:lnTo>
                      <a:pt x="810828" y="85509"/>
                    </a:lnTo>
                    <a:lnTo>
                      <a:pt x="825012" y="76563"/>
                    </a:lnTo>
                    <a:lnTo>
                      <a:pt x="946413" y="0"/>
                    </a:lnTo>
                    <a:lnTo>
                      <a:pt x="1192275" y="389826"/>
                    </a:lnTo>
                    <a:lnTo>
                      <a:pt x="1209195" y="416664"/>
                    </a:lnTo>
                    <a:lnTo>
                      <a:pt x="1198899" y="423162"/>
                    </a:lnTo>
                    <a:lnTo>
                      <a:pt x="262782" y="10135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4" name="Контур"/>
              <p:cNvSpPr/>
              <p:nvPr/>
            </p:nvSpPr>
            <p:spPr>
              <a:xfrm>
                <a:off x="3650972" y="6709754"/>
                <a:ext cx="57024" cy="52272"/>
              </a:xfrm>
              <a:custGeom>
                <a:avLst/>
                <a:gdLst/>
                <a:ahLst/>
                <a:cxnLst/>
                <a:rect l="l" t="t" r="r" b="b"/>
                <a:pathLst>
                  <a:path w="57024" h="52272">
                    <a:moveTo>
                      <a:pt x="0" y="28890"/>
                    </a:moveTo>
                    <a:lnTo>
                      <a:pt x="40248" y="0"/>
                    </a:lnTo>
                    <a:lnTo>
                      <a:pt x="57024" y="23472"/>
                    </a:lnTo>
                    <a:lnTo>
                      <a:pt x="16704" y="52272"/>
                    </a:lnTo>
                    <a:lnTo>
                      <a:pt x="0" y="288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5" name="Контур"/>
              <p:cNvSpPr/>
              <p:nvPr/>
            </p:nvSpPr>
            <p:spPr>
              <a:xfrm>
                <a:off x="4782938" y="6454595"/>
                <a:ext cx="338139" cy="463410"/>
              </a:xfrm>
              <a:custGeom>
                <a:avLst/>
                <a:gdLst/>
                <a:ahLst/>
                <a:cxnLst/>
                <a:rect l="l" t="t" r="r" b="b"/>
                <a:pathLst>
                  <a:path w="338139" h="463410">
                    <a:moveTo>
                      <a:pt x="0" y="47520"/>
                    </a:moveTo>
                    <a:lnTo>
                      <a:pt x="75357" y="0"/>
                    </a:lnTo>
                    <a:lnTo>
                      <a:pt x="317610" y="384111"/>
                    </a:lnTo>
                    <a:lnTo>
                      <a:pt x="338139" y="416664"/>
                    </a:lnTo>
                    <a:lnTo>
                      <a:pt x="264024" y="463410"/>
                    </a:lnTo>
                    <a:lnTo>
                      <a:pt x="0" y="475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6" name="Контур"/>
              <p:cNvSpPr/>
              <p:nvPr/>
            </p:nvSpPr>
            <p:spPr>
              <a:xfrm>
                <a:off x="3658270" y="7775487"/>
                <a:ext cx="207728" cy="162891"/>
              </a:xfrm>
              <a:custGeom>
                <a:avLst/>
                <a:gdLst/>
                <a:ahLst/>
                <a:cxnLst/>
                <a:rect l="l" t="t" r="r" b="b"/>
                <a:pathLst>
                  <a:path w="207728" h="162891">
                    <a:moveTo>
                      <a:pt x="0" y="114985"/>
                    </a:moveTo>
                    <a:lnTo>
                      <a:pt x="176522" y="0"/>
                    </a:lnTo>
                    <a:lnTo>
                      <a:pt x="207728" y="47906"/>
                    </a:lnTo>
                    <a:lnTo>
                      <a:pt x="31206" y="162891"/>
                    </a:lnTo>
                    <a:lnTo>
                      <a:pt x="0" y="1149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7" name="Контур"/>
              <p:cNvSpPr/>
              <p:nvPr/>
            </p:nvSpPr>
            <p:spPr>
              <a:xfrm>
                <a:off x="4813318" y="7441904"/>
                <a:ext cx="146102" cy="125772"/>
              </a:xfrm>
              <a:custGeom>
                <a:avLst/>
                <a:gdLst/>
                <a:ahLst/>
                <a:cxnLst/>
                <a:rect l="l" t="t" r="r" b="b"/>
                <a:pathLst>
                  <a:path w="146102" h="125772">
                    <a:moveTo>
                      <a:pt x="76639" y="0"/>
                    </a:moveTo>
                    <a:lnTo>
                      <a:pt x="146102" y="106798"/>
                    </a:lnTo>
                    <a:lnTo>
                      <a:pt x="124506" y="120844"/>
                    </a:lnTo>
                    <a:lnTo>
                      <a:pt x="104425" y="89970"/>
                    </a:lnTo>
                    <a:lnTo>
                      <a:pt x="49381" y="125772"/>
                    </a:lnTo>
                    <a:lnTo>
                      <a:pt x="0" y="49848"/>
                    </a:lnTo>
                    <a:lnTo>
                      <a:pt x="7663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8" name="Контур"/>
              <p:cNvSpPr/>
              <p:nvPr/>
            </p:nvSpPr>
            <p:spPr>
              <a:xfrm>
                <a:off x="3988940" y="7202672"/>
                <a:ext cx="342081" cy="349652"/>
              </a:xfrm>
              <a:custGeom>
                <a:avLst/>
                <a:gdLst/>
                <a:ahLst/>
                <a:cxnLst/>
                <a:rect l="l" t="t" r="r" b="b"/>
                <a:pathLst>
                  <a:path w="342081" h="349652">
                    <a:moveTo>
                      <a:pt x="228702" y="0"/>
                    </a:moveTo>
                    <a:lnTo>
                      <a:pt x="342081" y="173910"/>
                    </a:lnTo>
                    <a:lnTo>
                      <a:pt x="69958" y="349652"/>
                    </a:lnTo>
                    <a:lnTo>
                      <a:pt x="7118" y="256069"/>
                    </a:lnTo>
                    <a:lnTo>
                      <a:pt x="50735" y="226782"/>
                    </a:lnTo>
                    <a:lnTo>
                      <a:pt x="0" y="147324"/>
                    </a:lnTo>
                    <a:lnTo>
                      <a:pt x="34324" y="126123"/>
                    </a:lnTo>
                    <a:lnTo>
                      <a:pt x="22870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9" name="Контур"/>
              <p:cNvSpPr/>
              <p:nvPr/>
            </p:nvSpPr>
            <p:spPr>
              <a:xfrm>
                <a:off x="3655112" y="7019669"/>
                <a:ext cx="305901" cy="345915"/>
              </a:xfrm>
              <a:custGeom>
                <a:avLst/>
                <a:gdLst/>
                <a:ahLst/>
                <a:cxnLst/>
                <a:rect l="l" t="t" r="r" b="b"/>
                <a:pathLst>
                  <a:path w="305901" h="345915">
                    <a:moveTo>
                      <a:pt x="163485" y="345915"/>
                    </a:moveTo>
                    <a:lnTo>
                      <a:pt x="0" y="91530"/>
                    </a:lnTo>
                    <a:lnTo>
                      <a:pt x="28071" y="73485"/>
                    </a:lnTo>
                    <a:lnTo>
                      <a:pt x="136791" y="3609"/>
                    </a:lnTo>
                    <a:lnTo>
                      <a:pt x="142398" y="0"/>
                    </a:lnTo>
                    <a:lnTo>
                      <a:pt x="244341" y="158589"/>
                    </a:lnTo>
                    <a:lnTo>
                      <a:pt x="305901" y="254358"/>
                    </a:lnTo>
                    <a:lnTo>
                      <a:pt x="163485" y="3459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0" name="Контур"/>
              <p:cNvSpPr/>
              <p:nvPr/>
            </p:nvSpPr>
            <p:spPr>
              <a:xfrm>
                <a:off x="3859965" y="7387172"/>
                <a:ext cx="108890" cy="131515"/>
              </a:xfrm>
              <a:custGeom>
                <a:avLst/>
                <a:gdLst/>
                <a:ahLst/>
                <a:cxnLst/>
                <a:rect l="l" t="t" r="r" b="b"/>
                <a:pathLst>
                  <a:path w="108890" h="131515">
                    <a:moveTo>
                      <a:pt x="0" y="23874"/>
                    </a:moveTo>
                    <a:lnTo>
                      <a:pt x="34582" y="0"/>
                    </a:lnTo>
                    <a:lnTo>
                      <a:pt x="108890" y="107641"/>
                    </a:lnTo>
                    <a:lnTo>
                      <a:pt x="74307" y="131515"/>
                    </a:lnTo>
                    <a:lnTo>
                      <a:pt x="0" y="2387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1" name="Контур"/>
              <p:cNvSpPr/>
              <p:nvPr/>
            </p:nvSpPr>
            <p:spPr>
              <a:xfrm>
                <a:off x="3537842" y="7251887"/>
                <a:ext cx="178515" cy="153486"/>
              </a:xfrm>
              <a:custGeom>
                <a:avLst/>
                <a:gdLst/>
                <a:ahLst/>
                <a:cxnLst/>
                <a:rect l="l" t="t" r="r" b="b"/>
                <a:pathLst>
                  <a:path w="178515" h="153486">
                    <a:moveTo>
                      <a:pt x="135369" y="0"/>
                    </a:moveTo>
                    <a:lnTo>
                      <a:pt x="178515" y="67617"/>
                    </a:lnTo>
                    <a:lnTo>
                      <a:pt x="42849" y="153486"/>
                    </a:lnTo>
                    <a:lnTo>
                      <a:pt x="0" y="86256"/>
                    </a:lnTo>
                    <a:lnTo>
                      <a:pt x="13536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2" name="Контур"/>
              <p:cNvSpPr/>
              <p:nvPr/>
            </p:nvSpPr>
            <p:spPr>
              <a:xfrm>
                <a:off x="8996011" y="6875984"/>
                <a:ext cx="57013" cy="69826"/>
              </a:xfrm>
              <a:custGeom>
                <a:avLst/>
                <a:gdLst/>
                <a:ahLst/>
                <a:cxnLst/>
                <a:rect l="l" t="t" r="r" b="b"/>
                <a:pathLst>
                  <a:path w="57013" h="69826">
                    <a:moveTo>
                      <a:pt x="31066" y="0"/>
                    </a:moveTo>
                    <a:lnTo>
                      <a:pt x="57013" y="54711"/>
                    </a:lnTo>
                    <a:lnTo>
                      <a:pt x="25144" y="69826"/>
                    </a:lnTo>
                    <a:lnTo>
                      <a:pt x="15033" y="48101"/>
                    </a:lnTo>
                    <a:lnTo>
                      <a:pt x="0" y="14317"/>
                    </a:lnTo>
                    <a:lnTo>
                      <a:pt x="3106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3" name="Контур"/>
              <p:cNvSpPr/>
              <p:nvPr/>
            </p:nvSpPr>
            <p:spPr>
              <a:xfrm>
                <a:off x="8312567" y="6388417"/>
                <a:ext cx="247251" cy="170746"/>
              </a:xfrm>
              <a:custGeom>
                <a:avLst/>
                <a:gdLst/>
                <a:ahLst/>
                <a:cxnLst/>
                <a:rect l="l" t="t" r="r" b="b"/>
                <a:pathLst>
                  <a:path w="247251" h="170746">
                    <a:moveTo>
                      <a:pt x="0" y="98119"/>
                    </a:moveTo>
                    <a:lnTo>
                      <a:pt x="210721" y="0"/>
                    </a:lnTo>
                    <a:lnTo>
                      <a:pt x="247251" y="72616"/>
                    </a:lnTo>
                    <a:lnTo>
                      <a:pt x="36618" y="170746"/>
                    </a:lnTo>
                    <a:lnTo>
                      <a:pt x="0" y="981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4" name="Контур"/>
              <p:cNvSpPr/>
              <p:nvPr/>
            </p:nvSpPr>
            <p:spPr>
              <a:xfrm>
                <a:off x="9112568" y="6461749"/>
                <a:ext cx="163776" cy="135803"/>
              </a:xfrm>
              <a:custGeom>
                <a:avLst/>
                <a:gdLst/>
                <a:ahLst/>
                <a:cxnLst/>
                <a:rect l="l" t="t" r="r" b="b"/>
                <a:pathLst>
                  <a:path w="163776" h="135803">
                    <a:moveTo>
                      <a:pt x="76620" y="135803"/>
                    </a:moveTo>
                    <a:lnTo>
                      <a:pt x="56918" y="91448"/>
                    </a:lnTo>
                    <a:lnTo>
                      <a:pt x="23533" y="106234"/>
                    </a:lnTo>
                    <a:lnTo>
                      <a:pt x="0" y="58045"/>
                    </a:lnTo>
                    <a:lnTo>
                      <a:pt x="118761" y="0"/>
                    </a:lnTo>
                    <a:lnTo>
                      <a:pt x="141562" y="47349"/>
                    </a:lnTo>
                    <a:lnTo>
                      <a:pt x="163776" y="93088"/>
                    </a:lnTo>
                    <a:lnTo>
                      <a:pt x="76620" y="1358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5" name="Контур"/>
              <p:cNvSpPr/>
              <p:nvPr/>
            </p:nvSpPr>
            <p:spPr>
              <a:xfrm>
                <a:off x="9027077" y="6665744"/>
                <a:ext cx="469458" cy="264951"/>
              </a:xfrm>
              <a:custGeom>
                <a:avLst/>
                <a:gdLst/>
                <a:ahLst/>
                <a:cxnLst/>
                <a:rect l="l" t="t" r="r" b="b"/>
                <a:pathLst>
                  <a:path w="469458" h="264951">
                    <a:moveTo>
                      <a:pt x="469458" y="54711"/>
                    </a:moveTo>
                    <a:lnTo>
                      <a:pt x="25947" y="264951"/>
                    </a:lnTo>
                    <a:lnTo>
                      <a:pt x="0" y="210240"/>
                    </a:lnTo>
                    <a:lnTo>
                      <a:pt x="443520" y="0"/>
                    </a:lnTo>
                    <a:lnTo>
                      <a:pt x="469458" y="547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6" name="Контур"/>
              <p:cNvSpPr/>
              <p:nvPr/>
            </p:nvSpPr>
            <p:spPr>
              <a:xfrm>
                <a:off x="8932909" y="6890301"/>
                <a:ext cx="78135" cy="63487"/>
              </a:xfrm>
              <a:custGeom>
                <a:avLst/>
                <a:gdLst/>
                <a:ahLst/>
                <a:cxnLst/>
                <a:rect l="l" t="t" r="r" b="b"/>
                <a:pathLst>
                  <a:path w="78135" h="63487">
                    <a:moveTo>
                      <a:pt x="63102" y="0"/>
                    </a:moveTo>
                    <a:lnTo>
                      <a:pt x="78135" y="33784"/>
                    </a:lnTo>
                    <a:lnTo>
                      <a:pt x="15938" y="63487"/>
                    </a:lnTo>
                    <a:lnTo>
                      <a:pt x="0" y="30348"/>
                    </a:lnTo>
                    <a:lnTo>
                      <a:pt x="6310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7" name="Контур"/>
              <p:cNvSpPr/>
              <p:nvPr/>
            </p:nvSpPr>
            <p:spPr>
              <a:xfrm>
                <a:off x="8123025" y="6700328"/>
                <a:ext cx="117243" cy="142560"/>
              </a:xfrm>
              <a:custGeom>
                <a:avLst/>
                <a:gdLst/>
                <a:ahLst/>
                <a:cxnLst/>
                <a:rect l="l" t="t" r="r" b="b"/>
                <a:pathLst>
                  <a:path w="117243" h="142560">
                    <a:moveTo>
                      <a:pt x="35820" y="26883"/>
                    </a:moveTo>
                    <a:lnTo>
                      <a:pt x="99333" y="0"/>
                    </a:lnTo>
                    <a:lnTo>
                      <a:pt x="117243" y="70065"/>
                    </a:lnTo>
                    <a:lnTo>
                      <a:pt x="26055" y="142560"/>
                    </a:lnTo>
                    <a:lnTo>
                      <a:pt x="0" y="105903"/>
                    </a:lnTo>
                    <a:lnTo>
                      <a:pt x="47223" y="57024"/>
                    </a:lnTo>
                    <a:lnTo>
                      <a:pt x="35820" y="2688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8" name="Контур"/>
              <p:cNvSpPr/>
              <p:nvPr/>
            </p:nvSpPr>
            <p:spPr>
              <a:xfrm>
                <a:off x="9002291" y="6293990"/>
                <a:ext cx="197127" cy="156960"/>
              </a:xfrm>
              <a:custGeom>
                <a:avLst/>
                <a:gdLst/>
                <a:ahLst/>
                <a:cxnLst/>
                <a:rect l="l" t="t" r="r" b="b"/>
                <a:pathLst>
                  <a:path w="197127" h="156960">
                    <a:moveTo>
                      <a:pt x="160596" y="0"/>
                    </a:moveTo>
                    <a:lnTo>
                      <a:pt x="197127" y="77337"/>
                    </a:lnTo>
                    <a:lnTo>
                      <a:pt x="40734" y="156960"/>
                    </a:lnTo>
                    <a:lnTo>
                      <a:pt x="0" y="75924"/>
                    </a:lnTo>
                    <a:lnTo>
                      <a:pt x="11916" y="70290"/>
                    </a:lnTo>
                    <a:lnTo>
                      <a:pt x="16059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9" name="Контур"/>
              <p:cNvSpPr/>
              <p:nvPr/>
            </p:nvSpPr>
            <p:spPr>
              <a:xfrm>
                <a:off x="9039938" y="5986667"/>
                <a:ext cx="252612" cy="384660"/>
              </a:xfrm>
              <a:custGeom>
                <a:avLst/>
                <a:gdLst/>
                <a:ahLst/>
                <a:cxnLst/>
                <a:rect l="l" t="t" r="r" b="b"/>
                <a:pathLst>
                  <a:path w="252612" h="384660">
                    <a:moveTo>
                      <a:pt x="0" y="47052"/>
                    </a:moveTo>
                    <a:lnTo>
                      <a:pt x="92286" y="0"/>
                    </a:lnTo>
                    <a:lnTo>
                      <a:pt x="252612" y="340839"/>
                    </a:lnTo>
                    <a:lnTo>
                      <a:pt x="159480" y="384660"/>
                    </a:lnTo>
                    <a:lnTo>
                      <a:pt x="122949" y="307323"/>
                    </a:lnTo>
                    <a:lnTo>
                      <a:pt x="0" y="470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0" name="Контур"/>
              <p:cNvSpPr/>
              <p:nvPr/>
            </p:nvSpPr>
            <p:spPr>
              <a:xfrm>
                <a:off x="8731976" y="5699360"/>
                <a:ext cx="430911" cy="676224"/>
              </a:xfrm>
              <a:custGeom>
                <a:avLst/>
                <a:gdLst/>
                <a:ahLst/>
                <a:cxnLst/>
                <a:rect l="l" t="t" r="r" b="b"/>
                <a:pathLst>
                  <a:path w="430911" h="676224">
                    <a:moveTo>
                      <a:pt x="150021" y="0"/>
                    </a:moveTo>
                    <a:lnTo>
                      <a:pt x="307962" y="334359"/>
                    </a:lnTo>
                    <a:lnTo>
                      <a:pt x="430911" y="594630"/>
                    </a:lnTo>
                    <a:lnTo>
                      <a:pt x="282231" y="664920"/>
                    </a:lnTo>
                    <a:lnTo>
                      <a:pt x="270315" y="670554"/>
                    </a:lnTo>
                    <a:lnTo>
                      <a:pt x="260541" y="676224"/>
                    </a:lnTo>
                    <a:lnTo>
                      <a:pt x="210141" y="571824"/>
                    </a:lnTo>
                    <a:lnTo>
                      <a:pt x="232677" y="561141"/>
                    </a:lnTo>
                    <a:lnTo>
                      <a:pt x="211059" y="515853"/>
                    </a:lnTo>
                    <a:lnTo>
                      <a:pt x="207171" y="507708"/>
                    </a:lnTo>
                    <a:lnTo>
                      <a:pt x="161802" y="412686"/>
                    </a:lnTo>
                    <a:lnTo>
                      <a:pt x="135477" y="357543"/>
                    </a:lnTo>
                    <a:lnTo>
                      <a:pt x="97326" y="277623"/>
                    </a:lnTo>
                    <a:lnTo>
                      <a:pt x="0" y="73764"/>
                    </a:lnTo>
                    <a:lnTo>
                      <a:pt x="15002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1" name="Контур"/>
              <p:cNvSpPr/>
              <p:nvPr/>
            </p:nvSpPr>
            <p:spPr>
              <a:xfrm>
                <a:off x="9132224" y="5948912"/>
                <a:ext cx="233649" cy="378594"/>
              </a:xfrm>
              <a:custGeom>
                <a:avLst/>
                <a:gdLst/>
                <a:ahLst/>
                <a:cxnLst/>
                <a:rect l="l" t="t" r="r" b="b"/>
                <a:pathLst>
                  <a:path w="233649" h="378594">
                    <a:moveTo>
                      <a:pt x="74061" y="0"/>
                    </a:moveTo>
                    <a:lnTo>
                      <a:pt x="233649" y="344106"/>
                    </a:lnTo>
                    <a:lnTo>
                      <a:pt x="160326" y="378594"/>
                    </a:lnTo>
                    <a:lnTo>
                      <a:pt x="0" y="37755"/>
                    </a:lnTo>
                    <a:lnTo>
                      <a:pt x="7406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2" name="Контур"/>
              <p:cNvSpPr/>
              <p:nvPr/>
            </p:nvSpPr>
            <p:spPr>
              <a:xfrm>
                <a:off x="8623643" y="6171446"/>
                <a:ext cx="151353" cy="153639"/>
              </a:xfrm>
              <a:custGeom>
                <a:avLst/>
                <a:gdLst/>
                <a:ahLst/>
                <a:cxnLst/>
                <a:rect l="l" t="t" r="r" b="b"/>
                <a:pathLst>
                  <a:path w="151353" h="153639">
                    <a:moveTo>
                      <a:pt x="99081" y="0"/>
                    </a:moveTo>
                    <a:lnTo>
                      <a:pt x="151353" y="103698"/>
                    </a:lnTo>
                    <a:lnTo>
                      <a:pt x="52272" y="153639"/>
                    </a:lnTo>
                    <a:lnTo>
                      <a:pt x="12582" y="74907"/>
                    </a:lnTo>
                    <a:lnTo>
                      <a:pt x="0" y="49941"/>
                    </a:lnTo>
                    <a:lnTo>
                      <a:pt x="9908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3" name="Контур"/>
              <p:cNvSpPr/>
              <p:nvPr/>
            </p:nvSpPr>
            <p:spPr>
              <a:xfrm>
                <a:off x="8806757" y="6127238"/>
                <a:ext cx="132120" cy="182826"/>
              </a:xfrm>
              <a:custGeom>
                <a:avLst/>
                <a:gdLst/>
                <a:ahLst/>
                <a:cxnLst/>
                <a:rect l="l" t="t" r="r" b="b"/>
                <a:pathLst>
                  <a:path w="132120" h="182826">
                    <a:moveTo>
                      <a:pt x="4428" y="26568"/>
                    </a:moveTo>
                    <a:lnTo>
                      <a:pt x="58059" y="0"/>
                    </a:lnTo>
                    <a:lnTo>
                      <a:pt x="132120" y="154737"/>
                    </a:lnTo>
                    <a:lnTo>
                      <a:pt x="73440" y="182826"/>
                    </a:lnTo>
                    <a:lnTo>
                      <a:pt x="0" y="30186"/>
                    </a:lnTo>
                    <a:lnTo>
                      <a:pt x="4428" y="2656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4" name="Контур"/>
              <p:cNvSpPr/>
              <p:nvPr/>
            </p:nvSpPr>
            <p:spPr>
              <a:xfrm>
                <a:off x="9039938" y="5581937"/>
                <a:ext cx="360639" cy="711081"/>
              </a:xfrm>
              <a:custGeom>
                <a:avLst/>
                <a:gdLst/>
                <a:ahLst/>
                <a:cxnLst/>
                <a:rect l="l" t="t" r="r" b="b"/>
                <a:pathLst>
                  <a:path w="360639" h="711081">
                    <a:moveTo>
                      <a:pt x="166347" y="366975"/>
                    </a:moveTo>
                    <a:lnTo>
                      <a:pt x="0" y="17298"/>
                    </a:lnTo>
                    <a:lnTo>
                      <a:pt x="36504" y="0"/>
                    </a:lnTo>
                    <a:lnTo>
                      <a:pt x="360639" y="694980"/>
                    </a:lnTo>
                    <a:lnTo>
                      <a:pt x="325935" y="711081"/>
                    </a:lnTo>
                    <a:lnTo>
                      <a:pt x="166347" y="3669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5" name="Контур"/>
              <p:cNvSpPr/>
              <p:nvPr/>
            </p:nvSpPr>
            <p:spPr>
              <a:xfrm>
                <a:off x="8547953" y="6157397"/>
                <a:ext cx="88272" cy="112347"/>
              </a:xfrm>
              <a:custGeom>
                <a:avLst/>
                <a:gdLst/>
                <a:ahLst/>
                <a:cxnLst/>
                <a:rect l="l" t="t" r="r" b="b"/>
                <a:pathLst>
                  <a:path w="88272" h="112347">
                    <a:moveTo>
                      <a:pt x="43443" y="0"/>
                    </a:moveTo>
                    <a:lnTo>
                      <a:pt x="64305" y="41400"/>
                    </a:lnTo>
                    <a:lnTo>
                      <a:pt x="75690" y="63990"/>
                    </a:lnTo>
                    <a:lnTo>
                      <a:pt x="88272" y="88956"/>
                    </a:lnTo>
                    <a:lnTo>
                      <a:pt x="41868" y="112347"/>
                    </a:lnTo>
                    <a:lnTo>
                      <a:pt x="0" y="21897"/>
                    </a:lnTo>
                    <a:lnTo>
                      <a:pt x="4344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6" name="Контур"/>
              <p:cNvSpPr/>
              <p:nvPr/>
            </p:nvSpPr>
            <p:spPr>
              <a:xfrm>
                <a:off x="8422212" y="6172043"/>
                <a:ext cx="56621" cy="64750"/>
              </a:xfrm>
              <a:custGeom>
                <a:avLst/>
                <a:gdLst/>
                <a:ahLst/>
                <a:cxnLst/>
                <a:rect l="l" t="t" r="r" b="b"/>
                <a:pathLst>
                  <a:path w="56621" h="64750">
                    <a:moveTo>
                      <a:pt x="0" y="15915"/>
                    </a:moveTo>
                    <a:lnTo>
                      <a:pt x="34147" y="0"/>
                    </a:lnTo>
                    <a:lnTo>
                      <a:pt x="56621" y="48710"/>
                    </a:lnTo>
                    <a:lnTo>
                      <a:pt x="22721" y="64750"/>
                    </a:lnTo>
                    <a:lnTo>
                      <a:pt x="0" y="159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7" name="Контур"/>
              <p:cNvSpPr/>
              <p:nvPr/>
            </p:nvSpPr>
            <p:spPr>
              <a:xfrm>
                <a:off x="8553596" y="6032468"/>
                <a:ext cx="169128" cy="188919"/>
              </a:xfrm>
              <a:custGeom>
                <a:avLst/>
                <a:gdLst/>
                <a:ahLst/>
                <a:cxnLst/>
                <a:rect l="l" t="t" r="r" b="b"/>
                <a:pathLst>
                  <a:path w="169128" h="188919">
                    <a:moveTo>
                      <a:pt x="70047" y="188919"/>
                    </a:moveTo>
                    <a:lnTo>
                      <a:pt x="58662" y="166329"/>
                    </a:lnTo>
                    <a:lnTo>
                      <a:pt x="37800" y="124929"/>
                    </a:lnTo>
                    <a:lnTo>
                      <a:pt x="32859" y="115137"/>
                    </a:lnTo>
                    <a:lnTo>
                      <a:pt x="0" y="49941"/>
                    </a:lnTo>
                    <a:lnTo>
                      <a:pt x="99081" y="0"/>
                    </a:lnTo>
                    <a:lnTo>
                      <a:pt x="169128" y="138978"/>
                    </a:lnTo>
                    <a:lnTo>
                      <a:pt x="70047" y="1889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8" name="Контур"/>
              <p:cNvSpPr/>
              <p:nvPr/>
            </p:nvSpPr>
            <p:spPr>
              <a:xfrm>
                <a:off x="8408126" y="6141722"/>
                <a:ext cx="48233" cy="46236"/>
              </a:xfrm>
              <a:custGeom>
                <a:avLst/>
                <a:gdLst/>
                <a:ahLst/>
                <a:cxnLst/>
                <a:rect l="l" t="t" r="r" b="b"/>
                <a:pathLst>
                  <a:path w="48233" h="46236">
                    <a:moveTo>
                      <a:pt x="0" y="16012"/>
                    </a:moveTo>
                    <a:lnTo>
                      <a:pt x="34348" y="0"/>
                    </a:lnTo>
                    <a:lnTo>
                      <a:pt x="48233" y="30321"/>
                    </a:lnTo>
                    <a:lnTo>
                      <a:pt x="14086" y="46236"/>
                    </a:lnTo>
                    <a:lnTo>
                      <a:pt x="0" y="160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9" name="Контур"/>
              <p:cNvSpPr/>
              <p:nvPr/>
            </p:nvSpPr>
            <p:spPr>
              <a:xfrm>
                <a:off x="8510153" y="6082409"/>
                <a:ext cx="81243" cy="96885"/>
              </a:xfrm>
              <a:custGeom>
                <a:avLst/>
                <a:gdLst/>
                <a:ahLst/>
                <a:cxnLst/>
                <a:rect l="l" t="t" r="r" b="b"/>
                <a:pathLst>
                  <a:path w="81243" h="96885">
                    <a:moveTo>
                      <a:pt x="0" y="21897"/>
                    </a:moveTo>
                    <a:lnTo>
                      <a:pt x="43443" y="0"/>
                    </a:lnTo>
                    <a:lnTo>
                      <a:pt x="76302" y="65196"/>
                    </a:lnTo>
                    <a:lnTo>
                      <a:pt x="81243" y="74988"/>
                    </a:lnTo>
                    <a:lnTo>
                      <a:pt x="37800" y="96885"/>
                    </a:lnTo>
                    <a:lnTo>
                      <a:pt x="0" y="2189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0" name="Контур"/>
              <p:cNvSpPr/>
              <p:nvPr/>
            </p:nvSpPr>
            <p:spPr>
              <a:xfrm>
                <a:off x="9315538" y="6555994"/>
                <a:ext cx="123107" cy="97591"/>
              </a:xfrm>
              <a:custGeom>
                <a:avLst/>
                <a:gdLst/>
                <a:ahLst/>
                <a:cxnLst/>
                <a:rect l="l" t="t" r="r" b="b"/>
                <a:pathLst>
                  <a:path w="123107" h="97591">
                    <a:moveTo>
                      <a:pt x="0" y="47903"/>
                    </a:moveTo>
                    <a:lnTo>
                      <a:pt x="11307" y="42131"/>
                    </a:lnTo>
                    <a:lnTo>
                      <a:pt x="88829" y="4540"/>
                    </a:lnTo>
                    <a:lnTo>
                      <a:pt x="99331" y="0"/>
                    </a:lnTo>
                    <a:lnTo>
                      <a:pt x="123107" y="50584"/>
                    </a:lnTo>
                    <a:lnTo>
                      <a:pt x="24134" y="97591"/>
                    </a:lnTo>
                    <a:lnTo>
                      <a:pt x="0" y="479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1" name="Контур"/>
              <p:cNvSpPr/>
              <p:nvPr/>
            </p:nvSpPr>
            <p:spPr>
              <a:xfrm>
                <a:off x="9290372" y="6485318"/>
                <a:ext cx="113995" cy="112807"/>
              </a:xfrm>
              <a:custGeom>
                <a:avLst/>
                <a:gdLst/>
                <a:ahLst/>
                <a:cxnLst/>
                <a:rect l="l" t="t" r="r" b="b"/>
                <a:pathLst>
                  <a:path w="113995" h="112807">
                    <a:moveTo>
                      <a:pt x="36473" y="112807"/>
                    </a:moveTo>
                    <a:lnTo>
                      <a:pt x="0" y="37592"/>
                    </a:lnTo>
                    <a:lnTo>
                      <a:pt x="77523" y="0"/>
                    </a:lnTo>
                    <a:lnTo>
                      <a:pt x="113995" y="75216"/>
                    </a:lnTo>
                    <a:lnTo>
                      <a:pt x="36473" y="11280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2" name="Контур"/>
              <p:cNvSpPr/>
              <p:nvPr/>
            </p:nvSpPr>
            <p:spPr>
              <a:xfrm>
                <a:off x="9259926" y="6476519"/>
                <a:ext cx="45802" cy="40820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40820">
                    <a:moveTo>
                      <a:pt x="0" y="18545"/>
                    </a:moveTo>
                    <a:lnTo>
                      <a:pt x="37077" y="0"/>
                    </a:lnTo>
                    <a:lnTo>
                      <a:pt x="43328" y="7525"/>
                    </a:lnTo>
                    <a:lnTo>
                      <a:pt x="45802" y="16723"/>
                    </a:lnTo>
                    <a:lnTo>
                      <a:pt x="44320" y="26133"/>
                    </a:lnTo>
                    <a:lnTo>
                      <a:pt x="39139" y="34125"/>
                    </a:lnTo>
                    <a:lnTo>
                      <a:pt x="31155" y="39321"/>
                    </a:lnTo>
                    <a:lnTo>
                      <a:pt x="21749" y="40820"/>
                    </a:lnTo>
                    <a:lnTo>
                      <a:pt x="12545" y="38362"/>
                    </a:lnTo>
                    <a:lnTo>
                      <a:pt x="5137" y="32374"/>
                    </a:lnTo>
                    <a:lnTo>
                      <a:pt x="806" y="23891"/>
                    </a:lnTo>
                    <a:lnTo>
                      <a:pt x="0" y="1854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3" name="Контур"/>
              <p:cNvSpPr/>
              <p:nvPr/>
            </p:nvSpPr>
            <p:spPr>
              <a:xfrm>
                <a:off x="9366764" y="6398705"/>
                <a:ext cx="80046" cy="109971"/>
              </a:xfrm>
              <a:custGeom>
                <a:avLst/>
                <a:gdLst/>
                <a:ahLst/>
                <a:cxnLst/>
                <a:rect l="l" t="t" r="r" b="b"/>
                <a:pathLst>
                  <a:path w="80046" h="109971">
                    <a:moveTo>
                      <a:pt x="0" y="17172"/>
                    </a:moveTo>
                    <a:lnTo>
                      <a:pt x="37098" y="0"/>
                    </a:lnTo>
                    <a:lnTo>
                      <a:pt x="80046" y="92799"/>
                    </a:lnTo>
                    <a:lnTo>
                      <a:pt x="42948" y="109971"/>
                    </a:lnTo>
                    <a:lnTo>
                      <a:pt x="0" y="1717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4" name="Контур"/>
              <p:cNvSpPr/>
              <p:nvPr/>
            </p:nvSpPr>
            <p:spPr>
              <a:xfrm>
                <a:off x="10259545" y="6345941"/>
                <a:ext cx="36455" cy="108961"/>
              </a:xfrm>
              <a:custGeom>
                <a:avLst/>
                <a:gdLst/>
                <a:ahLst/>
                <a:cxnLst/>
                <a:rect l="l" t="t" r="r" b="b"/>
                <a:pathLst>
                  <a:path w="36455" h="108961">
                    <a:moveTo>
                      <a:pt x="36455" y="0"/>
                    </a:moveTo>
                    <a:lnTo>
                      <a:pt x="36455" y="108961"/>
                    </a:lnTo>
                    <a:lnTo>
                      <a:pt x="0" y="139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5" name="Контур"/>
              <p:cNvSpPr/>
              <p:nvPr/>
            </p:nvSpPr>
            <p:spPr>
              <a:xfrm>
                <a:off x="9238164" y="6427921"/>
                <a:ext cx="69015" cy="67143"/>
              </a:xfrm>
              <a:custGeom>
                <a:avLst/>
                <a:gdLst/>
                <a:ahLst/>
                <a:cxnLst/>
                <a:rect l="l" t="t" r="r" b="b"/>
                <a:pathLst>
                  <a:path w="69015" h="67143">
                    <a:moveTo>
                      <a:pt x="21762" y="67143"/>
                    </a:moveTo>
                    <a:lnTo>
                      <a:pt x="0" y="23634"/>
                    </a:lnTo>
                    <a:lnTo>
                      <a:pt x="47253" y="0"/>
                    </a:lnTo>
                    <a:lnTo>
                      <a:pt x="69015" y="43509"/>
                    </a:lnTo>
                    <a:lnTo>
                      <a:pt x="58839" y="48598"/>
                    </a:lnTo>
                    <a:lnTo>
                      <a:pt x="21762" y="671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6" name="Контур"/>
              <p:cNvSpPr/>
              <p:nvPr/>
            </p:nvSpPr>
            <p:spPr>
              <a:xfrm>
                <a:off x="9307519" y="6439459"/>
                <a:ext cx="48443" cy="48232"/>
              </a:xfrm>
              <a:custGeom>
                <a:avLst/>
                <a:gdLst/>
                <a:ahLst/>
                <a:cxnLst/>
                <a:rect l="l" t="t" r="r" b="b"/>
                <a:pathLst>
                  <a:path w="48443" h="48232">
                    <a:moveTo>
                      <a:pt x="38721" y="43906"/>
                    </a:moveTo>
                    <a:lnTo>
                      <a:pt x="29513" y="48124"/>
                    </a:lnTo>
                    <a:lnTo>
                      <a:pt x="19385" y="48232"/>
                    </a:lnTo>
                    <a:lnTo>
                      <a:pt x="10089" y="44212"/>
                    </a:lnTo>
                    <a:lnTo>
                      <a:pt x="3232" y="36758"/>
                    </a:lnTo>
                    <a:lnTo>
                      <a:pt x="0" y="27159"/>
                    </a:lnTo>
                    <a:lnTo>
                      <a:pt x="950" y="17077"/>
                    </a:lnTo>
                    <a:lnTo>
                      <a:pt x="5921" y="8251"/>
                    </a:lnTo>
                    <a:lnTo>
                      <a:pt x="14051" y="2211"/>
                    </a:lnTo>
                    <a:lnTo>
                      <a:pt x="23935" y="0"/>
                    </a:lnTo>
                    <a:lnTo>
                      <a:pt x="33863" y="2000"/>
                    </a:lnTo>
                    <a:lnTo>
                      <a:pt x="42120" y="7865"/>
                    </a:lnTo>
                    <a:lnTo>
                      <a:pt x="47277" y="16582"/>
                    </a:lnTo>
                    <a:lnTo>
                      <a:pt x="48443" y="26642"/>
                    </a:lnTo>
                    <a:lnTo>
                      <a:pt x="45417" y="36308"/>
                    </a:lnTo>
                    <a:lnTo>
                      <a:pt x="38721" y="4390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7" name="Контур"/>
              <p:cNvSpPr/>
              <p:nvPr/>
            </p:nvSpPr>
            <p:spPr>
              <a:xfrm>
                <a:off x="9266873" y="5084840"/>
                <a:ext cx="1029127" cy="1258866"/>
              </a:xfrm>
              <a:custGeom>
                <a:avLst/>
                <a:gdLst/>
                <a:ahLst/>
                <a:cxnLst/>
                <a:rect l="l" t="t" r="r" b="b"/>
                <a:pathLst>
                  <a:path w="1029127" h="1258866">
                    <a:moveTo>
                      <a:pt x="975699" y="0"/>
                    </a:moveTo>
                    <a:lnTo>
                      <a:pt x="1029127" y="109317"/>
                    </a:lnTo>
                    <a:lnTo>
                      <a:pt x="1029127" y="940555"/>
                    </a:lnTo>
                    <a:lnTo>
                      <a:pt x="385290" y="1258866"/>
                    </a:lnTo>
                    <a:lnTo>
                      <a:pt x="0" y="480843"/>
                    </a:lnTo>
                    <a:lnTo>
                      <a:pt x="886599" y="439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8" name="Контур"/>
              <p:cNvSpPr/>
              <p:nvPr/>
            </p:nvSpPr>
            <p:spPr>
              <a:xfrm>
                <a:off x="9652163" y="6025395"/>
                <a:ext cx="643837" cy="392669"/>
              </a:xfrm>
              <a:custGeom>
                <a:avLst/>
                <a:gdLst/>
                <a:ahLst/>
                <a:cxnLst/>
                <a:rect l="l" t="t" r="r" b="b"/>
                <a:pathLst>
                  <a:path w="643837" h="392669">
                    <a:moveTo>
                      <a:pt x="643837" y="91574"/>
                    </a:moveTo>
                    <a:lnTo>
                      <a:pt x="34434" y="392669"/>
                    </a:lnTo>
                    <a:lnTo>
                      <a:pt x="0" y="318311"/>
                    </a:lnTo>
                    <a:lnTo>
                      <a:pt x="64383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9" name="Контур"/>
              <p:cNvSpPr/>
              <p:nvPr/>
            </p:nvSpPr>
            <p:spPr>
              <a:xfrm>
                <a:off x="9729640" y="6776543"/>
                <a:ext cx="87743" cy="210721"/>
              </a:xfrm>
              <a:custGeom>
                <a:avLst/>
                <a:gdLst/>
                <a:ahLst/>
                <a:cxnLst/>
                <a:rect l="l" t="t" r="r" b="b"/>
                <a:pathLst>
                  <a:path w="87743" h="210721">
                    <a:moveTo>
                      <a:pt x="0" y="10487"/>
                    </a:moveTo>
                    <a:lnTo>
                      <a:pt x="26785" y="0"/>
                    </a:lnTo>
                    <a:lnTo>
                      <a:pt x="46245" y="49706"/>
                    </a:lnTo>
                    <a:lnTo>
                      <a:pt x="34907" y="53689"/>
                    </a:lnTo>
                    <a:lnTo>
                      <a:pt x="87743" y="178242"/>
                    </a:lnTo>
                    <a:lnTo>
                      <a:pt x="17304" y="210721"/>
                    </a:lnTo>
                    <a:lnTo>
                      <a:pt x="9035" y="191418"/>
                    </a:lnTo>
                    <a:lnTo>
                      <a:pt x="57117" y="168131"/>
                    </a:lnTo>
                    <a:lnTo>
                      <a:pt x="11945" y="63494"/>
                    </a:lnTo>
                    <a:lnTo>
                      <a:pt x="19461" y="60193"/>
                    </a:lnTo>
                    <a:lnTo>
                      <a:pt x="0" y="104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0" name="Контур"/>
              <p:cNvSpPr/>
              <p:nvPr/>
            </p:nvSpPr>
            <p:spPr>
              <a:xfrm>
                <a:off x="9450117" y="6777792"/>
                <a:ext cx="239459" cy="252979"/>
              </a:xfrm>
              <a:custGeom>
                <a:avLst/>
                <a:gdLst/>
                <a:ahLst/>
                <a:cxnLst/>
                <a:rect l="l" t="t" r="r" b="b"/>
                <a:pathLst>
                  <a:path w="239459" h="252979">
                    <a:moveTo>
                      <a:pt x="0" y="57510"/>
                    </a:moveTo>
                    <a:lnTo>
                      <a:pt x="109333" y="0"/>
                    </a:lnTo>
                    <a:lnTo>
                      <a:pt x="138901" y="56213"/>
                    </a:lnTo>
                    <a:lnTo>
                      <a:pt x="159614" y="45318"/>
                    </a:lnTo>
                    <a:lnTo>
                      <a:pt x="239459" y="197110"/>
                    </a:lnTo>
                    <a:lnTo>
                      <a:pt x="133249" y="252979"/>
                    </a:lnTo>
                    <a:lnTo>
                      <a:pt x="100541" y="190797"/>
                    </a:lnTo>
                    <a:lnTo>
                      <a:pt x="76706" y="203335"/>
                    </a:lnTo>
                    <a:lnTo>
                      <a:pt x="0" y="5751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1" name="Контур"/>
              <p:cNvSpPr/>
              <p:nvPr/>
            </p:nvSpPr>
            <p:spPr>
              <a:xfrm>
                <a:off x="9916536" y="6668391"/>
                <a:ext cx="231920" cy="131629"/>
              </a:xfrm>
              <a:custGeom>
                <a:avLst/>
                <a:gdLst/>
                <a:ahLst/>
                <a:cxnLst/>
                <a:rect l="l" t="t" r="r" b="b"/>
                <a:pathLst>
                  <a:path w="231920" h="131629">
                    <a:moveTo>
                      <a:pt x="0" y="82085"/>
                    </a:moveTo>
                    <a:lnTo>
                      <a:pt x="212810" y="0"/>
                    </a:lnTo>
                    <a:lnTo>
                      <a:pt x="231920" y="49543"/>
                    </a:lnTo>
                    <a:lnTo>
                      <a:pt x="19110" y="131629"/>
                    </a:lnTo>
                    <a:lnTo>
                      <a:pt x="0" y="820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2" name="Контур"/>
              <p:cNvSpPr/>
              <p:nvPr/>
            </p:nvSpPr>
            <p:spPr>
              <a:xfrm>
                <a:off x="9677806" y="6553776"/>
                <a:ext cx="107191" cy="109079"/>
              </a:xfrm>
              <a:custGeom>
                <a:avLst/>
                <a:gdLst/>
                <a:ahLst/>
                <a:cxnLst/>
                <a:rect l="l" t="t" r="r" b="b"/>
                <a:pathLst>
                  <a:path w="107191" h="109079">
                    <a:moveTo>
                      <a:pt x="56046" y="104790"/>
                    </a:moveTo>
                    <a:lnTo>
                      <a:pt x="51451" y="95291"/>
                    </a:lnTo>
                    <a:lnTo>
                      <a:pt x="24501" y="109079"/>
                    </a:lnTo>
                    <a:lnTo>
                      <a:pt x="0" y="60361"/>
                    </a:lnTo>
                    <a:lnTo>
                      <a:pt x="42646" y="38834"/>
                    </a:lnTo>
                    <a:lnTo>
                      <a:pt x="32080" y="17539"/>
                    </a:lnTo>
                    <a:lnTo>
                      <a:pt x="68602" y="0"/>
                    </a:lnTo>
                    <a:lnTo>
                      <a:pt x="107191" y="79358"/>
                    </a:lnTo>
                    <a:lnTo>
                      <a:pt x="56046" y="1047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3" name="Контур"/>
              <p:cNvSpPr/>
              <p:nvPr/>
            </p:nvSpPr>
            <p:spPr>
              <a:xfrm>
                <a:off x="10139613" y="6612372"/>
                <a:ext cx="156387" cy="103508"/>
              </a:xfrm>
              <a:custGeom>
                <a:avLst/>
                <a:gdLst/>
                <a:ahLst/>
                <a:cxnLst/>
                <a:rect l="l" t="t" r="r" b="b"/>
                <a:pathLst>
                  <a:path w="156387" h="103508">
                    <a:moveTo>
                      <a:pt x="0" y="56033"/>
                    </a:moveTo>
                    <a:lnTo>
                      <a:pt x="156387" y="0"/>
                    </a:lnTo>
                    <a:lnTo>
                      <a:pt x="156387" y="53569"/>
                    </a:lnTo>
                    <a:lnTo>
                      <a:pt x="17011" y="10350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4" name="Контур"/>
              <p:cNvSpPr/>
              <p:nvPr/>
            </p:nvSpPr>
            <p:spPr>
              <a:xfrm>
                <a:off x="8926711" y="8325995"/>
                <a:ext cx="570886" cy="425237"/>
              </a:xfrm>
              <a:custGeom>
                <a:avLst/>
                <a:gdLst/>
                <a:ahLst/>
                <a:cxnLst/>
                <a:rect l="l" t="t" r="r" b="b"/>
                <a:pathLst>
                  <a:path w="570886" h="425237">
                    <a:moveTo>
                      <a:pt x="0" y="238381"/>
                    </a:moveTo>
                    <a:lnTo>
                      <a:pt x="204739" y="137440"/>
                    </a:lnTo>
                    <a:lnTo>
                      <a:pt x="482312" y="0"/>
                    </a:lnTo>
                    <a:lnTo>
                      <a:pt x="570886" y="185127"/>
                    </a:lnTo>
                    <a:lnTo>
                      <a:pt x="95350" y="425237"/>
                    </a:lnTo>
                    <a:lnTo>
                      <a:pt x="0" y="23838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5" name="Контур"/>
              <p:cNvSpPr/>
              <p:nvPr/>
            </p:nvSpPr>
            <p:spPr>
              <a:xfrm>
                <a:off x="8129299" y="7560214"/>
                <a:ext cx="177705" cy="120060"/>
              </a:xfrm>
              <a:custGeom>
                <a:avLst/>
                <a:gdLst/>
                <a:ahLst/>
                <a:cxnLst/>
                <a:rect l="l" t="t" r="r" b="b"/>
                <a:pathLst>
                  <a:path w="177705" h="120060">
                    <a:moveTo>
                      <a:pt x="0" y="73364"/>
                    </a:moveTo>
                    <a:lnTo>
                      <a:pt x="151137" y="0"/>
                    </a:lnTo>
                    <a:lnTo>
                      <a:pt x="177705" y="47907"/>
                    </a:lnTo>
                    <a:lnTo>
                      <a:pt x="30006" y="120060"/>
                    </a:lnTo>
                    <a:lnTo>
                      <a:pt x="11100" y="90702"/>
                    </a:lnTo>
                    <a:lnTo>
                      <a:pt x="0" y="733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6" name="Контур"/>
              <p:cNvSpPr/>
              <p:nvPr/>
            </p:nvSpPr>
            <p:spPr>
              <a:xfrm>
                <a:off x="8232294" y="7402336"/>
                <a:ext cx="185755" cy="205785"/>
              </a:xfrm>
              <a:custGeom>
                <a:avLst/>
                <a:gdLst/>
                <a:ahLst/>
                <a:cxnLst/>
                <a:rect l="l" t="t" r="r" b="b"/>
                <a:pathLst>
                  <a:path w="185755" h="205785">
                    <a:moveTo>
                      <a:pt x="74710" y="205785"/>
                    </a:moveTo>
                    <a:lnTo>
                      <a:pt x="48142" y="157878"/>
                    </a:lnTo>
                    <a:lnTo>
                      <a:pt x="0" y="66308"/>
                    </a:lnTo>
                    <a:lnTo>
                      <a:pt x="130984" y="0"/>
                    </a:lnTo>
                    <a:lnTo>
                      <a:pt x="185755" y="98389"/>
                    </a:lnTo>
                    <a:lnTo>
                      <a:pt x="148753" y="118847"/>
                    </a:lnTo>
                    <a:lnTo>
                      <a:pt x="171636" y="167559"/>
                    </a:lnTo>
                    <a:lnTo>
                      <a:pt x="74710" y="2057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7" name="Контур"/>
              <p:cNvSpPr/>
              <p:nvPr/>
            </p:nvSpPr>
            <p:spPr>
              <a:xfrm>
                <a:off x="8644491" y="7405502"/>
                <a:ext cx="137313" cy="103545"/>
              </a:xfrm>
              <a:custGeom>
                <a:avLst/>
                <a:gdLst/>
                <a:ahLst/>
                <a:cxnLst/>
                <a:rect l="l" t="t" r="r" b="b"/>
                <a:pathLst>
                  <a:path w="137313" h="103545">
                    <a:moveTo>
                      <a:pt x="23384" y="103545"/>
                    </a:moveTo>
                    <a:lnTo>
                      <a:pt x="0" y="55803"/>
                    </a:lnTo>
                    <a:lnTo>
                      <a:pt x="113929" y="0"/>
                    </a:lnTo>
                    <a:lnTo>
                      <a:pt x="137313" y="47741"/>
                    </a:lnTo>
                    <a:lnTo>
                      <a:pt x="23384" y="10354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8" name="Контур"/>
              <p:cNvSpPr/>
              <p:nvPr/>
            </p:nvSpPr>
            <p:spPr>
              <a:xfrm>
                <a:off x="8428037" y="8006987"/>
                <a:ext cx="187974" cy="215019"/>
              </a:xfrm>
              <a:custGeom>
                <a:avLst/>
                <a:gdLst/>
                <a:ahLst/>
                <a:cxnLst/>
                <a:rect l="l" t="t" r="r" b="b"/>
                <a:pathLst>
                  <a:path w="187974" h="215019">
                    <a:moveTo>
                      <a:pt x="56493" y="215019"/>
                    </a:moveTo>
                    <a:lnTo>
                      <a:pt x="43155" y="206811"/>
                    </a:lnTo>
                    <a:lnTo>
                      <a:pt x="0" y="180837"/>
                    </a:lnTo>
                    <a:lnTo>
                      <a:pt x="111510" y="0"/>
                    </a:lnTo>
                    <a:lnTo>
                      <a:pt x="187974" y="47106"/>
                    </a:lnTo>
                    <a:lnTo>
                      <a:pt x="159336" y="93573"/>
                    </a:lnTo>
                    <a:lnTo>
                      <a:pt x="139041" y="81072"/>
                    </a:lnTo>
                    <a:lnTo>
                      <a:pt x="56493" y="2150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9" name="Контур"/>
              <p:cNvSpPr/>
              <p:nvPr/>
            </p:nvSpPr>
            <p:spPr>
              <a:xfrm>
                <a:off x="8654763" y="7722343"/>
                <a:ext cx="522513" cy="379225"/>
              </a:xfrm>
              <a:custGeom>
                <a:avLst/>
                <a:gdLst/>
                <a:ahLst/>
                <a:cxnLst/>
                <a:rect l="l" t="t" r="r" b="b"/>
                <a:pathLst>
                  <a:path w="522513" h="379225">
                    <a:moveTo>
                      <a:pt x="466385" y="254854"/>
                    </a:moveTo>
                    <a:lnTo>
                      <a:pt x="503449" y="277550"/>
                    </a:lnTo>
                    <a:lnTo>
                      <a:pt x="441188" y="379225"/>
                    </a:lnTo>
                    <a:lnTo>
                      <a:pt x="0" y="109065"/>
                    </a:lnTo>
                    <a:lnTo>
                      <a:pt x="61374" y="8837"/>
                    </a:lnTo>
                    <a:lnTo>
                      <a:pt x="198996" y="93110"/>
                    </a:lnTo>
                    <a:lnTo>
                      <a:pt x="256012" y="0"/>
                    </a:lnTo>
                    <a:lnTo>
                      <a:pt x="522513" y="163192"/>
                    </a:lnTo>
                    <a:lnTo>
                      <a:pt x="466385" y="2548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0" name="Контур"/>
              <p:cNvSpPr/>
              <p:nvPr/>
            </p:nvSpPr>
            <p:spPr>
              <a:xfrm>
                <a:off x="8470436" y="7424129"/>
                <a:ext cx="53672" cy="44515"/>
              </a:xfrm>
              <a:custGeom>
                <a:avLst/>
                <a:gdLst/>
                <a:ahLst/>
                <a:cxnLst/>
                <a:rect l="l" t="t" r="r" b="b"/>
                <a:pathLst>
                  <a:path w="53672" h="44515">
                    <a:moveTo>
                      <a:pt x="11788" y="44515"/>
                    </a:moveTo>
                    <a:lnTo>
                      <a:pt x="0" y="20954"/>
                    </a:lnTo>
                    <a:lnTo>
                      <a:pt x="41884" y="0"/>
                    </a:lnTo>
                    <a:lnTo>
                      <a:pt x="53672" y="23561"/>
                    </a:lnTo>
                    <a:lnTo>
                      <a:pt x="11788" y="445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1" name="Контур"/>
              <p:cNvSpPr/>
              <p:nvPr/>
            </p:nvSpPr>
            <p:spPr>
              <a:xfrm>
                <a:off x="8516272" y="7367312"/>
                <a:ext cx="108190" cy="81504"/>
              </a:xfrm>
              <a:custGeom>
                <a:avLst/>
                <a:gdLst/>
                <a:ahLst/>
                <a:cxnLst/>
                <a:rect l="l" t="t" r="r" b="b"/>
                <a:pathLst>
                  <a:path w="108190" h="81504">
                    <a:moveTo>
                      <a:pt x="0" y="43992"/>
                    </a:moveTo>
                    <a:lnTo>
                      <a:pt x="89749" y="0"/>
                    </a:lnTo>
                    <a:lnTo>
                      <a:pt x="108190" y="36873"/>
                    </a:lnTo>
                    <a:lnTo>
                      <a:pt x="18901" y="81504"/>
                    </a:lnTo>
                    <a:lnTo>
                      <a:pt x="0" y="439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2" name="Контур"/>
              <p:cNvSpPr/>
              <p:nvPr/>
            </p:nvSpPr>
            <p:spPr>
              <a:xfrm>
                <a:off x="8455647" y="7256684"/>
                <a:ext cx="208961" cy="124734"/>
              </a:xfrm>
              <a:custGeom>
                <a:avLst/>
                <a:gdLst/>
                <a:ahLst/>
                <a:cxnLst/>
                <a:rect l="l" t="t" r="r" b="b"/>
                <a:pathLst>
                  <a:path w="208961" h="124734">
                    <a:moveTo>
                      <a:pt x="0" y="75161"/>
                    </a:moveTo>
                    <a:lnTo>
                      <a:pt x="157021" y="0"/>
                    </a:lnTo>
                    <a:lnTo>
                      <a:pt x="208961" y="108510"/>
                    </a:lnTo>
                    <a:lnTo>
                      <a:pt x="175068" y="124734"/>
                    </a:lnTo>
                    <a:lnTo>
                      <a:pt x="142611" y="56925"/>
                    </a:lnTo>
                    <a:lnTo>
                      <a:pt x="19482" y="115862"/>
                    </a:lnTo>
                    <a:lnTo>
                      <a:pt x="0" y="7516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3" name="Контур"/>
              <p:cNvSpPr/>
              <p:nvPr/>
            </p:nvSpPr>
            <p:spPr>
              <a:xfrm>
                <a:off x="8801095" y="7303792"/>
                <a:ext cx="143335" cy="115787"/>
              </a:xfrm>
              <a:custGeom>
                <a:avLst/>
                <a:gdLst/>
                <a:ahLst/>
                <a:cxnLst/>
                <a:rect l="l" t="t" r="r" b="b"/>
                <a:pathLst>
                  <a:path w="143335" h="115787">
                    <a:moveTo>
                      <a:pt x="112675" y="0"/>
                    </a:moveTo>
                    <a:lnTo>
                      <a:pt x="143335" y="59044"/>
                    </a:lnTo>
                    <a:lnTo>
                      <a:pt x="30661" y="115787"/>
                    </a:lnTo>
                    <a:lnTo>
                      <a:pt x="0" y="59044"/>
                    </a:lnTo>
                    <a:lnTo>
                      <a:pt x="11267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4" name="Контур"/>
              <p:cNvSpPr/>
              <p:nvPr/>
            </p:nvSpPr>
            <p:spPr>
              <a:xfrm>
                <a:off x="8211884" y="7178060"/>
                <a:ext cx="223389" cy="162144"/>
              </a:xfrm>
              <a:custGeom>
                <a:avLst/>
                <a:gdLst/>
                <a:ahLst/>
                <a:cxnLst/>
                <a:rect l="l" t="t" r="r" b="b"/>
                <a:pathLst>
                  <a:path w="223389" h="162144">
                    <a:moveTo>
                      <a:pt x="188865" y="0"/>
                    </a:moveTo>
                    <a:lnTo>
                      <a:pt x="223389" y="73854"/>
                    </a:lnTo>
                    <a:lnTo>
                      <a:pt x="34533" y="162144"/>
                    </a:lnTo>
                    <a:lnTo>
                      <a:pt x="0" y="88272"/>
                    </a:lnTo>
                    <a:lnTo>
                      <a:pt x="18886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5" name="Контур"/>
              <p:cNvSpPr/>
              <p:nvPr/>
            </p:nvSpPr>
            <p:spPr>
              <a:xfrm>
                <a:off x="8213974" y="7363367"/>
                <a:ext cx="149304" cy="105277"/>
              </a:xfrm>
              <a:custGeom>
                <a:avLst/>
                <a:gdLst/>
                <a:ahLst/>
                <a:cxnLst/>
                <a:rect l="l" t="t" r="r" b="b"/>
                <a:pathLst>
                  <a:path w="149304" h="105277">
                    <a:moveTo>
                      <a:pt x="18320" y="105277"/>
                    </a:moveTo>
                    <a:lnTo>
                      <a:pt x="0" y="68617"/>
                    </a:lnTo>
                    <a:lnTo>
                      <a:pt x="129099" y="0"/>
                    </a:lnTo>
                    <a:lnTo>
                      <a:pt x="149304" y="38969"/>
                    </a:lnTo>
                    <a:lnTo>
                      <a:pt x="18320" y="10527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6" name="Контур"/>
              <p:cNvSpPr/>
              <p:nvPr/>
            </p:nvSpPr>
            <p:spPr>
              <a:xfrm>
                <a:off x="8772506" y="7281418"/>
                <a:ext cx="47533" cy="52371"/>
              </a:xfrm>
              <a:custGeom>
                <a:avLst/>
                <a:gdLst/>
                <a:ahLst/>
                <a:cxnLst/>
                <a:rect l="l" t="t" r="r" b="b"/>
                <a:pathLst>
                  <a:path w="47533" h="52371">
                    <a:moveTo>
                      <a:pt x="19840" y="52371"/>
                    </a:moveTo>
                    <a:lnTo>
                      <a:pt x="0" y="14513"/>
                    </a:lnTo>
                    <a:lnTo>
                      <a:pt x="27692" y="0"/>
                    </a:lnTo>
                    <a:lnTo>
                      <a:pt x="47533" y="37857"/>
                    </a:lnTo>
                    <a:lnTo>
                      <a:pt x="19840" y="5237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7" name="Контур"/>
              <p:cNvSpPr/>
              <p:nvPr/>
            </p:nvSpPr>
            <p:spPr>
              <a:xfrm>
                <a:off x="8666389" y="7206147"/>
                <a:ext cx="85515" cy="82348"/>
              </a:xfrm>
              <a:custGeom>
                <a:avLst/>
                <a:gdLst/>
                <a:ahLst/>
                <a:cxnLst/>
                <a:rect l="l" t="t" r="r" b="b"/>
                <a:pathLst>
                  <a:path w="85515" h="82348">
                    <a:moveTo>
                      <a:pt x="0" y="28457"/>
                    </a:moveTo>
                    <a:lnTo>
                      <a:pt x="58669" y="0"/>
                    </a:lnTo>
                    <a:lnTo>
                      <a:pt x="80416" y="43161"/>
                    </a:lnTo>
                    <a:lnTo>
                      <a:pt x="85515" y="53641"/>
                    </a:lnTo>
                    <a:lnTo>
                      <a:pt x="26037" y="82348"/>
                    </a:lnTo>
                    <a:lnTo>
                      <a:pt x="0" y="2845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8" name="Контур"/>
              <p:cNvSpPr/>
              <p:nvPr/>
            </p:nvSpPr>
            <p:spPr>
              <a:xfrm>
                <a:off x="8746805" y="7238713"/>
                <a:ext cx="38764" cy="45571"/>
              </a:xfrm>
              <a:custGeom>
                <a:avLst/>
                <a:gdLst/>
                <a:ahLst/>
                <a:cxnLst/>
                <a:rect l="l" t="t" r="r" b="b"/>
                <a:pathLst>
                  <a:path w="38764" h="45571">
                    <a:moveTo>
                      <a:pt x="17127" y="45571"/>
                    </a:moveTo>
                    <a:lnTo>
                      <a:pt x="5099" y="21075"/>
                    </a:lnTo>
                    <a:lnTo>
                      <a:pt x="0" y="10595"/>
                    </a:lnTo>
                    <a:lnTo>
                      <a:pt x="21638" y="0"/>
                    </a:lnTo>
                    <a:lnTo>
                      <a:pt x="38764" y="34976"/>
                    </a:lnTo>
                    <a:lnTo>
                      <a:pt x="17127" y="4557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9" name="Контур"/>
              <p:cNvSpPr/>
              <p:nvPr/>
            </p:nvSpPr>
            <p:spPr>
              <a:xfrm>
                <a:off x="8393396" y="6998104"/>
                <a:ext cx="394212" cy="253810"/>
              </a:xfrm>
              <a:custGeom>
                <a:avLst/>
                <a:gdLst/>
                <a:ahLst/>
                <a:cxnLst/>
                <a:rect l="l" t="t" r="r" b="b"/>
                <a:pathLst>
                  <a:path w="394212" h="253810">
                    <a:moveTo>
                      <a:pt x="0" y="164227"/>
                    </a:moveTo>
                    <a:lnTo>
                      <a:pt x="351326" y="0"/>
                    </a:lnTo>
                    <a:lnTo>
                      <a:pt x="356384" y="9453"/>
                    </a:lnTo>
                    <a:lnTo>
                      <a:pt x="391921" y="84908"/>
                    </a:lnTo>
                    <a:lnTo>
                      <a:pt x="394212" y="89485"/>
                    </a:lnTo>
                    <a:lnTo>
                      <a:pt x="55728" y="247330"/>
                    </a:lnTo>
                    <a:lnTo>
                      <a:pt x="41877" y="253810"/>
                    </a:lnTo>
                    <a:lnTo>
                      <a:pt x="7353" y="179956"/>
                    </a:lnTo>
                    <a:lnTo>
                      <a:pt x="0" y="1642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0" name="Контур"/>
              <p:cNvSpPr/>
              <p:nvPr/>
            </p:nvSpPr>
            <p:spPr>
              <a:xfrm>
                <a:off x="8750567" y="7174057"/>
                <a:ext cx="46921" cy="40587"/>
              </a:xfrm>
              <a:custGeom>
                <a:avLst/>
                <a:gdLst/>
                <a:ahLst/>
                <a:cxnLst/>
                <a:rect l="l" t="t" r="r" b="b"/>
                <a:pathLst>
                  <a:path w="46921" h="40587">
                    <a:moveTo>
                      <a:pt x="11683" y="40587"/>
                    </a:moveTo>
                    <a:lnTo>
                      <a:pt x="0" y="19928"/>
                    </a:lnTo>
                    <a:lnTo>
                      <a:pt x="35237" y="0"/>
                    </a:lnTo>
                    <a:lnTo>
                      <a:pt x="46921" y="20659"/>
                    </a:lnTo>
                    <a:lnTo>
                      <a:pt x="11683" y="405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1" name="Контур"/>
              <p:cNvSpPr/>
              <p:nvPr/>
            </p:nvSpPr>
            <p:spPr>
              <a:xfrm>
                <a:off x="8749780" y="6993570"/>
                <a:ext cx="65235" cy="89442"/>
              </a:xfrm>
              <a:custGeom>
                <a:avLst/>
                <a:gdLst/>
                <a:ahLst/>
                <a:cxnLst/>
                <a:rect l="l" t="t" r="r" b="b"/>
                <a:pathLst>
                  <a:path w="65235" h="89442">
                    <a:moveTo>
                      <a:pt x="0" y="13987"/>
                    </a:moveTo>
                    <a:lnTo>
                      <a:pt x="29698" y="0"/>
                    </a:lnTo>
                    <a:lnTo>
                      <a:pt x="65235" y="75455"/>
                    </a:lnTo>
                    <a:lnTo>
                      <a:pt x="35537" y="89442"/>
                    </a:lnTo>
                    <a:lnTo>
                      <a:pt x="0" y="139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2" name="Контур"/>
              <p:cNvSpPr/>
              <p:nvPr/>
            </p:nvSpPr>
            <p:spPr>
              <a:xfrm>
                <a:off x="9694332" y="8693368"/>
                <a:ext cx="201389" cy="201335"/>
              </a:xfrm>
              <a:custGeom>
                <a:avLst/>
                <a:gdLst/>
                <a:ahLst/>
                <a:cxnLst/>
                <a:rect l="l" t="t" r="r" b="b"/>
                <a:pathLst>
                  <a:path w="201389" h="201335">
                    <a:moveTo>
                      <a:pt x="136713" y="0"/>
                    </a:moveTo>
                    <a:lnTo>
                      <a:pt x="163958" y="56497"/>
                    </a:lnTo>
                    <a:lnTo>
                      <a:pt x="201389" y="136609"/>
                    </a:lnTo>
                    <a:lnTo>
                      <a:pt x="64677" y="201335"/>
                    </a:lnTo>
                    <a:lnTo>
                      <a:pt x="0" y="64726"/>
                    </a:lnTo>
                    <a:lnTo>
                      <a:pt x="13671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3" name="Контур"/>
              <p:cNvSpPr/>
              <p:nvPr/>
            </p:nvSpPr>
            <p:spPr>
              <a:xfrm>
                <a:off x="10188884" y="8261445"/>
                <a:ext cx="10711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107116" h="241604">
                    <a:moveTo>
                      <a:pt x="39848" y="0"/>
                    </a:moveTo>
                    <a:lnTo>
                      <a:pt x="107116" y="139674"/>
                    </a:lnTo>
                    <a:lnTo>
                      <a:pt x="107116" y="241604"/>
                    </a:lnTo>
                    <a:lnTo>
                      <a:pt x="0" y="1919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4" name="Контур"/>
              <p:cNvSpPr/>
              <p:nvPr/>
            </p:nvSpPr>
            <p:spPr>
              <a:xfrm>
                <a:off x="9823397" y="8603579"/>
                <a:ext cx="189558" cy="146286"/>
              </a:xfrm>
              <a:custGeom>
                <a:avLst/>
                <a:gdLst/>
                <a:ahLst/>
                <a:cxnLst/>
                <a:rect l="l" t="t" r="r" b="b"/>
                <a:pathLst>
                  <a:path w="189558" h="146286">
                    <a:moveTo>
                      <a:pt x="189558" y="75303"/>
                    </a:moveTo>
                    <a:lnTo>
                      <a:pt x="34893" y="146286"/>
                    </a:lnTo>
                    <a:lnTo>
                      <a:pt x="7648" y="89789"/>
                    </a:lnTo>
                    <a:lnTo>
                      <a:pt x="0" y="73845"/>
                    </a:lnTo>
                    <a:lnTo>
                      <a:pt x="153270" y="0"/>
                    </a:lnTo>
                    <a:lnTo>
                      <a:pt x="189558" y="753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5" name="Контур"/>
              <p:cNvSpPr/>
              <p:nvPr/>
            </p:nvSpPr>
            <p:spPr>
              <a:xfrm>
                <a:off x="9920442" y="8482592"/>
                <a:ext cx="75357" cy="73628"/>
              </a:xfrm>
              <a:custGeom>
                <a:avLst/>
                <a:gdLst/>
                <a:ahLst/>
                <a:cxnLst/>
                <a:rect l="l" t="t" r="r" b="b"/>
                <a:pathLst>
                  <a:path w="75357" h="73628">
                    <a:moveTo>
                      <a:pt x="0" y="25360"/>
                    </a:moveTo>
                    <a:lnTo>
                      <a:pt x="51664" y="0"/>
                    </a:lnTo>
                    <a:lnTo>
                      <a:pt x="75357" y="48268"/>
                    </a:lnTo>
                    <a:lnTo>
                      <a:pt x="23692" y="73628"/>
                    </a:lnTo>
                    <a:lnTo>
                      <a:pt x="0" y="253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6" name="Контур"/>
              <p:cNvSpPr/>
              <p:nvPr/>
            </p:nvSpPr>
            <p:spPr>
              <a:xfrm>
                <a:off x="9542084" y="8310224"/>
                <a:ext cx="340353" cy="384786"/>
              </a:xfrm>
              <a:custGeom>
                <a:avLst/>
                <a:gdLst/>
                <a:ahLst/>
                <a:cxnLst/>
                <a:rect l="l" t="t" r="r" b="b"/>
                <a:pathLst>
                  <a:path w="340353" h="384786">
                    <a:moveTo>
                      <a:pt x="129609" y="384786"/>
                    </a:moveTo>
                    <a:lnTo>
                      <a:pt x="0" y="93888"/>
                    </a:lnTo>
                    <a:lnTo>
                      <a:pt x="210753" y="0"/>
                    </a:lnTo>
                    <a:lnTo>
                      <a:pt x="340353" y="290880"/>
                    </a:lnTo>
                    <a:lnTo>
                      <a:pt x="129609" y="38478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7" name="Контур"/>
              <p:cNvSpPr/>
              <p:nvPr/>
            </p:nvSpPr>
            <p:spPr>
              <a:xfrm>
                <a:off x="9054419" y="8131536"/>
                <a:ext cx="354604" cy="331899"/>
              </a:xfrm>
              <a:custGeom>
                <a:avLst/>
                <a:gdLst/>
                <a:ahLst/>
                <a:cxnLst/>
                <a:rect l="l" t="t" r="r" b="b"/>
                <a:pathLst>
                  <a:path w="354604" h="331899">
                    <a:moveTo>
                      <a:pt x="77031" y="331899"/>
                    </a:moveTo>
                    <a:lnTo>
                      <a:pt x="0" y="196083"/>
                    </a:lnTo>
                    <a:lnTo>
                      <a:pt x="90481" y="150353"/>
                    </a:lnTo>
                    <a:lnTo>
                      <a:pt x="62966" y="95912"/>
                    </a:lnTo>
                    <a:lnTo>
                      <a:pt x="252709" y="0"/>
                    </a:lnTo>
                    <a:lnTo>
                      <a:pt x="354604" y="194459"/>
                    </a:lnTo>
                    <a:lnTo>
                      <a:pt x="77031" y="3318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8" name="Контур"/>
              <p:cNvSpPr/>
              <p:nvPr/>
            </p:nvSpPr>
            <p:spPr>
              <a:xfrm>
                <a:off x="9957317" y="8250140"/>
                <a:ext cx="94302" cy="102105"/>
              </a:xfrm>
              <a:custGeom>
                <a:avLst/>
                <a:gdLst/>
                <a:ahLst/>
                <a:cxnLst/>
                <a:rect l="l" t="t" r="r" b="b"/>
                <a:pathLst>
                  <a:path w="94302" h="102105">
                    <a:moveTo>
                      <a:pt x="0" y="22644"/>
                    </a:moveTo>
                    <a:lnTo>
                      <a:pt x="58869" y="0"/>
                    </a:lnTo>
                    <a:lnTo>
                      <a:pt x="94302" y="92160"/>
                    </a:lnTo>
                    <a:lnTo>
                      <a:pt x="68436" y="102105"/>
                    </a:lnTo>
                    <a:lnTo>
                      <a:pt x="57204" y="72873"/>
                    </a:lnTo>
                    <a:lnTo>
                      <a:pt x="24183" y="85563"/>
                    </a:lnTo>
                    <a:lnTo>
                      <a:pt x="0" y="226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9" name="Контур"/>
              <p:cNvSpPr/>
              <p:nvPr/>
            </p:nvSpPr>
            <p:spPr>
              <a:xfrm>
                <a:off x="9923044" y="8172791"/>
                <a:ext cx="54143" cy="63294"/>
              </a:xfrm>
              <a:custGeom>
                <a:avLst/>
                <a:gdLst/>
                <a:ahLst/>
                <a:cxnLst/>
                <a:rect l="l" t="t" r="r" b="b"/>
                <a:pathLst>
                  <a:path w="54143" h="63294">
                    <a:moveTo>
                      <a:pt x="0" y="14718"/>
                    </a:moveTo>
                    <a:lnTo>
                      <a:pt x="31296" y="0"/>
                    </a:lnTo>
                    <a:lnTo>
                      <a:pt x="54143" y="48575"/>
                    </a:lnTo>
                    <a:lnTo>
                      <a:pt x="22848" y="63294"/>
                    </a:lnTo>
                    <a:lnTo>
                      <a:pt x="0" y="147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0" name="Контур"/>
              <p:cNvSpPr/>
              <p:nvPr/>
            </p:nvSpPr>
            <p:spPr>
              <a:xfrm>
                <a:off x="9814019" y="7861394"/>
                <a:ext cx="199278" cy="278118"/>
              </a:xfrm>
              <a:custGeom>
                <a:avLst/>
                <a:gdLst/>
                <a:ahLst/>
                <a:cxnLst/>
                <a:rect l="l" t="t" r="r" b="b"/>
                <a:pathLst>
                  <a:path w="199278" h="278118">
                    <a:moveTo>
                      <a:pt x="121167" y="278118"/>
                    </a:moveTo>
                    <a:lnTo>
                      <a:pt x="0" y="39699"/>
                    </a:lnTo>
                    <a:lnTo>
                      <a:pt x="78111" y="0"/>
                    </a:lnTo>
                    <a:lnTo>
                      <a:pt x="199278" y="238419"/>
                    </a:lnTo>
                    <a:lnTo>
                      <a:pt x="121167" y="2781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1" name="Контур"/>
              <p:cNvSpPr/>
              <p:nvPr/>
            </p:nvSpPr>
            <p:spPr>
              <a:xfrm>
                <a:off x="10030046" y="7904828"/>
                <a:ext cx="42705" cy="47205"/>
              </a:xfrm>
              <a:custGeom>
                <a:avLst/>
                <a:gdLst/>
                <a:ahLst/>
                <a:cxnLst/>
                <a:rect l="l" t="t" r="r" b="b"/>
                <a:pathLst>
                  <a:path w="42705" h="47205">
                    <a:moveTo>
                      <a:pt x="42705" y="34749"/>
                    </a:moveTo>
                    <a:lnTo>
                      <a:pt x="16578" y="47205"/>
                    </a:lnTo>
                    <a:lnTo>
                      <a:pt x="0" y="12420"/>
                    </a:lnTo>
                    <a:lnTo>
                      <a:pt x="26046" y="0"/>
                    </a:lnTo>
                    <a:lnTo>
                      <a:pt x="42705" y="347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2" name="Контур"/>
              <p:cNvSpPr/>
              <p:nvPr/>
            </p:nvSpPr>
            <p:spPr>
              <a:xfrm>
                <a:off x="9171365" y="7739134"/>
                <a:ext cx="174177" cy="130047"/>
              </a:xfrm>
              <a:custGeom>
                <a:avLst/>
                <a:gdLst/>
                <a:ahLst/>
                <a:cxnLst/>
                <a:rect l="l" t="t" r="r" b="b"/>
                <a:pathLst>
                  <a:path w="174177" h="130047">
                    <a:moveTo>
                      <a:pt x="29275" y="130047"/>
                    </a:moveTo>
                    <a:lnTo>
                      <a:pt x="0" y="65653"/>
                    </a:lnTo>
                    <a:lnTo>
                      <a:pt x="143758" y="0"/>
                    </a:lnTo>
                    <a:lnTo>
                      <a:pt x="174177" y="59766"/>
                    </a:lnTo>
                    <a:lnTo>
                      <a:pt x="29275" y="13004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3" name="Контур"/>
              <p:cNvSpPr/>
              <p:nvPr/>
            </p:nvSpPr>
            <p:spPr>
              <a:xfrm>
                <a:off x="10227090" y="7593071"/>
                <a:ext cx="68910" cy="121484"/>
              </a:xfrm>
              <a:custGeom>
                <a:avLst/>
                <a:gdLst/>
                <a:ahLst/>
                <a:cxnLst/>
                <a:rect l="l" t="t" r="r" b="b"/>
                <a:pathLst>
                  <a:path w="68910" h="121484">
                    <a:moveTo>
                      <a:pt x="0" y="15628"/>
                    </a:moveTo>
                    <a:lnTo>
                      <a:pt x="32633" y="0"/>
                    </a:lnTo>
                    <a:lnTo>
                      <a:pt x="68910" y="75752"/>
                    </a:lnTo>
                    <a:lnTo>
                      <a:pt x="68910" y="112760"/>
                    </a:lnTo>
                    <a:lnTo>
                      <a:pt x="50693" y="1214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4" name="Контур"/>
              <p:cNvSpPr/>
              <p:nvPr/>
            </p:nvSpPr>
            <p:spPr>
              <a:xfrm>
                <a:off x="10166020" y="7460706"/>
                <a:ext cx="101021" cy="117815"/>
              </a:xfrm>
              <a:custGeom>
                <a:avLst/>
                <a:gdLst/>
                <a:ahLst/>
                <a:cxnLst/>
                <a:rect l="l" t="t" r="r" b="b"/>
                <a:pathLst>
                  <a:path w="101021" h="117815">
                    <a:moveTo>
                      <a:pt x="0" y="28070"/>
                    </a:moveTo>
                    <a:lnTo>
                      <a:pt x="56174" y="0"/>
                    </a:lnTo>
                    <a:lnTo>
                      <a:pt x="101021" y="89745"/>
                    </a:lnTo>
                    <a:lnTo>
                      <a:pt x="44848" y="117815"/>
                    </a:lnTo>
                    <a:lnTo>
                      <a:pt x="0" y="2807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5" name="Контур"/>
              <p:cNvSpPr/>
              <p:nvPr/>
            </p:nvSpPr>
            <p:spPr>
              <a:xfrm>
                <a:off x="9573517" y="7418269"/>
                <a:ext cx="148442" cy="97243"/>
              </a:xfrm>
              <a:custGeom>
                <a:avLst/>
                <a:gdLst/>
                <a:ahLst/>
                <a:cxnLst/>
                <a:rect l="l" t="t" r="r" b="b"/>
                <a:pathLst>
                  <a:path w="148442" h="97243">
                    <a:moveTo>
                      <a:pt x="15476" y="97243"/>
                    </a:moveTo>
                    <a:lnTo>
                      <a:pt x="0" y="66120"/>
                    </a:lnTo>
                    <a:lnTo>
                      <a:pt x="132966" y="0"/>
                    </a:lnTo>
                    <a:lnTo>
                      <a:pt x="148442" y="31123"/>
                    </a:lnTo>
                    <a:lnTo>
                      <a:pt x="15476" y="972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6" name="Контур"/>
              <p:cNvSpPr/>
              <p:nvPr/>
            </p:nvSpPr>
            <p:spPr>
              <a:xfrm>
                <a:off x="9301988" y="6907871"/>
                <a:ext cx="90008" cy="128371"/>
              </a:xfrm>
              <a:custGeom>
                <a:avLst/>
                <a:gdLst/>
                <a:ahLst/>
                <a:cxnLst/>
                <a:rect l="l" t="t" r="r" b="b"/>
                <a:pathLst>
                  <a:path w="90008" h="128371">
                    <a:moveTo>
                      <a:pt x="0" y="15552"/>
                    </a:moveTo>
                    <a:lnTo>
                      <a:pt x="28547" y="0"/>
                    </a:lnTo>
                    <a:lnTo>
                      <a:pt x="90008" y="112819"/>
                    </a:lnTo>
                    <a:lnTo>
                      <a:pt x="61462" y="128371"/>
                    </a:lnTo>
                    <a:lnTo>
                      <a:pt x="0" y="155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7" name="Контур"/>
              <p:cNvSpPr/>
              <p:nvPr/>
            </p:nvSpPr>
            <p:spPr>
              <a:xfrm>
                <a:off x="8623980" y="10136680"/>
                <a:ext cx="45977" cy="51320"/>
              </a:xfrm>
              <a:custGeom>
                <a:avLst/>
                <a:gdLst/>
                <a:ahLst/>
                <a:cxnLst/>
                <a:rect l="l" t="t" r="r" b="b"/>
                <a:pathLst>
                  <a:path w="45977" h="51320">
                    <a:moveTo>
                      <a:pt x="45977" y="41224"/>
                    </a:moveTo>
                    <a:lnTo>
                      <a:pt x="23146" y="51320"/>
                    </a:lnTo>
                    <a:lnTo>
                      <a:pt x="17269" y="51320"/>
                    </a:lnTo>
                    <a:lnTo>
                      <a:pt x="0" y="12269"/>
                    </a:lnTo>
                    <a:lnTo>
                      <a:pt x="2774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8" name="Контур"/>
              <p:cNvSpPr/>
              <p:nvPr/>
            </p:nvSpPr>
            <p:spPr>
              <a:xfrm>
                <a:off x="8573477" y="9607817"/>
                <a:ext cx="879795" cy="570087"/>
              </a:xfrm>
              <a:custGeom>
                <a:avLst/>
                <a:gdLst/>
                <a:ahLst/>
                <a:cxnLst/>
                <a:rect l="l" t="t" r="r" b="b"/>
                <a:pathLst>
                  <a:path w="879795" h="570087">
                    <a:moveTo>
                      <a:pt x="78251" y="528863"/>
                    </a:moveTo>
                    <a:lnTo>
                      <a:pt x="0" y="359847"/>
                    </a:lnTo>
                    <a:lnTo>
                      <a:pt x="113904" y="307314"/>
                    </a:lnTo>
                    <a:lnTo>
                      <a:pt x="211484" y="262954"/>
                    </a:lnTo>
                    <a:lnTo>
                      <a:pt x="759852" y="9414"/>
                    </a:lnTo>
                    <a:lnTo>
                      <a:pt x="780264" y="0"/>
                    </a:lnTo>
                    <a:lnTo>
                      <a:pt x="879795" y="206631"/>
                    </a:lnTo>
                    <a:lnTo>
                      <a:pt x="96480" y="570087"/>
                    </a:lnTo>
                    <a:lnTo>
                      <a:pt x="78251" y="5288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9" name="Контур"/>
              <p:cNvSpPr/>
              <p:nvPr/>
            </p:nvSpPr>
            <p:spPr>
              <a:xfrm>
                <a:off x="8627237" y="9738471"/>
                <a:ext cx="157724" cy="176660"/>
              </a:xfrm>
              <a:custGeom>
                <a:avLst/>
                <a:gdLst/>
                <a:ahLst/>
                <a:cxnLst/>
                <a:rect l="l" t="t" r="r" b="b"/>
                <a:pathLst>
                  <a:path w="157724" h="176660">
                    <a:moveTo>
                      <a:pt x="60144" y="176660"/>
                    </a:moveTo>
                    <a:lnTo>
                      <a:pt x="0" y="44361"/>
                    </a:lnTo>
                    <a:lnTo>
                      <a:pt x="97580" y="0"/>
                    </a:lnTo>
                    <a:lnTo>
                      <a:pt x="157724" y="132300"/>
                    </a:lnTo>
                    <a:lnTo>
                      <a:pt x="60144" y="1766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0" name="Контур"/>
              <p:cNvSpPr/>
              <p:nvPr/>
            </p:nvSpPr>
            <p:spPr>
              <a:xfrm>
                <a:off x="9771251" y="9832826"/>
                <a:ext cx="524749" cy="297687"/>
              </a:xfrm>
              <a:custGeom>
                <a:avLst/>
                <a:gdLst/>
                <a:ahLst/>
                <a:cxnLst/>
                <a:rect l="l" t="t" r="r" b="b"/>
                <a:pathLst>
                  <a:path w="524749" h="297687">
                    <a:moveTo>
                      <a:pt x="0" y="240242"/>
                    </a:moveTo>
                    <a:lnTo>
                      <a:pt x="524749" y="0"/>
                    </a:lnTo>
                    <a:lnTo>
                      <a:pt x="524749" y="69487"/>
                    </a:lnTo>
                    <a:lnTo>
                      <a:pt x="26300" y="2976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1" name="Контур"/>
              <p:cNvSpPr/>
              <p:nvPr/>
            </p:nvSpPr>
            <p:spPr>
              <a:xfrm>
                <a:off x="8447279" y="9546725"/>
                <a:ext cx="325116" cy="208421"/>
              </a:xfrm>
              <a:custGeom>
                <a:avLst/>
                <a:gdLst/>
                <a:ahLst/>
                <a:cxnLst/>
                <a:rect l="l" t="t" r="r" b="b"/>
                <a:pathLst>
                  <a:path w="325116" h="208421">
                    <a:moveTo>
                      <a:pt x="0" y="144630"/>
                    </a:moveTo>
                    <a:lnTo>
                      <a:pt x="296532" y="0"/>
                    </a:lnTo>
                    <a:lnTo>
                      <a:pt x="325116" y="65025"/>
                    </a:lnTo>
                    <a:lnTo>
                      <a:pt x="31113" y="208421"/>
                    </a:lnTo>
                    <a:lnTo>
                      <a:pt x="0" y="14463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2" name="Контур"/>
              <p:cNvSpPr/>
              <p:nvPr/>
            </p:nvSpPr>
            <p:spPr>
              <a:xfrm>
                <a:off x="9530434" y="9486248"/>
                <a:ext cx="399746" cy="247320"/>
              </a:xfrm>
              <a:custGeom>
                <a:avLst/>
                <a:gdLst/>
                <a:ahLst/>
                <a:cxnLst/>
                <a:rect l="l" t="t" r="r" b="b"/>
                <a:pathLst>
                  <a:path w="399746" h="247320">
                    <a:moveTo>
                      <a:pt x="67990" y="132576"/>
                    </a:moveTo>
                    <a:lnTo>
                      <a:pt x="353633" y="0"/>
                    </a:lnTo>
                    <a:lnTo>
                      <a:pt x="399746" y="99354"/>
                    </a:lnTo>
                    <a:lnTo>
                      <a:pt x="80949" y="247320"/>
                    </a:lnTo>
                    <a:lnTo>
                      <a:pt x="57035" y="195795"/>
                    </a:lnTo>
                    <a:lnTo>
                      <a:pt x="36145" y="205491"/>
                    </a:lnTo>
                    <a:lnTo>
                      <a:pt x="0" y="127617"/>
                    </a:lnTo>
                    <a:lnTo>
                      <a:pt x="54046" y="102532"/>
                    </a:lnTo>
                    <a:lnTo>
                      <a:pt x="67990" y="1325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3" name="Контур"/>
              <p:cNvSpPr/>
              <p:nvPr/>
            </p:nvSpPr>
            <p:spPr>
              <a:xfrm>
                <a:off x="8403890" y="9457769"/>
                <a:ext cx="339921" cy="233586"/>
              </a:xfrm>
              <a:custGeom>
                <a:avLst/>
                <a:gdLst/>
                <a:ahLst/>
                <a:cxnLst/>
                <a:rect l="l" t="t" r="r" b="b"/>
                <a:pathLst>
                  <a:path w="339921" h="233586">
                    <a:moveTo>
                      <a:pt x="296532" y="0"/>
                    </a:moveTo>
                    <a:lnTo>
                      <a:pt x="339921" y="88956"/>
                    </a:lnTo>
                    <a:lnTo>
                      <a:pt x="43389" y="233586"/>
                    </a:lnTo>
                    <a:lnTo>
                      <a:pt x="0" y="144630"/>
                    </a:lnTo>
                    <a:lnTo>
                      <a:pt x="29653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4" name="Контур"/>
              <p:cNvSpPr/>
              <p:nvPr/>
            </p:nvSpPr>
            <p:spPr>
              <a:xfrm>
                <a:off x="9277862" y="9477150"/>
                <a:ext cx="97700" cy="125237"/>
              </a:xfrm>
              <a:custGeom>
                <a:avLst/>
                <a:gdLst/>
                <a:ahLst/>
                <a:cxnLst/>
                <a:rect l="l" t="t" r="r" b="b"/>
                <a:pathLst>
                  <a:path w="97700" h="125237">
                    <a:moveTo>
                      <a:pt x="0" y="23432"/>
                    </a:moveTo>
                    <a:lnTo>
                      <a:pt x="49705" y="0"/>
                    </a:lnTo>
                    <a:lnTo>
                      <a:pt x="97700" y="101805"/>
                    </a:lnTo>
                    <a:lnTo>
                      <a:pt x="47994" y="125237"/>
                    </a:lnTo>
                    <a:lnTo>
                      <a:pt x="0" y="234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5" name="Контур"/>
              <p:cNvSpPr/>
              <p:nvPr/>
            </p:nvSpPr>
            <p:spPr>
              <a:xfrm>
                <a:off x="9800159" y="7242185"/>
                <a:ext cx="495841" cy="1158934"/>
              </a:xfrm>
              <a:custGeom>
                <a:avLst/>
                <a:gdLst/>
                <a:ahLst/>
                <a:cxnLst/>
                <a:rect l="l" t="t" r="r" b="b"/>
                <a:pathLst>
                  <a:path w="495841" h="1158934">
                    <a:moveTo>
                      <a:pt x="255933" y="662643"/>
                    </a:moveTo>
                    <a:lnTo>
                      <a:pt x="249012" y="648117"/>
                    </a:lnTo>
                    <a:lnTo>
                      <a:pt x="16710" y="161998"/>
                    </a:lnTo>
                    <a:lnTo>
                      <a:pt x="0" y="125532"/>
                    </a:lnTo>
                    <a:lnTo>
                      <a:pt x="244548" y="0"/>
                    </a:lnTo>
                    <a:lnTo>
                      <a:pt x="365861" y="246591"/>
                    </a:lnTo>
                    <a:lnTo>
                      <a:pt x="410709" y="336336"/>
                    </a:lnTo>
                    <a:lnTo>
                      <a:pt x="426931" y="366514"/>
                    </a:lnTo>
                    <a:lnTo>
                      <a:pt x="477624" y="472370"/>
                    </a:lnTo>
                    <a:lnTo>
                      <a:pt x="495841" y="509289"/>
                    </a:lnTo>
                    <a:lnTo>
                      <a:pt x="495841" y="1158934"/>
                    </a:lnTo>
                    <a:lnTo>
                      <a:pt x="428573" y="1019260"/>
                    </a:lnTo>
                    <a:lnTo>
                      <a:pt x="272592" y="6973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6" name="Контур"/>
              <p:cNvSpPr/>
              <p:nvPr/>
            </p:nvSpPr>
            <p:spPr>
              <a:xfrm>
                <a:off x="9858290" y="8678882"/>
                <a:ext cx="348519" cy="473431"/>
              </a:xfrm>
              <a:custGeom>
                <a:avLst/>
                <a:gdLst/>
                <a:ahLst/>
                <a:cxnLst/>
                <a:rect l="l" t="t" r="r" b="b"/>
                <a:pathLst>
                  <a:path w="348519" h="473431">
                    <a:moveTo>
                      <a:pt x="154665" y="0"/>
                    </a:moveTo>
                    <a:lnTo>
                      <a:pt x="186030" y="63945"/>
                    </a:lnTo>
                    <a:lnTo>
                      <a:pt x="348519" y="402105"/>
                    </a:lnTo>
                    <a:lnTo>
                      <a:pt x="340009" y="406072"/>
                    </a:lnTo>
                    <a:lnTo>
                      <a:pt x="199203" y="473431"/>
                    </a:lnTo>
                    <a:lnTo>
                      <a:pt x="37431" y="151095"/>
                    </a:lnTo>
                    <a:lnTo>
                      <a:pt x="0" y="70983"/>
                    </a:lnTo>
                    <a:lnTo>
                      <a:pt x="15466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7" name="Контур"/>
              <p:cNvSpPr/>
              <p:nvPr/>
            </p:nvSpPr>
            <p:spPr>
              <a:xfrm>
                <a:off x="10010333" y="9446915"/>
                <a:ext cx="144885" cy="103372"/>
              </a:xfrm>
              <a:custGeom>
                <a:avLst/>
                <a:gdLst/>
                <a:ahLst/>
                <a:cxnLst/>
                <a:rect l="l" t="t" r="r" b="b"/>
                <a:pathLst>
                  <a:path w="144885" h="103372">
                    <a:moveTo>
                      <a:pt x="123969" y="0"/>
                    </a:moveTo>
                    <a:lnTo>
                      <a:pt x="144885" y="43515"/>
                    </a:lnTo>
                    <a:lnTo>
                      <a:pt x="19699" y="103372"/>
                    </a:lnTo>
                    <a:lnTo>
                      <a:pt x="0" y="63062"/>
                    </a:lnTo>
                    <a:lnTo>
                      <a:pt x="12396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8" name="Контур"/>
              <p:cNvSpPr/>
              <p:nvPr/>
            </p:nvSpPr>
            <p:spPr>
              <a:xfrm>
                <a:off x="10241267" y="8948743"/>
                <a:ext cx="54733" cy="141516"/>
              </a:xfrm>
              <a:custGeom>
                <a:avLst/>
                <a:gdLst/>
                <a:ahLst/>
                <a:cxnLst/>
                <a:rect l="l" t="t" r="r" b="b"/>
                <a:pathLst>
                  <a:path w="54733" h="141516">
                    <a:moveTo>
                      <a:pt x="54733" y="141516"/>
                    </a:moveTo>
                    <a:lnTo>
                      <a:pt x="0" y="26347"/>
                    </a:lnTo>
                    <a:lnTo>
                      <a:pt x="26708" y="13222"/>
                    </a:lnTo>
                    <a:lnTo>
                      <a:pt x="5473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9" name="Контур"/>
              <p:cNvSpPr/>
              <p:nvPr/>
            </p:nvSpPr>
            <p:spPr>
              <a:xfrm>
                <a:off x="10198299" y="9063629"/>
                <a:ext cx="79822" cy="98537"/>
              </a:xfrm>
              <a:custGeom>
                <a:avLst/>
                <a:gdLst/>
                <a:ahLst/>
                <a:cxnLst/>
                <a:rect l="l" t="t" r="r" b="b"/>
                <a:pathLst>
                  <a:path w="79822" h="98537">
                    <a:moveTo>
                      <a:pt x="45891" y="0"/>
                    </a:moveTo>
                    <a:lnTo>
                      <a:pt x="79822" y="79206"/>
                    </a:lnTo>
                    <a:lnTo>
                      <a:pt x="34698" y="98537"/>
                    </a:lnTo>
                    <a:lnTo>
                      <a:pt x="0" y="21325"/>
                    </a:lnTo>
                    <a:lnTo>
                      <a:pt x="8510" y="17358"/>
                    </a:lnTo>
                    <a:lnTo>
                      <a:pt x="4589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0" name="Контур"/>
              <p:cNvSpPr/>
              <p:nvPr/>
            </p:nvSpPr>
            <p:spPr>
              <a:xfrm>
                <a:off x="10044320" y="8722064"/>
                <a:ext cx="199870" cy="358923"/>
              </a:xfrm>
              <a:custGeom>
                <a:avLst/>
                <a:gdLst/>
                <a:ahLst/>
                <a:cxnLst/>
                <a:rect l="l" t="t" r="r" b="b"/>
                <a:pathLst>
                  <a:path w="199870" h="358923">
                    <a:moveTo>
                      <a:pt x="162489" y="358923"/>
                    </a:moveTo>
                    <a:lnTo>
                      <a:pt x="0" y="20763"/>
                    </a:lnTo>
                    <a:lnTo>
                      <a:pt x="42597" y="0"/>
                    </a:lnTo>
                    <a:lnTo>
                      <a:pt x="199870" y="341565"/>
                    </a:lnTo>
                    <a:lnTo>
                      <a:pt x="162489" y="35892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1" name="Контур"/>
              <p:cNvSpPr/>
              <p:nvPr/>
            </p:nvSpPr>
            <p:spPr>
              <a:xfrm>
                <a:off x="10105178" y="9294597"/>
                <a:ext cx="190822" cy="195833"/>
              </a:xfrm>
              <a:custGeom>
                <a:avLst/>
                <a:gdLst/>
                <a:ahLst/>
                <a:cxnLst/>
                <a:rect l="l" t="t" r="r" b="b"/>
                <a:pathLst>
                  <a:path w="190822" h="195833">
                    <a:moveTo>
                      <a:pt x="190822" y="128160"/>
                    </a:moveTo>
                    <a:lnTo>
                      <a:pt x="50040" y="195833"/>
                    </a:lnTo>
                    <a:lnTo>
                      <a:pt x="29124" y="152318"/>
                    </a:lnTo>
                    <a:lnTo>
                      <a:pt x="0" y="91730"/>
                    </a:lnTo>
                    <a:lnTo>
                      <a:pt x="19082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2" name="Контур"/>
              <p:cNvSpPr/>
              <p:nvPr/>
            </p:nvSpPr>
            <p:spPr>
              <a:xfrm>
                <a:off x="10243157" y="9144032"/>
                <a:ext cx="52843" cy="134861"/>
              </a:xfrm>
              <a:custGeom>
                <a:avLst/>
                <a:gdLst/>
                <a:ahLst/>
                <a:cxnLst/>
                <a:rect l="l" t="t" r="r" b="b"/>
                <a:pathLst>
                  <a:path w="52843" h="134861">
                    <a:moveTo>
                      <a:pt x="52843" y="134861"/>
                    </a:moveTo>
                    <a:lnTo>
                      <a:pt x="0" y="25152"/>
                    </a:lnTo>
                    <a:lnTo>
                      <a:pt x="5284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3" name="Контур"/>
              <p:cNvSpPr/>
              <p:nvPr/>
            </p:nvSpPr>
            <p:spPr>
              <a:xfrm>
                <a:off x="5881762" y="9788913"/>
                <a:ext cx="308220" cy="399087"/>
              </a:xfrm>
              <a:custGeom>
                <a:avLst/>
                <a:gdLst/>
                <a:ahLst/>
                <a:cxnLst/>
                <a:rect l="l" t="t" r="r" b="b"/>
                <a:pathLst>
                  <a:path w="308220" h="399087">
                    <a:moveTo>
                      <a:pt x="75337" y="399087"/>
                    </a:moveTo>
                    <a:lnTo>
                      <a:pt x="141901" y="368626"/>
                    </a:lnTo>
                    <a:lnTo>
                      <a:pt x="0" y="57555"/>
                    </a:lnTo>
                    <a:lnTo>
                      <a:pt x="126167" y="0"/>
                    </a:lnTo>
                    <a:lnTo>
                      <a:pt x="308220" y="3990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4" name="Контур"/>
              <p:cNvSpPr/>
              <p:nvPr/>
            </p:nvSpPr>
            <p:spPr>
              <a:xfrm>
                <a:off x="4773041" y="9922742"/>
                <a:ext cx="571228" cy="265258"/>
              </a:xfrm>
              <a:custGeom>
                <a:avLst/>
                <a:gdLst/>
                <a:ahLst/>
                <a:cxnLst/>
                <a:rect l="l" t="t" r="r" b="b"/>
                <a:pathLst>
                  <a:path w="571228" h="265258">
                    <a:moveTo>
                      <a:pt x="24004" y="265258"/>
                    </a:moveTo>
                    <a:lnTo>
                      <a:pt x="0" y="216021"/>
                    </a:lnTo>
                    <a:lnTo>
                      <a:pt x="443110" y="0"/>
                    </a:lnTo>
                    <a:lnTo>
                      <a:pt x="571228" y="265258"/>
                    </a:lnTo>
                    <a:lnTo>
                      <a:pt x="419817" y="265258"/>
                    </a:lnTo>
                    <a:lnTo>
                      <a:pt x="384092" y="189708"/>
                    </a:lnTo>
                    <a:lnTo>
                      <a:pt x="225409" y="2652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5" name="Контур"/>
              <p:cNvSpPr/>
              <p:nvPr/>
            </p:nvSpPr>
            <p:spPr>
              <a:xfrm>
                <a:off x="5778568" y="10176322"/>
                <a:ext cx="29990" cy="11678"/>
              </a:xfrm>
              <a:custGeom>
                <a:avLst/>
                <a:gdLst/>
                <a:ahLst/>
                <a:cxnLst/>
                <a:rect l="l" t="t" r="r" b="b"/>
                <a:pathLst>
                  <a:path w="29990" h="11678">
                    <a:moveTo>
                      <a:pt x="0" y="11678"/>
                    </a:moveTo>
                    <a:lnTo>
                      <a:pt x="24401" y="0"/>
                    </a:lnTo>
                    <a:lnTo>
                      <a:pt x="29990" y="1167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6" name="Контур"/>
              <p:cNvSpPr/>
              <p:nvPr/>
            </p:nvSpPr>
            <p:spPr>
              <a:xfrm>
                <a:off x="3683946" y="10184701"/>
                <a:ext cx="6970" cy="3299"/>
              </a:xfrm>
              <a:custGeom>
                <a:avLst/>
                <a:gdLst/>
                <a:ahLst/>
                <a:cxnLst/>
                <a:rect l="l" t="t" r="r" b="b"/>
                <a:pathLst>
                  <a:path w="6970" h="3299">
                    <a:moveTo>
                      <a:pt x="0" y="3299"/>
                    </a:moveTo>
                    <a:lnTo>
                      <a:pt x="4609" y="0"/>
                    </a:lnTo>
                    <a:lnTo>
                      <a:pt x="6970" y="32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7" name="Контур"/>
              <p:cNvSpPr/>
              <p:nvPr/>
            </p:nvSpPr>
            <p:spPr>
              <a:xfrm>
                <a:off x="5462040" y="9585206"/>
                <a:ext cx="512568" cy="602794"/>
              </a:xfrm>
              <a:custGeom>
                <a:avLst/>
                <a:gdLst/>
                <a:ahLst/>
                <a:cxnLst/>
                <a:rect l="l" t="t" r="r" b="b"/>
                <a:pathLst>
                  <a:path w="512568" h="602794">
                    <a:moveTo>
                      <a:pt x="185775" y="602794"/>
                    </a:moveTo>
                    <a:lnTo>
                      <a:pt x="0" y="214626"/>
                    </a:lnTo>
                    <a:lnTo>
                      <a:pt x="448451" y="0"/>
                    </a:lnTo>
                    <a:lnTo>
                      <a:pt x="512568" y="133968"/>
                    </a:lnTo>
                    <a:lnTo>
                      <a:pt x="388710" y="193281"/>
                    </a:lnTo>
                    <a:lnTo>
                      <a:pt x="194903" y="286001"/>
                    </a:lnTo>
                    <a:lnTo>
                      <a:pt x="340929" y="591116"/>
                    </a:lnTo>
                    <a:lnTo>
                      <a:pt x="316528" y="6027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8" name="Контур"/>
              <p:cNvSpPr/>
              <p:nvPr/>
            </p:nvSpPr>
            <p:spPr>
              <a:xfrm>
                <a:off x="5631087" y="9371726"/>
                <a:ext cx="53111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1" h="67537">
                    <a:moveTo>
                      <a:pt x="0" y="12534"/>
                    </a:moveTo>
                    <a:lnTo>
                      <a:pt x="30538" y="0"/>
                    </a:lnTo>
                    <a:lnTo>
                      <a:pt x="53111" y="55004"/>
                    </a:lnTo>
                    <a:lnTo>
                      <a:pt x="22573" y="67537"/>
                    </a:lnTo>
                    <a:lnTo>
                      <a:pt x="0" y="125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9" name="Контур"/>
              <p:cNvSpPr/>
              <p:nvPr/>
            </p:nvSpPr>
            <p:spPr>
              <a:xfrm>
                <a:off x="5661625" y="9359193"/>
                <a:ext cx="53112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2" h="67537">
                    <a:moveTo>
                      <a:pt x="0" y="12533"/>
                    </a:moveTo>
                    <a:lnTo>
                      <a:pt x="30538" y="0"/>
                    </a:lnTo>
                    <a:lnTo>
                      <a:pt x="53112" y="55004"/>
                    </a:lnTo>
                    <a:lnTo>
                      <a:pt x="22573" y="67537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0" name="Контур"/>
              <p:cNvSpPr/>
              <p:nvPr/>
            </p:nvSpPr>
            <p:spPr>
              <a:xfrm>
                <a:off x="5311265" y="9842471"/>
                <a:ext cx="166194" cy="233349"/>
              </a:xfrm>
              <a:custGeom>
                <a:avLst/>
                <a:gdLst/>
                <a:ahLst/>
                <a:cxnLst/>
                <a:rect l="l" t="t" r="r" b="b"/>
                <a:pathLst>
                  <a:path w="166194" h="233349">
                    <a:moveTo>
                      <a:pt x="95482" y="233349"/>
                    </a:moveTo>
                    <a:lnTo>
                      <a:pt x="0" y="33843"/>
                    </a:lnTo>
                    <a:lnTo>
                      <a:pt x="70712" y="0"/>
                    </a:lnTo>
                    <a:lnTo>
                      <a:pt x="166194" y="199506"/>
                    </a:lnTo>
                    <a:lnTo>
                      <a:pt x="95482" y="2333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1" name="Контур"/>
              <p:cNvSpPr/>
              <p:nvPr/>
            </p:nvSpPr>
            <p:spPr>
              <a:xfrm>
                <a:off x="5583292" y="9382112"/>
                <a:ext cx="46479" cy="37638"/>
              </a:xfrm>
              <a:custGeom>
                <a:avLst/>
                <a:gdLst/>
                <a:ahLst/>
                <a:cxnLst/>
                <a:rect l="l" t="t" r="r" b="b"/>
                <a:pathLst>
                  <a:path w="46479" h="37638">
                    <a:moveTo>
                      <a:pt x="9471" y="37638"/>
                    </a:moveTo>
                    <a:lnTo>
                      <a:pt x="0" y="16902"/>
                    </a:lnTo>
                    <a:lnTo>
                      <a:pt x="37008" y="0"/>
                    </a:lnTo>
                    <a:lnTo>
                      <a:pt x="46479" y="20735"/>
                    </a:lnTo>
                    <a:lnTo>
                      <a:pt x="9471" y="3763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2" name="Контур"/>
              <p:cNvSpPr/>
              <p:nvPr/>
            </p:nvSpPr>
            <p:spPr>
              <a:xfrm>
                <a:off x="5692163" y="9346661"/>
                <a:ext cx="53113" cy="67536"/>
              </a:xfrm>
              <a:custGeom>
                <a:avLst/>
                <a:gdLst/>
                <a:ahLst/>
                <a:cxnLst/>
                <a:rect l="l" t="t" r="r" b="b"/>
                <a:pathLst>
                  <a:path w="53113" h="67536">
                    <a:moveTo>
                      <a:pt x="0" y="12532"/>
                    </a:moveTo>
                    <a:lnTo>
                      <a:pt x="30539" y="0"/>
                    </a:lnTo>
                    <a:lnTo>
                      <a:pt x="53113" y="55003"/>
                    </a:lnTo>
                    <a:lnTo>
                      <a:pt x="22574" y="67536"/>
                    </a:lnTo>
                    <a:lnTo>
                      <a:pt x="0" y="125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3" name="Контур"/>
              <p:cNvSpPr/>
              <p:nvPr/>
            </p:nvSpPr>
            <p:spPr>
              <a:xfrm>
                <a:off x="6656884" y="9830065"/>
                <a:ext cx="874409" cy="357935"/>
              </a:xfrm>
              <a:custGeom>
                <a:avLst/>
                <a:gdLst/>
                <a:ahLst/>
                <a:cxnLst/>
                <a:rect l="l" t="t" r="r" b="b"/>
                <a:pathLst>
                  <a:path w="874409" h="357935">
                    <a:moveTo>
                      <a:pt x="0" y="357935"/>
                    </a:moveTo>
                    <a:lnTo>
                      <a:pt x="77711" y="321712"/>
                    </a:lnTo>
                    <a:lnTo>
                      <a:pt x="757356" y="0"/>
                    </a:lnTo>
                    <a:lnTo>
                      <a:pt x="874409" y="248148"/>
                    </a:lnTo>
                    <a:lnTo>
                      <a:pt x="641665" y="3579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4" name="Контур"/>
              <p:cNvSpPr/>
              <p:nvPr/>
            </p:nvSpPr>
            <p:spPr>
              <a:xfrm>
                <a:off x="6449407" y="10046168"/>
                <a:ext cx="285188" cy="141832"/>
              </a:xfrm>
              <a:custGeom>
                <a:avLst/>
                <a:gdLst/>
                <a:ahLst/>
                <a:cxnLst/>
                <a:rect l="l" t="t" r="r" b="b"/>
                <a:pathLst>
                  <a:path w="285188" h="141832">
                    <a:moveTo>
                      <a:pt x="12280" y="141832"/>
                    </a:moveTo>
                    <a:lnTo>
                      <a:pt x="0" y="114672"/>
                    </a:lnTo>
                    <a:lnTo>
                      <a:pt x="233274" y="0"/>
                    </a:lnTo>
                    <a:lnTo>
                      <a:pt x="285188" y="105609"/>
                    </a:lnTo>
                    <a:lnTo>
                      <a:pt x="207477" y="1418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5" name="Контур"/>
              <p:cNvSpPr/>
              <p:nvPr/>
            </p:nvSpPr>
            <p:spPr>
              <a:xfrm>
                <a:off x="5850750" y="9719174"/>
                <a:ext cx="157179" cy="127294"/>
              </a:xfrm>
              <a:custGeom>
                <a:avLst/>
                <a:gdLst/>
                <a:ahLst/>
                <a:cxnLst/>
                <a:rect l="l" t="t" r="r" b="b"/>
                <a:pathLst>
                  <a:path w="157179" h="127294">
                    <a:moveTo>
                      <a:pt x="123858" y="0"/>
                    </a:moveTo>
                    <a:lnTo>
                      <a:pt x="157179" y="69739"/>
                    </a:lnTo>
                    <a:lnTo>
                      <a:pt x="31012" y="127294"/>
                    </a:lnTo>
                    <a:lnTo>
                      <a:pt x="0" y="59313"/>
                    </a:lnTo>
                    <a:lnTo>
                      <a:pt x="12385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6" name="Контур"/>
              <p:cNvSpPr/>
              <p:nvPr/>
            </p:nvSpPr>
            <p:spPr>
              <a:xfrm>
                <a:off x="6354489" y="9597386"/>
                <a:ext cx="859608" cy="563454"/>
              </a:xfrm>
              <a:custGeom>
                <a:avLst/>
                <a:gdLst/>
                <a:ahLst/>
                <a:cxnLst/>
                <a:rect l="l" t="t" r="r" b="b"/>
                <a:pathLst>
                  <a:path w="859608" h="563454">
                    <a:moveTo>
                      <a:pt x="767381" y="0"/>
                    </a:moveTo>
                    <a:lnTo>
                      <a:pt x="818419" y="108842"/>
                    </a:lnTo>
                    <a:lnTo>
                      <a:pt x="859608" y="193942"/>
                    </a:lnTo>
                    <a:lnTo>
                      <a:pt x="328192" y="448782"/>
                    </a:lnTo>
                    <a:lnTo>
                      <a:pt x="94918" y="563454"/>
                    </a:lnTo>
                    <a:lnTo>
                      <a:pt x="0" y="360555"/>
                    </a:lnTo>
                    <a:lnTo>
                      <a:pt x="322472" y="209041"/>
                    </a:lnTo>
                    <a:lnTo>
                      <a:pt x="76738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7" name="Контур"/>
              <p:cNvSpPr/>
              <p:nvPr/>
            </p:nvSpPr>
            <p:spPr>
              <a:xfrm>
                <a:off x="6729856" y="9190710"/>
                <a:ext cx="689319" cy="458792"/>
              </a:xfrm>
              <a:custGeom>
                <a:avLst/>
                <a:gdLst/>
                <a:ahLst/>
                <a:cxnLst/>
                <a:rect l="l" t="t" r="r" b="b"/>
                <a:pathLst>
                  <a:path w="689319" h="458792">
                    <a:moveTo>
                      <a:pt x="0" y="292296"/>
                    </a:moveTo>
                    <a:lnTo>
                      <a:pt x="609469" y="0"/>
                    </a:lnTo>
                    <a:lnTo>
                      <a:pt x="689319" y="166496"/>
                    </a:lnTo>
                    <a:lnTo>
                      <a:pt x="79850" y="458792"/>
                    </a:lnTo>
                    <a:lnTo>
                      <a:pt x="0" y="29229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8" name="Контур"/>
              <p:cNvSpPr/>
              <p:nvPr/>
            </p:nvSpPr>
            <p:spPr>
              <a:xfrm>
                <a:off x="6049326" y="9474873"/>
                <a:ext cx="122828" cy="89558"/>
              </a:xfrm>
              <a:custGeom>
                <a:avLst/>
                <a:gdLst/>
                <a:ahLst/>
                <a:cxnLst/>
                <a:rect l="l" t="t" r="r" b="b"/>
                <a:pathLst>
                  <a:path w="122828" h="89558">
                    <a:moveTo>
                      <a:pt x="19188" y="89558"/>
                    </a:moveTo>
                    <a:lnTo>
                      <a:pt x="0" y="48850"/>
                    </a:lnTo>
                    <a:lnTo>
                      <a:pt x="103640" y="0"/>
                    </a:lnTo>
                    <a:lnTo>
                      <a:pt x="122828" y="40708"/>
                    </a:lnTo>
                    <a:lnTo>
                      <a:pt x="19188" y="895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9" name="Контур"/>
              <p:cNvSpPr/>
              <p:nvPr/>
            </p:nvSpPr>
            <p:spPr>
              <a:xfrm>
                <a:off x="6211373" y="9191515"/>
                <a:ext cx="245885" cy="274876"/>
              </a:xfrm>
              <a:custGeom>
                <a:avLst/>
                <a:gdLst/>
                <a:ahLst/>
                <a:cxnLst/>
                <a:rect l="l" t="t" r="r" b="b"/>
                <a:pathLst>
                  <a:path w="245885" h="274876">
                    <a:moveTo>
                      <a:pt x="245885" y="210510"/>
                    </a:moveTo>
                    <a:lnTo>
                      <a:pt x="95841" y="274876"/>
                    </a:lnTo>
                    <a:lnTo>
                      <a:pt x="72576" y="223630"/>
                    </a:lnTo>
                    <a:lnTo>
                      <a:pt x="37773" y="146959"/>
                    </a:lnTo>
                    <a:lnTo>
                      <a:pt x="23607" y="115747"/>
                    </a:lnTo>
                    <a:lnTo>
                      <a:pt x="0" y="63754"/>
                    </a:lnTo>
                    <a:lnTo>
                      <a:pt x="151417" y="0"/>
                    </a:lnTo>
                    <a:lnTo>
                      <a:pt x="169327" y="39751"/>
                    </a:lnTo>
                    <a:lnTo>
                      <a:pt x="245885" y="21051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0" name="Контур"/>
              <p:cNvSpPr/>
              <p:nvPr/>
            </p:nvSpPr>
            <p:spPr>
              <a:xfrm>
                <a:off x="5847244" y="9327368"/>
                <a:ext cx="99840" cy="88235"/>
              </a:xfrm>
              <a:custGeom>
                <a:avLst/>
                <a:gdLst/>
                <a:ahLst/>
                <a:cxnLst/>
                <a:rect l="l" t="t" r="r" b="b"/>
                <a:pathLst>
                  <a:path w="99840" h="88235">
                    <a:moveTo>
                      <a:pt x="0" y="36727"/>
                    </a:moveTo>
                    <a:lnTo>
                      <a:pt x="75216" y="0"/>
                    </a:lnTo>
                    <a:lnTo>
                      <a:pt x="90886" y="34935"/>
                    </a:lnTo>
                    <a:lnTo>
                      <a:pt x="99840" y="52852"/>
                    </a:lnTo>
                    <a:lnTo>
                      <a:pt x="23281" y="88235"/>
                    </a:lnTo>
                    <a:lnTo>
                      <a:pt x="0" y="367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1" name="Контур"/>
              <p:cNvSpPr/>
              <p:nvPr/>
            </p:nvSpPr>
            <p:spPr>
              <a:xfrm>
                <a:off x="5938130" y="9313703"/>
                <a:ext cx="173713" cy="115558"/>
              </a:xfrm>
              <a:custGeom>
                <a:avLst/>
                <a:gdLst/>
                <a:ahLst/>
                <a:cxnLst/>
                <a:rect l="l" t="t" r="r" b="b"/>
                <a:pathLst>
                  <a:path w="173713" h="115558">
                    <a:moveTo>
                      <a:pt x="0" y="48600"/>
                    </a:moveTo>
                    <a:lnTo>
                      <a:pt x="100736" y="4480"/>
                    </a:lnTo>
                    <a:lnTo>
                      <a:pt x="107900" y="17917"/>
                    </a:lnTo>
                    <a:lnTo>
                      <a:pt x="149985" y="0"/>
                    </a:lnTo>
                    <a:lnTo>
                      <a:pt x="173713" y="47925"/>
                    </a:lnTo>
                    <a:lnTo>
                      <a:pt x="33130" y="115558"/>
                    </a:lnTo>
                    <a:lnTo>
                      <a:pt x="8954" y="66517"/>
                    </a:lnTo>
                    <a:lnTo>
                      <a:pt x="0" y="4860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2" name="Контур"/>
              <p:cNvSpPr/>
              <p:nvPr/>
            </p:nvSpPr>
            <p:spPr>
              <a:xfrm>
                <a:off x="5722702" y="9334127"/>
                <a:ext cx="53112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2" h="67537">
                    <a:moveTo>
                      <a:pt x="0" y="12534"/>
                    </a:moveTo>
                    <a:lnTo>
                      <a:pt x="30538" y="0"/>
                    </a:lnTo>
                    <a:lnTo>
                      <a:pt x="53112" y="55004"/>
                    </a:lnTo>
                    <a:lnTo>
                      <a:pt x="22574" y="67537"/>
                    </a:lnTo>
                    <a:lnTo>
                      <a:pt x="0" y="125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3" name="Контур"/>
              <p:cNvSpPr/>
              <p:nvPr/>
            </p:nvSpPr>
            <p:spPr>
              <a:xfrm>
                <a:off x="6445878" y="9305624"/>
                <a:ext cx="80520" cy="84204"/>
              </a:xfrm>
              <a:custGeom>
                <a:avLst/>
                <a:gdLst/>
                <a:ahLst/>
                <a:cxnLst/>
                <a:rect l="l" t="t" r="r" b="b"/>
                <a:pathLst>
                  <a:path w="80520" h="84204">
                    <a:moveTo>
                      <a:pt x="51900" y="0"/>
                    </a:moveTo>
                    <a:lnTo>
                      <a:pt x="80520" y="59051"/>
                    </a:lnTo>
                    <a:lnTo>
                      <a:pt x="28619" y="84204"/>
                    </a:lnTo>
                    <a:lnTo>
                      <a:pt x="0" y="25154"/>
                    </a:lnTo>
                    <a:lnTo>
                      <a:pt x="5190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4" name="Контур"/>
              <p:cNvSpPr/>
              <p:nvPr/>
            </p:nvSpPr>
            <p:spPr>
              <a:xfrm>
                <a:off x="7597500" y="9801860"/>
                <a:ext cx="452021" cy="240477"/>
              </a:xfrm>
              <a:custGeom>
                <a:avLst/>
                <a:gdLst/>
                <a:ahLst/>
                <a:cxnLst/>
                <a:rect l="l" t="t" r="r" b="b"/>
                <a:pathLst>
                  <a:path w="452021" h="240477">
                    <a:moveTo>
                      <a:pt x="134763" y="240477"/>
                    </a:moveTo>
                    <a:lnTo>
                      <a:pt x="107899" y="181354"/>
                    </a:lnTo>
                    <a:lnTo>
                      <a:pt x="59546" y="201958"/>
                    </a:lnTo>
                    <a:lnTo>
                      <a:pt x="48354" y="178667"/>
                    </a:lnTo>
                    <a:lnTo>
                      <a:pt x="37160" y="184490"/>
                    </a:lnTo>
                    <a:lnTo>
                      <a:pt x="31340" y="173293"/>
                    </a:lnTo>
                    <a:lnTo>
                      <a:pt x="21490" y="177771"/>
                    </a:lnTo>
                    <a:lnTo>
                      <a:pt x="0" y="132534"/>
                    </a:lnTo>
                    <a:lnTo>
                      <a:pt x="74542" y="99726"/>
                    </a:lnTo>
                    <a:lnTo>
                      <a:pt x="94913" y="142052"/>
                    </a:lnTo>
                    <a:lnTo>
                      <a:pt x="272287" y="59844"/>
                    </a:lnTo>
                    <a:lnTo>
                      <a:pt x="393126" y="4874"/>
                    </a:lnTo>
                    <a:lnTo>
                      <a:pt x="404749" y="0"/>
                    </a:lnTo>
                    <a:lnTo>
                      <a:pt x="452021" y="110129"/>
                    </a:lnTo>
                    <a:lnTo>
                      <a:pt x="134763" y="24047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5" name="Контур"/>
              <p:cNvSpPr/>
              <p:nvPr/>
            </p:nvSpPr>
            <p:spPr>
              <a:xfrm>
                <a:off x="7668237" y="9813075"/>
                <a:ext cx="201550" cy="130837"/>
              </a:xfrm>
              <a:custGeom>
                <a:avLst/>
                <a:gdLst/>
                <a:ahLst/>
                <a:cxnLst/>
                <a:rect l="l" t="t" r="r" b="b"/>
                <a:pathLst>
                  <a:path w="201550" h="130837">
                    <a:moveTo>
                      <a:pt x="24176" y="130837"/>
                    </a:moveTo>
                    <a:lnTo>
                      <a:pt x="3805" y="88511"/>
                    </a:lnTo>
                    <a:lnTo>
                      <a:pt x="0" y="81121"/>
                    </a:lnTo>
                    <a:lnTo>
                      <a:pt x="179428" y="0"/>
                    </a:lnTo>
                    <a:lnTo>
                      <a:pt x="201550" y="48629"/>
                    </a:lnTo>
                    <a:lnTo>
                      <a:pt x="24176" y="13083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6" name="Контур"/>
              <p:cNvSpPr/>
              <p:nvPr/>
            </p:nvSpPr>
            <p:spPr>
              <a:xfrm>
                <a:off x="7847665" y="9758105"/>
                <a:ext cx="142961" cy="103599"/>
              </a:xfrm>
              <a:custGeom>
                <a:avLst/>
                <a:gdLst/>
                <a:ahLst/>
                <a:cxnLst/>
                <a:rect l="l" t="t" r="r" b="b"/>
                <a:pathLst>
                  <a:path w="142961" h="103599">
                    <a:moveTo>
                      <a:pt x="22122" y="103599"/>
                    </a:moveTo>
                    <a:lnTo>
                      <a:pt x="0" y="54970"/>
                    </a:lnTo>
                    <a:lnTo>
                      <a:pt x="120839" y="0"/>
                    </a:lnTo>
                    <a:lnTo>
                      <a:pt x="142961" y="48629"/>
                    </a:lnTo>
                    <a:lnTo>
                      <a:pt x="22122" y="1035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7" name="Контур"/>
              <p:cNvSpPr/>
              <p:nvPr/>
            </p:nvSpPr>
            <p:spPr>
              <a:xfrm>
                <a:off x="7883798" y="9610128"/>
                <a:ext cx="87573" cy="99604"/>
              </a:xfrm>
              <a:custGeom>
                <a:avLst/>
                <a:gdLst/>
                <a:ahLst/>
                <a:cxnLst/>
                <a:rect l="l" t="t" r="r" b="b"/>
                <a:pathLst>
                  <a:path w="87573" h="99604">
                    <a:moveTo>
                      <a:pt x="0" y="24201"/>
                    </a:moveTo>
                    <a:lnTo>
                      <a:pt x="53401" y="0"/>
                    </a:lnTo>
                    <a:lnTo>
                      <a:pt x="87573" y="75402"/>
                    </a:lnTo>
                    <a:lnTo>
                      <a:pt x="34173" y="99604"/>
                    </a:lnTo>
                    <a:lnTo>
                      <a:pt x="0" y="242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8" name="Контур"/>
              <p:cNvSpPr/>
              <p:nvPr/>
            </p:nvSpPr>
            <p:spPr>
              <a:xfrm>
                <a:off x="7121870" y="9444875"/>
                <a:ext cx="384181" cy="261353"/>
              </a:xfrm>
              <a:custGeom>
                <a:avLst/>
                <a:gdLst/>
                <a:ahLst/>
                <a:cxnLst/>
                <a:rect l="l" t="t" r="r" b="b"/>
                <a:pathLst>
                  <a:path w="384181" h="261353">
                    <a:moveTo>
                      <a:pt x="0" y="152511"/>
                    </a:moveTo>
                    <a:lnTo>
                      <a:pt x="334320" y="0"/>
                    </a:lnTo>
                    <a:lnTo>
                      <a:pt x="384181" y="106157"/>
                    </a:lnTo>
                    <a:lnTo>
                      <a:pt x="51038" y="261353"/>
                    </a:lnTo>
                    <a:lnTo>
                      <a:pt x="0" y="1525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9" name="Контур"/>
              <p:cNvSpPr/>
              <p:nvPr/>
            </p:nvSpPr>
            <p:spPr>
              <a:xfrm>
                <a:off x="8109149" y="8853122"/>
                <a:ext cx="591273" cy="749277"/>
              </a:xfrm>
              <a:custGeom>
                <a:avLst/>
                <a:gdLst/>
                <a:ahLst/>
                <a:cxnLst/>
                <a:rect l="l" t="t" r="r" b="b"/>
                <a:pathLst>
                  <a:path w="591273" h="749277">
                    <a:moveTo>
                      <a:pt x="296739" y="0"/>
                    </a:moveTo>
                    <a:lnTo>
                      <a:pt x="591273" y="604647"/>
                    </a:lnTo>
                    <a:lnTo>
                      <a:pt x="294741" y="749277"/>
                    </a:lnTo>
                    <a:lnTo>
                      <a:pt x="0" y="145026"/>
                    </a:lnTo>
                    <a:lnTo>
                      <a:pt x="145026" y="72675"/>
                    </a:lnTo>
                    <a:lnTo>
                      <a:pt x="29673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0" name="Контур"/>
              <p:cNvSpPr/>
              <p:nvPr/>
            </p:nvSpPr>
            <p:spPr>
              <a:xfrm>
                <a:off x="7500646" y="9338129"/>
                <a:ext cx="154786" cy="109009"/>
              </a:xfrm>
              <a:custGeom>
                <a:avLst/>
                <a:gdLst/>
                <a:ahLst/>
                <a:cxnLst/>
                <a:rect l="l" t="t" r="r" b="b"/>
                <a:pathLst>
                  <a:path w="154786" h="109009">
                    <a:moveTo>
                      <a:pt x="6590" y="83921"/>
                    </a:moveTo>
                    <a:lnTo>
                      <a:pt x="0" y="68004"/>
                    </a:lnTo>
                    <a:lnTo>
                      <a:pt x="77903" y="35755"/>
                    </a:lnTo>
                    <a:lnTo>
                      <a:pt x="72471" y="22635"/>
                    </a:lnTo>
                    <a:lnTo>
                      <a:pt x="127152" y="0"/>
                    </a:lnTo>
                    <a:lnTo>
                      <a:pt x="154786" y="66757"/>
                    </a:lnTo>
                    <a:lnTo>
                      <a:pt x="99435" y="89670"/>
                    </a:lnTo>
                    <a:lnTo>
                      <a:pt x="94206" y="77039"/>
                    </a:lnTo>
                    <a:lnTo>
                      <a:pt x="16975" y="109009"/>
                    </a:lnTo>
                    <a:lnTo>
                      <a:pt x="6590" y="8392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1" name="Контур"/>
              <p:cNvSpPr/>
              <p:nvPr/>
            </p:nvSpPr>
            <p:spPr>
              <a:xfrm>
                <a:off x="7622329" y="10153554"/>
                <a:ext cx="88835" cy="34446"/>
              </a:xfrm>
              <a:custGeom>
                <a:avLst/>
                <a:gdLst/>
                <a:ahLst/>
                <a:cxnLst/>
                <a:rect l="l" t="t" r="r" b="b"/>
                <a:pathLst>
                  <a:path w="88835" h="34446">
                    <a:moveTo>
                      <a:pt x="0" y="34446"/>
                    </a:moveTo>
                    <a:lnTo>
                      <a:pt x="72459" y="0"/>
                    </a:lnTo>
                    <a:lnTo>
                      <a:pt x="88835" y="344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2" name="Контур"/>
              <p:cNvSpPr/>
              <p:nvPr/>
            </p:nvSpPr>
            <p:spPr>
              <a:xfrm>
                <a:off x="1783220" y="6986539"/>
                <a:ext cx="505024" cy="415289"/>
              </a:xfrm>
              <a:custGeom>
                <a:avLst/>
                <a:gdLst/>
                <a:ahLst/>
                <a:cxnLst/>
                <a:rect l="l" t="t" r="r" b="b"/>
                <a:pathLst>
                  <a:path w="505024" h="415289">
                    <a:moveTo>
                      <a:pt x="505024" y="90046"/>
                    </a:moveTo>
                    <a:lnTo>
                      <a:pt x="245577" y="282211"/>
                    </a:lnTo>
                    <a:lnTo>
                      <a:pt x="269150" y="316821"/>
                    </a:lnTo>
                    <a:lnTo>
                      <a:pt x="215881" y="353269"/>
                    </a:lnTo>
                    <a:lnTo>
                      <a:pt x="190473" y="322334"/>
                    </a:lnTo>
                    <a:lnTo>
                      <a:pt x="148838" y="351431"/>
                    </a:lnTo>
                    <a:lnTo>
                      <a:pt x="65720" y="415289"/>
                    </a:lnTo>
                    <a:lnTo>
                      <a:pt x="0" y="326944"/>
                    </a:lnTo>
                    <a:lnTo>
                      <a:pt x="125370" y="234064"/>
                    </a:lnTo>
                    <a:lnTo>
                      <a:pt x="178983" y="194347"/>
                    </a:lnTo>
                    <a:lnTo>
                      <a:pt x="446246" y="0"/>
                    </a:lnTo>
                    <a:lnTo>
                      <a:pt x="505024" y="900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3" name="Контур"/>
              <p:cNvSpPr/>
              <p:nvPr/>
            </p:nvSpPr>
            <p:spPr>
              <a:xfrm>
                <a:off x="1932058" y="7308873"/>
                <a:ext cx="67043" cy="62469"/>
              </a:xfrm>
              <a:custGeom>
                <a:avLst/>
                <a:gdLst/>
                <a:ahLst/>
                <a:cxnLst/>
                <a:rect l="l" t="t" r="r" b="b"/>
                <a:pathLst>
                  <a:path w="67043" h="62469">
                    <a:moveTo>
                      <a:pt x="0" y="29097"/>
                    </a:moveTo>
                    <a:lnTo>
                      <a:pt x="41635" y="0"/>
                    </a:lnTo>
                    <a:lnTo>
                      <a:pt x="67043" y="30935"/>
                    </a:lnTo>
                    <a:lnTo>
                      <a:pt x="26039" y="62469"/>
                    </a:lnTo>
                    <a:lnTo>
                      <a:pt x="0" y="2909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4" name="Контур"/>
              <p:cNvSpPr/>
              <p:nvPr/>
            </p:nvSpPr>
            <p:spPr>
              <a:xfrm>
                <a:off x="1758947" y="6928292"/>
                <a:ext cx="506208" cy="385191"/>
              </a:xfrm>
              <a:custGeom>
                <a:avLst/>
                <a:gdLst/>
                <a:ahLst/>
                <a:cxnLst/>
                <a:rect l="l" t="t" r="r" b="b"/>
                <a:pathLst>
                  <a:path w="506208" h="385191">
                    <a:moveTo>
                      <a:pt x="24273" y="385191"/>
                    </a:moveTo>
                    <a:lnTo>
                      <a:pt x="0" y="349475"/>
                    </a:lnTo>
                    <a:lnTo>
                      <a:pt x="484013" y="0"/>
                    </a:lnTo>
                    <a:lnTo>
                      <a:pt x="506208" y="33231"/>
                    </a:lnTo>
                    <a:lnTo>
                      <a:pt x="470519" y="58247"/>
                    </a:lnTo>
                    <a:lnTo>
                      <a:pt x="203256" y="252594"/>
                    </a:lnTo>
                    <a:lnTo>
                      <a:pt x="149643" y="292311"/>
                    </a:lnTo>
                    <a:lnTo>
                      <a:pt x="24273" y="38519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5" name="Контур"/>
              <p:cNvSpPr/>
              <p:nvPr/>
            </p:nvSpPr>
            <p:spPr>
              <a:xfrm>
                <a:off x="1656598" y="7201661"/>
                <a:ext cx="82350" cy="82800"/>
              </a:xfrm>
              <a:custGeom>
                <a:avLst/>
                <a:gdLst/>
                <a:ahLst/>
                <a:cxnLst/>
                <a:rect l="l" t="t" r="r" b="b"/>
                <a:pathLst>
                  <a:path w="82350" h="82800">
                    <a:moveTo>
                      <a:pt x="46800" y="0"/>
                    </a:moveTo>
                    <a:lnTo>
                      <a:pt x="82350" y="48600"/>
                    </a:lnTo>
                    <a:lnTo>
                      <a:pt x="35550" y="82800"/>
                    </a:lnTo>
                    <a:lnTo>
                      <a:pt x="0" y="34200"/>
                    </a:lnTo>
                    <a:lnTo>
                      <a:pt x="4680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6" name="Контур"/>
              <p:cNvSpPr/>
              <p:nvPr/>
            </p:nvSpPr>
            <p:spPr>
              <a:xfrm>
                <a:off x="730238" y="6031343"/>
                <a:ext cx="601254" cy="1254726"/>
              </a:xfrm>
              <a:custGeom>
                <a:avLst/>
                <a:gdLst/>
                <a:ahLst/>
                <a:cxnLst/>
                <a:rect l="l" t="t" r="r" b="b"/>
                <a:pathLst>
                  <a:path w="601254" h="1254726">
                    <a:moveTo>
                      <a:pt x="320166" y="420732"/>
                    </a:moveTo>
                    <a:lnTo>
                      <a:pt x="484245" y="0"/>
                    </a:lnTo>
                    <a:lnTo>
                      <a:pt x="601254" y="45198"/>
                    </a:lnTo>
                    <a:lnTo>
                      <a:pt x="391617" y="576531"/>
                    </a:lnTo>
                    <a:lnTo>
                      <a:pt x="429777" y="591588"/>
                    </a:lnTo>
                    <a:lnTo>
                      <a:pt x="409770" y="642294"/>
                    </a:lnTo>
                    <a:lnTo>
                      <a:pt x="371610" y="627246"/>
                    </a:lnTo>
                    <a:lnTo>
                      <a:pt x="116550" y="1254726"/>
                    </a:lnTo>
                    <a:lnTo>
                      <a:pt x="0" y="1211562"/>
                    </a:lnTo>
                    <a:lnTo>
                      <a:pt x="261918" y="559800"/>
                    </a:lnTo>
                    <a:lnTo>
                      <a:pt x="247275" y="553914"/>
                    </a:lnTo>
                    <a:lnTo>
                      <a:pt x="303489" y="414027"/>
                    </a:lnTo>
                    <a:lnTo>
                      <a:pt x="320166" y="4207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7" name="Контур"/>
              <p:cNvSpPr/>
              <p:nvPr/>
            </p:nvSpPr>
            <p:spPr>
              <a:xfrm>
                <a:off x="725198" y="7076954"/>
                <a:ext cx="67158" cy="108018"/>
              </a:xfrm>
              <a:custGeom>
                <a:avLst/>
                <a:gdLst/>
                <a:ahLst/>
                <a:cxnLst/>
                <a:rect l="l" t="t" r="r" b="b"/>
                <a:pathLst>
                  <a:path w="67158" h="108018">
                    <a:moveTo>
                      <a:pt x="28323" y="108018"/>
                    </a:moveTo>
                    <a:lnTo>
                      <a:pt x="0" y="96633"/>
                    </a:lnTo>
                    <a:lnTo>
                      <a:pt x="38835" y="0"/>
                    </a:lnTo>
                    <a:lnTo>
                      <a:pt x="67158" y="11385"/>
                    </a:lnTo>
                    <a:lnTo>
                      <a:pt x="28323" y="1080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8" name="Контур"/>
              <p:cNvSpPr/>
              <p:nvPr/>
            </p:nvSpPr>
            <p:spPr>
              <a:xfrm>
                <a:off x="476312" y="6834998"/>
                <a:ext cx="202266" cy="313047"/>
              </a:xfrm>
              <a:custGeom>
                <a:avLst/>
                <a:gdLst/>
                <a:ahLst/>
                <a:cxnLst/>
                <a:rect l="l" t="t" r="r" b="b"/>
                <a:pathLst>
                  <a:path w="202266" h="313047">
                    <a:moveTo>
                      <a:pt x="0" y="276381"/>
                    </a:moveTo>
                    <a:lnTo>
                      <a:pt x="110790" y="0"/>
                    </a:lnTo>
                    <a:lnTo>
                      <a:pt x="202266" y="36666"/>
                    </a:lnTo>
                    <a:lnTo>
                      <a:pt x="91485" y="313047"/>
                    </a:lnTo>
                    <a:lnTo>
                      <a:pt x="0" y="27638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9" name="Контур"/>
              <p:cNvSpPr/>
              <p:nvPr/>
            </p:nvSpPr>
            <p:spPr>
              <a:xfrm>
                <a:off x="1057350" y="6852968"/>
                <a:ext cx="34120" cy="38448"/>
              </a:xfrm>
              <a:custGeom>
                <a:avLst/>
                <a:gdLst/>
                <a:ahLst/>
                <a:cxnLst/>
                <a:rect l="l" t="t" r="r" b="b"/>
                <a:pathLst>
                  <a:path w="34120" h="38448">
                    <a:moveTo>
                      <a:pt x="0" y="31131"/>
                    </a:moveTo>
                    <a:lnTo>
                      <a:pt x="9108" y="0"/>
                    </a:lnTo>
                    <a:lnTo>
                      <a:pt x="34120" y="7318"/>
                    </a:lnTo>
                    <a:lnTo>
                      <a:pt x="25012" y="38448"/>
                    </a:lnTo>
                    <a:lnTo>
                      <a:pt x="0" y="3113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0" name="Контур"/>
              <p:cNvSpPr/>
              <p:nvPr/>
            </p:nvSpPr>
            <p:spPr>
              <a:xfrm>
                <a:off x="1434038" y="6175604"/>
                <a:ext cx="470304" cy="579582"/>
              </a:xfrm>
              <a:custGeom>
                <a:avLst/>
                <a:gdLst/>
                <a:ahLst/>
                <a:cxnLst/>
                <a:rect l="l" t="t" r="r" b="b"/>
                <a:pathLst>
                  <a:path w="470304" h="579582">
                    <a:moveTo>
                      <a:pt x="196992" y="358740"/>
                    </a:moveTo>
                    <a:lnTo>
                      <a:pt x="246438" y="191025"/>
                    </a:lnTo>
                    <a:lnTo>
                      <a:pt x="251595" y="192546"/>
                    </a:lnTo>
                    <a:lnTo>
                      <a:pt x="304128" y="0"/>
                    </a:lnTo>
                    <a:lnTo>
                      <a:pt x="470304" y="45396"/>
                    </a:lnTo>
                    <a:lnTo>
                      <a:pt x="423909" y="215235"/>
                    </a:lnTo>
                    <a:lnTo>
                      <a:pt x="399654" y="208611"/>
                    </a:lnTo>
                    <a:lnTo>
                      <a:pt x="337761" y="444222"/>
                    </a:lnTo>
                    <a:lnTo>
                      <a:pt x="56943" y="579582"/>
                    </a:lnTo>
                    <a:lnTo>
                      <a:pt x="0" y="557226"/>
                    </a:lnTo>
                    <a:lnTo>
                      <a:pt x="56943" y="412182"/>
                    </a:lnTo>
                    <a:lnTo>
                      <a:pt x="76284" y="414729"/>
                    </a:lnTo>
                    <a:lnTo>
                      <a:pt x="196992" y="35874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1" name="Контур"/>
              <p:cNvSpPr/>
              <p:nvPr/>
            </p:nvSpPr>
            <p:spPr>
              <a:xfrm>
                <a:off x="1270006" y="6791117"/>
                <a:ext cx="38881" cy="26420"/>
              </a:xfrm>
              <a:custGeom>
                <a:avLst/>
                <a:gdLst/>
                <a:ahLst/>
                <a:cxnLst/>
                <a:rect l="l" t="t" r="r" b="b"/>
                <a:pathLst>
                  <a:path w="38881" h="26420">
                    <a:moveTo>
                      <a:pt x="0" y="18370"/>
                    </a:moveTo>
                    <a:lnTo>
                      <a:pt x="4273" y="0"/>
                    </a:lnTo>
                    <a:lnTo>
                      <a:pt x="38881" y="8051"/>
                    </a:lnTo>
                    <a:lnTo>
                      <a:pt x="34608" y="26420"/>
                    </a:lnTo>
                    <a:lnTo>
                      <a:pt x="0" y="1837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2" name="Контур"/>
              <p:cNvSpPr/>
              <p:nvPr/>
            </p:nvSpPr>
            <p:spPr>
              <a:xfrm>
                <a:off x="432779" y="6079439"/>
                <a:ext cx="539136" cy="618417"/>
              </a:xfrm>
              <a:custGeom>
                <a:avLst/>
                <a:gdLst/>
                <a:ahLst/>
                <a:cxnLst/>
                <a:rect l="l" t="t" r="r" b="b"/>
                <a:pathLst>
                  <a:path w="539136" h="618417">
                    <a:moveTo>
                      <a:pt x="31815" y="537588"/>
                    </a:moveTo>
                    <a:lnTo>
                      <a:pt x="0" y="510633"/>
                    </a:lnTo>
                    <a:lnTo>
                      <a:pt x="409482" y="0"/>
                    </a:lnTo>
                    <a:lnTo>
                      <a:pt x="539136" y="105255"/>
                    </a:lnTo>
                    <a:lnTo>
                      <a:pt x="127233" y="618417"/>
                    </a:lnTo>
                    <a:lnTo>
                      <a:pt x="31815" y="5375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3" name="Контур"/>
              <p:cNvSpPr/>
              <p:nvPr/>
            </p:nvSpPr>
            <p:spPr>
              <a:xfrm>
                <a:off x="1431095" y="6640526"/>
                <a:ext cx="35514" cy="39186"/>
              </a:xfrm>
              <a:custGeom>
                <a:avLst/>
                <a:gdLst/>
                <a:ahLst/>
                <a:cxnLst/>
                <a:rect l="l" t="t" r="r" b="b"/>
                <a:pathLst>
                  <a:path w="35514" h="39186">
                    <a:moveTo>
                      <a:pt x="28926" y="26118"/>
                    </a:moveTo>
                    <a:lnTo>
                      <a:pt x="23796" y="39186"/>
                    </a:lnTo>
                    <a:lnTo>
                      <a:pt x="0" y="29844"/>
                    </a:lnTo>
                    <a:lnTo>
                      <a:pt x="11718" y="0"/>
                    </a:lnTo>
                    <a:lnTo>
                      <a:pt x="35514" y="9342"/>
                    </a:lnTo>
                    <a:lnTo>
                      <a:pt x="28926" y="261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4" name="Контур"/>
              <p:cNvSpPr/>
              <p:nvPr/>
            </p:nvSpPr>
            <p:spPr>
              <a:xfrm>
                <a:off x="1121855" y="6466943"/>
                <a:ext cx="235863" cy="213210"/>
              </a:xfrm>
              <a:custGeom>
                <a:avLst/>
                <a:gdLst/>
                <a:ahLst/>
                <a:cxnLst/>
                <a:rect l="l" t="t" r="r" b="b"/>
                <a:pathLst>
                  <a:path w="235863" h="213210">
                    <a:moveTo>
                      <a:pt x="0" y="140931"/>
                    </a:moveTo>
                    <a:lnTo>
                      <a:pt x="55602" y="0"/>
                    </a:lnTo>
                    <a:lnTo>
                      <a:pt x="104631" y="19968"/>
                    </a:lnTo>
                    <a:lnTo>
                      <a:pt x="135913" y="32614"/>
                    </a:lnTo>
                    <a:lnTo>
                      <a:pt x="235863" y="71145"/>
                    </a:lnTo>
                    <a:lnTo>
                      <a:pt x="179631" y="213210"/>
                    </a:lnTo>
                    <a:lnTo>
                      <a:pt x="38160" y="155988"/>
                    </a:lnTo>
                    <a:lnTo>
                      <a:pt x="0" y="14093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5" name="Контур"/>
              <p:cNvSpPr/>
              <p:nvPr/>
            </p:nvSpPr>
            <p:spPr>
              <a:xfrm>
                <a:off x="1226486" y="6440774"/>
                <a:ext cx="49933" cy="58783"/>
              </a:xfrm>
              <a:custGeom>
                <a:avLst/>
                <a:gdLst/>
                <a:ahLst/>
                <a:cxnLst/>
                <a:rect l="l" t="t" r="r" b="b"/>
                <a:pathLst>
                  <a:path w="49933" h="58783">
                    <a:moveTo>
                      <a:pt x="31282" y="58783"/>
                    </a:moveTo>
                    <a:lnTo>
                      <a:pt x="0" y="46137"/>
                    </a:lnTo>
                    <a:lnTo>
                      <a:pt x="18650" y="0"/>
                    </a:lnTo>
                    <a:lnTo>
                      <a:pt x="49933" y="12646"/>
                    </a:lnTo>
                    <a:lnTo>
                      <a:pt x="31282" y="5878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6" name="Контур"/>
              <p:cNvSpPr/>
              <p:nvPr/>
            </p:nvSpPr>
            <p:spPr>
              <a:xfrm>
                <a:off x="1486157" y="6351356"/>
                <a:ext cx="86787" cy="94239"/>
              </a:xfrm>
              <a:custGeom>
                <a:avLst/>
                <a:gdLst/>
                <a:ahLst/>
                <a:cxnLst/>
                <a:rect l="l" t="t" r="r" b="b"/>
                <a:pathLst>
                  <a:path w="86787" h="94239">
                    <a:moveTo>
                      <a:pt x="0" y="70596"/>
                    </a:moveTo>
                    <a:lnTo>
                      <a:pt x="28773" y="0"/>
                    </a:lnTo>
                    <a:lnTo>
                      <a:pt x="86787" y="23643"/>
                    </a:lnTo>
                    <a:lnTo>
                      <a:pt x="58014" y="94239"/>
                    </a:lnTo>
                    <a:lnTo>
                      <a:pt x="0" y="7059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7" name="Контур"/>
              <p:cNvSpPr/>
              <p:nvPr/>
            </p:nvSpPr>
            <p:spPr>
              <a:xfrm>
                <a:off x="1207631" y="6336167"/>
                <a:ext cx="69667" cy="73038"/>
              </a:xfrm>
              <a:custGeom>
                <a:avLst/>
                <a:gdLst/>
                <a:ahLst/>
                <a:cxnLst/>
                <a:rect l="l" t="t" r="r" b="b"/>
                <a:pathLst>
                  <a:path w="69667" h="73038">
                    <a:moveTo>
                      <a:pt x="21558" y="0"/>
                    </a:moveTo>
                    <a:lnTo>
                      <a:pt x="69667" y="19898"/>
                    </a:lnTo>
                    <a:lnTo>
                      <a:pt x="47553" y="73038"/>
                    </a:lnTo>
                    <a:lnTo>
                      <a:pt x="0" y="54586"/>
                    </a:lnTo>
                    <a:lnTo>
                      <a:pt x="2155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8" name="Контур"/>
              <p:cNvSpPr/>
              <p:nvPr/>
            </p:nvSpPr>
            <p:spPr>
              <a:xfrm>
                <a:off x="1358894" y="6144330"/>
                <a:ext cx="57278" cy="100106"/>
              </a:xfrm>
              <a:custGeom>
                <a:avLst/>
                <a:gdLst/>
                <a:ahLst/>
                <a:cxnLst/>
                <a:rect l="l" t="t" r="r" b="b"/>
                <a:pathLst>
                  <a:path w="57278" h="100106">
                    <a:moveTo>
                      <a:pt x="18830" y="0"/>
                    </a:moveTo>
                    <a:lnTo>
                      <a:pt x="57278" y="7847"/>
                    </a:lnTo>
                    <a:lnTo>
                      <a:pt x="38448" y="100106"/>
                    </a:lnTo>
                    <a:lnTo>
                      <a:pt x="0" y="92258"/>
                    </a:lnTo>
                    <a:lnTo>
                      <a:pt x="1883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9" name="Контур"/>
              <p:cNvSpPr/>
              <p:nvPr/>
            </p:nvSpPr>
            <p:spPr>
              <a:xfrm>
                <a:off x="1229189" y="6288005"/>
                <a:ext cx="67104" cy="68060"/>
              </a:xfrm>
              <a:custGeom>
                <a:avLst/>
                <a:gdLst/>
                <a:ahLst/>
                <a:cxnLst/>
                <a:rect l="l" t="t" r="r" b="b"/>
                <a:pathLst>
                  <a:path w="67104" h="68060">
                    <a:moveTo>
                      <a:pt x="0" y="48162"/>
                    </a:moveTo>
                    <a:lnTo>
                      <a:pt x="3429" y="39141"/>
                    </a:lnTo>
                    <a:lnTo>
                      <a:pt x="18873" y="0"/>
                    </a:lnTo>
                    <a:lnTo>
                      <a:pt x="67104" y="19035"/>
                    </a:lnTo>
                    <a:lnTo>
                      <a:pt x="48109" y="68060"/>
                    </a:lnTo>
                    <a:lnTo>
                      <a:pt x="0" y="481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0" name="Контур"/>
              <p:cNvSpPr/>
              <p:nvPr/>
            </p:nvSpPr>
            <p:spPr>
              <a:xfrm>
                <a:off x="3473609" y="7151078"/>
                <a:ext cx="199602" cy="187065"/>
              </a:xfrm>
              <a:custGeom>
                <a:avLst/>
                <a:gdLst/>
                <a:ahLst/>
                <a:cxnLst/>
                <a:rect l="l" t="t" r="r" b="b"/>
                <a:pathLst>
                  <a:path w="199602" h="187065">
                    <a:moveTo>
                      <a:pt x="199602" y="100809"/>
                    </a:moveTo>
                    <a:lnTo>
                      <a:pt x="64233" y="187065"/>
                    </a:lnTo>
                    <a:lnTo>
                      <a:pt x="0" y="86256"/>
                    </a:lnTo>
                    <a:lnTo>
                      <a:pt x="90873" y="28350"/>
                    </a:lnTo>
                    <a:lnTo>
                      <a:pt x="135369" y="0"/>
                    </a:lnTo>
                    <a:lnTo>
                      <a:pt x="199602" y="1008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1" name="Контур"/>
              <p:cNvSpPr/>
              <p:nvPr/>
            </p:nvSpPr>
            <p:spPr>
              <a:xfrm>
                <a:off x="2787915" y="7005499"/>
                <a:ext cx="283134" cy="361345"/>
              </a:xfrm>
              <a:custGeom>
                <a:avLst/>
                <a:gdLst/>
                <a:ahLst/>
                <a:cxnLst/>
                <a:rect l="l" t="t" r="r" b="b"/>
                <a:pathLst>
                  <a:path w="283134" h="361345">
                    <a:moveTo>
                      <a:pt x="0" y="58986"/>
                    </a:moveTo>
                    <a:lnTo>
                      <a:pt x="94597" y="0"/>
                    </a:lnTo>
                    <a:lnTo>
                      <a:pt x="283134" y="302359"/>
                    </a:lnTo>
                    <a:lnTo>
                      <a:pt x="188539" y="361345"/>
                    </a:lnTo>
                    <a:lnTo>
                      <a:pt x="0" y="5898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2" name="Контур"/>
              <p:cNvSpPr/>
              <p:nvPr/>
            </p:nvSpPr>
            <p:spPr>
              <a:xfrm>
                <a:off x="2381403" y="7132190"/>
                <a:ext cx="325202" cy="222983"/>
              </a:xfrm>
              <a:custGeom>
                <a:avLst/>
                <a:gdLst/>
                <a:ahLst/>
                <a:cxnLst/>
                <a:rect l="l" t="t" r="r" b="b"/>
                <a:pathLst>
                  <a:path w="325202" h="222983">
                    <a:moveTo>
                      <a:pt x="60996" y="222983"/>
                    </a:moveTo>
                    <a:lnTo>
                      <a:pt x="0" y="126668"/>
                    </a:lnTo>
                    <a:lnTo>
                      <a:pt x="199050" y="610"/>
                    </a:lnTo>
                    <a:lnTo>
                      <a:pt x="224381" y="40610"/>
                    </a:lnTo>
                    <a:lnTo>
                      <a:pt x="288504" y="0"/>
                    </a:lnTo>
                    <a:lnTo>
                      <a:pt x="325202" y="57946"/>
                    </a:lnTo>
                    <a:lnTo>
                      <a:pt x="60996" y="22298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3" name="Контур"/>
              <p:cNvSpPr/>
              <p:nvPr/>
            </p:nvSpPr>
            <p:spPr>
              <a:xfrm>
                <a:off x="3181702" y="6776884"/>
                <a:ext cx="332002" cy="362152"/>
              </a:xfrm>
              <a:custGeom>
                <a:avLst/>
                <a:gdLst/>
                <a:ahLst/>
                <a:cxnLst/>
                <a:rect l="l" t="t" r="r" b="b"/>
                <a:pathLst>
                  <a:path w="332002" h="362152">
                    <a:moveTo>
                      <a:pt x="332002" y="254235"/>
                    </a:moveTo>
                    <a:lnTo>
                      <a:pt x="155044" y="362152"/>
                    </a:lnTo>
                    <a:lnTo>
                      <a:pt x="0" y="107917"/>
                    </a:lnTo>
                    <a:lnTo>
                      <a:pt x="176959" y="0"/>
                    </a:lnTo>
                    <a:lnTo>
                      <a:pt x="332002" y="2542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4" name="Контур"/>
              <p:cNvSpPr/>
              <p:nvPr/>
            </p:nvSpPr>
            <p:spPr>
              <a:xfrm>
                <a:off x="2977628" y="6977153"/>
                <a:ext cx="102843" cy="93357"/>
              </a:xfrm>
              <a:custGeom>
                <a:avLst/>
                <a:gdLst/>
                <a:ahLst/>
                <a:cxnLst/>
                <a:rect l="l" t="t" r="r" b="b"/>
                <a:pathLst>
                  <a:path w="102843" h="93357">
                    <a:moveTo>
                      <a:pt x="41247" y="85752"/>
                    </a:moveTo>
                    <a:lnTo>
                      <a:pt x="29781" y="93357"/>
                    </a:lnTo>
                    <a:lnTo>
                      <a:pt x="0" y="48465"/>
                    </a:lnTo>
                    <a:lnTo>
                      <a:pt x="73062" y="0"/>
                    </a:lnTo>
                    <a:lnTo>
                      <a:pt x="102843" y="44892"/>
                    </a:lnTo>
                    <a:lnTo>
                      <a:pt x="41247" y="857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5" name="Контур"/>
              <p:cNvSpPr/>
              <p:nvPr/>
            </p:nvSpPr>
            <p:spPr>
              <a:xfrm>
                <a:off x="3018875" y="7022045"/>
                <a:ext cx="82422" cy="72252"/>
              </a:xfrm>
              <a:custGeom>
                <a:avLst/>
                <a:gdLst/>
                <a:ahLst/>
                <a:cxnLst/>
                <a:rect l="l" t="t" r="r" b="b"/>
                <a:pathLst>
                  <a:path w="82422" h="72252">
                    <a:moveTo>
                      <a:pt x="0" y="40860"/>
                    </a:moveTo>
                    <a:lnTo>
                      <a:pt x="61596" y="0"/>
                    </a:lnTo>
                    <a:lnTo>
                      <a:pt x="82422" y="31392"/>
                    </a:lnTo>
                    <a:lnTo>
                      <a:pt x="20826" y="72252"/>
                    </a:lnTo>
                    <a:lnTo>
                      <a:pt x="0" y="408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6" name="Контур"/>
              <p:cNvSpPr/>
              <p:nvPr/>
            </p:nvSpPr>
            <p:spPr>
              <a:xfrm>
                <a:off x="2743763" y="6939101"/>
                <a:ext cx="147420" cy="124119"/>
              </a:xfrm>
              <a:custGeom>
                <a:avLst/>
                <a:gdLst/>
                <a:ahLst/>
                <a:cxnLst/>
                <a:rect l="l" t="t" r="r" b="b"/>
                <a:pathLst>
                  <a:path w="147420" h="124119">
                    <a:moveTo>
                      <a:pt x="132902" y="24879"/>
                    </a:moveTo>
                    <a:lnTo>
                      <a:pt x="147420" y="46683"/>
                    </a:lnTo>
                    <a:lnTo>
                      <a:pt x="31077" y="124119"/>
                    </a:lnTo>
                    <a:lnTo>
                      <a:pt x="0" y="77436"/>
                    </a:lnTo>
                    <a:lnTo>
                      <a:pt x="116343" y="0"/>
                    </a:lnTo>
                    <a:lnTo>
                      <a:pt x="132902" y="2487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7" name="Контур"/>
              <p:cNvSpPr/>
              <p:nvPr/>
            </p:nvSpPr>
            <p:spPr>
              <a:xfrm>
                <a:off x="2921412" y="6926495"/>
                <a:ext cx="60903" cy="53335"/>
              </a:xfrm>
              <a:custGeom>
                <a:avLst/>
                <a:gdLst/>
                <a:ahLst/>
                <a:cxnLst/>
                <a:rect l="l" t="t" r="r" b="b"/>
                <a:pathLst>
                  <a:path w="60903" h="53335">
                    <a:moveTo>
                      <a:pt x="15735" y="53335"/>
                    </a:moveTo>
                    <a:lnTo>
                      <a:pt x="0" y="26011"/>
                    </a:lnTo>
                    <a:lnTo>
                      <a:pt x="45167" y="0"/>
                    </a:lnTo>
                    <a:lnTo>
                      <a:pt x="60903" y="27325"/>
                    </a:lnTo>
                    <a:lnTo>
                      <a:pt x="15735" y="533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8" name="Контур"/>
              <p:cNvSpPr/>
              <p:nvPr/>
            </p:nvSpPr>
            <p:spPr>
              <a:xfrm>
                <a:off x="3320896" y="6129705"/>
                <a:ext cx="819079" cy="773709"/>
              </a:xfrm>
              <a:custGeom>
                <a:avLst/>
                <a:gdLst/>
                <a:ahLst/>
                <a:cxnLst/>
                <a:rect l="l" t="t" r="r" b="b"/>
                <a:pathLst>
                  <a:path w="819079" h="773709">
                    <a:moveTo>
                      <a:pt x="238674" y="773709"/>
                    </a:moveTo>
                    <a:lnTo>
                      <a:pt x="83071" y="578339"/>
                    </a:lnTo>
                    <a:lnTo>
                      <a:pt x="40898" y="519210"/>
                    </a:lnTo>
                    <a:lnTo>
                      <a:pt x="0" y="462936"/>
                    </a:lnTo>
                    <a:lnTo>
                      <a:pt x="624980" y="0"/>
                    </a:lnTo>
                    <a:lnTo>
                      <a:pt x="628782" y="5186"/>
                    </a:lnTo>
                    <a:lnTo>
                      <a:pt x="819079" y="264452"/>
                    </a:lnTo>
                    <a:lnTo>
                      <a:pt x="527248" y="467396"/>
                    </a:lnTo>
                    <a:lnTo>
                      <a:pt x="370324" y="580049"/>
                    </a:lnTo>
                    <a:lnTo>
                      <a:pt x="330076" y="608939"/>
                    </a:lnTo>
                    <a:lnTo>
                      <a:pt x="292591" y="635849"/>
                    </a:lnTo>
                    <a:lnTo>
                      <a:pt x="339267" y="705038"/>
                    </a:lnTo>
                    <a:lnTo>
                      <a:pt x="271141" y="751883"/>
                    </a:lnTo>
                    <a:lnTo>
                      <a:pt x="238674" y="7737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9" name="Контур"/>
              <p:cNvSpPr/>
              <p:nvPr/>
            </p:nvSpPr>
            <p:spPr>
              <a:xfrm>
                <a:off x="2541195" y="6716623"/>
                <a:ext cx="123757" cy="98837"/>
              </a:xfrm>
              <a:custGeom>
                <a:avLst/>
                <a:gdLst/>
                <a:ahLst/>
                <a:cxnLst/>
                <a:rect l="l" t="t" r="r" b="b"/>
                <a:pathLst>
                  <a:path w="123757" h="98837">
                    <a:moveTo>
                      <a:pt x="0" y="50060"/>
                    </a:moveTo>
                    <a:lnTo>
                      <a:pt x="99123" y="0"/>
                    </a:lnTo>
                    <a:lnTo>
                      <a:pt x="123757" y="48777"/>
                    </a:lnTo>
                    <a:lnTo>
                      <a:pt x="24634" y="98837"/>
                    </a:lnTo>
                    <a:lnTo>
                      <a:pt x="0" y="500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0" name="Контур"/>
              <p:cNvSpPr/>
              <p:nvPr/>
            </p:nvSpPr>
            <p:spPr>
              <a:xfrm>
                <a:off x="2586450" y="6799679"/>
                <a:ext cx="99311" cy="94194"/>
              </a:xfrm>
              <a:custGeom>
                <a:avLst/>
                <a:gdLst/>
                <a:ahLst/>
                <a:cxnLst/>
                <a:rect l="l" t="t" r="r" b="b"/>
                <a:pathLst>
                  <a:path w="99311" h="94194">
                    <a:moveTo>
                      <a:pt x="0" y="44838"/>
                    </a:moveTo>
                    <a:lnTo>
                      <a:pt x="65550" y="0"/>
                    </a:lnTo>
                    <a:lnTo>
                      <a:pt x="99311" y="49355"/>
                    </a:lnTo>
                    <a:lnTo>
                      <a:pt x="33762" y="94194"/>
                    </a:lnTo>
                    <a:lnTo>
                      <a:pt x="0" y="4483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1" name="Контур"/>
              <p:cNvSpPr/>
              <p:nvPr/>
            </p:nvSpPr>
            <p:spPr>
              <a:xfrm>
                <a:off x="2834663" y="6609067"/>
                <a:ext cx="129893" cy="95840"/>
              </a:xfrm>
              <a:custGeom>
                <a:avLst/>
                <a:gdLst/>
                <a:ahLst/>
                <a:cxnLst/>
                <a:rect l="l" t="t" r="r" b="b"/>
                <a:pathLst>
                  <a:path w="129893" h="95840">
                    <a:moveTo>
                      <a:pt x="0" y="49879"/>
                    </a:moveTo>
                    <a:lnTo>
                      <a:pt x="95967" y="0"/>
                    </a:lnTo>
                    <a:lnTo>
                      <a:pt x="129893" y="65273"/>
                    </a:lnTo>
                    <a:lnTo>
                      <a:pt x="89520" y="86257"/>
                    </a:lnTo>
                    <a:lnTo>
                      <a:pt x="79482" y="66944"/>
                    </a:lnTo>
                    <a:lnTo>
                      <a:pt x="23889" y="95840"/>
                    </a:lnTo>
                    <a:lnTo>
                      <a:pt x="0" y="4987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2" name="Контур"/>
              <p:cNvSpPr/>
              <p:nvPr/>
            </p:nvSpPr>
            <p:spPr>
              <a:xfrm>
                <a:off x="2847219" y="6432074"/>
                <a:ext cx="331678" cy="198990"/>
              </a:xfrm>
              <a:custGeom>
                <a:avLst/>
                <a:gdLst/>
                <a:ahLst/>
                <a:cxnLst/>
                <a:rect l="l" t="t" r="r" b="b"/>
                <a:pathLst>
                  <a:path w="331678" h="198990">
                    <a:moveTo>
                      <a:pt x="0" y="160997"/>
                    </a:moveTo>
                    <a:lnTo>
                      <a:pt x="312077" y="0"/>
                    </a:lnTo>
                    <a:lnTo>
                      <a:pt x="331678" y="37995"/>
                    </a:lnTo>
                    <a:lnTo>
                      <a:pt x="19600" y="198990"/>
                    </a:lnTo>
                    <a:lnTo>
                      <a:pt x="0" y="16099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3" name="Контур"/>
              <p:cNvSpPr/>
              <p:nvPr/>
            </p:nvSpPr>
            <p:spPr>
              <a:xfrm>
                <a:off x="1965486" y="6238145"/>
                <a:ext cx="154317" cy="161974"/>
              </a:xfrm>
              <a:custGeom>
                <a:avLst/>
                <a:gdLst/>
                <a:ahLst/>
                <a:cxnLst/>
                <a:rect l="l" t="t" r="r" b="b"/>
                <a:pathLst>
                  <a:path w="154317" h="161974">
                    <a:moveTo>
                      <a:pt x="107084" y="0"/>
                    </a:moveTo>
                    <a:lnTo>
                      <a:pt x="130435" y="23371"/>
                    </a:lnTo>
                    <a:lnTo>
                      <a:pt x="154317" y="46653"/>
                    </a:lnTo>
                    <a:lnTo>
                      <a:pt x="45623" y="161974"/>
                    </a:lnTo>
                    <a:lnTo>
                      <a:pt x="0" y="115716"/>
                    </a:lnTo>
                    <a:lnTo>
                      <a:pt x="10708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4" name="Контур"/>
              <p:cNvSpPr/>
              <p:nvPr/>
            </p:nvSpPr>
            <p:spPr>
              <a:xfrm>
                <a:off x="2704197" y="5831976"/>
                <a:ext cx="367510" cy="363703"/>
              </a:xfrm>
              <a:custGeom>
                <a:avLst/>
                <a:gdLst/>
                <a:ahLst/>
                <a:cxnLst/>
                <a:rect l="l" t="t" r="r" b="b"/>
                <a:pathLst>
                  <a:path w="367510" h="363703">
                    <a:moveTo>
                      <a:pt x="226325" y="0"/>
                    </a:moveTo>
                    <a:lnTo>
                      <a:pt x="367510" y="157800"/>
                    </a:lnTo>
                    <a:lnTo>
                      <a:pt x="145779" y="363703"/>
                    </a:lnTo>
                    <a:lnTo>
                      <a:pt x="0" y="205599"/>
                    </a:lnTo>
                    <a:lnTo>
                      <a:pt x="22632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5" name="Контур"/>
              <p:cNvSpPr/>
              <p:nvPr/>
            </p:nvSpPr>
            <p:spPr>
              <a:xfrm>
                <a:off x="252000" y="6564968"/>
                <a:ext cx="38921" cy="75569"/>
              </a:xfrm>
              <a:custGeom>
                <a:avLst/>
                <a:gdLst/>
                <a:ahLst/>
                <a:cxnLst/>
                <a:rect l="l" t="t" r="r" b="b"/>
                <a:pathLst>
                  <a:path w="38921" h="75569">
                    <a:moveTo>
                      <a:pt x="6177" y="75569"/>
                    </a:moveTo>
                    <a:lnTo>
                      <a:pt x="0" y="71537"/>
                    </a:lnTo>
                    <a:lnTo>
                      <a:pt x="0" y="0"/>
                    </a:lnTo>
                    <a:lnTo>
                      <a:pt x="38921" y="254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6" name="Контур"/>
              <p:cNvSpPr/>
              <p:nvPr/>
            </p:nvSpPr>
            <p:spPr>
              <a:xfrm>
                <a:off x="281075" y="7295262"/>
                <a:ext cx="108620" cy="120992"/>
              </a:xfrm>
              <a:custGeom>
                <a:avLst/>
                <a:gdLst/>
                <a:ahLst/>
                <a:cxnLst/>
                <a:rect l="l" t="t" r="r" b="b"/>
                <a:pathLst>
                  <a:path w="108620" h="120992">
                    <a:moveTo>
                      <a:pt x="23589" y="19463"/>
                    </a:moveTo>
                    <a:lnTo>
                      <a:pt x="54429" y="0"/>
                    </a:lnTo>
                    <a:lnTo>
                      <a:pt x="108620" y="85460"/>
                    </a:lnTo>
                    <a:lnTo>
                      <a:pt x="53204" y="120992"/>
                    </a:lnTo>
                    <a:lnTo>
                      <a:pt x="0" y="35276"/>
                    </a:lnTo>
                    <a:lnTo>
                      <a:pt x="23589" y="194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7" name="Контур"/>
              <p:cNvSpPr/>
              <p:nvPr/>
            </p:nvSpPr>
            <p:spPr>
              <a:xfrm>
                <a:off x="252000" y="7265990"/>
                <a:ext cx="52664" cy="76109"/>
              </a:xfrm>
              <a:custGeom>
                <a:avLst/>
                <a:gdLst/>
                <a:ahLst/>
                <a:cxnLst/>
                <a:rect l="l" t="t" r="r" b="b"/>
                <a:pathLst>
                  <a:path w="52664" h="76109">
                    <a:moveTo>
                      <a:pt x="0" y="13901"/>
                    </a:moveTo>
                    <a:lnTo>
                      <a:pt x="22325" y="0"/>
                    </a:lnTo>
                    <a:lnTo>
                      <a:pt x="52664" y="48735"/>
                    </a:lnTo>
                    <a:lnTo>
                      <a:pt x="29075" y="64548"/>
                    </a:lnTo>
                    <a:lnTo>
                      <a:pt x="26141" y="59832"/>
                    </a:lnTo>
                    <a:lnTo>
                      <a:pt x="0" y="761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8" name="Контур"/>
              <p:cNvSpPr/>
              <p:nvPr/>
            </p:nvSpPr>
            <p:spPr>
              <a:xfrm>
                <a:off x="1356050" y="8271472"/>
                <a:ext cx="77848" cy="84274"/>
              </a:xfrm>
              <a:custGeom>
                <a:avLst/>
                <a:gdLst/>
                <a:ahLst/>
                <a:cxnLst/>
                <a:rect l="l" t="t" r="r" b="b"/>
                <a:pathLst>
                  <a:path w="77848" h="84274">
                    <a:moveTo>
                      <a:pt x="0" y="22265"/>
                    </a:moveTo>
                    <a:lnTo>
                      <a:pt x="50520" y="0"/>
                    </a:lnTo>
                    <a:lnTo>
                      <a:pt x="77848" y="62009"/>
                    </a:lnTo>
                    <a:lnTo>
                      <a:pt x="27328" y="84274"/>
                    </a:lnTo>
                    <a:lnTo>
                      <a:pt x="0" y="2226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9" name="Контур"/>
              <p:cNvSpPr/>
              <p:nvPr/>
            </p:nvSpPr>
            <p:spPr>
              <a:xfrm>
                <a:off x="1859504" y="8140421"/>
                <a:ext cx="272205" cy="400167"/>
              </a:xfrm>
              <a:custGeom>
                <a:avLst/>
                <a:gdLst/>
                <a:ahLst/>
                <a:cxnLst/>
                <a:rect l="l" t="t" r="r" b="b"/>
                <a:pathLst>
                  <a:path w="272205" h="400167">
                    <a:moveTo>
                      <a:pt x="227767" y="370680"/>
                    </a:moveTo>
                    <a:lnTo>
                      <a:pt x="165456" y="400167"/>
                    </a:lnTo>
                    <a:lnTo>
                      <a:pt x="0" y="50517"/>
                    </a:lnTo>
                    <a:lnTo>
                      <a:pt x="66573" y="19008"/>
                    </a:lnTo>
                    <a:lnTo>
                      <a:pt x="106740" y="0"/>
                    </a:lnTo>
                    <a:lnTo>
                      <a:pt x="272205" y="349650"/>
                    </a:lnTo>
                    <a:lnTo>
                      <a:pt x="227767" y="37068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0" name="Контур"/>
              <p:cNvSpPr/>
              <p:nvPr/>
            </p:nvSpPr>
            <p:spPr>
              <a:xfrm>
                <a:off x="680779" y="8371953"/>
                <a:ext cx="120850" cy="142226"/>
              </a:xfrm>
              <a:custGeom>
                <a:avLst/>
                <a:gdLst/>
                <a:ahLst/>
                <a:cxnLst/>
                <a:rect l="l" t="t" r="r" b="b"/>
                <a:pathLst>
                  <a:path w="120850" h="142226">
                    <a:moveTo>
                      <a:pt x="0" y="32481"/>
                    </a:moveTo>
                    <a:lnTo>
                      <a:pt x="51122" y="0"/>
                    </a:lnTo>
                    <a:lnTo>
                      <a:pt x="92110" y="64543"/>
                    </a:lnTo>
                    <a:lnTo>
                      <a:pt x="120850" y="109745"/>
                    </a:lnTo>
                    <a:lnTo>
                      <a:pt x="69728" y="142226"/>
                    </a:lnTo>
                    <a:lnTo>
                      <a:pt x="0" y="3248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1" name="Контур"/>
              <p:cNvSpPr/>
              <p:nvPr/>
            </p:nvSpPr>
            <p:spPr>
              <a:xfrm>
                <a:off x="1187998" y="8224419"/>
                <a:ext cx="525992" cy="328374"/>
              </a:xfrm>
              <a:custGeom>
                <a:avLst/>
                <a:gdLst/>
                <a:ahLst/>
                <a:cxnLst/>
                <a:rect l="l" t="t" r="r" b="b"/>
                <a:pathLst>
                  <a:path w="525992" h="328374">
                    <a:moveTo>
                      <a:pt x="474300" y="0"/>
                    </a:moveTo>
                    <a:lnTo>
                      <a:pt x="484084" y="20075"/>
                    </a:lnTo>
                    <a:lnTo>
                      <a:pt x="518637" y="87506"/>
                    </a:lnTo>
                    <a:lnTo>
                      <a:pt x="525992" y="102905"/>
                    </a:lnTo>
                    <a:lnTo>
                      <a:pt x="50157" y="328374"/>
                    </a:lnTo>
                    <a:lnTo>
                      <a:pt x="0" y="225918"/>
                    </a:lnTo>
                    <a:lnTo>
                      <a:pt x="195380" y="131327"/>
                    </a:lnTo>
                    <a:lnTo>
                      <a:pt x="245900" y="109062"/>
                    </a:lnTo>
                    <a:lnTo>
                      <a:pt x="47430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2" name="Контур"/>
              <p:cNvSpPr/>
              <p:nvPr/>
            </p:nvSpPr>
            <p:spPr>
              <a:xfrm>
                <a:off x="1672082" y="8186710"/>
                <a:ext cx="113965" cy="140614"/>
              </a:xfrm>
              <a:custGeom>
                <a:avLst/>
                <a:gdLst/>
                <a:ahLst/>
                <a:cxnLst/>
                <a:rect l="l" t="t" r="r" b="b"/>
                <a:pathLst>
                  <a:path w="113965" h="140614">
                    <a:moveTo>
                      <a:pt x="0" y="57784"/>
                    </a:moveTo>
                    <a:lnTo>
                      <a:pt x="37671" y="38849"/>
                    </a:lnTo>
                    <a:lnTo>
                      <a:pt x="27211" y="17230"/>
                    </a:lnTo>
                    <a:lnTo>
                      <a:pt x="61688" y="0"/>
                    </a:lnTo>
                    <a:lnTo>
                      <a:pt x="113965" y="104601"/>
                    </a:lnTo>
                    <a:lnTo>
                      <a:pt x="41908" y="140614"/>
                    </a:lnTo>
                    <a:lnTo>
                      <a:pt x="34553" y="125215"/>
                    </a:lnTo>
                    <a:lnTo>
                      <a:pt x="0" y="577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3" name="Контур"/>
              <p:cNvSpPr/>
              <p:nvPr/>
            </p:nvSpPr>
            <p:spPr>
              <a:xfrm>
                <a:off x="1274918" y="8217166"/>
                <a:ext cx="131652" cy="101880"/>
              </a:xfrm>
              <a:custGeom>
                <a:avLst/>
                <a:gdLst/>
                <a:ahLst/>
                <a:cxnLst/>
                <a:rect l="l" t="t" r="r" b="b"/>
                <a:pathLst>
                  <a:path w="131652" h="101880">
                    <a:moveTo>
                      <a:pt x="107658" y="0"/>
                    </a:moveTo>
                    <a:lnTo>
                      <a:pt x="131652" y="54306"/>
                    </a:lnTo>
                    <a:lnTo>
                      <a:pt x="81132" y="76571"/>
                    </a:lnTo>
                    <a:lnTo>
                      <a:pt x="24003" y="101880"/>
                    </a:lnTo>
                    <a:lnTo>
                      <a:pt x="0" y="47574"/>
                    </a:lnTo>
                    <a:lnTo>
                      <a:pt x="10765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4" name="Контур"/>
              <p:cNvSpPr/>
              <p:nvPr/>
            </p:nvSpPr>
            <p:spPr>
              <a:xfrm>
                <a:off x="1416657" y="8183443"/>
                <a:ext cx="44467" cy="49703"/>
              </a:xfrm>
              <a:custGeom>
                <a:avLst/>
                <a:gdLst/>
                <a:ahLst/>
                <a:cxnLst/>
                <a:rect l="l" t="t" r="r" b="b"/>
                <a:pathLst>
                  <a:path w="44467" h="49703">
                    <a:moveTo>
                      <a:pt x="0" y="13402"/>
                    </a:moveTo>
                    <a:lnTo>
                      <a:pt x="25031" y="0"/>
                    </a:lnTo>
                    <a:lnTo>
                      <a:pt x="44467" y="36301"/>
                    </a:lnTo>
                    <a:lnTo>
                      <a:pt x="19437" y="49703"/>
                    </a:lnTo>
                    <a:lnTo>
                      <a:pt x="0" y="1340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5" name="Контур"/>
              <p:cNvSpPr/>
              <p:nvPr/>
            </p:nvSpPr>
            <p:spPr>
              <a:xfrm>
                <a:off x="1913819" y="8114519"/>
                <a:ext cx="52425" cy="44910"/>
              </a:xfrm>
              <a:custGeom>
                <a:avLst/>
                <a:gdLst/>
                <a:ahLst/>
                <a:cxnLst/>
                <a:rect l="l" t="t" r="r" b="b"/>
                <a:pathLst>
                  <a:path w="52425" h="44910">
                    <a:moveTo>
                      <a:pt x="12258" y="44910"/>
                    </a:moveTo>
                    <a:lnTo>
                      <a:pt x="0" y="19008"/>
                    </a:lnTo>
                    <a:lnTo>
                      <a:pt x="40167" y="0"/>
                    </a:lnTo>
                    <a:lnTo>
                      <a:pt x="52425" y="25902"/>
                    </a:lnTo>
                    <a:lnTo>
                      <a:pt x="12258" y="4491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6" name="Контур"/>
              <p:cNvSpPr/>
              <p:nvPr/>
            </p:nvSpPr>
            <p:spPr>
              <a:xfrm>
                <a:off x="1646477" y="8071137"/>
                <a:ext cx="73006" cy="70250"/>
              </a:xfrm>
              <a:custGeom>
                <a:avLst/>
                <a:gdLst/>
                <a:ahLst/>
                <a:cxnLst/>
                <a:rect l="l" t="t" r="r" b="b"/>
                <a:pathLst>
                  <a:path w="73006" h="70250">
                    <a:moveTo>
                      <a:pt x="22505" y="70250"/>
                    </a:moveTo>
                    <a:lnTo>
                      <a:pt x="0" y="25264"/>
                    </a:lnTo>
                    <a:lnTo>
                      <a:pt x="50501" y="0"/>
                    </a:lnTo>
                    <a:lnTo>
                      <a:pt x="73006" y="44986"/>
                    </a:lnTo>
                    <a:lnTo>
                      <a:pt x="22505" y="7025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7" name="Контур"/>
              <p:cNvSpPr/>
              <p:nvPr/>
            </p:nvSpPr>
            <p:spPr>
              <a:xfrm>
                <a:off x="1709602" y="8017503"/>
                <a:ext cx="117706" cy="100197"/>
              </a:xfrm>
              <a:custGeom>
                <a:avLst/>
                <a:gdLst/>
                <a:ahLst/>
                <a:cxnLst/>
                <a:rect l="l" t="t" r="r" b="b"/>
                <a:pathLst>
                  <a:path w="117706" h="100197">
                    <a:moveTo>
                      <a:pt x="0" y="50753"/>
                    </a:moveTo>
                    <a:lnTo>
                      <a:pt x="89743" y="0"/>
                    </a:lnTo>
                    <a:lnTo>
                      <a:pt x="117706" y="49444"/>
                    </a:lnTo>
                    <a:lnTo>
                      <a:pt x="27963" y="100197"/>
                    </a:lnTo>
                    <a:lnTo>
                      <a:pt x="0" y="507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8" name="Контур"/>
              <p:cNvSpPr/>
              <p:nvPr/>
            </p:nvSpPr>
            <p:spPr>
              <a:xfrm>
                <a:off x="1227551" y="7611167"/>
                <a:ext cx="324657" cy="467082"/>
              </a:xfrm>
              <a:custGeom>
                <a:avLst/>
                <a:gdLst/>
                <a:ahLst/>
                <a:cxnLst/>
                <a:rect l="l" t="t" r="r" b="b"/>
                <a:pathLst>
                  <a:path w="324657" h="467082">
                    <a:moveTo>
                      <a:pt x="248706" y="467082"/>
                    </a:moveTo>
                    <a:lnTo>
                      <a:pt x="0" y="48870"/>
                    </a:lnTo>
                    <a:lnTo>
                      <a:pt x="77436" y="0"/>
                    </a:lnTo>
                    <a:lnTo>
                      <a:pt x="324657" y="421920"/>
                    </a:lnTo>
                    <a:lnTo>
                      <a:pt x="248706" y="4670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9" name="Контур"/>
              <p:cNvSpPr/>
              <p:nvPr/>
            </p:nvSpPr>
            <p:spPr>
              <a:xfrm>
                <a:off x="1710216" y="7661298"/>
                <a:ext cx="342633" cy="387985"/>
              </a:xfrm>
              <a:custGeom>
                <a:avLst/>
                <a:gdLst/>
                <a:ahLst/>
                <a:cxnLst/>
                <a:rect l="l" t="t" r="r" b="b"/>
                <a:pathLst>
                  <a:path w="342633" h="387985">
                    <a:moveTo>
                      <a:pt x="131340" y="30014"/>
                    </a:moveTo>
                    <a:lnTo>
                      <a:pt x="188583" y="0"/>
                    </a:lnTo>
                    <a:lnTo>
                      <a:pt x="342633" y="272667"/>
                    </a:lnTo>
                    <a:lnTo>
                      <a:pt x="309106" y="292262"/>
                    </a:lnTo>
                    <a:lnTo>
                      <a:pt x="282963" y="305501"/>
                    </a:lnTo>
                    <a:lnTo>
                      <a:pt x="288574" y="315698"/>
                    </a:lnTo>
                    <a:lnTo>
                      <a:pt x="157208" y="387985"/>
                    </a:lnTo>
                    <a:lnTo>
                      <a:pt x="0" y="102288"/>
                    </a:lnTo>
                    <a:lnTo>
                      <a:pt x="131340" y="3001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0" name="Контур"/>
              <p:cNvSpPr/>
              <p:nvPr/>
            </p:nvSpPr>
            <p:spPr>
              <a:xfrm>
                <a:off x="695363" y="7791824"/>
                <a:ext cx="156420" cy="151164"/>
              </a:xfrm>
              <a:custGeom>
                <a:avLst/>
                <a:gdLst/>
                <a:ahLst/>
                <a:cxnLst/>
                <a:rect l="l" t="t" r="r" b="b"/>
                <a:pathLst>
                  <a:path w="156420" h="151164">
                    <a:moveTo>
                      <a:pt x="63918" y="151164"/>
                    </a:moveTo>
                    <a:lnTo>
                      <a:pt x="0" y="57528"/>
                    </a:lnTo>
                    <a:lnTo>
                      <a:pt x="97794" y="0"/>
                    </a:lnTo>
                    <a:lnTo>
                      <a:pt x="131760" y="55197"/>
                    </a:lnTo>
                    <a:lnTo>
                      <a:pt x="156420" y="95265"/>
                    </a:lnTo>
                    <a:lnTo>
                      <a:pt x="136494" y="107307"/>
                    </a:lnTo>
                    <a:lnTo>
                      <a:pt x="63918" y="1511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1" name="Контур"/>
              <p:cNvSpPr/>
              <p:nvPr/>
            </p:nvSpPr>
            <p:spPr>
              <a:xfrm>
                <a:off x="2063206" y="7135507"/>
                <a:ext cx="850678" cy="645452"/>
              </a:xfrm>
              <a:custGeom>
                <a:avLst/>
                <a:gdLst/>
                <a:ahLst/>
                <a:cxnLst/>
                <a:rect l="l" t="t" r="r" b="b"/>
                <a:pathLst>
                  <a:path w="850678" h="645452">
                    <a:moveTo>
                      <a:pt x="379193" y="219666"/>
                    </a:moveTo>
                    <a:lnTo>
                      <a:pt x="643399" y="54629"/>
                    </a:lnTo>
                    <a:lnTo>
                      <a:pt x="729660" y="0"/>
                    </a:lnTo>
                    <a:lnTo>
                      <a:pt x="850678" y="191092"/>
                    </a:lnTo>
                    <a:lnTo>
                      <a:pt x="763743" y="246148"/>
                    </a:lnTo>
                    <a:lnTo>
                      <a:pt x="784281" y="278579"/>
                    </a:lnTo>
                    <a:lnTo>
                      <a:pt x="320356" y="572383"/>
                    </a:lnTo>
                    <a:lnTo>
                      <a:pt x="295454" y="533064"/>
                    </a:lnTo>
                    <a:lnTo>
                      <a:pt x="211438" y="585339"/>
                    </a:lnTo>
                    <a:lnTo>
                      <a:pt x="171158" y="610690"/>
                    </a:lnTo>
                    <a:lnTo>
                      <a:pt x="116694" y="645452"/>
                    </a:lnTo>
                    <a:lnTo>
                      <a:pt x="45344" y="530800"/>
                    </a:lnTo>
                    <a:lnTo>
                      <a:pt x="6377" y="469857"/>
                    </a:lnTo>
                    <a:lnTo>
                      <a:pt x="0" y="458553"/>
                    </a:lnTo>
                    <a:lnTo>
                      <a:pt x="53015" y="426234"/>
                    </a:lnTo>
                    <a:lnTo>
                      <a:pt x="379193" y="21966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2" name="Контур"/>
              <p:cNvSpPr/>
              <p:nvPr/>
            </p:nvSpPr>
            <p:spPr>
              <a:xfrm>
                <a:off x="1686819" y="7647052"/>
                <a:ext cx="154737" cy="116534"/>
              </a:xfrm>
              <a:custGeom>
                <a:avLst/>
                <a:gdLst/>
                <a:ahLst/>
                <a:cxnLst/>
                <a:rect l="l" t="t" r="r" b="b"/>
                <a:pathLst>
                  <a:path w="154737" h="116534">
                    <a:moveTo>
                      <a:pt x="23397" y="116534"/>
                    </a:moveTo>
                    <a:lnTo>
                      <a:pt x="0" y="71971"/>
                    </a:lnTo>
                    <a:lnTo>
                      <a:pt x="131939" y="0"/>
                    </a:lnTo>
                    <a:lnTo>
                      <a:pt x="154737" y="44260"/>
                    </a:lnTo>
                    <a:lnTo>
                      <a:pt x="23397" y="1165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3" name="Контур"/>
              <p:cNvSpPr/>
              <p:nvPr/>
            </p:nvSpPr>
            <p:spPr>
              <a:xfrm>
                <a:off x="1998803" y="7487089"/>
                <a:ext cx="81730" cy="62812"/>
              </a:xfrm>
              <a:custGeom>
                <a:avLst/>
                <a:gdLst/>
                <a:ahLst/>
                <a:cxnLst/>
                <a:rect l="l" t="t" r="r" b="b"/>
                <a:pathLst>
                  <a:path w="81730" h="62812">
                    <a:moveTo>
                      <a:pt x="13236" y="62812"/>
                    </a:moveTo>
                    <a:lnTo>
                      <a:pt x="0" y="40332"/>
                    </a:lnTo>
                    <a:lnTo>
                      <a:pt x="68492" y="0"/>
                    </a:lnTo>
                    <a:lnTo>
                      <a:pt x="81730" y="22479"/>
                    </a:lnTo>
                    <a:lnTo>
                      <a:pt x="13236" y="628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4" name="Контур"/>
              <p:cNvSpPr/>
              <p:nvPr/>
            </p:nvSpPr>
            <p:spPr>
              <a:xfrm>
                <a:off x="2041077" y="7605364"/>
                <a:ext cx="67473" cy="79169"/>
              </a:xfrm>
              <a:custGeom>
                <a:avLst/>
                <a:gdLst/>
                <a:ahLst/>
                <a:cxnLst/>
                <a:rect l="l" t="t" r="r" b="b"/>
                <a:pathLst>
                  <a:path w="67473" h="79169">
                    <a:moveTo>
                      <a:pt x="28506" y="0"/>
                    </a:moveTo>
                    <a:lnTo>
                      <a:pt x="67473" y="60943"/>
                    </a:lnTo>
                    <a:lnTo>
                      <a:pt x="38969" y="79169"/>
                    </a:lnTo>
                    <a:lnTo>
                      <a:pt x="0" y="18227"/>
                    </a:lnTo>
                    <a:lnTo>
                      <a:pt x="2850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5" name="Контур"/>
              <p:cNvSpPr/>
              <p:nvPr/>
            </p:nvSpPr>
            <p:spPr>
              <a:xfrm>
                <a:off x="1679769" y="7466449"/>
                <a:ext cx="56888" cy="65424"/>
              </a:xfrm>
              <a:custGeom>
                <a:avLst/>
                <a:gdLst/>
                <a:ahLst/>
                <a:cxnLst/>
                <a:rect l="l" t="t" r="r" b="b"/>
                <a:pathLst>
                  <a:path w="56888" h="65424">
                    <a:moveTo>
                      <a:pt x="0" y="15788"/>
                    </a:moveTo>
                    <a:lnTo>
                      <a:pt x="23396" y="0"/>
                    </a:lnTo>
                    <a:lnTo>
                      <a:pt x="56888" y="49637"/>
                    </a:lnTo>
                    <a:lnTo>
                      <a:pt x="33491" y="65424"/>
                    </a:lnTo>
                    <a:lnTo>
                      <a:pt x="0" y="157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6" name="Контур"/>
              <p:cNvSpPr/>
              <p:nvPr/>
            </p:nvSpPr>
            <p:spPr>
              <a:xfrm>
                <a:off x="3472422" y="8625672"/>
                <a:ext cx="56643" cy="45818"/>
              </a:xfrm>
              <a:custGeom>
                <a:avLst/>
                <a:gdLst/>
                <a:ahLst/>
                <a:cxnLst/>
                <a:rect l="l" t="t" r="r" b="b"/>
                <a:pathLst>
                  <a:path w="56643" h="45818">
                    <a:moveTo>
                      <a:pt x="11289" y="45818"/>
                    </a:moveTo>
                    <a:lnTo>
                      <a:pt x="0" y="26495"/>
                    </a:lnTo>
                    <a:lnTo>
                      <a:pt x="45354" y="0"/>
                    </a:lnTo>
                    <a:lnTo>
                      <a:pt x="56643" y="19324"/>
                    </a:lnTo>
                    <a:lnTo>
                      <a:pt x="11289" y="458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7" name="Контур"/>
              <p:cNvSpPr/>
              <p:nvPr/>
            </p:nvSpPr>
            <p:spPr>
              <a:xfrm>
                <a:off x="2412942" y="8486076"/>
                <a:ext cx="221747" cy="198878"/>
              </a:xfrm>
              <a:custGeom>
                <a:avLst/>
                <a:gdLst/>
                <a:ahLst/>
                <a:cxnLst/>
                <a:rect l="l" t="t" r="r" b="b"/>
                <a:pathLst>
                  <a:path w="221747" h="198878">
                    <a:moveTo>
                      <a:pt x="75726" y="176355"/>
                    </a:moveTo>
                    <a:lnTo>
                      <a:pt x="0" y="31896"/>
                    </a:lnTo>
                    <a:lnTo>
                      <a:pt x="63227" y="0"/>
                    </a:lnTo>
                    <a:lnTo>
                      <a:pt x="90459" y="45930"/>
                    </a:lnTo>
                    <a:lnTo>
                      <a:pt x="151146" y="21020"/>
                    </a:lnTo>
                    <a:lnTo>
                      <a:pt x="221747" y="148442"/>
                    </a:lnTo>
                    <a:lnTo>
                      <a:pt x="126477" y="198878"/>
                    </a:lnTo>
                    <a:lnTo>
                      <a:pt x="75726" y="17635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8" name="Контур"/>
              <p:cNvSpPr/>
              <p:nvPr/>
            </p:nvSpPr>
            <p:spPr>
              <a:xfrm>
                <a:off x="2647097" y="8300582"/>
                <a:ext cx="408808" cy="297997"/>
              </a:xfrm>
              <a:custGeom>
                <a:avLst/>
                <a:gdLst/>
                <a:ahLst/>
                <a:cxnLst/>
                <a:rect l="l" t="t" r="r" b="b"/>
                <a:pathLst>
                  <a:path w="408808" h="297997">
                    <a:moveTo>
                      <a:pt x="0" y="238564"/>
                    </a:moveTo>
                    <a:lnTo>
                      <a:pt x="370543" y="0"/>
                    </a:lnTo>
                    <a:lnTo>
                      <a:pt x="408808" y="59433"/>
                    </a:lnTo>
                    <a:lnTo>
                      <a:pt x="38264" y="297997"/>
                    </a:lnTo>
                    <a:lnTo>
                      <a:pt x="0" y="2385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9" name="Контур"/>
              <p:cNvSpPr/>
              <p:nvPr/>
            </p:nvSpPr>
            <p:spPr>
              <a:xfrm>
                <a:off x="2400829" y="8407276"/>
                <a:ext cx="60504" cy="59060"/>
              </a:xfrm>
              <a:custGeom>
                <a:avLst/>
                <a:gdLst/>
                <a:ahLst/>
                <a:cxnLst/>
                <a:rect l="l" t="t" r="r" b="b"/>
                <a:pathLst>
                  <a:path w="60504" h="59060">
                    <a:moveTo>
                      <a:pt x="18312" y="59060"/>
                    </a:moveTo>
                    <a:lnTo>
                      <a:pt x="0" y="44010"/>
                    </a:lnTo>
                    <a:lnTo>
                      <a:pt x="0" y="20451"/>
                    </a:lnTo>
                    <a:lnTo>
                      <a:pt x="14721" y="1308"/>
                    </a:lnTo>
                    <a:lnTo>
                      <a:pt x="42845" y="0"/>
                    </a:lnTo>
                    <a:lnTo>
                      <a:pt x="60504" y="22904"/>
                    </a:lnTo>
                    <a:lnTo>
                      <a:pt x="58862" y="41392"/>
                    </a:lnTo>
                    <a:lnTo>
                      <a:pt x="40550" y="58406"/>
                    </a:lnTo>
                    <a:lnTo>
                      <a:pt x="18312" y="590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0" name="Контур"/>
              <p:cNvSpPr/>
              <p:nvPr/>
            </p:nvSpPr>
            <p:spPr>
              <a:xfrm>
                <a:off x="2473547" y="7445216"/>
                <a:ext cx="1404711" cy="970749"/>
              </a:xfrm>
              <a:custGeom>
                <a:avLst/>
                <a:gdLst/>
                <a:ahLst/>
                <a:cxnLst/>
                <a:rect l="l" t="t" r="r" b="b"/>
                <a:pathLst>
                  <a:path w="1404711" h="970749">
                    <a:moveTo>
                      <a:pt x="1319013" y="0"/>
                    </a:moveTo>
                    <a:lnTo>
                      <a:pt x="1404711" y="135297"/>
                    </a:lnTo>
                    <a:lnTo>
                      <a:pt x="85698" y="970749"/>
                    </a:lnTo>
                    <a:lnTo>
                      <a:pt x="0" y="835452"/>
                    </a:lnTo>
                    <a:lnTo>
                      <a:pt x="131901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1" name="Контур"/>
              <p:cNvSpPr/>
              <p:nvPr/>
            </p:nvSpPr>
            <p:spPr>
              <a:xfrm>
                <a:off x="2394627" y="7941470"/>
                <a:ext cx="326345" cy="248013"/>
              </a:xfrm>
              <a:custGeom>
                <a:avLst/>
                <a:gdLst/>
                <a:ahLst/>
                <a:cxnLst/>
                <a:rect l="l" t="t" r="r" b="b"/>
                <a:pathLst>
                  <a:path w="326345" h="248013">
                    <a:moveTo>
                      <a:pt x="0" y="181241"/>
                    </a:moveTo>
                    <a:lnTo>
                      <a:pt x="283686" y="0"/>
                    </a:lnTo>
                    <a:lnTo>
                      <a:pt x="326345" y="66772"/>
                    </a:lnTo>
                    <a:lnTo>
                      <a:pt x="42659" y="248013"/>
                    </a:lnTo>
                    <a:lnTo>
                      <a:pt x="0" y="1812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2" name="Контур"/>
              <p:cNvSpPr/>
              <p:nvPr/>
            </p:nvSpPr>
            <p:spPr>
              <a:xfrm>
                <a:off x="2177470" y="7977523"/>
                <a:ext cx="149114" cy="189060"/>
              </a:xfrm>
              <a:custGeom>
                <a:avLst/>
                <a:gdLst/>
                <a:ahLst/>
                <a:cxnLst/>
                <a:rect l="l" t="t" r="r" b="b"/>
                <a:pathLst>
                  <a:path w="149114" h="189060">
                    <a:moveTo>
                      <a:pt x="61391" y="0"/>
                    </a:moveTo>
                    <a:lnTo>
                      <a:pt x="149114" y="141743"/>
                    </a:lnTo>
                    <a:lnTo>
                      <a:pt x="72585" y="189060"/>
                    </a:lnTo>
                    <a:lnTo>
                      <a:pt x="0" y="37592"/>
                    </a:lnTo>
                    <a:lnTo>
                      <a:pt x="6139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3" name="Контур"/>
              <p:cNvSpPr/>
              <p:nvPr/>
            </p:nvSpPr>
            <p:spPr>
              <a:xfrm>
                <a:off x="2238861" y="7609455"/>
                <a:ext cx="660840" cy="513256"/>
              </a:xfrm>
              <a:custGeom>
                <a:avLst/>
                <a:gdLst/>
                <a:ahLst/>
                <a:cxnLst/>
                <a:rect l="l" t="t" r="r" b="b"/>
                <a:pathLst>
                  <a:path w="660840" h="513256">
                    <a:moveTo>
                      <a:pt x="538941" y="0"/>
                    </a:moveTo>
                    <a:lnTo>
                      <a:pt x="660840" y="191967"/>
                    </a:lnTo>
                    <a:lnTo>
                      <a:pt x="617817" y="219991"/>
                    </a:lnTo>
                    <a:lnTo>
                      <a:pt x="474240" y="309703"/>
                    </a:lnTo>
                    <a:lnTo>
                      <a:pt x="439452" y="332015"/>
                    </a:lnTo>
                    <a:lnTo>
                      <a:pt x="155766" y="513256"/>
                    </a:lnTo>
                    <a:lnTo>
                      <a:pt x="134702" y="480379"/>
                    </a:lnTo>
                    <a:lnTo>
                      <a:pt x="87723" y="509811"/>
                    </a:lnTo>
                    <a:lnTo>
                      <a:pt x="0" y="368068"/>
                    </a:lnTo>
                    <a:lnTo>
                      <a:pt x="45123" y="340040"/>
                    </a:lnTo>
                    <a:lnTo>
                      <a:pt x="32342" y="320069"/>
                    </a:lnTo>
                    <a:lnTo>
                      <a:pt x="326854" y="132150"/>
                    </a:lnTo>
                    <a:lnTo>
                      <a:pt x="53894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4" name="Контур"/>
              <p:cNvSpPr/>
              <p:nvPr/>
            </p:nvSpPr>
            <p:spPr>
              <a:xfrm>
                <a:off x="2713101" y="7829446"/>
                <a:ext cx="177746" cy="149832"/>
              </a:xfrm>
              <a:custGeom>
                <a:avLst/>
                <a:gdLst/>
                <a:ahLst/>
                <a:cxnLst/>
                <a:rect l="l" t="t" r="r" b="b"/>
                <a:pathLst>
                  <a:path w="177746" h="149832">
                    <a:moveTo>
                      <a:pt x="41805" y="149832"/>
                    </a:moveTo>
                    <a:lnTo>
                      <a:pt x="0" y="89712"/>
                    </a:lnTo>
                    <a:lnTo>
                      <a:pt x="143577" y="0"/>
                    </a:lnTo>
                    <a:lnTo>
                      <a:pt x="177746" y="65187"/>
                    </a:lnTo>
                    <a:lnTo>
                      <a:pt x="41805" y="1498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5" name="Контур"/>
              <p:cNvSpPr/>
              <p:nvPr/>
            </p:nvSpPr>
            <p:spPr>
              <a:xfrm>
                <a:off x="2209671" y="7702901"/>
                <a:ext cx="356044" cy="274622"/>
              </a:xfrm>
              <a:custGeom>
                <a:avLst/>
                <a:gdLst/>
                <a:ahLst/>
                <a:cxnLst/>
                <a:rect l="l" t="t" r="r" b="b"/>
                <a:pathLst>
                  <a:path w="356044" h="274622">
                    <a:moveTo>
                      <a:pt x="356044" y="38704"/>
                    </a:moveTo>
                    <a:lnTo>
                      <a:pt x="61532" y="226623"/>
                    </a:lnTo>
                    <a:lnTo>
                      <a:pt x="74313" y="246594"/>
                    </a:lnTo>
                    <a:lnTo>
                      <a:pt x="29190" y="274622"/>
                    </a:lnTo>
                    <a:lnTo>
                      <a:pt x="0" y="216729"/>
                    </a:lnTo>
                    <a:lnTo>
                      <a:pt x="55245" y="182249"/>
                    </a:lnTo>
                    <a:lnTo>
                      <a:pt x="50322" y="173493"/>
                    </a:lnTo>
                    <a:lnTo>
                      <a:pt x="332292" y="0"/>
                    </a:lnTo>
                    <a:lnTo>
                      <a:pt x="356044" y="387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6" name="Контур"/>
              <p:cNvSpPr/>
              <p:nvPr/>
            </p:nvSpPr>
            <p:spPr>
              <a:xfrm>
                <a:off x="2777802" y="7520655"/>
                <a:ext cx="263646" cy="280767"/>
              </a:xfrm>
              <a:custGeom>
                <a:avLst/>
                <a:gdLst/>
                <a:ahLst/>
                <a:cxnLst/>
                <a:rect l="l" t="t" r="r" b="b"/>
                <a:pathLst>
                  <a:path w="263646" h="280767">
                    <a:moveTo>
                      <a:pt x="0" y="88800"/>
                    </a:moveTo>
                    <a:lnTo>
                      <a:pt x="144040" y="0"/>
                    </a:lnTo>
                    <a:lnTo>
                      <a:pt x="215486" y="114277"/>
                    </a:lnTo>
                    <a:lnTo>
                      <a:pt x="263646" y="192247"/>
                    </a:lnTo>
                    <a:lnTo>
                      <a:pt x="121899" y="280767"/>
                    </a:lnTo>
                    <a:lnTo>
                      <a:pt x="0" y="8880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7" name="Контур"/>
              <p:cNvSpPr/>
              <p:nvPr/>
            </p:nvSpPr>
            <p:spPr>
              <a:xfrm>
                <a:off x="2234364" y="7720846"/>
                <a:ext cx="67354" cy="68368"/>
              </a:xfrm>
              <a:custGeom>
                <a:avLst/>
                <a:gdLst/>
                <a:ahLst/>
                <a:cxnLst/>
                <a:rect l="l" t="t" r="r" b="b"/>
                <a:pathLst>
                  <a:path w="67354" h="68368">
                    <a:moveTo>
                      <a:pt x="0" y="25351"/>
                    </a:moveTo>
                    <a:lnTo>
                      <a:pt x="40280" y="0"/>
                    </a:lnTo>
                    <a:lnTo>
                      <a:pt x="67354" y="43017"/>
                    </a:lnTo>
                    <a:lnTo>
                      <a:pt x="27075" y="68368"/>
                    </a:lnTo>
                    <a:lnTo>
                      <a:pt x="0" y="2535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8" name="Контур"/>
              <p:cNvSpPr/>
              <p:nvPr/>
            </p:nvSpPr>
            <p:spPr>
              <a:xfrm>
                <a:off x="2921842" y="7495863"/>
                <a:ext cx="111101" cy="139069"/>
              </a:xfrm>
              <a:custGeom>
                <a:avLst/>
                <a:gdLst/>
                <a:ahLst/>
                <a:cxnLst/>
                <a:rect l="l" t="t" r="r" b="b"/>
                <a:pathLst>
                  <a:path w="111101" h="139069">
                    <a:moveTo>
                      <a:pt x="0" y="24792"/>
                    </a:moveTo>
                    <a:lnTo>
                      <a:pt x="39655" y="0"/>
                    </a:lnTo>
                    <a:lnTo>
                      <a:pt x="111101" y="114276"/>
                    </a:lnTo>
                    <a:lnTo>
                      <a:pt x="71446" y="139069"/>
                    </a:lnTo>
                    <a:lnTo>
                      <a:pt x="0" y="247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9" name="Контур"/>
              <p:cNvSpPr/>
              <p:nvPr/>
            </p:nvSpPr>
            <p:spPr>
              <a:xfrm>
                <a:off x="3184758" y="7185770"/>
                <a:ext cx="293834" cy="405372"/>
              </a:xfrm>
              <a:custGeom>
                <a:avLst/>
                <a:gdLst/>
                <a:ahLst/>
                <a:cxnLst/>
                <a:rect l="l" t="t" r="r" b="b"/>
                <a:pathLst>
                  <a:path w="293834" h="405372">
                    <a:moveTo>
                      <a:pt x="185114" y="405372"/>
                    </a:moveTo>
                    <a:lnTo>
                      <a:pt x="0" y="120391"/>
                    </a:lnTo>
                    <a:lnTo>
                      <a:pt x="198285" y="0"/>
                    </a:lnTo>
                    <a:lnTo>
                      <a:pt x="234115" y="61587"/>
                    </a:lnTo>
                    <a:lnTo>
                      <a:pt x="174089" y="100195"/>
                    </a:lnTo>
                    <a:lnTo>
                      <a:pt x="293834" y="292308"/>
                    </a:lnTo>
                    <a:lnTo>
                      <a:pt x="224928" y="337964"/>
                    </a:lnTo>
                    <a:lnTo>
                      <a:pt x="240852" y="366766"/>
                    </a:lnTo>
                    <a:lnTo>
                      <a:pt x="185114" y="40537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0" name="Контур"/>
              <p:cNvSpPr/>
              <p:nvPr/>
            </p:nvSpPr>
            <p:spPr>
              <a:xfrm>
                <a:off x="2063774" y="7258858"/>
                <a:ext cx="378625" cy="302883"/>
              </a:xfrm>
              <a:custGeom>
                <a:avLst/>
                <a:gdLst/>
                <a:ahLst/>
                <a:cxnLst/>
                <a:rect l="l" t="t" r="r" b="b"/>
                <a:pathLst>
                  <a:path w="378625" h="302883">
                    <a:moveTo>
                      <a:pt x="0" y="213013"/>
                    </a:moveTo>
                    <a:lnTo>
                      <a:pt x="317629" y="0"/>
                    </a:lnTo>
                    <a:lnTo>
                      <a:pt x="378625" y="96315"/>
                    </a:lnTo>
                    <a:lnTo>
                      <a:pt x="52447" y="302883"/>
                    </a:lnTo>
                    <a:lnTo>
                      <a:pt x="0" y="21301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1" name="Контур"/>
              <p:cNvSpPr/>
              <p:nvPr/>
            </p:nvSpPr>
            <p:spPr>
              <a:xfrm>
                <a:off x="252000" y="7451870"/>
                <a:ext cx="30425" cy="97863"/>
              </a:xfrm>
              <a:custGeom>
                <a:avLst/>
                <a:gdLst/>
                <a:ahLst/>
                <a:cxnLst/>
                <a:rect l="l" t="t" r="r" b="b"/>
                <a:pathLst>
                  <a:path w="30425" h="97863">
                    <a:moveTo>
                      <a:pt x="0" y="0"/>
                    </a:moveTo>
                    <a:lnTo>
                      <a:pt x="30425" y="48867"/>
                    </a:lnTo>
                    <a:lnTo>
                      <a:pt x="11417" y="60405"/>
                    </a:lnTo>
                    <a:lnTo>
                      <a:pt x="25628" y="82527"/>
                    </a:lnTo>
                    <a:lnTo>
                      <a:pt x="0" y="978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2" name="Контур"/>
              <p:cNvSpPr/>
              <p:nvPr/>
            </p:nvSpPr>
            <p:spPr>
              <a:xfrm>
                <a:off x="263417" y="7439087"/>
                <a:ext cx="148374" cy="121482"/>
              </a:xfrm>
              <a:custGeom>
                <a:avLst/>
                <a:gdLst/>
                <a:ahLst/>
                <a:cxnLst/>
                <a:rect l="l" t="t" r="r" b="b"/>
                <a:pathLst>
                  <a:path w="148374" h="121482">
                    <a:moveTo>
                      <a:pt x="0" y="73188"/>
                    </a:moveTo>
                    <a:lnTo>
                      <a:pt x="19008" y="61650"/>
                    </a:lnTo>
                    <a:lnTo>
                      <a:pt x="94401" y="14706"/>
                    </a:lnTo>
                    <a:lnTo>
                      <a:pt x="118026" y="0"/>
                    </a:lnTo>
                    <a:lnTo>
                      <a:pt x="148374" y="48744"/>
                    </a:lnTo>
                    <a:lnTo>
                      <a:pt x="31023" y="121482"/>
                    </a:lnTo>
                    <a:lnTo>
                      <a:pt x="14211" y="95310"/>
                    </a:lnTo>
                    <a:lnTo>
                      <a:pt x="0" y="731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3" name="Контур"/>
              <p:cNvSpPr/>
              <p:nvPr/>
            </p:nvSpPr>
            <p:spPr>
              <a:xfrm>
                <a:off x="252000" y="7325822"/>
                <a:ext cx="105818" cy="174915"/>
              </a:xfrm>
              <a:custGeom>
                <a:avLst/>
                <a:gdLst/>
                <a:ahLst/>
                <a:cxnLst/>
                <a:rect l="l" t="t" r="r" b="b"/>
                <a:pathLst>
                  <a:path w="105818" h="174915">
                    <a:moveTo>
                      <a:pt x="0" y="126048"/>
                    </a:moveTo>
                    <a:lnTo>
                      <a:pt x="0" y="16277"/>
                    </a:lnTo>
                    <a:lnTo>
                      <a:pt x="26141" y="0"/>
                    </a:lnTo>
                    <a:lnTo>
                      <a:pt x="29075" y="4716"/>
                    </a:lnTo>
                    <a:lnTo>
                      <a:pt x="82279" y="90432"/>
                    </a:lnTo>
                    <a:lnTo>
                      <a:pt x="105818" y="127971"/>
                    </a:lnTo>
                    <a:lnTo>
                      <a:pt x="30425" y="1749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4" name="Контур"/>
              <p:cNvSpPr/>
              <p:nvPr/>
            </p:nvSpPr>
            <p:spPr>
              <a:xfrm>
                <a:off x="511076" y="7444844"/>
                <a:ext cx="38197" cy="39428"/>
              </a:xfrm>
              <a:custGeom>
                <a:avLst/>
                <a:gdLst/>
                <a:ahLst/>
                <a:cxnLst/>
                <a:rect l="l" t="t" r="r" b="b"/>
                <a:pathLst>
                  <a:path w="38197" h="39428">
                    <a:moveTo>
                      <a:pt x="22104" y="0"/>
                    </a:moveTo>
                    <a:lnTo>
                      <a:pt x="38197" y="25450"/>
                    </a:lnTo>
                    <a:lnTo>
                      <a:pt x="16093" y="39428"/>
                    </a:lnTo>
                    <a:lnTo>
                      <a:pt x="0" y="13978"/>
                    </a:lnTo>
                    <a:lnTo>
                      <a:pt x="2210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5" name="Контур"/>
              <p:cNvSpPr/>
              <p:nvPr/>
            </p:nvSpPr>
            <p:spPr>
              <a:xfrm>
                <a:off x="356540" y="7660037"/>
                <a:ext cx="1119717" cy="802367"/>
              </a:xfrm>
              <a:custGeom>
                <a:avLst/>
                <a:gdLst/>
                <a:ahLst/>
                <a:cxnLst/>
                <a:rect l="l" t="t" r="r" b="b"/>
                <a:pathLst>
                  <a:path w="1119717" h="802367">
                    <a:moveTo>
                      <a:pt x="589977" y="169812"/>
                    </a:moveTo>
                    <a:lnTo>
                      <a:pt x="871011" y="0"/>
                    </a:lnTo>
                    <a:lnTo>
                      <a:pt x="1119717" y="418212"/>
                    </a:lnTo>
                    <a:lnTo>
                      <a:pt x="738765" y="648693"/>
                    </a:lnTo>
                    <a:lnTo>
                      <a:pt x="653517" y="507798"/>
                    </a:lnTo>
                    <a:lnTo>
                      <a:pt x="159430" y="802367"/>
                    </a:lnTo>
                    <a:lnTo>
                      <a:pt x="0" y="526302"/>
                    </a:lnTo>
                    <a:lnTo>
                      <a:pt x="402741" y="282951"/>
                    </a:lnTo>
                    <a:lnTo>
                      <a:pt x="475317" y="239094"/>
                    </a:lnTo>
                    <a:lnTo>
                      <a:pt x="495243" y="227052"/>
                    </a:lnTo>
                    <a:lnTo>
                      <a:pt x="524142" y="209592"/>
                    </a:lnTo>
                    <a:lnTo>
                      <a:pt x="530487" y="205758"/>
                    </a:lnTo>
                    <a:lnTo>
                      <a:pt x="589977" y="1698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6" name="Контур"/>
              <p:cNvSpPr/>
              <p:nvPr/>
            </p:nvSpPr>
            <p:spPr>
              <a:xfrm>
                <a:off x="658417" y="7915336"/>
                <a:ext cx="63476" cy="53408"/>
              </a:xfrm>
              <a:custGeom>
                <a:avLst/>
                <a:gdLst/>
                <a:ahLst/>
                <a:cxnLst/>
                <a:rect l="l" t="t" r="r" b="b"/>
                <a:pathLst>
                  <a:path w="63476" h="53408">
                    <a:moveTo>
                      <a:pt x="0" y="28712"/>
                    </a:moveTo>
                    <a:lnTo>
                      <a:pt x="49006" y="0"/>
                    </a:lnTo>
                    <a:lnTo>
                      <a:pt x="63476" y="24696"/>
                    </a:lnTo>
                    <a:lnTo>
                      <a:pt x="14470" y="53408"/>
                    </a:lnTo>
                    <a:lnTo>
                      <a:pt x="0" y="287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7" name="Контур"/>
              <p:cNvSpPr/>
              <p:nvPr/>
            </p:nvSpPr>
            <p:spPr>
              <a:xfrm>
                <a:off x="426302" y="8559191"/>
                <a:ext cx="116949" cy="96815"/>
              </a:xfrm>
              <a:custGeom>
                <a:avLst/>
                <a:gdLst/>
                <a:ahLst/>
                <a:cxnLst/>
                <a:rect l="l" t="t" r="r" b="b"/>
                <a:pathLst>
                  <a:path w="116949" h="96815">
                    <a:moveTo>
                      <a:pt x="0" y="48408"/>
                    </a:moveTo>
                    <a:lnTo>
                      <a:pt x="91276" y="0"/>
                    </a:lnTo>
                    <a:lnTo>
                      <a:pt x="116949" y="48408"/>
                    </a:lnTo>
                    <a:lnTo>
                      <a:pt x="25672" y="96815"/>
                    </a:lnTo>
                    <a:lnTo>
                      <a:pt x="0" y="4840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8" name="Контур"/>
              <p:cNvSpPr/>
              <p:nvPr/>
            </p:nvSpPr>
            <p:spPr>
              <a:xfrm>
                <a:off x="610365" y="8404434"/>
                <a:ext cx="140142" cy="151321"/>
              </a:xfrm>
              <a:custGeom>
                <a:avLst/>
                <a:gdLst/>
                <a:ahLst/>
                <a:cxnLst/>
                <a:rect l="l" t="t" r="r" b="b"/>
                <a:pathLst>
                  <a:path w="140142" h="151321">
                    <a:moveTo>
                      <a:pt x="0" y="37672"/>
                    </a:moveTo>
                    <a:lnTo>
                      <a:pt x="70414" y="0"/>
                    </a:lnTo>
                    <a:lnTo>
                      <a:pt x="140142" y="109745"/>
                    </a:lnTo>
                    <a:lnTo>
                      <a:pt x="82303" y="151321"/>
                    </a:lnTo>
                    <a:lnTo>
                      <a:pt x="0" y="3767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9" name="Контур"/>
              <p:cNvSpPr/>
              <p:nvPr/>
            </p:nvSpPr>
            <p:spPr>
              <a:xfrm>
                <a:off x="558594" y="8442106"/>
                <a:ext cx="152584" cy="174449"/>
              </a:xfrm>
              <a:custGeom>
                <a:avLst/>
                <a:gdLst/>
                <a:ahLst/>
                <a:cxnLst/>
                <a:rect l="l" t="t" r="r" b="b"/>
                <a:pathLst>
                  <a:path w="152584" h="174449">
                    <a:moveTo>
                      <a:pt x="51771" y="0"/>
                    </a:moveTo>
                    <a:lnTo>
                      <a:pt x="134074" y="113649"/>
                    </a:lnTo>
                    <a:lnTo>
                      <a:pt x="152584" y="136906"/>
                    </a:lnTo>
                    <a:lnTo>
                      <a:pt x="102379" y="174449"/>
                    </a:lnTo>
                    <a:lnTo>
                      <a:pt x="0" y="37542"/>
                    </a:lnTo>
                    <a:lnTo>
                      <a:pt x="5177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0" name="Контур"/>
              <p:cNvSpPr/>
              <p:nvPr/>
            </p:nvSpPr>
            <p:spPr>
              <a:xfrm>
                <a:off x="252000" y="8746658"/>
                <a:ext cx="384347" cy="394688"/>
              </a:xfrm>
              <a:custGeom>
                <a:avLst/>
                <a:gdLst/>
                <a:ahLst/>
                <a:cxnLst/>
                <a:rect l="l" t="t" r="r" b="b"/>
                <a:pathLst>
                  <a:path w="384347" h="394688">
                    <a:moveTo>
                      <a:pt x="351653" y="153651"/>
                    </a:moveTo>
                    <a:lnTo>
                      <a:pt x="259812" y="215184"/>
                    </a:lnTo>
                    <a:lnTo>
                      <a:pt x="175953" y="274192"/>
                    </a:lnTo>
                    <a:lnTo>
                      <a:pt x="85268" y="336778"/>
                    </a:lnTo>
                    <a:lnTo>
                      <a:pt x="0" y="394688"/>
                    </a:lnTo>
                    <a:lnTo>
                      <a:pt x="0" y="207681"/>
                    </a:lnTo>
                    <a:lnTo>
                      <a:pt x="116195" y="128046"/>
                    </a:lnTo>
                    <a:lnTo>
                      <a:pt x="180194" y="82155"/>
                    </a:lnTo>
                    <a:lnTo>
                      <a:pt x="197348" y="106437"/>
                    </a:lnTo>
                    <a:lnTo>
                      <a:pt x="281687" y="51447"/>
                    </a:lnTo>
                    <a:lnTo>
                      <a:pt x="263443" y="20825"/>
                    </a:lnTo>
                    <a:lnTo>
                      <a:pt x="294664" y="0"/>
                    </a:lnTo>
                    <a:lnTo>
                      <a:pt x="358635" y="94936"/>
                    </a:lnTo>
                    <a:lnTo>
                      <a:pt x="384347" y="1292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1" name="Контур"/>
              <p:cNvSpPr/>
              <p:nvPr/>
            </p:nvSpPr>
            <p:spPr>
              <a:xfrm>
                <a:off x="382237" y="9108944"/>
                <a:ext cx="93475" cy="81749"/>
              </a:xfrm>
              <a:custGeom>
                <a:avLst/>
                <a:gdLst/>
                <a:ahLst/>
                <a:cxnLst/>
                <a:rect l="l" t="t" r="r" b="b"/>
                <a:pathLst>
                  <a:path w="93475" h="81749">
                    <a:moveTo>
                      <a:pt x="23639" y="81749"/>
                    </a:moveTo>
                    <a:lnTo>
                      <a:pt x="0" y="45338"/>
                    </a:lnTo>
                    <a:lnTo>
                      <a:pt x="69836" y="0"/>
                    </a:lnTo>
                    <a:lnTo>
                      <a:pt x="93475" y="36411"/>
                    </a:lnTo>
                    <a:lnTo>
                      <a:pt x="23639" y="817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2" name="Контур"/>
              <p:cNvSpPr/>
              <p:nvPr/>
            </p:nvSpPr>
            <p:spPr>
              <a:xfrm>
                <a:off x="670539" y="8760278"/>
                <a:ext cx="221710" cy="250789"/>
              </a:xfrm>
              <a:custGeom>
                <a:avLst/>
                <a:gdLst/>
                <a:ahLst/>
                <a:cxnLst/>
                <a:rect l="l" t="t" r="r" b="b"/>
                <a:pathLst>
                  <a:path w="221710" h="250789">
                    <a:moveTo>
                      <a:pt x="0" y="63051"/>
                    </a:moveTo>
                    <a:lnTo>
                      <a:pt x="89600" y="0"/>
                    </a:lnTo>
                    <a:lnTo>
                      <a:pt x="221710" y="187737"/>
                    </a:lnTo>
                    <a:lnTo>
                      <a:pt x="132110" y="250789"/>
                    </a:lnTo>
                    <a:lnTo>
                      <a:pt x="0" y="6305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3" name="Контур"/>
              <p:cNvSpPr/>
              <p:nvPr/>
            </p:nvSpPr>
            <p:spPr>
              <a:xfrm>
                <a:off x="427953" y="8961842"/>
                <a:ext cx="99418" cy="79524"/>
              </a:xfrm>
              <a:custGeom>
                <a:avLst/>
                <a:gdLst/>
                <a:ahLst/>
                <a:cxnLst/>
                <a:rect l="l" t="t" r="r" b="b"/>
                <a:pathLst>
                  <a:path w="99418" h="79524">
                    <a:moveTo>
                      <a:pt x="0" y="59008"/>
                    </a:moveTo>
                    <a:lnTo>
                      <a:pt x="83859" y="0"/>
                    </a:lnTo>
                    <a:lnTo>
                      <a:pt x="99418" y="21895"/>
                    </a:lnTo>
                    <a:lnTo>
                      <a:pt x="14159" y="79524"/>
                    </a:lnTo>
                    <a:lnTo>
                      <a:pt x="0" y="5900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4" name="Контур"/>
              <p:cNvSpPr/>
              <p:nvPr/>
            </p:nvSpPr>
            <p:spPr>
              <a:xfrm>
                <a:off x="1069420" y="8812013"/>
                <a:ext cx="137239" cy="141470"/>
              </a:xfrm>
              <a:custGeom>
                <a:avLst/>
                <a:gdLst/>
                <a:ahLst/>
                <a:cxnLst/>
                <a:rect l="l" t="t" r="r" b="b"/>
                <a:pathLst>
                  <a:path w="137239" h="141470">
                    <a:moveTo>
                      <a:pt x="54909" y="141470"/>
                    </a:moveTo>
                    <a:lnTo>
                      <a:pt x="0" y="51788"/>
                    </a:lnTo>
                    <a:lnTo>
                      <a:pt x="78899" y="0"/>
                    </a:lnTo>
                    <a:lnTo>
                      <a:pt x="137239" y="87941"/>
                    </a:lnTo>
                    <a:lnTo>
                      <a:pt x="54909" y="14147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5" name="Контур"/>
              <p:cNvSpPr/>
              <p:nvPr/>
            </p:nvSpPr>
            <p:spPr>
              <a:xfrm>
                <a:off x="1698799" y="9784324"/>
                <a:ext cx="339434" cy="329695"/>
              </a:xfrm>
              <a:custGeom>
                <a:avLst/>
                <a:gdLst/>
                <a:ahLst/>
                <a:cxnLst/>
                <a:rect l="l" t="t" r="r" b="b"/>
                <a:pathLst>
                  <a:path w="339434" h="329695">
                    <a:moveTo>
                      <a:pt x="204300" y="0"/>
                    </a:moveTo>
                    <a:lnTo>
                      <a:pt x="268037" y="76637"/>
                    </a:lnTo>
                    <a:lnTo>
                      <a:pt x="331467" y="156643"/>
                    </a:lnTo>
                    <a:lnTo>
                      <a:pt x="339434" y="168292"/>
                    </a:lnTo>
                    <a:lnTo>
                      <a:pt x="142823" y="329695"/>
                    </a:lnTo>
                    <a:lnTo>
                      <a:pt x="0" y="160120"/>
                    </a:lnTo>
                    <a:lnTo>
                      <a:pt x="20430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6" name="Контур"/>
              <p:cNvSpPr/>
              <p:nvPr/>
            </p:nvSpPr>
            <p:spPr>
              <a:xfrm>
                <a:off x="2173062" y="9795215"/>
                <a:ext cx="89419" cy="89184"/>
              </a:xfrm>
              <a:custGeom>
                <a:avLst/>
                <a:gdLst/>
                <a:ahLst/>
                <a:cxnLst/>
                <a:rect l="l" t="t" r="r" b="b"/>
                <a:pathLst>
                  <a:path w="89419" h="89184">
                    <a:moveTo>
                      <a:pt x="54531" y="0"/>
                    </a:moveTo>
                    <a:lnTo>
                      <a:pt x="89419" y="53867"/>
                    </a:lnTo>
                    <a:lnTo>
                      <a:pt x="34888" y="89184"/>
                    </a:lnTo>
                    <a:lnTo>
                      <a:pt x="0" y="35317"/>
                    </a:lnTo>
                    <a:lnTo>
                      <a:pt x="5453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7" name="Контур"/>
              <p:cNvSpPr/>
              <p:nvPr/>
            </p:nvSpPr>
            <p:spPr>
              <a:xfrm>
                <a:off x="2134140" y="9377834"/>
                <a:ext cx="376602" cy="409409"/>
              </a:xfrm>
              <a:custGeom>
                <a:avLst/>
                <a:gdLst/>
                <a:ahLst/>
                <a:cxnLst/>
                <a:rect l="l" t="t" r="r" b="b"/>
                <a:pathLst>
                  <a:path w="376602" h="409409">
                    <a:moveTo>
                      <a:pt x="376602" y="56716"/>
                    </a:moveTo>
                    <a:lnTo>
                      <a:pt x="159037" y="275592"/>
                    </a:lnTo>
                    <a:lnTo>
                      <a:pt x="149232" y="270687"/>
                    </a:lnTo>
                    <a:lnTo>
                      <a:pt x="84118" y="334610"/>
                    </a:lnTo>
                    <a:lnTo>
                      <a:pt x="125179" y="376302"/>
                    </a:lnTo>
                    <a:lnTo>
                      <a:pt x="92697" y="409409"/>
                    </a:lnTo>
                    <a:lnTo>
                      <a:pt x="51330" y="367718"/>
                    </a:lnTo>
                    <a:lnTo>
                      <a:pt x="47959" y="371090"/>
                    </a:lnTo>
                    <a:lnTo>
                      <a:pt x="0" y="324327"/>
                    </a:lnTo>
                    <a:lnTo>
                      <a:pt x="326652" y="0"/>
                    </a:lnTo>
                    <a:lnTo>
                      <a:pt x="376602" y="5671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8" name="Контур"/>
              <p:cNvSpPr/>
              <p:nvPr/>
            </p:nvSpPr>
            <p:spPr>
              <a:xfrm>
                <a:off x="1720061" y="9596493"/>
                <a:ext cx="141577" cy="158699"/>
              </a:xfrm>
              <a:custGeom>
                <a:avLst/>
                <a:gdLst/>
                <a:ahLst/>
                <a:cxnLst/>
                <a:rect l="l" t="t" r="r" b="b"/>
                <a:pathLst>
                  <a:path w="141577" h="158699">
                    <a:moveTo>
                      <a:pt x="0" y="43498"/>
                    </a:moveTo>
                    <a:lnTo>
                      <a:pt x="70912" y="0"/>
                    </a:lnTo>
                    <a:lnTo>
                      <a:pt x="141577" y="115201"/>
                    </a:lnTo>
                    <a:lnTo>
                      <a:pt x="70665" y="158699"/>
                    </a:lnTo>
                    <a:lnTo>
                      <a:pt x="0" y="4349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9" name="Контур"/>
              <p:cNvSpPr/>
              <p:nvPr/>
            </p:nvSpPr>
            <p:spPr>
              <a:xfrm>
                <a:off x="1739256" y="9277108"/>
                <a:ext cx="275201" cy="248125"/>
              </a:xfrm>
              <a:custGeom>
                <a:avLst/>
                <a:gdLst/>
                <a:ahLst/>
                <a:cxnLst/>
                <a:rect l="l" t="t" r="r" b="b"/>
                <a:pathLst>
                  <a:path w="275201" h="248125">
                    <a:moveTo>
                      <a:pt x="45806" y="228735"/>
                    </a:moveTo>
                    <a:lnTo>
                      <a:pt x="0" y="156114"/>
                    </a:lnTo>
                    <a:lnTo>
                      <a:pt x="244222" y="0"/>
                    </a:lnTo>
                    <a:lnTo>
                      <a:pt x="248724" y="6996"/>
                    </a:lnTo>
                    <a:lnTo>
                      <a:pt x="275201" y="48462"/>
                    </a:lnTo>
                    <a:lnTo>
                      <a:pt x="220119" y="82603"/>
                    </a:lnTo>
                    <a:lnTo>
                      <a:pt x="171658" y="114650"/>
                    </a:lnTo>
                    <a:lnTo>
                      <a:pt x="199496" y="158199"/>
                    </a:lnTo>
                    <a:lnTo>
                      <a:pt x="58816" y="248125"/>
                    </a:lnTo>
                    <a:lnTo>
                      <a:pt x="45806" y="2287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0" name="Контур"/>
              <p:cNvSpPr/>
              <p:nvPr/>
            </p:nvSpPr>
            <p:spPr>
              <a:xfrm>
                <a:off x="1641927" y="9452764"/>
                <a:ext cx="98428" cy="93339"/>
              </a:xfrm>
              <a:custGeom>
                <a:avLst/>
                <a:gdLst/>
                <a:ahLst/>
                <a:cxnLst/>
                <a:rect l="l" t="t" r="r" b="b"/>
                <a:pathLst>
                  <a:path w="98428" h="93339">
                    <a:moveTo>
                      <a:pt x="66347" y="0"/>
                    </a:moveTo>
                    <a:lnTo>
                      <a:pt x="98428" y="50863"/>
                    </a:lnTo>
                    <a:lnTo>
                      <a:pt x="32792" y="93339"/>
                    </a:lnTo>
                    <a:lnTo>
                      <a:pt x="0" y="45111"/>
                    </a:lnTo>
                    <a:lnTo>
                      <a:pt x="6634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1" name="Контур"/>
              <p:cNvSpPr/>
              <p:nvPr/>
            </p:nvSpPr>
            <p:spPr>
              <a:xfrm>
                <a:off x="1708274" y="9433222"/>
                <a:ext cx="76788" cy="92162"/>
              </a:xfrm>
              <a:custGeom>
                <a:avLst/>
                <a:gdLst/>
                <a:ahLst/>
                <a:cxnLst/>
                <a:rect l="l" t="t" r="r" b="b"/>
                <a:pathLst>
                  <a:path w="76788" h="92162">
                    <a:moveTo>
                      <a:pt x="30982" y="0"/>
                    </a:moveTo>
                    <a:lnTo>
                      <a:pt x="76788" y="72621"/>
                    </a:lnTo>
                    <a:lnTo>
                      <a:pt x="45805" y="92162"/>
                    </a:lnTo>
                    <a:lnTo>
                      <a:pt x="32081" y="70405"/>
                    </a:lnTo>
                    <a:lnTo>
                      <a:pt x="0" y="19542"/>
                    </a:lnTo>
                    <a:lnTo>
                      <a:pt x="3098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2" name="Контур"/>
              <p:cNvSpPr/>
              <p:nvPr/>
            </p:nvSpPr>
            <p:spPr>
              <a:xfrm>
                <a:off x="1959375" y="9325570"/>
                <a:ext cx="86536" cy="82856"/>
              </a:xfrm>
              <a:custGeom>
                <a:avLst/>
                <a:gdLst/>
                <a:ahLst/>
                <a:cxnLst/>
                <a:rect l="l" t="t" r="r" b="b"/>
                <a:pathLst>
                  <a:path w="86536" h="82856">
                    <a:moveTo>
                      <a:pt x="86536" y="50748"/>
                    </a:moveTo>
                    <a:lnTo>
                      <a:pt x="32662" y="82856"/>
                    </a:lnTo>
                    <a:lnTo>
                      <a:pt x="0" y="34141"/>
                    </a:lnTo>
                    <a:lnTo>
                      <a:pt x="55082" y="0"/>
                    </a:lnTo>
                    <a:lnTo>
                      <a:pt x="86536" y="5074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3" name="Контур"/>
              <p:cNvSpPr/>
              <p:nvPr/>
            </p:nvSpPr>
            <p:spPr>
              <a:xfrm>
                <a:off x="1987980" y="9087542"/>
                <a:ext cx="348090" cy="288776"/>
              </a:xfrm>
              <a:custGeom>
                <a:avLst/>
                <a:gdLst/>
                <a:ahLst/>
                <a:cxnLst/>
                <a:rect l="l" t="t" r="r" b="b"/>
                <a:pathLst>
                  <a:path w="348090" h="288776">
                    <a:moveTo>
                      <a:pt x="26477" y="238028"/>
                    </a:moveTo>
                    <a:lnTo>
                      <a:pt x="0" y="196562"/>
                    </a:lnTo>
                    <a:lnTo>
                      <a:pt x="312888" y="0"/>
                    </a:lnTo>
                    <a:lnTo>
                      <a:pt x="348090" y="56034"/>
                    </a:lnTo>
                    <a:lnTo>
                      <a:pt x="285351" y="95448"/>
                    </a:lnTo>
                    <a:lnTo>
                      <a:pt x="308079" y="131627"/>
                    </a:lnTo>
                    <a:lnTo>
                      <a:pt x="57931" y="288776"/>
                    </a:lnTo>
                    <a:lnTo>
                      <a:pt x="26477" y="23802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4" name="Контур"/>
              <p:cNvSpPr/>
              <p:nvPr/>
            </p:nvSpPr>
            <p:spPr>
              <a:xfrm>
                <a:off x="1174554" y="8642333"/>
                <a:ext cx="742204" cy="609367"/>
              </a:xfrm>
              <a:custGeom>
                <a:avLst/>
                <a:gdLst/>
                <a:ahLst/>
                <a:cxnLst/>
                <a:rect l="l" t="t" r="r" b="b"/>
                <a:pathLst>
                  <a:path w="742204" h="609367">
                    <a:moveTo>
                      <a:pt x="122170" y="592439"/>
                    </a:moveTo>
                    <a:lnTo>
                      <a:pt x="0" y="393178"/>
                    </a:lnTo>
                    <a:lnTo>
                      <a:pt x="599243" y="0"/>
                    </a:lnTo>
                    <a:lnTo>
                      <a:pt x="611465" y="19332"/>
                    </a:lnTo>
                    <a:lnTo>
                      <a:pt x="742204" y="227309"/>
                    </a:lnTo>
                    <a:lnTo>
                      <a:pt x="131933" y="609367"/>
                    </a:lnTo>
                    <a:lnTo>
                      <a:pt x="122170" y="59243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5" name="Контур"/>
              <p:cNvSpPr/>
              <p:nvPr/>
            </p:nvSpPr>
            <p:spPr>
              <a:xfrm>
                <a:off x="1786019" y="8606738"/>
                <a:ext cx="218231" cy="262904"/>
              </a:xfrm>
              <a:custGeom>
                <a:avLst/>
                <a:gdLst/>
                <a:ahLst/>
                <a:cxnLst/>
                <a:rect l="l" t="t" r="r" b="b"/>
                <a:pathLst>
                  <a:path w="218231" h="262904">
                    <a:moveTo>
                      <a:pt x="0" y="54927"/>
                    </a:moveTo>
                    <a:lnTo>
                      <a:pt x="83331" y="0"/>
                    </a:lnTo>
                    <a:lnTo>
                      <a:pt x="218231" y="200895"/>
                    </a:lnTo>
                    <a:lnTo>
                      <a:pt x="130739" y="262904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6" name="Контур"/>
              <p:cNvSpPr/>
              <p:nvPr/>
            </p:nvSpPr>
            <p:spPr>
              <a:xfrm>
                <a:off x="2050277" y="8606918"/>
                <a:ext cx="141849" cy="135486"/>
              </a:xfrm>
              <a:custGeom>
                <a:avLst/>
                <a:gdLst/>
                <a:ahLst/>
                <a:cxnLst/>
                <a:rect l="l" t="t" r="r" b="b"/>
                <a:pathLst>
                  <a:path w="141849" h="135486">
                    <a:moveTo>
                      <a:pt x="0" y="56106"/>
                    </a:moveTo>
                    <a:lnTo>
                      <a:pt x="94950" y="0"/>
                    </a:lnTo>
                    <a:lnTo>
                      <a:pt x="141849" y="79380"/>
                    </a:lnTo>
                    <a:lnTo>
                      <a:pt x="46890" y="135486"/>
                    </a:lnTo>
                    <a:lnTo>
                      <a:pt x="0" y="5610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7" name="Контур"/>
              <p:cNvSpPr/>
              <p:nvPr/>
            </p:nvSpPr>
            <p:spPr>
              <a:xfrm>
                <a:off x="2610439" y="9071566"/>
                <a:ext cx="80365" cy="86273"/>
              </a:xfrm>
              <a:custGeom>
                <a:avLst/>
                <a:gdLst/>
                <a:ahLst/>
                <a:cxnLst/>
                <a:rect l="l" t="t" r="r" b="b"/>
                <a:pathLst>
                  <a:path w="80365" h="86273">
                    <a:moveTo>
                      <a:pt x="45545" y="0"/>
                    </a:moveTo>
                    <a:lnTo>
                      <a:pt x="80365" y="59716"/>
                    </a:lnTo>
                    <a:lnTo>
                      <a:pt x="34820" y="86273"/>
                    </a:lnTo>
                    <a:lnTo>
                      <a:pt x="0" y="26557"/>
                    </a:lnTo>
                    <a:lnTo>
                      <a:pt x="4554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8" name="Контур"/>
              <p:cNvSpPr/>
              <p:nvPr/>
            </p:nvSpPr>
            <p:spPr>
              <a:xfrm>
                <a:off x="2300868" y="8981802"/>
                <a:ext cx="193096" cy="161774"/>
              </a:xfrm>
              <a:custGeom>
                <a:avLst/>
                <a:gdLst/>
                <a:ahLst/>
                <a:cxnLst/>
                <a:rect l="l" t="t" r="r" b="b"/>
                <a:pathLst>
                  <a:path w="193096" h="161774">
                    <a:moveTo>
                      <a:pt x="0" y="105740"/>
                    </a:moveTo>
                    <a:lnTo>
                      <a:pt x="155254" y="0"/>
                    </a:lnTo>
                    <a:lnTo>
                      <a:pt x="193096" y="55562"/>
                    </a:lnTo>
                    <a:lnTo>
                      <a:pt x="35202" y="161774"/>
                    </a:lnTo>
                    <a:lnTo>
                      <a:pt x="0" y="10574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9" name="Контур"/>
              <p:cNvSpPr/>
              <p:nvPr/>
            </p:nvSpPr>
            <p:spPr>
              <a:xfrm>
                <a:off x="2624259" y="8942380"/>
                <a:ext cx="122879" cy="152938"/>
              </a:xfrm>
              <a:custGeom>
                <a:avLst/>
                <a:gdLst/>
                <a:ahLst/>
                <a:cxnLst/>
                <a:rect l="l" t="t" r="r" b="b"/>
                <a:pathLst>
                  <a:path w="122879" h="152938">
                    <a:moveTo>
                      <a:pt x="0" y="29949"/>
                    </a:moveTo>
                    <a:lnTo>
                      <a:pt x="55854" y="0"/>
                    </a:lnTo>
                    <a:lnTo>
                      <a:pt x="122879" y="120245"/>
                    </a:lnTo>
                    <a:lnTo>
                      <a:pt x="66672" y="152938"/>
                    </a:lnTo>
                    <a:lnTo>
                      <a:pt x="0" y="299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0" name="Контур"/>
              <p:cNvSpPr/>
              <p:nvPr/>
            </p:nvSpPr>
            <p:spPr>
              <a:xfrm>
                <a:off x="2588956" y="8878410"/>
                <a:ext cx="75515" cy="74510"/>
              </a:xfrm>
              <a:custGeom>
                <a:avLst/>
                <a:gdLst/>
                <a:ahLst/>
                <a:cxnLst/>
                <a:rect l="l" t="t" r="r" b="b"/>
                <a:pathLst>
                  <a:path w="75515" h="74510">
                    <a:moveTo>
                      <a:pt x="0" y="28650"/>
                    </a:moveTo>
                    <a:lnTo>
                      <a:pt x="48328" y="0"/>
                    </a:lnTo>
                    <a:lnTo>
                      <a:pt x="75515" y="45860"/>
                    </a:lnTo>
                    <a:lnTo>
                      <a:pt x="27187" y="74510"/>
                    </a:lnTo>
                    <a:lnTo>
                      <a:pt x="0" y="2865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1" name="Контур"/>
              <p:cNvSpPr/>
              <p:nvPr/>
            </p:nvSpPr>
            <p:spPr>
              <a:xfrm>
                <a:off x="3270263" y="8864106"/>
                <a:ext cx="71710" cy="70399"/>
              </a:xfrm>
              <a:custGeom>
                <a:avLst/>
                <a:gdLst/>
                <a:ahLst/>
                <a:cxnLst/>
                <a:rect l="l" t="t" r="r" b="b"/>
                <a:pathLst>
                  <a:path w="71710" h="70399">
                    <a:moveTo>
                      <a:pt x="25747" y="70399"/>
                    </a:moveTo>
                    <a:lnTo>
                      <a:pt x="0" y="27742"/>
                    </a:lnTo>
                    <a:lnTo>
                      <a:pt x="45963" y="0"/>
                    </a:lnTo>
                    <a:lnTo>
                      <a:pt x="71710" y="42657"/>
                    </a:lnTo>
                    <a:lnTo>
                      <a:pt x="25747" y="703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2" name="Контур"/>
              <p:cNvSpPr/>
              <p:nvPr/>
            </p:nvSpPr>
            <p:spPr>
              <a:xfrm>
                <a:off x="3102197" y="8831434"/>
                <a:ext cx="127076" cy="95752"/>
              </a:xfrm>
              <a:custGeom>
                <a:avLst/>
                <a:gdLst/>
                <a:ahLst/>
                <a:cxnLst/>
                <a:rect l="l" t="t" r="r" b="b"/>
                <a:pathLst>
                  <a:path w="127076" h="95752">
                    <a:moveTo>
                      <a:pt x="38602" y="95752"/>
                    </a:moveTo>
                    <a:lnTo>
                      <a:pt x="0" y="32084"/>
                    </a:lnTo>
                    <a:lnTo>
                      <a:pt x="52919" y="0"/>
                    </a:lnTo>
                    <a:lnTo>
                      <a:pt x="67440" y="23949"/>
                    </a:lnTo>
                    <a:lnTo>
                      <a:pt x="102994" y="2392"/>
                    </a:lnTo>
                    <a:lnTo>
                      <a:pt x="127076" y="42111"/>
                    </a:lnTo>
                    <a:lnTo>
                      <a:pt x="38602" y="957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3" name="Контур"/>
              <p:cNvSpPr/>
              <p:nvPr/>
            </p:nvSpPr>
            <p:spPr>
              <a:xfrm>
                <a:off x="3233884" y="8707682"/>
                <a:ext cx="132813" cy="116415"/>
              </a:xfrm>
              <a:custGeom>
                <a:avLst/>
                <a:gdLst/>
                <a:ahLst/>
                <a:cxnLst/>
                <a:rect l="l" t="t" r="r" b="b"/>
                <a:pathLst>
                  <a:path w="132813" h="116415">
                    <a:moveTo>
                      <a:pt x="132813" y="50175"/>
                    </a:moveTo>
                    <a:lnTo>
                      <a:pt x="33462" y="116415"/>
                    </a:lnTo>
                    <a:lnTo>
                      <a:pt x="0" y="66240"/>
                    </a:lnTo>
                    <a:lnTo>
                      <a:pt x="99360" y="0"/>
                    </a:lnTo>
                    <a:lnTo>
                      <a:pt x="132813" y="501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4" name="Контур"/>
              <p:cNvSpPr/>
              <p:nvPr/>
            </p:nvSpPr>
            <p:spPr>
              <a:xfrm>
                <a:off x="3333244" y="8634266"/>
                <a:ext cx="152138" cy="136446"/>
              </a:xfrm>
              <a:custGeom>
                <a:avLst/>
                <a:gdLst/>
                <a:ahLst/>
                <a:cxnLst/>
                <a:rect l="l" t="t" r="r" b="b"/>
                <a:pathLst>
                  <a:path w="152138" h="136446">
                    <a:moveTo>
                      <a:pt x="0" y="73416"/>
                    </a:moveTo>
                    <a:lnTo>
                      <a:pt x="110114" y="0"/>
                    </a:lnTo>
                    <a:lnTo>
                      <a:pt x="152138" y="63030"/>
                    </a:lnTo>
                    <a:lnTo>
                      <a:pt x="42024" y="136446"/>
                    </a:lnTo>
                    <a:lnTo>
                      <a:pt x="33453" y="123591"/>
                    </a:lnTo>
                    <a:lnTo>
                      <a:pt x="0" y="7341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5" name="Контур"/>
              <p:cNvSpPr/>
              <p:nvPr/>
            </p:nvSpPr>
            <p:spPr>
              <a:xfrm>
                <a:off x="3077942" y="8390747"/>
                <a:ext cx="391541" cy="309153"/>
              </a:xfrm>
              <a:custGeom>
                <a:avLst/>
                <a:gdLst/>
                <a:ahLst/>
                <a:cxnLst/>
                <a:rect l="l" t="t" r="r" b="b"/>
                <a:pathLst>
                  <a:path w="391541" h="309153">
                    <a:moveTo>
                      <a:pt x="0" y="207405"/>
                    </a:moveTo>
                    <a:lnTo>
                      <a:pt x="327006" y="0"/>
                    </a:lnTo>
                    <a:lnTo>
                      <a:pt x="391541" y="101748"/>
                    </a:lnTo>
                    <a:lnTo>
                      <a:pt x="64535" y="309153"/>
                    </a:lnTo>
                    <a:lnTo>
                      <a:pt x="0" y="2074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6" name="Контур"/>
              <p:cNvSpPr/>
              <p:nvPr/>
            </p:nvSpPr>
            <p:spPr>
              <a:xfrm>
                <a:off x="2494667" y="9203210"/>
                <a:ext cx="268686" cy="212227"/>
              </a:xfrm>
              <a:custGeom>
                <a:avLst/>
                <a:gdLst/>
                <a:ahLst/>
                <a:cxnLst/>
                <a:rect l="l" t="t" r="r" b="b"/>
                <a:pathLst>
                  <a:path w="268686" h="212227">
                    <a:moveTo>
                      <a:pt x="223525" y="0"/>
                    </a:moveTo>
                    <a:lnTo>
                      <a:pt x="268686" y="71973"/>
                    </a:lnTo>
                    <a:lnTo>
                      <a:pt x="45160" y="212227"/>
                    </a:lnTo>
                    <a:lnTo>
                      <a:pt x="0" y="140254"/>
                    </a:lnTo>
                    <a:lnTo>
                      <a:pt x="22352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7" name="Контур"/>
              <p:cNvSpPr/>
              <p:nvPr/>
            </p:nvSpPr>
            <p:spPr>
              <a:xfrm>
                <a:off x="647978" y="8693780"/>
                <a:ext cx="112161" cy="129549"/>
              </a:xfrm>
              <a:custGeom>
                <a:avLst/>
                <a:gdLst/>
                <a:ahLst/>
                <a:cxnLst/>
                <a:rect l="l" t="t" r="r" b="b"/>
                <a:pathLst>
                  <a:path w="112161" h="129549">
                    <a:moveTo>
                      <a:pt x="65392" y="0"/>
                    </a:moveTo>
                    <a:lnTo>
                      <a:pt x="112161" y="66498"/>
                    </a:lnTo>
                    <a:lnTo>
                      <a:pt x="22561" y="129549"/>
                    </a:lnTo>
                    <a:lnTo>
                      <a:pt x="4251" y="106321"/>
                    </a:lnTo>
                    <a:lnTo>
                      <a:pt x="0" y="46454"/>
                    </a:lnTo>
                    <a:lnTo>
                      <a:pt x="6539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8" name="Контур"/>
              <p:cNvSpPr/>
              <p:nvPr/>
            </p:nvSpPr>
            <p:spPr>
              <a:xfrm>
                <a:off x="918104" y="8791184"/>
                <a:ext cx="111013" cy="126498"/>
              </a:xfrm>
              <a:custGeom>
                <a:avLst/>
                <a:gdLst/>
                <a:ahLst/>
                <a:cxnLst/>
                <a:rect l="l" t="t" r="r" b="b"/>
                <a:pathLst>
                  <a:path w="111013" h="126498">
                    <a:moveTo>
                      <a:pt x="111013" y="97199"/>
                    </a:moveTo>
                    <a:lnTo>
                      <a:pt x="63379" y="126498"/>
                    </a:lnTo>
                    <a:lnTo>
                      <a:pt x="0" y="30834"/>
                    </a:lnTo>
                    <a:lnTo>
                      <a:pt x="46413" y="0"/>
                    </a:lnTo>
                    <a:lnTo>
                      <a:pt x="111013" y="971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9" name="Контур"/>
              <p:cNvSpPr/>
              <p:nvPr/>
            </p:nvSpPr>
            <p:spPr>
              <a:xfrm>
                <a:off x="839552" y="8563664"/>
                <a:ext cx="254718" cy="205488"/>
              </a:xfrm>
              <a:custGeom>
                <a:avLst/>
                <a:gdLst/>
                <a:ahLst/>
                <a:cxnLst/>
                <a:rect l="l" t="t" r="r" b="b"/>
                <a:pathLst>
                  <a:path w="254718" h="205488">
                    <a:moveTo>
                      <a:pt x="206325" y="0"/>
                    </a:moveTo>
                    <a:lnTo>
                      <a:pt x="254718" y="78876"/>
                    </a:lnTo>
                    <a:lnTo>
                      <a:pt x="48393" y="205488"/>
                    </a:lnTo>
                    <a:lnTo>
                      <a:pt x="0" y="126639"/>
                    </a:lnTo>
                    <a:lnTo>
                      <a:pt x="20632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50" name="Контур"/>
              <p:cNvSpPr/>
              <p:nvPr/>
            </p:nvSpPr>
            <p:spPr>
              <a:xfrm>
                <a:off x="694734" y="8635400"/>
                <a:ext cx="110736" cy="124878"/>
              </a:xfrm>
              <a:custGeom>
                <a:avLst/>
                <a:gdLst/>
                <a:ahLst/>
                <a:cxnLst/>
                <a:rect l="l" t="t" r="r" b="b"/>
                <a:pathLst>
                  <a:path w="110736" h="124878">
                    <a:moveTo>
                      <a:pt x="0" y="31881"/>
                    </a:moveTo>
                    <a:lnTo>
                      <a:pt x="45330" y="0"/>
                    </a:lnTo>
                    <a:lnTo>
                      <a:pt x="110736" y="92997"/>
                    </a:lnTo>
                    <a:lnTo>
                      <a:pt x="65405" y="124878"/>
                    </a:lnTo>
                    <a:lnTo>
                      <a:pt x="18636" y="58380"/>
                    </a:lnTo>
                    <a:lnTo>
                      <a:pt x="0" y="3188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51" name="Контур"/>
              <p:cNvSpPr/>
              <p:nvPr/>
            </p:nvSpPr>
            <p:spPr>
              <a:xfrm>
                <a:off x="931973" y="8863801"/>
                <a:ext cx="364751" cy="455188"/>
              </a:xfrm>
              <a:custGeom>
                <a:avLst/>
                <a:gdLst/>
                <a:ahLst/>
                <a:cxnLst/>
                <a:rect l="l" t="t" r="r" b="b"/>
                <a:pathLst>
                  <a:path w="364751" h="455188">
                    <a:moveTo>
                      <a:pt x="227304" y="455188"/>
                    </a:moveTo>
                    <a:lnTo>
                      <a:pt x="0" y="84217"/>
                    </a:lnTo>
                    <a:lnTo>
                      <a:pt x="49510" y="53881"/>
                    </a:lnTo>
                    <a:lnTo>
                      <a:pt x="97144" y="24582"/>
                    </a:lnTo>
                    <a:lnTo>
                      <a:pt x="137447" y="0"/>
                    </a:lnTo>
                    <a:lnTo>
                      <a:pt x="192356" y="89682"/>
                    </a:lnTo>
                    <a:lnTo>
                      <a:pt x="242581" y="171710"/>
                    </a:lnTo>
                    <a:lnTo>
                      <a:pt x="364751" y="370971"/>
                    </a:lnTo>
                    <a:lnTo>
                      <a:pt x="227304" y="4551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52" name="Контур"/>
              <p:cNvSpPr/>
              <p:nvPr/>
            </p:nvSpPr>
            <p:spPr>
              <a:xfrm>
                <a:off x="678909" y="9078707"/>
                <a:ext cx="152228" cy="211885"/>
              </a:xfrm>
              <a:custGeom>
                <a:avLst/>
                <a:gdLst/>
                <a:ahLst/>
                <a:cxnLst/>
                <a:rect l="l" t="t" r="r" b="b"/>
                <a:pathLst>
                  <a:path w="152228" h="211885">
                    <a:moveTo>
                      <a:pt x="107865" y="211885"/>
                    </a:moveTo>
                    <a:lnTo>
                      <a:pt x="5678" y="65044"/>
                    </a:lnTo>
                    <a:lnTo>
                      <a:pt x="22749" y="54101"/>
                    </a:lnTo>
                    <a:lnTo>
                      <a:pt x="0" y="18614"/>
                    </a:lnTo>
                    <a:lnTo>
                      <a:pt x="30745" y="0"/>
                    </a:lnTo>
                    <a:lnTo>
                      <a:pt x="152228" y="181638"/>
                    </a:lnTo>
                    <a:lnTo>
                      <a:pt x="107865" y="2118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53" name="Контур"/>
              <p:cNvSpPr/>
              <p:nvPr/>
            </p:nvSpPr>
            <p:spPr>
              <a:xfrm>
                <a:off x="405876" y="9130481"/>
                <a:ext cx="153481" cy="153762"/>
              </a:xfrm>
              <a:custGeom>
                <a:avLst/>
                <a:gdLst/>
                <a:ahLst/>
                <a:cxnLst/>
                <a:rect l="l" t="t" r="r" b="b"/>
                <a:pathLst>
                  <a:path w="153481" h="153762">
                    <a:moveTo>
                      <a:pt x="0" y="60212"/>
                    </a:moveTo>
                    <a:lnTo>
                      <a:pt x="69836" y="14874"/>
                    </a:lnTo>
                    <a:lnTo>
                      <a:pt x="92746" y="0"/>
                    </a:lnTo>
                    <a:lnTo>
                      <a:pt x="153481" y="93548"/>
                    </a:lnTo>
                    <a:lnTo>
                      <a:pt x="60734" y="153762"/>
                    </a:lnTo>
                    <a:lnTo>
                      <a:pt x="0" y="602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</p:grpSp>
        <p:grpSp>
          <p:nvGrpSpPr>
            <p:cNvPr id="1212" name="Земельные участки (ЕГРН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1155" name="Контур"/>
              <p:cNvSpPr/>
              <p:nvPr/>
            </p:nvSpPr>
            <p:spPr>
              <a:xfrm>
                <a:off x="8379932" y="5987418"/>
                <a:ext cx="1916068" cy="1258727"/>
              </a:xfrm>
              <a:custGeom>
                <a:avLst/>
                <a:gdLst/>
                <a:ahLst/>
                <a:cxnLst/>
                <a:rect l="l" t="t" r="r" b="b"/>
                <a:pathLst>
                  <a:path w="1916068" h="1258727" fill="none">
                    <a:moveTo>
                      <a:pt x="1916068" y="258325"/>
                    </a:moveTo>
                    <a:lnTo>
                      <a:pt x="1733118" y="364412"/>
                    </a:lnTo>
                    <a:lnTo>
                      <a:pt x="1382930" y="454319"/>
                    </a:lnTo>
                    <a:lnTo>
                      <a:pt x="1359440" y="464489"/>
                    </a:lnTo>
                    <a:lnTo>
                      <a:pt x="1203651" y="503368"/>
                    </a:lnTo>
                    <a:lnTo>
                      <a:pt x="956606" y="0"/>
                    </a:lnTo>
                    <a:lnTo>
                      <a:pt x="0" y="451160"/>
                    </a:lnTo>
                    <a:lnTo>
                      <a:pt x="375922" y="1246577"/>
                    </a:lnTo>
                    <a:lnTo>
                      <a:pt x="381592" y="1258727"/>
                    </a:lnTo>
                    <a:lnTo>
                      <a:pt x="1916068" y="526497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56" name="Контур"/>
              <p:cNvSpPr/>
              <p:nvPr/>
            </p:nvSpPr>
            <p:spPr>
              <a:xfrm>
                <a:off x="7290598" y="2673277"/>
                <a:ext cx="2138206" cy="4052304"/>
              </a:xfrm>
              <a:custGeom>
                <a:avLst/>
                <a:gdLst/>
                <a:ahLst/>
                <a:cxnLst/>
                <a:rect l="l" t="t" r="r" b="b"/>
                <a:pathLst>
                  <a:path w="2138206" h="4052304" fill="none">
                    <a:moveTo>
                      <a:pt x="2045940" y="3314141"/>
                    </a:moveTo>
                    <a:lnTo>
                      <a:pt x="2019481" y="3260411"/>
                    </a:lnTo>
                    <a:lnTo>
                      <a:pt x="1929933" y="3077892"/>
                    </a:lnTo>
                    <a:lnTo>
                      <a:pt x="767587" y="3637500"/>
                    </a:lnTo>
                    <a:lnTo>
                      <a:pt x="399219" y="3814886"/>
                    </a:lnTo>
                    <a:lnTo>
                      <a:pt x="215979" y="3903174"/>
                    </a:lnTo>
                    <a:lnTo>
                      <a:pt x="287078" y="4052304"/>
                    </a:lnTo>
                    <a:lnTo>
                      <a:pt x="839496" y="3790499"/>
                    </a:lnTo>
                    <a:lnTo>
                      <a:pt x="1053425" y="3689161"/>
                    </a:lnTo>
                    <a:lnTo>
                      <a:pt x="1089334" y="3765301"/>
                    </a:lnTo>
                    <a:lnTo>
                      <a:pt x="2045940" y="3314141"/>
                    </a:lnTo>
                    <a:close/>
                    <a:moveTo>
                      <a:pt x="399219" y="3814886"/>
                    </a:moveTo>
                    <a:lnTo>
                      <a:pt x="1929933" y="3077892"/>
                    </a:lnTo>
                    <a:lnTo>
                      <a:pt x="1768026" y="2747953"/>
                    </a:lnTo>
                    <a:lnTo>
                      <a:pt x="1540061" y="2230455"/>
                    </a:lnTo>
                    <a:lnTo>
                      <a:pt x="1542582" y="2207595"/>
                    </a:lnTo>
                    <a:lnTo>
                      <a:pt x="1564361" y="2201475"/>
                    </a:lnTo>
                    <a:lnTo>
                      <a:pt x="1492723" y="2058106"/>
                    </a:lnTo>
                    <a:lnTo>
                      <a:pt x="1484893" y="2051356"/>
                    </a:lnTo>
                    <a:lnTo>
                      <a:pt x="449175" y="2852433"/>
                    </a:lnTo>
                    <a:lnTo>
                      <a:pt x="508394" y="2923443"/>
                    </a:lnTo>
                    <a:lnTo>
                      <a:pt x="459884" y="2960972"/>
                    </a:lnTo>
                    <a:lnTo>
                      <a:pt x="427125" y="2920653"/>
                    </a:lnTo>
                    <a:lnTo>
                      <a:pt x="375555" y="2961602"/>
                    </a:lnTo>
                    <a:lnTo>
                      <a:pt x="349005" y="2929922"/>
                    </a:lnTo>
                    <a:lnTo>
                      <a:pt x="92776" y="3128099"/>
                    </a:lnTo>
                    <a:lnTo>
                      <a:pt x="126795" y="3170759"/>
                    </a:lnTo>
                    <a:lnTo>
                      <a:pt x="100605" y="3194698"/>
                    </a:lnTo>
                    <a:lnTo>
                      <a:pt x="399219" y="3814886"/>
                    </a:lnTo>
                    <a:close/>
                    <a:moveTo>
                      <a:pt x="307516" y="2870342"/>
                    </a:moveTo>
                    <a:lnTo>
                      <a:pt x="346215" y="2919842"/>
                    </a:lnTo>
                    <a:lnTo>
                      <a:pt x="352245" y="2927402"/>
                    </a:lnTo>
                    <a:lnTo>
                      <a:pt x="362145" y="2940002"/>
                    </a:lnTo>
                    <a:lnTo>
                      <a:pt x="412635" y="2900133"/>
                    </a:lnTo>
                    <a:lnTo>
                      <a:pt x="456914" y="2955482"/>
                    </a:lnTo>
                    <a:lnTo>
                      <a:pt x="499574" y="2922453"/>
                    </a:lnTo>
                    <a:lnTo>
                      <a:pt x="400576" y="2798163"/>
                    </a:lnTo>
                    <a:lnTo>
                      <a:pt x="399316" y="2797713"/>
                    </a:lnTo>
                    <a:lnTo>
                      <a:pt x="307516" y="2870342"/>
                    </a:lnTo>
                    <a:close/>
                    <a:moveTo>
                      <a:pt x="404093" y="1647791"/>
                    </a:moveTo>
                    <a:lnTo>
                      <a:pt x="518753" y="1563013"/>
                    </a:lnTo>
                    <a:lnTo>
                      <a:pt x="419575" y="1428733"/>
                    </a:lnTo>
                    <a:lnTo>
                      <a:pt x="398425" y="1444123"/>
                    </a:lnTo>
                    <a:lnTo>
                      <a:pt x="90810" y="1040474"/>
                    </a:lnTo>
                    <a:lnTo>
                      <a:pt x="46080" y="1070533"/>
                    </a:lnTo>
                    <a:lnTo>
                      <a:pt x="0" y="1104373"/>
                    </a:lnTo>
                    <a:lnTo>
                      <a:pt x="404093" y="1647791"/>
                    </a:lnTo>
                    <a:close/>
                    <a:moveTo>
                      <a:pt x="1436397" y="0"/>
                    </a:moveTo>
                    <a:lnTo>
                      <a:pt x="1313818" y="84149"/>
                    </a:lnTo>
                    <a:lnTo>
                      <a:pt x="1309858" y="78749"/>
                    </a:lnTo>
                    <a:lnTo>
                      <a:pt x="1066858" y="258296"/>
                    </a:lnTo>
                    <a:lnTo>
                      <a:pt x="1080538" y="313015"/>
                    </a:lnTo>
                    <a:lnTo>
                      <a:pt x="1101417" y="341725"/>
                    </a:lnTo>
                    <a:lnTo>
                      <a:pt x="1275477" y="214737"/>
                    </a:lnTo>
                    <a:lnTo>
                      <a:pt x="1439184" y="439377"/>
                    </a:lnTo>
                    <a:lnTo>
                      <a:pt x="1130665" y="664733"/>
                    </a:lnTo>
                    <a:lnTo>
                      <a:pt x="1162884" y="707933"/>
                    </a:lnTo>
                    <a:lnTo>
                      <a:pt x="591926" y="1125256"/>
                    </a:lnTo>
                    <a:lnTo>
                      <a:pt x="623335" y="1168276"/>
                    </a:lnTo>
                    <a:lnTo>
                      <a:pt x="536755" y="1231815"/>
                    </a:lnTo>
                    <a:lnTo>
                      <a:pt x="435867" y="1096366"/>
                    </a:lnTo>
                    <a:lnTo>
                      <a:pt x="397707" y="1124805"/>
                    </a:lnTo>
                    <a:lnTo>
                      <a:pt x="336598" y="1045965"/>
                    </a:lnTo>
                    <a:lnTo>
                      <a:pt x="376738" y="1014466"/>
                    </a:lnTo>
                    <a:lnTo>
                      <a:pt x="308699" y="919966"/>
                    </a:lnTo>
                    <a:lnTo>
                      <a:pt x="890638" y="495533"/>
                    </a:lnTo>
                    <a:lnTo>
                      <a:pt x="869578" y="466643"/>
                    </a:lnTo>
                    <a:lnTo>
                      <a:pt x="894868" y="448193"/>
                    </a:lnTo>
                    <a:lnTo>
                      <a:pt x="859859" y="407603"/>
                    </a:lnTo>
                    <a:lnTo>
                      <a:pt x="103230" y="955514"/>
                    </a:lnTo>
                    <a:lnTo>
                      <a:pt x="12060" y="1016893"/>
                    </a:lnTo>
                    <a:lnTo>
                      <a:pt x="46080" y="1070533"/>
                    </a:lnTo>
                    <a:lnTo>
                      <a:pt x="90810" y="1040474"/>
                    </a:lnTo>
                    <a:lnTo>
                      <a:pt x="398425" y="1444123"/>
                    </a:lnTo>
                    <a:lnTo>
                      <a:pt x="419575" y="1428733"/>
                    </a:lnTo>
                    <a:lnTo>
                      <a:pt x="518753" y="1563013"/>
                    </a:lnTo>
                    <a:lnTo>
                      <a:pt x="404093" y="1647791"/>
                    </a:lnTo>
                    <a:lnTo>
                      <a:pt x="476992" y="1748501"/>
                    </a:lnTo>
                    <a:lnTo>
                      <a:pt x="487972" y="1754891"/>
                    </a:lnTo>
                    <a:lnTo>
                      <a:pt x="608840" y="1906271"/>
                    </a:lnTo>
                    <a:lnTo>
                      <a:pt x="621530" y="1964411"/>
                    </a:lnTo>
                    <a:lnTo>
                      <a:pt x="699108" y="2202729"/>
                    </a:lnTo>
                    <a:lnTo>
                      <a:pt x="819437" y="2107871"/>
                    </a:lnTo>
                    <a:lnTo>
                      <a:pt x="813767" y="2101391"/>
                    </a:lnTo>
                    <a:lnTo>
                      <a:pt x="2092665" y="1117077"/>
                    </a:lnTo>
                    <a:lnTo>
                      <a:pt x="2032096" y="1040577"/>
                    </a:lnTo>
                    <a:lnTo>
                      <a:pt x="2115436" y="971458"/>
                    </a:lnTo>
                    <a:lnTo>
                      <a:pt x="2090236" y="937708"/>
                    </a:lnTo>
                    <a:lnTo>
                      <a:pt x="2138206" y="901888"/>
                    </a:lnTo>
                    <a:lnTo>
                      <a:pt x="1505606" y="80190"/>
                    </a:lnTo>
                    <a:lnTo>
                      <a:pt x="1436397" y="0"/>
                    </a:lnTo>
                    <a:close/>
                    <a:moveTo>
                      <a:pt x="308699" y="919966"/>
                    </a:moveTo>
                    <a:lnTo>
                      <a:pt x="376738" y="1014466"/>
                    </a:lnTo>
                    <a:lnTo>
                      <a:pt x="336598" y="1045965"/>
                    </a:lnTo>
                    <a:lnTo>
                      <a:pt x="397707" y="1124805"/>
                    </a:lnTo>
                    <a:lnTo>
                      <a:pt x="435867" y="1096366"/>
                    </a:lnTo>
                    <a:lnTo>
                      <a:pt x="536755" y="1231815"/>
                    </a:lnTo>
                    <a:lnTo>
                      <a:pt x="623335" y="1168276"/>
                    </a:lnTo>
                    <a:lnTo>
                      <a:pt x="591926" y="1125256"/>
                    </a:lnTo>
                    <a:lnTo>
                      <a:pt x="1162884" y="707933"/>
                    </a:lnTo>
                    <a:lnTo>
                      <a:pt x="1130665" y="664733"/>
                    </a:lnTo>
                    <a:lnTo>
                      <a:pt x="1439184" y="439377"/>
                    </a:lnTo>
                    <a:lnTo>
                      <a:pt x="1275477" y="214737"/>
                    </a:lnTo>
                    <a:lnTo>
                      <a:pt x="308699" y="919966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57" name="Контур"/>
              <p:cNvSpPr/>
              <p:nvPr/>
            </p:nvSpPr>
            <p:spPr>
              <a:xfrm>
                <a:off x="8775581" y="1584000"/>
                <a:ext cx="1520419" cy="4349688"/>
              </a:xfrm>
              <a:custGeom>
                <a:avLst/>
                <a:gdLst/>
                <a:ahLst/>
                <a:cxnLst/>
                <a:rect l="l" t="t" r="r" b="b"/>
                <a:pathLst>
                  <a:path w="1520419" h="4349688" fill="none">
                    <a:moveTo>
                      <a:pt x="1520419" y="2953652"/>
                    </a:moveTo>
                    <a:lnTo>
                      <a:pt x="1175668" y="2231287"/>
                    </a:lnTo>
                    <a:lnTo>
                      <a:pt x="1015468" y="2355215"/>
                    </a:lnTo>
                    <a:lnTo>
                      <a:pt x="1520419" y="3413286"/>
                    </a:lnTo>
                    <a:moveTo>
                      <a:pt x="534588" y="4349688"/>
                    </a:moveTo>
                    <a:lnTo>
                      <a:pt x="1520419" y="3879398"/>
                    </a:lnTo>
                    <a:moveTo>
                      <a:pt x="1520419" y="3413286"/>
                    </a:moveTo>
                    <a:lnTo>
                      <a:pt x="1015468" y="2355215"/>
                    </a:lnTo>
                    <a:lnTo>
                      <a:pt x="0" y="3140633"/>
                    </a:lnTo>
                    <a:lnTo>
                      <a:pt x="7740" y="3147383"/>
                    </a:lnTo>
                    <a:lnTo>
                      <a:pt x="79378" y="3290752"/>
                    </a:lnTo>
                    <a:lnTo>
                      <a:pt x="62548" y="3336922"/>
                    </a:lnTo>
                    <a:lnTo>
                      <a:pt x="283043" y="3837230"/>
                    </a:lnTo>
                    <a:lnTo>
                      <a:pt x="534588" y="4349688"/>
                    </a:lnTo>
                    <a:lnTo>
                      <a:pt x="534588" y="4349688"/>
                    </a:lnTo>
                    <a:moveTo>
                      <a:pt x="204569" y="3082765"/>
                    </a:moveTo>
                    <a:lnTo>
                      <a:pt x="139229" y="3134244"/>
                    </a:lnTo>
                    <a:lnTo>
                      <a:pt x="101250" y="3084924"/>
                    </a:lnTo>
                    <a:lnTo>
                      <a:pt x="166770" y="3033625"/>
                    </a:lnTo>
                    <a:lnTo>
                      <a:pt x="204569" y="3082765"/>
                    </a:lnTo>
                    <a:lnTo>
                      <a:pt x="204569" y="3082765"/>
                    </a:lnTo>
                    <a:moveTo>
                      <a:pt x="1135430" y="3368609"/>
                    </a:moveTo>
                    <a:lnTo>
                      <a:pt x="1100241" y="3295529"/>
                    </a:lnTo>
                    <a:lnTo>
                      <a:pt x="1150191" y="3273030"/>
                    </a:lnTo>
                    <a:lnTo>
                      <a:pt x="1185740" y="3346469"/>
                    </a:lnTo>
                    <a:lnTo>
                      <a:pt x="1135430" y="3368609"/>
                    </a:lnTo>
                    <a:lnTo>
                      <a:pt x="1135430" y="3368609"/>
                    </a:lnTo>
                    <a:moveTo>
                      <a:pt x="649276" y="81649"/>
                    </a:moveTo>
                    <a:lnTo>
                      <a:pt x="726584" y="289278"/>
                    </a:lnTo>
                    <a:lnTo>
                      <a:pt x="740354" y="326358"/>
                    </a:lnTo>
                    <a:lnTo>
                      <a:pt x="817843" y="310339"/>
                    </a:lnTo>
                    <a:lnTo>
                      <a:pt x="836294" y="209359"/>
                    </a:lnTo>
                    <a:lnTo>
                      <a:pt x="878735" y="0"/>
                    </a:lnTo>
                    <a:moveTo>
                      <a:pt x="753863" y="0"/>
                    </a:moveTo>
                    <a:lnTo>
                      <a:pt x="692566" y="41420"/>
                    </a:lnTo>
                    <a:lnTo>
                      <a:pt x="649276" y="81649"/>
                    </a:lnTo>
                    <a:lnTo>
                      <a:pt x="649276" y="81649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58" name="Контур"/>
              <p:cNvSpPr/>
              <p:nvPr/>
            </p:nvSpPr>
            <p:spPr>
              <a:xfrm>
                <a:off x="8830659" y="4874752"/>
                <a:ext cx="24300" cy="46170"/>
              </a:xfrm>
              <a:custGeom>
                <a:avLst/>
                <a:gdLst/>
                <a:ahLst/>
                <a:cxnLst/>
                <a:rect l="l" t="t" r="r" b="b"/>
                <a:pathLst>
                  <a:path w="24300" h="46170" fill="none">
                    <a:moveTo>
                      <a:pt x="7470" y="46170"/>
                    </a:moveTo>
                    <a:lnTo>
                      <a:pt x="24300" y="0"/>
                    </a:lnTo>
                    <a:lnTo>
                      <a:pt x="2521" y="6120"/>
                    </a:lnTo>
                    <a:lnTo>
                      <a:pt x="0" y="28980"/>
                    </a:lnTo>
                    <a:lnTo>
                      <a:pt x="7470" y="4617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59" name="Контур"/>
              <p:cNvSpPr/>
              <p:nvPr/>
            </p:nvSpPr>
            <p:spPr>
              <a:xfrm>
                <a:off x="8836170" y="1584000"/>
                <a:ext cx="1459830" cy="8076656"/>
              </a:xfrm>
              <a:custGeom>
                <a:avLst/>
                <a:gdLst/>
                <a:ahLst/>
                <a:cxnLst/>
                <a:rect l="l" t="t" r="r" b="b"/>
                <a:pathLst>
                  <a:path w="1459830" h="8076656" fill="none">
                    <a:moveTo>
                      <a:pt x="401759" y="0"/>
                    </a:moveTo>
                    <a:lnTo>
                      <a:pt x="484198" y="116568"/>
                    </a:lnTo>
                    <a:lnTo>
                      <a:pt x="588687" y="81649"/>
                    </a:lnTo>
                    <a:lnTo>
                      <a:pt x="631977" y="41420"/>
                    </a:lnTo>
                    <a:lnTo>
                      <a:pt x="693274" y="0"/>
                    </a:lnTo>
                    <a:moveTo>
                      <a:pt x="0" y="207014"/>
                    </a:moveTo>
                    <a:lnTo>
                      <a:pt x="97379" y="327614"/>
                    </a:lnTo>
                    <a:lnTo>
                      <a:pt x="126628" y="363614"/>
                    </a:lnTo>
                    <a:lnTo>
                      <a:pt x="226348" y="293325"/>
                    </a:lnTo>
                    <a:lnTo>
                      <a:pt x="319947" y="426255"/>
                    </a:lnTo>
                    <a:lnTo>
                      <a:pt x="584905" y="328337"/>
                    </a:lnTo>
                    <a:lnTo>
                      <a:pt x="597325" y="357047"/>
                    </a:lnTo>
                    <a:lnTo>
                      <a:pt x="679765" y="326358"/>
                    </a:lnTo>
                    <a:lnTo>
                      <a:pt x="588687" y="81649"/>
                    </a:lnTo>
                    <a:lnTo>
                      <a:pt x="484198" y="116568"/>
                    </a:lnTo>
                    <a:lnTo>
                      <a:pt x="401759" y="0"/>
                    </a:lnTo>
                    <a:moveTo>
                      <a:pt x="290207" y="0"/>
                    </a:moveTo>
                    <a:lnTo>
                      <a:pt x="258570" y="22517"/>
                    </a:lnTo>
                    <a:lnTo>
                      <a:pt x="71550" y="154185"/>
                    </a:lnTo>
                    <a:lnTo>
                      <a:pt x="73350" y="155625"/>
                    </a:lnTo>
                    <a:lnTo>
                      <a:pt x="27900" y="185504"/>
                    </a:lnTo>
                    <a:lnTo>
                      <a:pt x="0" y="207014"/>
                    </a:lnTo>
                    <a:lnTo>
                      <a:pt x="0" y="207014"/>
                    </a:lnTo>
                    <a:moveTo>
                      <a:pt x="1459830" y="1964635"/>
                    </a:moveTo>
                    <a:lnTo>
                      <a:pt x="1115079" y="2231287"/>
                    </a:lnTo>
                    <a:lnTo>
                      <a:pt x="1459830" y="2953652"/>
                    </a:lnTo>
                    <a:moveTo>
                      <a:pt x="949622" y="7772637"/>
                    </a:moveTo>
                    <a:lnTo>
                      <a:pt x="1071030" y="8026076"/>
                    </a:lnTo>
                    <a:lnTo>
                      <a:pt x="1095149" y="8076656"/>
                    </a:lnTo>
                    <a:lnTo>
                      <a:pt x="1459830" y="7902065"/>
                    </a:lnTo>
                    <a:moveTo>
                      <a:pt x="1459830" y="7543880"/>
                    </a:moveTo>
                    <a:lnTo>
                      <a:pt x="1453800" y="7531352"/>
                    </a:lnTo>
                    <a:lnTo>
                      <a:pt x="949622" y="7772637"/>
                    </a:lnTo>
                    <a:lnTo>
                      <a:pt x="949622" y="7772637"/>
                    </a:lnTo>
                    <a:moveTo>
                      <a:pt x="851263" y="6273157"/>
                    </a:moveTo>
                    <a:lnTo>
                      <a:pt x="909942" y="6394836"/>
                    </a:lnTo>
                    <a:lnTo>
                      <a:pt x="1453800" y="7531352"/>
                    </a:lnTo>
                    <a:lnTo>
                      <a:pt x="1459830" y="7543880"/>
                    </a:lnTo>
                    <a:moveTo>
                      <a:pt x="1459830" y="7233809"/>
                    </a:moveTo>
                    <a:lnTo>
                      <a:pt x="1272726" y="6842586"/>
                    </a:lnTo>
                    <a:lnTo>
                      <a:pt x="1229167" y="6751056"/>
                    </a:lnTo>
                    <a:lnTo>
                      <a:pt x="1012272" y="6295478"/>
                    </a:lnTo>
                    <a:lnTo>
                      <a:pt x="973213" y="6214388"/>
                    </a:lnTo>
                    <a:lnTo>
                      <a:pt x="892663" y="6253267"/>
                    </a:lnTo>
                    <a:lnTo>
                      <a:pt x="851263" y="6273157"/>
                    </a:lnTo>
                    <a:lnTo>
                      <a:pt x="851263" y="6273157"/>
                    </a:lnTo>
                    <a:moveTo>
                      <a:pt x="1459830" y="5979892"/>
                    </a:moveTo>
                    <a:lnTo>
                      <a:pt x="973213" y="6214388"/>
                    </a:lnTo>
                    <a:lnTo>
                      <a:pt x="1012272" y="6295478"/>
                    </a:lnTo>
                    <a:lnTo>
                      <a:pt x="1459830" y="6079782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0" name="Контур"/>
              <p:cNvSpPr/>
              <p:nvPr/>
            </p:nvSpPr>
            <p:spPr>
              <a:xfrm>
                <a:off x="9242564" y="7978836"/>
                <a:ext cx="1047406" cy="1377801"/>
              </a:xfrm>
              <a:custGeom>
                <a:avLst/>
                <a:gdLst/>
                <a:ahLst/>
                <a:cxnLst/>
                <a:rect l="l" t="t" r="r" b="b"/>
                <a:pathLst>
                  <a:path w="1047406" h="1377801" fill="none">
                    <a:moveTo>
                      <a:pt x="0" y="242635"/>
                    </a:moveTo>
                    <a:lnTo>
                      <a:pt x="543228" y="1377801"/>
                    </a:lnTo>
                    <a:lnTo>
                      <a:pt x="1047406" y="1136516"/>
                    </a:lnTo>
                    <a:lnTo>
                      <a:pt x="503548" y="0"/>
                    </a:lnTo>
                    <a:lnTo>
                      <a:pt x="0" y="242635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1" name="Контур"/>
              <p:cNvSpPr/>
              <p:nvPr/>
            </p:nvSpPr>
            <p:spPr>
              <a:xfrm>
                <a:off x="8726995" y="1584000"/>
                <a:ext cx="1569005" cy="7233809"/>
              </a:xfrm>
              <a:custGeom>
                <a:avLst/>
                <a:gdLst/>
                <a:ahLst/>
                <a:cxnLst/>
                <a:rect l="l" t="t" r="r" b="b"/>
                <a:pathLst>
                  <a:path w="1569005" h="7233809" fill="none">
                    <a:moveTo>
                      <a:pt x="612063" y="4408638"/>
                    </a:moveTo>
                    <a:lnTo>
                      <a:pt x="1569005" y="3951996"/>
                    </a:lnTo>
                    <a:moveTo>
                      <a:pt x="1569005" y="3879398"/>
                    </a:moveTo>
                    <a:lnTo>
                      <a:pt x="583174" y="4349688"/>
                    </a:lnTo>
                    <a:lnTo>
                      <a:pt x="612063" y="4408638"/>
                    </a:lnTo>
                    <a:lnTo>
                      <a:pt x="612063" y="4408638"/>
                    </a:lnTo>
                    <a:moveTo>
                      <a:pt x="1569005" y="6079782"/>
                    </a:moveTo>
                    <a:lnTo>
                      <a:pt x="1121447" y="6295478"/>
                    </a:lnTo>
                    <a:lnTo>
                      <a:pt x="1338342" y="6751056"/>
                    </a:lnTo>
                    <a:lnTo>
                      <a:pt x="1381901" y="6842586"/>
                    </a:lnTo>
                    <a:lnTo>
                      <a:pt x="1569005" y="7233809"/>
                    </a:lnTo>
                    <a:moveTo>
                      <a:pt x="1012377" y="4867907"/>
                    </a:moveTo>
                    <a:lnTo>
                      <a:pt x="1035867" y="4857737"/>
                    </a:lnTo>
                    <a:lnTo>
                      <a:pt x="1386055" y="4767830"/>
                    </a:lnTo>
                    <a:lnTo>
                      <a:pt x="1569005" y="4661743"/>
                    </a:lnTo>
                    <a:moveTo>
                      <a:pt x="1569005" y="3951996"/>
                    </a:moveTo>
                    <a:lnTo>
                      <a:pt x="612063" y="4408638"/>
                    </a:lnTo>
                    <a:lnTo>
                      <a:pt x="856588" y="4906786"/>
                    </a:lnTo>
                    <a:lnTo>
                      <a:pt x="1012377" y="4867907"/>
                    </a:lnTo>
                    <a:lnTo>
                      <a:pt x="1012377" y="4867907"/>
                    </a:lnTo>
                    <a:moveTo>
                      <a:pt x="0" y="1089277"/>
                    </a:moveTo>
                    <a:lnTo>
                      <a:pt x="69209" y="1169467"/>
                    </a:lnTo>
                    <a:lnTo>
                      <a:pt x="701809" y="1991165"/>
                    </a:lnTo>
                    <a:lnTo>
                      <a:pt x="653839" y="2026985"/>
                    </a:lnTo>
                    <a:lnTo>
                      <a:pt x="679039" y="2060735"/>
                    </a:lnTo>
                    <a:lnTo>
                      <a:pt x="595699" y="2129854"/>
                    </a:lnTo>
                    <a:lnTo>
                      <a:pt x="656268" y="2206354"/>
                    </a:lnTo>
                    <a:lnTo>
                      <a:pt x="1175927" y="1801090"/>
                    </a:lnTo>
                    <a:lnTo>
                      <a:pt x="1216788" y="1672571"/>
                    </a:lnTo>
                    <a:lnTo>
                      <a:pt x="1212918" y="1667711"/>
                    </a:lnTo>
                    <a:lnTo>
                      <a:pt x="1334327" y="1573843"/>
                    </a:lnTo>
                    <a:lnTo>
                      <a:pt x="1355747" y="1601563"/>
                    </a:lnTo>
                    <a:lnTo>
                      <a:pt x="1504787" y="1486634"/>
                    </a:lnTo>
                    <a:lnTo>
                      <a:pt x="1483187" y="1458645"/>
                    </a:lnTo>
                    <a:lnTo>
                      <a:pt x="1569005" y="1392296"/>
                    </a:lnTo>
                    <a:moveTo>
                      <a:pt x="927920" y="0"/>
                    </a:moveTo>
                    <a:lnTo>
                      <a:pt x="848069" y="411408"/>
                    </a:lnTo>
                    <a:lnTo>
                      <a:pt x="832589" y="427967"/>
                    </a:lnTo>
                    <a:lnTo>
                      <a:pt x="0" y="1089277"/>
                    </a:lnTo>
                    <a:lnTo>
                      <a:pt x="0" y="1089277"/>
                    </a:lnTo>
                    <a:moveTo>
                      <a:pt x="1424422" y="826129"/>
                    </a:moveTo>
                    <a:lnTo>
                      <a:pt x="1420642" y="785989"/>
                    </a:lnTo>
                    <a:lnTo>
                      <a:pt x="1436662" y="756109"/>
                    </a:lnTo>
                    <a:lnTo>
                      <a:pt x="1467082" y="728030"/>
                    </a:lnTo>
                    <a:lnTo>
                      <a:pt x="1558882" y="657291"/>
                    </a:lnTo>
                    <a:lnTo>
                      <a:pt x="1564552" y="664131"/>
                    </a:lnTo>
                    <a:lnTo>
                      <a:pt x="1569005" y="666841"/>
                    </a:lnTo>
                    <a:moveTo>
                      <a:pt x="1569005" y="1002007"/>
                    </a:moveTo>
                    <a:lnTo>
                      <a:pt x="1560320" y="998478"/>
                    </a:lnTo>
                    <a:lnTo>
                      <a:pt x="1424422" y="826129"/>
                    </a:lnTo>
                    <a:lnTo>
                      <a:pt x="1424422" y="826129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2" name="Контур"/>
              <p:cNvSpPr/>
              <p:nvPr/>
            </p:nvSpPr>
            <p:spPr>
              <a:xfrm>
                <a:off x="6729455" y="2176653"/>
                <a:ext cx="2004203" cy="1211656"/>
              </a:xfrm>
              <a:custGeom>
                <a:avLst/>
                <a:gdLst/>
                <a:ahLst/>
                <a:cxnLst/>
                <a:rect l="l" t="t" r="r" b="b"/>
                <a:pathLst>
                  <a:path w="2004203" h="1211656" fill="none">
                    <a:moveTo>
                      <a:pt x="0" y="1169356"/>
                    </a:moveTo>
                    <a:lnTo>
                      <a:pt x="38879" y="1211656"/>
                    </a:lnTo>
                    <a:lnTo>
                      <a:pt x="53729" y="1207336"/>
                    </a:lnTo>
                    <a:lnTo>
                      <a:pt x="1116089" y="164880"/>
                    </a:lnTo>
                    <a:lnTo>
                      <a:pt x="1126979" y="175230"/>
                    </a:lnTo>
                    <a:lnTo>
                      <a:pt x="1208159" y="101342"/>
                    </a:lnTo>
                    <a:lnTo>
                      <a:pt x="1166399" y="45542"/>
                    </a:lnTo>
                    <a:lnTo>
                      <a:pt x="1073699" y="124200"/>
                    </a:lnTo>
                    <a:lnTo>
                      <a:pt x="837359" y="352257"/>
                    </a:lnTo>
                    <a:lnTo>
                      <a:pt x="741869" y="449726"/>
                    </a:lnTo>
                    <a:lnTo>
                      <a:pt x="656190" y="530095"/>
                    </a:lnTo>
                    <a:lnTo>
                      <a:pt x="654210" y="528025"/>
                    </a:lnTo>
                    <a:lnTo>
                      <a:pt x="524970" y="645023"/>
                    </a:lnTo>
                    <a:lnTo>
                      <a:pt x="295920" y="879560"/>
                    </a:lnTo>
                    <a:lnTo>
                      <a:pt x="293490" y="877220"/>
                    </a:lnTo>
                    <a:lnTo>
                      <a:pt x="219870" y="950299"/>
                    </a:lnTo>
                    <a:lnTo>
                      <a:pt x="0" y="1169356"/>
                    </a:lnTo>
                    <a:close/>
                    <a:moveTo>
                      <a:pt x="920251" y="0"/>
                    </a:moveTo>
                    <a:lnTo>
                      <a:pt x="806131" y="125279"/>
                    </a:lnTo>
                    <a:lnTo>
                      <a:pt x="647641" y="301316"/>
                    </a:lnTo>
                    <a:lnTo>
                      <a:pt x="535411" y="425695"/>
                    </a:lnTo>
                    <a:lnTo>
                      <a:pt x="581940" y="468895"/>
                    </a:lnTo>
                    <a:lnTo>
                      <a:pt x="639991" y="405176"/>
                    </a:lnTo>
                    <a:lnTo>
                      <a:pt x="667800" y="430646"/>
                    </a:lnTo>
                    <a:lnTo>
                      <a:pt x="708120" y="390236"/>
                    </a:lnTo>
                    <a:lnTo>
                      <a:pt x="720450" y="401666"/>
                    </a:lnTo>
                    <a:lnTo>
                      <a:pt x="1012770" y="80820"/>
                    </a:lnTo>
                    <a:lnTo>
                      <a:pt x="1007730" y="76410"/>
                    </a:lnTo>
                    <a:lnTo>
                      <a:pt x="920251" y="0"/>
                    </a:lnTo>
                    <a:close/>
                    <a:moveTo>
                      <a:pt x="1978914" y="20077"/>
                    </a:moveTo>
                    <a:lnTo>
                      <a:pt x="1764084" y="157145"/>
                    </a:lnTo>
                    <a:lnTo>
                      <a:pt x="1438195" y="404101"/>
                    </a:lnTo>
                    <a:lnTo>
                      <a:pt x="1176295" y="584908"/>
                    </a:lnTo>
                    <a:lnTo>
                      <a:pt x="1218325" y="626038"/>
                    </a:lnTo>
                    <a:lnTo>
                      <a:pt x="1367812" y="824668"/>
                    </a:lnTo>
                    <a:lnTo>
                      <a:pt x="1568962" y="676710"/>
                    </a:lnTo>
                    <a:lnTo>
                      <a:pt x="1542232" y="641610"/>
                    </a:lnTo>
                    <a:lnTo>
                      <a:pt x="1765252" y="485643"/>
                    </a:lnTo>
                    <a:lnTo>
                      <a:pt x="1853002" y="429754"/>
                    </a:lnTo>
                    <a:lnTo>
                      <a:pt x="1941472" y="358295"/>
                    </a:lnTo>
                    <a:lnTo>
                      <a:pt x="1812144" y="172895"/>
                    </a:lnTo>
                    <a:lnTo>
                      <a:pt x="1829694" y="160565"/>
                    </a:lnTo>
                    <a:lnTo>
                      <a:pt x="1835634" y="169115"/>
                    </a:lnTo>
                    <a:lnTo>
                      <a:pt x="2004203" y="56707"/>
                    </a:lnTo>
                    <a:lnTo>
                      <a:pt x="1978914" y="20077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3" name="Контур"/>
              <p:cNvSpPr/>
              <p:nvPr/>
            </p:nvSpPr>
            <p:spPr>
              <a:xfrm>
                <a:off x="7154347" y="1584000"/>
                <a:ext cx="1730147" cy="992517"/>
              </a:xfrm>
              <a:custGeom>
                <a:avLst/>
                <a:gdLst/>
                <a:ahLst/>
                <a:cxnLst/>
                <a:rect l="l" t="t" r="r" b="b"/>
                <a:pathLst>
                  <a:path w="1730147" h="992517" fill="none">
                    <a:moveTo>
                      <a:pt x="0" y="942927"/>
                    </a:moveTo>
                    <a:lnTo>
                      <a:pt x="51210" y="992517"/>
                    </a:lnTo>
                    <a:lnTo>
                      <a:pt x="155340" y="879569"/>
                    </a:lnTo>
                    <a:lnTo>
                      <a:pt x="317340" y="700201"/>
                    </a:lnTo>
                    <a:lnTo>
                      <a:pt x="445050" y="548733"/>
                    </a:lnTo>
                    <a:lnTo>
                      <a:pt x="937272" y="0"/>
                    </a:lnTo>
                    <a:moveTo>
                      <a:pt x="852320" y="0"/>
                    </a:moveTo>
                    <a:lnTo>
                      <a:pt x="756631" y="106029"/>
                    </a:lnTo>
                    <a:lnTo>
                      <a:pt x="608311" y="269826"/>
                    </a:lnTo>
                    <a:lnTo>
                      <a:pt x="484291" y="407525"/>
                    </a:lnTo>
                    <a:lnTo>
                      <a:pt x="399691" y="500853"/>
                    </a:lnTo>
                    <a:lnTo>
                      <a:pt x="331741" y="575912"/>
                    </a:lnTo>
                    <a:lnTo>
                      <a:pt x="204300" y="716850"/>
                    </a:lnTo>
                    <a:lnTo>
                      <a:pt x="0" y="942927"/>
                    </a:lnTo>
                    <a:lnTo>
                      <a:pt x="0" y="942927"/>
                    </a:lnTo>
                    <a:moveTo>
                      <a:pt x="1415612" y="0"/>
                    </a:moveTo>
                    <a:lnTo>
                      <a:pt x="695248" y="564395"/>
                    </a:lnTo>
                    <a:lnTo>
                      <a:pt x="717298" y="591575"/>
                    </a:lnTo>
                    <a:lnTo>
                      <a:pt x="792717" y="685445"/>
                    </a:lnTo>
                    <a:lnTo>
                      <a:pt x="1730147" y="0"/>
                    </a:lnTo>
                    <a:moveTo>
                      <a:pt x="952560" y="0"/>
                    </a:moveTo>
                    <a:lnTo>
                      <a:pt x="912870" y="44470"/>
                    </a:lnTo>
                    <a:lnTo>
                      <a:pt x="559170" y="434345"/>
                    </a:lnTo>
                    <a:lnTo>
                      <a:pt x="454860" y="551703"/>
                    </a:lnTo>
                    <a:lnTo>
                      <a:pt x="482219" y="576093"/>
                    </a:lnTo>
                    <a:lnTo>
                      <a:pt x="493019" y="586893"/>
                    </a:lnTo>
                    <a:lnTo>
                      <a:pt x="557099" y="521464"/>
                    </a:lnTo>
                    <a:lnTo>
                      <a:pt x="592109" y="552694"/>
                    </a:lnTo>
                    <a:lnTo>
                      <a:pt x="630989" y="509855"/>
                    </a:lnTo>
                    <a:lnTo>
                      <a:pt x="645839" y="520655"/>
                    </a:lnTo>
                    <a:lnTo>
                      <a:pt x="685799" y="474395"/>
                    </a:lnTo>
                    <a:lnTo>
                      <a:pt x="732959" y="441186"/>
                    </a:lnTo>
                    <a:lnTo>
                      <a:pt x="740429" y="447846"/>
                    </a:lnTo>
                    <a:lnTo>
                      <a:pt x="767519" y="417606"/>
                    </a:lnTo>
                    <a:lnTo>
                      <a:pt x="1226517" y="148151"/>
                    </a:lnTo>
                    <a:lnTo>
                      <a:pt x="1415611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4" name="Контур"/>
              <p:cNvSpPr/>
              <p:nvPr/>
            </p:nvSpPr>
            <p:spPr>
              <a:xfrm>
                <a:off x="7795461" y="8603059"/>
                <a:ext cx="162809" cy="145439"/>
              </a:xfrm>
              <a:custGeom>
                <a:avLst/>
                <a:gdLst/>
                <a:ahLst/>
                <a:cxnLst/>
                <a:rect l="l" t="t" r="r" b="b"/>
                <a:pathLst>
                  <a:path w="162809" h="145439" fill="none">
                    <a:moveTo>
                      <a:pt x="120330" y="0"/>
                    </a:moveTo>
                    <a:lnTo>
                      <a:pt x="51660" y="33570"/>
                    </a:lnTo>
                    <a:lnTo>
                      <a:pt x="0" y="57419"/>
                    </a:lnTo>
                    <a:lnTo>
                      <a:pt x="42389" y="145439"/>
                    </a:lnTo>
                    <a:lnTo>
                      <a:pt x="162809" y="87390"/>
                    </a:lnTo>
                    <a:lnTo>
                      <a:pt x="120330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5" name="Контур"/>
              <p:cNvSpPr/>
              <p:nvPr/>
            </p:nvSpPr>
            <p:spPr>
              <a:xfrm>
                <a:off x="7627616" y="6912808"/>
                <a:ext cx="2668384" cy="3275192"/>
              </a:xfrm>
              <a:custGeom>
                <a:avLst/>
                <a:gdLst/>
                <a:ahLst/>
                <a:cxnLst/>
                <a:rect l="l" t="t" r="r" b="b"/>
                <a:pathLst>
                  <a:path w="2668384" h="3275192" fill="none">
                    <a:moveTo>
                      <a:pt x="2668384" y="0"/>
                    </a:moveTo>
                    <a:lnTo>
                      <a:pt x="2064862" y="287983"/>
                    </a:lnTo>
                    <a:lnTo>
                      <a:pt x="1839773" y="395441"/>
                    </a:lnTo>
                    <a:lnTo>
                      <a:pt x="1074596" y="760563"/>
                    </a:lnTo>
                    <a:lnTo>
                      <a:pt x="0" y="1273372"/>
                    </a:lnTo>
                    <a:lnTo>
                      <a:pt x="219505" y="1723821"/>
                    </a:lnTo>
                    <a:lnTo>
                      <a:pt x="288175" y="1690251"/>
                    </a:lnTo>
                    <a:lnTo>
                      <a:pt x="330654" y="1777641"/>
                    </a:lnTo>
                    <a:lnTo>
                      <a:pt x="482753" y="1704383"/>
                    </a:lnTo>
                    <a:lnTo>
                      <a:pt x="2059817" y="944349"/>
                    </a:lnTo>
                    <a:lnTo>
                      <a:pt x="2101217" y="924459"/>
                    </a:lnTo>
                    <a:lnTo>
                      <a:pt x="2181767" y="885580"/>
                    </a:lnTo>
                    <a:lnTo>
                      <a:pt x="2668384" y="651084"/>
                    </a:lnTo>
                    <a:moveTo>
                      <a:pt x="2668384" y="2573278"/>
                    </a:moveTo>
                    <a:lnTo>
                      <a:pt x="1469677" y="3146989"/>
                    </a:lnTo>
                    <a:lnTo>
                      <a:pt x="1201781" y="3275192"/>
                    </a:lnTo>
                    <a:moveTo>
                      <a:pt x="1491441" y="3275192"/>
                    </a:moveTo>
                    <a:lnTo>
                      <a:pt x="1803214" y="3126382"/>
                    </a:lnTo>
                    <a:lnTo>
                      <a:pt x="2174463" y="2952685"/>
                    </a:lnTo>
                    <a:lnTo>
                      <a:pt x="2372642" y="2853687"/>
                    </a:lnTo>
                    <a:lnTo>
                      <a:pt x="2419712" y="2830828"/>
                    </a:lnTo>
                    <a:lnTo>
                      <a:pt x="2564341" y="2764409"/>
                    </a:lnTo>
                    <a:lnTo>
                      <a:pt x="2668384" y="2718298"/>
                    </a:lnTo>
                    <a:moveTo>
                      <a:pt x="1614948" y="1308663"/>
                    </a:moveTo>
                    <a:lnTo>
                      <a:pt x="268913" y="1957279"/>
                    </a:lnTo>
                    <a:lnTo>
                      <a:pt x="544757" y="2529587"/>
                    </a:lnTo>
                    <a:lnTo>
                      <a:pt x="591557" y="2506998"/>
                    </a:lnTo>
                    <a:lnTo>
                      <a:pt x="871451" y="3084166"/>
                    </a:lnTo>
                    <a:lnTo>
                      <a:pt x="823301" y="3107475"/>
                    </a:lnTo>
                    <a:lnTo>
                      <a:pt x="901510" y="3269744"/>
                    </a:lnTo>
                    <a:lnTo>
                      <a:pt x="905621" y="3275192"/>
                    </a:lnTo>
                    <a:moveTo>
                      <a:pt x="1201778" y="3275192"/>
                    </a:moveTo>
                    <a:lnTo>
                      <a:pt x="2303703" y="2747848"/>
                    </a:lnTo>
                    <a:lnTo>
                      <a:pt x="1614948" y="1308663"/>
                    </a:lnTo>
                    <a:lnTo>
                      <a:pt x="1614948" y="1308663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6" name="Контур"/>
              <p:cNvSpPr/>
              <p:nvPr/>
            </p:nvSpPr>
            <p:spPr>
              <a:xfrm>
                <a:off x="7578206" y="7857157"/>
                <a:ext cx="2167906" cy="1012930"/>
              </a:xfrm>
              <a:custGeom>
                <a:avLst/>
                <a:gdLst/>
                <a:ahLst/>
                <a:cxnLst/>
                <a:rect l="l" t="t" r="r" b="b"/>
                <a:pathLst>
                  <a:path w="2167906" h="1012930" fill="none">
                    <a:moveTo>
                      <a:pt x="259644" y="891341"/>
                    </a:moveTo>
                    <a:lnTo>
                      <a:pt x="318323" y="1012930"/>
                    </a:lnTo>
                    <a:lnTo>
                      <a:pt x="403643" y="971801"/>
                    </a:lnTo>
                    <a:lnTo>
                      <a:pt x="1664358" y="364314"/>
                    </a:lnTo>
                    <a:lnTo>
                      <a:pt x="2167906" y="121679"/>
                    </a:lnTo>
                    <a:lnTo>
                      <a:pt x="2109227" y="0"/>
                    </a:lnTo>
                    <a:lnTo>
                      <a:pt x="532163" y="760034"/>
                    </a:lnTo>
                    <a:lnTo>
                      <a:pt x="380064" y="833292"/>
                    </a:lnTo>
                    <a:lnTo>
                      <a:pt x="259644" y="891341"/>
                    </a:lnTo>
                    <a:close/>
                    <a:moveTo>
                      <a:pt x="0" y="352603"/>
                    </a:moveTo>
                    <a:lnTo>
                      <a:pt x="217255" y="803321"/>
                    </a:lnTo>
                    <a:lnTo>
                      <a:pt x="268915" y="779472"/>
                    </a:lnTo>
                    <a:lnTo>
                      <a:pt x="49410" y="329023"/>
                    </a:lnTo>
                    <a:lnTo>
                      <a:pt x="0" y="352603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7" name="Контур"/>
              <p:cNvSpPr/>
              <p:nvPr/>
            </p:nvSpPr>
            <p:spPr>
              <a:xfrm>
                <a:off x="7398480" y="6513915"/>
                <a:ext cx="2897520" cy="1574075"/>
              </a:xfrm>
              <a:custGeom>
                <a:avLst/>
                <a:gdLst/>
                <a:ahLst/>
                <a:cxnLst/>
                <a:rect l="l" t="t" r="r" b="b"/>
                <a:pathLst>
                  <a:path w="2897520" h="1574075" fill="none">
                    <a:moveTo>
                      <a:pt x="121047" y="1574075"/>
                    </a:moveTo>
                    <a:lnTo>
                      <a:pt x="132027" y="1543026"/>
                    </a:lnTo>
                    <a:lnTo>
                      <a:pt x="146337" y="1502346"/>
                    </a:lnTo>
                    <a:lnTo>
                      <a:pt x="506876" y="1330270"/>
                    </a:lnTo>
                    <a:lnTo>
                      <a:pt x="1262333" y="969737"/>
                    </a:lnTo>
                    <a:lnTo>
                      <a:pt x="1941380" y="645744"/>
                    </a:lnTo>
                    <a:lnTo>
                      <a:pt x="2897520" y="189452"/>
                    </a:lnTo>
                    <a:moveTo>
                      <a:pt x="2897520" y="0"/>
                    </a:moveTo>
                    <a:lnTo>
                      <a:pt x="1363044" y="732230"/>
                    </a:lnTo>
                    <a:lnTo>
                      <a:pt x="72179" y="1348267"/>
                    </a:lnTo>
                    <a:lnTo>
                      <a:pt x="0" y="1322886"/>
                    </a:lnTo>
                    <a:lnTo>
                      <a:pt x="101608" y="1533666"/>
                    </a:lnTo>
                    <a:lnTo>
                      <a:pt x="111147" y="1553556"/>
                    </a:lnTo>
                    <a:lnTo>
                      <a:pt x="121047" y="1574075"/>
                    </a:lnTo>
                    <a:lnTo>
                      <a:pt x="121047" y="1574075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8" name="Контур"/>
              <p:cNvSpPr/>
              <p:nvPr/>
            </p:nvSpPr>
            <p:spPr>
              <a:xfrm>
                <a:off x="5731713" y="1787684"/>
                <a:ext cx="3201836" cy="4231034"/>
              </a:xfrm>
              <a:custGeom>
                <a:avLst/>
                <a:gdLst/>
                <a:ahLst/>
                <a:cxnLst/>
                <a:rect l="l" t="t" r="r" b="b"/>
                <a:pathLst>
                  <a:path w="3201836" h="4231034" fill="none">
                    <a:moveTo>
                      <a:pt x="484469" y="2591964"/>
                    </a:moveTo>
                    <a:lnTo>
                      <a:pt x="116819" y="2902999"/>
                    </a:lnTo>
                    <a:lnTo>
                      <a:pt x="98459" y="2943589"/>
                    </a:lnTo>
                    <a:lnTo>
                      <a:pt x="99089" y="2972119"/>
                    </a:lnTo>
                    <a:lnTo>
                      <a:pt x="115558" y="3012348"/>
                    </a:lnTo>
                    <a:lnTo>
                      <a:pt x="195118" y="2975809"/>
                    </a:lnTo>
                    <a:lnTo>
                      <a:pt x="258027" y="3118009"/>
                    </a:lnTo>
                    <a:lnTo>
                      <a:pt x="290336" y="3156079"/>
                    </a:lnTo>
                    <a:lnTo>
                      <a:pt x="295826" y="3202788"/>
                    </a:lnTo>
                    <a:lnTo>
                      <a:pt x="690287" y="4045995"/>
                    </a:lnTo>
                    <a:lnTo>
                      <a:pt x="782715" y="4231034"/>
                    </a:lnTo>
                    <a:lnTo>
                      <a:pt x="1013835" y="4086407"/>
                    </a:lnTo>
                    <a:lnTo>
                      <a:pt x="2267172" y="3116762"/>
                    </a:lnTo>
                    <a:lnTo>
                      <a:pt x="2180415" y="2850004"/>
                    </a:lnTo>
                    <a:lnTo>
                      <a:pt x="2167725" y="2791864"/>
                    </a:lnTo>
                    <a:lnTo>
                      <a:pt x="2046857" y="2640484"/>
                    </a:lnTo>
                    <a:lnTo>
                      <a:pt x="2035877" y="2634094"/>
                    </a:lnTo>
                    <a:lnTo>
                      <a:pt x="1558885" y="1989966"/>
                    </a:lnTo>
                    <a:lnTo>
                      <a:pt x="1604965" y="1956126"/>
                    </a:lnTo>
                    <a:lnTo>
                      <a:pt x="1570945" y="1902486"/>
                    </a:lnTo>
                    <a:lnTo>
                      <a:pt x="1507586" y="1819506"/>
                    </a:lnTo>
                    <a:lnTo>
                      <a:pt x="842218" y="2310088"/>
                    </a:lnTo>
                    <a:lnTo>
                      <a:pt x="811528" y="2342488"/>
                    </a:lnTo>
                    <a:lnTo>
                      <a:pt x="486539" y="2594574"/>
                    </a:lnTo>
                    <a:lnTo>
                      <a:pt x="484469" y="2591964"/>
                    </a:lnTo>
                    <a:close/>
                    <a:moveTo>
                      <a:pt x="1713229" y="2639222"/>
                    </a:moveTo>
                    <a:lnTo>
                      <a:pt x="1757059" y="2609972"/>
                    </a:lnTo>
                    <a:lnTo>
                      <a:pt x="1787839" y="2656682"/>
                    </a:lnTo>
                    <a:lnTo>
                      <a:pt x="1744639" y="2685842"/>
                    </a:lnTo>
                    <a:lnTo>
                      <a:pt x="1713229" y="2639222"/>
                    </a:lnTo>
                    <a:close/>
                    <a:moveTo>
                      <a:pt x="3101757" y="0"/>
                    </a:moveTo>
                    <a:lnTo>
                      <a:pt x="2912938" y="156868"/>
                    </a:lnTo>
                    <a:lnTo>
                      <a:pt x="2878558" y="174057"/>
                    </a:lnTo>
                    <a:lnTo>
                      <a:pt x="2850838" y="198087"/>
                    </a:lnTo>
                    <a:lnTo>
                      <a:pt x="2813038" y="240746"/>
                    </a:lnTo>
                    <a:lnTo>
                      <a:pt x="2335498" y="688760"/>
                    </a:lnTo>
                    <a:lnTo>
                      <a:pt x="2121298" y="922307"/>
                    </a:lnTo>
                    <a:lnTo>
                      <a:pt x="1946788" y="1093755"/>
                    </a:lnTo>
                    <a:lnTo>
                      <a:pt x="1361339" y="1623937"/>
                    </a:lnTo>
                    <a:lnTo>
                      <a:pt x="1218329" y="1743005"/>
                    </a:lnTo>
                    <a:lnTo>
                      <a:pt x="974250" y="1926872"/>
                    </a:lnTo>
                    <a:lnTo>
                      <a:pt x="115651" y="2548942"/>
                    </a:lnTo>
                    <a:lnTo>
                      <a:pt x="200070" y="2665582"/>
                    </a:lnTo>
                    <a:lnTo>
                      <a:pt x="418770" y="2507184"/>
                    </a:lnTo>
                    <a:lnTo>
                      <a:pt x="486539" y="2594574"/>
                    </a:lnTo>
                    <a:lnTo>
                      <a:pt x="811528" y="2342488"/>
                    </a:lnTo>
                    <a:lnTo>
                      <a:pt x="842218" y="2310088"/>
                    </a:lnTo>
                    <a:lnTo>
                      <a:pt x="1507586" y="1819506"/>
                    </a:lnTo>
                    <a:lnTo>
                      <a:pt x="1570945" y="1902486"/>
                    </a:lnTo>
                    <a:lnTo>
                      <a:pt x="1662115" y="1841107"/>
                    </a:lnTo>
                    <a:lnTo>
                      <a:pt x="2422884" y="1290136"/>
                    </a:lnTo>
                    <a:lnTo>
                      <a:pt x="2216067" y="1015007"/>
                    </a:lnTo>
                    <a:lnTo>
                      <a:pt x="2174037" y="973877"/>
                    </a:lnTo>
                    <a:lnTo>
                      <a:pt x="2435937" y="793070"/>
                    </a:lnTo>
                    <a:lnTo>
                      <a:pt x="2761826" y="546114"/>
                    </a:lnTo>
                    <a:lnTo>
                      <a:pt x="2976656" y="409046"/>
                    </a:lnTo>
                    <a:lnTo>
                      <a:pt x="2933096" y="348746"/>
                    </a:lnTo>
                    <a:lnTo>
                      <a:pt x="3201836" y="123930"/>
                    </a:lnTo>
                    <a:lnTo>
                      <a:pt x="3101757" y="0"/>
                    </a:lnTo>
                    <a:close/>
                    <a:moveTo>
                      <a:pt x="444149" y="2539944"/>
                    </a:moveTo>
                    <a:lnTo>
                      <a:pt x="0" y="2891389"/>
                    </a:lnTo>
                    <a:lnTo>
                      <a:pt x="16920" y="2928198"/>
                    </a:lnTo>
                    <a:lnTo>
                      <a:pt x="37709" y="2973378"/>
                    </a:lnTo>
                    <a:lnTo>
                      <a:pt x="116819" y="2902999"/>
                    </a:lnTo>
                    <a:lnTo>
                      <a:pt x="484469" y="2591964"/>
                    </a:lnTo>
                    <a:lnTo>
                      <a:pt x="444149" y="2539944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9" name="Контур"/>
              <p:cNvSpPr/>
              <p:nvPr/>
            </p:nvSpPr>
            <p:spPr>
              <a:xfrm>
                <a:off x="5909649" y="1584000"/>
                <a:ext cx="2196646" cy="2193191"/>
              </a:xfrm>
              <a:custGeom>
                <a:avLst/>
                <a:gdLst/>
                <a:ahLst/>
                <a:cxnLst/>
                <a:rect l="l" t="t" r="r" b="b"/>
                <a:pathLst>
                  <a:path w="2196646" h="2193191" fill="none">
                    <a:moveTo>
                      <a:pt x="1894490" y="0"/>
                    </a:moveTo>
                    <a:lnTo>
                      <a:pt x="1089360" y="886227"/>
                    </a:lnTo>
                    <a:lnTo>
                      <a:pt x="1037880" y="937256"/>
                    </a:lnTo>
                    <a:lnTo>
                      <a:pt x="1018980" y="921416"/>
                    </a:lnTo>
                    <a:lnTo>
                      <a:pt x="996750" y="942926"/>
                    </a:lnTo>
                    <a:lnTo>
                      <a:pt x="977310" y="927176"/>
                    </a:lnTo>
                    <a:lnTo>
                      <a:pt x="520741" y="1391659"/>
                    </a:lnTo>
                    <a:lnTo>
                      <a:pt x="572940" y="1440169"/>
                    </a:lnTo>
                    <a:lnTo>
                      <a:pt x="534780" y="1475809"/>
                    </a:lnTo>
                    <a:lnTo>
                      <a:pt x="484021" y="1424779"/>
                    </a:lnTo>
                    <a:lnTo>
                      <a:pt x="434251" y="1474278"/>
                    </a:lnTo>
                    <a:lnTo>
                      <a:pt x="479700" y="1519998"/>
                    </a:lnTo>
                    <a:lnTo>
                      <a:pt x="437670" y="1562118"/>
                    </a:lnTo>
                    <a:lnTo>
                      <a:pt x="446580" y="1571028"/>
                    </a:lnTo>
                    <a:lnTo>
                      <a:pt x="0" y="2067821"/>
                    </a:lnTo>
                    <a:lnTo>
                      <a:pt x="137068" y="2193191"/>
                    </a:lnTo>
                    <a:lnTo>
                      <a:pt x="499678" y="1789636"/>
                    </a:lnTo>
                    <a:lnTo>
                      <a:pt x="560157" y="1846516"/>
                    </a:lnTo>
                    <a:lnTo>
                      <a:pt x="602367" y="1897546"/>
                    </a:lnTo>
                    <a:lnTo>
                      <a:pt x="612897" y="1888006"/>
                    </a:lnTo>
                    <a:lnTo>
                      <a:pt x="661046" y="1946236"/>
                    </a:lnTo>
                    <a:lnTo>
                      <a:pt x="706406" y="1907897"/>
                    </a:lnTo>
                    <a:lnTo>
                      <a:pt x="855265" y="1800529"/>
                    </a:lnTo>
                    <a:lnTo>
                      <a:pt x="819806" y="1762009"/>
                    </a:lnTo>
                    <a:lnTo>
                      <a:pt x="1113296" y="1469873"/>
                    </a:lnTo>
                    <a:lnTo>
                      <a:pt x="1115726" y="1472213"/>
                    </a:lnTo>
                    <a:lnTo>
                      <a:pt x="1344776" y="1237676"/>
                    </a:lnTo>
                    <a:lnTo>
                      <a:pt x="1561675" y="1042379"/>
                    </a:lnTo>
                    <a:lnTo>
                      <a:pt x="1893505" y="716853"/>
                    </a:lnTo>
                    <a:lnTo>
                      <a:pt x="1984045" y="639995"/>
                    </a:lnTo>
                    <a:lnTo>
                      <a:pt x="1928606" y="576995"/>
                    </a:lnTo>
                    <a:lnTo>
                      <a:pt x="1823846" y="665823"/>
                    </a:lnTo>
                    <a:lnTo>
                      <a:pt x="1832576" y="673473"/>
                    </a:lnTo>
                    <a:lnTo>
                      <a:pt x="1540256" y="994319"/>
                    </a:lnTo>
                    <a:lnTo>
                      <a:pt x="1527926" y="982889"/>
                    </a:lnTo>
                    <a:lnTo>
                      <a:pt x="1487606" y="1023299"/>
                    </a:lnTo>
                    <a:lnTo>
                      <a:pt x="1459797" y="997829"/>
                    </a:lnTo>
                    <a:lnTo>
                      <a:pt x="1401746" y="1061548"/>
                    </a:lnTo>
                    <a:lnTo>
                      <a:pt x="1355217" y="1018348"/>
                    </a:lnTo>
                    <a:lnTo>
                      <a:pt x="1740057" y="592653"/>
                    </a:lnTo>
                    <a:lnTo>
                      <a:pt x="1756437" y="606963"/>
                    </a:lnTo>
                    <a:lnTo>
                      <a:pt x="1699558" y="551703"/>
                    </a:lnTo>
                    <a:lnTo>
                      <a:pt x="2196646" y="0"/>
                    </a:lnTo>
                    <a:moveTo>
                      <a:pt x="2181968" y="0"/>
                    </a:moveTo>
                    <a:lnTo>
                      <a:pt x="1689748" y="548733"/>
                    </a:lnTo>
                    <a:lnTo>
                      <a:pt x="1562038" y="700201"/>
                    </a:lnTo>
                    <a:lnTo>
                      <a:pt x="1295908" y="992517"/>
                    </a:lnTo>
                    <a:lnTo>
                      <a:pt x="1244698" y="942927"/>
                    </a:lnTo>
                    <a:lnTo>
                      <a:pt x="2096823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0" name="Контур"/>
              <p:cNvSpPr/>
              <p:nvPr/>
            </p:nvSpPr>
            <p:spPr>
              <a:xfrm>
                <a:off x="5251945" y="1627464"/>
                <a:ext cx="942111" cy="952914"/>
              </a:xfrm>
              <a:custGeom>
                <a:avLst/>
                <a:gdLst/>
                <a:ahLst/>
                <a:cxnLst/>
                <a:rect l="l" t="t" r="r" b="b"/>
                <a:pathLst>
                  <a:path w="942111" h="952914" fill="none">
                    <a:moveTo>
                      <a:pt x="392489" y="0"/>
                    </a:moveTo>
                    <a:lnTo>
                      <a:pt x="0" y="370164"/>
                    </a:lnTo>
                    <a:lnTo>
                      <a:pt x="549622" y="952914"/>
                    </a:lnTo>
                    <a:lnTo>
                      <a:pt x="942111" y="582659"/>
                    </a:lnTo>
                    <a:lnTo>
                      <a:pt x="392489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1" name="Контур"/>
              <p:cNvSpPr/>
              <p:nvPr/>
            </p:nvSpPr>
            <p:spPr>
              <a:xfrm>
                <a:off x="5644434" y="1584000"/>
                <a:ext cx="1452855" cy="773453"/>
              </a:xfrm>
              <a:custGeom>
                <a:avLst/>
                <a:gdLst/>
                <a:ahLst/>
                <a:cxnLst/>
                <a:rect l="l" t="t" r="r" b="b"/>
                <a:pathLst>
                  <a:path w="1452855" h="773453" fill="none">
                    <a:moveTo>
                      <a:pt x="46083" y="0"/>
                    </a:moveTo>
                    <a:lnTo>
                      <a:pt x="0" y="43464"/>
                    </a:lnTo>
                    <a:lnTo>
                      <a:pt x="549622" y="626123"/>
                    </a:lnTo>
                    <a:lnTo>
                      <a:pt x="688490" y="773453"/>
                    </a:lnTo>
                    <a:lnTo>
                      <a:pt x="786770" y="680844"/>
                    </a:lnTo>
                    <a:lnTo>
                      <a:pt x="144547" y="0"/>
                    </a:lnTo>
                    <a:moveTo>
                      <a:pt x="144547" y="0"/>
                    </a:moveTo>
                    <a:lnTo>
                      <a:pt x="786770" y="680844"/>
                    </a:lnTo>
                    <a:lnTo>
                      <a:pt x="1285100" y="210871"/>
                    </a:lnTo>
                    <a:lnTo>
                      <a:pt x="1389590" y="59673"/>
                    </a:lnTo>
                    <a:lnTo>
                      <a:pt x="1452855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2" name="Контур"/>
              <p:cNvSpPr/>
              <p:nvPr/>
            </p:nvSpPr>
            <p:spPr>
              <a:xfrm>
                <a:off x="5423536" y="5867975"/>
                <a:ext cx="3337988" cy="2233863"/>
              </a:xfrm>
              <a:custGeom>
                <a:avLst/>
                <a:gdLst/>
                <a:ahLst/>
                <a:cxnLst/>
                <a:rect l="l" t="t" r="r" b="b"/>
                <a:pathLst>
                  <a:path w="3337988" h="2233863" fill="none">
                    <a:moveTo>
                      <a:pt x="243359" y="1480118"/>
                    </a:moveTo>
                    <a:lnTo>
                      <a:pt x="0" y="1632305"/>
                    </a:lnTo>
                    <a:lnTo>
                      <a:pt x="2070" y="1637435"/>
                    </a:lnTo>
                    <a:lnTo>
                      <a:pt x="36359" y="1722125"/>
                    </a:lnTo>
                    <a:lnTo>
                      <a:pt x="42208" y="1822294"/>
                    </a:lnTo>
                    <a:lnTo>
                      <a:pt x="252985" y="2158533"/>
                    </a:lnTo>
                    <a:lnTo>
                      <a:pt x="295554" y="2233863"/>
                    </a:lnTo>
                    <a:lnTo>
                      <a:pt x="598223" y="2043967"/>
                    </a:lnTo>
                    <a:lnTo>
                      <a:pt x="474655" y="1847227"/>
                    </a:lnTo>
                    <a:lnTo>
                      <a:pt x="416246" y="1754257"/>
                    </a:lnTo>
                    <a:lnTo>
                      <a:pt x="294298" y="1560848"/>
                    </a:lnTo>
                    <a:lnTo>
                      <a:pt x="246239" y="1484708"/>
                    </a:lnTo>
                    <a:lnTo>
                      <a:pt x="243359" y="1480118"/>
                    </a:lnTo>
                    <a:close/>
                    <a:moveTo>
                      <a:pt x="1967667" y="0"/>
                    </a:moveTo>
                    <a:lnTo>
                      <a:pt x="1313998" y="597592"/>
                    </a:lnTo>
                    <a:lnTo>
                      <a:pt x="1383926" y="742581"/>
                    </a:lnTo>
                    <a:lnTo>
                      <a:pt x="1684250" y="1365649"/>
                    </a:lnTo>
                    <a:lnTo>
                      <a:pt x="1691540" y="1362229"/>
                    </a:lnTo>
                    <a:lnTo>
                      <a:pt x="1854346" y="1698738"/>
                    </a:lnTo>
                    <a:lnTo>
                      <a:pt x="1846606" y="1702427"/>
                    </a:lnTo>
                    <a:lnTo>
                      <a:pt x="1974944" y="1968826"/>
                    </a:lnTo>
                    <a:lnTo>
                      <a:pt x="2047123" y="1994207"/>
                    </a:lnTo>
                    <a:lnTo>
                      <a:pt x="3337988" y="1378170"/>
                    </a:lnTo>
                    <a:lnTo>
                      <a:pt x="3332318" y="1366020"/>
                    </a:lnTo>
                    <a:lnTo>
                      <a:pt x="2956396" y="570603"/>
                    </a:lnTo>
                    <a:lnTo>
                      <a:pt x="2920487" y="494463"/>
                    </a:lnTo>
                    <a:lnTo>
                      <a:pt x="2706558" y="595801"/>
                    </a:lnTo>
                    <a:lnTo>
                      <a:pt x="2154140" y="857606"/>
                    </a:lnTo>
                    <a:lnTo>
                      <a:pt x="2083041" y="708476"/>
                    </a:lnTo>
                    <a:lnTo>
                      <a:pt x="2266281" y="620188"/>
                    </a:lnTo>
                    <a:lnTo>
                      <a:pt x="2061265" y="194400"/>
                    </a:lnTo>
                    <a:lnTo>
                      <a:pt x="1967667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3" name="Контур"/>
              <p:cNvSpPr/>
              <p:nvPr/>
            </p:nvSpPr>
            <p:spPr>
              <a:xfrm>
                <a:off x="6397969" y="3127583"/>
                <a:ext cx="3898031" cy="3070054"/>
              </a:xfrm>
              <a:custGeom>
                <a:avLst/>
                <a:gdLst/>
                <a:ahLst/>
                <a:cxnLst/>
                <a:rect l="l" t="t" r="r" b="b"/>
                <a:pathLst>
                  <a:path w="3898031" h="3070054" fill="none">
                    <a:moveTo>
                      <a:pt x="3898031" y="0"/>
                    </a:moveTo>
                    <a:lnTo>
                      <a:pt x="347579" y="2746508"/>
                    </a:lnTo>
                    <a:lnTo>
                      <a:pt x="122399" y="2887445"/>
                    </a:lnTo>
                    <a:lnTo>
                      <a:pt x="49049" y="2933435"/>
                    </a:lnTo>
                    <a:lnTo>
                      <a:pt x="0" y="2964124"/>
                    </a:lnTo>
                    <a:lnTo>
                      <a:pt x="45629" y="3070054"/>
                    </a:lnTo>
                    <a:lnTo>
                      <a:pt x="343528" y="2888167"/>
                    </a:lnTo>
                    <a:lnTo>
                      <a:pt x="775077" y="2535912"/>
                    </a:lnTo>
                    <a:lnTo>
                      <a:pt x="1059566" y="2318746"/>
                    </a:lnTo>
                    <a:lnTo>
                      <a:pt x="1564375" y="1936522"/>
                    </a:lnTo>
                    <a:lnTo>
                      <a:pt x="2080254" y="1543228"/>
                    </a:lnTo>
                    <a:lnTo>
                      <a:pt x="2670923" y="1098365"/>
                    </a:lnTo>
                    <a:lnTo>
                      <a:pt x="3044603" y="803980"/>
                    </a:lnTo>
                    <a:lnTo>
                      <a:pt x="3477592" y="473865"/>
                    </a:lnTo>
                    <a:lnTo>
                      <a:pt x="3898031" y="152094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4" name="Контур"/>
              <p:cNvSpPr/>
              <p:nvPr/>
            </p:nvSpPr>
            <p:spPr>
              <a:xfrm>
                <a:off x="6100967" y="6384025"/>
                <a:ext cx="322649" cy="281156"/>
              </a:xfrm>
              <a:custGeom>
                <a:avLst/>
                <a:gdLst/>
                <a:ahLst/>
                <a:cxnLst/>
                <a:rect l="l" t="t" r="r" b="b"/>
                <a:pathLst>
                  <a:path w="322649" h="281156" fill="none">
                    <a:moveTo>
                      <a:pt x="285660" y="0"/>
                    </a:moveTo>
                    <a:lnTo>
                      <a:pt x="229320" y="37439"/>
                    </a:lnTo>
                    <a:lnTo>
                      <a:pt x="227430" y="39959"/>
                    </a:lnTo>
                    <a:lnTo>
                      <a:pt x="215730" y="83069"/>
                    </a:lnTo>
                    <a:lnTo>
                      <a:pt x="214380" y="85229"/>
                    </a:lnTo>
                    <a:lnTo>
                      <a:pt x="0" y="281156"/>
                    </a:lnTo>
                    <a:lnTo>
                      <a:pt x="322649" y="81000"/>
                    </a:lnTo>
                    <a:lnTo>
                      <a:pt x="285660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5" name="Контур"/>
              <p:cNvSpPr/>
              <p:nvPr/>
            </p:nvSpPr>
            <p:spPr>
              <a:xfrm>
                <a:off x="6443598" y="3279578"/>
                <a:ext cx="3852402" cy="3135408"/>
              </a:xfrm>
              <a:custGeom>
                <a:avLst/>
                <a:gdLst/>
                <a:ahLst/>
                <a:cxnLst/>
                <a:rect l="l" t="t" r="r" b="b"/>
                <a:pathLst>
                  <a:path w="3852402" h="3135408" fill="none">
                    <a:moveTo>
                      <a:pt x="3852402" y="0"/>
                    </a:moveTo>
                    <a:lnTo>
                      <a:pt x="2998974" y="651985"/>
                    </a:lnTo>
                    <a:lnTo>
                      <a:pt x="2625294" y="946370"/>
                    </a:lnTo>
                    <a:lnTo>
                      <a:pt x="729448" y="2383917"/>
                    </a:lnTo>
                    <a:lnTo>
                      <a:pt x="297899" y="2736172"/>
                    </a:lnTo>
                    <a:lnTo>
                      <a:pt x="0" y="2918059"/>
                    </a:lnTo>
                    <a:lnTo>
                      <a:pt x="106557" y="3135408"/>
                    </a:lnTo>
                    <a:lnTo>
                      <a:pt x="309687" y="3010760"/>
                    </a:lnTo>
                    <a:lnTo>
                      <a:pt x="1199245" y="2321101"/>
                    </a:lnTo>
                    <a:lnTo>
                      <a:pt x="1154516" y="2264041"/>
                    </a:lnTo>
                    <a:lnTo>
                      <a:pt x="1246316" y="2191412"/>
                    </a:lnTo>
                    <a:lnTo>
                      <a:pt x="1292845" y="2248652"/>
                    </a:lnTo>
                    <a:lnTo>
                      <a:pt x="3852402" y="269011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6" name="Контур"/>
              <p:cNvSpPr/>
              <p:nvPr/>
            </p:nvSpPr>
            <p:spPr>
              <a:xfrm>
                <a:off x="5671862" y="4690683"/>
                <a:ext cx="775156" cy="1425414"/>
              </a:xfrm>
              <a:custGeom>
                <a:avLst/>
                <a:gdLst/>
                <a:ahLst/>
                <a:cxnLst/>
                <a:rect l="l" t="t" r="r" b="b"/>
                <a:pathLst>
                  <a:path w="775156" h="1425414" fill="none">
                    <a:moveTo>
                      <a:pt x="176670" y="0"/>
                    </a:moveTo>
                    <a:lnTo>
                      <a:pt x="97560" y="70379"/>
                    </a:lnTo>
                    <a:lnTo>
                      <a:pt x="329305" y="574107"/>
                    </a:lnTo>
                    <a:lnTo>
                      <a:pt x="558080" y="1050295"/>
                    </a:lnTo>
                    <a:lnTo>
                      <a:pt x="719807" y="1386354"/>
                    </a:lnTo>
                    <a:lnTo>
                      <a:pt x="726107" y="1401024"/>
                    </a:lnTo>
                    <a:lnTo>
                      <a:pt x="775156" y="1370335"/>
                    </a:lnTo>
                    <a:lnTo>
                      <a:pt x="764087" y="1361335"/>
                    </a:lnTo>
                    <a:lnTo>
                      <a:pt x="729257" y="1312735"/>
                    </a:lnTo>
                    <a:lnTo>
                      <a:pt x="656719" y="1170445"/>
                    </a:lnTo>
                    <a:lnTo>
                      <a:pt x="290967" y="392038"/>
                    </a:lnTo>
                    <a:lnTo>
                      <a:pt x="158940" y="69120"/>
                    </a:lnTo>
                    <a:lnTo>
                      <a:pt x="158310" y="40590"/>
                    </a:lnTo>
                    <a:lnTo>
                      <a:pt x="176670" y="0"/>
                    </a:lnTo>
                    <a:close/>
                    <a:moveTo>
                      <a:pt x="97560" y="70379"/>
                    </a:moveTo>
                    <a:lnTo>
                      <a:pt x="0" y="157138"/>
                    </a:lnTo>
                    <a:lnTo>
                      <a:pt x="56610" y="160558"/>
                    </a:lnTo>
                    <a:lnTo>
                      <a:pt x="99449" y="188008"/>
                    </a:lnTo>
                    <a:lnTo>
                      <a:pt x="423532" y="860666"/>
                    </a:lnTo>
                    <a:lnTo>
                      <a:pt x="551510" y="1110955"/>
                    </a:lnTo>
                    <a:lnTo>
                      <a:pt x="589219" y="1213824"/>
                    </a:lnTo>
                    <a:lnTo>
                      <a:pt x="681827" y="1409304"/>
                    </a:lnTo>
                    <a:lnTo>
                      <a:pt x="687227" y="1425414"/>
                    </a:lnTo>
                    <a:lnTo>
                      <a:pt x="726107" y="1401024"/>
                    </a:lnTo>
                    <a:lnTo>
                      <a:pt x="719807" y="1386354"/>
                    </a:lnTo>
                    <a:lnTo>
                      <a:pt x="558080" y="1050295"/>
                    </a:lnTo>
                    <a:lnTo>
                      <a:pt x="329305" y="574107"/>
                    </a:lnTo>
                    <a:lnTo>
                      <a:pt x="97560" y="70379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7" name="Контур"/>
              <p:cNvSpPr/>
              <p:nvPr/>
            </p:nvSpPr>
            <p:spPr>
              <a:xfrm>
                <a:off x="6330646" y="6290338"/>
                <a:ext cx="2201978" cy="3897662"/>
              </a:xfrm>
              <a:custGeom>
                <a:avLst/>
                <a:gdLst/>
                <a:ahLst/>
                <a:cxnLst/>
                <a:rect l="l" t="t" r="r" b="b"/>
                <a:pathLst>
                  <a:path w="2201978" h="3897662" fill="none">
                    <a:moveTo>
                      <a:pt x="1786347" y="3897662"/>
                    </a:moveTo>
                    <a:lnTo>
                      <a:pt x="1705644" y="3727512"/>
                    </a:lnTo>
                    <a:lnTo>
                      <a:pt x="1787004" y="3688813"/>
                    </a:lnTo>
                    <a:lnTo>
                      <a:pt x="1758025" y="3627973"/>
                    </a:lnTo>
                    <a:lnTo>
                      <a:pt x="1460576" y="3750190"/>
                    </a:lnTo>
                    <a:lnTo>
                      <a:pt x="1265637" y="3797529"/>
                    </a:lnTo>
                    <a:lnTo>
                      <a:pt x="1195258" y="3787088"/>
                    </a:lnTo>
                    <a:lnTo>
                      <a:pt x="963280" y="3897662"/>
                    </a:lnTo>
                    <a:moveTo>
                      <a:pt x="1488300" y="3065115"/>
                    </a:moveTo>
                    <a:lnTo>
                      <a:pt x="1271671" y="3140623"/>
                    </a:lnTo>
                    <a:lnTo>
                      <a:pt x="1266632" y="3129103"/>
                    </a:lnTo>
                    <a:lnTo>
                      <a:pt x="1187612" y="3160423"/>
                    </a:lnTo>
                    <a:lnTo>
                      <a:pt x="1169612" y="3116593"/>
                    </a:lnTo>
                    <a:lnTo>
                      <a:pt x="975213" y="3224321"/>
                    </a:lnTo>
                    <a:lnTo>
                      <a:pt x="859383" y="3277870"/>
                    </a:lnTo>
                    <a:lnTo>
                      <a:pt x="788374" y="3300099"/>
                    </a:lnTo>
                    <a:lnTo>
                      <a:pt x="785134" y="3293169"/>
                    </a:lnTo>
                    <a:lnTo>
                      <a:pt x="14467" y="3660541"/>
                    </a:lnTo>
                    <a:lnTo>
                      <a:pt x="115895" y="3874470"/>
                    </a:lnTo>
                    <a:lnTo>
                      <a:pt x="124328" y="3897662"/>
                    </a:lnTo>
                    <a:moveTo>
                      <a:pt x="963280" y="3897662"/>
                    </a:moveTo>
                    <a:lnTo>
                      <a:pt x="1195258" y="3787088"/>
                    </a:lnTo>
                    <a:lnTo>
                      <a:pt x="1265637" y="3797529"/>
                    </a:lnTo>
                    <a:lnTo>
                      <a:pt x="1460576" y="3750190"/>
                    </a:lnTo>
                    <a:lnTo>
                      <a:pt x="1758025" y="3627973"/>
                    </a:lnTo>
                    <a:lnTo>
                      <a:pt x="1488300" y="3065115"/>
                    </a:lnTo>
                    <a:lnTo>
                      <a:pt x="1488300" y="3065115"/>
                    </a:lnTo>
                    <a:moveTo>
                      <a:pt x="2058875" y="3897662"/>
                    </a:moveTo>
                    <a:lnTo>
                      <a:pt x="1701598" y="3154306"/>
                    </a:lnTo>
                    <a:lnTo>
                      <a:pt x="1483443" y="2726718"/>
                    </a:lnTo>
                    <a:lnTo>
                      <a:pt x="1351865" y="2481559"/>
                    </a:lnTo>
                    <a:lnTo>
                      <a:pt x="1166199" y="2082230"/>
                    </a:lnTo>
                    <a:lnTo>
                      <a:pt x="753018" y="1237583"/>
                    </a:lnTo>
                    <a:lnTo>
                      <a:pt x="668600" y="1050564"/>
                    </a:lnTo>
                    <a:lnTo>
                      <a:pt x="219509" y="124648"/>
                    </a:lnTo>
                    <a:lnTo>
                      <a:pt x="0" y="259375"/>
                    </a:lnTo>
                    <a:lnTo>
                      <a:pt x="45180" y="247226"/>
                    </a:lnTo>
                    <a:lnTo>
                      <a:pt x="101069" y="254156"/>
                    </a:lnTo>
                    <a:lnTo>
                      <a:pt x="149309" y="283316"/>
                    </a:lnTo>
                    <a:lnTo>
                      <a:pt x="178558" y="323096"/>
                    </a:lnTo>
                    <a:lnTo>
                      <a:pt x="1901388" y="3897662"/>
                    </a:lnTo>
                    <a:moveTo>
                      <a:pt x="422639" y="0"/>
                    </a:moveTo>
                    <a:lnTo>
                      <a:pt x="219509" y="124648"/>
                    </a:lnTo>
                    <a:lnTo>
                      <a:pt x="668600" y="1050564"/>
                    </a:lnTo>
                    <a:lnTo>
                      <a:pt x="753018" y="1237583"/>
                    </a:lnTo>
                    <a:lnTo>
                      <a:pt x="1166199" y="2082230"/>
                    </a:lnTo>
                    <a:lnTo>
                      <a:pt x="1351865" y="2481559"/>
                    </a:lnTo>
                    <a:lnTo>
                      <a:pt x="1483443" y="2726718"/>
                    </a:lnTo>
                    <a:lnTo>
                      <a:pt x="1701598" y="3154306"/>
                    </a:lnTo>
                    <a:lnTo>
                      <a:pt x="2058875" y="3897662"/>
                    </a:lnTo>
                    <a:moveTo>
                      <a:pt x="2201978" y="3897662"/>
                    </a:moveTo>
                    <a:lnTo>
                      <a:pt x="2198480" y="3892214"/>
                    </a:lnTo>
                    <a:lnTo>
                      <a:pt x="396538" y="153989"/>
                    </a:lnTo>
                    <a:lnTo>
                      <a:pt x="384748" y="115649"/>
                    </a:lnTo>
                    <a:lnTo>
                      <a:pt x="384659" y="75689"/>
                    </a:lnTo>
                    <a:lnTo>
                      <a:pt x="396269" y="37350"/>
                    </a:lnTo>
                    <a:lnTo>
                      <a:pt x="422639" y="0"/>
                    </a:lnTo>
                    <a:lnTo>
                      <a:pt x="422639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8" name="Контур"/>
              <p:cNvSpPr/>
              <p:nvPr/>
            </p:nvSpPr>
            <p:spPr>
              <a:xfrm>
                <a:off x="930516" y="2228733"/>
                <a:ext cx="6750642" cy="7718546"/>
              </a:xfrm>
              <a:custGeom>
                <a:avLst/>
                <a:gdLst/>
                <a:ahLst/>
                <a:cxnLst/>
                <a:rect l="l" t="t" r="r" b="b"/>
                <a:pathLst>
                  <a:path w="6750642" h="7718546" fill="none">
                    <a:moveTo>
                      <a:pt x="6627884" y="6808841"/>
                    </a:moveTo>
                    <a:lnTo>
                      <a:pt x="6598095" y="6787961"/>
                    </a:lnTo>
                    <a:lnTo>
                      <a:pt x="6044597" y="7052825"/>
                    </a:lnTo>
                    <a:lnTo>
                      <a:pt x="5994647" y="7076855"/>
                    </a:lnTo>
                    <a:lnTo>
                      <a:pt x="5278970" y="7418847"/>
                    </a:lnTo>
                    <a:lnTo>
                      <a:pt x="5422067" y="7718546"/>
                    </a:lnTo>
                    <a:lnTo>
                      <a:pt x="6185264" y="7354774"/>
                    </a:lnTo>
                    <a:lnTo>
                      <a:pt x="6188504" y="7361704"/>
                    </a:lnTo>
                    <a:lnTo>
                      <a:pt x="6259513" y="7339475"/>
                    </a:lnTo>
                    <a:lnTo>
                      <a:pt x="6375343" y="7285926"/>
                    </a:lnTo>
                    <a:lnTo>
                      <a:pt x="6569742" y="7178198"/>
                    </a:lnTo>
                    <a:lnTo>
                      <a:pt x="6587742" y="7222028"/>
                    </a:lnTo>
                    <a:lnTo>
                      <a:pt x="6666762" y="7190708"/>
                    </a:lnTo>
                    <a:lnTo>
                      <a:pt x="6671801" y="7202228"/>
                    </a:lnTo>
                    <a:lnTo>
                      <a:pt x="6730301" y="7178739"/>
                    </a:lnTo>
                    <a:lnTo>
                      <a:pt x="6701862" y="7111599"/>
                    </a:lnTo>
                    <a:lnTo>
                      <a:pt x="6715812" y="7077310"/>
                    </a:lnTo>
                    <a:lnTo>
                      <a:pt x="6750642" y="7063000"/>
                    </a:lnTo>
                    <a:lnTo>
                      <a:pt x="6627884" y="6808841"/>
                    </a:lnTo>
                    <a:close/>
                    <a:moveTo>
                      <a:pt x="5629716" y="4677829"/>
                    </a:moveTo>
                    <a:lnTo>
                      <a:pt x="4787318" y="5200090"/>
                    </a:lnTo>
                    <a:lnTo>
                      <a:pt x="4909266" y="5393499"/>
                    </a:lnTo>
                    <a:lnTo>
                      <a:pt x="4967675" y="5486469"/>
                    </a:lnTo>
                    <a:lnTo>
                      <a:pt x="5091243" y="5683209"/>
                    </a:lnTo>
                    <a:lnTo>
                      <a:pt x="4788574" y="5873105"/>
                    </a:lnTo>
                    <a:lnTo>
                      <a:pt x="4850133" y="5982725"/>
                    </a:lnTo>
                    <a:lnTo>
                      <a:pt x="4855443" y="5991545"/>
                    </a:lnTo>
                    <a:lnTo>
                      <a:pt x="5173952" y="5814878"/>
                    </a:lnTo>
                    <a:lnTo>
                      <a:pt x="5901959" y="5419606"/>
                    </a:lnTo>
                    <a:lnTo>
                      <a:pt x="5914829" y="5437066"/>
                    </a:lnTo>
                    <a:lnTo>
                      <a:pt x="6037138" y="5369117"/>
                    </a:lnTo>
                    <a:lnTo>
                      <a:pt x="5979810" y="5240328"/>
                    </a:lnTo>
                    <a:lnTo>
                      <a:pt x="5776503" y="4913539"/>
                    </a:lnTo>
                    <a:lnTo>
                      <a:pt x="5794773" y="4902199"/>
                    </a:lnTo>
                    <a:lnTo>
                      <a:pt x="5767054" y="4857559"/>
                    </a:lnTo>
                    <a:lnTo>
                      <a:pt x="5748694" y="4868989"/>
                    </a:lnTo>
                    <a:lnTo>
                      <a:pt x="5629716" y="4677829"/>
                    </a:lnTo>
                    <a:close/>
                    <a:moveTo>
                      <a:pt x="6321442" y="5944215"/>
                    </a:moveTo>
                    <a:lnTo>
                      <a:pt x="5734464" y="6288279"/>
                    </a:lnTo>
                    <a:lnTo>
                      <a:pt x="5153066" y="6588783"/>
                    </a:lnTo>
                    <a:lnTo>
                      <a:pt x="4811878" y="6762659"/>
                    </a:lnTo>
                    <a:lnTo>
                      <a:pt x="4579229" y="6883077"/>
                    </a:lnTo>
                    <a:lnTo>
                      <a:pt x="4727995" y="7212835"/>
                    </a:lnTo>
                    <a:lnTo>
                      <a:pt x="4918614" y="7137237"/>
                    </a:lnTo>
                    <a:lnTo>
                      <a:pt x="4943184" y="7186557"/>
                    </a:lnTo>
                    <a:lnTo>
                      <a:pt x="5016804" y="7155238"/>
                    </a:lnTo>
                    <a:lnTo>
                      <a:pt x="5037593" y="7200957"/>
                    </a:lnTo>
                    <a:lnTo>
                      <a:pt x="5182582" y="7136429"/>
                    </a:lnTo>
                    <a:lnTo>
                      <a:pt x="5220562" y="7229758"/>
                    </a:lnTo>
                    <a:lnTo>
                      <a:pt x="5306151" y="7191779"/>
                    </a:lnTo>
                    <a:lnTo>
                      <a:pt x="5314791" y="7211219"/>
                    </a:lnTo>
                    <a:lnTo>
                      <a:pt x="5355741" y="7192950"/>
                    </a:lnTo>
                    <a:lnTo>
                      <a:pt x="5377520" y="7239659"/>
                    </a:lnTo>
                    <a:lnTo>
                      <a:pt x="6660015" y="6643332"/>
                    </a:lnTo>
                    <a:lnTo>
                      <a:pt x="6321442" y="5944215"/>
                    </a:lnTo>
                    <a:close/>
                    <a:moveTo>
                      <a:pt x="1912300" y="3572162"/>
                    </a:moveTo>
                    <a:lnTo>
                      <a:pt x="1843001" y="3504212"/>
                    </a:lnTo>
                    <a:lnTo>
                      <a:pt x="1838861" y="3508262"/>
                    </a:lnTo>
                    <a:lnTo>
                      <a:pt x="1270151" y="4057704"/>
                    </a:lnTo>
                    <a:lnTo>
                      <a:pt x="1286891" y="4075434"/>
                    </a:lnTo>
                    <a:lnTo>
                      <a:pt x="1278521" y="4082994"/>
                    </a:lnTo>
                    <a:lnTo>
                      <a:pt x="1341790" y="4150044"/>
                    </a:lnTo>
                    <a:lnTo>
                      <a:pt x="1888360" y="3619412"/>
                    </a:lnTo>
                    <a:lnTo>
                      <a:pt x="1894750" y="3595112"/>
                    </a:lnTo>
                    <a:lnTo>
                      <a:pt x="1912300" y="3572162"/>
                    </a:lnTo>
                    <a:close/>
                    <a:moveTo>
                      <a:pt x="1379511" y="2556066"/>
                    </a:moveTo>
                    <a:lnTo>
                      <a:pt x="1847600" y="2114532"/>
                    </a:lnTo>
                    <a:lnTo>
                      <a:pt x="1736452" y="1996632"/>
                    </a:lnTo>
                    <a:lnTo>
                      <a:pt x="1618733" y="1995911"/>
                    </a:lnTo>
                    <a:lnTo>
                      <a:pt x="1521173" y="2104000"/>
                    </a:lnTo>
                    <a:lnTo>
                      <a:pt x="1441973" y="2176359"/>
                    </a:lnTo>
                    <a:lnTo>
                      <a:pt x="1353683" y="2238728"/>
                    </a:lnTo>
                    <a:lnTo>
                      <a:pt x="493194" y="3029096"/>
                    </a:lnTo>
                    <a:lnTo>
                      <a:pt x="390324" y="3134575"/>
                    </a:lnTo>
                    <a:lnTo>
                      <a:pt x="388523" y="3250854"/>
                    </a:lnTo>
                    <a:lnTo>
                      <a:pt x="1135062" y="4042313"/>
                    </a:lnTo>
                    <a:lnTo>
                      <a:pt x="1249541" y="4045734"/>
                    </a:lnTo>
                    <a:lnTo>
                      <a:pt x="2490731" y="2875031"/>
                    </a:lnTo>
                    <a:lnTo>
                      <a:pt x="2492981" y="2798711"/>
                    </a:lnTo>
                    <a:lnTo>
                      <a:pt x="2378683" y="2677572"/>
                    </a:lnTo>
                    <a:lnTo>
                      <a:pt x="1910593" y="3119105"/>
                    </a:lnTo>
                    <a:lnTo>
                      <a:pt x="1379511" y="2556066"/>
                    </a:lnTo>
                    <a:close/>
                    <a:moveTo>
                      <a:pt x="117352" y="3619940"/>
                    </a:moveTo>
                    <a:lnTo>
                      <a:pt x="90262" y="3640729"/>
                    </a:lnTo>
                    <a:lnTo>
                      <a:pt x="107272" y="3662869"/>
                    </a:lnTo>
                    <a:lnTo>
                      <a:pt x="134362" y="3641989"/>
                    </a:lnTo>
                    <a:lnTo>
                      <a:pt x="117352" y="3619940"/>
                    </a:lnTo>
                    <a:close/>
                    <a:moveTo>
                      <a:pt x="215362" y="3545421"/>
                    </a:moveTo>
                    <a:lnTo>
                      <a:pt x="215182" y="3544971"/>
                    </a:lnTo>
                    <a:lnTo>
                      <a:pt x="180803" y="3463161"/>
                    </a:lnTo>
                    <a:lnTo>
                      <a:pt x="133733" y="3440931"/>
                    </a:lnTo>
                    <a:lnTo>
                      <a:pt x="124193" y="3454521"/>
                    </a:lnTo>
                    <a:lnTo>
                      <a:pt x="90713" y="3500060"/>
                    </a:lnTo>
                    <a:lnTo>
                      <a:pt x="178462" y="3583850"/>
                    </a:lnTo>
                    <a:lnTo>
                      <a:pt x="215362" y="3545421"/>
                    </a:lnTo>
                    <a:close/>
                    <a:moveTo>
                      <a:pt x="181344" y="3371632"/>
                    </a:moveTo>
                    <a:lnTo>
                      <a:pt x="173334" y="3383692"/>
                    </a:lnTo>
                    <a:lnTo>
                      <a:pt x="160824" y="3401781"/>
                    </a:lnTo>
                    <a:lnTo>
                      <a:pt x="206273" y="3401872"/>
                    </a:lnTo>
                    <a:lnTo>
                      <a:pt x="181344" y="3371632"/>
                    </a:lnTo>
                    <a:close/>
                    <a:moveTo>
                      <a:pt x="43554" y="3454880"/>
                    </a:moveTo>
                    <a:lnTo>
                      <a:pt x="90713" y="3500060"/>
                    </a:lnTo>
                    <a:lnTo>
                      <a:pt x="124193" y="3454521"/>
                    </a:lnTo>
                    <a:lnTo>
                      <a:pt x="160824" y="3401781"/>
                    </a:lnTo>
                    <a:lnTo>
                      <a:pt x="94674" y="3401511"/>
                    </a:lnTo>
                    <a:lnTo>
                      <a:pt x="43554" y="3454880"/>
                    </a:lnTo>
                    <a:close/>
                    <a:moveTo>
                      <a:pt x="379253" y="3241584"/>
                    </a:moveTo>
                    <a:lnTo>
                      <a:pt x="287994" y="3149514"/>
                    </a:lnTo>
                    <a:lnTo>
                      <a:pt x="268554" y="3218543"/>
                    </a:lnTo>
                    <a:lnTo>
                      <a:pt x="211674" y="3325642"/>
                    </a:lnTo>
                    <a:lnTo>
                      <a:pt x="181344" y="3371632"/>
                    </a:lnTo>
                    <a:lnTo>
                      <a:pt x="206273" y="3401872"/>
                    </a:lnTo>
                    <a:lnTo>
                      <a:pt x="220313" y="3416812"/>
                    </a:lnTo>
                    <a:lnTo>
                      <a:pt x="296903" y="3326903"/>
                    </a:lnTo>
                    <a:lnTo>
                      <a:pt x="379253" y="3241584"/>
                    </a:lnTo>
                    <a:close/>
                    <a:moveTo>
                      <a:pt x="493194" y="3029096"/>
                    </a:moveTo>
                    <a:lnTo>
                      <a:pt x="447384" y="2999846"/>
                    </a:lnTo>
                    <a:lnTo>
                      <a:pt x="349014" y="3140964"/>
                    </a:lnTo>
                    <a:lnTo>
                      <a:pt x="296094" y="3120804"/>
                    </a:lnTo>
                    <a:lnTo>
                      <a:pt x="287994" y="3149514"/>
                    </a:lnTo>
                    <a:lnTo>
                      <a:pt x="379253" y="3241584"/>
                    </a:lnTo>
                    <a:lnTo>
                      <a:pt x="388523" y="3250854"/>
                    </a:lnTo>
                    <a:lnTo>
                      <a:pt x="390324" y="3134575"/>
                    </a:lnTo>
                    <a:lnTo>
                      <a:pt x="419664" y="3105145"/>
                    </a:lnTo>
                    <a:lnTo>
                      <a:pt x="493194" y="3029096"/>
                    </a:lnTo>
                    <a:close/>
                    <a:moveTo>
                      <a:pt x="146336" y="3006774"/>
                    </a:moveTo>
                    <a:lnTo>
                      <a:pt x="287994" y="3149514"/>
                    </a:lnTo>
                    <a:lnTo>
                      <a:pt x="296094" y="3120804"/>
                    </a:lnTo>
                    <a:lnTo>
                      <a:pt x="340466" y="2920646"/>
                    </a:lnTo>
                    <a:lnTo>
                      <a:pt x="308696" y="2950976"/>
                    </a:lnTo>
                    <a:lnTo>
                      <a:pt x="250466" y="3006685"/>
                    </a:lnTo>
                    <a:lnTo>
                      <a:pt x="146336" y="3006774"/>
                    </a:lnTo>
                    <a:close/>
                    <a:moveTo>
                      <a:pt x="515794" y="1529887"/>
                    </a:moveTo>
                    <a:lnTo>
                      <a:pt x="616232" y="1704936"/>
                    </a:lnTo>
                    <a:lnTo>
                      <a:pt x="473760" y="2183372"/>
                    </a:lnTo>
                    <a:lnTo>
                      <a:pt x="405627" y="2626349"/>
                    </a:lnTo>
                    <a:lnTo>
                      <a:pt x="296094" y="3120804"/>
                    </a:lnTo>
                    <a:lnTo>
                      <a:pt x="349014" y="3140964"/>
                    </a:lnTo>
                    <a:lnTo>
                      <a:pt x="488694" y="2938917"/>
                    </a:lnTo>
                    <a:lnTo>
                      <a:pt x="547375" y="2819668"/>
                    </a:lnTo>
                    <a:lnTo>
                      <a:pt x="569335" y="2761619"/>
                    </a:lnTo>
                    <a:lnTo>
                      <a:pt x="663837" y="2364812"/>
                    </a:lnTo>
                    <a:lnTo>
                      <a:pt x="672927" y="2366342"/>
                    </a:lnTo>
                    <a:lnTo>
                      <a:pt x="678237" y="2334932"/>
                    </a:lnTo>
                    <a:lnTo>
                      <a:pt x="670317" y="2333582"/>
                    </a:lnTo>
                    <a:lnTo>
                      <a:pt x="707669" y="1978625"/>
                    </a:lnTo>
                    <a:lnTo>
                      <a:pt x="703620" y="1804476"/>
                    </a:lnTo>
                    <a:lnTo>
                      <a:pt x="658532" y="1593248"/>
                    </a:lnTo>
                    <a:lnTo>
                      <a:pt x="609663" y="1486868"/>
                    </a:lnTo>
                    <a:lnTo>
                      <a:pt x="515794" y="1529887"/>
                    </a:lnTo>
                    <a:close/>
                    <a:moveTo>
                      <a:pt x="1480671" y="2460667"/>
                    </a:moveTo>
                    <a:lnTo>
                      <a:pt x="1379511" y="2556066"/>
                    </a:lnTo>
                    <a:lnTo>
                      <a:pt x="1910593" y="3119105"/>
                    </a:lnTo>
                    <a:lnTo>
                      <a:pt x="2378683" y="2677572"/>
                    </a:lnTo>
                    <a:lnTo>
                      <a:pt x="1847600" y="2114532"/>
                    </a:lnTo>
                    <a:lnTo>
                      <a:pt x="1792700" y="2166281"/>
                    </a:lnTo>
                    <a:lnTo>
                      <a:pt x="1480671" y="2460667"/>
                    </a:lnTo>
                    <a:close/>
                    <a:moveTo>
                      <a:pt x="2444669" y="172890"/>
                    </a:moveTo>
                    <a:lnTo>
                      <a:pt x="2283391" y="0"/>
                    </a:lnTo>
                    <a:lnTo>
                      <a:pt x="2310661" y="43110"/>
                    </a:lnTo>
                    <a:lnTo>
                      <a:pt x="2318851" y="76230"/>
                    </a:lnTo>
                    <a:lnTo>
                      <a:pt x="2318400" y="109889"/>
                    </a:lnTo>
                    <a:lnTo>
                      <a:pt x="2307870" y="144719"/>
                    </a:lnTo>
                    <a:lnTo>
                      <a:pt x="2287800" y="178379"/>
                    </a:lnTo>
                    <a:lnTo>
                      <a:pt x="2187270" y="292137"/>
                    </a:lnTo>
                    <a:lnTo>
                      <a:pt x="2131650" y="366476"/>
                    </a:lnTo>
                    <a:lnTo>
                      <a:pt x="2092860" y="424346"/>
                    </a:lnTo>
                    <a:lnTo>
                      <a:pt x="2011500" y="570864"/>
                    </a:lnTo>
                    <a:lnTo>
                      <a:pt x="1941209" y="731692"/>
                    </a:lnTo>
                    <a:lnTo>
                      <a:pt x="1890718" y="899721"/>
                    </a:lnTo>
                    <a:lnTo>
                      <a:pt x="1780826" y="1334147"/>
                    </a:lnTo>
                    <a:lnTo>
                      <a:pt x="1745096" y="1438366"/>
                    </a:lnTo>
                    <a:lnTo>
                      <a:pt x="1700995" y="1539345"/>
                    </a:lnTo>
                    <a:lnTo>
                      <a:pt x="1626655" y="1669394"/>
                    </a:lnTo>
                    <a:lnTo>
                      <a:pt x="1538545" y="1789092"/>
                    </a:lnTo>
                    <a:lnTo>
                      <a:pt x="1437025" y="1897721"/>
                    </a:lnTo>
                    <a:lnTo>
                      <a:pt x="819175" y="2470022"/>
                    </a:lnTo>
                    <a:lnTo>
                      <a:pt x="794245" y="2485502"/>
                    </a:lnTo>
                    <a:lnTo>
                      <a:pt x="766165" y="2494052"/>
                    </a:lnTo>
                    <a:lnTo>
                      <a:pt x="722426" y="2492612"/>
                    </a:lnTo>
                    <a:lnTo>
                      <a:pt x="694976" y="2482352"/>
                    </a:lnTo>
                    <a:lnTo>
                      <a:pt x="671126" y="2465251"/>
                    </a:lnTo>
                    <a:lnTo>
                      <a:pt x="649347" y="2425832"/>
                    </a:lnTo>
                    <a:lnTo>
                      <a:pt x="569335" y="2761619"/>
                    </a:lnTo>
                    <a:lnTo>
                      <a:pt x="520195" y="2879697"/>
                    </a:lnTo>
                    <a:lnTo>
                      <a:pt x="488694" y="2938917"/>
                    </a:lnTo>
                    <a:lnTo>
                      <a:pt x="447384" y="2999846"/>
                    </a:lnTo>
                    <a:lnTo>
                      <a:pt x="493194" y="3029096"/>
                    </a:lnTo>
                    <a:lnTo>
                      <a:pt x="1353683" y="2238728"/>
                    </a:lnTo>
                    <a:lnTo>
                      <a:pt x="1441973" y="2176359"/>
                    </a:lnTo>
                    <a:lnTo>
                      <a:pt x="1521173" y="2104000"/>
                    </a:lnTo>
                    <a:lnTo>
                      <a:pt x="1595423" y="2024531"/>
                    </a:lnTo>
                    <a:lnTo>
                      <a:pt x="1746713" y="1842913"/>
                    </a:lnTo>
                    <a:lnTo>
                      <a:pt x="1871813" y="1621246"/>
                    </a:lnTo>
                    <a:lnTo>
                      <a:pt x="1966674" y="1367178"/>
                    </a:lnTo>
                    <a:lnTo>
                      <a:pt x="2127508" y="742314"/>
                    </a:lnTo>
                    <a:lnTo>
                      <a:pt x="2138398" y="683184"/>
                    </a:lnTo>
                    <a:lnTo>
                      <a:pt x="2177458" y="581845"/>
                    </a:lnTo>
                    <a:lnTo>
                      <a:pt x="2202388" y="533696"/>
                    </a:lnTo>
                    <a:lnTo>
                      <a:pt x="2369519" y="320218"/>
                    </a:lnTo>
                    <a:lnTo>
                      <a:pt x="2359169" y="257129"/>
                    </a:lnTo>
                    <a:lnTo>
                      <a:pt x="2444669" y="172890"/>
                    </a:lnTo>
                    <a:close/>
                    <a:moveTo>
                      <a:pt x="0" y="2655596"/>
                    </a:moveTo>
                    <a:lnTo>
                      <a:pt x="308696" y="2950976"/>
                    </a:lnTo>
                    <a:lnTo>
                      <a:pt x="340466" y="2920646"/>
                    </a:lnTo>
                    <a:lnTo>
                      <a:pt x="405627" y="2626349"/>
                    </a:lnTo>
                    <a:lnTo>
                      <a:pt x="473760" y="2183372"/>
                    </a:lnTo>
                    <a:lnTo>
                      <a:pt x="452790" y="2182382"/>
                    </a:lnTo>
                    <a:lnTo>
                      <a:pt x="0" y="2655596"/>
                    </a:lnTo>
                    <a:close/>
                    <a:moveTo>
                      <a:pt x="1800532" y="1867843"/>
                    </a:moveTo>
                    <a:lnTo>
                      <a:pt x="1785233" y="1774694"/>
                    </a:lnTo>
                    <a:lnTo>
                      <a:pt x="1746713" y="1842913"/>
                    </a:lnTo>
                    <a:lnTo>
                      <a:pt x="1733573" y="1855153"/>
                    </a:lnTo>
                    <a:lnTo>
                      <a:pt x="1618733" y="1995911"/>
                    </a:lnTo>
                    <a:lnTo>
                      <a:pt x="1736452" y="1996632"/>
                    </a:lnTo>
                    <a:lnTo>
                      <a:pt x="2492981" y="2798711"/>
                    </a:lnTo>
                    <a:lnTo>
                      <a:pt x="2490731" y="2875031"/>
                    </a:lnTo>
                    <a:lnTo>
                      <a:pt x="2667490" y="2708263"/>
                    </a:lnTo>
                    <a:lnTo>
                      <a:pt x="2591171" y="2706103"/>
                    </a:lnTo>
                    <a:lnTo>
                      <a:pt x="1800532" y="1867843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9" name="Контур"/>
              <p:cNvSpPr/>
              <p:nvPr/>
            </p:nvSpPr>
            <p:spPr>
              <a:xfrm>
                <a:off x="4349337" y="1584000"/>
                <a:ext cx="1341180" cy="1155308"/>
              </a:xfrm>
              <a:custGeom>
                <a:avLst/>
                <a:gdLst/>
                <a:ahLst/>
                <a:cxnLst/>
                <a:rect l="l" t="t" r="r" b="b"/>
                <a:pathLst>
                  <a:path w="1341180" h="1155308" fill="none">
                    <a:moveTo>
                      <a:pt x="678151" y="142909"/>
                    </a:moveTo>
                    <a:lnTo>
                      <a:pt x="801719" y="273859"/>
                    </a:lnTo>
                    <a:lnTo>
                      <a:pt x="1092047" y="0"/>
                    </a:lnTo>
                    <a:moveTo>
                      <a:pt x="829654" y="0"/>
                    </a:moveTo>
                    <a:lnTo>
                      <a:pt x="678151" y="142909"/>
                    </a:lnTo>
                    <a:lnTo>
                      <a:pt x="678151" y="142909"/>
                    </a:lnTo>
                    <a:moveTo>
                      <a:pt x="116278" y="1155308"/>
                    </a:moveTo>
                    <a:lnTo>
                      <a:pt x="902608" y="413628"/>
                    </a:lnTo>
                    <a:lnTo>
                      <a:pt x="1295097" y="43464"/>
                    </a:lnTo>
                    <a:lnTo>
                      <a:pt x="1341180" y="0"/>
                    </a:lnTo>
                    <a:moveTo>
                      <a:pt x="1092047" y="0"/>
                    </a:moveTo>
                    <a:lnTo>
                      <a:pt x="801719" y="273859"/>
                    </a:lnTo>
                    <a:lnTo>
                      <a:pt x="710009" y="360347"/>
                    </a:lnTo>
                    <a:lnTo>
                      <a:pt x="0" y="1030118"/>
                    </a:lnTo>
                    <a:lnTo>
                      <a:pt x="116278" y="1155308"/>
                    </a:lnTo>
                    <a:lnTo>
                      <a:pt x="116278" y="1155308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0" name="Контур"/>
              <p:cNvSpPr/>
              <p:nvPr/>
            </p:nvSpPr>
            <p:spPr>
              <a:xfrm>
                <a:off x="4226669" y="1813308"/>
                <a:ext cx="832677" cy="800810"/>
              </a:xfrm>
              <a:custGeom>
                <a:avLst/>
                <a:gdLst/>
                <a:ahLst/>
                <a:cxnLst/>
                <a:rect l="l" t="t" r="r" b="b"/>
                <a:pathLst>
                  <a:path w="832677" h="800810" fill="none">
                    <a:moveTo>
                      <a:pt x="709109" y="0"/>
                    </a:moveTo>
                    <a:lnTo>
                      <a:pt x="0" y="668870"/>
                    </a:lnTo>
                    <a:lnTo>
                      <a:pt x="122668" y="800810"/>
                    </a:lnTo>
                    <a:lnTo>
                      <a:pt x="832677" y="131039"/>
                    </a:lnTo>
                    <a:lnTo>
                      <a:pt x="709109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1" name="Контур"/>
              <p:cNvSpPr/>
              <p:nvPr/>
            </p:nvSpPr>
            <p:spPr>
              <a:xfrm>
                <a:off x="3140651" y="1584000"/>
                <a:ext cx="2038340" cy="898178"/>
              </a:xfrm>
              <a:custGeom>
                <a:avLst/>
                <a:gdLst/>
                <a:ahLst/>
                <a:cxnLst/>
                <a:rect l="l" t="t" r="r" b="b"/>
                <a:pathLst>
                  <a:path w="2038340" h="898178" fill="none">
                    <a:moveTo>
                      <a:pt x="1886837" y="142909"/>
                    </a:moveTo>
                    <a:lnTo>
                      <a:pt x="2038340" y="0"/>
                    </a:lnTo>
                    <a:moveTo>
                      <a:pt x="1880849" y="0"/>
                    </a:moveTo>
                    <a:lnTo>
                      <a:pt x="1816908" y="60289"/>
                    </a:lnTo>
                    <a:lnTo>
                      <a:pt x="1760058" y="0"/>
                    </a:lnTo>
                    <a:moveTo>
                      <a:pt x="1160501" y="0"/>
                    </a:moveTo>
                    <a:lnTo>
                      <a:pt x="746363" y="390669"/>
                    </a:lnTo>
                    <a:lnTo>
                      <a:pt x="427948" y="51100"/>
                    </a:lnTo>
                    <a:lnTo>
                      <a:pt x="348478" y="127058"/>
                    </a:lnTo>
                    <a:lnTo>
                      <a:pt x="355408" y="134798"/>
                    </a:lnTo>
                    <a:lnTo>
                      <a:pt x="672383" y="475448"/>
                    </a:lnTo>
                    <a:lnTo>
                      <a:pt x="997189" y="802508"/>
                    </a:lnTo>
                    <a:lnTo>
                      <a:pt x="1086018" y="898178"/>
                    </a:lnTo>
                    <a:lnTo>
                      <a:pt x="1795127" y="229308"/>
                    </a:lnTo>
                    <a:lnTo>
                      <a:pt x="1918695" y="360347"/>
                    </a:lnTo>
                    <a:lnTo>
                      <a:pt x="2010405" y="273859"/>
                    </a:lnTo>
                    <a:lnTo>
                      <a:pt x="1886837" y="142909"/>
                    </a:lnTo>
                    <a:lnTo>
                      <a:pt x="1886837" y="142909"/>
                    </a:lnTo>
                    <a:moveTo>
                      <a:pt x="1816908" y="60289"/>
                    </a:moveTo>
                    <a:lnTo>
                      <a:pt x="1880849" y="0"/>
                    </a:lnTo>
                    <a:moveTo>
                      <a:pt x="1760058" y="0"/>
                    </a:moveTo>
                    <a:lnTo>
                      <a:pt x="1816908" y="60289"/>
                    </a:lnTo>
                    <a:lnTo>
                      <a:pt x="1816908" y="60289"/>
                    </a:lnTo>
                    <a:moveTo>
                      <a:pt x="482482" y="0"/>
                    </a:moveTo>
                    <a:lnTo>
                      <a:pt x="427948" y="51100"/>
                    </a:lnTo>
                    <a:lnTo>
                      <a:pt x="746363" y="390669"/>
                    </a:lnTo>
                    <a:lnTo>
                      <a:pt x="1160501" y="0"/>
                    </a:lnTo>
                    <a:moveTo>
                      <a:pt x="348478" y="127058"/>
                    </a:moveTo>
                    <a:lnTo>
                      <a:pt x="427948" y="51100"/>
                    </a:lnTo>
                    <a:lnTo>
                      <a:pt x="482482" y="0"/>
                    </a:lnTo>
                    <a:moveTo>
                      <a:pt x="338334" y="0"/>
                    </a:moveTo>
                    <a:lnTo>
                      <a:pt x="282149" y="52989"/>
                    </a:lnTo>
                    <a:lnTo>
                      <a:pt x="348478" y="127058"/>
                    </a:lnTo>
                    <a:lnTo>
                      <a:pt x="348478" y="127058"/>
                    </a:lnTo>
                    <a:moveTo>
                      <a:pt x="73979" y="249366"/>
                    </a:moveTo>
                    <a:lnTo>
                      <a:pt x="338359" y="0"/>
                    </a:lnTo>
                    <a:moveTo>
                      <a:pt x="184194" y="0"/>
                    </a:moveTo>
                    <a:lnTo>
                      <a:pt x="0" y="166656"/>
                    </a:lnTo>
                    <a:lnTo>
                      <a:pt x="73979" y="249366"/>
                    </a:lnTo>
                    <a:lnTo>
                      <a:pt x="73979" y="249366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2" name="Контур"/>
              <p:cNvSpPr/>
              <p:nvPr/>
            </p:nvSpPr>
            <p:spPr>
              <a:xfrm>
                <a:off x="4098755" y="5033760"/>
                <a:ext cx="1921400" cy="1129032"/>
              </a:xfrm>
              <a:custGeom>
                <a:avLst/>
                <a:gdLst/>
                <a:ahLst/>
                <a:cxnLst/>
                <a:rect l="l" t="t" r="r" b="b"/>
                <a:pathLst>
                  <a:path w="1921400" h="1129032" fill="none">
                    <a:moveTo>
                      <a:pt x="88740" y="943903"/>
                    </a:moveTo>
                    <a:lnTo>
                      <a:pt x="2160" y="1006812"/>
                    </a:lnTo>
                    <a:lnTo>
                      <a:pt x="0" y="1008432"/>
                    </a:lnTo>
                    <a:lnTo>
                      <a:pt x="87209" y="1129032"/>
                    </a:lnTo>
                    <a:lnTo>
                      <a:pt x="89459" y="1127412"/>
                    </a:lnTo>
                    <a:lnTo>
                      <a:pt x="174959" y="1065313"/>
                    </a:lnTo>
                    <a:lnTo>
                      <a:pt x="91620" y="951373"/>
                    </a:lnTo>
                    <a:lnTo>
                      <a:pt x="88740" y="943903"/>
                    </a:lnTo>
                    <a:close/>
                    <a:moveTo>
                      <a:pt x="1271068" y="71547"/>
                    </a:moveTo>
                    <a:lnTo>
                      <a:pt x="1219948" y="99717"/>
                    </a:lnTo>
                    <a:lnTo>
                      <a:pt x="927988" y="310223"/>
                    </a:lnTo>
                    <a:lnTo>
                      <a:pt x="1359531" y="908362"/>
                    </a:lnTo>
                    <a:lnTo>
                      <a:pt x="1921400" y="551518"/>
                    </a:lnTo>
                    <a:lnTo>
                      <a:pt x="1860381" y="425069"/>
                    </a:lnTo>
                    <a:lnTo>
                      <a:pt x="1819071" y="420928"/>
                    </a:lnTo>
                    <a:lnTo>
                      <a:pt x="1750223" y="312119"/>
                    </a:lnTo>
                    <a:lnTo>
                      <a:pt x="1781453" y="263069"/>
                    </a:lnTo>
                    <a:lnTo>
                      <a:pt x="1654375" y="0"/>
                    </a:lnTo>
                    <a:lnTo>
                      <a:pt x="1271068" y="71547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3" name="Контур"/>
              <p:cNvSpPr/>
              <p:nvPr/>
            </p:nvSpPr>
            <p:spPr>
              <a:xfrm>
                <a:off x="4928656" y="1584000"/>
                <a:ext cx="2292355" cy="2202094"/>
              </a:xfrm>
              <a:custGeom>
                <a:avLst/>
                <a:gdLst/>
                <a:ahLst/>
                <a:cxnLst/>
                <a:rect l="l" t="t" r="r" b="b"/>
                <a:pathLst>
                  <a:path w="2292355" h="2202094" fill="none">
                    <a:moveTo>
                      <a:pt x="131128" y="2202094"/>
                    </a:moveTo>
                    <a:lnTo>
                      <a:pt x="521097" y="1838320"/>
                    </a:lnTo>
                    <a:lnTo>
                      <a:pt x="556467" y="1799800"/>
                    </a:lnTo>
                    <a:lnTo>
                      <a:pt x="604707" y="1836970"/>
                    </a:lnTo>
                    <a:lnTo>
                      <a:pt x="674547" y="1740221"/>
                    </a:lnTo>
                    <a:lnTo>
                      <a:pt x="1965776" y="522269"/>
                    </a:lnTo>
                    <a:lnTo>
                      <a:pt x="1859578" y="408689"/>
                    </a:lnTo>
                    <a:lnTo>
                      <a:pt x="2292355" y="0"/>
                    </a:lnTo>
                    <a:moveTo>
                      <a:pt x="2168629" y="0"/>
                    </a:moveTo>
                    <a:lnTo>
                      <a:pt x="2105368" y="59673"/>
                    </a:lnTo>
                    <a:lnTo>
                      <a:pt x="2000878" y="210871"/>
                    </a:lnTo>
                    <a:lnTo>
                      <a:pt x="220139" y="1890337"/>
                    </a:lnTo>
                    <a:lnTo>
                      <a:pt x="0" y="2076454"/>
                    </a:lnTo>
                    <a:lnTo>
                      <a:pt x="110428" y="2194174"/>
                    </a:lnTo>
                    <a:lnTo>
                      <a:pt x="131128" y="2202094"/>
                    </a:lnTo>
                    <a:lnTo>
                      <a:pt x="131128" y="2202094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4" name="Контур"/>
              <p:cNvSpPr/>
              <p:nvPr/>
            </p:nvSpPr>
            <p:spPr>
              <a:xfrm>
                <a:off x="1264513" y="1636989"/>
                <a:ext cx="5068411" cy="3683138"/>
              </a:xfrm>
              <a:custGeom>
                <a:avLst/>
                <a:gdLst/>
                <a:ahLst/>
                <a:cxnLst/>
                <a:rect l="l" t="t" r="r" b="b"/>
                <a:pathLst>
                  <a:path w="5068411" h="3683138" fill="none">
                    <a:moveTo>
                      <a:pt x="3773848" y="2613682"/>
                    </a:moveTo>
                    <a:lnTo>
                      <a:pt x="2680350" y="3396669"/>
                    </a:lnTo>
                    <a:lnTo>
                      <a:pt x="2903727" y="3683138"/>
                    </a:lnTo>
                    <a:lnTo>
                      <a:pt x="3986514" y="2908341"/>
                    </a:lnTo>
                    <a:lnTo>
                      <a:pt x="3773848" y="2613682"/>
                    </a:lnTo>
                    <a:close/>
                    <a:moveTo>
                      <a:pt x="1876138" y="113667"/>
                    </a:moveTo>
                    <a:lnTo>
                      <a:pt x="1787848" y="206816"/>
                    </a:lnTo>
                    <a:lnTo>
                      <a:pt x="1963166" y="404185"/>
                    </a:lnTo>
                    <a:lnTo>
                      <a:pt x="2775134" y="1272235"/>
                    </a:lnTo>
                    <a:lnTo>
                      <a:pt x="3441394" y="1996554"/>
                    </a:lnTo>
                    <a:lnTo>
                      <a:pt x="3766830" y="2324154"/>
                    </a:lnTo>
                    <a:lnTo>
                      <a:pt x="3784469" y="2383914"/>
                    </a:lnTo>
                    <a:lnTo>
                      <a:pt x="3974999" y="2230286"/>
                    </a:lnTo>
                    <a:lnTo>
                      <a:pt x="3936929" y="2239286"/>
                    </a:lnTo>
                    <a:lnTo>
                      <a:pt x="3900569" y="2237485"/>
                    </a:lnTo>
                    <a:lnTo>
                      <a:pt x="3860520" y="2223175"/>
                    </a:lnTo>
                    <a:lnTo>
                      <a:pt x="3831270" y="2201485"/>
                    </a:lnTo>
                    <a:lnTo>
                      <a:pt x="1876138" y="113667"/>
                    </a:lnTo>
                    <a:close/>
                    <a:moveTo>
                      <a:pt x="2962156" y="845189"/>
                    </a:moveTo>
                    <a:lnTo>
                      <a:pt x="2873327" y="749519"/>
                    </a:lnTo>
                    <a:lnTo>
                      <a:pt x="2548521" y="422459"/>
                    </a:lnTo>
                    <a:lnTo>
                      <a:pt x="2231546" y="81809"/>
                    </a:lnTo>
                    <a:lnTo>
                      <a:pt x="2224616" y="74069"/>
                    </a:lnTo>
                    <a:lnTo>
                      <a:pt x="2158287" y="0"/>
                    </a:lnTo>
                    <a:lnTo>
                      <a:pt x="1950117" y="196377"/>
                    </a:lnTo>
                    <a:lnTo>
                      <a:pt x="3342937" y="1681106"/>
                    </a:lnTo>
                    <a:lnTo>
                      <a:pt x="3664143" y="2023465"/>
                    </a:lnTo>
                    <a:lnTo>
                      <a:pt x="3884282" y="1837348"/>
                    </a:lnTo>
                    <a:lnTo>
                      <a:pt x="3201102" y="1102319"/>
                    </a:lnTo>
                    <a:lnTo>
                      <a:pt x="3084824" y="977129"/>
                    </a:lnTo>
                    <a:lnTo>
                      <a:pt x="2962156" y="845189"/>
                    </a:lnTo>
                    <a:close/>
                    <a:moveTo>
                      <a:pt x="3987432" y="360639"/>
                    </a:moveTo>
                    <a:lnTo>
                      <a:pt x="3201102" y="1102319"/>
                    </a:lnTo>
                    <a:lnTo>
                      <a:pt x="3884282" y="1837348"/>
                    </a:lnTo>
                    <a:lnTo>
                      <a:pt x="5068411" y="720464"/>
                    </a:lnTo>
                    <a:lnTo>
                      <a:pt x="4929543" y="573134"/>
                    </a:lnTo>
                    <a:lnTo>
                      <a:pt x="4537054" y="943389"/>
                    </a:lnTo>
                    <a:lnTo>
                      <a:pt x="3987432" y="360639"/>
                    </a:lnTo>
                    <a:close/>
                    <a:moveTo>
                      <a:pt x="2577224" y="1473742"/>
                    </a:moveTo>
                    <a:lnTo>
                      <a:pt x="1497675" y="2492527"/>
                    </a:lnTo>
                    <a:lnTo>
                      <a:pt x="2257174" y="3297847"/>
                    </a:lnTo>
                    <a:lnTo>
                      <a:pt x="2333493" y="3300007"/>
                    </a:lnTo>
                    <a:lnTo>
                      <a:pt x="2889873" y="2775315"/>
                    </a:lnTo>
                    <a:lnTo>
                      <a:pt x="2994363" y="2624117"/>
                    </a:lnTo>
                    <a:lnTo>
                      <a:pt x="3347163" y="2291391"/>
                    </a:lnTo>
                    <a:lnTo>
                      <a:pt x="2577224" y="1473742"/>
                    </a:lnTo>
                    <a:close/>
                    <a:moveTo>
                      <a:pt x="1677503" y="1162608"/>
                    </a:moveTo>
                    <a:lnTo>
                      <a:pt x="1239569" y="693348"/>
                    </a:lnTo>
                    <a:lnTo>
                      <a:pt x="1193579" y="643938"/>
                    </a:lnTo>
                    <a:lnTo>
                      <a:pt x="0" y="1756682"/>
                    </a:lnTo>
                    <a:lnTo>
                      <a:pt x="46080" y="1806092"/>
                    </a:lnTo>
                    <a:lnTo>
                      <a:pt x="789649" y="2603312"/>
                    </a:lnTo>
                    <a:lnTo>
                      <a:pt x="801799" y="2614562"/>
                    </a:lnTo>
                    <a:lnTo>
                      <a:pt x="815209" y="2624282"/>
                    </a:lnTo>
                    <a:lnTo>
                      <a:pt x="829699" y="2632382"/>
                    </a:lnTo>
                    <a:lnTo>
                      <a:pt x="1366998" y="2131089"/>
                    </a:lnTo>
                    <a:lnTo>
                      <a:pt x="1411099" y="2030110"/>
                    </a:lnTo>
                    <a:lnTo>
                      <a:pt x="1446829" y="1925891"/>
                    </a:lnTo>
                    <a:lnTo>
                      <a:pt x="1493270" y="1742473"/>
                    </a:lnTo>
                    <a:lnTo>
                      <a:pt x="1556721" y="1491465"/>
                    </a:lnTo>
                    <a:lnTo>
                      <a:pt x="1607212" y="1323436"/>
                    </a:lnTo>
                    <a:lnTo>
                      <a:pt x="1677503" y="1162608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5" name="Контур"/>
              <p:cNvSpPr/>
              <p:nvPr/>
            </p:nvSpPr>
            <p:spPr>
              <a:xfrm>
                <a:off x="1828192" y="1584000"/>
                <a:ext cx="1195184" cy="1215597"/>
              </a:xfrm>
              <a:custGeom>
                <a:avLst/>
                <a:gdLst/>
                <a:ahLst/>
                <a:cxnLst/>
                <a:rect l="l" t="t" r="r" b="b"/>
                <a:pathLst>
                  <a:path w="1195184" h="1215597" fill="none">
                    <a:moveTo>
                      <a:pt x="1180604" y="1044959"/>
                    </a:moveTo>
                    <a:lnTo>
                      <a:pt x="796940" y="633479"/>
                    </a:lnTo>
                    <a:lnTo>
                      <a:pt x="760130" y="593969"/>
                    </a:lnTo>
                    <a:lnTo>
                      <a:pt x="205867" y="0"/>
                    </a:lnTo>
                    <a:moveTo>
                      <a:pt x="126941" y="0"/>
                    </a:moveTo>
                    <a:lnTo>
                      <a:pt x="92879" y="37678"/>
                    </a:lnTo>
                    <a:lnTo>
                      <a:pt x="57689" y="6448"/>
                    </a:lnTo>
                    <a:lnTo>
                      <a:pt x="50431" y="0"/>
                    </a:lnTo>
                    <a:moveTo>
                      <a:pt x="19814" y="0"/>
                    </a:moveTo>
                    <a:lnTo>
                      <a:pt x="0" y="21838"/>
                    </a:lnTo>
                    <a:lnTo>
                      <a:pt x="76948" y="104278"/>
                    </a:lnTo>
                    <a:lnTo>
                      <a:pt x="123028" y="153688"/>
                    </a:lnTo>
                    <a:lnTo>
                      <a:pt x="629900" y="696927"/>
                    </a:lnTo>
                    <a:lnTo>
                      <a:pt x="675890" y="746337"/>
                    </a:lnTo>
                    <a:lnTo>
                      <a:pt x="1113824" y="1215597"/>
                    </a:lnTo>
                    <a:lnTo>
                      <a:pt x="1195184" y="1069079"/>
                    </a:lnTo>
                    <a:lnTo>
                      <a:pt x="1192394" y="1062509"/>
                    </a:lnTo>
                    <a:lnTo>
                      <a:pt x="1189064" y="1056299"/>
                    </a:lnTo>
                    <a:lnTo>
                      <a:pt x="1185104" y="1050359"/>
                    </a:lnTo>
                    <a:lnTo>
                      <a:pt x="1180604" y="1044959"/>
                    </a:lnTo>
                    <a:lnTo>
                      <a:pt x="1180604" y="1044959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6" name="Контур"/>
              <p:cNvSpPr/>
              <p:nvPr/>
            </p:nvSpPr>
            <p:spPr>
              <a:xfrm>
                <a:off x="2683542" y="1929033"/>
                <a:ext cx="565825" cy="666176"/>
              </a:xfrm>
              <a:custGeom>
                <a:avLst/>
                <a:gdLst/>
                <a:ahLst/>
                <a:cxnLst/>
                <a:rect l="l" t="t" r="r" b="b"/>
                <a:pathLst>
                  <a:path w="565825" h="666176" fill="none">
                    <a:moveTo>
                      <a:pt x="530365" y="299700"/>
                    </a:moveTo>
                    <a:lnTo>
                      <a:pt x="250739" y="0"/>
                    </a:lnTo>
                    <a:lnTo>
                      <a:pt x="12150" y="222657"/>
                    </a:lnTo>
                    <a:lnTo>
                      <a:pt x="0" y="247767"/>
                    </a:lnTo>
                    <a:lnTo>
                      <a:pt x="899" y="264777"/>
                    </a:lnTo>
                    <a:lnTo>
                      <a:pt x="11609" y="284486"/>
                    </a:lnTo>
                    <a:lnTo>
                      <a:pt x="355494" y="653126"/>
                    </a:lnTo>
                    <a:lnTo>
                      <a:pt x="378624" y="666176"/>
                    </a:lnTo>
                    <a:lnTo>
                      <a:pt x="434244" y="591837"/>
                    </a:lnTo>
                    <a:lnTo>
                      <a:pt x="534774" y="478079"/>
                    </a:lnTo>
                    <a:lnTo>
                      <a:pt x="554844" y="444419"/>
                    </a:lnTo>
                    <a:lnTo>
                      <a:pt x="565374" y="409589"/>
                    </a:lnTo>
                    <a:lnTo>
                      <a:pt x="565825" y="375930"/>
                    </a:lnTo>
                    <a:lnTo>
                      <a:pt x="557635" y="342810"/>
                    </a:lnTo>
                    <a:lnTo>
                      <a:pt x="530365" y="29970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7" name="Контур"/>
              <p:cNvSpPr/>
              <p:nvPr/>
            </p:nvSpPr>
            <p:spPr>
              <a:xfrm>
                <a:off x="3014203" y="1584000"/>
                <a:ext cx="309370" cy="166656"/>
              </a:xfrm>
              <a:custGeom>
                <a:avLst/>
                <a:gdLst/>
                <a:ahLst/>
                <a:cxnLst/>
                <a:rect l="l" t="t" r="r" b="b"/>
                <a:pathLst>
                  <a:path w="309370" h="166656" fill="none">
                    <a:moveTo>
                      <a:pt x="163109" y="0"/>
                    </a:moveTo>
                    <a:lnTo>
                      <a:pt x="152999" y="9517"/>
                    </a:lnTo>
                    <a:lnTo>
                      <a:pt x="113129" y="33097"/>
                    </a:lnTo>
                    <a:lnTo>
                      <a:pt x="87479" y="40026"/>
                    </a:lnTo>
                    <a:lnTo>
                      <a:pt x="54360" y="41376"/>
                    </a:lnTo>
                    <a:lnTo>
                      <a:pt x="0" y="24996"/>
                    </a:lnTo>
                    <a:lnTo>
                      <a:pt x="126448" y="166656"/>
                    </a:lnTo>
                    <a:lnTo>
                      <a:pt x="309370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8" name="Контур"/>
              <p:cNvSpPr/>
              <p:nvPr/>
            </p:nvSpPr>
            <p:spPr>
              <a:xfrm>
                <a:off x="2715749" y="2565511"/>
                <a:ext cx="1125988" cy="1564005"/>
              </a:xfrm>
              <a:custGeom>
                <a:avLst/>
                <a:gdLst/>
                <a:ahLst/>
                <a:cxnLst/>
                <a:rect l="l" t="t" r="r" b="b"/>
                <a:pathLst>
                  <a:path w="1125988" h="1564005" fill="none">
                    <a:moveTo>
                      <a:pt x="612545" y="0"/>
                    </a:moveTo>
                    <a:lnTo>
                      <a:pt x="533885" y="93689"/>
                    </a:lnTo>
                    <a:lnTo>
                      <a:pt x="448745" y="218428"/>
                    </a:lnTo>
                    <a:lnTo>
                      <a:pt x="394205" y="317697"/>
                    </a:lnTo>
                    <a:lnTo>
                      <a:pt x="334624" y="456475"/>
                    </a:lnTo>
                    <a:lnTo>
                      <a:pt x="310684" y="528114"/>
                    </a:lnTo>
                    <a:lnTo>
                      <a:pt x="181441" y="1030400"/>
                    </a:lnTo>
                    <a:lnTo>
                      <a:pt x="86580" y="1284468"/>
                    </a:lnTo>
                    <a:lnTo>
                      <a:pt x="0" y="1437916"/>
                    </a:lnTo>
                    <a:lnTo>
                      <a:pt x="15299" y="1531065"/>
                    </a:lnTo>
                    <a:lnTo>
                      <a:pt x="46439" y="1564005"/>
                    </a:lnTo>
                    <a:lnTo>
                      <a:pt x="1125988" y="545220"/>
                    </a:lnTo>
                    <a:lnTo>
                      <a:pt x="612545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9" name="Контур"/>
              <p:cNvSpPr/>
              <p:nvPr/>
            </p:nvSpPr>
            <p:spPr>
              <a:xfrm>
                <a:off x="2034045" y="1584000"/>
                <a:ext cx="1028121" cy="1069079"/>
              </a:xfrm>
              <a:custGeom>
                <a:avLst/>
                <a:gdLst/>
                <a:ahLst/>
                <a:cxnLst/>
                <a:rect l="l" t="t" r="r" b="b"/>
                <a:pathLst>
                  <a:path w="1028121" h="1069079" fill="none">
                    <a:moveTo>
                      <a:pt x="900236" y="345033"/>
                    </a:moveTo>
                    <a:lnTo>
                      <a:pt x="578336" y="0"/>
                    </a:lnTo>
                    <a:moveTo>
                      <a:pt x="0" y="0"/>
                    </a:moveTo>
                    <a:lnTo>
                      <a:pt x="974751" y="1044959"/>
                    </a:lnTo>
                    <a:lnTo>
                      <a:pt x="989331" y="1069079"/>
                    </a:lnTo>
                    <a:lnTo>
                      <a:pt x="1028121" y="1011209"/>
                    </a:lnTo>
                    <a:lnTo>
                      <a:pt x="1004991" y="998159"/>
                    </a:lnTo>
                    <a:lnTo>
                      <a:pt x="661106" y="629519"/>
                    </a:lnTo>
                    <a:lnTo>
                      <a:pt x="649317" y="604140"/>
                    </a:lnTo>
                    <a:lnTo>
                      <a:pt x="652377" y="581910"/>
                    </a:lnTo>
                    <a:lnTo>
                      <a:pt x="661647" y="567690"/>
                    </a:lnTo>
                    <a:lnTo>
                      <a:pt x="900236" y="345033"/>
                    </a:lnTo>
                    <a:lnTo>
                      <a:pt x="900236" y="345033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0" name="Контур"/>
              <p:cNvSpPr/>
              <p:nvPr/>
            </p:nvSpPr>
            <p:spPr>
              <a:xfrm>
                <a:off x="758001" y="1737688"/>
                <a:ext cx="1700091" cy="1655983"/>
              </a:xfrm>
              <a:custGeom>
                <a:avLst/>
                <a:gdLst/>
                <a:ahLst/>
                <a:cxnLst/>
                <a:rect l="l" t="t" r="r" b="b"/>
                <a:pathLst>
                  <a:path w="1700091" h="1655983" fill="none">
                    <a:moveTo>
                      <a:pt x="1700091" y="543239"/>
                    </a:moveTo>
                    <a:lnTo>
                      <a:pt x="1193219" y="0"/>
                    </a:lnTo>
                    <a:lnTo>
                      <a:pt x="0" y="1113104"/>
                    </a:lnTo>
                    <a:lnTo>
                      <a:pt x="506512" y="1655983"/>
                    </a:lnTo>
                    <a:lnTo>
                      <a:pt x="1700091" y="543239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1" name="Контур"/>
              <p:cNvSpPr/>
              <p:nvPr/>
            </p:nvSpPr>
            <p:spPr>
              <a:xfrm>
                <a:off x="252000" y="1584000"/>
                <a:ext cx="2888651" cy="3140225"/>
              </a:xfrm>
              <a:custGeom>
                <a:avLst/>
                <a:gdLst/>
                <a:ahLst/>
                <a:cxnLst/>
                <a:rect l="l" t="t" r="r" b="b"/>
                <a:pathLst>
                  <a:path w="2888651" h="3140225" fill="none">
                    <a:moveTo>
                      <a:pt x="0" y="1418126"/>
                    </a:moveTo>
                    <a:lnTo>
                      <a:pt x="51593" y="1471177"/>
                    </a:lnTo>
                    <a:lnTo>
                      <a:pt x="118102" y="1542817"/>
                    </a:lnTo>
                    <a:lnTo>
                      <a:pt x="217822" y="1438599"/>
                    </a:lnTo>
                    <a:lnTo>
                      <a:pt x="0" y="1230170"/>
                    </a:lnTo>
                    <a:moveTo>
                      <a:pt x="0" y="40740"/>
                    </a:moveTo>
                    <a:lnTo>
                      <a:pt x="43678" y="0"/>
                    </a:lnTo>
                    <a:moveTo>
                      <a:pt x="43678" y="0"/>
                    </a:moveTo>
                    <a:lnTo>
                      <a:pt x="0" y="40740"/>
                    </a:lnTo>
                    <a:moveTo>
                      <a:pt x="0" y="336292"/>
                    </a:moveTo>
                    <a:lnTo>
                      <a:pt x="360561" y="0"/>
                    </a:lnTo>
                    <a:moveTo>
                      <a:pt x="1699220" y="153688"/>
                    </a:moveTo>
                    <a:lnTo>
                      <a:pt x="1653140" y="104278"/>
                    </a:lnTo>
                    <a:lnTo>
                      <a:pt x="1576192" y="21838"/>
                    </a:lnTo>
                    <a:lnTo>
                      <a:pt x="1555822" y="0"/>
                    </a:lnTo>
                    <a:moveTo>
                      <a:pt x="360561" y="0"/>
                    </a:moveTo>
                    <a:lnTo>
                      <a:pt x="0" y="336292"/>
                    </a:lnTo>
                    <a:moveTo>
                      <a:pt x="0" y="724353"/>
                    </a:moveTo>
                    <a:lnTo>
                      <a:pt x="459921" y="1217472"/>
                    </a:lnTo>
                    <a:lnTo>
                      <a:pt x="506001" y="1266792"/>
                    </a:lnTo>
                    <a:lnTo>
                      <a:pt x="1699220" y="153688"/>
                    </a:lnTo>
                    <a:lnTo>
                      <a:pt x="1699220" y="153688"/>
                    </a:lnTo>
                    <a:moveTo>
                      <a:pt x="2542032" y="0"/>
                    </a:moveTo>
                    <a:lnTo>
                      <a:pt x="2620544" y="82505"/>
                    </a:lnTo>
                    <a:lnTo>
                      <a:pt x="2800361" y="259805"/>
                    </a:lnTo>
                    <a:lnTo>
                      <a:pt x="2871191" y="182406"/>
                    </a:lnTo>
                    <a:lnTo>
                      <a:pt x="2888651" y="166656"/>
                    </a:lnTo>
                    <a:lnTo>
                      <a:pt x="2762203" y="24996"/>
                    </a:lnTo>
                    <a:lnTo>
                      <a:pt x="2759863" y="23736"/>
                    </a:lnTo>
                    <a:lnTo>
                      <a:pt x="2754193" y="20226"/>
                    </a:lnTo>
                    <a:lnTo>
                      <a:pt x="2748703" y="16446"/>
                    </a:lnTo>
                    <a:lnTo>
                      <a:pt x="2743393" y="12486"/>
                    </a:lnTo>
                    <a:lnTo>
                      <a:pt x="2738263" y="8166"/>
                    </a:lnTo>
                    <a:lnTo>
                      <a:pt x="2733403" y="3666"/>
                    </a:lnTo>
                    <a:lnTo>
                      <a:pt x="2729738" y="0"/>
                    </a:lnTo>
                    <a:moveTo>
                      <a:pt x="1555822" y="0"/>
                    </a:moveTo>
                    <a:lnTo>
                      <a:pt x="1576192" y="21838"/>
                    </a:lnTo>
                    <a:lnTo>
                      <a:pt x="1596006" y="0"/>
                    </a:lnTo>
                    <a:moveTo>
                      <a:pt x="1626623" y="0"/>
                    </a:moveTo>
                    <a:lnTo>
                      <a:pt x="1633881" y="6448"/>
                    </a:lnTo>
                    <a:lnTo>
                      <a:pt x="1669071" y="37678"/>
                    </a:lnTo>
                    <a:lnTo>
                      <a:pt x="1703111" y="0"/>
                    </a:lnTo>
                    <a:moveTo>
                      <a:pt x="2379511" y="2184078"/>
                    </a:moveTo>
                    <a:lnTo>
                      <a:pt x="1842212" y="2685371"/>
                    </a:lnTo>
                    <a:lnTo>
                      <a:pt x="1827722" y="2677271"/>
                    </a:lnTo>
                    <a:lnTo>
                      <a:pt x="1802162" y="2656301"/>
                    </a:lnTo>
                    <a:lnTo>
                      <a:pt x="0" y="724342"/>
                    </a:lnTo>
                    <a:moveTo>
                      <a:pt x="0" y="962200"/>
                    </a:moveTo>
                    <a:lnTo>
                      <a:pt x="401871" y="1363540"/>
                    </a:lnTo>
                    <a:lnTo>
                      <a:pt x="888044" y="1823800"/>
                    </a:lnTo>
                    <a:lnTo>
                      <a:pt x="1150121" y="2097580"/>
                    </a:lnTo>
                    <a:lnTo>
                      <a:pt x="1194310" y="2174620"/>
                    </a:lnTo>
                    <a:lnTo>
                      <a:pt x="1288179" y="2131601"/>
                    </a:lnTo>
                    <a:lnTo>
                      <a:pt x="1337048" y="2237981"/>
                    </a:lnTo>
                    <a:lnTo>
                      <a:pt x="1382136" y="2449209"/>
                    </a:lnTo>
                    <a:lnTo>
                      <a:pt x="1386185" y="2623358"/>
                    </a:lnTo>
                    <a:lnTo>
                      <a:pt x="1348833" y="2978315"/>
                    </a:lnTo>
                    <a:lnTo>
                      <a:pt x="1356753" y="2979665"/>
                    </a:lnTo>
                    <a:lnTo>
                      <a:pt x="1351443" y="3011075"/>
                    </a:lnTo>
                    <a:lnTo>
                      <a:pt x="1342353" y="3009545"/>
                    </a:lnTo>
                    <a:lnTo>
                      <a:pt x="1327863" y="3070565"/>
                    </a:lnTo>
                    <a:lnTo>
                      <a:pt x="1349642" y="3109984"/>
                    </a:lnTo>
                    <a:lnTo>
                      <a:pt x="1360982" y="3119344"/>
                    </a:lnTo>
                    <a:lnTo>
                      <a:pt x="1386812" y="3133115"/>
                    </a:lnTo>
                    <a:lnTo>
                      <a:pt x="1430101" y="3140225"/>
                    </a:lnTo>
                    <a:lnTo>
                      <a:pt x="1472761" y="3130235"/>
                    </a:lnTo>
                    <a:lnTo>
                      <a:pt x="1497691" y="3114755"/>
                    </a:lnTo>
                    <a:lnTo>
                      <a:pt x="2115541" y="2542454"/>
                    </a:lnTo>
                    <a:lnTo>
                      <a:pt x="2217061" y="2433825"/>
                    </a:lnTo>
                    <a:lnTo>
                      <a:pt x="2305171" y="2314127"/>
                    </a:lnTo>
                    <a:lnTo>
                      <a:pt x="2379511" y="2184078"/>
                    </a:lnTo>
                    <a:lnTo>
                      <a:pt x="2379511" y="2184078"/>
                    </a:lnTo>
                    <a:moveTo>
                      <a:pt x="888044" y="1823800"/>
                    </a:moveTo>
                    <a:lnTo>
                      <a:pt x="401871" y="1363540"/>
                    </a:lnTo>
                    <a:lnTo>
                      <a:pt x="0" y="962530"/>
                    </a:lnTo>
                    <a:moveTo>
                      <a:pt x="0" y="1230170"/>
                    </a:moveTo>
                    <a:lnTo>
                      <a:pt x="217822" y="1438599"/>
                    </a:lnTo>
                    <a:lnTo>
                      <a:pt x="118102" y="1542817"/>
                    </a:lnTo>
                    <a:lnTo>
                      <a:pt x="216290" y="1648477"/>
                    </a:lnTo>
                    <a:lnTo>
                      <a:pt x="321860" y="1538139"/>
                    </a:lnTo>
                    <a:lnTo>
                      <a:pt x="1267117" y="2442459"/>
                    </a:lnTo>
                    <a:lnTo>
                      <a:pt x="1294748" y="2349669"/>
                    </a:lnTo>
                    <a:lnTo>
                      <a:pt x="1150121" y="2097580"/>
                    </a:lnTo>
                    <a:lnTo>
                      <a:pt x="888044" y="1823800"/>
                    </a:lnTo>
                    <a:lnTo>
                      <a:pt x="888044" y="182380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2" name="Контур"/>
              <p:cNvSpPr/>
              <p:nvPr/>
            </p:nvSpPr>
            <p:spPr>
              <a:xfrm>
                <a:off x="468290" y="3122139"/>
                <a:ext cx="1050827" cy="1289966"/>
              </a:xfrm>
              <a:custGeom>
                <a:avLst/>
                <a:gdLst/>
                <a:ahLst/>
                <a:cxnLst/>
                <a:rect l="l" t="t" r="r" b="b"/>
                <a:pathLst>
                  <a:path w="1050827" h="1289966" fill="none">
                    <a:moveTo>
                      <a:pt x="935986" y="1289966"/>
                    </a:moveTo>
                    <a:lnTo>
                      <a:pt x="945886" y="1256756"/>
                    </a:lnTo>
                    <a:lnTo>
                      <a:pt x="915016" y="1288976"/>
                    </a:lnTo>
                    <a:lnTo>
                      <a:pt x="935986" y="1289966"/>
                    </a:lnTo>
                    <a:close/>
                    <a:moveTo>
                      <a:pt x="105570" y="0"/>
                    </a:moveTo>
                    <a:lnTo>
                      <a:pt x="0" y="110338"/>
                    </a:lnTo>
                    <a:lnTo>
                      <a:pt x="61019" y="176128"/>
                    </a:lnTo>
                    <a:lnTo>
                      <a:pt x="186118" y="312118"/>
                    </a:lnTo>
                    <a:lnTo>
                      <a:pt x="340555" y="478258"/>
                    </a:lnTo>
                    <a:lnTo>
                      <a:pt x="415074" y="577798"/>
                    </a:lnTo>
                    <a:lnTo>
                      <a:pt x="516592" y="720267"/>
                    </a:lnTo>
                    <a:lnTo>
                      <a:pt x="583371" y="826377"/>
                    </a:lnTo>
                    <a:lnTo>
                      <a:pt x="651410" y="960747"/>
                    </a:lnTo>
                    <a:lnTo>
                      <a:pt x="718458" y="1098626"/>
                    </a:lnTo>
                    <a:lnTo>
                      <a:pt x="772277" y="1208876"/>
                    </a:lnTo>
                    <a:lnTo>
                      <a:pt x="809267" y="1280245"/>
                    </a:lnTo>
                    <a:lnTo>
                      <a:pt x="861376" y="1286456"/>
                    </a:lnTo>
                    <a:lnTo>
                      <a:pt x="915016" y="1288976"/>
                    </a:lnTo>
                    <a:lnTo>
                      <a:pt x="945886" y="1256756"/>
                    </a:lnTo>
                    <a:lnTo>
                      <a:pt x="1050827" y="904320"/>
                    </a:lnTo>
                    <a:lnTo>
                      <a:pt x="105570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3" name="Контур"/>
              <p:cNvSpPr/>
              <p:nvPr/>
            </p:nvSpPr>
            <p:spPr>
              <a:xfrm>
                <a:off x="252000" y="1584000"/>
                <a:ext cx="4796982" cy="4501726"/>
              </a:xfrm>
              <a:custGeom>
                <a:avLst/>
                <a:gdLst/>
                <a:ahLst/>
                <a:cxnLst/>
                <a:rect l="l" t="t" r="r" b="b"/>
                <a:pathLst>
                  <a:path w="4796982" h="4501726" fill="none">
                    <a:moveTo>
                      <a:pt x="2360410" y="0"/>
                    </a:moveTo>
                    <a:lnTo>
                      <a:pt x="3377522" y="1090323"/>
                    </a:lnTo>
                    <a:lnTo>
                      <a:pt x="4554435" y="2341142"/>
                    </a:lnTo>
                    <a:lnTo>
                      <a:pt x="4592684" y="2404591"/>
                    </a:lnTo>
                    <a:lnTo>
                      <a:pt x="4609063" y="2476861"/>
                    </a:lnTo>
                    <a:lnTo>
                      <a:pt x="4602223" y="2550570"/>
                    </a:lnTo>
                    <a:lnTo>
                      <a:pt x="4573243" y="2617260"/>
                    </a:lnTo>
                    <a:lnTo>
                      <a:pt x="4796982" y="2436903"/>
                    </a:lnTo>
                    <a:lnTo>
                      <a:pt x="4779343" y="2377143"/>
                    </a:lnTo>
                    <a:lnTo>
                      <a:pt x="4453907" y="2049543"/>
                    </a:lnTo>
                    <a:lnTo>
                      <a:pt x="3787647" y="1325224"/>
                    </a:lnTo>
                    <a:lnTo>
                      <a:pt x="2975679" y="457174"/>
                    </a:lnTo>
                    <a:lnTo>
                      <a:pt x="2800361" y="259805"/>
                    </a:lnTo>
                    <a:lnTo>
                      <a:pt x="2620544" y="82505"/>
                    </a:lnTo>
                    <a:lnTo>
                      <a:pt x="2542032" y="0"/>
                    </a:lnTo>
                    <a:moveTo>
                      <a:pt x="0" y="2321088"/>
                    </a:moveTo>
                    <a:lnTo>
                      <a:pt x="383147" y="1920546"/>
                    </a:lnTo>
                    <a:lnTo>
                      <a:pt x="160130" y="1707156"/>
                    </a:lnTo>
                    <a:lnTo>
                      <a:pt x="0" y="1874526"/>
                    </a:lnTo>
                    <a:moveTo>
                      <a:pt x="0" y="1874526"/>
                    </a:moveTo>
                    <a:lnTo>
                      <a:pt x="160130" y="1707156"/>
                    </a:lnTo>
                    <a:lnTo>
                      <a:pt x="216290" y="1648477"/>
                    </a:lnTo>
                    <a:lnTo>
                      <a:pt x="118102" y="1542817"/>
                    </a:lnTo>
                    <a:lnTo>
                      <a:pt x="0" y="1666259"/>
                    </a:lnTo>
                    <a:moveTo>
                      <a:pt x="0" y="1666259"/>
                    </a:moveTo>
                    <a:lnTo>
                      <a:pt x="118102" y="1542817"/>
                    </a:lnTo>
                    <a:lnTo>
                      <a:pt x="51593" y="1471177"/>
                    </a:lnTo>
                    <a:lnTo>
                      <a:pt x="0" y="1418126"/>
                    </a:lnTo>
                    <a:moveTo>
                      <a:pt x="0" y="4345244"/>
                    </a:moveTo>
                    <a:lnTo>
                      <a:pt x="48063" y="4391207"/>
                    </a:lnTo>
                    <a:lnTo>
                      <a:pt x="41853" y="4397776"/>
                    </a:lnTo>
                    <a:lnTo>
                      <a:pt x="150571" y="4501726"/>
                    </a:lnTo>
                    <a:lnTo>
                      <a:pt x="225181" y="4423698"/>
                    </a:lnTo>
                    <a:lnTo>
                      <a:pt x="116463" y="4319748"/>
                    </a:lnTo>
                    <a:lnTo>
                      <a:pt x="0" y="4208324"/>
                    </a:lnTo>
                    <a:moveTo>
                      <a:pt x="0" y="4441531"/>
                    </a:moveTo>
                    <a:lnTo>
                      <a:pt x="41853" y="4397776"/>
                    </a:lnTo>
                    <a:lnTo>
                      <a:pt x="48063" y="4391207"/>
                    </a:lnTo>
                    <a:lnTo>
                      <a:pt x="0" y="4345244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4" name="Контур"/>
              <p:cNvSpPr/>
              <p:nvPr/>
            </p:nvSpPr>
            <p:spPr>
              <a:xfrm>
                <a:off x="368463" y="5350975"/>
                <a:ext cx="575368" cy="656723"/>
              </a:xfrm>
              <a:custGeom>
                <a:avLst/>
                <a:gdLst/>
                <a:ahLst/>
                <a:cxnLst/>
                <a:rect l="l" t="t" r="r" b="b"/>
                <a:pathLst>
                  <a:path w="575368" h="656723" fill="none">
                    <a:moveTo>
                      <a:pt x="0" y="552773"/>
                    </a:moveTo>
                    <a:lnTo>
                      <a:pt x="108718" y="656723"/>
                    </a:lnTo>
                    <a:lnTo>
                      <a:pt x="156688" y="606683"/>
                    </a:lnTo>
                    <a:lnTo>
                      <a:pt x="230489" y="490405"/>
                    </a:lnTo>
                    <a:lnTo>
                      <a:pt x="389789" y="323997"/>
                    </a:lnTo>
                    <a:lnTo>
                      <a:pt x="500668" y="247138"/>
                    </a:lnTo>
                    <a:lnTo>
                      <a:pt x="575368" y="169019"/>
                    </a:lnTo>
                    <a:lnTo>
                      <a:pt x="572579" y="41760"/>
                    </a:lnTo>
                    <a:lnTo>
                      <a:pt x="528840" y="0"/>
                    </a:lnTo>
                    <a:lnTo>
                      <a:pt x="0" y="552773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5" name="Контур"/>
              <p:cNvSpPr/>
              <p:nvPr/>
            </p:nvSpPr>
            <p:spPr>
              <a:xfrm>
                <a:off x="252000" y="3232477"/>
                <a:ext cx="1131306" cy="4418883"/>
              </a:xfrm>
              <a:custGeom>
                <a:avLst/>
                <a:gdLst/>
                <a:ahLst/>
                <a:cxnLst/>
                <a:rect l="l" t="t" r="r" b="b"/>
                <a:pathLst>
                  <a:path w="1131306" h="4418883" fill="none">
                    <a:moveTo>
                      <a:pt x="339577" y="1826178"/>
                    </a:moveTo>
                    <a:lnTo>
                      <a:pt x="0" y="2181125"/>
                    </a:lnTo>
                    <a:moveTo>
                      <a:pt x="0" y="2559847"/>
                    </a:moveTo>
                    <a:lnTo>
                      <a:pt x="116463" y="2671271"/>
                    </a:lnTo>
                    <a:lnTo>
                      <a:pt x="645303" y="2118498"/>
                    </a:lnTo>
                    <a:lnTo>
                      <a:pt x="339577" y="1826178"/>
                    </a:lnTo>
                    <a:lnTo>
                      <a:pt x="339577" y="1826178"/>
                    </a:lnTo>
                    <a:moveTo>
                      <a:pt x="0" y="2181083"/>
                    </a:moveTo>
                    <a:lnTo>
                      <a:pt x="339577" y="1826178"/>
                    </a:lnTo>
                    <a:lnTo>
                      <a:pt x="0" y="1501483"/>
                    </a:lnTo>
                    <a:moveTo>
                      <a:pt x="0" y="1501483"/>
                    </a:moveTo>
                    <a:lnTo>
                      <a:pt x="339577" y="1826178"/>
                    </a:lnTo>
                    <a:lnTo>
                      <a:pt x="645303" y="2118498"/>
                    </a:lnTo>
                    <a:lnTo>
                      <a:pt x="689042" y="2160258"/>
                    </a:lnTo>
                    <a:lnTo>
                      <a:pt x="859860" y="2367888"/>
                    </a:lnTo>
                    <a:lnTo>
                      <a:pt x="890190" y="2321898"/>
                    </a:lnTo>
                    <a:lnTo>
                      <a:pt x="947070" y="2214799"/>
                    </a:lnTo>
                    <a:lnTo>
                      <a:pt x="966510" y="2145770"/>
                    </a:lnTo>
                    <a:lnTo>
                      <a:pt x="824852" y="2003030"/>
                    </a:lnTo>
                    <a:lnTo>
                      <a:pt x="784803" y="1964960"/>
                    </a:lnTo>
                    <a:lnTo>
                      <a:pt x="773193" y="1947860"/>
                    </a:lnTo>
                    <a:lnTo>
                      <a:pt x="680135" y="1812050"/>
                    </a:lnTo>
                    <a:lnTo>
                      <a:pt x="419408" y="1563830"/>
                    </a:lnTo>
                    <a:lnTo>
                      <a:pt x="263440" y="1468160"/>
                    </a:lnTo>
                    <a:lnTo>
                      <a:pt x="0" y="1217151"/>
                    </a:lnTo>
                    <a:moveTo>
                      <a:pt x="0" y="1217151"/>
                    </a:moveTo>
                    <a:lnTo>
                      <a:pt x="263440" y="1468160"/>
                    </a:lnTo>
                    <a:lnTo>
                      <a:pt x="419408" y="1563830"/>
                    </a:lnTo>
                    <a:lnTo>
                      <a:pt x="680135" y="1812050"/>
                    </a:lnTo>
                    <a:lnTo>
                      <a:pt x="784803" y="1964960"/>
                    </a:lnTo>
                    <a:lnTo>
                      <a:pt x="824852" y="2003030"/>
                    </a:lnTo>
                    <a:lnTo>
                      <a:pt x="928982" y="2002941"/>
                    </a:lnTo>
                    <a:lnTo>
                      <a:pt x="987212" y="1947232"/>
                    </a:lnTo>
                    <a:lnTo>
                      <a:pt x="678516" y="1651852"/>
                    </a:lnTo>
                    <a:lnTo>
                      <a:pt x="1131306" y="1178638"/>
                    </a:lnTo>
                    <a:lnTo>
                      <a:pt x="1025557" y="1169907"/>
                    </a:lnTo>
                    <a:lnTo>
                      <a:pt x="799661" y="716039"/>
                    </a:lnTo>
                    <a:lnTo>
                      <a:pt x="732882" y="609929"/>
                    </a:lnTo>
                    <a:lnTo>
                      <a:pt x="556845" y="367920"/>
                    </a:lnTo>
                    <a:lnTo>
                      <a:pt x="216290" y="0"/>
                    </a:lnTo>
                    <a:lnTo>
                      <a:pt x="160130" y="58679"/>
                    </a:lnTo>
                    <a:lnTo>
                      <a:pt x="383147" y="272069"/>
                    </a:lnTo>
                    <a:lnTo>
                      <a:pt x="0" y="672611"/>
                    </a:lnTo>
                    <a:moveTo>
                      <a:pt x="58138" y="3480184"/>
                    </a:moveTo>
                    <a:lnTo>
                      <a:pt x="0" y="3549608"/>
                    </a:lnTo>
                    <a:moveTo>
                      <a:pt x="0" y="4418883"/>
                    </a:moveTo>
                    <a:lnTo>
                      <a:pt x="35452" y="4399528"/>
                    </a:lnTo>
                    <a:lnTo>
                      <a:pt x="421551" y="4164722"/>
                    </a:lnTo>
                    <a:lnTo>
                      <a:pt x="436581" y="4102893"/>
                    </a:lnTo>
                    <a:lnTo>
                      <a:pt x="58138" y="3480184"/>
                    </a:lnTo>
                    <a:lnTo>
                      <a:pt x="58138" y="3480184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6" name="Контур"/>
              <p:cNvSpPr/>
              <p:nvPr/>
            </p:nvSpPr>
            <p:spPr>
              <a:xfrm>
                <a:off x="310138" y="6473895"/>
                <a:ext cx="668782" cy="923304"/>
              </a:xfrm>
              <a:custGeom>
                <a:avLst/>
                <a:gdLst/>
                <a:ahLst/>
                <a:cxnLst/>
                <a:rect l="l" t="t" r="r" b="b"/>
                <a:pathLst>
                  <a:path w="668782" h="923304" fill="none">
                    <a:moveTo>
                      <a:pt x="105750" y="152908"/>
                    </a:moveTo>
                    <a:lnTo>
                      <a:pt x="74520" y="199257"/>
                    </a:lnTo>
                    <a:lnTo>
                      <a:pt x="48870" y="180357"/>
                    </a:lnTo>
                    <a:lnTo>
                      <a:pt x="0" y="238766"/>
                    </a:lnTo>
                    <a:lnTo>
                      <a:pt x="378443" y="861475"/>
                    </a:lnTo>
                    <a:lnTo>
                      <a:pt x="363413" y="923304"/>
                    </a:lnTo>
                    <a:lnTo>
                      <a:pt x="555652" y="806396"/>
                    </a:lnTo>
                    <a:lnTo>
                      <a:pt x="493823" y="791366"/>
                    </a:lnTo>
                    <a:lnTo>
                      <a:pt x="105750" y="152908"/>
                    </a:lnTo>
                    <a:close/>
                    <a:moveTo>
                      <a:pt x="493823" y="791366"/>
                    </a:moveTo>
                    <a:lnTo>
                      <a:pt x="555652" y="806396"/>
                    </a:lnTo>
                    <a:lnTo>
                      <a:pt x="616942" y="769767"/>
                    </a:lnTo>
                    <a:lnTo>
                      <a:pt x="622522" y="765807"/>
                    </a:lnTo>
                    <a:lnTo>
                      <a:pt x="668782" y="732687"/>
                    </a:lnTo>
                    <a:lnTo>
                      <a:pt x="624592" y="659428"/>
                    </a:lnTo>
                    <a:lnTo>
                      <a:pt x="223560" y="0"/>
                    </a:lnTo>
                    <a:lnTo>
                      <a:pt x="126270" y="122488"/>
                    </a:lnTo>
                    <a:lnTo>
                      <a:pt x="105750" y="152908"/>
                    </a:lnTo>
                    <a:lnTo>
                      <a:pt x="493823" y="791366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7" name="Контур"/>
              <p:cNvSpPr/>
              <p:nvPr/>
            </p:nvSpPr>
            <p:spPr>
              <a:xfrm>
                <a:off x="252000" y="5981776"/>
                <a:ext cx="150571" cy="283064"/>
              </a:xfrm>
              <a:custGeom>
                <a:avLst/>
                <a:gdLst/>
                <a:ahLst/>
                <a:cxnLst/>
                <a:rect l="l" t="t" r="r" b="b"/>
                <a:pathLst>
                  <a:path w="150571" h="283064" fill="none">
                    <a:moveTo>
                      <a:pt x="0" y="283064"/>
                    </a:moveTo>
                    <a:lnTo>
                      <a:pt x="52021" y="206909"/>
                    </a:lnTo>
                    <a:lnTo>
                      <a:pt x="150571" y="103950"/>
                    </a:lnTo>
                    <a:lnTo>
                      <a:pt x="41853" y="0"/>
                    </a:lnTo>
                    <a:lnTo>
                      <a:pt x="0" y="43755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8" name="Контур"/>
              <p:cNvSpPr/>
              <p:nvPr/>
            </p:nvSpPr>
            <p:spPr>
              <a:xfrm>
                <a:off x="533698" y="5754174"/>
                <a:ext cx="1321281" cy="1379149"/>
              </a:xfrm>
              <a:custGeom>
                <a:avLst/>
                <a:gdLst/>
                <a:ahLst/>
                <a:cxnLst/>
                <a:rect l="l" t="t" r="r" b="b"/>
                <a:pathLst>
                  <a:path w="1321281" h="1379149" fill="none">
                    <a:moveTo>
                      <a:pt x="612000" y="19530"/>
                    </a:moveTo>
                    <a:lnTo>
                      <a:pt x="638460" y="71190"/>
                    </a:lnTo>
                    <a:lnTo>
                      <a:pt x="643320" y="80819"/>
                    </a:lnTo>
                    <a:lnTo>
                      <a:pt x="539100" y="134998"/>
                    </a:lnTo>
                    <a:lnTo>
                      <a:pt x="502470" y="138688"/>
                    </a:lnTo>
                    <a:lnTo>
                      <a:pt x="490320" y="144898"/>
                    </a:lnTo>
                    <a:lnTo>
                      <a:pt x="345150" y="285206"/>
                    </a:lnTo>
                    <a:lnTo>
                      <a:pt x="0" y="719721"/>
                    </a:lnTo>
                    <a:lnTo>
                      <a:pt x="401032" y="1379149"/>
                    </a:lnTo>
                    <a:lnTo>
                      <a:pt x="724042" y="1182862"/>
                    </a:lnTo>
                    <a:lnTo>
                      <a:pt x="1321281" y="660150"/>
                    </a:lnTo>
                    <a:lnTo>
                      <a:pt x="631350" y="0"/>
                    </a:lnTo>
                    <a:lnTo>
                      <a:pt x="612000" y="1953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9" name="Контур"/>
              <p:cNvSpPr/>
              <p:nvPr/>
            </p:nvSpPr>
            <p:spPr>
              <a:xfrm>
                <a:off x="252000" y="6613150"/>
                <a:ext cx="58138" cy="168948"/>
              </a:xfrm>
              <a:custGeom>
                <a:avLst/>
                <a:gdLst/>
                <a:ahLst/>
                <a:cxnLst/>
                <a:rect l="l" t="t" r="r" b="b"/>
                <a:pathLst>
                  <a:path w="58138" h="168948" fill="none">
                    <a:moveTo>
                      <a:pt x="17009" y="31832"/>
                    </a:moveTo>
                    <a:lnTo>
                      <a:pt x="8999" y="29762"/>
                    </a:lnTo>
                    <a:lnTo>
                      <a:pt x="0" y="23647"/>
                    </a:lnTo>
                    <a:moveTo>
                      <a:pt x="0" y="168948"/>
                    </a:moveTo>
                    <a:lnTo>
                      <a:pt x="58138" y="99511"/>
                    </a:lnTo>
                    <a:lnTo>
                      <a:pt x="17009" y="31832"/>
                    </a:lnTo>
                    <a:lnTo>
                      <a:pt x="17009" y="31832"/>
                    </a:lnTo>
                    <a:moveTo>
                      <a:pt x="0" y="23647"/>
                    </a:moveTo>
                    <a:lnTo>
                      <a:pt x="8999" y="29762"/>
                    </a:lnTo>
                    <a:lnTo>
                      <a:pt x="17009" y="31832"/>
                    </a:lnTo>
                    <a:lnTo>
                      <a:pt x="4589" y="11402"/>
                    </a:lnTo>
                    <a:lnTo>
                      <a:pt x="0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0" name="Контур"/>
              <p:cNvSpPr/>
              <p:nvPr/>
            </p:nvSpPr>
            <p:spPr>
              <a:xfrm>
                <a:off x="596054" y="3834962"/>
                <a:ext cx="6024208" cy="5532326"/>
              </a:xfrm>
              <a:custGeom>
                <a:avLst/>
                <a:gdLst/>
                <a:ahLst/>
                <a:cxnLst/>
                <a:rect l="l" t="t" r="r" b="b"/>
                <a:pathLst>
                  <a:path w="6024208" h="5532326" fill="none">
                    <a:moveTo>
                      <a:pt x="0" y="4614509"/>
                    </a:moveTo>
                    <a:lnTo>
                      <a:pt x="17820" y="4620989"/>
                    </a:lnTo>
                    <a:lnTo>
                      <a:pt x="118258" y="4747259"/>
                    </a:lnTo>
                    <a:lnTo>
                      <a:pt x="69118" y="4782988"/>
                    </a:lnTo>
                    <a:lnTo>
                      <a:pt x="99268" y="4831678"/>
                    </a:lnTo>
                    <a:lnTo>
                      <a:pt x="143908" y="4799459"/>
                    </a:lnTo>
                    <a:lnTo>
                      <a:pt x="208527" y="4890988"/>
                    </a:lnTo>
                    <a:lnTo>
                      <a:pt x="163617" y="4925368"/>
                    </a:lnTo>
                    <a:lnTo>
                      <a:pt x="338484" y="5168727"/>
                    </a:lnTo>
                    <a:lnTo>
                      <a:pt x="544130" y="5497226"/>
                    </a:lnTo>
                    <a:lnTo>
                      <a:pt x="548900" y="5494706"/>
                    </a:lnTo>
                    <a:lnTo>
                      <a:pt x="568070" y="5528456"/>
                    </a:lnTo>
                    <a:lnTo>
                      <a:pt x="574910" y="5532326"/>
                    </a:lnTo>
                    <a:lnTo>
                      <a:pt x="1514147" y="4943827"/>
                    </a:lnTo>
                    <a:lnTo>
                      <a:pt x="1497767" y="4916197"/>
                    </a:lnTo>
                    <a:lnTo>
                      <a:pt x="1596497" y="4857608"/>
                    </a:lnTo>
                    <a:lnTo>
                      <a:pt x="1496509" y="4680849"/>
                    </a:lnTo>
                    <a:lnTo>
                      <a:pt x="1601358" y="4628920"/>
                    </a:lnTo>
                    <a:lnTo>
                      <a:pt x="1433512" y="4273601"/>
                    </a:lnTo>
                    <a:lnTo>
                      <a:pt x="1405252" y="4263071"/>
                    </a:lnTo>
                    <a:lnTo>
                      <a:pt x="1233894" y="4244440"/>
                    </a:lnTo>
                    <a:lnTo>
                      <a:pt x="811075" y="4442526"/>
                    </a:lnTo>
                    <a:lnTo>
                      <a:pt x="808825" y="4437666"/>
                    </a:lnTo>
                    <a:lnTo>
                      <a:pt x="704606" y="4485635"/>
                    </a:lnTo>
                    <a:lnTo>
                      <a:pt x="706316" y="4489775"/>
                    </a:lnTo>
                    <a:lnTo>
                      <a:pt x="590847" y="4480144"/>
                    </a:lnTo>
                    <a:lnTo>
                      <a:pt x="489957" y="4504893"/>
                    </a:lnTo>
                    <a:lnTo>
                      <a:pt x="392399" y="4365303"/>
                    </a:lnTo>
                    <a:lnTo>
                      <a:pt x="79110" y="4578960"/>
                    </a:lnTo>
                    <a:lnTo>
                      <a:pt x="74790" y="4575540"/>
                    </a:lnTo>
                    <a:lnTo>
                      <a:pt x="0" y="4614509"/>
                    </a:lnTo>
                    <a:close/>
                    <a:moveTo>
                      <a:pt x="3926860" y="3431944"/>
                    </a:moveTo>
                    <a:lnTo>
                      <a:pt x="2051625" y="4607053"/>
                    </a:lnTo>
                    <a:lnTo>
                      <a:pt x="2222442" y="4942302"/>
                    </a:lnTo>
                    <a:lnTo>
                      <a:pt x="2382102" y="4814144"/>
                    </a:lnTo>
                    <a:lnTo>
                      <a:pt x="2948110" y="4459460"/>
                    </a:lnTo>
                    <a:lnTo>
                      <a:pt x="2972680" y="4443620"/>
                    </a:lnTo>
                    <a:lnTo>
                      <a:pt x="2969530" y="4439030"/>
                    </a:lnTo>
                    <a:lnTo>
                      <a:pt x="3519878" y="4090017"/>
                    </a:lnTo>
                    <a:lnTo>
                      <a:pt x="3551108" y="4139516"/>
                    </a:lnTo>
                    <a:lnTo>
                      <a:pt x="3624638" y="4113867"/>
                    </a:lnTo>
                    <a:lnTo>
                      <a:pt x="3739567" y="4042768"/>
                    </a:lnTo>
                    <a:lnTo>
                      <a:pt x="3703928" y="3985889"/>
                    </a:lnTo>
                    <a:lnTo>
                      <a:pt x="4122877" y="3723363"/>
                    </a:lnTo>
                    <a:lnTo>
                      <a:pt x="3926860" y="3431944"/>
                    </a:lnTo>
                    <a:close/>
                    <a:moveTo>
                      <a:pt x="1363766" y="3701745"/>
                    </a:moveTo>
                    <a:lnTo>
                      <a:pt x="1367096" y="3708495"/>
                    </a:lnTo>
                    <a:lnTo>
                      <a:pt x="1346036" y="3721184"/>
                    </a:lnTo>
                    <a:lnTo>
                      <a:pt x="1372046" y="3771224"/>
                    </a:lnTo>
                    <a:lnTo>
                      <a:pt x="1368896" y="3759344"/>
                    </a:lnTo>
                    <a:lnTo>
                      <a:pt x="1376366" y="3716325"/>
                    </a:lnTo>
                    <a:lnTo>
                      <a:pt x="1395896" y="3682215"/>
                    </a:lnTo>
                    <a:lnTo>
                      <a:pt x="1402466" y="3676725"/>
                    </a:lnTo>
                    <a:lnTo>
                      <a:pt x="1363766" y="3701745"/>
                    </a:lnTo>
                    <a:close/>
                    <a:moveTo>
                      <a:pt x="2155584" y="3190914"/>
                    </a:moveTo>
                    <a:lnTo>
                      <a:pt x="1363766" y="3701745"/>
                    </a:lnTo>
                    <a:lnTo>
                      <a:pt x="1367096" y="3708495"/>
                    </a:lnTo>
                    <a:lnTo>
                      <a:pt x="1346036" y="3721184"/>
                    </a:lnTo>
                    <a:lnTo>
                      <a:pt x="1715119" y="4436052"/>
                    </a:lnTo>
                    <a:lnTo>
                      <a:pt x="2061618" y="4220146"/>
                    </a:lnTo>
                    <a:lnTo>
                      <a:pt x="2118588" y="4166146"/>
                    </a:lnTo>
                    <a:lnTo>
                      <a:pt x="2292377" y="4059048"/>
                    </a:lnTo>
                    <a:lnTo>
                      <a:pt x="2258538" y="3997309"/>
                    </a:lnTo>
                    <a:lnTo>
                      <a:pt x="2361138" y="3932510"/>
                    </a:lnTo>
                    <a:lnTo>
                      <a:pt x="2367708" y="3943040"/>
                    </a:lnTo>
                    <a:lnTo>
                      <a:pt x="2391648" y="3928010"/>
                    </a:lnTo>
                    <a:lnTo>
                      <a:pt x="2385078" y="3917480"/>
                    </a:lnTo>
                    <a:lnTo>
                      <a:pt x="2492357" y="3850431"/>
                    </a:lnTo>
                    <a:lnTo>
                      <a:pt x="2376980" y="3655852"/>
                    </a:lnTo>
                    <a:lnTo>
                      <a:pt x="2411810" y="3502043"/>
                    </a:lnTo>
                    <a:lnTo>
                      <a:pt x="2468240" y="3468564"/>
                    </a:lnTo>
                    <a:lnTo>
                      <a:pt x="2474900" y="3456414"/>
                    </a:lnTo>
                    <a:lnTo>
                      <a:pt x="2471030" y="3443184"/>
                    </a:lnTo>
                    <a:lnTo>
                      <a:pt x="2387872" y="3302784"/>
                    </a:lnTo>
                    <a:lnTo>
                      <a:pt x="2364922" y="3308364"/>
                    </a:lnTo>
                    <a:lnTo>
                      <a:pt x="2276003" y="3182455"/>
                    </a:lnTo>
                    <a:lnTo>
                      <a:pt x="2185734" y="3239964"/>
                    </a:lnTo>
                    <a:lnTo>
                      <a:pt x="2155584" y="3190914"/>
                    </a:lnTo>
                    <a:close/>
                    <a:moveTo>
                      <a:pt x="2825800" y="4536139"/>
                    </a:moveTo>
                    <a:lnTo>
                      <a:pt x="2474981" y="4756005"/>
                    </a:lnTo>
                    <a:lnTo>
                      <a:pt x="2637068" y="5023214"/>
                    </a:lnTo>
                    <a:lnTo>
                      <a:pt x="2951438" y="4808388"/>
                    </a:lnTo>
                    <a:lnTo>
                      <a:pt x="2950898" y="4786248"/>
                    </a:lnTo>
                    <a:lnTo>
                      <a:pt x="2950268" y="4759158"/>
                    </a:lnTo>
                    <a:lnTo>
                      <a:pt x="2949908" y="4744668"/>
                    </a:lnTo>
                    <a:lnTo>
                      <a:pt x="2928308" y="4707678"/>
                    </a:lnTo>
                    <a:lnTo>
                      <a:pt x="2879079" y="4612818"/>
                    </a:lnTo>
                    <a:lnTo>
                      <a:pt x="2859460" y="4573849"/>
                    </a:lnTo>
                    <a:lnTo>
                      <a:pt x="2843620" y="4555849"/>
                    </a:lnTo>
                    <a:lnTo>
                      <a:pt x="2838940" y="4558729"/>
                    </a:lnTo>
                    <a:lnTo>
                      <a:pt x="2825800" y="4536139"/>
                    </a:lnTo>
                    <a:close/>
                    <a:moveTo>
                      <a:pt x="2155584" y="3190914"/>
                    </a:moveTo>
                    <a:lnTo>
                      <a:pt x="2185734" y="3239964"/>
                    </a:lnTo>
                    <a:lnTo>
                      <a:pt x="2276003" y="3182455"/>
                    </a:lnTo>
                    <a:lnTo>
                      <a:pt x="2364922" y="3308364"/>
                    </a:lnTo>
                    <a:lnTo>
                      <a:pt x="2387872" y="3302784"/>
                    </a:lnTo>
                    <a:lnTo>
                      <a:pt x="2471030" y="3443184"/>
                    </a:lnTo>
                    <a:lnTo>
                      <a:pt x="2474900" y="3456414"/>
                    </a:lnTo>
                    <a:lnTo>
                      <a:pt x="2468240" y="3468564"/>
                    </a:lnTo>
                    <a:lnTo>
                      <a:pt x="2411810" y="3502043"/>
                    </a:lnTo>
                    <a:lnTo>
                      <a:pt x="2376980" y="3655852"/>
                    </a:lnTo>
                    <a:lnTo>
                      <a:pt x="2492357" y="3850431"/>
                    </a:lnTo>
                    <a:lnTo>
                      <a:pt x="2385078" y="3917480"/>
                    </a:lnTo>
                    <a:lnTo>
                      <a:pt x="2391648" y="3928010"/>
                    </a:lnTo>
                    <a:lnTo>
                      <a:pt x="2367708" y="3943040"/>
                    </a:lnTo>
                    <a:lnTo>
                      <a:pt x="2361138" y="3932510"/>
                    </a:lnTo>
                    <a:lnTo>
                      <a:pt x="2258538" y="3997309"/>
                    </a:lnTo>
                    <a:lnTo>
                      <a:pt x="2292377" y="4059048"/>
                    </a:lnTo>
                    <a:lnTo>
                      <a:pt x="2118588" y="4166146"/>
                    </a:lnTo>
                    <a:lnTo>
                      <a:pt x="2061618" y="4220146"/>
                    </a:lnTo>
                    <a:lnTo>
                      <a:pt x="1715119" y="4436052"/>
                    </a:lnTo>
                    <a:lnTo>
                      <a:pt x="1834637" y="4674461"/>
                    </a:lnTo>
                    <a:lnTo>
                      <a:pt x="1889986" y="4647192"/>
                    </a:lnTo>
                    <a:lnTo>
                      <a:pt x="1912846" y="4693901"/>
                    </a:lnTo>
                    <a:lnTo>
                      <a:pt x="3381642" y="3773578"/>
                    </a:lnTo>
                    <a:lnTo>
                      <a:pt x="3064847" y="3294689"/>
                    </a:lnTo>
                    <a:lnTo>
                      <a:pt x="3088787" y="3278939"/>
                    </a:lnTo>
                    <a:lnTo>
                      <a:pt x="2778382" y="2830470"/>
                    </a:lnTo>
                    <a:lnTo>
                      <a:pt x="2570033" y="2948278"/>
                    </a:lnTo>
                    <a:lnTo>
                      <a:pt x="2359434" y="3080936"/>
                    </a:lnTo>
                    <a:lnTo>
                      <a:pt x="2386343" y="3118196"/>
                    </a:lnTo>
                    <a:lnTo>
                      <a:pt x="2344853" y="3144925"/>
                    </a:lnTo>
                    <a:lnTo>
                      <a:pt x="2324874" y="3117295"/>
                    </a:lnTo>
                    <a:lnTo>
                      <a:pt x="2323074" y="3103885"/>
                    </a:lnTo>
                    <a:lnTo>
                      <a:pt x="2277804" y="3133045"/>
                    </a:lnTo>
                    <a:lnTo>
                      <a:pt x="2268714" y="3118915"/>
                    </a:lnTo>
                    <a:lnTo>
                      <a:pt x="2155584" y="3190914"/>
                    </a:lnTo>
                    <a:close/>
                    <a:moveTo>
                      <a:pt x="1703779" y="4443072"/>
                    </a:moveTo>
                    <a:lnTo>
                      <a:pt x="1800257" y="4656461"/>
                    </a:lnTo>
                    <a:lnTo>
                      <a:pt x="1819877" y="4682471"/>
                    </a:lnTo>
                    <a:lnTo>
                      <a:pt x="1846426" y="4735571"/>
                    </a:lnTo>
                    <a:lnTo>
                      <a:pt x="1912846" y="4693901"/>
                    </a:lnTo>
                    <a:lnTo>
                      <a:pt x="1889986" y="4647192"/>
                    </a:lnTo>
                    <a:lnTo>
                      <a:pt x="1834637" y="4674461"/>
                    </a:lnTo>
                    <a:lnTo>
                      <a:pt x="1715119" y="4436052"/>
                    </a:lnTo>
                    <a:lnTo>
                      <a:pt x="1703779" y="4443072"/>
                    </a:lnTo>
                    <a:close/>
                    <a:moveTo>
                      <a:pt x="5152579" y="880920"/>
                    </a:moveTo>
                    <a:lnTo>
                      <a:pt x="4495310" y="1377802"/>
                    </a:lnTo>
                    <a:lnTo>
                      <a:pt x="2439084" y="2870698"/>
                    </a:lnTo>
                    <a:lnTo>
                      <a:pt x="2256115" y="2979596"/>
                    </a:lnTo>
                    <a:lnTo>
                      <a:pt x="2195275" y="3042955"/>
                    </a:lnTo>
                    <a:lnTo>
                      <a:pt x="1318857" y="3663945"/>
                    </a:lnTo>
                    <a:lnTo>
                      <a:pt x="1339287" y="3697965"/>
                    </a:lnTo>
                    <a:lnTo>
                      <a:pt x="2234965" y="3053125"/>
                    </a:lnTo>
                    <a:lnTo>
                      <a:pt x="2264665" y="3011366"/>
                    </a:lnTo>
                    <a:lnTo>
                      <a:pt x="2302915" y="2978246"/>
                    </a:lnTo>
                    <a:lnTo>
                      <a:pt x="2407494" y="2920467"/>
                    </a:lnTo>
                    <a:lnTo>
                      <a:pt x="2627544" y="2770800"/>
                    </a:lnTo>
                    <a:lnTo>
                      <a:pt x="2674974" y="2750730"/>
                    </a:lnTo>
                    <a:lnTo>
                      <a:pt x="4096160" y="1712867"/>
                    </a:lnTo>
                    <a:lnTo>
                      <a:pt x="4698079" y="1294644"/>
                    </a:lnTo>
                    <a:lnTo>
                      <a:pt x="4866109" y="1146057"/>
                    </a:lnTo>
                    <a:lnTo>
                      <a:pt x="5023248" y="1035718"/>
                    </a:lnTo>
                    <a:lnTo>
                      <a:pt x="5075808" y="1012859"/>
                    </a:lnTo>
                    <a:lnTo>
                      <a:pt x="5173368" y="926100"/>
                    </a:lnTo>
                    <a:lnTo>
                      <a:pt x="5152579" y="880920"/>
                    </a:lnTo>
                    <a:close/>
                    <a:moveTo>
                      <a:pt x="2359434" y="3080936"/>
                    </a:moveTo>
                    <a:lnTo>
                      <a:pt x="2323074" y="3103885"/>
                    </a:lnTo>
                    <a:lnTo>
                      <a:pt x="2324874" y="3117295"/>
                    </a:lnTo>
                    <a:lnTo>
                      <a:pt x="2344853" y="3144925"/>
                    </a:lnTo>
                    <a:lnTo>
                      <a:pt x="2386343" y="3118196"/>
                    </a:lnTo>
                    <a:lnTo>
                      <a:pt x="2366363" y="3090566"/>
                    </a:lnTo>
                    <a:lnTo>
                      <a:pt x="2359434" y="3080936"/>
                    </a:lnTo>
                    <a:close/>
                    <a:moveTo>
                      <a:pt x="5135659" y="844111"/>
                    </a:moveTo>
                    <a:lnTo>
                      <a:pt x="4754690" y="1145426"/>
                    </a:lnTo>
                    <a:lnTo>
                      <a:pt x="2625834" y="2674231"/>
                    </a:lnTo>
                    <a:lnTo>
                      <a:pt x="2424685" y="2847928"/>
                    </a:lnTo>
                    <a:lnTo>
                      <a:pt x="2248105" y="2955656"/>
                    </a:lnTo>
                    <a:lnTo>
                      <a:pt x="2167915" y="3025135"/>
                    </a:lnTo>
                    <a:lnTo>
                      <a:pt x="1301667" y="3635415"/>
                    </a:lnTo>
                    <a:lnTo>
                      <a:pt x="1318857" y="3663945"/>
                    </a:lnTo>
                    <a:lnTo>
                      <a:pt x="2195275" y="3042955"/>
                    </a:lnTo>
                    <a:lnTo>
                      <a:pt x="2256115" y="2979596"/>
                    </a:lnTo>
                    <a:lnTo>
                      <a:pt x="2439084" y="2870698"/>
                    </a:lnTo>
                    <a:lnTo>
                      <a:pt x="4495310" y="1377802"/>
                    </a:lnTo>
                    <a:lnTo>
                      <a:pt x="5152579" y="880920"/>
                    </a:lnTo>
                    <a:lnTo>
                      <a:pt x="5135659" y="844111"/>
                    </a:lnTo>
                    <a:close/>
                    <a:moveTo>
                      <a:pt x="1347482" y="2882210"/>
                    </a:moveTo>
                    <a:lnTo>
                      <a:pt x="1411111" y="2943410"/>
                    </a:lnTo>
                    <a:lnTo>
                      <a:pt x="1522981" y="2887432"/>
                    </a:lnTo>
                    <a:lnTo>
                      <a:pt x="1672560" y="2794283"/>
                    </a:lnTo>
                    <a:lnTo>
                      <a:pt x="1795410" y="2738664"/>
                    </a:lnTo>
                    <a:lnTo>
                      <a:pt x="2501819" y="2178873"/>
                    </a:lnTo>
                    <a:lnTo>
                      <a:pt x="2461139" y="2134953"/>
                    </a:lnTo>
                    <a:lnTo>
                      <a:pt x="3475617" y="1396245"/>
                    </a:lnTo>
                    <a:lnTo>
                      <a:pt x="3465537" y="1359076"/>
                    </a:lnTo>
                    <a:lnTo>
                      <a:pt x="3400828" y="1265836"/>
                    </a:lnTo>
                    <a:lnTo>
                      <a:pt x="3345209" y="1200766"/>
                    </a:lnTo>
                    <a:lnTo>
                      <a:pt x="2714041" y="1658228"/>
                    </a:lnTo>
                    <a:lnTo>
                      <a:pt x="2355571" y="1996354"/>
                    </a:lnTo>
                    <a:lnTo>
                      <a:pt x="2336041" y="1975384"/>
                    </a:lnTo>
                    <a:lnTo>
                      <a:pt x="2091061" y="2202630"/>
                    </a:lnTo>
                    <a:lnTo>
                      <a:pt x="2112301" y="2225670"/>
                    </a:lnTo>
                    <a:lnTo>
                      <a:pt x="1730971" y="2585485"/>
                    </a:lnTo>
                    <a:lnTo>
                      <a:pt x="1717022" y="2570725"/>
                    </a:lnTo>
                    <a:lnTo>
                      <a:pt x="1709102" y="2578645"/>
                    </a:lnTo>
                    <a:lnTo>
                      <a:pt x="1679672" y="2547505"/>
                    </a:lnTo>
                    <a:lnTo>
                      <a:pt x="1338302" y="2873390"/>
                    </a:lnTo>
                    <a:lnTo>
                      <a:pt x="1347482" y="2882210"/>
                    </a:lnTo>
                    <a:close/>
                    <a:moveTo>
                      <a:pt x="713715" y="1635355"/>
                    </a:moveTo>
                    <a:lnTo>
                      <a:pt x="631365" y="1720674"/>
                    </a:lnTo>
                    <a:lnTo>
                      <a:pt x="554775" y="1810583"/>
                    </a:lnTo>
                    <a:lnTo>
                      <a:pt x="1313554" y="2615182"/>
                    </a:lnTo>
                    <a:lnTo>
                      <a:pt x="1469524" y="2436084"/>
                    </a:lnTo>
                    <a:lnTo>
                      <a:pt x="722985" y="1644625"/>
                    </a:lnTo>
                    <a:lnTo>
                      <a:pt x="713715" y="1635355"/>
                    </a:lnTo>
                    <a:close/>
                    <a:moveTo>
                      <a:pt x="4126232" y="0"/>
                    </a:moveTo>
                    <a:lnTo>
                      <a:pt x="4015622" y="93418"/>
                    </a:lnTo>
                    <a:lnTo>
                      <a:pt x="3662822" y="426144"/>
                    </a:lnTo>
                    <a:lnTo>
                      <a:pt x="3558332" y="577342"/>
                    </a:lnTo>
                    <a:lnTo>
                      <a:pt x="1589043" y="2434825"/>
                    </a:lnTo>
                    <a:lnTo>
                      <a:pt x="1604613" y="2451475"/>
                    </a:lnTo>
                    <a:lnTo>
                      <a:pt x="2177463" y="1897983"/>
                    </a:lnTo>
                    <a:lnTo>
                      <a:pt x="2246762" y="1965933"/>
                    </a:lnTo>
                    <a:lnTo>
                      <a:pt x="2229212" y="1988883"/>
                    </a:lnTo>
                    <a:lnTo>
                      <a:pt x="2222822" y="2013183"/>
                    </a:lnTo>
                    <a:lnTo>
                      <a:pt x="1676252" y="2543815"/>
                    </a:lnTo>
                    <a:lnTo>
                      <a:pt x="1679672" y="2547505"/>
                    </a:lnTo>
                    <a:lnTo>
                      <a:pt x="2225252" y="2013903"/>
                    </a:lnTo>
                    <a:lnTo>
                      <a:pt x="2230742" y="1988793"/>
                    </a:lnTo>
                    <a:lnTo>
                      <a:pt x="2280602" y="1940913"/>
                    </a:lnTo>
                    <a:lnTo>
                      <a:pt x="2512441" y="1804296"/>
                    </a:lnTo>
                    <a:lnTo>
                      <a:pt x="2685421" y="1678928"/>
                    </a:lnTo>
                    <a:lnTo>
                      <a:pt x="3292020" y="1105816"/>
                    </a:lnTo>
                    <a:lnTo>
                      <a:pt x="3522690" y="895489"/>
                    </a:lnTo>
                    <a:lnTo>
                      <a:pt x="3876479" y="635934"/>
                    </a:lnTo>
                    <a:lnTo>
                      <a:pt x="4150169" y="377997"/>
                    </a:lnTo>
                    <a:lnTo>
                      <a:pt x="4148189" y="433527"/>
                    </a:lnTo>
                    <a:lnTo>
                      <a:pt x="4272119" y="337228"/>
                    </a:lnTo>
                    <a:lnTo>
                      <a:pt x="4229189" y="366298"/>
                    </a:lnTo>
                    <a:lnTo>
                      <a:pt x="4237649" y="351718"/>
                    </a:lnTo>
                    <a:lnTo>
                      <a:pt x="4195709" y="334438"/>
                    </a:lnTo>
                    <a:lnTo>
                      <a:pt x="4263569" y="270719"/>
                    </a:lnTo>
                    <a:lnTo>
                      <a:pt x="4265009" y="225899"/>
                    </a:lnTo>
                    <a:lnTo>
                      <a:pt x="4259700" y="189089"/>
                    </a:lnTo>
                    <a:lnTo>
                      <a:pt x="4248630" y="153629"/>
                    </a:lnTo>
                    <a:lnTo>
                      <a:pt x="4225320" y="109980"/>
                    </a:lnTo>
                    <a:lnTo>
                      <a:pt x="4126232" y="0"/>
                    </a:lnTo>
                    <a:close/>
                    <a:moveTo>
                      <a:pt x="2714041" y="1658228"/>
                    </a:moveTo>
                    <a:lnTo>
                      <a:pt x="2512441" y="1804296"/>
                    </a:lnTo>
                    <a:lnTo>
                      <a:pt x="2280602" y="1940913"/>
                    </a:lnTo>
                    <a:lnTo>
                      <a:pt x="2230742" y="1988793"/>
                    </a:lnTo>
                    <a:lnTo>
                      <a:pt x="2225252" y="2013903"/>
                    </a:lnTo>
                    <a:lnTo>
                      <a:pt x="1756352" y="2473256"/>
                    </a:lnTo>
                    <a:lnTo>
                      <a:pt x="1679672" y="2547505"/>
                    </a:lnTo>
                    <a:lnTo>
                      <a:pt x="1709102" y="2578645"/>
                    </a:lnTo>
                    <a:lnTo>
                      <a:pt x="1717022" y="2570725"/>
                    </a:lnTo>
                    <a:lnTo>
                      <a:pt x="1730971" y="2585485"/>
                    </a:lnTo>
                    <a:lnTo>
                      <a:pt x="2112301" y="2225670"/>
                    </a:lnTo>
                    <a:lnTo>
                      <a:pt x="2091061" y="2202630"/>
                    </a:lnTo>
                    <a:lnTo>
                      <a:pt x="2336041" y="1975384"/>
                    </a:lnTo>
                    <a:lnTo>
                      <a:pt x="2355571" y="1996354"/>
                    </a:lnTo>
                    <a:lnTo>
                      <a:pt x="2714041" y="1658228"/>
                    </a:lnTo>
                    <a:close/>
                    <a:moveTo>
                      <a:pt x="4823791" y="3781958"/>
                    </a:moveTo>
                    <a:lnTo>
                      <a:pt x="4478192" y="4013974"/>
                    </a:lnTo>
                    <a:lnTo>
                      <a:pt x="3972753" y="4362628"/>
                    </a:lnTo>
                    <a:lnTo>
                      <a:pt x="3981753" y="4378198"/>
                    </a:lnTo>
                    <a:lnTo>
                      <a:pt x="4291977" y="4910906"/>
                    </a:lnTo>
                    <a:lnTo>
                      <a:pt x="4362897" y="4871757"/>
                    </a:lnTo>
                    <a:lnTo>
                      <a:pt x="4444527" y="4826668"/>
                    </a:lnTo>
                    <a:lnTo>
                      <a:pt x="4548116" y="4782569"/>
                    </a:lnTo>
                    <a:lnTo>
                      <a:pt x="4578356" y="4769519"/>
                    </a:lnTo>
                    <a:lnTo>
                      <a:pt x="4600316" y="4757819"/>
                    </a:lnTo>
                    <a:lnTo>
                      <a:pt x="4971295" y="4551723"/>
                    </a:lnTo>
                    <a:lnTo>
                      <a:pt x="5135364" y="4475045"/>
                    </a:lnTo>
                    <a:lnTo>
                      <a:pt x="5146884" y="4466225"/>
                    </a:lnTo>
                    <a:lnTo>
                      <a:pt x="5184595" y="4376496"/>
                    </a:lnTo>
                    <a:lnTo>
                      <a:pt x="5123036" y="4266876"/>
                    </a:lnTo>
                    <a:lnTo>
                      <a:pt x="4843051" y="3818137"/>
                    </a:lnTo>
                    <a:lnTo>
                      <a:pt x="4823791" y="3781958"/>
                    </a:lnTo>
                    <a:close/>
                    <a:moveTo>
                      <a:pt x="2716103" y="2769360"/>
                    </a:moveTo>
                    <a:lnTo>
                      <a:pt x="2770732" y="2836140"/>
                    </a:lnTo>
                    <a:lnTo>
                      <a:pt x="2778382" y="2830470"/>
                    </a:lnTo>
                    <a:lnTo>
                      <a:pt x="3088787" y="3278939"/>
                    </a:lnTo>
                    <a:lnTo>
                      <a:pt x="3064847" y="3294689"/>
                    </a:lnTo>
                    <a:lnTo>
                      <a:pt x="3381642" y="3773578"/>
                    </a:lnTo>
                    <a:lnTo>
                      <a:pt x="4180479" y="3272917"/>
                    </a:lnTo>
                    <a:lnTo>
                      <a:pt x="3830745" y="2763968"/>
                    </a:lnTo>
                    <a:lnTo>
                      <a:pt x="3814455" y="2802038"/>
                    </a:lnTo>
                    <a:lnTo>
                      <a:pt x="3635718" y="2557688"/>
                    </a:lnTo>
                    <a:lnTo>
                      <a:pt x="3668298" y="2536089"/>
                    </a:lnTo>
                    <a:lnTo>
                      <a:pt x="3645528" y="2501349"/>
                    </a:lnTo>
                    <a:lnTo>
                      <a:pt x="3693588" y="2466339"/>
                    </a:lnTo>
                    <a:lnTo>
                      <a:pt x="3499461" y="2198320"/>
                    </a:lnTo>
                    <a:lnTo>
                      <a:pt x="3264472" y="2356987"/>
                    </a:lnTo>
                    <a:lnTo>
                      <a:pt x="2716103" y="2769360"/>
                    </a:lnTo>
                    <a:close/>
                    <a:moveTo>
                      <a:pt x="4245006" y="3646865"/>
                    </a:moveTo>
                    <a:lnTo>
                      <a:pt x="3703928" y="3985889"/>
                    </a:lnTo>
                    <a:lnTo>
                      <a:pt x="3739567" y="4042768"/>
                    </a:lnTo>
                    <a:lnTo>
                      <a:pt x="3644977" y="4101357"/>
                    </a:lnTo>
                    <a:lnTo>
                      <a:pt x="3624638" y="4113867"/>
                    </a:lnTo>
                    <a:lnTo>
                      <a:pt x="4375324" y="3852154"/>
                    </a:lnTo>
                    <a:lnTo>
                      <a:pt x="4245006" y="3646865"/>
                    </a:lnTo>
                    <a:close/>
                    <a:moveTo>
                      <a:pt x="5964178" y="3071600"/>
                    </a:moveTo>
                    <a:lnTo>
                      <a:pt x="5963368" y="3043341"/>
                    </a:lnTo>
                    <a:lnTo>
                      <a:pt x="6024208" y="3009051"/>
                    </a:lnTo>
                    <a:lnTo>
                      <a:pt x="5906310" y="2766052"/>
                    </a:lnTo>
                    <a:lnTo>
                      <a:pt x="5873101" y="2729512"/>
                    </a:lnTo>
                    <a:lnTo>
                      <a:pt x="5835661" y="2709532"/>
                    </a:lnTo>
                    <a:lnTo>
                      <a:pt x="5793992" y="2702152"/>
                    </a:lnTo>
                    <a:lnTo>
                      <a:pt x="5751962" y="2708091"/>
                    </a:lnTo>
                    <a:lnTo>
                      <a:pt x="5719832" y="2722671"/>
                    </a:lnTo>
                    <a:lnTo>
                      <a:pt x="4245006" y="3646865"/>
                    </a:lnTo>
                    <a:lnTo>
                      <a:pt x="4478192" y="4013974"/>
                    </a:lnTo>
                    <a:lnTo>
                      <a:pt x="4863841" y="3755138"/>
                    </a:lnTo>
                    <a:lnTo>
                      <a:pt x="4827482" y="3665318"/>
                    </a:lnTo>
                    <a:lnTo>
                      <a:pt x="5070841" y="3513131"/>
                    </a:lnTo>
                    <a:lnTo>
                      <a:pt x="5121780" y="3593861"/>
                    </a:lnTo>
                    <a:lnTo>
                      <a:pt x="5964178" y="3071600"/>
                    </a:lnTo>
                    <a:close/>
                    <a:moveTo>
                      <a:pt x="5059414" y="3106694"/>
                    </a:moveTo>
                    <a:lnTo>
                      <a:pt x="5504913" y="2830219"/>
                    </a:lnTo>
                    <a:lnTo>
                      <a:pt x="5719293" y="2634292"/>
                    </a:lnTo>
                    <a:lnTo>
                      <a:pt x="5720643" y="2632132"/>
                    </a:lnTo>
                    <a:lnTo>
                      <a:pt x="5732343" y="2589022"/>
                    </a:lnTo>
                    <a:lnTo>
                      <a:pt x="5734233" y="2586502"/>
                    </a:lnTo>
                    <a:lnTo>
                      <a:pt x="5790573" y="2549063"/>
                    </a:lnTo>
                    <a:lnTo>
                      <a:pt x="5691215" y="2331084"/>
                    </a:lnTo>
                    <a:lnTo>
                      <a:pt x="5545685" y="2415232"/>
                    </a:lnTo>
                    <a:lnTo>
                      <a:pt x="4459118" y="3103900"/>
                    </a:lnTo>
                    <a:lnTo>
                      <a:pt x="4507628" y="3183190"/>
                    </a:lnTo>
                    <a:lnTo>
                      <a:pt x="4238978" y="3358057"/>
                    </a:lnTo>
                    <a:lnTo>
                      <a:pt x="4367946" y="3553176"/>
                    </a:lnTo>
                    <a:lnTo>
                      <a:pt x="5059414" y="3106694"/>
                    </a:lnTo>
                    <a:close/>
                    <a:moveTo>
                      <a:pt x="4180479" y="3272917"/>
                    </a:moveTo>
                    <a:lnTo>
                      <a:pt x="4238978" y="3358057"/>
                    </a:lnTo>
                    <a:lnTo>
                      <a:pt x="4507628" y="3183190"/>
                    </a:lnTo>
                    <a:lnTo>
                      <a:pt x="4459118" y="3103900"/>
                    </a:lnTo>
                    <a:lnTo>
                      <a:pt x="4180479" y="3272917"/>
                    </a:lnTo>
                    <a:close/>
                    <a:moveTo>
                      <a:pt x="4430689" y="1509021"/>
                    </a:moveTo>
                    <a:lnTo>
                      <a:pt x="3680361" y="2053062"/>
                    </a:lnTo>
                    <a:lnTo>
                      <a:pt x="3586491" y="2129741"/>
                    </a:lnTo>
                    <a:lnTo>
                      <a:pt x="3594321" y="2150171"/>
                    </a:lnTo>
                    <a:lnTo>
                      <a:pt x="3677660" y="2264111"/>
                    </a:lnTo>
                    <a:lnTo>
                      <a:pt x="3592160" y="2326210"/>
                    </a:lnTo>
                    <a:lnTo>
                      <a:pt x="3693588" y="2466339"/>
                    </a:lnTo>
                    <a:lnTo>
                      <a:pt x="3645528" y="2501349"/>
                    </a:lnTo>
                    <a:lnTo>
                      <a:pt x="3668298" y="2536089"/>
                    </a:lnTo>
                    <a:lnTo>
                      <a:pt x="3635718" y="2557688"/>
                    </a:lnTo>
                    <a:lnTo>
                      <a:pt x="3814455" y="2802038"/>
                    </a:lnTo>
                    <a:lnTo>
                      <a:pt x="3830745" y="2763968"/>
                    </a:lnTo>
                    <a:lnTo>
                      <a:pt x="4862142" y="2107160"/>
                    </a:lnTo>
                    <a:lnTo>
                      <a:pt x="4430689" y="1509021"/>
                    </a:lnTo>
                    <a:close/>
                    <a:moveTo>
                      <a:pt x="5418701" y="1752746"/>
                    </a:moveTo>
                    <a:lnTo>
                      <a:pt x="4862232" y="2107160"/>
                    </a:lnTo>
                    <a:lnTo>
                      <a:pt x="3830745" y="2763968"/>
                    </a:lnTo>
                    <a:lnTo>
                      <a:pt x="4180479" y="3272917"/>
                    </a:lnTo>
                    <a:lnTo>
                      <a:pt x="4459118" y="3103900"/>
                    </a:lnTo>
                    <a:lnTo>
                      <a:pt x="5545685" y="2415232"/>
                    </a:lnTo>
                    <a:lnTo>
                      <a:pt x="5691215" y="2331084"/>
                    </a:lnTo>
                    <a:lnTo>
                      <a:pt x="5566118" y="1989625"/>
                    </a:lnTo>
                    <a:lnTo>
                      <a:pt x="5418701" y="1752746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1" name="Контур"/>
              <p:cNvSpPr/>
              <p:nvPr/>
            </p:nvSpPr>
            <p:spPr>
              <a:xfrm>
                <a:off x="3811190" y="8872065"/>
                <a:ext cx="6484810" cy="1315935"/>
              </a:xfrm>
              <a:custGeom>
                <a:avLst/>
                <a:gdLst/>
                <a:ahLst/>
                <a:cxnLst/>
                <a:rect l="l" t="t" r="r" b="b"/>
                <a:pathLst>
                  <a:path w="6484810" h="1315935" fill="none">
                    <a:moveTo>
                      <a:pt x="3959337" y="383219"/>
                    </a:moveTo>
                    <a:lnTo>
                      <a:pt x="3779341" y="0"/>
                    </a:lnTo>
                    <a:lnTo>
                      <a:pt x="2496846" y="596327"/>
                    </a:lnTo>
                    <a:lnTo>
                      <a:pt x="2475067" y="549618"/>
                    </a:lnTo>
                    <a:lnTo>
                      <a:pt x="2434117" y="567887"/>
                    </a:lnTo>
                    <a:lnTo>
                      <a:pt x="2425477" y="548447"/>
                    </a:lnTo>
                    <a:lnTo>
                      <a:pt x="2339888" y="586426"/>
                    </a:lnTo>
                    <a:lnTo>
                      <a:pt x="2301908" y="493097"/>
                    </a:lnTo>
                    <a:lnTo>
                      <a:pt x="2156919" y="557625"/>
                    </a:lnTo>
                    <a:lnTo>
                      <a:pt x="2136130" y="511906"/>
                    </a:lnTo>
                    <a:lnTo>
                      <a:pt x="2062510" y="543225"/>
                    </a:lnTo>
                    <a:lnTo>
                      <a:pt x="2037940" y="493905"/>
                    </a:lnTo>
                    <a:lnTo>
                      <a:pt x="1847321" y="569503"/>
                    </a:lnTo>
                    <a:lnTo>
                      <a:pt x="1698555" y="239745"/>
                    </a:lnTo>
                    <a:lnTo>
                      <a:pt x="1610175" y="285464"/>
                    </a:lnTo>
                    <a:lnTo>
                      <a:pt x="1597305" y="286454"/>
                    </a:lnTo>
                    <a:lnTo>
                      <a:pt x="1266376" y="534400"/>
                    </a:lnTo>
                    <a:lnTo>
                      <a:pt x="864076" y="953254"/>
                    </a:lnTo>
                    <a:lnTo>
                      <a:pt x="806565" y="1041093"/>
                    </a:lnTo>
                    <a:lnTo>
                      <a:pt x="758595" y="1135862"/>
                    </a:lnTo>
                    <a:lnTo>
                      <a:pt x="688875" y="1315935"/>
                    </a:lnTo>
                    <a:moveTo>
                      <a:pt x="2643784" y="1315935"/>
                    </a:moveTo>
                    <a:lnTo>
                      <a:pt x="2635351" y="1292743"/>
                    </a:lnTo>
                    <a:lnTo>
                      <a:pt x="2533923" y="1078814"/>
                    </a:lnTo>
                    <a:lnTo>
                      <a:pt x="2541393" y="1075214"/>
                    </a:lnTo>
                    <a:lnTo>
                      <a:pt x="2398296" y="775515"/>
                    </a:lnTo>
                    <a:lnTo>
                      <a:pt x="3717421" y="144629"/>
                    </a:lnTo>
                    <a:lnTo>
                      <a:pt x="3747210" y="165509"/>
                    </a:lnTo>
                    <a:lnTo>
                      <a:pt x="3869968" y="419668"/>
                    </a:lnTo>
                    <a:lnTo>
                      <a:pt x="3959337" y="383219"/>
                    </a:lnTo>
                    <a:lnTo>
                      <a:pt x="3959337" y="383219"/>
                    </a:lnTo>
                    <a:moveTo>
                      <a:pt x="5643291" y="1315935"/>
                    </a:moveTo>
                    <a:lnTo>
                      <a:pt x="6034988" y="1128428"/>
                    </a:lnTo>
                    <a:lnTo>
                      <a:pt x="6484810" y="913145"/>
                    </a:lnTo>
                    <a:moveTo>
                      <a:pt x="6484810" y="759041"/>
                    </a:moveTo>
                    <a:lnTo>
                      <a:pt x="6380767" y="805152"/>
                    </a:lnTo>
                    <a:lnTo>
                      <a:pt x="6236138" y="871571"/>
                    </a:lnTo>
                    <a:lnTo>
                      <a:pt x="6189068" y="894430"/>
                    </a:lnTo>
                    <a:lnTo>
                      <a:pt x="5990889" y="993428"/>
                    </a:lnTo>
                    <a:lnTo>
                      <a:pt x="5619640" y="1167125"/>
                    </a:lnTo>
                    <a:lnTo>
                      <a:pt x="5307867" y="1315935"/>
                    </a:lnTo>
                    <a:moveTo>
                      <a:pt x="118069" y="1259427"/>
                    </a:moveTo>
                    <a:lnTo>
                      <a:pt x="0" y="1315935"/>
                    </a:lnTo>
                    <a:moveTo>
                      <a:pt x="145100" y="1315935"/>
                    </a:moveTo>
                    <a:lnTo>
                      <a:pt x="118069" y="1259427"/>
                    </a:lnTo>
                    <a:lnTo>
                      <a:pt x="118069" y="1259427"/>
                    </a:lnTo>
                    <a:moveTo>
                      <a:pt x="590746" y="1202640"/>
                    </a:moveTo>
                    <a:lnTo>
                      <a:pt x="488326" y="1252769"/>
                    </a:lnTo>
                    <a:lnTo>
                      <a:pt x="519842" y="1315935"/>
                    </a:lnTo>
                    <a:moveTo>
                      <a:pt x="645123" y="1315935"/>
                    </a:moveTo>
                    <a:lnTo>
                      <a:pt x="590746" y="1202640"/>
                    </a:lnTo>
                    <a:lnTo>
                      <a:pt x="590746" y="120264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2" name="Контур"/>
              <p:cNvSpPr/>
              <p:nvPr/>
            </p:nvSpPr>
            <p:spPr>
              <a:xfrm>
                <a:off x="3233122" y="7644380"/>
                <a:ext cx="3950618" cy="2460473"/>
              </a:xfrm>
              <a:custGeom>
                <a:avLst/>
                <a:gdLst/>
                <a:ahLst/>
                <a:cxnLst/>
                <a:rect l="l" t="t" r="r" b="b"/>
                <a:pathLst>
                  <a:path w="3950618" h="2460473" fill="none">
                    <a:moveTo>
                      <a:pt x="1667236" y="1521875"/>
                    </a:moveTo>
                    <a:lnTo>
                      <a:pt x="1657877" y="1523225"/>
                    </a:lnTo>
                    <a:lnTo>
                      <a:pt x="1499658" y="1544734"/>
                    </a:lnTo>
                    <a:lnTo>
                      <a:pt x="1336399" y="1564352"/>
                    </a:lnTo>
                    <a:lnTo>
                      <a:pt x="1165400" y="1580731"/>
                    </a:lnTo>
                    <a:lnTo>
                      <a:pt x="832312" y="1614569"/>
                    </a:lnTo>
                    <a:lnTo>
                      <a:pt x="501654" y="1699076"/>
                    </a:lnTo>
                    <a:lnTo>
                      <a:pt x="866056" y="2460473"/>
                    </a:lnTo>
                    <a:lnTo>
                      <a:pt x="1199325" y="2300996"/>
                    </a:lnTo>
                    <a:lnTo>
                      <a:pt x="1754265" y="1703854"/>
                    </a:lnTo>
                    <a:lnTo>
                      <a:pt x="1667236" y="1521875"/>
                    </a:lnTo>
                    <a:close/>
                    <a:moveTo>
                      <a:pt x="1317685" y="557350"/>
                    </a:moveTo>
                    <a:lnTo>
                      <a:pt x="436408" y="1112820"/>
                    </a:lnTo>
                    <a:lnTo>
                      <a:pt x="314370" y="998970"/>
                    </a:lnTo>
                    <a:lnTo>
                      <a:pt x="0" y="1213796"/>
                    </a:lnTo>
                    <a:lnTo>
                      <a:pt x="48510" y="1287866"/>
                    </a:lnTo>
                    <a:lnTo>
                      <a:pt x="99629" y="1365806"/>
                    </a:lnTo>
                    <a:lnTo>
                      <a:pt x="206458" y="1302177"/>
                    </a:lnTo>
                    <a:lnTo>
                      <a:pt x="306448" y="1309287"/>
                    </a:lnTo>
                    <a:lnTo>
                      <a:pt x="501654" y="1699076"/>
                    </a:lnTo>
                    <a:lnTo>
                      <a:pt x="832312" y="1614569"/>
                    </a:lnTo>
                    <a:lnTo>
                      <a:pt x="1165400" y="1580731"/>
                    </a:lnTo>
                    <a:lnTo>
                      <a:pt x="1336399" y="1564352"/>
                    </a:lnTo>
                    <a:lnTo>
                      <a:pt x="1499658" y="1544734"/>
                    </a:lnTo>
                    <a:lnTo>
                      <a:pt x="1657877" y="1523225"/>
                    </a:lnTo>
                    <a:lnTo>
                      <a:pt x="1821136" y="1499736"/>
                    </a:lnTo>
                    <a:lnTo>
                      <a:pt x="1877925" y="1490287"/>
                    </a:lnTo>
                    <a:lnTo>
                      <a:pt x="1641860" y="1097168"/>
                    </a:lnTo>
                    <a:lnTo>
                      <a:pt x="1317685" y="557350"/>
                    </a:lnTo>
                    <a:close/>
                    <a:moveTo>
                      <a:pt x="3772872" y="0"/>
                    </a:moveTo>
                    <a:lnTo>
                      <a:pt x="3603402" y="92518"/>
                    </a:lnTo>
                    <a:lnTo>
                      <a:pt x="3585583" y="77938"/>
                    </a:lnTo>
                    <a:lnTo>
                      <a:pt x="2503606" y="677057"/>
                    </a:lnTo>
                    <a:lnTo>
                      <a:pt x="2498296" y="665627"/>
                    </a:lnTo>
                    <a:lnTo>
                      <a:pt x="2334227" y="742305"/>
                    </a:lnTo>
                    <a:lnTo>
                      <a:pt x="1963248" y="948401"/>
                    </a:lnTo>
                    <a:lnTo>
                      <a:pt x="1941288" y="960101"/>
                    </a:lnTo>
                    <a:lnTo>
                      <a:pt x="1911048" y="973151"/>
                    </a:lnTo>
                    <a:lnTo>
                      <a:pt x="1807459" y="1017250"/>
                    </a:lnTo>
                    <a:lnTo>
                      <a:pt x="1725829" y="1062339"/>
                    </a:lnTo>
                    <a:lnTo>
                      <a:pt x="1952175" y="1472197"/>
                    </a:lnTo>
                    <a:lnTo>
                      <a:pt x="1985925" y="1455008"/>
                    </a:lnTo>
                    <a:lnTo>
                      <a:pt x="2190314" y="1378420"/>
                    </a:lnTo>
                    <a:lnTo>
                      <a:pt x="2392723" y="1285272"/>
                    </a:lnTo>
                    <a:lnTo>
                      <a:pt x="2412253" y="1258092"/>
                    </a:lnTo>
                    <a:lnTo>
                      <a:pt x="2444473" y="1241982"/>
                    </a:lnTo>
                    <a:lnTo>
                      <a:pt x="3950618" y="368819"/>
                    </a:lnTo>
                    <a:lnTo>
                      <a:pt x="3772872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3" name="Контур"/>
              <p:cNvSpPr/>
              <p:nvPr/>
            </p:nvSpPr>
            <p:spPr>
              <a:xfrm>
                <a:off x="1229824" y="8649106"/>
                <a:ext cx="4512570" cy="1538894"/>
              </a:xfrm>
              <a:custGeom>
                <a:avLst/>
                <a:gdLst/>
                <a:ahLst/>
                <a:cxnLst/>
                <a:rect l="l" t="t" r="r" b="b"/>
                <a:pathLst>
                  <a:path w="4512570" h="1538894" fill="none">
                    <a:moveTo>
                      <a:pt x="1548979" y="671124"/>
                    </a:moveTo>
                    <a:lnTo>
                      <a:pt x="1489489" y="699563"/>
                    </a:lnTo>
                    <a:lnTo>
                      <a:pt x="643042" y="1104284"/>
                    </a:lnTo>
                    <a:lnTo>
                      <a:pt x="654562" y="1128404"/>
                    </a:lnTo>
                    <a:lnTo>
                      <a:pt x="510202" y="1219483"/>
                    </a:lnTo>
                    <a:lnTo>
                      <a:pt x="635120" y="1480842"/>
                    </a:lnTo>
                    <a:lnTo>
                      <a:pt x="638899" y="1488762"/>
                    </a:lnTo>
                    <a:lnTo>
                      <a:pt x="662859" y="1538894"/>
                    </a:lnTo>
                    <a:moveTo>
                      <a:pt x="1964275" y="1538894"/>
                    </a:moveTo>
                    <a:lnTo>
                      <a:pt x="1556448" y="686693"/>
                    </a:lnTo>
                    <a:lnTo>
                      <a:pt x="1548979" y="671124"/>
                    </a:lnTo>
                    <a:lnTo>
                      <a:pt x="1548979" y="671124"/>
                    </a:lnTo>
                    <a:moveTo>
                      <a:pt x="1453578" y="890901"/>
                    </a:moveTo>
                    <a:lnTo>
                      <a:pt x="1763711" y="1538894"/>
                    </a:lnTo>
                    <a:moveTo>
                      <a:pt x="835856" y="1538894"/>
                    </a:moveTo>
                    <a:lnTo>
                      <a:pt x="763189" y="1387063"/>
                    </a:lnTo>
                    <a:lnTo>
                      <a:pt x="762019" y="1384723"/>
                    </a:lnTo>
                    <a:lnTo>
                      <a:pt x="698571" y="1252154"/>
                    </a:lnTo>
                    <a:lnTo>
                      <a:pt x="998719" y="1108517"/>
                    </a:lnTo>
                    <a:lnTo>
                      <a:pt x="1019239" y="1098707"/>
                    </a:lnTo>
                    <a:lnTo>
                      <a:pt x="1453578" y="890901"/>
                    </a:lnTo>
                    <a:lnTo>
                      <a:pt x="1453578" y="890901"/>
                    </a:lnTo>
                    <a:moveTo>
                      <a:pt x="510202" y="1219483"/>
                    </a:moveTo>
                    <a:lnTo>
                      <a:pt x="0" y="1538894"/>
                    </a:lnTo>
                    <a:moveTo>
                      <a:pt x="662859" y="1538894"/>
                    </a:moveTo>
                    <a:lnTo>
                      <a:pt x="638899" y="1488762"/>
                    </a:lnTo>
                    <a:lnTo>
                      <a:pt x="635120" y="1480842"/>
                    </a:lnTo>
                    <a:lnTo>
                      <a:pt x="510202" y="1219483"/>
                    </a:lnTo>
                    <a:lnTo>
                      <a:pt x="510202" y="1219483"/>
                    </a:lnTo>
                    <a:moveTo>
                      <a:pt x="1748332" y="0"/>
                    </a:moveTo>
                    <a:lnTo>
                      <a:pt x="1366102" y="306895"/>
                    </a:lnTo>
                    <a:lnTo>
                      <a:pt x="1251982" y="398603"/>
                    </a:lnTo>
                    <a:lnTo>
                      <a:pt x="1445481" y="454764"/>
                    </a:lnTo>
                    <a:lnTo>
                      <a:pt x="1544299" y="661314"/>
                    </a:lnTo>
                    <a:lnTo>
                      <a:pt x="1548979" y="671124"/>
                    </a:lnTo>
                    <a:lnTo>
                      <a:pt x="1556448" y="686693"/>
                    </a:lnTo>
                    <a:lnTo>
                      <a:pt x="1964275" y="1538894"/>
                    </a:lnTo>
                    <a:moveTo>
                      <a:pt x="2263571" y="1538894"/>
                    </a:moveTo>
                    <a:lnTo>
                      <a:pt x="2198679" y="1403273"/>
                    </a:lnTo>
                    <a:lnTo>
                      <a:pt x="1860286" y="696235"/>
                    </a:lnTo>
                    <a:lnTo>
                      <a:pt x="1789818" y="547646"/>
                    </a:lnTo>
                    <a:lnTo>
                      <a:pt x="1713949" y="389967"/>
                    </a:lnTo>
                    <a:lnTo>
                      <a:pt x="1689020" y="338217"/>
                    </a:lnTo>
                    <a:lnTo>
                      <a:pt x="1748332" y="0"/>
                    </a:lnTo>
                    <a:lnTo>
                      <a:pt x="1748332" y="0"/>
                    </a:lnTo>
                    <a:moveTo>
                      <a:pt x="4447771" y="237346"/>
                    </a:moveTo>
                    <a:lnTo>
                      <a:pt x="4415551" y="253366"/>
                    </a:lnTo>
                    <a:lnTo>
                      <a:pt x="4396021" y="280546"/>
                    </a:lnTo>
                    <a:lnTo>
                      <a:pt x="4193612" y="373694"/>
                    </a:lnTo>
                    <a:lnTo>
                      <a:pt x="3989223" y="450282"/>
                    </a:lnTo>
                    <a:lnTo>
                      <a:pt x="3938373" y="476111"/>
                    </a:lnTo>
                    <a:lnTo>
                      <a:pt x="3670534" y="517149"/>
                    </a:lnTo>
                    <a:lnTo>
                      <a:pt x="3757563" y="699128"/>
                    </a:lnTo>
                    <a:lnTo>
                      <a:pt x="3202623" y="1296270"/>
                    </a:lnTo>
                    <a:lnTo>
                      <a:pt x="2869354" y="1455747"/>
                    </a:lnTo>
                    <a:lnTo>
                      <a:pt x="2504952" y="694350"/>
                    </a:lnTo>
                    <a:lnTo>
                      <a:pt x="2309746" y="304561"/>
                    </a:lnTo>
                    <a:lnTo>
                      <a:pt x="2209756" y="297451"/>
                    </a:lnTo>
                    <a:lnTo>
                      <a:pt x="1789818" y="547646"/>
                    </a:lnTo>
                    <a:lnTo>
                      <a:pt x="1860286" y="696235"/>
                    </a:lnTo>
                    <a:lnTo>
                      <a:pt x="2249985" y="509759"/>
                    </a:lnTo>
                    <a:lnTo>
                      <a:pt x="2588377" y="1216797"/>
                    </a:lnTo>
                    <a:lnTo>
                      <a:pt x="2198679" y="1403273"/>
                    </a:lnTo>
                    <a:lnTo>
                      <a:pt x="2263571" y="1538894"/>
                    </a:lnTo>
                    <a:moveTo>
                      <a:pt x="2581366" y="1538894"/>
                    </a:moveTo>
                    <a:lnTo>
                      <a:pt x="2699435" y="1482386"/>
                    </a:lnTo>
                    <a:lnTo>
                      <a:pt x="2726466" y="1538894"/>
                    </a:lnTo>
                    <a:moveTo>
                      <a:pt x="3270241" y="1538894"/>
                    </a:moveTo>
                    <a:lnTo>
                      <a:pt x="3339961" y="1358821"/>
                    </a:lnTo>
                    <a:lnTo>
                      <a:pt x="3387931" y="1264052"/>
                    </a:lnTo>
                    <a:lnTo>
                      <a:pt x="3445442" y="1176213"/>
                    </a:lnTo>
                    <a:lnTo>
                      <a:pt x="3847742" y="757359"/>
                    </a:lnTo>
                    <a:lnTo>
                      <a:pt x="4178671" y="509413"/>
                    </a:lnTo>
                    <a:lnTo>
                      <a:pt x="4191541" y="508423"/>
                    </a:lnTo>
                    <a:lnTo>
                      <a:pt x="4512570" y="342286"/>
                    </a:lnTo>
                    <a:lnTo>
                      <a:pt x="4464511" y="258406"/>
                    </a:lnTo>
                    <a:lnTo>
                      <a:pt x="4447771" y="237346"/>
                    </a:lnTo>
                    <a:lnTo>
                      <a:pt x="4447771" y="237346"/>
                    </a:lnTo>
                    <a:moveTo>
                      <a:pt x="3172112" y="1425599"/>
                    </a:moveTo>
                    <a:lnTo>
                      <a:pt x="3226489" y="1538894"/>
                    </a:lnTo>
                    <a:moveTo>
                      <a:pt x="3101208" y="1538894"/>
                    </a:moveTo>
                    <a:lnTo>
                      <a:pt x="3069692" y="1475728"/>
                    </a:lnTo>
                    <a:lnTo>
                      <a:pt x="3172112" y="1425599"/>
                    </a:lnTo>
                    <a:lnTo>
                      <a:pt x="3172112" y="1425599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4" name="Контур"/>
              <p:cNvSpPr/>
              <p:nvPr/>
            </p:nvSpPr>
            <p:spPr>
              <a:xfrm>
                <a:off x="3090110" y="9158865"/>
                <a:ext cx="728091" cy="893514"/>
              </a:xfrm>
              <a:custGeom>
                <a:avLst/>
                <a:gdLst/>
                <a:ahLst/>
                <a:cxnLst/>
                <a:rect l="l" t="t" r="r" b="b"/>
                <a:pathLst>
                  <a:path w="728091" h="893514" fill="none">
                    <a:moveTo>
                      <a:pt x="389699" y="0"/>
                    </a:moveTo>
                    <a:lnTo>
                      <a:pt x="0" y="186476"/>
                    </a:lnTo>
                    <a:lnTo>
                      <a:pt x="338393" y="893514"/>
                    </a:lnTo>
                    <a:lnTo>
                      <a:pt x="728091" y="707038"/>
                    </a:lnTo>
                    <a:lnTo>
                      <a:pt x="389699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5" name="Контур"/>
              <p:cNvSpPr/>
              <p:nvPr/>
            </p:nvSpPr>
            <p:spPr>
              <a:xfrm>
                <a:off x="1928395" y="9540007"/>
                <a:ext cx="1065140" cy="647993"/>
              </a:xfrm>
              <a:custGeom>
                <a:avLst/>
                <a:gdLst/>
                <a:ahLst/>
                <a:cxnLst/>
                <a:rect l="l" t="t" r="r" b="b"/>
                <a:pathLst>
                  <a:path w="1065140" h="647993" fill="none">
                    <a:moveTo>
                      <a:pt x="755007" y="0"/>
                    </a:moveTo>
                    <a:lnTo>
                      <a:pt x="320668" y="207806"/>
                    </a:lnTo>
                    <a:lnTo>
                      <a:pt x="300148" y="217616"/>
                    </a:lnTo>
                    <a:lnTo>
                      <a:pt x="0" y="361253"/>
                    </a:lnTo>
                    <a:lnTo>
                      <a:pt x="63448" y="493822"/>
                    </a:lnTo>
                    <a:lnTo>
                      <a:pt x="64618" y="496162"/>
                    </a:lnTo>
                    <a:lnTo>
                      <a:pt x="137285" y="647993"/>
                    </a:lnTo>
                    <a:moveTo>
                      <a:pt x="1065140" y="647993"/>
                    </a:moveTo>
                    <a:lnTo>
                      <a:pt x="755007" y="0"/>
                    </a:lnTo>
                    <a:lnTo>
                      <a:pt x="755007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6" name="Контур"/>
              <p:cNvSpPr/>
              <p:nvPr/>
            </p:nvSpPr>
            <p:spPr>
              <a:xfrm>
                <a:off x="269009" y="6551743"/>
                <a:ext cx="1918771" cy="2824815"/>
              </a:xfrm>
              <a:custGeom>
                <a:avLst/>
                <a:gdLst/>
                <a:ahLst/>
                <a:cxnLst/>
                <a:rect l="l" t="t" r="r" b="b"/>
                <a:pathLst>
                  <a:path w="1918771" h="2824815" fill="none">
                    <a:moveTo>
                      <a:pt x="1685762" y="2324514"/>
                    </a:moveTo>
                    <a:lnTo>
                      <a:pt x="901955" y="2815545"/>
                    </a:lnTo>
                    <a:lnTo>
                      <a:pt x="918424" y="2824815"/>
                    </a:lnTo>
                    <a:lnTo>
                      <a:pt x="1091494" y="2766047"/>
                    </a:lnTo>
                    <a:lnTo>
                      <a:pt x="1118223" y="2771087"/>
                    </a:lnTo>
                    <a:lnTo>
                      <a:pt x="1166733" y="2799527"/>
                    </a:lnTo>
                    <a:lnTo>
                      <a:pt x="1191573" y="2805107"/>
                    </a:lnTo>
                    <a:lnTo>
                      <a:pt x="1376432" y="2692609"/>
                    </a:lnTo>
                    <a:lnTo>
                      <a:pt x="1629421" y="2539432"/>
                    </a:lnTo>
                    <a:lnTo>
                      <a:pt x="1918771" y="2357275"/>
                    </a:lnTo>
                    <a:lnTo>
                      <a:pt x="1841192" y="2227046"/>
                    </a:lnTo>
                    <a:lnTo>
                      <a:pt x="1685762" y="2324514"/>
                    </a:lnTo>
                    <a:close/>
                    <a:moveTo>
                      <a:pt x="101789" y="0"/>
                    </a:moveTo>
                    <a:lnTo>
                      <a:pt x="26549" y="100079"/>
                    </a:lnTo>
                    <a:lnTo>
                      <a:pt x="0" y="93239"/>
                    </a:lnTo>
                    <a:lnTo>
                      <a:pt x="41129" y="160918"/>
                    </a:lnTo>
                    <a:lnTo>
                      <a:pt x="89999" y="102509"/>
                    </a:lnTo>
                    <a:lnTo>
                      <a:pt x="115649" y="121409"/>
                    </a:lnTo>
                    <a:lnTo>
                      <a:pt x="146879" y="75060"/>
                    </a:lnTo>
                    <a:lnTo>
                      <a:pt x="102869" y="2700"/>
                    </a:lnTo>
                    <a:lnTo>
                      <a:pt x="101789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7" name="Контур"/>
              <p:cNvSpPr/>
              <p:nvPr/>
            </p:nvSpPr>
            <p:spPr>
              <a:xfrm>
                <a:off x="252000" y="5392735"/>
                <a:ext cx="859860" cy="1259087"/>
              </a:xfrm>
              <a:custGeom>
                <a:avLst/>
                <a:gdLst/>
                <a:ahLst/>
                <a:cxnLst/>
                <a:rect l="l" t="t" r="r" b="b"/>
                <a:pathLst>
                  <a:path w="859860" h="1259087" fill="none">
                    <a:moveTo>
                      <a:pt x="273151" y="564923"/>
                    </a:moveTo>
                    <a:lnTo>
                      <a:pt x="52021" y="795950"/>
                    </a:lnTo>
                    <a:lnTo>
                      <a:pt x="0" y="872105"/>
                    </a:lnTo>
                    <a:moveTo>
                      <a:pt x="0" y="1220415"/>
                    </a:moveTo>
                    <a:lnTo>
                      <a:pt x="4589" y="1231817"/>
                    </a:lnTo>
                    <a:lnTo>
                      <a:pt x="17009" y="1252247"/>
                    </a:lnTo>
                    <a:lnTo>
                      <a:pt x="43558" y="1259087"/>
                    </a:lnTo>
                    <a:lnTo>
                      <a:pt x="118798" y="1159008"/>
                    </a:lnTo>
                    <a:lnTo>
                      <a:pt x="92519" y="1093668"/>
                    </a:lnTo>
                    <a:lnTo>
                      <a:pt x="88470" y="1020409"/>
                    </a:lnTo>
                    <a:lnTo>
                      <a:pt x="108270" y="949849"/>
                    </a:lnTo>
                    <a:lnTo>
                      <a:pt x="149580" y="889280"/>
                    </a:lnTo>
                    <a:lnTo>
                      <a:pt x="773190" y="237509"/>
                    </a:lnTo>
                    <a:lnTo>
                      <a:pt x="839340" y="237779"/>
                    </a:lnTo>
                    <a:lnTo>
                      <a:pt x="859860" y="207630"/>
                    </a:lnTo>
                    <a:lnTo>
                      <a:pt x="689042" y="0"/>
                    </a:lnTo>
                    <a:lnTo>
                      <a:pt x="691831" y="127259"/>
                    </a:lnTo>
                    <a:lnTo>
                      <a:pt x="617131" y="205378"/>
                    </a:lnTo>
                    <a:lnTo>
                      <a:pt x="506252" y="282237"/>
                    </a:lnTo>
                    <a:lnTo>
                      <a:pt x="346952" y="448645"/>
                    </a:lnTo>
                    <a:lnTo>
                      <a:pt x="273151" y="564923"/>
                    </a:lnTo>
                    <a:lnTo>
                      <a:pt x="273151" y="564923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8" name="Контур"/>
              <p:cNvSpPr/>
              <p:nvPr/>
            </p:nvSpPr>
            <p:spPr>
              <a:xfrm>
                <a:off x="340470" y="5683613"/>
                <a:ext cx="836548" cy="943190"/>
              </a:xfrm>
              <a:custGeom>
                <a:avLst/>
                <a:gdLst/>
                <a:ahLst/>
                <a:cxnLst/>
                <a:rect l="l" t="t" r="r" b="b"/>
                <a:pathLst>
                  <a:path w="836548" h="943190" fill="none">
                    <a:moveTo>
                      <a:pt x="144809" y="710722"/>
                    </a:moveTo>
                    <a:lnTo>
                      <a:pt x="89999" y="788841"/>
                    </a:lnTo>
                    <a:lnTo>
                      <a:pt x="30328" y="868130"/>
                    </a:lnTo>
                    <a:lnTo>
                      <a:pt x="31408" y="870830"/>
                    </a:lnTo>
                    <a:lnTo>
                      <a:pt x="75418" y="943190"/>
                    </a:lnTo>
                    <a:lnTo>
                      <a:pt x="95938" y="912770"/>
                    </a:lnTo>
                    <a:lnTo>
                      <a:pt x="193228" y="790282"/>
                    </a:lnTo>
                    <a:lnTo>
                      <a:pt x="144809" y="710722"/>
                    </a:lnTo>
                    <a:close/>
                    <a:moveTo>
                      <a:pt x="61110" y="598402"/>
                    </a:moveTo>
                    <a:lnTo>
                      <a:pt x="19800" y="658971"/>
                    </a:lnTo>
                    <a:lnTo>
                      <a:pt x="0" y="729531"/>
                    </a:lnTo>
                    <a:lnTo>
                      <a:pt x="4049" y="802790"/>
                    </a:lnTo>
                    <a:lnTo>
                      <a:pt x="30328" y="868130"/>
                    </a:lnTo>
                    <a:lnTo>
                      <a:pt x="89999" y="788841"/>
                    </a:lnTo>
                    <a:lnTo>
                      <a:pt x="144809" y="710722"/>
                    </a:lnTo>
                    <a:lnTo>
                      <a:pt x="70560" y="588592"/>
                    </a:lnTo>
                    <a:lnTo>
                      <a:pt x="61110" y="598402"/>
                    </a:lnTo>
                    <a:close/>
                    <a:moveTo>
                      <a:pt x="805408" y="90541"/>
                    </a:moveTo>
                    <a:lnTo>
                      <a:pt x="768508" y="128970"/>
                    </a:lnTo>
                    <a:lnTo>
                      <a:pt x="680759" y="45180"/>
                    </a:lnTo>
                    <a:lnTo>
                      <a:pt x="581219" y="180629"/>
                    </a:lnTo>
                    <a:lnTo>
                      <a:pt x="561779" y="165329"/>
                    </a:lnTo>
                    <a:lnTo>
                      <a:pt x="511109" y="230578"/>
                    </a:lnTo>
                    <a:lnTo>
                      <a:pt x="372689" y="406256"/>
                    </a:lnTo>
                    <a:lnTo>
                      <a:pt x="236969" y="575723"/>
                    </a:lnTo>
                    <a:lnTo>
                      <a:pt x="164429" y="682822"/>
                    </a:lnTo>
                    <a:lnTo>
                      <a:pt x="144809" y="710722"/>
                    </a:lnTo>
                    <a:lnTo>
                      <a:pt x="193228" y="790282"/>
                    </a:lnTo>
                    <a:lnTo>
                      <a:pt x="538378" y="355767"/>
                    </a:lnTo>
                    <a:lnTo>
                      <a:pt x="683548" y="215459"/>
                    </a:lnTo>
                    <a:lnTo>
                      <a:pt x="695698" y="209249"/>
                    </a:lnTo>
                    <a:lnTo>
                      <a:pt x="732328" y="205559"/>
                    </a:lnTo>
                    <a:lnTo>
                      <a:pt x="814228" y="162990"/>
                    </a:lnTo>
                    <a:lnTo>
                      <a:pt x="836548" y="151380"/>
                    </a:lnTo>
                    <a:lnTo>
                      <a:pt x="831688" y="141751"/>
                    </a:lnTo>
                    <a:lnTo>
                      <a:pt x="805408" y="90541"/>
                    </a:lnTo>
                    <a:close/>
                    <a:moveTo>
                      <a:pt x="707398" y="165060"/>
                    </a:moveTo>
                    <a:lnTo>
                      <a:pt x="724408" y="187109"/>
                    </a:lnTo>
                    <a:lnTo>
                      <a:pt x="697318" y="207989"/>
                    </a:lnTo>
                    <a:lnTo>
                      <a:pt x="680308" y="185849"/>
                    </a:lnTo>
                    <a:lnTo>
                      <a:pt x="707398" y="165060"/>
                    </a:lnTo>
                    <a:close/>
                    <a:moveTo>
                      <a:pt x="70560" y="588592"/>
                    </a:moveTo>
                    <a:lnTo>
                      <a:pt x="144809" y="710722"/>
                    </a:lnTo>
                    <a:lnTo>
                      <a:pt x="164429" y="682822"/>
                    </a:lnTo>
                    <a:lnTo>
                      <a:pt x="236969" y="575723"/>
                    </a:lnTo>
                    <a:lnTo>
                      <a:pt x="372689" y="406256"/>
                    </a:lnTo>
                    <a:lnTo>
                      <a:pt x="511109" y="230578"/>
                    </a:lnTo>
                    <a:lnTo>
                      <a:pt x="561779" y="165329"/>
                    </a:lnTo>
                    <a:lnTo>
                      <a:pt x="581219" y="180629"/>
                    </a:lnTo>
                    <a:lnTo>
                      <a:pt x="680759" y="45180"/>
                    </a:lnTo>
                    <a:lnTo>
                      <a:pt x="633600" y="0"/>
                    </a:lnTo>
                    <a:lnTo>
                      <a:pt x="70560" y="588592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9" name="Контур"/>
              <p:cNvSpPr/>
              <p:nvPr/>
            </p:nvSpPr>
            <p:spPr>
              <a:xfrm>
                <a:off x="252000" y="1584000"/>
                <a:ext cx="8874876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8874876" h="8604000" fill="none">
                    <a:moveTo>
                      <a:pt x="2395679" y="6858015"/>
                    </a:moveTo>
                    <a:lnTo>
                      <a:pt x="1858201" y="7194789"/>
                    </a:lnTo>
                    <a:lnTo>
                      <a:pt x="1935780" y="7325018"/>
                    </a:lnTo>
                    <a:lnTo>
                      <a:pt x="1646430" y="7507175"/>
                    </a:lnTo>
                    <a:lnTo>
                      <a:pt x="1208582" y="7772850"/>
                    </a:lnTo>
                    <a:lnTo>
                      <a:pt x="1183742" y="7767270"/>
                    </a:lnTo>
                    <a:lnTo>
                      <a:pt x="1135232" y="7738830"/>
                    </a:lnTo>
                    <a:lnTo>
                      <a:pt x="1108503" y="7733790"/>
                    </a:lnTo>
                    <a:lnTo>
                      <a:pt x="935433" y="7792558"/>
                    </a:lnTo>
                    <a:lnTo>
                      <a:pt x="918964" y="7783288"/>
                    </a:lnTo>
                    <a:lnTo>
                      <a:pt x="0" y="8359192"/>
                    </a:lnTo>
                    <a:moveTo>
                      <a:pt x="517457" y="8604000"/>
                    </a:moveTo>
                    <a:lnTo>
                      <a:pt x="789631" y="8366123"/>
                    </a:lnTo>
                    <a:lnTo>
                      <a:pt x="2229806" y="7463709"/>
                    </a:lnTo>
                    <a:lnTo>
                      <a:pt x="2566496" y="7193264"/>
                    </a:lnTo>
                    <a:lnTo>
                      <a:pt x="2395679" y="6858015"/>
                    </a:lnTo>
                    <a:lnTo>
                      <a:pt x="2395679" y="6858015"/>
                    </a:lnTo>
                    <a:moveTo>
                      <a:pt x="0" y="8344729"/>
                    </a:moveTo>
                    <a:lnTo>
                      <a:pt x="892234" y="7780948"/>
                    </a:lnTo>
                    <a:lnTo>
                      <a:pt x="486071" y="7149960"/>
                    </a:lnTo>
                    <a:lnTo>
                      <a:pt x="270794" y="6886530"/>
                    </a:lnTo>
                    <a:lnTo>
                      <a:pt x="235785" y="6829380"/>
                    </a:lnTo>
                    <a:lnTo>
                      <a:pt x="0" y="6983095"/>
                    </a:lnTo>
                    <a:moveTo>
                      <a:pt x="202664" y="7075799"/>
                    </a:moveTo>
                    <a:lnTo>
                      <a:pt x="175124" y="7026029"/>
                    </a:lnTo>
                    <a:lnTo>
                      <a:pt x="262694" y="6976710"/>
                    </a:lnTo>
                    <a:lnTo>
                      <a:pt x="290233" y="7026479"/>
                    </a:lnTo>
                    <a:lnTo>
                      <a:pt x="202664" y="7075799"/>
                    </a:lnTo>
                    <a:lnTo>
                      <a:pt x="202664" y="7075799"/>
                    </a:lnTo>
                    <a:moveTo>
                      <a:pt x="0" y="6983095"/>
                    </a:moveTo>
                    <a:lnTo>
                      <a:pt x="235785" y="6829380"/>
                    </a:lnTo>
                    <a:lnTo>
                      <a:pt x="270794" y="6886530"/>
                    </a:lnTo>
                    <a:lnTo>
                      <a:pt x="305354" y="6866281"/>
                    </a:lnTo>
                    <a:lnTo>
                      <a:pt x="318584" y="6884551"/>
                    </a:lnTo>
                    <a:lnTo>
                      <a:pt x="349004" y="6861781"/>
                    </a:lnTo>
                    <a:lnTo>
                      <a:pt x="418844" y="6826502"/>
                    </a:lnTo>
                    <a:lnTo>
                      <a:pt x="423164" y="6829922"/>
                    </a:lnTo>
                    <a:lnTo>
                      <a:pt x="736453" y="6616265"/>
                    </a:lnTo>
                    <a:lnTo>
                      <a:pt x="834011" y="6755855"/>
                    </a:lnTo>
                    <a:lnTo>
                      <a:pt x="934901" y="6731106"/>
                    </a:lnTo>
                    <a:lnTo>
                      <a:pt x="1050370" y="6740737"/>
                    </a:lnTo>
                    <a:lnTo>
                      <a:pt x="1026880" y="6682867"/>
                    </a:lnTo>
                    <a:lnTo>
                      <a:pt x="1128130" y="6635708"/>
                    </a:lnTo>
                    <a:lnTo>
                      <a:pt x="1155129" y="6693488"/>
                    </a:lnTo>
                    <a:lnTo>
                      <a:pt x="1577948" y="6495402"/>
                    </a:lnTo>
                    <a:lnTo>
                      <a:pt x="1749306" y="6514033"/>
                    </a:lnTo>
                    <a:lnTo>
                      <a:pt x="1777566" y="6524563"/>
                    </a:lnTo>
                    <a:lnTo>
                      <a:pt x="1871704" y="6726972"/>
                    </a:lnTo>
                    <a:lnTo>
                      <a:pt x="1960354" y="6683953"/>
                    </a:lnTo>
                    <a:lnTo>
                      <a:pt x="1795657" y="6350774"/>
                    </a:lnTo>
                    <a:lnTo>
                      <a:pt x="1773158" y="6289575"/>
                    </a:lnTo>
                    <a:lnTo>
                      <a:pt x="1761908" y="6293175"/>
                    </a:lnTo>
                    <a:lnTo>
                      <a:pt x="1551312" y="5896096"/>
                    </a:lnTo>
                    <a:lnTo>
                      <a:pt x="2635450" y="5106539"/>
                    </a:lnTo>
                    <a:lnTo>
                      <a:pt x="2662089" y="5093669"/>
                    </a:lnTo>
                    <a:lnTo>
                      <a:pt x="2677119" y="5120579"/>
                    </a:lnTo>
                    <a:lnTo>
                      <a:pt x="2718069" y="5098530"/>
                    </a:lnTo>
                    <a:lnTo>
                      <a:pt x="2699529" y="5059920"/>
                    </a:lnTo>
                    <a:lnTo>
                      <a:pt x="2654980" y="5005470"/>
                    </a:lnTo>
                    <a:lnTo>
                      <a:pt x="2416751" y="5112027"/>
                    </a:lnTo>
                    <a:lnTo>
                      <a:pt x="1445205" y="5583708"/>
                    </a:lnTo>
                    <a:lnTo>
                      <a:pt x="1411726" y="5515218"/>
                    </a:lnTo>
                    <a:lnTo>
                      <a:pt x="0" y="6382230"/>
                    </a:lnTo>
                    <a:moveTo>
                      <a:pt x="4999027" y="2961330"/>
                    </a:moveTo>
                    <a:lnTo>
                      <a:pt x="3916240" y="3736127"/>
                    </a:lnTo>
                    <a:lnTo>
                      <a:pt x="2139464" y="4989626"/>
                    </a:lnTo>
                    <a:lnTo>
                      <a:pt x="2016614" y="5045245"/>
                    </a:lnTo>
                    <a:lnTo>
                      <a:pt x="1867035" y="5138394"/>
                    </a:lnTo>
                    <a:lnTo>
                      <a:pt x="1505686" y="5311910"/>
                    </a:lnTo>
                    <a:lnTo>
                      <a:pt x="0" y="6226646"/>
                    </a:lnTo>
                    <a:moveTo>
                      <a:pt x="0" y="6382230"/>
                    </a:moveTo>
                    <a:lnTo>
                      <a:pt x="1411726" y="5515218"/>
                    </a:lnTo>
                    <a:lnTo>
                      <a:pt x="1648065" y="5346561"/>
                    </a:lnTo>
                    <a:lnTo>
                      <a:pt x="1863074" y="5238203"/>
                    </a:lnTo>
                    <a:lnTo>
                      <a:pt x="2063503" y="5151175"/>
                    </a:lnTo>
                    <a:lnTo>
                      <a:pt x="2047124" y="5114905"/>
                    </a:lnTo>
                    <a:lnTo>
                      <a:pt x="2486772" y="4944809"/>
                    </a:lnTo>
                    <a:lnTo>
                      <a:pt x="2916070" y="4748973"/>
                    </a:lnTo>
                    <a:lnTo>
                      <a:pt x="3243849" y="4546117"/>
                    </a:lnTo>
                    <a:lnTo>
                      <a:pt x="5595364" y="2752626"/>
                    </a:lnTo>
                    <a:lnTo>
                      <a:pt x="6453963" y="2130556"/>
                    </a:lnTo>
                    <a:lnTo>
                      <a:pt x="6698042" y="1946689"/>
                    </a:lnTo>
                    <a:lnTo>
                      <a:pt x="6876602" y="1796211"/>
                    </a:lnTo>
                    <a:lnTo>
                      <a:pt x="7426501" y="1297439"/>
                    </a:lnTo>
                    <a:lnTo>
                      <a:pt x="7601011" y="1125991"/>
                    </a:lnTo>
                    <a:lnTo>
                      <a:pt x="7815211" y="892444"/>
                    </a:lnTo>
                    <a:lnTo>
                      <a:pt x="8292751" y="444430"/>
                    </a:lnTo>
                    <a:lnTo>
                      <a:pt x="8330551" y="401771"/>
                    </a:lnTo>
                    <a:lnTo>
                      <a:pt x="8358271" y="377741"/>
                    </a:lnTo>
                    <a:lnTo>
                      <a:pt x="8392651" y="360552"/>
                    </a:lnTo>
                    <a:lnTo>
                      <a:pt x="8609280" y="182894"/>
                    </a:lnTo>
                    <a:lnTo>
                      <a:pt x="8612070" y="185504"/>
                    </a:lnTo>
                    <a:lnTo>
                      <a:pt x="8657520" y="155625"/>
                    </a:lnTo>
                    <a:lnTo>
                      <a:pt x="8874876" y="0"/>
                    </a:lnTo>
                    <a:moveTo>
                      <a:pt x="8758770" y="0"/>
                    </a:moveTo>
                    <a:lnTo>
                      <a:pt x="7727373" y="745924"/>
                    </a:lnTo>
                    <a:lnTo>
                      <a:pt x="6544774" y="1808359"/>
                    </a:lnTo>
                    <a:lnTo>
                      <a:pt x="4999027" y="2961330"/>
                    </a:lnTo>
                    <a:lnTo>
                      <a:pt x="4999027" y="296133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10" name="Контур"/>
              <p:cNvSpPr/>
              <p:nvPr/>
            </p:nvSpPr>
            <p:spPr>
              <a:xfrm>
                <a:off x="427124" y="8449471"/>
                <a:ext cx="287188" cy="210328"/>
              </a:xfrm>
              <a:custGeom>
                <a:avLst/>
                <a:gdLst/>
                <a:ahLst/>
                <a:cxnLst/>
                <a:rect l="l" t="t" r="r" b="b"/>
                <a:pathLst>
                  <a:path w="287188" h="210328" fill="none">
                    <a:moveTo>
                      <a:pt x="0" y="160558"/>
                    </a:moveTo>
                    <a:lnTo>
                      <a:pt x="27540" y="210328"/>
                    </a:lnTo>
                    <a:lnTo>
                      <a:pt x="115109" y="161008"/>
                    </a:lnTo>
                    <a:lnTo>
                      <a:pt x="87570" y="111239"/>
                    </a:lnTo>
                    <a:lnTo>
                      <a:pt x="0" y="160558"/>
                    </a:lnTo>
                    <a:close/>
                    <a:moveTo>
                      <a:pt x="132930" y="26910"/>
                    </a:moveTo>
                    <a:lnTo>
                      <a:pt x="199259" y="110519"/>
                    </a:lnTo>
                    <a:lnTo>
                      <a:pt x="242728" y="165329"/>
                    </a:lnTo>
                    <a:lnTo>
                      <a:pt x="287188" y="132750"/>
                    </a:lnTo>
                    <a:lnTo>
                      <a:pt x="186750" y="6480"/>
                    </a:lnTo>
                    <a:lnTo>
                      <a:pt x="168930" y="0"/>
                    </a:lnTo>
                    <a:lnTo>
                      <a:pt x="143460" y="19080"/>
                    </a:lnTo>
                    <a:lnTo>
                      <a:pt x="132930" y="2691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11" name="Контур"/>
              <p:cNvSpPr/>
              <p:nvPr/>
            </p:nvSpPr>
            <p:spPr>
              <a:xfrm>
                <a:off x="252000" y="6286437"/>
                <a:ext cx="2020306" cy="1524864"/>
              </a:xfrm>
              <a:custGeom>
                <a:avLst/>
                <a:gdLst/>
                <a:ahLst/>
                <a:cxnLst/>
                <a:rect l="l" t="t" r="r" b="b"/>
                <a:pathLst>
                  <a:path w="2020306" h="1524864" fill="none">
                    <a:moveTo>
                      <a:pt x="0" y="1524864"/>
                    </a:moveTo>
                    <a:lnTo>
                      <a:pt x="1472476" y="628103"/>
                    </a:lnTo>
                    <a:lnTo>
                      <a:pt x="1681996" y="420835"/>
                    </a:lnTo>
                    <a:lnTo>
                      <a:pt x="2020306" y="92340"/>
                    </a:lnTo>
                    <a:lnTo>
                      <a:pt x="1957037" y="25290"/>
                    </a:lnTo>
                    <a:lnTo>
                      <a:pt x="1965407" y="17730"/>
                    </a:lnTo>
                    <a:lnTo>
                      <a:pt x="1948667" y="0"/>
                    </a:lnTo>
                    <a:lnTo>
                      <a:pt x="1736357" y="205017"/>
                    </a:lnTo>
                    <a:lnTo>
                      <a:pt x="1692077" y="264687"/>
                    </a:lnTo>
                    <a:lnTo>
                      <a:pt x="1538087" y="413904"/>
                    </a:lnTo>
                    <a:lnTo>
                      <a:pt x="1402458" y="516323"/>
                    </a:lnTo>
                    <a:lnTo>
                      <a:pt x="725930" y="926805"/>
                    </a:lnTo>
                    <a:lnTo>
                      <a:pt x="642680" y="988094"/>
                    </a:lnTo>
                    <a:lnTo>
                      <a:pt x="214731" y="1243870"/>
                    </a:lnTo>
                    <a:lnTo>
                      <a:pt x="0" y="1370917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</p:grpSp>
        <p:grpSp>
          <p:nvGrpSpPr>
            <p:cNvPr id="1429" name="Красные линии и ЛГР (ОГД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1213" name="Контур"/>
              <p:cNvSpPr/>
              <p:nvPr/>
            </p:nvSpPr>
            <p:spPr>
              <a:xfrm>
                <a:off x="3279293" y="4774084"/>
                <a:ext cx="782579" cy="738124"/>
              </a:xfrm>
              <a:custGeom>
                <a:avLst/>
                <a:gdLst/>
                <a:ahLst/>
                <a:cxnLst/>
                <a:rect l="l" t="t" r="r" b="b"/>
                <a:pathLst>
                  <a:path w="782579" h="738124" fill="none">
                    <a:moveTo>
                      <a:pt x="782579" y="0"/>
                    </a:moveTo>
                    <a:lnTo>
                      <a:pt x="690918" y="86454"/>
                    </a:lnTo>
                    <a:moveTo>
                      <a:pt x="690918" y="86454"/>
                    </a:moveTo>
                    <a:lnTo>
                      <a:pt x="599257" y="172908"/>
                    </a:lnTo>
                    <a:moveTo>
                      <a:pt x="599257" y="172908"/>
                    </a:moveTo>
                    <a:lnTo>
                      <a:pt x="507596" y="259362"/>
                    </a:lnTo>
                    <a:moveTo>
                      <a:pt x="507596" y="259362"/>
                    </a:moveTo>
                    <a:lnTo>
                      <a:pt x="415935" y="345816"/>
                    </a:lnTo>
                    <a:moveTo>
                      <a:pt x="415935" y="345816"/>
                    </a:moveTo>
                    <a:lnTo>
                      <a:pt x="324275" y="432270"/>
                    </a:lnTo>
                    <a:moveTo>
                      <a:pt x="324275" y="432270"/>
                    </a:moveTo>
                    <a:lnTo>
                      <a:pt x="234828" y="516635"/>
                    </a:lnTo>
                    <a:lnTo>
                      <a:pt x="232614" y="518724"/>
                    </a:lnTo>
                    <a:moveTo>
                      <a:pt x="232614" y="518724"/>
                    </a:moveTo>
                    <a:lnTo>
                      <a:pt x="140953" y="605178"/>
                    </a:lnTo>
                    <a:moveTo>
                      <a:pt x="140953" y="605178"/>
                    </a:moveTo>
                    <a:lnTo>
                      <a:pt x="49292" y="691632"/>
                    </a:lnTo>
                    <a:moveTo>
                      <a:pt x="49292" y="691632"/>
                    </a:moveTo>
                    <a:lnTo>
                      <a:pt x="0" y="738124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4" name="Контур"/>
              <p:cNvSpPr/>
              <p:nvPr/>
            </p:nvSpPr>
            <p:spPr>
              <a:xfrm>
                <a:off x="3420454" y="4875187"/>
                <a:ext cx="595320" cy="564971"/>
              </a:xfrm>
              <a:custGeom>
                <a:avLst/>
                <a:gdLst/>
                <a:ahLst/>
                <a:cxnLst/>
                <a:rect l="l" t="t" r="r" b="b"/>
                <a:pathLst>
                  <a:path w="595320" h="564971" fill="none">
                    <a:moveTo>
                      <a:pt x="563893" y="46247"/>
                    </a:moveTo>
                    <a:lnTo>
                      <a:pt x="549965" y="0"/>
                    </a:lnTo>
                    <a:lnTo>
                      <a:pt x="595320" y="16606"/>
                    </a:lnTo>
                    <a:lnTo>
                      <a:pt x="563893" y="46247"/>
                    </a:lnTo>
                    <a:lnTo>
                      <a:pt x="567822" y="42542"/>
                    </a:lnTo>
                    <a:lnTo>
                      <a:pt x="557376" y="7857"/>
                    </a:lnTo>
                    <a:lnTo>
                      <a:pt x="591392" y="20311"/>
                    </a:lnTo>
                    <a:lnTo>
                      <a:pt x="587686" y="16383"/>
                    </a:lnTo>
                    <a:lnTo>
                      <a:pt x="564116" y="38614"/>
                    </a:lnTo>
                    <a:lnTo>
                      <a:pt x="567822" y="42542"/>
                    </a:lnTo>
                    <a:lnTo>
                      <a:pt x="563893" y="46247"/>
                    </a:lnTo>
                    <a:lnTo>
                      <a:pt x="564340" y="30980"/>
                    </a:lnTo>
                    <a:lnTo>
                      <a:pt x="560411" y="34685"/>
                    </a:lnTo>
                    <a:lnTo>
                      <a:pt x="560858" y="19418"/>
                    </a:lnTo>
                    <a:lnTo>
                      <a:pt x="556929" y="23124"/>
                    </a:lnTo>
                    <a:lnTo>
                      <a:pt x="553670" y="3928"/>
                    </a:lnTo>
                    <a:lnTo>
                      <a:pt x="572643" y="8303"/>
                    </a:lnTo>
                    <a:lnTo>
                      <a:pt x="568714" y="12008"/>
                    </a:lnTo>
                    <a:lnTo>
                      <a:pt x="583981" y="12454"/>
                    </a:lnTo>
                    <a:lnTo>
                      <a:pt x="580053" y="16160"/>
                    </a:lnTo>
                    <a:lnTo>
                      <a:pt x="595320" y="16606"/>
                    </a:lnTo>
                    <a:lnTo>
                      <a:pt x="583758" y="20088"/>
                    </a:lnTo>
                    <a:lnTo>
                      <a:pt x="583535" y="27721"/>
                    </a:lnTo>
                    <a:lnTo>
                      <a:pt x="575901" y="27498"/>
                    </a:lnTo>
                    <a:lnTo>
                      <a:pt x="575678" y="35132"/>
                    </a:lnTo>
                    <a:lnTo>
                      <a:pt x="568045" y="34909"/>
                    </a:lnTo>
                    <a:lnTo>
                      <a:pt x="563893" y="46247"/>
                    </a:lnTo>
                    <a:lnTo>
                      <a:pt x="564116" y="38614"/>
                    </a:lnTo>
                    <a:lnTo>
                      <a:pt x="571750" y="38837"/>
                    </a:lnTo>
                    <a:lnTo>
                      <a:pt x="571973" y="31203"/>
                    </a:lnTo>
                    <a:lnTo>
                      <a:pt x="579607" y="31427"/>
                    </a:lnTo>
                    <a:lnTo>
                      <a:pt x="579830" y="23793"/>
                    </a:lnTo>
                    <a:lnTo>
                      <a:pt x="587463" y="24016"/>
                    </a:lnTo>
                    <a:lnTo>
                      <a:pt x="587686" y="16383"/>
                    </a:lnTo>
                    <a:lnTo>
                      <a:pt x="583981" y="12454"/>
                    </a:lnTo>
                    <a:lnTo>
                      <a:pt x="580053" y="16160"/>
                    </a:lnTo>
                    <a:lnTo>
                      <a:pt x="572643" y="8303"/>
                    </a:lnTo>
                    <a:lnTo>
                      <a:pt x="568714" y="12008"/>
                    </a:lnTo>
                    <a:lnTo>
                      <a:pt x="549965" y="0"/>
                    </a:lnTo>
                    <a:lnTo>
                      <a:pt x="557376" y="7857"/>
                    </a:lnTo>
                    <a:lnTo>
                      <a:pt x="553447" y="11562"/>
                    </a:lnTo>
                    <a:lnTo>
                      <a:pt x="560858" y="19418"/>
                    </a:lnTo>
                    <a:lnTo>
                      <a:pt x="556929" y="23124"/>
                    </a:lnTo>
                    <a:lnTo>
                      <a:pt x="564340" y="30980"/>
                    </a:lnTo>
                    <a:lnTo>
                      <a:pt x="560411" y="34685"/>
                    </a:lnTo>
                    <a:lnTo>
                      <a:pt x="564116" y="38614"/>
                    </a:lnTo>
                    <a:moveTo>
                      <a:pt x="380572" y="219155"/>
                    </a:moveTo>
                    <a:lnTo>
                      <a:pt x="366644" y="172908"/>
                    </a:lnTo>
                    <a:lnTo>
                      <a:pt x="411998" y="189514"/>
                    </a:lnTo>
                    <a:lnTo>
                      <a:pt x="380572" y="219155"/>
                    </a:lnTo>
                    <a:lnTo>
                      <a:pt x="384500" y="215450"/>
                    </a:lnTo>
                    <a:lnTo>
                      <a:pt x="374054" y="180765"/>
                    </a:lnTo>
                    <a:lnTo>
                      <a:pt x="408070" y="193219"/>
                    </a:lnTo>
                    <a:lnTo>
                      <a:pt x="404365" y="189291"/>
                    </a:lnTo>
                    <a:lnTo>
                      <a:pt x="380795" y="211522"/>
                    </a:lnTo>
                    <a:lnTo>
                      <a:pt x="384500" y="215450"/>
                    </a:lnTo>
                    <a:lnTo>
                      <a:pt x="380572" y="219155"/>
                    </a:lnTo>
                    <a:lnTo>
                      <a:pt x="381018" y="203888"/>
                    </a:lnTo>
                    <a:lnTo>
                      <a:pt x="377090" y="207594"/>
                    </a:lnTo>
                    <a:lnTo>
                      <a:pt x="377536" y="192327"/>
                    </a:lnTo>
                    <a:lnTo>
                      <a:pt x="373608" y="196032"/>
                    </a:lnTo>
                    <a:lnTo>
                      <a:pt x="370349" y="176836"/>
                    </a:lnTo>
                    <a:lnTo>
                      <a:pt x="389321" y="181211"/>
                    </a:lnTo>
                    <a:lnTo>
                      <a:pt x="385393" y="184916"/>
                    </a:lnTo>
                    <a:lnTo>
                      <a:pt x="400660" y="185362"/>
                    </a:lnTo>
                    <a:lnTo>
                      <a:pt x="396731" y="189068"/>
                    </a:lnTo>
                    <a:lnTo>
                      <a:pt x="411998" y="189514"/>
                    </a:lnTo>
                    <a:lnTo>
                      <a:pt x="400436" y="192996"/>
                    </a:lnTo>
                    <a:lnTo>
                      <a:pt x="400213" y="200629"/>
                    </a:lnTo>
                    <a:lnTo>
                      <a:pt x="392580" y="200406"/>
                    </a:lnTo>
                    <a:lnTo>
                      <a:pt x="392357" y="208040"/>
                    </a:lnTo>
                    <a:lnTo>
                      <a:pt x="384723" y="207817"/>
                    </a:lnTo>
                    <a:lnTo>
                      <a:pt x="380572" y="219155"/>
                    </a:lnTo>
                    <a:lnTo>
                      <a:pt x="380795" y="211522"/>
                    </a:lnTo>
                    <a:lnTo>
                      <a:pt x="388428" y="211745"/>
                    </a:lnTo>
                    <a:lnTo>
                      <a:pt x="388651" y="204111"/>
                    </a:lnTo>
                    <a:lnTo>
                      <a:pt x="396285" y="204335"/>
                    </a:lnTo>
                    <a:lnTo>
                      <a:pt x="396508" y="196701"/>
                    </a:lnTo>
                    <a:lnTo>
                      <a:pt x="404142" y="196924"/>
                    </a:lnTo>
                    <a:lnTo>
                      <a:pt x="404365" y="189291"/>
                    </a:lnTo>
                    <a:lnTo>
                      <a:pt x="400660" y="185362"/>
                    </a:lnTo>
                    <a:lnTo>
                      <a:pt x="396731" y="189068"/>
                    </a:lnTo>
                    <a:lnTo>
                      <a:pt x="389321" y="181211"/>
                    </a:lnTo>
                    <a:lnTo>
                      <a:pt x="385393" y="184916"/>
                    </a:lnTo>
                    <a:lnTo>
                      <a:pt x="366644" y="172908"/>
                    </a:lnTo>
                    <a:lnTo>
                      <a:pt x="374054" y="180765"/>
                    </a:lnTo>
                    <a:lnTo>
                      <a:pt x="370126" y="184470"/>
                    </a:lnTo>
                    <a:lnTo>
                      <a:pt x="377536" y="192327"/>
                    </a:lnTo>
                    <a:lnTo>
                      <a:pt x="373608" y="196032"/>
                    </a:lnTo>
                    <a:lnTo>
                      <a:pt x="381018" y="203888"/>
                    </a:lnTo>
                    <a:lnTo>
                      <a:pt x="377090" y="207594"/>
                    </a:lnTo>
                    <a:lnTo>
                      <a:pt x="380795" y="211522"/>
                    </a:lnTo>
                    <a:moveTo>
                      <a:pt x="197250" y="392063"/>
                    </a:moveTo>
                    <a:lnTo>
                      <a:pt x="183322" y="345816"/>
                    </a:lnTo>
                    <a:lnTo>
                      <a:pt x="228677" y="362422"/>
                    </a:lnTo>
                    <a:lnTo>
                      <a:pt x="197250" y="392063"/>
                    </a:lnTo>
                    <a:lnTo>
                      <a:pt x="201178" y="388358"/>
                    </a:lnTo>
                    <a:lnTo>
                      <a:pt x="190732" y="353673"/>
                    </a:lnTo>
                    <a:lnTo>
                      <a:pt x="224748" y="366127"/>
                    </a:lnTo>
                    <a:lnTo>
                      <a:pt x="221043" y="362199"/>
                    </a:lnTo>
                    <a:lnTo>
                      <a:pt x="197473" y="384430"/>
                    </a:lnTo>
                    <a:lnTo>
                      <a:pt x="201178" y="388358"/>
                    </a:lnTo>
                    <a:lnTo>
                      <a:pt x="197250" y="392063"/>
                    </a:lnTo>
                    <a:lnTo>
                      <a:pt x="197696" y="376796"/>
                    </a:lnTo>
                    <a:lnTo>
                      <a:pt x="193768" y="380502"/>
                    </a:lnTo>
                    <a:lnTo>
                      <a:pt x="194214" y="365235"/>
                    </a:lnTo>
                    <a:lnTo>
                      <a:pt x="190286" y="368940"/>
                    </a:lnTo>
                    <a:lnTo>
                      <a:pt x="187027" y="349744"/>
                    </a:lnTo>
                    <a:lnTo>
                      <a:pt x="205999" y="354119"/>
                    </a:lnTo>
                    <a:lnTo>
                      <a:pt x="202071" y="357824"/>
                    </a:lnTo>
                    <a:lnTo>
                      <a:pt x="217338" y="358271"/>
                    </a:lnTo>
                    <a:lnTo>
                      <a:pt x="213410" y="361976"/>
                    </a:lnTo>
                    <a:lnTo>
                      <a:pt x="228677" y="362422"/>
                    </a:lnTo>
                    <a:lnTo>
                      <a:pt x="217115" y="365904"/>
                    </a:lnTo>
                    <a:lnTo>
                      <a:pt x="216892" y="373537"/>
                    </a:lnTo>
                    <a:lnTo>
                      <a:pt x="209258" y="373314"/>
                    </a:lnTo>
                    <a:lnTo>
                      <a:pt x="209035" y="380948"/>
                    </a:lnTo>
                    <a:lnTo>
                      <a:pt x="201402" y="380725"/>
                    </a:lnTo>
                    <a:lnTo>
                      <a:pt x="197250" y="392063"/>
                    </a:lnTo>
                    <a:lnTo>
                      <a:pt x="197473" y="384430"/>
                    </a:lnTo>
                    <a:lnTo>
                      <a:pt x="205107" y="384653"/>
                    </a:lnTo>
                    <a:lnTo>
                      <a:pt x="205330" y="377020"/>
                    </a:lnTo>
                    <a:lnTo>
                      <a:pt x="212963" y="377243"/>
                    </a:lnTo>
                    <a:lnTo>
                      <a:pt x="213187" y="369609"/>
                    </a:lnTo>
                    <a:lnTo>
                      <a:pt x="220820" y="369832"/>
                    </a:lnTo>
                    <a:lnTo>
                      <a:pt x="221043" y="362199"/>
                    </a:lnTo>
                    <a:lnTo>
                      <a:pt x="217338" y="358271"/>
                    </a:lnTo>
                    <a:lnTo>
                      <a:pt x="213410" y="361976"/>
                    </a:lnTo>
                    <a:lnTo>
                      <a:pt x="205999" y="354119"/>
                    </a:lnTo>
                    <a:lnTo>
                      <a:pt x="202071" y="357824"/>
                    </a:lnTo>
                    <a:lnTo>
                      <a:pt x="183322" y="345816"/>
                    </a:lnTo>
                    <a:lnTo>
                      <a:pt x="190732" y="353673"/>
                    </a:lnTo>
                    <a:lnTo>
                      <a:pt x="186804" y="357378"/>
                    </a:lnTo>
                    <a:lnTo>
                      <a:pt x="194214" y="365235"/>
                    </a:lnTo>
                    <a:lnTo>
                      <a:pt x="190286" y="368940"/>
                    </a:lnTo>
                    <a:lnTo>
                      <a:pt x="197696" y="376796"/>
                    </a:lnTo>
                    <a:lnTo>
                      <a:pt x="193768" y="380502"/>
                    </a:lnTo>
                    <a:lnTo>
                      <a:pt x="197473" y="384430"/>
                    </a:lnTo>
                    <a:moveTo>
                      <a:pt x="13928" y="564971"/>
                    </a:moveTo>
                    <a:lnTo>
                      <a:pt x="0" y="518724"/>
                    </a:lnTo>
                    <a:lnTo>
                      <a:pt x="45355" y="535330"/>
                    </a:lnTo>
                    <a:lnTo>
                      <a:pt x="13928" y="564971"/>
                    </a:lnTo>
                    <a:lnTo>
                      <a:pt x="17857" y="561266"/>
                    </a:lnTo>
                    <a:lnTo>
                      <a:pt x="7411" y="526581"/>
                    </a:lnTo>
                    <a:lnTo>
                      <a:pt x="41427" y="539035"/>
                    </a:lnTo>
                    <a:lnTo>
                      <a:pt x="37721" y="535107"/>
                    </a:lnTo>
                    <a:lnTo>
                      <a:pt x="14152" y="557338"/>
                    </a:lnTo>
                    <a:lnTo>
                      <a:pt x="17857" y="561266"/>
                    </a:lnTo>
                    <a:lnTo>
                      <a:pt x="13928" y="564971"/>
                    </a:lnTo>
                    <a:lnTo>
                      <a:pt x="14375" y="549704"/>
                    </a:lnTo>
                    <a:lnTo>
                      <a:pt x="10446" y="553410"/>
                    </a:lnTo>
                    <a:lnTo>
                      <a:pt x="10893" y="538143"/>
                    </a:lnTo>
                    <a:lnTo>
                      <a:pt x="6964" y="541848"/>
                    </a:lnTo>
                    <a:lnTo>
                      <a:pt x="3705" y="522652"/>
                    </a:lnTo>
                    <a:lnTo>
                      <a:pt x="22678" y="527027"/>
                    </a:lnTo>
                    <a:lnTo>
                      <a:pt x="18749" y="530732"/>
                    </a:lnTo>
                    <a:lnTo>
                      <a:pt x="34016" y="531179"/>
                    </a:lnTo>
                    <a:lnTo>
                      <a:pt x="30088" y="534884"/>
                    </a:lnTo>
                    <a:lnTo>
                      <a:pt x="45355" y="535330"/>
                    </a:lnTo>
                    <a:lnTo>
                      <a:pt x="33793" y="538812"/>
                    </a:lnTo>
                    <a:lnTo>
                      <a:pt x="33570" y="546446"/>
                    </a:lnTo>
                    <a:lnTo>
                      <a:pt x="25937" y="546222"/>
                    </a:lnTo>
                    <a:lnTo>
                      <a:pt x="25713" y="553856"/>
                    </a:lnTo>
                    <a:lnTo>
                      <a:pt x="18080" y="553633"/>
                    </a:lnTo>
                    <a:lnTo>
                      <a:pt x="13928" y="564971"/>
                    </a:lnTo>
                    <a:lnTo>
                      <a:pt x="14152" y="557338"/>
                    </a:lnTo>
                    <a:lnTo>
                      <a:pt x="21785" y="557561"/>
                    </a:lnTo>
                    <a:lnTo>
                      <a:pt x="22008" y="549928"/>
                    </a:lnTo>
                    <a:lnTo>
                      <a:pt x="29642" y="550151"/>
                    </a:lnTo>
                    <a:lnTo>
                      <a:pt x="29865" y="542517"/>
                    </a:lnTo>
                    <a:lnTo>
                      <a:pt x="37498" y="542740"/>
                    </a:lnTo>
                    <a:lnTo>
                      <a:pt x="37721" y="535107"/>
                    </a:lnTo>
                    <a:lnTo>
                      <a:pt x="34016" y="531179"/>
                    </a:lnTo>
                    <a:lnTo>
                      <a:pt x="30088" y="534884"/>
                    </a:lnTo>
                    <a:lnTo>
                      <a:pt x="22678" y="527027"/>
                    </a:lnTo>
                    <a:lnTo>
                      <a:pt x="18749" y="530732"/>
                    </a:lnTo>
                    <a:lnTo>
                      <a:pt x="0" y="518724"/>
                    </a:lnTo>
                    <a:lnTo>
                      <a:pt x="7411" y="526581"/>
                    </a:lnTo>
                    <a:lnTo>
                      <a:pt x="3482" y="530286"/>
                    </a:lnTo>
                    <a:lnTo>
                      <a:pt x="10893" y="538143"/>
                    </a:lnTo>
                    <a:lnTo>
                      <a:pt x="6964" y="541848"/>
                    </a:lnTo>
                    <a:lnTo>
                      <a:pt x="14375" y="549704"/>
                    </a:lnTo>
                    <a:lnTo>
                      <a:pt x="10446" y="553410"/>
                    </a:lnTo>
                    <a:lnTo>
                      <a:pt x="14152" y="557338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5" name="Контур"/>
              <p:cNvSpPr/>
              <p:nvPr/>
            </p:nvSpPr>
            <p:spPr>
              <a:xfrm>
                <a:off x="3279293" y="4774084"/>
                <a:ext cx="782579" cy="738124"/>
              </a:xfrm>
              <a:custGeom>
                <a:avLst/>
                <a:gdLst/>
                <a:ahLst/>
                <a:cxnLst/>
                <a:rect l="l" t="t" r="r" b="b"/>
                <a:pathLst>
                  <a:path w="782579" h="738124" fill="none">
                    <a:moveTo>
                      <a:pt x="0" y="738124"/>
                    </a:moveTo>
                    <a:lnTo>
                      <a:pt x="91661" y="651670"/>
                    </a:lnTo>
                    <a:moveTo>
                      <a:pt x="91661" y="651670"/>
                    </a:moveTo>
                    <a:lnTo>
                      <a:pt x="183322" y="565216"/>
                    </a:lnTo>
                    <a:moveTo>
                      <a:pt x="183322" y="565216"/>
                    </a:moveTo>
                    <a:lnTo>
                      <a:pt x="234828" y="516635"/>
                    </a:lnTo>
                    <a:lnTo>
                      <a:pt x="274982" y="478762"/>
                    </a:lnTo>
                    <a:moveTo>
                      <a:pt x="274982" y="478762"/>
                    </a:moveTo>
                    <a:lnTo>
                      <a:pt x="366643" y="392308"/>
                    </a:lnTo>
                    <a:moveTo>
                      <a:pt x="366643" y="392308"/>
                    </a:moveTo>
                    <a:lnTo>
                      <a:pt x="458304" y="305854"/>
                    </a:lnTo>
                    <a:moveTo>
                      <a:pt x="458304" y="305854"/>
                    </a:moveTo>
                    <a:lnTo>
                      <a:pt x="549965" y="219400"/>
                    </a:lnTo>
                    <a:moveTo>
                      <a:pt x="549965" y="219400"/>
                    </a:moveTo>
                    <a:lnTo>
                      <a:pt x="641626" y="132946"/>
                    </a:lnTo>
                    <a:moveTo>
                      <a:pt x="641626" y="132946"/>
                    </a:moveTo>
                    <a:lnTo>
                      <a:pt x="733286" y="46492"/>
                    </a:lnTo>
                    <a:moveTo>
                      <a:pt x="733286" y="46492"/>
                    </a:moveTo>
                    <a:lnTo>
                      <a:pt x="78257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6" name="Контур"/>
              <p:cNvSpPr/>
              <p:nvPr/>
            </p:nvSpPr>
            <p:spPr>
              <a:xfrm>
                <a:off x="3325391" y="4846133"/>
                <a:ext cx="595319" cy="564971"/>
              </a:xfrm>
              <a:custGeom>
                <a:avLst/>
                <a:gdLst/>
                <a:ahLst/>
                <a:cxnLst/>
                <a:rect l="l" t="t" r="r" b="b"/>
                <a:pathLst>
                  <a:path w="595319" h="564971" fill="none">
                    <a:moveTo>
                      <a:pt x="31426" y="518724"/>
                    </a:moveTo>
                    <a:lnTo>
                      <a:pt x="45354" y="564971"/>
                    </a:lnTo>
                    <a:lnTo>
                      <a:pt x="0" y="548365"/>
                    </a:lnTo>
                    <a:lnTo>
                      <a:pt x="31426" y="518724"/>
                    </a:lnTo>
                    <a:lnTo>
                      <a:pt x="27498" y="522429"/>
                    </a:lnTo>
                    <a:lnTo>
                      <a:pt x="37944" y="557115"/>
                    </a:lnTo>
                    <a:lnTo>
                      <a:pt x="3928" y="544660"/>
                    </a:lnTo>
                    <a:lnTo>
                      <a:pt x="7633" y="548589"/>
                    </a:lnTo>
                    <a:lnTo>
                      <a:pt x="31203" y="526358"/>
                    </a:lnTo>
                    <a:lnTo>
                      <a:pt x="27498" y="522429"/>
                    </a:lnTo>
                    <a:lnTo>
                      <a:pt x="31426" y="518724"/>
                    </a:lnTo>
                    <a:lnTo>
                      <a:pt x="30980" y="533991"/>
                    </a:lnTo>
                    <a:lnTo>
                      <a:pt x="34908" y="530286"/>
                    </a:lnTo>
                    <a:lnTo>
                      <a:pt x="34462" y="545553"/>
                    </a:lnTo>
                    <a:lnTo>
                      <a:pt x="38390" y="541848"/>
                    </a:lnTo>
                    <a:lnTo>
                      <a:pt x="41649" y="561043"/>
                    </a:lnTo>
                    <a:lnTo>
                      <a:pt x="22677" y="556668"/>
                    </a:lnTo>
                    <a:lnTo>
                      <a:pt x="26605" y="552963"/>
                    </a:lnTo>
                    <a:lnTo>
                      <a:pt x="11338" y="552517"/>
                    </a:lnTo>
                    <a:lnTo>
                      <a:pt x="15267" y="548812"/>
                    </a:lnTo>
                    <a:lnTo>
                      <a:pt x="0" y="548365"/>
                    </a:lnTo>
                    <a:lnTo>
                      <a:pt x="11561" y="544883"/>
                    </a:lnTo>
                    <a:lnTo>
                      <a:pt x="11785" y="537250"/>
                    </a:lnTo>
                    <a:lnTo>
                      <a:pt x="19418" y="537473"/>
                    </a:lnTo>
                    <a:lnTo>
                      <a:pt x="19641" y="529840"/>
                    </a:lnTo>
                    <a:lnTo>
                      <a:pt x="27275" y="530063"/>
                    </a:lnTo>
                    <a:lnTo>
                      <a:pt x="31426" y="518724"/>
                    </a:lnTo>
                    <a:lnTo>
                      <a:pt x="31203" y="526358"/>
                    </a:lnTo>
                    <a:lnTo>
                      <a:pt x="23570" y="526134"/>
                    </a:lnTo>
                    <a:lnTo>
                      <a:pt x="23346" y="533768"/>
                    </a:lnTo>
                    <a:lnTo>
                      <a:pt x="15713" y="533545"/>
                    </a:lnTo>
                    <a:lnTo>
                      <a:pt x="15490" y="541178"/>
                    </a:lnTo>
                    <a:lnTo>
                      <a:pt x="7856" y="540955"/>
                    </a:lnTo>
                    <a:lnTo>
                      <a:pt x="7633" y="548589"/>
                    </a:lnTo>
                    <a:lnTo>
                      <a:pt x="11338" y="552517"/>
                    </a:lnTo>
                    <a:lnTo>
                      <a:pt x="15267" y="548812"/>
                    </a:lnTo>
                    <a:lnTo>
                      <a:pt x="22677" y="556668"/>
                    </a:lnTo>
                    <a:lnTo>
                      <a:pt x="26605" y="552963"/>
                    </a:lnTo>
                    <a:lnTo>
                      <a:pt x="45354" y="564971"/>
                    </a:lnTo>
                    <a:lnTo>
                      <a:pt x="37944" y="557115"/>
                    </a:lnTo>
                    <a:lnTo>
                      <a:pt x="41872" y="553409"/>
                    </a:lnTo>
                    <a:lnTo>
                      <a:pt x="34462" y="545553"/>
                    </a:lnTo>
                    <a:lnTo>
                      <a:pt x="38390" y="541848"/>
                    </a:lnTo>
                    <a:lnTo>
                      <a:pt x="30980" y="533991"/>
                    </a:lnTo>
                    <a:lnTo>
                      <a:pt x="34908" y="530286"/>
                    </a:lnTo>
                    <a:lnTo>
                      <a:pt x="31203" y="526358"/>
                    </a:lnTo>
                    <a:moveTo>
                      <a:pt x="214748" y="345816"/>
                    </a:moveTo>
                    <a:lnTo>
                      <a:pt x="228676" y="392063"/>
                    </a:lnTo>
                    <a:lnTo>
                      <a:pt x="183321" y="375457"/>
                    </a:lnTo>
                    <a:lnTo>
                      <a:pt x="214748" y="345816"/>
                    </a:lnTo>
                    <a:lnTo>
                      <a:pt x="210820" y="349521"/>
                    </a:lnTo>
                    <a:lnTo>
                      <a:pt x="221266" y="384207"/>
                    </a:lnTo>
                    <a:lnTo>
                      <a:pt x="187250" y="371752"/>
                    </a:lnTo>
                    <a:lnTo>
                      <a:pt x="190955" y="375681"/>
                    </a:lnTo>
                    <a:lnTo>
                      <a:pt x="214525" y="353450"/>
                    </a:lnTo>
                    <a:lnTo>
                      <a:pt x="210820" y="349521"/>
                    </a:lnTo>
                    <a:lnTo>
                      <a:pt x="214748" y="345816"/>
                    </a:lnTo>
                    <a:lnTo>
                      <a:pt x="214302" y="361083"/>
                    </a:lnTo>
                    <a:lnTo>
                      <a:pt x="218230" y="357378"/>
                    </a:lnTo>
                    <a:lnTo>
                      <a:pt x="217784" y="372645"/>
                    </a:lnTo>
                    <a:lnTo>
                      <a:pt x="221712" y="368940"/>
                    </a:lnTo>
                    <a:lnTo>
                      <a:pt x="224971" y="388135"/>
                    </a:lnTo>
                    <a:lnTo>
                      <a:pt x="205999" y="383760"/>
                    </a:lnTo>
                    <a:lnTo>
                      <a:pt x="209927" y="380055"/>
                    </a:lnTo>
                    <a:lnTo>
                      <a:pt x="194660" y="379609"/>
                    </a:lnTo>
                    <a:lnTo>
                      <a:pt x="198588" y="375904"/>
                    </a:lnTo>
                    <a:lnTo>
                      <a:pt x="183321" y="375457"/>
                    </a:lnTo>
                    <a:lnTo>
                      <a:pt x="194883" y="371975"/>
                    </a:lnTo>
                    <a:lnTo>
                      <a:pt x="195106" y="364342"/>
                    </a:lnTo>
                    <a:lnTo>
                      <a:pt x="202740" y="364565"/>
                    </a:lnTo>
                    <a:lnTo>
                      <a:pt x="202963" y="356932"/>
                    </a:lnTo>
                    <a:lnTo>
                      <a:pt x="210596" y="357155"/>
                    </a:lnTo>
                    <a:lnTo>
                      <a:pt x="214748" y="345816"/>
                    </a:lnTo>
                    <a:lnTo>
                      <a:pt x="214525" y="353450"/>
                    </a:lnTo>
                    <a:lnTo>
                      <a:pt x="206891" y="353226"/>
                    </a:lnTo>
                    <a:lnTo>
                      <a:pt x="206668" y="360860"/>
                    </a:lnTo>
                    <a:lnTo>
                      <a:pt x="199035" y="360637"/>
                    </a:lnTo>
                    <a:lnTo>
                      <a:pt x="198811" y="368270"/>
                    </a:lnTo>
                    <a:lnTo>
                      <a:pt x="191178" y="368047"/>
                    </a:lnTo>
                    <a:lnTo>
                      <a:pt x="190955" y="375681"/>
                    </a:lnTo>
                    <a:lnTo>
                      <a:pt x="194660" y="379609"/>
                    </a:lnTo>
                    <a:lnTo>
                      <a:pt x="198588" y="375904"/>
                    </a:lnTo>
                    <a:lnTo>
                      <a:pt x="205999" y="383760"/>
                    </a:lnTo>
                    <a:lnTo>
                      <a:pt x="209927" y="380055"/>
                    </a:lnTo>
                    <a:lnTo>
                      <a:pt x="228676" y="392063"/>
                    </a:lnTo>
                    <a:lnTo>
                      <a:pt x="221266" y="384207"/>
                    </a:lnTo>
                    <a:lnTo>
                      <a:pt x="225194" y="380501"/>
                    </a:lnTo>
                    <a:lnTo>
                      <a:pt x="217784" y="372645"/>
                    </a:lnTo>
                    <a:lnTo>
                      <a:pt x="221712" y="368940"/>
                    </a:lnTo>
                    <a:lnTo>
                      <a:pt x="214302" y="361083"/>
                    </a:lnTo>
                    <a:lnTo>
                      <a:pt x="218230" y="357378"/>
                    </a:lnTo>
                    <a:lnTo>
                      <a:pt x="214525" y="353450"/>
                    </a:lnTo>
                    <a:moveTo>
                      <a:pt x="398069" y="172908"/>
                    </a:moveTo>
                    <a:lnTo>
                      <a:pt x="411998" y="219155"/>
                    </a:lnTo>
                    <a:lnTo>
                      <a:pt x="366643" y="202549"/>
                    </a:lnTo>
                    <a:lnTo>
                      <a:pt x="398069" y="172908"/>
                    </a:lnTo>
                    <a:lnTo>
                      <a:pt x="394141" y="176613"/>
                    </a:lnTo>
                    <a:lnTo>
                      <a:pt x="404587" y="211299"/>
                    </a:lnTo>
                    <a:lnTo>
                      <a:pt x="370571" y="198844"/>
                    </a:lnTo>
                    <a:lnTo>
                      <a:pt x="374276" y="202773"/>
                    </a:lnTo>
                    <a:lnTo>
                      <a:pt x="397846" y="180542"/>
                    </a:lnTo>
                    <a:lnTo>
                      <a:pt x="394141" y="176613"/>
                    </a:lnTo>
                    <a:lnTo>
                      <a:pt x="398069" y="172908"/>
                    </a:lnTo>
                    <a:lnTo>
                      <a:pt x="397623" y="188175"/>
                    </a:lnTo>
                    <a:lnTo>
                      <a:pt x="401552" y="184470"/>
                    </a:lnTo>
                    <a:lnTo>
                      <a:pt x="401105" y="199737"/>
                    </a:lnTo>
                    <a:lnTo>
                      <a:pt x="405034" y="196032"/>
                    </a:lnTo>
                    <a:lnTo>
                      <a:pt x="408292" y="215227"/>
                    </a:lnTo>
                    <a:lnTo>
                      <a:pt x="389320" y="210852"/>
                    </a:lnTo>
                    <a:lnTo>
                      <a:pt x="393249" y="207147"/>
                    </a:lnTo>
                    <a:lnTo>
                      <a:pt x="377982" y="206701"/>
                    </a:lnTo>
                    <a:lnTo>
                      <a:pt x="381910" y="202996"/>
                    </a:lnTo>
                    <a:lnTo>
                      <a:pt x="366643" y="202549"/>
                    </a:lnTo>
                    <a:lnTo>
                      <a:pt x="378205" y="199067"/>
                    </a:lnTo>
                    <a:lnTo>
                      <a:pt x="378428" y="191434"/>
                    </a:lnTo>
                    <a:lnTo>
                      <a:pt x="386061" y="191657"/>
                    </a:lnTo>
                    <a:lnTo>
                      <a:pt x="386285" y="184024"/>
                    </a:lnTo>
                    <a:lnTo>
                      <a:pt x="393918" y="184247"/>
                    </a:lnTo>
                    <a:lnTo>
                      <a:pt x="398069" y="172908"/>
                    </a:lnTo>
                    <a:lnTo>
                      <a:pt x="397846" y="180542"/>
                    </a:lnTo>
                    <a:lnTo>
                      <a:pt x="390213" y="180318"/>
                    </a:lnTo>
                    <a:lnTo>
                      <a:pt x="389990" y="187952"/>
                    </a:lnTo>
                    <a:lnTo>
                      <a:pt x="382356" y="187729"/>
                    </a:lnTo>
                    <a:lnTo>
                      <a:pt x="382133" y="195362"/>
                    </a:lnTo>
                    <a:lnTo>
                      <a:pt x="374500" y="195139"/>
                    </a:lnTo>
                    <a:lnTo>
                      <a:pt x="374276" y="202773"/>
                    </a:lnTo>
                    <a:lnTo>
                      <a:pt x="377982" y="206701"/>
                    </a:lnTo>
                    <a:lnTo>
                      <a:pt x="381910" y="202996"/>
                    </a:lnTo>
                    <a:lnTo>
                      <a:pt x="389320" y="210852"/>
                    </a:lnTo>
                    <a:lnTo>
                      <a:pt x="393249" y="207147"/>
                    </a:lnTo>
                    <a:lnTo>
                      <a:pt x="411998" y="219155"/>
                    </a:lnTo>
                    <a:lnTo>
                      <a:pt x="404587" y="211299"/>
                    </a:lnTo>
                    <a:lnTo>
                      <a:pt x="408516" y="207593"/>
                    </a:lnTo>
                    <a:lnTo>
                      <a:pt x="401105" y="199737"/>
                    </a:lnTo>
                    <a:lnTo>
                      <a:pt x="405034" y="196032"/>
                    </a:lnTo>
                    <a:lnTo>
                      <a:pt x="397623" y="188175"/>
                    </a:lnTo>
                    <a:lnTo>
                      <a:pt x="401552" y="184470"/>
                    </a:lnTo>
                    <a:lnTo>
                      <a:pt x="397846" y="180542"/>
                    </a:lnTo>
                    <a:moveTo>
                      <a:pt x="581391" y="0"/>
                    </a:moveTo>
                    <a:lnTo>
                      <a:pt x="595319" y="46247"/>
                    </a:lnTo>
                    <a:lnTo>
                      <a:pt x="549965" y="29641"/>
                    </a:lnTo>
                    <a:lnTo>
                      <a:pt x="581391" y="0"/>
                    </a:lnTo>
                    <a:lnTo>
                      <a:pt x="577463" y="3705"/>
                    </a:lnTo>
                    <a:lnTo>
                      <a:pt x="587909" y="38391"/>
                    </a:lnTo>
                    <a:lnTo>
                      <a:pt x="553893" y="25936"/>
                    </a:lnTo>
                    <a:lnTo>
                      <a:pt x="557598" y="29865"/>
                    </a:lnTo>
                    <a:lnTo>
                      <a:pt x="581168" y="7633"/>
                    </a:lnTo>
                    <a:lnTo>
                      <a:pt x="577463" y="3705"/>
                    </a:lnTo>
                    <a:lnTo>
                      <a:pt x="581391" y="0"/>
                    </a:lnTo>
                    <a:lnTo>
                      <a:pt x="580945" y="15267"/>
                    </a:lnTo>
                    <a:lnTo>
                      <a:pt x="584873" y="11562"/>
                    </a:lnTo>
                    <a:lnTo>
                      <a:pt x="584427" y="26829"/>
                    </a:lnTo>
                    <a:lnTo>
                      <a:pt x="588355" y="23124"/>
                    </a:lnTo>
                    <a:lnTo>
                      <a:pt x="591614" y="42319"/>
                    </a:lnTo>
                    <a:lnTo>
                      <a:pt x="572642" y="37944"/>
                    </a:lnTo>
                    <a:lnTo>
                      <a:pt x="576570" y="34239"/>
                    </a:lnTo>
                    <a:lnTo>
                      <a:pt x="561303" y="33793"/>
                    </a:lnTo>
                    <a:lnTo>
                      <a:pt x="565232" y="30088"/>
                    </a:lnTo>
                    <a:lnTo>
                      <a:pt x="549965" y="29641"/>
                    </a:lnTo>
                    <a:lnTo>
                      <a:pt x="561526" y="26159"/>
                    </a:lnTo>
                    <a:lnTo>
                      <a:pt x="561749" y="18526"/>
                    </a:lnTo>
                    <a:lnTo>
                      <a:pt x="569383" y="18749"/>
                    </a:lnTo>
                    <a:lnTo>
                      <a:pt x="569606" y="11115"/>
                    </a:lnTo>
                    <a:lnTo>
                      <a:pt x="577240" y="11339"/>
                    </a:lnTo>
                    <a:lnTo>
                      <a:pt x="581391" y="0"/>
                    </a:lnTo>
                    <a:lnTo>
                      <a:pt x="581168" y="7633"/>
                    </a:lnTo>
                    <a:lnTo>
                      <a:pt x="573534" y="7410"/>
                    </a:lnTo>
                    <a:lnTo>
                      <a:pt x="573311" y="15044"/>
                    </a:lnTo>
                    <a:lnTo>
                      <a:pt x="565678" y="14821"/>
                    </a:lnTo>
                    <a:lnTo>
                      <a:pt x="565455" y="22454"/>
                    </a:lnTo>
                    <a:lnTo>
                      <a:pt x="557821" y="22231"/>
                    </a:lnTo>
                    <a:lnTo>
                      <a:pt x="557598" y="29865"/>
                    </a:lnTo>
                    <a:lnTo>
                      <a:pt x="561303" y="33793"/>
                    </a:lnTo>
                    <a:lnTo>
                      <a:pt x="565232" y="30088"/>
                    </a:lnTo>
                    <a:lnTo>
                      <a:pt x="572642" y="37944"/>
                    </a:lnTo>
                    <a:lnTo>
                      <a:pt x="576570" y="34239"/>
                    </a:lnTo>
                    <a:lnTo>
                      <a:pt x="595319" y="46247"/>
                    </a:lnTo>
                    <a:lnTo>
                      <a:pt x="587909" y="38391"/>
                    </a:lnTo>
                    <a:lnTo>
                      <a:pt x="591837" y="34685"/>
                    </a:lnTo>
                    <a:lnTo>
                      <a:pt x="584427" y="26829"/>
                    </a:lnTo>
                    <a:lnTo>
                      <a:pt x="588355" y="23124"/>
                    </a:lnTo>
                    <a:lnTo>
                      <a:pt x="580945" y="15267"/>
                    </a:lnTo>
                    <a:lnTo>
                      <a:pt x="584873" y="11562"/>
                    </a:lnTo>
                    <a:lnTo>
                      <a:pt x="581168" y="7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7" name="Контур"/>
              <p:cNvSpPr/>
              <p:nvPr/>
            </p:nvSpPr>
            <p:spPr>
              <a:xfrm>
                <a:off x="3279293" y="5034137"/>
                <a:ext cx="659637" cy="478071"/>
              </a:xfrm>
              <a:custGeom>
                <a:avLst/>
                <a:gdLst/>
                <a:ahLst/>
                <a:cxnLst/>
                <a:rect l="l" t="t" r="r" b="b"/>
                <a:pathLst>
                  <a:path w="659637" h="478071" fill="none">
                    <a:moveTo>
                      <a:pt x="659637" y="0"/>
                    </a:moveTo>
                    <a:lnTo>
                      <a:pt x="557614" y="73941"/>
                    </a:lnTo>
                    <a:moveTo>
                      <a:pt x="557614" y="73941"/>
                    </a:moveTo>
                    <a:lnTo>
                      <a:pt x="455591" y="147882"/>
                    </a:lnTo>
                    <a:moveTo>
                      <a:pt x="455591" y="147882"/>
                    </a:moveTo>
                    <a:lnTo>
                      <a:pt x="353568" y="221823"/>
                    </a:lnTo>
                    <a:moveTo>
                      <a:pt x="353568" y="221823"/>
                    </a:moveTo>
                    <a:lnTo>
                      <a:pt x="251545" y="295764"/>
                    </a:lnTo>
                    <a:moveTo>
                      <a:pt x="251545" y="295764"/>
                    </a:moveTo>
                    <a:lnTo>
                      <a:pt x="149521" y="369705"/>
                    </a:lnTo>
                    <a:moveTo>
                      <a:pt x="149521" y="369705"/>
                    </a:moveTo>
                    <a:lnTo>
                      <a:pt x="47498" y="443646"/>
                    </a:lnTo>
                    <a:moveTo>
                      <a:pt x="47498" y="443646"/>
                    </a:moveTo>
                    <a:lnTo>
                      <a:pt x="0" y="478071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8" name="Контур"/>
              <p:cNvSpPr/>
              <p:nvPr/>
            </p:nvSpPr>
            <p:spPr>
              <a:xfrm>
                <a:off x="3362146" y="5064354"/>
                <a:ext cx="450934" cy="343419"/>
              </a:xfrm>
              <a:custGeom>
                <a:avLst/>
                <a:gdLst/>
                <a:ahLst/>
                <a:cxnLst/>
                <a:rect l="l" t="t" r="r" b="b"/>
                <a:pathLst>
                  <a:path w="450934" h="343419" fill="none">
                    <a:moveTo>
                      <a:pt x="443072" y="0"/>
                    </a:moveTo>
                    <a:lnTo>
                      <a:pt x="450934" y="47655"/>
                    </a:lnTo>
                    <a:lnTo>
                      <a:pt x="408093" y="25351"/>
                    </a:lnTo>
                    <a:lnTo>
                      <a:pt x="443072" y="0"/>
                    </a:lnTo>
                    <a:lnTo>
                      <a:pt x="438700" y="3169"/>
                    </a:lnTo>
                    <a:lnTo>
                      <a:pt x="444596" y="38910"/>
                    </a:lnTo>
                    <a:lnTo>
                      <a:pt x="412465" y="22182"/>
                    </a:lnTo>
                    <a:lnTo>
                      <a:pt x="415634" y="26555"/>
                    </a:lnTo>
                    <a:lnTo>
                      <a:pt x="441868" y="7541"/>
                    </a:lnTo>
                    <a:lnTo>
                      <a:pt x="438700" y="3169"/>
                    </a:lnTo>
                    <a:lnTo>
                      <a:pt x="443072" y="0"/>
                    </a:lnTo>
                    <a:lnTo>
                      <a:pt x="440665" y="15083"/>
                    </a:lnTo>
                    <a:lnTo>
                      <a:pt x="445037" y="11914"/>
                    </a:lnTo>
                    <a:lnTo>
                      <a:pt x="442630" y="26996"/>
                    </a:lnTo>
                    <a:lnTo>
                      <a:pt x="447003" y="23827"/>
                    </a:lnTo>
                    <a:lnTo>
                      <a:pt x="447765" y="43282"/>
                    </a:lnTo>
                    <a:lnTo>
                      <a:pt x="429513" y="36503"/>
                    </a:lnTo>
                    <a:lnTo>
                      <a:pt x="433885" y="33334"/>
                    </a:lnTo>
                    <a:lnTo>
                      <a:pt x="418803" y="30927"/>
                    </a:lnTo>
                    <a:lnTo>
                      <a:pt x="423175" y="27758"/>
                    </a:lnTo>
                    <a:lnTo>
                      <a:pt x="408093" y="25351"/>
                    </a:lnTo>
                    <a:lnTo>
                      <a:pt x="420006" y="23386"/>
                    </a:lnTo>
                    <a:lnTo>
                      <a:pt x="421210" y="15844"/>
                    </a:lnTo>
                    <a:lnTo>
                      <a:pt x="428751" y="17048"/>
                    </a:lnTo>
                    <a:lnTo>
                      <a:pt x="429955" y="9507"/>
                    </a:lnTo>
                    <a:lnTo>
                      <a:pt x="437496" y="10710"/>
                    </a:lnTo>
                    <a:lnTo>
                      <a:pt x="443072" y="0"/>
                    </a:lnTo>
                    <a:lnTo>
                      <a:pt x="441868" y="7541"/>
                    </a:lnTo>
                    <a:lnTo>
                      <a:pt x="434327" y="6338"/>
                    </a:lnTo>
                    <a:lnTo>
                      <a:pt x="433124" y="13879"/>
                    </a:lnTo>
                    <a:lnTo>
                      <a:pt x="425582" y="12676"/>
                    </a:lnTo>
                    <a:lnTo>
                      <a:pt x="424379" y="20217"/>
                    </a:lnTo>
                    <a:lnTo>
                      <a:pt x="416837" y="19013"/>
                    </a:lnTo>
                    <a:lnTo>
                      <a:pt x="415634" y="26555"/>
                    </a:lnTo>
                    <a:lnTo>
                      <a:pt x="418803" y="30927"/>
                    </a:lnTo>
                    <a:lnTo>
                      <a:pt x="423175" y="27758"/>
                    </a:lnTo>
                    <a:lnTo>
                      <a:pt x="429513" y="36503"/>
                    </a:lnTo>
                    <a:lnTo>
                      <a:pt x="433885" y="33334"/>
                    </a:lnTo>
                    <a:lnTo>
                      <a:pt x="450934" y="47655"/>
                    </a:lnTo>
                    <a:lnTo>
                      <a:pt x="444596" y="38910"/>
                    </a:lnTo>
                    <a:lnTo>
                      <a:pt x="448968" y="35741"/>
                    </a:lnTo>
                    <a:lnTo>
                      <a:pt x="442630" y="26996"/>
                    </a:lnTo>
                    <a:lnTo>
                      <a:pt x="447003" y="23827"/>
                    </a:lnTo>
                    <a:lnTo>
                      <a:pt x="440665" y="15083"/>
                    </a:lnTo>
                    <a:lnTo>
                      <a:pt x="445037" y="11914"/>
                    </a:lnTo>
                    <a:lnTo>
                      <a:pt x="441868" y="7541"/>
                    </a:lnTo>
                    <a:moveTo>
                      <a:pt x="239026" y="147882"/>
                    </a:moveTo>
                    <a:lnTo>
                      <a:pt x="246887" y="195537"/>
                    </a:lnTo>
                    <a:lnTo>
                      <a:pt x="204046" y="173233"/>
                    </a:lnTo>
                    <a:lnTo>
                      <a:pt x="239026" y="147882"/>
                    </a:lnTo>
                    <a:lnTo>
                      <a:pt x="234653" y="151051"/>
                    </a:lnTo>
                    <a:lnTo>
                      <a:pt x="240549" y="186792"/>
                    </a:lnTo>
                    <a:lnTo>
                      <a:pt x="208419" y="170064"/>
                    </a:lnTo>
                    <a:lnTo>
                      <a:pt x="211588" y="174437"/>
                    </a:lnTo>
                    <a:lnTo>
                      <a:pt x="237822" y="155423"/>
                    </a:lnTo>
                    <a:lnTo>
                      <a:pt x="234653" y="151051"/>
                    </a:lnTo>
                    <a:lnTo>
                      <a:pt x="239026" y="147882"/>
                    </a:lnTo>
                    <a:lnTo>
                      <a:pt x="236619" y="162965"/>
                    </a:lnTo>
                    <a:lnTo>
                      <a:pt x="240991" y="159796"/>
                    </a:lnTo>
                    <a:lnTo>
                      <a:pt x="238584" y="174878"/>
                    </a:lnTo>
                    <a:lnTo>
                      <a:pt x="242956" y="171709"/>
                    </a:lnTo>
                    <a:lnTo>
                      <a:pt x="243718" y="191165"/>
                    </a:lnTo>
                    <a:lnTo>
                      <a:pt x="225467" y="184385"/>
                    </a:lnTo>
                    <a:lnTo>
                      <a:pt x="229839" y="181216"/>
                    </a:lnTo>
                    <a:lnTo>
                      <a:pt x="214757" y="178809"/>
                    </a:lnTo>
                    <a:lnTo>
                      <a:pt x="219129" y="175640"/>
                    </a:lnTo>
                    <a:lnTo>
                      <a:pt x="204046" y="173233"/>
                    </a:lnTo>
                    <a:lnTo>
                      <a:pt x="215960" y="171268"/>
                    </a:lnTo>
                    <a:lnTo>
                      <a:pt x="217164" y="163727"/>
                    </a:lnTo>
                    <a:lnTo>
                      <a:pt x="224705" y="164930"/>
                    </a:lnTo>
                    <a:lnTo>
                      <a:pt x="225908" y="157389"/>
                    </a:lnTo>
                    <a:lnTo>
                      <a:pt x="233450" y="158592"/>
                    </a:lnTo>
                    <a:lnTo>
                      <a:pt x="239026" y="147882"/>
                    </a:lnTo>
                    <a:lnTo>
                      <a:pt x="237822" y="155423"/>
                    </a:lnTo>
                    <a:lnTo>
                      <a:pt x="230281" y="154220"/>
                    </a:lnTo>
                    <a:lnTo>
                      <a:pt x="229077" y="161761"/>
                    </a:lnTo>
                    <a:lnTo>
                      <a:pt x="221536" y="160558"/>
                    </a:lnTo>
                    <a:lnTo>
                      <a:pt x="220333" y="168099"/>
                    </a:lnTo>
                    <a:lnTo>
                      <a:pt x="212791" y="166895"/>
                    </a:lnTo>
                    <a:lnTo>
                      <a:pt x="211588" y="174437"/>
                    </a:lnTo>
                    <a:lnTo>
                      <a:pt x="214757" y="178809"/>
                    </a:lnTo>
                    <a:lnTo>
                      <a:pt x="219129" y="175640"/>
                    </a:lnTo>
                    <a:lnTo>
                      <a:pt x="225467" y="184385"/>
                    </a:lnTo>
                    <a:lnTo>
                      <a:pt x="229839" y="181216"/>
                    </a:lnTo>
                    <a:lnTo>
                      <a:pt x="246887" y="195537"/>
                    </a:lnTo>
                    <a:lnTo>
                      <a:pt x="240549" y="186792"/>
                    </a:lnTo>
                    <a:lnTo>
                      <a:pt x="244922" y="183623"/>
                    </a:lnTo>
                    <a:lnTo>
                      <a:pt x="238584" y="174878"/>
                    </a:lnTo>
                    <a:lnTo>
                      <a:pt x="242956" y="171709"/>
                    </a:lnTo>
                    <a:lnTo>
                      <a:pt x="236619" y="162965"/>
                    </a:lnTo>
                    <a:lnTo>
                      <a:pt x="240991" y="159796"/>
                    </a:lnTo>
                    <a:lnTo>
                      <a:pt x="237822" y="155423"/>
                    </a:lnTo>
                    <a:moveTo>
                      <a:pt x="34979" y="295764"/>
                    </a:moveTo>
                    <a:lnTo>
                      <a:pt x="42841" y="343419"/>
                    </a:lnTo>
                    <a:lnTo>
                      <a:pt x="0" y="321115"/>
                    </a:lnTo>
                    <a:lnTo>
                      <a:pt x="34979" y="295764"/>
                    </a:lnTo>
                    <a:lnTo>
                      <a:pt x="30607" y="298933"/>
                    </a:lnTo>
                    <a:lnTo>
                      <a:pt x="36503" y="334674"/>
                    </a:lnTo>
                    <a:lnTo>
                      <a:pt x="4372" y="317946"/>
                    </a:lnTo>
                    <a:lnTo>
                      <a:pt x="7541" y="322319"/>
                    </a:lnTo>
                    <a:lnTo>
                      <a:pt x="33776" y="303305"/>
                    </a:lnTo>
                    <a:lnTo>
                      <a:pt x="30607" y="298933"/>
                    </a:lnTo>
                    <a:lnTo>
                      <a:pt x="34979" y="295764"/>
                    </a:lnTo>
                    <a:lnTo>
                      <a:pt x="32572" y="310847"/>
                    </a:lnTo>
                    <a:lnTo>
                      <a:pt x="36945" y="307678"/>
                    </a:lnTo>
                    <a:lnTo>
                      <a:pt x="34538" y="322760"/>
                    </a:lnTo>
                    <a:lnTo>
                      <a:pt x="38910" y="319592"/>
                    </a:lnTo>
                    <a:lnTo>
                      <a:pt x="39672" y="339047"/>
                    </a:lnTo>
                    <a:lnTo>
                      <a:pt x="21421" y="332267"/>
                    </a:lnTo>
                    <a:lnTo>
                      <a:pt x="25793" y="329098"/>
                    </a:lnTo>
                    <a:lnTo>
                      <a:pt x="10710" y="326691"/>
                    </a:lnTo>
                    <a:lnTo>
                      <a:pt x="15083" y="323522"/>
                    </a:lnTo>
                    <a:lnTo>
                      <a:pt x="0" y="321115"/>
                    </a:lnTo>
                    <a:lnTo>
                      <a:pt x="11914" y="319150"/>
                    </a:lnTo>
                    <a:lnTo>
                      <a:pt x="13117" y="311609"/>
                    </a:lnTo>
                    <a:lnTo>
                      <a:pt x="20659" y="312812"/>
                    </a:lnTo>
                    <a:lnTo>
                      <a:pt x="21862" y="305271"/>
                    </a:lnTo>
                    <a:lnTo>
                      <a:pt x="29403" y="306474"/>
                    </a:lnTo>
                    <a:lnTo>
                      <a:pt x="34979" y="295764"/>
                    </a:lnTo>
                    <a:lnTo>
                      <a:pt x="33776" y="303305"/>
                    </a:lnTo>
                    <a:lnTo>
                      <a:pt x="26235" y="302102"/>
                    </a:lnTo>
                    <a:lnTo>
                      <a:pt x="25031" y="309643"/>
                    </a:lnTo>
                    <a:lnTo>
                      <a:pt x="17490" y="308440"/>
                    </a:lnTo>
                    <a:lnTo>
                      <a:pt x="16286" y="315981"/>
                    </a:lnTo>
                    <a:lnTo>
                      <a:pt x="8745" y="314778"/>
                    </a:lnTo>
                    <a:lnTo>
                      <a:pt x="7541" y="322319"/>
                    </a:lnTo>
                    <a:lnTo>
                      <a:pt x="10710" y="326691"/>
                    </a:lnTo>
                    <a:lnTo>
                      <a:pt x="15083" y="323522"/>
                    </a:lnTo>
                    <a:lnTo>
                      <a:pt x="21421" y="332267"/>
                    </a:lnTo>
                    <a:lnTo>
                      <a:pt x="25793" y="329098"/>
                    </a:lnTo>
                    <a:lnTo>
                      <a:pt x="42841" y="343419"/>
                    </a:lnTo>
                    <a:lnTo>
                      <a:pt x="36503" y="334674"/>
                    </a:lnTo>
                    <a:lnTo>
                      <a:pt x="40876" y="331505"/>
                    </a:lnTo>
                    <a:lnTo>
                      <a:pt x="34538" y="322760"/>
                    </a:lnTo>
                    <a:lnTo>
                      <a:pt x="38910" y="319592"/>
                    </a:lnTo>
                    <a:lnTo>
                      <a:pt x="32572" y="310847"/>
                    </a:lnTo>
                    <a:lnTo>
                      <a:pt x="36945" y="307678"/>
                    </a:lnTo>
                    <a:lnTo>
                      <a:pt x="33776" y="30330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9" name="Контур"/>
              <p:cNvSpPr/>
              <p:nvPr/>
            </p:nvSpPr>
            <p:spPr>
              <a:xfrm>
                <a:off x="3938930" y="4222407"/>
                <a:ext cx="1120072" cy="811730"/>
              </a:xfrm>
              <a:custGeom>
                <a:avLst/>
                <a:gdLst/>
                <a:ahLst/>
                <a:cxnLst/>
                <a:rect l="l" t="t" r="r" b="b"/>
                <a:pathLst>
                  <a:path w="1120072" h="811730" fill="none">
                    <a:moveTo>
                      <a:pt x="1120072" y="0"/>
                    </a:moveTo>
                    <a:lnTo>
                      <a:pt x="1018047" y="73939"/>
                    </a:lnTo>
                    <a:moveTo>
                      <a:pt x="1018047" y="73939"/>
                    </a:moveTo>
                    <a:lnTo>
                      <a:pt x="916022" y="147877"/>
                    </a:lnTo>
                    <a:moveTo>
                      <a:pt x="916022" y="147877"/>
                    </a:moveTo>
                    <a:lnTo>
                      <a:pt x="813997" y="221816"/>
                    </a:lnTo>
                    <a:moveTo>
                      <a:pt x="813997" y="221816"/>
                    </a:moveTo>
                    <a:lnTo>
                      <a:pt x="711972" y="295755"/>
                    </a:lnTo>
                    <a:moveTo>
                      <a:pt x="711972" y="295755"/>
                    </a:moveTo>
                    <a:lnTo>
                      <a:pt x="609947" y="369693"/>
                    </a:lnTo>
                    <a:moveTo>
                      <a:pt x="609947" y="369693"/>
                    </a:moveTo>
                    <a:lnTo>
                      <a:pt x="507922" y="443632"/>
                    </a:lnTo>
                    <a:moveTo>
                      <a:pt x="507922" y="443632"/>
                    </a:moveTo>
                    <a:lnTo>
                      <a:pt x="445588" y="488806"/>
                    </a:lnTo>
                    <a:lnTo>
                      <a:pt x="405897" y="517571"/>
                    </a:lnTo>
                    <a:moveTo>
                      <a:pt x="405897" y="517571"/>
                    </a:moveTo>
                    <a:lnTo>
                      <a:pt x="303872" y="591509"/>
                    </a:lnTo>
                    <a:moveTo>
                      <a:pt x="303872" y="591509"/>
                    </a:moveTo>
                    <a:lnTo>
                      <a:pt x="201848" y="665448"/>
                    </a:lnTo>
                    <a:moveTo>
                      <a:pt x="201848" y="665448"/>
                    </a:moveTo>
                    <a:lnTo>
                      <a:pt x="99823" y="739386"/>
                    </a:lnTo>
                    <a:moveTo>
                      <a:pt x="99823" y="739386"/>
                    </a:moveTo>
                    <a:lnTo>
                      <a:pt x="42491" y="780935"/>
                    </a:lnTo>
                    <a:lnTo>
                      <a:pt x="0" y="81173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20" name="Контур"/>
              <p:cNvSpPr/>
              <p:nvPr/>
            </p:nvSpPr>
            <p:spPr>
              <a:xfrm>
                <a:off x="4139099" y="4310900"/>
                <a:ext cx="859039" cy="639164"/>
              </a:xfrm>
              <a:custGeom>
                <a:avLst/>
                <a:gdLst/>
                <a:ahLst/>
                <a:cxnLst/>
                <a:rect l="l" t="t" r="r" b="b"/>
                <a:pathLst>
                  <a:path w="859039" h="639164" fill="none">
                    <a:moveTo>
                      <a:pt x="824060" y="47656"/>
                    </a:moveTo>
                    <a:lnTo>
                      <a:pt x="816199" y="0"/>
                    </a:lnTo>
                    <a:lnTo>
                      <a:pt x="859039" y="22305"/>
                    </a:lnTo>
                    <a:lnTo>
                      <a:pt x="824060" y="47656"/>
                    </a:lnTo>
                    <a:lnTo>
                      <a:pt x="828432" y="44487"/>
                    </a:lnTo>
                    <a:lnTo>
                      <a:pt x="822537" y="8745"/>
                    </a:lnTo>
                    <a:lnTo>
                      <a:pt x="854667" y="25474"/>
                    </a:lnTo>
                    <a:lnTo>
                      <a:pt x="851498" y="21101"/>
                    </a:lnTo>
                    <a:lnTo>
                      <a:pt x="825263" y="40114"/>
                    </a:lnTo>
                    <a:lnTo>
                      <a:pt x="828432" y="44487"/>
                    </a:lnTo>
                    <a:lnTo>
                      <a:pt x="824060" y="47656"/>
                    </a:lnTo>
                    <a:lnTo>
                      <a:pt x="826467" y="32573"/>
                    </a:lnTo>
                    <a:lnTo>
                      <a:pt x="822094" y="35742"/>
                    </a:lnTo>
                    <a:lnTo>
                      <a:pt x="824502" y="20659"/>
                    </a:lnTo>
                    <a:lnTo>
                      <a:pt x="820129" y="23828"/>
                    </a:lnTo>
                    <a:lnTo>
                      <a:pt x="819368" y="4373"/>
                    </a:lnTo>
                    <a:lnTo>
                      <a:pt x="837619" y="11153"/>
                    </a:lnTo>
                    <a:lnTo>
                      <a:pt x="833247" y="14322"/>
                    </a:lnTo>
                    <a:lnTo>
                      <a:pt x="848329" y="16729"/>
                    </a:lnTo>
                    <a:lnTo>
                      <a:pt x="843957" y="19898"/>
                    </a:lnTo>
                    <a:lnTo>
                      <a:pt x="859039" y="22305"/>
                    </a:lnTo>
                    <a:lnTo>
                      <a:pt x="847126" y="24270"/>
                    </a:lnTo>
                    <a:lnTo>
                      <a:pt x="845922" y="31812"/>
                    </a:lnTo>
                    <a:lnTo>
                      <a:pt x="838381" y="30608"/>
                    </a:lnTo>
                    <a:lnTo>
                      <a:pt x="837177" y="38149"/>
                    </a:lnTo>
                    <a:lnTo>
                      <a:pt x="829636" y="36945"/>
                    </a:lnTo>
                    <a:lnTo>
                      <a:pt x="824060" y="47656"/>
                    </a:lnTo>
                    <a:lnTo>
                      <a:pt x="825263" y="40114"/>
                    </a:lnTo>
                    <a:lnTo>
                      <a:pt x="832805" y="41318"/>
                    </a:lnTo>
                    <a:lnTo>
                      <a:pt x="834008" y="33777"/>
                    </a:lnTo>
                    <a:lnTo>
                      <a:pt x="841550" y="34980"/>
                    </a:lnTo>
                    <a:lnTo>
                      <a:pt x="842753" y="27439"/>
                    </a:lnTo>
                    <a:lnTo>
                      <a:pt x="850294" y="28643"/>
                    </a:lnTo>
                    <a:lnTo>
                      <a:pt x="851498" y="21101"/>
                    </a:lnTo>
                    <a:lnTo>
                      <a:pt x="848329" y="16729"/>
                    </a:lnTo>
                    <a:lnTo>
                      <a:pt x="843957" y="19898"/>
                    </a:lnTo>
                    <a:lnTo>
                      <a:pt x="837619" y="11153"/>
                    </a:lnTo>
                    <a:lnTo>
                      <a:pt x="833247" y="14322"/>
                    </a:lnTo>
                    <a:lnTo>
                      <a:pt x="816199" y="0"/>
                    </a:lnTo>
                    <a:lnTo>
                      <a:pt x="822537" y="8745"/>
                    </a:lnTo>
                    <a:lnTo>
                      <a:pt x="818164" y="11914"/>
                    </a:lnTo>
                    <a:lnTo>
                      <a:pt x="824502" y="20659"/>
                    </a:lnTo>
                    <a:lnTo>
                      <a:pt x="820129" y="23828"/>
                    </a:lnTo>
                    <a:lnTo>
                      <a:pt x="826467" y="32573"/>
                    </a:lnTo>
                    <a:lnTo>
                      <a:pt x="822094" y="35742"/>
                    </a:lnTo>
                    <a:lnTo>
                      <a:pt x="825263" y="40114"/>
                    </a:lnTo>
                    <a:moveTo>
                      <a:pt x="620010" y="195533"/>
                    </a:moveTo>
                    <a:lnTo>
                      <a:pt x="612149" y="147878"/>
                    </a:lnTo>
                    <a:lnTo>
                      <a:pt x="654990" y="170182"/>
                    </a:lnTo>
                    <a:lnTo>
                      <a:pt x="620010" y="195533"/>
                    </a:lnTo>
                    <a:lnTo>
                      <a:pt x="624382" y="192364"/>
                    </a:lnTo>
                    <a:lnTo>
                      <a:pt x="618487" y="156623"/>
                    </a:lnTo>
                    <a:lnTo>
                      <a:pt x="650617" y="173351"/>
                    </a:lnTo>
                    <a:lnTo>
                      <a:pt x="647448" y="168979"/>
                    </a:lnTo>
                    <a:lnTo>
                      <a:pt x="621213" y="187991"/>
                    </a:lnTo>
                    <a:lnTo>
                      <a:pt x="624382" y="192364"/>
                    </a:lnTo>
                    <a:lnTo>
                      <a:pt x="620010" y="195533"/>
                    </a:lnTo>
                    <a:lnTo>
                      <a:pt x="622417" y="180450"/>
                    </a:lnTo>
                    <a:lnTo>
                      <a:pt x="618045" y="183619"/>
                    </a:lnTo>
                    <a:lnTo>
                      <a:pt x="620452" y="168536"/>
                    </a:lnTo>
                    <a:lnTo>
                      <a:pt x="616079" y="171705"/>
                    </a:lnTo>
                    <a:lnTo>
                      <a:pt x="615318" y="152250"/>
                    </a:lnTo>
                    <a:lnTo>
                      <a:pt x="633569" y="159030"/>
                    </a:lnTo>
                    <a:lnTo>
                      <a:pt x="629197" y="162199"/>
                    </a:lnTo>
                    <a:lnTo>
                      <a:pt x="644280" y="164606"/>
                    </a:lnTo>
                    <a:lnTo>
                      <a:pt x="639907" y="167775"/>
                    </a:lnTo>
                    <a:lnTo>
                      <a:pt x="654990" y="170182"/>
                    </a:lnTo>
                    <a:lnTo>
                      <a:pt x="643076" y="172147"/>
                    </a:lnTo>
                    <a:lnTo>
                      <a:pt x="641872" y="179689"/>
                    </a:lnTo>
                    <a:lnTo>
                      <a:pt x="634331" y="178485"/>
                    </a:lnTo>
                    <a:lnTo>
                      <a:pt x="633127" y="186026"/>
                    </a:lnTo>
                    <a:lnTo>
                      <a:pt x="625586" y="184823"/>
                    </a:lnTo>
                    <a:lnTo>
                      <a:pt x="620010" y="195533"/>
                    </a:lnTo>
                    <a:lnTo>
                      <a:pt x="621213" y="187991"/>
                    </a:lnTo>
                    <a:lnTo>
                      <a:pt x="628755" y="189195"/>
                    </a:lnTo>
                    <a:lnTo>
                      <a:pt x="629958" y="181654"/>
                    </a:lnTo>
                    <a:lnTo>
                      <a:pt x="637500" y="182858"/>
                    </a:lnTo>
                    <a:lnTo>
                      <a:pt x="638703" y="175316"/>
                    </a:lnTo>
                    <a:lnTo>
                      <a:pt x="646245" y="176520"/>
                    </a:lnTo>
                    <a:lnTo>
                      <a:pt x="647448" y="168979"/>
                    </a:lnTo>
                    <a:lnTo>
                      <a:pt x="644280" y="164606"/>
                    </a:lnTo>
                    <a:lnTo>
                      <a:pt x="639907" y="167775"/>
                    </a:lnTo>
                    <a:lnTo>
                      <a:pt x="633569" y="159030"/>
                    </a:lnTo>
                    <a:lnTo>
                      <a:pt x="629197" y="162199"/>
                    </a:lnTo>
                    <a:lnTo>
                      <a:pt x="612149" y="147878"/>
                    </a:lnTo>
                    <a:lnTo>
                      <a:pt x="618487" y="156623"/>
                    </a:lnTo>
                    <a:lnTo>
                      <a:pt x="614114" y="159791"/>
                    </a:lnTo>
                    <a:lnTo>
                      <a:pt x="620452" y="168536"/>
                    </a:lnTo>
                    <a:lnTo>
                      <a:pt x="616079" y="171705"/>
                    </a:lnTo>
                    <a:lnTo>
                      <a:pt x="622417" y="180450"/>
                    </a:lnTo>
                    <a:lnTo>
                      <a:pt x="618045" y="183619"/>
                    </a:lnTo>
                    <a:lnTo>
                      <a:pt x="621213" y="187991"/>
                    </a:lnTo>
                    <a:moveTo>
                      <a:pt x="415960" y="343410"/>
                    </a:moveTo>
                    <a:lnTo>
                      <a:pt x="408099" y="295755"/>
                    </a:lnTo>
                    <a:lnTo>
                      <a:pt x="450940" y="318060"/>
                    </a:lnTo>
                    <a:lnTo>
                      <a:pt x="415960" y="343410"/>
                    </a:lnTo>
                    <a:lnTo>
                      <a:pt x="420332" y="340241"/>
                    </a:lnTo>
                    <a:lnTo>
                      <a:pt x="414437" y="304500"/>
                    </a:lnTo>
                    <a:lnTo>
                      <a:pt x="446567" y="321228"/>
                    </a:lnTo>
                    <a:lnTo>
                      <a:pt x="443399" y="316856"/>
                    </a:lnTo>
                    <a:lnTo>
                      <a:pt x="417164" y="335869"/>
                    </a:lnTo>
                    <a:lnTo>
                      <a:pt x="420332" y="340241"/>
                    </a:lnTo>
                    <a:lnTo>
                      <a:pt x="415960" y="343410"/>
                    </a:lnTo>
                    <a:lnTo>
                      <a:pt x="418367" y="328327"/>
                    </a:lnTo>
                    <a:lnTo>
                      <a:pt x="413995" y="331496"/>
                    </a:lnTo>
                    <a:lnTo>
                      <a:pt x="416402" y="316414"/>
                    </a:lnTo>
                    <a:lnTo>
                      <a:pt x="412030" y="319582"/>
                    </a:lnTo>
                    <a:lnTo>
                      <a:pt x="411268" y="300127"/>
                    </a:lnTo>
                    <a:lnTo>
                      <a:pt x="429520" y="306907"/>
                    </a:lnTo>
                    <a:lnTo>
                      <a:pt x="425147" y="310076"/>
                    </a:lnTo>
                    <a:lnTo>
                      <a:pt x="440230" y="312483"/>
                    </a:lnTo>
                    <a:lnTo>
                      <a:pt x="435857" y="315652"/>
                    </a:lnTo>
                    <a:lnTo>
                      <a:pt x="450940" y="318060"/>
                    </a:lnTo>
                    <a:lnTo>
                      <a:pt x="439026" y="320025"/>
                    </a:lnTo>
                    <a:lnTo>
                      <a:pt x="437822" y="327566"/>
                    </a:lnTo>
                    <a:lnTo>
                      <a:pt x="430281" y="326362"/>
                    </a:lnTo>
                    <a:lnTo>
                      <a:pt x="429077" y="333904"/>
                    </a:lnTo>
                    <a:lnTo>
                      <a:pt x="421536" y="332700"/>
                    </a:lnTo>
                    <a:lnTo>
                      <a:pt x="415960" y="343410"/>
                    </a:lnTo>
                    <a:lnTo>
                      <a:pt x="417164" y="335869"/>
                    </a:lnTo>
                    <a:lnTo>
                      <a:pt x="424705" y="337072"/>
                    </a:lnTo>
                    <a:lnTo>
                      <a:pt x="425909" y="329531"/>
                    </a:lnTo>
                    <a:lnTo>
                      <a:pt x="433450" y="330735"/>
                    </a:lnTo>
                    <a:lnTo>
                      <a:pt x="434654" y="323193"/>
                    </a:lnTo>
                    <a:lnTo>
                      <a:pt x="442195" y="324397"/>
                    </a:lnTo>
                    <a:lnTo>
                      <a:pt x="443399" y="316856"/>
                    </a:lnTo>
                    <a:lnTo>
                      <a:pt x="440230" y="312483"/>
                    </a:lnTo>
                    <a:lnTo>
                      <a:pt x="435857" y="315652"/>
                    </a:lnTo>
                    <a:lnTo>
                      <a:pt x="429520" y="306907"/>
                    </a:lnTo>
                    <a:lnTo>
                      <a:pt x="425147" y="310076"/>
                    </a:lnTo>
                    <a:lnTo>
                      <a:pt x="408099" y="295755"/>
                    </a:lnTo>
                    <a:lnTo>
                      <a:pt x="414437" y="304500"/>
                    </a:lnTo>
                    <a:lnTo>
                      <a:pt x="410065" y="307669"/>
                    </a:lnTo>
                    <a:lnTo>
                      <a:pt x="416402" y="316414"/>
                    </a:lnTo>
                    <a:lnTo>
                      <a:pt x="412030" y="319582"/>
                    </a:lnTo>
                    <a:lnTo>
                      <a:pt x="418367" y="328327"/>
                    </a:lnTo>
                    <a:lnTo>
                      <a:pt x="413995" y="331496"/>
                    </a:lnTo>
                    <a:lnTo>
                      <a:pt x="417164" y="335869"/>
                    </a:lnTo>
                    <a:moveTo>
                      <a:pt x="211910" y="491287"/>
                    </a:moveTo>
                    <a:lnTo>
                      <a:pt x="204050" y="443632"/>
                    </a:lnTo>
                    <a:lnTo>
                      <a:pt x="246890" y="465937"/>
                    </a:lnTo>
                    <a:lnTo>
                      <a:pt x="211910" y="491287"/>
                    </a:lnTo>
                    <a:lnTo>
                      <a:pt x="216283" y="488118"/>
                    </a:lnTo>
                    <a:lnTo>
                      <a:pt x="210387" y="452377"/>
                    </a:lnTo>
                    <a:lnTo>
                      <a:pt x="242518" y="469106"/>
                    </a:lnTo>
                    <a:lnTo>
                      <a:pt x="239349" y="464733"/>
                    </a:lnTo>
                    <a:lnTo>
                      <a:pt x="213114" y="483746"/>
                    </a:lnTo>
                    <a:lnTo>
                      <a:pt x="216283" y="488118"/>
                    </a:lnTo>
                    <a:lnTo>
                      <a:pt x="211910" y="491287"/>
                    </a:lnTo>
                    <a:lnTo>
                      <a:pt x="214317" y="476205"/>
                    </a:lnTo>
                    <a:lnTo>
                      <a:pt x="209945" y="479373"/>
                    </a:lnTo>
                    <a:lnTo>
                      <a:pt x="212352" y="464291"/>
                    </a:lnTo>
                    <a:lnTo>
                      <a:pt x="207980" y="467460"/>
                    </a:lnTo>
                    <a:lnTo>
                      <a:pt x="207218" y="448004"/>
                    </a:lnTo>
                    <a:lnTo>
                      <a:pt x="225470" y="454784"/>
                    </a:lnTo>
                    <a:lnTo>
                      <a:pt x="221097" y="457953"/>
                    </a:lnTo>
                    <a:lnTo>
                      <a:pt x="236180" y="460361"/>
                    </a:lnTo>
                    <a:lnTo>
                      <a:pt x="231807" y="463529"/>
                    </a:lnTo>
                    <a:lnTo>
                      <a:pt x="246890" y="465937"/>
                    </a:lnTo>
                    <a:lnTo>
                      <a:pt x="234976" y="467902"/>
                    </a:lnTo>
                    <a:lnTo>
                      <a:pt x="233773" y="475443"/>
                    </a:lnTo>
                    <a:lnTo>
                      <a:pt x="226231" y="474239"/>
                    </a:lnTo>
                    <a:lnTo>
                      <a:pt x="225028" y="481781"/>
                    </a:lnTo>
                    <a:lnTo>
                      <a:pt x="217486" y="480577"/>
                    </a:lnTo>
                    <a:lnTo>
                      <a:pt x="211910" y="491287"/>
                    </a:lnTo>
                    <a:lnTo>
                      <a:pt x="213114" y="483746"/>
                    </a:lnTo>
                    <a:lnTo>
                      <a:pt x="220655" y="484950"/>
                    </a:lnTo>
                    <a:lnTo>
                      <a:pt x="221859" y="477408"/>
                    </a:lnTo>
                    <a:lnTo>
                      <a:pt x="229400" y="478612"/>
                    </a:lnTo>
                    <a:lnTo>
                      <a:pt x="230604" y="471071"/>
                    </a:lnTo>
                    <a:lnTo>
                      <a:pt x="238145" y="472274"/>
                    </a:lnTo>
                    <a:lnTo>
                      <a:pt x="239349" y="464733"/>
                    </a:lnTo>
                    <a:lnTo>
                      <a:pt x="236180" y="460361"/>
                    </a:lnTo>
                    <a:lnTo>
                      <a:pt x="231807" y="463529"/>
                    </a:lnTo>
                    <a:lnTo>
                      <a:pt x="225470" y="454784"/>
                    </a:lnTo>
                    <a:lnTo>
                      <a:pt x="221097" y="457953"/>
                    </a:lnTo>
                    <a:lnTo>
                      <a:pt x="204050" y="443632"/>
                    </a:lnTo>
                    <a:lnTo>
                      <a:pt x="210387" y="452377"/>
                    </a:lnTo>
                    <a:lnTo>
                      <a:pt x="206015" y="455546"/>
                    </a:lnTo>
                    <a:lnTo>
                      <a:pt x="212352" y="464291"/>
                    </a:lnTo>
                    <a:lnTo>
                      <a:pt x="207980" y="467460"/>
                    </a:lnTo>
                    <a:lnTo>
                      <a:pt x="214317" y="476205"/>
                    </a:lnTo>
                    <a:lnTo>
                      <a:pt x="209945" y="479373"/>
                    </a:lnTo>
                    <a:lnTo>
                      <a:pt x="213114" y="483746"/>
                    </a:lnTo>
                    <a:moveTo>
                      <a:pt x="7860" y="639164"/>
                    </a:moveTo>
                    <a:lnTo>
                      <a:pt x="0" y="591509"/>
                    </a:lnTo>
                    <a:lnTo>
                      <a:pt x="42840" y="613814"/>
                    </a:lnTo>
                    <a:lnTo>
                      <a:pt x="7860" y="639164"/>
                    </a:lnTo>
                    <a:lnTo>
                      <a:pt x="12233" y="635996"/>
                    </a:lnTo>
                    <a:lnTo>
                      <a:pt x="6337" y="600254"/>
                    </a:lnTo>
                    <a:lnTo>
                      <a:pt x="38468" y="616983"/>
                    </a:lnTo>
                    <a:lnTo>
                      <a:pt x="35299" y="612610"/>
                    </a:lnTo>
                    <a:lnTo>
                      <a:pt x="9064" y="631623"/>
                    </a:lnTo>
                    <a:lnTo>
                      <a:pt x="12233" y="635996"/>
                    </a:lnTo>
                    <a:lnTo>
                      <a:pt x="7860" y="639164"/>
                    </a:lnTo>
                    <a:lnTo>
                      <a:pt x="10268" y="624082"/>
                    </a:lnTo>
                    <a:lnTo>
                      <a:pt x="5895" y="627251"/>
                    </a:lnTo>
                    <a:lnTo>
                      <a:pt x="8303" y="612168"/>
                    </a:lnTo>
                    <a:lnTo>
                      <a:pt x="3930" y="615337"/>
                    </a:lnTo>
                    <a:lnTo>
                      <a:pt x="3169" y="595882"/>
                    </a:lnTo>
                    <a:lnTo>
                      <a:pt x="21420" y="602662"/>
                    </a:lnTo>
                    <a:lnTo>
                      <a:pt x="17048" y="605830"/>
                    </a:lnTo>
                    <a:lnTo>
                      <a:pt x="32130" y="608238"/>
                    </a:lnTo>
                    <a:lnTo>
                      <a:pt x="27758" y="611407"/>
                    </a:lnTo>
                    <a:lnTo>
                      <a:pt x="42840" y="613814"/>
                    </a:lnTo>
                    <a:lnTo>
                      <a:pt x="30926" y="615779"/>
                    </a:lnTo>
                    <a:lnTo>
                      <a:pt x="29723" y="623320"/>
                    </a:lnTo>
                    <a:lnTo>
                      <a:pt x="22181" y="622117"/>
                    </a:lnTo>
                    <a:lnTo>
                      <a:pt x="20978" y="629658"/>
                    </a:lnTo>
                    <a:lnTo>
                      <a:pt x="13436" y="628454"/>
                    </a:lnTo>
                    <a:lnTo>
                      <a:pt x="7860" y="639164"/>
                    </a:lnTo>
                    <a:lnTo>
                      <a:pt x="9064" y="631623"/>
                    </a:lnTo>
                    <a:lnTo>
                      <a:pt x="16605" y="632827"/>
                    </a:lnTo>
                    <a:lnTo>
                      <a:pt x="17809" y="625286"/>
                    </a:lnTo>
                    <a:lnTo>
                      <a:pt x="25350" y="626489"/>
                    </a:lnTo>
                    <a:lnTo>
                      <a:pt x="26554" y="618948"/>
                    </a:lnTo>
                    <a:lnTo>
                      <a:pt x="34095" y="620152"/>
                    </a:lnTo>
                    <a:lnTo>
                      <a:pt x="35299" y="612610"/>
                    </a:lnTo>
                    <a:lnTo>
                      <a:pt x="32130" y="608238"/>
                    </a:lnTo>
                    <a:lnTo>
                      <a:pt x="27758" y="611407"/>
                    </a:lnTo>
                    <a:lnTo>
                      <a:pt x="21420" y="602662"/>
                    </a:lnTo>
                    <a:lnTo>
                      <a:pt x="17048" y="605830"/>
                    </a:lnTo>
                    <a:lnTo>
                      <a:pt x="0" y="591509"/>
                    </a:lnTo>
                    <a:lnTo>
                      <a:pt x="6337" y="600254"/>
                    </a:lnTo>
                    <a:lnTo>
                      <a:pt x="1965" y="603423"/>
                    </a:lnTo>
                    <a:lnTo>
                      <a:pt x="8303" y="612168"/>
                    </a:lnTo>
                    <a:lnTo>
                      <a:pt x="3930" y="615337"/>
                    </a:lnTo>
                    <a:lnTo>
                      <a:pt x="10268" y="624082"/>
                    </a:lnTo>
                    <a:lnTo>
                      <a:pt x="5895" y="627251"/>
                    </a:lnTo>
                    <a:lnTo>
                      <a:pt x="9064" y="63162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21" name="Контур"/>
              <p:cNvSpPr/>
              <p:nvPr/>
            </p:nvSpPr>
            <p:spPr>
              <a:xfrm>
                <a:off x="4061872" y="4263463"/>
                <a:ext cx="701096" cy="510621"/>
              </a:xfrm>
              <a:custGeom>
                <a:avLst/>
                <a:gdLst/>
                <a:ahLst/>
                <a:cxnLst/>
                <a:rect l="l" t="t" r="r" b="b"/>
                <a:pathLst>
                  <a:path w="701096" h="510621" fill="none">
                    <a:moveTo>
                      <a:pt x="0" y="510621"/>
                    </a:moveTo>
                    <a:lnTo>
                      <a:pt x="101850" y="436441"/>
                    </a:lnTo>
                    <a:moveTo>
                      <a:pt x="101850" y="436441"/>
                    </a:moveTo>
                    <a:lnTo>
                      <a:pt x="203700" y="362262"/>
                    </a:lnTo>
                    <a:moveTo>
                      <a:pt x="203700" y="362262"/>
                    </a:moveTo>
                    <a:lnTo>
                      <a:pt x="305550" y="288083"/>
                    </a:lnTo>
                    <a:moveTo>
                      <a:pt x="305550" y="288083"/>
                    </a:moveTo>
                    <a:lnTo>
                      <a:pt x="407400" y="213904"/>
                    </a:lnTo>
                    <a:moveTo>
                      <a:pt x="407400" y="213904"/>
                    </a:moveTo>
                    <a:lnTo>
                      <a:pt x="509250" y="139725"/>
                    </a:lnTo>
                    <a:moveTo>
                      <a:pt x="509250" y="139725"/>
                    </a:moveTo>
                    <a:lnTo>
                      <a:pt x="611100" y="65545"/>
                    </a:lnTo>
                    <a:moveTo>
                      <a:pt x="611100" y="65545"/>
                    </a:moveTo>
                    <a:lnTo>
                      <a:pt x="701096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22" name="Контур"/>
              <p:cNvSpPr/>
              <p:nvPr/>
            </p:nvSpPr>
            <p:spPr>
              <a:xfrm>
                <a:off x="4187540" y="4399201"/>
                <a:ext cx="450293" cy="344353"/>
              </a:xfrm>
              <a:custGeom>
                <a:avLst/>
                <a:gdLst/>
                <a:ahLst/>
                <a:cxnLst/>
                <a:rect l="l" t="t" r="r" b="b"/>
                <a:pathLst>
                  <a:path w="450293" h="344353" fill="none">
                    <a:moveTo>
                      <a:pt x="7973" y="344353"/>
                    </a:moveTo>
                    <a:lnTo>
                      <a:pt x="0" y="296717"/>
                    </a:lnTo>
                    <a:lnTo>
                      <a:pt x="42893" y="318921"/>
                    </a:lnTo>
                    <a:lnTo>
                      <a:pt x="7973" y="344353"/>
                    </a:lnTo>
                    <a:lnTo>
                      <a:pt x="12338" y="341174"/>
                    </a:lnTo>
                    <a:lnTo>
                      <a:pt x="6358" y="305447"/>
                    </a:lnTo>
                    <a:lnTo>
                      <a:pt x="38528" y="322100"/>
                    </a:lnTo>
                    <a:lnTo>
                      <a:pt x="35349" y="317735"/>
                    </a:lnTo>
                    <a:lnTo>
                      <a:pt x="9159" y="336809"/>
                    </a:lnTo>
                    <a:lnTo>
                      <a:pt x="12338" y="341174"/>
                    </a:lnTo>
                    <a:lnTo>
                      <a:pt x="7973" y="344353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3179" y="301082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42893" y="318921"/>
                    </a:lnTo>
                    <a:lnTo>
                      <a:pt x="30984" y="320914"/>
                    </a:lnTo>
                    <a:lnTo>
                      <a:pt x="29798" y="328458"/>
                    </a:lnTo>
                    <a:lnTo>
                      <a:pt x="22254" y="327272"/>
                    </a:lnTo>
                    <a:lnTo>
                      <a:pt x="21068" y="334816"/>
                    </a:lnTo>
                    <a:lnTo>
                      <a:pt x="13524" y="333630"/>
                    </a:lnTo>
                    <a:lnTo>
                      <a:pt x="7973" y="344353"/>
                    </a:lnTo>
                    <a:lnTo>
                      <a:pt x="9159" y="336809"/>
                    </a:lnTo>
                    <a:lnTo>
                      <a:pt x="16703" y="337995"/>
                    </a:lnTo>
                    <a:lnTo>
                      <a:pt x="17889" y="330451"/>
                    </a:lnTo>
                    <a:lnTo>
                      <a:pt x="25433" y="331637"/>
                    </a:lnTo>
                    <a:lnTo>
                      <a:pt x="26619" y="324093"/>
                    </a:lnTo>
                    <a:lnTo>
                      <a:pt x="34163" y="325279"/>
                    </a:lnTo>
                    <a:lnTo>
                      <a:pt x="35349" y="317735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0" y="296717"/>
                    </a:lnTo>
                    <a:lnTo>
                      <a:pt x="6358" y="305447"/>
                    </a:lnTo>
                    <a:lnTo>
                      <a:pt x="1993" y="308626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9159" y="336809"/>
                    </a:lnTo>
                    <a:moveTo>
                      <a:pt x="211673" y="195995"/>
                    </a:moveTo>
                    <a:lnTo>
                      <a:pt x="203700" y="148359"/>
                    </a:lnTo>
                    <a:lnTo>
                      <a:pt x="246593" y="170562"/>
                    </a:lnTo>
                    <a:lnTo>
                      <a:pt x="211673" y="195995"/>
                    </a:lnTo>
                    <a:lnTo>
                      <a:pt x="216038" y="192816"/>
                    </a:lnTo>
                    <a:lnTo>
                      <a:pt x="210058" y="157089"/>
                    </a:lnTo>
                    <a:lnTo>
                      <a:pt x="242228" y="173741"/>
                    </a:lnTo>
                    <a:lnTo>
                      <a:pt x="239049" y="169376"/>
                    </a:lnTo>
                    <a:lnTo>
                      <a:pt x="212859" y="188451"/>
                    </a:lnTo>
                    <a:lnTo>
                      <a:pt x="216038" y="192816"/>
                    </a:lnTo>
                    <a:lnTo>
                      <a:pt x="211673" y="195995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06879" y="152724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46593" y="170562"/>
                    </a:lnTo>
                    <a:lnTo>
                      <a:pt x="234684" y="172555"/>
                    </a:lnTo>
                    <a:lnTo>
                      <a:pt x="233498" y="180100"/>
                    </a:lnTo>
                    <a:lnTo>
                      <a:pt x="225954" y="178914"/>
                    </a:lnTo>
                    <a:lnTo>
                      <a:pt x="224768" y="186458"/>
                    </a:lnTo>
                    <a:lnTo>
                      <a:pt x="217224" y="185272"/>
                    </a:lnTo>
                    <a:lnTo>
                      <a:pt x="211673" y="195995"/>
                    </a:lnTo>
                    <a:lnTo>
                      <a:pt x="212859" y="188451"/>
                    </a:lnTo>
                    <a:lnTo>
                      <a:pt x="220403" y="189637"/>
                    </a:lnTo>
                    <a:lnTo>
                      <a:pt x="221589" y="182093"/>
                    </a:lnTo>
                    <a:lnTo>
                      <a:pt x="229133" y="183279"/>
                    </a:lnTo>
                    <a:lnTo>
                      <a:pt x="230319" y="175735"/>
                    </a:lnTo>
                    <a:lnTo>
                      <a:pt x="237863" y="176920"/>
                    </a:lnTo>
                    <a:lnTo>
                      <a:pt x="239049" y="169376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03700" y="148359"/>
                    </a:lnTo>
                    <a:lnTo>
                      <a:pt x="210058" y="157089"/>
                    </a:lnTo>
                    <a:lnTo>
                      <a:pt x="205693" y="160268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859" y="188451"/>
                    </a:lnTo>
                    <a:moveTo>
                      <a:pt x="415373" y="47637"/>
                    </a:moveTo>
                    <a:lnTo>
                      <a:pt x="407400" y="0"/>
                    </a:lnTo>
                    <a:lnTo>
                      <a:pt x="450293" y="22204"/>
                    </a:lnTo>
                    <a:lnTo>
                      <a:pt x="415373" y="47637"/>
                    </a:lnTo>
                    <a:lnTo>
                      <a:pt x="419738" y="44458"/>
                    </a:lnTo>
                    <a:lnTo>
                      <a:pt x="413759" y="8730"/>
                    </a:lnTo>
                    <a:lnTo>
                      <a:pt x="445928" y="25383"/>
                    </a:lnTo>
                    <a:lnTo>
                      <a:pt x="442749" y="21018"/>
                    </a:lnTo>
                    <a:lnTo>
                      <a:pt x="416559" y="40093"/>
                    </a:lnTo>
                    <a:lnTo>
                      <a:pt x="419738" y="44458"/>
                    </a:lnTo>
                    <a:lnTo>
                      <a:pt x="415373" y="47637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0580" y="4365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50293" y="22204"/>
                    </a:lnTo>
                    <a:lnTo>
                      <a:pt x="438384" y="24197"/>
                    </a:lnTo>
                    <a:lnTo>
                      <a:pt x="437198" y="31741"/>
                    </a:lnTo>
                    <a:lnTo>
                      <a:pt x="429654" y="30555"/>
                    </a:lnTo>
                    <a:lnTo>
                      <a:pt x="428468" y="38099"/>
                    </a:lnTo>
                    <a:lnTo>
                      <a:pt x="420924" y="36914"/>
                    </a:lnTo>
                    <a:lnTo>
                      <a:pt x="415373" y="47637"/>
                    </a:lnTo>
                    <a:lnTo>
                      <a:pt x="416559" y="40093"/>
                    </a:lnTo>
                    <a:lnTo>
                      <a:pt x="424103" y="41279"/>
                    </a:lnTo>
                    <a:lnTo>
                      <a:pt x="425289" y="33734"/>
                    </a:lnTo>
                    <a:lnTo>
                      <a:pt x="432833" y="34920"/>
                    </a:lnTo>
                    <a:lnTo>
                      <a:pt x="434019" y="27376"/>
                    </a:lnTo>
                    <a:lnTo>
                      <a:pt x="441563" y="28562"/>
                    </a:lnTo>
                    <a:lnTo>
                      <a:pt x="442749" y="21018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07400" y="0"/>
                    </a:lnTo>
                    <a:lnTo>
                      <a:pt x="413759" y="8730"/>
                    </a:lnTo>
                    <a:lnTo>
                      <a:pt x="409394" y="11909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6559" y="4009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23" name="Контур"/>
              <p:cNvSpPr/>
              <p:nvPr/>
            </p:nvSpPr>
            <p:spPr>
              <a:xfrm>
                <a:off x="4061872" y="4263463"/>
                <a:ext cx="701096" cy="510621"/>
              </a:xfrm>
              <a:custGeom>
                <a:avLst/>
                <a:gdLst/>
                <a:ahLst/>
                <a:cxnLst/>
                <a:rect l="l" t="t" r="r" b="b"/>
                <a:pathLst>
                  <a:path w="701096" h="510621" fill="none">
                    <a:moveTo>
                      <a:pt x="0" y="510621"/>
                    </a:moveTo>
                    <a:lnTo>
                      <a:pt x="101850" y="436441"/>
                    </a:lnTo>
                    <a:moveTo>
                      <a:pt x="101850" y="436441"/>
                    </a:moveTo>
                    <a:lnTo>
                      <a:pt x="203700" y="362262"/>
                    </a:lnTo>
                    <a:moveTo>
                      <a:pt x="203700" y="362262"/>
                    </a:moveTo>
                    <a:lnTo>
                      <a:pt x="305550" y="288083"/>
                    </a:lnTo>
                    <a:moveTo>
                      <a:pt x="305550" y="288083"/>
                    </a:moveTo>
                    <a:lnTo>
                      <a:pt x="407400" y="213904"/>
                    </a:lnTo>
                    <a:moveTo>
                      <a:pt x="407400" y="213904"/>
                    </a:moveTo>
                    <a:lnTo>
                      <a:pt x="509250" y="139725"/>
                    </a:lnTo>
                    <a:moveTo>
                      <a:pt x="509250" y="139725"/>
                    </a:moveTo>
                    <a:lnTo>
                      <a:pt x="611100" y="65545"/>
                    </a:lnTo>
                    <a:moveTo>
                      <a:pt x="611100" y="65545"/>
                    </a:moveTo>
                    <a:lnTo>
                      <a:pt x="701096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24" name="Контур"/>
              <p:cNvSpPr/>
              <p:nvPr/>
            </p:nvSpPr>
            <p:spPr>
              <a:xfrm>
                <a:off x="4187540" y="4399201"/>
                <a:ext cx="450293" cy="344353"/>
              </a:xfrm>
              <a:custGeom>
                <a:avLst/>
                <a:gdLst/>
                <a:ahLst/>
                <a:cxnLst/>
                <a:rect l="l" t="t" r="r" b="b"/>
                <a:pathLst>
                  <a:path w="450293" h="344353" fill="none">
                    <a:moveTo>
                      <a:pt x="7973" y="344353"/>
                    </a:moveTo>
                    <a:lnTo>
                      <a:pt x="0" y="296717"/>
                    </a:lnTo>
                    <a:lnTo>
                      <a:pt x="42893" y="318921"/>
                    </a:lnTo>
                    <a:lnTo>
                      <a:pt x="7973" y="344353"/>
                    </a:lnTo>
                    <a:lnTo>
                      <a:pt x="12338" y="341174"/>
                    </a:lnTo>
                    <a:lnTo>
                      <a:pt x="6358" y="305447"/>
                    </a:lnTo>
                    <a:lnTo>
                      <a:pt x="38528" y="322100"/>
                    </a:lnTo>
                    <a:lnTo>
                      <a:pt x="35349" y="317735"/>
                    </a:lnTo>
                    <a:lnTo>
                      <a:pt x="9159" y="336809"/>
                    </a:lnTo>
                    <a:lnTo>
                      <a:pt x="12338" y="341174"/>
                    </a:lnTo>
                    <a:lnTo>
                      <a:pt x="7973" y="344353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3179" y="301082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42893" y="318921"/>
                    </a:lnTo>
                    <a:lnTo>
                      <a:pt x="30984" y="320914"/>
                    </a:lnTo>
                    <a:lnTo>
                      <a:pt x="29798" y="328458"/>
                    </a:lnTo>
                    <a:lnTo>
                      <a:pt x="22254" y="327272"/>
                    </a:lnTo>
                    <a:lnTo>
                      <a:pt x="21068" y="334816"/>
                    </a:lnTo>
                    <a:lnTo>
                      <a:pt x="13524" y="333630"/>
                    </a:lnTo>
                    <a:lnTo>
                      <a:pt x="7973" y="344353"/>
                    </a:lnTo>
                    <a:lnTo>
                      <a:pt x="9159" y="336809"/>
                    </a:lnTo>
                    <a:lnTo>
                      <a:pt x="16703" y="337995"/>
                    </a:lnTo>
                    <a:lnTo>
                      <a:pt x="17889" y="330451"/>
                    </a:lnTo>
                    <a:lnTo>
                      <a:pt x="25433" y="331637"/>
                    </a:lnTo>
                    <a:lnTo>
                      <a:pt x="26619" y="324093"/>
                    </a:lnTo>
                    <a:lnTo>
                      <a:pt x="34163" y="325279"/>
                    </a:lnTo>
                    <a:lnTo>
                      <a:pt x="35349" y="317735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0" y="296717"/>
                    </a:lnTo>
                    <a:lnTo>
                      <a:pt x="6358" y="305447"/>
                    </a:lnTo>
                    <a:lnTo>
                      <a:pt x="1993" y="308626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9159" y="336809"/>
                    </a:lnTo>
                    <a:moveTo>
                      <a:pt x="211673" y="195995"/>
                    </a:moveTo>
                    <a:lnTo>
                      <a:pt x="203700" y="148359"/>
                    </a:lnTo>
                    <a:lnTo>
                      <a:pt x="246593" y="170562"/>
                    </a:lnTo>
                    <a:lnTo>
                      <a:pt x="211673" y="195995"/>
                    </a:lnTo>
                    <a:lnTo>
                      <a:pt x="216038" y="192816"/>
                    </a:lnTo>
                    <a:lnTo>
                      <a:pt x="210058" y="157089"/>
                    </a:lnTo>
                    <a:lnTo>
                      <a:pt x="242228" y="173741"/>
                    </a:lnTo>
                    <a:lnTo>
                      <a:pt x="239049" y="169376"/>
                    </a:lnTo>
                    <a:lnTo>
                      <a:pt x="212859" y="188451"/>
                    </a:lnTo>
                    <a:lnTo>
                      <a:pt x="216038" y="192816"/>
                    </a:lnTo>
                    <a:lnTo>
                      <a:pt x="211673" y="195995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06879" y="152724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46593" y="170562"/>
                    </a:lnTo>
                    <a:lnTo>
                      <a:pt x="234684" y="172555"/>
                    </a:lnTo>
                    <a:lnTo>
                      <a:pt x="233498" y="180100"/>
                    </a:lnTo>
                    <a:lnTo>
                      <a:pt x="225954" y="178914"/>
                    </a:lnTo>
                    <a:lnTo>
                      <a:pt x="224768" y="186458"/>
                    </a:lnTo>
                    <a:lnTo>
                      <a:pt x="217224" y="185272"/>
                    </a:lnTo>
                    <a:lnTo>
                      <a:pt x="211673" y="195995"/>
                    </a:lnTo>
                    <a:lnTo>
                      <a:pt x="212859" y="188451"/>
                    </a:lnTo>
                    <a:lnTo>
                      <a:pt x="220403" y="189637"/>
                    </a:lnTo>
                    <a:lnTo>
                      <a:pt x="221589" y="182093"/>
                    </a:lnTo>
                    <a:lnTo>
                      <a:pt x="229133" y="183279"/>
                    </a:lnTo>
                    <a:lnTo>
                      <a:pt x="230319" y="175735"/>
                    </a:lnTo>
                    <a:lnTo>
                      <a:pt x="237863" y="176920"/>
                    </a:lnTo>
                    <a:lnTo>
                      <a:pt x="239049" y="169376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03700" y="148359"/>
                    </a:lnTo>
                    <a:lnTo>
                      <a:pt x="210058" y="157089"/>
                    </a:lnTo>
                    <a:lnTo>
                      <a:pt x="205693" y="160268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859" y="188451"/>
                    </a:lnTo>
                    <a:moveTo>
                      <a:pt x="415373" y="47637"/>
                    </a:moveTo>
                    <a:lnTo>
                      <a:pt x="407400" y="0"/>
                    </a:lnTo>
                    <a:lnTo>
                      <a:pt x="450293" y="22204"/>
                    </a:lnTo>
                    <a:lnTo>
                      <a:pt x="415373" y="47637"/>
                    </a:lnTo>
                    <a:lnTo>
                      <a:pt x="419738" y="44458"/>
                    </a:lnTo>
                    <a:lnTo>
                      <a:pt x="413759" y="8730"/>
                    </a:lnTo>
                    <a:lnTo>
                      <a:pt x="445928" y="25383"/>
                    </a:lnTo>
                    <a:lnTo>
                      <a:pt x="442749" y="21018"/>
                    </a:lnTo>
                    <a:lnTo>
                      <a:pt x="416559" y="40093"/>
                    </a:lnTo>
                    <a:lnTo>
                      <a:pt x="419738" y="44458"/>
                    </a:lnTo>
                    <a:lnTo>
                      <a:pt x="415373" y="47637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0580" y="4365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50293" y="22204"/>
                    </a:lnTo>
                    <a:lnTo>
                      <a:pt x="438384" y="24197"/>
                    </a:lnTo>
                    <a:lnTo>
                      <a:pt x="437198" y="31741"/>
                    </a:lnTo>
                    <a:lnTo>
                      <a:pt x="429654" y="30555"/>
                    </a:lnTo>
                    <a:lnTo>
                      <a:pt x="428468" y="38099"/>
                    </a:lnTo>
                    <a:lnTo>
                      <a:pt x="420924" y="36914"/>
                    </a:lnTo>
                    <a:lnTo>
                      <a:pt x="415373" y="47637"/>
                    </a:lnTo>
                    <a:lnTo>
                      <a:pt x="416559" y="40093"/>
                    </a:lnTo>
                    <a:lnTo>
                      <a:pt x="424103" y="41279"/>
                    </a:lnTo>
                    <a:lnTo>
                      <a:pt x="425289" y="33734"/>
                    </a:lnTo>
                    <a:lnTo>
                      <a:pt x="432833" y="34920"/>
                    </a:lnTo>
                    <a:lnTo>
                      <a:pt x="434019" y="27376"/>
                    </a:lnTo>
                    <a:lnTo>
                      <a:pt x="441563" y="28562"/>
                    </a:lnTo>
                    <a:lnTo>
                      <a:pt x="442749" y="21018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07400" y="0"/>
                    </a:lnTo>
                    <a:lnTo>
                      <a:pt x="413759" y="8730"/>
                    </a:lnTo>
                    <a:lnTo>
                      <a:pt x="409394" y="11909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6559" y="4009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25" name="Контур"/>
              <p:cNvSpPr/>
              <p:nvPr/>
            </p:nvSpPr>
            <p:spPr>
              <a:xfrm>
                <a:off x="3839392" y="2737648"/>
                <a:ext cx="1307079" cy="1189103"/>
              </a:xfrm>
              <a:custGeom>
                <a:avLst/>
                <a:gdLst/>
                <a:ahLst/>
                <a:cxnLst/>
                <a:rect l="l" t="t" r="r" b="b"/>
                <a:pathLst>
                  <a:path w="1307079" h="1189103" fill="none">
                    <a:moveTo>
                      <a:pt x="769973" y="1189103"/>
                    </a:moveTo>
                    <a:lnTo>
                      <a:pt x="744059" y="1161585"/>
                    </a:lnTo>
                    <a:moveTo>
                      <a:pt x="744059" y="1161585"/>
                    </a:moveTo>
                    <a:lnTo>
                      <a:pt x="718144" y="1134067"/>
                    </a:lnTo>
                    <a:moveTo>
                      <a:pt x="718144" y="1134067"/>
                    </a:moveTo>
                    <a:lnTo>
                      <a:pt x="692229" y="1106548"/>
                    </a:lnTo>
                    <a:moveTo>
                      <a:pt x="692229" y="1106548"/>
                    </a:moveTo>
                    <a:lnTo>
                      <a:pt x="666314" y="1079030"/>
                    </a:lnTo>
                    <a:moveTo>
                      <a:pt x="666314" y="1079030"/>
                    </a:moveTo>
                    <a:lnTo>
                      <a:pt x="640400" y="1051511"/>
                    </a:lnTo>
                    <a:moveTo>
                      <a:pt x="640400" y="1051511"/>
                    </a:moveTo>
                    <a:lnTo>
                      <a:pt x="614485" y="1023993"/>
                    </a:lnTo>
                    <a:moveTo>
                      <a:pt x="614485" y="1023993"/>
                    </a:moveTo>
                    <a:lnTo>
                      <a:pt x="588570" y="996474"/>
                    </a:lnTo>
                    <a:moveTo>
                      <a:pt x="588570" y="996474"/>
                    </a:moveTo>
                    <a:lnTo>
                      <a:pt x="562655" y="968956"/>
                    </a:lnTo>
                    <a:moveTo>
                      <a:pt x="562655" y="968956"/>
                    </a:moveTo>
                    <a:lnTo>
                      <a:pt x="536741" y="941437"/>
                    </a:lnTo>
                    <a:moveTo>
                      <a:pt x="536741" y="941437"/>
                    </a:moveTo>
                    <a:lnTo>
                      <a:pt x="510826" y="913919"/>
                    </a:lnTo>
                    <a:moveTo>
                      <a:pt x="510826" y="913919"/>
                    </a:moveTo>
                    <a:lnTo>
                      <a:pt x="484911" y="886400"/>
                    </a:lnTo>
                    <a:moveTo>
                      <a:pt x="484911" y="886400"/>
                    </a:moveTo>
                    <a:lnTo>
                      <a:pt x="458996" y="858882"/>
                    </a:lnTo>
                    <a:moveTo>
                      <a:pt x="458996" y="858882"/>
                    </a:moveTo>
                    <a:lnTo>
                      <a:pt x="433082" y="831363"/>
                    </a:lnTo>
                    <a:moveTo>
                      <a:pt x="433082" y="831363"/>
                    </a:moveTo>
                    <a:lnTo>
                      <a:pt x="407167" y="803845"/>
                    </a:lnTo>
                    <a:moveTo>
                      <a:pt x="407167" y="803845"/>
                    </a:moveTo>
                    <a:lnTo>
                      <a:pt x="381252" y="776326"/>
                    </a:lnTo>
                    <a:moveTo>
                      <a:pt x="381252" y="776326"/>
                    </a:moveTo>
                    <a:lnTo>
                      <a:pt x="355337" y="748808"/>
                    </a:lnTo>
                    <a:moveTo>
                      <a:pt x="355337" y="748808"/>
                    </a:moveTo>
                    <a:lnTo>
                      <a:pt x="329423" y="721290"/>
                    </a:lnTo>
                    <a:moveTo>
                      <a:pt x="329423" y="721290"/>
                    </a:moveTo>
                    <a:lnTo>
                      <a:pt x="303508" y="693771"/>
                    </a:lnTo>
                    <a:moveTo>
                      <a:pt x="303508" y="693771"/>
                    </a:moveTo>
                    <a:lnTo>
                      <a:pt x="277593" y="666253"/>
                    </a:lnTo>
                    <a:moveTo>
                      <a:pt x="277593" y="666253"/>
                    </a:moveTo>
                    <a:lnTo>
                      <a:pt x="251678" y="638734"/>
                    </a:lnTo>
                    <a:moveTo>
                      <a:pt x="251678" y="638734"/>
                    </a:moveTo>
                    <a:lnTo>
                      <a:pt x="225764" y="611216"/>
                    </a:lnTo>
                    <a:moveTo>
                      <a:pt x="225764" y="611216"/>
                    </a:moveTo>
                    <a:lnTo>
                      <a:pt x="199849" y="583697"/>
                    </a:lnTo>
                    <a:moveTo>
                      <a:pt x="199849" y="583697"/>
                    </a:moveTo>
                    <a:lnTo>
                      <a:pt x="173934" y="556179"/>
                    </a:lnTo>
                    <a:moveTo>
                      <a:pt x="173934" y="556179"/>
                    </a:moveTo>
                    <a:lnTo>
                      <a:pt x="148019" y="528660"/>
                    </a:lnTo>
                    <a:moveTo>
                      <a:pt x="148019" y="528660"/>
                    </a:moveTo>
                    <a:lnTo>
                      <a:pt x="122105" y="501142"/>
                    </a:lnTo>
                    <a:moveTo>
                      <a:pt x="122105" y="501142"/>
                    </a:moveTo>
                    <a:lnTo>
                      <a:pt x="96190" y="473623"/>
                    </a:lnTo>
                    <a:moveTo>
                      <a:pt x="96190" y="473623"/>
                    </a:moveTo>
                    <a:lnTo>
                      <a:pt x="70275" y="446105"/>
                    </a:lnTo>
                    <a:moveTo>
                      <a:pt x="70275" y="446105"/>
                    </a:moveTo>
                    <a:lnTo>
                      <a:pt x="44360" y="418586"/>
                    </a:lnTo>
                    <a:moveTo>
                      <a:pt x="44360" y="418586"/>
                    </a:moveTo>
                    <a:lnTo>
                      <a:pt x="18446" y="391068"/>
                    </a:lnTo>
                    <a:moveTo>
                      <a:pt x="18446" y="391068"/>
                    </a:moveTo>
                    <a:lnTo>
                      <a:pt x="0" y="371481"/>
                    </a:lnTo>
                    <a:moveTo>
                      <a:pt x="623916" y="0"/>
                    </a:moveTo>
                    <a:lnTo>
                      <a:pt x="649648" y="27689"/>
                    </a:lnTo>
                    <a:moveTo>
                      <a:pt x="649648" y="27689"/>
                    </a:moveTo>
                    <a:lnTo>
                      <a:pt x="675381" y="55378"/>
                    </a:lnTo>
                    <a:moveTo>
                      <a:pt x="675381" y="55378"/>
                    </a:moveTo>
                    <a:lnTo>
                      <a:pt x="701114" y="83066"/>
                    </a:lnTo>
                    <a:moveTo>
                      <a:pt x="701114" y="83066"/>
                    </a:moveTo>
                    <a:lnTo>
                      <a:pt x="726847" y="110755"/>
                    </a:lnTo>
                    <a:moveTo>
                      <a:pt x="726847" y="110755"/>
                    </a:moveTo>
                    <a:lnTo>
                      <a:pt x="752580" y="138444"/>
                    </a:lnTo>
                    <a:moveTo>
                      <a:pt x="752580" y="138444"/>
                    </a:moveTo>
                    <a:lnTo>
                      <a:pt x="778312" y="166133"/>
                    </a:lnTo>
                    <a:moveTo>
                      <a:pt x="778312" y="166133"/>
                    </a:moveTo>
                    <a:lnTo>
                      <a:pt x="804045" y="193821"/>
                    </a:lnTo>
                    <a:moveTo>
                      <a:pt x="804045" y="193821"/>
                    </a:moveTo>
                    <a:lnTo>
                      <a:pt x="829778" y="221510"/>
                    </a:lnTo>
                    <a:moveTo>
                      <a:pt x="829778" y="221510"/>
                    </a:moveTo>
                    <a:lnTo>
                      <a:pt x="855511" y="249199"/>
                    </a:lnTo>
                    <a:moveTo>
                      <a:pt x="855511" y="249199"/>
                    </a:moveTo>
                    <a:lnTo>
                      <a:pt x="881244" y="276887"/>
                    </a:lnTo>
                    <a:moveTo>
                      <a:pt x="881244" y="276887"/>
                    </a:moveTo>
                    <a:lnTo>
                      <a:pt x="906976" y="304576"/>
                    </a:lnTo>
                    <a:moveTo>
                      <a:pt x="906976" y="304576"/>
                    </a:moveTo>
                    <a:lnTo>
                      <a:pt x="932709" y="332265"/>
                    </a:lnTo>
                    <a:moveTo>
                      <a:pt x="932709" y="332265"/>
                    </a:moveTo>
                    <a:lnTo>
                      <a:pt x="958442" y="359953"/>
                    </a:lnTo>
                    <a:moveTo>
                      <a:pt x="958442" y="359953"/>
                    </a:moveTo>
                    <a:lnTo>
                      <a:pt x="984175" y="387642"/>
                    </a:lnTo>
                    <a:moveTo>
                      <a:pt x="984175" y="387642"/>
                    </a:moveTo>
                    <a:lnTo>
                      <a:pt x="1009907" y="415331"/>
                    </a:lnTo>
                    <a:moveTo>
                      <a:pt x="1009907" y="415331"/>
                    </a:moveTo>
                    <a:lnTo>
                      <a:pt x="1035640" y="443019"/>
                    </a:lnTo>
                    <a:moveTo>
                      <a:pt x="1035640" y="443019"/>
                    </a:moveTo>
                    <a:lnTo>
                      <a:pt x="1061373" y="470708"/>
                    </a:lnTo>
                    <a:moveTo>
                      <a:pt x="1061373" y="470708"/>
                    </a:moveTo>
                    <a:lnTo>
                      <a:pt x="1087106" y="498397"/>
                    </a:lnTo>
                    <a:moveTo>
                      <a:pt x="1087106" y="498397"/>
                    </a:moveTo>
                    <a:lnTo>
                      <a:pt x="1112839" y="526085"/>
                    </a:lnTo>
                    <a:moveTo>
                      <a:pt x="1112839" y="526085"/>
                    </a:moveTo>
                    <a:lnTo>
                      <a:pt x="1138571" y="553774"/>
                    </a:lnTo>
                    <a:moveTo>
                      <a:pt x="1138571" y="553774"/>
                    </a:moveTo>
                    <a:lnTo>
                      <a:pt x="1164304" y="581463"/>
                    </a:lnTo>
                    <a:moveTo>
                      <a:pt x="1164304" y="581463"/>
                    </a:moveTo>
                    <a:lnTo>
                      <a:pt x="1190037" y="609152"/>
                    </a:lnTo>
                    <a:moveTo>
                      <a:pt x="1190037" y="609152"/>
                    </a:moveTo>
                    <a:lnTo>
                      <a:pt x="1215770" y="636840"/>
                    </a:lnTo>
                    <a:moveTo>
                      <a:pt x="1215770" y="636840"/>
                    </a:moveTo>
                    <a:lnTo>
                      <a:pt x="1241503" y="664529"/>
                    </a:lnTo>
                    <a:moveTo>
                      <a:pt x="1241503" y="664529"/>
                    </a:moveTo>
                    <a:lnTo>
                      <a:pt x="1267235" y="692218"/>
                    </a:lnTo>
                    <a:moveTo>
                      <a:pt x="1267235" y="692218"/>
                    </a:moveTo>
                    <a:lnTo>
                      <a:pt x="1292968" y="719906"/>
                    </a:lnTo>
                    <a:moveTo>
                      <a:pt x="1292968" y="719906"/>
                    </a:moveTo>
                    <a:lnTo>
                      <a:pt x="1307079" y="73509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26" name="Контур"/>
              <p:cNvSpPr/>
              <p:nvPr/>
            </p:nvSpPr>
            <p:spPr>
              <a:xfrm>
                <a:off x="3393096" y="2635212"/>
                <a:ext cx="446296" cy="473917"/>
              </a:xfrm>
              <a:custGeom>
                <a:avLst/>
                <a:gdLst/>
                <a:ahLst/>
                <a:cxnLst/>
                <a:rect l="l" t="t" r="r" b="b"/>
                <a:pathLst>
                  <a:path w="446296" h="473917" fill="none">
                    <a:moveTo>
                      <a:pt x="109267" y="116030"/>
                    </a:moveTo>
                    <a:lnTo>
                      <a:pt x="446296" y="473917"/>
                    </a:lnTo>
                    <a:moveTo>
                      <a:pt x="446296" y="473917"/>
                    </a:moveTo>
                    <a:lnTo>
                      <a:pt x="109267" y="116030"/>
                    </a:lnTo>
                    <a:moveTo>
                      <a:pt x="78433" y="83288"/>
                    </a:moveTo>
                    <a:lnTo>
                      <a:pt x="0" y="0"/>
                    </a:lnTo>
                    <a:moveTo>
                      <a:pt x="0" y="0"/>
                    </a:moveTo>
                    <a:lnTo>
                      <a:pt x="78433" y="83288"/>
                    </a:lnTo>
                    <a:moveTo>
                      <a:pt x="78433" y="83288"/>
                    </a:moveTo>
                    <a:lnTo>
                      <a:pt x="109267" y="116030"/>
                    </a:lnTo>
                    <a:moveTo>
                      <a:pt x="109267" y="116030"/>
                    </a:moveTo>
                    <a:lnTo>
                      <a:pt x="78433" y="8328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27" name="Контур"/>
              <p:cNvSpPr/>
              <p:nvPr/>
            </p:nvSpPr>
            <p:spPr>
              <a:xfrm>
                <a:off x="2950075" y="1946779"/>
                <a:ext cx="297743" cy="704694"/>
              </a:xfrm>
              <a:custGeom>
                <a:avLst/>
                <a:gdLst/>
                <a:ahLst/>
                <a:cxnLst/>
                <a:rect l="l" t="t" r="r" b="b"/>
                <a:pathLst>
                  <a:path w="297743" h="704694" fill="none">
                    <a:moveTo>
                      <a:pt x="70943" y="704694"/>
                    </a:moveTo>
                    <a:lnTo>
                      <a:pt x="91990" y="673296"/>
                    </a:lnTo>
                    <a:moveTo>
                      <a:pt x="91990" y="673296"/>
                    </a:moveTo>
                    <a:lnTo>
                      <a:pt x="109733" y="646824"/>
                    </a:lnTo>
                    <a:lnTo>
                      <a:pt x="113287" y="642074"/>
                    </a:lnTo>
                    <a:moveTo>
                      <a:pt x="113287" y="642074"/>
                    </a:moveTo>
                    <a:lnTo>
                      <a:pt x="135932" y="611808"/>
                    </a:lnTo>
                    <a:moveTo>
                      <a:pt x="135932" y="611808"/>
                    </a:moveTo>
                    <a:lnTo>
                      <a:pt x="158576" y="581542"/>
                    </a:lnTo>
                    <a:moveTo>
                      <a:pt x="158576" y="581542"/>
                    </a:moveTo>
                    <a:lnTo>
                      <a:pt x="165353" y="572484"/>
                    </a:lnTo>
                    <a:lnTo>
                      <a:pt x="182602" y="552382"/>
                    </a:lnTo>
                    <a:moveTo>
                      <a:pt x="182602" y="552382"/>
                    </a:moveTo>
                    <a:lnTo>
                      <a:pt x="207217" y="523695"/>
                    </a:lnTo>
                    <a:moveTo>
                      <a:pt x="207217" y="523695"/>
                    </a:moveTo>
                    <a:lnTo>
                      <a:pt x="231831" y="495008"/>
                    </a:lnTo>
                    <a:moveTo>
                      <a:pt x="231831" y="495008"/>
                    </a:moveTo>
                    <a:lnTo>
                      <a:pt x="238793" y="486894"/>
                    </a:lnTo>
                    <a:lnTo>
                      <a:pt x="253103" y="473574"/>
                    </a:lnTo>
                    <a:lnTo>
                      <a:pt x="258034" y="467845"/>
                    </a:lnTo>
                    <a:moveTo>
                      <a:pt x="258034" y="467845"/>
                    </a:moveTo>
                    <a:lnTo>
                      <a:pt x="265883" y="458724"/>
                    </a:lnTo>
                    <a:lnTo>
                      <a:pt x="276863" y="442434"/>
                    </a:lnTo>
                    <a:lnTo>
                      <a:pt x="279702" y="437010"/>
                    </a:lnTo>
                    <a:moveTo>
                      <a:pt x="279702" y="437010"/>
                    </a:moveTo>
                    <a:lnTo>
                      <a:pt x="285953" y="425064"/>
                    </a:lnTo>
                    <a:lnTo>
                      <a:pt x="293063" y="406794"/>
                    </a:lnTo>
                    <a:lnTo>
                      <a:pt x="294016" y="402179"/>
                    </a:lnTo>
                    <a:moveTo>
                      <a:pt x="294016" y="402179"/>
                    </a:moveTo>
                    <a:lnTo>
                      <a:pt x="296483" y="390234"/>
                    </a:lnTo>
                    <a:lnTo>
                      <a:pt x="297743" y="373404"/>
                    </a:lnTo>
                    <a:lnTo>
                      <a:pt x="297324" y="364688"/>
                    </a:lnTo>
                    <a:moveTo>
                      <a:pt x="297324" y="364688"/>
                    </a:moveTo>
                    <a:lnTo>
                      <a:pt x="296933" y="356574"/>
                    </a:lnTo>
                    <a:lnTo>
                      <a:pt x="293963" y="340014"/>
                    </a:lnTo>
                    <a:lnTo>
                      <a:pt x="290099" y="327756"/>
                    </a:lnTo>
                    <a:moveTo>
                      <a:pt x="290099" y="327756"/>
                    </a:moveTo>
                    <a:lnTo>
                      <a:pt x="288743" y="323454"/>
                    </a:lnTo>
                    <a:lnTo>
                      <a:pt x="281363" y="307704"/>
                    </a:lnTo>
                    <a:lnTo>
                      <a:pt x="272872" y="294266"/>
                    </a:lnTo>
                    <a:moveTo>
                      <a:pt x="272872" y="294266"/>
                    </a:moveTo>
                    <a:lnTo>
                      <a:pt x="272093" y="293034"/>
                    </a:lnTo>
                    <a:lnTo>
                      <a:pt x="261488" y="280330"/>
                    </a:lnTo>
                    <a:lnTo>
                      <a:pt x="247988" y="265855"/>
                    </a:lnTo>
                    <a:moveTo>
                      <a:pt x="247988" y="265855"/>
                    </a:moveTo>
                    <a:lnTo>
                      <a:pt x="222206" y="238212"/>
                    </a:lnTo>
                    <a:moveTo>
                      <a:pt x="222206" y="238212"/>
                    </a:moveTo>
                    <a:lnTo>
                      <a:pt x="196424" y="210569"/>
                    </a:lnTo>
                    <a:moveTo>
                      <a:pt x="196424" y="210569"/>
                    </a:moveTo>
                    <a:lnTo>
                      <a:pt x="195318" y="209383"/>
                    </a:lnTo>
                    <a:lnTo>
                      <a:pt x="170642" y="182926"/>
                    </a:lnTo>
                    <a:moveTo>
                      <a:pt x="170642" y="182926"/>
                    </a:moveTo>
                    <a:lnTo>
                      <a:pt x="148421" y="159100"/>
                    </a:lnTo>
                    <a:lnTo>
                      <a:pt x="147052" y="157633"/>
                    </a:lnTo>
                    <a:lnTo>
                      <a:pt x="144860" y="155283"/>
                    </a:lnTo>
                    <a:moveTo>
                      <a:pt x="144860" y="155283"/>
                    </a:moveTo>
                    <a:lnTo>
                      <a:pt x="119079" y="127640"/>
                    </a:lnTo>
                    <a:moveTo>
                      <a:pt x="119079" y="127640"/>
                    </a:moveTo>
                    <a:lnTo>
                      <a:pt x="93297" y="99997"/>
                    </a:lnTo>
                    <a:moveTo>
                      <a:pt x="93297" y="99997"/>
                    </a:moveTo>
                    <a:lnTo>
                      <a:pt x="67515" y="72354"/>
                    </a:lnTo>
                    <a:moveTo>
                      <a:pt x="67515" y="72354"/>
                    </a:moveTo>
                    <a:lnTo>
                      <a:pt x="64913" y="69564"/>
                    </a:lnTo>
                    <a:lnTo>
                      <a:pt x="41727" y="44716"/>
                    </a:lnTo>
                    <a:moveTo>
                      <a:pt x="41727" y="44716"/>
                    </a:moveTo>
                    <a:lnTo>
                      <a:pt x="15938" y="17080"/>
                    </a:lnTo>
                    <a:moveTo>
                      <a:pt x="15938" y="17080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28" name="Контур"/>
              <p:cNvSpPr/>
              <p:nvPr/>
            </p:nvSpPr>
            <p:spPr>
              <a:xfrm>
                <a:off x="3325907" y="2563866"/>
                <a:ext cx="67189" cy="71346"/>
              </a:xfrm>
              <a:custGeom>
                <a:avLst/>
                <a:gdLst/>
                <a:ahLst/>
                <a:cxnLst/>
                <a:rect l="l" t="t" r="r" b="b"/>
                <a:pathLst>
                  <a:path w="67189" h="71346" fill="none">
                    <a:moveTo>
                      <a:pt x="0" y="0"/>
                    </a:moveTo>
                    <a:lnTo>
                      <a:pt x="67189" y="7134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29" name="Контур"/>
              <p:cNvSpPr/>
              <p:nvPr/>
            </p:nvSpPr>
            <p:spPr>
              <a:xfrm>
                <a:off x="4666740" y="4222407"/>
                <a:ext cx="1064257" cy="1168900"/>
              </a:xfrm>
              <a:custGeom>
                <a:avLst/>
                <a:gdLst/>
                <a:ahLst/>
                <a:cxnLst/>
                <a:rect l="l" t="t" r="r" b="b"/>
                <a:pathLst>
                  <a:path w="1064257" h="1168900" fill="none">
                    <a:moveTo>
                      <a:pt x="799578" y="586726"/>
                    </a:moveTo>
                    <a:lnTo>
                      <a:pt x="806917" y="581379"/>
                    </a:lnTo>
                    <a:lnTo>
                      <a:pt x="814252" y="576036"/>
                    </a:lnTo>
                    <a:moveTo>
                      <a:pt x="0" y="1168900"/>
                    </a:moveTo>
                    <a:lnTo>
                      <a:pt x="30555" y="1146646"/>
                    </a:lnTo>
                    <a:moveTo>
                      <a:pt x="30555" y="1146646"/>
                    </a:moveTo>
                    <a:lnTo>
                      <a:pt x="61110" y="1124392"/>
                    </a:lnTo>
                    <a:moveTo>
                      <a:pt x="61110" y="1124392"/>
                    </a:moveTo>
                    <a:lnTo>
                      <a:pt x="91665" y="1102139"/>
                    </a:lnTo>
                    <a:moveTo>
                      <a:pt x="91665" y="1102139"/>
                    </a:moveTo>
                    <a:lnTo>
                      <a:pt x="122220" y="1079885"/>
                    </a:lnTo>
                    <a:moveTo>
                      <a:pt x="122220" y="1079885"/>
                    </a:moveTo>
                    <a:lnTo>
                      <a:pt x="152775" y="1057631"/>
                    </a:lnTo>
                    <a:moveTo>
                      <a:pt x="152775" y="1057631"/>
                    </a:moveTo>
                    <a:lnTo>
                      <a:pt x="183330" y="1035377"/>
                    </a:lnTo>
                    <a:moveTo>
                      <a:pt x="183330" y="1035377"/>
                    </a:moveTo>
                    <a:lnTo>
                      <a:pt x="213885" y="1013123"/>
                    </a:lnTo>
                    <a:moveTo>
                      <a:pt x="213885" y="1013123"/>
                    </a:moveTo>
                    <a:lnTo>
                      <a:pt x="244440" y="990869"/>
                    </a:lnTo>
                    <a:moveTo>
                      <a:pt x="244440" y="990869"/>
                    </a:moveTo>
                    <a:lnTo>
                      <a:pt x="274995" y="968616"/>
                    </a:lnTo>
                    <a:moveTo>
                      <a:pt x="274995" y="968616"/>
                    </a:moveTo>
                    <a:lnTo>
                      <a:pt x="305550" y="946362"/>
                    </a:lnTo>
                    <a:moveTo>
                      <a:pt x="305550" y="946362"/>
                    </a:moveTo>
                    <a:lnTo>
                      <a:pt x="336105" y="924108"/>
                    </a:lnTo>
                    <a:moveTo>
                      <a:pt x="336105" y="924108"/>
                    </a:moveTo>
                    <a:lnTo>
                      <a:pt x="366660" y="901854"/>
                    </a:lnTo>
                    <a:moveTo>
                      <a:pt x="366660" y="901854"/>
                    </a:moveTo>
                    <a:lnTo>
                      <a:pt x="397215" y="879600"/>
                    </a:lnTo>
                    <a:moveTo>
                      <a:pt x="397215" y="879600"/>
                    </a:moveTo>
                    <a:lnTo>
                      <a:pt x="427770" y="857346"/>
                    </a:lnTo>
                    <a:moveTo>
                      <a:pt x="427770" y="857346"/>
                    </a:moveTo>
                    <a:lnTo>
                      <a:pt x="458325" y="835093"/>
                    </a:lnTo>
                    <a:moveTo>
                      <a:pt x="458325" y="835093"/>
                    </a:moveTo>
                    <a:lnTo>
                      <a:pt x="488880" y="812839"/>
                    </a:lnTo>
                    <a:moveTo>
                      <a:pt x="488880" y="812839"/>
                    </a:moveTo>
                    <a:lnTo>
                      <a:pt x="519435" y="790585"/>
                    </a:lnTo>
                    <a:moveTo>
                      <a:pt x="519435" y="790585"/>
                    </a:moveTo>
                    <a:lnTo>
                      <a:pt x="549990" y="768331"/>
                    </a:lnTo>
                    <a:moveTo>
                      <a:pt x="549990" y="768331"/>
                    </a:moveTo>
                    <a:lnTo>
                      <a:pt x="580545" y="746077"/>
                    </a:lnTo>
                    <a:moveTo>
                      <a:pt x="580545" y="746077"/>
                    </a:moveTo>
                    <a:lnTo>
                      <a:pt x="581092" y="745679"/>
                    </a:lnTo>
                    <a:moveTo>
                      <a:pt x="581092" y="745679"/>
                    </a:moveTo>
                    <a:lnTo>
                      <a:pt x="611648" y="723425"/>
                    </a:lnTo>
                    <a:moveTo>
                      <a:pt x="611648" y="723425"/>
                    </a:moveTo>
                    <a:lnTo>
                      <a:pt x="642203" y="701171"/>
                    </a:lnTo>
                    <a:moveTo>
                      <a:pt x="642203" y="701171"/>
                    </a:moveTo>
                    <a:lnTo>
                      <a:pt x="672758" y="678918"/>
                    </a:lnTo>
                    <a:moveTo>
                      <a:pt x="672758" y="678918"/>
                    </a:moveTo>
                    <a:lnTo>
                      <a:pt x="688248" y="667636"/>
                    </a:lnTo>
                    <a:lnTo>
                      <a:pt x="703324" y="656680"/>
                    </a:lnTo>
                    <a:moveTo>
                      <a:pt x="703324" y="656680"/>
                    </a:moveTo>
                    <a:lnTo>
                      <a:pt x="733902" y="634457"/>
                    </a:lnTo>
                    <a:moveTo>
                      <a:pt x="733902" y="634457"/>
                    </a:moveTo>
                    <a:lnTo>
                      <a:pt x="764480" y="612234"/>
                    </a:lnTo>
                    <a:moveTo>
                      <a:pt x="764480" y="612234"/>
                    </a:moveTo>
                    <a:lnTo>
                      <a:pt x="795057" y="590012"/>
                    </a:lnTo>
                    <a:moveTo>
                      <a:pt x="795057" y="590012"/>
                    </a:moveTo>
                    <a:lnTo>
                      <a:pt x="799578" y="586726"/>
                    </a:lnTo>
                    <a:moveTo>
                      <a:pt x="1064257" y="850557"/>
                    </a:moveTo>
                    <a:lnTo>
                      <a:pt x="1037530" y="877287"/>
                    </a:lnTo>
                    <a:moveTo>
                      <a:pt x="1037530" y="877287"/>
                    </a:moveTo>
                    <a:lnTo>
                      <a:pt x="1010802" y="904017"/>
                    </a:lnTo>
                    <a:moveTo>
                      <a:pt x="1010802" y="904017"/>
                    </a:moveTo>
                    <a:lnTo>
                      <a:pt x="984075" y="930747"/>
                    </a:lnTo>
                    <a:moveTo>
                      <a:pt x="984075" y="930747"/>
                    </a:moveTo>
                    <a:lnTo>
                      <a:pt x="957347" y="957476"/>
                    </a:lnTo>
                    <a:moveTo>
                      <a:pt x="957347" y="957476"/>
                    </a:moveTo>
                    <a:lnTo>
                      <a:pt x="950816" y="964008"/>
                    </a:lnTo>
                    <a:lnTo>
                      <a:pt x="930596" y="943834"/>
                    </a:lnTo>
                    <a:moveTo>
                      <a:pt x="930596" y="943834"/>
                    </a:moveTo>
                    <a:lnTo>
                      <a:pt x="903838" y="917135"/>
                    </a:lnTo>
                    <a:moveTo>
                      <a:pt x="903838" y="917135"/>
                    </a:moveTo>
                    <a:lnTo>
                      <a:pt x="899728" y="913036"/>
                    </a:lnTo>
                    <a:lnTo>
                      <a:pt x="867814" y="910766"/>
                    </a:lnTo>
                    <a:moveTo>
                      <a:pt x="867814" y="910766"/>
                    </a:moveTo>
                    <a:lnTo>
                      <a:pt x="830109" y="908085"/>
                    </a:lnTo>
                    <a:moveTo>
                      <a:pt x="830109" y="908085"/>
                    </a:moveTo>
                    <a:lnTo>
                      <a:pt x="792404" y="905404"/>
                    </a:lnTo>
                    <a:moveTo>
                      <a:pt x="792404" y="905404"/>
                    </a:moveTo>
                    <a:lnTo>
                      <a:pt x="754699" y="902722"/>
                    </a:lnTo>
                    <a:moveTo>
                      <a:pt x="754699" y="902722"/>
                    </a:moveTo>
                    <a:lnTo>
                      <a:pt x="716995" y="900041"/>
                    </a:lnTo>
                    <a:moveTo>
                      <a:pt x="716995" y="900041"/>
                    </a:moveTo>
                    <a:lnTo>
                      <a:pt x="679290" y="897360"/>
                    </a:lnTo>
                    <a:moveTo>
                      <a:pt x="679290" y="897360"/>
                    </a:moveTo>
                    <a:lnTo>
                      <a:pt x="678776" y="897323"/>
                    </a:lnTo>
                    <a:moveTo>
                      <a:pt x="857484" y="544536"/>
                    </a:moveTo>
                    <a:lnTo>
                      <a:pt x="814252" y="576036"/>
                    </a:lnTo>
                    <a:moveTo>
                      <a:pt x="760628" y="431166"/>
                    </a:moveTo>
                    <a:lnTo>
                      <a:pt x="785181" y="459906"/>
                    </a:lnTo>
                    <a:moveTo>
                      <a:pt x="785181" y="459906"/>
                    </a:moveTo>
                    <a:lnTo>
                      <a:pt x="809735" y="488646"/>
                    </a:lnTo>
                    <a:moveTo>
                      <a:pt x="809735" y="488646"/>
                    </a:moveTo>
                    <a:lnTo>
                      <a:pt x="834288" y="517385"/>
                    </a:lnTo>
                    <a:moveTo>
                      <a:pt x="834288" y="517385"/>
                    </a:moveTo>
                    <a:lnTo>
                      <a:pt x="857484" y="544536"/>
                    </a:lnTo>
                    <a:moveTo>
                      <a:pt x="633872" y="282802"/>
                    </a:moveTo>
                    <a:lnTo>
                      <a:pt x="658426" y="311541"/>
                    </a:lnTo>
                    <a:moveTo>
                      <a:pt x="658426" y="311541"/>
                    </a:moveTo>
                    <a:lnTo>
                      <a:pt x="682979" y="340281"/>
                    </a:lnTo>
                    <a:moveTo>
                      <a:pt x="682979" y="340281"/>
                    </a:moveTo>
                    <a:lnTo>
                      <a:pt x="707533" y="369020"/>
                    </a:lnTo>
                    <a:moveTo>
                      <a:pt x="707533" y="369020"/>
                    </a:moveTo>
                    <a:lnTo>
                      <a:pt x="732087" y="397760"/>
                    </a:lnTo>
                    <a:moveTo>
                      <a:pt x="732087" y="397760"/>
                    </a:moveTo>
                    <a:lnTo>
                      <a:pt x="756640" y="426499"/>
                    </a:lnTo>
                    <a:moveTo>
                      <a:pt x="756640" y="426499"/>
                    </a:moveTo>
                    <a:lnTo>
                      <a:pt x="760628" y="431166"/>
                    </a:lnTo>
                    <a:moveTo>
                      <a:pt x="392262" y="0"/>
                    </a:moveTo>
                    <a:lnTo>
                      <a:pt x="416815" y="28740"/>
                    </a:lnTo>
                    <a:moveTo>
                      <a:pt x="416815" y="28740"/>
                    </a:moveTo>
                    <a:lnTo>
                      <a:pt x="441369" y="57479"/>
                    </a:lnTo>
                    <a:moveTo>
                      <a:pt x="441369" y="57479"/>
                    </a:moveTo>
                    <a:lnTo>
                      <a:pt x="465922" y="86219"/>
                    </a:lnTo>
                    <a:moveTo>
                      <a:pt x="465922" y="86219"/>
                    </a:moveTo>
                    <a:lnTo>
                      <a:pt x="490476" y="114959"/>
                    </a:lnTo>
                    <a:moveTo>
                      <a:pt x="490476" y="114959"/>
                    </a:moveTo>
                    <a:lnTo>
                      <a:pt x="515029" y="143698"/>
                    </a:lnTo>
                    <a:moveTo>
                      <a:pt x="515029" y="143698"/>
                    </a:moveTo>
                    <a:lnTo>
                      <a:pt x="539583" y="172438"/>
                    </a:lnTo>
                    <a:moveTo>
                      <a:pt x="539583" y="172438"/>
                    </a:moveTo>
                    <a:lnTo>
                      <a:pt x="564137" y="201177"/>
                    </a:lnTo>
                    <a:moveTo>
                      <a:pt x="564137" y="201177"/>
                    </a:moveTo>
                    <a:lnTo>
                      <a:pt x="588690" y="229917"/>
                    </a:lnTo>
                    <a:moveTo>
                      <a:pt x="588690" y="229917"/>
                    </a:moveTo>
                    <a:lnTo>
                      <a:pt x="613244" y="258656"/>
                    </a:lnTo>
                    <a:moveTo>
                      <a:pt x="613244" y="258656"/>
                    </a:moveTo>
                    <a:lnTo>
                      <a:pt x="633872" y="28280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30" name="Контур"/>
              <p:cNvSpPr/>
              <p:nvPr/>
            </p:nvSpPr>
            <p:spPr>
              <a:xfrm>
                <a:off x="4762968" y="4114808"/>
                <a:ext cx="296034" cy="148655"/>
              </a:xfrm>
              <a:custGeom>
                <a:avLst/>
                <a:gdLst/>
                <a:ahLst/>
                <a:cxnLst/>
                <a:rect l="l" t="t" r="r" b="b"/>
                <a:pathLst>
                  <a:path w="296034" h="148655" fill="none">
                    <a:moveTo>
                      <a:pt x="0" y="148655"/>
                    </a:moveTo>
                    <a:lnTo>
                      <a:pt x="7994" y="142834"/>
                    </a:lnTo>
                    <a:moveTo>
                      <a:pt x="7994" y="142834"/>
                    </a:moveTo>
                    <a:lnTo>
                      <a:pt x="0" y="148655"/>
                    </a:lnTo>
                    <a:moveTo>
                      <a:pt x="296034" y="107599"/>
                    </a:moveTo>
                    <a:lnTo>
                      <a:pt x="204108" y="0"/>
                    </a:lnTo>
                    <a:lnTo>
                      <a:pt x="7994" y="142834"/>
                    </a:lnTo>
                    <a:moveTo>
                      <a:pt x="7994" y="142834"/>
                    </a:moveTo>
                    <a:lnTo>
                      <a:pt x="204108" y="0"/>
                    </a:lnTo>
                    <a:lnTo>
                      <a:pt x="296034" y="10759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31" name="Контур"/>
              <p:cNvSpPr/>
              <p:nvPr/>
            </p:nvSpPr>
            <p:spPr>
              <a:xfrm>
                <a:off x="5593989" y="3834651"/>
                <a:ext cx="221081" cy="288877"/>
              </a:xfrm>
              <a:custGeom>
                <a:avLst/>
                <a:gdLst/>
                <a:ahLst/>
                <a:cxnLst/>
                <a:rect l="l" t="t" r="r" b="b"/>
                <a:pathLst>
                  <a:path w="221081" h="288877" fill="none">
                    <a:moveTo>
                      <a:pt x="0" y="0"/>
                    </a:moveTo>
                    <a:lnTo>
                      <a:pt x="22973" y="30018"/>
                    </a:lnTo>
                    <a:moveTo>
                      <a:pt x="22973" y="30018"/>
                    </a:moveTo>
                    <a:lnTo>
                      <a:pt x="45946" y="60036"/>
                    </a:lnTo>
                    <a:moveTo>
                      <a:pt x="45946" y="60036"/>
                    </a:moveTo>
                    <a:lnTo>
                      <a:pt x="68919" y="90054"/>
                    </a:lnTo>
                    <a:moveTo>
                      <a:pt x="68919" y="90054"/>
                    </a:moveTo>
                    <a:lnTo>
                      <a:pt x="91892" y="120072"/>
                    </a:lnTo>
                    <a:moveTo>
                      <a:pt x="91892" y="120072"/>
                    </a:moveTo>
                    <a:lnTo>
                      <a:pt x="114865" y="150090"/>
                    </a:lnTo>
                    <a:moveTo>
                      <a:pt x="114865" y="150090"/>
                    </a:moveTo>
                    <a:lnTo>
                      <a:pt x="137838" y="180107"/>
                    </a:lnTo>
                    <a:moveTo>
                      <a:pt x="137838" y="180107"/>
                    </a:moveTo>
                    <a:lnTo>
                      <a:pt x="160811" y="210125"/>
                    </a:lnTo>
                    <a:moveTo>
                      <a:pt x="160811" y="210125"/>
                    </a:moveTo>
                    <a:lnTo>
                      <a:pt x="183785" y="240143"/>
                    </a:lnTo>
                    <a:moveTo>
                      <a:pt x="183785" y="240143"/>
                    </a:moveTo>
                    <a:lnTo>
                      <a:pt x="206758" y="270161"/>
                    </a:lnTo>
                    <a:moveTo>
                      <a:pt x="206758" y="270161"/>
                    </a:moveTo>
                    <a:lnTo>
                      <a:pt x="221081" y="288877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32" name="Контур"/>
              <p:cNvSpPr/>
              <p:nvPr/>
            </p:nvSpPr>
            <p:spPr>
              <a:xfrm>
                <a:off x="5407343" y="2278267"/>
                <a:ext cx="1300668" cy="1556384"/>
              </a:xfrm>
              <a:custGeom>
                <a:avLst/>
                <a:gdLst/>
                <a:ahLst/>
                <a:cxnLst/>
                <a:rect l="l" t="t" r="r" b="b"/>
                <a:pathLst>
                  <a:path w="1300668" h="1556384" fill="none">
                    <a:moveTo>
                      <a:pt x="1300668" y="0"/>
                    </a:moveTo>
                    <a:lnTo>
                      <a:pt x="1209009" y="86456"/>
                    </a:lnTo>
                    <a:moveTo>
                      <a:pt x="1209009" y="86456"/>
                    </a:moveTo>
                    <a:lnTo>
                      <a:pt x="1117350" y="172912"/>
                    </a:lnTo>
                    <a:moveTo>
                      <a:pt x="1117350" y="172912"/>
                    </a:moveTo>
                    <a:lnTo>
                      <a:pt x="1025691" y="259368"/>
                    </a:lnTo>
                    <a:moveTo>
                      <a:pt x="1025691" y="259368"/>
                    </a:moveTo>
                    <a:lnTo>
                      <a:pt x="934033" y="345825"/>
                    </a:lnTo>
                    <a:moveTo>
                      <a:pt x="934033" y="345825"/>
                    </a:moveTo>
                    <a:lnTo>
                      <a:pt x="842374" y="432281"/>
                    </a:lnTo>
                    <a:moveTo>
                      <a:pt x="842374" y="432281"/>
                    </a:moveTo>
                    <a:lnTo>
                      <a:pt x="750715" y="518737"/>
                    </a:lnTo>
                    <a:moveTo>
                      <a:pt x="750715" y="518737"/>
                    </a:moveTo>
                    <a:lnTo>
                      <a:pt x="659057" y="605193"/>
                    </a:lnTo>
                    <a:moveTo>
                      <a:pt x="659057" y="605193"/>
                    </a:moveTo>
                    <a:lnTo>
                      <a:pt x="567398" y="691650"/>
                    </a:lnTo>
                    <a:moveTo>
                      <a:pt x="567398" y="691650"/>
                    </a:moveTo>
                    <a:lnTo>
                      <a:pt x="475739" y="778106"/>
                    </a:lnTo>
                    <a:moveTo>
                      <a:pt x="475739" y="778106"/>
                    </a:moveTo>
                    <a:lnTo>
                      <a:pt x="384080" y="864562"/>
                    </a:lnTo>
                    <a:moveTo>
                      <a:pt x="384080" y="864562"/>
                    </a:moveTo>
                    <a:lnTo>
                      <a:pt x="292422" y="951018"/>
                    </a:lnTo>
                    <a:moveTo>
                      <a:pt x="292422" y="951018"/>
                    </a:moveTo>
                    <a:lnTo>
                      <a:pt x="200763" y="1037475"/>
                    </a:lnTo>
                    <a:moveTo>
                      <a:pt x="200763" y="1037475"/>
                    </a:moveTo>
                    <a:lnTo>
                      <a:pt x="193529" y="1044298"/>
                    </a:lnTo>
                    <a:lnTo>
                      <a:pt x="125620" y="1138411"/>
                    </a:lnTo>
                    <a:moveTo>
                      <a:pt x="125620" y="1138411"/>
                    </a:moveTo>
                    <a:lnTo>
                      <a:pt x="51892" y="1240588"/>
                    </a:lnTo>
                    <a:moveTo>
                      <a:pt x="51892" y="1240588"/>
                    </a:moveTo>
                    <a:lnTo>
                      <a:pt x="0" y="1312504"/>
                    </a:lnTo>
                    <a:lnTo>
                      <a:pt x="6640" y="1321180"/>
                    </a:lnTo>
                    <a:lnTo>
                      <a:pt x="22680" y="1342138"/>
                    </a:lnTo>
                    <a:moveTo>
                      <a:pt x="22680" y="1342138"/>
                    </a:moveTo>
                    <a:lnTo>
                      <a:pt x="99257" y="1442198"/>
                    </a:lnTo>
                    <a:moveTo>
                      <a:pt x="99257" y="1442198"/>
                    </a:moveTo>
                    <a:lnTo>
                      <a:pt x="175834" y="1542257"/>
                    </a:lnTo>
                    <a:moveTo>
                      <a:pt x="175834" y="1542257"/>
                    </a:moveTo>
                    <a:lnTo>
                      <a:pt x="186646" y="1556384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33" name="Контур"/>
              <p:cNvSpPr/>
              <p:nvPr/>
            </p:nvSpPr>
            <p:spPr>
              <a:xfrm>
                <a:off x="5444616" y="2379372"/>
                <a:ext cx="1217300" cy="1442451"/>
              </a:xfrm>
              <a:custGeom>
                <a:avLst/>
                <a:gdLst/>
                <a:ahLst/>
                <a:cxnLst/>
                <a:rect l="l" t="t" r="r" b="b"/>
                <a:pathLst>
                  <a:path w="1217300" h="1442451" fill="none">
                    <a:moveTo>
                      <a:pt x="1185874" y="46247"/>
                    </a:moveTo>
                    <a:lnTo>
                      <a:pt x="1171945" y="0"/>
                    </a:lnTo>
                    <a:lnTo>
                      <a:pt x="1217300" y="16605"/>
                    </a:lnTo>
                    <a:lnTo>
                      <a:pt x="1185874" y="46247"/>
                    </a:lnTo>
                    <a:lnTo>
                      <a:pt x="1189802" y="42542"/>
                    </a:lnTo>
                    <a:lnTo>
                      <a:pt x="1179355" y="7857"/>
                    </a:lnTo>
                    <a:lnTo>
                      <a:pt x="1213371" y="20310"/>
                    </a:lnTo>
                    <a:lnTo>
                      <a:pt x="1209666" y="16382"/>
                    </a:lnTo>
                    <a:lnTo>
                      <a:pt x="1186097" y="38614"/>
                    </a:lnTo>
                    <a:lnTo>
                      <a:pt x="1189802" y="42542"/>
                    </a:lnTo>
                    <a:lnTo>
                      <a:pt x="1185874" y="46247"/>
                    </a:lnTo>
                    <a:lnTo>
                      <a:pt x="1186320" y="30980"/>
                    </a:lnTo>
                    <a:lnTo>
                      <a:pt x="1182392" y="34686"/>
                    </a:lnTo>
                    <a:lnTo>
                      <a:pt x="1182837" y="19419"/>
                    </a:lnTo>
                    <a:lnTo>
                      <a:pt x="1178909" y="23124"/>
                    </a:lnTo>
                    <a:lnTo>
                      <a:pt x="1175650" y="3929"/>
                    </a:lnTo>
                    <a:lnTo>
                      <a:pt x="1194622" y="8303"/>
                    </a:lnTo>
                    <a:lnTo>
                      <a:pt x="1190694" y="12008"/>
                    </a:lnTo>
                    <a:lnTo>
                      <a:pt x="1205961" y="12454"/>
                    </a:lnTo>
                    <a:lnTo>
                      <a:pt x="1202033" y="16159"/>
                    </a:lnTo>
                    <a:lnTo>
                      <a:pt x="1217300" y="16605"/>
                    </a:lnTo>
                    <a:lnTo>
                      <a:pt x="1205738" y="20087"/>
                    </a:lnTo>
                    <a:lnTo>
                      <a:pt x="1205515" y="27721"/>
                    </a:lnTo>
                    <a:lnTo>
                      <a:pt x="1197881" y="27498"/>
                    </a:lnTo>
                    <a:lnTo>
                      <a:pt x="1197659" y="35131"/>
                    </a:lnTo>
                    <a:lnTo>
                      <a:pt x="1190025" y="34908"/>
                    </a:lnTo>
                    <a:lnTo>
                      <a:pt x="1185874" y="46247"/>
                    </a:lnTo>
                    <a:lnTo>
                      <a:pt x="1186097" y="38614"/>
                    </a:lnTo>
                    <a:lnTo>
                      <a:pt x="1193730" y="38837"/>
                    </a:lnTo>
                    <a:lnTo>
                      <a:pt x="1193953" y="31203"/>
                    </a:lnTo>
                    <a:lnTo>
                      <a:pt x="1201587" y="31426"/>
                    </a:lnTo>
                    <a:lnTo>
                      <a:pt x="1201810" y="23793"/>
                    </a:lnTo>
                    <a:lnTo>
                      <a:pt x="1209443" y="24016"/>
                    </a:lnTo>
                    <a:lnTo>
                      <a:pt x="1209666" y="16382"/>
                    </a:lnTo>
                    <a:lnTo>
                      <a:pt x="1205961" y="12454"/>
                    </a:lnTo>
                    <a:lnTo>
                      <a:pt x="1202033" y="16159"/>
                    </a:lnTo>
                    <a:lnTo>
                      <a:pt x="1194622" y="8303"/>
                    </a:lnTo>
                    <a:lnTo>
                      <a:pt x="1190694" y="12008"/>
                    </a:lnTo>
                    <a:lnTo>
                      <a:pt x="1171945" y="0"/>
                    </a:lnTo>
                    <a:lnTo>
                      <a:pt x="1179355" y="7857"/>
                    </a:lnTo>
                    <a:lnTo>
                      <a:pt x="1175427" y="11562"/>
                    </a:lnTo>
                    <a:lnTo>
                      <a:pt x="1182837" y="19419"/>
                    </a:lnTo>
                    <a:lnTo>
                      <a:pt x="1178909" y="23124"/>
                    </a:lnTo>
                    <a:lnTo>
                      <a:pt x="1186320" y="30980"/>
                    </a:lnTo>
                    <a:lnTo>
                      <a:pt x="1182392" y="34686"/>
                    </a:lnTo>
                    <a:lnTo>
                      <a:pt x="1186097" y="38614"/>
                    </a:lnTo>
                    <a:moveTo>
                      <a:pt x="1002556" y="219160"/>
                    </a:moveTo>
                    <a:lnTo>
                      <a:pt x="988627" y="172913"/>
                    </a:lnTo>
                    <a:lnTo>
                      <a:pt x="1033982" y="189518"/>
                    </a:lnTo>
                    <a:lnTo>
                      <a:pt x="1002556" y="219160"/>
                    </a:lnTo>
                    <a:lnTo>
                      <a:pt x="1006485" y="215454"/>
                    </a:lnTo>
                    <a:lnTo>
                      <a:pt x="996038" y="180769"/>
                    </a:lnTo>
                    <a:lnTo>
                      <a:pt x="1030054" y="193223"/>
                    </a:lnTo>
                    <a:lnTo>
                      <a:pt x="1026349" y="189295"/>
                    </a:lnTo>
                    <a:lnTo>
                      <a:pt x="1002779" y="211526"/>
                    </a:lnTo>
                    <a:lnTo>
                      <a:pt x="1006485" y="215454"/>
                    </a:lnTo>
                    <a:lnTo>
                      <a:pt x="1002556" y="219160"/>
                    </a:lnTo>
                    <a:lnTo>
                      <a:pt x="1003002" y="203893"/>
                    </a:lnTo>
                    <a:lnTo>
                      <a:pt x="999074" y="207598"/>
                    </a:lnTo>
                    <a:lnTo>
                      <a:pt x="999520" y="192331"/>
                    </a:lnTo>
                    <a:lnTo>
                      <a:pt x="995592" y="196036"/>
                    </a:lnTo>
                    <a:lnTo>
                      <a:pt x="992332" y="176841"/>
                    </a:lnTo>
                    <a:lnTo>
                      <a:pt x="1011305" y="181215"/>
                    </a:lnTo>
                    <a:lnTo>
                      <a:pt x="1007376" y="184920"/>
                    </a:lnTo>
                    <a:lnTo>
                      <a:pt x="1022643" y="185366"/>
                    </a:lnTo>
                    <a:lnTo>
                      <a:pt x="1018715" y="189072"/>
                    </a:lnTo>
                    <a:lnTo>
                      <a:pt x="1033982" y="189518"/>
                    </a:lnTo>
                    <a:lnTo>
                      <a:pt x="1022421" y="193000"/>
                    </a:lnTo>
                    <a:lnTo>
                      <a:pt x="1022198" y="200633"/>
                    </a:lnTo>
                    <a:lnTo>
                      <a:pt x="1014564" y="200410"/>
                    </a:lnTo>
                    <a:lnTo>
                      <a:pt x="1014341" y="208044"/>
                    </a:lnTo>
                    <a:lnTo>
                      <a:pt x="1006708" y="207821"/>
                    </a:lnTo>
                    <a:lnTo>
                      <a:pt x="1002556" y="219160"/>
                    </a:lnTo>
                    <a:lnTo>
                      <a:pt x="1002779" y="211526"/>
                    </a:lnTo>
                    <a:lnTo>
                      <a:pt x="1010413" y="211749"/>
                    </a:lnTo>
                    <a:lnTo>
                      <a:pt x="1010636" y="204116"/>
                    </a:lnTo>
                    <a:lnTo>
                      <a:pt x="1018269" y="204339"/>
                    </a:lnTo>
                    <a:lnTo>
                      <a:pt x="1018492" y="196705"/>
                    </a:lnTo>
                    <a:lnTo>
                      <a:pt x="1026126" y="196928"/>
                    </a:lnTo>
                    <a:lnTo>
                      <a:pt x="1026349" y="189295"/>
                    </a:lnTo>
                    <a:lnTo>
                      <a:pt x="1022643" y="185366"/>
                    </a:lnTo>
                    <a:lnTo>
                      <a:pt x="1018715" y="189072"/>
                    </a:lnTo>
                    <a:lnTo>
                      <a:pt x="1011305" y="181215"/>
                    </a:lnTo>
                    <a:lnTo>
                      <a:pt x="1007376" y="184920"/>
                    </a:lnTo>
                    <a:lnTo>
                      <a:pt x="988627" y="172913"/>
                    </a:lnTo>
                    <a:lnTo>
                      <a:pt x="996038" y="180769"/>
                    </a:lnTo>
                    <a:lnTo>
                      <a:pt x="992109" y="184475"/>
                    </a:lnTo>
                    <a:lnTo>
                      <a:pt x="999520" y="192331"/>
                    </a:lnTo>
                    <a:lnTo>
                      <a:pt x="995592" y="196036"/>
                    </a:lnTo>
                    <a:lnTo>
                      <a:pt x="1003002" y="203893"/>
                    </a:lnTo>
                    <a:lnTo>
                      <a:pt x="999074" y="207598"/>
                    </a:lnTo>
                    <a:lnTo>
                      <a:pt x="1002779" y="211526"/>
                    </a:lnTo>
                    <a:moveTo>
                      <a:pt x="819239" y="392072"/>
                    </a:moveTo>
                    <a:lnTo>
                      <a:pt x="805310" y="345825"/>
                    </a:lnTo>
                    <a:lnTo>
                      <a:pt x="850665" y="362430"/>
                    </a:lnTo>
                    <a:lnTo>
                      <a:pt x="819239" y="392072"/>
                    </a:lnTo>
                    <a:lnTo>
                      <a:pt x="823167" y="388367"/>
                    </a:lnTo>
                    <a:lnTo>
                      <a:pt x="812720" y="353682"/>
                    </a:lnTo>
                    <a:lnTo>
                      <a:pt x="846737" y="366135"/>
                    </a:lnTo>
                    <a:lnTo>
                      <a:pt x="843031" y="362207"/>
                    </a:lnTo>
                    <a:lnTo>
                      <a:pt x="819462" y="384439"/>
                    </a:lnTo>
                    <a:lnTo>
                      <a:pt x="823167" y="388367"/>
                    </a:lnTo>
                    <a:lnTo>
                      <a:pt x="819239" y="392072"/>
                    </a:lnTo>
                    <a:lnTo>
                      <a:pt x="819685" y="376805"/>
                    </a:lnTo>
                    <a:lnTo>
                      <a:pt x="815757" y="380511"/>
                    </a:lnTo>
                    <a:lnTo>
                      <a:pt x="816203" y="365244"/>
                    </a:lnTo>
                    <a:lnTo>
                      <a:pt x="812274" y="368949"/>
                    </a:lnTo>
                    <a:lnTo>
                      <a:pt x="809015" y="349754"/>
                    </a:lnTo>
                    <a:lnTo>
                      <a:pt x="827987" y="354128"/>
                    </a:lnTo>
                    <a:lnTo>
                      <a:pt x="824059" y="357833"/>
                    </a:lnTo>
                    <a:lnTo>
                      <a:pt x="839326" y="358279"/>
                    </a:lnTo>
                    <a:lnTo>
                      <a:pt x="835398" y="361984"/>
                    </a:lnTo>
                    <a:lnTo>
                      <a:pt x="850665" y="362430"/>
                    </a:lnTo>
                    <a:lnTo>
                      <a:pt x="839103" y="365912"/>
                    </a:lnTo>
                    <a:lnTo>
                      <a:pt x="838880" y="373546"/>
                    </a:lnTo>
                    <a:lnTo>
                      <a:pt x="831247" y="373323"/>
                    </a:lnTo>
                    <a:lnTo>
                      <a:pt x="831024" y="380956"/>
                    </a:lnTo>
                    <a:lnTo>
                      <a:pt x="823390" y="380733"/>
                    </a:lnTo>
                    <a:lnTo>
                      <a:pt x="819239" y="392072"/>
                    </a:lnTo>
                    <a:lnTo>
                      <a:pt x="819462" y="384439"/>
                    </a:lnTo>
                    <a:lnTo>
                      <a:pt x="827095" y="384662"/>
                    </a:lnTo>
                    <a:lnTo>
                      <a:pt x="827318" y="377028"/>
                    </a:lnTo>
                    <a:lnTo>
                      <a:pt x="834952" y="377251"/>
                    </a:lnTo>
                    <a:lnTo>
                      <a:pt x="835175" y="369618"/>
                    </a:lnTo>
                    <a:lnTo>
                      <a:pt x="842808" y="369841"/>
                    </a:lnTo>
                    <a:lnTo>
                      <a:pt x="843031" y="362207"/>
                    </a:lnTo>
                    <a:lnTo>
                      <a:pt x="839326" y="358279"/>
                    </a:lnTo>
                    <a:lnTo>
                      <a:pt x="835398" y="361984"/>
                    </a:lnTo>
                    <a:lnTo>
                      <a:pt x="827987" y="354128"/>
                    </a:lnTo>
                    <a:lnTo>
                      <a:pt x="824059" y="357833"/>
                    </a:lnTo>
                    <a:lnTo>
                      <a:pt x="805310" y="345825"/>
                    </a:lnTo>
                    <a:lnTo>
                      <a:pt x="812720" y="353682"/>
                    </a:lnTo>
                    <a:lnTo>
                      <a:pt x="808792" y="357387"/>
                    </a:lnTo>
                    <a:lnTo>
                      <a:pt x="816203" y="365244"/>
                    </a:lnTo>
                    <a:lnTo>
                      <a:pt x="812274" y="368949"/>
                    </a:lnTo>
                    <a:lnTo>
                      <a:pt x="819685" y="376805"/>
                    </a:lnTo>
                    <a:lnTo>
                      <a:pt x="815757" y="380511"/>
                    </a:lnTo>
                    <a:lnTo>
                      <a:pt x="819462" y="384439"/>
                    </a:lnTo>
                    <a:moveTo>
                      <a:pt x="635922" y="564985"/>
                    </a:moveTo>
                    <a:lnTo>
                      <a:pt x="621992" y="518738"/>
                    </a:lnTo>
                    <a:lnTo>
                      <a:pt x="667347" y="535343"/>
                    </a:lnTo>
                    <a:lnTo>
                      <a:pt x="635922" y="564985"/>
                    </a:lnTo>
                    <a:lnTo>
                      <a:pt x="639850" y="561279"/>
                    </a:lnTo>
                    <a:lnTo>
                      <a:pt x="629403" y="526594"/>
                    </a:lnTo>
                    <a:lnTo>
                      <a:pt x="663419" y="539048"/>
                    </a:lnTo>
                    <a:lnTo>
                      <a:pt x="659714" y="535120"/>
                    </a:lnTo>
                    <a:lnTo>
                      <a:pt x="636145" y="557351"/>
                    </a:lnTo>
                    <a:lnTo>
                      <a:pt x="639850" y="561279"/>
                    </a:lnTo>
                    <a:lnTo>
                      <a:pt x="635922" y="564985"/>
                    </a:lnTo>
                    <a:lnTo>
                      <a:pt x="636368" y="549718"/>
                    </a:lnTo>
                    <a:lnTo>
                      <a:pt x="632439" y="553423"/>
                    </a:lnTo>
                    <a:lnTo>
                      <a:pt x="632885" y="538156"/>
                    </a:lnTo>
                    <a:lnTo>
                      <a:pt x="628957" y="541861"/>
                    </a:lnTo>
                    <a:lnTo>
                      <a:pt x="625698" y="522666"/>
                    </a:lnTo>
                    <a:lnTo>
                      <a:pt x="644670" y="527040"/>
                    </a:lnTo>
                    <a:lnTo>
                      <a:pt x="640742" y="530745"/>
                    </a:lnTo>
                    <a:lnTo>
                      <a:pt x="656009" y="531191"/>
                    </a:lnTo>
                    <a:lnTo>
                      <a:pt x="652080" y="534897"/>
                    </a:lnTo>
                    <a:lnTo>
                      <a:pt x="667347" y="535343"/>
                    </a:lnTo>
                    <a:lnTo>
                      <a:pt x="655786" y="538825"/>
                    </a:lnTo>
                    <a:lnTo>
                      <a:pt x="655563" y="546458"/>
                    </a:lnTo>
                    <a:lnTo>
                      <a:pt x="647929" y="546235"/>
                    </a:lnTo>
                    <a:lnTo>
                      <a:pt x="647706" y="553869"/>
                    </a:lnTo>
                    <a:lnTo>
                      <a:pt x="640073" y="553646"/>
                    </a:lnTo>
                    <a:lnTo>
                      <a:pt x="635922" y="564985"/>
                    </a:lnTo>
                    <a:lnTo>
                      <a:pt x="636145" y="557351"/>
                    </a:lnTo>
                    <a:lnTo>
                      <a:pt x="643778" y="557574"/>
                    </a:lnTo>
                    <a:lnTo>
                      <a:pt x="644001" y="549941"/>
                    </a:lnTo>
                    <a:lnTo>
                      <a:pt x="651635" y="550164"/>
                    </a:lnTo>
                    <a:lnTo>
                      <a:pt x="651857" y="542530"/>
                    </a:lnTo>
                    <a:lnTo>
                      <a:pt x="659491" y="542753"/>
                    </a:lnTo>
                    <a:lnTo>
                      <a:pt x="659714" y="535120"/>
                    </a:lnTo>
                    <a:lnTo>
                      <a:pt x="656009" y="531191"/>
                    </a:lnTo>
                    <a:lnTo>
                      <a:pt x="652080" y="534897"/>
                    </a:lnTo>
                    <a:lnTo>
                      <a:pt x="644670" y="527040"/>
                    </a:lnTo>
                    <a:lnTo>
                      <a:pt x="640742" y="530745"/>
                    </a:lnTo>
                    <a:lnTo>
                      <a:pt x="621992" y="518738"/>
                    </a:lnTo>
                    <a:lnTo>
                      <a:pt x="629403" y="526594"/>
                    </a:lnTo>
                    <a:lnTo>
                      <a:pt x="625475" y="530300"/>
                    </a:lnTo>
                    <a:lnTo>
                      <a:pt x="632885" y="538156"/>
                    </a:lnTo>
                    <a:lnTo>
                      <a:pt x="628957" y="541861"/>
                    </a:lnTo>
                    <a:lnTo>
                      <a:pt x="636368" y="549718"/>
                    </a:lnTo>
                    <a:lnTo>
                      <a:pt x="632439" y="553423"/>
                    </a:lnTo>
                    <a:lnTo>
                      <a:pt x="636145" y="557351"/>
                    </a:lnTo>
                    <a:moveTo>
                      <a:pt x="452604" y="737897"/>
                    </a:moveTo>
                    <a:lnTo>
                      <a:pt x="438675" y="691650"/>
                    </a:lnTo>
                    <a:lnTo>
                      <a:pt x="484030" y="708255"/>
                    </a:lnTo>
                    <a:lnTo>
                      <a:pt x="452604" y="737897"/>
                    </a:lnTo>
                    <a:lnTo>
                      <a:pt x="456532" y="734192"/>
                    </a:lnTo>
                    <a:lnTo>
                      <a:pt x="446086" y="699507"/>
                    </a:lnTo>
                    <a:lnTo>
                      <a:pt x="480102" y="711960"/>
                    </a:lnTo>
                    <a:lnTo>
                      <a:pt x="476397" y="708032"/>
                    </a:lnTo>
                    <a:lnTo>
                      <a:pt x="452827" y="730264"/>
                    </a:lnTo>
                    <a:lnTo>
                      <a:pt x="456532" y="734192"/>
                    </a:lnTo>
                    <a:lnTo>
                      <a:pt x="452604" y="737897"/>
                    </a:lnTo>
                    <a:lnTo>
                      <a:pt x="453050" y="722630"/>
                    </a:lnTo>
                    <a:lnTo>
                      <a:pt x="449122" y="726335"/>
                    </a:lnTo>
                    <a:lnTo>
                      <a:pt x="449568" y="711068"/>
                    </a:lnTo>
                    <a:lnTo>
                      <a:pt x="445640" y="714774"/>
                    </a:lnTo>
                    <a:lnTo>
                      <a:pt x="442380" y="695579"/>
                    </a:lnTo>
                    <a:lnTo>
                      <a:pt x="461353" y="699953"/>
                    </a:lnTo>
                    <a:lnTo>
                      <a:pt x="457424" y="703658"/>
                    </a:lnTo>
                    <a:lnTo>
                      <a:pt x="472691" y="704104"/>
                    </a:lnTo>
                    <a:lnTo>
                      <a:pt x="468763" y="707809"/>
                    </a:lnTo>
                    <a:lnTo>
                      <a:pt x="484030" y="708255"/>
                    </a:lnTo>
                    <a:lnTo>
                      <a:pt x="472468" y="711737"/>
                    </a:lnTo>
                    <a:lnTo>
                      <a:pt x="472245" y="719371"/>
                    </a:lnTo>
                    <a:lnTo>
                      <a:pt x="464612" y="719148"/>
                    </a:lnTo>
                    <a:lnTo>
                      <a:pt x="464389" y="726781"/>
                    </a:lnTo>
                    <a:lnTo>
                      <a:pt x="456755" y="726558"/>
                    </a:lnTo>
                    <a:lnTo>
                      <a:pt x="452604" y="737897"/>
                    </a:lnTo>
                    <a:lnTo>
                      <a:pt x="452827" y="730264"/>
                    </a:lnTo>
                    <a:lnTo>
                      <a:pt x="460461" y="730487"/>
                    </a:lnTo>
                    <a:lnTo>
                      <a:pt x="460684" y="722853"/>
                    </a:lnTo>
                    <a:lnTo>
                      <a:pt x="468317" y="723076"/>
                    </a:lnTo>
                    <a:lnTo>
                      <a:pt x="468540" y="715443"/>
                    </a:lnTo>
                    <a:lnTo>
                      <a:pt x="476174" y="715666"/>
                    </a:lnTo>
                    <a:lnTo>
                      <a:pt x="476397" y="708032"/>
                    </a:lnTo>
                    <a:lnTo>
                      <a:pt x="472691" y="704104"/>
                    </a:lnTo>
                    <a:lnTo>
                      <a:pt x="468763" y="707809"/>
                    </a:lnTo>
                    <a:lnTo>
                      <a:pt x="461353" y="699953"/>
                    </a:lnTo>
                    <a:lnTo>
                      <a:pt x="457424" y="703658"/>
                    </a:lnTo>
                    <a:lnTo>
                      <a:pt x="438675" y="691650"/>
                    </a:lnTo>
                    <a:lnTo>
                      <a:pt x="446086" y="699507"/>
                    </a:lnTo>
                    <a:lnTo>
                      <a:pt x="442157" y="703212"/>
                    </a:lnTo>
                    <a:lnTo>
                      <a:pt x="449568" y="711068"/>
                    </a:lnTo>
                    <a:lnTo>
                      <a:pt x="445640" y="714774"/>
                    </a:lnTo>
                    <a:lnTo>
                      <a:pt x="453050" y="722630"/>
                    </a:lnTo>
                    <a:lnTo>
                      <a:pt x="449122" y="726335"/>
                    </a:lnTo>
                    <a:lnTo>
                      <a:pt x="452827" y="730264"/>
                    </a:lnTo>
                    <a:moveTo>
                      <a:pt x="269287" y="910810"/>
                    </a:moveTo>
                    <a:lnTo>
                      <a:pt x="255358" y="864563"/>
                    </a:lnTo>
                    <a:lnTo>
                      <a:pt x="300713" y="881168"/>
                    </a:lnTo>
                    <a:lnTo>
                      <a:pt x="269287" y="910810"/>
                    </a:lnTo>
                    <a:lnTo>
                      <a:pt x="273215" y="907104"/>
                    </a:lnTo>
                    <a:lnTo>
                      <a:pt x="262768" y="872419"/>
                    </a:lnTo>
                    <a:lnTo>
                      <a:pt x="296784" y="884873"/>
                    </a:lnTo>
                    <a:lnTo>
                      <a:pt x="293079" y="880945"/>
                    </a:lnTo>
                    <a:lnTo>
                      <a:pt x="269510" y="903176"/>
                    </a:lnTo>
                    <a:lnTo>
                      <a:pt x="273215" y="907104"/>
                    </a:lnTo>
                    <a:lnTo>
                      <a:pt x="269287" y="910810"/>
                    </a:lnTo>
                    <a:lnTo>
                      <a:pt x="269733" y="895543"/>
                    </a:lnTo>
                    <a:lnTo>
                      <a:pt x="265804" y="899248"/>
                    </a:lnTo>
                    <a:lnTo>
                      <a:pt x="266250" y="883981"/>
                    </a:lnTo>
                    <a:lnTo>
                      <a:pt x="262322" y="887686"/>
                    </a:lnTo>
                    <a:lnTo>
                      <a:pt x="259063" y="868491"/>
                    </a:lnTo>
                    <a:lnTo>
                      <a:pt x="278035" y="872865"/>
                    </a:lnTo>
                    <a:lnTo>
                      <a:pt x="274107" y="876570"/>
                    </a:lnTo>
                    <a:lnTo>
                      <a:pt x="289374" y="877016"/>
                    </a:lnTo>
                    <a:lnTo>
                      <a:pt x="285446" y="880722"/>
                    </a:lnTo>
                    <a:lnTo>
                      <a:pt x="300713" y="881168"/>
                    </a:lnTo>
                    <a:lnTo>
                      <a:pt x="289151" y="884650"/>
                    </a:lnTo>
                    <a:lnTo>
                      <a:pt x="288928" y="892283"/>
                    </a:lnTo>
                    <a:lnTo>
                      <a:pt x="281294" y="892060"/>
                    </a:lnTo>
                    <a:lnTo>
                      <a:pt x="281071" y="899694"/>
                    </a:lnTo>
                    <a:lnTo>
                      <a:pt x="273438" y="899471"/>
                    </a:lnTo>
                    <a:lnTo>
                      <a:pt x="269287" y="910810"/>
                    </a:lnTo>
                    <a:lnTo>
                      <a:pt x="269510" y="903176"/>
                    </a:lnTo>
                    <a:lnTo>
                      <a:pt x="277143" y="903399"/>
                    </a:lnTo>
                    <a:lnTo>
                      <a:pt x="277366" y="895766"/>
                    </a:lnTo>
                    <a:lnTo>
                      <a:pt x="285000" y="895989"/>
                    </a:lnTo>
                    <a:lnTo>
                      <a:pt x="285223" y="888355"/>
                    </a:lnTo>
                    <a:lnTo>
                      <a:pt x="292856" y="888578"/>
                    </a:lnTo>
                    <a:lnTo>
                      <a:pt x="293079" y="880945"/>
                    </a:lnTo>
                    <a:lnTo>
                      <a:pt x="289374" y="877016"/>
                    </a:lnTo>
                    <a:lnTo>
                      <a:pt x="285446" y="880722"/>
                    </a:lnTo>
                    <a:lnTo>
                      <a:pt x="278035" y="872865"/>
                    </a:lnTo>
                    <a:lnTo>
                      <a:pt x="274107" y="876570"/>
                    </a:lnTo>
                    <a:lnTo>
                      <a:pt x="255358" y="864563"/>
                    </a:lnTo>
                    <a:lnTo>
                      <a:pt x="262768" y="872419"/>
                    </a:lnTo>
                    <a:lnTo>
                      <a:pt x="258840" y="876125"/>
                    </a:lnTo>
                    <a:lnTo>
                      <a:pt x="266250" y="883981"/>
                    </a:lnTo>
                    <a:lnTo>
                      <a:pt x="262322" y="887686"/>
                    </a:lnTo>
                    <a:lnTo>
                      <a:pt x="269733" y="895543"/>
                    </a:lnTo>
                    <a:lnTo>
                      <a:pt x="265804" y="899248"/>
                    </a:lnTo>
                    <a:lnTo>
                      <a:pt x="269510" y="903176"/>
                    </a:lnTo>
                    <a:moveTo>
                      <a:pt x="113705" y="1094448"/>
                    </a:moveTo>
                    <a:lnTo>
                      <a:pt x="91312" y="1051654"/>
                    </a:lnTo>
                    <a:lnTo>
                      <a:pt x="138983" y="1059416"/>
                    </a:lnTo>
                    <a:lnTo>
                      <a:pt x="113705" y="1094448"/>
                    </a:lnTo>
                    <a:lnTo>
                      <a:pt x="116865" y="1090069"/>
                    </a:lnTo>
                    <a:lnTo>
                      <a:pt x="100070" y="1057973"/>
                    </a:lnTo>
                    <a:lnTo>
                      <a:pt x="135824" y="1063795"/>
                    </a:lnTo>
                    <a:lnTo>
                      <a:pt x="131445" y="1060635"/>
                    </a:lnTo>
                    <a:lnTo>
                      <a:pt x="112486" y="1086909"/>
                    </a:lnTo>
                    <a:lnTo>
                      <a:pt x="116865" y="1090069"/>
                    </a:lnTo>
                    <a:lnTo>
                      <a:pt x="113705" y="1094448"/>
                    </a:lnTo>
                    <a:lnTo>
                      <a:pt x="111267" y="1079370"/>
                    </a:lnTo>
                    <a:lnTo>
                      <a:pt x="108107" y="1083749"/>
                    </a:lnTo>
                    <a:lnTo>
                      <a:pt x="105668" y="1068672"/>
                    </a:lnTo>
                    <a:lnTo>
                      <a:pt x="102509" y="1073051"/>
                    </a:lnTo>
                    <a:lnTo>
                      <a:pt x="95691" y="1054814"/>
                    </a:lnTo>
                    <a:lnTo>
                      <a:pt x="115148" y="1055535"/>
                    </a:lnTo>
                    <a:lnTo>
                      <a:pt x="111988" y="1059914"/>
                    </a:lnTo>
                    <a:lnTo>
                      <a:pt x="127066" y="1057475"/>
                    </a:lnTo>
                    <a:lnTo>
                      <a:pt x="123906" y="1061854"/>
                    </a:lnTo>
                    <a:lnTo>
                      <a:pt x="138983" y="1059416"/>
                    </a:lnTo>
                    <a:lnTo>
                      <a:pt x="128285" y="1065014"/>
                    </a:lnTo>
                    <a:lnTo>
                      <a:pt x="129504" y="1072553"/>
                    </a:lnTo>
                    <a:lnTo>
                      <a:pt x="121965" y="1073772"/>
                    </a:lnTo>
                    <a:lnTo>
                      <a:pt x="123185" y="1081311"/>
                    </a:lnTo>
                    <a:lnTo>
                      <a:pt x="115646" y="1082530"/>
                    </a:lnTo>
                    <a:lnTo>
                      <a:pt x="113705" y="1094448"/>
                    </a:lnTo>
                    <a:lnTo>
                      <a:pt x="112486" y="1086909"/>
                    </a:lnTo>
                    <a:lnTo>
                      <a:pt x="120025" y="1085690"/>
                    </a:lnTo>
                    <a:lnTo>
                      <a:pt x="118805" y="1078151"/>
                    </a:lnTo>
                    <a:lnTo>
                      <a:pt x="126344" y="1076932"/>
                    </a:lnTo>
                    <a:lnTo>
                      <a:pt x="125125" y="1069393"/>
                    </a:lnTo>
                    <a:lnTo>
                      <a:pt x="132664" y="1068174"/>
                    </a:lnTo>
                    <a:lnTo>
                      <a:pt x="131445" y="1060635"/>
                    </a:lnTo>
                    <a:lnTo>
                      <a:pt x="127066" y="1057475"/>
                    </a:lnTo>
                    <a:lnTo>
                      <a:pt x="123906" y="1061854"/>
                    </a:lnTo>
                    <a:lnTo>
                      <a:pt x="115148" y="1055535"/>
                    </a:lnTo>
                    <a:lnTo>
                      <a:pt x="111988" y="1059914"/>
                    </a:lnTo>
                    <a:lnTo>
                      <a:pt x="91312" y="1051654"/>
                    </a:lnTo>
                    <a:lnTo>
                      <a:pt x="100070" y="1057973"/>
                    </a:lnTo>
                    <a:lnTo>
                      <a:pt x="96910" y="1062352"/>
                    </a:lnTo>
                    <a:lnTo>
                      <a:pt x="105668" y="1068672"/>
                    </a:lnTo>
                    <a:lnTo>
                      <a:pt x="102509" y="1073051"/>
                    </a:lnTo>
                    <a:lnTo>
                      <a:pt x="111267" y="1079370"/>
                    </a:lnTo>
                    <a:lnTo>
                      <a:pt x="108107" y="1083749"/>
                    </a:lnTo>
                    <a:lnTo>
                      <a:pt x="112486" y="1086909"/>
                    </a:lnTo>
                    <a:moveTo>
                      <a:pt x="47434" y="1233229"/>
                    </a:moveTo>
                    <a:lnTo>
                      <a:pt x="0" y="1242331"/>
                    </a:lnTo>
                    <a:lnTo>
                      <a:pt x="21179" y="1198923"/>
                    </a:lnTo>
                    <a:lnTo>
                      <a:pt x="47434" y="1233229"/>
                    </a:lnTo>
                    <a:lnTo>
                      <a:pt x="44152" y="1228941"/>
                    </a:lnTo>
                    <a:lnTo>
                      <a:pt x="8577" y="1235768"/>
                    </a:lnTo>
                    <a:lnTo>
                      <a:pt x="24461" y="1203211"/>
                    </a:lnTo>
                    <a:lnTo>
                      <a:pt x="20173" y="1206493"/>
                    </a:lnTo>
                    <a:lnTo>
                      <a:pt x="39864" y="1232223"/>
                    </a:lnTo>
                    <a:lnTo>
                      <a:pt x="44152" y="1228941"/>
                    </a:lnTo>
                    <a:lnTo>
                      <a:pt x="47434" y="1233229"/>
                    </a:lnTo>
                    <a:lnTo>
                      <a:pt x="32294" y="1231217"/>
                    </a:lnTo>
                    <a:lnTo>
                      <a:pt x="35576" y="1235505"/>
                    </a:lnTo>
                    <a:lnTo>
                      <a:pt x="20435" y="1233492"/>
                    </a:lnTo>
                    <a:lnTo>
                      <a:pt x="23717" y="1237780"/>
                    </a:lnTo>
                    <a:lnTo>
                      <a:pt x="4289" y="1239049"/>
                    </a:lnTo>
                    <a:lnTo>
                      <a:pt x="10590" y="1220627"/>
                    </a:lnTo>
                    <a:lnTo>
                      <a:pt x="13871" y="1224915"/>
                    </a:lnTo>
                    <a:lnTo>
                      <a:pt x="15884" y="1209775"/>
                    </a:lnTo>
                    <a:lnTo>
                      <a:pt x="19166" y="1214063"/>
                    </a:lnTo>
                    <a:lnTo>
                      <a:pt x="21179" y="1198923"/>
                    </a:lnTo>
                    <a:lnTo>
                      <a:pt x="23454" y="1210782"/>
                    </a:lnTo>
                    <a:lnTo>
                      <a:pt x="31025" y="1211788"/>
                    </a:lnTo>
                    <a:lnTo>
                      <a:pt x="30018" y="1219358"/>
                    </a:lnTo>
                    <a:lnTo>
                      <a:pt x="37588" y="1220365"/>
                    </a:lnTo>
                    <a:lnTo>
                      <a:pt x="36582" y="1227935"/>
                    </a:lnTo>
                    <a:lnTo>
                      <a:pt x="47434" y="1233229"/>
                    </a:lnTo>
                    <a:lnTo>
                      <a:pt x="39864" y="1232223"/>
                    </a:lnTo>
                    <a:lnTo>
                      <a:pt x="40870" y="1224653"/>
                    </a:lnTo>
                    <a:lnTo>
                      <a:pt x="33300" y="1223646"/>
                    </a:lnTo>
                    <a:lnTo>
                      <a:pt x="34306" y="1216076"/>
                    </a:lnTo>
                    <a:lnTo>
                      <a:pt x="26736" y="1215070"/>
                    </a:lnTo>
                    <a:lnTo>
                      <a:pt x="27743" y="1207500"/>
                    </a:lnTo>
                    <a:lnTo>
                      <a:pt x="20173" y="1206493"/>
                    </a:lnTo>
                    <a:lnTo>
                      <a:pt x="15884" y="1209775"/>
                    </a:lnTo>
                    <a:lnTo>
                      <a:pt x="19166" y="1214063"/>
                    </a:lnTo>
                    <a:lnTo>
                      <a:pt x="10590" y="1220627"/>
                    </a:lnTo>
                    <a:lnTo>
                      <a:pt x="13871" y="1224915"/>
                    </a:lnTo>
                    <a:lnTo>
                      <a:pt x="0" y="1242331"/>
                    </a:lnTo>
                    <a:lnTo>
                      <a:pt x="8577" y="1235768"/>
                    </a:lnTo>
                    <a:lnTo>
                      <a:pt x="11859" y="1240056"/>
                    </a:lnTo>
                    <a:lnTo>
                      <a:pt x="20435" y="1233492"/>
                    </a:lnTo>
                    <a:lnTo>
                      <a:pt x="23717" y="1237780"/>
                    </a:lnTo>
                    <a:lnTo>
                      <a:pt x="32294" y="1231217"/>
                    </a:lnTo>
                    <a:lnTo>
                      <a:pt x="35576" y="1235505"/>
                    </a:lnTo>
                    <a:lnTo>
                      <a:pt x="39864" y="1232223"/>
                    </a:lnTo>
                    <a:moveTo>
                      <a:pt x="200588" y="1433349"/>
                    </a:moveTo>
                    <a:lnTo>
                      <a:pt x="153155" y="1442451"/>
                    </a:lnTo>
                    <a:lnTo>
                      <a:pt x="174333" y="1399042"/>
                    </a:lnTo>
                    <a:lnTo>
                      <a:pt x="200588" y="1433349"/>
                    </a:lnTo>
                    <a:lnTo>
                      <a:pt x="197307" y="1429060"/>
                    </a:lnTo>
                    <a:lnTo>
                      <a:pt x="161731" y="1435887"/>
                    </a:lnTo>
                    <a:lnTo>
                      <a:pt x="177615" y="1403331"/>
                    </a:lnTo>
                    <a:lnTo>
                      <a:pt x="173327" y="1406613"/>
                    </a:lnTo>
                    <a:lnTo>
                      <a:pt x="193018" y="1432342"/>
                    </a:lnTo>
                    <a:lnTo>
                      <a:pt x="197307" y="1429060"/>
                    </a:lnTo>
                    <a:lnTo>
                      <a:pt x="200588" y="1433349"/>
                    </a:lnTo>
                    <a:lnTo>
                      <a:pt x="185448" y="1431336"/>
                    </a:lnTo>
                    <a:lnTo>
                      <a:pt x="188730" y="1435624"/>
                    </a:lnTo>
                    <a:lnTo>
                      <a:pt x="173590" y="1433611"/>
                    </a:lnTo>
                    <a:lnTo>
                      <a:pt x="176872" y="1437900"/>
                    </a:lnTo>
                    <a:lnTo>
                      <a:pt x="157443" y="1439169"/>
                    </a:lnTo>
                    <a:lnTo>
                      <a:pt x="163744" y="1420746"/>
                    </a:lnTo>
                    <a:lnTo>
                      <a:pt x="167026" y="1425035"/>
                    </a:lnTo>
                    <a:lnTo>
                      <a:pt x="169039" y="1409894"/>
                    </a:lnTo>
                    <a:lnTo>
                      <a:pt x="172321" y="1414183"/>
                    </a:lnTo>
                    <a:lnTo>
                      <a:pt x="174333" y="1399042"/>
                    </a:lnTo>
                    <a:lnTo>
                      <a:pt x="176609" y="1410901"/>
                    </a:lnTo>
                    <a:lnTo>
                      <a:pt x="184179" y="1411907"/>
                    </a:lnTo>
                    <a:lnTo>
                      <a:pt x="183173" y="1419477"/>
                    </a:lnTo>
                    <a:lnTo>
                      <a:pt x="190743" y="1420484"/>
                    </a:lnTo>
                    <a:lnTo>
                      <a:pt x="189736" y="1428054"/>
                    </a:lnTo>
                    <a:lnTo>
                      <a:pt x="200588" y="1433349"/>
                    </a:lnTo>
                    <a:lnTo>
                      <a:pt x="193018" y="1432342"/>
                    </a:lnTo>
                    <a:lnTo>
                      <a:pt x="194025" y="1424772"/>
                    </a:lnTo>
                    <a:lnTo>
                      <a:pt x="186455" y="1423766"/>
                    </a:lnTo>
                    <a:lnTo>
                      <a:pt x="187461" y="1416195"/>
                    </a:lnTo>
                    <a:lnTo>
                      <a:pt x="179891" y="1415189"/>
                    </a:lnTo>
                    <a:lnTo>
                      <a:pt x="180897" y="1407619"/>
                    </a:lnTo>
                    <a:lnTo>
                      <a:pt x="173327" y="1406613"/>
                    </a:lnTo>
                    <a:lnTo>
                      <a:pt x="169039" y="1409894"/>
                    </a:lnTo>
                    <a:lnTo>
                      <a:pt x="172321" y="1414183"/>
                    </a:lnTo>
                    <a:lnTo>
                      <a:pt x="163744" y="1420746"/>
                    </a:lnTo>
                    <a:lnTo>
                      <a:pt x="167026" y="1425035"/>
                    </a:lnTo>
                    <a:lnTo>
                      <a:pt x="153155" y="1442451"/>
                    </a:lnTo>
                    <a:lnTo>
                      <a:pt x="161731" y="1435887"/>
                    </a:lnTo>
                    <a:lnTo>
                      <a:pt x="165013" y="1440175"/>
                    </a:lnTo>
                    <a:lnTo>
                      <a:pt x="173590" y="1433611"/>
                    </a:lnTo>
                    <a:lnTo>
                      <a:pt x="176872" y="1437900"/>
                    </a:lnTo>
                    <a:lnTo>
                      <a:pt x="185448" y="1431336"/>
                    </a:lnTo>
                    <a:lnTo>
                      <a:pt x="188730" y="1435624"/>
                    </a:lnTo>
                    <a:lnTo>
                      <a:pt x="193018" y="14323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34" name="Контур"/>
              <p:cNvSpPr/>
              <p:nvPr/>
            </p:nvSpPr>
            <p:spPr>
              <a:xfrm>
                <a:off x="5407343" y="2278267"/>
                <a:ext cx="1300668" cy="1556384"/>
              </a:xfrm>
              <a:custGeom>
                <a:avLst/>
                <a:gdLst/>
                <a:ahLst/>
                <a:cxnLst/>
                <a:rect l="l" t="t" r="r" b="b"/>
                <a:pathLst>
                  <a:path w="1300668" h="1556384" fill="none">
                    <a:moveTo>
                      <a:pt x="562345" y="1248906"/>
                    </a:moveTo>
                    <a:lnTo>
                      <a:pt x="472165" y="1349436"/>
                    </a:lnTo>
                    <a:lnTo>
                      <a:pt x="186646" y="1556384"/>
                    </a:lnTo>
                    <a:moveTo>
                      <a:pt x="186646" y="1556384"/>
                    </a:moveTo>
                    <a:lnTo>
                      <a:pt x="110068" y="1456324"/>
                    </a:lnTo>
                    <a:moveTo>
                      <a:pt x="110068" y="1456324"/>
                    </a:moveTo>
                    <a:lnTo>
                      <a:pt x="33491" y="1356265"/>
                    </a:lnTo>
                    <a:moveTo>
                      <a:pt x="33491" y="1356265"/>
                    </a:moveTo>
                    <a:lnTo>
                      <a:pt x="6640" y="1321180"/>
                    </a:lnTo>
                    <a:lnTo>
                      <a:pt x="0" y="1312504"/>
                    </a:lnTo>
                    <a:lnTo>
                      <a:pt x="41483" y="1255014"/>
                    </a:lnTo>
                    <a:moveTo>
                      <a:pt x="41483" y="1255014"/>
                    </a:moveTo>
                    <a:lnTo>
                      <a:pt x="115211" y="1152836"/>
                    </a:lnTo>
                    <a:moveTo>
                      <a:pt x="115211" y="1152836"/>
                    </a:moveTo>
                    <a:lnTo>
                      <a:pt x="188939" y="1050659"/>
                    </a:lnTo>
                    <a:moveTo>
                      <a:pt x="188939" y="1050659"/>
                    </a:moveTo>
                    <a:lnTo>
                      <a:pt x="193529" y="1044298"/>
                    </a:lnTo>
                    <a:lnTo>
                      <a:pt x="279481" y="963224"/>
                    </a:lnTo>
                    <a:moveTo>
                      <a:pt x="279481" y="963224"/>
                    </a:moveTo>
                    <a:lnTo>
                      <a:pt x="371140" y="876768"/>
                    </a:lnTo>
                    <a:moveTo>
                      <a:pt x="371140" y="876768"/>
                    </a:moveTo>
                    <a:lnTo>
                      <a:pt x="462799" y="790312"/>
                    </a:lnTo>
                    <a:moveTo>
                      <a:pt x="462799" y="790312"/>
                    </a:moveTo>
                    <a:lnTo>
                      <a:pt x="554458" y="703856"/>
                    </a:lnTo>
                    <a:moveTo>
                      <a:pt x="554458" y="703856"/>
                    </a:moveTo>
                    <a:lnTo>
                      <a:pt x="646116" y="617399"/>
                    </a:lnTo>
                    <a:moveTo>
                      <a:pt x="646116" y="617399"/>
                    </a:moveTo>
                    <a:lnTo>
                      <a:pt x="737775" y="530943"/>
                    </a:lnTo>
                    <a:moveTo>
                      <a:pt x="737775" y="530943"/>
                    </a:moveTo>
                    <a:lnTo>
                      <a:pt x="829434" y="444487"/>
                    </a:lnTo>
                    <a:moveTo>
                      <a:pt x="829434" y="444487"/>
                    </a:moveTo>
                    <a:lnTo>
                      <a:pt x="921092" y="358031"/>
                    </a:lnTo>
                    <a:moveTo>
                      <a:pt x="921092" y="358031"/>
                    </a:moveTo>
                    <a:lnTo>
                      <a:pt x="1012751" y="271574"/>
                    </a:lnTo>
                    <a:moveTo>
                      <a:pt x="1012751" y="271574"/>
                    </a:moveTo>
                    <a:lnTo>
                      <a:pt x="1104410" y="185118"/>
                    </a:lnTo>
                    <a:moveTo>
                      <a:pt x="1104410" y="185118"/>
                    </a:moveTo>
                    <a:lnTo>
                      <a:pt x="1196068" y="98662"/>
                    </a:lnTo>
                    <a:moveTo>
                      <a:pt x="1196068" y="98662"/>
                    </a:moveTo>
                    <a:lnTo>
                      <a:pt x="1287727" y="12206"/>
                    </a:lnTo>
                    <a:moveTo>
                      <a:pt x="1287727" y="12206"/>
                    </a:moveTo>
                    <a:lnTo>
                      <a:pt x="1300668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35" name="Контур"/>
              <p:cNvSpPr/>
              <p:nvPr/>
            </p:nvSpPr>
            <p:spPr>
              <a:xfrm>
                <a:off x="5398190" y="2229576"/>
                <a:ext cx="1296671" cy="1547125"/>
              </a:xfrm>
              <a:custGeom>
                <a:avLst/>
                <a:gdLst/>
                <a:ahLst/>
                <a:cxnLst/>
                <a:rect l="l" t="t" r="r" b="b"/>
                <a:pathLst>
                  <a:path w="1296671" h="1547125" fill="none">
                    <a:moveTo>
                      <a:pt x="57194" y="1512819"/>
                    </a:moveTo>
                    <a:lnTo>
                      <a:pt x="104628" y="1503717"/>
                    </a:lnTo>
                    <a:lnTo>
                      <a:pt x="83449" y="1547125"/>
                    </a:lnTo>
                    <a:lnTo>
                      <a:pt x="57194" y="1512819"/>
                    </a:lnTo>
                    <a:lnTo>
                      <a:pt x="60476" y="1517107"/>
                    </a:lnTo>
                    <a:lnTo>
                      <a:pt x="96052" y="1510281"/>
                    </a:lnTo>
                    <a:lnTo>
                      <a:pt x="80168" y="1542837"/>
                    </a:lnTo>
                    <a:lnTo>
                      <a:pt x="84456" y="1539555"/>
                    </a:lnTo>
                    <a:lnTo>
                      <a:pt x="64765" y="1513826"/>
                    </a:lnTo>
                    <a:lnTo>
                      <a:pt x="60476" y="1517107"/>
                    </a:lnTo>
                    <a:lnTo>
                      <a:pt x="57194" y="1512819"/>
                    </a:lnTo>
                    <a:lnTo>
                      <a:pt x="72335" y="1514832"/>
                    </a:lnTo>
                    <a:lnTo>
                      <a:pt x="69053" y="1510544"/>
                    </a:lnTo>
                    <a:lnTo>
                      <a:pt x="84193" y="1512556"/>
                    </a:lnTo>
                    <a:lnTo>
                      <a:pt x="80911" y="1508268"/>
                    </a:lnTo>
                    <a:lnTo>
                      <a:pt x="100340" y="1506999"/>
                    </a:lnTo>
                    <a:lnTo>
                      <a:pt x="94039" y="1525421"/>
                    </a:lnTo>
                    <a:lnTo>
                      <a:pt x="90757" y="1521133"/>
                    </a:lnTo>
                    <a:lnTo>
                      <a:pt x="88744" y="1536273"/>
                    </a:lnTo>
                    <a:lnTo>
                      <a:pt x="85462" y="1531985"/>
                    </a:lnTo>
                    <a:lnTo>
                      <a:pt x="83449" y="1547125"/>
                    </a:lnTo>
                    <a:lnTo>
                      <a:pt x="81174" y="1535267"/>
                    </a:lnTo>
                    <a:lnTo>
                      <a:pt x="73604" y="1534261"/>
                    </a:lnTo>
                    <a:lnTo>
                      <a:pt x="74610" y="1526690"/>
                    </a:lnTo>
                    <a:lnTo>
                      <a:pt x="67040" y="1525684"/>
                    </a:lnTo>
                    <a:lnTo>
                      <a:pt x="68046" y="1518114"/>
                    </a:lnTo>
                    <a:lnTo>
                      <a:pt x="57194" y="1512819"/>
                    </a:lnTo>
                    <a:lnTo>
                      <a:pt x="64765" y="1513826"/>
                    </a:lnTo>
                    <a:lnTo>
                      <a:pt x="63758" y="1521396"/>
                    </a:lnTo>
                    <a:lnTo>
                      <a:pt x="71328" y="1522402"/>
                    </a:lnTo>
                    <a:lnTo>
                      <a:pt x="70322" y="1529972"/>
                    </a:lnTo>
                    <a:lnTo>
                      <a:pt x="77892" y="1530979"/>
                    </a:lnTo>
                    <a:lnTo>
                      <a:pt x="76886" y="1538549"/>
                    </a:lnTo>
                    <a:lnTo>
                      <a:pt x="84456" y="1539555"/>
                    </a:lnTo>
                    <a:lnTo>
                      <a:pt x="88744" y="1536273"/>
                    </a:lnTo>
                    <a:lnTo>
                      <a:pt x="85462" y="1531985"/>
                    </a:lnTo>
                    <a:lnTo>
                      <a:pt x="94039" y="1525421"/>
                    </a:lnTo>
                    <a:lnTo>
                      <a:pt x="90757" y="1521133"/>
                    </a:lnTo>
                    <a:lnTo>
                      <a:pt x="104628" y="1503717"/>
                    </a:lnTo>
                    <a:lnTo>
                      <a:pt x="96052" y="1510281"/>
                    </a:lnTo>
                    <a:lnTo>
                      <a:pt x="92770" y="1505993"/>
                    </a:lnTo>
                    <a:lnTo>
                      <a:pt x="84193" y="1512556"/>
                    </a:lnTo>
                    <a:lnTo>
                      <a:pt x="80911" y="1508268"/>
                    </a:lnTo>
                    <a:lnTo>
                      <a:pt x="72335" y="1514832"/>
                    </a:lnTo>
                    <a:lnTo>
                      <a:pt x="69053" y="1510544"/>
                    </a:lnTo>
                    <a:lnTo>
                      <a:pt x="64765" y="1513826"/>
                    </a:lnTo>
                    <a:moveTo>
                      <a:pt x="25278" y="1246563"/>
                    </a:moveTo>
                    <a:lnTo>
                      <a:pt x="47671" y="1289357"/>
                    </a:lnTo>
                    <a:lnTo>
                      <a:pt x="0" y="1281595"/>
                    </a:lnTo>
                    <a:lnTo>
                      <a:pt x="25278" y="1246563"/>
                    </a:lnTo>
                    <a:lnTo>
                      <a:pt x="22118" y="1250942"/>
                    </a:lnTo>
                    <a:lnTo>
                      <a:pt x="38913" y="1283037"/>
                    </a:lnTo>
                    <a:lnTo>
                      <a:pt x="3159" y="1277216"/>
                    </a:lnTo>
                    <a:lnTo>
                      <a:pt x="7538" y="1280376"/>
                    </a:lnTo>
                    <a:lnTo>
                      <a:pt x="26497" y="1254101"/>
                    </a:lnTo>
                    <a:lnTo>
                      <a:pt x="22118" y="1250942"/>
                    </a:lnTo>
                    <a:lnTo>
                      <a:pt x="25278" y="1246563"/>
                    </a:lnTo>
                    <a:lnTo>
                      <a:pt x="27716" y="1261640"/>
                    </a:lnTo>
                    <a:lnTo>
                      <a:pt x="30876" y="1257261"/>
                    </a:lnTo>
                    <a:lnTo>
                      <a:pt x="33315" y="1272339"/>
                    </a:lnTo>
                    <a:lnTo>
                      <a:pt x="36474" y="1267960"/>
                    </a:lnTo>
                    <a:lnTo>
                      <a:pt x="43292" y="1286197"/>
                    </a:lnTo>
                    <a:lnTo>
                      <a:pt x="23835" y="1285476"/>
                    </a:lnTo>
                    <a:lnTo>
                      <a:pt x="26995" y="1281097"/>
                    </a:lnTo>
                    <a:lnTo>
                      <a:pt x="11917" y="1283535"/>
                    </a:lnTo>
                    <a:lnTo>
                      <a:pt x="15077" y="1279156"/>
                    </a:lnTo>
                    <a:lnTo>
                      <a:pt x="0" y="1281595"/>
                    </a:lnTo>
                    <a:lnTo>
                      <a:pt x="10698" y="1275997"/>
                    </a:lnTo>
                    <a:lnTo>
                      <a:pt x="9479" y="1268458"/>
                    </a:lnTo>
                    <a:lnTo>
                      <a:pt x="17018" y="1267239"/>
                    </a:lnTo>
                    <a:lnTo>
                      <a:pt x="15799" y="1259700"/>
                    </a:lnTo>
                    <a:lnTo>
                      <a:pt x="23337" y="1258481"/>
                    </a:lnTo>
                    <a:lnTo>
                      <a:pt x="25278" y="1246563"/>
                    </a:lnTo>
                    <a:lnTo>
                      <a:pt x="26497" y="1254101"/>
                    </a:lnTo>
                    <a:lnTo>
                      <a:pt x="18958" y="1255321"/>
                    </a:lnTo>
                    <a:lnTo>
                      <a:pt x="20178" y="1262860"/>
                    </a:lnTo>
                    <a:lnTo>
                      <a:pt x="12639" y="1264079"/>
                    </a:lnTo>
                    <a:lnTo>
                      <a:pt x="13858" y="1271618"/>
                    </a:lnTo>
                    <a:lnTo>
                      <a:pt x="6319" y="1272837"/>
                    </a:lnTo>
                    <a:lnTo>
                      <a:pt x="7538" y="1280376"/>
                    </a:lnTo>
                    <a:lnTo>
                      <a:pt x="11917" y="1283535"/>
                    </a:lnTo>
                    <a:lnTo>
                      <a:pt x="15077" y="1279156"/>
                    </a:lnTo>
                    <a:lnTo>
                      <a:pt x="23835" y="1285476"/>
                    </a:lnTo>
                    <a:lnTo>
                      <a:pt x="26995" y="1281097"/>
                    </a:lnTo>
                    <a:lnTo>
                      <a:pt x="47671" y="1289357"/>
                    </a:lnTo>
                    <a:lnTo>
                      <a:pt x="38913" y="1283037"/>
                    </a:lnTo>
                    <a:lnTo>
                      <a:pt x="42073" y="1278658"/>
                    </a:lnTo>
                    <a:lnTo>
                      <a:pt x="33315" y="1272339"/>
                    </a:lnTo>
                    <a:lnTo>
                      <a:pt x="36474" y="1267960"/>
                    </a:lnTo>
                    <a:lnTo>
                      <a:pt x="27716" y="1261640"/>
                    </a:lnTo>
                    <a:lnTo>
                      <a:pt x="30876" y="1257261"/>
                    </a:lnTo>
                    <a:lnTo>
                      <a:pt x="26497" y="1254101"/>
                    </a:lnTo>
                    <a:moveTo>
                      <a:pt x="172734" y="1042208"/>
                    </a:moveTo>
                    <a:lnTo>
                      <a:pt x="195127" y="1085002"/>
                    </a:lnTo>
                    <a:lnTo>
                      <a:pt x="147455" y="1077240"/>
                    </a:lnTo>
                    <a:lnTo>
                      <a:pt x="172734" y="1042208"/>
                    </a:lnTo>
                    <a:lnTo>
                      <a:pt x="169574" y="1046587"/>
                    </a:lnTo>
                    <a:lnTo>
                      <a:pt x="186369" y="1078683"/>
                    </a:lnTo>
                    <a:lnTo>
                      <a:pt x="150615" y="1072861"/>
                    </a:lnTo>
                    <a:lnTo>
                      <a:pt x="154994" y="1076021"/>
                    </a:lnTo>
                    <a:lnTo>
                      <a:pt x="173953" y="1049747"/>
                    </a:lnTo>
                    <a:lnTo>
                      <a:pt x="169574" y="1046587"/>
                    </a:lnTo>
                    <a:lnTo>
                      <a:pt x="172734" y="1042208"/>
                    </a:lnTo>
                    <a:lnTo>
                      <a:pt x="175172" y="1057286"/>
                    </a:lnTo>
                    <a:lnTo>
                      <a:pt x="178332" y="1052907"/>
                    </a:lnTo>
                    <a:lnTo>
                      <a:pt x="180770" y="1067984"/>
                    </a:lnTo>
                    <a:lnTo>
                      <a:pt x="183930" y="1063605"/>
                    </a:lnTo>
                    <a:lnTo>
                      <a:pt x="190748" y="1081843"/>
                    </a:lnTo>
                    <a:lnTo>
                      <a:pt x="171291" y="1081121"/>
                    </a:lnTo>
                    <a:lnTo>
                      <a:pt x="174451" y="1076742"/>
                    </a:lnTo>
                    <a:lnTo>
                      <a:pt x="159373" y="1079181"/>
                    </a:lnTo>
                    <a:lnTo>
                      <a:pt x="162533" y="1074802"/>
                    </a:lnTo>
                    <a:lnTo>
                      <a:pt x="147455" y="1077240"/>
                    </a:lnTo>
                    <a:lnTo>
                      <a:pt x="158154" y="1071642"/>
                    </a:lnTo>
                    <a:lnTo>
                      <a:pt x="156935" y="1064103"/>
                    </a:lnTo>
                    <a:lnTo>
                      <a:pt x="164474" y="1062884"/>
                    </a:lnTo>
                    <a:lnTo>
                      <a:pt x="163254" y="1055345"/>
                    </a:lnTo>
                    <a:lnTo>
                      <a:pt x="170793" y="1054126"/>
                    </a:lnTo>
                    <a:lnTo>
                      <a:pt x="172734" y="1042208"/>
                    </a:lnTo>
                    <a:lnTo>
                      <a:pt x="173953" y="1049747"/>
                    </a:lnTo>
                    <a:lnTo>
                      <a:pt x="166414" y="1050966"/>
                    </a:lnTo>
                    <a:lnTo>
                      <a:pt x="167633" y="1058505"/>
                    </a:lnTo>
                    <a:lnTo>
                      <a:pt x="160095" y="1059724"/>
                    </a:lnTo>
                    <a:lnTo>
                      <a:pt x="161314" y="1067263"/>
                    </a:lnTo>
                    <a:lnTo>
                      <a:pt x="153775" y="1068482"/>
                    </a:lnTo>
                    <a:lnTo>
                      <a:pt x="154994" y="1076021"/>
                    </a:lnTo>
                    <a:lnTo>
                      <a:pt x="159373" y="1079181"/>
                    </a:lnTo>
                    <a:lnTo>
                      <a:pt x="162533" y="1074802"/>
                    </a:lnTo>
                    <a:lnTo>
                      <a:pt x="171291" y="1081121"/>
                    </a:lnTo>
                    <a:lnTo>
                      <a:pt x="174451" y="1076742"/>
                    </a:lnTo>
                    <a:lnTo>
                      <a:pt x="195127" y="1085002"/>
                    </a:lnTo>
                    <a:lnTo>
                      <a:pt x="186369" y="1078683"/>
                    </a:lnTo>
                    <a:lnTo>
                      <a:pt x="189528" y="1074304"/>
                    </a:lnTo>
                    <a:lnTo>
                      <a:pt x="180770" y="1067984"/>
                    </a:lnTo>
                    <a:lnTo>
                      <a:pt x="183930" y="1063605"/>
                    </a:lnTo>
                    <a:lnTo>
                      <a:pt x="175172" y="1057286"/>
                    </a:lnTo>
                    <a:lnTo>
                      <a:pt x="178332" y="1052907"/>
                    </a:lnTo>
                    <a:lnTo>
                      <a:pt x="173953" y="1049747"/>
                    </a:lnTo>
                    <a:moveTo>
                      <a:pt x="366155" y="864563"/>
                    </a:moveTo>
                    <a:lnTo>
                      <a:pt x="380084" y="910810"/>
                    </a:lnTo>
                    <a:lnTo>
                      <a:pt x="334729" y="894205"/>
                    </a:lnTo>
                    <a:lnTo>
                      <a:pt x="366155" y="864563"/>
                    </a:lnTo>
                    <a:lnTo>
                      <a:pt x="362227" y="868268"/>
                    </a:lnTo>
                    <a:lnTo>
                      <a:pt x="372674" y="902953"/>
                    </a:lnTo>
                    <a:lnTo>
                      <a:pt x="338657" y="890499"/>
                    </a:lnTo>
                    <a:lnTo>
                      <a:pt x="342363" y="894428"/>
                    </a:lnTo>
                    <a:lnTo>
                      <a:pt x="365932" y="872196"/>
                    </a:lnTo>
                    <a:lnTo>
                      <a:pt x="362227" y="868268"/>
                    </a:lnTo>
                    <a:lnTo>
                      <a:pt x="366155" y="864563"/>
                    </a:lnTo>
                    <a:lnTo>
                      <a:pt x="365709" y="879830"/>
                    </a:lnTo>
                    <a:lnTo>
                      <a:pt x="369637" y="876124"/>
                    </a:lnTo>
                    <a:lnTo>
                      <a:pt x="369191" y="891391"/>
                    </a:lnTo>
                    <a:lnTo>
                      <a:pt x="373120" y="887686"/>
                    </a:lnTo>
                    <a:lnTo>
                      <a:pt x="376379" y="906881"/>
                    </a:lnTo>
                    <a:lnTo>
                      <a:pt x="357407" y="902507"/>
                    </a:lnTo>
                    <a:lnTo>
                      <a:pt x="361335" y="898802"/>
                    </a:lnTo>
                    <a:lnTo>
                      <a:pt x="346068" y="898356"/>
                    </a:lnTo>
                    <a:lnTo>
                      <a:pt x="349996" y="894651"/>
                    </a:lnTo>
                    <a:lnTo>
                      <a:pt x="334729" y="894205"/>
                    </a:lnTo>
                    <a:lnTo>
                      <a:pt x="346291" y="890722"/>
                    </a:lnTo>
                    <a:lnTo>
                      <a:pt x="346514" y="883089"/>
                    </a:lnTo>
                    <a:lnTo>
                      <a:pt x="354147" y="883312"/>
                    </a:lnTo>
                    <a:lnTo>
                      <a:pt x="354370" y="875678"/>
                    </a:lnTo>
                    <a:lnTo>
                      <a:pt x="362004" y="875901"/>
                    </a:lnTo>
                    <a:lnTo>
                      <a:pt x="366155" y="864563"/>
                    </a:lnTo>
                    <a:lnTo>
                      <a:pt x="365932" y="872196"/>
                    </a:lnTo>
                    <a:lnTo>
                      <a:pt x="358299" y="871973"/>
                    </a:lnTo>
                    <a:lnTo>
                      <a:pt x="358076" y="879607"/>
                    </a:lnTo>
                    <a:lnTo>
                      <a:pt x="350442" y="879384"/>
                    </a:lnTo>
                    <a:lnTo>
                      <a:pt x="350219" y="887017"/>
                    </a:lnTo>
                    <a:lnTo>
                      <a:pt x="342586" y="886794"/>
                    </a:lnTo>
                    <a:lnTo>
                      <a:pt x="342363" y="894428"/>
                    </a:lnTo>
                    <a:lnTo>
                      <a:pt x="346068" y="898356"/>
                    </a:lnTo>
                    <a:lnTo>
                      <a:pt x="349996" y="894651"/>
                    </a:lnTo>
                    <a:lnTo>
                      <a:pt x="357407" y="902507"/>
                    </a:lnTo>
                    <a:lnTo>
                      <a:pt x="361335" y="898802"/>
                    </a:lnTo>
                    <a:lnTo>
                      <a:pt x="380084" y="910810"/>
                    </a:lnTo>
                    <a:lnTo>
                      <a:pt x="372674" y="902953"/>
                    </a:lnTo>
                    <a:lnTo>
                      <a:pt x="376602" y="899248"/>
                    </a:lnTo>
                    <a:lnTo>
                      <a:pt x="369191" y="891391"/>
                    </a:lnTo>
                    <a:lnTo>
                      <a:pt x="373120" y="887686"/>
                    </a:lnTo>
                    <a:lnTo>
                      <a:pt x="365709" y="879830"/>
                    </a:lnTo>
                    <a:lnTo>
                      <a:pt x="369637" y="876124"/>
                    </a:lnTo>
                    <a:lnTo>
                      <a:pt x="365932" y="872196"/>
                    </a:lnTo>
                    <a:moveTo>
                      <a:pt x="549473" y="691650"/>
                    </a:moveTo>
                    <a:lnTo>
                      <a:pt x="563402" y="737897"/>
                    </a:lnTo>
                    <a:lnTo>
                      <a:pt x="518047" y="721292"/>
                    </a:lnTo>
                    <a:lnTo>
                      <a:pt x="549473" y="691650"/>
                    </a:lnTo>
                    <a:lnTo>
                      <a:pt x="545544" y="695355"/>
                    </a:lnTo>
                    <a:lnTo>
                      <a:pt x="555991" y="730041"/>
                    </a:lnTo>
                    <a:lnTo>
                      <a:pt x="521975" y="717587"/>
                    </a:lnTo>
                    <a:lnTo>
                      <a:pt x="525680" y="721515"/>
                    </a:lnTo>
                    <a:lnTo>
                      <a:pt x="549250" y="699284"/>
                    </a:lnTo>
                    <a:lnTo>
                      <a:pt x="545544" y="695355"/>
                    </a:lnTo>
                    <a:lnTo>
                      <a:pt x="549473" y="691650"/>
                    </a:lnTo>
                    <a:lnTo>
                      <a:pt x="549027" y="706917"/>
                    </a:lnTo>
                    <a:lnTo>
                      <a:pt x="552955" y="703212"/>
                    </a:lnTo>
                    <a:lnTo>
                      <a:pt x="552509" y="718479"/>
                    </a:lnTo>
                    <a:lnTo>
                      <a:pt x="556437" y="714774"/>
                    </a:lnTo>
                    <a:lnTo>
                      <a:pt x="559696" y="733969"/>
                    </a:lnTo>
                    <a:lnTo>
                      <a:pt x="540724" y="729595"/>
                    </a:lnTo>
                    <a:lnTo>
                      <a:pt x="544652" y="725889"/>
                    </a:lnTo>
                    <a:lnTo>
                      <a:pt x="529385" y="725443"/>
                    </a:lnTo>
                    <a:lnTo>
                      <a:pt x="533314" y="721738"/>
                    </a:lnTo>
                    <a:lnTo>
                      <a:pt x="518047" y="721292"/>
                    </a:lnTo>
                    <a:lnTo>
                      <a:pt x="529608" y="717810"/>
                    </a:lnTo>
                    <a:lnTo>
                      <a:pt x="529831" y="710176"/>
                    </a:lnTo>
                    <a:lnTo>
                      <a:pt x="537465" y="710399"/>
                    </a:lnTo>
                    <a:lnTo>
                      <a:pt x="537688" y="702766"/>
                    </a:lnTo>
                    <a:lnTo>
                      <a:pt x="545321" y="702989"/>
                    </a:lnTo>
                    <a:lnTo>
                      <a:pt x="549473" y="691650"/>
                    </a:lnTo>
                    <a:lnTo>
                      <a:pt x="549250" y="699284"/>
                    </a:lnTo>
                    <a:lnTo>
                      <a:pt x="541616" y="699061"/>
                    </a:lnTo>
                    <a:lnTo>
                      <a:pt x="541393" y="706694"/>
                    </a:lnTo>
                    <a:lnTo>
                      <a:pt x="533760" y="706471"/>
                    </a:lnTo>
                    <a:lnTo>
                      <a:pt x="533537" y="714105"/>
                    </a:lnTo>
                    <a:lnTo>
                      <a:pt x="525903" y="713882"/>
                    </a:lnTo>
                    <a:lnTo>
                      <a:pt x="525680" y="721515"/>
                    </a:lnTo>
                    <a:lnTo>
                      <a:pt x="529385" y="725443"/>
                    </a:lnTo>
                    <a:lnTo>
                      <a:pt x="533314" y="721738"/>
                    </a:lnTo>
                    <a:lnTo>
                      <a:pt x="540724" y="729595"/>
                    </a:lnTo>
                    <a:lnTo>
                      <a:pt x="544652" y="725889"/>
                    </a:lnTo>
                    <a:lnTo>
                      <a:pt x="563402" y="737897"/>
                    </a:lnTo>
                    <a:lnTo>
                      <a:pt x="555991" y="730041"/>
                    </a:lnTo>
                    <a:lnTo>
                      <a:pt x="559919" y="726335"/>
                    </a:lnTo>
                    <a:lnTo>
                      <a:pt x="552509" y="718479"/>
                    </a:lnTo>
                    <a:lnTo>
                      <a:pt x="556437" y="714774"/>
                    </a:lnTo>
                    <a:lnTo>
                      <a:pt x="549027" y="706917"/>
                    </a:lnTo>
                    <a:lnTo>
                      <a:pt x="552955" y="703212"/>
                    </a:lnTo>
                    <a:lnTo>
                      <a:pt x="549250" y="699284"/>
                    </a:lnTo>
                    <a:moveTo>
                      <a:pt x="732790" y="518738"/>
                    </a:moveTo>
                    <a:lnTo>
                      <a:pt x="746719" y="564985"/>
                    </a:lnTo>
                    <a:lnTo>
                      <a:pt x="701364" y="548380"/>
                    </a:lnTo>
                    <a:lnTo>
                      <a:pt x="732790" y="518738"/>
                    </a:lnTo>
                    <a:lnTo>
                      <a:pt x="728862" y="522443"/>
                    </a:lnTo>
                    <a:lnTo>
                      <a:pt x="739309" y="557128"/>
                    </a:lnTo>
                    <a:lnTo>
                      <a:pt x="705292" y="544675"/>
                    </a:lnTo>
                    <a:lnTo>
                      <a:pt x="708998" y="548603"/>
                    </a:lnTo>
                    <a:lnTo>
                      <a:pt x="732567" y="526371"/>
                    </a:lnTo>
                    <a:lnTo>
                      <a:pt x="728862" y="522443"/>
                    </a:lnTo>
                    <a:lnTo>
                      <a:pt x="732790" y="518738"/>
                    </a:lnTo>
                    <a:lnTo>
                      <a:pt x="732344" y="534005"/>
                    </a:lnTo>
                    <a:lnTo>
                      <a:pt x="736272" y="530299"/>
                    </a:lnTo>
                    <a:lnTo>
                      <a:pt x="735826" y="545566"/>
                    </a:lnTo>
                    <a:lnTo>
                      <a:pt x="739755" y="541861"/>
                    </a:lnTo>
                    <a:lnTo>
                      <a:pt x="743014" y="561056"/>
                    </a:lnTo>
                    <a:lnTo>
                      <a:pt x="724042" y="556682"/>
                    </a:lnTo>
                    <a:lnTo>
                      <a:pt x="727970" y="552977"/>
                    </a:lnTo>
                    <a:lnTo>
                      <a:pt x="712703" y="552531"/>
                    </a:lnTo>
                    <a:lnTo>
                      <a:pt x="716631" y="548826"/>
                    </a:lnTo>
                    <a:lnTo>
                      <a:pt x="701364" y="548380"/>
                    </a:lnTo>
                    <a:lnTo>
                      <a:pt x="712926" y="544897"/>
                    </a:lnTo>
                    <a:lnTo>
                      <a:pt x="713149" y="537264"/>
                    </a:lnTo>
                    <a:lnTo>
                      <a:pt x="720782" y="537487"/>
                    </a:lnTo>
                    <a:lnTo>
                      <a:pt x="721005" y="529853"/>
                    </a:lnTo>
                    <a:lnTo>
                      <a:pt x="728639" y="530076"/>
                    </a:lnTo>
                    <a:lnTo>
                      <a:pt x="732790" y="518738"/>
                    </a:lnTo>
                    <a:lnTo>
                      <a:pt x="732567" y="526371"/>
                    </a:lnTo>
                    <a:lnTo>
                      <a:pt x="724933" y="526148"/>
                    </a:lnTo>
                    <a:lnTo>
                      <a:pt x="724710" y="533782"/>
                    </a:lnTo>
                    <a:lnTo>
                      <a:pt x="717077" y="533559"/>
                    </a:lnTo>
                    <a:lnTo>
                      <a:pt x="716854" y="541192"/>
                    </a:lnTo>
                    <a:lnTo>
                      <a:pt x="709221" y="540969"/>
                    </a:lnTo>
                    <a:lnTo>
                      <a:pt x="708998" y="548603"/>
                    </a:lnTo>
                    <a:lnTo>
                      <a:pt x="712703" y="552531"/>
                    </a:lnTo>
                    <a:lnTo>
                      <a:pt x="716631" y="548826"/>
                    </a:lnTo>
                    <a:lnTo>
                      <a:pt x="724042" y="556682"/>
                    </a:lnTo>
                    <a:lnTo>
                      <a:pt x="727970" y="552977"/>
                    </a:lnTo>
                    <a:lnTo>
                      <a:pt x="746719" y="564985"/>
                    </a:lnTo>
                    <a:lnTo>
                      <a:pt x="739309" y="557128"/>
                    </a:lnTo>
                    <a:lnTo>
                      <a:pt x="743237" y="553423"/>
                    </a:lnTo>
                    <a:lnTo>
                      <a:pt x="735826" y="545566"/>
                    </a:lnTo>
                    <a:lnTo>
                      <a:pt x="739755" y="541861"/>
                    </a:lnTo>
                    <a:lnTo>
                      <a:pt x="732344" y="534005"/>
                    </a:lnTo>
                    <a:lnTo>
                      <a:pt x="736272" y="530299"/>
                    </a:lnTo>
                    <a:lnTo>
                      <a:pt x="732567" y="526371"/>
                    </a:lnTo>
                    <a:moveTo>
                      <a:pt x="916107" y="345825"/>
                    </a:moveTo>
                    <a:lnTo>
                      <a:pt x="930037" y="392072"/>
                    </a:lnTo>
                    <a:lnTo>
                      <a:pt x="884681" y="375467"/>
                    </a:lnTo>
                    <a:lnTo>
                      <a:pt x="916107" y="345825"/>
                    </a:lnTo>
                    <a:lnTo>
                      <a:pt x="912179" y="349530"/>
                    </a:lnTo>
                    <a:lnTo>
                      <a:pt x="922626" y="384216"/>
                    </a:lnTo>
                    <a:lnTo>
                      <a:pt x="888610" y="371762"/>
                    </a:lnTo>
                    <a:lnTo>
                      <a:pt x="892315" y="375690"/>
                    </a:lnTo>
                    <a:lnTo>
                      <a:pt x="915884" y="353459"/>
                    </a:lnTo>
                    <a:lnTo>
                      <a:pt x="912179" y="349530"/>
                    </a:lnTo>
                    <a:lnTo>
                      <a:pt x="916107" y="345825"/>
                    </a:lnTo>
                    <a:lnTo>
                      <a:pt x="915661" y="361092"/>
                    </a:lnTo>
                    <a:lnTo>
                      <a:pt x="919590" y="357387"/>
                    </a:lnTo>
                    <a:lnTo>
                      <a:pt x="919144" y="372654"/>
                    </a:lnTo>
                    <a:lnTo>
                      <a:pt x="923072" y="368949"/>
                    </a:lnTo>
                    <a:lnTo>
                      <a:pt x="926331" y="388144"/>
                    </a:lnTo>
                    <a:lnTo>
                      <a:pt x="907359" y="383770"/>
                    </a:lnTo>
                    <a:lnTo>
                      <a:pt x="911287" y="380064"/>
                    </a:lnTo>
                    <a:lnTo>
                      <a:pt x="896020" y="379618"/>
                    </a:lnTo>
                    <a:lnTo>
                      <a:pt x="899948" y="375913"/>
                    </a:lnTo>
                    <a:lnTo>
                      <a:pt x="884681" y="375467"/>
                    </a:lnTo>
                    <a:lnTo>
                      <a:pt x="896243" y="371985"/>
                    </a:lnTo>
                    <a:lnTo>
                      <a:pt x="896466" y="364352"/>
                    </a:lnTo>
                    <a:lnTo>
                      <a:pt x="904100" y="364574"/>
                    </a:lnTo>
                    <a:lnTo>
                      <a:pt x="904323" y="356941"/>
                    </a:lnTo>
                    <a:lnTo>
                      <a:pt x="911956" y="357164"/>
                    </a:lnTo>
                    <a:lnTo>
                      <a:pt x="916107" y="345825"/>
                    </a:lnTo>
                    <a:lnTo>
                      <a:pt x="915884" y="353459"/>
                    </a:lnTo>
                    <a:lnTo>
                      <a:pt x="908251" y="353236"/>
                    </a:lnTo>
                    <a:lnTo>
                      <a:pt x="908028" y="360869"/>
                    </a:lnTo>
                    <a:lnTo>
                      <a:pt x="900394" y="360646"/>
                    </a:lnTo>
                    <a:lnTo>
                      <a:pt x="900171" y="368280"/>
                    </a:lnTo>
                    <a:lnTo>
                      <a:pt x="892538" y="368057"/>
                    </a:lnTo>
                    <a:lnTo>
                      <a:pt x="892315" y="375690"/>
                    </a:lnTo>
                    <a:lnTo>
                      <a:pt x="896020" y="379618"/>
                    </a:lnTo>
                    <a:lnTo>
                      <a:pt x="899948" y="375913"/>
                    </a:lnTo>
                    <a:lnTo>
                      <a:pt x="907359" y="383770"/>
                    </a:lnTo>
                    <a:lnTo>
                      <a:pt x="911287" y="380064"/>
                    </a:lnTo>
                    <a:lnTo>
                      <a:pt x="930037" y="392072"/>
                    </a:lnTo>
                    <a:lnTo>
                      <a:pt x="922626" y="384216"/>
                    </a:lnTo>
                    <a:lnTo>
                      <a:pt x="926554" y="380510"/>
                    </a:lnTo>
                    <a:lnTo>
                      <a:pt x="919144" y="372654"/>
                    </a:lnTo>
                    <a:lnTo>
                      <a:pt x="923072" y="368949"/>
                    </a:lnTo>
                    <a:lnTo>
                      <a:pt x="915661" y="361092"/>
                    </a:lnTo>
                    <a:lnTo>
                      <a:pt x="919590" y="357387"/>
                    </a:lnTo>
                    <a:lnTo>
                      <a:pt x="915884" y="353459"/>
                    </a:lnTo>
                    <a:moveTo>
                      <a:pt x="1099425" y="172913"/>
                    </a:moveTo>
                    <a:lnTo>
                      <a:pt x="1113354" y="219160"/>
                    </a:lnTo>
                    <a:lnTo>
                      <a:pt x="1067999" y="202555"/>
                    </a:lnTo>
                    <a:lnTo>
                      <a:pt x="1099425" y="172913"/>
                    </a:lnTo>
                    <a:lnTo>
                      <a:pt x="1095497" y="176618"/>
                    </a:lnTo>
                    <a:lnTo>
                      <a:pt x="1105943" y="211303"/>
                    </a:lnTo>
                    <a:lnTo>
                      <a:pt x="1071927" y="198850"/>
                    </a:lnTo>
                    <a:lnTo>
                      <a:pt x="1075632" y="202778"/>
                    </a:lnTo>
                    <a:lnTo>
                      <a:pt x="1099202" y="180546"/>
                    </a:lnTo>
                    <a:lnTo>
                      <a:pt x="1095497" y="176618"/>
                    </a:lnTo>
                    <a:lnTo>
                      <a:pt x="1099425" y="172913"/>
                    </a:lnTo>
                    <a:lnTo>
                      <a:pt x="1098979" y="188180"/>
                    </a:lnTo>
                    <a:lnTo>
                      <a:pt x="1102907" y="184474"/>
                    </a:lnTo>
                    <a:lnTo>
                      <a:pt x="1102461" y="199741"/>
                    </a:lnTo>
                    <a:lnTo>
                      <a:pt x="1106389" y="196036"/>
                    </a:lnTo>
                    <a:lnTo>
                      <a:pt x="1109649" y="215231"/>
                    </a:lnTo>
                    <a:lnTo>
                      <a:pt x="1090676" y="210857"/>
                    </a:lnTo>
                    <a:lnTo>
                      <a:pt x="1094605" y="207152"/>
                    </a:lnTo>
                    <a:lnTo>
                      <a:pt x="1079338" y="206706"/>
                    </a:lnTo>
                    <a:lnTo>
                      <a:pt x="1083266" y="203001"/>
                    </a:lnTo>
                    <a:lnTo>
                      <a:pt x="1067999" y="202555"/>
                    </a:lnTo>
                    <a:lnTo>
                      <a:pt x="1079561" y="199073"/>
                    </a:lnTo>
                    <a:lnTo>
                      <a:pt x="1079784" y="191439"/>
                    </a:lnTo>
                    <a:lnTo>
                      <a:pt x="1087417" y="191662"/>
                    </a:lnTo>
                    <a:lnTo>
                      <a:pt x="1087640" y="184028"/>
                    </a:lnTo>
                    <a:lnTo>
                      <a:pt x="1095274" y="184251"/>
                    </a:lnTo>
                    <a:lnTo>
                      <a:pt x="1099425" y="172913"/>
                    </a:lnTo>
                    <a:lnTo>
                      <a:pt x="1099202" y="180546"/>
                    </a:lnTo>
                    <a:lnTo>
                      <a:pt x="1091568" y="180323"/>
                    </a:lnTo>
                    <a:lnTo>
                      <a:pt x="1091345" y="187957"/>
                    </a:lnTo>
                    <a:lnTo>
                      <a:pt x="1083712" y="187734"/>
                    </a:lnTo>
                    <a:lnTo>
                      <a:pt x="1083489" y="195367"/>
                    </a:lnTo>
                    <a:lnTo>
                      <a:pt x="1075855" y="195144"/>
                    </a:lnTo>
                    <a:lnTo>
                      <a:pt x="1075632" y="202778"/>
                    </a:lnTo>
                    <a:lnTo>
                      <a:pt x="1079338" y="206706"/>
                    </a:lnTo>
                    <a:lnTo>
                      <a:pt x="1083266" y="203001"/>
                    </a:lnTo>
                    <a:lnTo>
                      <a:pt x="1090676" y="210857"/>
                    </a:lnTo>
                    <a:lnTo>
                      <a:pt x="1094605" y="207152"/>
                    </a:lnTo>
                    <a:lnTo>
                      <a:pt x="1113354" y="219160"/>
                    </a:lnTo>
                    <a:lnTo>
                      <a:pt x="1105943" y="211303"/>
                    </a:lnTo>
                    <a:lnTo>
                      <a:pt x="1109872" y="207598"/>
                    </a:lnTo>
                    <a:lnTo>
                      <a:pt x="1102461" y="199741"/>
                    </a:lnTo>
                    <a:lnTo>
                      <a:pt x="1106389" y="196036"/>
                    </a:lnTo>
                    <a:lnTo>
                      <a:pt x="1098979" y="188180"/>
                    </a:lnTo>
                    <a:lnTo>
                      <a:pt x="1102907" y="184474"/>
                    </a:lnTo>
                    <a:lnTo>
                      <a:pt x="1099202" y="180546"/>
                    </a:lnTo>
                    <a:moveTo>
                      <a:pt x="1282742" y="0"/>
                    </a:moveTo>
                    <a:lnTo>
                      <a:pt x="1296671" y="46247"/>
                    </a:lnTo>
                    <a:lnTo>
                      <a:pt x="1251316" y="29642"/>
                    </a:lnTo>
                    <a:lnTo>
                      <a:pt x="1282742" y="0"/>
                    </a:lnTo>
                    <a:lnTo>
                      <a:pt x="1278814" y="3705"/>
                    </a:lnTo>
                    <a:lnTo>
                      <a:pt x="1289261" y="38391"/>
                    </a:lnTo>
                    <a:lnTo>
                      <a:pt x="1255245" y="25937"/>
                    </a:lnTo>
                    <a:lnTo>
                      <a:pt x="1258950" y="29865"/>
                    </a:lnTo>
                    <a:lnTo>
                      <a:pt x="1282519" y="7634"/>
                    </a:lnTo>
                    <a:lnTo>
                      <a:pt x="1278814" y="3705"/>
                    </a:lnTo>
                    <a:lnTo>
                      <a:pt x="1282742" y="0"/>
                    </a:lnTo>
                    <a:lnTo>
                      <a:pt x="1282296" y="15267"/>
                    </a:lnTo>
                    <a:lnTo>
                      <a:pt x="1286224" y="11562"/>
                    </a:lnTo>
                    <a:lnTo>
                      <a:pt x="1285779" y="26829"/>
                    </a:lnTo>
                    <a:lnTo>
                      <a:pt x="1289707" y="23124"/>
                    </a:lnTo>
                    <a:lnTo>
                      <a:pt x="1292966" y="42319"/>
                    </a:lnTo>
                    <a:lnTo>
                      <a:pt x="1273994" y="37945"/>
                    </a:lnTo>
                    <a:lnTo>
                      <a:pt x="1277922" y="34239"/>
                    </a:lnTo>
                    <a:lnTo>
                      <a:pt x="1262655" y="33794"/>
                    </a:lnTo>
                    <a:lnTo>
                      <a:pt x="1266583" y="30088"/>
                    </a:lnTo>
                    <a:lnTo>
                      <a:pt x="1251316" y="29642"/>
                    </a:lnTo>
                    <a:lnTo>
                      <a:pt x="1262878" y="26160"/>
                    </a:lnTo>
                    <a:lnTo>
                      <a:pt x="1263101" y="18527"/>
                    </a:lnTo>
                    <a:lnTo>
                      <a:pt x="1270734" y="18749"/>
                    </a:lnTo>
                    <a:lnTo>
                      <a:pt x="1270957" y="11116"/>
                    </a:lnTo>
                    <a:lnTo>
                      <a:pt x="1278591" y="11339"/>
                    </a:lnTo>
                    <a:lnTo>
                      <a:pt x="1282742" y="0"/>
                    </a:lnTo>
                    <a:lnTo>
                      <a:pt x="1282519" y="7634"/>
                    </a:lnTo>
                    <a:lnTo>
                      <a:pt x="1274886" y="7411"/>
                    </a:lnTo>
                    <a:lnTo>
                      <a:pt x="1274663" y="15044"/>
                    </a:lnTo>
                    <a:lnTo>
                      <a:pt x="1267029" y="14821"/>
                    </a:lnTo>
                    <a:lnTo>
                      <a:pt x="1266806" y="22455"/>
                    </a:lnTo>
                    <a:lnTo>
                      <a:pt x="1259173" y="22232"/>
                    </a:lnTo>
                    <a:lnTo>
                      <a:pt x="1258950" y="29865"/>
                    </a:lnTo>
                    <a:lnTo>
                      <a:pt x="1262655" y="33794"/>
                    </a:lnTo>
                    <a:lnTo>
                      <a:pt x="1266583" y="30088"/>
                    </a:lnTo>
                    <a:lnTo>
                      <a:pt x="1273994" y="37945"/>
                    </a:lnTo>
                    <a:lnTo>
                      <a:pt x="1277922" y="34239"/>
                    </a:lnTo>
                    <a:lnTo>
                      <a:pt x="1296671" y="46247"/>
                    </a:lnTo>
                    <a:lnTo>
                      <a:pt x="1289261" y="38391"/>
                    </a:lnTo>
                    <a:lnTo>
                      <a:pt x="1293189" y="34685"/>
                    </a:lnTo>
                    <a:lnTo>
                      <a:pt x="1285779" y="26829"/>
                    </a:lnTo>
                    <a:lnTo>
                      <a:pt x="1289707" y="23124"/>
                    </a:lnTo>
                    <a:lnTo>
                      <a:pt x="1282296" y="15267"/>
                    </a:lnTo>
                    <a:lnTo>
                      <a:pt x="1286224" y="11562"/>
                    </a:lnTo>
                    <a:lnTo>
                      <a:pt x="1282519" y="76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36" name="Контур"/>
              <p:cNvSpPr/>
              <p:nvPr/>
            </p:nvSpPr>
            <p:spPr>
              <a:xfrm>
                <a:off x="4463308" y="1625833"/>
                <a:ext cx="1728370" cy="1846905"/>
              </a:xfrm>
              <a:custGeom>
                <a:avLst/>
                <a:gdLst/>
                <a:ahLst/>
                <a:cxnLst/>
                <a:rect l="l" t="t" r="r" b="b"/>
                <a:pathLst>
                  <a:path w="1728370" h="1846905" fill="none">
                    <a:moveTo>
                      <a:pt x="683163" y="1846905"/>
                    </a:moveTo>
                    <a:lnTo>
                      <a:pt x="710661" y="1820968"/>
                    </a:lnTo>
                    <a:moveTo>
                      <a:pt x="710661" y="1820968"/>
                    </a:moveTo>
                    <a:lnTo>
                      <a:pt x="738160" y="1795032"/>
                    </a:lnTo>
                    <a:moveTo>
                      <a:pt x="738160" y="1795032"/>
                    </a:moveTo>
                    <a:lnTo>
                      <a:pt x="765658" y="1769096"/>
                    </a:lnTo>
                    <a:moveTo>
                      <a:pt x="765658" y="1769096"/>
                    </a:moveTo>
                    <a:lnTo>
                      <a:pt x="793156" y="1743160"/>
                    </a:lnTo>
                    <a:moveTo>
                      <a:pt x="793156" y="1743160"/>
                    </a:moveTo>
                    <a:lnTo>
                      <a:pt x="820654" y="1717224"/>
                    </a:lnTo>
                    <a:moveTo>
                      <a:pt x="820654" y="1717224"/>
                    </a:moveTo>
                    <a:lnTo>
                      <a:pt x="848153" y="1691288"/>
                    </a:lnTo>
                    <a:moveTo>
                      <a:pt x="848153" y="1691288"/>
                    </a:moveTo>
                    <a:lnTo>
                      <a:pt x="875651" y="1665351"/>
                    </a:lnTo>
                    <a:moveTo>
                      <a:pt x="875651" y="1665351"/>
                    </a:moveTo>
                    <a:lnTo>
                      <a:pt x="903149" y="1639415"/>
                    </a:lnTo>
                    <a:moveTo>
                      <a:pt x="903149" y="1639415"/>
                    </a:moveTo>
                    <a:lnTo>
                      <a:pt x="930647" y="1613479"/>
                    </a:lnTo>
                    <a:moveTo>
                      <a:pt x="930647" y="1613479"/>
                    </a:moveTo>
                    <a:lnTo>
                      <a:pt x="958146" y="1587543"/>
                    </a:lnTo>
                    <a:moveTo>
                      <a:pt x="958146" y="1587543"/>
                    </a:moveTo>
                    <a:lnTo>
                      <a:pt x="985644" y="1561607"/>
                    </a:lnTo>
                    <a:moveTo>
                      <a:pt x="985644" y="1561607"/>
                    </a:moveTo>
                    <a:lnTo>
                      <a:pt x="1013142" y="1535670"/>
                    </a:lnTo>
                    <a:moveTo>
                      <a:pt x="1013142" y="1535670"/>
                    </a:moveTo>
                    <a:lnTo>
                      <a:pt x="1040640" y="1509734"/>
                    </a:lnTo>
                    <a:moveTo>
                      <a:pt x="1040640" y="1509734"/>
                    </a:moveTo>
                    <a:lnTo>
                      <a:pt x="1068139" y="1483798"/>
                    </a:lnTo>
                    <a:moveTo>
                      <a:pt x="1068139" y="1483798"/>
                    </a:moveTo>
                    <a:lnTo>
                      <a:pt x="1095637" y="1457862"/>
                    </a:lnTo>
                    <a:moveTo>
                      <a:pt x="1095637" y="1457862"/>
                    </a:moveTo>
                    <a:lnTo>
                      <a:pt x="1123135" y="1431926"/>
                    </a:lnTo>
                    <a:moveTo>
                      <a:pt x="1123135" y="1431926"/>
                    </a:moveTo>
                    <a:lnTo>
                      <a:pt x="1150634" y="1405990"/>
                    </a:lnTo>
                    <a:moveTo>
                      <a:pt x="1150634" y="1405990"/>
                    </a:moveTo>
                    <a:lnTo>
                      <a:pt x="1178132" y="1380053"/>
                    </a:lnTo>
                    <a:moveTo>
                      <a:pt x="1178132" y="1380053"/>
                    </a:moveTo>
                    <a:lnTo>
                      <a:pt x="1205630" y="1354117"/>
                    </a:lnTo>
                    <a:moveTo>
                      <a:pt x="1205630" y="1354117"/>
                    </a:moveTo>
                    <a:lnTo>
                      <a:pt x="1233128" y="1328181"/>
                    </a:lnTo>
                    <a:moveTo>
                      <a:pt x="1233128" y="1328181"/>
                    </a:moveTo>
                    <a:lnTo>
                      <a:pt x="1260627" y="1302245"/>
                    </a:lnTo>
                    <a:moveTo>
                      <a:pt x="1260627" y="1302245"/>
                    </a:moveTo>
                    <a:lnTo>
                      <a:pt x="1288125" y="1276309"/>
                    </a:lnTo>
                    <a:moveTo>
                      <a:pt x="1288125" y="1276309"/>
                    </a:moveTo>
                    <a:lnTo>
                      <a:pt x="1315623" y="1250373"/>
                    </a:lnTo>
                    <a:moveTo>
                      <a:pt x="1315623" y="1250373"/>
                    </a:moveTo>
                    <a:lnTo>
                      <a:pt x="1327719" y="1238964"/>
                    </a:lnTo>
                    <a:lnTo>
                      <a:pt x="1343121" y="1224436"/>
                    </a:lnTo>
                    <a:moveTo>
                      <a:pt x="1343121" y="1224436"/>
                    </a:moveTo>
                    <a:lnTo>
                      <a:pt x="1370619" y="1198500"/>
                    </a:lnTo>
                    <a:moveTo>
                      <a:pt x="1370619" y="1198500"/>
                    </a:moveTo>
                    <a:lnTo>
                      <a:pt x="1376467" y="1192985"/>
                    </a:lnTo>
                    <a:moveTo>
                      <a:pt x="1376467" y="1192985"/>
                    </a:moveTo>
                    <a:lnTo>
                      <a:pt x="1350531" y="1165486"/>
                    </a:lnTo>
                    <a:moveTo>
                      <a:pt x="1350531" y="1165486"/>
                    </a:moveTo>
                    <a:lnTo>
                      <a:pt x="1324595" y="1137988"/>
                    </a:lnTo>
                    <a:moveTo>
                      <a:pt x="1324595" y="1137988"/>
                    </a:moveTo>
                    <a:lnTo>
                      <a:pt x="1298659" y="1110489"/>
                    </a:lnTo>
                    <a:moveTo>
                      <a:pt x="1298659" y="1110489"/>
                    </a:moveTo>
                    <a:lnTo>
                      <a:pt x="1272723" y="1082991"/>
                    </a:lnTo>
                    <a:moveTo>
                      <a:pt x="1272723" y="1082991"/>
                    </a:moveTo>
                    <a:lnTo>
                      <a:pt x="1246787" y="1055493"/>
                    </a:lnTo>
                    <a:moveTo>
                      <a:pt x="1246787" y="1055493"/>
                    </a:moveTo>
                    <a:lnTo>
                      <a:pt x="1220851" y="1027994"/>
                    </a:lnTo>
                    <a:moveTo>
                      <a:pt x="1220851" y="1027994"/>
                    </a:moveTo>
                    <a:lnTo>
                      <a:pt x="1194915" y="1000496"/>
                    </a:lnTo>
                    <a:moveTo>
                      <a:pt x="1194915" y="1000496"/>
                    </a:moveTo>
                    <a:lnTo>
                      <a:pt x="1168979" y="972997"/>
                    </a:lnTo>
                    <a:moveTo>
                      <a:pt x="1168979" y="972997"/>
                    </a:moveTo>
                    <a:lnTo>
                      <a:pt x="1143043" y="945499"/>
                    </a:lnTo>
                    <a:moveTo>
                      <a:pt x="1143043" y="945499"/>
                    </a:moveTo>
                    <a:lnTo>
                      <a:pt x="1117106" y="918001"/>
                    </a:lnTo>
                    <a:moveTo>
                      <a:pt x="1117106" y="918001"/>
                    </a:moveTo>
                    <a:lnTo>
                      <a:pt x="1091170" y="890502"/>
                    </a:lnTo>
                    <a:moveTo>
                      <a:pt x="1091170" y="890502"/>
                    </a:moveTo>
                    <a:lnTo>
                      <a:pt x="1065234" y="863004"/>
                    </a:lnTo>
                    <a:moveTo>
                      <a:pt x="1065234" y="863004"/>
                    </a:moveTo>
                    <a:lnTo>
                      <a:pt x="1039298" y="835505"/>
                    </a:lnTo>
                    <a:moveTo>
                      <a:pt x="1039298" y="835505"/>
                    </a:moveTo>
                    <a:lnTo>
                      <a:pt x="1013362" y="808007"/>
                    </a:lnTo>
                    <a:moveTo>
                      <a:pt x="1013362" y="808007"/>
                    </a:moveTo>
                    <a:lnTo>
                      <a:pt x="987426" y="780508"/>
                    </a:lnTo>
                    <a:moveTo>
                      <a:pt x="987426" y="780508"/>
                    </a:moveTo>
                    <a:lnTo>
                      <a:pt x="961490" y="753010"/>
                    </a:lnTo>
                    <a:moveTo>
                      <a:pt x="961490" y="753010"/>
                    </a:moveTo>
                    <a:lnTo>
                      <a:pt x="935554" y="725512"/>
                    </a:lnTo>
                    <a:moveTo>
                      <a:pt x="935554" y="725512"/>
                    </a:moveTo>
                    <a:lnTo>
                      <a:pt x="909618" y="698013"/>
                    </a:lnTo>
                    <a:moveTo>
                      <a:pt x="909618" y="698013"/>
                    </a:moveTo>
                    <a:lnTo>
                      <a:pt x="883682" y="670515"/>
                    </a:lnTo>
                    <a:moveTo>
                      <a:pt x="883682" y="670515"/>
                    </a:moveTo>
                    <a:lnTo>
                      <a:pt x="857746" y="643016"/>
                    </a:lnTo>
                    <a:moveTo>
                      <a:pt x="857746" y="643016"/>
                    </a:moveTo>
                    <a:lnTo>
                      <a:pt x="831810" y="615518"/>
                    </a:lnTo>
                    <a:moveTo>
                      <a:pt x="831810" y="615518"/>
                    </a:moveTo>
                    <a:lnTo>
                      <a:pt x="805874" y="588020"/>
                    </a:lnTo>
                    <a:moveTo>
                      <a:pt x="805874" y="588020"/>
                    </a:moveTo>
                    <a:lnTo>
                      <a:pt x="779938" y="560521"/>
                    </a:lnTo>
                    <a:moveTo>
                      <a:pt x="779938" y="560521"/>
                    </a:moveTo>
                    <a:lnTo>
                      <a:pt x="754002" y="533023"/>
                    </a:lnTo>
                    <a:moveTo>
                      <a:pt x="754002" y="533023"/>
                    </a:moveTo>
                    <a:lnTo>
                      <a:pt x="728066" y="505524"/>
                    </a:lnTo>
                    <a:moveTo>
                      <a:pt x="728066" y="505524"/>
                    </a:moveTo>
                    <a:lnTo>
                      <a:pt x="713320" y="489890"/>
                    </a:lnTo>
                    <a:lnTo>
                      <a:pt x="725184" y="478700"/>
                    </a:lnTo>
                    <a:moveTo>
                      <a:pt x="725184" y="478700"/>
                    </a:moveTo>
                    <a:lnTo>
                      <a:pt x="752682" y="452764"/>
                    </a:lnTo>
                    <a:moveTo>
                      <a:pt x="752682" y="452764"/>
                    </a:moveTo>
                    <a:lnTo>
                      <a:pt x="780180" y="426827"/>
                    </a:lnTo>
                    <a:moveTo>
                      <a:pt x="780180" y="426827"/>
                    </a:moveTo>
                    <a:lnTo>
                      <a:pt x="807678" y="400891"/>
                    </a:lnTo>
                    <a:moveTo>
                      <a:pt x="807678" y="400891"/>
                    </a:moveTo>
                    <a:lnTo>
                      <a:pt x="811528" y="397260"/>
                    </a:lnTo>
                    <a:lnTo>
                      <a:pt x="833840" y="420903"/>
                    </a:lnTo>
                    <a:moveTo>
                      <a:pt x="833840" y="420903"/>
                    </a:moveTo>
                    <a:lnTo>
                      <a:pt x="859784" y="448394"/>
                    </a:lnTo>
                    <a:moveTo>
                      <a:pt x="859784" y="448394"/>
                    </a:moveTo>
                    <a:lnTo>
                      <a:pt x="885728" y="475884"/>
                    </a:lnTo>
                    <a:moveTo>
                      <a:pt x="885728" y="475884"/>
                    </a:moveTo>
                    <a:lnTo>
                      <a:pt x="911672" y="503375"/>
                    </a:lnTo>
                    <a:moveTo>
                      <a:pt x="911672" y="503375"/>
                    </a:moveTo>
                    <a:lnTo>
                      <a:pt x="937616" y="530866"/>
                    </a:lnTo>
                    <a:moveTo>
                      <a:pt x="937616" y="530866"/>
                    </a:moveTo>
                    <a:lnTo>
                      <a:pt x="963560" y="558357"/>
                    </a:lnTo>
                    <a:moveTo>
                      <a:pt x="963560" y="558357"/>
                    </a:moveTo>
                    <a:lnTo>
                      <a:pt x="989504" y="585848"/>
                    </a:lnTo>
                    <a:moveTo>
                      <a:pt x="989504" y="585848"/>
                    </a:moveTo>
                    <a:lnTo>
                      <a:pt x="1015448" y="613339"/>
                    </a:lnTo>
                    <a:moveTo>
                      <a:pt x="1015448" y="613339"/>
                    </a:moveTo>
                    <a:lnTo>
                      <a:pt x="1041392" y="640830"/>
                    </a:lnTo>
                    <a:moveTo>
                      <a:pt x="1041392" y="640830"/>
                    </a:moveTo>
                    <a:lnTo>
                      <a:pt x="1067336" y="668321"/>
                    </a:lnTo>
                    <a:moveTo>
                      <a:pt x="1067336" y="668321"/>
                    </a:moveTo>
                    <a:lnTo>
                      <a:pt x="1093280" y="695811"/>
                    </a:lnTo>
                    <a:moveTo>
                      <a:pt x="1093280" y="695811"/>
                    </a:moveTo>
                    <a:lnTo>
                      <a:pt x="1119224" y="723302"/>
                    </a:lnTo>
                    <a:moveTo>
                      <a:pt x="1119224" y="723302"/>
                    </a:moveTo>
                    <a:lnTo>
                      <a:pt x="1145168" y="750793"/>
                    </a:lnTo>
                    <a:moveTo>
                      <a:pt x="1145168" y="750793"/>
                    </a:moveTo>
                    <a:lnTo>
                      <a:pt x="1171112" y="778284"/>
                    </a:lnTo>
                    <a:moveTo>
                      <a:pt x="1171112" y="778284"/>
                    </a:moveTo>
                    <a:lnTo>
                      <a:pt x="1197056" y="805775"/>
                    </a:lnTo>
                    <a:moveTo>
                      <a:pt x="1197056" y="805775"/>
                    </a:moveTo>
                    <a:lnTo>
                      <a:pt x="1223000" y="833266"/>
                    </a:lnTo>
                    <a:moveTo>
                      <a:pt x="1223000" y="833266"/>
                    </a:moveTo>
                    <a:lnTo>
                      <a:pt x="1248944" y="860757"/>
                    </a:lnTo>
                    <a:moveTo>
                      <a:pt x="1248944" y="860757"/>
                    </a:moveTo>
                    <a:lnTo>
                      <a:pt x="1274888" y="888248"/>
                    </a:lnTo>
                    <a:moveTo>
                      <a:pt x="1274888" y="888248"/>
                    </a:moveTo>
                    <a:lnTo>
                      <a:pt x="1300832" y="915738"/>
                    </a:lnTo>
                    <a:moveTo>
                      <a:pt x="1300832" y="915738"/>
                    </a:moveTo>
                    <a:lnTo>
                      <a:pt x="1326776" y="943229"/>
                    </a:lnTo>
                    <a:moveTo>
                      <a:pt x="1326776" y="943229"/>
                    </a:moveTo>
                    <a:lnTo>
                      <a:pt x="1335920" y="952919"/>
                    </a:lnTo>
                    <a:lnTo>
                      <a:pt x="1353725" y="936122"/>
                    </a:lnTo>
                    <a:moveTo>
                      <a:pt x="1353725" y="936122"/>
                    </a:moveTo>
                    <a:lnTo>
                      <a:pt x="1381221" y="910183"/>
                    </a:lnTo>
                    <a:moveTo>
                      <a:pt x="1381221" y="910183"/>
                    </a:moveTo>
                    <a:lnTo>
                      <a:pt x="1408717" y="884245"/>
                    </a:lnTo>
                    <a:moveTo>
                      <a:pt x="1408717" y="884245"/>
                    </a:moveTo>
                    <a:lnTo>
                      <a:pt x="1436213" y="858306"/>
                    </a:lnTo>
                    <a:moveTo>
                      <a:pt x="1436213" y="858306"/>
                    </a:moveTo>
                    <a:lnTo>
                      <a:pt x="1463709" y="832368"/>
                    </a:lnTo>
                    <a:moveTo>
                      <a:pt x="1463709" y="832368"/>
                    </a:moveTo>
                    <a:lnTo>
                      <a:pt x="1491205" y="806429"/>
                    </a:lnTo>
                    <a:moveTo>
                      <a:pt x="1491205" y="806429"/>
                    </a:moveTo>
                    <a:lnTo>
                      <a:pt x="1518701" y="780490"/>
                    </a:lnTo>
                    <a:moveTo>
                      <a:pt x="1518701" y="780490"/>
                    </a:moveTo>
                    <a:lnTo>
                      <a:pt x="1546197" y="754552"/>
                    </a:lnTo>
                    <a:moveTo>
                      <a:pt x="1546197" y="754552"/>
                    </a:moveTo>
                    <a:lnTo>
                      <a:pt x="1573693" y="728613"/>
                    </a:lnTo>
                    <a:moveTo>
                      <a:pt x="1573693" y="728613"/>
                    </a:moveTo>
                    <a:lnTo>
                      <a:pt x="1601189" y="702674"/>
                    </a:lnTo>
                    <a:moveTo>
                      <a:pt x="1601189" y="702674"/>
                    </a:moveTo>
                    <a:lnTo>
                      <a:pt x="1628685" y="676736"/>
                    </a:lnTo>
                    <a:moveTo>
                      <a:pt x="1628685" y="676736"/>
                    </a:moveTo>
                    <a:lnTo>
                      <a:pt x="1656181" y="650797"/>
                    </a:lnTo>
                    <a:moveTo>
                      <a:pt x="1656181" y="650797"/>
                    </a:moveTo>
                    <a:lnTo>
                      <a:pt x="1683677" y="624859"/>
                    </a:lnTo>
                    <a:moveTo>
                      <a:pt x="1683677" y="624859"/>
                    </a:moveTo>
                    <a:lnTo>
                      <a:pt x="1711173" y="598920"/>
                    </a:lnTo>
                    <a:moveTo>
                      <a:pt x="1711173" y="598920"/>
                    </a:moveTo>
                    <a:lnTo>
                      <a:pt x="1728370" y="582696"/>
                    </a:lnTo>
                    <a:moveTo>
                      <a:pt x="1178777" y="0"/>
                    </a:moveTo>
                    <a:lnTo>
                      <a:pt x="1151278" y="25936"/>
                    </a:lnTo>
                    <a:moveTo>
                      <a:pt x="1151278" y="25936"/>
                    </a:moveTo>
                    <a:lnTo>
                      <a:pt x="1123780" y="51873"/>
                    </a:lnTo>
                    <a:moveTo>
                      <a:pt x="1123780" y="51873"/>
                    </a:moveTo>
                    <a:lnTo>
                      <a:pt x="1096282" y="77809"/>
                    </a:lnTo>
                    <a:moveTo>
                      <a:pt x="1096282" y="77809"/>
                    </a:moveTo>
                    <a:lnTo>
                      <a:pt x="1068784" y="103745"/>
                    </a:lnTo>
                    <a:moveTo>
                      <a:pt x="1068784" y="103745"/>
                    </a:moveTo>
                    <a:lnTo>
                      <a:pt x="1041285" y="129681"/>
                    </a:lnTo>
                    <a:moveTo>
                      <a:pt x="1041285" y="129681"/>
                    </a:moveTo>
                    <a:lnTo>
                      <a:pt x="1013787" y="155617"/>
                    </a:lnTo>
                    <a:moveTo>
                      <a:pt x="1013787" y="155617"/>
                    </a:moveTo>
                    <a:lnTo>
                      <a:pt x="986289" y="181553"/>
                    </a:lnTo>
                    <a:moveTo>
                      <a:pt x="986289" y="181553"/>
                    </a:moveTo>
                    <a:lnTo>
                      <a:pt x="958791" y="207490"/>
                    </a:lnTo>
                    <a:moveTo>
                      <a:pt x="958791" y="207490"/>
                    </a:moveTo>
                    <a:lnTo>
                      <a:pt x="931292" y="233426"/>
                    </a:lnTo>
                    <a:moveTo>
                      <a:pt x="931292" y="233426"/>
                    </a:moveTo>
                    <a:lnTo>
                      <a:pt x="903794" y="259362"/>
                    </a:lnTo>
                    <a:moveTo>
                      <a:pt x="903794" y="259362"/>
                    </a:moveTo>
                    <a:lnTo>
                      <a:pt x="876296" y="285298"/>
                    </a:lnTo>
                    <a:moveTo>
                      <a:pt x="876296" y="285298"/>
                    </a:moveTo>
                    <a:lnTo>
                      <a:pt x="848797" y="311234"/>
                    </a:lnTo>
                    <a:moveTo>
                      <a:pt x="848797" y="311234"/>
                    </a:moveTo>
                    <a:lnTo>
                      <a:pt x="821299" y="337171"/>
                    </a:lnTo>
                    <a:moveTo>
                      <a:pt x="821299" y="337171"/>
                    </a:moveTo>
                    <a:lnTo>
                      <a:pt x="793801" y="363107"/>
                    </a:lnTo>
                    <a:moveTo>
                      <a:pt x="793801" y="363107"/>
                    </a:moveTo>
                    <a:lnTo>
                      <a:pt x="766303" y="389043"/>
                    </a:lnTo>
                    <a:moveTo>
                      <a:pt x="766303" y="389043"/>
                    </a:moveTo>
                    <a:lnTo>
                      <a:pt x="738804" y="414979"/>
                    </a:lnTo>
                    <a:moveTo>
                      <a:pt x="738804" y="414979"/>
                    </a:moveTo>
                    <a:lnTo>
                      <a:pt x="711306" y="440915"/>
                    </a:lnTo>
                    <a:moveTo>
                      <a:pt x="711306" y="440915"/>
                    </a:moveTo>
                    <a:lnTo>
                      <a:pt x="683808" y="466852"/>
                    </a:lnTo>
                    <a:moveTo>
                      <a:pt x="683808" y="466852"/>
                    </a:moveTo>
                    <a:lnTo>
                      <a:pt x="656310" y="492788"/>
                    </a:lnTo>
                    <a:moveTo>
                      <a:pt x="656310" y="492788"/>
                    </a:moveTo>
                    <a:lnTo>
                      <a:pt x="628811" y="518724"/>
                    </a:lnTo>
                    <a:moveTo>
                      <a:pt x="628811" y="518724"/>
                    </a:moveTo>
                    <a:lnTo>
                      <a:pt x="601313" y="544660"/>
                    </a:lnTo>
                    <a:moveTo>
                      <a:pt x="601313" y="544660"/>
                    </a:moveTo>
                    <a:lnTo>
                      <a:pt x="573815" y="570596"/>
                    </a:lnTo>
                    <a:moveTo>
                      <a:pt x="573815" y="570596"/>
                    </a:moveTo>
                    <a:lnTo>
                      <a:pt x="546317" y="596532"/>
                    </a:lnTo>
                    <a:moveTo>
                      <a:pt x="546317" y="596532"/>
                    </a:moveTo>
                    <a:lnTo>
                      <a:pt x="518818" y="622469"/>
                    </a:lnTo>
                    <a:moveTo>
                      <a:pt x="518818" y="622469"/>
                    </a:moveTo>
                    <a:lnTo>
                      <a:pt x="491320" y="648405"/>
                    </a:lnTo>
                    <a:moveTo>
                      <a:pt x="491320" y="648405"/>
                    </a:moveTo>
                    <a:lnTo>
                      <a:pt x="463822" y="674341"/>
                    </a:lnTo>
                    <a:moveTo>
                      <a:pt x="463822" y="674341"/>
                    </a:moveTo>
                    <a:lnTo>
                      <a:pt x="436324" y="700277"/>
                    </a:lnTo>
                    <a:moveTo>
                      <a:pt x="436324" y="700277"/>
                    </a:moveTo>
                    <a:lnTo>
                      <a:pt x="408825" y="726213"/>
                    </a:lnTo>
                    <a:moveTo>
                      <a:pt x="408825" y="726213"/>
                    </a:moveTo>
                    <a:lnTo>
                      <a:pt x="381327" y="752150"/>
                    </a:lnTo>
                    <a:moveTo>
                      <a:pt x="381327" y="752150"/>
                    </a:moveTo>
                    <a:lnTo>
                      <a:pt x="353829" y="778086"/>
                    </a:lnTo>
                    <a:moveTo>
                      <a:pt x="353829" y="778086"/>
                    </a:moveTo>
                    <a:lnTo>
                      <a:pt x="326331" y="804022"/>
                    </a:lnTo>
                    <a:moveTo>
                      <a:pt x="326331" y="804022"/>
                    </a:moveTo>
                    <a:lnTo>
                      <a:pt x="298832" y="829958"/>
                    </a:lnTo>
                    <a:moveTo>
                      <a:pt x="298832" y="829958"/>
                    </a:moveTo>
                    <a:lnTo>
                      <a:pt x="271334" y="855894"/>
                    </a:lnTo>
                    <a:moveTo>
                      <a:pt x="271334" y="855894"/>
                    </a:moveTo>
                    <a:lnTo>
                      <a:pt x="243836" y="881831"/>
                    </a:lnTo>
                    <a:moveTo>
                      <a:pt x="243836" y="881831"/>
                    </a:moveTo>
                    <a:lnTo>
                      <a:pt x="216338" y="907767"/>
                    </a:lnTo>
                    <a:moveTo>
                      <a:pt x="216338" y="907767"/>
                    </a:moveTo>
                    <a:lnTo>
                      <a:pt x="188839" y="933703"/>
                    </a:lnTo>
                    <a:moveTo>
                      <a:pt x="188839" y="933703"/>
                    </a:moveTo>
                    <a:lnTo>
                      <a:pt x="161341" y="959639"/>
                    </a:lnTo>
                    <a:moveTo>
                      <a:pt x="161341" y="959639"/>
                    </a:moveTo>
                    <a:lnTo>
                      <a:pt x="133843" y="985575"/>
                    </a:lnTo>
                    <a:moveTo>
                      <a:pt x="133843" y="985575"/>
                    </a:moveTo>
                    <a:lnTo>
                      <a:pt x="106345" y="1011511"/>
                    </a:lnTo>
                    <a:moveTo>
                      <a:pt x="106345" y="1011511"/>
                    </a:moveTo>
                    <a:lnTo>
                      <a:pt x="78846" y="1037448"/>
                    </a:lnTo>
                    <a:moveTo>
                      <a:pt x="78846" y="1037448"/>
                    </a:moveTo>
                    <a:lnTo>
                      <a:pt x="51348" y="1063384"/>
                    </a:lnTo>
                    <a:moveTo>
                      <a:pt x="51348" y="1063384"/>
                    </a:moveTo>
                    <a:lnTo>
                      <a:pt x="23850" y="1089320"/>
                    </a:lnTo>
                    <a:moveTo>
                      <a:pt x="23850" y="1089320"/>
                    </a:moveTo>
                    <a:lnTo>
                      <a:pt x="0" y="1111815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37" name="Контур"/>
              <p:cNvSpPr/>
              <p:nvPr/>
            </p:nvSpPr>
            <p:spPr>
              <a:xfrm>
                <a:off x="5148692" y="1584000"/>
                <a:ext cx="288629" cy="272251"/>
              </a:xfrm>
              <a:custGeom>
                <a:avLst/>
                <a:gdLst/>
                <a:ahLst/>
                <a:cxnLst/>
                <a:rect l="l" t="t" r="r" b="b"/>
                <a:pathLst>
                  <a:path w="288629" h="272251" fill="none">
                    <a:moveTo>
                      <a:pt x="0" y="272251"/>
                    </a:moveTo>
                    <a:lnTo>
                      <a:pt x="91658" y="185794"/>
                    </a:lnTo>
                    <a:moveTo>
                      <a:pt x="91658" y="185794"/>
                    </a:moveTo>
                    <a:lnTo>
                      <a:pt x="183316" y="99337"/>
                    </a:lnTo>
                    <a:moveTo>
                      <a:pt x="183316" y="99337"/>
                    </a:moveTo>
                    <a:lnTo>
                      <a:pt x="274974" y="12880"/>
                    </a:lnTo>
                    <a:moveTo>
                      <a:pt x="274974" y="12880"/>
                    </a:moveTo>
                    <a:lnTo>
                      <a:pt x="28862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38" name="Контур"/>
              <p:cNvSpPr/>
              <p:nvPr/>
            </p:nvSpPr>
            <p:spPr>
              <a:xfrm>
                <a:off x="5194786" y="1708898"/>
                <a:ext cx="45355" cy="46247"/>
              </a:xfrm>
              <a:custGeom>
                <a:avLst/>
                <a:gdLst/>
                <a:ahLst/>
                <a:cxnLst/>
                <a:rect l="l" t="t" r="r" b="b"/>
                <a:pathLst>
                  <a:path w="45355" h="46247" fill="none">
                    <a:moveTo>
                      <a:pt x="31426" y="0"/>
                    </a:moveTo>
                    <a:lnTo>
                      <a:pt x="45355" y="46247"/>
                    </a:lnTo>
                    <a:lnTo>
                      <a:pt x="0" y="29642"/>
                    </a:lnTo>
                    <a:lnTo>
                      <a:pt x="31426" y="0"/>
                    </a:lnTo>
                    <a:lnTo>
                      <a:pt x="27497" y="3705"/>
                    </a:lnTo>
                    <a:lnTo>
                      <a:pt x="37944" y="38390"/>
                    </a:lnTo>
                    <a:lnTo>
                      <a:pt x="3928" y="25937"/>
                    </a:lnTo>
                    <a:lnTo>
                      <a:pt x="7633" y="29865"/>
                    </a:lnTo>
                    <a:lnTo>
                      <a:pt x="31203" y="7633"/>
                    </a:lnTo>
                    <a:lnTo>
                      <a:pt x="27497" y="3705"/>
                    </a:lnTo>
                    <a:lnTo>
                      <a:pt x="31426" y="0"/>
                    </a:lnTo>
                    <a:lnTo>
                      <a:pt x="30980" y="15267"/>
                    </a:lnTo>
                    <a:lnTo>
                      <a:pt x="34908" y="11562"/>
                    </a:lnTo>
                    <a:lnTo>
                      <a:pt x="34462" y="26829"/>
                    </a:lnTo>
                    <a:lnTo>
                      <a:pt x="38390" y="23123"/>
                    </a:lnTo>
                    <a:lnTo>
                      <a:pt x="41650" y="42318"/>
                    </a:lnTo>
                    <a:lnTo>
                      <a:pt x="22677" y="37944"/>
                    </a:lnTo>
                    <a:lnTo>
                      <a:pt x="26606" y="34239"/>
                    </a:lnTo>
                    <a:lnTo>
                      <a:pt x="11339" y="33793"/>
                    </a:lnTo>
                    <a:lnTo>
                      <a:pt x="15267" y="30088"/>
                    </a:lnTo>
                    <a:lnTo>
                      <a:pt x="0" y="29642"/>
                    </a:lnTo>
                    <a:lnTo>
                      <a:pt x="11562" y="26160"/>
                    </a:lnTo>
                    <a:lnTo>
                      <a:pt x="11785" y="18526"/>
                    </a:lnTo>
                    <a:lnTo>
                      <a:pt x="19418" y="18749"/>
                    </a:lnTo>
                    <a:lnTo>
                      <a:pt x="19641" y="11116"/>
                    </a:lnTo>
                    <a:lnTo>
                      <a:pt x="27274" y="11339"/>
                    </a:lnTo>
                    <a:lnTo>
                      <a:pt x="31426" y="0"/>
                    </a:lnTo>
                    <a:lnTo>
                      <a:pt x="31203" y="7633"/>
                    </a:lnTo>
                    <a:lnTo>
                      <a:pt x="23569" y="7410"/>
                    </a:lnTo>
                    <a:lnTo>
                      <a:pt x="23346" y="15044"/>
                    </a:lnTo>
                    <a:lnTo>
                      <a:pt x="15713" y="14821"/>
                    </a:lnTo>
                    <a:lnTo>
                      <a:pt x="15490" y="22455"/>
                    </a:lnTo>
                    <a:lnTo>
                      <a:pt x="7856" y="22232"/>
                    </a:lnTo>
                    <a:lnTo>
                      <a:pt x="7633" y="29865"/>
                    </a:lnTo>
                    <a:lnTo>
                      <a:pt x="11339" y="33793"/>
                    </a:lnTo>
                    <a:lnTo>
                      <a:pt x="15267" y="30088"/>
                    </a:lnTo>
                    <a:lnTo>
                      <a:pt x="22677" y="37944"/>
                    </a:lnTo>
                    <a:lnTo>
                      <a:pt x="26606" y="34239"/>
                    </a:lnTo>
                    <a:lnTo>
                      <a:pt x="45355" y="46247"/>
                    </a:lnTo>
                    <a:lnTo>
                      <a:pt x="37944" y="38390"/>
                    </a:lnTo>
                    <a:lnTo>
                      <a:pt x="41873" y="34685"/>
                    </a:lnTo>
                    <a:lnTo>
                      <a:pt x="34462" y="26829"/>
                    </a:lnTo>
                    <a:lnTo>
                      <a:pt x="38390" y="23123"/>
                    </a:lnTo>
                    <a:lnTo>
                      <a:pt x="30980" y="15267"/>
                    </a:lnTo>
                    <a:lnTo>
                      <a:pt x="34908" y="11562"/>
                    </a:lnTo>
                    <a:lnTo>
                      <a:pt x="31203" y="7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39" name="Контур"/>
              <p:cNvSpPr/>
              <p:nvPr/>
            </p:nvSpPr>
            <p:spPr>
              <a:xfrm>
                <a:off x="4933468" y="1584000"/>
                <a:ext cx="503853" cy="358707"/>
              </a:xfrm>
              <a:custGeom>
                <a:avLst/>
                <a:gdLst/>
                <a:ahLst/>
                <a:cxnLst/>
                <a:rect l="l" t="t" r="r" b="b"/>
                <a:pathLst>
                  <a:path w="503853" h="358707" fill="none">
                    <a:moveTo>
                      <a:pt x="0" y="227701"/>
                    </a:moveTo>
                    <a:lnTo>
                      <a:pt x="123564" y="358707"/>
                    </a:lnTo>
                    <a:moveTo>
                      <a:pt x="503853" y="0"/>
                    </a:moveTo>
                    <a:lnTo>
                      <a:pt x="447346" y="53301"/>
                    </a:lnTo>
                    <a:moveTo>
                      <a:pt x="447346" y="53301"/>
                    </a:moveTo>
                    <a:lnTo>
                      <a:pt x="355688" y="139758"/>
                    </a:lnTo>
                    <a:moveTo>
                      <a:pt x="355688" y="139758"/>
                    </a:moveTo>
                    <a:lnTo>
                      <a:pt x="264030" y="226215"/>
                    </a:lnTo>
                    <a:moveTo>
                      <a:pt x="264030" y="226215"/>
                    </a:moveTo>
                    <a:lnTo>
                      <a:pt x="215224" y="272251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40" name="Контур"/>
              <p:cNvSpPr/>
              <p:nvPr/>
            </p:nvSpPr>
            <p:spPr>
              <a:xfrm>
                <a:off x="5197707" y="1651950"/>
                <a:ext cx="228671" cy="219161"/>
              </a:xfrm>
              <a:custGeom>
                <a:avLst/>
                <a:gdLst/>
                <a:ahLst/>
                <a:cxnLst/>
                <a:rect l="l" t="t" r="r" b="b"/>
                <a:pathLst>
                  <a:path w="228671" h="219161" fill="none">
                    <a:moveTo>
                      <a:pt x="197245" y="46247"/>
                    </a:moveTo>
                    <a:lnTo>
                      <a:pt x="183316" y="0"/>
                    </a:lnTo>
                    <a:lnTo>
                      <a:pt x="228671" y="16605"/>
                    </a:lnTo>
                    <a:lnTo>
                      <a:pt x="197245" y="46247"/>
                    </a:lnTo>
                    <a:lnTo>
                      <a:pt x="201174" y="42542"/>
                    </a:lnTo>
                    <a:lnTo>
                      <a:pt x="190727" y="7857"/>
                    </a:lnTo>
                    <a:lnTo>
                      <a:pt x="224743" y="20310"/>
                    </a:lnTo>
                    <a:lnTo>
                      <a:pt x="221038" y="16382"/>
                    </a:lnTo>
                    <a:lnTo>
                      <a:pt x="197468" y="38614"/>
                    </a:lnTo>
                    <a:lnTo>
                      <a:pt x="201174" y="42542"/>
                    </a:lnTo>
                    <a:lnTo>
                      <a:pt x="197245" y="46247"/>
                    </a:lnTo>
                    <a:lnTo>
                      <a:pt x="197691" y="30980"/>
                    </a:lnTo>
                    <a:lnTo>
                      <a:pt x="193763" y="34685"/>
                    </a:lnTo>
                    <a:lnTo>
                      <a:pt x="194209" y="19418"/>
                    </a:lnTo>
                    <a:lnTo>
                      <a:pt x="190281" y="23124"/>
                    </a:lnTo>
                    <a:lnTo>
                      <a:pt x="187021" y="3928"/>
                    </a:lnTo>
                    <a:lnTo>
                      <a:pt x="205994" y="8302"/>
                    </a:lnTo>
                    <a:lnTo>
                      <a:pt x="202065" y="12008"/>
                    </a:lnTo>
                    <a:lnTo>
                      <a:pt x="217332" y="12454"/>
                    </a:lnTo>
                    <a:lnTo>
                      <a:pt x="213404" y="16159"/>
                    </a:lnTo>
                    <a:lnTo>
                      <a:pt x="228671" y="16605"/>
                    </a:lnTo>
                    <a:lnTo>
                      <a:pt x="217109" y="20087"/>
                    </a:lnTo>
                    <a:lnTo>
                      <a:pt x="216887" y="27721"/>
                    </a:lnTo>
                    <a:lnTo>
                      <a:pt x="209253" y="27498"/>
                    </a:lnTo>
                    <a:lnTo>
                      <a:pt x="209030" y="35131"/>
                    </a:lnTo>
                    <a:lnTo>
                      <a:pt x="201397" y="34908"/>
                    </a:lnTo>
                    <a:lnTo>
                      <a:pt x="197245" y="46247"/>
                    </a:lnTo>
                    <a:lnTo>
                      <a:pt x="197468" y="38614"/>
                    </a:lnTo>
                    <a:lnTo>
                      <a:pt x="205102" y="38836"/>
                    </a:lnTo>
                    <a:lnTo>
                      <a:pt x="205325" y="31203"/>
                    </a:lnTo>
                    <a:lnTo>
                      <a:pt x="212958" y="31426"/>
                    </a:lnTo>
                    <a:lnTo>
                      <a:pt x="213181" y="23792"/>
                    </a:lnTo>
                    <a:lnTo>
                      <a:pt x="220815" y="24015"/>
                    </a:lnTo>
                    <a:lnTo>
                      <a:pt x="221038" y="16382"/>
                    </a:lnTo>
                    <a:lnTo>
                      <a:pt x="217332" y="12454"/>
                    </a:lnTo>
                    <a:lnTo>
                      <a:pt x="213404" y="16159"/>
                    </a:lnTo>
                    <a:lnTo>
                      <a:pt x="205994" y="8302"/>
                    </a:lnTo>
                    <a:lnTo>
                      <a:pt x="202065" y="12008"/>
                    </a:lnTo>
                    <a:lnTo>
                      <a:pt x="183316" y="0"/>
                    </a:lnTo>
                    <a:lnTo>
                      <a:pt x="190727" y="7857"/>
                    </a:lnTo>
                    <a:lnTo>
                      <a:pt x="186798" y="11562"/>
                    </a:lnTo>
                    <a:lnTo>
                      <a:pt x="194209" y="19418"/>
                    </a:lnTo>
                    <a:lnTo>
                      <a:pt x="190281" y="23124"/>
                    </a:lnTo>
                    <a:lnTo>
                      <a:pt x="197691" y="30980"/>
                    </a:lnTo>
                    <a:lnTo>
                      <a:pt x="193763" y="34685"/>
                    </a:lnTo>
                    <a:lnTo>
                      <a:pt x="197468" y="38614"/>
                    </a:lnTo>
                    <a:moveTo>
                      <a:pt x="13929" y="219161"/>
                    </a:moveTo>
                    <a:lnTo>
                      <a:pt x="0" y="172914"/>
                    </a:lnTo>
                    <a:lnTo>
                      <a:pt x="45355" y="189518"/>
                    </a:lnTo>
                    <a:lnTo>
                      <a:pt x="13929" y="219161"/>
                    </a:lnTo>
                    <a:lnTo>
                      <a:pt x="17857" y="215456"/>
                    </a:lnTo>
                    <a:lnTo>
                      <a:pt x="7410" y="180770"/>
                    </a:lnTo>
                    <a:lnTo>
                      <a:pt x="41427" y="193224"/>
                    </a:lnTo>
                    <a:lnTo>
                      <a:pt x="37721" y="189296"/>
                    </a:lnTo>
                    <a:lnTo>
                      <a:pt x="14152" y="211527"/>
                    </a:lnTo>
                    <a:lnTo>
                      <a:pt x="17857" y="215456"/>
                    </a:lnTo>
                    <a:lnTo>
                      <a:pt x="13929" y="219161"/>
                    </a:lnTo>
                    <a:lnTo>
                      <a:pt x="14375" y="203894"/>
                    </a:lnTo>
                    <a:lnTo>
                      <a:pt x="10447" y="207599"/>
                    </a:lnTo>
                    <a:lnTo>
                      <a:pt x="10893" y="192332"/>
                    </a:lnTo>
                    <a:lnTo>
                      <a:pt x="6965" y="196037"/>
                    </a:lnTo>
                    <a:lnTo>
                      <a:pt x="3705" y="176842"/>
                    </a:lnTo>
                    <a:lnTo>
                      <a:pt x="22677" y="181216"/>
                    </a:lnTo>
                    <a:lnTo>
                      <a:pt x="18749" y="184922"/>
                    </a:lnTo>
                    <a:lnTo>
                      <a:pt x="34016" y="185367"/>
                    </a:lnTo>
                    <a:lnTo>
                      <a:pt x="30088" y="189073"/>
                    </a:lnTo>
                    <a:lnTo>
                      <a:pt x="45355" y="189518"/>
                    </a:lnTo>
                    <a:lnTo>
                      <a:pt x="33793" y="193001"/>
                    </a:lnTo>
                    <a:lnTo>
                      <a:pt x="33570" y="200634"/>
                    </a:lnTo>
                    <a:lnTo>
                      <a:pt x="25937" y="200411"/>
                    </a:lnTo>
                    <a:lnTo>
                      <a:pt x="25714" y="208045"/>
                    </a:lnTo>
                    <a:lnTo>
                      <a:pt x="18080" y="207822"/>
                    </a:lnTo>
                    <a:lnTo>
                      <a:pt x="13929" y="219161"/>
                    </a:lnTo>
                    <a:lnTo>
                      <a:pt x="14152" y="211527"/>
                    </a:lnTo>
                    <a:lnTo>
                      <a:pt x="21786" y="211750"/>
                    </a:lnTo>
                    <a:lnTo>
                      <a:pt x="22009" y="204117"/>
                    </a:lnTo>
                    <a:lnTo>
                      <a:pt x="29642" y="204340"/>
                    </a:lnTo>
                    <a:lnTo>
                      <a:pt x="29865" y="196706"/>
                    </a:lnTo>
                    <a:lnTo>
                      <a:pt x="37499" y="196929"/>
                    </a:lnTo>
                    <a:lnTo>
                      <a:pt x="37721" y="189296"/>
                    </a:lnTo>
                    <a:lnTo>
                      <a:pt x="34016" y="185367"/>
                    </a:lnTo>
                    <a:lnTo>
                      <a:pt x="30088" y="189073"/>
                    </a:lnTo>
                    <a:lnTo>
                      <a:pt x="22677" y="181216"/>
                    </a:lnTo>
                    <a:lnTo>
                      <a:pt x="18749" y="184922"/>
                    </a:lnTo>
                    <a:lnTo>
                      <a:pt x="0" y="172914"/>
                    </a:lnTo>
                    <a:lnTo>
                      <a:pt x="7410" y="180770"/>
                    </a:lnTo>
                    <a:lnTo>
                      <a:pt x="3482" y="184476"/>
                    </a:lnTo>
                    <a:lnTo>
                      <a:pt x="10893" y="192332"/>
                    </a:lnTo>
                    <a:lnTo>
                      <a:pt x="6965" y="196037"/>
                    </a:lnTo>
                    <a:lnTo>
                      <a:pt x="14375" y="203894"/>
                    </a:lnTo>
                    <a:lnTo>
                      <a:pt x="10447" y="207599"/>
                    </a:lnTo>
                    <a:lnTo>
                      <a:pt x="14152" y="2115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41" name="Контур"/>
              <p:cNvSpPr/>
              <p:nvPr/>
            </p:nvSpPr>
            <p:spPr>
              <a:xfrm>
                <a:off x="5025129" y="1584000"/>
                <a:ext cx="149754" cy="272251"/>
              </a:xfrm>
              <a:custGeom>
                <a:avLst/>
                <a:gdLst/>
                <a:ahLst/>
                <a:cxnLst/>
                <a:rect l="l" t="t" r="r" b="b"/>
                <a:pathLst>
                  <a:path w="149754" h="272251" fill="none">
                    <a:moveTo>
                      <a:pt x="123563" y="272251"/>
                    </a:moveTo>
                    <a:lnTo>
                      <a:pt x="37109" y="180590"/>
                    </a:lnTo>
                    <a:moveTo>
                      <a:pt x="37109" y="180590"/>
                    </a:moveTo>
                    <a:lnTo>
                      <a:pt x="0" y="141247"/>
                    </a:lnTo>
                    <a:lnTo>
                      <a:pt x="52318" y="91902"/>
                    </a:lnTo>
                    <a:moveTo>
                      <a:pt x="52318" y="91902"/>
                    </a:moveTo>
                    <a:lnTo>
                      <a:pt x="143979" y="5448"/>
                    </a:lnTo>
                    <a:moveTo>
                      <a:pt x="143979" y="5448"/>
                    </a:moveTo>
                    <a:lnTo>
                      <a:pt x="14975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42" name="Контур"/>
              <p:cNvSpPr/>
              <p:nvPr/>
            </p:nvSpPr>
            <p:spPr>
              <a:xfrm>
                <a:off x="5001341" y="1764799"/>
                <a:ext cx="46247" cy="45355"/>
              </a:xfrm>
              <a:custGeom>
                <a:avLst/>
                <a:gdLst/>
                <a:ahLst/>
                <a:cxnLst/>
                <a:rect l="l" t="t" r="r" b="b"/>
                <a:pathLst>
                  <a:path w="46247" h="45355" fill="none">
                    <a:moveTo>
                      <a:pt x="0" y="13928"/>
                    </a:moveTo>
                    <a:lnTo>
                      <a:pt x="46247" y="0"/>
                    </a:lnTo>
                    <a:lnTo>
                      <a:pt x="29641" y="45355"/>
                    </a:lnTo>
                    <a:lnTo>
                      <a:pt x="0" y="13928"/>
                    </a:lnTo>
                    <a:lnTo>
                      <a:pt x="3705" y="17856"/>
                    </a:lnTo>
                    <a:lnTo>
                      <a:pt x="38391" y="7410"/>
                    </a:lnTo>
                    <a:lnTo>
                      <a:pt x="25936" y="41426"/>
                    </a:lnTo>
                    <a:lnTo>
                      <a:pt x="29865" y="37721"/>
                    </a:lnTo>
                    <a:lnTo>
                      <a:pt x="7633" y="14151"/>
                    </a:lnTo>
                    <a:lnTo>
                      <a:pt x="3705" y="17856"/>
                    </a:lnTo>
                    <a:lnTo>
                      <a:pt x="0" y="13928"/>
                    </a:lnTo>
                    <a:lnTo>
                      <a:pt x="15267" y="14374"/>
                    </a:lnTo>
                    <a:lnTo>
                      <a:pt x="11562" y="10446"/>
                    </a:lnTo>
                    <a:lnTo>
                      <a:pt x="26829" y="10892"/>
                    </a:lnTo>
                    <a:lnTo>
                      <a:pt x="23124" y="6964"/>
                    </a:lnTo>
                    <a:lnTo>
                      <a:pt x="42319" y="3705"/>
                    </a:lnTo>
                    <a:lnTo>
                      <a:pt x="37944" y="22677"/>
                    </a:lnTo>
                    <a:lnTo>
                      <a:pt x="34239" y="18749"/>
                    </a:lnTo>
                    <a:lnTo>
                      <a:pt x="33793" y="34016"/>
                    </a:lnTo>
                    <a:lnTo>
                      <a:pt x="30088" y="30088"/>
                    </a:lnTo>
                    <a:lnTo>
                      <a:pt x="29641" y="45355"/>
                    </a:lnTo>
                    <a:lnTo>
                      <a:pt x="26159" y="33793"/>
                    </a:lnTo>
                    <a:lnTo>
                      <a:pt x="18526" y="33570"/>
                    </a:lnTo>
                    <a:lnTo>
                      <a:pt x="18749" y="25936"/>
                    </a:lnTo>
                    <a:lnTo>
                      <a:pt x="11115" y="25713"/>
                    </a:lnTo>
                    <a:lnTo>
                      <a:pt x="11339" y="18080"/>
                    </a:lnTo>
                    <a:lnTo>
                      <a:pt x="0" y="13928"/>
                    </a:lnTo>
                    <a:lnTo>
                      <a:pt x="7633" y="14151"/>
                    </a:lnTo>
                    <a:lnTo>
                      <a:pt x="7410" y="21785"/>
                    </a:lnTo>
                    <a:lnTo>
                      <a:pt x="15044" y="22008"/>
                    </a:lnTo>
                    <a:lnTo>
                      <a:pt x="14821" y="29641"/>
                    </a:lnTo>
                    <a:lnTo>
                      <a:pt x="22454" y="29864"/>
                    </a:lnTo>
                    <a:lnTo>
                      <a:pt x="22231" y="37498"/>
                    </a:lnTo>
                    <a:lnTo>
                      <a:pt x="29865" y="37721"/>
                    </a:lnTo>
                    <a:lnTo>
                      <a:pt x="33793" y="34016"/>
                    </a:lnTo>
                    <a:lnTo>
                      <a:pt x="30088" y="30088"/>
                    </a:lnTo>
                    <a:lnTo>
                      <a:pt x="37944" y="22677"/>
                    </a:lnTo>
                    <a:lnTo>
                      <a:pt x="34239" y="18749"/>
                    </a:lnTo>
                    <a:lnTo>
                      <a:pt x="46247" y="0"/>
                    </a:lnTo>
                    <a:lnTo>
                      <a:pt x="38391" y="7410"/>
                    </a:lnTo>
                    <a:lnTo>
                      <a:pt x="34685" y="3482"/>
                    </a:lnTo>
                    <a:lnTo>
                      <a:pt x="26829" y="10892"/>
                    </a:lnTo>
                    <a:lnTo>
                      <a:pt x="23124" y="6964"/>
                    </a:lnTo>
                    <a:lnTo>
                      <a:pt x="15267" y="14374"/>
                    </a:lnTo>
                    <a:lnTo>
                      <a:pt x="11562" y="10446"/>
                    </a:lnTo>
                    <a:lnTo>
                      <a:pt x="7633" y="1415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43" name="Контур"/>
              <p:cNvSpPr/>
              <p:nvPr/>
            </p:nvSpPr>
            <p:spPr>
              <a:xfrm>
                <a:off x="5057032" y="1856251"/>
                <a:ext cx="5238968" cy="3262490"/>
              </a:xfrm>
              <a:custGeom>
                <a:avLst/>
                <a:gdLst/>
                <a:ahLst/>
                <a:cxnLst/>
                <a:rect l="l" t="t" r="r" b="b"/>
                <a:pathLst>
                  <a:path w="5238968" h="3262490" fill="none">
                    <a:moveTo>
                      <a:pt x="91660" y="0"/>
                    </a:moveTo>
                    <a:lnTo>
                      <a:pt x="64162" y="25937"/>
                    </a:lnTo>
                    <a:moveTo>
                      <a:pt x="64162" y="25937"/>
                    </a:moveTo>
                    <a:lnTo>
                      <a:pt x="36664" y="51873"/>
                    </a:lnTo>
                    <a:moveTo>
                      <a:pt x="36664" y="51873"/>
                    </a:moveTo>
                    <a:lnTo>
                      <a:pt x="9167" y="77810"/>
                    </a:lnTo>
                    <a:moveTo>
                      <a:pt x="9167" y="77810"/>
                    </a:moveTo>
                    <a:lnTo>
                      <a:pt x="0" y="86456"/>
                    </a:lnTo>
                    <a:moveTo>
                      <a:pt x="3273697" y="2788188"/>
                    </a:moveTo>
                    <a:lnTo>
                      <a:pt x="3269632" y="2778259"/>
                    </a:lnTo>
                    <a:moveTo>
                      <a:pt x="699138" y="3191539"/>
                    </a:moveTo>
                    <a:lnTo>
                      <a:pt x="714090" y="3226256"/>
                    </a:lnTo>
                    <a:moveTo>
                      <a:pt x="714090" y="3226256"/>
                    </a:moveTo>
                    <a:lnTo>
                      <a:pt x="729041" y="3260974"/>
                    </a:lnTo>
                    <a:moveTo>
                      <a:pt x="729041" y="3260974"/>
                    </a:moveTo>
                    <a:lnTo>
                      <a:pt x="729694" y="3262490"/>
                    </a:lnTo>
                    <a:moveTo>
                      <a:pt x="699138" y="3191539"/>
                    </a:moveTo>
                    <a:lnTo>
                      <a:pt x="673965" y="3216713"/>
                    </a:lnTo>
                    <a:moveTo>
                      <a:pt x="5238968" y="2684496"/>
                    </a:moveTo>
                    <a:lnTo>
                      <a:pt x="5235977" y="2678230"/>
                    </a:lnTo>
                    <a:moveTo>
                      <a:pt x="5235977" y="2678230"/>
                    </a:moveTo>
                    <a:lnTo>
                      <a:pt x="5219692" y="2644118"/>
                    </a:lnTo>
                    <a:moveTo>
                      <a:pt x="5219692" y="2644118"/>
                    </a:moveTo>
                    <a:lnTo>
                      <a:pt x="5203408" y="2610005"/>
                    </a:lnTo>
                    <a:moveTo>
                      <a:pt x="5203408" y="2610005"/>
                    </a:moveTo>
                    <a:lnTo>
                      <a:pt x="5187124" y="2575893"/>
                    </a:lnTo>
                    <a:moveTo>
                      <a:pt x="5187124" y="2575893"/>
                    </a:moveTo>
                    <a:lnTo>
                      <a:pt x="5170839" y="2541780"/>
                    </a:lnTo>
                    <a:moveTo>
                      <a:pt x="5170839" y="2541780"/>
                    </a:moveTo>
                    <a:lnTo>
                      <a:pt x="5154555" y="2507668"/>
                    </a:lnTo>
                    <a:moveTo>
                      <a:pt x="5154555" y="2507668"/>
                    </a:moveTo>
                    <a:lnTo>
                      <a:pt x="5138271" y="2473555"/>
                    </a:lnTo>
                    <a:moveTo>
                      <a:pt x="5138271" y="2473555"/>
                    </a:moveTo>
                    <a:lnTo>
                      <a:pt x="5121987" y="2439443"/>
                    </a:lnTo>
                    <a:moveTo>
                      <a:pt x="5121987" y="2439443"/>
                    </a:moveTo>
                    <a:lnTo>
                      <a:pt x="5105702" y="2405330"/>
                    </a:lnTo>
                    <a:moveTo>
                      <a:pt x="5105702" y="2405330"/>
                    </a:moveTo>
                    <a:lnTo>
                      <a:pt x="5089418" y="2371218"/>
                    </a:lnTo>
                    <a:moveTo>
                      <a:pt x="5089418" y="2371218"/>
                    </a:moveTo>
                    <a:lnTo>
                      <a:pt x="5073134" y="2337105"/>
                    </a:lnTo>
                    <a:moveTo>
                      <a:pt x="5073134" y="2337105"/>
                    </a:moveTo>
                    <a:lnTo>
                      <a:pt x="5056849" y="2302993"/>
                    </a:lnTo>
                    <a:moveTo>
                      <a:pt x="5056849" y="2302993"/>
                    </a:moveTo>
                    <a:lnTo>
                      <a:pt x="5040565" y="2268881"/>
                    </a:lnTo>
                    <a:moveTo>
                      <a:pt x="5040565" y="2268881"/>
                    </a:moveTo>
                    <a:lnTo>
                      <a:pt x="5024281" y="2234768"/>
                    </a:lnTo>
                    <a:moveTo>
                      <a:pt x="5024281" y="2234768"/>
                    </a:moveTo>
                    <a:lnTo>
                      <a:pt x="5007996" y="2200656"/>
                    </a:lnTo>
                    <a:moveTo>
                      <a:pt x="5007996" y="2200656"/>
                    </a:moveTo>
                    <a:lnTo>
                      <a:pt x="4991712" y="2166543"/>
                    </a:lnTo>
                    <a:moveTo>
                      <a:pt x="4991712" y="2166543"/>
                    </a:moveTo>
                    <a:lnTo>
                      <a:pt x="4977175" y="2136091"/>
                    </a:lnTo>
                    <a:lnTo>
                      <a:pt x="4975428" y="2132431"/>
                    </a:lnTo>
                    <a:moveTo>
                      <a:pt x="4975428" y="2132431"/>
                    </a:moveTo>
                    <a:lnTo>
                      <a:pt x="4959143" y="2098318"/>
                    </a:lnTo>
                    <a:moveTo>
                      <a:pt x="4959143" y="2098318"/>
                    </a:moveTo>
                    <a:lnTo>
                      <a:pt x="4942859" y="2064206"/>
                    </a:lnTo>
                    <a:moveTo>
                      <a:pt x="4942859" y="2064206"/>
                    </a:moveTo>
                    <a:lnTo>
                      <a:pt x="4926574" y="2030093"/>
                    </a:lnTo>
                    <a:moveTo>
                      <a:pt x="4926574" y="2030093"/>
                    </a:moveTo>
                    <a:lnTo>
                      <a:pt x="4910290" y="1995981"/>
                    </a:lnTo>
                    <a:moveTo>
                      <a:pt x="4910290" y="1995981"/>
                    </a:moveTo>
                    <a:lnTo>
                      <a:pt x="4894005" y="1961869"/>
                    </a:lnTo>
                    <a:moveTo>
                      <a:pt x="4894005" y="1961869"/>
                    </a:moveTo>
                    <a:lnTo>
                      <a:pt x="4891862" y="1957380"/>
                    </a:lnTo>
                    <a:moveTo>
                      <a:pt x="3273697" y="2788188"/>
                    </a:moveTo>
                    <a:lnTo>
                      <a:pt x="3269632" y="2778259"/>
                    </a:lnTo>
                    <a:moveTo>
                      <a:pt x="3269632" y="2778259"/>
                    </a:moveTo>
                    <a:lnTo>
                      <a:pt x="3299531" y="2755131"/>
                    </a:lnTo>
                    <a:moveTo>
                      <a:pt x="3299531" y="2755131"/>
                    </a:moveTo>
                    <a:lnTo>
                      <a:pt x="3329429" y="2732003"/>
                    </a:lnTo>
                    <a:moveTo>
                      <a:pt x="3329429" y="2732003"/>
                    </a:moveTo>
                    <a:lnTo>
                      <a:pt x="3359328" y="2708874"/>
                    </a:lnTo>
                    <a:moveTo>
                      <a:pt x="3359328" y="2708874"/>
                    </a:moveTo>
                    <a:lnTo>
                      <a:pt x="3389227" y="2685746"/>
                    </a:lnTo>
                    <a:moveTo>
                      <a:pt x="3389227" y="2685746"/>
                    </a:moveTo>
                    <a:lnTo>
                      <a:pt x="3419125" y="2662618"/>
                    </a:lnTo>
                    <a:moveTo>
                      <a:pt x="3419125" y="2662618"/>
                    </a:moveTo>
                    <a:lnTo>
                      <a:pt x="3449024" y="2639490"/>
                    </a:lnTo>
                    <a:moveTo>
                      <a:pt x="3449024" y="2639490"/>
                    </a:moveTo>
                    <a:lnTo>
                      <a:pt x="3478922" y="2616362"/>
                    </a:lnTo>
                    <a:moveTo>
                      <a:pt x="3478922" y="2616362"/>
                    </a:moveTo>
                    <a:lnTo>
                      <a:pt x="3508821" y="2593233"/>
                    </a:lnTo>
                    <a:moveTo>
                      <a:pt x="3508821" y="2593233"/>
                    </a:moveTo>
                    <a:lnTo>
                      <a:pt x="3538720" y="2570105"/>
                    </a:lnTo>
                    <a:moveTo>
                      <a:pt x="3538720" y="2570105"/>
                    </a:moveTo>
                    <a:lnTo>
                      <a:pt x="3568618" y="2546977"/>
                    </a:lnTo>
                    <a:moveTo>
                      <a:pt x="3568618" y="2546977"/>
                    </a:moveTo>
                    <a:lnTo>
                      <a:pt x="3598517" y="2523849"/>
                    </a:lnTo>
                    <a:moveTo>
                      <a:pt x="3598517" y="2523849"/>
                    </a:moveTo>
                    <a:lnTo>
                      <a:pt x="3628415" y="2500721"/>
                    </a:lnTo>
                    <a:moveTo>
                      <a:pt x="3628415" y="2500721"/>
                    </a:moveTo>
                    <a:lnTo>
                      <a:pt x="3658314" y="2477592"/>
                    </a:lnTo>
                    <a:moveTo>
                      <a:pt x="3658314" y="2477592"/>
                    </a:moveTo>
                    <a:lnTo>
                      <a:pt x="3688213" y="2454464"/>
                    </a:lnTo>
                    <a:moveTo>
                      <a:pt x="3688213" y="2454464"/>
                    </a:moveTo>
                    <a:lnTo>
                      <a:pt x="3718111" y="2431336"/>
                    </a:lnTo>
                    <a:moveTo>
                      <a:pt x="3718111" y="2431336"/>
                    </a:moveTo>
                    <a:lnTo>
                      <a:pt x="3748010" y="2408208"/>
                    </a:lnTo>
                    <a:moveTo>
                      <a:pt x="3748010" y="2408208"/>
                    </a:moveTo>
                    <a:lnTo>
                      <a:pt x="3777908" y="2385080"/>
                    </a:lnTo>
                    <a:moveTo>
                      <a:pt x="3777908" y="2385080"/>
                    </a:moveTo>
                    <a:lnTo>
                      <a:pt x="3807807" y="2361951"/>
                    </a:lnTo>
                    <a:moveTo>
                      <a:pt x="3807807" y="2361951"/>
                    </a:moveTo>
                    <a:lnTo>
                      <a:pt x="3837706" y="2338823"/>
                    </a:lnTo>
                    <a:moveTo>
                      <a:pt x="3837706" y="2338823"/>
                    </a:moveTo>
                    <a:lnTo>
                      <a:pt x="3867604" y="2315695"/>
                    </a:lnTo>
                    <a:moveTo>
                      <a:pt x="3867604" y="2315695"/>
                    </a:moveTo>
                    <a:lnTo>
                      <a:pt x="3897503" y="2292567"/>
                    </a:lnTo>
                    <a:moveTo>
                      <a:pt x="3897503" y="2292567"/>
                    </a:moveTo>
                    <a:lnTo>
                      <a:pt x="3927401" y="2269439"/>
                    </a:lnTo>
                    <a:moveTo>
                      <a:pt x="3927401" y="2269439"/>
                    </a:moveTo>
                    <a:lnTo>
                      <a:pt x="3957300" y="2246310"/>
                    </a:lnTo>
                    <a:moveTo>
                      <a:pt x="3957300" y="2246310"/>
                    </a:moveTo>
                    <a:lnTo>
                      <a:pt x="3987199" y="2223182"/>
                    </a:lnTo>
                    <a:moveTo>
                      <a:pt x="3987199" y="2223182"/>
                    </a:moveTo>
                    <a:lnTo>
                      <a:pt x="4017097" y="2200054"/>
                    </a:lnTo>
                    <a:moveTo>
                      <a:pt x="4017097" y="2200054"/>
                    </a:moveTo>
                    <a:lnTo>
                      <a:pt x="4046996" y="2176926"/>
                    </a:lnTo>
                    <a:moveTo>
                      <a:pt x="4046996" y="2176926"/>
                    </a:moveTo>
                    <a:lnTo>
                      <a:pt x="4076894" y="2153798"/>
                    </a:lnTo>
                    <a:moveTo>
                      <a:pt x="4076894" y="2153798"/>
                    </a:moveTo>
                    <a:lnTo>
                      <a:pt x="4106793" y="2130669"/>
                    </a:lnTo>
                    <a:moveTo>
                      <a:pt x="4106793" y="2130669"/>
                    </a:moveTo>
                    <a:lnTo>
                      <a:pt x="4136692" y="2107541"/>
                    </a:lnTo>
                    <a:moveTo>
                      <a:pt x="4136692" y="2107541"/>
                    </a:moveTo>
                    <a:lnTo>
                      <a:pt x="4166590" y="2084413"/>
                    </a:lnTo>
                    <a:moveTo>
                      <a:pt x="4166590" y="2084413"/>
                    </a:moveTo>
                    <a:lnTo>
                      <a:pt x="4196489" y="2061285"/>
                    </a:lnTo>
                    <a:moveTo>
                      <a:pt x="4196489" y="2061285"/>
                    </a:moveTo>
                    <a:lnTo>
                      <a:pt x="4226387" y="2038157"/>
                    </a:lnTo>
                    <a:moveTo>
                      <a:pt x="4226387" y="2038157"/>
                    </a:moveTo>
                    <a:lnTo>
                      <a:pt x="4256286" y="2015028"/>
                    </a:lnTo>
                    <a:moveTo>
                      <a:pt x="4256286" y="2015028"/>
                    </a:moveTo>
                    <a:lnTo>
                      <a:pt x="4286185" y="1991900"/>
                    </a:lnTo>
                    <a:moveTo>
                      <a:pt x="4286185" y="1991900"/>
                    </a:moveTo>
                    <a:lnTo>
                      <a:pt x="4316083" y="1968772"/>
                    </a:lnTo>
                    <a:moveTo>
                      <a:pt x="4316083" y="1968772"/>
                    </a:moveTo>
                    <a:lnTo>
                      <a:pt x="4345982" y="1945644"/>
                    </a:lnTo>
                    <a:moveTo>
                      <a:pt x="4345982" y="1945644"/>
                    </a:moveTo>
                    <a:lnTo>
                      <a:pt x="4375880" y="1922516"/>
                    </a:lnTo>
                    <a:moveTo>
                      <a:pt x="4375880" y="1922516"/>
                    </a:moveTo>
                    <a:lnTo>
                      <a:pt x="4405779" y="1899387"/>
                    </a:lnTo>
                    <a:moveTo>
                      <a:pt x="4405779" y="1899387"/>
                    </a:moveTo>
                    <a:lnTo>
                      <a:pt x="4435678" y="1876259"/>
                    </a:lnTo>
                    <a:moveTo>
                      <a:pt x="4435678" y="1876259"/>
                    </a:moveTo>
                    <a:lnTo>
                      <a:pt x="4465576" y="1853131"/>
                    </a:lnTo>
                    <a:moveTo>
                      <a:pt x="4465576" y="1853131"/>
                    </a:moveTo>
                    <a:lnTo>
                      <a:pt x="4495475" y="1830003"/>
                    </a:lnTo>
                    <a:moveTo>
                      <a:pt x="4495475" y="1830003"/>
                    </a:moveTo>
                    <a:lnTo>
                      <a:pt x="4525373" y="1806875"/>
                    </a:lnTo>
                    <a:moveTo>
                      <a:pt x="4525373" y="1806875"/>
                    </a:moveTo>
                    <a:lnTo>
                      <a:pt x="4555272" y="1783746"/>
                    </a:lnTo>
                    <a:moveTo>
                      <a:pt x="4555272" y="1783746"/>
                    </a:moveTo>
                    <a:lnTo>
                      <a:pt x="4585171" y="1760618"/>
                    </a:lnTo>
                    <a:moveTo>
                      <a:pt x="4585171" y="1760618"/>
                    </a:moveTo>
                    <a:lnTo>
                      <a:pt x="4615069" y="1737490"/>
                    </a:lnTo>
                    <a:moveTo>
                      <a:pt x="4615069" y="1737490"/>
                    </a:moveTo>
                    <a:lnTo>
                      <a:pt x="4644968" y="1714362"/>
                    </a:lnTo>
                    <a:moveTo>
                      <a:pt x="4644968" y="1714362"/>
                    </a:moveTo>
                    <a:lnTo>
                      <a:pt x="4674866" y="1691234"/>
                    </a:lnTo>
                    <a:moveTo>
                      <a:pt x="4674866" y="1691234"/>
                    </a:moveTo>
                    <a:lnTo>
                      <a:pt x="4704765" y="1668105"/>
                    </a:lnTo>
                    <a:moveTo>
                      <a:pt x="4704765" y="1668105"/>
                    </a:moveTo>
                    <a:lnTo>
                      <a:pt x="4725193" y="1652303"/>
                    </a:lnTo>
                    <a:lnTo>
                      <a:pt x="4731897" y="1642383"/>
                    </a:lnTo>
                    <a:moveTo>
                      <a:pt x="4731897" y="1642383"/>
                    </a:moveTo>
                    <a:lnTo>
                      <a:pt x="4753061" y="1611063"/>
                    </a:lnTo>
                    <a:moveTo>
                      <a:pt x="4753061" y="1611063"/>
                    </a:moveTo>
                    <a:lnTo>
                      <a:pt x="4774225" y="1579743"/>
                    </a:lnTo>
                    <a:moveTo>
                      <a:pt x="4774225" y="1579743"/>
                    </a:moveTo>
                    <a:lnTo>
                      <a:pt x="4795389" y="1548424"/>
                    </a:lnTo>
                    <a:moveTo>
                      <a:pt x="4795389" y="1548424"/>
                    </a:moveTo>
                    <a:lnTo>
                      <a:pt x="4816553" y="1517104"/>
                    </a:lnTo>
                    <a:moveTo>
                      <a:pt x="4816553" y="1517104"/>
                    </a:moveTo>
                    <a:lnTo>
                      <a:pt x="4837717" y="1485784"/>
                    </a:lnTo>
                    <a:moveTo>
                      <a:pt x="4837717" y="1485784"/>
                    </a:moveTo>
                    <a:lnTo>
                      <a:pt x="4858881" y="1454464"/>
                    </a:lnTo>
                    <a:moveTo>
                      <a:pt x="4858881" y="1454464"/>
                    </a:moveTo>
                    <a:lnTo>
                      <a:pt x="4867951" y="1441043"/>
                    </a:lnTo>
                    <a:moveTo>
                      <a:pt x="3269632" y="2778259"/>
                    </a:moveTo>
                    <a:lnTo>
                      <a:pt x="3299531" y="2755131"/>
                    </a:lnTo>
                    <a:moveTo>
                      <a:pt x="3299531" y="2755131"/>
                    </a:moveTo>
                    <a:lnTo>
                      <a:pt x="3329429" y="2732003"/>
                    </a:lnTo>
                    <a:moveTo>
                      <a:pt x="3329429" y="2732003"/>
                    </a:moveTo>
                    <a:lnTo>
                      <a:pt x="3359328" y="2708874"/>
                    </a:lnTo>
                    <a:moveTo>
                      <a:pt x="3359328" y="2708874"/>
                    </a:moveTo>
                    <a:lnTo>
                      <a:pt x="3389227" y="2685746"/>
                    </a:lnTo>
                    <a:moveTo>
                      <a:pt x="3389227" y="2685746"/>
                    </a:moveTo>
                    <a:lnTo>
                      <a:pt x="3419125" y="2662618"/>
                    </a:lnTo>
                    <a:moveTo>
                      <a:pt x="3419125" y="2662618"/>
                    </a:moveTo>
                    <a:lnTo>
                      <a:pt x="3449024" y="2639490"/>
                    </a:lnTo>
                    <a:moveTo>
                      <a:pt x="3449024" y="2639490"/>
                    </a:moveTo>
                    <a:lnTo>
                      <a:pt x="3478922" y="2616362"/>
                    </a:lnTo>
                    <a:moveTo>
                      <a:pt x="3478922" y="2616362"/>
                    </a:moveTo>
                    <a:lnTo>
                      <a:pt x="3508821" y="2593233"/>
                    </a:lnTo>
                    <a:moveTo>
                      <a:pt x="3508821" y="2593233"/>
                    </a:moveTo>
                    <a:lnTo>
                      <a:pt x="3538720" y="2570105"/>
                    </a:lnTo>
                    <a:moveTo>
                      <a:pt x="3538720" y="2570105"/>
                    </a:moveTo>
                    <a:lnTo>
                      <a:pt x="3568618" y="2546977"/>
                    </a:lnTo>
                    <a:moveTo>
                      <a:pt x="3568618" y="2546977"/>
                    </a:moveTo>
                    <a:lnTo>
                      <a:pt x="3598517" y="2523849"/>
                    </a:lnTo>
                    <a:moveTo>
                      <a:pt x="3598517" y="2523849"/>
                    </a:moveTo>
                    <a:lnTo>
                      <a:pt x="3628415" y="2500721"/>
                    </a:lnTo>
                    <a:moveTo>
                      <a:pt x="3628415" y="2500721"/>
                    </a:moveTo>
                    <a:lnTo>
                      <a:pt x="3658314" y="2477592"/>
                    </a:lnTo>
                    <a:moveTo>
                      <a:pt x="3658314" y="2477592"/>
                    </a:moveTo>
                    <a:lnTo>
                      <a:pt x="3688213" y="2454464"/>
                    </a:lnTo>
                    <a:moveTo>
                      <a:pt x="3688213" y="2454464"/>
                    </a:moveTo>
                    <a:lnTo>
                      <a:pt x="3718111" y="2431336"/>
                    </a:lnTo>
                    <a:moveTo>
                      <a:pt x="3718111" y="2431336"/>
                    </a:moveTo>
                    <a:lnTo>
                      <a:pt x="3748010" y="2408208"/>
                    </a:lnTo>
                    <a:moveTo>
                      <a:pt x="3748010" y="2408208"/>
                    </a:moveTo>
                    <a:lnTo>
                      <a:pt x="3777908" y="2385080"/>
                    </a:lnTo>
                    <a:moveTo>
                      <a:pt x="3777908" y="2385080"/>
                    </a:moveTo>
                    <a:lnTo>
                      <a:pt x="3807807" y="2361951"/>
                    </a:lnTo>
                    <a:moveTo>
                      <a:pt x="3807807" y="2361951"/>
                    </a:moveTo>
                    <a:lnTo>
                      <a:pt x="3837706" y="2338823"/>
                    </a:lnTo>
                    <a:moveTo>
                      <a:pt x="3837706" y="2338823"/>
                    </a:moveTo>
                    <a:lnTo>
                      <a:pt x="3867604" y="2315695"/>
                    </a:lnTo>
                    <a:moveTo>
                      <a:pt x="3867604" y="2315695"/>
                    </a:moveTo>
                    <a:lnTo>
                      <a:pt x="3897503" y="2292567"/>
                    </a:lnTo>
                    <a:moveTo>
                      <a:pt x="3897503" y="2292567"/>
                    </a:moveTo>
                    <a:lnTo>
                      <a:pt x="3927401" y="2269439"/>
                    </a:lnTo>
                    <a:moveTo>
                      <a:pt x="3927401" y="2269439"/>
                    </a:moveTo>
                    <a:lnTo>
                      <a:pt x="3957300" y="2246310"/>
                    </a:lnTo>
                    <a:moveTo>
                      <a:pt x="3957300" y="2246310"/>
                    </a:moveTo>
                    <a:lnTo>
                      <a:pt x="3987199" y="2223182"/>
                    </a:lnTo>
                    <a:moveTo>
                      <a:pt x="3987199" y="2223182"/>
                    </a:moveTo>
                    <a:lnTo>
                      <a:pt x="4017097" y="2200054"/>
                    </a:lnTo>
                    <a:moveTo>
                      <a:pt x="4017097" y="2200054"/>
                    </a:moveTo>
                    <a:lnTo>
                      <a:pt x="4046996" y="2176926"/>
                    </a:lnTo>
                    <a:moveTo>
                      <a:pt x="4046996" y="2176926"/>
                    </a:moveTo>
                    <a:lnTo>
                      <a:pt x="4076894" y="2153798"/>
                    </a:lnTo>
                    <a:moveTo>
                      <a:pt x="4076894" y="2153798"/>
                    </a:moveTo>
                    <a:lnTo>
                      <a:pt x="4106793" y="2130669"/>
                    </a:lnTo>
                    <a:moveTo>
                      <a:pt x="4106793" y="2130669"/>
                    </a:moveTo>
                    <a:lnTo>
                      <a:pt x="4136692" y="2107541"/>
                    </a:lnTo>
                    <a:moveTo>
                      <a:pt x="4136692" y="2107541"/>
                    </a:moveTo>
                    <a:lnTo>
                      <a:pt x="4166590" y="2084413"/>
                    </a:lnTo>
                    <a:moveTo>
                      <a:pt x="4166590" y="2084413"/>
                    </a:moveTo>
                    <a:lnTo>
                      <a:pt x="4196489" y="2061285"/>
                    </a:lnTo>
                    <a:moveTo>
                      <a:pt x="4196489" y="2061285"/>
                    </a:moveTo>
                    <a:lnTo>
                      <a:pt x="4226387" y="2038157"/>
                    </a:lnTo>
                    <a:moveTo>
                      <a:pt x="4226387" y="2038157"/>
                    </a:moveTo>
                    <a:lnTo>
                      <a:pt x="4256286" y="2015028"/>
                    </a:lnTo>
                    <a:moveTo>
                      <a:pt x="4256286" y="2015028"/>
                    </a:moveTo>
                    <a:lnTo>
                      <a:pt x="4286185" y="1991900"/>
                    </a:lnTo>
                    <a:moveTo>
                      <a:pt x="4286185" y="1991900"/>
                    </a:moveTo>
                    <a:lnTo>
                      <a:pt x="4316083" y="1968772"/>
                    </a:lnTo>
                    <a:moveTo>
                      <a:pt x="4316083" y="1968772"/>
                    </a:moveTo>
                    <a:lnTo>
                      <a:pt x="4345982" y="1945644"/>
                    </a:lnTo>
                    <a:moveTo>
                      <a:pt x="4345982" y="1945644"/>
                    </a:moveTo>
                    <a:lnTo>
                      <a:pt x="4375880" y="1922516"/>
                    </a:lnTo>
                    <a:moveTo>
                      <a:pt x="4375880" y="1922516"/>
                    </a:moveTo>
                    <a:lnTo>
                      <a:pt x="4405779" y="1899387"/>
                    </a:lnTo>
                    <a:moveTo>
                      <a:pt x="4405779" y="1899387"/>
                    </a:moveTo>
                    <a:lnTo>
                      <a:pt x="4435678" y="1876259"/>
                    </a:lnTo>
                    <a:moveTo>
                      <a:pt x="4435678" y="1876259"/>
                    </a:moveTo>
                    <a:lnTo>
                      <a:pt x="4465576" y="1853131"/>
                    </a:lnTo>
                    <a:moveTo>
                      <a:pt x="4465576" y="1853131"/>
                    </a:moveTo>
                    <a:lnTo>
                      <a:pt x="4495475" y="1830003"/>
                    </a:lnTo>
                    <a:moveTo>
                      <a:pt x="4495475" y="1830003"/>
                    </a:moveTo>
                    <a:lnTo>
                      <a:pt x="4525373" y="1806875"/>
                    </a:lnTo>
                    <a:moveTo>
                      <a:pt x="4525373" y="1806875"/>
                    </a:moveTo>
                    <a:lnTo>
                      <a:pt x="4555272" y="1783746"/>
                    </a:lnTo>
                    <a:moveTo>
                      <a:pt x="4555272" y="1783746"/>
                    </a:moveTo>
                    <a:lnTo>
                      <a:pt x="4585171" y="1760618"/>
                    </a:lnTo>
                    <a:moveTo>
                      <a:pt x="4585171" y="1760618"/>
                    </a:moveTo>
                    <a:lnTo>
                      <a:pt x="4615069" y="1737490"/>
                    </a:lnTo>
                    <a:moveTo>
                      <a:pt x="4615069" y="1737490"/>
                    </a:moveTo>
                    <a:lnTo>
                      <a:pt x="4644968" y="1714362"/>
                    </a:lnTo>
                    <a:moveTo>
                      <a:pt x="4644968" y="1714362"/>
                    </a:moveTo>
                    <a:lnTo>
                      <a:pt x="4674866" y="1691234"/>
                    </a:lnTo>
                    <a:moveTo>
                      <a:pt x="4674866" y="1691234"/>
                    </a:moveTo>
                    <a:lnTo>
                      <a:pt x="4704765" y="1668105"/>
                    </a:lnTo>
                    <a:moveTo>
                      <a:pt x="4704765" y="1668105"/>
                    </a:moveTo>
                    <a:lnTo>
                      <a:pt x="4725193" y="1652303"/>
                    </a:lnTo>
                    <a:lnTo>
                      <a:pt x="4731897" y="1642383"/>
                    </a:lnTo>
                    <a:moveTo>
                      <a:pt x="4731897" y="1642383"/>
                    </a:moveTo>
                    <a:lnTo>
                      <a:pt x="4753061" y="1611063"/>
                    </a:lnTo>
                    <a:moveTo>
                      <a:pt x="4753061" y="1611063"/>
                    </a:moveTo>
                    <a:lnTo>
                      <a:pt x="4774225" y="1579743"/>
                    </a:lnTo>
                    <a:moveTo>
                      <a:pt x="4774225" y="1579743"/>
                    </a:moveTo>
                    <a:lnTo>
                      <a:pt x="4795389" y="1548424"/>
                    </a:lnTo>
                    <a:moveTo>
                      <a:pt x="4795389" y="1548424"/>
                    </a:moveTo>
                    <a:lnTo>
                      <a:pt x="4816553" y="1517104"/>
                    </a:lnTo>
                    <a:moveTo>
                      <a:pt x="4816553" y="1517104"/>
                    </a:moveTo>
                    <a:lnTo>
                      <a:pt x="4837717" y="1485784"/>
                    </a:lnTo>
                    <a:moveTo>
                      <a:pt x="4837717" y="1485784"/>
                    </a:moveTo>
                    <a:lnTo>
                      <a:pt x="4858881" y="1454464"/>
                    </a:lnTo>
                    <a:moveTo>
                      <a:pt x="4858881" y="1454464"/>
                    </a:moveTo>
                    <a:lnTo>
                      <a:pt x="4867951" y="1441043"/>
                    </a:lnTo>
                    <a:moveTo>
                      <a:pt x="871282" y="2415248"/>
                    </a:moveTo>
                    <a:lnTo>
                      <a:pt x="872847" y="2417292"/>
                    </a:lnTo>
                    <a:moveTo>
                      <a:pt x="5175233" y="1203359"/>
                    </a:moveTo>
                    <a:lnTo>
                      <a:pt x="5205132" y="1180232"/>
                    </a:lnTo>
                    <a:moveTo>
                      <a:pt x="5205132" y="1180232"/>
                    </a:moveTo>
                    <a:lnTo>
                      <a:pt x="5235031" y="1157105"/>
                    </a:lnTo>
                    <a:moveTo>
                      <a:pt x="5235031" y="1157105"/>
                    </a:moveTo>
                    <a:lnTo>
                      <a:pt x="5238968" y="115406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44" name="Контур"/>
              <p:cNvSpPr/>
              <p:nvPr/>
            </p:nvSpPr>
            <p:spPr>
              <a:xfrm>
                <a:off x="6766935" y="1584000"/>
                <a:ext cx="1033378" cy="883409"/>
              </a:xfrm>
              <a:custGeom>
                <a:avLst/>
                <a:gdLst/>
                <a:ahLst/>
                <a:cxnLst/>
                <a:rect l="l" t="t" r="r" b="b"/>
                <a:pathLst>
                  <a:path w="1033378" h="883409" fill="none">
                    <a:moveTo>
                      <a:pt x="1033378" y="0"/>
                    </a:moveTo>
                    <a:lnTo>
                      <a:pt x="1001031" y="35606"/>
                    </a:lnTo>
                    <a:moveTo>
                      <a:pt x="1001031" y="35606"/>
                    </a:moveTo>
                    <a:lnTo>
                      <a:pt x="916305" y="128867"/>
                    </a:lnTo>
                    <a:moveTo>
                      <a:pt x="916305" y="128867"/>
                    </a:moveTo>
                    <a:lnTo>
                      <a:pt x="831580" y="222128"/>
                    </a:lnTo>
                    <a:moveTo>
                      <a:pt x="831580" y="222128"/>
                    </a:moveTo>
                    <a:lnTo>
                      <a:pt x="746854" y="315388"/>
                    </a:lnTo>
                    <a:moveTo>
                      <a:pt x="746854" y="315388"/>
                    </a:moveTo>
                    <a:lnTo>
                      <a:pt x="662129" y="408649"/>
                    </a:lnTo>
                    <a:moveTo>
                      <a:pt x="662129" y="408649"/>
                    </a:moveTo>
                    <a:lnTo>
                      <a:pt x="577403" y="501910"/>
                    </a:lnTo>
                    <a:moveTo>
                      <a:pt x="577403" y="501910"/>
                    </a:moveTo>
                    <a:lnTo>
                      <a:pt x="492678" y="595171"/>
                    </a:lnTo>
                    <a:moveTo>
                      <a:pt x="492678" y="595171"/>
                    </a:moveTo>
                    <a:lnTo>
                      <a:pt x="407952" y="688432"/>
                    </a:lnTo>
                    <a:moveTo>
                      <a:pt x="407952" y="688432"/>
                    </a:moveTo>
                    <a:lnTo>
                      <a:pt x="323227" y="781693"/>
                    </a:lnTo>
                    <a:moveTo>
                      <a:pt x="323227" y="781693"/>
                    </a:moveTo>
                    <a:lnTo>
                      <a:pt x="238501" y="874954"/>
                    </a:lnTo>
                    <a:moveTo>
                      <a:pt x="238501" y="874954"/>
                    </a:moveTo>
                    <a:lnTo>
                      <a:pt x="230820" y="883409"/>
                    </a:lnTo>
                    <a:lnTo>
                      <a:pt x="152203" y="800059"/>
                    </a:lnTo>
                    <a:moveTo>
                      <a:pt x="152203" y="800059"/>
                    </a:moveTo>
                    <a:lnTo>
                      <a:pt x="65749" y="708398"/>
                    </a:lnTo>
                    <a:moveTo>
                      <a:pt x="65749" y="708398"/>
                    </a:moveTo>
                    <a:lnTo>
                      <a:pt x="0" y="63869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45" name="Контур"/>
              <p:cNvSpPr/>
              <p:nvPr/>
            </p:nvSpPr>
            <p:spPr>
              <a:xfrm>
                <a:off x="6912174" y="1584000"/>
                <a:ext cx="833274" cy="790418"/>
              </a:xfrm>
              <a:custGeom>
                <a:avLst/>
                <a:gdLst/>
                <a:ahLst/>
                <a:cxnLst/>
                <a:rect l="l" t="t" r="r" b="b"/>
                <a:pathLst>
                  <a:path w="833274" h="790418" fill="none">
                    <a:moveTo>
                      <a:pt x="816096" y="0"/>
                    </a:moveTo>
                    <a:lnTo>
                      <a:pt x="833274" y="44331"/>
                    </a:lnTo>
                    <a:lnTo>
                      <a:pt x="786774" y="31270"/>
                    </a:lnTo>
                    <a:lnTo>
                      <a:pt x="815182" y="0"/>
                    </a:lnTo>
                    <a:lnTo>
                      <a:pt x="812192" y="3292"/>
                    </a:lnTo>
                    <a:lnTo>
                      <a:pt x="825280" y="37069"/>
                    </a:lnTo>
                    <a:lnTo>
                      <a:pt x="790405" y="27273"/>
                    </a:lnTo>
                    <a:lnTo>
                      <a:pt x="794402" y="30904"/>
                    </a:lnTo>
                    <a:lnTo>
                      <a:pt x="816189" y="6923"/>
                    </a:lnTo>
                    <a:lnTo>
                      <a:pt x="812192" y="3292"/>
                    </a:lnTo>
                    <a:lnTo>
                      <a:pt x="815182" y="0"/>
                    </a:lnTo>
                    <a:moveTo>
                      <a:pt x="815857" y="0"/>
                    </a:moveTo>
                    <a:lnTo>
                      <a:pt x="816554" y="14551"/>
                    </a:lnTo>
                    <a:lnTo>
                      <a:pt x="820185" y="10554"/>
                    </a:lnTo>
                    <a:lnTo>
                      <a:pt x="820917" y="25810"/>
                    </a:lnTo>
                    <a:lnTo>
                      <a:pt x="824548" y="21813"/>
                    </a:lnTo>
                    <a:lnTo>
                      <a:pt x="829277" y="40700"/>
                    </a:lnTo>
                    <a:lnTo>
                      <a:pt x="810024" y="37801"/>
                    </a:lnTo>
                    <a:lnTo>
                      <a:pt x="813655" y="33804"/>
                    </a:lnTo>
                    <a:lnTo>
                      <a:pt x="798399" y="34535"/>
                    </a:lnTo>
                    <a:lnTo>
                      <a:pt x="802030" y="30538"/>
                    </a:lnTo>
                    <a:lnTo>
                      <a:pt x="786774" y="31270"/>
                    </a:lnTo>
                    <a:lnTo>
                      <a:pt x="798033" y="26907"/>
                    </a:lnTo>
                    <a:lnTo>
                      <a:pt x="797667" y="19279"/>
                    </a:lnTo>
                    <a:lnTo>
                      <a:pt x="805295" y="18914"/>
                    </a:lnTo>
                    <a:lnTo>
                      <a:pt x="804930" y="11286"/>
                    </a:lnTo>
                    <a:lnTo>
                      <a:pt x="812557" y="10920"/>
                    </a:lnTo>
                    <a:lnTo>
                      <a:pt x="815625" y="0"/>
                    </a:lnTo>
                    <a:moveTo>
                      <a:pt x="815857" y="0"/>
                    </a:moveTo>
                    <a:lnTo>
                      <a:pt x="816189" y="6923"/>
                    </a:lnTo>
                    <a:lnTo>
                      <a:pt x="808561" y="7289"/>
                    </a:lnTo>
                    <a:lnTo>
                      <a:pt x="808926" y="14917"/>
                    </a:lnTo>
                    <a:lnTo>
                      <a:pt x="801298" y="15282"/>
                    </a:lnTo>
                    <a:lnTo>
                      <a:pt x="801664" y="22910"/>
                    </a:lnTo>
                    <a:lnTo>
                      <a:pt x="794036" y="23276"/>
                    </a:lnTo>
                    <a:lnTo>
                      <a:pt x="794402" y="30904"/>
                    </a:lnTo>
                    <a:lnTo>
                      <a:pt x="798399" y="34535"/>
                    </a:lnTo>
                    <a:lnTo>
                      <a:pt x="802030" y="30538"/>
                    </a:lnTo>
                    <a:lnTo>
                      <a:pt x="810024" y="37801"/>
                    </a:lnTo>
                    <a:lnTo>
                      <a:pt x="813655" y="33804"/>
                    </a:lnTo>
                    <a:lnTo>
                      <a:pt x="833274" y="44331"/>
                    </a:lnTo>
                    <a:lnTo>
                      <a:pt x="825280" y="37069"/>
                    </a:lnTo>
                    <a:lnTo>
                      <a:pt x="828911" y="33072"/>
                    </a:lnTo>
                    <a:lnTo>
                      <a:pt x="820917" y="25810"/>
                    </a:lnTo>
                    <a:lnTo>
                      <a:pt x="824548" y="21813"/>
                    </a:lnTo>
                    <a:lnTo>
                      <a:pt x="816554" y="14551"/>
                    </a:lnTo>
                    <a:lnTo>
                      <a:pt x="820185" y="10554"/>
                    </a:lnTo>
                    <a:lnTo>
                      <a:pt x="816189" y="6923"/>
                    </a:lnTo>
                    <a:moveTo>
                      <a:pt x="646372" y="185817"/>
                    </a:moveTo>
                    <a:lnTo>
                      <a:pt x="663823" y="230853"/>
                    </a:lnTo>
                    <a:lnTo>
                      <a:pt x="617323" y="217792"/>
                    </a:lnTo>
                    <a:lnTo>
                      <a:pt x="646372" y="185817"/>
                    </a:lnTo>
                    <a:lnTo>
                      <a:pt x="642741" y="189814"/>
                    </a:lnTo>
                    <a:lnTo>
                      <a:pt x="655829" y="223591"/>
                    </a:lnTo>
                    <a:lnTo>
                      <a:pt x="620954" y="213795"/>
                    </a:lnTo>
                    <a:lnTo>
                      <a:pt x="624951" y="217426"/>
                    </a:lnTo>
                    <a:lnTo>
                      <a:pt x="646738" y="193445"/>
                    </a:lnTo>
                    <a:lnTo>
                      <a:pt x="642741" y="189814"/>
                    </a:lnTo>
                    <a:lnTo>
                      <a:pt x="646372" y="185817"/>
                    </a:lnTo>
                    <a:lnTo>
                      <a:pt x="647103" y="201073"/>
                    </a:lnTo>
                    <a:lnTo>
                      <a:pt x="650734" y="197076"/>
                    </a:lnTo>
                    <a:lnTo>
                      <a:pt x="651466" y="212332"/>
                    </a:lnTo>
                    <a:lnTo>
                      <a:pt x="655097" y="208335"/>
                    </a:lnTo>
                    <a:lnTo>
                      <a:pt x="659826" y="227222"/>
                    </a:lnTo>
                    <a:lnTo>
                      <a:pt x="640573" y="224322"/>
                    </a:lnTo>
                    <a:lnTo>
                      <a:pt x="644204" y="220325"/>
                    </a:lnTo>
                    <a:lnTo>
                      <a:pt x="628948" y="221057"/>
                    </a:lnTo>
                    <a:lnTo>
                      <a:pt x="632579" y="217060"/>
                    </a:lnTo>
                    <a:lnTo>
                      <a:pt x="617323" y="217792"/>
                    </a:lnTo>
                    <a:lnTo>
                      <a:pt x="628582" y="213429"/>
                    </a:lnTo>
                    <a:lnTo>
                      <a:pt x="628216" y="205801"/>
                    </a:lnTo>
                    <a:lnTo>
                      <a:pt x="635844" y="205435"/>
                    </a:lnTo>
                    <a:lnTo>
                      <a:pt x="635478" y="197807"/>
                    </a:lnTo>
                    <a:lnTo>
                      <a:pt x="643106" y="197441"/>
                    </a:lnTo>
                    <a:lnTo>
                      <a:pt x="646372" y="185817"/>
                    </a:lnTo>
                    <a:lnTo>
                      <a:pt x="646738" y="193445"/>
                    </a:lnTo>
                    <a:lnTo>
                      <a:pt x="639110" y="193810"/>
                    </a:lnTo>
                    <a:lnTo>
                      <a:pt x="639475" y="201438"/>
                    </a:lnTo>
                    <a:lnTo>
                      <a:pt x="631847" y="201804"/>
                    </a:lnTo>
                    <a:lnTo>
                      <a:pt x="632213" y="209432"/>
                    </a:lnTo>
                    <a:lnTo>
                      <a:pt x="624585" y="209798"/>
                    </a:lnTo>
                    <a:lnTo>
                      <a:pt x="624951" y="217426"/>
                    </a:lnTo>
                    <a:lnTo>
                      <a:pt x="628948" y="221057"/>
                    </a:lnTo>
                    <a:lnTo>
                      <a:pt x="632579" y="217060"/>
                    </a:lnTo>
                    <a:lnTo>
                      <a:pt x="640573" y="224322"/>
                    </a:lnTo>
                    <a:lnTo>
                      <a:pt x="644204" y="220325"/>
                    </a:lnTo>
                    <a:lnTo>
                      <a:pt x="663823" y="230853"/>
                    </a:lnTo>
                    <a:lnTo>
                      <a:pt x="655829" y="223591"/>
                    </a:lnTo>
                    <a:lnTo>
                      <a:pt x="659460" y="219594"/>
                    </a:lnTo>
                    <a:lnTo>
                      <a:pt x="651466" y="212332"/>
                    </a:lnTo>
                    <a:lnTo>
                      <a:pt x="655097" y="208335"/>
                    </a:lnTo>
                    <a:lnTo>
                      <a:pt x="647103" y="201073"/>
                    </a:lnTo>
                    <a:lnTo>
                      <a:pt x="650734" y="197076"/>
                    </a:lnTo>
                    <a:lnTo>
                      <a:pt x="646738" y="193445"/>
                    </a:lnTo>
                    <a:moveTo>
                      <a:pt x="476921" y="372338"/>
                    </a:moveTo>
                    <a:lnTo>
                      <a:pt x="494372" y="417375"/>
                    </a:lnTo>
                    <a:lnTo>
                      <a:pt x="447872" y="404313"/>
                    </a:lnTo>
                    <a:lnTo>
                      <a:pt x="476921" y="372338"/>
                    </a:lnTo>
                    <a:lnTo>
                      <a:pt x="473290" y="376335"/>
                    </a:lnTo>
                    <a:lnTo>
                      <a:pt x="486378" y="410112"/>
                    </a:lnTo>
                    <a:lnTo>
                      <a:pt x="451503" y="400317"/>
                    </a:lnTo>
                    <a:lnTo>
                      <a:pt x="455500" y="403948"/>
                    </a:lnTo>
                    <a:lnTo>
                      <a:pt x="477287" y="379966"/>
                    </a:lnTo>
                    <a:lnTo>
                      <a:pt x="473290" y="376335"/>
                    </a:lnTo>
                    <a:lnTo>
                      <a:pt x="476921" y="372338"/>
                    </a:lnTo>
                    <a:lnTo>
                      <a:pt x="477652" y="387594"/>
                    </a:lnTo>
                    <a:lnTo>
                      <a:pt x="481283" y="383597"/>
                    </a:lnTo>
                    <a:lnTo>
                      <a:pt x="482015" y="398853"/>
                    </a:lnTo>
                    <a:lnTo>
                      <a:pt x="485646" y="394856"/>
                    </a:lnTo>
                    <a:lnTo>
                      <a:pt x="490375" y="413744"/>
                    </a:lnTo>
                    <a:lnTo>
                      <a:pt x="471122" y="410844"/>
                    </a:lnTo>
                    <a:lnTo>
                      <a:pt x="474753" y="406847"/>
                    </a:lnTo>
                    <a:lnTo>
                      <a:pt x="459497" y="407579"/>
                    </a:lnTo>
                    <a:lnTo>
                      <a:pt x="463128" y="403582"/>
                    </a:lnTo>
                    <a:lnTo>
                      <a:pt x="447872" y="404313"/>
                    </a:lnTo>
                    <a:lnTo>
                      <a:pt x="459131" y="399951"/>
                    </a:lnTo>
                    <a:lnTo>
                      <a:pt x="458765" y="392323"/>
                    </a:lnTo>
                    <a:lnTo>
                      <a:pt x="466393" y="391957"/>
                    </a:lnTo>
                    <a:lnTo>
                      <a:pt x="466027" y="384329"/>
                    </a:lnTo>
                    <a:lnTo>
                      <a:pt x="473655" y="383963"/>
                    </a:lnTo>
                    <a:lnTo>
                      <a:pt x="476921" y="372338"/>
                    </a:lnTo>
                    <a:lnTo>
                      <a:pt x="477287" y="379966"/>
                    </a:lnTo>
                    <a:lnTo>
                      <a:pt x="469659" y="380332"/>
                    </a:lnTo>
                    <a:lnTo>
                      <a:pt x="470024" y="387960"/>
                    </a:lnTo>
                    <a:lnTo>
                      <a:pt x="462396" y="388326"/>
                    </a:lnTo>
                    <a:lnTo>
                      <a:pt x="462762" y="395954"/>
                    </a:lnTo>
                    <a:lnTo>
                      <a:pt x="455134" y="396320"/>
                    </a:lnTo>
                    <a:lnTo>
                      <a:pt x="455500" y="403948"/>
                    </a:lnTo>
                    <a:lnTo>
                      <a:pt x="459497" y="407579"/>
                    </a:lnTo>
                    <a:lnTo>
                      <a:pt x="463128" y="403582"/>
                    </a:lnTo>
                    <a:lnTo>
                      <a:pt x="471122" y="410844"/>
                    </a:lnTo>
                    <a:lnTo>
                      <a:pt x="474753" y="406847"/>
                    </a:lnTo>
                    <a:lnTo>
                      <a:pt x="494372" y="417375"/>
                    </a:lnTo>
                    <a:lnTo>
                      <a:pt x="486378" y="410112"/>
                    </a:lnTo>
                    <a:lnTo>
                      <a:pt x="490009" y="406116"/>
                    </a:lnTo>
                    <a:lnTo>
                      <a:pt x="482015" y="398853"/>
                    </a:lnTo>
                    <a:lnTo>
                      <a:pt x="485646" y="394856"/>
                    </a:lnTo>
                    <a:lnTo>
                      <a:pt x="477652" y="387594"/>
                    </a:lnTo>
                    <a:lnTo>
                      <a:pt x="481283" y="383597"/>
                    </a:lnTo>
                    <a:lnTo>
                      <a:pt x="477287" y="379966"/>
                    </a:lnTo>
                    <a:moveTo>
                      <a:pt x="307470" y="558860"/>
                    </a:moveTo>
                    <a:lnTo>
                      <a:pt x="324920" y="603896"/>
                    </a:lnTo>
                    <a:lnTo>
                      <a:pt x="278421" y="590835"/>
                    </a:lnTo>
                    <a:lnTo>
                      <a:pt x="307470" y="558860"/>
                    </a:lnTo>
                    <a:lnTo>
                      <a:pt x="303839" y="562857"/>
                    </a:lnTo>
                    <a:lnTo>
                      <a:pt x="316927" y="596634"/>
                    </a:lnTo>
                    <a:lnTo>
                      <a:pt x="282052" y="586838"/>
                    </a:lnTo>
                    <a:lnTo>
                      <a:pt x="286049" y="590469"/>
                    </a:lnTo>
                    <a:lnTo>
                      <a:pt x="307836" y="566488"/>
                    </a:lnTo>
                    <a:lnTo>
                      <a:pt x="303839" y="562857"/>
                    </a:lnTo>
                    <a:lnTo>
                      <a:pt x="307470" y="558860"/>
                    </a:lnTo>
                    <a:lnTo>
                      <a:pt x="308201" y="574116"/>
                    </a:lnTo>
                    <a:lnTo>
                      <a:pt x="311832" y="570119"/>
                    </a:lnTo>
                    <a:lnTo>
                      <a:pt x="312564" y="585375"/>
                    </a:lnTo>
                    <a:lnTo>
                      <a:pt x="316195" y="581378"/>
                    </a:lnTo>
                    <a:lnTo>
                      <a:pt x="320924" y="600265"/>
                    </a:lnTo>
                    <a:lnTo>
                      <a:pt x="301671" y="597366"/>
                    </a:lnTo>
                    <a:lnTo>
                      <a:pt x="305302" y="593369"/>
                    </a:lnTo>
                    <a:lnTo>
                      <a:pt x="290046" y="594100"/>
                    </a:lnTo>
                    <a:lnTo>
                      <a:pt x="293677" y="590104"/>
                    </a:lnTo>
                    <a:lnTo>
                      <a:pt x="278421" y="590835"/>
                    </a:lnTo>
                    <a:lnTo>
                      <a:pt x="289680" y="586473"/>
                    </a:lnTo>
                    <a:lnTo>
                      <a:pt x="289314" y="578845"/>
                    </a:lnTo>
                    <a:lnTo>
                      <a:pt x="296942" y="578479"/>
                    </a:lnTo>
                    <a:lnTo>
                      <a:pt x="296576" y="570851"/>
                    </a:lnTo>
                    <a:lnTo>
                      <a:pt x="304204" y="570485"/>
                    </a:lnTo>
                    <a:lnTo>
                      <a:pt x="307470" y="558860"/>
                    </a:lnTo>
                    <a:lnTo>
                      <a:pt x="307836" y="566488"/>
                    </a:lnTo>
                    <a:lnTo>
                      <a:pt x="300208" y="566854"/>
                    </a:lnTo>
                    <a:lnTo>
                      <a:pt x="300573" y="574482"/>
                    </a:lnTo>
                    <a:lnTo>
                      <a:pt x="292945" y="574848"/>
                    </a:lnTo>
                    <a:lnTo>
                      <a:pt x="293311" y="582476"/>
                    </a:lnTo>
                    <a:lnTo>
                      <a:pt x="285683" y="582841"/>
                    </a:lnTo>
                    <a:lnTo>
                      <a:pt x="286049" y="590469"/>
                    </a:lnTo>
                    <a:lnTo>
                      <a:pt x="290046" y="594100"/>
                    </a:lnTo>
                    <a:lnTo>
                      <a:pt x="293677" y="590104"/>
                    </a:lnTo>
                    <a:lnTo>
                      <a:pt x="301671" y="597366"/>
                    </a:lnTo>
                    <a:lnTo>
                      <a:pt x="305302" y="593369"/>
                    </a:lnTo>
                    <a:lnTo>
                      <a:pt x="324920" y="603896"/>
                    </a:lnTo>
                    <a:lnTo>
                      <a:pt x="316927" y="596634"/>
                    </a:lnTo>
                    <a:lnTo>
                      <a:pt x="320558" y="592637"/>
                    </a:lnTo>
                    <a:lnTo>
                      <a:pt x="312564" y="585375"/>
                    </a:lnTo>
                    <a:lnTo>
                      <a:pt x="316195" y="581378"/>
                    </a:lnTo>
                    <a:lnTo>
                      <a:pt x="308201" y="574116"/>
                    </a:lnTo>
                    <a:lnTo>
                      <a:pt x="311832" y="570119"/>
                    </a:lnTo>
                    <a:lnTo>
                      <a:pt x="307836" y="566488"/>
                    </a:lnTo>
                    <a:moveTo>
                      <a:pt x="138019" y="745382"/>
                    </a:moveTo>
                    <a:lnTo>
                      <a:pt x="155469" y="790418"/>
                    </a:lnTo>
                    <a:lnTo>
                      <a:pt x="108970" y="777357"/>
                    </a:lnTo>
                    <a:lnTo>
                      <a:pt x="138019" y="745382"/>
                    </a:lnTo>
                    <a:lnTo>
                      <a:pt x="134388" y="749379"/>
                    </a:lnTo>
                    <a:lnTo>
                      <a:pt x="147476" y="783156"/>
                    </a:lnTo>
                    <a:lnTo>
                      <a:pt x="112601" y="773360"/>
                    </a:lnTo>
                    <a:lnTo>
                      <a:pt x="116598" y="776991"/>
                    </a:lnTo>
                    <a:lnTo>
                      <a:pt x="138384" y="753010"/>
                    </a:lnTo>
                    <a:lnTo>
                      <a:pt x="134388" y="749379"/>
                    </a:lnTo>
                    <a:lnTo>
                      <a:pt x="138019" y="745382"/>
                    </a:lnTo>
                    <a:lnTo>
                      <a:pt x="138750" y="760638"/>
                    </a:lnTo>
                    <a:lnTo>
                      <a:pt x="142381" y="756641"/>
                    </a:lnTo>
                    <a:lnTo>
                      <a:pt x="143113" y="771897"/>
                    </a:lnTo>
                    <a:lnTo>
                      <a:pt x="146744" y="767900"/>
                    </a:lnTo>
                    <a:lnTo>
                      <a:pt x="151473" y="786787"/>
                    </a:lnTo>
                    <a:lnTo>
                      <a:pt x="132220" y="783888"/>
                    </a:lnTo>
                    <a:lnTo>
                      <a:pt x="135851" y="779891"/>
                    </a:lnTo>
                    <a:lnTo>
                      <a:pt x="120595" y="780622"/>
                    </a:lnTo>
                    <a:lnTo>
                      <a:pt x="124226" y="776625"/>
                    </a:lnTo>
                    <a:lnTo>
                      <a:pt x="108970" y="777357"/>
                    </a:lnTo>
                    <a:lnTo>
                      <a:pt x="120229" y="772994"/>
                    </a:lnTo>
                    <a:lnTo>
                      <a:pt x="119863" y="765366"/>
                    </a:lnTo>
                    <a:lnTo>
                      <a:pt x="127491" y="765000"/>
                    </a:lnTo>
                    <a:lnTo>
                      <a:pt x="127125" y="757372"/>
                    </a:lnTo>
                    <a:lnTo>
                      <a:pt x="134753" y="757007"/>
                    </a:lnTo>
                    <a:lnTo>
                      <a:pt x="138019" y="745382"/>
                    </a:lnTo>
                    <a:lnTo>
                      <a:pt x="138384" y="753010"/>
                    </a:lnTo>
                    <a:lnTo>
                      <a:pt x="130757" y="753376"/>
                    </a:lnTo>
                    <a:lnTo>
                      <a:pt x="131122" y="761004"/>
                    </a:lnTo>
                    <a:lnTo>
                      <a:pt x="123494" y="761369"/>
                    </a:lnTo>
                    <a:lnTo>
                      <a:pt x="123860" y="768997"/>
                    </a:lnTo>
                    <a:lnTo>
                      <a:pt x="116232" y="769363"/>
                    </a:lnTo>
                    <a:lnTo>
                      <a:pt x="116598" y="776991"/>
                    </a:lnTo>
                    <a:lnTo>
                      <a:pt x="120595" y="780622"/>
                    </a:lnTo>
                    <a:lnTo>
                      <a:pt x="124226" y="776625"/>
                    </a:lnTo>
                    <a:lnTo>
                      <a:pt x="132220" y="783888"/>
                    </a:lnTo>
                    <a:lnTo>
                      <a:pt x="135851" y="779891"/>
                    </a:lnTo>
                    <a:lnTo>
                      <a:pt x="155469" y="790418"/>
                    </a:lnTo>
                    <a:lnTo>
                      <a:pt x="147476" y="783156"/>
                    </a:lnTo>
                    <a:lnTo>
                      <a:pt x="151107" y="779159"/>
                    </a:lnTo>
                    <a:lnTo>
                      <a:pt x="143113" y="771897"/>
                    </a:lnTo>
                    <a:lnTo>
                      <a:pt x="146744" y="767900"/>
                    </a:lnTo>
                    <a:lnTo>
                      <a:pt x="138750" y="760638"/>
                    </a:lnTo>
                    <a:lnTo>
                      <a:pt x="142381" y="756641"/>
                    </a:lnTo>
                    <a:lnTo>
                      <a:pt x="138384" y="753010"/>
                    </a:lnTo>
                    <a:moveTo>
                      <a:pt x="46248" y="763007"/>
                    </a:moveTo>
                    <a:lnTo>
                      <a:pt x="0" y="776935"/>
                    </a:lnTo>
                    <a:lnTo>
                      <a:pt x="16606" y="731580"/>
                    </a:lnTo>
                    <a:lnTo>
                      <a:pt x="46248" y="763007"/>
                    </a:lnTo>
                    <a:lnTo>
                      <a:pt x="42542" y="759079"/>
                    </a:lnTo>
                    <a:lnTo>
                      <a:pt x="7857" y="769525"/>
                    </a:lnTo>
                    <a:lnTo>
                      <a:pt x="20311" y="735509"/>
                    </a:lnTo>
                    <a:lnTo>
                      <a:pt x="16383" y="739214"/>
                    </a:lnTo>
                    <a:lnTo>
                      <a:pt x="38614" y="762784"/>
                    </a:lnTo>
                    <a:lnTo>
                      <a:pt x="42542" y="759079"/>
                    </a:lnTo>
                    <a:lnTo>
                      <a:pt x="46248" y="763007"/>
                    </a:lnTo>
                    <a:lnTo>
                      <a:pt x="30981" y="762561"/>
                    </a:lnTo>
                    <a:lnTo>
                      <a:pt x="34686" y="766489"/>
                    </a:lnTo>
                    <a:lnTo>
                      <a:pt x="19419" y="766043"/>
                    </a:lnTo>
                    <a:lnTo>
                      <a:pt x="23124" y="769971"/>
                    </a:lnTo>
                    <a:lnTo>
                      <a:pt x="3929" y="773230"/>
                    </a:lnTo>
                    <a:lnTo>
                      <a:pt x="8303" y="754258"/>
                    </a:lnTo>
                    <a:lnTo>
                      <a:pt x="12008" y="758186"/>
                    </a:lnTo>
                    <a:lnTo>
                      <a:pt x="12455" y="742919"/>
                    </a:lnTo>
                    <a:lnTo>
                      <a:pt x="16160" y="746847"/>
                    </a:lnTo>
                    <a:lnTo>
                      <a:pt x="16606" y="731580"/>
                    </a:lnTo>
                    <a:lnTo>
                      <a:pt x="20088" y="743142"/>
                    </a:lnTo>
                    <a:lnTo>
                      <a:pt x="27722" y="743365"/>
                    </a:lnTo>
                    <a:lnTo>
                      <a:pt x="27498" y="750999"/>
                    </a:lnTo>
                    <a:lnTo>
                      <a:pt x="35132" y="751222"/>
                    </a:lnTo>
                    <a:lnTo>
                      <a:pt x="34909" y="758855"/>
                    </a:lnTo>
                    <a:lnTo>
                      <a:pt x="46248" y="763007"/>
                    </a:lnTo>
                    <a:lnTo>
                      <a:pt x="38614" y="762784"/>
                    </a:lnTo>
                    <a:lnTo>
                      <a:pt x="38837" y="755150"/>
                    </a:lnTo>
                    <a:lnTo>
                      <a:pt x="31204" y="754927"/>
                    </a:lnTo>
                    <a:lnTo>
                      <a:pt x="31427" y="747294"/>
                    </a:lnTo>
                    <a:lnTo>
                      <a:pt x="23793" y="747071"/>
                    </a:lnTo>
                    <a:lnTo>
                      <a:pt x="24016" y="739437"/>
                    </a:lnTo>
                    <a:lnTo>
                      <a:pt x="16383" y="739214"/>
                    </a:lnTo>
                    <a:lnTo>
                      <a:pt x="12455" y="742919"/>
                    </a:lnTo>
                    <a:lnTo>
                      <a:pt x="16160" y="746847"/>
                    </a:lnTo>
                    <a:lnTo>
                      <a:pt x="8303" y="754258"/>
                    </a:lnTo>
                    <a:lnTo>
                      <a:pt x="12008" y="758186"/>
                    </a:lnTo>
                    <a:lnTo>
                      <a:pt x="0" y="776935"/>
                    </a:lnTo>
                    <a:lnTo>
                      <a:pt x="7857" y="769525"/>
                    </a:lnTo>
                    <a:lnTo>
                      <a:pt x="11562" y="773453"/>
                    </a:lnTo>
                    <a:lnTo>
                      <a:pt x="19419" y="766043"/>
                    </a:lnTo>
                    <a:lnTo>
                      <a:pt x="23124" y="769971"/>
                    </a:lnTo>
                    <a:lnTo>
                      <a:pt x="30981" y="762561"/>
                    </a:lnTo>
                    <a:lnTo>
                      <a:pt x="34686" y="766489"/>
                    </a:lnTo>
                    <a:lnTo>
                      <a:pt x="38614" y="76278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46" name="Контур"/>
              <p:cNvSpPr/>
              <p:nvPr/>
            </p:nvSpPr>
            <p:spPr>
              <a:xfrm>
                <a:off x="6766935" y="1584000"/>
                <a:ext cx="715199" cy="638690"/>
              </a:xfrm>
              <a:custGeom>
                <a:avLst/>
                <a:gdLst/>
                <a:ahLst/>
                <a:cxnLst/>
                <a:rect l="l" t="t" r="r" b="b"/>
                <a:pathLst>
                  <a:path w="715199" h="638690" fill="none">
                    <a:moveTo>
                      <a:pt x="0" y="638690"/>
                    </a:moveTo>
                    <a:lnTo>
                      <a:pt x="91661" y="552236"/>
                    </a:lnTo>
                    <a:moveTo>
                      <a:pt x="91661" y="552236"/>
                    </a:moveTo>
                    <a:lnTo>
                      <a:pt x="183322" y="465782"/>
                    </a:lnTo>
                    <a:moveTo>
                      <a:pt x="183322" y="465782"/>
                    </a:moveTo>
                    <a:lnTo>
                      <a:pt x="209290" y="441289"/>
                    </a:lnTo>
                    <a:lnTo>
                      <a:pt x="274983" y="379328"/>
                    </a:lnTo>
                    <a:moveTo>
                      <a:pt x="274983" y="379328"/>
                    </a:moveTo>
                    <a:lnTo>
                      <a:pt x="366644" y="292874"/>
                    </a:lnTo>
                    <a:moveTo>
                      <a:pt x="366644" y="292874"/>
                    </a:moveTo>
                    <a:lnTo>
                      <a:pt x="458305" y="206421"/>
                    </a:lnTo>
                    <a:moveTo>
                      <a:pt x="458305" y="206421"/>
                    </a:moveTo>
                    <a:lnTo>
                      <a:pt x="549966" y="119967"/>
                    </a:lnTo>
                    <a:moveTo>
                      <a:pt x="549966" y="119967"/>
                    </a:moveTo>
                    <a:lnTo>
                      <a:pt x="596229" y="76332"/>
                    </a:lnTo>
                    <a:lnTo>
                      <a:pt x="648753" y="42632"/>
                    </a:lnTo>
                    <a:moveTo>
                      <a:pt x="648753" y="42632"/>
                    </a:moveTo>
                    <a:lnTo>
                      <a:pt x="71519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47" name="Контур"/>
              <p:cNvSpPr/>
              <p:nvPr/>
            </p:nvSpPr>
            <p:spPr>
              <a:xfrm>
                <a:off x="6813033" y="1584000"/>
                <a:ext cx="605155" cy="537587"/>
              </a:xfrm>
              <a:custGeom>
                <a:avLst/>
                <a:gdLst/>
                <a:ahLst/>
                <a:cxnLst/>
                <a:rect l="l" t="t" r="r" b="b"/>
                <a:pathLst>
                  <a:path w="605155" h="537587" fill="none">
                    <a:moveTo>
                      <a:pt x="31426" y="491339"/>
                    </a:moveTo>
                    <a:lnTo>
                      <a:pt x="45355" y="537587"/>
                    </a:lnTo>
                    <a:lnTo>
                      <a:pt x="0" y="520981"/>
                    </a:lnTo>
                    <a:lnTo>
                      <a:pt x="31426" y="491339"/>
                    </a:lnTo>
                    <a:lnTo>
                      <a:pt x="27498" y="495045"/>
                    </a:lnTo>
                    <a:lnTo>
                      <a:pt x="37944" y="529730"/>
                    </a:lnTo>
                    <a:lnTo>
                      <a:pt x="3928" y="517276"/>
                    </a:lnTo>
                    <a:lnTo>
                      <a:pt x="7633" y="521204"/>
                    </a:lnTo>
                    <a:lnTo>
                      <a:pt x="31203" y="498973"/>
                    </a:lnTo>
                    <a:lnTo>
                      <a:pt x="27498" y="495045"/>
                    </a:lnTo>
                    <a:lnTo>
                      <a:pt x="31426" y="491339"/>
                    </a:lnTo>
                    <a:lnTo>
                      <a:pt x="30980" y="506606"/>
                    </a:lnTo>
                    <a:lnTo>
                      <a:pt x="34909" y="502901"/>
                    </a:lnTo>
                    <a:lnTo>
                      <a:pt x="34462" y="518168"/>
                    </a:lnTo>
                    <a:lnTo>
                      <a:pt x="38391" y="514463"/>
                    </a:lnTo>
                    <a:lnTo>
                      <a:pt x="41649" y="533658"/>
                    </a:lnTo>
                    <a:lnTo>
                      <a:pt x="22677" y="529284"/>
                    </a:lnTo>
                    <a:lnTo>
                      <a:pt x="26606" y="525579"/>
                    </a:lnTo>
                    <a:lnTo>
                      <a:pt x="11339" y="525132"/>
                    </a:lnTo>
                    <a:lnTo>
                      <a:pt x="15267" y="521427"/>
                    </a:lnTo>
                    <a:lnTo>
                      <a:pt x="0" y="520981"/>
                    </a:lnTo>
                    <a:lnTo>
                      <a:pt x="11562" y="517499"/>
                    </a:lnTo>
                    <a:lnTo>
                      <a:pt x="11785" y="509865"/>
                    </a:lnTo>
                    <a:lnTo>
                      <a:pt x="19418" y="510088"/>
                    </a:lnTo>
                    <a:lnTo>
                      <a:pt x="19642" y="502455"/>
                    </a:lnTo>
                    <a:lnTo>
                      <a:pt x="27275" y="502678"/>
                    </a:lnTo>
                    <a:lnTo>
                      <a:pt x="31426" y="491339"/>
                    </a:lnTo>
                    <a:lnTo>
                      <a:pt x="31203" y="498973"/>
                    </a:lnTo>
                    <a:lnTo>
                      <a:pt x="23570" y="498750"/>
                    </a:lnTo>
                    <a:lnTo>
                      <a:pt x="23347" y="506383"/>
                    </a:lnTo>
                    <a:lnTo>
                      <a:pt x="15713" y="506160"/>
                    </a:lnTo>
                    <a:lnTo>
                      <a:pt x="15490" y="513794"/>
                    </a:lnTo>
                    <a:lnTo>
                      <a:pt x="7857" y="513570"/>
                    </a:lnTo>
                    <a:lnTo>
                      <a:pt x="7633" y="521204"/>
                    </a:lnTo>
                    <a:lnTo>
                      <a:pt x="11339" y="525132"/>
                    </a:lnTo>
                    <a:lnTo>
                      <a:pt x="15267" y="521427"/>
                    </a:lnTo>
                    <a:lnTo>
                      <a:pt x="22677" y="529284"/>
                    </a:lnTo>
                    <a:lnTo>
                      <a:pt x="26606" y="525579"/>
                    </a:lnTo>
                    <a:lnTo>
                      <a:pt x="45355" y="537587"/>
                    </a:lnTo>
                    <a:lnTo>
                      <a:pt x="37944" y="529730"/>
                    </a:lnTo>
                    <a:lnTo>
                      <a:pt x="41873" y="526025"/>
                    </a:lnTo>
                    <a:lnTo>
                      <a:pt x="34462" y="518168"/>
                    </a:lnTo>
                    <a:lnTo>
                      <a:pt x="38391" y="514463"/>
                    </a:lnTo>
                    <a:lnTo>
                      <a:pt x="30980" y="506606"/>
                    </a:lnTo>
                    <a:lnTo>
                      <a:pt x="34909" y="502901"/>
                    </a:lnTo>
                    <a:lnTo>
                      <a:pt x="31203" y="498973"/>
                    </a:lnTo>
                    <a:moveTo>
                      <a:pt x="214748" y="318432"/>
                    </a:moveTo>
                    <a:lnTo>
                      <a:pt x="228676" y="364679"/>
                    </a:lnTo>
                    <a:lnTo>
                      <a:pt x="183322" y="348073"/>
                    </a:lnTo>
                    <a:lnTo>
                      <a:pt x="214748" y="318432"/>
                    </a:lnTo>
                    <a:lnTo>
                      <a:pt x="210820" y="322137"/>
                    </a:lnTo>
                    <a:lnTo>
                      <a:pt x="221266" y="356822"/>
                    </a:lnTo>
                    <a:lnTo>
                      <a:pt x="187250" y="344368"/>
                    </a:lnTo>
                    <a:lnTo>
                      <a:pt x="190955" y="348296"/>
                    </a:lnTo>
                    <a:lnTo>
                      <a:pt x="214525" y="326065"/>
                    </a:lnTo>
                    <a:lnTo>
                      <a:pt x="210820" y="322137"/>
                    </a:lnTo>
                    <a:lnTo>
                      <a:pt x="214748" y="318432"/>
                    </a:lnTo>
                    <a:lnTo>
                      <a:pt x="214302" y="333699"/>
                    </a:lnTo>
                    <a:lnTo>
                      <a:pt x="218230" y="329993"/>
                    </a:lnTo>
                    <a:lnTo>
                      <a:pt x="217784" y="345260"/>
                    </a:lnTo>
                    <a:lnTo>
                      <a:pt x="221712" y="341555"/>
                    </a:lnTo>
                    <a:lnTo>
                      <a:pt x="224971" y="360750"/>
                    </a:lnTo>
                    <a:lnTo>
                      <a:pt x="205999" y="356376"/>
                    </a:lnTo>
                    <a:lnTo>
                      <a:pt x="209927" y="352671"/>
                    </a:lnTo>
                    <a:lnTo>
                      <a:pt x="194660" y="352224"/>
                    </a:lnTo>
                    <a:lnTo>
                      <a:pt x="198589" y="348519"/>
                    </a:lnTo>
                    <a:lnTo>
                      <a:pt x="183322" y="348073"/>
                    </a:lnTo>
                    <a:lnTo>
                      <a:pt x="194884" y="344591"/>
                    </a:lnTo>
                    <a:lnTo>
                      <a:pt x="195107" y="336957"/>
                    </a:lnTo>
                    <a:lnTo>
                      <a:pt x="202740" y="337181"/>
                    </a:lnTo>
                    <a:lnTo>
                      <a:pt x="202963" y="329547"/>
                    </a:lnTo>
                    <a:lnTo>
                      <a:pt x="210597" y="329770"/>
                    </a:lnTo>
                    <a:lnTo>
                      <a:pt x="214748" y="318432"/>
                    </a:lnTo>
                    <a:lnTo>
                      <a:pt x="214525" y="326065"/>
                    </a:lnTo>
                    <a:lnTo>
                      <a:pt x="206892" y="325842"/>
                    </a:lnTo>
                    <a:lnTo>
                      <a:pt x="206669" y="333475"/>
                    </a:lnTo>
                    <a:lnTo>
                      <a:pt x="199035" y="333252"/>
                    </a:lnTo>
                    <a:lnTo>
                      <a:pt x="198812" y="340886"/>
                    </a:lnTo>
                    <a:lnTo>
                      <a:pt x="191178" y="340663"/>
                    </a:lnTo>
                    <a:lnTo>
                      <a:pt x="190955" y="348296"/>
                    </a:lnTo>
                    <a:lnTo>
                      <a:pt x="194660" y="352224"/>
                    </a:lnTo>
                    <a:lnTo>
                      <a:pt x="198589" y="348519"/>
                    </a:lnTo>
                    <a:lnTo>
                      <a:pt x="205999" y="356376"/>
                    </a:lnTo>
                    <a:lnTo>
                      <a:pt x="209927" y="352671"/>
                    </a:lnTo>
                    <a:lnTo>
                      <a:pt x="228676" y="364679"/>
                    </a:lnTo>
                    <a:lnTo>
                      <a:pt x="221266" y="356822"/>
                    </a:lnTo>
                    <a:lnTo>
                      <a:pt x="225194" y="353117"/>
                    </a:lnTo>
                    <a:lnTo>
                      <a:pt x="217784" y="345260"/>
                    </a:lnTo>
                    <a:lnTo>
                      <a:pt x="221712" y="341555"/>
                    </a:lnTo>
                    <a:lnTo>
                      <a:pt x="214302" y="333699"/>
                    </a:lnTo>
                    <a:lnTo>
                      <a:pt x="218230" y="329993"/>
                    </a:lnTo>
                    <a:lnTo>
                      <a:pt x="214525" y="326065"/>
                    </a:lnTo>
                    <a:moveTo>
                      <a:pt x="398070" y="145524"/>
                    </a:moveTo>
                    <a:lnTo>
                      <a:pt x="411998" y="191771"/>
                    </a:lnTo>
                    <a:lnTo>
                      <a:pt x="366644" y="175165"/>
                    </a:lnTo>
                    <a:lnTo>
                      <a:pt x="398070" y="145524"/>
                    </a:lnTo>
                    <a:lnTo>
                      <a:pt x="394142" y="149229"/>
                    </a:lnTo>
                    <a:lnTo>
                      <a:pt x="404588" y="183914"/>
                    </a:lnTo>
                    <a:lnTo>
                      <a:pt x="370572" y="171460"/>
                    </a:lnTo>
                    <a:lnTo>
                      <a:pt x="374277" y="175388"/>
                    </a:lnTo>
                    <a:lnTo>
                      <a:pt x="397847" y="153157"/>
                    </a:lnTo>
                    <a:lnTo>
                      <a:pt x="394142" y="149229"/>
                    </a:lnTo>
                    <a:lnTo>
                      <a:pt x="398070" y="145524"/>
                    </a:lnTo>
                    <a:lnTo>
                      <a:pt x="397624" y="160791"/>
                    </a:lnTo>
                    <a:lnTo>
                      <a:pt x="401552" y="157086"/>
                    </a:lnTo>
                    <a:lnTo>
                      <a:pt x="401106" y="172353"/>
                    </a:lnTo>
                    <a:lnTo>
                      <a:pt x="405034" y="168648"/>
                    </a:lnTo>
                    <a:lnTo>
                      <a:pt x="408293" y="187843"/>
                    </a:lnTo>
                    <a:lnTo>
                      <a:pt x="389321" y="183468"/>
                    </a:lnTo>
                    <a:lnTo>
                      <a:pt x="393249" y="179763"/>
                    </a:lnTo>
                    <a:lnTo>
                      <a:pt x="377982" y="179317"/>
                    </a:lnTo>
                    <a:lnTo>
                      <a:pt x="381911" y="175612"/>
                    </a:lnTo>
                    <a:lnTo>
                      <a:pt x="366644" y="175165"/>
                    </a:lnTo>
                    <a:lnTo>
                      <a:pt x="378205" y="171683"/>
                    </a:lnTo>
                    <a:lnTo>
                      <a:pt x="378429" y="164050"/>
                    </a:lnTo>
                    <a:lnTo>
                      <a:pt x="386062" y="164273"/>
                    </a:lnTo>
                    <a:lnTo>
                      <a:pt x="386285" y="156639"/>
                    </a:lnTo>
                    <a:lnTo>
                      <a:pt x="393919" y="156863"/>
                    </a:lnTo>
                    <a:lnTo>
                      <a:pt x="398070" y="145524"/>
                    </a:lnTo>
                    <a:lnTo>
                      <a:pt x="397847" y="153157"/>
                    </a:lnTo>
                    <a:lnTo>
                      <a:pt x="390214" y="152934"/>
                    </a:lnTo>
                    <a:lnTo>
                      <a:pt x="389990" y="160568"/>
                    </a:lnTo>
                    <a:lnTo>
                      <a:pt x="382357" y="160345"/>
                    </a:lnTo>
                    <a:lnTo>
                      <a:pt x="382134" y="167978"/>
                    </a:lnTo>
                    <a:lnTo>
                      <a:pt x="374500" y="167755"/>
                    </a:lnTo>
                    <a:lnTo>
                      <a:pt x="374277" y="175388"/>
                    </a:lnTo>
                    <a:lnTo>
                      <a:pt x="377982" y="179317"/>
                    </a:lnTo>
                    <a:lnTo>
                      <a:pt x="381911" y="175612"/>
                    </a:lnTo>
                    <a:lnTo>
                      <a:pt x="389321" y="183468"/>
                    </a:lnTo>
                    <a:lnTo>
                      <a:pt x="393249" y="179763"/>
                    </a:lnTo>
                    <a:lnTo>
                      <a:pt x="411998" y="191771"/>
                    </a:lnTo>
                    <a:lnTo>
                      <a:pt x="404588" y="183914"/>
                    </a:lnTo>
                    <a:lnTo>
                      <a:pt x="408516" y="180209"/>
                    </a:lnTo>
                    <a:lnTo>
                      <a:pt x="401106" y="172353"/>
                    </a:lnTo>
                    <a:lnTo>
                      <a:pt x="405034" y="168648"/>
                    </a:lnTo>
                    <a:lnTo>
                      <a:pt x="397624" y="160791"/>
                    </a:lnTo>
                    <a:lnTo>
                      <a:pt x="401552" y="157086"/>
                    </a:lnTo>
                    <a:lnTo>
                      <a:pt x="397847" y="153157"/>
                    </a:lnTo>
                    <a:moveTo>
                      <a:pt x="602132" y="0"/>
                    </a:moveTo>
                    <a:lnTo>
                      <a:pt x="605155" y="28196"/>
                    </a:lnTo>
                    <a:lnTo>
                      <a:pt x="563647" y="3501"/>
                    </a:lnTo>
                    <a:lnTo>
                      <a:pt x="569103" y="0"/>
                    </a:lnTo>
                    <a:moveTo>
                      <a:pt x="597274" y="0"/>
                    </a:moveTo>
                    <a:lnTo>
                      <a:pt x="599323" y="19106"/>
                    </a:lnTo>
                    <a:lnTo>
                      <a:pt x="568192" y="585"/>
                    </a:lnTo>
                    <a:lnTo>
                      <a:pt x="571108" y="5130"/>
                    </a:lnTo>
                    <a:lnTo>
                      <a:pt x="579103" y="0"/>
                    </a:lnTo>
                    <a:moveTo>
                      <a:pt x="599586" y="0"/>
                    </a:moveTo>
                    <a:lnTo>
                      <a:pt x="598036" y="7100"/>
                    </a:lnTo>
                    <a:lnTo>
                      <a:pt x="602581" y="4184"/>
                    </a:lnTo>
                    <a:lnTo>
                      <a:pt x="602239" y="23651"/>
                    </a:lnTo>
                    <a:lnTo>
                      <a:pt x="584401" y="15849"/>
                    </a:lnTo>
                    <a:lnTo>
                      <a:pt x="588946" y="12932"/>
                    </a:lnTo>
                    <a:lnTo>
                      <a:pt x="574024" y="9675"/>
                    </a:lnTo>
                    <a:lnTo>
                      <a:pt x="578569" y="6759"/>
                    </a:lnTo>
                    <a:lnTo>
                      <a:pt x="563647" y="3501"/>
                    </a:lnTo>
                    <a:lnTo>
                      <a:pt x="575653" y="2214"/>
                    </a:lnTo>
                    <a:lnTo>
                      <a:pt x="576136" y="0"/>
                    </a:lnTo>
                    <a:moveTo>
                      <a:pt x="572228" y="0"/>
                    </a:moveTo>
                    <a:lnTo>
                      <a:pt x="571108" y="5130"/>
                    </a:lnTo>
                    <a:lnTo>
                      <a:pt x="574024" y="9675"/>
                    </a:lnTo>
                    <a:lnTo>
                      <a:pt x="578569" y="6759"/>
                    </a:lnTo>
                    <a:lnTo>
                      <a:pt x="584401" y="15849"/>
                    </a:lnTo>
                    <a:lnTo>
                      <a:pt x="588946" y="12932"/>
                    </a:lnTo>
                    <a:lnTo>
                      <a:pt x="605155" y="28196"/>
                    </a:lnTo>
                    <a:lnTo>
                      <a:pt x="599323" y="19106"/>
                    </a:lnTo>
                    <a:lnTo>
                      <a:pt x="603868" y="16190"/>
                    </a:lnTo>
                    <a:lnTo>
                      <a:pt x="598036" y="7100"/>
                    </a:lnTo>
                    <a:lnTo>
                      <a:pt x="602581" y="4184"/>
                    </a:lnTo>
                    <a:lnTo>
                      <a:pt x="599896" y="0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48" name="Контур"/>
              <p:cNvSpPr/>
              <p:nvPr/>
            </p:nvSpPr>
            <p:spPr>
              <a:xfrm>
                <a:off x="6766935" y="1584000"/>
                <a:ext cx="715199" cy="638690"/>
              </a:xfrm>
              <a:custGeom>
                <a:avLst/>
                <a:gdLst/>
                <a:ahLst/>
                <a:cxnLst/>
                <a:rect l="l" t="t" r="r" b="b"/>
                <a:pathLst>
                  <a:path w="715199" h="638690" fill="none">
                    <a:moveTo>
                      <a:pt x="715199" y="0"/>
                    </a:moveTo>
                    <a:lnTo>
                      <a:pt x="690577" y="15797"/>
                    </a:lnTo>
                    <a:moveTo>
                      <a:pt x="690577" y="15797"/>
                    </a:moveTo>
                    <a:lnTo>
                      <a:pt x="596229" y="76332"/>
                    </a:lnTo>
                    <a:lnTo>
                      <a:pt x="586116" y="85870"/>
                    </a:lnTo>
                    <a:moveTo>
                      <a:pt x="586116" y="85870"/>
                    </a:moveTo>
                    <a:lnTo>
                      <a:pt x="494455" y="172324"/>
                    </a:lnTo>
                    <a:moveTo>
                      <a:pt x="494455" y="172324"/>
                    </a:moveTo>
                    <a:lnTo>
                      <a:pt x="402794" y="258778"/>
                    </a:lnTo>
                    <a:moveTo>
                      <a:pt x="402794" y="258778"/>
                    </a:moveTo>
                    <a:lnTo>
                      <a:pt x="311133" y="345232"/>
                    </a:lnTo>
                    <a:moveTo>
                      <a:pt x="311133" y="345232"/>
                    </a:moveTo>
                    <a:lnTo>
                      <a:pt x="219472" y="431686"/>
                    </a:lnTo>
                    <a:moveTo>
                      <a:pt x="219472" y="431686"/>
                    </a:moveTo>
                    <a:lnTo>
                      <a:pt x="209290" y="441289"/>
                    </a:lnTo>
                    <a:lnTo>
                      <a:pt x="127811" y="518140"/>
                    </a:lnTo>
                    <a:moveTo>
                      <a:pt x="127811" y="518140"/>
                    </a:moveTo>
                    <a:lnTo>
                      <a:pt x="36150" y="604593"/>
                    </a:lnTo>
                    <a:moveTo>
                      <a:pt x="36150" y="604593"/>
                    </a:moveTo>
                    <a:lnTo>
                      <a:pt x="0" y="63869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49" name="Контур"/>
              <p:cNvSpPr/>
              <p:nvPr/>
            </p:nvSpPr>
            <p:spPr>
              <a:xfrm>
                <a:off x="6803294" y="1584000"/>
                <a:ext cx="768646" cy="665490"/>
              </a:xfrm>
              <a:custGeom>
                <a:avLst/>
                <a:gdLst/>
                <a:ahLst/>
                <a:cxnLst/>
                <a:rect l="l" t="t" r="r" b="b"/>
                <a:pathLst>
                  <a:path w="768646" h="665490" fill="none">
                    <a:moveTo>
                      <a:pt x="768113" y="504"/>
                    </a:moveTo>
                    <a:lnTo>
                      <a:pt x="767961" y="0"/>
                    </a:lnTo>
                    <a:moveTo>
                      <a:pt x="768646" y="0"/>
                    </a:moveTo>
                    <a:lnTo>
                      <a:pt x="768113" y="504"/>
                    </a:lnTo>
                    <a:lnTo>
                      <a:pt x="768646" y="0"/>
                    </a:lnTo>
                    <a:moveTo>
                      <a:pt x="768646" y="0"/>
                    </a:moveTo>
                    <a:lnTo>
                      <a:pt x="768113" y="504"/>
                    </a:lnTo>
                    <a:lnTo>
                      <a:pt x="768127" y="0"/>
                    </a:lnTo>
                    <a:moveTo>
                      <a:pt x="768297" y="0"/>
                    </a:moveTo>
                    <a:lnTo>
                      <a:pt x="768113" y="504"/>
                    </a:lnTo>
                    <a:lnTo>
                      <a:pt x="768127" y="0"/>
                    </a:lnTo>
                    <a:moveTo>
                      <a:pt x="563893" y="146767"/>
                    </a:moveTo>
                    <a:lnTo>
                      <a:pt x="549965" y="100520"/>
                    </a:lnTo>
                    <a:lnTo>
                      <a:pt x="595320" y="117126"/>
                    </a:lnTo>
                    <a:lnTo>
                      <a:pt x="563893" y="146767"/>
                    </a:lnTo>
                    <a:lnTo>
                      <a:pt x="567822" y="143062"/>
                    </a:lnTo>
                    <a:lnTo>
                      <a:pt x="557376" y="108376"/>
                    </a:lnTo>
                    <a:lnTo>
                      <a:pt x="591392" y="120831"/>
                    </a:lnTo>
                    <a:lnTo>
                      <a:pt x="587686" y="116902"/>
                    </a:lnTo>
                    <a:lnTo>
                      <a:pt x="564116" y="139133"/>
                    </a:lnTo>
                    <a:lnTo>
                      <a:pt x="567822" y="143062"/>
                    </a:lnTo>
                    <a:lnTo>
                      <a:pt x="563893" y="146767"/>
                    </a:lnTo>
                    <a:lnTo>
                      <a:pt x="564340" y="131500"/>
                    </a:lnTo>
                    <a:lnTo>
                      <a:pt x="560411" y="135205"/>
                    </a:lnTo>
                    <a:lnTo>
                      <a:pt x="560858" y="119938"/>
                    </a:lnTo>
                    <a:lnTo>
                      <a:pt x="556929" y="123643"/>
                    </a:lnTo>
                    <a:lnTo>
                      <a:pt x="553670" y="104448"/>
                    </a:lnTo>
                    <a:lnTo>
                      <a:pt x="572643" y="108823"/>
                    </a:lnTo>
                    <a:lnTo>
                      <a:pt x="568714" y="112528"/>
                    </a:lnTo>
                    <a:lnTo>
                      <a:pt x="583981" y="112974"/>
                    </a:lnTo>
                    <a:lnTo>
                      <a:pt x="580053" y="116679"/>
                    </a:lnTo>
                    <a:lnTo>
                      <a:pt x="595320" y="117126"/>
                    </a:lnTo>
                    <a:lnTo>
                      <a:pt x="583758" y="120608"/>
                    </a:lnTo>
                    <a:lnTo>
                      <a:pt x="583535" y="128241"/>
                    </a:lnTo>
                    <a:lnTo>
                      <a:pt x="575901" y="128018"/>
                    </a:lnTo>
                    <a:lnTo>
                      <a:pt x="575678" y="135651"/>
                    </a:lnTo>
                    <a:lnTo>
                      <a:pt x="568045" y="135428"/>
                    </a:lnTo>
                    <a:lnTo>
                      <a:pt x="563893" y="146767"/>
                    </a:lnTo>
                    <a:lnTo>
                      <a:pt x="564116" y="139133"/>
                    </a:lnTo>
                    <a:lnTo>
                      <a:pt x="571750" y="139357"/>
                    </a:lnTo>
                    <a:lnTo>
                      <a:pt x="571973" y="131723"/>
                    </a:lnTo>
                    <a:lnTo>
                      <a:pt x="579607" y="131946"/>
                    </a:lnTo>
                    <a:lnTo>
                      <a:pt x="579830" y="124313"/>
                    </a:lnTo>
                    <a:lnTo>
                      <a:pt x="587463" y="124536"/>
                    </a:lnTo>
                    <a:lnTo>
                      <a:pt x="587686" y="116902"/>
                    </a:lnTo>
                    <a:lnTo>
                      <a:pt x="583981" y="112974"/>
                    </a:lnTo>
                    <a:lnTo>
                      <a:pt x="580053" y="116679"/>
                    </a:lnTo>
                    <a:lnTo>
                      <a:pt x="572643" y="108823"/>
                    </a:lnTo>
                    <a:lnTo>
                      <a:pt x="568714" y="112528"/>
                    </a:lnTo>
                    <a:lnTo>
                      <a:pt x="549965" y="100520"/>
                    </a:lnTo>
                    <a:lnTo>
                      <a:pt x="557376" y="108376"/>
                    </a:lnTo>
                    <a:lnTo>
                      <a:pt x="553447" y="112081"/>
                    </a:lnTo>
                    <a:lnTo>
                      <a:pt x="560858" y="119938"/>
                    </a:lnTo>
                    <a:lnTo>
                      <a:pt x="556929" y="123643"/>
                    </a:lnTo>
                    <a:lnTo>
                      <a:pt x="564340" y="131500"/>
                    </a:lnTo>
                    <a:lnTo>
                      <a:pt x="560411" y="135205"/>
                    </a:lnTo>
                    <a:lnTo>
                      <a:pt x="564116" y="139133"/>
                    </a:lnTo>
                    <a:moveTo>
                      <a:pt x="380571" y="319675"/>
                    </a:moveTo>
                    <a:lnTo>
                      <a:pt x="366643" y="273427"/>
                    </a:lnTo>
                    <a:lnTo>
                      <a:pt x="411998" y="290033"/>
                    </a:lnTo>
                    <a:lnTo>
                      <a:pt x="380571" y="319675"/>
                    </a:lnTo>
                    <a:lnTo>
                      <a:pt x="384500" y="315969"/>
                    </a:lnTo>
                    <a:lnTo>
                      <a:pt x="374054" y="281284"/>
                    </a:lnTo>
                    <a:lnTo>
                      <a:pt x="408070" y="293738"/>
                    </a:lnTo>
                    <a:lnTo>
                      <a:pt x="404364" y="289810"/>
                    </a:lnTo>
                    <a:lnTo>
                      <a:pt x="380795" y="312041"/>
                    </a:lnTo>
                    <a:lnTo>
                      <a:pt x="384500" y="315969"/>
                    </a:lnTo>
                    <a:lnTo>
                      <a:pt x="380571" y="319675"/>
                    </a:lnTo>
                    <a:lnTo>
                      <a:pt x="381018" y="304408"/>
                    </a:lnTo>
                    <a:lnTo>
                      <a:pt x="377089" y="308113"/>
                    </a:lnTo>
                    <a:lnTo>
                      <a:pt x="377536" y="292846"/>
                    </a:lnTo>
                    <a:lnTo>
                      <a:pt x="373607" y="296551"/>
                    </a:lnTo>
                    <a:lnTo>
                      <a:pt x="370349" y="277356"/>
                    </a:lnTo>
                    <a:lnTo>
                      <a:pt x="389321" y="281730"/>
                    </a:lnTo>
                    <a:lnTo>
                      <a:pt x="385392" y="285435"/>
                    </a:lnTo>
                    <a:lnTo>
                      <a:pt x="400659" y="285882"/>
                    </a:lnTo>
                    <a:lnTo>
                      <a:pt x="396731" y="289587"/>
                    </a:lnTo>
                    <a:lnTo>
                      <a:pt x="411998" y="290033"/>
                    </a:lnTo>
                    <a:lnTo>
                      <a:pt x="400436" y="293515"/>
                    </a:lnTo>
                    <a:lnTo>
                      <a:pt x="400213" y="301149"/>
                    </a:lnTo>
                    <a:lnTo>
                      <a:pt x="392580" y="300926"/>
                    </a:lnTo>
                    <a:lnTo>
                      <a:pt x="392356" y="308559"/>
                    </a:lnTo>
                    <a:lnTo>
                      <a:pt x="384723" y="308336"/>
                    </a:lnTo>
                    <a:lnTo>
                      <a:pt x="380571" y="319675"/>
                    </a:lnTo>
                    <a:lnTo>
                      <a:pt x="380795" y="312041"/>
                    </a:lnTo>
                    <a:lnTo>
                      <a:pt x="388428" y="312264"/>
                    </a:lnTo>
                    <a:lnTo>
                      <a:pt x="388651" y="304631"/>
                    </a:lnTo>
                    <a:lnTo>
                      <a:pt x="396285" y="304854"/>
                    </a:lnTo>
                    <a:lnTo>
                      <a:pt x="396508" y="297220"/>
                    </a:lnTo>
                    <a:lnTo>
                      <a:pt x="404141" y="297444"/>
                    </a:lnTo>
                    <a:lnTo>
                      <a:pt x="404364" y="289810"/>
                    </a:lnTo>
                    <a:lnTo>
                      <a:pt x="400659" y="285882"/>
                    </a:lnTo>
                    <a:lnTo>
                      <a:pt x="396731" y="289587"/>
                    </a:lnTo>
                    <a:lnTo>
                      <a:pt x="389321" y="281730"/>
                    </a:lnTo>
                    <a:lnTo>
                      <a:pt x="385392" y="285435"/>
                    </a:lnTo>
                    <a:lnTo>
                      <a:pt x="366643" y="273427"/>
                    </a:lnTo>
                    <a:lnTo>
                      <a:pt x="374054" y="281284"/>
                    </a:lnTo>
                    <a:lnTo>
                      <a:pt x="370125" y="284989"/>
                    </a:lnTo>
                    <a:lnTo>
                      <a:pt x="377536" y="292846"/>
                    </a:lnTo>
                    <a:lnTo>
                      <a:pt x="373607" y="296551"/>
                    </a:lnTo>
                    <a:lnTo>
                      <a:pt x="381018" y="304408"/>
                    </a:lnTo>
                    <a:lnTo>
                      <a:pt x="377089" y="308113"/>
                    </a:lnTo>
                    <a:lnTo>
                      <a:pt x="380795" y="312041"/>
                    </a:lnTo>
                    <a:moveTo>
                      <a:pt x="197249" y="492582"/>
                    </a:moveTo>
                    <a:lnTo>
                      <a:pt x="183321" y="446335"/>
                    </a:lnTo>
                    <a:lnTo>
                      <a:pt x="228676" y="462941"/>
                    </a:lnTo>
                    <a:lnTo>
                      <a:pt x="197249" y="492582"/>
                    </a:lnTo>
                    <a:lnTo>
                      <a:pt x="201178" y="488877"/>
                    </a:lnTo>
                    <a:lnTo>
                      <a:pt x="190732" y="454192"/>
                    </a:lnTo>
                    <a:lnTo>
                      <a:pt x="224748" y="466646"/>
                    </a:lnTo>
                    <a:lnTo>
                      <a:pt x="221043" y="462718"/>
                    </a:lnTo>
                    <a:lnTo>
                      <a:pt x="197473" y="484949"/>
                    </a:lnTo>
                    <a:lnTo>
                      <a:pt x="201178" y="488877"/>
                    </a:lnTo>
                    <a:lnTo>
                      <a:pt x="197249" y="492582"/>
                    </a:lnTo>
                    <a:lnTo>
                      <a:pt x="197696" y="477315"/>
                    </a:lnTo>
                    <a:lnTo>
                      <a:pt x="193767" y="481020"/>
                    </a:lnTo>
                    <a:lnTo>
                      <a:pt x="194214" y="465753"/>
                    </a:lnTo>
                    <a:lnTo>
                      <a:pt x="190285" y="469459"/>
                    </a:lnTo>
                    <a:lnTo>
                      <a:pt x="187027" y="450263"/>
                    </a:lnTo>
                    <a:lnTo>
                      <a:pt x="205999" y="454638"/>
                    </a:lnTo>
                    <a:lnTo>
                      <a:pt x="202070" y="458343"/>
                    </a:lnTo>
                    <a:lnTo>
                      <a:pt x="217337" y="458789"/>
                    </a:lnTo>
                    <a:lnTo>
                      <a:pt x="213409" y="462495"/>
                    </a:lnTo>
                    <a:lnTo>
                      <a:pt x="228676" y="462941"/>
                    </a:lnTo>
                    <a:lnTo>
                      <a:pt x="217114" y="466423"/>
                    </a:lnTo>
                    <a:lnTo>
                      <a:pt x="216891" y="474056"/>
                    </a:lnTo>
                    <a:lnTo>
                      <a:pt x="209258" y="473833"/>
                    </a:lnTo>
                    <a:lnTo>
                      <a:pt x="209034" y="481467"/>
                    </a:lnTo>
                    <a:lnTo>
                      <a:pt x="201401" y="481244"/>
                    </a:lnTo>
                    <a:lnTo>
                      <a:pt x="197249" y="492582"/>
                    </a:lnTo>
                    <a:lnTo>
                      <a:pt x="197473" y="484949"/>
                    </a:lnTo>
                    <a:lnTo>
                      <a:pt x="205106" y="485172"/>
                    </a:lnTo>
                    <a:lnTo>
                      <a:pt x="205329" y="477538"/>
                    </a:lnTo>
                    <a:lnTo>
                      <a:pt x="212963" y="477762"/>
                    </a:lnTo>
                    <a:lnTo>
                      <a:pt x="213186" y="470128"/>
                    </a:lnTo>
                    <a:lnTo>
                      <a:pt x="220819" y="470351"/>
                    </a:lnTo>
                    <a:lnTo>
                      <a:pt x="221043" y="462718"/>
                    </a:lnTo>
                    <a:lnTo>
                      <a:pt x="217337" y="458789"/>
                    </a:lnTo>
                    <a:lnTo>
                      <a:pt x="213409" y="462495"/>
                    </a:lnTo>
                    <a:lnTo>
                      <a:pt x="205999" y="454638"/>
                    </a:lnTo>
                    <a:lnTo>
                      <a:pt x="202070" y="458343"/>
                    </a:lnTo>
                    <a:lnTo>
                      <a:pt x="183321" y="446335"/>
                    </a:lnTo>
                    <a:lnTo>
                      <a:pt x="190732" y="454192"/>
                    </a:lnTo>
                    <a:lnTo>
                      <a:pt x="186803" y="457897"/>
                    </a:lnTo>
                    <a:lnTo>
                      <a:pt x="194214" y="465753"/>
                    </a:lnTo>
                    <a:lnTo>
                      <a:pt x="190285" y="469459"/>
                    </a:lnTo>
                    <a:lnTo>
                      <a:pt x="197696" y="477315"/>
                    </a:lnTo>
                    <a:lnTo>
                      <a:pt x="193767" y="481020"/>
                    </a:lnTo>
                    <a:lnTo>
                      <a:pt x="197473" y="484949"/>
                    </a:lnTo>
                    <a:moveTo>
                      <a:pt x="13928" y="665490"/>
                    </a:moveTo>
                    <a:lnTo>
                      <a:pt x="0" y="619243"/>
                    </a:lnTo>
                    <a:lnTo>
                      <a:pt x="45354" y="635849"/>
                    </a:lnTo>
                    <a:lnTo>
                      <a:pt x="13928" y="665490"/>
                    </a:lnTo>
                    <a:lnTo>
                      <a:pt x="17856" y="661785"/>
                    </a:lnTo>
                    <a:lnTo>
                      <a:pt x="7410" y="627100"/>
                    </a:lnTo>
                    <a:lnTo>
                      <a:pt x="41426" y="639554"/>
                    </a:lnTo>
                    <a:lnTo>
                      <a:pt x="37721" y="635626"/>
                    </a:lnTo>
                    <a:lnTo>
                      <a:pt x="14151" y="657857"/>
                    </a:lnTo>
                    <a:lnTo>
                      <a:pt x="17856" y="661785"/>
                    </a:lnTo>
                    <a:lnTo>
                      <a:pt x="13928" y="665490"/>
                    </a:lnTo>
                    <a:lnTo>
                      <a:pt x="14374" y="650223"/>
                    </a:lnTo>
                    <a:lnTo>
                      <a:pt x="10446" y="653928"/>
                    </a:lnTo>
                    <a:lnTo>
                      <a:pt x="10892" y="638661"/>
                    </a:lnTo>
                    <a:lnTo>
                      <a:pt x="6964" y="642367"/>
                    </a:lnTo>
                    <a:lnTo>
                      <a:pt x="3705" y="623171"/>
                    </a:lnTo>
                    <a:lnTo>
                      <a:pt x="22677" y="627546"/>
                    </a:lnTo>
                    <a:lnTo>
                      <a:pt x="18749" y="631251"/>
                    </a:lnTo>
                    <a:lnTo>
                      <a:pt x="34016" y="631697"/>
                    </a:lnTo>
                    <a:lnTo>
                      <a:pt x="30087" y="635403"/>
                    </a:lnTo>
                    <a:lnTo>
                      <a:pt x="45354" y="635849"/>
                    </a:lnTo>
                    <a:lnTo>
                      <a:pt x="33793" y="639331"/>
                    </a:lnTo>
                    <a:lnTo>
                      <a:pt x="33569" y="646964"/>
                    </a:lnTo>
                    <a:lnTo>
                      <a:pt x="25936" y="646741"/>
                    </a:lnTo>
                    <a:lnTo>
                      <a:pt x="25713" y="654375"/>
                    </a:lnTo>
                    <a:lnTo>
                      <a:pt x="18079" y="654152"/>
                    </a:lnTo>
                    <a:lnTo>
                      <a:pt x="13928" y="665490"/>
                    </a:lnTo>
                    <a:lnTo>
                      <a:pt x="14151" y="657857"/>
                    </a:lnTo>
                    <a:lnTo>
                      <a:pt x="21784" y="658080"/>
                    </a:lnTo>
                    <a:lnTo>
                      <a:pt x="22008" y="650446"/>
                    </a:lnTo>
                    <a:lnTo>
                      <a:pt x="29641" y="650670"/>
                    </a:lnTo>
                    <a:lnTo>
                      <a:pt x="29864" y="643036"/>
                    </a:lnTo>
                    <a:lnTo>
                      <a:pt x="37498" y="643259"/>
                    </a:lnTo>
                    <a:lnTo>
                      <a:pt x="37721" y="635626"/>
                    </a:lnTo>
                    <a:lnTo>
                      <a:pt x="34016" y="631697"/>
                    </a:lnTo>
                    <a:lnTo>
                      <a:pt x="30087" y="635403"/>
                    </a:lnTo>
                    <a:lnTo>
                      <a:pt x="22677" y="627546"/>
                    </a:lnTo>
                    <a:lnTo>
                      <a:pt x="18749" y="631251"/>
                    </a:lnTo>
                    <a:lnTo>
                      <a:pt x="0" y="619243"/>
                    </a:lnTo>
                    <a:lnTo>
                      <a:pt x="7410" y="627100"/>
                    </a:lnTo>
                    <a:lnTo>
                      <a:pt x="3482" y="630805"/>
                    </a:lnTo>
                    <a:lnTo>
                      <a:pt x="10892" y="638661"/>
                    </a:lnTo>
                    <a:lnTo>
                      <a:pt x="6964" y="642367"/>
                    </a:lnTo>
                    <a:lnTo>
                      <a:pt x="14374" y="650223"/>
                    </a:lnTo>
                    <a:lnTo>
                      <a:pt x="10446" y="653928"/>
                    </a:lnTo>
                    <a:lnTo>
                      <a:pt x="14151" y="65785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50" name="Контур"/>
              <p:cNvSpPr/>
              <p:nvPr/>
            </p:nvSpPr>
            <p:spPr>
              <a:xfrm>
                <a:off x="5642085" y="1584000"/>
                <a:ext cx="1451132" cy="2687499"/>
              </a:xfrm>
              <a:custGeom>
                <a:avLst/>
                <a:gdLst/>
                <a:ahLst/>
                <a:cxnLst/>
                <a:rect l="l" t="t" r="r" b="b"/>
                <a:pathLst>
                  <a:path w="1451132" h="2687499" fill="none">
                    <a:moveTo>
                      <a:pt x="1124850" y="638690"/>
                    </a:moveTo>
                    <a:lnTo>
                      <a:pt x="1097352" y="664626"/>
                    </a:lnTo>
                    <a:moveTo>
                      <a:pt x="1097352" y="664626"/>
                    </a:moveTo>
                    <a:lnTo>
                      <a:pt x="1069853" y="690562"/>
                    </a:lnTo>
                    <a:moveTo>
                      <a:pt x="1069853" y="690562"/>
                    </a:moveTo>
                    <a:lnTo>
                      <a:pt x="1065926" y="694267"/>
                    </a:lnTo>
                    <a:moveTo>
                      <a:pt x="654091" y="538568"/>
                    </a:moveTo>
                    <a:lnTo>
                      <a:pt x="680027" y="566067"/>
                    </a:lnTo>
                    <a:moveTo>
                      <a:pt x="680027" y="566067"/>
                    </a:moveTo>
                    <a:lnTo>
                      <a:pt x="705964" y="593565"/>
                    </a:lnTo>
                    <a:moveTo>
                      <a:pt x="705964" y="593565"/>
                    </a:moveTo>
                    <a:lnTo>
                      <a:pt x="731900" y="621063"/>
                    </a:lnTo>
                    <a:moveTo>
                      <a:pt x="731900" y="621063"/>
                    </a:moveTo>
                    <a:lnTo>
                      <a:pt x="757836" y="648561"/>
                    </a:lnTo>
                    <a:moveTo>
                      <a:pt x="757836" y="648561"/>
                    </a:moveTo>
                    <a:lnTo>
                      <a:pt x="783772" y="676059"/>
                    </a:lnTo>
                    <a:moveTo>
                      <a:pt x="783772" y="676059"/>
                    </a:moveTo>
                    <a:lnTo>
                      <a:pt x="786752" y="679219"/>
                    </a:lnTo>
                    <a:lnTo>
                      <a:pt x="811091" y="656263"/>
                    </a:lnTo>
                    <a:moveTo>
                      <a:pt x="811091" y="656263"/>
                    </a:moveTo>
                    <a:lnTo>
                      <a:pt x="838589" y="630326"/>
                    </a:lnTo>
                    <a:moveTo>
                      <a:pt x="838589" y="630326"/>
                    </a:moveTo>
                    <a:lnTo>
                      <a:pt x="866088" y="604390"/>
                    </a:lnTo>
                    <a:moveTo>
                      <a:pt x="866088" y="604390"/>
                    </a:moveTo>
                    <a:lnTo>
                      <a:pt x="893586" y="578454"/>
                    </a:lnTo>
                    <a:moveTo>
                      <a:pt x="893586" y="578454"/>
                    </a:moveTo>
                    <a:lnTo>
                      <a:pt x="921084" y="552518"/>
                    </a:lnTo>
                    <a:moveTo>
                      <a:pt x="921084" y="552518"/>
                    </a:moveTo>
                    <a:lnTo>
                      <a:pt x="948583" y="526582"/>
                    </a:lnTo>
                    <a:moveTo>
                      <a:pt x="948583" y="526582"/>
                    </a:moveTo>
                    <a:lnTo>
                      <a:pt x="976081" y="500645"/>
                    </a:lnTo>
                    <a:moveTo>
                      <a:pt x="976081" y="500645"/>
                    </a:moveTo>
                    <a:lnTo>
                      <a:pt x="1003579" y="474709"/>
                    </a:lnTo>
                    <a:moveTo>
                      <a:pt x="1003579" y="474709"/>
                    </a:moveTo>
                    <a:lnTo>
                      <a:pt x="1031077" y="448773"/>
                    </a:lnTo>
                    <a:moveTo>
                      <a:pt x="1031077" y="448773"/>
                    </a:moveTo>
                    <a:lnTo>
                      <a:pt x="1058576" y="422837"/>
                    </a:lnTo>
                    <a:moveTo>
                      <a:pt x="1058576" y="422837"/>
                    </a:moveTo>
                    <a:lnTo>
                      <a:pt x="1086074" y="396901"/>
                    </a:lnTo>
                    <a:moveTo>
                      <a:pt x="1086074" y="396901"/>
                    </a:moveTo>
                    <a:lnTo>
                      <a:pt x="1113572" y="370965"/>
                    </a:lnTo>
                    <a:moveTo>
                      <a:pt x="1113572" y="370965"/>
                    </a:moveTo>
                    <a:lnTo>
                      <a:pt x="1141070" y="345028"/>
                    </a:lnTo>
                    <a:moveTo>
                      <a:pt x="1141070" y="345028"/>
                    </a:moveTo>
                    <a:lnTo>
                      <a:pt x="1168569" y="319092"/>
                    </a:lnTo>
                    <a:moveTo>
                      <a:pt x="1168569" y="319092"/>
                    </a:moveTo>
                    <a:lnTo>
                      <a:pt x="1196067" y="293156"/>
                    </a:lnTo>
                    <a:moveTo>
                      <a:pt x="1196067" y="293156"/>
                    </a:moveTo>
                    <a:lnTo>
                      <a:pt x="1203460" y="286183"/>
                    </a:lnTo>
                    <a:lnTo>
                      <a:pt x="1223565" y="267220"/>
                    </a:lnTo>
                    <a:moveTo>
                      <a:pt x="1223565" y="267220"/>
                    </a:moveTo>
                    <a:lnTo>
                      <a:pt x="1251063" y="241283"/>
                    </a:lnTo>
                    <a:moveTo>
                      <a:pt x="1251063" y="241283"/>
                    </a:moveTo>
                    <a:lnTo>
                      <a:pt x="1278561" y="215347"/>
                    </a:lnTo>
                    <a:moveTo>
                      <a:pt x="1278561" y="215347"/>
                    </a:moveTo>
                    <a:lnTo>
                      <a:pt x="1285074" y="209204"/>
                    </a:lnTo>
                    <a:lnTo>
                      <a:pt x="1301482" y="185477"/>
                    </a:lnTo>
                    <a:moveTo>
                      <a:pt x="1301482" y="185477"/>
                    </a:moveTo>
                    <a:lnTo>
                      <a:pt x="1322981" y="154387"/>
                    </a:lnTo>
                    <a:moveTo>
                      <a:pt x="1322981" y="154387"/>
                    </a:moveTo>
                    <a:lnTo>
                      <a:pt x="1344481" y="123297"/>
                    </a:lnTo>
                    <a:moveTo>
                      <a:pt x="1344481" y="123297"/>
                    </a:moveTo>
                    <a:lnTo>
                      <a:pt x="1365981" y="92207"/>
                    </a:lnTo>
                    <a:moveTo>
                      <a:pt x="1365981" y="92207"/>
                    </a:moveTo>
                    <a:lnTo>
                      <a:pt x="1387481" y="61117"/>
                    </a:lnTo>
                    <a:moveTo>
                      <a:pt x="1387481" y="61117"/>
                    </a:moveTo>
                    <a:lnTo>
                      <a:pt x="1389632" y="58006"/>
                    </a:lnTo>
                    <a:lnTo>
                      <a:pt x="1414379" y="34665"/>
                    </a:lnTo>
                    <a:moveTo>
                      <a:pt x="1414379" y="34665"/>
                    </a:moveTo>
                    <a:lnTo>
                      <a:pt x="1441878" y="8729"/>
                    </a:lnTo>
                    <a:moveTo>
                      <a:pt x="1441878" y="8729"/>
                    </a:moveTo>
                    <a:lnTo>
                      <a:pt x="1451132" y="0"/>
                    </a:lnTo>
                    <a:moveTo>
                      <a:pt x="146107" y="0"/>
                    </a:moveTo>
                    <a:lnTo>
                      <a:pt x="154016" y="8385"/>
                    </a:lnTo>
                    <a:moveTo>
                      <a:pt x="154016" y="8385"/>
                    </a:moveTo>
                    <a:lnTo>
                      <a:pt x="179953" y="35883"/>
                    </a:lnTo>
                    <a:moveTo>
                      <a:pt x="179953" y="35883"/>
                    </a:moveTo>
                    <a:lnTo>
                      <a:pt x="205889" y="63381"/>
                    </a:lnTo>
                    <a:moveTo>
                      <a:pt x="205889" y="63381"/>
                    </a:moveTo>
                    <a:lnTo>
                      <a:pt x="231825" y="90879"/>
                    </a:lnTo>
                    <a:moveTo>
                      <a:pt x="231825" y="90879"/>
                    </a:moveTo>
                    <a:lnTo>
                      <a:pt x="257762" y="118377"/>
                    </a:lnTo>
                    <a:moveTo>
                      <a:pt x="257762" y="118377"/>
                    </a:moveTo>
                    <a:lnTo>
                      <a:pt x="283698" y="145875"/>
                    </a:lnTo>
                    <a:moveTo>
                      <a:pt x="283698" y="145875"/>
                    </a:moveTo>
                    <a:lnTo>
                      <a:pt x="309635" y="173373"/>
                    </a:lnTo>
                    <a:moveTo>
                      <a:pt x="309635" y="173373"/>
                    </a:moveTo>
                    <a:lnTo>
                      <a:pt x="335571" y="200871"/>
                    </a:lnTo>
                    <a:moveTo>
                      <a:pt x="335571" y="200871"/>
                    </a:moveTo>
                    <a:lnTo>
                      <a:pt x="361508" y="228369"/>
                    </a:lnTo>
                    <a:moveTo>
                      <a:pt x="361508" y="228369"/>
                    </a:moveTo>
                    <a:lnTo>
                      <a:pt x="387444" y="255867"/>
                    </a:lnTo>
                    <a:moveTo>
                      <a:pt x="387444" y="255867"/>
                    </a:moveTo>
                    <a:lnTo>
                      <a:pt x="413381" y="283365"/>
                    </a:lnTo>
                    <a:moveTo>
                      <a:pt x="413381" y="283365"/>
                    </a:moveTo>
                    <a:lnTo>
                      <a:pt x="439317" y="310863"/>
                    </a:lnTo>
                    <a:moveTo>
                      <a:pt x="439317" y="310863"/>
                    </a:moveTo>
                    <a:lnTo>
                      <a:pt x="465253" y="338361"/>
                    </a:lnTo>
                    <a:moveTo>
                      <a:pt x="465253" y="338361"/>
                    </a:moveTo>
                    <a:lnTo>
                      <a:pt x="491190" y="365860"/>
                    </a:lnTo>
                    <a:moveTo>
                      <a:pt x="491190" y="365860"/>
                    </a:moveTo>
                    <a:lnTo>
                      <a:pt x="517126" y="393358"/>
                    </a:lnTo>
                    <a:moveTo>
                      <a:pt x="517126" y="393358"/>
                    </a:moveTo>
                    <a:lnTo>
                      <a:pt x="543063" y="420856"/>
                    </a:lnTo>
                    <a:moveTo>
                      <a:pt x="543063" y="420856"/>
                    </a:moveTo>
                    <a:lnTo>
                      <a:pt x="568999" y="448354"/>
                    </a:lnTo>
                    <a:moveTo>
                      <a:pt x="568999" y="448354"/>
                    </a:moveTo>
                    <a:lnTo>
                      <a:pt x="594936" y="475852"/>
                    </a:lnTo>
                    <a:moveTo>
                      <a:pt x="594936" y="475852"/>
                    </a:moveTo>
                    <a:lnTo>
                      <a:pt x="620872" y="503350"/>
                    </a:lnTo>
                    <a:moveTo>
                      <a:pt x="620872" y="503350"/>
                    </a:moveTo>
                    <a:lnTo>
                      <a:pt x="646809" y="530848"/>
                    </a:lnTo>
                    <a:moveTo>
                      <a:pt x="646809" y="530848"/>
                    </a:moveTo>
                    <a:lnTo>
                      <a:pt x="654091" y="538568"/>
                    </a:lnTo>
                    <a:moveTo>
                      <a:pt x="549593" y="624529"/>
                    </a:moveTo>
                    <a:lnTo>
                      <a:pt x="533944" y="607937"/>
                    </a:lnTo>
                    <a:lnTo>
                      <a:pt x="523658" y="597030"/>
                    </a:lnTo>
                    <a:moveTo>
                      <a:pt x="523658" y="597030"/>
                    </a:moveTo>
                    <a:lnTo>
                      <a:pt x="497722" y="569532"/>
                    </a:lnTo>
                    <a:moveTo>
                      <a:pt x="497722" y="569532"/>
                    </a:moveTo>
                    <a:lnTo>
                      <a:pt x="471785" y="542034"/>
                    </a:lnTo>
                    <a:moveTo>
                      <a:pt x="471785" y="542034"/>
                    </a:moveTo>
                    <a:lnTo>
                      <a:pt x="445849" y="514536"/>
                    </a:lnTo>
                    <a:moveTo>
                      <a:pt x="445849" y="514536"/>
                    </a:moveTo>
                    <a:lnTo>
                      <a:pt x="419913" y="487037"/>
                    </a:lnTo>
                    <a:moveTo>
                      <a:pt x="419913" y="487037"/>
                    </a:moveTo>
                    <a:lnTo>
                      <a:pt x="393977" y="459539"/>
                    </a:lnTo>
                    <a:moveTo>
                      <a:pt x="393977" y="459539"/>
                    </a:moveTo>
                    <a:lnTo>
                      <a:pt x="368041" y="432041"/>
                    </a:lnTo>
                    <a:moveTo>
                      <a:pt x="368041" y="432041"/>
                    </a:moveTo>
                    <a:lnTo>
                      <a:pt x="342105" y="404543"/>
                    </a:lnTo>
                    <a:moveTo>
                      <a:pt x="342105" y="404543"/>
                    </a:moveTo>
                    <a:lnTo>
                      <a:pt x="316168" y="377044"/>
                    </a:lnTo>
                    <a:moveTo>
                      <a:pt x="316168" y="377044"/>
                    </a:moveTo>
                    <a:lnTo>
                      <a:pt x="290232" y="349546"/>
                    </a:lnTo>
                    <a:moveTo>
                      <a:pt x="290232" y="349546"/>
                    </a:moveTo>
                    <a:lnTo>
                      <a:pt x="264296" y="322048"/>
                    </a:lnTo>
                    <a:moveTo>
                      <a:pt x="264296" y="322048"/>
                    </a:moveTo>
                    <a:lnTo>
                      <a:pt x="238360" y="294549"/>
                    </a:lnTo>
                    <a:moveTo>
                      <a:pt x="238360" y="294549"/>
                    </a:moveTo>
                    <a:lnTo>
                      <a:pt x="212424" y="267051"/>
                    </a:lnTo>
                    <a:moveTo>
                      <a:pt x="212424" y="267051"/>
                    </a:moveTo>
                    <a:lnTo>
                      <a:pt x="186488" y="239553"/>
                    </a:lnTo>
                    <a:moveTo>
                      <a:pt x="186488" y="239553"/>
                    </a:moveTo>
                    <a:lnTo>
                      <a:pt x="160551" y="212055"/>
                    </a:lnTo>
                    <a:moveTo>
                      <a:pt x="160551" y="212055"/>
                    </a:moveTo>
                    <a:lnTo>
                      <a:pt x="134615" y="184556"/>
                    </a:lnTo>
                    <a:moveTo>
                      <a:pt x="134615" y="184556"/>
                    </a:moveTo>
                    <a:lnTo>
                      <a:pt x="108679" y="157058"/>
                    </a:lnTo>
                    <a:moveTo>
                      <a:pt x="108679" y="157058"/>
                    </a:moveTo>
                    <a:lnTo>
                      <a:pt x="82743" y="129560"/>
                    </a:lnTo>
                    <a:moveTo>
                      <a:pt x="82743" y="129560"/>
                    </a:moveTo>
                    <a:lnTo>
                      <a:pt x="56807" y="102062"/>
                    </a:lnTo>
                    <a:moveTo>
                      <a:pt x="56807" y="102062"/>
                    </a:moveTo>
                    <a:lnTo>
                      <a:pt x="30870" y="74563"/>
                    </a:lnTo>
                    <a:moveTo>
                      <a:pt x="30870" y="74563"/>
                    </a:moveTo>
                    <a:lnTo>
                      <a:pt x="4934" y="47065"/>
                    </a:lnTo>
                    <a:moveTo>
                      <a:pt x="4934" y="47065"/>
                    </a:moveTo>
                    <a:lnTo>
                      <a:pt x="0" y="41833"/>
                    </a:lnTo>
                    <a:moveTo>
                      <a:pt x="172985" y="2539528"/>
                    </a:moveTo>
                    <a:lnTo>
                      <a:pt x="195958" y="2569546"/>
                    </a:lnTo>
                    <a:moveTo>
                      <a:pt x="195958" y="2569546"/>
                    </a:moveTo>
                    <a:lnTo>
                      <a:pt x="218931" y="2599564"/>
                    </a:lnTo>
                    <a:moveTo>
                      <a:pt x="218931" y="2599564"/>
                    </a:moveTo>
                    <a:lnTo>
                      <a:pt x="241904" y="2629581"/>
                    </a:lnTo>
                    <a:moveTo>
                      <a:pt x="241904" y="2629581"/>
                    </a:moveTo>
                    <a:lnTo>
                      <a:pt x="264877" y="2659599"/>
                    </a:lnTo>
                    <a:moveTo>
                      <a:pt x="264877" y="2659599"/>
                    </a:moveTo>
                    <a:lnTo>
                      <a:pt x="286229" y="2687499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51" name="Контур"/>
              <p:cNvSpPr/>
              <p:nvPr/>
            </p:nvSpPr>
            <p:spPr>
              <a:xfrm>
                <a:off x="9788657" y="3813631"/>
                <a:ext cx="160237" cy="123937"/>
              </a:xfrm>
              <a:custGeom>
                <a:avLst/>
                <a:gdLst/>
                <a:ahLst/>
                <a:cxnLst/>
                <a:rect l="l" t="t" r="r" b="b"/>
                <a:pathLst>
                  <a:path w="160237" h="123937" fill="none">
                    <a:moveTo>
                      <a:pt x="0" y="123937"/>
                    </a:moveTo>
                    <a:lnTo>
                      <a:pt x="160237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52" name="Контур"/>
              <p:cNvSpPr/>
              <p:nvPr/>
            </p:nvSpPr>
            <p:spPr>
              <a:xfrm>
                <a:off x="9924983" y="3184383"/>
                <a:ext cx="371017" cy="629248"/>
              </a:xfrm>
              <a:custGeom>
                <a:avLst/>
                <a:gdLst/>
                <a:ahLst/>
                <a:cxnLst/>
                <a:rect l="l" t="t" r="r" b="b"/>
                <a:pathLst>
                  <a:path w="371017" h="629248" fill="none">
                    <a:moveTo>
                      <a:pt x="23911" y="629248"/>
                    </a:moveTo>
                    <a:lnTo>
                      <a:pt x="53811" y="606121"/>
                    </a:lnTo>
                    <a:moveTo>
                      <a:pt x="53811" y="606121"/>
                    </a:moveTo>
                    <a:lnTo>
                      <a:pt x="83712" y="582995"/>
                    </a:lnTo>
                    <a:moveTo>
                      <a:pt x="83712" y="582995"/>
                    </a:moveTo>
                    <a:lnTo>
                      <a:pt x="113612" y="559869"/>
                    </a:lnTo>
                    <a:moveTo>
                      <a:pt x="113612" y="559869"/>
                    </a:moveTo>
                    <a:lnTo>
                      <a:pt x="143512" y="536743"/>
                    </a:lnTo>
                    <a:moveTo>
                      <a:pt x="143512" y="536743"/>
                    </a:moveTo>
                    <a:lnTo>
                      <a:pt x="173412" y="513616"/>
                    </a:lnTo>
                    <a:moveTo>
                      <a:pt x="173412" y="513616"/>
                    </a:moveTo>
                    <a:lnTo>
                      <a:pt x="203312" y="490490"/>
                    </a:lnTo>
                    <a:moveTo>
                      <a:pt x="203312" y="490490"/>
                    </a:moveTo>
                    <a:lnTo>
                      <a:pt x="233212" y="467364"/>
                    </a:lnTo>
                    <a:moveTo>
                      <a:pt x="233212" y="467364"/>
                    </a:moveTo>
                    <a:lnTo>
                      <a:pt x="263112" y="444238"/>
                    </a:lnTo>
                    <a:moveTo>
                      <a:pt x="263112" y="444238"/>
                    </a:moveTo>
                    <a:lnTo>
                      <a:pt x="293012" y="421111"/>
                    </a:lnTo>
                    <a:moveTo>
                      <a:pt x="293012" y="421111"/>
                    </a:moveTo>
                    <a:lnTo>
                      <a:pt x="322912" y="397985"/>
                    </a:lnTo>
                    <a:moveTo>
                      <a:pt x="322912" y="397985"/>
                    </a:moveTo>
                    <a:lnTo>
                      <a:pt x="352812" y="374859"/>
                    </a:lnTo>
                    <a:moveTo>
                      <a:pt x="352812" y="374859"/>
                    </a:moveTo>
                    <a:lnTo>
                      <a:pt x="371017" y="360778"/>
                    </a:lnTo>
                    <a:moveTo>
                      <a:pt x="0" y="112911"/>
                    </a:moveTo>
                    <a:lnTo>
                      <a:pt x="29899" y="89783"/>
                    </a:lnTo>
                    <a:moveTo>
                      <a:pt x="29899" y="89783"/>
                    </a:moveTo>
                    <a:lnTo>
                      <a:pt x="59799" y="66656"/>
                    </a:lnTo>
                    <a:moveTo>
                      <a:pt x="59799" y="66656"/>
                    </a:moveTo>
                    <a:lnTo>
                      <a:pt x="89698" y="43529"/>
                    </a:lnTo>
                    <a:moveTo>
                      <a:pt x="89698" y="43529"/>
                    </a:moveTo>
                    <a:lnTo>
                      <a:pt x="119598" y="20402"/>
                    </a:lnTo>
                    <a:moveTo>
                      <a:pt x="119598" y="20402"/>
                    </a:moveTo>
                    <a:lnTo>
                      <a:pt x="145973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53" name="Контур"/>
              <p:cNvSpPr/>
              <p:nvPr/>
            </p:nvSpPr>
            <p:spPr>
              <a:xfrm>
                <a:off x="5969688" y="3386417"/>
                <a:ext cx="174751" cy="140756"/>
              </a:xfrm>
              <a:custGeom>
                <a:avLst/>
                <a:gdLst/>
                <a:ahLst/>
                <a:cxnLst/>
                <a:rect l="l" t="t" r="r" b="b"/>
                <a:pathLst>
                  <a:path w="174751" h="140756" fill="none">
                    <a:moveTo>
                      <a:pt x="174751" y="0"/>
                    </a:moveTo>
                    <a:lnTo>
                      <a:pt x="0" y="14075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54" name="Контур"/>
              <p:cNvSpPr/>
              <p:nvPr/>
            </p:nvSpPr>
            <p:spPr>
              <a:xfrm>
                <a:off x="9948894" y="3545161"/>
                <a:ext cx="347106" cy="268470"/>
              </a:xfrm>
              <a:custGeom>
                <a:avLst/>
                <a:gdLst/>
                <a:ahLst/>
                <a:cxnLst/>
                <a:rect l="l" t="t" r="r" b="b"/>
                <a:pathLst>
                  <a:path w="347106" h="268470" fill="none">
                    <a:moveTo>
                      <a:pt x="0" y="268470"/>
                    </a:moveTo>
                    <a:lnTo>
                      <a:pt x="29900" y="245343"/>
                    </a:lnTo>
                    <a:moveTo>
                      <a:pt x="29900" y="245343"/>
                    </a:moveTo>
                    <a:lnTo>
                      <a:pt x="59801" y="222217"/>
                    </a:lnTo>
                    <a:moveTo>
                      <a:pt x="59801" y="222217"/>
                    </a:moveTo>
                    <a:lnTo>
                      <a:pt x="89701" y="199091"/>
                    </a:lnTo>
                    <a:moveTo>
                      <a:pt x="89701" y="199091"/>
                    </a:moveTo>
                    <a:lnTo>
                      <a:pt x="119601" y="175965"/>
                    </a:lnTo>
                    <a:moveTo>
                      <a:pt x="119601" y="175965"/>
                    </a:moveTo>
                    <a:lnTo>
                      <a:pt x="149501" y="152838"/>
                    </a:lnTo>
                    <a:moveTo>
                      <a:pt x="149501" y="152838"/>
                    </a:moveTo>
                    <a:lnTo>
                      <a:pt x="179401" y="129712"/>
                    </a:lnTo>
                    <a:moveTo>
                      <a:pt x="179401" y="129712"/>
                    </a:moveTo>
                    <a:lnTo>
                      <a:pt x="209301" y="106586"/>
                    </a:lnTo>
                    <a:moveTo>
                      <a:pt x="209301" y="106586"/>
                    </a:moveTo>
                    <a:lnTo>
                      <a:pt x="239201" y="83460"/>
                    </a:lnTo>
                    <a:moveTo>
                      <a:pt x="239201" y="83460"/>
                    </a:moveTo>
                    <a:lnTo>
                      <a:pt x="269101" y="60333"/>
                    </a:lnTo>
                    <a:moveTo>
                      <a:pt x="269101" y="60333"/>
                    </a:moveTo>
                    <a:lnTo>
                      <a:pt x="299001" y="37207"/>
                    </a:lnTo>
                    <a:moveTo>
                      <a:pt x="299001" y="37207"/>
                    </a:moveTo>
                    <a:lnTo>
                      <a:pt x="328901" y="14081"/>
                    </a:lnTo>
                    <a:moveTo>
                      <a:pt x="328901" y="14081"/>
                    </a:moveTo>
                    <a:lnTo>
                      <a:pt x="347106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55" name="Контур"/>
              <p:cNvSpPr/>
              <p:nvPr/>
            </p:nvSpPr>
            <p:spPr>
              <a:xfrm>
                <a:off x="6144439" y="2278267"/>
                <a:ext cx="699581" cy="1108150"/>
              </a:xfrm>
              <a:custGeom>
                <a:avLst/>
                <a:gdLst/>
                <a:ahLst/>
                <a:cxnLst/>
                <a:rect l="l" t="t" r="r" b="b"/>
                <a:pathLst>
                  <a:path w="699581" h="1108150" fill="none">
                    <a:moveTo>
                      <a:pt x="563572" y="0"/>
                    </a:moveTo>
                    <a:lnTo>
                      <a:pt x="650025" y="91661"/>
                    </a:lnTo>
                    <a:moveTo>
                      <a:pt x="650025" y="91661"/>
                    </a:moveTo>
                    <a:lnTo>
                      <a:pt x="699581" y="144201"/>
                    </a:lnTo>
                    <a:lnTo>
                      <a:pt x="661884" y="182552"/>
                    </a:lnTo>
                    <a:moveTo>
                      <a:pt x="661884" y="182552"/>
                    </a:moveTo>
                    <a:lnTo>
                      <a:pt x="573558" y="272411"/>
                    </a:lnTo>
                    <a:moveTo>
                      <a:pt x="573558" y="272411"/>
                    </a:moveTo>
                    <a:lnTo>
                      <a:pt x="485232" y="362269"/>
                    </a:lnTo>
                    <a:moveTo>
                      <a:pt x="485232" y="362269"/>
                    </a:moveTo>
                    <a:lnTo>
                      <a:pt x="396906" y="452127"/>
                    </a:lnTo>
                    <a:moveTo>
                      <a:pt x="396906" y="452127"/>
                    </a:moveTo>
                    <a:lnTo>
                      <a:pt x="308580" y="541985"/>
                    </a:lnTo>
                    <a:moveTo>
                      <a:pt x="308580" y="541985"/>
                    </a:moveTo>
                    <a:lnTo>
                      <a:pt x="220254" y="631844"/>
                    </a:lnTo>
                    <a:moveTo>
                      <a:pt x="220254" y="631844"/>
                    </a:moveTo>
                    <a:lnTo>
                      <a:pt x="185519" y="667181"/>
                    </a:lnTo>
                    <a:lnTo>
                      <a:pt x="203904" y="685663"/>
                    </a:lnTo>
                    <a:lnTo>
                      <a:pt x="224947" y="706818"/>
                    </a:lnTo>
                    <a:lnTo>
                      <a:pt x="210445" y="721369"/>
                    </a:lnTo>
                    <a:moveTo>
                      <a:pt x="210445" y="721369"/>
                    </a:moveTo>
                    <a:lnTo>
                      <a:pt x="173729" y="758208"/>
                    </a:lnTo>
                    <a:lnTo>
                      <a:pt x="226311" y="810260"/>
                    </a:lnTo>
                    <a:moveTo>
                      <a:pt x="226311" y="810260"/>
                    </a:moveTo>
                    <a:lnTo>
                      <a:pt x="241445" y="825242"/>
                    </a:lnTo>
                    <a:lnTo>
                      <a:pt x="200549" y="866226"/>
                    </a:lnTo>
                    <a:lnTo>
                      <a:pt x="209459" y="875136"/>
                    </a:lnTo>
                    <a:lnTo>
                      <a:pt x="186592" y="900575"/>
                    </a:lnTo>
                    <a:moveTo>
                      <a:pt x="186592" y="900575"/>
                    </a:moveTo>
                    <a:lnTo>
                      <a:pt x="102359" y="994281"/>
                    </a:lnTo>
                    <a:moveTo>
                      <a:pt x="102359" y="994281"/>
                    </a:moveTo>
                    <a:lnTo>
                      <a:pt x="18125" y="1087987"/>
                    </a:lnTo>
                    <a:moveTo>
                      <a:pt x="18125" y="1087987"/>
                    </a:moveTo>
                    <a:lnTo>
                      <a:pt x="0" y="110815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56" name="Контур"/>
              <p:cNvSpPr/>
              <p:nvPr/>
            </p:nvSpPr>
            <p:spPr>
              <a:xfrm>
                <a:off x="6177758" y="2393051"/>
                <a:ext cx="623670" cy="888341"/>
              </a:xfrm>
              <a:custGeom>
                <a:avLst/>
                <a:gdLst/>
                <a:ahLst/>
                <a:cxnLst/>
                <a:rect l="l" t="t" r="r" b="b"/>
                <a:pathLst>
                  <a:path w="623670" h="888341" fill="none">
                    <a:moveTo>
                      <a:pt x="577423" y="13928"/>
                    </a:moveTo>
                    <a:lnTo>
                      <a:pt x="623670" y="0"/>
                    </a:lnTo>
                    <a:lnTo>
                      <a:pt x="607064" y="45355"/>
                    </a:lnTo>
                    <a:lnTo>
                      <a:pt x="577423" y="13928"/>
                    </a:lnTo>
                    <a:lnTo>
                      <a:pt x="581128" y="17857"/>
                    </a:lnTo>
                    <a:lnTo>
                      <a:pt x="615814" y="7411"/>
                    </a:lnTo>
                    <a:lnTo>
                      <a:pt x="603359" y="41427"/>
                    </a:lnTo>
                    <a:lnTo>
                      <a:pt x="607288" y="37721"/>
                    </a:lnTo>
                    <a:lnTo>
                      <a:pt x="585057" y="14151"/>
                    </a:lnTo>
                    <a:lnTo>
                      <a:pt x="581128" y="17857"/>
                    </a:lnTo>
                    <a:lnTo>
                      <a:pt x="577423" y="13928"/>
                    </a:lnTo>
                    <a:lnTo>
                      <a:pt x="592690" y="14375"/>
                    </a:lnTo>
                    <a:lnTo>
                      <a:pt x="588985" y="10446"/>
                    </a:lnTo>
                    <a:lnTo>
                      <a:pt x="604252" y="10893"/>
                    </a:lnTo>
                    <a:lnTo>
                      <a:pt x="600547" y="6964"/>
                    </a:lnTo>
                    <a:lnTo>
                      <a:pt x="619742" y="3705"/>
                    </a:lnTo>
                    <a:lnTo>
                      <a:pt x="615367" y="22678"/>
                    </a:lnTo>
                    <a:lnTo>
                      <a:pt x="611662" y="18749"/>
                    </a:lnTo>
                    <a:lnTo>
                      <a:pt x="611216" y="34016"/>
                    </a:lnTo>
                    <a:lnTo>
                      <a:pt x="607511" y="30088"/>
                    </a:lnTo>
                    <a:lnTo>
                      <a:pt x="607064" y="45355"/>
                    </a:lnTo>
                    <a:lnTo>
                      <a:pt x="603582" y="33793"/>
                    </a:lnTo>
                    <a:lnTo>
                      <a:pt x="595949" y="33570"/>
                    </a:lnTo>
                    <a:lnTo>
                      <a:pt x="596172" y="25936"/>
                    </a:lnTo>
                    <a:lnTo>
                      <a:pt x="588539" y="25713"/>
                    </a:lnTo>
                    <a:lnTo>
                      <a:pt x="588762" y="18080"/>
                    </a:lnTo>
                    <a:lnTo>
                      <a:pt x="577423" y="13928"/>
                    </a:lnTo>
                    <a:lnTo>
                      <a:pt x="585057" y="14151"/>
                    </a:lnTo>
                    <a:lnTo>
                      <a:pt x="584833" y="21785"/>
                    </a:lnTo>
                    <a:lnTo>
                      <a:pt x="592467" y="22008"/>
                    </a:lnTo>
                    <a:lnTo>
                      <a:pt x="592244" y="29642"/>
                    </a:lnTo>
                    <a:lnTo>
                      <a:pt x="599877" y="29865"/>
                    </a:lnTo>
                    <a:lnTo>
                      <a:pt x="599654" y="37498"/>
                    </a:lnTo>
                    <a:lnTo>
                      <a:pt x="607288" y="37721"/>
                    </a:lnTo>
                    <a:lnTo>
                      <a:pt x="611216" y="34016"/>
                    </a:lnTo>
                    <a:lnTo>
                      <a:pt x="607511" y="30088"/>
                    </a:lnTo>
                    <a:lnTo>
                      <a:pt x="615367" y="22678"/>
                    </a:lnTo>
                    <a:lnTo>
                      <a:pt x="611662" y="18749"/>
                    </a:lnTo>
                    <a:lnTo>
                      <a:pt x="623670" y="0"/>
                    </a:lnTo>
                    <a:lnTo>
                      <a:pt x="615814" y="7411"/>
                    </a:lnTo>
                    <a:lnTo>
                      <a:pt x="612109" y="3482"/>
                    </a:lnTo>
                    <a:lnTo>
                      <a:pt x="604252" y="10893"/>
                    </a:lnTo>
                    <a:lnTo>
                      <a:pt x="600547" y="6964"/>
                    </a:lnTo>
                    <a:lnTo>
                      <a:pt x="592690" y="14375"/>
                    </a:lnTo>
                    <a:lnTo>
                      <a:pt x="588985" y="10446"/>
                    </a:lnTo>
                    <a:lnTo>
                      <a:pt x="585057" y="14151"/>
                    </a:lnTo>
                    <a:moveTo>
                      <a:pt x="501728" y="119772"/>
                    </a:moveTo>
                    <a:lnTo>
                      <a:pt x="517395" y="165460"/>
                    </a:lnTo>
                    <a:lnTo>
                      <a:pt x="471445" y="150581"/>
                    </a:lnTo>
                    <a:lnTo>
                      <a:pt x="501728" y="119772"/>
                    </a:lnTo>
                    <a:lnTo>
                      <a:pt x="497943" y="123624"/>
                    </a:lnTo>
                    <a:lnTo>
                      <a:pt x="509693" y="157889"/>
                    </a:lnTo>
                    <a:lnTo>
                      <a:pt x="475231" y="146730"/>
                    </a:lnTo>
                    <a:lnTo>
                      <a:pt x="479082" y="150515"/>
                    </a:lnTo>
                    <a:lnTo>
                      <a:pt x="501794" y="127409"/>
                    </a:lnTo>
                    <a:lnTo>
                      <a:pt x="497943" y="123624"/>
                    </a:lnTo>
                    <a:lnTo>
                      <a:pt x="501728" y="119772"/>
                    </a:lnTo>
                    <a:lnTo>
                      <a:pt x="501860" y="135045"/>
                    </a:lnTo>
                    <a:lnTo>
                      <a:pt x="505645" y="131194"/>
                    </a:lnTo>
                    <a:lnTo>
                      <a:pt x="505776" y="146467"/>
                    </a:lnTo>
                    <a:lnTo>
                      <a:pt x="509562" y="142616"/>
                    </a:lnTo>
                    <a:lnTo>
                      <a:pt x="513544" y="161675"/>
                    </a:lnTo>
                    <a:lnTo>
                      <a:pt x="494420" y="158021"/>
                    </a:lnTo>
                    <a:lnTo>
                      <a:pt x="498206" y="154169"/>
                    </a:lnTo>
                    <a:lnTo>
                      <a:pt x="482933" y="154301"/>
                    </a:lnTo>
                    <a:lnTo>
                      <a:pt x="486718" y="150450"/>
                    </a:lnTo>
                    <a:lnTo>
                      <a:pt x="471445" y="150581"/>
                    </a:lnTo>
                    <a:lnTo>
                      <a:pt x="482867" y="146664"/>
                    </a:lnTo>
                    <a:lnTo>
                      <a:pt x="482801" y="139028"/>
                    </a:lnTo>
                    <a:lnTo>
                      <a:pt x="490438" y="138962"/>
                    </a:lnTo>
                    <a:lnTo>
                      <a:pt x="490372" y="131326"/>
                    </a:lnTo>
                    <a:lnTo>
                      <a:pt x="498009" y="131260"/>
                    </a:lnTo>
                    <a:lnTo>
                      <a:pt x="501728" y="119772"/>
                    </a:lnTo>
                    <a:lnTo>
                      <a:pt x="501794" y="127409"/>
                    </a:lnTo>
                    <a:lnTo>
                      <a:pt x="494158" y="127475"/>
                    </a:lnTo>
                    <a:lnTo>
                      <a:pt x="494223" y="135111"/>
                    </a:lnTo>
                    <a:lnTo>
                      <a:pt x="486587" y="135177"/>
                    </a:lnTo>
                    <a:lnTo>
                      <a:pt x="486652" y="142813"/>
                    </a:lnTo>
                    <a:lnTo>
                      <a:pt x="479016" y="142879"/>
                    </a:lnTo>
                    <a:lnTo>
                      <a:pt x="479082" y="150515"/>
                    </a:lnTo>
                    <a:lnTo>
                      <a:pt x="482933" y="154301"/>
                    </a:lnTo>
                    <a:lnTo>
                      <a:pt x="486718" y="150450"/>
                    </a:lnTo>
                    <a:lnTo>
                      <a:pt x="494420" y="158021"/>
                    </a:lnTo>
                    <a:lnTo>
                      <a:pt x="498206" y="154169"/>
                    </a:lnTo>
                    <a:lnTo>
                      <a:pt x="517395" y="165460"/>
                    </a:lnTo>
                    <a:lnTo>
                      <a:pt x="509693" y="157889"/>
                    </a:lnTo>
                    <a:lnTo>
                      <a:pt x="513479" y="154038"/>
                    </a:lnTo>
                    <a:lnTo>
                      <a:pt x="505776" y="146467"/>
                    </a:lnTo>
                    <a:lnTo>
                      <a:pt x="509562" y="142616"/>
                    </a:lnTo>
                    <a:lnTo>
                      <a:pt x="501860" y="135045"/>
                    </a:lnTo>
                    <a:lnTo>
                      <a:pt x="505645" y="131194"/>
                    </a:lnTo>
                    <a:lnTo>
                      <a:pt x="501794" y="127409"/>
                    </a:lnTo>
                    <a:moveTo>
                      <a:pt x="325076" y="299489"/>
                    </a:moveTo>
                    <a:lnTo>
                      <a:pt x="340743" y="345177"/>
                    </a:lnTo>
                    <a:lnTo>
                      <a:pt x="294793" y="330298"/>
                    </a:lnTo>
                    <a:lnTo>
                      <a:pt x="325076" y="299489"/>
                    </a:lnTo>
                    <a:lnTo>
                      <a:pt x="321291" y="303340"/>
                    </a:lnTo>
                    <a:lnTo>
                      <a:pt x="333041" y="337606"/>
                    </a:lnTo>
                    <a:lnTo>
                      <a:pt x="298578" y="326447"/>
                    </a:lnTo>
                    <a:lnTo>
                      <a:pt x="302430" y="330232"/>
                    </a:lnTo>
                    <a:lnTo>
                      <a:pt x="325142" y="307126"/>
                    </a:lnTo>
                    <a:lnTo>
                      <a:pt x="321291" y="303340"/>
                    </a:lnTo>
                    <a:lnTo>
                      <a:pt x="325076" y="299489"/>
                    </a:lnTo>
                    <a:lnTo>
                      <a:pt x="325208" y="314762"/>
                    </a:lnTo>
                    <a:lnTo>
                      <a:pt x="328993" y="310911"/>
                    </a:lnTo>
                    <a:lnTo>
                      <a:pt x="329124" y="326184"/>
                    </a:lnTo>
                    <a:lnTo>
                      <a:pt x="332910" y="322333"/>
                    </a:lnTo>
                    <a:lnTo>
                      <a:pt x="336892" y="341391"/>
                    </a:lnTo>
                    <a:lnTo>
                      <a:pt x="317768" y="337737"/>
                    </a:lnTo>
                    <a:lnTo>
                      <a:pt x="321554" y="333886"/>
                    </a:lnTo>
                    <a:lnTo>
                      <a:pt x="306281" y="334017"/>
                    </a:lnTo>
                    <a:lnTo>
                      <a:pt x="310066" y="330166"/>
                    </a:lnTo>
                    <a:lnTo>
                      <a:pt x="294793" y="330298"/>
                    </a:lnTo>
                    <a:lnTo>
                      <a:pt x="306215" y="326381"/>
                    </a:lnTo>
                    <a:lnTo>
                      <a:pt x="306149" y="318744"/>
                    </a:lnTo>
                    <a:lnTo>
                      <a:pt x="313786" y="318679"/>
                    </a:lnTo>
                    <a:lnTo>
                      <a:pt x="313720" y="311042"/>
                    </a:lnTo>
                    <a:lnTo>
                      <a:pt x="321357" y="310977"/>
                    </a:lnTo>
                    <a:lnTo>
                      <a:pt x="325076" y="299489"/>
                    </a:lnTo>
                    <a:lnTo>
                      <a:pt x="325142" y="307126"/>
                    </a:lnTo>
                    <a:lnTo>
                      <a:pt x="317505" y="307191"/>
                    </a:lnTo>
                    <a:lnTo>
                      <a:pt x="317571" y="314828"/>
                    </a:lnTo>
                    <a:lnTo>
                      <a:pt x="309935" y="314893"/>
                    </a:lnTo>
                    <a:lnTo>
                      <a:pt x="310000" y="322530"/>
                    </a:lnTo>
                    <a:lnTo>
                      <a:pt x="302364" y="322595"/>
                    </a:lnTo>
                    <a:lnTo>
                      <a:pt x="302430" y="330232"/>
                    </a:lnTo>
                    <a:lnTo>
                      <a:pt x="306281" y="334017"/>
                    </a:lnTo>
                    <a:lnTo>
                      <a:pt x="310066" y="330166"/>
                    </a:lnTo>
                    <a:lnTo>
                      <a:pt x="317768" y="337737"/>
                    </a:lnTo>
                    <a:lnTo>
                      <a:pt x="321554" y="333886"/>
                    </a:lnTo>
                    <a:lnTo>
                      <a:pt x="340743" y="345177"/>
                    </a:lnTo>
                    <a:lnTo>
                      <a:pt x="333041" y="337606"/>
                    </a:lnTo>
                    <a:lnTo>
                      <a:pt x="336826" y="333755"/>
                    </a:lnTo>
                    <a:lnTo>
                      <a:pt x="329124" y="326184"/>
                    </a:lnTo>
                    <a:lnTo>
                      <a:pt x="332910" y="322333"/>
                    </a:lnTo>
                    <a:lnTo>
                      <a:pt x="325208" y="314762"/>
                    </a:lnTo>
                    <a:lnTo>
                      <a:pt x="328993" y="310911"/>
                    </a:lnTo>
                    <a:lnTo>
                      <a:pt x="325142" y="307126"/>
                    </a:lnTo>
                    <a:moveTo>
                      <a:pt x="148424" y="479206"/>
                    </a:moveTo>
                    <a:lnTo>
                      <a:pt x="164091" y="524893"/>
                    </a:lnTo>
                    <a:lnTo>
                      <a:pt x="118141" y="510014"/>
                    </a:lnTo>
                    <a:lnTo>
                      <a:pt x="148424" y="479206"/>
                    </a:lnTo>
                    <a:lnTo>
                      <a:pt x="144639" y="483057"/>
                    </a:lnTo>
                    <a:lnTo>
                      <a:pt x="156389" y="517322"/>
                    </a:lnTo>
                    <a:lnTo>
                      <a:pt x="121926" y="506163"/>
                    </a:lnTo>
                    <a:lnTo>
                      <a:pt x="125777" y="509948"/>
                    </a:lnTo>
                    <a:lnTo>
                      <a:pt x="148490" y="486842"/>
                    </a:lnTo>
                    <a:lnTo>
                      <a:pt x="144639" y="483057"/>
                    </a:lnTo>
                    <a:lnTo>
                      <a:pt x="148424" y="479206"/>
                    </a:lnTo>
                    <a:lnTo>
                      <a:pt x="148556" y="494479"/>
                    </a:lnTo>
                    <a:lnTo>
                      <a:pt x="152341" y="490627"/>
                    </a:lnTo>
                    <a:lnTo>
                      <a:pt x="152472" y="505900"/>
                    </a:lnTo>
                    <a:lnTo>
                      <a:pt x="156258" y="502049"/>
                    </a:lnTo>
                    <a:lnTo>
                      <a:pt x="160240" y="521108"/>
                    </a:lnTo>
                    <a:lnTo>
                      <a:pt x="141116" y="517454"/>
                    </a:lnTo>
                    <a:lnTo>
                      <a:pt x="144901" y="513603"/>
                    </a:lnTo>
                    <a:lnTo>
                      <a:pt x="129629" y="513734"/>
                    </a:lnTo>
                    <a:lnTo>
                      <a:pt x="133414" y="509883"/>
                    </a:lnTo>
                    <a:lnTo>
                      <a:pt x="118141" y="510014"/>
                    </a:lnTo>
                    <a:lnTo>
                      <a:pt x="129563" y="506097"/>
                    </a:lnTo>
                    <a:lnTo>
                      <a:pt x="129497" y="498461"/>
                    </a:lnTo>
                    <a:lnTo>
                      <a:pt x="137134" y="498395"/>
                    </a:lnTo>
                    <a:lnTo>
                      <a:pt x="137068" y="490759"/>
                    </a:lnTo>
                    <a:lnTo>
                      <a:pt x="144704" y="490693"/>
                    </a:lnTo>
                    <a:lnTo>
                      <a:pt x="148424" y="479206"/>
                    </a:lnTo>
                    <a:lnTo>
                      <a:pt x="148490" y="486842"/>
                    </a:lnTo>
                    <a:lnTo>
                      <a:pt x="140853" y="486908"/>
                    </a:lnTo>
                    <a:lnTo>
                      <a:pt x="140919" y="494544"/>
                    </a:lnTo>
                    <a:lnTo>
                      <a:pt x="133283" y="494610"/>
                    </a:lnTo>
                    <a:lnTo>
                      <a:pt x="133348" y="502246"/>
                    </a:lnTo>
                    <a:lnTo>
                      <a:pt x="125712" y="502312"/>
                    </a:lnTo>
                    <a:lnTo>
                      <a:pt x="125777" y="509948"/>
                    </a:lnTo>
                    <a:lnTo>
                      <a:pt x="129629" y="513734"/>
                    </a:lnTo>
                    <a:lnTo>
                      <a:pt x="133414" y="509883"/>
                    </a:lnTo>
                    <a:lnTo>
                      <a:pt x="141116" y="517454"/>
                    </a:lnTo>
                    <a:lnTo>
                      <a:pt x="144901" y="513603"/>
                    </a:lnTo>
                    <a:lnTo>
                      <a:pt x="164091" y="524893"/>
                    </a:lnTo>
                    <a:lnTo>
                      <a:pt x="156389" y="517322"/>
                    </a:lnTo>
                    <a:lnTo>
                      <a:pt x="160174" y="513471"/>
                    </a:lnTo>
                    <a:lnTo>
                      <a:pt x="152472" y="505900"/>
                    </a:lnTo>
                    <a:lnTo>
                      <a:pt x="156258" y="502049"/>
                    </a:lnTo>
                    <a:lnTo>
                      <a:pt x="148556" y="494479"/>
                    </a:lnTo>
                    <a:lnTo>
                      <a:pt x="152341" y="490627"/>
                    </a:lnTo>
                    <a:lnTo>
                      <a:pt x="148490" y="486842"/>
                    </a:lnTo>
                    <a:moveTo>
                      <a:pt x="155002" y="733853"/>
                    </a:moveTo>
                    <a:lnTo>
                      <a:pt x="200745" y="718348"/>
                    </a:lnTo>
                    <a:lnTo>
                      <a:pt x="185703" y="764245"/>
                    </a:lnTo>
                    <a:lnTo>
                      <a:pt x="155002" y="733853"/>
                    </a:lnTo>
                    <a:lnTo>
                      <a:pt x="158840" y="737652"/>
                    </a:lnTo>
                    <a:lnTo>
                      <a:pt x="193147" y="726023"/>
                    </a:lnTo>
                    <a:lnTo>
                      <a:pt x="181866" y="760446"/>
                    </a:lnTo>
                    <a:lnTo>
                      <a:pt x="185665" y="756608"/>
                    </a:lnTo>
                    <a:lnTo>
                      <a:pt x="162639" y="733814"/>
                    </a:lnTo>
                    <a:lnTo>
                      <a:pt x="158840" y="737652"/>
                    </a:lnTo>
                    <a:lnTo>
                      <a:pt x="155002" y="733853"/>
                    </a:lnTo>
                    <a:lnTo>
                      <a:pt x="170275" y="733776"/>
                    </a:lnTo>
                    <a:lnTo>
                      <a:pt x="166438" y="729977"/>
                    </a:lnTo>
                    <a:lnTo>
                      <a:pt x="181711" y="729899"/>
                    </a:lnTo>
                    <a:lnTo>
                      <a:pt x="177873" y="726100"/>
                    </a:lnTo>
                    <a:lnTo>
                      <a:pt x="196946" y="722185"/>
                    </a:lnTo>
                    <a:lnTo>
                      <a:pt x="193224" y="741296"/>
                    </a:lnTo>
                    <a:lnTo>
                      <a:pt x="189386" y="737497"/>
                    </a:lnTo>
                    <a:lnTo>
                      <a:pt x="189464" y="752771"/>
                    </a:lnTo>
                    <a:lnTo>
                      <a:pt x="185626" y="748972"/>
                    </a:lnTo>
                    <a:lnTo>
                      <a:pt x="185703" y="764245"/>
                    </a:lnTo>
                    <a:lnTo>
                      <a:pt x="181827" y="752809"/>
                    </a:lnTo>
                    <a:lnTo>
                      <a:pt x="174190" y="752848"/>
                    </a:lnTo>
                    <a:lnTo>
                      <a:pt x="174152" y="745211"/>
                    </a:lnTo>
                    <a:lnTo>
                      <a:pt x="166515" y="745250"/>
                    </a:lnTo>
                    <a:lnTo>
                      <a:pt x="166476" y="737613"/>
                    </a:lnTo>
                    <a:lnTo>
                      <a:pt x="155002" y="733853"/>
                    </a:lnTo>
                    <a:lnTo>
                      <a:pt x="162639" y="733814"/>
                    </a:lnTo>
                    <a:lnTo>
                      <a:pt x="162677" y="741451"/>
                    </a:lnTo>
                    <a:lnTo>
                      <a:pt x="170314" y="741412"/>
                    </a:lnTo>
                    <a:lnTo>
                      <a:pt x="170353" y="749049"/>
                    </a:lnTo>
                    <a:lnTo>
                      <a:pt x="177989" y="749010"/>
                    </a:lnTo>
                    <a:lnTo>
                      <a:pt x="178028" y="756647"/>
                    </a:lnTo>
                    <a:lnTo>
                      <a:pt x="185665" y="756608"/>
                    </a:lnTo>
                    <a:lnTo>
                      <a:pt x="189464" y="752771"/>
                    </a:lnTo>
                    <a:lnTo>
                      <a:pt x="185626" y="748972"/>
                    </a:lnTo>
                    <a:lnTo>
                      <a:pt x="193224" y="741296"/>
                    </a:lnTo>
                    <a:lnTo>
                      <a:pt x="189386" y="737497"/>
                    </a:lnTo>
                    <a:lnTo>
                      <a:pt x="200745" y="718348"/>
                    </a:lnTo>
                    <a:lnTo>
                      <a:pt x="193147" y="726023"/>
                    </a:lnTo>
                    <a:lnTo>
                      <a:pt x="189309" y="722224"/>
                    </a:lnTo>
                    <a:lnTo>
                      <a:pt x="181711" y="729899"/>
                    </a:lnTo>
                    <a:lnTo>
                      <a:pt x="177873" y="726100"/>
                    </a:lnTo>
                    <a:lnTo>
                      <a:pt x="170275" y="733776"/>
                    </a:lnTo>
                    <a:lnTo>
                      <a:pt x="166438" y="729977"/>
                    </a:lnTo>
                    <a:lnTo>
                      <a:pt x="162639" y="733814"/>
                    </a:lnTo>
                    <a:moveTo>
                      <a:pt x="28880" y="843397"/>
                    </a:moveTo>
                    <a:lnTo>
                      <a:pt x="46568" y="888341"/>
                    </a:lnTo>
                    <a:lnTo>
                      <a:pt x="0" y="875525"/>
                    </a:lnTo>
                    <a:lnTo>
                      <a:pt x="28880" y="843397"/>
                    </a:lnTo>
                    <a:lnTo>
                      <a:pt x="25270" y="847413"/>
                    </a:lnTo>
                    <a:lnTo>
                      <a:pt x="38536" y="881121"/>
                    </a:lnTo>
                    <a:lnTo>
                      <a:pt x="3610" y="871509"/>
                    </a:lnTo>
                    <a:lnTo>
                      <a:pt x="7626" y="875119"/>
                    </a:lnTo>
                    <a:lnTo>
                      <a:pt x="29286" y="851023"/>
                    </a:lnTo>
                    <a:lnTo>
                      <a:pt x="25270" y="847413"/>
                    </a:lnTo>
                    <a:lnTo>
                      <a:pt x="28880" y="843397"/>
                    </a:lnTo>
                    <a:lnTo>
                      <a:pt x="29692" y="858649"/>
                    </a:lnTo>
                    <a:lnTo>
                      <a:pt x="33302" y="854633"/>
                    </a:lnTo>
                    <a:lnTo>
                      <a:pt x="34114" y="869885"/>
                    </a:lnTo>
                    <a:lnTo>
                      <a:pt x="37724" y="865869"/>
                    </a:lnTo>
                    <a:lnTo>
                      <a:pt x="42552" y="884731"/>
                    </a:lnTo>
                    <a:lnTo>
                      <a:pt x="23284" y="881933"/>
                    </a:lnTo>
                    <a:lnTo>
                      <a:pt x="26894" y="877917"/>
                    </a:lnTo>
                    <a:lnTo>
                      <a:pt x="11642" y="878729"/>
                    </a:lnTo>
                    <a:lnTo>
                      <a:pt x="15252" y="874713"/>
                    </a:lnTo>
                    <a:lnTo>
                      <a:pt x="0" y="875525"/>
                    </a:lnTo>
                    <a:lnTo>
                      <a:pt x="11236" y="871103"/>
                    </a:lnTo>
                    <a:lnTo>
                      <a:pt x="10830" y="863477"/>
                    </a:lnTo>
                    <a:lnTo>
                      <a:pt x="18456" y="863071"/>
                    </a:lnTo>
                    <a:lnTo>
                      <a:pt x="18050" y="855445"/>
                    </a:lnTo>
                    <a:lnTo>
                      <a:pt x="25676" y="855039"/>
                    </a:lnTo>
                    <a:lnTo>
                      <a:pt x="28880" y="843397"/>
                    </a:lnTo>
                    <a:lnTo>
                      <a:pt x="29286" y="851023"/>
                    </a:lnTo>
                    <a:lnTo>
                      <a:pt x="21660" y="851429"/>
                    </a:lnTo>
                    <a:lnTo>
                      <a:pt x="22066" y="859055"/>
                    </a:lnTo>
                    <a:lnTo>
                      <a:pt x="14440" y="859461"/>
                    </a:lnTo>
                    <a:lnTo>
                      <a:pt x="14846" y="867087"/>
                    </a:lnTo>
                    <a:lnTo>
                      <a:pt x="7220" y="867493"/>
                    </a:lnTo>
                    <a:lnTo>
                      <a:pt x="7626" y="875119"/>
                    </a:lnTo>
                    <a:lnTo>
                      <a:pt x="11642" y="878729"/>
                    </a:lnTo>
                    <a:lnTo>
                      <a:pt x="15252" y="874713"/>
                    </a:lnTo>
                    <a:lnTo>
                      <a:pt x="23284" y="881933"/>
                    </a:lnTo>
                    <a:lnTo>
                      <a:pt x="26894" y="877917"/>
                    </a:lnTo>
                    <a:lnTo>
                      <a:pt x="46568" y="888341"/>
                    </a:lnTo>
                    <a:lnTo>
                      <a:pt x="38536" y="881121"/>
                    </a:lnTo>
                    <a:lnTo>
                      <a:pt x="42146" y="877105"/>
                    </a:lnTo>
                    <a:lnTo>
                      <a:pt x="34114" y="869885"/>
                    </a:lnTo>
                    <a:lnTo>
                      <a:pt x="37724" y="865869"/>
                    </a:lnTo>
                    <a:lnTo>
                      <a:pt x="29692" y="858649"/>
                    </a:lnTo>
                    <a:lnTo>
                      <a:pt x="33302" y="854633"/>
                    </a:lnTo>
                    <a:lnTo>
                      <a:pt x="29286" y="85102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57" name="Контур"/>
              <p:cNvSpPr/>
              <p:nvPr/>
            </p:nvSpPr>
            <p:spPr>
              <a:xfrm>
                <a:off x="10070956" y="3059610"/>
                <a:ext cx="169275" cy="13538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135382" fill="none">
                    <a:moveTo>
                      <a:pt x="0" y="124773"/>
                    </a:moveTo>
                    <a:lnTo>
                      <a:pt x="8244" y="135382"/>
                    </a:lnTo>
                    <a:lnTo>
                      <a:pt x="27483" y="120433"/>
                    </a:lnTo>
                    <a:moveTo>
                      <a:pt x="27483" y="120433"/>
                    </a:moveTo>
                    <a:lnTo>
                      <a:pt x="57331" y="97239"/>
                    </a:lnTo>
                    <a:moveTo>
                      <a:pt x="57331" y="97239"/>
                    </a:moveTo>
                    <a:lnTo>
                      <a:pt x="87179" y="74046"/>
                    </a:lnTo>
                    <a:moveTo>
                      <a:pt x="87179" y="74046"/>
                    </a:moveTo>
                    <a:lnTo>
                      <a:pt x="117027" y="50853"/>
                    </a:lnTo>
                    <a:moveTo>
                      <a:pt x="117027" y="50853"/>
                    </a:moveTo>
                    <a:lnTo>
                      <a:pt x="146875" y="27659"/>
                    </a:lnTo>
                    <a:moveTo>
                      <a:pt x="146875" y="27659"/>
                    </a:moveTo>
                    <a:lnTo>
                      <a:pt x="169275" y="10253"/>
                    </a:lnTo>
                    <a:lnTo>
                      <a:pt x="163488" y="2805"/>
                    </a:lnTo>
                    <a:moveTo>
                      <a:pt x="163488" y="2805"/>
                    </a:moveTo>
                    <a:lnTo>
                      <a:pt x="161309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58" name="Контур"/>
              <p:cNvSpPr/>
              <p:nvPr/>
            </p:nvSpPr>
            <p:spPr>
              <a:xfrm>
                <a:off x="3325907" y="2563866"/>
                <a:ext cx="67189" cy="71346"/>
              </a:xfrm>
              <a:custGeom>
                <a:avLst/>
                <a:gdLst/>
                <a:ahLst/>
                <a:cxnLst/>
                <a:rect l="l" t="t" r="r" b="b"/>
                <a:pathLst>
                  <a:path w="67189" h="71346" fill="none">
                    <a:moveTo>
                      <a:pt x="67189" y="71346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59" name="Контур"/>
              <p:cNvSpPr/>
              <p:nvPr/>
            </p:nvSpPr>
            <p:spPr>
              <a:xfrm>
                <a:off x="3420458" y="1635375"/>
                <a:ext cx="803896" cy="845158"/>
              </a:xfrm>
              <a:custGeom>
                <a:avLst/>
                <a:gdLst/>
                <a:ahLst/>
                <a:cxnLst/>
                <a:rect l="l" t="t" r="r" b="b"/>
                <a:pathLst>
                  <a:path w="803896" h="845158" fill="none">
                    <a:moveTo>
                      <a:pt x="803896" y="845158"/>
                    </a:moveTo>
                    <a:lnTo>
                      <a:pt x="778163" y="817469"/>
                    </a:lnTo>
                    <a:moveTo>
                      <a:pt x="778163" y="817469"/>
                    </a:moveTo>
                    <a:lnTo>
                      <a:pt x="752430" y="789781"/>
                    </a:lnTo>
                    <a:moveTo>
                      <a:pt x="752430" y="789781"/>
                    </a:moveTo>
                    <a:lnTo>
                      <a:pt x="726697" y="762092"/>
                    </a:lnTo>
                    <a:moveTo>
                      <a:pt x="726697" y="762092"/>
                    </a:moveTo>
                    <a:lnTo>
                      <a:pt x="715052" y="749561"/>
                    </a:lnTo>
                    <a:lnTo>
                      <a:pt x="700470" y="734879"/>
                    </a:lnTo>
                    <a:moveTo>
                      <a:pt x="700470" y="734879"/>
                    </a:moveTo>
                    <a:lnTo>
                      <a:pt x="673832" y="708059"/>
                    </a:lnTo>
                    <a:moveTo>
                      <a:pt x="673832" y="708059"/>
                    </a:moveTo>
                    <a:lnTo>
                      <a:pt x="647195" y="681240"/>
                    </a:lnTo>
                    <a:moveTo>
                      <a:pt x="647195" y="681240"/>
                    </a:moveTo>
                    <a:lnTo>
                      <a:pt x="620558" y="654420"/>
                    </a:lnTo>
                    <a:moveTo>
                      <a:pt x="620558" y="654420"/>
                    </a:moveTo>
                    <a:lnTo>
                      <a:pt x="593921" y="627600"/>
                    </a:lnTo>
                    <a:moveTo>
                      <a:pt x="593921" y="627600"/>
                    </a:moveTo>
                    <a:lnTo>
                      <a:pt x="567283" y="600780"/>
                    </a:lnTo>
                    <a:moveTo>
                      <a:pt x="567283" y="600780"/>
                    </a:moveTo>
                    <a:lnTo>
                      <a:pt x="540646" y="573961"/>
                    </a:lnTo>
                    <a:moveTo>
                      <a:pt x="540646" y="573961"/>
                    </a:moveTo>
                    <a:lnTo>
                      <a:pt x="514009" y="547141"/>
                    </a:lnTo>
                    <a:moveTo>
                      <a:pt x="514009" y="547141"/>
                    </a:moveTo>
                    <a:lnTo>
                      <a:pt x="487372" y="520321"/>
                    </a:lnTo>
                    <a:moveTo>
                      <a:pt x="487372" y="520321"/>
                    </a:moveTo>
                    <a:lnTo>
                      <a:pt x="460735" y="493501"/>
                    </a:lnTo>
                    <a:moveTo>
                      <a:pt x="460735" y="493501"/>
                    </a:moveTo>
                    <a:lnTo>
                      <a:pt x="434097" y="466682"/>
                    </a:lnTo>
                    <a:moveTo>
                      <a:pt x="434097" y="466682"/>
                    </a:moveTo>
                    <a:lnTo>
                      <a:pt x="407460" y="439862"/>
                    </a:lnTo>
                    <a:moveTo>
                      <a:pt x="407460" y="439862"/>
                    </a:moveTo>
                    <a:lnTo>
                      <a:pt x="390193" y="422476"/>
                    </a:lnTo>
                    <a:lnTo>
                      <a:pt x="381136" y="412742"/>
                    </a:lnTo>
                    <a:moveTo>
                      <a:pt x="381136" y="412742"/>
                    </a:moveTo>
                    <a:lnTo>
                      <a:pt x="355387" y="385068"/>
                    </a:lnTo>
                    <a:moveTo>
                      <a:pt x="355387" y="385068"/>
                    </a:moveTo>
                    <a:lnTo>
                      <a:pt x="329638" y="357394"/>
                    </a:lnTo>
                    <a:moveTo>
                      <a:pt x="329638" y="357394"/>
                    </a:moveTo>
                    <a:lnTo>
                      <a:pt x="303889" y="329720"/>
                    </a:lnTo>
                    <a:moveTo>
                      <a:pt x="303889" y="329720"/>
                    </a:moveTo>
                    <a:lnTo>
                      <a:pt x="278141" y="302046"/>
                    </a:lnTo>
                    <a:moveTo>
                      <a:pt x="278141" y="302046"/>
                    </a:moveTo>
                    <a:lnTo>
                      <a:pt x="252392" y="274372"/>
                    </a:lnTo>
                    <a:moveTo>
                      <a:pt x="252392" y="274372"/>
                    </a:moveTo>
                    <a:lnTo>
                      <a:pt x="226643" y="246698"/>
                    </a:lnTo>
                    <a:moveTo>
                      <a:pt x="226643" y="246698"/>
                    </a:moveTo>
                    <a:lnTo>
                      <a:pt x="200895" y="219025"/>
                    </a:lnTo>
                    <a:moveTo>
                      <a:pt x="200895" y="219025"/>
                    </a:moveTo>
                    <a:lnTo>
                      <a:pt x="175146" y="191351"/>
                    </a:lnTo>
                    <a:moveTo>
                      <a:pt x="175146" y="191351"/>
                    </a:moveTo>
                    <a:lnTo>
                      <a:pt x="149397" y="163677"/>
                    </a:lnTo>
                    <a:moveTo>
                      <a:pt x="149397" y="163677"/>
                    </a:moveTo>
                    <a:lnTo>
                      <a:pt x="137284" y="150658"/>
                    </a:lnTo>
                    <a:lnTo>
                      <a:pt x="123648" y="136003"/>
                    </a:lnTo>
                    <a:moveTo>
                      <a:pt x="123648" y="136003"/>
                    </a:moveTo>
                    <a:lnTo>
                      <a:pt x="97899" y="108329"/>
                    </a:lnTo>
                    <a:moveTo>
                      <a:pt x="97899" y="108329"/>
                    </a:moveTo>
                    <a:lnTo>
                      <a:pt x="73255" y="81842"/>
                    </a:lnTo>
                    <a:lnTo>
                      <a:pt x="72173" y="80635"/>
                    </a:lnTo>
                    <a:moveTo>
                      <a:pt x="72173" y="80635"/>
                    </a:moveTo>
                    <a:lnTo>
                      <a:pt x="46963" y="52469"/>
                    </a:lnTo>
                    <a:moveTo>
                      <a:pt x="46963" y="52469"/>
                    </a:moveTo>
                    <a:lnTo>
                      <a:pt x="21753" y="24304"/>
                    </a:lnTo>
                    <a:moveTo>
                      <a:pt x="21753" y="24304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60" name="Контур"/>
              <p:cNvSpPr/>
              <p:nvPr/>
            </p:nvSpPr>
            <p:spPr>
              <a:xfrm>
                <a:off x="4224354" y="1942707"/>
                <a:ext cx="832678" cy="669764"/>
              </a:xfrm>
              <a:custGeom>
                <a:avLst/>
                <a:gdLst/>
                <a:ahLst/>
                <a:cxnLst/>
                <a:rect l="l" t="t" r="r" b="b"/>
                <a:pathLst>
                  <a:path w="832678" h="669764" fill="none">
                    <a:moveTo>
                      <a:pt x="832678" y="0"/>
                    </a:moveTo>
                    <a:lnTo>
                      <a:pt x="741020" y="86456"/>
                    </a:lnTo>
                    <a:moveTo>
                      <a:pt x="741020" y="86456"/>
                    </a:moveTo>
                    <a:lnTo>
                      <a:pt x="649362" y="172913"/>
                    </a:lnTo>
                    <a:moveTo>
                      <a:pt x="649362" y="172913"/>
                    </a:moveTo>
                    <a:lnTo>
                      <a:pt x="557703" y="259370"/>
                    </a:lnTo>
                    <a:moveTo>
                      <a:pt x="557703" y="259370"/>
                    </a:moveTo>
                    <a:lnTo>
                      <a:pt x="466045" y="345826"/>
                    </a:lnTo>
                    <a:moveTo>
                      <a:pt x="466045" y="345826"/>
                    </a:moveTo>
                    <a:lnTo>
                      <a:pt x="374387" y="432283"/>
                    </a:lnTo>
                    <a:moveTo>
                      <a:pt x="374387" y="432283"/>
                    </a:moveTo>
                    <a:lnTo>
                      <a:pt x="282728" y="518740"/>
                    </a:lnTo>
                    <a:moveTo>
                      <a:pt x="282728" y="518740"/>
                    </a:moveTo>
                    <a:lnTo>
                      <a:pt x="191070" y="605196"/>
                    </a:lnTo>
                    <a:moveTo>
                      <a:pt x="191070" y="605196"/>
                    </a:moveTo>
                    <a:lnTo>
                      <a:pt x="122618" y="669764"/>
                    </a:lnTo>
                    <a:lnTo>
                      <a:pt x="100901" y="646396"/>
                    </a:lnTo>
                    <a:moveTo>
                      <a:pt x="100901" y="646396"/>
                    </a:moveTo>
                    <a:lnTo>
                      <a:pt x="15125" y="554100"/>
                    </a:lnTo>
                    <a:moveTo>
                      <a:pt x="15125" y="554100"/>
                    </a:moveTo>
                    <a:lnTo>
                      <a:pt x="0" y="53782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61" name="Контур"/>
              <p:cNvSpPr/>
              <p:nvPr/>
            </p:nvSpPr>
            <p:spPr>
              <a:xfrm>
                <a:off x="4178480" y="2043813"/>
                <a:ext cx="832458" cy="564987"/>
              </a:xfrm>
              <a:custGeom>
                <a:avLst/>
                <a:gdLst/>
                <a:ahLst/>
                <a:cxnLst/>
                <a:rect l="l" t="t" r="r" b="b"/>
                <a:pathLst>
                  <a:path w="832458" h="564987" fill="none">
                    <a:moveTo>
                      <a:pt x="801032" y="46247"/>
                    </a:moveTo>
                    <a:lnTo>
                      <a:pt x="787103" y="0"/>
                    </a:lnTo>
                    <a:lnTo>
                      <a:pt x="832458" y="16605"/>
                    </a:lnTo>
                    <a:lnTo>
                      <a:pt x="801032" y="46247"/>
                    </a:lnTo>
                    <a:lnTo>
                      <a:pt x="804961" y="42541"/>
                    </a:lnTo>
                    <a:lnTo>
                      <a:pt x="794513" y="7856"/>
                    </a:lnTo>
                    <a:lnTo>
                      <a:pt x="828530" y="20310"/>
                    </a:lnTo>
                    <a:lnTo>
                      <a:pt x="824825" y="16382"/>
                    </a:lnTo>
                    <a:lnTo>
                      <a:pt x="801255" y="38613"/>
                    </a:lnTo>
                    <a:lnTo>
                      <a:pt x="804961" y="42541"/>
                    </a:lnTo>
                    <a:lnTo>
                      <a:pt x="801032" y="46247"/>
                    </a:lnTo>
                    <a:lnTo>
                      <a:pt x="801478" y="30980"/>
                    </a:lnTo>
                    <a:lnTo>
                      <a:pt x="797550" y="34685"/>
                    </a:lnTo>
                    <a:lnTo>
                      <a:pt x="797996" y="19418"/>
                    </a:lnTo>
                    <a:lnTo>
                      <a:pt x="794068" y="23123"/>
                    </a:lnTo>
                    <a:lnTo>
                      <a:pt x="790808" y="3928"/>
                    </a:lnTo>
                    <a:lnTo>
                      <a:pt x="809780" y="8302"/>
                    </a:lnTo>
                    <a:lnTo>
                      <a:pt x="805852" y="12007"/>
                    </a:lnTo>
                    <a:lnTo>
                      <a:pt x="821119" y="12453"/>
                    </a:lnTo>
                    <a:lnTo>
                      <a:pt x="817191" y="16159"/>
                    </a:lnTo>
                    <a:lnTo>
                      <a:pt x="832458" y="16605"/>
                    </a:lnTo>
                    <a:lnTo>
                      <a:pt x="820896" y="20087"/>
                    </a:lnTo>
                    <a:lnTo>
                      <a:pt x="820673" y="27720"/>
                    </a:lnTo>
                    <a:lnTo>
                      <a:pt x="813040" y="27497"/>
                    </a:lnTo>
                    <a:lnTo>
                      <a:pt x="812817" y="35131"/>
                    </a:lnTo>
                    <a:lnTo>
                      <a:pt x="805183" y="34908"/>
                    </a:lnTo>
                    <a:lnTo>
                      <a:pt x="801032" y="46247"/>
                    </a:lnTo>
                    <a:lnTo>
                      <a:pt x="801255" y="38613"/>
                    </a:lnTo>
                    <a:lnTo>
                      <a:pt x="808889" y="38836"/>
                    </a:lnTo>
                    <a:lnTo>
                      <a:pt x="809112" y="31203"/>
                    </a:lnTo>
                    <a:lnTo>
                      <a:pt x="816745" y="31426"/>
                    </a:lnTo>
                    <a:lnTo>
                      <a:pt x="816968" y="23792"/>
                    </a:lnTo>
                    <a:lnTo>
                      <a:pt x="824602" y="24015"/>
                    </a:lnTo>
                    <a:lnTo>
                      <a:pt x="824825" y="16382"/>
                    </a:lnTo>
                    <a:lnTo>
                      <a:pt x="821119" y="12453"/>
                    </a:lnTo>
                    <a:lnTo>
                      <a:pt x="817191" y="16159"/>
                    </a:lnTo>
                    <a:lnTo>
                      <a:pt x="809780" y="8302"/>
                    </a:lnTo>
                    <a:lnTo>
                      <a:pt x="805852" y="12007"/>
                    </a:lnTo>
                    <a:lnTo>
                      <a:pt x="787103" y="0"/>
                    </a:lnTo>
                    <a:lnTo>
                      <a:pt x="794513" y="7856"/>
                    </a:lnTo>
                    <a:lnTo>
                      <a:pt x="790585" y="11562"/>
                    </a:lnTo>
                    <a:lnTo>
                      <a:pt x="797996" y="19418"/>
                    </a:lnTo>
                    <a:lnTo>
                      <a:pt x="794068" y="23123"/>
                    </a:lnTo>
                    <a:lnTo>
                      <a:pt x="801478" y="30980"/>
                    </a:lnTo>
                    <a:lnTo>
                      <a:pt x="797550" y="34685"/>
                    </a:lnTo>
                    <a:lnTo>
                      <a:pt x="801255" y="38613"/>
                    </a:lnTo>
                    <a:moveTo>
                      <a:pt x="617716" y="219160"/>
                    </a:moveTo>
                    <a:lnTo>
                      <a:pt x="603786" y="172913"/>
                    </a:lnTo>
                    <a:lnTo>
                      <a:pt x="649141" y="189518"/>
                    </a:lnTo>
                    <a:lnTo>
                      <a:pt x="617716" y="219160"/>
                    </a:lnTo>
                    <a:lnTo>
                      <a:pt x="621644" y="215455"/>
                    </a:lnTo>
                    <a:lnTo>
                      <a:pt x="611197" y="180770"/>
                    </a:lnTo>
                    <a:lnTo>
                      <a:pt x="645213" y="193223"/>
                    </a:lnTo>
                    <a:lnTo>
                      <a:pt x="641508" y="189295"/>
                    </a:lnTo>
                    <a:lnTo>
                      <a:pt x="617939" y="211527"/>
                    </a:lnTo>
                    <a:lnTo>
                      <a:pt x="621644" y="215455"/>
                    </a:lnTo>
                    <a:lnTo>
                      <a:pt x="617716" y="219160"/>
                    </a:lnTo>
                    <a:lnTo>
                      <a:pt x="618161" y="203893"/>
                    </a:lnTo>
                    <a:lnTo>
                      <a:pt x="614233" y="207598"/>
                    </a:lnTo>
                    <a:lnTo>
                      <a:pt x="614679" y="192331"/>
                    </a:lnTo>
                    <a:lnTo>
                      <a:pt x="610751" y="196037"/>
                    </a:lnTo>
                    <a:lnTo>
                      <a:pt x="607491" y="176841"/>
                    </a:lnTo>
                    <a:lnTo>
                      <a:pt x="626464" y="181215"/>
                    </a:lnTo>
                    <a:lnTo>
                      <a:pt x="622536" y="184921"/>
                    </a:lnTo>
                    <a:lnTo>
                      <a:pt x="637803" y="185367"/>
                    </a:lnTo>
                    <a:lnTo>
                      <a:pt x="633874" y="189072"/>
                    </a:lnTo>
                    <a:lnTo>
                      <a:pt x="649141" y="189518"/>
                    </a:lnTo>
                    <a:lnTo>
                      <a:pt x="637580" y="193000"/>
                    </a:lnTo>
                    <a:lnTo>
                      <a:pt x="637357" y="200634"/>
                    </a:lnTo>
                    <a:lnTo>
                      <a:pt x="629723" y="200411"/>
                    </a:lnTo>
                    <a:lnTo>
                      <a:pt x="629500" y="208044"/>
                    </a:lnTo>
                    <a:lnTo>
                      <a:pt x="621867" y="207821"/>
                    </a:lnTo>
                    <a:lnTo>
                      <a:pt x="617716" y="219160"/>
                    </a:lnTo>
                    <a:lnTo>
                      <a:pt x="617939" y="211527"/>
                    </a:lnTo>
                    <a:lnTo>
                      <a:pt x="625572" y="211749"/>
                    </a:lnTo>
                    <a:lnTo>
                      <a:pt x="625795" y="204116"/>
                    </a:lnTo>
                    <a:lnTo>
                      <a:pt x="633428" y="204339"/>
                    </a:lnTo>
                    <a:lnTo>
                      <a:pt x="633651" y="196705"/>
                    </a:lnTo>
                    <a:lnTo>
                      <a:pt x="641285" y="196928"/>
                    </a:lnTo>
                    <a:lnTo>
                      <a:pt x="641508" y="189295"/>
                    </a:lnTo>
                    <a:lnTo>
                      <a:pt x="637803" y="185367"/>
                    </a:lnTo>
                    <a:lnTo>
                      <a:pt x="633874" y="189072"/>
                    </a:lnTo>
                    <a:lnTo>
                      <a:pt x="626464" y="181215"/>
                    </a:lnTo>
                    <a:lnTo>
                      <a:pt x="622536" y="184921"/>
                    </a:lnTo>
                    <a:lnTo>
                      <a:pt x="603786" y="172913"/>
                    </a:lnTo>
                    <a:lnTo>
                      <a:pt x="611197" y="180770"/>
                    </a:lnTo>
                    <a:lnTo>
                      <a:pt x="607269" y="184475"/>
                    </a:lnTo>
                    <a:lnTo>
                      <a:pt x="614679" y="192331"/>
                    </a:lnTo>
                    <a:lnTo>
                      <a:pt x="610751" y="196037"/>
                    </a:lnTo>
                    <a:lnTo>
                      <a:pt x="618161" y="203893"/>
                    </a:lnTo>
                    <a:lnTo>
                      <a:pt x="614233" y="207598"/>
                    </a:lnTo>
                    <a:lnTo>
                      <a:pt x="617939" y="211527"/>
                    </a:lnTo>
                    <a:moveTo>
                      <a:pt x="434399" y="392073"/>
                    </a:moveTo>
                    <a:lnTo>
                      <a:pt x="420470" y="345826"/>
                    </a:lnTo>
                    <a:lnTo>
                      <a:pt x="465825" y="362431"/>
                    </a:lnTo>
                    <a:lnTo>
                      <a:pt x="434399" y="392073"/>
                    </a:lnTo>
                    <a:lnTo>
                      <a:pt x="438327" y="388368"/>
                    </a:lnTo>
                    <a:lnTo>
                      <a:pt x="427880" y="353683"/>
                    </a:lnTo>
                    <a:lnTo>
                      <a:pt x="461896" y="366136"/>
                    </a:lnTo>
                    <a:lnTo>
                      <a:pt x="458191" y="362208"/>
                    </a:lnTo>
                    <a:lnTo>
                      <a:pt x="434622" y="384440"/>
                    </a:lnTo>
                    <a:lnTo>
                      <a:pt x="438327" y="388368"/>
                    </a:lnTo>
                    <a:lnTo>
                      <a:pt x="434399" y="392073"/>
                    </a:lnTo>
                    <a:lnTo>
                      <a:pt x="434845" y="376806"/>
                    </a:lnTo>
                    <a:lnTo>
                      <a:pt x="430917" y="380512"/>
                    </a:lnTo>
                    <a:lnTo>
                      <a:pt x="431362" y="365245"/>
                    </a:lnTo>
                    <a:lnTo>
                      <a:pt x="427434" y="368950"/>
                    </a:lnTo>
                    <a:lnTo>
                      <a:pt x="424175" y="349755"/>
                    </a:lnTo>
                    <a:lnTo>
                      <a:pt x="443147" y="354129"/>
                    </a:lnTo>
                    <a:lnTo>
                      <a:pt x="439219" y="357834"/>
                    </a:lnTo>
                    <a:lnTo>
                      <a:pt x="454486" y="358280"/>
                    </a:lnTo>
                    <a:lnTo>
                      <a:pt x="450558" y="361985"/>
                    </a:lnTo>
                    <a:lnTo>
                      <a:pt x="465825" y="362431"/>
                    </a:lnTo>
                    <a:lnTo>
                      <a:pt x="454263" y="365913"/>
                    </a:lnTo>
                    <a:lnTo>
                      <a:pt x="454040" y="373547"/>
                    </a:lnTo>
                    <a:lnTo>
                      <a:pt x="446407" y="373324"/>
                    </a:lnTo>
                    <a:lnTo>
                      <a:pt x="446184" y="380957"/>
                    </a:lnTo>
                    <a:lnTo>
                      <a:pt x="438550" y="380734"/>
                    </a:lnTo>
                    <a:lnTo>
                      <a:pt x="434399" y="392073"/>
                    </a:lnTo>
                    <a:lnTo>
                      <a:pt x="434622" y="384440"/>
                    </a:lnTo>
                    <a:lnTo>
                      <a:pt x="442255" y="384663"/>
                    </a:lnTo>
                    <a:lnTo>
                      <a:pt x="442478" y="377029"/>
                    </a:lnTo>
                    <a:lnTo>
                      <a:pt x="450112" y="377252"/>
                    </a:lnTo>
                    <a:lnTo>
                      <a:pt x="450335" y="369619"/>
                    </a:lnTo>
                    <a:lnTo>
                      <a:pt x="457968" y="369842"/>
                    </a:lnTo>
                    <a:lnTo>
                      <a:pt x="458191" y="362208"/>
                    </a:lnTo>
                    <a:lnTo>
                      <a:pt x="454486" y="358280"/>
                    </a:lnTo>
                    <a:lnTo>
                      <a:pt x="450558" y="361985"/>
                    </a:lnTo>
                    <a:lnTo>
                      <a:pt x="443147" y="354129"/>
                    </a:lnTo>
                    <a:lnTo>
                      <a:pt x="439219" y="357834"/>
                    </a:lnTo>
                    <a:lnTo>
                      <a:pt x="420470" y="345826"/>
                    </a:lnTo>
                    <a:lnTo>
                      <a:pt x="427880" y="353683"/>
                    </a:lnTo>
                    <a:lnTo>
                      <a:pt x="423952" y="357388"/>
                    </a:lnTo>
                    <a:lnTo>
                      <a:pt x="431362" y="365245"/>
                    </a:lnTo>
                    <a:lnTo>
                      <a:pt x="427434" y="368950"/>
                    </a:lnTo>
                    <a:lnTo>
                      <a:pt x="434845" y="376806"/>
                    </a:lnTo>
                    <a:lnTo>
                      <a:pt x="430917" y="380512"/>
                    </a:lnTo>
                    <a:lnTo>
                      <a:pt x="434622" y="384440"/>
                    </a:lnTo>
                    <a:moveTo>
                      <a:pt x="251082" y="564987"/>
                    </a:moveTo>
                    <a:lnTo>
                      <a:pt x="237153" y="518740"/>
                    </a:lnTo>
                    <a:lnTo>
                      <a:pt x="282508" y="535344"/>
                    </a:lnTo>
                    <a:lnTo>
                      <a:pt x="251082" y="564987"/>
                    </a:lnTo>
                    <a:lnTo>
                      <a:pt x="255010" y="561281"/>
                    </a:lnTo>
                    <a:lnTo>
                      <a:pt x="244563" y="526596"/>
                    </a:lnTo>
                    <a:lnTo>
                      <a:pt x="278580" y="539050"/>
                    </a:lnTo>
                    <a:lnTo>
                      <a:pt x="274874" y="535121"/>
                    </a:lnTo>
                    <a:lnTo>
                      <a:pt x="251305" y="557353"/>
                    </a:lnTo>
                    <a:lnTo>
                      <a:pt x="255010" y="561281"/>
                    </a:lnTo>
                    <a:lnTo>
                      <a:pt x="251082" y="564987"/>
                    </a:lnTo>
                    <a:lnTo>
                      <a:pt x="251528" y="549720"/>
                    </a:lnTo>
                    <a:lnTo>
                      <a:pt x="247600" y="553425"/>
                    </a:lnTo>
                    <a:lnTo>
                      <a:pt x="248046" y="538158"/>
                    </a:lnTo>
                    <a:lnTo>
                      <a:pt x="244118" y="541863"/>
                    </a:lnTo>
                    <a:lnTo>
                      <a:pt x="240858" y="522668"/>
                    </a:lnTo>
                    <a:lnTo>
                      <a:pt x="259830" y="527042"/>
                    </a:lnTo>
                    <a:lnTo>
                      <a:pt x="255902" y="530747"/>
                    </a:lnTo>
                    <a:lnTo>
                      <a:pt x="271169" y="531193"/>
                    </a:lnTo>
                    <a:lnTo>
                      <a:pt x="267241" y="534898"/>
                    </a:lnTo>
                    <a:lnTo>
                      <a:pt x="282508" y="535344"/>
                    </a:lnTo>
                    <a:lnTo>
                      <a:pt x="270946" y="538827"/>
                    </a:lnTo>
                    <a:lnTo>
                      <a:pt x="270723" y="546460"/>
                    </a:lnTo>
                    <a:lnTo>
                      <a:pt x="263090" y="546237"/>
                    </a:lnTo>
                    <a:lnTo>
                      <a:pt x="262867" y="553871"/>
                    </a:lnTo>
                    <a:lnTo>
                      <a:pt x="255233" y="553648"/>
                    </a:lnTo>
                    <a:lnTo>
                      <a:pt x="251082" y="564987"/>
                    </a:lnTo>
                    <a:lnTo>
                      <a:pt x="251305" y="557353"/>
                    </a:lnTo>
                    <a:lnTo>
                      <a:pt x="258939" y="557576"/>
                    </a:lnTo>
                    <a:lnTo>
                      <a:pt x="259162" y="549942"/>
                    </a:lnTo>
                    <a:lnTo>
                      <a:pt x="266795" y="550165"/>
                    </a:lnTo>
                    <a:lnTo>
                      <a:pt x="267018" y="542532"/>
                    </a:lnTo>
                    <a:lnTo>
                      <a:pt x="274652" y="542755"/>
                    </a:lnTo>
                    <a:lnTo>
                      <a:pt x="274874" y="535121"/>
                    </a:lnTo>
                    <a:lnTo>
                      <a:pt x="271169" y="531193"/>
                    </a:lnTo>
                    <a:lnTo>
                      <a:pt x="267241" y="534898"/>
                    </a:lnTo>
                    <a:lnTo>
                      <a:pt x="259830" y="527042"/>
                    </a:lnTo>
                    <a:lnTo>
                      <a:pt x="255902" y="530747"/>
                    </a:lnTo>
                    <a:lnTo>
                      <a:pt x="237153" y="518740"/>
                    </a:lnTo>
                    <a:lnTo>
                      <a:pt x="244563" y="526596"/>
                    </a:lnTo>
                    <a:lnTo>
                      <a:pt x="240635" y="530301"/>
                    </a:lnTo>
                    <a:lnTo>
                      <a:pt x="248046" y="538158"/>
                    </a:lnTo>
                    <a:lnTo>
                      <a:pt x="244118" y="541863"/>
                    </a:lnTo>
                    <a:lnTo>
                      <a:pt x="251528" y="549720"/>
                    </a:lnTo>
                    <a:lnTo>
                      <a:pt x="247600" y="553425"/>
                    </a:lnTo>
                    <a:lnTo>
                      <a:pt x="251305" y="557353"/>
                    </a:lnTo>
                    <a:moveTo>
                      <a:pt x="0" y="466681"/>
                    </a:moveTo>
                    <a:lnTo>
                      <a:pt x="46349" y="453095"/>
                    </a:lnTo>
                    <a:lnTo>
                      <a:pt x="29409" y="498326"/>
                    </a:lnTo>
                    <a:lnTo>
                      <a:pt x="0" y="466681"/>
                    </a:lnTo>
                    <a:lnTo>
                      <a:pt x="3676" y="470637"/>
                    </a:lnTo>
                    <a:lnTo>
                      <a:pt x="38438" y="460447"/>
                    </a:lnTo>
                    <a:lnTo>
                      <a:pt x="25733" y="494370"/>
                    </a:lnTo>
                    <a:lnTo>
                      <a:pt x="29688" y="490694"/>
                    </a:lnTo>
                    <a:lnTo>
                      <a:pt x="7632" y="466961"/>
                    </a:lnTo>
                    <a:lnTo>
                      <a:pt x="3676" y="470637"/>
                    </a:lnTo>
                    <a:lnTo>
                      <a:pt x="0" y="466681"/>
                    </a:lnTo>
                    <a:lnTo>
                      <a:pt x="15263" y="467240"/>
                    </a:lnTo>
                    <a:lnTo>
                      <a:pt x="11587" y="463285"/>
                    </a:lnTo>
                    <a:lnTo>
                      <a:pt x="26851" y="463844"/>
                    </a:lnTo>
                    <a:lnTo>
                      <a:pt x="23174" y="459888"/>
                    </a:lnTo>
                    <a:lnTo>
                      <a:pt x="42393" y="456771"/>
                    </a:lnTo>
                    <a:lnTo>
                      <a:pt x="37879" y="475710"/>
                    </a:lnTo>
                    <a:lnTo>
                      <a:pt x="34203" y="471755"/>
                    </a:lnTo>
                    <a:lnTo>
                      <a:pt x="33644" y="487018"/>
                    </a:lnTo>
                    <a:lnTo>
                      <a:pt x="29968" y="483062"/>
                    </a:lnTo>
                    <a:lnTo>
                      <a:pt x="29409" y="498326"/>
                    </a:lnTo>
                    <a:lnTo>
                      <a:pt x="26012" y="486738"/>
                    </a:lnTo>
                    <a:lnTo>
                      <a:pt x="18381" y="486459"/>
                    </a:lnTo>
                    <a:lnTo>
                      <a:pt x="18660" y="478827"/>
                    </a:lnTo>
                    <a:lnTo>
                      <a:pt x="11028" y="478548"/>
                    </a:lnTo>
                    <a:lnTo>
                      <a:pt x="11308" y="470916"/>
                    </a:lnTo>
                    <a:lnTo>
                      <a:pt x="0" y="466681"/>
                    </a:lnTo>
                    <a:lnTo>
                      <a:pt x="7632" y="466961"/>
                    </a:lnTo>
                    <a:lnTo>
                      <a:pt x="7352" y="474592"/>
                    </a:lnTo>
                    <a:lnTo>
                      <a:pt x="14984" y="474872"/>
                    </a:lnTo>
                    <a:lnTo>
                      <a:pt x="14704" y="482504"/>
                    </a:lnTo>
                    <a:lnTo>
                      <a:pt x="22336" y="482783"/>
                    </a:lnTo>
                    <a:lnTo>
                      <a:pt x="22057" y="490415"/>
                    </a:lnTo>
                    <a:lnTo>
                      <a:pt x="29688" y="490694"/>
                    </a:lnTo>
                    <a:lnTo>
                      <a:pt x="33644" y="487018"/>
                    </a:lnTo>
                    <a:lnTo>
                      <a:pt x="29968" y="483062"/>
                    </a:lnTo>
                    <a:lnTo>
                      <a:pt x="37879" y="475710"/>
                    </a:lnTo>
                    <a:lnTo>
                      <a:pt x="34203" y="471755"/>
                    </a:lnTo>
                    <a:lnTo>
                      <a:pt x="46349" y="453095"/>
                    </a:lnTo>
                    <a:lnTo>
                      <a:pt x="38438" y="460447"/>
                    </a:lnTo>
                    <a:lnTo>
                      <a:pt x="34762" y="456491"/>
                    </a:lnTo>
                    <a:lnTo>
                      <a:pt x="26851" y="463844"/>
                    </a:lnTo>
                    <a:lnTo>
                      <a:pt x="23174" y="459888"/>
                    </a:lnTo>
                    <a:lnTo>
                      <a:pt x="15263" y="467240"/>
                    </a:lnTo>
                    <a:lnTo>
                      <a:pt x="11587" y="463285"/>
                    </a:lnTo>
                    <a:lnTo>
                      <a:pt x="7632" y="46696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62" name="Контур"/>
              <p:cNvSpPr/>
              <p:nvPr/>
            </p:nvSpPr>
            <p:spPr>
              <a:xfrm>
                <a:off x="3078071" y="1584000"/>
                <a:ext cx="95325" cy="40181"/>
              </a:xfrm>
              <a:custGeom>
                <a:avLst/>
                <a:gdLst/>
                <a:ahLst/>
                <a:cxnLst/>
                <a:rect l="l" t="t" r="r" b="b"/>
                <a:pathLst>
                  <a:path w="95325" h="40181" fill="none">
                    <a:moveTo>
                      <a:pt x="0" y="40170"/>
                    </a:moveTo>
                    <a:lnTo>
                      <a:pt x="1422" y="40181"/>
                    </a:lnTo>
                    <a:lnTo>
                      <a:pt x="8064" y="39902"/>
                    </a:lnTo>
                    <a:lnTo>
                      <a:pt x="14686" y="39295"/>
                    </a:lnTo>
                    <a:lnTo>
                      <a:pt x="21271" y="38365"/>
                    </a:lnTo>
                    <a:lnTo>
                      <a:pt x="27801" y="37110"/>
                    </a:lnTo>
                    <a:lnTo>
                      <a:pt x="34261" y="35537"/>
                    </a:lnTo>
                    <a:lnTo>
                      <a:pt x="37264" y="34647"/>
                    </a:lnTo>
                    <a:moveTo>
                      <a:pt x="37264" y="34647"/>
                    </a:moveTo>
                    <a:lnTo>
                      <a:pt x="40637" y="33647"/>
                    </a:lnTo>
                    <a:lnTo>
                      <a:pt x="46910" y="31444"/>
                    </a:lnTo>
                    <a:lnTo>
                      <a:pt x="53070" y="28936"/>
                    </a:lnTo>
                    <a:lnTo>
                      <a:pt x="59096" y="26128"/>
                    </a:lnTo>
                    <a:lnTo>
                      <a:pt x="64978" y="23025"/>
                    </a:lnTo>
                    <a:lnTo>
                      <a:pt x="70699" y="19637"/>
                    </a:lnTo>
                    <a:lnTo>
                      <a:pt x="71563" y="19067"/>
                    </a:lnTo>
                    <a:moveTo>
                      <a:pt x="71563" y="19067"/>
                    </a:moveTo>
                    <a:lnTo>
                      <a:pt x="76248" y="15972"/>
                    </a:lnTo>
                    <a:lnTo>
                      <a:pt x="81608" y="12040"/>
                    </a:lnTo>
                    <a:lnTo>
                      <a:pt x="86769" y="7846"/>
                    </a:lnTo>
                    <a:lnTo>
                      <a:pt x="91717" y="3403"/>
                    </a:lnTo>
                    <a:lnTo>
                      <a:pt x="95325" y="0"/>
                    </a:lnTo>
                    <a:moveTo>
                      <a:pt x="0" y="40170"/>
                    </a:moveTo>
                    <a:lnTo>
                      <a:pt x="1422" y="40181"/>
                    </a:lnTo>
                    <a:lnTo>
                      <a:pt x="8064" y="39902"/>
                    </a:lnTo>
                    <a:lnTo>
                      <a:pt x="14686" y="39295"/>
                    </a:lnTo>
                    <a:lnTo>
                      <a:pt x="21271" y="38365"/>
                    </a:lnTo>
                    <a:lnTo>
                      <a:pt x="27801" y="37110"/>
                    </a:lnTo>
                    <a:lnTo>
                      <a:pt x="34261" y="35537"/>
                    </a:lnTo>
                    <a:lnTo>
                      <a:pt x="37264" y="34647"/>
                    </a:lnTo>
                    <a:moveTo>
                      <a:pt x="37264" y="34647"/>
                    </a:moveTo>
                    <a:lnTo>
                      <a:pt x="40637" y="33647"/>
                    </a:lnTo>
                    <a:lnTo>
                      <a:pt x="46910" y="31444"/>
                    </a:lnTo>
                    <a:lnTo>
                      <a:pt x="53070" y="28936"/>
                    </a:lnTo>
                    <a:lnTo>
                      <a:pt x="59096" y="26128"/>
                    </a:lnTo>
                    <a:lnTo>
                      <a:pt x="64978" y="23025"/>
                    </a:lnTo>
                    <a:lnTo>
                      <a:pt x="70699" y="19637"/>
                    </a:lnTo>
                    <a:lnTo>
                      <a:pt x="71563" y="19067"/>
                    </a:lnTo>
                    <a:moveTo>
                      <a:pt x="71563" y="19067"/>
                    </a:moveTo>
                    <a:lnTo>
                      <a:pt x="76248" y="15972"/>
                    </a:lnTo>
                    <a:lnTo>
                      <a:pt x="81608" y="12040"/>
                    </a:lnTo>
                    <a:lnTo>
                      <a:pt x="86769" y="7846"/>
                    </a:lnTo>
                    <a:lnTo>
                      <a:pt x="91717" y="3403"/>
                    </a:lnTo>
                    <a:lnTo>
                      <a:pt x="95325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63" name="Контур"/>
              <p:cNvSpPr/>
              <p:nvPr/>
            </p:nvSpPr>
            <p:spPr>
              <a:xfrm>
                <a:off x="4224354" y="1811701"/>
                <a:ext cx="709114" cy="668832"/>
              </a:xfrm>
              <a:custGeom>
                <a:avLst/>
                <a:gdLst/>
                <a:ahLst/>
                <a:cxnLst/>
                <a:rect l="l" t="t" r="r" b="b"/>
                <a:pathLst>
                  <a:path w="709114" h="668832" fill="none">
                    <a:moveTo>
                      <a:pt x="0" y="668832"/>
                    </a:moveTo>
                    <a:lnTo>
                      <a:pt x="91661" y="582378"/>
                    </a:lnTo>
                    <a:moveTo>
                      <a:pt x="91661" y="582378"/>
                    </a:moveTo>
                    <a:lnTo>
                      <a:pt x="183322" y="495924"/>
                    </a:lnTo>
                    <a:moveTo>
                      <a:pt x="183322" y="495924"/>
                    </a:moveTo>
                    <a:lnTo>
                      <a:pt x="274983" y="409470"/>
                    </a:lnTo>
                    <a:moveTo>
                      <a:pt x="274983" y="409470"/>
                    </a:moveTo>
                    <a:lnTo>
                      <a:pt x="366644" y="323016"/>
                    </a:lnTo>
                    <a:moveTo>
                      <a:pt x="366644" y="323016"/>
                    </a:moveTo>
                    <a:lnTo>
                      <a:pt x="458305" y="236562"/>
                    </a:lnTo>
                    <a:moveTo>
                      <a:pt x="458305" y="236562"/>
                    </a:moveTo>
                    <a:lnTo>
                      <a:pt x="549966" y="150108"/>
                    </a:lnTo>
                    <a:moveTo>
                      <a:pt x="549966" y="150108"/>
                    </a:moveTo>
                    <a:lnTo>
                      <a:pt x="641626" y="63654"/>
                    </a:lnTo>
                    <a:moveTo>
                      <a:pt x="641626" y="63654"/>
                    </a:moveTo>
                    <a:lnTo>
                      <a:pt x="70911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64" name="Контур"/>
              <p:cNvSpPr/>
              <p:nvPr/>
            </p:nvSpPr>
            <p:spPr>
              <a:xfrm>
                <a:off x="4270452" y="1814458"/>
                <a:ext cx="595320" cy="564971"/>
              </a:xfrm>
              <a:custGeom>
                <a:avLst/>
                <a:gdLst/>
                <a:ahLst/>
                <a:cxnLst/>
                <a:rect l="l" t="t" r="r" b="b"/>
                <a:pathLst>
                  <a:path w="595320" h="564971" fill="none">
                    <a:moveTo>
                      <a:pt x="31427" y="518724"/>
                    </a:moveTo>
                    <a:lnTo>
                      <a:pt x="45355" y="564971"/>
                    </a:lnTo>
                    <a:lnTo>
                      <a:pt x="0" y="548365"/>
                    </a:lnTo>
                    <a:lnTo>
                      <a:pt x="31427" y="518724"/>
                    </a:lnTo>
                    <a:lnTo>
                      <a:pt x="27498" y="522429"/>
                    </a:lnTo>
                    <a:lnTo>
                      <a:pt x="37945" y="557115"/>
                    </a:lnTo>
                    <a:lnTo>
                      <a:pt x="3929" y="544660"/>
                    </a:lnTo>
                    <a:lnTo>
                      <a:pt x="7634" y="548588"/>
                    </a:lnTo>
                    <a:lnTo>
                      <a:pt x="31204" y="526357"/>
                    </a:lnTo>
                    <a:lnTo>
                      <a:pt x="27498" y="522429"/>
                    </a:lnTo>
                    <a:lnTo>
                      <a:pt x="31427" y="518724"/>
                    </a:lnTo>
                    <a:lnTo>
                      <a:pt x="30980" y="533991"/>
                    </a:lnTo>
                    <a:lnTo>
                      <a:pt x="34909" y="530286"/>
                    </a:lnTo>
                    <a:lnTo>
                      <a:pt x="34462" y="545553"/>
                    </a:lnTo>
                    <a:lnTo>
                      <a:pt x="38391" y="541848"/>
                    </a:lnTo>
                    <a:lnTo>
                      <a:pt x="41650" y="561043"/>
                    </a:lnTo>
                    <a:lnTo>
                      <a:pt x="22678" y="556668"/>
                    </a:lnTo>
                    <a:lnTo>
                      <a:pt x="26606" y="552963"/>
                    </a:lnTo>
                    <a:lnTo>
                      <a:pt x="11339" y="552517"/>
                    </a:lnTo>
                    <a:lnTo>
                      <a:pt x="15267" y="548812"/>
                    </a:lnTo>
                    <a:lnTo>
                      <a:pt x="0" y="548365"/>
                    </a:lnTo>
                    <a:lnTo>
                      <a:pt x="11562" y="544883"/>
                    </a:lnTo>
                    <a:lnTo>
                      <a:pt x="11785" y="537250"/>
                    </a:lnTo>
                    <a:lnTo>
                      <a:pt x="19419" y="537473"/>
                    </a:lnTo>
                    <a:lnTo>
                      <a:pt x="19642" y="529839"/>
                    </a:lnTo>
                    <a:lnTo>
                      <a:pt x="27275" y="530063"/>
                    </a:lnTo>
                    <a:lnTo>
                      <a:pt x="31427" y="518724"/>
                    </a:lnTo>
                    <a:lnTo>
                      <a:pt x="31204" y="526357"/>
                    </a:lnTo>
                    <a:lnTo>
                      <a:pt x="23570" y="526134"/>
                    </a:lnTo>
                    <a:lnTo>
                      <a:pt x="23347" y="533768"/>
                    </a:lnTo>
                    <a:lnTo>
                      <a:pt x="15713" y="533545"/>
                    </a:lnTo>
                    <a:lnTo>
                      <a:pt x="15490" y="541178"/>
                    </a:lnTo>
                    <a:lnTo>
                      <a:pt x="7857" y="540955"/>
                    </a:lnTo>
                    <a:lnTo>
                      <a:pt x="7634" y="548588"/>
                    </a:lnTo>
                    <a:lnTo>
                      <a:pt x="11339" y="552517"/>
                    </a:lnTo>
                    <a:lnTo>
                      <a:pt x="15267" y="548812"/>
                    </a:lnTo>
                    <a:lnTo>
                      <a:pt x="22678" y="556668"/>
                    </a:lnTo>
                    <a:lnTo>
                      <a:pt x="26606" y="552963"/>
                    </a:lnTo>
                    <a:lnTo>
                      <a:pt x="45355" y="564971"/>
                    </a:lnTo>
                    <a:lnTo>
                      <a:pt x="37945" y="557115"/>
                    </a:lnTo>
                    <a:lnTo>
                      <a:pt x="41873" y="553409"/>
                    </a:lnTo>
                    <a:lnTo>
                      <a:pt x="34462" y="545553"/>
                    </a:lnTo>
                    <a:lnTo>
                      <a:pt x="38391" y="541848"/>
                    </a:lnTo>
                    <a:lnTo>
                      <a:pt x="30980" y="533991"/>
                    </a:lnTo>
                    <a:lnTo>
                      <a:pt x="34909" y="530286"/>
                    </a:lnTo>
                    <a:lnTo>
                      <a:pt x="31204" y="526357"/>
                    </a:lnTo>
                    <a:moveTo>
                      <a:pt x="214748" y="345816"/>
                    </a:moveTo>
                    <a:lnTo>
                      <a:pt x="228677" y="392063"/>
                    </a:lnTo>
                    <a:lnTo>
                      <a:pt x="183322" y="375457"/>
                    </a:lnTo>
                    <a:lnTo>
                      <a:pt x="214748" y="345816"/>
                    </a:lnTo>
                    <a:lnTo>
                      <a:pt x="210820" y="349521"/>
                    </a:lnTo>
                    <a:lnTo>
                      <a:pt x="221266" y="384207"/>
                    </a:lnTo>
                    <a:lnTo>
                      <a:pt x="187250" y="371752"/>
                    </a:lnTo>
                    <a:lnTo>
                      <a:pt x="190955" y="375681"/>
                    </a:lnTo>
                    <a:lnTo>
                      <a:pt x="214525" y="353450"/>
                    </a:lnTo>
                    <a:lnTo>
                      <a:pt x="210820" y="349521"/>
                    </a:lnTo>
                    <a:lnTo>
                      <a:pt x="214748" y="345816"/>
                    </a:lnTo>
                    <a:lnTo>
                      <a:pt x="214302" y="361083"/>
                    </a:lnTo>
                    <a:lnTo>
                      <a:pt x="218231" y="357378"/>
                    </a:lnTo>
                    <a:lnTo>
                      <a:pt x="217784" y="372645"/>
                    </a:lnTo>
                    <a:lnTo>
                      <a:pt x="221713" y="368940"/>
                    </a:lnTo>
                    <a:lnTo>
                      <a:pt x="224971" y="388135"/>
                    </a:lnTo>
                    <a:lnTo>
                      <a:pt x="205999" y="383760"/>
                    </a:lnTo>
                    <a:lnTo>
                      <a:pt x="209928" y="380055"/>
                    </a:lnTo>
                    <a:lnTo>
                      <a:pt x="194661" y="379609"/>
                    </a:lnTo>
                    <a:lnTo>
                      <a:pt x="198589" y="375904"/>
                    </a:lnTo>
                    <a:lnTo>
                      <a:pt x="183322" y="375457"/>
                    </a:lnTo>
                    <a:lnTo>
                      <a:pt x="194884" y="371975"/>
                    </a:lnTo>
                    <a:lnTo>
                      <a:pt x="195107" y="364342"/>
                    </a:lnTo>
                    <a:lnTo>
                      <a:pt x="202740" y="364565"/>
                    </a:lnTo>
                    <a:lnTo>
                      <a:pt x="202964" y="356932"/>
                    </a:lnTo>
                    <a:lnTo>
                      <a:pt x="210597" y="357155"/>
                    </a:lnTo>
                    <a:lnTo>
                      <a:pt x="214748" y="345816"/>
                    </a:lnTo>
                    <a:lnTo>
                      <a:pt x="214525" y="353450"/>
                    </a:lnTo>
                    <a:lnTo>
                      <a:pt x="206892" y="353226"/>
                    </a:lnTo>
                    <a:lnTo>
                      <a:pt x="206669" y="360860"/>
                    </a:lnTo>
                    <a:lnTo>
                      <a:pt x="199035" y="360637"/>
                    </a:lnTo>
                    <a:lnTo>
                      <a:pt x="198812" y="368270"/>
                    </a:lnTo>
                    <a:lnTo>
                      <a:pt x="191179" y="368047"/>
                    </a:lnTo>
                    <a:lnTo>
                      <a:pt x="190955" y="375681"/>
                    </a:lnTo>
                    <a:lnTo>
                      <a:pt x="194661" y="379609"/>
                    </a:lnTo>
                    <a:lnTo>
                      <a:pt x="198589" y="375904"/>
                    </a:lnTo>
                    <a:lnTo>
                      <a:pt x="205999" y="383760"/>
                    </a:lnTo>
                    <a:lnTo>
                      <a:pt x="209928" y="380055"/>
                    </a:lnTo>
                    <a:lnTo>
                      <a:pt x="228677" y="392063"/>
                    </a:lnTo>
                    <a:lnTo>
                      <a:pt x="221266" y="384207"/>
                    </a:lnTo>
                    <a:lnTo>
                      <a:pt x="225195" y="380501"/>
                    </a:lnTo>
                    <a:lnTo>
                      <a:pt x="217784" y="372645"/>
                    </a:lnTo>
                    <a:lnTo>
                      <a:pt x="221713" y="368940"/>
                    </a:lnTo>
                    <a:lnTo>
                      <a:pt x="214302" y="361083"/>
                    </a:lnTo>
                    <a:lnTo>
                      <a:pt x="218231" y="357378"/>
                    </a:lnTo>
                    <a:lnTo>
                      <a:pt x="214525" y="353450"/>
                    </a:lnTo>
                    <a:moveTo>
                      <a:pt x="398070" y="172908"/>
                    </a:moveTo>
                    <a:lnTo>
                      <a:pt x="411998" y="219155"/>
                    </a:lnTo>
                    <a:lnTo>
                      <a:pt x="366644" y="202549"/>
                    </a:lnTo>
                    <a:lnTo>
                      <a:pt x="398070" y="172908"/>
                    </a:lnTo>
                    <a:lnTo>
                      <a:pt x="394142" y="176613"/>
                    </a:lnTo>
                    <a:lnTo>
                      <a:pt x="404588" y="211299"/>
                    </a:lnTo>
                    <a:lnTo>
                      <a:pt x="370572" y="198844"/>
                    </a:lnTo>
                    <a:lnTo>
                      <a:pt x="374277" y="202773"/>
                    </a:lnTo>
                    <a:lnTo>
                      <a:pt x="397847" y="180542"/>
                    </a:lnTo>
                    <a:lnTo>
                      <a:pt x="394142" y="176613"/>
                    </a:lnTo>
                    <a:lnTo>
                      <a:pt x="398070" y="172908"/>
                    </a:lnTo>
                    <a:lnTo>
                      <a:pt x="397624" y="188175"/>
                    </a:lnTo>
                    <a:lnTo>
                      <a:pt x="401552" y="184470"/>
                    </a:lnTo>
                    <a:lnTo>
                      <a:pt x="401106" y="199737"/>
                    </a:lnTo>
                    <a:lnTo>
                      <a:pt x="405034" y="196032"/>
                    </a:lnTo>
                    <a:lnTo>
                      <a:pt x="408293" y="215227"/>
                    </a:lnTo>
                    <a:lnTo>
                      <a:pt x="389321" y="210852"/>
                    </a:lnTo>
                    <a:lnTo>
                      <a:pt x="393249" y="207147"/>
                    </a:lnTo>
                    <a:lnTo>
                      <a:pt x="377982" y="206701"/>
                    </a:lnTo>
                    <a:lnTo>
                      <a:pt x="381911" y="202996"/>
                    </a:lnTo>
                    <a:lnTo>
                      <a:pt x="366644" y="202549"/>
                    </a:lnTo>
                    <a:lnTo>
                      <a:pt x="378205" y="199067"/>
                    </a:lnTo>
                    <a:lnTo>
                      <a:pt x="378429" y="191434"/>
                    </a:lnTo>
                    <a:lnTo>
                      <a:pt x="386062" y="191657"/>
                    </a:lnTo>
                    <a:lnTo>
                      <a:pt x="386285" y="184024"/>
                    </a:lnTo>
                    <a:lnTo>
                      <a:pt x="393919" y="184247"/>
                    </a:lnTo>
                    <a:lnTo>
                      <a:pt x="398070" y="172908"/>
                    </a:lnTo>
                    <a:lnTo>
                      <a:pt x="397847" y="180542"/>
                    </a:lnTo>
                    <a:lnTo>
                      <a:pt x="390214" y="180318"/>
                    </a:lnTo>
                    <a:lnTo>
                      <a:pt x="389990" y="187952"/>
                    </a:lnTo>
                    <a:lnTo>
                      <a:pt x="382357" y="187729"/>
                    </a:lnTo>
                    <a:lnTo>
                      <a:pt x="382134" y="195362"/>
                    </a:lnTo>
                    <a:lnTo>
                      <a:pt x="374500" y="195139"/>
                    </a:lnTo>
                    <a:lnTo>
                      <a:pt x="374277" y="202773"/>
                    </a:lnTo>
                    <a:lnTo>
                      <a:pt x="377982" y="206701"/>
                    </a:lnTo>
                    <a:lnTo>
                      <a:pt x="381911" y="202996"/>
                    </a:lnTo>
                    <a:lnTo>
                      <a:pt x="389321" y="210852"/>
                    </a:lnTo>
                    <a:lnTo>
                      <a:pt x="393249" y="207147"/>
                    </a:lnTo>
                    <a:lnTo>
                      <a:pt x="411998" y="219155"/>
                    </a:lnTo>
                    <a:lnTo>
                      <a:pt x="404588" y="211299"/>
                    </a:lnTo>
                    <a:lnTo>
                      <a:pt x="408516" y="207594"/>
                    </a:lnTo>
                    <a:lnTo>
                      <a:pt x="401106" y="199737"/>
                    </a:lnTo>
                    <a:lnTo>
                      <a:pt x="405034" y="196032"/>
                    </a:lnTo>
                    <a:lnTo>
                      <a:pt x="397624" y="188175"/>
                    </a:lnTo>
                    <a:lnTo>
                      <a:pt x="401552" y="184470"/>
                    </a:lnTo>
                    <a:lnTo>
                      <a:pt x="397847" y="180542"/>
                    </a:lnTo>
                    <a:moveTo>
                      <a:pt x="581392" y="0"/>
                    </a:moveTo>
                    <a:lnTo>
                      <a:pt x="595320" y="46247"/>
                    </a:lnTo>
                    <a:lnTo>
                      <a:pt x="549965" y="29642"/>
                    </a:lnTo>
                    <a:lnTo>
                      <a:pt x="581392" y="0"/>
                    </a:lnTo>
                    <a:lnTo>
                      <a:pt x="577464" y="3705"/>
                    </a:lnTo>
                    <a:lnTo>
                      <a:pt x="587910" y="38391"/>
                    </a:lnTo>
                    <a:lnTo>
                      <a:pt x="553894" y="25936"/>
                    </a:lnTo>
                    <a:lnTo>
                      <a:pt x="557599" y="29865"/>
                    </a:lnTo>
                    <a:lnTo>
                      <a:pt x="581169" y="7634"/>
                    </a:lnTo>
                    <a:lnTo>
                      <a:pt x="577464" y="3705"/>
                    </a:lnTo>
                    <a:lnTo>
                      <a:pt x="581392" y="0"/>
                    </a:lnTo>
                    <a:lnTo>
                      <a:pt x="580946" y="15267"/>
                    </a:lnTo>
                    <a:lnTo>
                      <a:pt x="584874" y="11562"/>
                    </a:lnTo>
                    <a:lnTo>
                      <a:pt x="584428" y="26829"/>
                    </a:lnTo>
                    <a:lnTo>
                      <a:pt x="588356" y="23124"/>
                    </a:lnTo>
                    <a:lnTo>
                      <a:pt x="591615" y="42319"/>
                    </a:lnTo>
                    <a:lnTo>
                      <a:pt x="572643" y="37945"/>
                    </a:lnTo>
                    <a:lnTo>
                      <a:pt x="576571" y="34239"/>
                    </a:lnTo>
                    <a:lnTo>
                      <a:pt x="561304" y="33793"/>
                    </a:lnTo>
                    <a:lnTo>
                      <a:pt x="565232" y="30088"/>
                    </a:lnTo>
                    <a:lnTo>
                      <a:pt x="549965" y="29642"/>
                    </a:lnTo>
                    <a:lnTo>
                      <a:pt x="561527" y="26160"/>
                    </a:lnTo>
                    <a:lnTo>
                      <a:pt x="561750" y="18526"/>
                    </a:lnTo>
                    <a:lnTo>
                      <a:pt x="569384" y="18749"/>
                    </a:lnTo>
                    <a:lnTo>
                      <a:pt x="569607" y="11116"/>
                    </a:lnTo>
                    <a:lnTo>
                      <a:pt x="577240" y="11339"/>
                    </a:lnTo>
                    <a:lnTo>
                      <a:pt x="581392" y="0"/>
                    </a:lnTo>
                    <a:lnTo>
                      <a:pt x="581169" y="7634"/>
                    </a:lnTo>
                    <a:lnTo>
                      <a:pt x="573535" y="7411"/>
                    </a:lnTo>
                    <a:lnTo>
                      <a:pt x="573312" y="15044"/>
                    </a:lnTo>
                    <a:lnTo>
                      <a:pt x="565679" y="14821"/>
                    </a:lnTo>
                    <a:lnTo>
                      <a:pt x="565455" y="22454"/>
                    </a:lnTo>
                    <a:lnTo>
                      <a:pt x="557822" y="22231"/>
                    </a:lnTo>
                    <a:lnTo>
                      <a:pt x="557599" y="29865"/>
                    </a:lnTo>
                    <a:lnTo>
                      <a:pt x="561304" y="33793"/>
                    </a:lnTo>
                    <a:lnTo>
                      <a:pt x="565232" y="30088"/>
                    </a:lnTo>
                    <a:lnTo>
                      <a:pt x="572643" y="37945"/>
                    </a:lnTo>
                    <a:lnTo>
                      <a:pt x="576571" y="34239"/>
                    </a:lnTo>
                    <a:lnTo>
                      <a:pt x="595320" y="46247"/>
                    </a:lnTo>
                    <a:lnTo>
                      <a:pt x="587910" y="38391"/>
                    </a:lnTo>
                    <a:lnTo>
                      <a:pt x="591838" y="34686"/>
                    </a:lnTo>
                    <a:lnTo>
                      <a:pt x="584428" y="26829"/>
                    </a:lnTo>
                    <a:lnTo>
                      <a:pt x="588356" y="23124"/>
                    </a:lnTo>
                    <a:lnTo>
                      <a:pt x="580946" y="15267"/>
                    </a:lnTo>
                    <a:lnTo>
                      <a:pt x="584874" y="11562"/>
                    </a:lnTo>
                    <a:lnTo>
                      <a:pt x="581169" y="76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65" name="Контур"/>
              <p:cNvSpPr/>
              <p:nvPr/>
            </p:nvSpPr>
            <p:spPr>
              <a:xfrm>
                <a:off x="4224354" y="1942707"/>
                <a:ext cx="832678" cy="669764"/>
              </a:xfrm>
              <a:custGeom>
                <a:avLst/>
                <a:gdLst/>
                <a:ahLst/>
                <a:cxnLst/>
                <a:rect l="l" t="t" r="r" b="b"/>
                <a:pathLst>
                  <a:path w="832678" h="669764" fill="none">
                    <a:moveTo>
                      <a:pt x="0" y="537826"/>
                    </a:moveTo>
                    <a:lnTo>
                      <a:pt x="85776" y="630122"/>
                    </a:lnTo>
                    <a:moveTo>
                      <a:pt x="85776" y="630122"/>
                    </a:moveTo>
                    <a:lnTo>
                      <a:pt x="122618" y="669764"/>
                    </a:lnTo>
                    <a:lnTo>
                      <a:pt x="174908" y="620441"/>
                    </a:lnTo>
                    <a:moveTo>
                      <a:pt x="174908" y="620441"/>
                    </a:moveTo>
                    <a:lnTo>
                      <a:pt x="266566" y="533985"/>
                    </a:lnTo>
                    <a:moveTo>
                      <a:pt x="266566" y="533985"/>
                    </a:moveTo>
                    <a:lnTo>
                      <a:pt x="358224" y="447528"/>
                    </a:lnTo>
                    <a:moveTo>
                      <a:pt x="358224" y="447528"/>
                    </a:moveTo>
                    <a:lnTo>
                      <a:pt x="449883" y="361071"/>
                    </a:lnTo>
                    <a:moveTo>
                      <a:pt x="449883" y="361071"/>
                    </a:moveTo>
                    <a:lnTo>
                      <a:pt x="541541" y="274615"/>
                    </a:lnTo>
                    <a:moveTo>
                      <a:pt x="541541" y="274615"/>
                    </a:moveTo>
                    <a:lnTo>
                      <a:pt x="633199" y="188158"/>
                    </a:lnTo>
                    <a:moveTo>
                      <a:pt x="633199" y="188158"/>
                    </a:moveTo>
                    <a:lnTo>
                      <a:pt x="724858" y="101702"/>
                    </a:lnTo>
                    <a:moveTo>
                      <a:pt x="724858" y="101702"/>
                    </a:moveTo>
                    <a:lnTo>
                      <a:pt x="816516" y="15245"/>
                    </a:lnTo>
                    <a:moveTo>
                      <a:pt x="816516" y="15245"/>
                    </a:moveTo>
                    <a:lnTo>
                      <a:pt x="832678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66" name="Контур"/>
              <p:cNvSpPr/>
              <p:nvPr/>
            </p:nvSpPr>
            <p:spPr>
              <a:xfrm>
                <a:off x="4324781" y="1897056"/>
                <a:ext cx="715880" cy="675672"/>
              </a:xfrm>
              <a:custGeom>
                <a:avLst/>
                <a:gdLst/>
                <a:ahLst/>
                <a:cxnLst/>
                <a:rect l="l" t="t" r="r" b="b"/>
                <a:pathLst>
                  <a:path w="715880" h="675672" fill="none">
                    <a:moveTo>
                      <a:pt x="46348" y="662086"/>
                    </a:moveTo>
                    <a:lnTo>
                      <a:pt x="0" y="675672"/>
                    </a:lnTo>
                    <a:lnTo>
                      <a:pt x="16940" y="630441"/>
                    </a:lnTo>
                    <a:lnTo>
                      <a:pt x="46348" y="662086"/>
                    </a:lnTo>
                    <a:lnTo>
                      <a:pt x="42672" y="658130"/>
                    </a:lnTo>
                    <a:lnTo>
                      <a:pt x="7911" y="668320"/>
                    </a:lnTo>
                    <a:lnTo>
                      <a:pt x="20616" y="634397"/>
                    </a:lnTo>
                    <a:lnTo>
                      <a:pt x="16660" y="638073"/>
                    </a:lnTo>
                    <a:lnTo>
                      <a:pt x="38717" y="661806"/>
                    </a:lnTo>
                    <a:lnTo>
                      <a:pt x="42672" y="658130"/>
                    </a:lnTo>
                    <a:lnTo>
                      <a:pt x="46348" y="662086"/>
                    </a:lnTo>
                    <a:lnTo>
                      <a:pt x="31085" y="661527"/>
                    </a:lnTo>
                    <a:lnTo>
                      <a:pt x="34761" y="665482"/>
                    </a:lnTo>
                    <a:lnTo>
                      <a:pt x="19498" y="664923"/>
                    </a:lnTo>
                    <a:lnTo>
                      <a:pt x="23174" y="668879"/>
                    </a:lnTo>
                    <a:lnTo>
                      <a:pt x="3955" y="671996"/>
                    </a:lnTo>
                    <a:lnTo>
                      <a:pt x="8470" y="653057"/>
                    </a:lnTo>
                    <a:lnTo>
                      <a:pt x="12146" y="657012"/>
                    </a:lnTo>
                    <a:lnTo>
                      <a:pt x="12705" y="641749"/>
                    </a:lnTo>
                    <a:lnTo>
                      <a:pt x="16381" y="645705"/>
                    </a:lnTo>
                    <a:lnTo>
                      <a:pt x="16940" y="630441"/>
                    </a:lnTo>
                    <a:lnTo>
                      <a:pt x="20336" y="642028"/>
                    </a:lnTo>
                    <a:lnTo>
                      <a:pt x="27968" y="642308"/>
                    </a:lnTo>
                    <a:lnTo>
                      <a:pt x="27688" y="649939"/>
                    </a:lnTo>
                    <a:lnTo>
                      <a:pt x="35320" y="650219"/>
                    </a:lnTo>
                    <a:lnTo>
                      <a:pt x="35041" y="657851"/>
                    </a:lnTo>
                    <a:lnTo>
                      <a:pt x="46348" y="662086"/>
                    </a:lnTo>
                    <a:lnTo>
                      <a:pt x="38717" y="661806"/>
                    </a:lnTo>
                    <a:lnTo>
                      <a:pt x="38996" y="654174"/>
                    </a:lnTo>
                    <a:lnTo>
                      <a:pt x="31365" y="653895"/>
                    </a:lnTo>
                    <a:lnTo>
                      <a:pt x="31644" y="646263"/>
                    </a:lnTo>
                    <a:lnTo>
                      <a:pt x="24012" y="645984"/>
                    </a:lnTo>
                    <a:lnTo>
                      <a:pt x="24292" y="638352"/>
                    </a:lnTo>
                    <a:lnTo>
                      <a:pt x="16660" y="638073"/>
                    </a:lnTo>
                    <a:lnTo>
                      <a:pt x="12705" y="641749"/>
                    </a:lnTo>
                    <a:lnTo>
                      <a:pt x="16381" y="645705"/>
                    </a:lnTo>
                    <a:lnTo>
                      <a:pt x="8470" y="653057"/>
                    </a:lnTo>
                    <a:lnTo>
                      <a:pt x="12146" y="657012"/>
                    </a:lnTo>
                    <a:lnTo>
                      <a:pt x="0" y="675672"/>
                    </a:lnTo>
                    <a:lnTo>
                      <a:pt x="7911" y="668320"/>
                    </a:lnTo>
                    <a:lnTo>
                      <a:pt x="11587" y="672276"/>
                    </a:lnTo>
                    <a:lnTo>
                      <a:pt x="19498" y="664923"/>
                    </a:lnTo>
                    <a:lnTo>
                      <a:pt x="23174" y="668879"/>
                    </a:lnTo>
                    <a:lnTo>
                      <a:pt x="31085" y="661527"/>
                    </a:lnTo>
                    <a:lnTo>
                      <a:pt x="34761" y="665482"/>
                    </a:lnTo>
                    <a:lnTo>
                      <a:pt x="38717" y="661806"/>
                    </a:lnTo>
                    <a:moveTo>
                      <a:pt x="152001" y="518739"/>
                    </a:moveTo>
                    <a:lnTo>
                      <a:pt x="165930" y="564986"/>
                    </a:lnTo>
                    <a:lnTo>
                      <a:pt x="120575" y="548382"/>
                    </a:lnTo>
                    <a:lnTo>
                      <a:pt x="152001" y="518739"/>
                    </a:lnTo>
                    <a:lnTo>
                      <a:pt x="148073" y="522445"/>
                    </a:lnTo>
                    <a:lnTo>
                      <a:pt x="158520" y="557130"/>
                    </a:lnTo>
                    <a:lnTo>
                      <a:pt x="124503" y="544676"/>
                    </a:lnTo>
                    <a:lnTo>
                      <a:pt x="128209" y="548605"/>
                    </a:lnTo>
                    <a:lnTo>
                      <a:pt x="151778" y="526373"/>
                    </a:lnTo>
                    <a:lnTo>
                      <a:pt x="148073" y="522445"/>
                    </a:lnTo>
                    <a:lnTo>
                      <a:pt x="152001" y="518739"/>
                    </a:lnTo>
                    <a:lnTo>
                      <a:pt x="151555" y="534006"/>
                    </a:lnTo>
                    <a:lnTo>
                      <a:pt x="155483" y="530301"/>
                    </a:lnTo>
                    <a:lnTo>
                      <a:pt x="155037" y="545568"/>
                    </a:lnTo>
                    <a:lnTo>
                      <a:pt x="158966" y="541863"/>
                    </a:lnTo>
                    <a:lnTo>
                      <a:pt x="162225" y="561058"/>
                    </a:lnTo>
                    <a:lnTo>
                      <a:pt x="143253" y="556684"/>
                    </a:lnTo>
                    <a:lnTo>
                      <a:pt x="147181" y="552979"/>
                    </a:lnTo>
                    <a:lnTo>
                      <a:pt x="131914" y="552533"/>
                    </a:lnTo>
                    <a:lnTo>
                      <a:pt x="135842" y="548827"/>
                    </a:lnTo>
                    <a:lnTo>
                      <a:pt x="120575" y="548382"/>
                    </a:lnTo>
                    <a:lnTo>
                      <a:pt x="132137" y="544899"/>
                    </a:lnTo>
                    <a:lnTo>
                      <a:pt x="132360" y="537266"/>
                    </a:lnTo>
                    <a:lnTo>
                      <a:pt x="139993" y="537489"/>
                    </a:lnTo>
                    <a:lnTo>
                      <a:pt x="140216" y="529855"/>
                    </a:lnTo>
                    <a:lnTo>
                      <a:pt x="147850" y="530078"/>
                    </a:lnTo>
                    <a:lnTo>
                      <a:pt x="152001" y="518739"/>
                    </a:lnTo>
                    <a:lnTo>
                      <a:pt x="151778" y="526373"/>
                    </a:lnTo>
                    <a:lnTo>
                      <a:pt x="144144" y="526150"/>
                    </a:lnTo>
                    <a:lnTo>
                      <a:pt x="143921" y="533783"/>
                    </a:lnTo>
                    <a:lnTo>
                      <a:pt x="136288" y="533560"/>
                    </a:lnTo>
                    <a:lnTo>
                      <a:pt x="136065" y="541194"/>
                    </a:lnTo>
                    <a:lnTo>
                      <a:pt x="128432" y="540971"/>
                    </a:lnTo>
                    <a:lnTo>
                      <a:pt x="128209" y="548605"/>
                    </a:lnTo>
                    <a:lnTo>
                      <a:pt x="131914" y="552533"/>
                    </a:lnTo>
                    <a:lnTo>
                      <a:pt x="135842" y="548827"/>
                    </a:lnTo>
                    <a:lnTo>
                      <a:pt x="143253" y="556684"/>
                    </a:lnTo>
                    <a:lnTo>
                      <a:pt x="147181" y="552979"/>
                    </a:lnTo>
                    <a:lnTo>
                      <a:pt x="165930" y="564986"/>
                    </a:lnTo>
                    <a:lnTo>
                      <a:pt x="158520" y="557130"/>
                    </a:lnTo>
                    <a:lnTo>
                      <a:pt x="162448" y="553424"/>
                    </a:lnTo>
                    <a:lnTo>
                      <a:pt x="155037" y="545568"/>
                    </a:lnTo>
                    <a:lnTo>
                      <a:pt x="158966" y="541863"/>
                    </a:lnTo>
                    <a:lnTo>
                      <a:pt x="151555" y="534006"/>
                    </a:lnTo>
                    <a:lnTo>
                      <a:pt x="155483" y="530301"/>
                    </a:lnTo>
                    <a:lnTo>
                      <a:pt x="151778" y="526373"/>
                    </a:lnTo>
                    <a:moveTo>
                      <a:pt x="335317" y="345826"/>
                    </a:moveTo>
                    <a:lnTo>
                      <a:pt x="349247" y="392073"/>
                    </a:lnTo>
                    <a:lnTo>
                      <a:pt x="303892" y="375468"/>
                    </a:lnTo>
                    <a:lnTo>
                      <a:pt x="335317" y="345826"/>
                    </a:lnTo>
                    <a:lnTo>
                      <a:pt x="331389" y="349531"/>
                    </a:lnTo>
                    <a:lnTo>
                      <a:pt x="341836" y="384217"/>
                    </a:lnTo>
                    <a:lnTo>
                      <a:pt x="307820" y="371763"/>
                    </a:lnTo>
                    <a:lnTo>
                      <a:pt x="311525" y="375691"/>
                    </a:lnTo>
                    <a:lnTo>
                      <a:pt x="335095" y="353460"/>
                    </a:lnTo>
                    <a:lnTo>
                      <a:pt x="331389" y="349531"/>
                    </a:lnTo>
                    <a:lnTo>
                      <a:pt x="335317" y="345826"/>
                    </a:lnTo>
                    <a:lnTo>
                      <a:pt x="334872" y="361093"/>
                    </a:lnTo>
                    <a:lnTo>
                      <a:pt x="338800" y="357388"/>
                    </a:lnTo>
                    <a:lnTo>
                      <a:pt x="338354" y="372655"/>
                    </a:lnTo>
                    <a:lnTo>
                      <a:pt x="342282" y="368950"/>
                    </a:lnTo>
                    <a:lnTo>
                      <a:pt x="345542" y="388145"/>
                    </a:lnTo>
                    <a:lnTo>
                      <a:pt x="326569" y="383771"/>
                    </a:lnTo>
                    <a:lnTo>
                      <a:pt x="330498" y="380065"/>
                    </a:lnTo>
                    <a:lnTo>
                      <a:pt x="315231" y="379620"/>
                    </a:lnTo>
                    <a:lnTo>
                      <a:pt x="319159" y="375914"/>
                    </a:lnTo>
                    <a:lnTo>
                      <a:pt x="303892" y="375468"/>
                    </a:lnTo>
                    <a:lnTo>
                      <a:pt x="315453" y="371986"/>
                    </a:lnTo>
                    <a:lnTo>
                      <a:pt x="315676" y="364353"/>
                    </a:lnTo>
                    <a:lnTo>
                      <a:pt x="323310" y="364575"/>
                    </a:lnTo>
                    <a:lnTo>
                      <a:pt x="323533" y="356942"/>
                    </a:lnTo>
                    <a:lnTo>
                      <a:pt x="331166" y="357165"/>
                    </a:lnTo>
                    <a:lnTo>
                      <a:pt x="335317" y="345826"/>
                    </a:lnTo>
                    <a:lnTo>
                      <a:pt x="335095" y="353460"/>
                    </a:lnTo>
                    <a:lnTo>
                      <a:pt x="327461" y="353237"/>
                    </a:lnTo>
                    <a:lnTo>
                      <a:pt x="327238" y="360870"/>
                    </a:lnTo>
                    <a:lnTo>
                      <a:pt x="319605" y="360647"/>
                    </a:lnTo>
                    <a:lnTo>
                      <a:pt x="319382" y="368281"/>
                    </a:lnTo>
                    <a:lnTo>
                      <a:pt x="311748" y="368058"/>
                    </a:lnTo>
                    <a:lnTo>
                      <a:pt x="311525" y="375691"/>
                    </a:lnTo>
                    <a:lnTo>
                      <a:pt x="315231" y="379620"/>
                    </a:lnTo>
                    <a:lnTo>
                      <a:pt x="319159" y="375914"/>
                    </a:lnTo>
                    <a:lnTo>
                      <a:pt x="326569" y="383771"/>
                    </a:lnTo>
                    <a:lnTo>
                      <a:pt x="330498" y="380065"/>
                    </a:lnTo>
                    <a:lnTo>
                      <a:pt x="349247" y="392073"/>
                    </a:lnTo>
                    <a:lnTo>
                      <a:pt x="341836" y="384217"/>
                    </a:lnTo>
                    <a:lnTo>
                      <a:pt x="345765" y="380511"/>
                    </a:lnTo>
                    <a:lnTo>
                      <a:pt x="338354" y="372655"/>
                    </a:lnTo>
                    <a:lnTo>
                      <a:pt x="342282" y="368950"/>
                    </a:lnTo>
                    <a:lnTo>
                      <a:pt x="334872" y="361093"/>
                    </a:lnTo>
                    <a:lnTo>
                      <a:pt x="338800" y="357388"/>
                    </a:lnTo>
                    <a:lnTo>
                      <a:pt x="335095" y="353460"/>
                    </a:lnTo>
                    <a:moveTo>
                      <a:pt x="518634" y="172913"/>
                    </a:moveTo>
                    <a:lnTo>
                      <a:pt x="532564" y="219160"/>
                    </a:lnTo>
                    <a:lnTo>
                      <a:pt x="487208" y="202555"/>
                    </a:lnTo>
                    <a:lnTo>
                      <a:pt x="518634" y="172913"/>
                    </a:lnTo>
                    <a:lnTo>
                      <a:pt x="514706" y="176618"/>
                    </a:lnTo>
                    <a:lnTo>
                      <a:pt x="525153" y="211303"/>
                    </a:lnTo>
                    <a:lnTo>
                      <a:pt x="491137" y="198850"/>
                    </a:lnTo>
                    <a:lnTo>
                      <a:pt x="494842" y="202778"/>
                    </a:lnTo>
                    <a:lnTo>
                      <a:pt x="518411" y="180546"/>
                    </a:lnTo>
                    <a:lnTo>
                      <a:pt x="514706" y="176618"/>
                    </a:lnTo>
                    <a:lnTo>
                      <a:pt x="518634" y="172913"/>
                    </a:lnTo>
                    <a:lnTo>
                      <a:pt x="518188" y="188180"/>
                    </a:lnTo>
                    <a:lnTo>
                      <a:pt x="522117" y="184475"/>
                    </a:lnTo>
                    <a:lnTo>
                      <a:pt x="521671" y="199742"/>
                    </a:lnTo>
                    <a:lnTo>
                      <a:pt x="525599" y="196036"/>
                    </a:lnTo>
                    <a:lnTo>
                      <a:pt x="528858" y="215231"/>
                    </a:lnTo>
                    <a:lnTo>
                      <a:pt x="509886" y="210857"/>
                    </a:lnTo>
                    <a:lnTo>
                      <a:pt x="513814" y="207152"/>
                    </a:lnTo>
                    <a:lnTo>
                      <a:pt x="498547" y="206706"/>
                    </a:lnTo>
                    <a:lnTo>
                      <a:pt x="502475" y="203001"/>
                    </a:lnTo>
                    <a:lnTo>
                      <a:pt x="487208" y="202555"/>
                    </a:lnTo>
                    <a:lnTo>
                      <a:pt x="498770" y="199073"/>
                    </a:lnTo>
                    <a:lnTo>
                      <a:pt x="498993" y="191439"/>
                    </a:lnTo>
                    <a:lnTo>
                      <a:pt x="506627" y="191662"/>
                    </a:lnTo>
                    <a:lnTo>
                      <a:pt x="506850" y="184029"/>
                    </a:lnTo>
                    <a:lnTo>
                      <a:pt x="514483" y="184252"/>
                    </a:lnTo>
                    <a:lnTo>
                      <a:pt x="518634" y="172913"/>
                    </a:lnTo>
                    <a:lnTo>
                      <a:pt x="518411" y="180546"/>
                    </a:lnTo>
                    <a:lnTo>
                      <a:pt x="510778" y="180323"/>
                    </a:lnTo>
                    <a:lnTo>
                      <a:pt x="510555" y="187957"/>
                    </a:lnTo>
                    <a:lnTo>
                      <a:pt x="502921" y="187734"/>
                    </a:lnTo>
                    <a:lnTo>
                      <a:pt x="502698" y="195367"/>
                    </a:lnTo>
                    <a:lnTo>
                      <a:pt x="495065" y="195145"/>
                    </a:lnTo>
                    <a:lnTo>
                      <a:pt x="494842" y="202778"/>
                    </a:lnTo>
                    <a:lnTo>
                      <a:pt x="498547" y="206706"/>
                    </a:lnTo>
                    <a:lnTo>
                      <a:pt x="502475" y="203001"/>
                    </a:lnTo>
                    <a:lnTo>
                      <a:pt x="509886" y="210857"/>
                    </a:lnTo>
                    <a:lnTo>
                      <a:pt x="513814" y="207152"/>
                    </a:lnTo>
                    <a:lnTo>
                      <a:pt x="532564" y="219160"/>
                    </a:lnTo>
                    <a:lnTo>
                      <a:pt x="525153" y="211303"/>
                    </a:lnTo>
                    <a:lnTo>
                      <a:pt x="529081" y="207598"/>
                    </a:lnTo>
                    <a:lnTo>
                      <a:pt x="521671" y="199742"/>
                    </a:lnTo>
                    <a:lnTo>
                      <a:pt x="525599" y="196036"/>
                    </a:lnTo>
                    <a:lnTo>
                      <a:pt x="518188" y="188180"/>
                    </a:lnTo>
                    <a:lnTo>
                      <a:pt x="522117" y="184475"/>
                    </a:lnTo>
                    <a:lnTo>
                      <a:pt x="518411" y="180546"/>
                    </a:lnTo>
                    <a:moveTo>
                      <a:pt x="701951" y="0"/>
                    </a:moveTo>
                    <a:lnTo>
                      <a:pt x="715880" y="46246"/>
                    </a:lnTo>
                    <a:lnTo>
                      <a:pt x="670525" y="29642"/>
                    </a:lnTo>
                    <a:lnTo>
                      <a:pt x="701951" y="0"/>
                    </a:lnTo>
                    <a:lnTo>
                      <a:pt x="698023" y="3705"/>
                    </a:lnTo>
                    <a:lnTo>
                      <a:pt x="708470" y="38390"/>
                    </a:lnTo>
                    <a:lnTo>
                      <a:pt x="674453" y="25937"/>
                    </a:lnTo>
                    <a:lnTo>
                      <a:pt x="678159" y="29865"/>
                    </a:lnTo>
                    <a:lnTo>
                      <a:pt x="701728" y="7633"/>
                    </a:lnTo>
                    <a:lnTo>
                      <a:pt x="698023" y="3705"/>
                    </a:lnTo>
                    <a:lnTo>
                      <a:pt x="701951" y="0"/>
                    </a:lnTo>
                    <a:lnTo>
                      <a:pt x="701505" y="15267"/>
                    </a:lnTo>
                    <a:lnTo>
                      <a:pt x="705433" y="11561"/>
                    </a:lnTo>
                    <a:lnTo>
                      <a:pt x="704987" y="26828"/>
                    </a:lnTo>
                    <a:lnTo>
                      <a:pt x="708916" y="23123"/>
                    </a:lnTo>
                    <a:lnTo>
                      <a:pt x="712175" y="42318"/>
                    </a:lnTo>
                    <a:lnTo>
                      <a:pt x="693203" y="37944"/>
                    </a:lnTo>
                    <a:lnTo>
                      <a:pt x="697131" y="34239"/>
                    </a:lnTo>
                    <a:lnTo>
                      <a:pt x="681864" y="33793"/>
                    </a:lnTo>
                    <a:lnTo>
                      <a:pt x="685792" y="30088"/>
                    </a:lnTo>
                    <a:lnTo>
                      <a:pt x="670525" y="29642"/>
                    </a:lnTo>
                    <a:lnTo>
                      <a:pt x="682087" y="26160"/>
                    </a:lnTo>
                    <a:lnTo>
                      <a:pt x="682310" y="18526"/>
                    </a:lnTo>
                    <a:lnTo>
                      <a:pt x="689943" y="18749"/>
                    </a:lnTo>
                    <a:lnTo>
                      <a:pt x="690166" y="11115"/>
                    </a:lnTo>
                    <a:lnTo>
                      <a:pt x="697800" y="11338"/>
                    </a:lnTo>
                    <a:lnTo>
                      <a:pt x="701951" y="0"/>
                    </a:lnTo>
                    <a:lnTo>
                      <a:pt x="701728" y="7633"/>
                    </a:lnTo>
                    <a:lnTo>
                      <a:pt x="694094" y="7410"/>
                    </a:lnTo>
                    <a:lnTo>
                      <a:pt x="693871" y="15044"/>
                    </a:lnTo>
                    <a:lnTo>
                      <a:pt x="686238" y="14821"/>
                    </a:lnTo>
                    <a:lnTo>
                      <a:pt x="686015" y="22454"/>
                    </a:lnTo>
                    <a:lnTo>
                      <a:pt x="678382" y="22231"/>
                    </a:lnTo>
                    <a:lnTo>
                      <a:pt x="678159" y="29865"/>
                    </a:lnTo>
                    <a:lnTo>
                      <a:pt x="681864" y="33793"/>
                    </a:lnTo>
                    <a:lnTo>
                      <a:pt x="685792" y="30088"/>
                    </a:lnTo>
                    <a:lnTo>
                      <a:pt x="693203" y="37944"/>
                    </a:lnTo>
                    <a:lnTo>
                      <a:pt x="697131" y="34239"/>
                    </a:lnTo>
                    <a:lnTo>
                      <a:pt x="715880" y="46246"/>
                    </a:lnTo>
                    <a:lnTo>
                      <a:pt x="708470" y="38390"/>
                    </a:lnTo>
                    <a:lnTo>
                      <a:pt x="712398" y="34685"/>
                    </a:lnTo>
                    <a:lnTo>
                      <a:pt x="704987" y="26828"/>
                    </a:lnTo>
                    <a:lnTo>
                      <a:pt x="708916" y="23123"/>
                    </a:lnTo>
                    <a:lnTo>
                      <a:pt x="701505" y="15267"/>
                    </a:lnTo>
                    <a:lnTo>
                      <a:pt x="705433" y="11561"/>
                    </a:lnTo>
                    <a:lnTo>
                      <a:pt x="701728" y="7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67" name="Контур"/>
              <p:cNvSpPr/>
              <p:nvPr/>
            </p:nvSpPr>
            <p:spPr>
              <a:xfrm>
                <a:off x="3420458" y="1584000"/>
                <a:ext cx="54465" cy="51375"/>
              </a:xfrm>
              <a:custGeom>
                <a:avLst/>
                <a:gdLst/>
                <a:ahLst/>
                <a:cxnLst/>
                <a:rect l="l" t="t" r="r" b="b"/>
                <a:pathLst>
                  <a:path w="54465" h="51375" fill="none">
                    <a:moveTo>
                      <a:pt x="0" y="51375"/>
                    </a:moveTo>
                    <a:lnTo>
                      <a:pt x="27497" y="25438"/>
                    </a:lnTo>
                    <a:moveTo>
                      <a:pt x="27497" y="25438"/>
                    </a:moveTo>
                    <a:lnTo>
                      <a:pt x="54465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68" name="Контур"/>
              <p:cNvSpPr/>
              <p:nvPr/>
            </p:nvSpPr>
            <p:spPr>
              <a:xfrm>
                <a:off x="4144872" y="7972896"/>
                <a:ext cx="174396" cy="276273"/>
              </a:xfrm>
              <a:custGeom>
                <a:avLst/>
                <a:gdLst/>
                <a:ahLst/>
                <a:cxnLst/>
                <a:rect l="l" t="t" r="r" b="b"/>
                <a:pathLst>
                  <a:path w="174396" h="276273" fill="none">
                    <a:moveTo>
                      <a:pt x="174396" y="276273"/>
                    </a:moveTo>
                    <a:lnTo>
                      <a:pt x="138396" y="219159"/>
                    </a:ln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69" name="Контур"/>
              <p:cNvSpPr/>
              <p:nvPr/>
            </p:nvSpPr>
            <p:spPr>
              <a:xfrm>
                <a:off x="3936545" y="7972896"/>
                <a:ext cx="208327" cy="72641"/>
              </a:xfrm>
              <a:custGeom>
                <a:avLst/>
                <a:gdLst/>
                <a:ahLst/>
                <a:cxnLst/>
                <a:rect l="l" t="t" r="r" b="b"/>
                <a:pathLst>
                  <a:path w="208327" h="72641" fill="none">
                    <a:moveTo>
                      <a:pt x="0" y="72641"/>
                    </a:moveTo>
                    <a:lnTo>
                      <a:pt x="35692" y="60195"/>
                    </a:lnTo>
                    <a:moveTo>
                      <a:pt x="35692" y="60195"/>
                    </a:moveTo>
                    <a:lnTo>
                      <a:pt x="71385" y="47750"/>
                    </a:lnTo>
                    <a:moveTo>
                      <a:pt x="71385" y="47750"/>
                    </a:moveTo>
                    <a:lnTo>
                      <a:pt x="107077" y="35304"/>
                    </a:lnTo>
                    <a:moveTo>
                      <a:pt x="107077" y="35304"/>
                    </a:moveTo>
                    <a:lnTo>
                      <a:pt x="142770" y="22859"/>
                    </a:lnTo>
                    <a:moveTo>
                      <a:pt x="142770" y="22859"/>
                    </a:moveTo>
                    <a:lnTo>
                      <a:pt x="178462" y="10413"/>
                    </a:lnTo>
                    <a:moveTo>
                      <a:pt x="178462" y="10413"/>
                    </a:moveTo>
                    <a:lnTo>
                      <a:pt x="208327" y="0"/>
                    </a:lnTo>
                    <a:moveTo>
                      <a:pt x="0" y="72641"/>
                    </a:moveTo>
                    <a:lnTo>
                      <a:pt x="35692" y="60195"/>
                    </a:lnTo>
                    <a:moveTo>
                      <a:pt x="35692" y="60195"/>
                    </a:moveTo>
                    <a:lnTo>
                      <a:pt x="71385" y="47750"/>
                    </a:lnTo>
                    <a:moveTo>
                      <a:pt x="71385" y="47750"/>
                    </a:moveTo>
                    <a:lnTo>
                      <a:pt x="107077" y="35304"/>
                    </a:lnTo>
                    <a:moveTo>
                      <a:pt x="107077" y="35304"/>
                    </a:moveTo>
                    <a:lnTo>
                      <a:pt x="142770" y="22859"/>
                    </a:lnTo>
                    <a:moveTo>
                      <a:pt x="142770" y="22859"/>
                    </a:moveTo>
                    <a:lnTo>
                      <a:pt x="178462" y="10413"/>
                    </a:lnTo>
                    <a:moveTo>
                      <a:pt x="178462" y="10413"/>
                    </a:moveTo>
                    <a:lnTo>
                      <a:pt x="208327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70" name="Контур"/>
              <p:cNvSpPr/>
              <p:nvPr/>
            </p:nvSpPr>
            <p:spPr>
              <a:xfrm>
                <a:off x="4144872" y="7685478"/>
                <a:ext cx="824285" cy="287418"/>
              </a:xfrm>
              <a:custGeom>
                <a:avLst/>
                <a:gdLst/>
                <a:ahLst/>
                <a:cxnLst/>
                <a:rect l="l" t="t" r="r" b="b"/>
                <a:pathLst>
                  <a:path w="824285" h="287418" fill="none">
                    <a:moveTo>
                      <a:pt x="0" y="287418"/>
                    </a:moveTo>
                    <a:lnTo>
                      <a:pt x="118974" y="245933"/>
                    </a:lnTo>
                    <a:moveTo>
                      <a:pt x="118974" y="245933"/>
                    </a:moveTo>
                    <a:lnTo>
                      <a:pt x="237949" y="204448"/>
                    </a:lnTo>
                    <a:moveTo>
                      <a:pt x="237949" y="204448"/>
                    </a:moveTo>
                    <a:lnTo>
                      <a:pt x="356924" y="162963"/>
                    </a:lnTo>
                    <a:moveTo>
                      <a:pt x="356924" y="162963"/>
                    </a:moveTo>
                    <a:lnTo>
                      <a:pt x="475899" y="121478"/>
                    </a:lnTo>
                    <a:moveTo>
                      <a:pt x="475899" y="121478"/>
                    </a:moveTo>
                    <a:lnTo>
                      <a:pt x="594873" y="79992"/>
                    </a:lnTo>
                    <a:moveTo>
                      <a:pt x="594873" y="79992"/>
                    </a:moveTo>
                    <a:lnTo>
                      <a:pt x="713848" y="38507"/>
                    </a:lnTo>
                    <a:moveTo>
                      <a:pt x="713848" y="38507"/>
                    </a:moveTo>
                    <a:lnTo>
                      <a:pt x="82428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71" name="Контур"/>
              <p:cNvSpPr/>
              <p:nvPr/>
            </p:nvSpPr>
            <p:spPr>
              <a:xfrm>
                <a:off x="4281626" y="7768557"/>
                <a:ext cx="516690" cy="213843"/>
              </a:xfrm>
              <a:custGeom>
                <a:avLst/>
                <a:gdLst/>
                <a:ahLst/>
                <a:cxnLst/>
                <a:rect l="l" t="t" r="r" b="b"/>
                <a:pathLst>
                  <a:path w="516690" h="213843" fill="none">
                    <a:moveTo>
                      <a:pt x="0" y="213843"/>
                    </a:moveTo>
                    <a:lnTo>
                      <a:pt x="6172" y="165940"/>
                    </a:lnTo>
                    <a:lnTo>
                      <a:pt x="40791" y="199619"/>
                    </a:lnTo>
                    <a:lnTo>
                      <a:pt x="0" y="213843"/>
                    </a:lnTo>
                    <a:lnTo>
                      <a:pt x="5099" y="212065"/>
                    </a:lnTo>
                    <a:lnTo>
                      <a:pt x="9728" y="176138"/>
                    </a:lnTo>
                    <a:lnTo>
                      <a:pt x="35692" y="201397"/>
                    </a:lnTo>
                    <a:lnTo>
                      <a:pt x="33914" y="196298"/>
                    </a:lnTo>
                    <a:lnTo>
                      <a:pt x="3321" y="206966"/>
                    </a:lnTo>
                    <a:lnTo>
                      <a:pt x="5099" y="212065"/>
                    </a:lnTo>
                    <a:lnTo>
                      <a:pt x="0" y="213843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7950" y="171039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40791" y="199619"/>
                    </a:lnTo>
                    <a:lnTo>
                      <a:pt x="28815" y="198076"/>
                    </a:lnTo>
                    <a:lnTo>
                      <a:pt x="25494" y="204953"/>
                    </a:lnTo>
                    <a:lnTo>
                      <a:pt x="18617" y="201632"/>
                    </a:lnTo>
                    <a:lnTo>
                      <a:pt x="15296" y="208509"/>
                    </a:lnTo>
                    <a:lnTo>
                      <a:pt x="8420" y="205188"/>
                    </a:lnTo>
                    <a:lnTo>
                      <a:pt x="0" y="213843"/>
                    </a:lnTo>
                    <a:lnTo>
                      <a:pt x="3321" y="206966"/>
                    </a:lnTo>
                    <a:lnTo>
                      <a:pt x="10198" y="210287"/>
                    </a:lnTo>
                    <a:lnTo>
                      <a:pt x="13518" y="203410"/>
                    </a:lnTo>
                    <a:lnTo>
                      <a:pt x="20395" y="206731"/>
                    </a:lnTo>
                    <a:lnTo>
                      <a:pt x="23716" y="199854"/>
                    </a:lnTo>
                    <a:lnTo>
                      <a:pt x="30593" y="203175"/>
                    </a:lnTo>
                    <a:lnTo>
                      <a:pt x="33914" y="19629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6172" y="165940"/>
                    </a:lnTo>
                    <a:lnTo>
                      <a:pt x="9728" y="176138"/>
                    </a:lnTo>
                    <a:lnTo>
                      <a:pt x="4629" y="177916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3321" y="206966"/>
                    </a:lnTo>
                    <a:moveTo>
                      <a:pt x="237949" y="130873"/>
                    </a:moveTo>
                    <a:lnTo>
                      <a:pt x="244121" y="82970"/>
                    </a:lnTo>
                    <a:lnTo>
                      <a:pt x="278741" y="116649"/>
                    </a:lnTo>
                    <a:lnTo>
                      <a:pt x="237949" y="130873"/>
                    </a:lnTo>
                    <a:lnTo>
                      <a:pt x="243048" y="129095"/>
                    </a:lnTo>
                    <a:lnTo>
                      <a:pt x="247677" y="93168"/>
                    </a:lnTo>
                    <a:lnTo>
                      <a:pt x="273642" y="118427"/>
                    </a:lnTo>
                    <a:lnTo>
                      <a:pt x="271864" y="113328"/>
                    </a:lnTo>
                    <a:lnTo>
                      <a:pt x="241270" y="123996"/>
                    </a:lnTo>
                    <a:lnTo>
                      <a:pt x="243048" y="129095"/>
                    </a:lnTo>
                    <a:lnTo>
                      <a:pt x="237949" y="130873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5899" y="88069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78741" y="116649"/>
                    </a:lnTo>
                    <a:lnTo>
                      <a:pt x="266765" y="115106"/>
                    </a:lnTo>
                    <a:lnTo>
                      <a:pt x="263444" y="121983"/>
                    </a:lnTo>
                    <a:lnTo>
                      <a:pt x="256567" y="118662"/>
                    </a:lnTo>
                    <a:lnTo>
                      <a:pt x="253246" y="125539"/>
                    </a:lnTo>
                    <a:lnTo>
                      <a:pt x="246369" y="122218"/>
                    </a:lnTo>
                    <a:lnTo>
                      <a:pt x="237949" y="130873"/>
                    </a:lnTo>
                    <a:lnTo>
                      <a:pt x="241270" y="123996"/>
                    </a:lnTo>
                    <a:lnTo>
                      <a:pt x="248147" y="127317"/>
                    </a:lnTo>
                    <a:lnTo>
                      <a:pt x="251468" y="120440"/>
                    </a:lnTo>
                    <a:lnTo>
                      <a:pt x="258345" y="123761"/>
                    </a:lnTo>
                    <a:lnTo>
                      <a:pt x="261666" y="116884"/>
                    </a:lnTo>
                    <a:lnTo>
                      <a:pt x="268543" y="120205"/>
                    </a:lnTo>
                    <a:lnTo>
                      <a:pt x="271864" y="113328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44121" y="82970"/>
                    </a:lnTo>
                    <a:lnTo>
                      <a:pt x="247677" y="93168"/>
                    </a:lnTo>
                    <a:lnTo>
                      <a:pt x="242578" y="94945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1270" y="123996"/>
                    </a:lnTo>
                    <a:moveTo>
                      <a:pt x="475899" y="47903"/>
                    </a:moveTo>
                    <a:lnTo>
                      <a:pt x="482071" y="0"/>
                    </a:lnTo>
                    <a:lnTo>
                      <a:pt x="516690" y="33679"/>
                    </a:lnTo>
                    <a:lnTo>
                      <a:pt x="475899" y="47903"/>
                    </a:lnTo>
                    <a:lnTo>
                      <a:pt x="480998" y="46125"/>
                    </a:lnTo>
                    <a:lnTo>
                      <a:pt x="485627" y="10197"/>
                    </a:lnTo>
                    <a:lnTo>
                      <a:pt x="511591" y="35457"/>
                    </a:lnTo>
                    <a:lnTo>
                      <a:pt x="509813" y="30358"/>
                    </a:lnTo>
                    <a:lnTo>
                      <a:pt x="479220" y="41026"/>
                    </a:lnTo>
                    <a:lnTo>
                      <a:pt x="480998" y="46125"/>
                    </a:lnTo>
                    <a:lnTo>
                      <a:pt x="475899" y="47903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3849" y="5099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516690" y="33679"/>
                    </a:lnTo>
                    <a:lnTo>
                      <a:pt x="504714" y="32136"/>
                    </a:lnTo>
                    <a:lnTo>
                      <a:pt x="501393" y="39013"/>
                    </a:lnTo>
                    <a:lnTo>
                      <a:pt x="494516" y="35692"/>
                    </a:lnTo>
                    <a:lnTo>
                      <a:pt x="491195" y="42569"/>
                    </a:lnTo>
                    <a:lnTo>
                      <a:pt x="484319" y="39248"/>
                    </a:lnTo>
                    <a:lnTo>
                      <a:pt x="475899" y="47903"/>
                    </a:lnTo>
                    <a:lnTo>
                      <a:pt x="479220" y="41026"/>
                    </a:lnTo>
                    <a:lnTo>
                      <a:pt x="486096" y="44347"/>
                    </a:lnTo>
                    <a:lnTo>
                      <a:pt x="489417" y="37470"/>
                    </a:lnTo>
                    <a:lnTo>
                      <a:pt x="496294" y="40791"/>
                    </a:lnTo>
                    <a:lnTo>
                      <a:pt x="499615" y="33914"/>
                    </a:lnTo>
                    <a:lnTo>
                      <a:pt x="506492" y="37235"/>
                    </a:lnTo>
                    <a:lnTo>
                      <a:pt x="509813" y="30358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482071" y="0"/>
                    </a:lnTo>
                    <a:lnTo>
                      <a:pt x="485627" y="10197"/>
                    </a:lnTo>
                    <a:lnTo>
                      <a:pt x="480528" y="11975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79220" y="4102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72" name="Контур"/>
              <p:cNvSpPr/>
              <p:nvPr/>
            </p:nvSpPr>
            <p:spPr>
              <a:xfrm>
                <a:off x="4144872" y="7685478"/>
                <a:ext cx="824285" cy="287418"/>
              </a:xfrm>
              <a:custGeom>
                <a:avLst/>
                <a:gdLst/>
                <a:ahLst/>
                <a:cxnLst/>
                <a:rect l="l" t="t" r="r" b="b"/>
                <a:pathLst>
                  <a:path w="824285" h="287418" fill="none">
                    <a:moveTo>
                      <a:pt x="0" y="287418"/>
                    </a:moveTo>
                    <a:lnTo>
                      <a:pt x="118974" y="245933"/>
                    </a:lnTo>
                    <a:moveTo>
                      <a:pt x="118974" y="245933"/>
                    </a:moveTo>
                    <a:lnTo>
                      <a:pt x="237949" y="204448"/>
                    </a:lnTo>
                    <a:moveTo>
                      <a:pt x="237949" y="204448"/>
                    </a:moveTo>
                    <a:lnTo>
                      <a:pt x="356924" y="162963"/>
                    </a:lnTo>
                    <a:moveTo>
                      <a:pt x="356924" y="162963"/>
                    </a:moveTo>
                    <a:lnTo>
                      <a:pt x="475899" y="121478"/>
                    </a:lnTo>
                    <a:moveTo>
                      <a:pt x="475899" y="121478"/>
                    </a:moveTo>
                    <a:lnTo>
                      <a:pt x="594873" y="79992"/>
                    </a:lnTo>
                    <a:moveTo>
                      <a:pt x="594873" y="79992"/>
                    </a:moveTo>
                    <a:lnTo>
                      <a:pt x="713848" y="38507"/>
                    </a:lnTo>
                    <a:moveTo>
                      <a:pt x="713848" y="38507"/>
                    </a:moveTo>
                    <a:lnTo>
                      <a:pt x="82428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73" name="Контур"/>
              <p:cNvSpPr/>
              <p:nvPr/>
            </p:nvSpPr>
            <p:spPr>
              <a:xfrm>
                <a:off x="4281626" y="7768557"/>
                <a:ext cx="516690" cy="213843"/>
              </a:xfrm>
              <a:custGeom>
                <a:avLst/>
                <a:gdLst/>
                <a:ahLst/>
                <a:cxnLst/>
                <a:rect l="l" t="t" r="r" b="b"/>
                <a:pathLst>
                  <a:path w="516690" h="213843" fill="none">
                    <a:moveTo>
                      <a:pt x="0" y="213843"/>
                    </a:moveTo>
                    <a:lnTo>
                      <a:pt x="6172" y="165940"/>
                    </a:lnTo>
                    <a:lnTo>
                      <a:pt x="40791" y="199619"/>
                    </a:lnTo>
                    <a:lnTo>
                      <a:pt x="0" y="213843"/>
                    </a:lnTo>
                    <a:lnTo>
                      <a:pt x="5099" y="212065"/>
                    </a:lnTo>
                    <a:lnTo>
                      <a:pt x="9728" y="176138"/>
                    </a:lnTo>
                    <a:lnTo>
                      <a:pt x="35692" y="201397"/>
                    </a:lnTo>
                    <a:lnTo>
                      <a:pt x="33914" y="196298"/>
                    </a:lnTo>
                    <a:lnTo>
                      <a:pt x="3321" y="206966"/>
                    </a:lnTo>
                    <a:lnTo>
                      <a:pt x="5099" y="212065"/>
                    </a:lnTo>
                    <a:lnTo>
                      <a:pt x="0" y="213843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7950" y="171039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40791" y="199619"/>
                    </a:lnTo>
                    <a:lnTo>
                      <a:pt x="28815" y="198076"/>
                    </a:lnTo>
                    <a:lnTo>
                      <a:pt x="25494" y="204953"/>
                    </a:lnTo>
                    <a:lnTo>
                      <a:pt x="18617" y="201632"/>
                    </a:lnTo>
                    <a:lnTo>
                      <a:pt x="15296" y="208509"/>
                    </a:lnTo>
                    <a:lnTo>
                      <a:pt x="8420" y="205188"/>
                    </a:lnTo>
                    <a:lnTo>
                      <a:pt x="0" y="213843"/>
                    </a:lnTo>
                    <a:lnTo>
                      <a:pt x="3321" y="206966"/>
                    </a:lnTo>
                    <a:lnTo>
                      <a:pt x="10198" y="210287"/>
                    </a:lnTo>
                    <a:lnTo>
                      <a:pt x="13518" y="203410"/>
                    </a:lnTo>
                    <a:lnTo>
                      <a:pt x="20395" y="206731"/>
                    </a:lnTo>
                    <a:lnTo>
                      <a:pt x="23716" y="199854"/>
                    </a:lnTo>
                    <a:lnTo>
                      <a:pt x="30593" y="203175"/>
                    </a:lnTo>
                    <a:lnTo>
                      <a:pt x="33914" y="19629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6172" y="165940"/>
                    </a:lnTo>
                    <a:lnTo>
                      <a:pt x="9728" y="176138"/>
                    </a:lnTo>
                    <a:lnTo>
                      <a:pt x="4629" y="177916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3321" y="206966"/>
                    </a:lnTo>
                    <a:moveTo>
                      <a:pt x="237949" y="130873"/>
                    </a:moveTo>
                    <a:lnTo>
                      <a:pt x="244121" y="82970"/>
                    </a:lnTo>
                    <a:lnTo>
                      <a:pt x="278741" y="116649"/>
                    </a:lnTo>
                    <a:lnTo>
                      <a:pt x="237949" y="130873"/>
                    </a:lnTo>
                    <a:lnTo>
                      <a:pt x="243048" y="129095"/>
                    </a:lnTo>
                    <a:lnTo>
                      <a:pt x="247677" y="93168"/>
                    </a:lnTo>
                    <a:lnTo>
                      <a:pt x="273642" y="118427"/>
                    </a:lnTo>
                    <a:lnTo>
                      <a:pt x="271864" y="113328"/>
                    </a:lnTo>
                    <a:lnTo>
                      <a:pt x="241270" y="123996"/>
                    </a:lnTo>
                    <a:lnTo>
                      <a:pt x="243048" y="129095"/>
                    </a:lnTo>
                    <a:lnTo>
                      <a:pt x="237949" y="130873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5899" y="88069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78741" y="116649"/>
                    </a:lnTo>
                    <a:lnTo>
                      <a:pt x="266765" y="115106"/>
                    </a:lnTo>
                    <a:lnTo>
                      <a:pt x="263444" y="121983"/>
                    </a:lnTo>
                    <a:lnTo>
                      <a:pt x="256567" y="118662"/>
                    </a:lnTo>
                    <a:lnTo>
                      <a:pt x="253246" y="125539"/>
                    </a:lnTo>
                    <a:lnTo>
                      <a:pt x="246369" y="122218"/>
                    </a:lnTo>
                    <a:lnTo>
                      <a:pt x="237949" y="130873"/>
                    </a:lnTo>
                    <a:lnTo>
                      <a:pt x="241270" y="123996"/>
                    </a:lnTo>
                    <a:lnTo>
                      <a:pt x="248147" y="127317"/>
                    </a:lnTo>
                    <a:lnTo>
                      <a:pt x="251468" y="120440"/>
                    </a:lnTo>
                    <a:lnTo>
                      <a:pt x="258345" y="123761"/>
                    </a:lnTo>
                    <a:lnTo>
                      <a:pt x="261666" y="116884"/>
                    </a:lnTo>
                    <a:lnTo>
                      <a:pt x="268543" y="120205"/>
                    </a:lnTo>
                    <a:lnTo>
                      <a:pt x="271864" y="113328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44121" y="82970"/>
                    </a:lnTo>
                    <a:lnTo>
                      <a:pt x="247677" y="93168"/>
                    </a:lnTo>
                    <a:lnTo>
                      <a:pt x="242578" y="94945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1270" y="123996"/>
                    </a:lnTo>
                    <a:moveTo>
                      <a:pt x="475899" y="47903"/>
                    </a:moveTo>
                    <a:lnTo>
                      <a:pt x="482071" y="0"/>
                    </a:lnTo>
                    <a:lnTo>
                      <a:pt x="516690" y="33679"/>
                    </a:lnTo>
                    <a:lnTo>
                      <a:pt x="475899" y="47903"/>
                    </a:lnTo>
                    <a:lnTo>
                      <a:pt x="480998" y="46125"/>
                    </a:lnTo>
                    <a:lnTo>
                      <a:pt x="485627" y="10197"/>
                    </a:lnTo>
                    <a:lnTo>
                      <a:pt x="511591" y="35457"/>
                    </a:lnTo>
                    <a:lnTo>
                      <a:pt x="509813" y="30358"/>
                    </a:lnTo>
                    <a:lnTo>
                      <a:pt x="479220" y="41026"/>
                    </a:lnTo>
                    <a:lnTo>
                      <a:pt x="480998" y="46125"/>
                    </a:lnTo>
                    <a:lnTo>
                      <a:pt x="475899" y="47903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3849" y="5099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516690" y="33679"/>
                    </a:lnTo>
                    <a:lnTo>
                      <a:pt x="504714" y="32136"/>
                    </a:lnTo>
                    <a:lnTo>
                      <a:pt x="501393" y="39013"/>
                    </a:lnTo>
                    <a:lnTo>
                      <a:pt x="494516" y="35692"/>
                    </a:lnTo>
                    <a:lnTo>
                      <a:pt x="491195" y="42569"/>
                    </a:lnTo>
                    <a:lnTo>
                      <a:pt x="484319" y="39248"/>
                    </a:lnTo>
                    <a:lnTo>
                      <a:pt x="475899" y="47903"/>
                    </a:lnTo>
                    <a:lnTo>
                      <a:pt x="479220" y="41026"/>
                    </a:lnTo>
                    <a:lnTo>
                      <a:pt x="486096" y="44347"/>
                    </a:lnTo>
                    <a:lnTo>
                      <a:pt x="489417" y="37470"/>
                    </a:lnTo>
                    <a:lnTo>
                      <a:pt x="496294" y="40791"/>
                    </a:lnTo>
                    <a:lnTo>
                      <a:pt x="499615" y="33914"/>
                    </a:lnTo>
                    <a:lnTo>
                      <a:pt x="506492" y="37235"/>
                    </a:lnTo>
                    <a:lnTo>
                      <a:pt x="509813" y="30358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482071" y="0"/>
                    </a:lnTo>
                    <a:lnTo>
                      <a:pt x="485627" y="10197"/>
                    </a:lnTo>
                    <a:lnTo>
                      <a:pt x="480528" y="11975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79220" y="4102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74" name="Контур"/>
              <p:cNvSpPr/>
              <p:nvPr/>
            </p:nvSpPr>
            <p:spPr>
              <a:xfrm>
                <a:off x="5002809" y="7592579"/>
                <a:ext cx="232765" cy="145861"/>
              </a:xfrm>
              <a:custGeom>
                <a:avLst/>
                <a:gdLst/>
                <a:ahLst/>
                <a:cxnLst/>
                <a:rect l="l" t="t" r="r" b="b"/>
                <a:pathLst>
                  <a:path w="232765" h="145861" fill="none">
                    <a:moveTo>
                      <a:pt x="0" y="145861"/>
                    </a:moveTo>
                    <a:lnTo>
                      <a:pt x="232765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75" name="Контур"/>
              <p:cNvSpPr/>
              <p:nvPr/>
            </p:nvSpPr>
            <p:spPr>
              <a:xfrm>
                <a:off x="4144872" y="7685478"/>
                <a:ext cx="857937" cy="287418"/>
              </a:xfrm>
              <a:custGeom>
                <a:avLst/>
                <a:gdLst/>
                <a:ahLst/>
                <a:cxnLst/>
                <a:rect l="l" t="t" r="r" b="b"/>
                <a:pathLst>
                  <a:path w="857937" h="287418" fill="none">
                    <a:moveTo>
                      <a:pt x="824285" y="0"/>
                    </a:moveTo>
                    <a:lnTo>
                      <a:pt x="857937" y="52962"/>
                    </a:lnTo>
                    <a:moveTo>
                      <a:pt x="0" y="287418"/>
                    </a:moveTo>
                    <a:lnTo>
                      <a:pt x="118974" y="245933"/>
                    </a:lnTo>
                    <a:moveTo>
                      <a:pt x="118974" y="245933"/>
                    </a:moveTo>
                    <a:lnTo>
                      <a:pt x="237949" y="204448"/>
                    </a:lnTo>
                    <a:moveTo>
                      <a:pt x="237949" y="204448"/>
                    </a:moveTo>
                    <a:lnTo>
                      <a:pt x="356924" y="162963"/>
                    </a:lnTo>
                    <a:moveTo>
                      <a:pt x="356924" y="162963"/>
                    </a:moveTo>
                    <a:lnTo>
                      <a:pt x="475899" y="121478"/>
                    </a:lnTo>
                    <a:moveTo>
                      <a:pt x="475899" y="121478"/>
                    </a:moveTo>
                    <a:lnTo>
                      <a:pt x="594873" y="79992"/>
                    </a:lnTo>
                    <a:moveTo>
                      <a:pt x="594873" y="79992"/>
                    </a:moveTo>
                    <a:lnTo>
                      <a:pt x="713848" y="38507"/>
                    </a:lnTo>
                    <a:moveTo>
                      <a:pt x="713848" y="38507"/>
                    </a:moveTo>
                    <a:lnTo>
                      <a:pt x="82428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76" name="Контур"/>
              <p:cNvSpPr/>
              <p:nvPr/>
            </p:nvSpPr>
            <p:spPr>
              <a:xfrm>
                <a:off x="4281626" y="7768557"/>
                <a:ext cx="516690" cy="213843"/>
              </a:xfrm>
              <a:custGeom>
                <a:avLst/>
                <a:gdLst/>
                <a:ahLst/>
                <a:cxnLst/>
                <a:rect l="l" t="t" r="r" b="b"/>
                <a:pathLst>
                  <a:path w="516690" h="213843" fill="none">
                    <a:moveTo>
                      <a:pt x="0" y="213843"/>
                    </a:moveTo>
                    <a:lnTo>
                      <a:pt x="6172" y="165940"/>
                    </a:lnTo>
                    <a:lnTo>
                      <a:pt x="40791" y="199619"/>
                    </a:lnTo>
                    <a:lnTo>
                      <a:pt x="0" y="213843"/>
                    </a:lnTo>
                    <a:lnTo>
                      <a:pt x="5099" y="212065"/>
                    </a:lnTo>
                    <a:lnTo>
                      <a:pt x="9728" y="176138"/>
                    </a:lnTo>
                    <a:lnTo>
                      <a:pt x="35692" y="201397"/>
                    </a:lnTo>
                    <a:lnTo>
                      <a:pt x="33914" y="196298"/>
                    </a:lnTo>
                    <a:lnTo>
                      <a:pt x="3321" y="206966"/>
                    </a:lnTo>
                    <a:lnTo>
                      <a:pt x="5099" y="212065"/>
                    </a:lnTo>
                    <a:lnTo>
                      <a:pt x="0" y="213843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7950" y="171039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40791" y="199619"/>
                    </a:lnTo>
                    <a:lnTo>
                      <a:pt x="28815" y="198076"/>
                    </a:lnTo>
                    <a:lnTo>
                      <a:pt x="25494" y="204953"/>
                    </a:lnTo>
                    <a:lnTo>
                      <a:pt x="18617" y="201632"/>
                    </a:lnTo>
                    <a:lnTo>
                      <a:pt x="15296" y="208509"/>
                    </a:lnTo>
                    <a:lnTo>
                      <a:pt x="8420" y="205188"/>
                    </a:lnTo>
                    <a:lnTo>
                      <a:pt x="0" y="213843"/>
                    </a:lnTo>
                    <a:lnTo>
                      <a:pt x="3321" y="206966"/>
                    </a:lnTo>
                    <a:lnTo>
                      <a:pt x="10198" y="210287"/>
                    </a:lnTo>
                    <a:lnTo>
                      <a:pt x="13518" y="203410"/>
                    </a:lnTo>
                    <a:lnTo>
                      <a:pt x="20395" y="206731"/>
                    </a:lnTo>
                    <a:lnTo>
                      <a:pt x="23716" y="199854"/>
                    </a:lnTo>
                    <a:lnTo>
                      <a:pt x="30593" y="203175"/>
                    </a:lnTo>
                    <a:lnTo>
                      <a:pt x="33914" y="19629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6172" y="165940"/>
                    </a:lnTo>
                    <a:lnTo>
                      <a:pt x="9728" y="176138"/>
                    </a:lnTo>
                    <a:lnTo>
                      <a:pt x="4629" y="177916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3321" y="206966"/>
                    </a:lnTo>
                    <a:moveTo>
                      <a:pt x="237949" y="130873"/>
                    </a:moveTo>
                    <a:lnTo>
                      <a:pt x="244121" y="82970"/>
                    </a:lnTo>
                    <a:lnTo>
                      <a:pt x="278741" y="116649"/>
                    </a:lnTo>
                    <a:lnTo>
                      <a:pt x="237949" y="130873"/>
                    </a:lnTo>
                    <a:lnTo>
                      <a:pt x="243048" y="129095"/>
                    </a:lnTo>
                    <a:lnTo>
                      <a:pt x="247677" y="93168"/>
                    </a:lnTo>
                    <a:lnTo>
                      <a:pt x="273642" y="118427"/>
                    </a:lnTo>
                    <a:lnTo>
                      <a:pt x="271864" y="113328"/>
                    </a:lnTo>
                    <a:lnTo>
                      <a:pt x="241270" y="123996"/>
                    </a:lnTo>
                    <a:lnTo>
                      <a:pt x="243048" y="129095"/>
                    </a:lnTo>
                    <a:lnTo>
                      <a:pt x="237949" y="130873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5899" y="88069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78741" y="116649"/>
                    </a:lnTo>
                    <a:lnTo>
                      <a:pt x="266765" y="115106"/>
                    </a:lnTo>
                    <a:lnTo>
                      <a:pt x="263444" y="121983"/>
                    </a:lnTo>
                    <a:lnTo>
                      <a:pt x="256567" y="118662"/>
                    </a:lnTo>
                    <a:lnTo>
                      <a:pt x="253246" y="125539"/>
                    </a:lnTo>
                    <a:lnTo>
                      <a:pt x="246369" y="122218"/>
                    </a:lnTo>
                    <a:lnTo>
                      <a:pt x="237949" y="130873"/>
                    </a:lnTo>
                    <a:lnTo>
                      <a:pt x="241270" y="123996"/>
                    </a:lnTo>
                    <a:lnTo>
                      <a:pt x="248147" y="127317"/>
                    </a:lnTo>
                    <a:lnTo>
                      <a:pt x="251468" y="120440"/>
                    </a:lnTo>
                    <a:lnTo>
                      <a:pt x="258345" y="123761"/>
                    </a:lnTo>
                    <a:lnTo>
                      <a:pt x="261666" y="116884"/>
                    </a:lnTo>
                    <a:lnTo>
                      <a:pt x="268543" y="120205"/>
                    </a:lnTo>
                    <a:lnTo>
                      <a:pt x="271864" y="113328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44121" y="82970"/>
                    </a:lnTo>
                    <a:lnTo>
                      <a:pt x="247677" y="93168"/>
                    </a:lnTo>
                    <a:lnTo>
                      <a:pt x="242578" y="94945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1270" y="123996"/>
                    </a:lnTo>
                    <a:moveTo>
                      <a:pt x="475899" y="47903"/>
                    </a:moveTo>
                    <a:lnTo>
                      <a:pt x="482071" y="0"/>
                    </a:lnTo>
                    <a:lnTo>
                      <a:pt x="516690" y="33679"/>
                    </a:lnTo>
                    <a:lnTo>
                      <a:pt x="475899" y="47903"/>
                    </a:lnTo>
                    <a:lnTo>
                      <a:pt x="480998" y="46125"/>
                    </a:lnTo>
                    <a:lnTo>
                      <a:pt x="485627" y="10197"/>
                    </a:lnTo>
                    <a:lnTo>
                      <a:pt x="511591" y="35457"/>
                    </a:lnTo>
                    <a:lnTo>
                      <a:pt x="509813" y="30358"/>
                    </a:lnTo>
                    <a:lnTo>
                      <a:pt x="479220" y="41026"/>
                    </a:lnTo>
                    <a:lnTo>
                      <a:pt x="480998" y="46125"/>
                    </a:lnTo>
                    <a:lnTo>
                      <a:pt x="475899" y="47903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3849" y="5099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516690" y="33679"/>
                    </a:lnTo>
                    <a:lnTo>
                      <a:pt x="504714" y="32136"/>
                    </a:lnTo>
                    <a:lnTo>
                      <a:pt x="501393" y="39013"/>
                    </a:lnTo>
                    <a:lnTo>
                      <a:pt x="494516" y="35692"/>
                    </a:lnTo>
                    <a:lnTo>
                      <a:pt x="491195" y="42569"/>
                    </a:lnTo>
                    <a:lnTo>
                      <a:pt x="484319" y="39248"/>
                    </a:lnTo>
                    <a:lnTo>
                      <a:pt x="475899" y="47903"/>
                    </a:lnTo>
                    <a:lnTo>
                      <a:pt x="479220" y="41026"/>
                    </a:lnTo>
                    <a:lnTo>
                      <a:pt x="486096" y="44347"/>
                    </a:lnTo>
                    <a:lnTo>
                      <a:pt x="489417" y="37470"/>
                    </a:lnTo>
                    <a:lnTo>
                      <a:pt x="496294" y="40791"/>
                    </a:lnTo>
                    <a:lnTo>
                      <a:pt x="499615" y="33914"/>
                    </a:lnTo>
                    <a:lnTo>
                      <a:pt x="506492" y="37235"/>
                    </a:lnTo>
                    <a:lnTo>
                      <a:pt x="509813" y="30358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482071" y="0"/>
                    </a:lnTo>
                    <a:lnTo>
                      <a:pt x="485627" y="10197"/>
                    </a:lnTo>
                    <a:lnTo>
                      <a:pt x="480528" y="11975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79220" y="4102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77" name="Контур"/>
              <p:cNvSpPr/>
              <p:nvPr/>
            </p:nvSpPr>
            <p:spPr>
              <a:xfrm>
                <a:off x="2996795" y="4644439"/>
                <a:ext cx="5333934" cy="3041039"/>
              </a:xfrm>
              <a:custGeom>
                <a:avLst/>
                <a:gdLst/>
                <a:ahLst/>
                <a:cxnLst/>
                <a:rect l="l" t="t" r="r" b="b"/>
                <a:pathLst>
                  <a:path w="5333934" h="3041039" fill="none">
                    <a:moveTo>
                      <a:pt x="1972362" y="3041039"/>
                    </a:moveTo>
                    <a:lnTo>
                      <a:pt x="2008054" y="3028593"/>
                    </a:lnTo>
                    <a:moveTo>
                      <a:pt x="2008054" y="3028593"/>
                    </a:moveTo>
                    <a:lnTo>
                      <a:pt x="2043746" y="3016147"/>
                    </a:lnTo>
                    <a:moveTo>
                      <a:pt x="2043746" y="3016147"/>
                    </a:moveTo>
                    <a:lnTo>
                      <a:pt x="2079439" y="3003701"/>
                    </a:lnTo>
                    <a:moveTo>
                      <a:pt x="2079439" y="3003701"/>
                    </a:moveTo>
                    <a:lnTo>
                      <a:pt x="2115131" y="2991256"/>
                    </a:lnTo>
                    <a:moveTo>
                      <a:pt x="2115131" y="2991256"/>
                    </a:moveTo>
                    <a:lnTo>
                      <a:pt x="2150823" y="2978810"/>
                    </a:lnTo>
                    <a:moveTo>
                      <a:pt x="2150823" y="2978810"/>
                    </a:moveTo>
                    <a:lnTo>
                      <a:pt x="2186516" y="2966364"/>
                    </a:lnTo>
                    <a:moveTo>
                      <a:pt x="2186516" y="2966364"/>
                    </a:moveTo>
                    <a:lnTo>
                      <a:pt x="2222208" y="2953919"/>
                    </a:lnTo>
                    <a:moveTo>
                      <a:pt x="2222208" y="2953919"/>
                    </a:moveTo>
                    <a:lnTo>
                      <a:pt x="2238779" y="2948140"/>
                    </a:lnTo>
                    <a:moveTo>
                      <a:pt x="1972362" y="3041039"/>
                    </a:moveTo>
                    <a:lnTo>
                      <a:pt x="2008054" y="3028593"/>
                    </a:lnTo>
                    <a:moveTo>
                      <a:pt x="2008054" y="3028593"/>
                    </a:moveTo>
                    <a:lnTo>
                      <a:pt x="2043746" y="3016147"/>
                    </a:lnTo>
                    <a:moveTo>
                      <a:pt x="2043746" y="3016147"/>
                    </a:moveTo>
                    <a:lnTo>
                      <a:pt x="2079439" y="3003701"/>
                    </a:lnTo>
                    <a:moveTo>
                      <a:pt x="2079439" y="3003701"/>
                    </a:moveTo>
                    <a:lnTo>
                      <a:pt x="2115131" y="2991256"/>
                    </a:lnTo>
                    <a:moveTo>
                      <a:pt x="2115131" y="2991256"/>
                    </a:moveTo>
                    <a:lnTo>
                      <a:pt x="2150823" y="2978810"/>
                    </a:lnTo>
                    <a:moveTo>
                      <a:pt x="2150823" y="2978810"/>
                    </a:moveTo>
                    <a:lnTo>
                      <a:pt x="2186516" y="2966364"/>
                    </a:lnTo>
                    <a:moveTo>
                      <a:pt x="2186516" y="2966364"/>
                    </a:moveTo>
                    <a:lnTo>
                      <a:pt x="2222208" y="2953919"/>
                    </a:lnTo>
                    <a:moveTo>
                      <a:pt x="2222208" y="2953919"/>
                    </a:moveTo>
                    <a:lnTo>
                      <a:pt x="2238779" y="2948140"/>
                    </a:lnTo>
                    <a:moveTo>
                      <a:pt x="983083" y="2959734"/>
                    </a:moveTo>
                    <a:lnTo>
                      <a:pt x="1015114" y="2939663"/>
                    </a:lnTo>
                    <a:moveTo>
                      <a:pt x="1015114" y="2939663"/>
                    </a:moveTo>
                    <a:lnTo>
                      <a:pt x="1047145" y="2919592"/>
                    </a:lnTo>
                    <a:moveTo>
                      <a:pt x="1047145" y="2919592"/>
                    </a:moveTo>
                    <a:lnTo>
                      <a:pt x="1079176" y="2899520"/>
                    </a:lnTo>
                    <a:moveTo>
                      <a:pt x="1079176" y="2899520"/>
                    </a:moveTo>
                    <a:lnTo>
                      <a:pt x="1111207" y="2879449"/>
                    </a:lnTo>
                    <a:moveTo>
                      <a:pt x="1111207" y="2879449"/>
                    </a:moveTo>
                    <a:lnTo>
                      <a:pt x="1143238" y="2859378"/>
                    </a:lnTo>
                    <a:moveTo>
                      <a:pt x="1143238" y="2859378"/>
                    </a:moveTo>
                    <a:lnTo>
                      <a:pt x="1175269" y="2839306"/>
                    </a:lnTo>
                    <a:moveTo>
                      <a:pt x="1175269" y="2839306"/>
                    </a:moveTo>
                    <a:lnTo>
                      <a:pt x="1207300" y="2819235"/>
                    </a:lnTo>
                    <a:moveTo>
                      <a:pt x="1207300" y="2819235"/>
                    </a:moveTo>
                    <a:lnTo>
                      <a:pt x="1239331" y="2799164"/>
                    </a:lnTo>
                    <a:moveTo>
                      <a:pt x="1239331" y="2799164"/>
                    </a:moveTo>
                    <a:lnTo>
                      <a:pt x="1271362" y="2779092"/>
                    </a:lnTo>
                    <a:moveTo>
                      <a:pt x="1271362" y="2779092"/>
                    </a:moveTo>
                    <a:lnTo>
                      <a:pt x="1303393" y="2759021"/>
                    </a:lnTo>
                    <a:moveTo>
                      <a:pt x="1303393" y="2759021"/>
                    </a:moveTo>
                    <a:lnTo>
                      <a:pt x="1335424" y="2738950"/>
                    </a:lnTo>
                    <a:moveTo>
                      <a:pt x="1335424" y="2738950"/>
                    </a:moveTo>
                    <a:lnTo>
                      <a:pt x="1367455" y="2718878"/>
                    </a:lnTo>
                    <a:moveTo>
                      <a:pt x="1367455" y="2718878"/>
                    </a:moveTo>
                    <a:lnTo>
                      <a:pt x="1399486" y="2698807"/>
                    </a:lnTo>
                    <a:moveTo>
                      <a:pt x="1399486" y="2698807"/>
                    </a:moveTo>
                    <a:lnTo>
                      <a:pt x="1431517" y="2678736"/>
                    </a:lnTo>
                    <a:moveTo>
                      <a:pt x="1431517" y="2678736"/>
                    </a:moveTo>
                    <a:lnTo>
                      <a:pt x="1463548" y="2658664"/>
                    </a:lnTo>
                    <a:moveTo>
                      <a:pt x="1463548" y="2658664"/>
                    </a:moveTo>
                    <a:lnTo>
                      <a:pt x="1495579" y="2638593"/>
                    </a:lnTo>
                    <a:moveTo>
                      <a:pt x="1495579" y="2638593"/>
                    </a:moveTo>
                    <a:lnTo>
                      <a:pt x="1523843" y="2620882"/>
                    </a:lnTo>
                    <a:moveTo>
                      <a:pt x="2238779" y="2948140"/>
                    </a:moveTo>
                    <a:lnTo>
                      <a:pt x="2274472" y="2935695"/>
                    </a:lnTo>
                    <a:moveTo>
                      <a:pt x="2274472" y="2935695"/>
                    </a:moveTo>
                    <a:lnTo>
                      <a:pt x="2310164" y="2923249"/>
                    </a:lnTo>
                    <a:moveTo>
                      <a:pt x="2310164" y="2923249"/>
                    </a:moveTo>
                    <a:lnTo>
                      <a:pt x="2326416" y="2917582"/>
                    </a:lnTo>
                    <a:lnTo>
                      <a:pt x="2343709" y="2906409"/>
                    </a:lnTo>
                    <a:moveTo>
                      <a:pt x="2343709" y="2906409"/>
                    </a:moveTo>
                    <a:lnTo>
                      <a:pt x="2375459" y="2885895"/>
                    </a:lnTo>
                    <a:moveTo>
                      <a:pt x="2375459" y="2885895"/>
                    </a:moveTo>
                    <a:lnTo>
                      <a:pt x="2407208" y="2865382"/>
                    </a:lnTo>
                    <a:moveTo>
                      <a:pt x="2407208" y="2865382"/>
                    </a:moveTo>
                    <a:lnTo>
                      <a:pt x="2438958" y="2844869"/>
                    </a:lnTo>
                    <a:moveTo>
                      <a:pt x="2438958" y="2844869"/>
                    </a:moveTo>
                    <a:lnTo>
                      <a:pt x="2470708" y="2824355"/>
                    </a:lnTo>
                    <a:moveTo>
                      <a:pt x="2470708" y="2824355"/>
                    </a:moveTo>
                    <a:lnTo>
                      <a:pt x="2502457" y="2803842"/>
                    </a:lnTo>
                    <a:moveTo>
                      <a:pt x="2502457" y="2803842"/>
                    </a:moveTo>
                    <a:lnTo>
                      <a:pt x="2534207" y="2783328"/>
                    </a:lnTo>
                    <a:moveTo>
                      <a:pt x="2534207" y="2783328"/>
                    </a:moveTo>
                    <a:lnTo>
                      <a:pt x="2565957" y="2762815"/>
                    </a:lnTo>
                    <a:moveTo>
                      <a:pt x="2565957" y="2762815"/>
                    </a:moveTo>
                    <a:lnTo>
                      <a:pt x="2597706" y="2742301"/>
                    </a:lnTo>
                    <a:moveTo>
                      <a:pt x="2597706" y="2742301"/>
                    </a:moveTo>
                    <a:lnTo>
                      <a:pt x="2629456" y="2721788"/>
                    </a:lnTo>
                    <a:moveTo>
                      <a:pt x="2629456" y="2721788"/>
                    </a:moveTo>
                    <a:lnTo>
                      <a:pt x="2661205" y="2701275"/>
                    </a:lnTo>
                    <a:moveTo>
                      <a:pt x="2661205" y="2701275"/>
                    </a:moveTo>
                    <a:lnTo>
                      <a:pt x="2692955" y="2680761"/>
                    </a:lnTo>
                    <a:moveTo>
                      <a:pt x="2692955" y="2680761"/>
                    </a:moveTo>
                    <a:lnTo>
                      <a:pt x="2724705" y="2660248"/>
                    </a:lnTo>
                    <a:moveTo>
                      <a:pt x="2724705" y="2660248"/>
                    </a:moveTo>
                    <a:lnTo>
                      <a:pt x="2756454" y="2639734"/>
                    </a:lnTo>
                    <a:moveTo>
                      <a:pt x="2756454" y="2639734"/>
                    </a:moveTo>
                    <a:lnTo>
                      <a:pt x="2788204" y="2619221"/>
                    </a:lnTo>
                    <a:moveTo>
                      <a:pt x="2788204" y="2619221"/>
                    </a:moveTo>
                    <a:lnTo>
                      <a:pt x="2819954" y="2598708"/>
                    </a:lnTo>
                    <a:moveTo>
                      <a:pt x="2819954" y="2598708"/>
                    </a:moveTo>
                    <a:lnTo>
                      <a:pt x="2851703" y="2578194"/>
                    </a:lnTo>
                    <a:moveTo>
                      <a:pt x="2851703" y="2578194"/>
                    </a:moveTo>
                    <a:lnTo>
                      <a:pt x="2883453" y="2557681"/>
                    </a:lnTo>
                    <a:moveTo>
                      <a:pt x="2883453" y="2557681"/>
                    </a:moveTo>
                    <a:lnTo>
                      <a:pt x="2915203" y="2537167"/>
                    </a:lnTo>
                    <a:moveTo>
                      <a:pt x="2915203" y="2537167"/>
                    </a:moveTo>
                    <a:lnTo>
                      <a:pt x="2946952" y="2516654"/>
                    </a:lnTo>
                    <a:moveTo>
                      <a:pt x="2946952" y="2516654"/>
                    </a:moveTo>
                    <a:lnTo>
                      <a:pt x="2978702" y="2496141"/>
                    </a:lnTo>
                    <a:moveTo>
                      <a:pt x="2978702" y="2496141"/>
                    </a:moveTo>
                    <a:lnTo>
                      <a:pt x="3010452" y="2475627"/>
                    </a:lnTo>
                    <a:moveTo>
                      <a:pt x="3010452" y="2475627"/>
                    </a:moveTo>
                    <a:lnTo>
                      <a:pt x="3042201" y="2455114"/>
                    </a:lnTo>
                    <a:moveTo>
                      <a:pt x="3042201" y="2455114"/>
                    </a:moveTo>
                    <a:lnTo>
                      <a:pt x="3073951" y="2434600"/>
                    </a:lnTo>
                    <a:moveTo>
                      <a:pt x="3073951" y="2434600"/>
                    </a:moveTo>
                    <a:lnTo>
                      <a:pt x="3105701" y="2414087"/>
                    </a:lnTo>
                    <a:moveTo>
                      <a:pt x="3105701" y="2414087"/>
                    </a:moveTo>
                    <a:lnTo>
                      <a:pt x="3137450" y="2393574"/>
                    </a:lnTo>
                    <a:moveTo>
                      <a:pt x="3137450" y="2393574"/>
                    </a:moveTo>
                    <a:lnTo>
                      <a:pt x="3169200" y="2373060"/>
                    </a:lnTo>
                    <a:moveTo>
                      <a:pt x="3169200" y="2373060"/>
                    </a:moveTo>
                    <a:lnTo>
                      <a:pt x="3200950" y="2352547"/>
                    </a:lnTo>
                    <a:moveTo>
                      <a:pt x="3200950" y="2352547"/>
                    </a:moveTo>
                    <a:lnTo>
                      <a:pt x="3232699" y="2332033"/>
                    </a:lnTo>
                    <a:moveTo>
                      <a:pt x="3232699" y="2332033"/>
                    </a:moveTo>
                    <a:lnTo>
                      <a:pt x="3264449" y="2311520"/>
                    </a:lnTo>
                    <a:moveTo>
                      <a:pt x="3264449" y="2311520"/>
                    </a:moveTo>
                    <a:lnTo>
                      <a:pt x="3296198" y="2291007"/>
                    </a:lnTo>
                    <a:moveTo>
                      <a:pt x="3296198" y="2291007"/>
                    </a:moveTo>
                    <a:lnTo>
                      <a:pt x="3327948" y="2270493"/>
                    </a:lnTo>
                    <a:moveTo>
                      <a:pt x="3327948" y="2270493"/>
                    </a:moveTo>
                    <a:lnTo>
                      <a:pt x="3359698" y="2249980"/>
                    </a:lnTo>
                    <a:moveTo>
                      <a:pt x="3359698" y="2249980"/>
                    </a:moveTo>
                    <a:lnTo>
                      <a:pt x="3391447" y="2229466"/>
                    </a:lnTo>
                    <a:moveTo>
                      <a:pt x="3391447" y="2229466"/>
                    </a:moveTo>
                    <a:lnTo>
                      <a:pt x="3423197" y="2208953"/>
                    </a:lnTo>
                    <a:moveTo>
                      <a:pt x="3423197" y="2208953"/>
                    </a:moveTo>
                    <a:lnTo>
                      <a:pt x="3454947" y="2188440"/>
                    </a:lnTo>
                    <a:moveTo>
                      <a:pt x="3454947" y="2188440"/>
                    </a:moveTo>
                    <a:lnTo>
                      <a:pt x="3486696" y="2167926"/>
                    </a:lnTo>
                    <a:moveTo>
                      <a:pt x="3486696" y="2167926"/>
                    </a:moveTo>
                    <a:lnTo>
                      <a:pt x="3518446" y="2147413"/>
                    </a:lnTo>
                    <a:moveTo>
                      <a:pt x="3518446" y="2147413"/>
                    </a:moveTo>
                    <a:lnTo>
                      <a:pt x="3550196" y="2126899"/>
                    </a:lnTo>
                    <a:moveTo>
                      <a:pt x="3550196" y="2126899"/>
                    </a:moveTo>
                    <a:lnTo>
                      <a:pt x="3578233" y="2108784"/>
                    </a:lnTo>
                    <a:moveTo>
                      <a:pt x="1719785" y="2912310"/>
                    </a:moveTo>
                    <a:lnTo>
                      <a:pt x="1698694" y="2880941"/>
                    </a:lnTo>
                    <a:moveTo>
                      <a:pt x="1698694" y="2880941"/>
                    </a:moveTo>
                    <a:lnTo>
                      <a:pt x="1677603" y="2849572"/>
                    </a:lnTo>
                    <a:moveTo>
                      <a:pt x="1677603" y="2849572"/>
                    </a:moveTo>
                    <a:lnTo>
                      <a:pt x="1656512" y="2818203"/>
                    </a:lnTo>
                    <a:moveTo>
                      <a:pt x="1656512" y="2818203"/>
                    </a:moveTo>
                    <a:lnTo>
                      <a:pt x="1635421" y="2786834"/>
                    </a:lnTo>
                    <a:moveTo>
                      <a:pt x="1635421" y="2786834"/>
                    </a:moveTo>
                    <a:lnTo>
                      <a:pt x="1614330" y="2755465"/>
                    </a:lnTo>
                    <a:moveTo>
                      <a:pt x="1614330" y="2755465"/>
                    </a:moveTo>
                    <a:lnTo>
                      <a:pt x="1593239" y="2724096"/>
                    </a:lnTo>
                    <a:moveTo>
                      <a:pt x="1593239" y="2724096"/>
                    </a:moveTo>
                    <a:lnTo>
                      <a:pt x="1572148" y="2692727"/>
                    </a:lnTo>
                    <a:moveTo>
                      <a:pt x="1572148" y="2692727"/>
                    </a:moveTo>
                    <a:lnTo>
                      <a:pt x="1551057" y="2661358"/>
                    </a:lnTo>
                    <a:moveTo>
                      <a:pt x="1551057" y="2661358"/>
                    </a:moveTo>
                    <a:lnTo>
                      <a:pt x="1529966" y="2629990"/>
                    </a:lnTo>
                    <a:moveTo>
                      <a:pt x="1529966" y="2629990"/>
                    </a:moveTo>
                    <a:lnTo>
                      <a:pt x="1523843" y="2620882"/>
                    </a:lnTo>
                    <a:moveTo>
                      <a:pt x="76187" y="1062360"/>
                    </a:moveTo>
                    <a:lnTo>
                      <a:pt x="48689" y="1088296"/>
                    </a:lnTo>
                    <a:moveTo>
                      <a:pt x="48689" y="1088296"/>
                    </a:moveTo>
                    <a:lnTo>
                      <a:pt x="21190" y="1114232"/>
                    </a:lnTo>
                    <a:moveTo>
                      <a:pt x="21190" y="1114232"/>
                    </a:moveTo>
                    <a:lnTo>
                      <a:pt x="3838" y="1130598"/>
                    </a:lnTo>
                    <a:lnTo>
                      <a:pt x="0" y="1134217"/>
                    </a:lnTo>
                    <a:moveTo>
                      <a:pt x="1841931" y="2835770"/>
                    </a:moveTo>
                    <a:lnTo>
                      <a:pt x="1842007" y="2835722"/>
                    </a:lnTo>
                    <a:moveTo>
                      <a:pt x="282498" y="867769"/>
                    </a:moveTo>
                    <a:lnTo>
                      <a:pt x="255000" y="893705"/>
                    </a:lnTo>
                    <a:moveTo>
                      <a:pt x="255000" y="893705"/>
                    </a:moveTo>
                    <a:lnTo>
                      <a:pt x="227501" y="919641"/>
                    </a:lnTo>
                    <a:moveTo>
                      <a:pt x="227501" y="919641"/>
                    </a:moveTo>
                    <a:lnTo>
                      <a:pt x="200003" y="945577"/>
                    </a:lnTo>
                    <a:moveTo>
                      <a:pt x="200003" y="945577"/>
                    </a:moveTo>
                    <a:lnTo>
                      <a:pt x="172505" y="971513"/>
                    </a:lnTo>
                    <a:moveTo>
                      <a:pt x="172505" y="971513"/>
                    </a:moveTo>
                    <a:lnTo>
                      <a:pt x="145007" y="997450"/>
                    </a:lnTo>
                    <a:moveTo>
                      <a:pt x="145007" y="997450"/>
                    </a:moveTo>
                    <a:lnTo>
                      <a:pt x="117508" y="1023386"/>
                    </a:lnTo>
                    <a:moveTo>
                      <a:pt x="117508" y="1023386"/>
                    </a:moveTo>
                    <a:lnTo>
                      <a:pt x="90010" y="1049322"/>
                    </a:lnTo>
                    <a:moveTo>
                      <a:pt x="90010" y="1049322"/>
                    </a:moveTo>
                    <a:lnTo>
                      <a:pt x="76187" y="1062360"/>
                    </a:lnTo>
                    <a:moveTo>
                      <a:pt x="1719785" y="2912310"/>
                    </a:moveTo>
                    <a:lnTo>
                      <a:pt x="1751816" y="2892238"/>
                    </a:lnTo>
                    <a:moveTo>
                      <a:pt x="1751816" y="2892238"/>
                    </a:moveTo>
                    <a:lnTo>
                      <a:pt x="1783847" y="2872166"/>
                    </a:lnTo>
                    <a:moveTo>
                      <a:pt x="1783847" y="2872166"/>
                    </a:moveTo>
                    <a:lnTo>
                      <a:pt x="1791463" y="2867394"/>
                    </a:lnTo>
                    <a:lnTo>
                      <a:pt x="1815878" y="2852095"/>
                    </a:lnTo>
                    <a:moveTo>
                      <a:pt x="1815878" y="2852095"/>
                    </a:moveTo>
                    <a:lnTo>
                      <a:pt x="1841931" y="2835770"/>
                    </a:lnTo>
                    <a:moveTo>
                      <a:pt x="1842007" y="2835722"/>
                    </a:moveTo>
                    <a:lnTo>
                      <a:pt x="1874038" y="2815650"/>
                    </a:lnTo>
                    <a:moveTo>
                      <a:pt x="1874038" y="2815650"/>
                    </a:moveTo>
                    <a:lnTo>
                      <a:pt x="1906069" y="2795579"/>
                    </a:lnTo>
                    <a:moveTo>
                      <a:pt x="1906069" y="2795579"/>
                    </a:moveTo>
                    <a:lnTo>
                      <a:pt x="1938100" y="2775508"/>
                    </a:lnTo>
                    <a:moveTo>
                      <a:pt x="1938100" y="2775508"/>
                    </a:moveTo>
                    <a:lnTo>
                      <a:pt x="1970131" y="2755436"/>
                    </a:lnTo>
                    <a:moveTo>
                      <a:pt x="1970131" y="2755436"/>
                    </a:moveTo>
                    <a:lnTo>
                      <a:pt x="2002162" y="2735365"/>
                    </a:lnTo>
                    <a:moveTo>
                      <a:pt x="2002162" y="2735365"/>
                    </a:moveTo>
                    <a:lnTo>
                      <a:pt x="2034193" y="2715294"/>
                    </a:lnTo>
                    <a:moveTo>
                      <a:pt x="2034193" y="2715294"/>
                    </a:moveTo>
                    <a:lnTo>
                      <a:pt x="2066224" y="2695223"/>
                    </a:lnTo>
                    <a:moveTo>
                      <a:pt x="2066224" y="2695223"/>
                    </a:moveTo>
                    <a:lnTo>
                      <a:pt x="2098255" y="2675151"/>
                    </a:lnTo>
                    <a:moveTo>
                      <a:pt x="2098255" y="2675151"/>
                    </a:moveTo>
                    <a:lnTo>
                      <a:pt x="2130286" y="2655080"/>
                    </a:lnTo>
                    <a:moveTo>
                      <a:pt x="2130286" y="2655080"/>
                    </a:moveTo>
                    <a:lnTo>
                      <a:pt x="2162317" y="2635009"/>
                    </a:lnTo>
                    <a:moveTo>
                      <a:pt x="2162317" y="2635009"/>
                    </a:moveTo>
                    <a:lnTo>
                      <a:pt x="2194348" y="2614937"/>
                    </a:lnTo>
                    <a:moveTo>
                      <a:pt x="2194348" y="2614937"/>
                    </a:moveTo>
                    <a:lnTo>
                      <a:pt x="2226379" y="2594866"/>
                    </a:lnTo>
                    <a:moveTo>
                      <a:pt x="2226379" y="2594866"/>
                    </a:moveTo>
                    <a:lnTo>
                      <a:pt x="2258410" y="2574795"/>
                    </a:lnTo>
                    <a:moveTo>
                      <a:pt x="2258410" y="2574795"/>
                    </a:moveTo>
                    <a:lnTo>
                      <a:pt x="2290441" y="2554724"/>
                    </a:lnTo>
                    <a:moveTo>
                      <a:pt x="2290441" y="2554724"/>
                    </a:moveTo>
                    <a:lnTo>
                      <a:pt x="2322472" y="2534652"/>
                    </a:lnTo>
                    <a:moveTo>
                      <a:pt x="2322472" y="2534652"/>
                    </a:moveTo>
                    <a:lnTo>
                      <a:pt x="2354503" y="2514581"/>
                    </a:lnTo>
                    <a:moveTo>
                      <a:pt x="2354503" y="2514581"/>
                    </a:moveTo>
                    <a:lnTo>
                      <a:pt x="2386534" y="2494510"/>
                    </a:lnTo>
                    <a:moveTo>
                      <a:pt x="2386534" y="2494510"/>
                    </a:moveTo>
                    <a:lnTo>
                      <a:pt x="2418565" y="2474438"/>
                    </a:lnTo>
                    <a:moveTo>
                      <a:pt x="2418565" y="2474438"/>
                    </a:moveTo>
                    <a:lnTo>
                      <a:pt x="2450596" y="2454367"/>
                    </a:lnTo>
                    <a:moveTo>
                      <a:pt x="2450596" y="2454367"/>
                    </a:moveTo>
                    <a:lnTo>
                      <a:pt x="2482627" y="2434296"/>
                    </a:lnTo>
                    <a:moveTo>
                      <a:pt x="2482627" y="2434296"/>
                    </a:moveTo>
                    <a:lnTo>
                      <a:pt x="2514658" y="2414224"/>
                    </a:lnTo>
                    <a:moveTo>
                      <a:pt x="2514658" y="2414224"/>
                    </a:moveTo>
                    <a:lnTo>
                      <a:pt x="2546689" y="2394153"/>
                    </a:lnTo>
                    <a:moveTo>
                      <a:pt x="2546689" y="2394153"/>
                    </a:moveTo>
                    <a:lnTo>
                      <a:pt x="2554123" y="2389494"/>
                    </a:lnTo>
                    <a:lnTo>
                      <a:pt x="2578720" y="2374082"/>
                    </a:lnTo>
                    <a:moveTo>
                      <a:pt x="2578720" y="2374082"/>
                    </a:moveTo>
                    <a:lnTo>
                      <a:pt x="2610751" y="2354011"/>
                    </a:lnTo>
                    <a:moveTo>
                      <a:pt x="2610751" y="2354011"/>
                    </a:moveTo>
                    <a:lnTo>
                      <a:pt x="2642781" y="2333939"/>
                    </a:lnTo>
                    <a:moveTo>
                      <a:pt x="2642781" y="2333939"/>
                    </a:moveTo>
                    <a:lnTo>
                      <a:pt x="2674812" y="2313868"/>
                    </a:lnTo>
                    <a:moveTo>
                      <a:pt x="2674812" y="2313868"/>
                    </a:moveTo>
                    <a:lnTo>
                      <a:pt x="2706843" y="2293797"/>
                    </a:lnTo>
                    <a:moveTo>
                      <a:pt x="2706843" y="2293797"/>
                    </a:moveTo>
                    <a:lnTo>
                      <a:pt x="2738874" y="2273726"/>
                    </a:lnTo>
                    <a:moveTo>
                      <a:pt x="2738874" y="2273726"/>
                    </a:moveTo>
                    <a:lnTo>
                      <a:pt x="2770905" y="2253654"/>
                    </a:lnTo>
                    <a:moveTo>
                      <a:pt x="2770905" y="2253654"/>
                    </a:moveTo>
                    <a:lnTo>
                      <a:pt x="2802936" y="2233583"/>
                    </a:lnTo>
                    <a:moveTo>
                      <a:pt x="2802936" y="2233583"/>
                    </a:moveTo>
                    <a:lnTo>
                      <a:pt x="2834967" y="2213512"/>
                    </a:lnTo>
                    <a:moveTo>
                      <a:pt x="2834967" y="2213512"/>
                    </a:moveTo>
                    <a:lnTo>
                      <a:pt x="2866998" y="2193440"/>
                    </a:lnTo>
                    <a:moveTo>
                      <a:pt x="2866998" y="2193440"/>
                    </a:moveTo>
                    <a:lnTo>
                      <a:pt x="2899029" y="2173369"/>
                    </a:lnTo>
                    <a:moveTo>
                      <a:pt x="2899029" y="2173369"/>
                    </a:moveTo>
                    <a:lnTo>
                      <a:pt x="2931060" y="2153298"/>
                    </a:lnTo>
                    <a:moveTo>
                      <a:pt x="2931060" y="2153298"/>
                    </a:moveTo>
                    <a:lnTo>
                      <a:pt x="2963091" y="2133227"/>
                    </a:lnTo>
                    <a:moveTo>
                      <a:pt x="2963091" y="2133227"/>
                    </a:moveTo>
                    <a:lnTo>
                      <a:pt x="2995122" y="2113155"/>
                    </a:lnTo>
                    <a:moveTo>
                      <a:pt x="2995122" y="2113155"/>
                    </a:moveTo>
                    <a:lnTo>
                      <a:pt x="3007720" y="2105262"/>
                    </a:lnTo>
                    <a:moveTo>
                      <a:pt x="3808363" y="1964514"/>
                    </a:moveTo>
                    <a:lnTo>
                      <a:pt x="3791947" y="1930465"/>
                    </a:lnTo>
                    <a:moveTo>
                      <a:pt x="3791947" y="1930465"/>
                    </a:moveTo>
                    <a:lnTo>
                      <a:pt x="3775530" y="1896416"/>
                    </a:lnTo>
                    <a:moveTo>
                      <a:pt x="3775530" y="1896416"/>
                    </a:moveTo>
                    <a:lnTo>
                      <a:pt x="3759114" y="1862367"/>
                    </a:lnTo>
                    <a:moveTo>
                      <a:pt x="3759114" y="1862367"/>
                    </a:moveTo>
                    <a:lnTo>
                      <a:pt x="3742697" y="1828318"/>
                    </a:lnTo>
                    <a:moveTo>
                      <a:pt x="3742697" y="1828318"/>
                    </a:moveTo>
                    <a:lnTo>
                      <a:pt x="3738475" y="1819560"/>
                    </a:lnTo>
                    <a:moveTo>
                      <a:pt x="3808363" y="1964514"/>
                    </a:moveTo>
                    <a:lnTo>
                      <a:pt x="3791947" y="1930465"/>
                    </a:lnTo>
                    <a:moveTo>
                      <a:pt x="3791947" y="1930465"/>
                    </a:moveTo>
                    <a:lnTo>
                      <a:pt x="3775530" y="1896416"/>
                    </a:lnTo>
                    <a:moveTo>
                      <a:pt x="3775530" y="1896416"/>
                    </a:moveTo>
                    <a:lnTo>
                      <a:pt x="3759114" y="1862367"/>
                    </a:lnTo>
                    <a:moveTo>
                      <a:pt x="3759114" y="1862367"/>
                    </a:moveTo>
                    <a:lnTo>
                      <a:pt x="3742697" y="1828318"/>
                    </a:lnTo>
                    <a:moveTo>
                      <a:pt x="3742697" y="1828318"/>
                    </a:moveTo>
                    <a:lnTo>
                      <a:pt x="3738475" y="1819560"/>
                    </a:lnTo>
                    <a:moveTo>
                      <a:pt x="3142001" y="1203735"/>
                    </a:moveTo>
                    <a:lnTo>
                      <a:pt x="3158412" y="1237787"/>
                    </a:lnTo>
                    <a:moveTo>
                      <a:pt x="3158412" y="1237787"/>
                    </a:moveTo>
                    <a:lnTo>
                      <a:pt x="3174824" y="1271838"/>
                    </a:lnTo>
                    <a:moveTo>
                      <a:pt x="3174824" y="1271838"/>
                    </a:moveTo>
                    <a:lnTo>
                      <a:pt x="3191235" y="1305890"/>
                    </a:lnTo>
                    <a:moveTo>
                      <a:pt x="3191235" y="1305890"/>
                    </a:moveTo>
                    <a:lnTo>
                      <a:pt x="3207646" y="1339941"/>
                    </a:lnTo>
                    <a:moveTo>
                      <a:pt x="3207646" y="1339941"/>
                    </a:moveTo>
                    <a:lnTo>
                      <a:pt x="3211307" y="1347537"/>
                    </a:lnTo>
                    <a:lnTo>
                      <a:pt x="3224057" y="1373993"/>
                    </a:lnTo>
                    <a:moveTo>
                      <a:pt x="3224057" y="1373993"/>
                    </a:moveTo>
                    <a:lnTo>
                      <a:pt x="3240469" y="1408044"/>
                    </a:lnTo>
                    <a:moveTo>
                      <a:pt x="3240469" y="1408044"/>
                    </a:moveTo>
                    <a:lnTo>
                      <a:pt x="3256881" y="1442096"/>
                    </a:lnTo>
                    <a:moveTo>
                      <a:pt x="3256881" y="1442096"/>
                    </a:moveTo>
                    <a:lnTo>
                      <a:pt x="3273292" y="1476147"/>
                    </a:lnTo>
                    <a:moveTo>
                      <a:pt x="3273292" y="1476147"/>
                    </a:moveTo>
                    <a:lnTo>
                      <a:pt x="3289704" y="1510199"/>
                    </a:lnTo>
                    <a:moveTo>
                      <a:pt x="3289704" y="1510199"/>
                    </a:moveTo>
                    <a:lnTo>
                      <a:pt x="3291133" y="1513164"/>
                    </a:lnTo>
                    <a:moveTo>
                      <a:pt x="3618532" y="1308105"/>
                    </a:moveTo>
                    <a:lnTo>
                      <a:pt x="3650573" y="1288050"/>
                    </a:lnTo>
                    <a:moveTo>
                      <a:pt x="3650573" y="1288050"/>
                    </a:moveTo>
                    <a:lnTo>
                      <a:pt x="3682614" y="1267995"/>
                    </a:lnTo>
                    <a:moveTo>
                      <a:pt x="3682614" y="1267995"/>
                    </a:moveTo>
                    <a:lnTo>
                      <a:pt x="3714656" y="1247940"/>
                    </a:lnTo>
                    <a:moveTo>
                      <a:pt x="3714656" y="1247940"/>
                    </a:moveTo>
                    <a:lnTo>
                      <a:pt x="3746443" y="1228044"/>
                    </a:lnTo>
                    <a:lnTo>
                      <a:pt x="3746680" y="1227861"/>
                    </a:lnTo>
                    <a:moveTo>
                      <a:pt x="3746680" y="1227861"/>
                    </a:moveTo>
                    <a:lnTo>
                      <a:pt x="3776578" y="1204733"/>
                    </a:lnTo>
                    <a:moveTo>
                      <a:pt x="3776578" y="1204733"/>
                    </a:moveTo>
                    <a:lnTo>
                      <a:pt x="3806477" y="1181604"/>
                    </a:lnTo>
                    <a:moveTo>
                      <a:pt x="3806477" y="1181604"/>
                    </a:moveTo>
                    <a:lnTo>
                      <a:pt x="3836375" y="1158475"/>
                    </a:lnTo>
                    <a:moveTo>
                      <a:pt x="3836375" y="1158475"/>
                    </a:moveTo>
                    <a:lnTo>
                      <a:pt x="3866273" y="1135347"/>
                    </a:lnTo>
                    <a:moveTo>
                      <a:pt x="3866273" y="1135347"/>
                    </a:moveTo>
                    <a:lnTo>
                      <a:pt x="3896171" y="1112218"/>
                    </a:lnTo>
                    <a:moveTo>
                      <a:pt x="3896171" y="1112218"/>
                    </a:moveTo>
                    <a:lnTo>
                      <a:pt x="3926070" y="1089090"/>
                    </a:lnTo>
                    <a:moveTo>
                      <a:pt x="3926070" y="1089090"/>
                    </a:moveTo>
                    <a:lnTo>
                      <a:pt x="3955968" y="1065961"/>
                    </a:lnTo>
                    <a:moveTo>
                      <a:pt x="3955968" y="1065961"/>
                    </a:moveTo>
                    <a:lnTo>
                      <a:pt x="3985866" y="1042832"/>
                    </a:lnTo>
                    <a:moveTo>
                      <a:pt x="3985866" y="1042832"/>
                    </a:moveTo>
                    <a:lnTo>
                      <a:pt x="4015765" y="1019704"/>
                    </a:lnTo>
                    <a:moveTo>
                      <a:pt x="4015765" y="1019704"/>
                    </a:moveTo>
                    <a:lnTo>
                      <a:pt x="4045663" y="996575"/>
                    </a:lnTo>
                    <a:moveTo>
                      <a:pt x="4045663" y="996575"/>
                    </a:moveTo>
                    <a:lnTo>
                      <a:pt x="4075561" y="973447"/>
                    </a:lnTo>
                    <a:moveTo>
                      <a:pt x="4075561" y="973447"/>
                    </a:moveTo>
                    <a:lnTo>
                      <a:pt x="4105459" y="950318"/>
                    </a:lnTo>
                    <a:moveTo>
                      <a:pt x="4105459" y="950318"/>
                    </a:moveTo>
                    <a:lnTo>
                      <a:pt x="4135358" y="927189"/>
                    </a:lnTo>
                    <a:moveTo>
                      <a:pt x="4135358" y="927189"/>
                    </a:moveTo>
                    <a:lnTo>
                      <a:pt x="4165256" y="904061"/>
                    </a:lnTo>
                    <a:moveTo>
                      <a:pt x="4165256" y="904061"/>
                    </a:moveTo>
                    <a:lnTo>
                      <a:pt x="4195154" y="880932"/>
                    </a:lnTo>
                    <a:moveTo>
                      <a:pt x="4195154" y="880932"/>
                    </a:moveTo>
                    <a:lnTo>
                      <a:pt x="4225053" y="857804"/>
                    </a:lnTo>
                    <a:moveTo>
                      <a:pt x="4225053" y="857804"/>
                    </a:moveTo>
                    <a:lnTo>
                      <a:pt x="4254951" y="834675"/>
                    </a:lnTo>
                    <a:moveTo>
                      <a:pt x="4254951" y="834675"/>
                    </a:moveTo>
                    <a:lnTo>
                      <a:pt x="4284849" y="811546"/>
                    </a:lnTo>
                    <a:moveTo>
                      <a:pt x="4284849" y="811546"/>
                    </a:moveTo>
                    <a:lnTo>
                      <a:pt x="4314747" y="788418"/>
                    </a:lnTo>
                    <a:moveTo>
                      <a:pt x="4314747" y="788418"/>
                    </a:moveTo>
                    <a:lnTo>
                      <a:pt x="4344646" y="765289"/>
                    </a:lnTo>
                    <a:moveTo>
                      <a:pt x="4344646" y="765289"/>
                    </a:moveTo>
                    <a:lnTo>
                      <a:pt x="4374544" y="742161"/>
                    </a:lnTo>
                    <a:moveTo>
                      <a:pt x="4374544" y="742161"/>
                    </a:moveTo>
                    <a:lnTo>
                      <a:pt x="4404442" y="719032"/>
                    </a:lnTo>
                    <a:moveTo>
                      <a:pt x="4404442" y="719032"/>
                    </a:moveTo>
                    <a:lnTo>
                      <a:pt x="4434341" y="695903"/>
                    </a:lnTo>
                    <a:moveTo>
                      <a:pt x="4434341" y="695903"/>
                    </a:moveTo>
                    <a:lnTo>
                      <a:pt x="4464239" y="672775"/>
                    </a:lnTo>
                    <a:moveTo>
                      <a:pt x="4464239" y="672775"/>
                    </a:moveTo>
                    <a:lnTo>
                      <a:pt x="4494137" y="649646"/>
                    </a:lnTo>
                    <a:moveTo>
                      <a:pt x="4494137" y="649646"/>
                    </a:moveTo>
                    <a:lnTo>
                      <a:pt x="4524035" y="626518"/>
                    </a:lnTo>
                    <a:moveTo>
                      <a:pt x="4524035" y="626518"/>
                    </a:moveTo>
                    <a:lnTo>
                      <a:pt x="4553934" y="603389"/>
                    </a:lnTo>
                    <a:moveTo>
                      <a:pt x="4553934" y="603389"/>
                    </a:moveTo>
                    <a:lnTo>
                      <a:pt x="4583832" y="580260"/>
                    </a:lnTo>
                    <a:moveTo>
                      <a:pt x="4583832" y="580260"/>
                    </a:moveTo>
                    <a:lnTo>
                      <a:pt x="4613730" y="557132"/>
                    </a:lnTo>
                    <a:moveTo>
                      <a:pt x="4613730" y="557132"/>
                    </a:moveTo>
                    <a:lnTo>
                      <a:pt x="4643629" y="534003"/>
                    </a:lnTo>
                    <a:moveTo>
                      <a:pt x="4643629" y="534003"/>
                    </a:moveTo>
                    <a:lnTo>
                      <a:pt x="4673527" y="510875"/>
                    </a:lnTo>
                    <a:moveTo>
                      <a:pt x="4673527" y="510875"/>
                    </a:moveTo>
                    <a:lnTo>
                      <a:pt x="4703425" y="487746"/>
                    </a:lnTo>
                    <a:moveTo>
                      <a:pt x="4703425" y="487746"/>
                    </a:moveTo>
                    <a:lnTo>
                      <a:pt x="4733324" y="464617"/>
                    </a:lnTo>
                    <a:moveTo>
                      <a:pt x="4733324" y="464617"/>
                    </a:moveTo>
                    <a:lnTo>
                      <a:pt x="4763222" y="441489"/>
                    </a:lnTo>
                    <a:moveTo>
                      <a:pt x="4763222" y="441489"/>
                    </a:moveTo>
                    <a:lnTo>
                      <a:pt x="4793120" y="418360"/>
                    </a:lnTo>
                    <a:moveTo>
                      <a:pt x="4793120" y="418360"/>
                    </a:moveTo>
                    <a:lnTo>
                      <a:pt x="4823018" y="395232"/>
                    </a:lnTo>
                    <a:moveTo>
                      <a:pt x="4823018" y="395232"/>
                    </a:moveTo>
                    <a:lnTo>
                      <a:pt x="4852917" y="372103"/>
                    </a:lnTo>
                    <a:moveTo>
                      <a:pt x="4852917" y="372103"/>
                    </a:moveTo>
                    <a:lnTo>
                      <a:pt x="4882815" y="348974"/>
                    </a:lnTo>
                    <a:moveTo>
                      <a:pt x="4882815" y="348974"/>
                    </a:moveTo>
                    <a:lnTo>
                      <a:pt x="4912713" y="325846"/>
                    </a:lnTo>
                    <a:moveTo>
                      <a:pt x="4912713" y="325846"/>
                    </a:moveTo>
                    <a:lnTo>
                      <a:pt x="4942612" y="302717"/>
                    </a:lnTo>
                    <a:moveTo>
                      <a:pt x="4942612" y="302717"/>
                    </a:moveTo>
                    <a:lnTo>
                      <a:pt x="4972510" y="279589"/>
                    </a:lnTo>
                    <a:moveTo>
                      <a:pt x="4972510" y="279589"/>
                    </a:moveTo>
                    <a:lnTo>
                      <a:pt x="5002408" y="256460"/>
                    </a:lnTo>
                    <a:moveTo>
                      <a:pt x="5002408" y="256460"/>
                    </a:moveTo>
                    <a:lnTo>
                      <a:pt x="5032306" y="233331"/>
                    </a:lnTo>
                    <a:moveTo>
                      <a:pt x="5032306" y="233331"/>
                    </a:moveTo>
                    <a:lnTo>
                      <a:pt x="5062205" y="210203"/>
                    </a:lnTo>
                    <a:moveTo>
                      <a:pt x="5062205" y="210203"/>
                    </a:moveTo>
                    <a:lnTo>
                      <a:pt x="5092103" y="187074"/>
                    </a:lnTo>
                    <a:moveTo>
                      <a:pt x="5092103" y="187074"/>
                    </a:moveTo>
                    <a:lnTo>
                      <a:pt x="5122001" y="163946"/>
                    </a:lnTo>
                    <a:moveTo>
                      <a:pt x="5122001" y="163946"/>
                    </a:moveTo>
                    <a:lnTo>
                      <a:pt x="5151900" y="140817"/>
                    </a:lnTo>
                    <a:moveTo>
                      <a:pt x="5151900" y="140817"/>
                    </a:moveTo>
                    <a:lnTo>
                      <a:pt x="5181798" y="117688"/>
                    </a:lnTo>
                    <a:moveTo>
                      <a:pt x="5181798" y="117688"/>
                    </a:moveTo>
                    <a:lnTo>
                      <a:pt x="5211696" y="94560"/>
                    </a:lnTo>
                    <a:moveTo>
                      <a:pt x="5211696" y="94560"/>
                    </a:moveTo>
                    <a:lnTo>
                      <a:pt x="5241594" y="71431"/>
                    </a:lnTo>
                    <a:moveTo>
                      <a:pt x="5241594" y="71431"/>
                    </a:moveTo>
                    <a:lnTo>
                      <a:pt x="5271493" y="48303"/>
                    </a:lnTo>
                    <a:moveTo>
                      <a:pt x="5271493" y="48303"/>
                    </a:moveTo>
                    <a:lnTo>
                      <a:pt x="5301391" y="25174"/>
                    </a:lnTo>
                    <a:moveTo>
                      <a:pt x="5301391" y="25174"/>
                    </a:moveTo>
                    <a:lnTo>
                      <a:pt x="5331289" y="2045"/>
                    </a:lnTo>
                    <a:moveTo>
                      <a:pt x="5331289" y="2045"/>
                    </a:moveTo>
                    <a:lnTo>
                      <a:pt x="5333934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78" name="Контур"/>
              <p:cNvSpPr/>
              <p:nvPr/>
            </p:nvSpPr>
            <p:spPr>
              <a:xfrm>
                <a:off x="6970162" y="5798196"/>
                <a:ext cx="741948" cy="697804"/>
              </a:xfrm>
              <a:custGeom>
                <a:avLst/>
                <a:gdLst/>
                <a:ahLst/>
                <a:cxnLst/>
                <a:rect l="l" t="t" r="r" b="b"/>
                <a:pathLst>
                  <a:path w="741948" h="697804" fill="none">
                    <a:moveTo>
                      <a:pt x="741948" y="14734"/>
                    </a:moveTo>
                    <a:lnTo>
                      <a:pt x="731016" y="0"/>
                    </a:lnTo>
                    <a:lnTo>
                      <a:pt x="544032" y="144709"/>
                    </a:lnTo>
                    <a:lnTo>
                      <a:pt x="483005" y="210266"/>
                    </a:lnTo>
                    <a:lnTo>
                      <a:pt x="380337" y="344152"/>
                    </a:lnTo>
                    <a:lnTo>
                      <a:pt x="0" y="665897"/>
                    </a:lnTo>
                    <a:lnTo>
                      <a:pt x="15223" y="697804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79" name="Контур"/>
              <p:cNvSpPr/>
              <p:nvPr/>
            </p:nvSpPr>
            <p:spPr>
              <a:xfrm>
                <a:off x="6581891" y="4644439"/>
                <a:ext cx="1748838" cy="1819560"/>
              </a:xfrm>
              <a:custGeom>
                <a:avLst/>
                <a:gdLst/>
                <a:ahLst/>
                <a:cxnLst/>
                <a:rect l="l" t="t" r="r" b="b"/>
                <a:pathLst>
                  <a:path w="1748838" h="1819560" fill="none">
                    <a:moveTo>
                      <a:pt x="153379" y="1819560"/>
                    </a:moveTo>
                    <a:lnTo>
                      <a:pt x="181275" y="1794053"/>
                    </a:lnTo>
                    <a:moveTo>
                      <a:pt x="181275" y="1794053"/>
                    </a:moveTo>
                    <a:lnTo>
                      <a:pt x="209172" y="1768546"/>
                    </a:lnTo>
                    <a:moveTo>
                      <a:pt x="209172" y="1768546"/>
                    </a:moveTo>
                    <a:lnTo>
                      <a:pt x="237068" y="1743038"/>
                    </a:lnTo>
                    <a:moveTo>
                      <a:pt x="237068" y="1743038"/>
                    </a:moveTo>
                    <a:lnTo>
                      <a:pt x="264965" y="1717531"/>
                    </a:lnTo>
                    <a:moveTo>
                      <a:pt x="264965" y="1717531"/>
                    </a:moveTo>
                    <a:lnTo>
                      <a:pt x="292861" y="1692024"/>
                    </a:lnTo>
                    <a:moveTo>
                      <a:pt x="292861" y="1692024"/>
                    </a:moveTo>
                    <a:lnTo>
                      <a:pt x="320758" y="1666516"/>
                    </a:lnTo>
                    <a:moveTo>
                      <a:pt x="320758" y="1666516"/>
                    </a:moveTo>
                    <a:lnTo>
                      <a:pt x="348654" y="1641009"/>
                    </a:lnTo>
                    <a:moveTo>
                      <a:pt x="348654" y="1641009"/>
                    </a:moveTo>
                    <a:lnTo>
                      <a:pt x="376551" y="1615502"/>
                    </a:lnTo>
                    <a:moveTo>
                      <a:pt x="376551" y="1615502"/>
                    </a:moveTo>
                    <a:lnTo>
                      <a:pt x="404447" y="1589994"/>
                    </a:lnTo>
                    <a:moveTo>
                      <a:pt x="404447" y="1589994"/>
                    </a:moveTo>
                    <a:lnTo>
                      <a:pt x="432344" y="1564487"/>
                    </a:lnTo>
                    <a:moveTo>
                      <a:pt x="432344" y="1564487"/>
                    </a:moveTo>
                    <a:lnTo>
                      <a:pt x="460241" y="1538980"/>
                    </a:lnTo>
                    <a:moveTo>
                      <a:pt x="460241" y="1538980"/>
                    </a:moveTo>
                    <a:lnTo>
                      <a:pt x="488137" y="1513472"/>
                    </a:lnTo>
                    <a:moveTo>
                      <a:pt x="488137" y="1513472"/>
                    </a:moveTo>
                    <a:lnTo>
                      <a:pt x="516034" y="1487965"/>
                    </a:lnTo>
                    <a:moveTo>
                      <a:pt x="516034" y="1487965"/>
                    </a:moveTo>
                    <a:lnTo>
                      <a:pt x="543930" y="1462458"/>
                    </a:lnTo>
                    <a:moveTo>
                      <a:pt x="543930" y="1462458"/>
                    </a:moveTo>
                    <a:lnTo>
                      <a:pt x="571827" y="1436950"/>
                    </a:lnTo>
                    <a:moveTo>
                      <a:pt x="571827" y="1436950"/>
                    </a:moveTo>
                    <a:lnTo>
                      <a:pt x="599723" y="1411443"/>
                    </a:lnTo>
                    <a:moveTo>
                      <a:pt x="599723" y="1411443"/>
                    </a:moveTo>
                    <a:lnTo>
                      <a:pt x="627620" y="1385936"/>
                    </a:lnTo>
                    <a:moveTo>
                      <a:pt x="627620" y="1385936"/>
                    </a:moveTo>
                    <a:lnTo>
                      <a:pt x="655516" y="1360428"/>
                    </a:lnTo>
                    <a:moveTo>
                      <a:pt x="655516" y="1360428"/>
                    </a:moveTo>
                    <a:lnTo>
                      <a:pt x="683413" y="1334921"/>
                    </a:lnTo>
                    <a:moveTo>
                      <a:pt x="683413" y="1334921"/>
                    </a:moveTo>
                    <a:lnTo>
                      <a:pt x="711309" y="1309414"/>
                    </a:lnTo>
                    <a:moveTo>
                      <a:pt x="711309" y="1309414"/>
                    </a:moveTo>
                    <a:lnTo>
                      <a:pt x="739206" y="1283906"/>
                    </a:lnTo>
                    <a:moveTo>
                      <a:pt x="739206" y="1283906"/>
                    </a:moveTo>
                    <a:lnTo>
                      <a:pt x="767102" y="1258399"/>
                    </a:lnTo>
                    <a:moveTo>
                      <a:pt x="767102" y="1258399"/>
                    </a:moveTo>
                    <a:lnTo>
                      <a:pt x="794999" y="1232892"/>
                    </a:lnTo>
                    <a:moveTo>
                      <a:pt x="794999" y="1232892"/>
                    </a:moveTo>
                    <a:lnTo>
                      <a:pt x="822895" y="1207384"/>
                    </a:lnTo>
                    <a:moveTo>
                      <a:pt x="822895" y="1207384"/>
                    </a:moveTo>
                    <a:lnTo>
                      <a:pt x="833170" y="1197990"/>
                    </a:lnTo>
                    <a:lnTo>
                      <a:pt x="818295" y="1179311"/>
                    </a:lnTo>
                    <a:moveTo>
                      <a:pt x="818295" y="1179311"/>
                    </a:moveTo>
                    <a:lnTo>
                      <a:pt x="799166" y="1155290"/>
                    </a:lnTo>
                    <a:moveTo>
                      <a:pt x="153379" y="1819560"/>
                    </a:moveTo>
                    <a:lnTo>
                      <a:pt x="181275" y="1794053"/>
                    </a:lnTo>
                    <a:moveTo>
                      <a:pt x="181275" y="1794053"/>
                    </a:moveTo>
                    <a:lnTo>
                      <a:pt x="209172" y="1768546"/>
                    </a:lnTo>
                    <a:moveTo>
                      <a:pt x="209172" y="1768546"/>
                    </a:moveTo>
                    <a:lnTo>
                      <a:pt x="237068" y="1743038"/>
                    </a:lnTo>
                    <a:moveTo>
                      <a:pt x="237068" y="1743038"/>
                    </a:moveTo>
                    <a:lnTo>
                      <a:pt x="264965" y="1717531"/>
                    </a:lnTo>
                    <a:moveTo>
                      <a:pt x="264965" y="1717531"/>
                    </a:moveTo>
                    <a:lnTo>
                      <a:pt x="292861" y="1692024"/>
                    </a:lnTo>
                    <a:moveTo>
                      <a:pt x="292861" y="1692024"/>
                    </a:moveTo>
                    <a:lnTo>
                      <a:pt x="320758" y="1666516"/>
                    </a:lnTo>
                    <a:moveTo>
                      <a:pt x="320758" y="1666516"/>
                    </a:moveTo>
                    <a:lnTo>
                      <a:pt x="348654" y="1641009"/>
                    </a:lnTo>
                    <a:moveTo>
                      <a:pt x="348654" y="1641009"/>
                    </a:moveTo>
                    <a:lnTo>
                      <a:pt x="376551" y="1615502"/>
                    </a:lnTo>
                    <a:moveTo>
                      <a:pt x="376551" y="1615502"/>
                    </a:moveTo>
                    <a:lnTo>
                      <a:pt x="404447" y="1589994"/>
                    </a:lnTo>
                    <a:moveTo>
                      <a:pt x="404447" y="1589994"/>
                    </a:moveTo>
                    <a:lnTo>
                      <a:pt x="432344" y="1564487"/>
                    </a:lnTo>
                    <a:moveTo>
                      <a:pt x="432344" y="1564487"/>
                    </a:moveTo>
                    <a:lnTo>
                      <a:pt x="460241" y="1538980"/>
                    </a:lnTo>
                    <a:moveTo>
                      <a:pt x="460241" y="1538980"/>
                    </a:moveTo>
                    <a:lnTo>
                      <a:pt x="488137" y="1513472"/>
                    </a:lnTo>
                    <a:moveTo>
                      <a:pt x="488137" y="1513472"/>
                    </a:moveTo>
                    <a:lnTo>
                      <a:pt x="516034" y="1487965"/>
                    </a:lnTo>
                    <a:moveTo>
                      <a:pt x="516034" y="1487965"/>
                    </a:moveTo>
                    <a:lnTo>
                      <a:pt x="543930" y="1462458"/>
                    </a:lnTo>
                    <a:moveTo>
                      <a:pt x="543930" y="1462458"/>
                    </a:moveTo>
                    <a:lnTo>
                      <a:pt x="571827" y="1436950"/>
                    </a:lnTo>
                    <a:moveTo>
                      <a:pt x="571827" y="1436950"/>
                    </a:moveTo>
                    <a:lnTo>
                      <a:pt x="599723" y="1411443"/>
                    </a:lnTo>
                    <a:moveTo>
                      <a:pt x="599723" y="1411443"/>
                    </a:moveTo>
                    <a:lnTo>
                      <a:pt x="627620" y="1385936"/>
                    </a:lnTo>
                    <a:moveTo>
                      <a:pt x="627620" y="1385936"/>
                    </a:moveTo>
                    <a:lnTo>
                      <a:pt x="655516" y="1360428"/>
                    </a:lnTo>
                    <a:moveTo>
                      <a:pt x="655516" y="1360428"/>
                    </a:moveTo>
                    <a:lnTo>
                      <a:pt x="683413" y="1334921"/>
                    </a:lnTo>
                    <a:moveTo>
                      <a:pt x="683413" y="1334921"/>
                    </a:moveTo>
                    <a:lnTo>
                      <a:pt x="711309" y="1309414"/>
                    </a:lnTo>
                    <a:moveTo>
                      <a:pt x="711309" y="1309414"/>
                    </a:moveTo>
                    <a:lnTo>
                      <a:pt x="739206" y="1283906"/>
                    </a:lnTo>
                    <a:moveTo>
                      <a:pt x="739206" y="1283906"/>
                    </a:moveTo>
                    <a:lnTo>
                      <a:pt x="767102" y="1258399"/>
                    </a:lnTo>
                    <a:moveTo>
                      <a:pt x="767102" y="1258399"/>
                    </a:moveTo>
                    <a:lnTo>
                      <a:pt x="794999" y="1232892"/>
                    </a:lnTo>
                    <a:moveTo>
                      <a:pt x="794999" y="1232892"/>
                    </a:moveTo>
                    <a:lnTo>
                      <a:pt x="822895" y="1207384"/>
                    </a:lnTo>
                    <a:moveTo>
                      <a:pt x="822895" y="1207384"/>
                    </a:moveTo>
                    <a:lnTo>
                      <a:pt x="833170" y="1197990"/>
                    </a:lnTo>
                    <a:lnTo>
                      <a:pt x="818295" y="1179311"/>
                    </a:lnTo>
                    <a:moveTo>
                      <a:pt x="818295" y="1179311"/>
                    </a:moveTo>
                    <a:lnTo>
                      <a:pt x="799166" y="1155290"/>
                    </a:lnTo>
                    <a:moveTo>
                      <a:pt x="0" y="1238749"/>
                    </a:moveTo>
                    <a:lnTo>
                      <a:pt x="16415" y="1272799"/>
                    </a:lnTo>
                    <a:moveTo>
                      <a:pt x="16415" y="1272799"/>
                    </a:moveTo>
                    <a:lnTo>
                      <a:pt x="32830" y="1306849"/>
                    </a:lnTo>
                    <a:moveTo>
                      <a:pt x="32830" y="1306849"/>
                    </a:moveTo>
                    <a:lnTo>
                      <a:pt x="33436" y="1308105"/>
                    </a:lnTo>
                    <a:moveTo>
                      <a:pt x="0" y="1238749"/>
                    </a:moveTo>
                    <a:lnTo>
                      <a:pt x="16415" y="1272799"/>
                    </a:lnTo>
                    <a:moveTo>
                      <a:pt x="16415" y="1272799"/>
                    </a:moveTo>
                    <a:lnTo>
                      <a:pt x="32830" y="1306849"/>
                    </a:lnTo>
                    <a:moveTo>
                      <a:pt x="32830" y="1306849"/>
                    </a:moveTo>
                    <a:lnTo>
                      <a:pt x="33436" y="1308105"/>
                    </a:lnTo>
                    <a:moveTo>
                      <a:pt x="33436" y="1308105"/>
                    </a:moveTo>
                    <a:lnTo>
                      <a:pt x="65477" y="1288050"/>
                    </a:lnTo>
                    <a:moveTo>
                      <a:pt x="65477" y="1288050"/>
                    </a:moveTo>
                    <a:lnTo>
                      <a:pt x="97518" y="1267995"/>
                    </a:lnTo>
                    <a:moveTo>
                      <a:pt x="97518" y="1267995"/>
                    </a:moveTo>
                    <a:lnTo>
                      <a:pt x="129560" y="1247940"/>
                    </a:lnTo>
                    <a:moveTo>
                      <a:pt x="129560" y="1247940"/>
                    </a:moveTo>
                    <a:lnTo>
                      <a:pt x="161347" y="1228044"/>
                    </a:lnTo>
                    <a:lnTo>
                      <a:pt x="161584" y="1227861"/>
                    </a:lnTo>
                    <a:moveTo>
                      <a:pt x="161584" y="1227861"/>
                    </a:moveTo>
                    <a:lnTo>
                      <a:pt x="191482" y="1204733"/>
                    </a:lnTo>
                    <a:moveTo>
                      <a:pt x="191482" y="1204733"/>
                    </a:moveTo>
                    <a:lnTo>
                      <a:pt x="221381" y="1181604"/>
                    </a:lnTo>
                    <a:moveTo>
                      <a:pt x="221381" y="1181604"/>
                    </a:moveTo>
                    <a:lnTo>
                      <a:pt x="251279" y="1158475"/>
                    </a:lnTo>
                    <a:moveTo>
                      <a:pt x="251279" y="1158475"/>
                    </a:moveTo>
                    <a:lnTo>
                      <a:pt x="281177" y="1135347"/>
                    </a:lnTo>
                    <a:moveTo>
                      <a:pt x="281177" y="1135347"/>
                    </a:moveTo>
                    <a:lnTo>
                      <a:pt x="311075" y="1112218"/>
                    </a:lnTo>
                    <a:moveTo>
                      <a:pt x="311075" y="1112218"/>
                    </a:moveTo>
                    <a:lnTo>
                      <a:pt x="340974" y="1089090"/>
                    </a:lnTo>
                    <a:moveTo>
                      <a:pt x="340974" y="1089090"/>
                    </a:moveTo>
                    <a:lnTo>
                      <a:pt x="370872" y="1065961"/>
                    </a:lnTo>
                    <a:moveTo>
                      <a:pt x="370872" y="1065961"/>
                    </a:moveTo>
                    <a:lnTo>
                      <a:pt x="400770" y="1042832"/>
                    </a:lnTo>
                    <a:moveTo>
                      <a:pt x="400770" y="1042832"/>
                    </a:moveTo>
                    <a:lnTo>
                      <a:pt x="430669" y="1019704"/>
                    </a:lnTo>
                    <a:moveTo>
                      <a:pt x="430669" y="1019704"/>
                    </a:moveTo>
                    <a:lnTo>
                      <a:pt x="460567" y="996575"/>
                    </a:lnTo>
                    <a:moveTo>
                      <a:pt x="460567" y="996575"/>
                    </a:moveTo>
                    <a:lnTo>
                      <a:pt x="490465" y="973447"/>
                    </a:lnTo>
                    <a:moveTo>
                      <a:pt x="490465" y="973447"/>
                    </a:moveTo>
                    <a:lnTo>
                      <a:pt x="520363" y="950318"/>
                    </a:lnTo>
                    <a:moveTo>
                      <a:pt x="520363" y="950318"/>
                    </a:moveTo>
                    <a:lnTo>
                      <a:pt x="550262" y="927189"/>
                    </a:lnTo>
                    <a:moveTo>
                      <a:pt x="550262" y="927189"/>
                    </a:moveTo>
                    <a:lnTo>
                      <a:pt x="580160" y="904061"/>
                    </a:lnTo>
                    <a:moveTo>
                      <a:pt x="580160" y="904061"/>
                    </a:moveTo>
                    <a:lnTo>
                      <a:pt x="610058" y="880932"/>
                    </a:lnTo>
                    <a:moveTo>
                      <a:pt x="610058" y="880932"/>
                    </a:moveTo>
                    <a:lnTo>
                      <a:pt x="639957" y="857804"/>
                    </a:lnTo>
                    <a:moveTo>
                      <a:pt x="639957" y="857804"/>
                    </a:moveTo>
                    <a:lnTo>
                      <a:pt x="669855" y="834675"/>
                    </a:lnTo>
                    <a:moveTo>
                      <a:pt x="669855" y="834675"/>
                    </a:moveTo>
                    <a:lnTo>
                      <a:pt x="699753" y="811546"/>
                    </a:lnTo>
                    <a:moveTo>
                      <a:pt x="699753" y="811546"/>
                    </a:moveTo>
                    <a:lnTo>
                      <a:pt x="729651" y="788418"/>
                    </a:lnTo>
                    <a:moveTo>
                      <a:pt x="729651" y="788418"/>
                    </a:moveTo>
                    <a:lnTo>
                      <a:pt x="759550" y="765289"/>
                    </a:lnTo>
                    <a:moveTo>
                      <a:pt x="759550" y="765289"/>
                    </a:moveTo>
                    <a:lnTo>
                      <a:pt x="789448" y="742161"/>
                    </a:lnTo>
                    <a:moveTo>
                      <a:pt x="789448" y="742161"/>
                    </a:moveTo>
                    <a:lnTo>
                      <a:pt x="819346" y="719032"/>
                    </a:lnTo>
                    <a:moveTo>
                      <a:pt x="819346" y="719032"/>
                    </a:moveTo>
                    <a:lnTo>
                      <a:pt x="849245" y="695903"/>
                    </a:lnTo>
                    <a:moveTo>
                      <a:pt x="849245" y="695903"/>
                    </a:moveTo>
                    <a:lnTo>
                      <a:pt x="879143" y="672775"/>
                    </a:lnTo>
                    <a:moveTo>
                      <a:pt x="879143" y="672775"/>
                    </a:moveTo>
                    <a:lnTo>
                      <a:pt x="909041" y="649646"/>
                    </a:lnTo>
                    <a:moveTo>
                      <a:pt x="909041" y="649646"/>
                    </a:moveTo>
                    <a:lnTo>
                      <a:pt x="938939" y="626518"/>
                    </a:lnTo>
                    <a:moveTo>
                      <a:pt x="938939" y="626518"/>
                    </a:moveTo>
                    <a:lnTo>
                      <a:pt x="968838" y="603389"/>
                    </a:lnTo>
                    <a:moveTo>
                      <a:pt x="968838" y="603389"/>
                    </a:moveTo>
                    <a:lnTo>
                      <a:pt x="998736" y="580260"/>
                    </a:lnTo>
                    <a:moveTo>
                      <a:pt x="998736" y="580260"/>
                    </a:moveTo>
                    <a:lnTo>
                      <a:pt x="1028634" y="557132"/>
                    </a:lnTo>
                    <a:moveTo>
                      <a:pt x="1028634" y="557132"/>
                    </a:moveTo>
                    <a:lnTo>
                      <a:pt x="1058533" y="534003"/>
                    </a:lnTo>
                    <a:moveTo>
                      <a:pt x="1058533" y="534003"/>
                    </a:moveTo>
                    <a:lnTo>
                      <a:pt x="1088431" y="510875"/>
                    </a:lnTo>
                    <a:moveTo>
                      <a:pt x="1088431" y="510875"/>
                    </a:moveTo>
                    <a:lnTo>
                      <a:pt x="1118329" y="487746"/>
                    </a:lnTo>
                    <a:moveTo>
                      <a:pt x="1118329" y="487746"/>
                    </a:moveTo>
                    <a:lnTo>
                      <a:pt x="1148228" y="464617"/>
                    </a:lnTo>
                    <a:moveTo>
                      <a:pt x="1148228" y="464617"/>
                    </a:moveTo>
                    <a:lnTo>
                      <a:pt x="1178126" y="441489"/>
                    </a:lnTo>
                    <a:moveTo>
                      <a:pt x="1178126" y="441489"/>
                    </a:moveTo>
                    <a:lnTo>
                      <a:pt x="1208024" y="418360"/>
                    </a:lnTo>
                    <a:moveTo>
                      <a:pt x="1208024" y="418360"/>
                    </a:moveTo>
                    <a:lnTo>
                      <a:pt x="1237922" y="395232"/>
                    </a:lnTo>
                    <a:moveTo>
                      <a:pt x="1237922" y="395232"/>
                    </a:moveTo>
                    <a:lnTo>
                      <a:pt x="1267821" y="372103"/>
                    </a:lnTo>
                    <a:moveTo>
                      <a:pt x="1267821" y="372103"/>
                    </a:moveTo>
                    <a:lnTo>
                      <a:pt x="1297719" y="348974"/>
                    </a:lnTo>
                    <a:moveTo>
                      <a:pt x="1297719" y="348974"/>
                    </a:moveTo>
                    <a:lnTo>
                      <a:pt x="1327617" y="325846"/>
                    </a:lnTo>
                    <a:moveTo>
                      <a:pt x="1327617" y="325846"/>
                    </a:moveTo>
                    <a:lnTo>
                      <a:pt x="1357516" y="302717"/>
                    </a:lnTo>
                    <a:moveTo>
                      <a:pt x="1357516" y="302717"/>
                    </a:moveTo>
                    <a:lnTo>
                      <a:pt x="1387414" y="279589"/>
                    </a:lnTo>
                    <a:moveTo>
                      <a:pt x="1387414" y="279589"/>
                    </a:moveTo>
                    <a:lnTo>
                      <a:pt x="1417312" y="256460"/>
                    </a:lnTo>
                    <a:moveTo>
                      <a:pt x="1417312" y="256460"/>
                    </a:moveTo>
                    <a:lnTo>
                      <a:pt x="1447210" y="233331"/>
                    </a:lnTo>
                    <a:moveTo>
                      <a:pt x="1447210" y="233331"/>
                    </a:moveTo>
                    <a:lnTo>
                      <a:pt x="1477109" y="210203"/>
                    </a:lnTo>
                    <a:moveTo>
                      <a:pt x="1477109" y="210203"/>
                    </a:moveTo>
                    <a:lnTo>
                      <a:pt x="1507007" y="187074"/>
                    </a:lnTo>
                    <a:moveTo>
                      <a:pt x="1507007" y="187074"/>
                    </a:moveTo>
                    <a:lnTo>
                      <a:pt x="1536905" y="163946"/>
                    </a:lnTo>
                    <a:moveTo>
                      <a:pt x="1536905" y="163946"/>
                    </a:moveTo>
                    <a:lnTo>
                      <a:pt x="1566804" y="140817"/>
                    </a:lnTo>
                    <a:moveTo>
                      <a:pt x="1566804" y="140817"/>
                    </a:moveTo>
                    <a:lnTo>
                      <a:pt x="1596702" y="117688"/>
                    </a:lnTo>
                    <a:moveTo>
                      <a:pt x="1596702" y="117688"/>
                    </a:moveTo>
                    <a:lnTo>
                      <a:pt x="1626600" y="94560"/>
                    </a:lnTo>
                    <a:moveTo>
                      <a:pt x="1626600" y="94560"/>
                    </a:moveTo>
                    <a:lnTo>
                      <a:pt x="1656498" y="71431"/>
                    </a:lnTo>
                    <a:moveTo>
                      <a:pt x="1656498" y="71431"/>
                    </a:moveTo>
                    <a:lnTo>
                      <a:pt x="1686397" y="48303"/>
                    </a:lnTo>
                    <a:moveTo>
                      <a:pt x="1686397" y="48303"/>
                    </a:moveTo>
                    <a:lnTo>
                      <a:pt x="1716295" y="25174"/>
                    </a:lnTo>
                    <a:moveTo>
                      <a:pt x="1716295" y="25174"/>
                    </a:moveTo>
                    <a:lnTo>
                      <a:pt x="1746193" y="2045"/>
                    </a:lnTo>
                    <a:moveTo>
                      <a:pt x="1746193" y="2045"/>
                    </a:moveTo>
                    <a:lnTo>
                      <a:pt x="1748838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80" name="Контур"/>
              <p:cNvSpPr/>
              <p:nvPr/>
            </p:nvSpPr>
            <p:spPr>
              <a:xfrm>
                <a:off x="6581891" y="3297294"/>
                <a:ext cx="3343092" cy="2585894"/>
              </a:xfrm>
              <a:custGeom>
                <a:avLst/>
                <a:gdLst/>
                <a:ahLst/>
                <a:cxnLst/>
                <a:rect l="l" t="t" r="r" b="b"/>
                <a:pathLst>
                  <a:path w="3343092" h="2585894" fill="none">
                    <a:moveTo>
                      <a:pt x="0" y="2585894"/>
                    </a:moveTo>
                    <a:lnTo>
                      <a:pt x="29900" y="2562767"/>
                    </a:lnTo>
                    <a:moveTo>
                      <a:pt x="29900" y="2562767"/>
                    </a:moveTo>
                    <a:lnTo>
                      <a:pt x="59799" y="2539639"/>
                    </a:lnTo>
                    <a:moveTo>
                      <a:pt x="59799" y="2539639"/>
                    </a:moveTo>
                    <a:lnTo>
                      <a:pt x="89698" y="2516512"/>
                    </a:lnTo>
                    <a:moveTo>
                      <a:pt x="89698" y="2516512"/>
                    </a:moveTo>
                    <a:lnTo>
                      <a:pt x="119598" y="2493385"/>
                    </a:lnTo>
                    <a:moveTo>
                      <a:pt x="119598" y="2493385"/>
                    </a:moveTo>
                    <a:lnTo>
                      <a:pt x="149497" y="2470258"/>
                    </a:lnTo>
                    <a:moveTo>
                      <a:pt x="149497" y="2470258"/>
                    </a:moveTo>
                    <a:lnTo>
                      <a:pt x="179396" y="2447130"/>
                    </a:lnTo>
                    <a:moveTo>
                      <a:pt x="179396" y="2447130"/>
                    </a:moveTo>
                    <a:lnTo>
                      <a:pt x="209296" y="2424003"/>
                    </a:lnTo>
                    <a:moveTo>
                      <a:pt x="209296" y="2424003"/>
                    </a:moveTo>
                    <a:lnTo>
                      <a:pt x="239195" y="2400876"/>
                    </a:lnTo>
                    <a:moveTo>
                      <a:pt x="239195" y="2400876"/>
                    </a:moveTo>
                    <a:lnTo>
                      <a:pt x="269094" y="2377749"/>
                    </a:lnTo>
                    <a:moveTo>
                      <a:pt x="269094" y="2377749"/>
                    </a:moveTo>
                    <a:lnTo>
                      <a:pt x="298994" y="2354621"/>
                    </a:lnTo>
                    <a:moveTo>
                      <a:pt x="298994" y="2354621"/>
                    </a:moveTo>
                    <a:lnTo>
                      <a:pt x="328893" y="2331494"/>
                    </a:lnTo>
                    <a:moveTo>
                      <a:pt x="328893" y="2331494"/>
                    </a:moveTo>
                    <a:lnTo>
                      <a:pt x="358792" y="2308367"/>
                    </a:lnTo>
                    <a:moveTo>
                      <a:pt x="358792" y="2308367"/>
                    </a:moveTo>
                    <a:lnTo>
                      <a:pt x="388692" y="2285240"/>
                    </a:lnTo>
                    <a:moveTo>
                      <a:pt x="388692" y="2285240"/>
                    </a:moveTo>
                    <a:lnTo>
                      <a:pt x="418591" y="2262112"/>
                    </a:lnTo>
                    <a:moveTo>
                      <a:pt x="418591" y="2262112"/>
                    </a:moveTo>
                    <a:lnTo>
                      <a:pt x="448490" y="2238985"/>
                    </a:lnTo>
                    <a:moveTo>
                      <a:pt x="448490" y="2238985"/>
                    </a:moveTo>
                    <a:lnTo>
                      <a:pt x="478390" y="2215858"/>
                    </a:lnTo>
                    <a:moveTo>
                      <a:pt x="478390" y="2215858"/>
                    </a:moveTo>
                    <a:lnTo>
                      <a:pt x="508289" y="2192731"/>
                    </a:lnTo>
                    <a:moveTo>
                      <a:pt x="508289" y="2192731"/>
                    </a:moveTo>
                    <a:lnTo>
                      <a:pt x="538188" y="2169603"/>
                    </a:lnTo>
                    <a:moveTo>
                      <a:pt x="538188" y="2169603"/>
                    </a:moveTo>
                    <a:lnTo>
                      <a:pt x="568088" y="2146476"/>
                    </a:lnTo>
                    <a:moveTo>
                      <a:pt x="568088" y="2146476"/>
                    </a:moveTo>
                    <a:lnTo>
                      <a:pt x="597987" y="2123349"/>
                    </a:lnTo>
                    <a:moveTo>
                      <a:pt x="597987" y="2123349"/>
                    </a:moveTo>
                    <a:lnTo>
                      <a:pt x="627886" y="2100222"/>
                    </a:lnTo>
                    <a:moveTo>
                      <a:pt x="627886" y="2100222"/>
                    </a:moveTo>
                    <a:lnTo>
                      <a:pt x="657786" y="2077094"/>
                    </a:lnTo>
                    <a:moveTo>
                      <a:pt x="657786" y="2077094"/>
                    </a:moveTo>
                    <a:lnTo>
                      <a:pt x="687685" y="2053967"/>
                    </a:lnTo>
                    <a:moveTo>
                      <a:pt x="687685" y="2053967"/>
                    </a:moveTo>
                    <a:lnTo>
                      <a:pt x="717584" y="2030840"/>
                    </a:lnTo>
                    <a:moveTo>
                      <a:pt x="717584" y="2030840"/>
                    </a:moveTo>
                    <a:lnTo>
                      <a:pt x="747484" y="2007713"/>
                    </a:lnTo>
                    <a:moveTo>
                      <a:pt x="747484" y="2007713"/>
                    </a:moveTo>
                    <a:lnTo>
                      <a:pt x="777383" y="1984585"/>
                    </a:lnTo>
                    <a:moveTo>
                      <a:pt x="777383" y="1984585"/>
                    </a:moveTo>
                    <a:lnTo>
                      <a:pt x="807282" y="1961458"/>
                    </a:lnTo>
                    <a:moveTo>
                      <a:pt x="807282" y="1961458"/>
                    </a:moveTo>
                    <a:lnTo>
                      <a:pt x="837182" y="1938331"/>
                    </a:lnTo>
                    <a:moveTo>
                      <a:pt x="837182" y="1938331"/>
                    </a:moveTo>
                    <a:lnTo>
                      <a:pt x="867081" y="1915204"/>
                    </a:lnTo>
                    <a:moveTo>
                      <a:pt x="867081" y="1915204"/>
                    </a:moveTo>
                    <a:lnTo>
                      <a:pt x="896980" y="1892076"/>
                    </a:lnTo>
                    <a:moveTo>
                      <a:pt x="896980" y="1892076"/>
                    </a:moveTo>
                    <a:lnTo>
                      <a:pt x="926880" y="1868949"/>
                    </a:lnTo>
                    <a:moveTo>
                      <a:pt x="926880" y="1868949"/>
                    </a:moveTo>
                    <a:lnTo>
                      <a:pt x="956779" y="1845822"/>
                    </a:lnTo>
                    <a:moveTo>
                      <a:pt x="956779" y="1845822"/>
                    </a:moveTo>
                    <a:lnTo>
                      <a:pt x="986678" y="1822695"/>
                    </a:lnTo>
                    <a:moveTo>
                      <a:pt x="986678" y="1822695"/>
                    </a:moveTo>
                    <a:lnTo>
                      <a:pt x="1016578" y="1799567"/>
                    </a:lnTo>
                    <a:moveTo>
                      <a:pt x="1016578" y="1799567"/>
                    </a:moveTo>
                    <a:lnTo>
                      <a:pt x="1046477" y="1776440"/>
                    </a:lnTo>
                    <a:moveTo>
                      <a:pt x="1046477" y="1776440"/>
                    </a:moveTo>
                    <a:lnTo>
                      <a:pt x="1076376" y="1753313"/>
                    </a:lnTo>
                    <a:moveTo>
                      <a:pt x="1076376" y="1753313"/>
                    </a:moveTo>
                    <a:lnTo>
                      <a:pt x="1106276" y="1730186"/>
                    </a:lnTo>
                    <a:moveTo>
                      <a:pt x="1106276" y="1730186"/>
                    </a:moveTo>
                    <a:lnTo>
                      <a:pt x="1136175" y="1707058"/>
                    </a:lnTo>
                    <a:moveTo>
                      <a:pt x="1136175" y="1707058"/>
                    </a:moveTo>
                    <a:lnTo>
                      <a:pt x="1166074" y="1683931"/>
                    </a:lnTo>
                    <a:moveTo>
                      <a:pt x="1166074" y="1683931"/>
                    </a:moveTo>
                    <a:lnTo>
                      <a:pt x="1195974" y="1660804"/>
                    </a:lnTo>
                    <a:moveTo>
                      <a:pt x="1195974" y="1660804"/>
                    </a:moveTo>
                    <a:lnTo>
                      <a:pt x="1225873" y="1637677"/>
                    </a:lnTo>
                    <a:moveTo>
                      <a:pt x="1225873" y="1637677"/>
                    </a:moveTo>
                    <a:lnTo>
                      <a:pt x="1255772" y="1614549"/>
                    </a:lnTo>
                    <a:moveTo>
                      <a:pt x="1255772" y="1614549"/>
                    </a:moveTo>
                    <a:lnTo>
                      <a:pt x="1285672" y="1591422"/>
                    </a:lnTo>
                    <a:moveTo>
                      <a:pt x="1285672" y="1591422"/>
                    </a:moveTo>
                    <a:lnTo>
                      <a:pt x="1315571" y="1568295"/>
                    </a:lnTo>
                    <a:moveTo>
                      <a:pt x="1315571" y="1568295"/>
                    </a:moveTo>
                    <a:lnTo>
                      <a:pt x="1345470" y="1545168"/>
                    </a:lnTo>
                    <a:moveTo>
                      <a:pt x="1345470" y="1545168"/>
                    </a:moveTo>
                    <a:lnTo>
                      <a:pt x="1375370" y="1522040"/>
                    </a:lnTo>
                    <a:moveTo>
                      <a:pt x="1375370" y="1522040"/>
                    </a:moveTo>
                    <a:lnTo>
                      <a:pt x="1405269" y="1498913"/>
                    </a:lnTo>
                    <a:moveTo>
                      <a:pt x="1405269" y="1498913"/>
                    </a:moveTo>
                    <a:lnTo>
                      <a:pt x="1435168" y="1475786"/>
                    </a:lnTo>
                    <a:moveTo>
                      <a:pt x="1435168" y="1475786"/>
                    </a:moveTo>
                    <a:lnTo>
                      <a:pt x="1465068" y="1452659"/>
                    </a:lnTo>
                    <a:moveTo>
                      <a:pt x="1465068" y="1452659"/>
                    </a:moveTo>
                    <a:lnTo>
                      <a:pt x="1494967" y="1429531"/>
                    </a:lnTo>
                    <a:moveTo>
                      <a:pt x="1494967" y="1429531"/>
                    </a:moveTo>
                    <a:lnTo>
                      <a:pt x="1524866" y="1406404"/>
                    </a:lnTo>
                    <a:moveTo>
                      <a:pt x="1524866" y="1406404"/>
                    </a:moveTo>
                    <a:lnTo>
                      <a:pt x="1554766" y="1383277"/>
                    </a:lnTo>
                    <a:moveTo>
                      <a:pt x="1554766" y="1383277"/>
                    </a:moveTo>
                    <a:lnTo>
                      <a:pt x="1584665" y="1360150"/>
                    </a:lnTo>
                    <a:moveTo>
                      <a:pt x="1584665" y="1360150"/>
                    </a:moveTo>
                    <a:lnTo>
                      <a:pt x="1614564" y="1337022"/>
                    </a:lnTo>
                    <a:moveTo>
                      <a:pt x="1614564" y="1337022"/>
                    </a:moveTo>
                    <a:lnTo>
                      <a:pt x="1644464" y="1313895"/>
                    </a:lnTo>
                    <a:moveTo>
                      <a:pt x="1644464" y="1313895"/>
                    </a:moveTo>
                    <a:lnTo>
                      <a:pt x="1674363" y="1290768"/>
                    </a:lnTo>
                    <a:moveTo>
                      <a:pt x="1674363" y="1290768"/>
                    </a:moveTo>
                    <a:lnTo>
                      <a:pt x="1704262" y="1267641"/>
                    </a:lnTo>
                    <a:moveTo>
                      <a:pt x="1704262" y="1267641"/>
                    </a:moveTo>
                    <a:lnTo>
                      <a:pt x="1734162" y="1244513"/>
                    </a:lnTo>
                    <a:moveTo>
                      <a:pt x="1734162" y="1244513"/>
                    </a:moveTo>
                    <a:lnTo>
                      <a:pt x="1764061" y="1221386"/>
                    </a:lnTo>
                    <a:moveTo>
                      <a:pt x="1764061" y="1221386"/>
                    </a:moveTo>
                    <a:lnTo>
                      <a:pt x="1793960" y="1198259"/>
                    </a:lnTo>
                    <a:moveTo>
                      <a:pt x="1793960" y="1198259"/>
                    </a:moveTo>
                    <a:lnTo>
                      <a:pt x="1823860" y="1175132"/>
                    </a:lnTo>
                    <a:moveTo>
                      <a:pt x="1823860" y="1175132"/>
                    </a:moveTo>
                    <a:lnTo>
                      <a:pt x="1853759" y="1152004"/>
                    </a:lnTo>
                    <a:moveTo>
                      <a:pt x="1853759" y="1152004"/>
                    </a:moveTo>
                    <a:lnTo>
                      <a:pt x="1883658" y="1128877"/>
                    </a:lnTo>
                    <a:moveTo>
                      <a:pt x="1883658" y="1128877"/>
                    </a:moveTo>
                    <a:lnTo>
                      <a:pt x="1913558" y="1105750"/>
                    </a:lnTo>
                    <a:moveTo>
                      <a:pt x="1913558" y="1105750"/>
                    </a:moveTo>
                    <a:lnTo>
                      <a:pt x="1943457" y="1082623"/>
                    </a:lnTo>
                    <a:moveTo>
                      <a:pt x="1943457" y="1082623"/>
                    </a:moveTo>
                    <a:lnTo>
                      <a:pt x="1973356" y="1059495"/>
                    </a:lnTo>
                    <a:moveTo>
                      <a:pt x="1973356" y="1059495"/>
                    </a:moveTo>
                    <a:lnTo>
                      <a:pt x="2003256" y="1036368"/>
                    </a:lnTo>
                    <a:moveTo>
                      <a:pt x="2003256" y="1036368"/>
                    </a:moveTo>
                    <a:lnTo>
                      <a:pt x="2033155" y="1013241"/>
                    </a:lnTo>
                    <a:moveTo>
                      <a:pt x="2033155" y="1013241"/>
                    </a:moveTo>
                    <a:lnTo>
                      <a:pt x="2063054" y="990114"/>
                    </a:lnTo>
                    <a:moveTo>
                      <a:pt x="2063054" y="990114"/>
                    </a:moveTo>
                    <a:lnTo>
                      <a:pt x="2092954" y="966986"/>
                    </a:lnTo>
                    <a:moveTo>
                      <a:pt x="2092954" y="966986"/>
                    </a:moveTo>
                    <a:lnTo>
                      <a:pt x="2122853" y="943859"/>
                    </a:lnTo>
                    <a:moveTo>
                      <a:pt x="2122853" y="943859"/>
                    </a:moveTo>
                    <a:lnTo>
                      <a:pt x="2152752" y="920732"/>
                    </a:lnTo>
                    <a:moveTo>
                      <a:pt x="2152752" y="920732"/>
                    </a:moveTo>
                    <a:lnTo>
                      <a:pt x="2182652" y="897605"/>
                    </a:lnTo>
                    <a:moveTo>
                      <a:pt x="2182652" y="897605"/>
                    </a:moveTo>
                    <a:lnTo>
                      <a:pt x="2212551" y="874477"/>
                    </a:lnTo>
                    <a:moveTo>
                      <a:pt x="2212551" y="874477"/>
                    </a:moveTo>
                    <a:lnTo>
                      <a:pt x="2242450" y="851350"/>
                    </a:lnTo>
                    <a:moveTo>
                      <a:pt x="2242450" y="851350"/>
                    </a:moveTo>
                    <a:lnTo>
                      <a:pt x="2272350" y="828223"/>
                    </a:lnTo>
                    <a:moveTo>
                      <a:pt x="2272350" y="828223"/>
                    </a:moveTo>
                    <a:lnTo>
                      <a:pt x="2302249" y="805096"/>
                    </a:lnTo>
                    <a:moveTo>
                      <a:pt x="2302249" y="805096"/>
                    </a:moveTo>
                    <a:lnTo>
                      <a:pt x="2332148" y="781968"/>
                    </a:lnTo>
                    <a:moveTo>
                      <a:pt x="2332148" y="781968"/>
                    </a:moveTo>
                    <a:lnTo>
                      <a:pt x="2362048" y="758841"/>
                    </a:lnTo>
                    <a:moveTo>
                      <a:pt x="2362048" y="758841"/>
                    </a:moveTo>
                    <a:lnTo>
                      <a:pt x="2391947" y="735714"/>
                    </a:lnTo>
                    <a:moveTo>
                      <a:pt x="2391947" y="735714"/>
                    </a:moveTo>
                    <a:lnTo>
                      <a:pt x="2421847" y="712587"/>
                    </a:lnTo>
                    <a:moveTo>
                      <a:pt x="2421847" y="712587"/>
                    </a:moveTo>
                    <a:lnTo>
                      <a:pt x="2451746" y="689459"/>
                    </a:lnTo>
                    <a:moveTo>
                      <a:pt x="2451746" y="689459"/>
                    </a:moveTo>
                    <a:lnTo>
                      <a:pt x="2481645" y="666332"/>
                    </a:lnTo>
                    <a:moveTo>
                      <a:pt x="2481645" y="666332"/>
                    </a:moveTo>
                    <a:lnTo>
                      <a:pt x="2511545" y="643205"/>
                    </a:lnTo>
                    <a:moveTo>
                      <a:pt x="2511545" y="643205"/>
                    </a:moveTo>
                    <a:lnTo>
                      <a:pt x="2541444" y="620078"/>
                    </a:lnTo>
                    <a:moveTo>
                      <a:pt x="2541444" y="620078"/>
                    </a:moveTo>
                    <a:lnTo>
                      <a:pt x="2571343" y="596950"/>
                    </a:lnTo>
                    <a:moveTo>
                      <a:pt x="2571343" y="596950"/>
                    </a:moveTo>
                    <a:lnTo>
                      <a:pt x="2601243" y="573823"/>
                    </a:lnTo>
                    <a:moveTo>
                      <a:pt x="2601243" y="573823"/>
                    </a:moveTo>
                    <a:lnTo>
                      <a:pt x="2631142" y="550696"/>
                    </a:lnTo>
                    <a:moveTo>
                      <a:pt x="2631142" y="550696"/>
                    </a:moveTo>
                    <a:lnTo>
                      <a:pt x="2661041" y="527569"/>
                    </a:lnTo>
                    <a:moveTo>
                      <a:pt x="2661041" y="527569"/>
                    </a:moveTo>
                    <a:lnTo>
                      <a:pt x="2690941" y="504441"/>
                    </a:lnTo>
                    <a:moveTo>
                      <a:pt x="2690941" y="504441"/>
                    </a:moveTo>
                    <a:lnTo>
                      <a:pt x="2720840" y="481314"/>
                    </a:lnTo>
                    <a:moveTo>
                      <a:pt x="2720840" y="481314"/>
                    </a:moveTo>
                    <a:lnTo>
                      <a:pt x="2750739" y="458187"/>
                    </a:lnTo>
                    <a:moveTo>
                      <a:pt x="2750739" y="458187"/>
                    </a:moveTo>
                    <a:lnTo>
                      <a:pt x="2780639" y="435060"/>
                    </a:lnTo>
                    <a:moveTo>
                      <a:pt x="2780639" y="435060"/>
                    </a:moveTo>
                    <a:lnTo>
                      <a:pt x="2810538" y="411932"/>
                    </a:lnTo>
                    <a:moveTo>
                      <a:pt x="2810538" y="411932"/>
                    </a:moveTo>
                    <a:lnTo>
                      <a:pt x="2840437" y="388805"/>
                    </a:lnTo>
                    <a:moveTo>
                      <a:pt x="2840437" y="388805"/>
                    </a:moveTo>
                    <a:lnTo>
                      <a:pt x="2870337" y="365678"/>
                    </a:lnTo>
                    <a:moveTo>
                      <a:pt x="2870337" y="365678"/>
                    </a:moveTo>
                    <a:lnTo>
                      <a:pt x="2900236" y="342551"/>
                    </a:lnTo>
                    <a:moveTo>
                      <a:pt x="2900236" y="342551"/>
                    </a:moveTo>
                    <a:lnTo>
                      <a:pt x="2930135" y="319423"/>
                    </a:lnTo>
                    <a:moveTo>
                      <a:pt x="2930135" y="319423"/>
                    </a:moveTo>
                    <a:lnTo>
                      <a:pt x="2960035" y="296296"/>
                    </a:lnTo>
                    <a:moveTo>
                      <a:pt x="2960035" y="296296"/>
                    </a:moveTo>
                    <a:lnTo>
                      <a:pt x="2989934" y="273169"/>
                    </a:lnTo>
                    <a:moveTo>
                      <a:pt x="2989934" y="273169"/>
                    </a:moveTo>
                    <a:lnTo>
                      <a:pt x="3019833" y="250042"/>
                    </a:lnTo>
                    <a:moveTo>
                      <a:pt x="3019833" y="250042"/>
                    </a:moveTo>
                    <a:lnTo>
                      <a:pt x="3049733" y="226914"/>
                    </a:lnTo>
                    <a:moveTo>
                      <a:pt x="3049733" y="226914"/>
                    </a:moveTo>
                    <a:lnTo>
                      <a:pt x="3079632" y="203787"/>
                    </a:lnTo>
                    <a:moveTo>
                      <a:pt x="3079632" y="203787"/>
                    </a:moveTo>
                    <a:lnTo>
                      <a:pt x="3109531" y="180660"/>
                    </a:lnTo>
                    <a:moveTo>
                      <a:pt x="3109531" y="180660"/>
                    </a:moveTo>
                    <a:lnTo>
                      <a:pt x="3139431" y="157533"/>
                    </a:lnTo>
                    <a:moveTo>
                      <a:pt x="3139431" y="157533"/>
                    </a:moveTo>
                    <a:lnTo>
                      <a:pt x="3169330" y="134405"/>
                    </a:lnTo>
                    <a:moveTo>
                      <a:pt x="3169330" y="134405"/>
                    </a:moveTo>
                    <a:lnTo>
                      <a:pt x="3199229" y="111278"/>
                    </a:lnTo>
                    <a:moveTo>
                      <a:pt x="3199229" y="111278"/>
                    </a:moveTo>
                    <a:lnTo>
                      <a:pt x="3229129" y="88151"/>
                    </a:lnTo>
                    <a:moveTo>
                      <a:pt x="3229129" y="88151"/>
                    </a:moveTo>
                    <a:lnTo>
                      <a:pt x="3259028" y="65024"/>
                    </a:lnTo>
                    <a:moveTo>
                      <a:pt x="3259028" y="65024"/>
                    </a:moveTo>
                    <a:lnTo>
                      <a:pt x="3288927" y="41896"/>
                    </a:lnTo>
                    <a:moveTo>
                      <a:pt x="3288927" y="41896"/>
                    </a:moveTo>
                    <a:lnTo>
                      <a:pt x="3318827" y="18769"/>
                    </a:lnTo>
                    <a:moveTo>
                      <a:pt x="3318827" y="18769"/>
                    </a:moveTo>
                    <a:lnTo>
                      <a:pt x="334309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  <p:sp>
            <p:nvSpPr>
              <p:cNvPr id="1281" name="Контур"/>
              <p:cNvSpPr/>
              <p:nvPr/>
            </p:nvSpPr>
            <p:spPr>
              <a:xfrm>
                <a:off x="5786726" y="3937568"/>
                <a:ext cx="4509274" cy="6250432"/>
              </a:xfrm>
              <a:custGeom>
                <a:avLst/>
                <a:gdLst/>
                <a:ahLst/>
                <a:cxnLst/>
                <a:rect l="l" t="t" r="r" b="b"/>
                <a:pathLst>
                  <a:path w="4509274" h="6250432" fill="none">
                    <a:moveTo>
                      <a:pt x="626184" y="1595095"/>
                    </a:moveTo>
                    <a:lnTo>
                      <a:pt x="642598" y="1629145"/>
                    </a:lnTo>
                    <a:moveTo>
                      <a:pt x="642598" y="1629145"/>
                    </a:moveTo>
                    <a:lnTo>
                      <a:pt x="659013" y="1663195"/>
                    </a:lnTo>
                    <a:moveTo>
                      <a:pt x="659013" y="1663195"/>
                    </a:moveTo>
                    <a:lnTo>
                      <a:pt x="675428" y="1697245"/>
                    </a:lnTo>
                    <a:moveTo>
                      <a:pt x="675428" y="1697245"/>
                    </a:moveTo>
                    <a:lnTo>
                      <a:pt x="691843" y="1731295"/>
                    </a:lnTo>
                    <a:moveTo>
                      <a:pt x="691843" y="1731295"/>
                    </a:moveTo>
                    <a:lnTo>
                      <a:pt x="708258" y="1765344"/>
                    </a:lnTo>
                    <a:moveTo>
                      <a:pt x="708258" y="1765344"/>
                    </a:moveTo>
                    <a:lnTo>
                      <a:pt x="724673" y="1799394"/>
                    </a:lnTo>
                    <a:moveTo>
                      <a:pt x="724673" y="1799394"/>
                    </a:moveTo>
                    <a:lnTo>
                      <a:pt x="741087" y="1833444"/>
                    </a:lnTo>
                    <a:moveTo>
                      <a:pt x="741087" y="1833444"/>
                    </a:moveTo>
                    <a:lnTo>
                      <a:pt x="757502" y="1867494"/>
                    </a:lnTo>
                    <a:moveTo>
                      <a:pt x="757502" y="1867494"/>
                    </a:moveTo>
                    <a:lnTo>
                      <a:pt x="773917" y="1901544"/>
                    </a:lnTo>
                    <a:moveTo>
                      <a:pt x="773917" y="1901544"/>
                    </a:moveTo>
                    <a:lnTo>
                      <a:pt x="790332" y="1935594"/>
                    </a:lnTo>
                    <a:moveTo>
                      <a:pt x="790332" y="1935594"/>
                    </a:moveTo>
                    <a:lnTo>
                      <a:pt x="795165" y="1945620"/>
                    </a:lnTo>
                    <a:moveTo>
                      <a:pt x="334330" y="1806553"/>
                    </a:moveTo>
                    <a:lnTo>
                      <a:pt x="334612" y="1807013"/>
                    </a:lnTo>
                    <a:lnTo>
                      <a:pt x="354336" y="1838625"/>
                    </a:lnTo>
                    <a:moveTo>
                      <a:pt x="354336" y="1838625"/>
                    </a:moveTo>
                    <a:lnTo>
                      <a:pt x="374346" y="1870694"/>
                    </a:lnTo>
                    <a:moveTo>
                      <a:pt x="374346" y="1870694"/>
                    </a:moveTo>
                    <a:lnTo>
                      <a:pt x="385883" y="1889187"/>
                    </a:lnTo>
                    <a:lnTo>
                      <a:pt x="372364" y="1897751"/>
                    </a:lnTo>
                    <a:moveTo>
                      <a:pt x="372364" y="1897751"/>
                    </a:moveTo>
                    <a:lnTo>
                      <a:pt x="352070" y="1910606"/>
                    </a:lnTo>
                    <a:moveTo>
                      <a:pt x="1594331" y="1862161"/>
                    </a:moveTo>
                    <a:lnTo>
                      <a:pt x="1624231" y="1839035"/>
                    </a:lnTo>
                    <a:moveTo>
                      <a:pt x="1624231" y="1839035"/>
                    </a:moveTo>
                    <a:lnTo>
                      <a:pt x="1654131" y="1815909"/>
                    </a:lnTo>
                    <a:moveTo>
                      <a:pt x="1654131" y="1815909"/>
                    </a:moveTo>
                    <a:lnTo>
                      <a:pt x="1684031" y="1792782"/>
                    </a:lnTo>
                    <a:moveTo>
                      <a:pt x="1684031" y="1792782"/>
                    </a:moveTo>
                    <a:lnTo>
                      <a:pt x="1713931" y="1769656"/>
                    </a:lnTo>
                    <a:moveTo>
                      <a:pt x="1713931" y="1769656"/>
                    </a:moveTo>
                    <a:lnTo>
                      <a:pt x="1743831" y="1746530"/>
                    </a:lnTo>
                    <a:moveTo>
                      <a:pt x="1743831" y="1746530"/>
                    </a:moveTo>
                    <a:lnTo>
                      <a:pt x="1773732" y="1723403"/>
                    </a:lnTo>
                    <a:moveTo>
                      <a:pt x="1773732" y="1723403"/>
                    </a:moveTo>
                    <a:lnTo>
                      <a:pt x="1803632" y="1700277"/>
                    </a:lnTo>
                    <a:moveTo>
                      <a:pt x="1803632" y="1700277"/>
                    </a:moveTo>
                    <a:lnTo>
                      <a:pt x="1833532" y="1677151"/>
                    </a:lnTo>
                    <a:moveTo>
                      <a:pt x="1833532" y="1677151"/>
                    </a:moveTo>
                    <a:lnTo>
                      <a:pt x="1863432" y="1654024"/>
                    </a:lnTo>
                    <a:moveTo>
                      <a:pt x="1863432" y="1654024"/>
                    </a:moveTo>
                    <a:lnTo>
                      <a:pt x="1893332" y="1630898"/>
                    </a:lnTo>
                    <a:moveTo>
                      <a:pt x="1893332" y="1630898"/>
                    </a:moveTo>
                    <a:lnTo>
                      <a:pt x="1923232" y="1607772"/>
                    </a:lnTo>
                    <a:moveTo>
                      <a:pt x="1923232" y="1607772"/>
                    </a:moveTo>
                    <a:lnTo>
                      <a:pt x="1953132" y="1584646"/>
                    </a:lnTo>
                    <a:moveTo>
                      <a:pt x="1953132" y="1584646"/>
                    </a:moveTo>
                    <a:lnTo>
                      <a:pt x="1969552" y="1571945"/>
                    </a:lnTo>
                    <a:lnTo>
                      <a:pt x="1983032" y="1561519"/>
                    </a:lnTo>
                    <a:moveTo>
                      <a:pt x="1983032" y="1561519"/>
                    </a:moveTo>
                    <a:lnTo>
                      <a:pt x="2012932" y="1538393"/>
                    </a:lnTo>
                    <a:moveTo>
                      <a:pt x="2012932" y="1538393"/>
                    </a:moveTo>
                    <a:lnTo>
                      <a:pt x="2042832" y="1515267"/>
                    </a:lnTo>
                    <a:moveTo>
                      <a:pt x="2042832" y="1515267"/>
                    </a:moveTo>
                    <a:lnTo>
                      <a:pt x="2072732" y="1492140"/>
                    </a:lnTo>
                    <a:moveTo>
                      <a:pt x="2072732" y="1492140"/>
                    </a:moveTo>
                    <a:lnTo>
                      <a:pt x="2102632" y="1469014"/>
                    </a:lnTo>
                    <a:moveTo>
                      <a:pt x="2102632" y="1469014"/>
                    </a:moveTo>
                    <a:lnTo>
                      <a:pt x="2132532" y="1445888"/>
                    </a:lnTo>
                    <a:moveTo>
                      <a:pt x="2132532" y="1445888"/>
                    </a:moveTo>
                    <a:lnTo>
                      <a:pt x="2162433" y="1422762"/>
                    </a:lnTo>
                    <a:moveTo>
                      <a:pt x="2162433" y="1422762"/>
                    </a:moveTo>
                    <a:lnTo>
                      <a:pt x="2192333" y="1399635"/>
                    </a:lnTo>
                    <a:moveTo>
                      <a:pt x="2192333" y="1399635"/>
                    </a:moveTo>
                    <a:lnTo>
                      <a:pt x="2222233" y="1376509"/>
                    </a:lnTo>
                    <a:moveTo>
                      <a:pt x="2222233" y="1376509"/>
                    </a:moveTo>
                    <a:lnTo>
                      <a:pt x="2252133" y="1353383"/>
                    </a:lnTo>
                    <a:moveTo>
                      <a:pt x="2252133" y="1353383"/>
                    </a:moveTo>
                    <a:lnTo>
                      <a:pt x="2282033" y="1330257"/>
                    </a:lnTo>
                    <a:moveTo>
                      <a:pt x="2282033" y="1330257"/>
                    </a:moveTo>
                    <a:lnTo>
                      <a:pt x="2311933" y="1307130"/>
                    </a:lnTo>
                    <a:moveTo>
                      <a:pt x="2311933" y="1307130"/>
                    </a:moveTo>
                    <a:lnTo>
                      <a:pt x="2341833" y="1284004"/>
                    </a:lnTo>
                    <a:moveTo>
                      <a:pt x="2341833" y="1284004"/>
                    </a:moveTo>
                    <a:lnTo>
                      <a:pt x="2371733" y="1260878"/>
                    </a:lnTo>
                    <a:moveTo>
                      <a:pt x="2371733" y="1260878"/>
                    </a:moveTo>
                    <a:lnTo>
                      <a:pt x="2401633" y="1237751"/>
                    </a:lnTo>
                    <a:moveTo>
                      <a:pt x="2401633" y="1237751"/>
                    </a:moveTo>
                    <a:lnTo>
                      <a:pt x="2431533" y="1214625"/>
                    </a:lnTo>
                    <a:moveTo>
                      <a:pt x="2431533" y="1214625"/>
                    </a:moveTo>
                    <a:lnTo>
                      <a:pt x="2461434" y="1191499"/>
                    </a:lnTo>
                    <a:moveTo>
                      <a:pt x="2461434" y="1191499"/>
                    </a:moveTo>
                    <a:lnTo>
                      <a:pt x="2491334" y="1168373"/>
                    </a:lnTo>
                    <a:moveTo>
                      <a:pt x="2491334" y="1168373"/>
                    </a:moveTo>
                    <a:lnTo>
                      <a:pt x="2521234" y="1145246"/>
                    </a:lnTo>
                    <a:moveTo>
                      <a:pt x="2521234" y="1145246"/>
                    </a:moveTo>
                    <a:lnTo>
                      <a:pt x="2551134" y="1122120"/>
                    </a:lnTo>
                    <a:moveTo>
                      <a:pt x="2551134" y="1122120"/>
                    </a:moveTo>
                    <a:lnTo>
                      <a:pt x="2581034" y="1098994"/>
                    </a:lnTo>
                    <a:moveTo>
                      <a:pt x="2581034" y="1098994"/>
                    </a:moveTo>
                    <a:lnTo>
                      <a:pt x="2610934" y="1075868"/>
                    </a:lnTo>
                    <a:moveTo>
                      <a:pt x="2610934" y="1075868"/>
                    </a:moveTo>
                    <a:lnTo>
                      <a:pt x="2640834" y="1052741"/>
                    </a:lnTo>
                    <a:moveTo>
                      <a:pt x="2640834" y="1052741"/>
                    </a:moveTo>
                    <a:lnTo>
                      <a:pt x="2670734" y="1029615"/>
                    </a:lnTo>
                    <a:moveTo>
                      <a:pt x="2670734" y="1029615"/>
                    </a:moveTo>
                    <a:lnTo>
                      <a:pt x="2681452" y="1021325"/>
                    </a:lnTo>
                    <a:lnTo>
                      <a:pt x="2700634" y="1006489"/>
                    </a:lnTo>
                    <a:moveTo>
                      <a:pt x="2700634" y="1006489"/>
                    </a:moveTo>
                    <a:lnTo>
                      <a:pt x="2730534" y="983363"/>
                    </a:lnTo>
                    <a:moveTo>
                      <a:pt x="2730534" y="983363"/>
                    </a:moveTo>
                    <a:lnTo>
                      <a:pt x="2760434" y="960236"/>
                    </a:lnTo>
                    <a:moveTo>
                      <a:pt x="2760434" y="960236"/>
                    </a:moveTo>
                    <a:lnTo>
                      <a:pt x="2790335" y="937110"/>
                    </a:lnTo>
                    <a:moveTo>
                      <a:pt x="2790335" y="937110"/>
                    </a:moveTo>
                    <a:lnTo>
                      <a:pt x="2820235" y="913984"/>
                    </a:lnTo>
                    <a:moveTo>
                      <a:pt x="2820235" y="913984"/>
                    </a:moveTo>
                    <a:lnTo>
                      <a:pt x="2850135" y="890857"/>
                    </a:lnTo>
                    <a:moveTo>
                      <a:pt x="2850135" y="890857"/>
                    </a:moveTo>
                    <a:lnTo>
                      <a:pt x="2880035" y="867731"/>
                    </a:lnTo>
                    <a:moveTo>
                      <a:pt x="2880035" y="867731"/>
                    </a:moveTo>
                    <a:lnTo>
                      <a:pt x="2909935" y="844605"/>
                    </a:lnTo>
                    <a:moveTo>
                      <a:pt x="2909935" y="844605"/>
                    </a:moveTo>
                    <a:lnTo>
                      <a:pt x="2939835" y="821479"/>
                    </a:lnTo>
                    <a:moveTo>
                      <a:pt x="2939835" y="821479"/>
                    </a:moveTo>
                    <a:lnTo>
                      <a:pt x="2969735" y="798352"/>
                    </a:lnTo>
                    <a:moveTo>
                      <a:pt x="2969735" y="798352"/>
                    </a:moveTo>
                    <a:lnTo>
                      <a:pt x="2999635" y="775226"/>
                    </a:lnTo>
                    <a:moveTo>
                      <a:pt x="2999635" y="775226"/>
                    </a:moveTo>
                    <a:lnTo>
                      <a:pt x="3029535" y="752100"/>
                    </a:lnTo>
                    <a:moveTo>
                      <a:pt x="3029535" y="752100"/>
                    </a:moveTo>
                    <a:lnTo>
                      <a:pt x="3059435" y="728974"/>
                    </a:lnTo>
                    <a:moveTo>
                      <a:pt x="3059435" y="728974"/>
                    </a:moveTo>
                    <a:lnTo>
                      <a:pt x="3089336" y="705847"/>
                    </a:lnTo>
                    <a:moveTo>
                      <a:pt x="3089336" y="705847"/>
                    </a:moveTo>
                    <a:lnTo>
                      <a:pt x="3119236" y="682721"/>
                    </a:lnTo>
                    <a:moveTo>
                      <a:pt x="3119236" y="682721"/>
                    </a:moveTo>
                    <a:lnTo>
                      <a:pt x="3149136" y="659595"/>
                    </a:lnTo>
                    <a:moveTo>
                      <a:pt x="3149136" y="659595"/>
                    </a:moveTo>
                    <a:lnTo>
                      <a:pt x="3179036" y="636469"/>
                    </a:lnTo>
                    <a:moveTo>
                      <a:pt x="3179036" y="636469"/>
                    </a:moveTo>
                    <a:lnTo>
                      <a:pt x="3208936" y="613342"/>
                    </a:lnTo>
                    <a:moveTo>
                      <a:pt x="3208936" y="613342"/>
                    </a:moveTo>
                    <a:lnTo>
                      <a:pt x="3238836" y="590216"/>
                    </a:lnTo>
                    <a:moveTo>
                      <a:pt x="3238836" y="590216"/>
                    </a:moveTo>
                    <a:lnTo>
                      <a:pt x="3268736" y="567090"/>
                    </a:lnTo>
                    <a:moveTo>
                      <a:pt x="3268736" y="567090"/>
                    </a:moveTo>
                    <a:lnTo>
                      <a:pt x="3298636" y="543964"/>
                    </a:lnTo>
                    <a:moveTo>
                      <a:pt x="3298636" y="543964"/>
                    </a:moveTo>
                    <a:lnTo>
                      <a:pt x="3328536" y="520837"/>
                    </a:lnTo>
                    <a:moveTo>
                      <a:pt x="3328536" y="520837"/>
                    </a:moveTo>
                    <a:lnTo>
                      <a:pt x="3358437" y="497711"/>
                    </a:lnTo>
                    <a:moveTo>
                      <a:pt x="3358437" y="497711"/>
                    </a:moveTo>
                    <a:lnTo>
                      <a:pt x="3388337" y="474585"/>
                    </a:lnTo>
                    <a:moveTo>
                      <a:pt x="3388337" y="474585"/>
                    </a:moveTo>
                    <a:lnTo>
                      <a:pt x="3418237" y="451459"/>
                    </a:lnTo>
                    <a:moveTo>
                      <a:pt x="3418237" y="451459"/>
                    </a:moveTo>
                    <a:lnTo>
                      <a:pt x="3448137" y="428332"/>
                    </a:lnTo>
                    <a:moveTo>
                      <a:pt x="3448137" y="428332"/>
                    </a:moveTo>
                    <a:lnTo>
                      <a:pt x="3478037" y="405206"/>
                    </a:lnTo>
                    <a:moveTo>
                      <a:pt x="3478037" y="405206"/>
                    </a:moveTo>
                    <a:lnTo>
                      <a:pt x="3507937" y="382080"/>
                    </a:lnTo>
                    <a:moveTo>
                      <a:pt x="3507937" y="382080"/>
                    </a:moveTo>
                    <a:lnTo>
                      <a:pt x="3537837" y="358954"/>
                    </a:lnTo>
                    <a:moveTo>
                      <a:pt x="3537837" y="358954"/>
                    </a:moveTo>
                    <a:lnTo>
                      <a:pt x="3567737" y="335827"/>
                    </a:lnTo>
                    <a:moveTo>
                      <a:pt x="3567737" y="335827"/>
                    </a:moveTo>
                    <a:lnTo>
                      <a:pt x="3597637" y="312701"/>
                    </a:lnTo>
                    <a:moveTo>
                      <a:pt x="3597637" y="312701"/>
                    </a:moveTo>
                    <a:lnTo>
                      <a:pt x="3627537" y="289575"/>
                    </a:lnTo>
                    <a:moveTo>
                      <a:pt x="3627537" y="289575"/>
                    </a:moveTo>
                    <a:lnTo>
                      <a:pt x="3657438" y="266448"/>
                    </a:lnTo>
                    <a:moveTo>
                      <a:pt x="3657438" y="266448"/>
                    </a:moveTo>
                    <a:lnTo>
                      <a:pt x="3687338" y="243322"/>
                    </a:lnTo>
                    <a:moveTo>
                      <a:pt x="3687338" y="243322"/>
                    </a:moveTo>
                    <a:lnTo>
                      <a:pt x="3717238" y="220196"/>
                    </a:lnTo>
                    <a:moveTo>
                      <a:pt x="3717238" y="220196"/>
                    </a:moveTo>
                    <a:lnTo>
                      <a:pt x="3747138" y="197070"/>
                    </a:lnTo>
                    <a:moveTo>
                      <a:pt x="3747138" y="197070"/>
                    </a:moveTo>
                    <a:lnTo>
                      <a:pt x="3777038" y="173943"/>
                    </a:lnTo>
                    <a:moveTo>
                      <a:pt x="3777038" y="173943"/>
                    </a:moveTo>
                    <a:lnTo>
                      <a:pt x="3806938" y="150817"/>
                    </a:lnTo>
                    <a:moveTo>
                      <a:pt x="3806938" y="150817"/>
                    </a:moveTo>
                    <a:lnTo>
                      <a:pt x="3836838" y="127691"/>
                    </a:lnTo>
                    <a:moveTo>
                      <a:pt x="3836838" y="127691"/>
                    </a:moveTo>
                    <a:lnTo>
                      <a:pt x="3866738" y="104565"/>
                    </a:lnTo>
                    <a:moveTo>
                      <a:pt x="3866738" y="104565"/>
                    </a:moveTo>
                    <a:lnTo>
                      <a:pt x="3896638" y="81438"/>
                    </a:lnTo>
                    <a:moveTo>
                      <a:pt x="3896638" y="81438"/>
                    </a:moveTo>
                    <a:lnTo>
                      <a:pt x="3926538" y="58312"/>
                    </a:lnTo>
                    <a:moveTo>
                      <a:pt x="3926538" y="58312"/>
                    </a:moveTo>
                    <a:lnTo>
                      <a:pt x="3956439" y="35186"/>
                    </a:lnTo>
                    <a:moveTo>
                      <a:pt x="3956439" y="35186"/>
                    </a:moveTo>
                    <a:lnTo>
                      <a:pt x="3986339" y="12060"/>
                    </a:lnTo>
                    <a:moveTo>
                      <a:pt x="3986339" y="12060"/>
                    </a:moveTo>
                    <a:lnTo>
                      <a:pt x="4001931" y="0"/>
                    </a:lnTo>
                    <a:moveTo>
                      <a:pt x="1594331" y="1862161"/>
                    </a:moveTo>
                    <a:lnTo>
                      <a:pt x="1624231" y="1839035"/>
                    </a:lnTo>
                    <a:moveTo>
                      <a:pt x="1624231" y="1839035"/>
                    </a:moveTo>
                    <a:lnTo>
                      <a:pt x="1654131" y="1815909"/>
                    </a:lnTo>
                    <a:moveTo>
                      <a:pt x="1654131" y="1815909"/>
                    </a:moveTo>
                    <a:lnTo>
                      <a:pt x="1684031" y="1792782"/>
                    </a:lnTo>
                    <a:moveTo>
                      <a:pt x="1684031" y="1792782"/>
                    </a:moveTo>
                    <a:lnTo>
                      <a:pt x="1713931" y="1769656"/>
                    </a:lnTo>
                    <a:moveTo>
                      <a:pt x="1713931" y="1769656"/>
                    </a:moveTo>
                    <a:lnTo>
                      <a:pt x="1743831" y="1746530"/>
                    </a:lnTo>
                    <a:moveTo>
                      <a:pt x="1743831" y="1746530"/>
                    </a:moveTo>
                    <a:lnTo>
                      <a:pt x="1773732" y="1723403"/>
                    </a:lnTo>
                    <a:moveTo>
                      <a:pt x="1773732" y="1723403"/>
                    </a:moveTo>
                    <a:lnTo>
                      <a:pt x="1803632" y="1700277"/>
                    </a:lnTo>
                    <a:moveTo>
                      <a:pt x="1803632" y="1700277"/>
                    </a:moveTo>
                    <a:lnTo>
                      <a:pt x="1833532" y="1677151"/>
                    </a:lnTo>
                    <a:moveTo>
                      <a:pt x="1833532" y="1677151"/>
                    </a:moveTo>
                    <a:lnTo>
                      <a:pt x="1863432" y="1654024"/>
                    </a:lnTo>
                    <a:moveTo>
                      <a:pt x="1863432" y="1654024"/>
                    </a:moveTo>
                    <a:lnTo>
                      <a:pt x="1893332" y="1630898"/>
                    </a:lnTo>
                    <a:moveTo>
                      <a:pt x="1893332" y="1630898"/>
                    </a:moveTo>
                    <a:lnTo>
                      <a:pt x="1923232" y="1607772"/>
                    </a:lnTo>
                    <a:moveTo>
                      <a:pt x="1923232" y="1607772"/>
                    </a:moveTo>
                    <a:lnTo>
                      <a:pt x="1953132" y="1584646"/>
                    </a:lnTo>
                    <a:moveTo>
                      <a:pt x="1953132" y="1584646"/>
                    </a:moveTo>
                    <a:lnTo>
                      <a:pt x="1969552" y="1571945"/>
                    </a:lnTo>
                    <a:lnTo>
                      <a:pt x="1983032" y="1561519"/>
                    </a:lnTo>
                    <a:moveTo>
                      <a:pt x="1983032" y="1561519"/>
                    </a:moveTo>
                    <a:lnTo>
                      <a:pt x="2012932" y="1538393"/>
                    </a:lnTo>
                    <a:moveTo>
                      <a:pt x="2012932" y="1538393"/>
                    </a:moveTo>
                    <a:lnTo>
                      <a:pt x="2042832" y="1515267"/>
                    </a:lnTo>
                    <a:moveTo>
                      <a:pt x="2042832" y="1515267"/>
                    </a:moveTo>
                    <a:lnTo>
                      <a:pt x="2072732" y="1492140"/>
                    </a:lnTo>
                    <a:moveTo>
                      <a:pt x="2072732" y="1492140"/>
                    </a:moveTo>
                    <a:lnTo>
                      <a:pt x="2102632" y="1469014"/>
                    </a:lnTo>
                    <a:moveTo>
                      <a:pt x="2102632" y="1469014"/>
                    </a:moveTo>
                    <a:lnTo>
                      <a:pt x="2132532" y="1445888"/>
                    </a:lnTo>
                    <a:moveTo>
                      <a:pt x="2132532" y="1445888"/>
                    </a:moveTo>
                    <a:lnTo>
                      <a:pt x="2162433" y="1422762"/>
                    </a:lnTo>
                    <a:moveTo>
                      <a:pt x="2162433" y="1422762"/>
                    </a:moveTo>
                    <a:lnTo>
                      <a:pt x="2192333" y="1399635"/>
                    </a:lnTo>
                    <a:moveTo>
                      <a:pt x="2192333" y="1399635"/>
                    </a:moveTo>
                    <a:lnTo>
                      <a:pt x="2222233" y="1376509"/>
                    </a:lnTo>
                    <a:moveTo>
                      <a:pt x="2222233" y="1376509"/>
                    </a:moveTo>
                    <a:lnTo>
                      <a:pt x="2252133" y="1353383"/>
                    </a:lnTo>
                    <a:moveTo>
                      <a:pt x="2252133" y="1353383"/>
                    </a:moveTo>
                    <a:lnTo>
                      <a:pt x="2282033" y="1330257"/>
                    </a:lnTo>
                    <a:moveTo>
                      <a:pt x="2282033" y="1330257"/>
                    </a:moveTo>
                    <a:lnTo>
                      <a:pt x="2311933" y="1307130"/>
                    </a:lnTo>
                    <a:moveTo>
                      <a:pt x="2311933" y="1307130"/>
                    </a:moveTo>
                    <a:lnTo>
                      <a:pt x="2341833" y="1284004"/>
                    </a:lnTo>
                    <a:moveTo>
                      <a:pt x="2341833" y="1284004"/>
                    </a:moveTo>
                    <a:lnTo>
                      <a:pt x="2371733" y="1260878"/>
                    </a:lnTo>
                    <a:moveTo>
                      <a:pt x="2371733" y="1260878"/>
                    </a:moveTo>
                    <a:lnTo>
                      <a:pt x="2401633" y="1237751"/>
                    </a:lnTo>
                    <a:moveTo>
                      <a:pt x="2401633" y="1237751"/>
                    </a:moveTo>
                    <a:lnTo>
                      <a:pt x="2431533" y="1214625"/>
                    </a:lnTo>
                    <a:moveTo>
                      <a:pt x="2431533" y="1214625"/>
                    </a:moveTo>
                    <a:lnTo>
                      <a:pt x="2461434" y="1191499"/>
                    </a:lnTo>
                    <a:moveTo>
                      <a:pt x="2461434" y="1191499"/>
                    </a:moveTo>
                    <a:lnTo>
                      <a:pt x="2491334" y="1168373"/>
                    </a:lnTo>
                    <a:moveTo>
                      <a:pt x="2491334" y="1168373"/>
                    </a:moveTo>
                    <a:lnTo>
                      <a:pt x="2521234" y="1145246"/>
                    </a:lnTo>
                    <a:moveTo>
                      <a:pt x="2521234" y="1145246"/>
                    </a:moveTo>
                    <a:lnTo>
                      <a:pt x="2551134" y="1122120"/>
                    </a:lnTo>
                    <a:moveTo>
                      <a:pt x="2551134" y="1122120"/>
                    </a:moveTo>
                    <a:lnTo>
                      <a:pt x="2581034" y="1098994"/>
                    </a:lnTo>
                    <a:moveTo>
                      <a:pt x="2581034" y="1098994"/>
                    </a:moveTo>
                    <a:lnTo>
                      <a:pt x="2610934" y="1075868"/>
                    </a:lnTo>
                    <a:moveTo>
                      <a:pt x="2610934" y="1075868"/>
                    </a:moveTo>
                    <a:lnTo>
                      <a:pt x="2640834" y="1052741"/>
                    </a:lnTo>
                    <a:moveTo>
                      <a:pt x="2640834" y="1052741"/>
                    </a:moveTo>
                    <a:lnTo>
                      <a:pt x="2670734" y="1029615"/>
                    </a:lnTo>
                    <a:moveTo>
                      <a:pt x="2670734" y="1029615"/>
                    </a:moveTo>
                    <a:lnTo>
                      <a:pt x="2681452" y="1021325"/>
                    </a:lnTo>
                    <a:lnTo>
                      <a:pt x="2700634" y="1006489"/>
                    </a:lnTo>
                    <a:moveTo>
                      <a:pt x="2700634" y="1006489"/>
                    </a:moveTo>
                    <a:lnTo>
                      <a:pt x="2730534" y="983363"/>
                    </a:lnTo>
                    <a:moveTo>
                      <a:pt x="2730534" y="983363"/>
                    </a:moveTo>
                    <a:lnTo>
                      <a:pt x="2760434" y="960236"/>
                    </a:lnTo>
                    <a:moveTo>
                      <a:pt x="2760434" y="960236"/>
                    </a:moveTo>
                    <a:lnTo>
                      <a:pt x="2790335" y="937110"/>
                    </a:lnTo>
                    <a:moveTo>
                      <a:pt x="2790335" y="937110"/>
                    </a:moveTo>
                    <a:lnTo>
                      <a:pt x="2820235" y="913984"/>
                    </a:lnTo>
                    <a:moveTo>
                      <a:pt x="2820235" y="913984"/>
                    </a:moveTo>
                    <a:lnTo>
                      <a:pt x="2850135" y="890857"/>
                    </a:lnTo>
                    <a:moveTo>
                      <a:pt x="2850135" y="890857"/>
                    </a:moveTo>
                    <a:lnTo>
                      <a:pt x="2880035" y="867731"/>
                    </a:lnTo>
                    <a:moveTo>
                      <a:pt x="2880035" y="867731"/>
                    </a:moveTo>
                    <a:lnTo>
                      <a:pt x="2909935" y="844605"/>
                    </a:lnTo>
                    <a:moveTo>
                      <a:pt x="2909935" y="844605"/>
                    </a:moveTo>
                    <a:lnTo>
                      <a:pt x="2939835" y="821479"/>
                    </a:lnTo>
                    <a:moveTo>
                      <a:pt x="2939835" y="821479"/>
                    </a:moveTo>
                    <a:lnTo>
                      <a:pt x="2969735" y="798352"/>
                    </a:lnTo>
                    <a:moveTo>
                      <a:pt x="2969735" y="798352"/>
                    </a:moveTo>
                    <a:lnTo>
                      <a:pt x="2999635" y="775226"/>
                    </a:lnTo>
                    <a:moveTo>
                      <a:pt x="2999635" y="775226"/>
                    </a:moveTo>
                    <a:lnTo>
                      <a:pt x="3029535" y="752100"/>
                    </a:lnTo>
                    <a:moveTo>
                      <a:pt x="3029535" y="752100"/>
                    </a:moveTo>
                    <a:lnTo>
                      <a:pt x="3059435" y="728974"/>
                    </a:lnTo>
                    <a:moveTo>
                      <a:pt x="3059435" y="728974"/>
                    </a:moveTo>
                    <a:lnTo>
                      <a:pt x="3089336" y="705847"/>
                    </a:lnTo>
                    <a:moveTo>
                      <a:pt x="3089336" y="705847"/>
                    </a:moveTo>
                    <a:lnTo>
                      <a:pt x="3119236" y="682721"/>
                    </a:lnTo>
                    <a:moveTo>
                      <a:pt x="3119236" y="682721"/>
                    </a:moveTo>
                    <a:lnTo>
                      <a:pt x="3149136" y="659595"/>
                    </a:lnTo>
                    <a:moveTo>
                      <a:pt x="3149136" y="659595"/>
                    </a:moveTo>
                    <a:lnTo>
                      <a:pt x="3179036" y="636469"/>
                    </a:lnTo>
                    <a:moveTo>
                      <a:pt x="3179036" y="636469"/>
                    </a:moveTo>
                    <a:lnTo>
                      <a:pt x="3208936" y="613342"/>
                    </a:lnTo>
                    <a:moveTo>
                      <a:pt x="3208936" y="613342"/>
                    </a:moveTo>
                    <a:lnTo>
                      <a:pt x="3238836" y="590216"/>
                    </a:lnTo>
                    <a:moveTo>
                      <a:pt x="3238836" y="590216"/>
                    </a:moveTo>
                    <a:lnTo>
                      <a:pt x="3268736" y="567090"/>
                    </a:lnTo>
                    <a:moveTo>
                      <a:pt x="3268736" y="567090"/>
                    </a:moveTo>
                    <a:lnTo>
                      <a:pt x="3298636" y="543964"/>
                    </a:lnTo>
                    <a:moveTo>
                      <a:pt x="3298636" y="543964"/>
                    </a:moveTo>
                    <a:lnTo>
                      <a:pt x="3328536" y="520837"/>
                    </a:lnTo>
                    <a:moveTo>
                      <a:pt x="3328536" y="520837"/>
                    </a:moveTo>
                    <a:lnTo>
                      <a:pt x="3358437" y="497711"/>
                    </a:lnTo>
                    <a:moveTo>
                      <a:pt x="3358437" y="497711"/>
                    </a:moveTo>
                    <a:lnTo>
                      <a:pt x="3388337" y="474585"/>
                    </a:lnTo>
                    <a:moveTo>
                      <a:pt x="3388337" y="474585"/>
                    </a:moveTo>
                    <a:lnTo>
                      <a:pt x="3418237" y="451459"/>
                    </a:lnTo>
                    <a:moveTo>
                      <a:pt x="3418237" y="451459"/>
                    </a:moveTo>
                    <a:lnTo>
                      <a:pt x="3448137" y="428332"/>
                    </a:lnTo>
                    <a:moveTo>
                      <a:pt x="3448137" y="428332"/>
                    </a:moveTo>
                    <a:lnTo>
                      <a:pt x="3478037" y="405206"/>
                    </a:lnTo>
                    <a:moveTo>
                      <a:pt x="3478037" y="405206"/>
                    </a:moveTo>
                    <a:lnTo>
                      <a:pt x="3507937" y="382080"/>
                    </a:lnTo>
                    <a:moveTo>
                      <a:pt x="3507937" y="382080"/>
                    </a:moveTo>
                    <a:lnTo>
                      <a:pt x="3537837" y="358954"/>
                    </a:lnTo>
                    <a:moveTo>
                      <a:pt x="3537837" y="358954"/>
                    </a:moveTo>
                    <a:lnTo>
                      <a:pt x="3567737" y="335827"/>
                    </a:lnTo>
                    <a:moveTo>
                      <a:pt x="3567737" y="335827"/>
                    </a:moveTo>
                    <a:lnTo>
                      <a:pt x="3597637" y="312701"/>
                    </a:lnTo>
                    <a:moveTo>
                      <a:pt x="3597637" y="312701"/>
                    </a:moveTo>
                    <a:lnTo>
                      <a:pt x="3627537" y="289575"/>
                    </a:lnTo>
                    <a:moveTo>
                      <a:pt x="3627537" y="289575"/>
                    </a:moveTo>
                    <a:lnTo>
                      <a:pt x="3657438" y="266448"/>
                    </a:lnTo>
                    <a:moveTo>
                      <a:pt x="3657438" y="266448"/>
                    </a:moveTo>
                    <a:lnTo>
                      <a:pt x="3687338" y="243322"/>
                    </a:lnTo>
                    <a:moveTo>
                      <a:pt x="3687338" y="243322"/>
                    </a:moveTo>
                    <a:lnTo>
                      <a:pt x="3717238" y="220196"/>
                    </a:lnTo>
                    <a:moveTo>
                      <a:pt x="3717238" y="220196"/>
                    </a:moveTo>
                    <a:lnTo>
                      <a:pt x="3747138" y="197070"/>
                    </a:lnTo>
                    <a:moveTo>
                      <a:pt x="3747138" y="197070"/>
                    </a:moveTo>
                    <a:lnTo>
                      <a:pt x="3777038" y="173943"/>
                    </a:lnTo>
                    <a:moveTo>
                      <a:pt x="3777038" y="173943"/>
                    </a:moveTo>
                    <a:lnTo>
                      <a:pt x="3806938" y="150817"/>
                    </a:lnTo>
                    <a:moveTo>
                      <a:pt x="3806938" y="150817"/>
                    </a:moveTo>
                    <a:lnTo>
                      <a:pt x="3836838" y="127691"/>
                    </a:lnTo>
                    <a:moveTo>
                      <a:pt x="3836838" y="127691"/>
                    </a:moveTo>
                    <a:lnTo>
                      <a:pt x="3866738" y="104565"/>
                    </a:lnTo>
                    <a:moveTo>
                      <a:pt x="3866738" y="104565"/>
                    </a:moveTo>
                    <a:lnTo>
                      <a:pt x="3896638" y="81438"/>
                    </a:lnTo>
                    <a:moveTo>
                      <a:pt x="3896638" y="81438"/>
                    </a:moveTo>
                    <a:lnTo>
                      <a:pt x="3926538" y="58312"/>
                    </a:lnTo>
                    <a:moveTo>
                      <a:pt x="3926538" y="58312"/>
                    </a:moveTo>
                    <a:lnTo>
                      <a:pt x="3956439" y="35186"/>
                    </a:lnTo>
                    <a:moveTo>
                      <a:pt x="3956439" y="35186"/>
                    </a:moveTo>
                    <a:lnTo>
                      <a:pt x="3986339" y="12060"/>
                    </a:lnTo>
                    <a:moveTo>
                      <a:pt x="3986339" y="12060"/>
                    </a:moveTo>
                    <a:lnTo>
                      <a:pt x="4001931" y="0"/>
                    </a:lnTo>
                    <a:moveTo>
                      <a:pt x="269539" y="1739363"/>
                    </a:moveTo>
                    <a:lnTo>
                      <a:pt x="286390" y="1728702"/>
                    </a:lnTo>
                    <a:lnTo>
                      <a:pt x="295755" y="1743909"/>
                    </a:lnTo>
                    <a:moveTo>
                      <a:pt x="295755" y="1743909"/>
                    </a:moveTo>
                    <a:lnTo>
                      <a:pt x="315575" y="1776096"/>
                    </a:lnTo>
                    <a:moveTo>
                      <a:pt x="315575" y="1776096"/>
                    </a:moveTo>
                    <a:lnTo>
                      <a:pt x="334330" y="1806553"/>
                    </a:lnTo>
                    <a:moveTo>
                      <a:pt x="0" y="1181173"/>
                    </a:moveTo>
                    <a:lnTo>
                      <a:pt x="2484" y="1185525"/>
                    </a:lnTo>
                    <a:lnTo>
                      <a:pt x="4762" y="1189985"/>
                    </a:lnTo>
                    <a:lnTo>
                      <a:pt x="16823" y="1215011"/>
                    </a:lnTo>
                    <a:moveTo>
                      <a:pt x="16823" y="1215011"/>
                    </a:moveTo>
                    <a:lnTo>
                      <a:pt x="33234" y="1249062"/>
                    </a:lnTo>
                    <a:moveTo>
                      <a:pt x="33234" y="1249062"/>
                    </a:moveTo>
                    <a:lnTo>
                      <a:pt x="49645" y="1283114"/>
                    </a:lnTo>
                    <a:moveTo>
                      <a:pt x="49645" y="1283114"/>
                    </a:moveTo>
                    <a:lnTo>
                      <a:pt x="66056" y="1317166"/>
                    </a:lnTo>
                    <a:moveTo>
                      <a:pt x="66056" y="1317166"/>
                    </a:moveTo>
                    <a:lnTo>
                      <a:pt x="66549" y="1318189"/>
                    </a:lnTo>
                    <a:lnTo>
                      <a:pt x="82468" y="1351217"/>
                    </a:lnTo>
                    <a:moveTo>
                      <a:pt x="82468" y="1351217"/>
                    </a:moveTo>
                    <a:lnTo>
                      <a:pt x="98880" y="1385268"/>
                    </a:lnTo>
                    <a:moveTo>
                      <a:pt x="98880" y="1385268"/>
                    </a:moveTo>
                    <a:lnTo>
                      <a:pt x="99532" y="1386621"/>
                    </a:lnTo>
                    <a:lnTo>
                      <a:pt x="115291" y="1419320"/>
                    </a:lnTo>
                    <a:moveTo>
                      <a:pt x="115291" y="1419320"/>
                    </a:moveTo>
                    <a:lnTo>
                      <a:pt x="131703" y="1453371"/>
                    </a:lnTo>
                    <a:moveTo>
                      <a:pt x="131703" y="1453371"/>
                    </a:moveTo>
                    <a:lnTo>
                      <a:pt x="148114" y="1487423"/>
                    </a:lnTo>
                    <a:moveTo>
                      <a:pt x="148114" y="1487423"/>
                    </a:moveTo>
                    <a:lnTo>
                      <a:pt x="164526" y="1521474"/>
                    </a:lnTo>
                    <a:moveTo>
                      <a:pt x="164526" y="1521474"/>
                    </a:moveTo>
                    <a:lnTo>
                      <a:pt x="180937" y="1555526"/>
                    </a:lnTo>
                    <a:moveTo>
                      <a:pt x="180937" y="1555526"/>
                    </a:moveTo>
                    <a:lnTo>
                      <a:pt x="197348" y="1589577"/>
                    </a:lnTo>
                    <a:moveTo>
                      <a:pt x="197348" y="1589577"/>
                    </a:moveTo>
                    <a:lnTo>
                      <a:pt x="213760" y="1623629"/>
                    </a:lnTo>
                    <a:moveTo>
                      <a:pt x="213760" y="1623629"/>
                    </a:moveTo>
                    <a:lnTo>
                      <a:pt x="230171" y="1657680"/>
                    </a:lnTo>
                    <a:moveTo>
                      <a:pt x="230171" y="1657680"/>
                    </a:moveTo>
                    <a:lnTo>
                      <a:pt x="246582" y="1691732"/>
                    </a:lnTo>
                    <a:moveTo>
                      <a:pt x="246582" y="1691732"/>
                    </a:moveTo>
                    <a:lnTo>
                      <a:pt x="262994" y="1725783"/>
                    </a:lnTo>
                    <a:moveTo>
                      <a:pt x="262994" y="1725783"/>
                    </a:moveTo>
                    <a:lnTo>
                      <a:pt x="269539" y="1739363"/>
                    </a:lnTo>
                    <a:moveTo>
                      <a:pt x="143153" y="335975"/>
                    </a:moveTo>
                    <a:lnTo>
                      <a:pt x="166125" y="365994"/>
                    </a:lnTo>
                    <a:moveTo>
                      <a:pt x="166125" y="365994"/>
                    </a:moveTo>
                    <a:lnTo>
                      <a:pt x="189096" y="396013"/>
                    </a:lnTo>
                    <a:moveTo>
                      <a:pt x="189096" y="396013"/>
                    </a:moveTo>
                    <a:lnTo>
                      <a:pt x="212068" y="426033"/>
                    </a:lnTo>
                    <a:moveTo>
                      <a:pt x="212068" y="426033"/>
                    </a:moveTo>
                    <a:lnTo>
                      <a:pt x="235039" y="456052"/>
                    </a:lnTo>
                    <a:moveTo>
                      <a:pt x="235039" y="456052"/>
                    </a:moveTo>
                    <a:lnTo>
                      <a:pt x="258011" y="486071"/>
                    </a:lnTo>
                    <a:moveTo>
                      <a:pt x="258011" y="486071"/>
                    </a:moveTo>
                    <a:lnTo>
                      <a:pt x="280982" y="516090"/>
                    </a:lnTo>
                    <a:moveTo>
                      <a:pt x="280982" y="516090"/>
                    </a:moveTo>
                    <a:lnTo>
                      <a:pt x="303954" y="546109"/>
                    </a:lnTo>
                    <a:moveTo>
                      <a:pt x="303954" y="546109"/>
                    </a:moveTo>
                    <a:lnTo>
                      <a:pt x="326925" y="576128"/>
                    </a:lnTo>
                    <a:moveTo>
                      <a:pt x="326925" y="576128"/>
                    </a:moveTo>
                    <a:lnTo>
                      <a:pt x="349897" y="606147"/>
                    </a:lnTo>
                    <a:moveTo>
                      <a:pt x="349897" y="606147"/>
                    </a:moveTo>
                    <a:lnTo>
                      <a:pt x="372868" y="636167"/>
                    </a:lnTo>
                    <a:moveTo>
                      <a:pt x="372868" y="636167"/>
                    </a:moveTo>
                    <a:lnTo>
                      <a:pt x="395840" y="666186"/>
                    </a:lnTo>
                    <a:moveTo>
                      <a:pt x="395840" y="666186"/>
                    </a:moveTo>
                    <a:lnTo>
                      <a:pt x="402382" y="674735"/>
                    </a:lnTo>
                    <a:lnTo>
                      <a:pt x="418814" y="696203"/>
                    </a:lnTo>
                    <a:moveTo>
                      <a:pt x="418814" y="696203"/>
                    </a:moveTo>
                    <a:lnTo>
                      <a:pt x="441790" y="726218"/>
                    </a:lnTo>
                    <a:moveTo>
                      <a:pt x="441790" y="726218"/>
                    </a:moveTo>
                    <a:lnTo>
                      <a:pt x="464766" y="756234"/>
                    </a:lnTo>
                    <a:moveTo>
                      <a:pt x="464766" y="756234"/>
                    </a:moveTo>
                    <a:lnTo>
                      <a:pt x="487742" y="786250"/>
                    </a:lnTo>
                    <a:moveTo>
                      <a:pt x="487742" y="786250"/>
                    </a:moveTo>
                    <a:lnTo>
                      <a:pt x="510718" y="816266"/>
                    </a:lnTo>
                    <a:moveTo>
                      <a:pt x="510718" y="816266"/>
                    </a:moveTo>
                    <a:lnTo>
                      <a:pt x="533694" y="846281"/>
                    </a:lnTo>
                    <a:moveTo>
                      <a:pt x="533694" y="846281"/>
                    </a:moveTo>
                    <a:lnTo>
                      <a:pt x="542745" y="858105"/>
                    </a:lnTo>
                    <a:lnTo>
                      <a:pt x="524528" y="871999"/>
                    </a:lnTo>
                    <a:moveTo>
                      <a:pt x="524528" y="871999"/>
                    </a:moveTo>
                    <a:lnTo>
                      <a:pt x="494473" y="894923"/>
                    </a:lnTo>
                    <a:moveTo>
                      <a:pt x="494473" y="894923"/>
                    </a:moveTo>
                    <a:lnTo>
                      <a:pt x="464417" y="917847"/>
                    </a:lnTo>
                    <a:moveTo>
                      <a:pt x="464417" y="917847"/>
                    </a:moveTo>
                    <a:lnTo>
                      <a:pt x="434361" y="940770"/>
                    </a:lnTo>
                    <a:moveTo>
                      <a:pt x="434361" y="940770"/>
                    </a:moveTo>
                    <a:lnTo>
                      <a:pt x="404306" y="963694"/>
                    </a:lnTo>
                    <a:moveTo>
                      <a:pt x="404306" y="963694"/>
                    </a:moveTo>
                    <a:lnTo>
                      <a:pt x="374250" y="986618"/>
                    </a:lnTo>
                    <a:moveTo>
                      <a:pt x="374250" y="986618"/>
                    </a:moveTo>
                    <a:lnTo>
                      <a:pt x="344195" y="1009542"/>
                    </a:lnTo>
                    <a:moveTo>
                      <a:pt x="344195" y="1009542"/>
                    </a:moveTo>
                    <a:lnTo>
                      <a:pt x="343979" y="1009706"/>
                    </a:lnTo>
                    <a:lnTo>
                      <a:pt x="360276" y="1043512"/>
                    </a:lnTo>
                    <a:moveTo>
                      <a:pt x="360276" y="1043512"/>
                    </a:moveTo>
                    <a:lnTo>
                      <a:pt x="376691" y="1077562"/>
                    </a:lnTo>
                    <a:moveTo>
                      <a:pt x="376691" y="1077562"/>
                    </a:moveTo>
                    <a:lnTo>
                      <a:pt x="393106" y="1111612"/>
                    </a:lnTo>
                    <a:moveTo>
                      <a:pt x="393106" y="1111612"/>
                    </a:moveTo>
                    <a:lnTo>
                      <a:pt x="409521" y="1145662"/>
                    </a:lnTo>
                    <a:moveTo>
                      <a:pt x="409521" y="1145662"/>
                    </a:moveTo>
                    <a:lnTo>
                      <a:pt x="425936" y="1179712"/>
                    </a:lnTo>
                    <a:moveTo>
                      <a:pt x="425936" y="1179712"/>
                    </a:moveTo>
                    <a:lnTo>
                      <a:pt x="442350" y="1213762"/>
                    </a:lnTo>
                    <a:moveTo>
                      <a:pt x="442350" y="1213762"/>
                    </a:moveTo>
                    <a:lnTo>
                      <a:pt x="458765" y="1247811"/>
                    </a:lnTo>
                    <a:moveTo>
                      <a:pt x="458765" y="1247811"/>
                    </a:moveTo>
                    <a:lnTo>
                      <a:pt x="475180" y="1281861"/>
                    </a:lnTo>
                    <a:moveTo>
                      <a:pt x="475180" y="1281861"/>
                    </a:moveTo>
                    <a:lnTo>
                      <a:pt x="491595" y="1315911"/>
                    </a:lnTo>
                    <a:moveTo>
                      <a:pt x="491595" y="1315911"/>
                    </a:moveTo>
                    <a:lnTo>
                      <a:pt x="508009" y="1349961"/>
                    </a:lnTo>
                    <a:moveTo>
                      <a:pt x="508009" y="1349961"/>
                    </a:moveTo>
                    <a:lnTo>
                      <a:pt x="524424" y="1384011"/>
                    </a:lnTo>
                    <a:moveTo>
                      <a:pt x="524424" y="1384011"/>
                    </a:moveTo>
                    <a:lnTo>
                      <a:pt x="540839" y="1418061"/>
                    </a:lnTo>
                    <a:moveTo>
                      <a:pt x="540839" y="1418061"/>
                    </a:moveTo>
                    <a:lnTo>
                      <a:pt x="557254" y="1452111"/>
                    </a:lnTo>
                    <a:moveTo>
                      <a:pt x="557254" y="1452111"/>
                    </a:moveTo>
                    <a:lnTo>
                      <a:pt x="573668" y="1486161"/>
                    </a:lnTo>
                    <a:moveTo>
                      <a:pt x="573668" y="1486161"/>
                    </a:moveTo>
                    <a:lnTo>
                      <a:pt x="590083" y="1520211"/>
                    </a:lnTo>
                    <a:moveTo>
                      <a:pt x="590083" y="1520211"/>
                    </a:moveTo>
                    <a:lnTo>
                      <a:pt x="606498" y="1554261"/>
                    </a:lnTo>
                    <a:moveTo>
                      <a:pt x="606498" y="1554261"/>
                    </a:moveTo>
                    <a:lnTo>
                      <a:pt x="622913" y="1588310"/>
                    </a:lnTo>
                    <a:moveTo>
                      <a:pt x="622913" y="1588310"/>
                    </a:moveTo>
                    <a:lnTo>
                      <a:pt x="626184" y="1595095"/>
                    </a:lnTo>
                    <a:moveTo>
                      <a:pt x="2443822" y="6250432"/>
                    </a:moveTo>
                    <a:lnTo>
                      <a:pt x="2440766" y="6244091"/>
                    </a:lnTo>
                    <a:moveTo>
                      <a:pt x="2440766" y="6244091"/>
                    </a:moveTo>
                    <a:lnTo>
                      <a:pt x="2424359" y="6210037"/>
                    </a:lnTo>
                    <a:moveTo>
                      <a:pt x="2424359" y="6210037"/>
                    </a:moveTo>
                    <a:lnTo>
                      <a:pt x="2407952" y="6175984"/>
                    </a:lnTo>
                    <a:moveTo>
                      <a:pt x="2407952" y="6175984"/>
                    </a:moveTo>
                    <a:lnTo>
                      <a:pt x="2398293" y="6155935"/>
                    </a:lnTo>
                    <a:lnTo>
                      <a:pt x="2391545" y="6141930"/>
                    </a:lnTo>
                    <a:moveTo>
                      <a:pt x="2391545" y="6141930"/>
                    </a:moveTo>
                    <a:lnTo>
                      <a:pt x="2375137" y="6107877"/>
                    </a:lnTo>
                    <a:moveTo>
                      <a:pt x="2375137" y="6107877"/>
                    </a:moveTo>
                    <a:lnTo>
                      <a:pt x="2358730" y="6073823"/>
                    </a:lnTo>
                    <a:moveTo>
                      <a:pt x="2358730" y="6073823"/>
                    </a:moveTo>
                    <a:lnTo>
                      <a:pt x="2342323" y="6039770"/>
                    </a:lnTo>
                    <a:moveTo>
                      <a:pt x="2342323" y="6039770"/>
                    </a:moveTo>
                    <a:lnTo>
                      <a:pt x="2328382" y="6010836"/>
                    </a:lnTo>
                    <a:lnTo>
                      <a:pt x="2325915" y="6005716"/>
                    </a:lnTo>
                    <a:moveTo>
                      <a:pt x="2325915" y="6005716"/>
                    </a:moveTo>
                    <a:lnTo>
                      <a:pt x="2309502" y="5971666"/>
                    </a:lnTo>
                    <a:moveTo>
                      <a:pt x="2309502" y="5971666"/>
                    </a:moveTo>
                    <a:lnTo>
                      <a:pt x="2293089" y="5937615"/>
                    </a:lnTo>
                    <a:moveTo>
                      <a:pt x="2293089" y="5937615"/>
                    </a:moveTo>
                    <a:lnTo>
                      <a:pt x="2276676" y="5903564"/>
                    </a:lnTo>
                    <a:moveTo>
                      <a:pt x="2276676" y="5903564"/>
                    </a:moveTo>
                    <a:lnTo>
                      <a:pt x="2260263" y="5869513"/>
                    </a:lnTo>
                    <a:moveTo>
                      <a:pt x="2260263" y="5869513"/>
                    </a:moveTo>
                    <a:lnTo>
                      <a:pt x="2243850" y="5835463"/>
                    </a:lnTo>
                    <a:moveTo>
                      <a:pt x="2243850" y="5835463"/>
                    </a:moveTo>
                    <a:lnTo>
                      <a:pt x="2227437" y="5801412"/>
                    </a:lnTo>
                    <a:moveTo>
                      <a:pt x="2227437" y="5801412"/>
                    </a:moveTo>
                    <a:lnTo>
                      <a:pt x="2211024" y="5767361"/>
                    </a:lnTo>
                    <a:moveTo>
                      <a:pt x="2211024" y="5767361"/>
                    </a:moveTo>
                    <a:lnTo>
                      <a:pt x="2194611" y="5733310"/>
                    </a:lnTo>
                    <a:moveTo>
                      <a:pt x="2194611" y="5733310"/>
                    </a:moveTo>
                    <a:lnTo>
                      <a:pt x="2178198" y="5699260"/>
                    </a:lnTo>
                    <a:moveTo>
                      <a:pt x="2178198" y="5699260"/>
                    </a:moveTo>
                    <a:lnTo>
                      <a:pt x="2161785" y="5665209"/>
                    </a:lnTo>
                    <a:moveTo>
                      <a:pt x="2161785" y="5665209"/>
                    </a:moveTo>
                    <a:lnTo>
                      <a:pt x="2145372" y="5631158"/>
                    </a:lnTo>
                    <a:moveTo>
                      <a:pt x="2145372" y="5631158"/>
                    </a:moveTo>
                    <a:lnTo>
                      <a:pt x="2128959" y="5597107"/>
                    </a:lnTo>
                    <a:moveTo>
                      <a:pt x="2128959" y="5597107"/>
                    </a:moveTo>
                    <a:lnTo>
                      <a:pt x="2112546" y="5563057"/>
                    </a:lnTo>
                    <a:moveTo>
                      <a:pt x="2112546" y="5563057"/>
                    </a:moveTo>
                    <a:lnTo>
                      <a:pt x="2096133" y="5529006"/>
                    </a:lnTo>
                    <a:moveTo>
                      <a:pt x="2096133" y="5529006"/>
                    </a:moveTo>
                    <a:lnTo>
                      <a:pt x="2079720" y="5494955"/>
                    </a:lnTo>
                    <a:moveTo>
                      <a:pt x="2079720" y="5494955"/>
                    </a:moveTo>
                    <a:lnTo>
                      <a:pt x="2063307" y="5460904"/>
                    </a:lnTo>
                    <a:moveTo>
                      <a:pt x="2063307" y="5460904"/>
                    </a:moveTo>
                    <a:lnTo>
                      <a:pt x="2046894" y="5426854"/>
                    </a:lnTo>
                    <a:moveTo>
                      <a:pt x="2046894" y="5426854"/>
                    </a:moveTo>
                    <a:lnTo>
                      <a:pt x="2030481" y="5392803"/>
                    </a:lnTo>
                    <a:moveTo>
                      <a:pt x="2030481" y="5392803"/>
                    </a:moveTo>
                    <a:lnTo>
                      <a:pt x="2014068" y="5358752"/>
                    </a:lnTo>
                    <a:moveTo>
                      <a:pt x="2014068" y="5358752"/>
                    </a:moveTo>
                    <a:lnTo>
                      <a:pt x="1997655" y="5324701"/>
                    </a:lnTo>
                    <a:moveTo>
                      <a:pt x="1997655" y="5324701"/>
                    </a:moveTo>
                    <a:lnTo>
                      <a:pt x="1981242" y="5290651"/>
                    </a:lnTo>
                    <a:moveTo>
                      <a:pt x="1981242" y="5290651"/>
                    </a:moveTo>
                    <a:lnTo>
                      <a:pt x="1964829" y="5256600"/>
                    </a:lnTo>
                    <a:moveTo>
                      <a:pt x="1964829" y="5256600"/>
                    </a:moveTo>
                    <a:lnTo>
                      <a:pt x="1948416" y="5222549"/>
                    </a:lnTo>
                    <a:moveTo>
                      <a:pt x="1948416" y="5222549"/>
                    </a:moveTo>
                    <a:lnTo>
                      <a:pt x="1937602" y="5200115"/>
                    </a:lnTo>
                    <a:lnTo>
                      <a:pt x="1932003" y="5188498"/>
                    </a:lnTo>
                    <a:moveTo>
                      <a:pt x="1932003" y="5188498"/>
                    </a:moveTo>
                    <a:lnTo>
                      <a:pt x="1915590" y="5154448"/>
                    </a:lnTo>
                    <a:moveTo>
                      <a:pt x="1915590" y="5154448"/>
                    </a:moveTo>
                    <a:lnTo>
                      <a:pt x="1908564" y="5139873"/>
                    </a:lnTo>
                    <a:lnTo>
                      <a:pt x="1899177" y="5120397"/>
                    </a:lnTo>
                    <a:moveTo>
                      <a:pt x="1899177" y="5120397"/>
                    </a:moveTo>
                    <a:lnTo>
                      <a:pt x="1882763" y="5086346"/>
                    </a:lnTo>
                    <a:moveTo>
                      <a:pt x="1882763" y="5086346"/>
                    </a:moveTo>
                    <a:lnTo>
                      <a:pt x="1866350" y="5052296"/>
                    </a:lnTo>
                    <a:moveTo>
                      <a:pt x="1866350" y="5052296"/>
                    </a:moveTo>
                    <a:lnTo>
                      <a:pt x="1849937" y="5018245"/>
                    </a:lnTo>
                    <a:moveTo>
                      <a:pt x="1849937" y="5018245"/>
                    </a:moveTo>
                    <a:lnTo>
                      <a:pt x="1833524" y="4984194"/>
                    </a:lnTo>
                    <a:moveTo>
                      <a:pt x="1833524" y="4984194"/>
                    </a:moveTo>
                    <a:lnTo>
                      <a:pt x="1817111" y="4950143"/>
                    </a:lnTo>
                    <a:moveTo>
                      <a:pt x="1817111" y="4950143"/>
                    </a:moveTo>
                    <a:lnTo>
                      <a:pt x="1810841" y="4937135"/>
                    </a:lnTo>
                    <a:moveTo>
                      <a:pt x="2661891" y="6081082"/>
                    </a:moveTo>
                    <a:lnTo>
                      <a:pt x="2678305" y="6115133"/>
                    </a:lnTo>
                    <a:moveTo>
                      <a:pt x="2678305" y="6115133"/>
                    </a:moveTo>
                    <a:lnTo>
                      <a:pt x="2694718" y="6149183"/>
                    </a:lnTo>
                    <a:moveTo>
                      <a:pt x="2694718" y="6149183"/>
                    </a:moveTo>
                    <a:lnTo>
                      <a:pt x="2711132" y="6183234"/>
                    </a:lnTo>
                    <a:moveTo>
                      <a:pt x="2711132" y="6183234"/>
                    </a:moveTo>
                    <a:lnTo>
                      <a:pt x="2727546" y="6217284"/>
                    </a:lnTo>
                    <a:moveTo>
                      <a:pt x="2727546" y="6217284"/>
                    </a:moveTo>
                    <a:lnTo>
                      <a:pt x="2740132" y="6243395"/>
                    </a:lnTo>
                    <a:lnTo>
                      <a:pt x="2743151" y="6249276"/>
                    </a:lnTo>
                    <a:lnTo>
                      <a:pt x="2743817" y="6250432"/>
                    </a:lnTo>
                    <a:moveTo>
                      <a:pt x="3037067" y="6250432"/>
                    </a:moveTo>
                    <a:lnTo>
                      <a:pt x="3056336" y="6241210"/>
                    </a:lnTo>
                    <a:moveTo>
                      <a:pt x="3056336" y="6241210"/>
                    </a:moveTo>
                    <a:lnTo>
                      <a:pt x="3090432" y="6224891"/>
                    </a:lnTo>
                    <a:moveTo>
                      <a:pt x="3090432" y="6224891"/>
                    </a:moveTo>
                    <a:lnTo>
                      <a:pt x="3124528" y="6208572"/>
                    </a:lnTo>
                    <a:moveTo>
                      <a:pt x="3124528" y="6208572"/>
                    </a:moveTo>
                    <a:lnTo>
                      <a:pt x="3158623" y="6192253"/>
                    </a:lnTo>
                    <a:moveTo>
                      <a:pt x="3158623" y="6192253"/>
                    </a:moveTo>
                    <a:lnTo>
                      <a:pt x="3192719" y="6175934"/>
                    </a:lnTo>
                    <a:moveTo>
                      <a:pt x="3192719" y="6175934"/>
                    </a:moveTo>
                    <a:lnTo>
                      <a:pt x="3226815" y="6159615"/>
                    </a:lnTo>
                    <a:moveTo>
                      <a:pt x="3226815" y="6159615"/>
                    </a:moveTo>
                    <a:lnTo>
                      <a:pt x="3260911" y="6143296"/>
                    </a:lnTo>
                    <a:moveTo>
                      <a:pt x="3260911" y="6143296"/>
                    </a:moveTo>
                    <a:lnTo>
                      <a:pt x="3295007" y="6126977"/>
                    </a:lnTo>
                    <a:moveTo>
                      <a:pt x="3295007" y="6126977"/>
                    </a:moveTo>
                    <a:lnTo>
                      <a:pt x="3329103" y="6110658"/>
                    </a:lnTo>
                    <a:moveTo>
                      <a:pt x="3329103" y="6110658"/>
                    </a:moveTo>
                    <a:lnTo>
                      <a:pt x="3363199" y="6094339"/>
                    </a:lnTo>
                    <a:moveTo>
                      <a:pt x="3363199" y="6094339"/>
                    </a:moveTo>
                    <a:lnTo>
                      <a:pt x="3397295" y="6078020"/>
                    </a:lnTo>
                    <a:moveTo>
                      <a:pt x="3397295" y="6078020"/>
                    </a:moveTo>
                    <a:lnTo>
                      <a:pt x="3431391" y="6061701"/>
                    </a:lnTo>
                    <a:moveTo>
                      <a:pt x="3431391" y="6061701"/>
                    </a:moveTo>
                    <a:lnTo>
                      <a:pt x="3465487" y="6045382"/>
                    </a:lnTo>
                    <a:moveTo>
                      <a:pt x="3465487" y="6045382"/>
                    </a:moveTo>
                    <a:lnTo>
                      <a:pt x="3499583" y="6029064"/>
                    </a:lnTo>
                    <a:moveTo>
                      <a:pt x="3499583" y="6029064"/>
                    </a:moveTo>
                    <a:lnTo>
                      <a:pt x="3533679" y="6012745"/>
                    </a:lnTo>
                    <a:moveTo>
                      <a:pt x="3533679" y="6012745"/>
                    </a:moveTo>
                    <a:lnTo>
                      <a:pt x="3567775" y="5996426"/>
                    </a:lnTo>
                    <a:moveTo>
                      <a:pt x="3567775" y="5996426"/>
                    </a:moveTo>
                    <a:lnTo>
                      <a:pt x="3601871" y="5980107"/>
                    </a:lnTo>
                    <a:moveTo>
                      <a:pt x="3601871" y="5980107"/>
                    </a:moveTo>
                    <a:lnTo>
                      <a:pt x="3635967" y="5963788"/>
                    </a:lnTo>
                    <a:moveTo>
                      <a:pt x="3635967" y="5963788"/>
                    </a:moveTo>
                    <a:lnTo>
                      <a:pt x="3670062" y="5947469"/>
                    </a:lnTo>
                    <a:moveTo>
                      <a:pt x="3670062" y="5947469"/>
                    </a:moveTo>
                    <a:lnTo>
                      <a:pt x="3704158" y="5931150"/>
                    </a:lnTo>
                    <a:moveTo>
                      <a:pt x="3704158" y="5931150"/>
                    </a:moveTo>
                    <a:lnTo>
                      <a:pt x="3738254" y="5914831"/>
                    </a:lnTo>
                    <a:moveTo>
                      <a:pt x="3738254" y="5914831"/>
                    </a:moveTo>
                    <a:lnTo>
                      <a:pt x="3772350" y="5898512"/>
                    </a:lnTo>
                    <a:moveTo>
                      <a:pt x="3772350" y="5898512"/>
                    </a:moveTo>
                    <a:lnTo>
                      <a:pt x="3806446" y="5882193"/>
                    </a:lnTo>
                    <a:moveTo>
                      <a:pt x="3806446" y="5882193"/>
                    </a:moveTo>
                    <a:lnTo>
                      <a:pt x="3840542" y="5865874"/>
                    </a:lnTo>
                    <a:moveTo>
                      <a:pt x="3840542" y="5865874"/>
                    </a:moveTo>
                    <a:lnTo>
                      <a:pt x="3874638" y="5849555"/>
                    </a:lnTo>
                    <a:moveTo>
                      <a:pt x="3874638" y="5849555"/>
                    </a:moveTo>
                    <a:lnTo>
                      <a:pt x="3908734" y="5833236"/>
                    </a:lnTo>
                    <a:moveTo>
                      <a:pt x="3908734" y="5833236"/>
                    </a:moveTo>
                    <a:lnTo>
                      <a:pt x="3942830" y="5816918"/>
                    </a:lnTo>
                    <a:moveTo>
                      <a:pt x="3942830" y="5816918"/>
                    </a:moveTo>
                    <a:lnTo>
                      <a:pt x="3976926" y="5800599"/>
                    </a:lnTo>
                    <a:moveTo>
                      <a:pt x="3976926" y="5800599"/>
                    </a:moveTo>
                    <a:lnTo>
                      <a:pt x="4011022" y="5784280"/>
                    </a:lnTo>
                    <a:moveTo>
                      <a:pt x="4011022" y="5784280"/>
                    </a:moveTo>
                    <a:lnTo>
                      <a:pt x="4045118" y="5767961"/>
                    </a:lnTo>
                    <a:moveTo>
                      <a:pt x="4045118" y="5767961"/>
                    </a:moveTo>
                    <a:lnTo>
                      <a:pt x="4079214" y="5751642"/>
                    </a:lnTo>
                    <a:moveTo>
                      <a:pt x="4079214" y="5751642"/>
                    </a:moveTo>
                    <a:lnTo>
                      <a:pt x="4113310" y="5735323"/>
                    </a:lnTo>
                    <a:moveTo>
                      <a:pt x="4113310" y="5735323"/>
                    </a:moveTo>
                    <a:lnTo>
                      <a:pt x="4147406" y="5719004"/>
                    </a:lnTo>
                    <a:moveTo>
                      <a:pt x="4147406" y="5719004"/>
                    </a:moveTo>
                    <a:lnTo>
                      <a:pt x="4181501" y="5702685"/>
                    </a:lnTo>
                    <a:moveTo>
                      <a:pt x="4181501" y="5702685"/>
                    </a:moveTo>
                    <a:lnTo>
                      <a:pt x="4215597" y="5686366"/>
                    </a:lnTo>
                    <a:moveTo>
                      <a:pt x="4215597" y="5686366"/>
                    </a:moveTo>
                    <a:lnTo>
                      <a:pt x="4249693" y="5670047"/>
                    </a:lnTo>
                    <a:moveTo>
                      <a:pt x="4249693" y="5670047"/>
                    </a:moveTo>
                    <a:lnTo>
                      <a:pt x="4283789" y="5653728"/>
                    </a:lnTo>
                    <a:moveTo>
                      <a:pt x="4283789" y="5653728"/>
                    </a:moveTo>
                    <a:lnTo>
                      <a:pt x="4317885" y="5637409"/>
                    </a:lnTo>
                    <a:moveTo>
                      <a:pt x="4317885" y="5637409"/>
                    </a:moveTo>
                    <a:lnTo>
                      <a:pt x="4351981" y="5621090"/>
                    </a:lnTo>
                    <a:moveTo>
                      <a:pt x="4351981" y="5621090"/>
                    </a:moveTo>
                    <a:lnTo>
                      <a:pt x="4386077" y="5604771"/>
                    </a:lnTo>
                    <a:moveTo>
                      <a:pt x="4386077" y="5604771"/>
                    </a:moveTo>
                    <a:lnTo>
                      <a:pt x="4420173" y="5588453"/>
                    </a:lnTo>
                    <a:moveTo>
                      <a:pt x="4420173" y="5588453"/>
                    </a:moveTo>
                    <a:lnTo>
                      <a:pt x="4454269" y="5572134"/>
                    </a:lnTo>
                    <a:moveTo>
                      <a:pt x="4454269" y="5572134"/>
                    </a:moveTo>
                    <a:lnTo>
                      <a:pt x="4488365" y="5555815"/>
                    </a:lnTo>
                    <a:moveTo>
                      <a:pt x="4488365" y="5555815"/>
                    </a:moveTo>
                    <a:lnTo>
                      <a:pt x="4509274" y="5545807"/>
                    </a:lnTo>
                    <a:moveTo>
                      <a:pt x="4501016" y="5176138"/>
                    </a:moveTo>
                    <a:lnTo>
                      <a:pt x="4509274" y="5193391"/>
                    </a:lnTo>
                    <a:moveTo>
                      <a:pt x="2110481" y="4937135"/>
                    </a:moveTo>
                    <a:lnTo>
                      <a:pt x="2126895" y="4971186"/>
                    </a:lnTo>
                    <a:moveTo>
                      <a:pt x="2126895" y="4971186"/>
                    </a:moveTo>
                    <a:lnTo>
                      <a:pt x="2143308" y="5005236"/>
                    </a:lnTo>
                    <a:moveTo>
                      <a:pt x="2143308" y="5005236"/>
                    </a:moveTo>
                    <a:lnTo>
                      <a:pt x="2159721" y="5039287"/>
                    </a:lnTo>
                    <a:moveTo>
                      <a:pt x="2159721" y="5039287"/>
                    </a:moveTo>
                    <a:lnTo>
                      <a:pt x="2176134" y="5073338"/>
                    </a:lnTo>
                    <a:moveTo>
                      <a:pt x="2176134" y="5073338"/>
                    </a:moveTo>
                    <a:lnTo>
                      <a:pt x="2192548" y="5107388"/>
                    </a:lnTo>
                    <a:moveTo>
                      <a:pt x="2192548" y="5107388"/>
                    </a:moveTo>
                    <a:lnTo>
                      <a:pt x="2208961" y="5141439"/>
                    </a:lnTo>
                    <a:moveTo>
                      <a:pt x="2208961" y="5141439"/>
                    </a:moveTo>
                    <a:lnTo>
                      <a:pt x="2225374" y="5175490"/>
                    </a:lnTo>
                    <a:moveTo>
                      <a:pt x="2225374" y="5175490"/>
                    </a:moveTo>
                    <a:lnTo>
                      <a:pt x="2241787" y="5209540"/>
                    </a:lnTo>
                    <a:moveTo>
                      <a:pt x="2241787" y="5209540"/>
                    </a:moveTo>
                    <a:lnTo>
                      <a:pt x="2258200" y="5243591"/>
                    </a:lnTo>
                    <a:moveTo>
                      <a:pt x="2258200" y="5243591"/>
                    </a:moveTo>
                    <a:lnTo>
                      <a:pt x="2274614" y="5277641"/>
                    </a:lnTo>
                    <a:moveTo>
                      <a:pt x="2274614" y="5277641"/>
                    </a:moveTo>
                    <a:lnTo>
                      <a:pt x="2291027" y="5311692"/>
                    </a:lnTo>
                    <a:moveTo>
                      <a:pt x="2291027" y="5311692"/>
                    </a:moveTo>
                    <a:lnTo>
                      <a:pt x="2307440" y="5345743"/>
                    </a:lnTo>
                    <a:moveTo>
                      <a:pt x="2307440" y="5345743"/>
                    </a:moveTo>
                    <a:lnTo>
                      <a:pt x="2323853" y="5379793"/>
                    </a:lnTo>
                    <a:moveTo>
                      <a:pt x="2323853" y="5379793"/>
                    </a:moveTo>
                    <a:lnTo>
                      <a:pt x="2340267" y="5413844"/>
                    </a:lnTo>
                    <a:moveTo>
                      <a:pt x="2340267" y="5413844"/>
                    </a:moveTo>
                    <a:lnTo>
                      <a:pt x="2356680" y="5447895"/>
                    </a:lnTo>
                    <a:moveTo>
                      <a:pt x="2356680" y="5447895"/>
                    </a:moveTo>
                    <a:lnTo>
                      <a:pt x="2373093" y="5481945"/>
                    </a:lnTo>
                    <a:moveTo>
                      <a:pt x="2373093" y="5481945"/>
                    </a:moveTo>
                    <a:lnTo>
                      <a:pt x="2383336" y="5503196"/>
                    </a:lnTo>
                    <a:moveTo>
                      <a:pt x="2661891" y="6081082"/>
                    </a:moveTo>
                    <a:lnTo>
                      <a:pt x="2695937" y="6064659"/>
                    </a:lnTo>
                    <a:moveTo>
                      <a:pt x="2695937" y="6064659"/>
                    </a:moveTo>
                    <a:lnTo>
                      <a:pt x="2710094" y="6057830"/>
                    </a:lnTo>
                    <a:lnTo>
                      <a:pt x="2700457" y="6037961"/>
                    </a:lnTo>
                    <a:moveTo>
                      <a:pt x="2700457" y="6037961"/>
                    </a:moveTo>
                    <a:lnTo>
                      <a:pt x="2683962" y="6003950"/>
                    </a:lnTo>
                    <a:moveTo>
                      <a:pt x="2683962" y="6003950"/>
                    </a:moveTo>
                    <a:lnTo>
                      <a:pt x="2667466" y="5969940"/>
                    </a:lnTo>
                    <a:moveTo>
                      <a:pt x="2667466" y="5969940"/>
                    </a:moveTo>
                    <a:lnTo>
                      <a:pt x="2650970" y="5935929"/>
                    </a:lnTo>
                    <a:moveTo>
                      <a:pt x="2650970" y="5935929"/>
                    </a:moveTo>
                    <a:lnTo>
                      <a:pt x="2634474" y="5901918"/>
                    </a:lnTo>
                    <a:moveTo>
                      <a:pt x="2634474" y="5901918"/>
                    </a:moveTo>
                    <a:lnTo>
                      <a:pt x="2617979" y="5867907"/>
                    </a:lnTo>
                    <a:moveTo>
                      <a:pt x="2617979" y="5867907"/>
                    </a:moveTo>
                    <a:lnTo>
                      <a:pt x="2601483" y="5833897"/>
                    </a:lnTo>
                    <a:moveTo>
                      <a:pt x="2601483" y="5833897"/>
                    </a:moveTo>
                    <a:lnTo>
                      <a:pt x="2584987" y="5799886"/>
                    </a:lnTo>
                    <a:moveTo>
                      <a:pt x="2584987" y="5799886"/>
                    </a:moveTo>
                    <a:lnTo>
                      <a:pt x="2568491" y="5765875"/>
                    </a:lnTo>
                    <a:moveTo>
                      <a:pt x="2568491" y="5765875"/>
                    </a:moveTo>
                    <a:lnTo>
                      <a:pt x="2551996" y="5731864"/>
                    </a:lnTo>
                    <a:moveTo>
                      <a:pt x="2551996" y="5731864"/>
                    </a:moveTo>
                    <a:lnTo>
                      <a:pt x="2535500" y="5697854"/>
                    </a:lnTo>
                    <a:moveTo>
                      <a:pt x="2535500" y="5697854"/>
                    </a:moveTo>
                    <a:lnTo>
                      <a:pt x="2519004" y="5663843"/>
                    </a:lnTo>
                    <a:moveTo>
                      <a:pt x="2519004" y="5663843"/>
                    </a:moveTo>
                    <a:lnTo>
                      <a:pt x="2502508" y="5629832"/>
                    </a:lnTo>
                    <a:moveTo>
                      <a:pt x="2502508" y="5629832"/>
                    </a:moveTo>
                    <a:lnTo>
                      <a:pt x="2486013" y="5595821"/>
                    </a:lnTo>
                    <a:moveTo>
                      <a:pt x="2486013" y="5595821"/>
                    </a:moveTo>
                    <a:lnTo>
                      <a:pt x="2469517" y="5561811"/>
                    </a:lnTo>
                    <a:moveTo>
                      <a:pt x="2469517" y="5561811"/>
                    </a:moveTo>
                    <a:lnTo>
                      <a:pt x="2453021" y="5527800"/>
                    </a:lnTo>
                    <a:moveTo>
                      <a:pt x="2453021" y="5527800"/>
                    </a:moveTo>
                    <a:lnTo>
                      <a:pt x="2436525" y="5493789"/>
                    </a:lnTo>
                    <a:moveTo>
                      <a:pt x="2436525" y="5493789"/>
                    </a:moveTo>
                    <a:lnTo>
                      <a:pt x="2430138" y="5480620"/>
                    </a:lnTo>
                    <a:lnTo>
                      <a:pt x="2409275" y="5490684"/>
                    </a:lnTo>
                    <a:moveTo>
                      <a:pt x="2409275" y="5490684"/>
                    </a:moveTo>
                    <a:lnTo>
                      <a:pt x="2383336" y="5503196"/>
                    </a:lnTo>
                    <a:moveTo>
                      <a:pt x="2048864" y="4809305"/>
                    </a:moveTo>
                    <a:lnTo>
                      <a:pt x="2082916" y="4792896"/>
                    </a:lnTo>
                    <a:moveTo>
                      <a:pt x="2082916" y="4792896"/>
                    </a:moveTo>
                    <a:lnTo>
                      <a:pt x="2116969" y="4776488"/>
                    </a:lnTo>
                    <a:moveTo>
                      <a:pt x="2116969" y="4776488"/>
                    </a:moveTo>
                    <a:lnTo>
                      <a:pt x="2151022" y="4760079"/>
                    </a:lnTo>
                    <a:moveTo>
                      <a:pt x="2151022" y="4760079"/>
                    </a:moveTo>
                    <a:lnTo>
                      <a:pt x="2185075" y="4743671"/>
                    </a:lnTo>
                    <a:moveTo>
                      <a:pt x="2185075" y="4743671"/>
                    </a:moveTo>
                    <a:lnTo>
                      <a:pt x="2219128" y="4727262"/>
                    </a:lnTo>
                    <a:moveTo>
                      <a:pt x="2219128" y="4727262"/>
                    </a:moveTo>
                    <a:lnTo>
                      <a:pt x="2253181" y="4710853"/>
                    </a:lnTo>
                    <a:moveTo>
                      <a:pt x="2253181" y="4710853"/>
                    </a:moveTo>
                    <a:lnTo>
                      <a:pt x="2287234" y="4694445"/>
                    </a:lnTo>
                    <a:moveTo>
                      <a:pt x="2287234" y="4694445"/>
                    </a:moveTo>
                    <a:lnTo>
                      <a:pt x="2321287" y="4678036"/>
                    </a:lnTo>
                    <a:moveTo>
                      <a:pt x="2321287" y="4678036"/>
                    </a:moveTo>
                    <a:lnTo>
                      <a:pt x="2355340" y="4661628"/>
                    </a:lnTo>
                    <a:moveTo>
                      <a:pt x="2355340" y="4661628"/>
                    </a:moveTo>
                    <a:lnTo>
                      <a:pt x="2389392" y="4645219"/>
                    </a:lnTo>
                    <a:moveTo>
                      <a:pt x="2389392" y="4645219"/>
                    </a:moveTo>
                    <a:lnTo>
                      <a:pt x="2423445" y="4628811"/>
                    </a:lnTo>
                    <a:moveTo>
                      <a:pt x="2423445" y="4628811"/>
                    </a:moveTo>
                    <a:lnTo>
                      <a:pt x="2457498" y="4612402"/>
                    </a:lnTo>
                    <a:moveTo>
                      <a:pt x="2457498" y="4612402"/>
                    </a:moveTo>
                    <a:lnTo>
                      <a:pt x="2491551" y="4595994"/>
                    </a:lnTo>
                    <a:moveTo>
                      <a:pt x="2491551" y="4595994"/>
                    </a:moveTo>
                    <a:lnTo>
                      <a:pt x="2525604" y="4579585"/>
                    </a:lnTo>
                    <a:moveTo>
                      <a:pt x="2525604" y="4579585"/>
                    </a:moveTo>
                    <a:lnTo>
                      <a:pt x="2559657" y="4563176"/>
                    </a:lnTo>
                    <a:moveTo>
                      <a:pt x="2559657" y="4563176"/>
                    </a:moveTo>
                    <a:lnTo>
                      <a:pt x="2593710" y="4546768"/>
                    </a:lnTo>
                    <a:moveTo>
                      <a:pt x="2593710" y="4546768"/>
                    </a:moveTo>
                    <a:lnTo>
                      <a:pt x="2627763" y="4530359"/>
                    </a:lnTo>
                    <a:moveTo>
                      <a:pt x="2627763" y="4530359"/>
                    </a:moveTo>
                    <a:lnTo>
                      <a:pt x="2661816" y="4513951"/>
                    </a:lnTo>
                    <a:moveTo>
                      <a:pt x="2661816" y="4513951"/>
                    </a:moveTo>
                    <a:lnTo>
                      <a:pt x="2695868" y="4497542"/>
                    </a:lnTo>
                    <a:moveTo>
                      <a:pt x="2695868" y="4497542"/>
                    </a:moveTo>
                    <a:lnTo>
                      <a:pt x="2729921" y="4481134"/>
                    </a:lnTo>
                    <a:moveTo>
                      <a:pt x="2729921" y="4481134"/>
                    </a:moveTo>
                    <a:lnTo>
                      <a:pt x="2763974" y="4464725"/>
                    </a:lnTo>
                    <a:moveTo>
                      <a:pt x="2763974" y="4464725"/>
                    </a:moveTo>
                    <a:lnTo>
                      <a:pt x="2798027" y="4448317"/>
                    </a:lnTo>
                    <a:moveTo>
                      <a:pt x="2798027" y="4448317"/>
                    </a:moveTo>
                    <a:lnTo>
                      <a:pt x="2832080" y="4431908"/>
                    </a:lnTo>
                    <a:moveTo>
                      <a:pt x="2832080" y="4431908"/>
                    </a:moveTo>
                    <a:lnTo>
                      <a:pt x="2866133" y="4415499"/>
                    </a:lnTo>
                    <a:moveTo>
                      <a:pt x="2866133" y="4415499"/>
                    </a:moveTo>
                    <a:lnTo>
                      <a:pt x="2900186" y="4399091"/>
                    </a:lnTo>
                    <a:moveTo>
                      <a:pt x="2900186" y="4399091"/>
                    </a:moveTo>
                    <a:lnTo>
                      <a:pt x="2934239" y="4382682"/>
                    </a:lnTo>
                    <a:moveTo>
                      <a:pt x="2934239" y="4382682"/>
                    </a:moveTo>
                    <a:lnTo>
                      <a:pt x="2968292" y="4366274"/>
                    </a:lnTo>
                    <a:moveTo>
                      <a:pt x="2968292" y="4366274"/>
                    </a:moveTo>
                    <a:lnTo>
                      <a:pt x="3002344" y="4349865"/>
                    </a:lnTo>
                    <a:moveTo>
                      <a:pt x="3002344" y="4349865"/>
                    </a:moveTo>
                    <a:lnTo>
                      <a:pt x="3036397" y="4333457"/>
                    </a:lnTo>
                    <a:moveTo>
                      <a:pt x="3036397" y="4333457"/>
                    </a:moveTo>
                    <a:lnTo>
                      <a:pt x="3070450" y="4317048"/>
                    </a:lnTo>
                    <a:moveTo>
                      <a:pt x="3070450" y="4317048"/>
                    </a:moveTo>
                    <a:lnTo>
                      <a:pt x="3104503" y="4300640"/>
                    </a:lnTo>
                    <a:moveTo>
                      <a:pt x="3104503" y="4300640"/>
                    </a:moveTo>
                    <a:lnTo>
                      <a:pt x="3138556" y="4284231"/>
                    </a:lnTo>
                    <a:moveTo>
                      <a:pt x="3138556" y="4284231"/>
                    </a:moveTo>
                    <a:lnTo>
                      <a:pt x="3172609" y="4267822"/>
                    </a:lnTo>
                    <a:moveTo>
                      <a:pt x="3172609" y="4267822"/>
                    </a:moveTo>
                    <a:lnTo>
                      <a:pt x="3206662" y="4251414"/>
                    </a:lnTo>
                    <a:moveTo>
                      <a:pt x="3206662" y="4251414"/>
                    </a:moveTo>
                    <a:lnTo>
                      <a:pt x="3240715" y="4235005"/>
                    </a:lnTo>
                    <a:moveTo>
                      <a:pt x="3240715" y="4235005"/>
                    </a:moveTo>
                    <a:lnTo>
                      <a:pt x="3274768" y="4218597"/>
                    </a:lnTo>
                    <a:moveTo>
                      <a:pt x="3274768" y="4218597"/>
                    </a:moveTo>
                    <a:lnTo>
                      <a:pt x="3308820" y="4202188"/>
                    </a:lnTo>
                    <a:moveTo>
                      <a:pt x="3308820" y="4202188"/>
                    </a:moveTo>
                    <a:lnTo>
                      <a:pt x="3342873" y="4185780"/>
                    </a:lnTo>
                    <a:moveTo>
                      <a:pt x="3342873" y="4185780"/>
                    </a:moveTo>
                    <a:lnTo>
                      <a:pt x="3376926" y="4169371"/>
                    </a:lnTo>
                    <a:moveTo>
                      <a:pt x="3376926" y="4169371"/>
                    </a:moveTo>
                    <a:lnTo>
                      <a:pt x="3410979" y="4152963"/>
                    </a:lnTo>
                    <a:moveTo>
                      <a:pt x="3410979" y="4152963"/>
                    </a:moveTo>
                    <a:lnTo>
                      <a:pt x="3445032" y="4136554"/>
                    </a:lnTo>
                    <a:moveTo>
                      <a:pt x="3445032" y="4136554"/>
                    </a:moveTo>
                    <a:lnTo>
                      <a:pt x="3479085" y="4120145"/>
                    </a:lnTo>
                    <a:moveTo>
                      <a:pt x="3479085" y="4120145"/>
                    </a:moveTo>
                    <a:lnTo>
                      <a:pt x="3513138" y="4103737"/>
                    </a:lnTo>
                    <a:moveTo>
                      <a:pt x="3513138" y="4103737"/>
                    </a:moveTo>
                    <a:lnTo>
                      <a:pt x="3547191" y="4087328"/>
                    </a:lnTo>
                    <a:moveTo>
                      <a:pt x="3547191" y="4087328"/>
                    </a:moveTo>
                    <a:lnTo>
                      <a:pt x="3581244" y="4070920"/>
                    </a:lnTo>
                    <a:moveTo>
                      <a:pt x="3581244" y="4070920"/>
                    </a:moveTo>
                    <a:lnTo>
                      <a:pt x="3615297" y="4054511"/>
                    </a:lnTo>
                    <a:moveTo>
                      <a:pt x="3615297" y="4054511"/>
                    </a:moveTo>
                    <a:lnTo>
                      <a:pt x="3649349" y="4038103"/>
                    </a:lnTo>
                    <a:moveTo>
                      <a:pt x="3649349" y="4038103"/>
                    </a:moveTo>
                    <a:lnTo>
                      <a:pt x="3683402" y="4021694"/>
                    </a:lnTo>
                    <a:moveTo>
                      <a:pt x="3683402" y="4021694"/>
                    </a:moveTo>
                    <a:lnTo>
                      <a:pt x="3717455" y="4005286"/>
                    </a:lnTo>
                    <a:moveTo>
                      <a:pt x="3717455" y="4005286"/>
                    </a:moveTo>
                    <a:lnTo>
                      <a:pt x="3751508" y="3988877"/>
                    </a:lnTo>
                    <a:moveTo>
                      <a:pt x="3751508" y="3988877"/>
                    </a:moveTo>
                    <a:lnTo>
                      <a:pt x="3785561" y="3972468"/>
                    </a:lnTo>
                    <a:moveTo>
                      <a:pt x="3785561" y="3972468"/>
                    </a:moveTo>
                    <a:lnTo>
                      <a:pt x="3819614" y="3956060"/>
                    </a:lnTo>
                    <a:moveTo>
                      <a:pt x="3819614" y="3956060"/>
                    </a:moveTo>
                    <a:lnTo>
                      <a:pt x="3853667" y="3939651"/>
                    </a:lnTo>
                    <a:moveTo>
                      <a:pt x="3853667" y="3939651"/>
                    </a:moveTo>
                    <a:lnTo>
                      <a:pt x="3887720" y="3923243"/>
                    </a:lnTo>
                    <a:moveTo>
                      <a:pt x="3887720" y="3923243"/>
                    </a:moveTo>
                    <a:lnTo>
                      <a:pt x="3921773" y="3906834"/>
                    </a:lnTo>
                    <a:moveTo>
                      <a:pt x="3921773" y="3906834"/>
                    </a:moveTo>
                    <a:lnTo>
                      <a:pt x="3955825" y="3890426"/>
                    </a:lnTo>
                    <a:moveTo>
                      <a:pt x="3955825" y="3890426"/>
                    </a:moveTo>
                    <a:lnTo>
                      <a:pt x="3989878" y="3874017"/>
                    </a:lnTo>
                    <a:moveTo>
                      <a:pt x="3989878" y="3874017"/>
                    </a:moveTo>
                    <a:lnTo>
                      <a:pt x="4020420" y="3859300"/>
                    </a:lnTo>
                    <a:lnTo>
                      <a:pt x="4022103" y="3862816"/>
                    </a:lnTo>
                    <a:moveTo>
                      <a:pt x="4022103" y="3862816"/>
                    </a:moveTo>
                    <a:lnTo>
                      <a:pt x="4038422" y="3896912"/>
                    </a:lnTo>
                    <a:moveTo>
                      <a:pt x="4038422" y="3896912"/>
                    </a:moveTo>
                    <a:lnTo>
                      <a:pt x="4054740" y="3931008"/>
                    </a:lnTo>
                    <a:moveTo>
                      <a:pt x="4054740" y="3931008"/>
                    </a:moveTo>
                    <a:lnTo>
                      <a:pt x="4071059" y="3965104"/>
                    </a:lnTo>
                    <a:moveTo>
                      <a:pt x="4071059" y="3965104"/>
                    </a:moveTo>
                    <a:lnTo>
                      <a:pt x="4087378" y="3999200"/>
                    </a:lnTo>
                    <a:moveTo>
                      <a:pt x="4087378" y="3999200"/>
                    </a:moveTo>
                    <a:lnTo>
                      <a:pt x="4103697" y="4033296"/>
                    </a:lnTo>
                    <a:moveTo>
                      <a:pt x="4103697" y="4033296"/>
                    </a:moveTo>
                    <a:lnTo>
                      <a:pt x="4120016" y="4067392"/>
                    </a:lnTo>
                    <a:moveTo>
                      <a:pt x="4120016" y="4067392"/>
                    </a:moveTo>
                    <a:lnTo>
                      <a:pt x="4136335" y="4101488"/>
                    </a:lnTo>
                    <a:moveTo>
                      <a:pt x="4136335" y="4101488"/>
                    </a:moveTo>
                    <a:lnTo>
                      <a:pt x="4152654" y="4135584"/>
                    </a:lnTo>
                    <a:moveTo>
                      <a:pt x="4152654" y="4135584"/>
                    </a:moveTo>
                    <a:lnTo>
                      <a:pt x="4168973" y="4169680"/>
                    </a:lnTo>
                    <a:moveTo>
                      <a:pt x="4168973" y="4169680"/>
                    </a:moveTo>
                    <a:lnTo>
                      <a:pt x="4185292" y="4203775"/>
                    </a:lnTo>
                    <a:moveTo>
                      <a:pt x="4185292" y="4203775"/>
                    </a:moveTo>
                    <a:lnTo>
                      <a:pt x="4201611" y="4237871"/>
                    </a:lnTo>
                    <a:moveTo>
                      <a:pt x="4201611" y="4237871"/>
                    </a:moveTo>
                    <a:lnTo>
                      <a:pt x="4217930" y="4271967"/>
                    </a:lnTo>
                    <a:moveTo>
                      <a:pt x="4217930" y="4271967"/>
                    </a:moveTo>
                    <a:lnTo>
                      <a:pt x="4234249" y="4306063"/>
                    </a:lnTo>
                    <a:moveTo>
                      <a:pt x="4234249" y="4306063"/>
                    </a:moveTo>
                    <a:lnTo>
                      <a:pt x="4250568" y="4340159"/>
                    </a:lnTo>
                    <a:moveTo>
                      <a:pt x="4250568" y="4340159"/>
                    </a:moveTo>
                    <a:lnTo>
                      <a:pt x="4266886" y="4374255"/>
                    </a:lnTo>
                    <a:moveTo>
                      <a:pt x="4266886" y="4374255"/>
                    </a:moveTo>
                    <a:lnTo>
                      <a:pt x="4283205" y="4408351"/>
                    </a:lnTo>
                    <a:moveTo>
                      <a:pt x="4283205" y="4408351"/>
                    </a:moveTo>
                    <a:lnTo>
                      <a:pt x="4299524" y="4442447"/>
                    </a:lnTo>
                    <a:moveTo>
                      <a:pt x="4299524" y="4442447"/>
                    </a:moveTo>
                    <a:lnTo>
                      <a:pt x="4315843" y="4476543"/>
                    </a:lnTo>
                    <a:moveTo>
                      <a:pt x="4315843" y="4476543"/>
                    </a:moveTo>
                    <a:lnTo>
                      <a:pt x="4332162" y="4510639"/>
                    </a:lnTo>
                    <a:moveTo>
                      <a:pt x="4332162" y="4510639"/>
                    </a:moveTo>
                    <a:lnTo>
                      <a:pt x="4348481" y="4544735"/>
                    </a:lnTo>
                    <a:moveTo>
                      <a:pt x="4348481" y="4544735"/>
                    </a:moveTo>
                    <a:lnTo>
                      <a:pt x="4364800" y="4578831"/>
                    </a:lnTo>
                    <a:moveTo>
                      <a:pt x="4364800" y="4578831"/>
                    </a:moveTo>
                    <a:lnTo>
                      <a:pt x="4381119" y="4612927"/>
                    </a:lnTo>
                    <a:moveTo>
                      <a:pt x="4381119" y="4612927"/>
                    </a:moveTo>
                    <a:lnTo>
                      <a:pt x="4397438" y="4647023"/>
                    </a:lnTo>
                    <a:moveTo>
                      <a:pt x="4397438" y="4647023"/>
                    </a:moveTo>
                    <a:lnTo>
                      <a:pt x="4413757" y="4681119"/>
                    </a:lnTo>
                    <a:moveTo>
                      <a:pt x="4413757" y="4681119"/>
                    </a:moveTo>
                    <a:lnTo>
                      <a:pt x="4430076" y="4715215"/>
                    </a:lnTo>
                    <a:moveTo>
                      <a:pt x="4430076" y="4715215"/>
                    </a:moveTo>
                    <a:lnTo>
                      <a:pt x="4446395" y="4749310"/>
                    </a:lnTo>
                    <a:moveTo>
                      <a:pt x="4446395" y="4749310"/>
                    </a:moveTo>
                    <a:lnTo>
                      <a:pt x="4462713" y="4783406"/>
                    </a:lnTo>
                    <a:moveTo>
                      <a:pt x="4462713" y="4783406"/>
                    </a:moveTo>
                    <a:lnTo>
                      <a:pt x="4479032" y="4817502"/>
                    </a:lnTo>
                    <a:moveTo>
                      <a:pt x="4479032" y="4817502"/>
                    </a:moveTo>
                    <a:lnTo>
                      <a:pt x="4495351" y="4851598"/>
                    </a:lnTo>
                    <a:moveTo>
                      <a:pt x="4495351" y="4851598"/>
                    </a:moveTo>
                    <a:lnTo>
                      <a:pt x="4509274" y="4880688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82" name="Контур"/>
              <p:cNvSpPr/>
              <p:nvPr/>
            </p:nvSpPr>
            <p:spPr>
              <a:xfrm>
                <a:off x="9240259" y="8219887"/>
                <a:ext cx="1047483" cy="1135132"/>
              </a:xfrm>
              <a:custGeom>
                <a:avLst/>
                <a:gdLst/>
                <a:ahLst/>
                <a:cxnLst/>
                <a:rect l="l" t="t" r="r" b="b"/>
                <a:pathLst>
                  <a:path w="1047483" h="1135132" fill="none">
                    <a:moveTo>
                      <a:pt x="1047483" y="893819"/>
                    </a:moveTo>
                    <a:lnTo>
                      <a:pt x="933830" y="948215"/>
                    </a:lnTo>
                    <a:moveTo>
                      <a:pt x="933830" y="948215"/>
                    </a:moveTo>
                    <a:lnTo>
                      <a:pt x="820177" y="1002612"/>
                    </a:lnTo>
                    <a:moveTo>
                      <a:pt x="820177" y="1002612"/>
                    </a:moveTo>
                    <a:lnTo>
                      <a:pt x="706524" y="1057008"/>
                    </a:lnTo>
                    <a:moveTo>
                      <a:pt x="706524" y="1057008"/>
                    </a:moveTo>
                    <a:lnTo>
                      <a:pt x="592871" y="1111404"/>
                    </a:lnTo>
                    <a:moveTo>
                      <a:pt x="592871" y="1111404"/>
                    </a:moveTo>
                    <a:lnTo>
                      <a:pt x="543296" y="1135132"/>
                    </a:lnTo>
                    <a:lnTo>
                      <a:pt x="512627" y="1071054"/>
                    </a:lnTo>
                    <a:moveTo>
                      <a:pt x="512627" y="1071054"/>
                    </a:moveTo>
                    <a:lnTo>
                      <a:pt x="458230" y="957401"/>
                    </a:lnTo>
                    <a:moveTo>
                      <a:pt x="458230" y="957401"/>
                    </a:moveTo>
                    <a:lnTo>
                      <a:pt x="403834" y="843748"/>
                    </a:lnTo>
                    <a:moveTo>
                      <a:pt x="403834" y="843748"/>
                    </a:moveTo>
                    <a:lnTo>
                      <a:pt x="349437" y="730095"/>
                    </a:lnTo>
                    <a:moveTo>
                      <a:pt x="349437" y="730095"/>
                    </a:moveTo>
                    <a:lnTo>
                      <a:pt x="313407" y="654816"/>
                    </a:lnTo>
                    <a:lnTo>
                      <a:pt x="295040" y="616442"/>
                    </a:lnTo>
                    <a:moveTo>
                      <a:pt x="295040" y="616442"/>
                    </a:moveTo>
                    <a:lnTo>
                      <a:pt x="240644" y="502788"/>
                    </a:lnTo>
                    <a:moveTo>
                      <a:pt x="240644" y="502788"/>
                    </a:moveTo>
                    <a:lnTo>
                      <a:pt x="186248" y="389135"/>
                    </a:lnTo>
                    <a:moveTo>
                      <a:pt x="186248" y="389135"/>
                    </a:moveTo>
                    <a:lnTo>
                      <a:pt x="131851" y="275482"/>
                    </a:lnTo>
                    <a:moveTo>
                      <a:pt x="131851" y="275482"/>
                    </a:moveTo>
                    <a:lnTo>
                      <a:pt x="77455" y="161829"/>
                    </a:lnTo>
                    <a:moveTo>
                      <a:pt x="77455" y="161829"/>
                    </a:moveTo>
                    <a:lnTo>
                      <a:pt x="23058" y="48176"/>
                    </a:lnTo>
                    <a:moveTo>
                      <a:pt x="23058" y="48176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83" name="Контур"/>
              <p:cNvSpPr/>
              <p:nvPr/>
            </p:nvSpPr>
            <p:spPr>
              <a:xfrm>
                <a:off x="9255406" y="8376616"/>
                <a:ext cx="952550" cy="962587"/>
              </a:xfrm>
              <a:custGeom>
                <a:avLst/>
                <a:gdLst/>
                <a:ahLst/>
                <a:cxnLst/>
                <a:rect l="l" t="t" r="r" b="b"/>
                <a:pathLst>
                  <a:path w="952550" h="962587" fill="none">
                    <a:moveTo>
                      <a:pt x="913583" y="853794"/>
                    </a:moveTo>
                    <a:lnTo>
                      <a:pt x="914416" y="805502"/>
                    </a:lnTo>
                    <a:lnTo>
                      <a:pt x="952550" y="835143"/>
                    </a:lnTo>
                    <a:lnTo>
                      <a:pt x="913583" y="853794"/>
                    </a:lnTo>
                    <a:lnTo>
                      <a:pt x="918454" y="851462"/>
                    </a:lnTo>
                    <a:lnTo>
                      <a:pt x="919078" y="815243"/>
                    </a:lnTo>
                    <a:lnTo>
                      <a:pt x="947679" y="837475"/>
                    </a:lnTo>
                    <a:lnTo>
                      <a:pt x="945347" y="832604"/>
                    </a:lnTo>
                    <a:lnTo>
                      <a:pt x="916122" y="846592"/>
                    </a:lnTo>
                    <a:lnTo>
                      <a:pt x="918454" y="851462"/>
                    </a:lnTo>
                    <a:lnTo>
                      <a:pt x="913583" y="853794"/>
                    </a:lnTo>
                    <a:lnTo>
                      <a:pt x="918662" y="839389"/>
                    </a:lnTo>
                    <a:lnTo>
                      <a:pt x="913791" y="841721"/>
                    </a:lnTo>
                    <a:lnTo>
                      <a:pt x="918870" y="827316"/>
                    </a:lnTo>
                    <a:lnTo>
                      <a:pt x="913999" y="829648"/>
                    </a:lnTo>
                    <a:lnTo>
                      <a:pt x="916747" y="810373"/>
                    </a:lnTo>
                    <a:lnTo>
                      <a:pt x="933483" y="820323"/>
                    </a:lnTo>
                    <a:lnTo>
                      <a:pt x="928612" y="822654"/>
                    </a:lnTo>
                    <a:lnTo>
                      <a:pt x="943016" y="827733"/>
                    </a:lnTo>
                    <a:lnTo>
                      <a:pt x="938145" y="830064"/>
                    </a:lnTo>
                    <a:lnTo>
                      <a:pt x="952550" y="835143"/>
                    </a:lnTo>
                    <a:lnTo>
                      <a:pt x="940477" y="834935"/>
                    </a:lnTo>
                    <a:lnTo>
                      <a:pt x="937937" y="842137"/>
                    </a:lnTo>
                    <a:lnTo>
                      <a:pt x="930735" y="839598"/>
                    </a:lnTo>
                    <a:lnTo>
                      <a:pt x="928195" y="846800"/>
                    </a:lnTo>
                    <a:lnTo>
                      <a:pt x="920993" y="844260"/>
                    </a:lnTo>
                    <a:lnTo>
                      <a:pt x="913583" y="853794"/>
                    </a:lnTo>
                    <a:lnTo>
                      <a:pt x="916122" y="846592"/>
                    </a:lnTo>
                    <a:lnTo>
                      <a:pt x="923324" y="849131"/>
                    </a:lnTo>
                    <a:lnTo>
                      <a:pt x="925864" y="841929"/>
                    </a:lnTo>
                    <a:lnTo>
                      <a:pt x="933066" y="844469"/>
                    </a:lnTo>
                    <a:lnTo>
                      <a:pt x="935606" y="837266"/>
                    </a:lnTo>
                    <a:lnTo>
                      <a:pt x="942808" y="839806"/>
                    </a:lnTo>
                    <a:lnTo>
                      <a:pt x="945347" y="832604"/>
                    </a:lnTo>
                    <a:lnTo>
                      <a:pt x="943016" y="827733"/>
                    </a:lnTo>
                    <a:lnTo>
                      <a:pt x="938145" y="830064"/>
                    </a:lnTo>
                    <a:lnTo>
                      <a:pt x="933483" y="820323"/>
                    </a:lnTo>
                    <a:lnTo>
                      <a:pt x="928612" y="822654"/>
                    </a:lnTo>
                    <a:lnTo>
                      <a:pt x="914416" y="805502"/>
                    </a:lnTo>
                    <a:lnTo>
                      <a:pt x="919078" y="815243"/>
                    </a:lnTo>
                    <a:lnTo>
                      <a:pt x="914208" y="817575"/>
                    </a:lnTo>
                    <a:lnTo>
                      <a:pt x="918870" y="827316"/>
                    </a:lnTo>
                    <a:lnTo>
                      <a:pt x="913999" y="829648"/>
                    </a:lnTo>
                    <a:lnTo>
                      <a:pt x="918662" y="839389"/>
                    </a:lnTo>
                    <a:lnTo>
                      <a:pt x="913791" y="841721"/>
                    </a:lnTo>
                    <a:lnTo>
                      <a:pt x="916122" y="846592"/>
                    </a:lnTo>
                    <a:moveTo>
                      <a:pt x="686277" y="962587"/>
                    </a:moveTo>
                    <a:lnTo>
                      <a:pt x="687110" y="914295"/>
                    </a:lnTo>
                    <a:lnTo>
                      <a:pt x="725243" y="943936"/>
                    </a:lnTo>
                    <a:lnTo>
                      <a:pt x="686277" y="962587"/>
                    </a:lnTo>
                    <a:lnTo>
                      <a:pt x="691147" y="960255"/>
                    </a:lnTo>
                    <a:lnTo>
                      <a:pt x="691772" y="924036"/>
                    </a:lnTo>
                    <a:lnTo>
                      <a:pt x="720372" y="946268"/>
                    </a:lnTo>
                    <a:lnTo>
                      <a:pt x="718041" y="941397"/>
                    </a:lnTo>
                    <a:lnTo>
                      <a:pt x="688816" y="955384"/>
                    </a:lnTo>
                    <a:lnTo>
                      <a:pt x="691147" y="960255"/>
                    </a:lnTo>
                    <a:lnTo>
                      <a:pt x="686277" y="962587"/>
                    </a:lnTo>
                    <a:lnTo>
                      <a:pt x="691356" y="948182"/>
                    </a:lnTo>
                    <a:lnTo>
                      <a:pt x="686485" y="950514"/>
                    </a:lnTo>
                    <a:lnTo>
                      <a:pt x="691564" y="936109"/>
                    </a:lnTo>
                    <a:lnTo>
                      <a:pt x="686693" y="938441"/>
                    </a:lnTo>
                    <a:lnTo>
                      <a:pt x="689441" y="919165"/>
                    </a:lnTo>
                    <a:lnTo>
                      <a:pt x="706176" y="929115"/>
                    </a:lnTo>
                    <a:lnTo>
                      <a:pt x="701306" y="931447"/>
                    </a:lnTo>
                    <a:lnTo>
                      <a:pt x="715710" y="936526"/>
                    </a:lnTo>
                    <a:lnTo>
                      <a:pt x="710839" y="938857"/>
                    </a:lnTo>
                    <a:lnTo>
                      <a:pt x="725243" y="943936"/>
                    </a:lnTo>
                    <a:lnTo>
                      <a:pt x="713170" y="943728"/>
                    </a:lnTo>
                    <a:lnTo>
                      <a:pt x="710631" y="950930"/>
                    </a:lnTo>
                    <a:lnTo>
                      <a:pt x="703429" y="948391"/>
                    </a:lnTo>
                    <a:lnTo>
                      <a:pt x="700889" y="955593"/>
                    </a:lnTo>
                    <a:lnTo>
                      <a:pt x="693687" y="953053"/>
                    </a:lnTo>
                    <a:lnTo>
                      <a:pt x="686277" y="962587"/>
                    </a:lnTo>
                    <a:lnTo>
                      <a:pt x="688816" y="955384"/>
                    </a:lnTo>
                    <a:lnTo>
                      <a:pt x="696018" y="957924"/>
                    </a:lnTo>
                    <a:lnTo>
                      <a:pt x="698558" y="950722"/>
                    </a:lnTo>
                    <a:lnTo>
                      <a:pt x="705760" y="953261"/>
                    </a:lnTo>
                    <a:lnTo>
                      <a:pt x="708299" y="946059"/>
                    </a:lnTo>
                    <a:lnTo>
                      <a:pt x="715502" y="948599"/>
                    </a:lnTo>
                    <a:lnTo>
                      <a:pt x="718041" y="941397"/>
                    </a:lnTo>
                    <a:lnTo>
                      <a:pt x="715710" y="936526"/>
                    </a:lnTo>
                    <a:lnTo>
                      <a:pt x="710839" y="938857"/>
                    </a:lnTo>
                    <a:lnTo>
                      <a:pt x="706176" y="929115"/>
                    </a:lnTo>
                    <a:lnTo>
                      <a:pt x="701306" y="931447"/>
                    </a:lnTo>
                    <a:lnTo>
                      <a:pt x="687110" y="914295"/>
                    </a:lnTo>
                    <a:lnTo>
                      <a:pt x="691772" y="924036"/>
                    </a:lnTo>
                    <a:lnTo>
                      <a:pt x="686901" y="926368"/>
                    </a:lnTo>
                    <a:lnTo>
                      <a:pt x="691564" y="936109"/>
                    </a:lnTo>
                    <a:lnTo>
                      <a:pt x="686693" y="938441"/>
                    </a:lnTo>
                    <a:lnTo>
                      <a:pt x="691356" y="948182"/>
                    </a:lnTo>
                    <a:lnTo>
                      <a:pt x="686485" y="950514"/>
                    </a:lnTo>
                    <a:lnTo>
                      <a:pt x="688816" y="955384"/>
                    </a:lnTo>
                    <a:moveTo>
                      <a:pt x="435172" y="909224"/>
                    </a:moveTo>
                    <a:lnTo>
                      <a:pt x="483464" y="910057"/>
                    </a:lnTo>
                    <a:lnTo>
                      <a:pt x="453823" y="948191"/>
                    </a:lnTo>
                    <a:lnTo>
                      <a:pt x="435172" y="909224"/>
                    </a:lnTo>
                    <a:lnTo>
                      <a:pt x="437504" y="914095"/>
                    </a:lnTo>
                    <a:lnTo>
                      <a:pt x="473723" y="914720"/>
                    </a:lnTo>
                    <a:lnTo>
                      <a:pt x="451491" y="943320"/>
                    </a:lnTo>
                    <a:lnTo>
                      <a:pt x="456362" y="940989"/>
                    </a:lnTo>
                    <a:lnTo>
                      <a:pt x="442374" y="911764"/>
                    </a:lnTo>
                    <a:lnTo>
                      <a:pt x="437504" y="914095"/>
                    </a:lnTo>
                    <a:lnTo>
                      <a:pt x="435172" y="909224"/>
                    </a:lnTo>
                    <a:lnTo>
                      <a:pt x="449577" y="914303"/>
                    </a:lnTo>
                    <a:lnTo>
                      <a:pt x="447245" y="909432"/>
                    </a:lnTo>
                    <a:lnTo>
                      <a:pt x="461650" y="914512"/>
                    </a:lnTo>
                    <a:lnTo>
                      <a:pt x="459318" y="909641"/>
                    </a:lnTo>
                    <a:lnTo>
                      <a:pt x="478593" y="912389"/>
                    </a:lnTo>
                    <a:lnTo>
                      <a:pt x="468643" y="929124"/>
                    </a:lnTo>
                    <a:lnTo>
                      <a:pt x="466312" y="924253"/>
                    </a:lnTo>
                    <a:lnTo>
                      <a:pt x="461233" y="938657"/>
                    </a:lnTo>
                    <a:lnTo>
                      <a:pt x="458902" y="933787"/>
                    </a:lnTo>
                    <a:lnTo>
                      <a:pt x="453823" y="948191"/>
                    </a:lnTo>
                    <a:lnTo>
                      <a:pt x="454031" y="936118"/>
                    </a:lnTo>
                    <a:lnTo>
                      <a:pt x="446829" y="933578"/>
                    </a:lnTo>
                    <a:lnTo>
                      <a:pt x="449368" y="926376"/>
                    </a:lnTo>
                    <a:lnTo>
                      <a:pt x="442166" y="923837"/>
                    </a:lnTo>
                    <a:lnTo>
                      <a:pt x="444706" y="916635"/>
                    </a:lnTo>
                    <a:lnTo>
                      <a:pt x="435172" y="909224"/>
                    </a:lnTo>
                    <a:lnTo>
                      <a:pt x="442374" y="911764"/>
                    </a:lnTo>
                    <a:lnTo>
                      <a:pt x="439835" y="918966"/>
                    </a:lnTo>
                    <a:lnTo>
                      <a:pt x="447037" y="921505"/>
                    </a:lnTo>
                    <a:lnTo>
                      <a:pt x="444497" y="928708"/>
                    </a:lnTo>
                    <a:lnTo>
                      <a:pt x="451700" y="931247"/>
                    </a:lnTo>
                    <a:lnTo>
                      <a:pt x="449160" y="938449"/>
                    </a:lnTo>
                    <a:lnTo>
                      <a:pt x="456362" y="940989"/>
                    </a:lnTo>
                    <a:lnTo>
                      <a:pt x="461233" y="938657"/>
                    </a:lnTo>
                    <a:lnTo>
                      <a:pt x="458902" y="933787"/>
                    </a:lnTo>
                    <a:lnTo>
                      <a:pt x="468643" y="929124"/>
                    </a:lnTo>
                    <a:lnTo>
                      <a:pt x="466312" y="924253"/>
                    </a:lnTo>
                    <a:lnTo>
                      <a:pt x="483464" y="910057"/>
                    </a:lnTo>
                    <a:lnTo>
                      <a:pt x="473723" y="914720"/>
                    </a:lnTo>
                    <a:lnTo>
                      <a:pt x="471391" y="909849"/>
                    </a:lnTo>
                    <a:lnTo>
                      <a:pt x="461650" y="914512"/>
                    </a:lnTo>
                    <a:lnTo>
                      <a:pt x="459318" y="909641"/>
                    </a:lnTo>
                    <a:lnTo>
                      <a:pt x="449577" y="914303"/>
                    </a:lnTo>
                    <a:lnTo>
                      <a:pt x="447245" y="909432"/>
                    </a:lnTo>
                    <a:lnTo>
                      <a:pt x="442374" y="911764"/>
                    </a:lnTo>
                    <a:moveTo>
                      <a:pt x="326379" y="681918"/>
                    </a:moveTo>
                    <a:lnTo>
                      <a:pt x="374671" y="682751"/>
                    </a:lnTo>
                    <a:lnTo>
                      <a:pt x="345029" y="720885"/>
                    </a:lnTo>
                    <a:lnTo>
                      <a:pt x="326379" y="681918"/>
                    </a:lnTo>
                    <a:lnTo>
                      <a:pt x="328710" y="686789"/>
                    </a:lnTo>
                    <a:lnTo>
                      <a:pt x="364929" y="687414"/>
                    </a:lnTo>
                    <a:lnTo>
                      <a:pt x="342698" y="716014"/>
                    </a:lnTo>
                    <a:lnTo>
                      <a:pt x="347569" y="713683"/>
                    </a:lnTo>
                    <a:lnTo>
                      <a:pt x="333581" y="684458"/>
                    </a:lnTo>
                    <a:lnTo>
                      <a:pt x="328710" y="686789"/>
                    </a:lnTo>
                    <a:lnTo>
                      <a:pt x="326379" y="681918"/>
                    </a:lnTo>
                    <a:lnTo>
                      <a:pt x="340783" y="686997"/>
                    </a:lnTo>
                    <a:lnTo>
                      <a:pt x="338452" y="682126"/>
                    </a:lnTo>
                    <a:lnTo>
                      <a:pt x="352856" y="687206"/>
                    </a:lnTo>
                    <a:lnTo>
                      <a:pt x="350525" y="682335"/>
                    </a:lnTo>
                    <a:lnTo>
                      <a:pt x="369800" y="685083"/>
                    </a:lnTo>
                    <a:lnTo>
                      <a:pt x="359850" y="701818"/>
                    </a:lnTo>
                    <a:lnTo>
                      <a:pt x="357519" y="696947"/>
                    </a:lnTo>
                    <a:lnTo>
                      <a:pt x="352440" y="711351"/>
                    </a:lnTo>
                    <a:lnTo>
                      <a:pt x="350108" y="706481"/>
                    </a:lnTo>
                    <a:lnTo>
                      <a:pt x="345029" y="720885"/>
                    </a:lnTo>
                    <a:lnTo>
                      <a:pt x="345238" y="708812"/>
                    </a:lnTo>
                    <a:lnTo>
                      <a:pt x="338035" y="706272"/>
                    </a:lnTo>
                    <a:lnTo>
                      <a:pt x="340575" y="699070"/>
                    </a:lnTo>
                    <a:lnTo>
                      <a:pt x="333373" y="696531"/>
                    </a:lnTo>
                    <a:lnTo>
                      <a:pt x="335912" y="689329"/>
                    </a:lnTo>
                    <a:lnTo>
                      <a:pt x="326379" y="681918"/>
                    </a:lnTo>
                    <a:lnTo>
                      <a:pt x="333581" y="684458"/>
                    </a:lnTo>
                    <a:lnTo>
                      <a:pt x="331042" y="691660"/>
                    </a:lnTo>
                    <a:lnTo>
                      <a:pt x="338244" y="694199"/>
                    </a:lnTo>
                    <a:lnTo>
                      <a:pt x="335704" y="701402"/>
                    </a:lnTo>
                    <a:lnTo>
                      <a:pt x="342906" y="703941"/>
                    </a:lnTo>
                    <a:lnTo>
                      <a:pt x="340367" y="711143"/>
                    </a:lnTo>
                    <a:lnTo>
                      <a:pt x="347569" y="713683"/>
                    </a:lnTo>
                    <a:lnTo>
                      <a:pt x="352440" y="711351"/>
                    </a:lnTo>
                    <a:lnTo>
                      <a:pt x="350108" y="706481"/>
                    </a:lnTo>
                    <a:lnTo>
                      <a:pt x="359850" y="701818"/>
                    </a:lnTo>
                    <a:lnTo>
                      <a:pt x="357519" y="696947"/>
                    </a:lnTo>
                    <a:lnTo>
                      <a:pt x="374671" y="682751"/>
                    </a:lnTo>
                    <a:lnTo>
                      <a:pt x="364929" y="687414"/>
                    </a:lnTo>
                    <a:lnTo>
                      <a:pt x="362598" y="682543"/>
                    </a:lnTo>
                    <a:lnTo>
                      <a:pt x="352856" y="687206"/>
                    </a:lnTo>
                    <a:lnTo>
                      <a:pt x="350525" y="682335"/>
                    </a:lnTo>
                    <a:lnTo>
                      <a:pt x="340783" y="686997"/>
                    </a:lnTo>
                    <a:lnTo>
                      <a:pt x="338452" y="682126"/>
                    </a:lnTo>
                    <a:lnTo>
                      <a:pt x="333581" y="684458"/>
                    </a:lnTo>
                    <a:moveTo>
                      <a:pt x="217586" y="454612"/>
                    </a:moveTo>
                    <a:lnTo>
                      <a:pt x="265878" y="455445"/>
                    </a:lnTo>
                    <a:lnTo>
                      <a:pt x="236236" y="493579"/>
                    </a:lnTo>
                    <a:lnTo>
                      <a:pt x="217586" y="454612"/>
                    </a:lnTo>
                    <a:lnTo>
                      <a:pt x="219917" y="459483"/>
                    </a:lnTo>
                    <a:lnTo>
                      <a:pt x="256136" y="460108"/>
                    </a:lnTo>
                    <a:lnTo>
                      <a:pt x="233905" y="488708"/>
                    </a:lnTo>
                    <a:lnTo>
                      <a:pt x="238776" y="486377"/>
                    </a:lnTo>
                    <a:lnTo>
                      <a:pt x="224788" y="457152"/>
                    </a:lnTo>
                    <a:lnTo>
                      <a:pt x="219917" y="459483"/>
                    </a:lnTo>
                    <a:lnTo>
                      <a:pt x="217586" y="454612"/>
                    </a:lnTo>
                    <a:lnTo>
                      <a:pt x="231990" y="459691"/>
                    </a:lnTo>
                    <a:lnTo>
                      <a:pt x="229659" y="454820"/>
                    </a:lnTo>
                    <a:lnTo>
                      <a:pt x="244063" y="459899"/>
                    </a:lnTo>
                    <a:lnTo>
                      <a:pt x="241732" y="455029"/>
                    </a:lnTo>
                    <a:lnTo>
                      <a:pt x="261007" y="457776"/>
                    </a:lnTo>
                    <a:lnTo>
                      <a:pt x="251057" y="474512"/>
                    </a:lnTo>
                    <a:lnTo>
                      <a:pt x="248726" y="469641"/>
                    </a:lnTo>
                    <a:lnTo>
                      <a:pt x="243646" y="484045"/>
                    </a:lnTo>
                    <a:lnTo>
                      <a:pt x="241315" y="479175"/>
                    </a:lnTo>
                    <a:lnTo>
                      <a:pt x="236236" y="493579"/>
                    </a:lnTo>
                    <a:lnTo>
                      <a:pt x="236444" y="481506"/>
                    </a:lnTo>
                    <a:lnTo>
                      <a:pt x="229242" y="478966"/>
                    </a:lnTo>
                    <a:lnTo>
                      <a:pt x="231782" y="471764"/>
                    </a:lnTo>
                    <a:lnTo>
                      <a:pt x="224580" y="469225"/>
                    </a:lnTo>
                    <a:lnTo>
                      <a:pt x="227119" y="462022"/>
                    </a:lnTo>
                    <a:lnTo>
                      <a:pt x="217586" y="454612"/>
                    </a:lnTo>
                    <a:lnTo>
                      <a:pt x="224788" y="457152"/>
                    </a:lnTo>
                    <a:lnTo>
                      <a:pt x="222248" y="464354"/>
                    </a:lnTo>
                    <a:lnTo>
                      <a:pt x="229450" y="466893"/>
                    </a:lnTo>
                    <a:lnTo>
                      <a:pt x="226911" y="474095"/>
                    </a:lnTo>
                    <a:lnTo>
                      <a:pt x="234113" y="476635"/>
                    </a:lnTo>
                    <a:lnTo>
                      <a:pt x="231573" y="483837"/>
                    </a:lnTo>
                    <a:lnTo>
                      <a:pt x="238776" y="486377"/>
                    </a:lnTo>
                    <a:lnTo>
                      <a:pt x="243646" y="484045"/>
                    </a:lnTo>
                    <a:lnTo>
                      <a:pt x="241315" y="479175"/>
                    </a:lnTo>
                    <a:lnTo>
                      <a:pt x="251057" y="474512"/>
                    </a:lnTo>
                    <a:lnTo>
                      <a:pt x="248726" y="469641"/>
                    </a:lnTo>
                    <a:lnTo>
                      <a:pt x="265878" y="455445"/>
                    </a:lnTo>
                    <a:lnTo>
                      <a:pt x="256136" y="460108"/>
                    </a:lnTo>
                    <a:lnTo>
                      <a:pt x="253805" y="455237"/>
                    </a:lnTo>
                    <a:lnTo>
                      <a:pt x="244063" y="459899"/>
                    </a:lnTo>
                    <a:lnTo>
                      <a:pt x="241732" y="455029"/>
                    </a:lnTo>
                    <a:lnTo>
                      <a:pt x="231990" y="459691"/>
                    </a:lnTo>
                    <a:lnTo>
                      <a:pt x="229659" y="454820"/>
                    </a:lnTo>
                    <a:lnTo>
                      <a:pt x="224788" y="457152"/>
                    </a:lnTo>
                    <a:moveTo>
                      <a:pt x="108793" y="227306"/>
                    </a:moveTo>
                    <a:lnTo>
                      <a:pt x="157085" y="228139"/>
                    </a:lnTo>
                    <a:lnTo>
                      <a:pt x="127443" y="266273"/>
                    </a:lnTo>
                    <a:lnTo>
                      <a:pt x="108793" y="227306"/>
                    </a:lnTo>
                    <a:lnTo>
                      <a:pt x="111124" y="232177"/>
                    </a:lnTo>
                    <a:lnTo>
                      <a:pt x="147343" y="232802"/>
                    </a:lnTo>
                    <a:lnTo>
                      <a:pt x="125112" y="261402"/>
                    </a:lnTo>
                    <a:lnTo>
                      <a:pt x="129983" y="259070"/>
                    </a:lnTo>
                    <a:lnTo>
                      <a:pt x="115995" y="229845"/>
                    </a:lnTo>
                    <a:lnTo>
                      <a:pt x="111124" y="232177"/>
                    </a:lnTo>
                    <a:lnTo>
                      <a:pt x="108793" y="227306"/>
                    </a:lnTo>
                    <a:lnTo>
                      <a:pt x="123197" y="232385"/>
                    </a:lnTo>
                    <a:lnTo>
                      <a:pt x="120866" y="227514"/>
                    </a:lnTo>
                    <a:lnTo>
                      <a:pt x="135270" y="232593"/>
                    </a:lnTo>
                    <a:lnTo>
                      <a:pt x="132939" y="227722"/>
                    </a:lnTo>
                    <a:lnTo>
                      <a:pt x="152214" y="230470"/>
                    </a:lnTo>
                    <a:lnTo>
                      <a:pt x="142264" y="247206"/>
                    </a:lnTo>
                    <a:lnTo>
                      <a:pt x="139933" y="242335"/>
                    </a:lnTo>
                    <a:lnTo>
                      <a:pt x="134854" y="256739"/>
                    </a:lnTo>
                    <a:lnTo>
                      <a:pt x="132522" y="251868"/>
                    </a:lnTo>
                    <a:lnTo>
                      <a:pt x="127443" y="266273"/>
                    </a:lnTo>
                    <a:lnTo>
                      <a:pt x="127651" y="254200"/>
                    </a:lnTo>
                    <a:lnTo>
                      <a:pt x="120449" y="251660"/>
                    </a:lnTo>
                    <a:lnTo>
                      <a:pt x="122989" y="244458"/>
                    </a:lnTo>
                    <a:lnTo>
                      <a:pt x="115787" y="241918"/>
                    </a:lnTo>
                    <a:lnTo>
                      <a:pt x="118326" y="234716"/>
                    </a:lnTo>
                    <a:lnTo>
                      <a:pt x="108793" y="227306"/>
                    </a:lnTo>
                    <a:lnTo>
                      <a:pt x="115995" y="229845"/>
                    </a:lnTo>
                    <a:lnTo>
                      <a:pt x="113456" y="237047"/>
                    </a:lnTo>
                    <a:lnTo>
                      <a:pt x="120658" y="239587"/>
                    </a:lnTo>
                    <a:lnTo>
                      <a:pt x="118118" y="246789"/>
                    </a:lnTo>
                    <a:lnTo>
                      <a:pt x="125320" y="249329"/>
                    </a:lnTo>
                    <a:lnTo>
                      <a:pt x="122781" y="256531"/>
                    </a:lnTo>
                    <a:lnTo>
                      <a:pt x="129983" y="259070"/>
                    </a:lnTo>
                    <a:lnTo>
                      <a:pt x="134854" y="256739"/>
                    </a:lnTo>
                    <a:lnTo>
                      <a:pt x="132522" y="251868"/>
                    </a:lnTo>
                    <a:lnTo>
                      <a:pt x="142264" y="247206"/>
                    </a:lnTo>
                    <a:lnTo>
                      <a:pt x="139933" y="242335"/>
                    </a:lnTo>
                    <a:lnTo>
                      <a:pt x="157085" y="228139"/>
                    </a:lnTo>
                    <a:lnTo>
                      <a:pt x="147343" y="232802"/>
                    </a:lnTo>
                    <a:lnTo>
                      <a:pt x="145012" y="227931"/>
                    </a:lnTo>
                    <a:lnTo>
                      <a:pt x="135270" y="232593"/>
                    </a:lnTo>
                    <a:lnTo>
                      <a:pt x="132939" y="227722"/>
                    </a:lnTo>
                    <a:lnTo>
                      <a:pt x="123197" y="232385"/>
                    </a:lnTo>
                    <a:lnTo>
                      <a:pt x="120866" y="227514"/>
                    </a:lnTo>
                    <a:lnTo>
                      <a:pt x="115995" y="229845"/>
                    </a:lnTo>
                    <a:moveTo>
                      <a:pt x="0" y="0"/>
                    </a:moveTo>
                    <a:lnTo>
                      <a:pt x="48292" y="833"/>
                    </a:lnTo>
                    <a:lnTo>
                      <a:pt x="18650" y="38966"/>
                    </a:lnTo>
                    <a:lnTo>
                      <a:pt x="0" y="0"/>
                    </a:lnTo>
                    <a:lnTo>
                      <a:pt x="2331" y="4870"/>
                    </a:lnTo>
                    <a:lnTo>
                      <a:pt x="38550" y="5495"/>
                    </a:lnTo>
                    <a:lnTo>
                      <a:pt x="16319" y="34095"/>
                    </a:lnTo>
                    <a:lnTo>
                      <a:pt x="21190" y="31764"/>
                    </a:lnTo>
                    <a:lnTo>
                      <a:pt x="7202" y="2539"/>
                    </a:lnTo>
                    <a:lnTo>
                      <a:pt x="2331" y="4870"/>
                    </a:lnTo>
                    <a:lnTo>
                      <a:pt x="0" y="0"/>
                    </a:lnTo>
                    <a:lnTo>
                      <a:pt x="14404" y="5079"/>
                    </a:lnTo>
                    <a:lnTo>
                      <a:pt x="12073" y="208"/>
                    </a:lnTo>
                    <a:lnTo>
                      <a:pt x="26477" y="5287"/>
                    </a:lnTo>
                    <a:lnTo>
                      <a:pt x="24146" y="416"/>
                    </a:lnTo>
                    <a:lnTo>
                      <a:pt x="43421" y="3164"/>
                    </a:lnTo>
                    <a:lnTo>
                      <a:pt x="33471" y="19900"/>
                    </a:lnTo>
                    <a:lnTo>
                      <a:pt x="31140" y="15029"/>
                    </a:lnTo>
                    <a:lnTo>
                      <a:pt x="26061" y="29433"/>
                    </a:lnTo>
                    <a:lnTo>
                      <a:pt x="23729" y="24562"/>
                    </a:lnTo>
                    <a:lnTo>
                      <a:pt x="18650" y="38966"/>
                    </a:lnTo>
                    <a:lnTo>
                      <a:pt x="18859" y="26893"/>
                    </a:lnTo>
                    <a:lnTo>
                      <a:pt x="11656" y="24354"/>
                    </a:lnTo>
                    <a:lnTo>
                      <a:pt x="14196" y="17152"/>
                    </a:lnTo>
                    <a:lnTo>
                      <a:pt x="6994" y="14612"/>
                    </a:lnTo>
                    <a:lnTo>
                      <a:pt x="9533" y="7410"/>
                    </a:lnTo>
                    <a:lnTo>
                      <a:pt x="0" y="0"/>
                    </a:lnTo>
                    <a:lnTo>
                      <a:pt x="7202" y="2539"/>
                    </a:lnTo>
                    <a:lnTo>
                      <a:pt x="4663" y="9741"/>
                    </a:lnTo>
                    <a:lnTo>
                      <a:pt x="11865" y="12281"/>
                    </a:lnTo>
                    <a:lnTo>
                      <a:pt x="9325" y="19483"/>
                    </a:lnTo>
                    <a:lnTo>
                      <a:pt x="16527" y="22023"/>
                    </a:lnTo>
                    <a:lnTo>
                      <a:pt x="13988" y="29225"/>
                    </a:lnTo>
                    <a:lnTo>
                      <a:pt x="21190" y="31764"/>
                    </a:lnTo>
                    <a:lnTo>
                      <a:pt x="26061" y="29433"/>
                    </a:lnTo>
                    <a:lnTo>
                      <a:pt x="23729" y="24562"/>
                    </a:lnTo>
                    <a:lnTo>
                      <a:pt x="33471" y="19900"/>
                    </a:lnTo>
                    <a:lnTo>
                      <a:pt x="31140" y="15029"/>
                    </a:lnTo>
                    <a:lnTo>
                      <a:pt x="48292" y="833"/>
                    </a:lnTo>
                    <a:lnTo>
                      <a:pt x="38550" y="5495"/>
                    </a:lnTo>
                    <a:lnTo>
                      <a:pt x="36219" y="624"/>
                    </a:lnTo>
                    <a:lnTo>
                      <a:pt x="26477" y="5287"/>
                    </a:lnTo>
                    <a:lnTo>
                      <a:pt x="24146" y="416"/>
                    </a:lnTo>
                    <a:lnTo>
                      <a:pt x="14404" y="5079"/>
                    </a:lnTo>
                    <a:lnTo>
                      <a:pt x="12073" y="208"/>
                    </a:lnTo>
                    <a:lnTo>
                      <a:pt x="7202" y="253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84" name="Контур"/>
              <p:cNvSpPr/>
              <p:nvPr/>
            </p:nvSpPr>
            <p:spPr>
              <a:xfrm>
                <a:off x="9240259" y="7977249"/>
                <a:ext cx="1047483" cy="1136457"/>
              </a:xfrm>
              <a:custGeom>
                <a:avLst/>
                <a:gdLst/>
                <a:ahLst/>
                <a:cxnLst/>
                <a:rect l="l" t="t" r="r" b="b"/>
                <a:pathLst>
                  <a:path w="1047483" h="1136457" fill="none">
                    <a:moveTo>
                      <a:pt x="0" y="242638"/>
                    </a:moveTo>
                    <a:lnTo>
                      <a:pt x="113510" y="187943"/>
                    </a:lnTo>
                    <a:moveTo>
                      <a:pt x="113510" y="187943"/>
                    </a:moveTo>
                    <a:lnTo>
                      <a:pt x="227020" y="133248"/>
                    </a:lnTo>
                    <a:moveTo>
                      <a:pt x="227020" y="133248"/>
                    </a:moveTo>
                    <a:lnTo>
                      <a:pt x="340530" y="78553"/>
                    </a:lnTo>
                    <a:moveTo>
                      <a:pt x="340530" y="78553"/>
                    </a:moveTo>
                    <a:lnTo>
                      <a:pt x="454039" y="23858"/>
                    </a:lnTo>
                    <a:moveTo>
                      <a:pt x="454039" y="23858"/>
                    </a:moveTo>
                    <a:lnTo>
                      <a:pt x="503554" y="0"/>
                    </a:lnTo>
                    <a:lnTo>
                      <a:pt x="534222" y="64075"/>
                    </a:lnTo>
                    <a:moveTo>
                      <a:pt x="534222" y="64075"/>
                    </a:moveTo>
                    <a:lnTo>
                      <a:pt x="588618" y="177729"/>
                    </a:lnTo>
                    <a:moveTo>
                      <a:pt x="588618" y="177729"/>
                    </a:moveTo>
                    <a:lnTo>
                      <a:pt x="643015" y="291382"/>
                    </a:lnTo>
                    <a:moveTo>
                      <a:pt x="643015" y="291382"/>
                    </a:moveTo>
                    <a:lnTo>
                      <a:pt x="697411" y="405035"/>
                    </a:lnTo>
                    <a:moveTo>
                      <a:pt x="697411" y="405035"/>
                    </a:moveTo>
                    <a:lnTo>
                      <a:pt x="751807" y="518688"/>
                    </a:lnTo>
                    <a:moveTo>
                      <a:pt x="751807" y="518688"/>
                    </a:moveTo>
                    <a:lnTo>
                      <a:pt x="806204" y="632341"/>
                    </a:lnTo>
                    <a:moveTo>
                      <a:pt x="806204" y="632341"/>
                    </a:moveTo>
                    <a:lnTo>
                      <a:pt x="860600" y="745994"/>
                    </a:lnTo>
                    <a:moveTo>
                      <a:pt x="860600" y="745994"/>
                    </a:moveTo>
                    <a:lnTo>
                      <a:pt x="914997" y="859647"/>
                    </a:lnTo>
                    <a:moveTo>
                      <a:pt x="914997" y="859647"/>
                    </a:moveTo>
                    <a:lnTo>
                      <a:pt x="933092" y="897454"/>
                    </a:lnTo>
                    <a:lnTo>
                      <a:pt x="969393" y="973300"/>
                    </a:lnTo>
                    <a:moveTo>
                      <a:pt x="969393" y="973300"/>
                    </a:moveTo>
                    <a:lnTo>
                      <a:pt x="1023790" y="1086953"/>
                    </a:lnTo>
                    <a:moveTo>
                      <a:pt x="1023790" y="1086953"/>
                    </a:moveTo>
                    <a:lnTo>
                      <a:pt x="1047483" y="1136457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85" name="Контур"/>
              <p:cNvSpPr/>
              <p:nvPr/>
            </p:nvSpPr>
            <p:spPr>
              <a:xfrm>
                <a:off x="9319788" y="7993481"/>
                <a:ext cx="952172" cy="962169"/>
              </a:xfrm>
              <a:custGeom>
                <a:avLst/>
                <a:gdLst/>
                <a:ahLst/>
                <a:cxnLst/>
                <a:rect l="l" t="t" r="r" b="b"/>
                <a:pathLst>
                  <a:path w="952172" h="962169" fill="none">
                    <a:moveTo>
                      <a:pt x="38918" y="109390"/>
                    </a:moveTo>
                    <a:lnTo>
                      <a:pt x="38211" y="157684"/>
                    </a:lnTo>
                    <a:lnTo>
                      <a:pt x="0" y="128143"/>
                    </a:lnTo>
                    <a:lnTo>
                      <a:pt x="38918" y="109390"/>
                    </a:lnTo>
                    <a:lnTo>
                      <a:pt x="34053" y="111734"/>
                    </a:lnTo>
                    <a:lnTo>
                      <a:pt x="33523" y="147955"/>
                    </a:lnTo>
                    <a:lnTo>
                      <a:pt x="4865" y="125798"/>
                    </a:lnTo>
                    <a:lnTo>
                      <a:pt x="7209" y="130663"/>
                    </a:lnTo>
                    <a:lnTo>
                      <a:pt x="36397" y="116599"/>
                    </a:lnTo>
                    <a:lnTo>
                      <a:pt x="34053" y="111734"/>
                    </a:lnTo>
                    <a:lnTo>
                      <a:pt x="38918" y="109390"/>
                    </a:lnTo>
                    <a:lnTo>
                      <a:pt x="33877" y="123808"/>
                    </a:lnTo>
                    <a:lnTo>
                      <a:pt x="38741" y="121463"/>
                    </a:lnTo>
                    <a:lnTo>
                      <a:pt x="33700" y="135881"/>
                    </a:lnTo>
                    <a:lnTo>
                      <a:pt x="38565" y="133537"/>
                    </a:lnTo>
                    <a:lnTo>
                      <a:pt x="35867" y="152819"/>
                    </a:lnTo>
                    <a:lnTo>
                      <a:pt x="19106" y="142913"/>
                    </a:lnTo>
                    <a:lnTo>
                      <a:pt x="23971" y="140569"/>
                    </a:lnTo>
                    <a:lnTo>
                      <a:pt x="9553" y="135528"/>
                    </a:lnTo>
                    <a:lnTo>
                      <a:pt x="14418" y="133184"/>
                    </a:lnTo>
                    <a:lnTo>
                      <a:pt x="0" y="128143"/>
                    </a:lnTo>
                    <a:lnTo>
                      <a:pt x="12074" y="128319"/>
                    </a:lnTo>
                    <a:lnTo>
                      <a:pt x="14594" y="121110"/>
                    </a:lnTo>
                    <a:lnTo>
                      <a:pt x="21803" y="123631"/>
                    </a:lnTo>
                    <a:lnTo>
                      <a:pt x="24324" y="116422"/>
                    </a:lnTo>
                    <a:lnTo>
                      <a:pt x="31532" y="118943"/>
                    </a:lnTo>
                    <a:lnTo>
                      <a:pt x="38918" y="109390"/>
                    </a:lnTo>
                    <a:lnTo>
                      <a:pt x="36397" y="116599"/>
                    </a:lnTo>
                    <a:lnTo>
                      <a:pt x="29188" y="114078"/>
                    </a:lnTo>
                    <a:lnTo>
                      <a:pt x="26668" y="121287"/>
                    </a:lnTo>
                    <a:lnTo>
                      <a:pt x="19459" y="118766"/>
                    </a:lnTo>
                    <a:lnTo>
                      <a:pt x="16938" y="125975"/>
                    </a:lnTo>
                    <a:lnTo>
                      <a:pt x="9730" y="123454"/>
                    </a:lnTo>
                    <a:lnTo>
                      <a:pt x="7209" y="130663"/>
                    </a:lnTo>
                    <a:lnTo>
                      <a:pt x="9553" y="135528"/>
                    </a:lnTo>
                    <a:lnTo>
                      <a:pt x="14418" y="133184"/>
                    </a:lnTo>
                    <a:lnTo>
                      <a:pt x="19106" y="142913"/>
                    </a:lnTo>
                    <a:lnTo>
                      <a:pt x="23971" y="140569"/>
                    </a:lnTo>
                    <a:lnTo>
                      <a:pt x="38211" y="157684"/>
                    </a:lnTo>
                    <a:lnTo>
                      <a:pt x="33523" y="147955"/>
                    </a:lnTo>
                    <a:lnTo>
                      <a:pt x="38388" y="145610"/>
                    </a:lnTo>
                    <a:lnTo>
                      <a:pt x="33700" y="135881"/>
                    </a:lnTo>
                    <a:lnTo>
                      <a:pt x="38565" y="133537"/>
                    </a:lnTo>
                    <a:lnTo>
                      <a:pt x="33877" y="123808"/>
                    </a:lnTo>
                    <a:lnTo>
                      <a:pt x="38741" y="121463"/>
                    </a:lnTo>
                    <a:lnTo>
                      <a:pt x="36397" y="116599"/>
                    </a:lnTo>
                    <a:moveTo>
                      <a:pt x="265937" y="0"/>
                    </a:moveTo>
                    <a:lnTo>
                      <a:pt x="265231" y="48294"/>
                    </a:lnTo>
                    <a:lnTo>
                      <a:pt x="227020" y="18753"/>
                    </a:lnTo>
                    <a:lnTo>
                      <a:pt x="265937" y="0"/>
                    </a:lnTo>
                    <a:lnTo>
                      <a:pt x="261073" y="2344"/>
                    </a:lnTo>
                    <a:lnTo>
                      <a:pt x="260543" y="38565"/>
                    </a:lnTo>
                    <a:lnTo>
                      <a:pt x="231884" y="16409"/>
                    </a:lnTo>
                    <a:lnTo>
                      <a:pt x="234229" y="21274"/>
                    </a:lnTo>
                    <a:lnTo>
                      <a:pt x="263417" y="7209"/>
                    </a:lnTo>
                    <a:lnTo>
                      <a:pt x="261073" y="2344"/>
                    </a:lnTo>
                    <a:lnTo>
                      <a:pt x="265937" y="0"/>
                    </a:lnTo>
                    <a:lnTo>
                      <a:pt x="260896" y="14418"/>
                    </a:lnTo>
                    <a:lnTo>
                      <a:pt x="265761" y="12074"/>
                    </a:lnTo>
                    <a:lnTo>
                      <a:pt x="260720" y="26491"/>
                    </a:lnTo>
                    <a:lnTo>
                      <a:pt x="265584" y="24147"/>
                    </a:lnTo>
                    <a:lnTo>
                      <a:pt x="262887" y="43430"/>
                    </a:lnTo>
                    <a:lnTo>
                      <a:pt x="246125" y="33524"/>
                    </a:lnTo>
                    <a:lnTo>
                      <a:pt x="250990" y="31180"/>
                    </a:lnTo>
                    <a:lnTo>
                      <a:pt x="236573" y="26138"/>
                    </a:lnTo>
                    <a:lnTo>
                      <a:pt x="241437" y="23794"/>
                    </a:lnTo>
                    <a:lnTo>
                      <a:pt x="227020" y="18753"/>
                    </a:lnTo>
                    <a:lnTo>
                      <a:pt x="239093" y="18929"/>
                    </a:lnTo>
                    <a:lnTo>
                      <a:pt x="241614" y="11721"/>
                    </a:lnTo>
                    <a:lnTo>
                      <a:pt x="248823" y="14241"/>
                    </a:lnTo>
                    <a:lnTo>
                      <a:pt x="251343" y="7033"/>
                    </a:lnTo>
                    <a:lnTo>
                      <a:pt x="258552" y="9553"/>
                    </a:lnTo>
                    <a:lnTo>
                      <a:pt x="265937" y="0"/>
                    </a:lnTo>
                    <a:lnTo>
                      <a:pt x="263417" y="7209"/>
                    </a:lnTo>
                    <a:lnTo>
                      <a:pt x="256208" y="4688"/>
                    </a:lnTo>
                    <a:lnTo>
                      <a:pt x="253687" y="11897"/>
                    </a:lnTo>
                    <a:lnTo>
                      <a:pt x="246479" y="9377"/>
                    </a:lnTo>
                    <a:lnTo>
                      <a:pt x="243958" y="16585"/>
                    </a:lnTo>
                    <a:lnTo>
                      <a:pt x="236749" y="14065"/>
                    </a:lnTo>
                    <a:lnTo>
                      <a:pt x="234229" y="21274"/>
                    </a:lnTo>
                    <a:lnTo>
                      <a:pt x="236573" y="26138"/>
                    </a:lnTo>
                    <a:lnTo>
                      <a:pt x="241437" y="23794"/>
                    </a:lnTo>
                    <a:lnTo>
                      <a:pt x="246125" y="33524"/>
                    </a:lnTo>
                    <a:lnTo>
                      <a:pt x="250990" y="31180"/>
                    </a:lnTo>
                    <a:lnTo>
                      <a:pt x="265231" y="48294"/>
                    </a:lnTo>
                    <a:lnTo>
                      <a:pt x="260543" y="38565"/>
                    </a:lnTo>
                    <a:lnTo>
                      <a:pt x="265408" y="36221"/>
                    </a:lnTo>
                    <a:lnTo>
                      <a:pt x="260720" y="26491"/>
                    </a:lnTo>
                    <a:lnTo>
                      <a:pt x="265584" y="24147"/>
                    </a:lnTo>
                    <a:lnTo>
                      <a:pt x="260896" y="14418"/>
                    </a:lnTo>
                    <a:lnTo>
                      <a:pt x="265761" y="12074"/>
                    </a:lnTo>
                    <a:lnTo>
                      <a:pt x="263417" y="7209"/>
                    </a:lnTo>
                    <a:moveTo>
                      <a:pt x="517001" y="52944"/>
                    </a:moveTo>
                    <a:lnTo>
                      <a:pt x="468709" y="52111"/>
                    </a:lnTo>
                    <a:lnTo>
                      <a:pt x="498350" y="13977"/>
                    </a:lnTo>
                    <a:lnTo>
                      <a:pt x="517001" y="52944"/>
                    </a:lnTo>
                    <a:lnTo>
                      <a:pt x="514669" y="48073"/>
                    </a:lnTo>
                    <a:lnTo>
                      <a:pt x="478450" y="47448"/>
                    </a:lnTo>
                    <a:lnTo>
                      <a:pt x="500682" y="18848"/>
                    </a:lnTo>
                    <a:lnTo>
                      <a:pt x="495811" y="21179"/>
                    </a:lnTo>
                    <a:lnTo>
                      <a:pt x="509798" y="50404"/>
                    </a:lnTo>
                    <a:lnTo>
                      <a:pt x="514669" y="48073"/>
                    </a:lnTo>
                    <a:lnTo>
                      <a:pt x="517001" y="52944"/>
                    </a:lnTo>
                    <a:lnTo>
                      <a:pt x="502596" y="47865"/>
                    </a:lnTo>
                    <a:lnTo>
                      <a:pt x="504928" y="52736"/>
                    </a:lnTo>
                    <a:lnTo>
                      <a:pt x="490523" y="47657"/>
                    </a:lnTo>
                    <a:lnTo>
                      <a:pt x="492855" y="52527"/>
                    </a:lnTo>
                    <a:lnTo>
                      <a:pt x="473580" y="49780"/>
                    </a:lnTo>
                    <a:lnTo>
                      <a:pt x="483530" y="33044"/>
                    </a:lnTo>
                    <a:lnTo>
                      <a:pt x="485861" y="37915"/>
                    </a:lnTo>
                    <a:lnTo>
                      <a:pt x="490940" y="23511"/>
                    </a:lnTo>
                    <a:lnTo>
                      <a:pt x="493271" y="28381"/>
                    </a:lnTo>
                    <a:lnTo>
                      <a:pt x="498350" y="13977"/>
                    </a:lnTo>
                    <a:lnTo>
                      <a:pt x="498142" y="26050"/>
                    </a:lnTo>
                    <a:lnTo>
                      <a:pt x="505344" y="28590"/>
                    </a:lnTo>
                    <a:lnTo>
                      <a:pt x="502805" y="35792"/>
                    </a:lnTo>
                    <a:lnTo>
                      <a:pt x="510007" y="38331"/>
                    </a:lnTo>
                    <a:lnTo>
                      <a:pt x="507467" y="45534"/>
                    </a:lnTo>
                    <a:lnTo>
                      <a:pt x="517001" y="52944"/>
                    </a:lnTo>
                    <a:lnTo>
                      <a:pt x="509798" y="50404"/>
                    </a:lnTo>
                    <a:lnTo>
                      <a:pt x="512338" y="43202"/>
                    </a:lnTo>
                    <a:lnTo>
                      <a:pt x="505136" y="40663"/>
                    </a:lnTo>
                    <a:lnTo>
                      <a:pt x="507675" y="33461"/>
                    </a:lnTo>
                    <a:lnTo>
                      <a:pt x="500473" y="30921"/>
                    </a:lnTo>
                    <a:lnTo>
                      <a:pt x="503013" y="23719"/>
                    </a:lnTo>
                    <a:lnTo>
                      <a:pt x="495811" y="21179"/>
                    </a:lnTo>
                    <a:lnTo>
                      <a:pt x="490940" y="23511"/>
                    </a:lnTo>
                    <a:lnTo>
                      <a:pt x="493271" y="28381"/>
                    </a:lnTo>
                    <a:lnTo>
                      <a:pt x="483530" y="33044"/>
                    </a:lnTo>
                    <a:lnTo>
                      <a:pt x="485861" y="37915"/>
                    </a:lnTo>
                    <a:lnTo>
                      <a:pt x="468709" y="52111"/>
                    </a:lnTo>
                    <a:lnTo>
                      <a:pt x="478450" y="47448"/>
                    </a:lnTo>
                    <a:lnTo>
                      <a:pt x="480782" y="52319"/>
                    </a:lnTo>
                    <a:lnTo>
                      <a:pt x="490523" y="47657"/>
                    </a:lnTo>
                    <a:lnTo>
                      <a:pt x="492855" y="52527"/>
                    </a:lnTo>
                    <a:lnTo>
                      <a:pt x="502596" y="47865"/>
                    </a:lnTo>
                    <a:lnTo>
                      <a:pt x="504928" y="52736"/>
                    </a:lnTo>
                    <a:lnTo>
                      <a:pt x="509798" y="50404"/>
                    </a:lnTo>
                    <a:moveTo>
                      <a:pt x="625793" y="280250"/>
                    </a:moveTo>
                    <a:lnTo>
                      <a:pt x="577501" y="279417"/>
                    </a:lnTo>
                    <a:lnTo>
                      <a:pt x="607143" y="241284"/>
                    </a:lnTo>
                    <a:lnTo>
                      <a:pt x="625793" y="280250"/>
                    </a:lnTo>
                    <a:lnTo>
                      <a:pt x="623462" y="275379"/>
                    </a:lnTo>
                    <a:lnTo>
                      <a:pt x="587243" y="274755"/>
                    </a:lnTo>
                    <a:lnTo>
                      <a:pt x="609474" y="246154"/>
                    </a:lnTo>
                    <a:lnTo>
                      <a:pt x="604604" y="248486"/>
                    </a:lnTo>
                    <a:lnTo>
                      <a:pt x="618591" y="277711"/>
                    </a:lnTo>
                    <a:lnTo>
                      <a:pt x="623462" y="275379"/>
                    </a:lnTo>
                    <a:lnTo>
                      <a:pt x="625793" y="280250"/>
                    </a:lnTo>
                    <a:lnTo>
                      <a:pt x="611389" y="275171"/>
                    </a:lnTo>
                    <a:lnTo>
                      <a:pt x="613720" y="280042"/>
                    </a:lnTo>
                    <a:lnTo>
                      <a:pt x="599316" y="274963"/>
                    </a:lnTo>
                    <a:lnTo>
                      <a:pt x="601647" y="279834"/>
                    </a:lnTo>
                    <a:lnTo>
                      <a:pt x="582372" y="277086"/>
                    </a:lnTo>
                    <a:lnTo>
                      <a:pt x="592322" y="260350"/>
                    </a:lnTo>
                    <a:lnTo>
                      <a:pt x="594654" y="265221"/>
                    </a:lnTo>
                    <a:lnTo>
                      <a:pt x="599733" y="250817"/>
                    </a:lnTo>
                    <a:lnTo>
                      <a:pt x="602064" y="255688"/>
                    </a:lnTo>
                    <a:lnTo>
                      <a:pt x="607143" y="241284"/>
                    </a:lnTo>
                    <a:lnTo>
                      <a:pt x="606935" y="253356"/>
                    </a:lnTo>
                    <a:lnTo>
                      <a:pt x="614137" y="255896"/>
                    </a:lnTo>
                    <a:lnTo>
                      <a:pt x="611597" y="263098"/>
                    </a:lnTo>
                    <a:lnTo>
                      <a:pt x="618799" y="265638"/>
                    </a:lnTo>
                    <a:lnTo>
                      <a:pt x="616260" y="272840"/>
                    </a:lnTo>
                    <a:lnTo>
                      <a:pt x="625793" y="280250"/>
                    </a:lnTo>
                    <a:lnTo>
                      <a:pt x="618591" y="277711"/>
                    </a:lnTo>
                    <a:lnTo>
                      <a:pt x="621131" y="270509"/>
                    </a:lnTo>
                    <a:lnTo>
                      <a:pt x="613929" y="267969"/>
                    </a:lnTo>
                    <a:lnTo>
                      <a:pt x="616468" y="260767"/>
                    </a:lnTo>
                    <a:lnTo>
                      <a:pt x="609266" y="258227"/>
                    </a:lnTo>
                    <a:lnTo>
                      <a:pt x="611806" y="251025"/>
                    </a:lnTo>
                    <a:lnTo>
                      <a:pt x="604604" y="248486"/>
                    </a:lnTo>
                    <a:lnTo>
                      <a:pt x="599733" y="250817"/>
                    </a:lnTo>
                    <a:lnTo>
                      <a:pt x="602064" y="255688"/>
                    </a:lnTo>
                    <a:lnTo>
                      <a:pt x="592322" y="260350"/>
                    </a:lnTo>
                    <a:lnTo>
                      <a:pt x="594654" y="265221"/>
                    </a:lnTo>
                    <a:lnTo>
                      <a:pt x="577501" y="279417"/>
                    </a:lnTo>
                    <a:lnTo>
                      <a:pt x="587243" y="274755"/>
                    </a:lnTo>
                    <a:lnTo>
                      <a:pt x="589574" y="279625"/>
                    </a:lnTo>
                    <a:lnTo>
                      <a:pt x="599316" y="274963"/>
                    </a:lnTo>
                    <a:lnTo>
                      <a:pt x="601647" y="279834"/>
                    </a:lnTo>
                    <a:lnTo>
                      <a:pt x="611389" y="275171"/>
                    </a:lnTo>
                    <a:lnTo>
                      <a:pt x="613720" y="280042"/>
                    </a:lnTo>
                    <a:lnTo>
                      <a:pt x="618591" y="277711"/>
                    </a:lnTo>
                    <a:moveTo>
                      <a:pt x="734586" y="507557"/>
                    </a:moveTo>
                    <a:lnTo>
                      <a:pt x="686294" y="506723"/>
                    </a:lnTo>
                    <a:lnTo>
                      <a:pt x="715936" y="468590"/>
                    </a:lnTo>
                    <a:lnTo>
                      <a:pt x="734586" y="507557"/>
                    </a:lnTo>
                    <a:lnTo>
                      <a:pt x="732255" y="502686"/>
                    </a:lnTo>
                    <a:lnTo>
                      <a:pt x="696036" y="502061"/>
                    </a:lnTo>
                    <a:lnTo>
                      <a:pt x="718267" y="473461"/>
                    </a:lnTo>
                    <a:lnTo>
                      <a:pt x="713396" y="475792"/>
                    </a:lnTo>
                    <a:lnTo>
                      <a:pt x="727384" y="505017"/>
                    </a:lnTo>
                    <a:lnTo>
                      <a:pt x="732255" y="502686"/>
                    </a:lnTo>
                    <a:lnTo>
                      <a:pt x="734586" y="507557"/>
                    </a:lnTo>
                    <a:lnTo>
                      <a:pt x="720182" y="502477"/>
                    </a:lnTo>
                    <a:lnTo>
                      <a:pt x="722513" y="507348"/>
                    </a:lnTo>
                    <a:lnTo>
                      <a:pt x="708109" y="502269"/>
                    </a:lnTo>
                    <a:lnTo>
                      <a:pt x="710440" y="507140"/>
                    </a:lnTo>
                    <a:lnTo>
                      <a:pt x="691165" y="504392"/>
                    </a:lnTo>
                    <a:lnTo>
                      <a:pt x="701115" y="487657"/>
                    </a:lnTo>
                    <a:lnTo>
                      <a:pt x="703446" y="492527"/>
                    </a:lnTo>
                    <a:lnTo>
                      <a:pt x="708525" y="478123"/>
                    </a:lnTo>
                    <a:lnTo>
                      <a:pt x="710857" y="482994"/>
                    </a:lnTo>
                    <a:lnTo>
                      <a:pt x="715936" y="468590"/>
                    </a:lnTo>
                    <a:lnTo>
                      <a:pt x="715728" y="480663"/>
                    </a:lnTo>
                    <a:lnTo>
                      <a:pt x="722930" y="483202"/>
                    </a:lnTo>
                    <a:lnTo>
                      <a:pt x="720390" y="490404"/>
                    </a:lnTo>
                    <a:lnTo>
                      <a:pt x="727592" y="492944"/>
                    </a:lnTo>
                    <a:lnTo>
                      <a:pt x="725053" y="500146"/>
                    </a:lnTo>
                    <a:lnTo>
                      <a:pt x="734586" y="507557"/>
                    </a:lnTo>
                    <a:lnTo>
                      <a:pt x="727384" y="505017"/>
                    </a:lnTo>
                    <a:lnTo>
                      <a:pt x="729924" y="497815"/>
                    </a:lnTo>
                    <a:lnTo>
                      <a:pt x="722721" y="495275"/>
                    </a:lnTo>
                    <a:lnTo>
                      <a:pt x="725261" y="488073"/>
                    </a:lnTo>
                    <a:lnTo>
                      <a:pt x="718059" y="485534"/>
                    </a:lnTo>
                    <a:lnTo>
                      <a:pt x="720598" y="478331"/>
                    </a:lnTo>
                    <a:lnTo>
                      <a:pt x="713396" y="475792"/>
                    </a:lnTo>
                    <a:lnTo>
                      <a:pt x="708525" y="478123"/>
                    </a:lnTo>
                    <a:lnTo>
                      <a:pt x="710857" y="482994"/>
                    </a:lnTo>
                    <a:lnTo>
                      <a:pt x="701115" y="487657"/>
                    </a:lnTo>
                    <a:lnTo>
                      <a:pt x="703446" y="492527"/>
                    </a:lnTo>
                    <a:lnTo>
                      <a:pt x="686294" y="506723"/>
                    </a:lnTo>
                    <a:lnTo>
                      <a:pt x="696036" y="502061"/>
                    </a:lnTo>
                    <a:lnTo>
                      <a:pt x="698367" y="506932"/>
                    </a:lnTo>
                    <a:lnTo>
                      <a:pt x="708109" y="502269"/>
                    </a:lnTo>
                    <a:lnTo>
                      <a:pt x="710440" y="507140"/>
                    </a:lnTo>
                    <a:lnTo>
                      <a:pt x="720182" y="502477"/>
                    </a:lnTo>
                    <a:lnTo>
                      <a:pt x="722513" y="507348"/>
                    </a:lnTo>
                    <a:lnTo>
                      <a:pt x="727384" y="505017"/>
                    </a:lnTo>
                    <a:moveTo>
                      <a:pt x="843379" y="734863"/>
                    </a:moveTo>
                    <a:lnTo>
                      <a:pt x="795087" y="734030"/>
                    </a:lnTo>
                    <a:lnTo>
                      <a:pt x="824729" y="695896"/>
                    </a:lnTo>
                    <a:lnTo>
                      <a:pt x="843379" y="734863"/>
                    </a:lnTo>
                    <a:lnTo>
                      <a:pt x="841048" y="729992"/>
                    </a:lnTo>
                    <a:lnTo>
                      <a:pt x="804829" y="729367"/>
                    </a:lnTo>
                    <a:lnTo>
                      <a:pt x="827060" y="700767"/>
                    </a:lnTo>
                    <a:lnTo>
                      <a:pt x="822189" y="703098"/>
                    </a:lnTo>
                    <a:lnTo>
                      <a:pt x="836177" y="732323"/>
                    </a:lnTo>
                    <a:lnTo>
                      <a:pt x="841048" y="729992"/>
                    </a:lnTo>
                    <a:lnTo>
                      <a:pt x="843379" y="734863"/>
                    </a:lnTo>
                    <a:lnTo>
                      <a:pt x="828975" y="729784"/>
                    </a:lnTo>
                    <a:lnTo>
                      <a:pt x="831306" y="734655"/>
                    </a:lnTo>
                    <a:lnTo>
                      <a:pt x="816902" y="729575"/>
                    </a:lnTo>
                    <a:lnTo>
                      <a:pt x="819233" y="734446"/>
                    </a:lnTo>
                    <a:lnTo>
                      <a:pt x="799958" y="731698"/>
                    </a:lnTo>
                    <a:lnTo>
                      <a:pt x="809908" y="714963"/>
                    </a:lnTo>
                    <a:lnTo>
                      <a:pt x="812239" y="719834"/>
                    </a:lnTo>
                    <a:lnTo>
                      <a:pt x="817318" y="705429"/>
                    </a:lnTo>
                    <a:lnTo>
                      <a:pt x="819649" y="710300"/>
                    </a:lnTo>
                    <a:lnTo>
                      <a:pt x="824729" y="695896"/>
                    </a:lnTo>
                    <a:lnTo>
                      <a:pt x="824520" y="707969"/>
                    </a:lnTo>
                    <a:lnTo>
                      <a:pt x="831722" y="710509"/>
                    </a:lnTo>
                    <a:lnTo>
                      <a:pt x="829183" y="717711"/>
                    </a:lnTo>
                    <a:lnTo>
                      <a:pt x="836385" y="720250"/>
                    </a:lnTo>
                    <a:lnTo>
                      <a:pt x="833845" y="727452"/>
                    </a:lnTo>
                    <a:lnTo>
                      <a:pt x="843379" y="734863"/>
                    </a:lnTo>
                    <a:lnTo>
                      <a:pt x="836177" y="732323"/>
                    </a:lnTo>
                    <a:lnTo>
                      <a:pt x="838716" y="725121"/>
                    </a:lnTo>
                    <a:lnTo>
                      <a:pt x="831514" y="722582"/>
                    </a:lnTo>
                    <a:lnTo>
                      <a:pt x="834054" y="715379"/>
                    </a:lnTo>
                    <a:lnTo>
                      <a:pt x="826852" y="712840"/>
                    </a:lnTo>
                    <a:lnTo>
                      <a:pt x="829391" y="705638"/>
                    </a:lnTo>
                    <a:lnTo>
                      <a:pt x="822189" y="703098"/>
                    </a:lnTo>
                    <a:lnTo>
                      <a:pt x="817318" y="705429"/>
                    </a:lnTo>
                    <a:lnTo>
                      <a:pt x="819649" y="710300"/>
                    </a:lnTo>
                    <a:lnTo>
                      <a:pt x="809908" y="714963"/>
                    </a:lnTo>
                    <a:lnTo>
                      <a:pt x="812239" y="719834"/>
                    </a:lnTo>
                    <a:lnTo>
                      <a:pt x="795087" y="734030"/>
                    </a:lnTo>
                    <a:lnTo>
                      <a:pt x="804829" y="729367"/>
                    </a:lnTo>
                    <a:lnTo>
                      <a:pt x="807160" y="734238"/>
                    </a:lnTo>
                    <a:lnTo>
                      <a:pt x="816902" y="729575"/>
                    </a:lnTo>
                    <a:lnTo>
                      <a:pt x="819233" y="734446"/>
                    </a:lnTo>
                    <a:lnTo>
                      <a:pt x="828975" y="729784"/>
                    </a:lnTo>
                    <a:lnTo>
                      <a:pt x="831306" y="734655"/>
                    </a:lnTo>
                    <a:lnTo>
                      <a:pt x="836177" y="732323"/>
                    </a:lnTo>
                    <a:moveTo>
                      <a:pt x="952172" y="962169"/>
                    </a:moveTo>
                    <a:lnTo>
                      <a:pt x="903880" y="961336"/>
                    </a:lnTo>
                    <a:lnTo>
                      <a:pt x="933522" y="923202"/>
                    </a:lnTo>
                    <a:lnTo>
                      <a:pt x="952172" y="962169"/>
                    </a:lnTo>
                    <a:lnTo>
                      <a:pt x="949841" y="957298"/>
                    </a:lnTo>
                    <a:lnTo>
                      <a:pt x="913622" y="956673"/>
                    </a:lnTo>
                    <a:lnTo>
                      <a:pt x="935853" y="928073"/>
                    </a:lnTo>
                    <a:lnTo>
                      <a:pt x="930982" y="930404"/>
                    </a:lnTo>
                    <a:lnTo>
                      <a:pt x="944970" y="959629"/>
                    </a:lnTo>
                    <a:lnTo>
                      <a:pt x="949841" y="957298"/>
                    </a:lnTo>
                    <a:lnTo>
                      <a:pt x="952172" y="962169"/>
                    </a:lnTo>
                    <a:lnTo>
                      <a:pt x="937768" y="957090"/>
                    </a:lnTo>
                    <a:lnTo>
                      <a:pt x="940099" y="961960"/>
                    </a:lnTo>
                    <a:lnTo>
                      <a:pt x="925695" y="956881"/>
                    </a:lnTo>
                    <a:lnTo>
                      <a:pt x="928026" y="961752"/>
                    </a:lnTo>
                    <a:lnTo>
                      <a:pt x="908751" y="959004"/>
                    </a:lnTo>
                    <a:lnTo>
                      <a:pt x="918701" y="942269"/>
                    </a:lnTo>
                    <a:lnTo>
                      <a:pt x="921032" y="947140"/>
                    </a:lnTo>
                    <a:lnTo>
                      <a:pt x="926111" y="932735"/>
                    </a:lnTo>
                    <a:lnTo>
                      <a:pt x="928442" y="937606"/>
                    </a:lnTo>
                    <a:lnTo>
                      <a:pt x="933522" y="923202"/>
                    </a:lnTo>
                    <a:lnTo>
                      <a:pt x="933313" y="935275"/>
                    </a:lnTo>
                    <a:lnTo>
                      <a:pt x="940515" y="937815"/>
                    </a:lnTo>
                    <a:lnTo>
                      <a:pt x="937976" y="945017"/>
                    </a:lnTo>
                    <a:lnTo>
                      <a:pt x="945178" y="947556"/>
                    </a:lnTo>
                    <a:lnTo>
                      <a:pt x="942638" y="954758"/>
                    </a:lnTo>
                    <a:lnTo>
                      <a:pt x="952172" y="962169"/>
                    </a:lnTo>
                    <a:lnTo>
                      <a:pt x="944970" y="959629"/>
                    </a:lnTo>
                    <a:lnTo>
                      <a:pt x="947509" y="952427"/>
                    </a:lnTo>
                    <a:lnTo>
                      <a:pt x="940307" y="949888"/>
                    </a:lnTo>
                    <a:lnTo>
                      <a:pt x="942847" y="942685"/>
                    </a:lnTo>
                    <a:lnTo>
                      <a:pt x="935645" y="940146"/>
                    </a:lnTo>
                    <a:lnTo>
                      <a:pt x="938184" y="932944"/>
                    </a:lnTo>
                    <a:lnTo>
                      <a:pt x="930982" y="930404"/>
                    </a:lnTo>
                    <a:lnTo>
                      <a:pt x="926111" y="932735"/>
                    </a:lnTo>
                    <a:lnTo>
                      <a:pt x="928442" y="937606"/>
                    </a:lnTo>
                    <a:lnTo>
                      <a:pt x="918701" y="942269"/>
                    </a:lnTo>
                    <a:lnTo>
                      <a:pt x="921032" y="947140"/>
                    </a:lnTo>
                    <a:lnTo>
                      <a:pt x="903880" y="961336"/>
                    </a:lnTo>
                    <a:lnTo>
                      <a:pt x="913622" y="956673"/>
                    </a:lnTo>
                    <a:lnTo>
                      <a:pt x="915953" y="961544"/>
                    </a:lnTo>
                    <a:lnTo>
                      <a:pt x="925695" y="956881"/>
                    </a:lnTo>
                    <a:lnTo>
                      <a:pt x="928026" y="961752"/>
                    </a:lnTo>
                    <a:lnTo>
                      <a:pt x="937768" y="957090"/>
                    </a:lnTo>
                    <a:lnTo>
                      <a:pt x="940099" y="961960"/>
                    </a:lnTo>
                    <a:lnTo>
                      <a:pt x="944970" y="95962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86" name="Контур"/>
              <p:cNvSpPr/>
              <p:nvPr/>
            </p:nvSpPr>
            <p:spPr>
              <a:xfrm>
                <a:off x="7575418" y="5985977"/>
                <a:ext cx="1758508" cy="738040"/>
              </a:xfrm>
              <a:custGeom>
                <a:avLst/>
                <a:gdLst/>
                <a:ahLst/>
                <a:cxnLst/>
                <a:rect l="l" t="t" r="r" b="b"/>
                <a:pathLst>
                  <a:path w="1758508" h="738040" fill="none">
                    <a:moveTo>
                      <a:pt x="1758508" y="0"/>
                    </a:moveTo>
                    <a:lnTo>
                      <a:pt x="1644544" y="53741"/>
                    </a:lnTo>
                    <a:moveTo>
                      <a:pt x="1644544" y="53741"/>
                    </a:moveTo>
                    <a:lnTo>
                      <a:pt x="1530579" y="107483"/>
                    </a:lnTo>
                    <a:moveTo>
                      <a:pt x="1530579" y="107483"/>
                    </a:moveTo>
                    <a:lnTo>
                      <a:pt x="1416615" y="161224"/>
                    </a:lnTo>
                    <a:moveTo>
                      <a:pt x="1416615" y="161224"/>
                    </a:moveTo>
                    <a:lnTo>
                      <a:pt x="1302651" y="214965"/>
                    </a:lnTo>
                    <a:moveTo>
                      <a:pt x="1302651" y="214965"/>
                    </a:moveTo>
                    <a:lnTo>
                      <a:pt x="1188686" y="268707"/>
                    </a:lnTo>
                    <a:moveTo>
                      <a:pt x="1188686" y="268707"/>
                    </a:moveTo>
                    <a:lnTo>
                      <a:pt x="1074722" y="322448"/>
                    </a:lnTo>
                    <a:moveTo>
                      <a:pt x="1074722" y="322448"/>
                    </a:moveTo>
                    <a:lnTo>
                      <a:pt x="960758" y="376190"/>
                    </a:lnTo>
                    <a:moveTo>
                      <a:pt x="960758" y="376190"/>
                    </a:moveTo>
                    <a:lnTo>
                      <a:pt x="846794" y="429931"/>
                    </a:lnTo>
                    <a:moveTo>
                      <a:pt x="846794" y="429931"/>
                    </a:moveTo>
                    <a:lnTo>
                      <a:pt x="802190" y="450965"/>
                    </a:lnTo>
                    <a:lnTo>
                      <a:pt x="769504" y="381594"/>
                    </a:lnTo>
                    <a:moveTo>
                      <a:pt x="769504" y="381594"/>
                    </a:moveTo>
                    <a:lnTo>
                      <a:pt x="766321" y="374837"/>
                    </a:lnTo>
                    <a:lnTo>
                      <a:pt x="659211" y="425603"/>
                    </a:lnTo>
                    <a:moveTo>
                      <a:pt x="659211" y="425603"/>
                    </a:moveTo>
                    <a:lnTo>
                      <a:pt x="545352" y="479567"/>
                    </a:lnTo>
                    <a:moveTo>
                      <a:pt x="545352" y="479567"/>
                    </a:moveTo>
                    <a:lnTo>
                      <a:pt x="431493" y="533531"/>
                    </a:lnTo>
                    <a:moveTo>
                      <a:pt x="431493" y="533531"/>
                    </a:moveTo>
                    <a:lnTo>
                      <a:pt x="317634" y="587495"/>
                    </a:lnTo>
                    <a:moveTo>
                      <a:pt x="317634" y="587495"/>
                    </a:moveTo>
                    <a:lnTo>
                      <a:pt x="203775" y="641459"/>
                    </a:lnTo>
                    <a:moveTo>
                      <a:pt x="203775" y="641459"/>
                    </a:moveTo>
                    <a:lnTo>
                      <a:pt x="89916" y="695423"/>
                    </a:lnTo>
                    <a:moveTo>
                      <a:pt x="89916" y="695423"/>
                    </a:moveTo>
                    <a:lnTo>
                      <a:pt x="0" y="73804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87" name="Контур"/>
              <p:cNvSpPr/>
              <p:nvPr/>
            </p:nvSpPr>
            <p:spPr>
              <a:xfrm>
                <a:off x="7659997" y="6053709"/>
                <a:ext cx="1593579" cy="689979"/>
              </a:xfrm>
              <a:custGeom>
                <a:avLst/>
                <a:gdLst/>
                <a:ahLst/>
                <a:cxnLst/>
                <a:rect l="l" t="t" r="r" b="b"/>
                <a:pathLst>
                  <a:path w="1593579" h="689979" fill="none">
                    <a:moveTo>
                      <a:pt x="1554506" y="48286"/>
                    </a:moveTo>
                    <a:lnTo>
                      <a:pt x="1555617" y="0"/>
                    </a:lnTo>
                    <a:lnTo>
                      <a:pt x="1593579" y="29861"/>
                    </a:lnTo>
                    <a:lnTo>
                      <a:pt x="1554506" y="48286"/>
                    </a:lnTo>
                    <a:lnTo>
                      <a:pt x="1559390" y="45983"/>
                    </a:lnTo>
                    <a:lnTo>
                      <a:pt x="1560223" y="9768"/>
                    </a:lnTo>
                    <a:lnTo>
                      <a:pt x="1588695" y="32164"/>
                    </a:lnTo>
                    <a:lnTo>
                      <a:pt x="1586392" y="27280"/>
                    </a:lnTo>
                    <a:lnTo>
                      <a:pt x="1557087" y="41099"/>
                    </a:lnTo>
                    <a:lnTo>
                      <a:pt x="1559390" y="45983"/>
                    </a:lnTo>
                    <a:lnTo>
                      <a:pt x="1554506" y="48286"/>
                    </a:lnTo>
                    <a:lnTo>
                      <a:pt x="1559668" y="33911"/>
                    </a:lnTo>
                    <a:lnTo>
                      <a:pt x="1554783" y="36215"/>
                    </a:lnTo>
                    <a:lnTo>
                      <a:pt x="1559945" y="21840"/>
                    </a:lnTo>
                    <a:lnTo>
                      <a:pt x="1555061" y="24143"/>
                    </a:lnTo>
                    <a:lnTo>
                      <a:pt x="1557920" y="4884"/>
                    </a:lnTo>
                    <a:lnTo>
                      <a:pt x="1574598" y="14930"/>
                    </a:lnTo>
                    <a:lnTo>
                      <a:pt x="1569714" y="17234"/>
                    </a:lnTo>
                    <a:lnTo>
                      <a:pt x="1584088" y="22395"/>
                    </a:lnTo>
                    <a:lnTo>
                      <a:pt x="1579204" y="24699"/>
                    </a:lnTo>
                    <a:lnTo>
                      <a:pt x="1593579" y="29861"/>
                    </a:lnTo>
                    <a:lnTo>
                      <a:pt x="1581507" y="29583"/>
                    </a:lnTo>
                    <a:lnTo>
                      <a:pt x="1578926" y="36770"/>
                    </a:lnTo>
                    <a:lnTo>
                      <a:pt x="1571739" y="34189"/>
                    </a:lnTo>
                    <a:lnTo>
                      <a:pt x="1569158" y="41377"/>
                    </a:lnTo>
                    <a:lnTo>
                      <a:pt x="1561971" y="38796"/>
                    </a:lnTo>
                    <a:lnTo>
                      <a:pt x="1554506" y="48286"/>
                    </a:lnTo>
                    <a:lnTo>
                      <a:pt x="1557087" y="41099"/>
                    </a:lnTo>
                    <a:lnTo>
                      <a:pt x="1564274" y="43680"/>
                    </a:lnTo>
                    <a:lnTo>
                      <a:pt x="1566855" y="36492"/>
                    </a:lnTo>
                    <a:lnTo>
                      <a:pt x="1574042" y="39073"/>
                    </a:lnTo>
                    <a:lnTo>
                      <a:pt x="1576623" y="31886"/>
                    </a:lnTo>
                    <a:lnTo>
                      <a:pt x="1583811" y="34467"/>
                    </a:lnTo>
                    <a:lnTo>
                      <a:pt x="1586392" y="27280"/>
                    </a:lnTo>
                    <a:lnTo>
                      <a:pt x="1584088" y="22395"/>
                    </a:lnTo>
                    <a:lnTo>
                      <a:pt x="1579204" y="24699"/>
                    </a:lnTo>
                    <a:lnTo>
                      <a:pt x="1574598" y="14930"/>
                    </a:lnTo>
                    <a:lnTo>
                      <a:pt x="1569714" y="17234"/>
                    </a:lnTo>
                    <a:lnTo>
                      <a:pt x="1555617" y="0"/>
                    </a:lnTo>
                    <a:lnTo>
                      <a:pt x="1560223" y="9768"/>
                    </a:lnTo>
                    <a:lnTo>
                      <a:pt x="1555339" y="12072"/>
                    </a:lnTo>
                    <a:lnTo>
                      <a:pt x="1559945" y="21840"/>
                    </a:lnTo>
                    <a:lnTo>
                      <a:pt x="1555061" y="24143"/>
                    </a:lnTo>
                    <a:lnTo>
                      <a:pt x="1559668" y="33911"/>
                    </a:lnTo>
                    <a:lnTo>
                      <a:pt x="1554783" y="36215"/>
                    </a:lnTo>
                    <a:lnTo>
                      <a:pt x="1557087" y="41099"/>
                    </a:lnTo>
                    <a:moveTo>
                      <a:pt x="1326577" y="155769"/>
                    </a:moveTo>
                    <a:lnTo>
                      <a:pt x="1327688" y="107483"/>
                    </a:lnTo>
                    <a:lnTo>
                      <a:pt x="1365650" y="137344"/>
                    </a:lnTo>
                    <a:lnTo>
                      <a:pt x="1326577" y="155769"/>
                    </a:lnTo>
                    <a:lnTo>
                      <a:pt x="1331461" y="153466"/>
                    </a:lnTo>
                    <a:lnTo>
                      <a:pt x="1332294" y="117251"/>
                    </a:lnTo>
                    <a:lnTo>
                      <a:pt x="1360766" y="139647"/>
                    </a:lnTo>
                    <a:lnTo>
                      <a:pt x="1358463" y="134763"/>
                    </a:lnTo>
                    <a:lnTo>
                      <a:pt x="1329158" y="148582"/>
                    </a:lnTo>
                    <a:lnTo>
                      <a:pt x="1331461" y="153466"/>
                    </a:lnTo>
                    <a:lnTo>
                      <a:pt x="1326577" y="155769"/>
                    </a:lnTo>
                    <a:lnTo>
                      <a:pt x="1331739" y="141394"/>
                    </a:lnTo>
                    <a:lnTo>
                      <a:pt x="1326855" y="143698"/>
                    </a:lnTo>
                    <a:lnTo>
                      <a:pt x="1332017" y="129323"/>
                    </a:lnTo>
                    <a:lnTo>
                      <a:pt x="1327133" y="131626"/>
                    </a:lnTo>
                    <a:lnTo>
                      <a:pt x="1329991" y="112367"/>
                    </a:lnTo>
                    <a:lnTo>
                      <a:pt x="1346669" y="122413"/>
                    </a:lnTo>
                    <a:lnTo>
                      <a:pt x="1341785" y="124716"/>
                    </a:lnTo>
                    <a:lnTo>
                      <a:pt x="1356160" y="129878"/>
                    </a:lnTo>
                    <a:lnTo>
                      <a:pt x="1351276" y="132182"/>
                    </a:lnTo>
                    <a:lnTo>
                      <a:pt x="1365650" y="137344"/>
                    </a:lnTo>
                    <a:lnTo>
                      <a:pt x="1353579" y="137066"/>
                    </a:lnTo>
                    <a:lnTo>
                      <a:pt x="1350998" y="144253"/>
                    </a:lnTo>
                    <a:lnTo>
                      <a:pt x="1343811" y="141672"/>
                    </a:lnTo>
                    <a:lnTo>
                      <a:pt x="1341230" y="148860"/>
                    </a:lnTo>
                    <a:lnTo>
                      <a:pt x="1334042" y="146279"/>
                    </a:lnTo>
                    <a:lnTo>
                      <a:pt x="1326577" y="155769"/>
                    </a:lnTo>
                    <a:lnTo>
                      <a:pt x="1329158" y="148582"/>
                    </a:lnTo>
                    <a:lnTo>
                      <a:pt x="1336345" y="151163"/>
                    </a:lnTo>
                    <a:lnTo>
                      <a:pt x="1338926" y="143975"/>
                    </a:lnTo>
                    <a:lnTo>
                      <a:pt x="1346114" y="146556"/>
                    </a:lnTo>
                    <a:lnTo>
                      <a:pt x="1348695" y="139369"/>
                    </a:lnTo>
                    <a:lnTo>
                      <a:pt x="1355882" y="141950"/>
                    </a:lnTo>
                    <a:lnTo>
                      <a:pt x="1358463" y="134763"/>
                    </a:lnTo>
                    <a:lnTo>
                      <a:pt x="1356160" y="129878"/>
                    </a:lnTo>
                    <a:lnTo>
                      <a:pt x="1351276" y="132182"/>
                    </a:lnTo>
                    <a:lnTo>
                      <a:pt x="1346669" y="122413"/>
                    </a:lnTo>
                    <a:lnTo>
                      <a:pt x="1341785" y="124716"/>
                    </a:lnTo>
                    <a:lnTo>
                      <a:pt x="1327688" y="107483"/>
                    </a:lnTo>
                    <a:lnTo>
                      <a:pt x="1332294" y="117251"/>
                    </a:lnTo>
                    <a:lnTo>
                      <a:pt x="1327410" y="119554"/>
                    </a:lnTo>
                    <a:lnTo>
                      <a:pt x="1332017" y="129323"/>
                    </a:lnTo>
                    <a:lnTo>
                      <a:pt x="1327133" y="131626"/>
                    </a:lnTo>
                    <a:lnTo>
                      <a:pt x="1331739" y="141394"/>
                    </a:lnTo>
                    <a:lnTo>
                      <a:pt x="1326855" y="143698"/>
                    </a:lnTo>
                    <a:lnTo>
                      <a:pt x="1329158" y="148582"/>
                    </a:lnTo>
                    <a:moveTo>
                      <a:pt x="1098648" y="263252"/>
                    </a:moveTo>
                    <a:lnTo>
                      <a:pt x="1099760" y="214966"/>
                    </a:lnTo>
                    <a:lnTo>
                      <a:pt x="1137722" y="244826"/>
                    </a:lnTo>
                    <a:lnTo>
                      <a:pt x="1098648" y="263252"/>
                    </a:lnTo>
                    <a:lnTo>
                      <a:pt x="1103533" y="260949"/>
                    </a:lnTo>
                    <a:lnTo>
                      <a:pt x="1104366" y="224734"/>
                    </a:lnTo>
                    <a:lnTo>
                      <a:pt x="1132838" y="247130"/>
                    </a:lnTo>
                    <a:lnTo>
                      <a:pt x="1130535" y="242245"/>
                    </a:lnTo>
                    <a:lnTo>
                      <a:pt x="1101229" y="256065"/>
                    </a:lnTo>
                    <a:lnTo>
                      <a:pt x="1103533" y="260949"/>
                    </a:lnTo>
                    <a:lnTo>
                      <a:pt x="1098648" y="263252"/>
                    </a:lnTo>
                    <a:lnTo>
                      <a:pt x="1103810" y="248877"/>
                    </a:lnTo>
                    <a:lnTo>
                      <a:pt x="1098926" y="251180"/>
                    </a:lnTo>
                    <a:lnTo>
                      <a:pt x="1104088" y="236806"/>
                    </a:lnTo>
                    <a:lnTo>
                      <a:pt x="1099204" y="239109"/>
                    </a:lnTo>
                    <a:lnTo>
                      <a:pt x="1102063" y="219850"/>
                    </a:lnTo>
                    <a:lnTo>
                      <a:pt x="1118741" y="229896"/>
                    </a:lnTo>
                    <a:lnTo>
                      <a:pt x="1113857" y="232199"/>
                    </a:lnTo>
                    <a:lnTo>
                      <a:pt x="1128231" y="237361"/>
                    </a:lnTo>
                    <a:lnTo>
                      <a:pt x="1123347" y="239664"/>
                    </a:lnTo>
                    <a:lnTo>
                      <a:pt x="1137722" y="244826"/>
                    </a:lnTo>
                    <a:lnTo>
                      <a:pt x="1125650" y="244549"/>
                    </a:lnTo>
                    <a:lnTo>
                      <a:pt x="1123069" y="251736"/>
                    </a:lnTo>
                    <a:lnTo>
                      <a:pt x="1115882" y="249155"/>
                    </a:lnTo>
                    <a:lnTo>
                      <a:pt x="1113301" y="256342"/>
                    </a:lnTo>
                    <a:lnTo>
                      <a:pt x="1106114" y="253761"/>
                    </a:lnTo>
                    <a:lnTo>
                      <a:pt x="1098648" y="263252"/>
                    </a:lnTo>
                    <a:lnTo>
                      <a:pt x="1101229" y="256065"/>
                    </a:lnTo>
                    <a:lnTo>
                      <a:pt x="1108417" y="258646"/>
                    </a:lnTo>
                    <a:lnTo>
                      <a:pt x="1110998" y="251458"/>
                    </a:lnTo>
                    <a:lnTo>
                      <a:pt x="1118185" y="254039"/>
                    </a:lnTo>
                    <a:lnTo>
                      <a:pt x="1120766" y="246852"/>
                    </a:lnTo>
                    <a:lnTo>
                      <a:pt x="1127954" y="249433"/>
                    </a:lnTo>
                    <a:lnTo>
                      <a:pt x="1130535" y="242245"/>
                    </a:lnTo>
                    <a:lnTo>
                      <a:pt x="1128231" y="237361"/>
                    </a:lnTo>
                    <a:lnTo>
                      <a:pt x="1123347" y="239664"/>
                    </a:lnTo>
                    <a:lnTo>
                      <a:pt x="1118741" y="229896"/>
                    </a:lnTo>
                    <a:lnTo>
                      <a:pt x="1113857" y="232199"/>
                    </a:lnTo>
                    <a:lnTo>
                      <a:pt x="1099760" y="214966"/>
                    </a:lnTo>
                    <a:lnTo>
                      <a:pt x="1104366" y="224734"/>
                    </a:lnTo>
                    <a:lnTo>
                      <a:pt x="1099482" y="227037"/>
                    </a:lnTo>
                    <a:lnTo>
                      <a:pt x="1104088" y="236806"/>
                    </a:lnTo>
                    <a:lnTo>
                      <a:pt x="1099204" y="239109"/>
                    </a:lnTo>
                    <a:lnTo>
                      <a:pt x="1103810" y="248877"/>
                    </a:lnTo>
                    <a:lnTo>
                      <a:pt x="1098926" y="251180"/>
                    </a:lnTo>
                    <a:lnTo>
                      <a:pt x="1101229" y="256065"/>
                    </a:lnTo>
                    <a:moveTo>
                      <a:pt x="870720" y="370735"/>
                    </a:moveTo>
                    <a:lnTo>
                      <a:pt x="871831" y="322449"/>
                    </a:lnTo>
                    <a:lnTo>
                      <a:pt x="909793" y="352309"/>
                    </a:lnTo>
                    <a:lnTo>
                      <a:pt x="870720" y="370735"/>
                    </a:lnTo>
                    <a:lnTo>
                      <a:pt x="875604" y="368432"/>
                    </a:lnTo>
                    <a:lnTo>
                      <a:pt x="876437" y="332217"/>
                    </a:lnTo>
                    <a:lnTo>
                      <a:pt x="904909" y="354613"/>
                    </a:lnTo>
                    <a:lnTo>
                      <a:pt x="902606" y="349728"/>
                    </a:lnTo>
                    <a:lnTo>
                      <a:pt x="873301" y="363548"/>
                    </a:lnTo>
                    <a:lnTo>
                      <a:pt x="875604" y="368432"/>
                    </a:lnTo>
                    <a:lnTo>
                      <a:pt x="870720" y="370735"/>
                    </a:lnTo>
                    <a:lnTo>
                      <a:pt x="875882" y="356360"/>
                    </a:lnTo>
                    <a:lnTo>
                      <a:pt x="870998" y="358663"/>
                    </a:lnTo>
                    <a:lnTo>
                      <a:pt x="876160" y="344289"/>
                    </a:lnTo>
                    <a:lnTo>
                      <a:pt x="871275" y="346592"/>
                    </a:lnTo>
                    <a:lnTo>
                      <a:pt x="874134" y="327333"/>
                    </a:lnTo>
                    <a:lnTo>
                      <a:pt x="890812" y="337379"/>
                    </a:lnTo>
                    <a:lnTo>
                      <a:pt x="885928" y="339682"/>
                    </a:lnTo>
                    <a:lnTo>
                      <a:pt x="900303" y="344844"/>
                    </a:lnTo>
                    <a:lnTo>
                      <a:pt x="895419" y="347147"/>
                    </a:lnTo>
                    <a:lnTo>
                      <a:pt x="909793" y="352309"/>
                    </a:lnTo>
                    <a:lnTo>
                      <a:pt x="897722" y="352032"/>
                    </a:lnTo>
                    <a:lnTo>
                      <a:pt x="895141" y="359219"/>
                    </a:lnTo>
                    <a:lnTo>
                      <a:pt x="887953" y="356638"/>
                    </a:lnTo>
                    <a:lnTo>
                      <a:pt x="885372" y="363825"/>
                    </a:lnTo>
                    <a:lnTo>
                      <a:pt x="878185" y="361244"/>
                    </a:lnTo>
                    <a:lnTo>
                      <a:pt x="870720" y="370735"/>
                    </a:lnTo>
                    <a:lnTo>
                      <a:pt x="873301" y="363548"/>
                    </a:lnTo>
                    <a:lnTo>
                      <a:pt x="880488" y="366129"/>
                    </a:lnTo>
                    <a:lnTo>
                      <a:pt x="883069" y="358941"/>
                    </a:lnTo>
                    <a:lnTo>
                      <a:pt x="890257" y="361522"/>
                    </a:lnTo>
                    <a:lnTo>
                      <a:pt x="892838" y="354335"/>
                    </a:lnTo>
                    <a:lnTo>
                      <a:pt x="900025" y="356916"/>
                    </a:lnTo>
                    <a:lnTo>
                      <a:pt x="902606" y="349728"/>
                    </a:lnTo>
                    <a:lnTo>
                      <a:pt x="900303" y="344844"/>
                    </a:lnTo>
                    <a:lnTo>
                      <a:pt x="895419" y="347147"/>
                    </a:lnTo>
                    <a:lnTo>
                      <a:pt x="890812" y="337379"/>
                    </a:lnTo>
                    <a:lnTo>
                      <a:pt x="885928" y="339682"/>
                    </a:lnTo>
                    <a:lnTo>
                      <a:pt x="871831" y="322449"/>
                    </a:lnTo>
                    <a:lnTo>
                      <a:pt x="876437" y="332217"/>
                    </a:lnTo>
                    <a:lnTo>
                      <a:pt x="871553" y="334520"/>
                    </a:lnTo>
                    <a:lnTo>
                      <a:pt x="876160" y="344289"/>
                    </a:lnTo>
                    <a:lnTo>
                      <a:pt x="871275" y="346592"/>
                    </a:lnTo>
                    <a:lnTo>
                      <a:pt x="875882" y="356360"/>
                    </a:lnTo>
                    <a:lnTo>
                      <a:pt x="870998" y="358663"/>
                    </a:lnTo>
                    <a:lnTo>
                      <a:pt x="873301" y="363548"/>
                    </a:lnTo>
                    <a:moveTo>
                      <a:pt x="622650" y="308382"/>
                    </a:moveTo>
                    <a:lnTo>
                      <a:pt x="670936" y="309509"/>
                    </a:lnTo>
                    <a:lnTo>
                      <a:pt x="641063" y="347462"/>
                    </a:lnTo>
                    <a:lnTo>
                      <a:pt x="622650" y="308382"/>
                    </a:lnTo>
                    <a:lnTo>
                      <a:pt x="624952" y="313267"/>
                    </a:lnTo>
                    <a:lnTo>
                      <a:pt x="661166" y="314112"/>
                    </a:lnTo>
                    <a:lnTo>
                      <a:pt x="638761" y="342577"/>
                    </a:lnTo>
                    <a:lnTo>
                      <a:pt x="643646" y="340275"/>
                    </a:lnTo>
                    <a:lnTo>
                      <a:pt x="629837" y="310966"/>
                    </a:lnTo>
                    <a:lnTo>
                      <a:pt x="624952" y="313267"/>
                    </a:lnTo>
                    <a:lnTo>
                      <a:pt x="622650" y="308382"/>
                    </a:lnTo>
                    <a:lnTo>
                      <a:pt x="637023" y="313549"/>
                    </a:lnTo>
                    <a:lnTo>
                      <a:pt x="634722" y="308664"/>
                    </a:lnTo>
                    <a:lnTo>
                      <a:pt x="649095" y="313831"/>
                    </a:lnTo>
                    <a:lnTo>
                      <a:pt x="646793" y="308946"/>
                    </a:lnTo>
                    <a:lnTo>
                      <a:pt x="666051" y="311811"/>
                    </a:lnTo>
                    <a:lnTo>
                      <a:pt x="655999" y="328486"/>
                    </a:lnTo>
                    <a:lnTo>
                      <a:pt x="653698" y="323601"/>
                    </a:lnTo>
                    <a:lnTo>
                      <a:pt x="648531" y="337974"/>
                    </a:lnTo>
                    <a:lnTo>
                      <a:pt x="646230" y="333089"/>
                    </a:lnTo>
                    <a:lnTo>
                      <a:pt x="641063" y="347462"/>
                    </a:lnTo>
                    <a:lnTo>
                      <a:pt x="641345" y="335390"/>
                    </a:lnTo>
                    <a:lnTo>
                      <a:pt x="634158" y="332807"/>
                    </a:lnTo>
                    <a:lnTo>
                      <a:pt x="636741" y="325621"/>
                    </a:lnTo>
                    <a:lnTo>
                      <a:pt x="629555" y="323037"/>
                    </a:lnTo>
                    <a:lnTo>
                      <a:pt x="632138" y="315851"/>
                    </a:lnTo>
                    <a:lnTo>
                      <a:pt x="622650" y="308382"/>
                    </a:lnTo>
                    <a:lnTo>
                      <a:pt x="629837" y="310966"/>
                    </a:lnTo>
                    <a:lnTo>
                      <a:pt x="627253" y="318152"/>
                    </a:lnTo>
                    <a:lnTo>
                      <a:pt x="634440" y="320736"/>
                    </a:lnTo>
                    <a:lnTo>
                      <a:pt x="631857" y="327922"/>
                    </a:lnTo>
                    <a:lnTo>
                      <a:pt x="639043" y="330505"/>
                    </a:lnTo>
                    <a:lnTo>
                      <a:pt x="636460" y="337692"/>
                    </a:lnTo>
                    <a:lnTo>
                      <a:pt x="643646" y="340275"/>
                    </a:lnTo>
                    <a:lnTo>
                      <a:pt x="648531" y="337974"/>
                    </a:lnTo>
                    <a:lnTo>
                      <a:pt x="646230" y="333089"/>
                    </a:lnTo>
                    <a:lnTo>
                      <a:pt x="655999" y="328486"/>
                    </a:lnTo>
                    <a:lnTo>
                      <a:pt x="653698" y="323601"/>
                    </a:lnTo>
                    <a:lnTo>
                      <a:pt x="670936" y="309509"/>
                    </a:lnTo>
                    <a:lnTo>
                      <a:pt x="661166" y="314112"/>
                    </a:lnTo>
                    <a:lnTo>
                      <a:pt x="658864" y="309228"/>
                    </a:lnTo>
                    <a:lnTo>
                      <a:pt x="649095" y="313831"/>
                    </a:lnTo>
                    <a:lnTo>
                      <a:pt x="646793" y="308946"/>
                    </a:lnTo>
                    <a:lnTo>
                      <a:pt x="637023" y="313549"/>
                    </a:lnTo>
                    <a:lnTo>
                      <a:pt x="634722" y="308664"/>
                    </a:lnTo>
                    <a:lnTo>
                      <a:pt x="629837" y="310966"/>
                    </a:lnTo>
                    <a:moveTo>
                      <a:pt x="455436" y="474122"/>
                    </a:moveTo>
                    <a:lnTo>
                      <a:pt x="456453" y="425834"/>
                    </a:lnTo>
                    <a:lnTo>
                      <a:pt x="494473" y="455620"/>
                    </a:lnTo>
                    <a:lnTo>
                      <a:pt x="455436" y="474122"/>
                    </a:lnTo>
                    <a:lnTo>
                      <a:pt x="460316" y="471810"/>
                    </a:lnTo>
                    <a:lnTo>
                      <a:pt x="461078" y="435593"/>
                    </a:lnTo>
                    <a:lnTo>
                      <a:pt x="489594" y="457933"/>
                    </a:lnTo>
                    <a:lnTo>
                      <a:pt x="487281" y="453054"/>
                    </a:lnTo>
                    <a:lnTo>
                      <a:pt x="458003" y="466930"/>
                    </a:lnTo>
                    <a:lnTo>
                      <a:pt x="460316" y="471810"/>
                    </a:lnTo>
                    <a:lnTo>
                      <a:pt x="455436" y="474122"/>
                    </a:lnTo>
                    <a:lnTo>
                      <a:pt x="460570" y="459738"/>
                    </a:lnTo>
                    <a:lnTo>
                      <a:pt x="455690" y="462050"/>
                    </a:lnTo>
                    <a:lnTo>
                      <a:pt x="460824" y="447665"/>
                    </a:lnTo>
                    <a:lnTo>
                      <a:pt x="455944" y="449978"/>
                    </a:lnTo>
                    <a:lnTo>
                      <a:pt x="458765" y="430714"/>
                    </a:lnTo>
                    <a:lnTo>
                      <a:pt x="475463" y="440727"/>
                    </a:lnTo>
                    <a:lnTo>
                      <a:pt x="470583" y="443040"/>
                    </a:lnTo>
                    <a:lnTo>
                      <a:pt x="484968" y="448174"/>
                    </a:lnTo>
                    <a:lnTo>
                      <a:pt x="480089" y="450487"/>
                    </a:lnTo>
                    <a:lnTo>
                      <a:pt x="494473" y="455620"/>
                    </a:lnTo>
                    <a:lnTo>
                      <a:pt x="482401" y="455366"/>
                    </a:lnTo>
                    <a:lnTo>
                      <a:pt x="479834" y="462559"/>
                    </a:lnTo>
                    <a:lnTo>
                      <a:pt x="472642" y="459992"/>
                    </a:lnTo>
                    <a:lnTo>
                      <a:pt x="470075" y="467184"/>
                    </a:lnTo>
                    <a:lnTo>
                      <a:pt x="462883" y="464617"/>
                    </a:lnTo>
                    <a:lnTo>
                      <a:pt x="455436" y="474122"/>
                    </a:lnTo>
                    <a:lnTo>
                      <a:pt x="458003" y="466930"/>
                    </a:lnTo>
                    <a:lnTo>
                      <a:pt x="465195" y="469497"/>
                    </a:lnTo>
                    <a:lnTo>
                      <a:pt x="467762" y="462305"/>
                    </a:lnTo>
                    <a:lnTo>
                      <a:pt x="474955" y="464871"/>
                    </a:lnTo>
                    <a:lnTo>
                      <a:pt x="477522" y="457679"/>
                    </a:lnTo>
                    <a:lnTo>
                      <a:pt x="484714" y="460246"/>
                    </a:lnTo>
                    <a:lnTo>
                      <a:pt x="487281" y="453054"/>
                    </a:lnTo>
                    <a:lnTo>
                      <a:pt x="484968" y="448174"/>
                    </a:lnTo>
                    <a:lnTo>
                      <a:pt x="480089" y="450487"/>
                    </a:lnTo>
                    <a:lnTo>
                      <a:pt x="475463" y="440727"/>
                    </a:lnTo>
                    <a:lnTo>
                      <a:pt x="470583" y="443040"/>
                    </a:lnTo>
                    <a:lnTo>
                      <a:pt x="456453" y="425834"/>
                    </a:lnTo>
                    <a:lnTo>
                      <a:pt x="461078" y="435593"/>
                    </a:lnTo>
                    <a:lnTo>
                      <a:pt x="456199" y="437906"/>
                    </a:lnTo>
                    <a:lnTo>
                      <a:pt x="460824" y="447665"/>
                    </a:lnTo>
                    <a:lnTo>
                      <a:pt x="455944" y="449978"/>
                    </a:lnTo>
                    <a:lnTo>
                      <a:pt x="460570" y="459738"/>
                    </a:lnTo>
                    <a:lnTo>
                      <a:pt x="455690" y="462050"/>
                    </a:lnTo>
                    <a:lnTo>
                      <a:pt x="458003" y="466930"/>
                    </a:lnTo>
                    <a:moveTo>
                      <a:pt x="227718" y="582051"/>
                    </a:moveTo>
                    <a:lnTo>
                      <a:pt x="228735" y="533762"/>
                    </a:lnTo>
                    <a:lnTo>
                      <a:pt x="266755" y="563549"/>
                    </a:lnTo>
                    <a:lnTo>
                      <a:pt x="227718" y="582051"/>
                    </a:lnTo>
                    <a:lnTo>
                      <a:pt x="232598" y="579738"/>
                    </a:lnTo>
                    <a:lnTo>
                      <a:pt x="233360" y="543522"/>
                    </a:lnTo>
                    <a:lnTo>
                      <a:pt x="261876" y="565861"/>
                    </a:lnTo>
                    <a:lnTo>
                      <a:pt x="259563" y="560982"/>
                    </a:lnTo>
                    <a:lnTo>
                      <a:pt x="230285" y="574858"/>
                    </a:lnTo>
                    <a:lnTo>
                      <a:pt x="232598" y="579738"/>
                    </a:lnTo>
                    <a:lnTo>
                      <a:pt x="227718" y="582051"/>
                    </a:lnTo>
                    <a:lnTo>
                      <a:pt x="232852" y="567666"/>
                    </a:lnTo>
                    <a:lnTo>
                      <a:pt x="227972" y="569979"/>
                    </a:lnTo>
                    <a:lnTo>
                      <a:pt x="233106" y="555594"/>
                    </a:lnTo>
                    <a:lnTo>
                      <a:pt x="228226" y="557907"/>
                    </a:lnTo>
                    <a:lnTo>
                      <a:pt x="231047" y="538642"/>
                    </a:lnTo>
                    <a:lnTo>
                      <a:pt x="247745" y="548656"/>
                    </a:lnTo>
                    <a:lnTo>
                      <a:pt x="242865" y="550968"/>
                    </a:lnTo>
                    <a:lnTo>
                      <a:pt x="257250" y="556102"/>
                    </a:lnTo>
                    <a:lnTo>
                      <a:pt x="252371" y="558415"/>
                    </a:lnTo>
                    <a:lnTo>
                      <a:pt x="266755" y="563549"/>
                    </a:lnTo>
                    <a:lnTo>
                      <a:pt x="254683" y="563295"/>
                    </a:lnTo>
                    <a:lnTo>
                      <a:pt x="252116" y="570487"/>
                    </a:lnTo>
                    <a:lnTo>
                      <a:pt x="244924" y="567920"/>
                    </a:lnTo>
                    <a:lnTo>
                      <a:pt x="242357" y="575112"/>
                    </a:lnTo>
                    <a:lnTo>
                      <a:pt x="235165" y="572546"/>
                    </a:lnTo>
                    <a:lnTo>
                      <a:pt x="227718" y="582051"/>
                    </a:lnTo>
                    <a:lnTo>
                      <a:pt x="230285" y="574858"/>
                    </a:lnTo>
                    <a:lnTo>
                      <a:pt x="237477" y="577425"/>
                    </a:lnTo>
                    <a:lnTo>
                      <a:pt x="240044" y="570233"/>
                    </a:lnTo>
                    <a:lnTo>
                      <a:pt x="247237" y="572800"/>
                    </a:lnTo>
                    <a:lnTo>
                      <a:pt x="249804" y="565607"/>
                    </a:lnTo>
                    <a:lnTo>
                      <a:pt x="256996" y="568174"/>
                    </a:lnTo>
                    <a:lnTo>
                      <a:pt x="259563" y="560982"/>
                    </a:lnTo>
                    <a:lnTo>
                      <a:pt x="257250" y="556102"/>
                    </a:lnTo>
                    <a:lnTo>
                      <a:pt x="252371" y="558415"/>
                    </a:lnTo>
                    <a:lnTo>
                      <a:pt x="247745" y="548656"/>
                    </a:lnTo>
                    <a:lnTo>
                      <a:pt x="242865" y="550968"/>
                    </a:lnTo>
                    <a:lnTo>
                      <a:pt x="228735" y="533762"/>
                    </a:lnTo>
                    <a:lnTo>
                      <a:pt x="233360" y="543522"/>
                    </a:lnTo>
                    <a:lnTo>
                      <a:pt x="228481" y="545834"/>
                    </a:lnTo>
                    <a:lnTo>
                      <a:pt x="233106" y="555594"/>
                    </a:lnTo>
                    <a:lnTo>
                      <a:pt x="228226" y="557907"/>
                    </a:lnTo>
                    <a:lnTo>
                      <a:pt x="232852" y="567666"/>
                    </a:lnTo>
                    <a:lnTo>
                      <a:pt x="227972" y="569979"/>
                    </a:lnTo>
                    <a:lnTo>
                      <a:pt x="230285" y="574858"/>
                    </a:lnTo>
                    <a:moveTo>
                      <a:pt x="0" y="689979"/>
                    </a:moveTo>
                    <a:lnTo>
                      <a:pt x="1017" y="641691"/>
                    </a:lnTo>
                    <a:lnTo>
                      <a:pt x="39037" y="671477"/>
                    </a:lnTo>
                    <a:lnTo>
                      <a:pt x="0" y="689979"/>
                    </a:lnTo>
                    <a:lnTo>
                      <a:pt x="4880" y="687666"/>
                    </a:lnTo>
                    <a:lnTo>
                      <a:pt x="5642" y="651450"/>
                    </a:lnTo>
                    <a:lnTo>
                      <a:pt x="34158" y="673790"/>
                    </a:lnTo>
                    <a:lnTo>
                      <a:pt x="31845" y="668910"/>
                    </a:lnTo>
                    <a:lnTo>
                      <a:pt x="2567" y="682787"/>
                    </a:lnTo>
                    <a:lnTo>
                      <a:pt x="4880" y="687666"/>
                    </a:lnTo>
                    <a:lnTo>
                      <a:pt x="0" y="689979"/>
                    </a:lnTo>
                    <a:lnTo>
                      <a:pt x="5134" y="675594"/>
                    </a:lnTo>
                    <a:lnTo>
                      <a:pt x="254" y="677907"/>
                    </a:lnTo>
                    <a:lnTo>
                      <a:pt x="5388" y="663522"/>
                    </a:lnTo>
                    <a:lnTo>
                      <a:pt x="508" y="665835"/>
                    </a:lnTo>
                    <a:lnTo>
                      <a:pt x="3329" y="646570"/>
                    </a:lnTo>
                    <a:lnTo>
                      <a:pt x="20027" y="656584"/>
                    </a:lnTo>
                    <a:lnTo>
                      <a:pt x="15147" y="658897"/>
                    </a:lnTo>
                    <a:lnTo>
                      <a:pt x="29532" y="664030"/>
                    </a:lnTo>
                    <a:lnTo>
                      <a:pt x="24653" y="666343"/>
                    </a:lnTo>
                    <a:lnTo>
                      <a:pt x="39037" y="671477"/>
                    </a:lnTo>
                    <a:lnTo>
                      <a:pt x="26965" y="671223"/>
                    </a:lnTo>
                    <a:lnTo>
                      <a:pt x="24398" y="678415"/>
                    </a:lnTo>
                    <a:lnTo>
                      <a:pt x="17206" y="675848"/>
                    </a:lnTo>
                    <a:lnTo>
                      <a:pt x="14639" y="683041"/>
                    </a:lnTo>
                    <a:lnTo>
                      <a:pt x="7447" y="680474"/>
                    </a:lnTo>
                    <a:lnTo>
                      <a:pt x="0" y="689979"/>
                    </a:lnTo>
                    <a:lnTo>
                      <a:pt x="2567" y="682787"/>
                    </a:lnTo>
                    <a:lnTo>
                      <a:pt x="9759" y="685354"/>
                    </a:lnTo>
                    <a:lnTo>
                      <a:pt x="12326" y="678161"/>
                    </a:lnTo>
                    <a:lnTo>
                      <a:pt x="19519" y="680728"/>
                    </a:lnTo>
                    <a:lnTo>
                      <a:pt x="22086" y="673536"/>
                    </a:lnTo>
                    <a:lnTo>
                      <a:pt x="29278" y="676103"/>
                    </a:lnTo>
                    <a:lnTo>
                      <a:pt x="31845" y="668910"/>
                    </a:lnTo>
                    <a:lnTo>
                      <a:pt x="29532" y="664030"/>
                    </a:lnTo>
                    <a:lnTo>
                      <a:pt x="24653" y="666343"/>
                    </a:lnTo>
                    <a:lnTo>
                      <a:pt x="20027" y="656584"/>
                    </a:lnTo>
                    <a:lnTo>
                      <a:pt x="15147" y="658897"/>
                    </a:lnTo>
                    <a:lnTo>
                      <a:pt x="1017" y="641691"/>
                    </a:lnTo>
                    <a:lnTo>
                      <a:pt x="5642" y="651450"/>
                    </a:lnTo>
                    <a:lnTo>
                      <a:pt x="763" y="653763"/>
                    </a:lnTo>
                    <a:lnTo>
                      <a:pt x="5388" y="663522"/>
                    </a:lnTo>
                    <a:lnTo>
                      <a:pt x="508" y="665835"/>
                    </a:lnTo>
                    <a:lnTo>
                      <a:pt x="5134" y="675594"/>
                    </a:lnTo>
                    <a:lnTo>
                      <a:pt x="254" y="677907"/>
                    </a:lnTo>
                    <a:lnTo>
                      <a:pt x="2567" y="68278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89" name="Контур"/>
              <p:cNvSpPr/>
              <p:nvPr/>
            </p:nvSpPr>
            <p:spPr>
              <a:xfrm>
                <a:off x="7712110" y="3789847"/>
                <a:ext cx="2583890" cy="2023083"/>
              </a:xfrm>
              <a:custGeom>
                <a:avLst/>
                <a:gdLst/>
                <a:ahLst/>
                <a:cxnLst/>
                <a:rect l="l" t="t" r="r" b="b"/>
                <a:pathLst>
                  <a:path w="2583890" h="2023083" fill="none">
                    <a:moveTo>
                      <a:pt x="0" y="2023083"/>
                    </a:moveTo>
                    <a:lnTo>
                      <a:pt x="79988" y="1936746"/>
                    </a:lnTo>
                    <a:lnTo>
                      <a:pt x="1335079" y="965943"/>
                    </a:lnTo>
                    <a:lnTo>
                      <a:pt x="2161859" y="326437"/>
                    </a:lnTo>
                    <a:lnTo>
                      <a:pt x="2322097" y="202495"/>
                    </a:lnTo>
                    <a:lnTo>
                      <a:pt x="2583890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88" name="Надпись"/>
              <p:cNvSpPr txBox="1"/>
              <p:nvPr/>
            </p:nvSpPr>
            <p:spPr>
              <a:xfrm rot="19336700">
                <a:off x="8067774" y="5336034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290" name="Надпись"/>
              <p:cNvSpPr txBox="1"/>
              <p:nvPr/>
            </p:nvSpPr>
            <p:spPr>
              <a:xfrm rot="19336705">
                <a:off x="9295746" y="4386208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291" name="Контур"/>
              <p:cNvSpPr/>
              <p:nvPr/>
            </p:nvSpPr>
            <p:spPr>
              <a:xfrm>
                <a:off x="9240259" y="7977249"/>
                <a:ext cx="1047483" cy="1136457"/>
              </a:xfrm>
              <a:custGeom>
                <a:avLst/>
                <a:gdLst/>
                <a:ahLst/>
                <a:cxnLst/>
                <a:rect l="l" t="t" r="r" b="b"/>
                <a:pathLst>
                  <a:path w="1047483" h="1136457" fill="none">
                    <a:moveTo>
                      <a:pt x="1047483" y="1136457"/>
                    </a:moveTo>
                    <a:lnTo>
                      <a:pt x="993087" y="1022804"/>
                    </a:lnTo>
                    <a:moveTo>
                      <a:pt x="993087" y="1022804"/>
                    </a:moveTo>
                    <a:lnTo>
                      <a:pt x="938690" y="909151"/>
                    </a:lnTo>
                    <a:moveTo>
                      <a:pt x="938690" y="909151"/>
                    </a:moveTo>
                    <a:lnTo>
                      <a:pt x="933092" y="897454"/>
                    </a:lnTo>
                    <a:lnTo>
                      <a:pt x="884293" y="795498"/>
                    </a:lnTo>
                    <a:moveTo>
                      <a:pt x="884293" y="795498"/>
                    </a:moveTo>
                    <a:lnTo>
                      <a:pt x="829897" y="681845"/>
                    </a:lnTo>
                    <a:moveTo>
                      <a:pt x="829897" y="681845"/>
                    </a:moveTo>
                    <a:lnTo>
                      <a:pt x="775501" y="568191"/>
                    </a:lnTo>
                    <a:moveTo>
                      <a:pt x="775501" y="568191"/>
                    </a:moveTo>
                    <a:lnTo>
                      <a:pt x="721104" y="454538"/>
                    </a:lnTo>
                    <a:moveTo>
                      <a:pt x="721104" y="454538"/>
                    </a:moveTo>
                    <a:lnTo>
                      <a:pt x="666708" y="340885"/>
                    </a:lnTo>
                    <a:moveTo>
                      <a:pt x="666708" y="340885"/>
                    </a:moveTo>
                    <a:lnTo>
                      <a:pt x="612312" y="227232"/>
                    </a:lnTo>
                    <a:moveTo>
                      <a:pt x="612312" y="227232"/>
                    </a:moveTo>
                    <a:lnTo>
                      <a:pt x="557915" y="113579"/>
                    </a:lnTo>
                    <a:moveTo>
                      <a:pt x="557915" y="113579"/>
                    </a:moveTo>
                    <a:lnTo>
                      <a:pt x="503554" y="0"/>
                    </a:lnTo>
                    <a:lnTo>
                      <a:pt x="503480" y="35"/>
                    </a:lnTo>
                    <a:moveTo>
                      <a:pt x="503480" y="35"/>
                    </a:moveTo>
                    <a:lnTo>
                      <a:pt x="389971" y="54730"/>
                    </a:lnTo>
                    <a:moveTo>
                      <a:pt x="389971" y="54730"/>
                    </a:moveTo>
                    <a:lnTo>
                      <a:pt x="276461" y="109425"/>
                    </a:lnTo>
                    <a:moveTo>
                      <a:pt x="276461" y="109425"/>
                    </a:moveTo>
                    <a:lnTo>
                      <a:pt x="162951" y="164120"/>
                    </a:lnTo>
                    <a:moveTo>
                      <a:pt x="162951" y="164120"/>
                    </a:moveTo>
                    <a:lnTo>
                      <a:pt x="49441" y="218814"/>
                    </a:lnTo>
                    <a:moveTo>
                      <a:pt x="49441" y="218814"/>
                    </a:moveTo>
                    <a:lnTo>
                      <a:pt x="0" y="24263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92" name="Контур"/>
              <p:cNvSpPr/>
              <p:nvPr/>
            </p:nvSpPr>
            <p:spPr>
              <a:xfrm>
                <a:off x="9398273" y="8046006"/>
                <a:ext cx="821057" cy="987913"/>
              </a:xfrm>
              <a:custGeom>
                <a:avLst/>
                <a:gdLst/>
                <a:ahLst/>
                <a:cxnLst/>
                <a:rect l="l" t="t" r="r" b="b"/>
                <a:pathLst>
                  <a:path w="821057" h="987913" fill="none">
                    <a:moveTo>
                      <a:pt x="772765" y="948946"/>
                    </a:moveTo>
                    <a:lnTo>
                      <a:pt x="821057" y="949779"/>
                    </a:lnTo>
                    <a:lnTo>
                      <a:pt x="791415" y="987913"/>
                    </a:lnTo>
                    <a:lnTo>
                      <a:pt x="772765" y="948946"/>
                    </a:lnTo>
                    <a:lnTo>
                      <a:pt x="775096" y="953817"/>
                    </a:lnTo>
                    <a:lnTo>
                      <a:pt x="811315" y="954442"/>
                    </a:lnTo>
                    <a:lnTo>
                      <a:pt x="789084" y="983042"/>
                    </a:lnTo>
                    <a:lnTo>
                      <a:pt x="793955" y="980711"/>
                    </a:lnTo>
                    <a:lnTo>
                      <a:pt x="779967" y="951486"/>
                    </a:lnTo>
                    <a:lnTo>
                      <a:pt x="775096" y="953817"/>
                    </a:lnTo>
                    <a:lnTo>
                      <a:pt x="772765" y="948946"/>
                    </a:lnTo>
                    <a:lnTo>
                      <a:pt x="787169" y="954026"/>
                    </a:lnTo>
                    <a:lnTo>
                      <a:pt x="784838" y="949155"/>
                    </a:lnTo>
                    <a:lnTo>
                      <a:pt x="799242" y="954234"/>
                    </a:lnTo>
                    <a:lnTo>
                      <a:pt x="796911" y="949363"/>
                    </a:lnTo>
                    <a:lnTo>
                      <a:pt x="816186" y="952111"/>
                    </a:lnTo>
                    <a:lnTo>
                      <a:pt x="806236" y="968846"/>
                    </a:lnTo>
                    <a:lnTo>
                      <a:pt x="803905" y="963975"/>
                    </a:lnTo>
                    <a:lnTo>
                      <a:pt x="798826" y="978380"/>
                    </a:lnTo>
                    <a:lnTo>
                      <a:pt x="796494" y="973509"/>
                    </a:lnTo>
                    <a:lnTo>
                      <a:pt x="791415" y="987913"/>
                    </a:lnTo>
                    <a:lnTo>
                      <a:pt x="791624" y="975840"/>
                    </a:lnTo>
                    <a:lnTo>
                      <a:pt x="784421" y="973301"/>
                    </a:lnTo>
                    <a:lnTo>
                      <a:pt x="786961" y="966098"/>
                    </a:lnTo>
                    <a:lnTo>
                      <a:pt x="779759" y="963559"/>
                    </a:lnTo>
                    <a:lnTo>
                      <a:pt x="782298" y="956357"/>
                    </a:lnTo>
                    <a:lnTo>
                      <a:pt x="772765" y="948946"/>
                    </a:lnTo>
                    <a:lnTo>
                      <a:pt x="779967" y="951486"/>
                    </a:lnTo>
                    <a:lnTo>
                      <a:pt x="777428" y="958688"/>
                    </a:lnTo>
                    <a:lnTo>
                      <a:pt x="784630" y="961228"/>
                    </a:lnTo>
                    <a:lnTo>
                      <a:pt x="782090" y="968430"/>
                    </a:lnTo>
                    <a:lnTo>
                      <a:pt x="789292" y="970969"/>
                    </a:lnTo>
                    <a:lnTo>
                      <a:pt x="786753" y="978171"/>
                    </a:lnTo>
                    <a:lnTo>
                      <a:pt x="793955" y="980711"/>
                    </a:lnTo>
                    <a:lnTo>
                      <a:pt x="798826" y="978380"/>
                    </a:lnTo>
                    <a:lnTo>
                      <a:pt x="796494" y="973509"/>
                    </a:lnTo>
                    <a:lnTo>
                      <a:pt x="806236" y="968846"/>
                    </a:lnTo>
                    <a:lnTo>
                      <a:pt x="803905" y="963975"/>
                    </a:lnTo>
                    <a:lnTo>
                      <a:pt x="821057" y="949779"/>
                    </a:lnTo>
                    <a:lnTo>
                      <a:pt x="811315" y="954442"/>
                    </a:lnTo>
                    <a:lnTo>
                      <a:pt x="808984" y="949571"/>
                    </a:lnTo>
                    <a:lnTo>
                      <a:pt x="799242" y="954234"/>
                    </a:lnTo>
                    <a:lnTo>
                      <a:pt x="796911" y="949363"/>
                    </a:lnTo>
                    <a:lnTo>
                      <a:pt x="787169" y="954026"/>
                    </a:lnTo>
                    <a:lnTo>
                      <a:pt x="784838" y="949155"/>
                    </a:lnTo>
                    <a:lnTo>
                      <a:pt x="779967" y="951486"/>
                    </a:lnTo>
                    <a:moveTo>
                      <a:pt x="663972" y="721640"/>
                    </a:moveTo>
                    <a:lnTo>
                      <a:pt x="712264" y="722473"/>
                    </a:lnTo>
                    <a:lnTo>
                      <a:pt x="682622" y="760607"/>
                    </a:lnTo>
                    <a:lnTo>
                      <a:pt x="663972" y="721640"/>
                    </a:lnTo>
                    <a:lnTo>
                      <a:pt x="666303" y="726511"/>
                    </a:lnTo>
                    <a:lnTo>
                      <a:pt x="702522" y="727136"/>
                    </a:lnTo>
                    <a:lnTo>
                      <a:pt x="680291" y="755736"/>
                    </a:lnTo>
                    <a:lnTo>
                      <a:pt x="685162" y="753405"/>
                    </a:lnTo>
                    <a:lnTo>
                      <a:pt x="671174" y="724180"/>
                    </a:lnTo>
                    <a:lnTo>
                      <a:pt x="666303" y="726511"/>
                    </a:lnTo>
                    <a:lnTo>
                      <a:pt x="663972" y="721640"/>
                    </a:lnTo>
                    <a:lnTo>
                      <a:pt x="678376" y="726719"/>
                    </a:lnTo>
                    <a:lnTo>
                      <a:pt x="676045" y="721848"/>
                    </a:lnTo>
                    <a:lnTo>
                      <a:pt x="690449" y="726928"/>
                    </a:lnTo>
                    <a:lnTo>
                      <a:pt x="688118" y="722057"/>
                    </a:lnTo>
                    <a:lnTo>
                      <a:pt x="707393" y="724805"/>
                    </a:lnTo>
                    <a:lnTo>
                      <a:pt x="697443" y="741540"/>
                    </a:lnTo>
                    <a:lnTo>
                      <a:pt x="695112" y="736669"/>
                    </a:lnTo>
                    <a:lnTo>
                      <a:pt x="690032" y="751074"/>
                    </a:lnTo>
                    <a:lnTo>
                      <a:pt x="687701" y="746203"/>
                    </a:lnTo>
                    <a:lnTo>
                      <a:pt x="682622" y="760607"/>
                    </a:lnTo>
                    <a:lnTo>
                      <a:pt x="682830" y="748534"/>
                    </a:lnTo>
                    <a:lnTo>
                      <a:pt x="675628" y="745994"/>
                    </a:lnTo>
                    <a:lnTo>
                      <a:pt x="678168" y="738792"/>
                    </a:lnTo>
                    <a:lnTo>
                      <a:pt x="670966" y="736253"/>
                    </a:lnTo>
                    <a:lnTo>
                      <a:pt x="673505" y="729051"/>
                    </a:lnTo>
                    <a:lnTo>
                      <a:pt x="663972" y="721640"/>
                    </a:lnTo>
                    <a:lnTo>
                      <a:pt x="671174" y="724180"/>
                    </a:lnTo>
                    <a:lnTo>
                      <a:pt x="668634" y="731382"/>
                    </a:lnTo>
                    <a:lnTo>
                      <a:pt x="675837" y="733921"/>
                    </a:lnTo>
                    <a:lnTo>
                      <a:pt x="673297" y="741124"/>
                    </a:lnTo>
                    <a:lnTo>
                      <a:pt x="680499" y="743663"/>
                    </a:lnTo>
                    <a:lnTo>
                      <a:pt x="677959" y="750865"/>
                    </a:lnTo>
                    <a:lnTo>
                      <a:pt x="685162" y="753405"/>
                    </a:lnTo>
                    <a:lnTo>
                      <a:pt x="690032" y="751074"/>
                    </a:lnTo>
                    <a:lnTo>
                      <a:pt x="687701" y="746203"/>
                    </a:lnTo>
                    <a:lnTo>
                      <a:pt x="697443" y="741540"/>
                    </a:lnTo>
                    <a:lnTo>
                      <a:pt x="695112" y="736669"/>
                    </a:lnTo>
                    <a:lnTo>
                      <a:pt x="712264" y="722473"/>
                    </a:lnTo>
                    <a:lnTo>
                      <a:pt x="702522" y="727136"/>
                    </a:lnTo>
                    <a:lnTo>
                      <a:pt x="700191" y="722265"/>
                    </a:lnTo>
                    <a:lnTo>
                      <a:pt x="690449" y="726928"/>
                    </a:lnTo>
                    <a:lnTo>
                      <a:pt x="688118" y="722057"/>
                    </a:lnTo>
                    <a:lnTo>
                      <a:pt x="678376" y="726719"/>
                    </a:lnTo>
                    <a:lnTo>
                      <a:pt x="676045" y="721848"/>
                    </a:lnTo>
                    <a:lnTo>
                      <a:pt x="671174" y="724180"/>
                    </a:lnTo>
                    <a:moveTo>
                      <a:pt x="555179" y="494334"/>
                    </a:moveTo>
                    <a:lnTo>
                      <a:pt x="603471" y="495167"/>
                    </a:lnTo>
                    <a:lnTo>
                      <a:pt x="573829" y="533301"/>
                    </a:lnTo>
                    <a:lnTo>
                      <a:pt x="555179" y="494334"/>
                    </a:lnTo>
                    <a:lnTo>
                      <a:pt x="557510" y="499205"/>
                    </a:lnTo>
                    <a:lnTo>
                      <a:pt x="593729" y="499830"/>
                    </a:lnTo>
                    <a:lnTo>
                      <a:pt x="571498" y="528430"/>
                    </a:lnTo>
                    <a:lnTo>
                      <a:pt x="576369" y="526099"/>
                    </a:lnTo>
                    <a:lnTo>
                      <a:pt x="562381" y="496873"/>
                    </a:lnTo>
                    <a:lnTo>
                      <a:pt x="557510" y="499205"/>
                    </a:lnTo>
                    <a:lnTo>
                      <a:pt x="555179" y="494334"/>
                    </a:lnTo>
                    <a:lnTo>
                      <a:pt x="569583" y="499413"/>
                    </a:lnTo>
                    <a:lnTo>
                      <a:pt x="567252" y="494542"/>
                    </a:lnTo>
                    <a:lnTo>
                      <a:pt x="581656" y="499621"/>
                    </a:lnTo>
                    <a:lnTo>
                      <a:pt x="579325" y="494750"/>
                    </a:lnTo>
                    <a:lnTo>
                      <a:pt x="598600" y="497498"/>
                    </a:lnTo>
                    <a:lnTo>
                      <a:pt x="588650" y="514234"/>
                    </a:lnTo>
                    <a:lnTo>
                      <a:pt x="586319" y="509363"/>
                    </a:lnTo>
                    <a:lnTo>
                      <a:pt x="581240" y="523767"/>
                    </a:lnTo>
                    <a:lnTo>
                      <a:pt x="578908" y="518896"/>
                    </a:lnTo>
                    <a:lnTo>
                      <a:pt x="573829" y="533301"/>
                    </a:lnTo>
                    <a:lnTo>
                      <a:pt x="574038" y="521228"/>
                    </a:lnTo>
                    <a:lnTo>
                      <a:pt x="566835" y="518688"/>
                    </a:lnTo>
                    <a:lnTo>
                      <a:pt x="569375" y="511486"/>
                    </a:lnTo>
                    <a:lnTo>
                      <a:pt x="562173" y="508946"/>
                    </a:lnTo>
                    <a:lnTo>
                      <a:pt x="564712" y="501744"/>
                    </a:lnTo>
                    <a:lnTo>
                      <a:pt x="555179" y="494334"/>
                    </a:lnTo>
                    <a:lnTo>
                      <a:pt x="562381" y="496873"/>
                    </a:lnTo>
                    <a:lnTo>
                      <a:pt x="559842" y="504076"/>
                    </a:lnTo>
                    <a:lnTo>
                      <a:pt x="567044" y="506615"/>
                    </a:lnTo>
                    <a:lnTo>
                      <a:pt x="564504" y="513817"/>
                    </a:lnTo>
                    <a:lnTo>
                      <a:pt x="571706" y="516357"/>
                    </a:lnTo>
                    <a:lnTo>
                      <a:pt x="569167" y="523559"/>
                    </a:lnTo>
                    <a:lnTo>
                      <a:pt x="576369" y="526099"/>
                    </a:lnTo>
                    <a:lnTo>
                      <a:pt x="581240" y="523767"/>
                    </a:lnTo>
                    <a:lnTo>
                      <a:pt x="578908" y="518896"/>
                    </a:lnTo>
                    <a:lnTo>
                      <a:pt x="588650" y="514234"/>
                    </a:lnTo>
                    <a:lnTo>
                      <a:pt x="586319" y="509363"/>
                    </a:lnTo>
                    <a:lnTo>
                      <a:pt x="603471" y="495167"/>
                    </a:lnTo>
                    <a:lnTo>
                      <a:pt x="593729" y="499830"/>
                    </a:lnTo>
                    <a:lnTo>
                      <a:pt x="591398" y="494959"/>
                    </a:lnTo>
                    <a:lnTo>
                      <a:pt x="581656" y="499621"/>
                    </a:lnTo>
                    <a:lnTo>
                      <a:pt x="579325" y="494750"/>
                    </a:lnTo>
                    <a:lnTo>
                      <a:pt x="569583" y="499413"/>
                    </a:lnTo>
                    <a:lnTo>
                      <a:pt x="567252" y="494542"/>
                    </a:lnTo>
                    <a:lnTo>
                      <a:pt x="562381" y="496873"/>
                    </a:lnTo>
                    <a:moveTo>
                      <a:pt x="446386" y="267028"/>
                    </a:moveTo>
                    <a:lnTo>
                      <a:pt x="494678" y="267861"/>
                    </a:lnTo>
                    <a:lnTo>
                      <a:pt x="465037" y="305994"/>
                    </a:lnTo>
                    <a:lnTo>
                      <a:pt x="446386" y="267028"/>
                    </a:lnTo>
                    <a:lnTo>
                      <a:pt x="448718" y="271898"/>
                    </a:lnTo>
                    <a:lnTo>
                      <a:pt x="484937" y="272523"/>
                    </a:lnTo>
                    <a:lnTo>
                      <a:pt x="462705" y="301124"/>
                    </a:lnTo>
                    <a:lnTo>
                      <a:pt x="467576" y="298792"/>
                    </a:lnTo>
                    <a:lnTo>
                      <a:pt x="453588" y="269567"/>
                    </a:lnTo>
                    <a:lnTo>
                      <a:pt x="448718" y="271898"/>
                    </a:lnTo>
                    <a:lnTo>
                      <a:pt x="446386" y="267028"/>
                    </a:lnTo>
                    <a:lnTo>
                      <a:pt x="460791" y="272107"/>
                    </a:lnTo>
                    <a:lnTo>
                      <a:pt x="458459" y="267236"/>
                    </a:lnTo>
                    <a:lnTo>
                      <a:pt x="472864" y="272315"/>
                    </a:lnTo>
                    <a:lnTo>
                      <a:pt x="470532" y="267444"/>
                    </a:lnTo>
                    <a:lnTo>
                      <a:pt x="489807" y="270192"/>
                    </a:lnTo>
                    <a:lnTo>
                      <a:pt x="479857" y="286928"/>
                    </a:lnTo>
                    <a:lnTo>
                      <a:pt x="477526" y="282057"/>
                    </a:lnTo>
                    <a:lnTo>
                      <a:pt x="472447" y="296461"/>
                    </a:lnTo>
                    <a:lnTo>
                      <a:pt x="470116" y="291590"/>
                    </a:lnTo>
                    <a:lnTo>
                      <a:pt x="465037" y="305994"/>
                    </a:lnTo>
                    <a:lnTo>
                      <a:pt x="465245" y="293921"/>
                    </a:lnTo>
                    <a:lnTo>
                      <a:pt x="458043" y="291382"/>
                    </a:lnTo>
                    <a:lnTo>
                      <a:pt x="460582" y="284180"/>
                    </a:lnTo>
                    <a:lnTo>
                      <a:pt x="453380" y="281640"/>
                    </a:lnTo>
                    <a:lnTo>
                      <a:pt x="455920" y="274438"/>
                    </a:lnTo>
                    <a:lnTo>
                      <a:pt x="446386" y="267028"/>
                    </a:lnTo>
                    <a:lnTo>
                      <a:pt x="453588" y="269567"/>
                    </a:lnTo>
                    <a:lnTo>
                      <a:pt x="451049" y="276769"/>
                    </a:lnTo>
                    <a:lnTo>
                      <a:pt x="458251" y="279309"/>
                    </a:lnTo>
                    <a:lnTo>
                      <a:pt x="455711" y="286511"/>
                    </a:lnTo>
                    <a:lnTo>
                      <a:pt x="462914" y="289051"/>
                    </a:lnTo>
                    <a:lnTo>
                      <a:pt x="460374" y="296253"/>
                    </a:lnTo>
                    <a:lnTo>
                      <a:pt x="467576" y="298792"/>
                    </a:lnTo>
                    <a:lnTo>
                      <a:pt x="472447" y="296461"/>
                    </a:lnTo>
                    <a:lnTo>
                      <a:pt x="470116" y="291590"/>
                    </a:lnTo>
                    <a:lnTo>
                      <a:pt x="479857" y="286928"/>
                    </a:lnTo>
                    <a:lnTo>
                      <a:pt x="477526" y="282057"/>
                    </a:lnTo>
                    <a:lnTo>
                      <a:pt x="494678" y="267861"/>
                    </a:lnTo>
                    <a:lnTo>
                      <a:pt x="484937" y="272523"/>
                    </a:lnTo>
                    <a:lnTo>
                      <a:pt x="482605" y="267653"/>
                    </a:lnTo>
                    <a:lnTo>
                      <a:pt x="472864" y="272315"/>
                    </a:lnTo>
                    <a:lnTo>
                      <a:pt x="470532" y="267444"/>
                    </a:lnTo>
                    <a:lnTo>
                      <a:pt x="460791" y="272107"/>
                    </a:lnTo>
                    <a:lnTo>
                      <a:pt x="458459" y="267236"/>
                    </a:lnTo>
                    <a:lnTo>
                      <a:pt x="453588" y="269567"/>
                    </a:lnTo>
                    <a:moveTo>
                      <a:pt x="337594" y="39721"/>
                    </a:moveTo>
                    <a:lnTo>
                      <a:pt x="385885" y="40555"/>
                    </a:lnTo>
                    <a:lnTo>
                      <a:pt x="356244" y="78688"/>
                    </a:lnTo>
                    <a:lnTo>
                      <a:pt x="337594" y="39721"/>
                    </a:lnTo>
                    <a:lnTo>
                      <a:pt x="339925" y="44592"/>
                    </a:lnTo>
                    <a:lnTo>
                      <a:pt x="376144" y="45217"/>
                    </a:lnTo>
                    <a:lnTo>
                      <a:pt x="353912" y="73817"/>
                    </a:lnTo>
                    <a:lnTo>
                      <a:pt x="358783" y="71486"/>
                    </a:lnTo>
                    <a:lnTo>
                      <a:pt x="344796" y="42261"/>
                    </a:lnTo>
                    <a:lnTo>
                      <a:pt x="339925" y="44592"/>
                    </a:lnTo>
                    <a:lnTo>
                      <a:pt x="337594" y="39721"/>
                    </a:lnTo>
                    <a:lnTo>
                      <a:pt x="351998" y="44801"/>
                    </a:lnTo>
                    <a:lnTo>
                      <a:pt x="349667" y="39930"/>
                    </a:lnTo>
                    <a:lnTo>
                      <a:pt x="364071" y="45009"/>
                    </a:lnTo>
                    <a:lnTo>
                      <a:pt x="361740" y="40138"/>
                    </a:lnTo>
                    <a:lnTo>
                      <a:pt x="381015" y="42886"/>
                    </a:lnTo>
                    <a:lnTo>
                      <a:pt x="371065" y="59621"/>
                    </a:lnTo>
                    <a:lnTo>
                      <a:pt x="368733" y="54751"/>
                    </a:lnTo>
                    <a:lnTo>
                      <a:pt x="363654" y="69155"/>
                    </a:lnTo>
                    <a:lnTo>
                      <a:pt x="361323" y="64284"/>
                    </a:lnTo>
                    <a:lnTo>
                      <a:pt x="356244" y="78688"/>
                    </a:lnTo>
                    <a:lnTo>
                      <a:pt x="356452" y="66615"/>
                    </a:lnTo>
                    <a:lnTo>
                      <a:pt x="349250" y="64076"/>
                    </a:lnTo>
                    <a:lnTo>
                      <a:pt x="351790" y="56873"/>
                    </a:lnTo>
                    <a:lnTo>
                      <a:pt x="344587" y="54334"/>
                    </a:lnTo>
                    <a:lnTo>
                      <a:pt x="347127" y="47132"/>
                    </a:lnTo>
                    <a:lnTo>
                      <a:pt x="337594" y="39721"/>
                    </a:lnTo>
                    <a:lnTo>
                      <a:pt x="344796" y="42261"/>
                    </a:lnTo>
                    <a:lnTo>
                      <a:pt x="342256" y="49463"/>
                    </a:lnTo>
                    <a:lnTo>
                      <a:pt x="349458" y="52003"/>
                    </a:lnTo>
                    <a:lnTo>
                      <a:pt x="346919" y="59205"/>
                    </a:lnTo>
                    <a:lnTo>
                      <a:pt x="354121" y="61744"/>
                    </a:lnTo>
                    <a:lnTo>
                      <a:pt x="351581" y="68946"/>
                    </a:lnTo>
                    <a:lnTo>
                      <a:pt x="358783" y="71486"/>
                    </a:lnTo>
                    <a:lnTo>
                      <a:pt x="363654" y="69155"/>
                    </a:lnTo>
                    <a:lnTo>
                      <a:pt x="361323" y="64284"/>
                    </a:lnTo>
                    <a:lnTo>
                      <a:pt x="371065" y="59621"/>
                    </a:lnTo>
                    <a:lnTo>
                      <a:pt x="368733" y="54751"/>
                    </a:lnTo>
                    <a:lnTo>
                      <a:pt x="385885" y="40555"/>
                    </a:lnTo>
                    <a:lnTo>
                      <a:pt x="376144" y="45217"/>
                    </a:lnTo>
                    <a:lnTo>
                      <a:pt x="373812" y="40346"/>
                    </a:lnTo>
                    <a:lnTo>
                      <a:pt x="364071" y="45009"/>
                    </a:lnTo>
                    <a:lnTo>
                      <a:pt x="361740" y="40138"/>
                    </a:lnTo>
                    <a:lnTo>
                      <a:pt x="351998" y="44801"/>
                    </a:lnTo>
                    <a:lnTo>
                      <a:pt x="349667" y="39930"/>
                    </a:lnTo>
                    <a:lnTo>
                      <a:pt x="344796" y="42261"/>
                    </a:lnTo>
                    <a:moveTo>
                      <a:pt x="227020" y="48294"/>
                    </a:moveTo>
                    <a:lnTo>
                      <a:pt x="227726" y="0"/>
                    </a:lnTo>
                    <a:lnTo>
                      <a:pt x="265937" y="29541"/>
                    </a:lnTo>
                    <a:lnTo>
                      <a:pt x="227020" y="48294"/>
                    </a:lnTo>
                    <a:lnTo>
                      <a:pt x="231884" y="45950"/>
                    </a:lnTo>
                    <a:lnTo>
                      <a:pt x="232414" y="9729"/>
                    </a:lnTo>
                    <a:lnTo>
                      <a:pt x="261073" y="31885"/>
                    </a:lnTo>
                    <a:lnTo>
                      <a:pt x="258729" y="27021"/>
                    </a:lnTo>
                    <a:lnTo>
                      <a:pt x="229540" y="41085"/>
                    </a:lnTo>
                    <a:lnTo>
                      <a:pt x="231884" y="45950"/>
                    </a:lnTo>
                    <a:lnTo>
                      <a:pt x="227020" y="48294"/>
                    </a:lnTo>
                    <a:lnTo>
                      <a:pt x="232061" y="33876"/>
                    </a:lnTo>
                    <a:lnTo>
                      <a:pt x="227196" y="36220"/>
                    </a:lnTo>
                    <a:lnTo>
                      <a:pt x="232238" y="21803"/>
                    </a:lnTo>
                    <a:lnTo>
                      <a:pt x="227373" y="24147"/>
                    </a:lnTo>
                    <a:lnTo>
                      <a:pt x="230070" y="4865"/>
                    </a:lnTo>
                    <a:lnTo>
                      <a:pt x="246832" y="14770"/>
                    </a:lnTo>
                    <a:lnTo>
                      <a:pt x="241967" y="17115"/>
                    </a:lnTo>
                    <a:lnTo>
                      <a:pt x="256385" y="22156"/>
                    </a:lnTo>
                    <a:lnTo>
                      <a:pt x="251520" y="24500"/>
                    </a:lnTo>
                    <a:lnTo>
                      <a:pt x="265937" y="29541"/>
                    </a:lnTo>
                    <a:lnTo>
                      <a:pt x="253864" y="29365"/>
                    </a:lnTo>
                    <a:lnTo>
                      <a:pt x="251343" y="36573"/>
                    </a:lnTo>
                    <a:lnTo>
                      <a:pt x="244135" y="34053"/>
                    </a:lnTo>
                    <a:lnTo>
                      <a:pt x="241614" y="41262"/>
                    </a:lnTo>
                    <a:lnTo>
                      <a:pt x="234405" y="38741"/>
                    </a:lnTo>
                    <a:lnTo>
                      <a:pt x="227020" y="48294"/>
                    </a:lnTo>
                    <a:lnTo>
                      <a:pt x="229540" y="41085"/>
                    </a:lnTo>
                    <a:lnTo>
                      <a:pt x="236749" y="43606"/>
                    </a:lnTo>
                    <a:lnTo>
                      <a:pt x="239270" y="36397"/>
                    </a:lnTo>
                    <a:lnTo>
                      <a:pt x="246479" y="38917"/>
                    </a:lnTo>
                    <a:lnTo>
                      <a:pt x="248999" y="31709"/>
                    </a:lnTo>
                    <a:lnTo>
                      <a:pt x="256208" y="34229"/>
                    </a:lnTo>
                    <a:lnTo>
                      <a:pt x="258729" y="27021"/>
                    </a:lnTo>
                    <a:lnTo>
                      <a:pt x="256385" y="22156"/>
                    </a:lnTo>
                    <a:lnTo>
                      <a:pt x="251520" y="24500"/>
                    </a:lnTo>
                    <a:lnTo>
                      <a:pt x="246832" y="14770"/>
                    </a:lnTo>
                    <a:lnTo>
                      <a:pt x="241967" y="17115"/>
                    </a:lnTo>
                    <a:lnTo>
                      <a:pt x="227726" y="0"/>
                    </a:lnTo>
                    <a:lnTo>
                      <a:pt x="232414" y="9729"/>
                    </a:lnTo>
                    <a:lnTo>
                      <a:pt x="227550" y="12073"/>
                    </a:lnTo>
                    <a:lnTo>
                      <a:pt x="232238" y="21803"/>
                    </a:lnTo>
                    <a:lnTo>
                      <a:pt x="227373" y="24147"/>
                    </a:lnTo>
                    <a:lnTo>
                      <a:pt x="232061" y="33876"/>
                    </a:lnTo>
                    <a:lnTo>
                      <a:pt x="227196" y="36220"/>
                    </a:lnTo>
                    <a:lnTo>
                      <a:pt x="229540" y="41085"/>
                    </a:lnTo>
                    <a:moveTo>
                      <a:pt x="0" y="157683"/>
                    </a:moveTo>
                    <a:lnTo>
                      <a:pt x="706" y="109389"/>
                    </a:lnTo>
                    <a:lnTo>
                      <a:pt x="38918" y="138931"/>
                    </a:lnTo>
                    <a:lnTo>
                      <a:pt x="0" y="157683"/>
                    </a:lnTo>
                    <a:lnTo>
                      <a:pt x="4865" y="155339"/>
                    </a:lnTo>
                    <a:lnTo>
                      <a:pt x="5395" y="119119"/>
                    </a:lnTo>
                    <a:lnTo>
                      <a:pt x="34053" y="141275"/>
                    </a:lnTo>
                    <a:lnTo>
                      <a:pt x="31709" y="136410"/>
                    </a:lnTo>
                    <a:lnTo>
                      <a:pt x="2521" y="150475"/>
                    </a:lnTo>
                    <a:lnTo>
                      <a:pt x="4865" y="155339"/>
                    </a:lnTo>
                    <a:lnTo>
                      <a:pt x="0" y="157683"/>
                    </a:lnTo>
                    <a:lnTo>
                      <a:pt x="5041" y="143266"/>
                    </a:lnTo>
                    <a:lnTo>
                      <a:pt x="177" y="145610"/>
                    </a:lnTo>
                    <a:lnTo>
                      <a:pt x="5218" y="131192"/>
                    </a:lnTo>
                    <a:lnTo>
                      <a:pt x="353" y="133536"/>
                    </a:lnTo>
                    <a:lnTo>
                      <a:pt x="3051" y="114254"/>
                    </a:lnTo>
                    <a:lnTo>
                      <a:pt x="19812" y="124160"/>
                    </a:lnTo>
                    <a:lnTo>
                      <a:pt x="14947" y="126504"/>
                    </a:lnTo>
                    <a:lnTo>
                      <a:pt x="29365" y="131545"/>
                    </a:lnTo>
                    <a:lnTo>
                      <a:pt x="24500" y="133890"/>
                    </a:lnTo>
                    <a:lnTo>
                      <a:pt x="38918" y="138931"/>
                    </a:lnTo>
                    <a:lnTo>
                      <a:pt x="26844" y="138754"/>
                    </a:lnTo>
                    <a:lnTo>
                      <a:pt x="24324" y="145963"/>
                    </a:lnTo>
                    <a:lnTo>
                      <a:pt x="17115" y="143442"/>
                    </a:lnTo>
                    <a:lnTo>
                      <a:pt x="14594" y="150651"/>
                    </a:lnTo>
                    <a:lnTo>
                      <a:pt x="7386" y="148131"/>
                    </a:lnTo>
                    <a:lnTo>
                      <a:pt x="0" y="157683"/>
                    </a:lnTo>
                    <a:lnTo>
                      <a:pt x="2521" y="150475"/>
                    </a:lnTo>
                    <a:lnTo>
                      <a:pt x="9730" y="152995"/>
                    </a:lnTo>
                    <a:lnTo>
                      <a:pt x="12250" y="145786"/>
                    </a:lnTo>
                    <a:lnTo>
                      <a:pt x="19459" y="148307"/>
                    </a:lnTo>
                    <a:lnTo>
                      <a:pt x="21980" y="141098"/>
                    </a:lnTo>
                    <a:lnTo>
                      <a:pt x="29188" y="143619"/>
                    </a:lnTo>
                    <a:lnTo>
                      <a:pt x="31709" y="136410"/>
                    </a:lnTo>
                    <a:lnTo>
                      <a:pt x="29365" y="131545"/>
                    </a:lnTo>
                    <a:lnTo>
                      <a:pt x="24500" y="133890"/>
                    </a:lnTo>
                    <a:lnTo>
                      <a:pt x="19812" y="124160"/>
                    </a:lnTo>
                    <a:lnTo>
                      <a:pt x="14947" y="126504"/>
                    </a:lnTo>
                    <a:lnTo>
                      <a:pt x="706" y="109389"/>
                    </a:lnTo>
                    <a:lnTo>
                      <a:pt x="5395" y="119119"/>
                    </a:lnTo>
                    <a:lnTo>
                      <a:pt x="530" y="121463"/>
                    </a:lnTo>
                    <a:lnTo>
                      <a:pt x="5218" y="131192"/>
                    </a:lnTo>
                    <a:lnTo>
                      <a:pt x="353" y="133536"/>
                    </a:lnTo>
                    <a:lnTo>
                      <a:pt x="5041" y="143266"/>
                    </a:lnTo>
                    <a:lnTo>
                      <a:pt x="177" y="145610"/>
                    </a:lnTo>
                    <a:lnTo>
                      <a:pt x="2521" y="15047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93" name="Контур"/>
              <p:cNvSpPr/>
              <p:nvPr/>
            </p:nvSpPr>
            <p:spPr>
              <a:xfrm>
                <a:off x="7517256" y="8086381"/>
                <a:ext cx="1723003" cy="788322"/>
              </a:xfrm>
              <a:custGeom>
                <a:avLst/>
                <a:gdLst/>
                <a:ahLst/>
                <a:cxnLst/>
                <a:rect l="l" t="t" r="r" b="b"/>
                <a:pathLst>
                  <a:path w="1723003" h="788322" fill="none">
                    <a:moveTo>
                      <a:pt x="376953" y="782102"/>
                    </a:moveTo>
                    <a:lnTo>
                      <a:pt x="379951" y="788322"/>
                    </a:lnTo>
                    <a:moveTo>
                      <a:pt x="376953" y="782102"/>
                    </a:moveTo>
                    <a:lnTo>
                      <a:pt x="411006" y="765693"/>
                    </a:lnTo>
                    <a:moveTo>
                      <a:pt x="411006" y="765693"/>
                    </a:moveTo>
                    <a:lnTo>
                      <a:pt x="445059" y="749285"/>
                    </a:lnTo>
                    <a:moveTo>
                      <a:pt x="445059" y="749285"/>
                    </a:moveTo>
                    <a:lnTo>
                      <a:pt x="479112" y="732876"/>
                    </a:lnTo>
                    <a:moveTo>
                      <a:pt x="479112" y="732876"/>
                    </a:moveTo>
                    <a:lnTo>
                      <a:pt x="513165" y="716468"/>
                    </a:lnTo>
                    <a:moveTo>
                      <a:pt x="513165" y="716468"/>
                    </a:moveTo>
                    <a:lnTo>
                      <a:pt x="547217" y="700059"/>
                    </a:lnTo>
                    <a:moveTo>
                      <a:pt x="547217" y="700059"/>
                    </a:moveTo>
                    <a:lnTo>
                      <a:pt x="581270" y="683651"/>
                    </a:lnTo>
                    <a:moveTo>
                      <a:pt x="581270" y="683651"/>
                    </a:moveTo>
                    <a:lnTo>
                      <a:pt x="615323" y="667242"/>
                    </a:lnTo>
                    <a:moveTo>
                      <a:pt x="615323" y="667242"/>
                    </a:moveTo>
                    <a:lnTo>
                      <a:pt x="649376" y="650834"/>
                    </a:lnTo>
                    <a:moveTo>
                      <a:pt x="649376" y="650834"/>
                    </a:moveTo>
                    <a:lnTo>
                      <a:pt x="683429" y="634426"/>
                    </a:lnTo>
                    <a:moveTo>
                      <a:pt x="683429" y="634426"/>
                    </a:moveTo>
                    <a:lnTo>
                      <a:pt x="717482" y="618017"/>
                    </a:lnTo>
                    <a:moveTo>
                      <a:pt x="717482" y="618017"/>
                    </a:moveTo>
                    <a:lnTo>
                      <a:pt x="751535" y="601609"/>
                    </a:lnTo>
                    <a:moveTo>
                      <a:pt x="751535" y="601609"/>
                    </a:moveTo>
                    <a:lnTo>
                      <a:pt x="785588" y="585200"/>
                    </a:lnTo>
                    <a:moveTo>
                      <a:pt x="785588" y="585200"/>
                    </a:moveTo>
                    <a:lnTo>
                      <a:pt x="819641" y="568792"/>
                    </a:lnTo>
                    <a:moveTo>
                      <a:pt x="819641" y="568792"/>
                    </a:moveTo>
                    <a:lnTo>
                      <a:pt x="853694" y="552383"/>
                    </a:lnTo>
                    <a:moveTo>
                      <a:pt x="853694" y="552383"/>
                    </a:moveTo>
                    <a:lnTo>
                      <a:pt x="887747" y="535975"/>
                    </a:lnTo>
                    <a:moveTo>
                      <a:pt x="887747" y="535975"/>
                    </a:moveTo>
                    <a:lnTo>
                      <a:pt x="921800" y="519566"/>
                    </a:lnTo>
                    <a:moveTo>
                      <a:pt x="921800" y="519566"/>
                    </a:moveTo>
                    <a:lnTo>
                      <a:pt x="955853" y="503158"/>
                    </a:lnTo>
                    <a:moveTo>
                      <a:pt x="955853" y="503158"/>
                    </a:moveTo>
                    <a:lnTo>
                      <a:pt x="989906" y="486749"/>
                    </a:lnTo>
                    <a:moveTo>
                      <a:pt x="989906" y="486749"/>
                    </a:moveTo>
                    <a:lnTo>
                      <a:pt x="1023959" y="470341"/>
                    </a:lnTo>
                    <a:moveTo>
                      <a:pt x="1023959" y="470341"/>
                    </a:moveTo>
                    <a:lnTo>
                      <a:pt x="1058012" y="453933"/>
                    </a:lnTo>
                    <a:moveTo>
                      <a:pt x="1058012" y="453933"/>
                    </a:moveTo>
                    <a:lnTo>
                      <a:pt x="1092065" y="437524"/>
                    </a:lnTo>
                    <a:moveTo>
                      <a:pt x="1092065" y="437524"/>
                    </a:moveTo>
                    <a:lnTo>
                      <a:pt x="1126117" y="421116"/>
                    </a:lnTo>
                    <a:moveTo>
                      <a:pt x="1126117" y="421116"/>
                    </a:moveTo>
                    <a:lnTo>
                      <a:pt x="1160170" y="404707"/>
                    </a:lnTo>
                    <a:moveTo>
                      <a:pt x="1160170" y="404707"/>
                    </a:moveTo>
                    <a:lnTo>
                      <a:pt x="1194223" y="388299"/>
                    </a:lnTo>
                    <a:moveTo>
                      <a:pt x="1194223" y="388299"/>
                    </a:moveTo>
                    <a:lnTo>
                      <a:pt x="1228276" y="371890"/>
                    </a:lnTo>
                    <a:moveTo>
                      <a:pt x="1228276" y="371890"/>
                    </a:moveTo>
                    <a:lnTo>
                      <a:pt x="1262329" y="355482"/>
                    </a:lnTo>
                    <a:moveTo>
                      <a:pt x="1262329" y="355482"/>
                    </a:moveTo>
                    <a:lnTo>
                      <a:pt x="1296382" y="339073"/>
                    </a:lnTo>
                    <a:moveTo>
                      <a:pt x="1296382" y="339073"/>
                    </a:moveTo>
                    <a:lnTo>
                      <a:pt x="1330435" y="322665"/>
                    </a:lnTo>
                    <a:moveTo>
                      <a:pt x="1330435" y="322665"/>
                    </a:moveTo>
                    <a:lnTo>
                      <a:pt x="1364488" y="306257"/>
                    </a:lnTo>
                    <a:moveTo>
                      <a:pt x="1364488" y="306257"/>
                    </a:moveTo>
                    <a:lnTo>
                      <a:pt x="1398541" y="289848"/>
                    </a:lnTo>
                    <a:moveTo>
                      <a:pt x="1398541" y="289848"/>
                    </a:moveTo>
                    <a:lnTo>
                      <a:pt x="1432594" y="273440"/>
                    </a:lnTo>
                    <a:moveTo>
                      <a:pt x="1432594" y="273440"/>
                    </a:moveTo>
                    <a:lnTo>
                      <a:pt x="1466647" y="257031"/>
                    </a:lnTo>
                    <a:moveTo>
                      <a:pt x="1466647" y="257031"/>
                    </a:moveTo>
                    <a:lnTo>
                      <a:pt x="1500700" y="240623"/>
                    </a:lnTo>
                    <a:moveTo>
                      <a:pt x="1500700" y="240623"/>
                    </a:moveTo>
                    <a:lnTo>
                      <a:pt x="1534753" y="224214"/>
                    </a:lnTo>
                    <a:moveTo>
                      <a:pt x="1534753" y="224214"/>
                    </a:moveTo>
                    <a:lnTo>
                      <a:pt x="1568806" y="207806"/>
                    </a:lnTo>
                    <a:moveTo>
                      <a:pt x="1568806" y="207806"/>
                    </a:moveTo>
                    <a:lnTo>
                      <a:pt x="1602859" y="191397"/>
                    </a:lnTo>
                    <a:moveTo>
                      <a:pt x="1602859" y="191397"/>
                    </a:moveTo>
                    <a:lnTo>
                      <a:pt x="1636912" y="174989"/>
                    </a:lnTo>
                    <a:moveTo>
                      <a:pt x="1636912" y="174989"/>
                    </a:moveTo>
                    <a:lnTo>
                      <a:pt x="1670964" y="158580"/>
                    </a:lnTo>
                    <a:moveTo>
                      <a:pt x="1670964" y="158580"/>
                    </a:moveTo>
                    <a:lnTo>
                      <a:pt x="1705017" y="142172"/>
                    </a:lnTo>
                    <a:moveTo>
                      <a:pt x="1705017" y="142172"/>
                    </a:moveTo>
                    <a:lnTo>
                      <a:pt x="1723003" y="133506"/>
                    </a:lnTo>
                    <a:moveTo>
                      <a:pt x="58662" y="121782"/>
                    </a:moveTo>
                    <a:lnTo>
                      <a:pt x="75076" y="155833"/>
                    </a:lnTo>
                    <a:moveTo>
                      <a:pt x="75076" y="155833"/>
                    </a:moveTo>
                    <a:lnTo>
                      <a:pt x="91489" y="189883"/>
                    </a:lnTo>
                    <a:moveTo>
                      <a:pt x="91489" y="189883"/>
                    </a:moveTo>
                    <a:lnTo>
                      <a:pt x="107902" y="223934"/>
                    </a:lnTo>
                    <a:moveTo>
                      <a:pt x="107902" y="223934"/>
                    </a:moveTo>
                    <a:lnTo>
                      <a:pt x="124315" y="257985"/>
                    </a:lnTo>
                    <a:moveTo>
                      <a:pt x="124315" y="257985"/>
                    </a:moveTo>
                    <a:lnTo>
                      <a:pt x="140729" y="292035"/>
                    </a:lnTo>
                    <a:moveTo>
                      <a:pt x="140729" y="292035"/>
                    </a:moveTo>
                    <a:lnTo>
                      <a:pt x="157142" y="326086"/>
                    </a:lnTo>
                    <a:moveTo>
                      <a:pt x="157142" y="326086"/>
                    </a:moveTo>
                    <a:lnTo>
                      <a:pt x="173555" y="360137"/>
                    </a:lnTo>
                    <a:moveTo>
                      <a:pt x="173555" y="360137"/>
                    </a:moveTo>
                    <a:lnTo>
                      <a:pt x="189968" y="394187"/>
                    </a:lnTo>
                    <a:moveTo>
                      <a:pt x="189968" y="394187"/>
                    </a:moveTo>
                    <a:lnTo>
                      <a:pt x="206381" y="428238"/>
                    </a:lnTo>
                    <a:moveTo>
                      <a:pt x="206381" y="428238"/>
                    </a:moveTo>
                    <a:lnTo>
                      <a:pt x="222795" y="462288"/>
                    </a:lnTo>
                    <a:moveTo>
                      <a:pt x="222795" y="462288"/>
                    </a:moveTo>
                    <a:lnTo>
                      <a:pt x="239208" y="496339"/>
                    </a:lnTo>
                    <a:moveTo>
                      <a:pt x="239208" y="496339"/>
                    </a:moveTo>
                    <a:lnTo>
                      <a:pt x="255621" y="530390"/>
                    </a:lnTo>
                    <a:moveTo>
                      <a:pt x="255621" y="530390"/>
                    </a:moveTo>
                    <a:lnTo>
                      <a:pt x="272034" y="564440"/>
                    </a:lnTo>
                    <a:moveTo>
                      <a:pt x="272034" y="564440"/>
                    </a:moveTo>
                    <a:lnTo>
                      <a:pt x="288448" y="598491"/>
                    </a:lnTo>
                    <a:moveTo>
                      <a:pt x="288448" y="598491"/>
                    </a:moveTo>
                    <a:lnTo>
                      <a:pt x="304861" y="632542"/>
                    </a:lnTo>
                    <a:moveTo>
                      <a:pt x="304861" y="632542"/>
                    </a:moveTo>
                    <a:lnTo>
                      <a:pt x="318334" y="660492"/>
                    </a:lnTo>
                    <a:moveTo>
                      <a:pt x="0" y="0"/>
                    </a:moveTo>
                    <a:lnTo>
                      <a:pt x="16404" y="34055"/>
                    </a:lnTo>
                    <a:moveTo>
                      <a:pt x="16404" y="34055"/>
                    </a:moveTo>
                    <a:lnTo>
                      <a:pt x="32809" y="68110"/>
                    </a:lnTo>
                    <a:moveTo>
                      <a:pt x="32809" y="68110"/>
                    </a:moveTo>
                    <a:lnTo>
                      <a:pt x="49213" y="102165"/>
                    </a:lnTo>
                    <a:moveTo>
                      <a:pt x="49213" y="102165"/>
                    </a:moveTo>
                    <a:lnTo>
                      <a:pt x="58662" y="121782"/>
                    </a:lnTo>
                    <a:moveTo>
                      <a:pt x="0" y="0"/>
                    </a:moveTo>
                    <a:lnTo>
                      <a:pt x="16404" y="34055"/>
                    </a:lnTo>
                    <a:moveTo>
                      <a:pt x="16404" y="34055"/>
                    </a:moveTo>
                    <a:lnTo>
                      <a:pt x="32809" y="68110"/>
                    </a:lnTo>
                    <a:moveTo>
                      <a:pt x="32809" y="68110"/>
                    </a:moveTo>
                    <a:lnTo>
                      <a:pt x="49213" y="102165"/>
                    </a:lnTo>
                    <a:moveTo>
                      <a:pt x="49213" y="102165"/>
                    </a:moveTo>
                    <a:lnTo>
                      <a:pt x="58662" y="12178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95" name="Контур"/>
              <p:cNvSpPr/>
              <p:nvPr/>
            </p:nvSpPr>
            <p:spPr>
              <a:xfrm>
                <a:off x="7575918" y="6910086"/>
                <a:ext cx="2720082" cy="1298077"/>
              </a:xfrm>
              <a:custGeom>
                <a:avLst/>
                <a:gdLst/>
                <a:ahLst/>
                <a:cxnLst/>
                <a:rect l="l" t="t" r="r" b="b"/>
                <a:pathLst>
                  <a:path w="2720082" h="1298077" fill="none">
                    <a:moveTo>
                      <a:pt x="0" y="1298077"/>
                    </a:moveTo>
                    <a:lnTo>
                      <a:pt x="411183" y="1101852"/>
                    </a:lnTo>
                    <a:lnTo>
                      <a:pt x="272008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94" name="Надпись"/>
              <p:cNvSpPr txBox="1"/>
              <p:nvPr/>
            </p:nvSpPr>
            <p:spPr>
              <a:xfrm rot="20069316">
                <a:off x="8117754" y="7846415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296" name="Надпись"/>
              <p:cNvSpPr txBox="1"/>
              <p:nvPr/>
            </p:nvSpPr>
            <p:spPr>
              <a:xfrm rot="20069316">
                <a:off x="9713587" y="7084853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297" name="Контур"/>
              <p:cNvSpPr/>
              <p:nvPr/>
            </p:nvSpPr>
            <p:spPr>
              <a:xfrm>
                <a:off x="7517256" y="6700646"/>
                <a:ext cx="2778744" cy="3487354"/>
              </a:xfrm>
              <a:custGeom>
                <a:avLst/>
                <a:gdLst/>
                <a:ahLst/>
                <a:cxnLst/>
                <a:rect l="l" t="t" r="r" b="b"/>
                <a:pathLst>
                  <a:path w="2778744" h="3487354" fill="none">
                    <a:moveTo>
                      <a:pt x="0" y="1385735"/>
                    </a:moveTo>
                    <a:lnTo>
                      <a:pt x="21006" y="1326027"/>
                    </a:lnTo>
                    <a:moveTo>
                      <a:pt x="21006" y="1326027"/>
                    </a:moveTo>
                    <a:lnTo>
                      <a:pt x="25238" y="1314001"/>
                    </a:lnTo>
                    <a:lnTo>
                      <a:pt x="47847" y="1303212"/>
                    </a:lnTo>
                    <a:moveTo>
                      <a:pt x="47847" y="1303212"/>
                    </a:moveTo>
                    <a:lnTo>
                      <a:pt x="81962" y="1286932"/>
                    </a:lnTo>
                    <a:moveTo>
                      <a:pt x="81962" y="1286932"/>
                    </a:moveTo>
                    <a:lnTo>
                      <a:pt x="116076" y="1270652"/>
                    </a:lnTo>
                    <a:moveTo>
                      <a:pt x="116076" y="1270652"/>
                    </a:moveTo>
                    <a:lnTo>
                      <a:pt x="150191" y="1254372"/>
                    </a:lnTo>
                    <a:moveTo>
                      <a:pt x="150191" y="1254372"/>
                    </a:moveTo>
                    <a:lnTo>
                      <a:pt x="184306" y="1238093"/>
                    </a:lnTo>
                    <a:moveTo>
                      <a:pt x="184306" y="1238093"/>
                    </a:moveTo>
                    <a:lnTo>
                      <a:pt x="218420" y="1221813"/>
                    </a:lnTo>
                    <a:moveTo>
                      <a:pt x="218420" y="1221813"/>
                    </a:moveTo>
                    <a:lnTo>
                      <a:pt x="252535" y="1205533"/>
                    </a:lnTo>
                    <a:moveTo>
                      <a:pt x="252535" y="1205533"/>
                    </a:moveTo>
                    <a:lnTo>
                      <a:pt x="286649" y="1189253"/>
                    </a:lnTo>
                    <a:moveTo>
                      <a:pt x="286649" y="1189253"/>
                    </a:moveTo>
                    <a:lnTo>
                      <a:pt x="320764" y="1172973"/>
                    </a:lnTo>
                    <a:moveTo>
                      <a:pt x="320764" y="1172973"/>
                    </a:moveTo>
                    <a:lnTo>
                      <a:pt x="354879" y="1156693"/>
                    </a:lnTo>
                    <a:moveTo>
                      <a:pt x="354879" y="1156693"/>
                    </a:moveTo>
                    <a:lnTo>
                      <a:pt x="388993" y="1140413"/>
                    </a:lnTo>
                    <a:moveTo>
                      <a:pt x="388993" y="1140413"/>
                    </a:moveTo>
                    <a:lnTo>
                      <a:pt x="423108" y="1124134"/>
                    </a:lnTo>
                    <a:moveTo>
                      <a:pt x="423108" y="1124134"/>
                    </a:moveTo>
                    <a:lnTo>
                      <a:pt x="457222" y="1107854"/>
                    </a:lnTo>
                    <a:moveTo>
                      <a:pt x="457222" y="1107854"/>
                    </a:moveTo>
                    <a:lnTo>
                      <a:pt x="491337" y="1091574"/>
                    </a:lnTo>
                    <a:moveTo>
                      <a:pt x="491337" y="1091574"/>
                    </a:moveTo>
                    <a:lnTo>
                      <a:pt x="525452" y="1075294"/>
                    </a:lnTo>
                    <a:moveTo>
                      <a:pt x="525452" y="1075294"/>
                    </a:moveTo>
                    <a:lnTo>
                      <a:pt x="559566" y="1059014"/>
                    </a:lnTo>
                    <a:moveTo>
                      <a:pt x="559566" y="1059014"/>
                    </a:moveTo>
                    <a:lnTo>
                      <a:pt x="593681" y="1042734"/>
                    </a:lnTo>
                    <a:moveTo>
                      <a:pt x="593681" y="1042734"/>
                    </a:moveTo>
                    <a:lnTo>
                      <a:pt x="627796" y="1026455"/>
                    </a:lnTo>
                    <a:moveTo>
                      <a:pt x="627796" y="1026455"/>
                    </a:moveTo>
                    <a:lnTo>
                      <a:pt x="661910" y="1010175"/>
                    </a:lnTo>
                    <a:moveTo>
                      <a:pt x="661910" y="1010175"/>
                    </a:moveTo>
                    <a:lnTo>
                      <a:pt x="696025" y="993895"/>
                    </a:lnTo>
                    <a:moveTo>
                      <a:pt x="696025" y="993895"/>
                    </a:moveTo>
                    <a:lnTo>
                      <a:pt x="730139" y="977615"/>
                    </a:lnTo>
                    <a:moveTo>
                      <a:pt x="730139" y="977615"/>
                    </a:moveTo>
                    <a:lnTo>
                      <a:pt x="764254" y="961335"/>
                    </a:lnTo>
                    <a:moveTo>
                      <a:pt x="764254" y="961335"/>
                    </a:moveTo>
                    <a:lnTo>
                      <a:pt x="798369" y="945055"/>
                    </a:lnTo>
                    <a:moveTo>
                      <a:pt x="798369" y="945055"/>
                    </a:moveTo>
                    <a:lnTo>
                      <a:pt x="832483" y="928776"/>
                    </a:lnTo>
                    <a:moveTo>
                      <a:pt x="832483" y="928776"/>
                    </a:moveTo>
                    <a:lnTo>
                      <a:pt x="866598" y="912496"/>
                    </a:lnTo>
                    <a:moveTo>
                      <a:pt x="866598" y="912496"/>
                    </a:moveTo>
                    <a:lnTo>
                      <a:pt x="900712" y="896216"/>
                    </a:lnTo>
                    <a:moveTo>
                      <a:pt x="900712" y="896216"/>
                    </a:moveTo>
                    <a:lnTo>
                      <a:pt x="934827" y="879936"/>
                    </a:lnTo>
                    <a:moveTo>
                      <a:pt x="934827" y="879936"/>
                    </a:moveTo>
                    <a:lnTo>
                      <a:pt x="968942" y="863656"/>
                    </a:lnTo>
                    <a:moveTo>
                      <a:pt x="968942" y="863656"/>
                    </a:moveTo>
                    <a:lnTo>
                      <a:pt x="1003056" y="847376"/>
                    </a:lnTo>
                    <a:moveTo>
                      <a:pt x="1003056" y="847376"/>
                    </a:moveTo>
                    <a:lnTo>
                      <a:pt x="1037171" y="831096"/>
                    </a:lnTo>
                    <a:moveTo>
                      <a:pt x="1037171" y="831096"/>
                    </a:moveTo>
                    <a:lnTo>
                      <a:pt x="1071285" y="814817"/>
                    </a:lnTo>
                    <a:moveTo>
                      <a:pt x="1071285" y="814817"/>
                    </a:moveTo>
                    <a:lnTo>
                      <a:pt x="1105400" y="798537"/>
                    </a:lnTo>
                    <a:moveTo>
                      <a:pt x="1105400" y="798537"/>
                    </a:moveTo>
                    <a:lnTo>
                      <a:pt x="1139515" y="782257"/>
                    </a:lnTo>
                    <a:moveTo>
                      <a:pt x="1139515" y="782257"/>
                    </a:moveTo>
                    <a:lnTo>
                      <a:pt x="1173629" y="765977"/>
                    </a:lnTo>
                    <a:moveTo>
                      <a:pt x="1173629" y="765977"/>
                    </a:moveTo>
                    <a:lnTo>
                      <a:pt x="1207744" y="749697"/>
                    </a:lnTo>
                    <a:moveTo>
                      <a:pt x="1207744" y="749697"/>
                    </a:moveTo>
                    <a:lnTo>
                      <a:pt x="1241859" y="733417"/>
                    </a:lnTo>
                    <a:moveTo>
                      <a:pt x="1241859" y="733417"/>
                    </a:moveTo>
                    <a:lnTo>
                      <a:pt x="1275973" y="717138"/>
                    </a:lnTo>
                    <a:moveTo>
                      <a:pt x="1275973" y="717138"/>
                    </a:moveTo>
                    <a:lnTo>
                      <a:pt x="1310088" y="700858"/>
                    </a:lnTo>
                    <a:moveTo>
                      <a:pt x="1310088" y="700858"/>
                    </a:moveTo>
                    <a:lnTo>
                      <a:pt x="1344202" y="684578"/>
                    </a:lnTo>
                    <a:moveTo>
                      <a:pt x="1344202" y="684578"/>
                    </a:moveTo>
                    <a:lnTo>
                      <a:pt x="1378317" y="668298"/>
                    </a:lnTo>
                    <a:moveTo>
                      <a:pt x="1378317" y="668298"/>
                    </a:moveTo>
                    <a:lnTo>
                      <a:pt x="1412432" y="652018"/>
                    </a:lnTo>
                    <a:moveTo>
                      <a:pt x="1412432" y="652018"/>
                    </a:moveTo>
                    <a:lnTo>
                      <a:pt x="1446546" y="635738"/>
                    </a:lnTo>
                    <a:moveTo>
                      <a:pt x="1446546" y="635738"/>
                    </a:moveTo>
                    <a:lnTo>
                      <a:pt x="1480661" y="619459"/>
                    </a:lnTo>
                    <a:moveTo>
                      <a:pt x="1480661" y="619459"/>
                    </a:moveTo>
                    <a:lnTo>
                      <a:pt x="1514775" y="603179"/>
                    </a:lnTo>
                    <a:moveTo>
                      <a:pt x="1514775" y="603179"/>
                    </a:moveTo>
                    <a:lnTo>
                      <a:pt x="1548890" y="586899"/>
                    </a:lnTo>
                    <a:moveTo>
                      <a:pt x="1548890" y="586899"/>
                    </a:moveTo>
                    <a:lnTo>
                      <a:pt x="1583005" y="570619"/>
                    </a:lnTo>
                    <a:moveTo>
                      <a:pt x="1583005" y="570619"/>
                    </a:moveTo>
                    <a:lnTo>
                      <a:pt x="1617119" y="554339"/>
                    </a:lnTo>
                    <a:moveTo>
                      <a:pt x="1617119" y="554339"/>
                    </a:moveTo>
                    <a:lnTo>
                      <a:pt x="1651234" y="538059"/>
                    </a:lnTo>
                    <a:moveTo>
                      <a:pt x="1651234" y="538059"/>
                    </a:moveTo>
                    <a:lnTo>
                      <a:pt x="1685348" y="521779"/>
                    </a:lnTo>
                    <a:moveTo>
                      <a:pt x="1685348" y="521779"/>
                    </a:moveTo>
                    <a:lnTo>
                      <a:pt x="1719463" y="505500"/>
                    </a:lnTo>
                    <a:moveTo>
                      <a:pt x="1719463" y="505500"/>
                    </a:moveTo>
                    <a:lnTo>
                      <a:pt x="1753578" y="489220"/>
                    </a:lnTo>
                    <a:moveTo>
                      <a:pt x="1753578" y="489220"/>
                    </a:moveTo>
                    <a:lnTo>
                      <a:pt x="1787692" y="472940"/>
                    </a:lnTo>
                    <a:moveTo>
                      <a:pt x="1787692" y="472940"/>
                    </a:moveTo>
                    <a:lnTo>
                      <a:pt x="1821807" y="456660"/>
                    </a:lnTo>
                    <a:moveTo>
                      <a:pt x="1821807" y="456660"/>
                    </a:moveTo>
                    <a:lnTo>
                      <a:pt x="1855922" y="440380"/>
                    </a:lnTo>
                    <a:moveTo>
                      <a:pt x="1855922" y="440380"/>
                    </a:moveTo>
                    <a:lnTo>
                      <a:pt x="1890036" y="424100"/>
                    </a:lnTo>
                    <a:moveTo>
                      <a:pt x="1890036" y="424100"/>
                    </a:moveTo>
                    <a:lnTo>
                      <a:pt x="1924151" y="407821"/>
                    </a:lnTo>
                    <a:moveTo>
                      <a:pt x="1924151" y="407821"/>
                    </a:moveTo>
                    <a:lnTo>
                      <a:pt x="1958265" y="391541"/>
                    </a:lnTo>
                    <a:moveTo>
                      <a:pt x="1958265" y="391541"/>
                    </a:moveTo>
                    <a:lnTo>
                      <a:pt x="1992380" y="375261"/>
                    </a:lnTo>
                    <a:moveTo>
                      <a:pt x="1992380" y="375261"/>
                    </a:moveTo>
                    <a:lnTo>
                      <a:pt x="2026495" y="358981"/>
                    </a:lnTo>
                    <a:moveTo>
                      <a:pt x="2026495" y="358981"/>
                    </a:moveTo>
                    <a:lnTo>
                      <a:pt x="2060609" y="342701"/>
                    </a:lnTo>
                    <a:moveTo>
                      <a:pt x="2060609" y="342701"/>
                    </a:moveTo>
                    <a:lnTo>
                      <a:pt x="2094724" y="326421"/>
                    </a:lnTo>
                    <a:moveTo>
                      <a:pt x="2094724" y="326421"/>
                    </a:moveTo>
                    <a:lnTo>
                      <a:pt x="2128838" y="310142"/>
                    </a:lnTo>
                    <a:moveTo>
                      <a:pt x="2128838" y="310142"/>
                    </a:moveTo>
                    <a:lnTo>
                      <a:pt x="2162953" y="293862"/>
                    </a:lnTo>
                    <a:moveTo>
                      <a:pt x="2162953" y="293862"/>
                    </a:moveTo>
                    <a:lnTo>
                      <a:pt x="2197068" y="277582"/>
                    </a:lnTo>
                    <a:moveTo>
                      <a:pt x="2197068" y="277582"/>
                    </a:moveTo>
                    <a:lnTo>
                      <a:pt x="2231182" y="261302"/>
                    </a:lnTo>
                    <a:moveTo>
                      <a:pt x="2231182" y="261302"/>
                    </a:moveTo>
                    <a:lnTo>
                      <a:pt x="2265297" y="245022"/>
                    </a:lnTo>
                    <a:moveTo>
                      <a:pt x="2265297" y="245022"/>
                    </a:moveTo>
                    <a:lnTo>
                      <a:pt x="2299411" y="228742"/>
                    </a:lnTo>
                    <a:moveTo>
                      <a:pt x="2299411" y="228742"/>
                    </a:moveTo>
                    <a:lnTo>
                      <a:pt x="2333526" y="212462"/>
                    </a:lnTo>
                    <a:moveTo>
                      <a:pt x="2333526" y="212462"/>
                    </a:moveTo>
                    <a:lnTo>
                      <a:pt x="2367641" y="196183"/>
                    </a:lnTo>
                    <a:moveTo>
                      <a:pt x="2367641" y="196183"/>
                    </a:moveTo>
                    <a:lnTo>
                      <a:pt x="2401755" y="179903"/>
                    </a:lnTo>
                    <a:moveTo>
                      <a:pt x="2401755" y="179903"/>
                    </a:moveTo>
                    <a:lnTo>
                      <a:pt x="2435870" y="163623"/>
                    </a:lnTo>
                    <a:moveTo>
                      <a:pt x="2435870" y="163623"/>
                    </a:moveTo>
                    <a:lnTo>
                      <a:pt x="2469985" y="147343"/>
                    </a:lnTo>
                    <a:moveTo>
                      <a:pt x="2469985" y="147343"/>
                    </a:moveTo>
                    <a:lnTo>
                      <a:pt x="2504099" y="131063"/>
                    </a:lnTo>
                    <a:moveTo>
                      <a:pt x="2504099" y="131063"/>
                    </a:moveTo>
                    <a:lnTo>
                      <a:pt x="2538214" y="114783"/>
                    </a:lnTo>
                    <a:moveTo>
                      <a:pt x="2538214" y="114783"/>
                    </a:moveTo>
                    <a:lnTo>
                      <a:pt x="2572328" y="98504"/>
                    </a:lnTo>
                    <a:moveTo>
                      <a:pt x="2572328" y="98504"/>
                    </a:moveTo>
                    <a:lnTo>
                      <a:pt x="2606443" y="82224"/>
                    </a:lnTo>
                    <a:moveTo>
                      <a:pt x="2606443" y="82224"/>
                    </a:moveTo>
                    <a:lnTo>
                      <a:pt x="2640558" y="65944"/>
                    </a:lnTo>
                    <a:moveTo>
                      <a:pt x="2640558" y="65944"/>
                    </a:moveTo>
                    <a:lnTo>
                      <a:pt x="2674672" y="49664"/>
                    </a:lnTo>
                    <a:moveTo>
                      <a:pt x="2674672" y="49664"/>
                    </a:moveTo>
                    <a:lnTo>
                      <a:pt x="2708787" y="33384"/>
                    </a:lnTo>
                    <a:moveTo>
                      <a:pt x="2708787" y="33384"/>
                    </a:moveTo>
                    <a:lnTo>
                      <a:pt x="2742901" y="17104"/>
                    </a:lnTo>
                    <a:moveTo>
                      <a:pt x="2742901" y="17104"/>
                    </a:moveTo>
                    <a:lnTo>
                      <a:pt x="2777016" y="824"/>
                    </a:lnTo>
                    <a:moveTo>
                      <a:pt x="2777016" y="824"/>
                    </a:moveTo>
                    <a:lnTo>
                      <a:pt x="2778744" y="0"/>
                    </a:lnTo>
                    <a:moveTo>
                      <a:pt x="2263498" y="3487354"/>
                    </a:moveTo>
                    <a:lnTo>
                      <a:pt x="2284336" y="3477351"/>
                    </a:lnTo>
                    <a:moveTo>
                      <a:pt x="2284336" y="3477351"/>
                    </a:moveTo>
                    <a:lnTo>
                      <a:pt x="2318413" y="3460993"/>
                    </a:lnTo>
                    <a:moveTo>
                      <a:pt x="2318413" y="3460993"/>
                    </a:moveTo>
                    <a:lnTo>
                      <a:pt x="2352490" y="3444635"/>
                    </a:lnTo>
                    <a:moveTo>
                      <a:pt x="2352490" y="3444635"/>
                    </a:moveTo>
                    <a:lnTo>
                      <a:pt x="2386567" y="3428277"/>
                    </a:lnTo>
                    <a:moveTo>
                      <a:pt x="2386567" y="3428277"/>
                    </a:moveTo>
                    <a:lnTo>
                      <a:pt x="2420644" y="3411919"/>
                    </a:lnTo>
                    <a:moveTo>
                      <a:pt x="2420644" y="3411919"/>
                    </a:moveTo>
                    <a:lnTo>
                      <a:pt x="2454722" y="3395560"/>
                    </a:lnTo>
                    <a:moveTo>
                      <a:pt x="2454722" y="3395560"/>
                    </a:moveTo>
                    <a:lnTo>
                      <a:pt x="2488799" y="3379202"/>
                    </a:lnTo>
                    <a:moveTo>
                      <a:pt x="2488799" y="3379202"/>
                    </a:moveTo>
                    <a:lnTo>
                      <a:pt x="2522876" y="3362844"/>
                    </a:lnTo>
                    <a:moveTo>
                      <a:pt x="2522876" y="3362844"/>
                    </a:moveTo>
                    <a:lnTo>
                      <a:pt x="2556953" y="3346486"/>
                    </a:lnTo>
                    <a:moveTo>
                      <a:pt x="2556953" y="3346486"/>
                    </a:moveTo>
                    <a:lnTo>
                      <a:pt x="2591030" y="3330128"/>
                    </a:lnTo>
                    <a:moveTo>
                      <a:pt x="2591030" y="3330128"/>
                    </a:moveTo>
                    <a:lnTo>
                      <a:pt x="2625107" y="3313770"/>
                    </a:lnTo>
                    <a:moveTo>
                      <a:pt x="2625107" y="3313770"/>
                    </a:moveTo>
                    <a:lnTo>
                      <a:pt x="2659184" y="3297412"/>
                    </a:lnTo>
                    <a:moveTo>
                      <a:pt x="2659184" y="3297412"/>
                    </a:moveTo>
                    <a:lnTo>
                      <a:pt x="2693262" y="3281053"/>
                    </a:lnTo>
                    <a:moveTo>
                      <a:pt x="2693262" y="3281053"/>
                    </a:moveTo>
                    <a:lnTo>
                      <a:pt x="2727339" y="3264695"/>
                    </a:lnTo>
                    <a:moveTo>
                      <a:pt x="2727339" y="3264695"/>
                    </a:moveTo>
                    <a:lnTo>
                      <a:pt x="2761416" y="3248337"/>
                    </a:lnTo>
                    <a:moveTo>
                      <a:pt x="2761416" y="3248337"/>
                    </a:moveTo>
                    <a:lnTo>
                      <a:pt x="2778744" y="3240019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98" name="Контур"/>
              <p:cNvSpPr/>
              <p:nvPr/>
            </p:nvSpPr>
            <p:spPr>
              <a:xfrm>
                <a:off x="7497798" y="8045983"/>
                <a:ext cx="19458" cy="40398"/>
              </a:xfrm>
              <a:custGeom>
                <a:avLst/>
                <a:gdLst/>
                <a:ahLst/>
                <a:cxnLst/>
                <a:rect l="l" t="t" r="r" b="b"/>
                <a:pathLst>
                  <a:path w="19458" h="40398" fill="none">
                    <a:moveTo>
                      <a:pt x="0" y="0"/>
                    </a:moveTo>
                    <a:lnTo>
                      <a:pt x="19458" y="40398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99" name="Контур"/>
              <p:cNvSpPr/>
              <p:nvPr/>
            </p:nvSpPr>
            <p:spPr>
              <a:xfrm>
                <a:off x="6575028" y="6753223"/>
                <a:ext cx="1022539" cy="2121480"/>
              </a:xfrm>
              <a:custGeom>
                <a:avLst/>
                <a:gdLst/>
                <a:ahLst/>
                <a:cxnLst/>
                <a:rect l="l" t="t" r="r" b="b"/>
                <a:pathLst>
                  <a:path w="1022539" h="2121480" fill="none">
                    <a:moveTo>
                      <a:pt x="0" y="0"/>
                    </a:moveTo>
                    <a:lnTo>
                      <a:pt x="16411" y="34052"/>
                    </a:lnTo>
                    <a:moveTo>
                      <a:pt x="16411" y="34052"/>
                    </a:moveTo>
                    <a:lnTo>
                      <a:pt x="32823" y="68103"/>
                    </a:lnTo>
                    <a:moveTo>
                      <a:pt x="32823" y="68103"/>
                    </a:moveTo>
                    <a:lnTo>
                      <a:pt x="49234" y="102155"/>
                    </a:lnTo>
                    <a:moveTo>
                      <a:pt x="49234" y="102155"/>
                    </a:moveTo>
                    <a:lnTo>
                      <a:pt x="65645" y="136207"/>
                    </a:lnTo>
                    <a:moveTo>
                      <a:pt x="65645" y="136207"/>
                    </a:moveTo>
                    <a:lnTo>
                      <a:pt x="82057" y="170258"/>
                    </a:lnTo>
                    <a:moveTo>
                      <a:pt x="82057" y="170258"/>
                    </a:moveTo>
                    <a:lnTo>
                      <a:pt x="98468" y="204310"/>
                    </a:lnTo>
                    <a:moveTo>
                      <a:pt x="98468" y="204310"/>
                    </a:moveTo>
                    <a:lnTo>
                      <a:pt x="114879" y="238361"/>
                    </a:lnTo>
                    <a:moveTo>
                      <a:pt x="114879" y="238361"/>
                    </a:moveTo>
                    <a:lnTo>
                      <a:pt x="131290" y="272413"/>
                    </a:lnTo>
                    <a:moveTo>
                      <a:pt x="131290" y="272413"/>
                    </a:moveTo>
                    <a:lnTo>
                      <a:pt x="147702" y="306465"/>
                    </a:lnTo>
                    <a:moveTo>
                      <a:pt x="147702" y="306465"/>
                    </a:moveTo>
                    <a:lnTo>
                      <a:pt x="164113" y="340516"/>
                    </a:lnTo>
                    <a:moveTo>
                      <a:pt x="164113" y="340516"/>
                    </a:moveTo>
                    <a:lnTo>
                      <a:pt x="180524" y="374568"/>
                    </a:lnTo>
                    <a:moveTo>
                      <a:pt x="180524" y="374568"/>
                    </a:moveTo>
                    <a:lnTo>
                      <a:pt x="196935" y="408619"/>
                    </a:lnTo>
                    <a:moveTo>
                      <a:pt x="196935" y="408619"/>
                    </a:moveTo>
                    <a:lnTo>
                      <a:pt x="213347" y="442671"/>
                    </a:lnTo>
                    <a:moveTo>
                      <a:pt x="213347" y="442671"/>
                    </a:moveTo>
                    <a:lnTo>
                      <a:pt x="229758" y="476722"/>
                    </a:lnTo>
                    <a:moveTo>
                      <a:pt x="229758" y="476722"/>
                    </a:moveTo>
                    <a:lnTo>
                      <a:pt x="246169" y="510774"/>
                    </a:lnTo>
                    <a:moveTo>
                      <a:pt x="246169" y="510774"/>
                    </a:moveTo>
                    <a:lnTo>
                      <a:pt x="262581" y="544826"/>
                    </a:lnTo>
                    <a:moveTo>
                      <a:pt x="262581" y="544826"/>
                    </a:moveTo>
                    <a:lnTo>
                      <a:pt x="278992" y="578877"/>
                    </a:lnTo>
                    <a:moveTo>
                      <a:pt x="278992" y="578877"/>
                    </a:moveTo>
                    <a:lnTo>
                      <a:pt x="295403" y="612929"/>
                    </a:lnTo>
                    <a:moveTo>
                      <a:pt x="295403" y="612929"/>
                    </a:moveTo>
                    <a:lnTo>
                      <a:pt x="311814" y="646980"/>
                    </a:lnTo>
                    <a:moveTo>
                      <a:pt x="311814" y="646980"/>
                    </a:moveTo>
                    <a:lnTo>
                      <a:pt x="328226" y="681032"/>
                    </a:lnTo>
                    <a:moveTo>
                      <a:pt x="328226" y="681032"/>
                    </a:moveTo>
                    <a:lnTo>
                      <a:pt x="344637" y="715084"/>
                    </a:lnTo>
                    <a:moveTo>
                      <a:pt x="344637" y="715084"/>
                    </a:moveTo>
                    <a:lnTo>
                      <a:pt x="361048" y="749135"/>
                    </a:lnTo>
                    <a:moveTo>
                      <a:pt x="361048" y="749135"/>
                    </a:moveTo>
                    <a:lnTo>
                      <a:pt x="367740" y="763020"/>
                    </a:lnTo>
                    <a:lnTo>
                      <a:pt x="377460" y="783186"/>
                    </a:lnTo>
                    <a:moveTo>
                      <a:pt x="377460" y="783186"/>
                    </a:moveTo>
                    <a:lnTo>
                      <a:pt x="393873" y="817237"/>
                    </a:lnTo>
                    <a:moveTo>
                      <a:pt x="393873" y="817237"/>
                    </a:moveTo>
                    <a:lnTo>
                      <a:pt x="410286" y="851288"/>
                    </a:lnTo>
                    <a:moveTo>
                      <a:pt x="410286" y="851288"/>
                    </a:moveTo>
                    <a:lnTo>
                      <a:pt x="426699" y="885338"/>
                    </a:lnTo>
                    <a:moveTo>
                      <a:pt x="426699" y="885338"/>
                    </a:moveTo>
                    <a:lnTo>
                      <a:pt x="443112" y="919389"/>
                    </a:lnTo>
                    <a:moveTo>
                      <a:pt x="443112" y="919389"/>
                    </a:moveTo>
                    <a:lnTo>
                      <a:pt x="459526" y="953440"/>
                    </a:lnTo>
                    <a:moveTo>
                      <a:pt x="459526" y="953440"/>
                    </a:moveTo>
                    <a:lnTo>
                      <a:pt x="475939" y="987491"/>
                    </a:lnTo>
                    <a:moveTo>
                      <a:pt x="475939" y="987491"/>
                    </a:moveTo>
                    <a:lnTo>
                      <a:pt x="492352" y="1021541"/>
                    </a:lnTo>
                    <a:moveTo>
                      <a:pt x="492352" y="1021541"/>
                    </a:moveTo>
                    <a:lnTo>
                      <a:pt x="508765" y="1055592"/>
                    </a:lnTo>
                    <a:moveTo>
                      <a:pt x="508765" y="1055592"/>
                    </a:moveTo>
                    <a:lnTo>
                      <a:pt x="525178" y="1089643"/>
                    </a:lnTo>
                    <a:moveTo>
                      <a:pt x="525178" y="1089643"/>
                    </a:moveTo>
                    <a:lnTo>
                      <a:pt x="541591" y="1123694"/>
                    </a:lnTo>
                    <a:moveTo>
                      <a:pt x="541591" y="1123694"/>
                    </a:moveTo>
                    <a:lnTo>
                      <a:pt x="558004" y="1157744"/>
                    </a:lnTo>
                    <a:moveTo>
                      <a:pt x="558004" y="1157744"/>
                    </a:moveTo>
                    <a:lnTo>
                      <a:pt x="574417" y="1191795"/>
                    </a:lnTo>
                    <a:moveTo>
                      <a:pt x="574417" y="1191795"/>
                    </a:moveTo>
                    <a:lnTo>
                      <a:pt x="590830" y="1225846"/>
                    </a:lnTo>
                    <a:moveTo>
                      <a:pt x="590830" y="1225846"/>
                    </a:moveTo>
                    <a:lnTo>
                      <a:pt x="607243" y="1259897"/>
                    </a:lnTo>
                    <a:moveTo>
                      <a:pt x="607243" y="1259897"/>
                    </a:moveTo>
                    <a:lnTo>
                      <a:pt x="623656" y="1293947"/>
                    </a:lnTo>
                    <a:moveTo>
                      <a:pt x="623656" y="1293947"/>
                    </a:moveTo>
                    <a:lnTo>
                      <a:pt x="640069" y="1327998"/>
                    </a:lnTo>
                    <a:moveTo>
                      <a:pt x="640069" y="1327998"/>
                    </a:moveTo>
                    <a:lnTo>
                      <a:pt x="656482" y="1362049"/>
                    </a:lnTo>
                    <a:moveTo>
                      <a:pt x="656482" y="1362049"/>
                    </a:moveTo>
                    <a:lnTo>
                      <a:pt x="672895" y="1396100"/>
                    </a:lnTo>
                    <a:moveTo>
                      <a:pt x="672895" y="1396100"/>
                    </a:moveTo>
                    <a:lnTo>
                      <a:pt x="689308" y="1430150"/>
                    </a:lnTo>
                    <a:moveTo>
                      <a:pt x="689308" y="1430150"/>
                    </a:moveTo>
                    <a:lnTo>
                      <a:pt x="705721" y="1464201"/>
                    </a:lnTo>
                    <a:moveTo>
                      <a:pt x="705721" y="1464201"/>
                    </a:moveTo>
                    <a:lnTo>
                      <a:pt x="722134" y="1498252"/>
                    </a:lnTo>
                    <a:moveTo>
                      <a:pt x="722134" y="1498252"/>
                    </a:moveTo>
                    <a:lnTo>
                      <a:pt x="738547" y="1532302"/>
                    </a:lnTo>
                    <a:moveTo>
                      <a:pt x="738547" y="1532302"/>
                    </a:moveTo>
                    <a:lnTo>
                      <a:pt x="754960" y="1566353"/>
                    </a:lnTo>
                    <a:moveTo>
                      <a:pt x="754960" y="1566353"/>
                    </a:moveTo>
                    <a:lnTo>
                      <a:pt x="758520" y="1573740"/>
                    </a:lnTo>
                    <a:lnTo>
                      <a:pt x="771373" y="1600404"/>
                    </a:lnTo>
                    <a:moveTo>
                      <a:pt x="771373" y="1600404"/>
                    </a:moveTo>
                    <a:lnTo>
                      <a:pt x="787786" y="1634455"/>
                    </a:lnTo>
                    <a:moveTo>
                      <a:pt x="787786" y="1634455"/>
                    </a:moveTo>
                    <a:lnTo>
                      <a:pt x="804199" y="1668506"/>
                    </a:lnTo>
                    <a:moveTo>
                      <a:pt x="804199" y="1668506"/>
                    </a:moveTo>
                    <a:lnTo>
                      <a:pt x="820612" y="1702556"/>
                    </a:lnTo>
                    <a:moveTo>
                      <a:pt x="820612" y="1702556"/>
                    </a:moveTo>
                    <a:lnTo>
                      <a:pt x="837025" y="1736607"/>
                    </a:lnTo>
                    <a:moveTo>
                      <a:pt x="837025" y="1736607"/>
                    </a:moveTo>
                    <a:lnTo>
                      <a:pt x="853438" y="1770658"/>
                    </a:lnTo>
                    <a:moveTo>
                      <a:pt x="853438" y="1770658"/>
                    </a:moveTo>
                    <a:lnTo>
                      <a:pt x="869851" y="1804709"/>
                    </a:lnTo>
                    <a:moveTo>
                      <a:pt x="869851" y="1804709"/>
                    </a:moveTo>
                    <a:lnTo>
                      <a:pt x="886263" y="1838759"/>
                    </a:lnTo>
                    <a:moveTo>
                      <a:pt x="886263" y="1838759"/>
                    </a:moveTo>
                    <a:lnTo>
                      <a:pt x="902676" y="1872810"/>
                    </a:lnTo>
                    <a:moveTo>
                      <a:pt x="902676" y="1872810"/>
                    </a:moveTo>
                    <a:lnTo>
                      <a:pt x="919089" y="1906861"/>
                    </a:lnTo>
                    <a:moveTo>
                      <a:pt x="919089" y="1906861"/>
                    </a:moveTo>
                    <a:lnTo>
                      <a:pt x="935502" y="1940912"/>
                    </a:lnTo>
                    <a:moveTo>
                      <a:pt x="935502" y="1940912"/>
                    </a:moveTo>
                    <a:lnTo>
                      <a:pt x="951915" y="1974962"/>
                    </a:lnTo>
                    <a:moveTo>
                      <a:pt x="951915" y="1974962"/>
                    </a:moveTo>
                    <a:lnTo>
                      <a:pt x="968328" y="2009013"/>
                    </a:lnTo>
                    <a:moveTo>
                      <a:pt x="968328" y="2009013"/>
                    </a:moveTo>
                    <a:lnTo>
                      <a:pt x="984741" y="2043064"/>
                    </a:lnTo>
                    <a:moveTo>
                      <a:pt x="984741" y="2043064"/>
                    </a:moveTo>
                    <a:lnTo>
                      <a:pt x="1001154" y="2077115"/>
                    </a:lnTo>
                    <a:moveTo>
                      <a:pt x="1001154" y="2077115"/>
                    </a:moveTo>
                    <a:lnTo>
                      <a:pt x="1017567" y="2111165"/>
                    </a:lnTo>
                    <a:moveTo>
                      <a:pt x="1017567" y="2111165"/>
                    </a:moveTo>
                    <a:lnTo>
                      <a:pt x="1022539" y="212148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01" name="Контур"/>
              <p:cNvSpPr/>
              <p:nvPr/>
            </p:nvSpPr>
            <p:spPr>
              <a:xfrm>
                <a:off x="7497798" y="6710612"/>
                <a:ext cx="2798202" cy="1335371"/>
              </a:xfrm>
              <a:custGeom>
                <a:avLst/>
                <a:gdLst/>
                <a:ahLst/>
                <a:cxnLst/>
                <a:rect l="l" t="t" r="r" b="b"/>
                <a:pathLst>
                  <a:path w="2798202" h="1335371" fill="none">
                    <a:moveTo>
                      <a:pt x="0" y="1335371"/>
                    </a:moveTo>
                    <a:lnTo>
                      <a:pt x="40464" y="1316061"/>
                    </a:lnTo>
                    <a:lnTo>
                      <a:pt x="412818" y="1138363"/>
                    </a:lnTo>
                    <a:lnTo>
                      <a:pt x="812250" y="947743"/>
                    </a:lnTo>
                    <a:lnTo>
                      <a:pt x="1624502" y="560115"/>
                    </a:lnTo>
                    <a:lnTo>
                      <a:pt x="2436754" y="172481"/>
                    </a:lnTo>
                    <a:lnTo>
                      <a:pt x="279820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00" name="Надпись"/>
              <p:cNvSpPr txBox="1"/>
              <p:nvPr/>
            </p:nvSpPr>
            <p:spPr>
              <a:xfrm rot="20069279">
                <a:off x="9184270" y="7137977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302" name="Контур"/>
              <p:cNvSpPr/>
              <p:nvPr/>
            </p:nvSpPr>
            <p:spPr>
              <a:xfrm>
                <a:off x="6004515" y="6157603"/>
                <a:ext cx="388882" cy="592098"/>
              </a:xfrm>
              <a:custGeom>
                <a:avLst/>
                <a:gdLst/>
                <a:ahLst/>
                <a:cxnLst/>
                <a:rect l="l" t="t" r="r" b="b"/>
                <a:pathLst>
                  <a:path w="388882" h="592098" fill="none">
                    <a:moveTo>
                      <a:pt x="283413" y="0"/>
                    </a:moveTo>
                    <a:lnTo>
                      <a:pt x="299824" y="34052"/>
                    </a:lnTo>
                    <a:moveTo>
                      <a:pt x="299824" y="34052"/>
                    </a:moveTo>
                    <a:lnTo>
                      <a:pt x="316236" y="68103"/>
                    </a:lnTo>
                    <a:moveTo>
                      <a:pt x="316236" y="68103"/>
                    </a:moveTo>
                    <a:lnTo>
                      <a:pt x="332647" y="102155"/>
                    </a:lnTo>
                    <a:moveTo>
                      <a:pt x="332647" y="102155"/>
                    </a:moveTo>
                    <a:lnTo>
                      <a:pt x="349059" y="136206"/>
                    </a:lnTo>
                    <a:moveTo>
                      <a:pt x="349059" y="136206"/>
                    </a:moveTo>
                    <a:lnTo>
                      <a:pt x="365470" y="170258"/>
                    </a:lnTo>
                    <a:moveTo>
                      <a:pt x="365470" y="170258"/>
                    </a:moveTo>
                    <a:lnTo>
                      <a:pt x="381881" y="204309"/>
                    </a:lnTo>
                    <a:moveTo>
                      <a:pt x="381881" y="204309"/>
                    </a:moveTo>
                    <a:lnTo>
                      <a:pt x="388882" y="218835"/>
                    </a:lnTo>
                    <a:lnTo>
                      <a:pt x="370816" y="230811"/>
                    </a:lnTo>
                    <a:moveTo>
                      <a:pt x="370816" y="230811"/>
                    </a:moveTo>
                    <a:lnTo>
                      <a:pt x="339310" y="251697"/>
                    </a:lnTo>
                    <a:moveTo>
                      <a:pt x="339310" y="251697"/>
                    </a:moveTo>
                    <a:lnTo>
                      <a:pt x="323429" y="262224"/>
                    </a:lnTo>
                    <a:lnTo>
                      <a:pt x="321573" y="264793"/>
                    </a:lnTo>
                    <a:lnTo>
                      <a:pt x="317482" y="279824"/>
                    </a:lnTo>
                    <a:moveTo>
                      <a:pt x="317482" y="279824"/>
                    </a:moveTo>
                    <a:lnTo>
                      <a:pt x="316613" y="283016"/>
                    </a:lnTo>
                    <a:lnTo>
                      <a:pt x="309844" y="307883"/>
                    </a:lnTo>
                    <a:lnTo>
                      <a:pt x="308529" y="310032"/>
                    </a:lnTo>
                    <a:lnTo>
                      <a:pt x="303953" y="314216"/>
                    </a:lnTo>
                    <a:moveTo>
                      <a:pt x="303953" y="314216"/>
                    </a:moveTo>
                    <a:lnTo>
                      <a:pt x="276055" y="339721"/>
                    </a:lnTo>
                    <a:moveTo>
                      <a:pt x="276055" y="339721"/>
                    </a:moveTo>
                    <a:lnTo>
                      <a:pt x="248156" y="365226"/>
                    </a:lnTo>
                    <a:moveTo>
                      <a:pt x="248156" y="365226"/>
                    </a:moveTo>
                    <a:lnTo>
                      <a:pt x="220258" y="390732"/>
                    </a:lnTo>
                    <a:moveTo>
                      <a:pt x="220258" y="390732"/>
                    </a:moveTo>
                    <a:lnTo>
                      <a:pt x="192360" y="416237"/>
                    </a:lnTo>
                    <a:moveTo>
                      <a:pt x="192360" y="416237"/>
                    </a:moveTo>
                    <a:lnTo>
                      <a:pt x="164461" y="441743"/>
                    </a:lnTo>
                    <a:moveTo>
                      <a:pt x="164461" y="441743"/>
                    </a:moveTo>
                    <a:lnTo>
                      <a:pt x="136563" y="467248"/>
                    </a:lnTo>
                    <a:moveTo>
                      <a:pt x="136563" y="467248"/>
                    </a:moveTo>
                    <a:lnTo>
                      <a:pt x="108665" y="492753"/>
                    </a:lnTo>
                    <a:moveTo>
                      <a:pt x="108665" y="492753"/>
                    </a:moveTo>
                    <a:lnTo>
                      <a:pt x="80766" y="518259"/>
                    </a:lnTo>
                    <a:moveTo>
                      <a:pt x="80766" y="518259"/>
                    </a:moveTo>
                    <a:lnTo>
                      <a:pt x="52868" y="543764"/>
                    </a:lnTo>
                    <a:moveTo>
                      <a:pt x="52868" y="543764"/>
                    </a:moveTo>
                    <a:lnTo>
                      <a:pt x="24970" y="569269"/>
                    </a:lnTo>
                    <a:moveTo>
                      <a:pt x="24970" y="569269"/>
                    </a:moveTo>
                    <a:lnTo>
                      <a:pt x="0" y="592098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03" name="Контур"/>
              <p:cNvSpPr/>
              <p:nvPr/>
            </p:nvSpPr>
            <p:spPr>
              <a:xfrm>
                <a:off x="6805158" y="6496000"/>
                <a:ext cx="180227" cy="112953"/>
              </a:xfrm>
              <a:custGeom>
                <a:avLst/>
                <a:gdLst/>
                <a:ahLst/>
                <a:cxnLst/>
                <a:rect l="l" t="t" r="r" b="b"/>
                <a:pathLst>
                  <a:path w="180227" h="112953" fill="none">
                    <a:moveTo>
                      <a:pt x="0" y="112953"/>
                    </a:moveTo>
                    <a:lnTo>
                      <a:pt x="89610" y="56793"/>
                    </a:lnTo>
                    <a:lnTo>
                      <a:pt x="180227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04" name="Контур"/>
              <p:cNvSpPr/>
              <p:nvPr/>
            </p:nvSpPr>
            <p:spPr>
              <a:xfrm>
                <a:off x="6805158" y="3937568"/>
                <a:ext cx="3490842" cy="3922988"/>
              </a:xfrm>
              <a:custGeom>
                <a:avLst/>
                <a:gdLst/>
                <a:ahLst/>
                <a:cxnLst/>
                <a:rect l="l" t="t" r="r" b="b"/>
                <a:pathLst>
                  <a:path w="3490842" h="3922988" fill="none">
                    <a:moveTo>
                      <a:pt x="0" y="2671385"/>
                    </a:moveTo>
                    <a:lnTo>
                      <a:pt x="16412" y="2705436"/>
                    </a:lnTo>
                    <a:moveTo>
                      <a:pt x="16412" y="2705436"/>
                    </a:moveTo>
                    <a:lnTo>
                      <a:pt x="32824" y="2739487"/>
                    </a:lnTo>
                    <a:moveTo>
                      <a:pt x="32824" y="2739487"/>
                    </a:moveTo>
                    <a:lnTo>
                      <a:pt x="49236" y="2773539"/>
                    </a:lnTo>
                    <a:moveTo>
                      <a:pt x="49236" y="2773539"/>
                    </a:moveTo>
                    <a:lnTo>
                      <a:pt x="65648" y="2807590"/>
                    </a:lnTo>
                    <a:moveTo>
                      <a:pt x="65648" y="2807590"/>
                    </a:moveTo>
                    <a:lnTo>
                      <a:pt x="82061" y="2841641"/>
                    </a:lnTo>
                    <a:moveTo>
                      <a:pt x="82061" y="2841641"/>
                    </a:moveTo>
                    <a:lnTo>
                      <a:pt x="98473" y="2875692"/>
                    </a:lnTo>
                    <a:moveTo>
                      <a:pt x="98473" y="2875692"/>
                    </a:moveTo>
                    <a:lnTo>
                      <a:pt x="114885" y="2909743"/>
                    </a:lnTo>
                    <a:moveTo>
                      <a:pt x="114885" y="2909743"/>
                    </a:moveTo>
                    <a:lnTo>
                      <a:pt x="131297" y="2943795"/>
                    </a:lnTo>
                    <a:moveTo>
                      <a:pt x="131297" y="2943795"/>
                    </a:moveTo>
                    <a:lnTo>
                      <a:pt x="147709" y="2977846"/>
                    </a:lnTo>
                    <a:moveTo>
                      <a:pt x="147709" y="2977846"/>
                    </a:moveTo>
                    <a:lnTo>
                      <a:pt x="164121" y="3011897"/>
                    </a:lnTo>
                    <a:moveTo>
                      <a:pt x="164121" y="3011897"/>
                    </a:moveTo>
                    <a:lnTo>
                      <a:pt x="180533" y="3045948"/>
                    </a:lnTo>
                    <a:moveTo>
                      <a:pt x="180533" y="3045948"/>
                    </a:moveTo>
                    <a:lnTo>
                      <a:pt x="196945" y="3079999"/>
                    </a:lnTo>
                    <a:moveTo>
                      <a:pt x="196945" y="3079999"/>
                    </a:moveTo>
                    <a:lnTo>
                      <a:pt x="213357" y="3114051"/>
                    </a:lnTo>
                    <a:moveTo>
                      <a:pt x="213357" y="3114051"/>
                    </a:moveTo>
                    <a:lnTo>
                      <a:pt x="229769" y="3148102"/>
                    </a:lnTo>
                    <a:moveTo>
                      <a:pt x="229769" y="3148102"/>
                    </a:moveTo>
                    <a:lnTo>
                      <a:pt x="246181" y="3182153"/>
                    </a:lnTo>
                    <a:moveTo>
                      <a:pt x="246181" y="3182153"/>
                    </a:moveTo>
                    <a:lnTo>
                      <a:pt x="262593" y="3216204"/>
                    </a:lnTo>
                    <a:moveTo>
                      <a:pt x="262593" y="3216204"/>
                    </a:moveTo>
                    <a:lnTo>
                      <a:pt x="279005" y="3250255"/>
                    </a:lnTo>
                    <a:moveTo>
                      <a:pt x="279005" y="3250255"/>
                    </a:moveTo>
                    <a:lnTo>
                      <a:pt x="295417" y="3284307"/>
                    </a:lnTo>
                    <a:moveTo>
                      <a:pt x="295417" y="3284307"/>
                    </a:moveTo>
                    <a:lnTo>
                      <a:pt x="311829" y="3318358"/>
                    </a:lnTo>
                    <a:moveTo>
                      <a:pt x="311829" y="3318358"/>
                    </a:moveTo>
                    <a:lnTo>
                      <a:pt x="328241" y="3352409"/>
                    </a:lnTo>
                    <a:moveTo>
                      <a:pt x="328241" y="3352409"/>
                    </a:moveTo>
                    <a:lnTo>
                      <a:pt x="344654" y="3386460"/>
                    </a:lnTo>
                    <a:moveTo>
                      <a:pt x="344654" y="3386460"/>
                    </a:moveTo>
                    <a:lnTo>
                      <a:pt x="361066" y="3420511"/>
                    </a:lnTo>
                    <a:moveTo>
                      <a:pt x="361066" y="3420511"/>
                    </a:moveTo>
                    <a:lnTo>
                      <a:pt x="377478" y="3454563"/>
                    </a:lnTo>
                    <a:moveTo>
                      <a:pt x="377478" y="3454563"/>
                    </a:moveTo>
                    <a:lnTo>
                      <a:pt x="393890" y="3488614"/>
                    </a:lnTo>
                    <a:moveTo>
                      <a:pt x="393890" y="3488614"/>
                    </a:moveTo>
                    <a:lnTo>
                      <a:pt x="410302" y="3522665"/>
                    </a:lnTo>
                    <a:moveTo>
                      <a:pt x="410302" y="3522665"/>
                    </a:moveTo>
                    <a:lnTo>
                      <a:pt x="426714" y="3556716"/>
                    </a:lnTo>
                    <a:moveTo>
                      <a:pt x="426714" y="3556716"/>
                    </a:moveTo>
                    <a:lnTo>
                      <a:pt x="443126" y="3590767"/>
                    </a:lnTo>
                    <a:moveTo>
                      <a:pt x="443126" y="3590767"/>
                    </a:moveTo>
                    <a:lnTo>
                      <a:pt x="459538" y="3624819"/>
                    </a:lnTo>
                    <a:moveTo>
                      <a:pt x="459538" y="3624819"/>
                    </a:moveTo>
                    <a:lnTo>
                      <a:pt x="475950" y="3658870"/>
                    </a:lnTo>
                    <a:moveTo>
                      <a:pt x="475950" y="3658870"/>
                    </a:moveTo>
                    <a:lnTo>
                      <a:pt x="492362" y="3692921"/>
                    </a:lnTo>
                    <a:moveTo>
                      <a:pt x="492362" y="3692921"/>
                    </a:moveTo>
                    <a:lnTo>
                      <a:pt x="508774" y="3726972"/>
                    </a:lnTo>
                    <a:moveTo>
                      <a:pt x="508774" y="3726972"/>
                    </a:moveTo>
                    <a:lnTo>
                      <a:pt x="525186" y="3761023"/>
                    </a:lnTo>
                    <a:moveTo>
                      <a:pt x="525186" y="3761023"/>
                    </a:moveTo>
                    <a:lnTo>
                      <a:pt x="541598" y="3795075"/>
                    </a:lnTo>
                    <a:moveTo>
                      <a:pt x="541598" y="3795075"/>
                    </a:moveTo>
                    <a:lnTo>
                      <a:pt x="558010" y="3829126"/>
                    </a:lnTo>
                    <a:moveTo>
                      <a:pt x="558010" y="3829126"/>
                    </a:moveTo>
                    <a:lnTo>
                      <a:pt x="574422" y="3863177"/>
                    </a:lnTo>
                    <a:moveTo>
                      <a:pt x="574422" y="3863177"/>
                    </a:moveTo>
                    <a:lnTo>
                      <a:pt x="590834" y="3897228"/>
                    </a:lnTo>
                    <a:moveTo>
                      <a:pt x="590834" y="3897228"/>
                    </a:moveTo>
                    <a:lnTo>
                      <a:pt x="591014" y="3897601"/>
                    </a:lnTo>
                    <a:moveTo>
                      <a:pt x="2983499" y="0"/>
                    </a:moveTo>
                    <a:lnTo>
                      <a:pt x="2999783" y="34113"/>
                    </a:lnTo>
                    <a:moveTo>
                      <a:pt x="2999783" y="34113"/>
                    </a:moveTo>
                    <a:lnTo>
                      <a:pt x="3016067" y="68225"/>
                    </a:lnTo>
                    <a:moveTo>
                      <a:pt x="3016067" y="68225"/>
                    </a:moveTo>
                    <a:lnTo>
                      <a:pt x="3032351" y="102338"/>
                    </a:lnTo>
                    <a:moveTo>
                      <a:pt x="3032351" y="102338"/>
                    </a:moveTo>
                    <a:lnTo>
                      <a:pt x="3048635" y="136450"/>
                    </a:lnTo>
                    <a:moveTo>
                      <a:pt x="3048635" y="136450"/>
                    </a:moveTo>
                    <a:lnTo>
                      <a:pt x="3064919" y="170563"/>
                    </a:lnTo>
                    <a:moveTo>
                      <a:pt x="3064919" y="170563"/>
                    </a:moveTo>
                    <a:lnTo>
                      <a:pt x="3068811" y="178716"/>
                    </a:lnTo>
                    <a:lnTo>
                      <a:pt x="3081203" y="204675"/>
                    </a:lnTo>
                    <a:moveTo>
                      <a:pt x="3081203" y="204675"/>
                    </a:moveTo>
                    <a:lnTo>
                      <a:pt x="3097488" y="238788"/>
                    </a:lnTo>
                    <a:moveTo>
                      <a:pt x="3097488" y="238788"/>
                    </a:moveTo>
                    <a:lnTo>
                      <a:pt x="3113772" y="272900"/>
                    </a:lnTo>
                    <a:moveTo>
                      <a:pt x="3113772" y="272900"/>
                    </a:moveTo>
                    <a:lnTo>
                      <a:pt x="3130056" y="307013"/>
                    </a:lnTo>
                    <a:moveTo>
                      <a:pt x="3130056" y="307013"/>
                    </a:moveTo>
                    <a:lnTo>
                      <a:pt x="3146341" y="341125"/>
                    </a:lnTo>
                    <a:moveTo>
                      <a:pt x="3146341" y="341125"/>
                    </a:moveTo>
                    <a:lnTo>
                      <a:pt x="3162625" y="375238"/>
                    </a:lnTo>
                    <a:moveTo>
                      <a:pt x="3162625" y="375238"/>
                    </a:moveTo>
                    <a:lnTo>
                      <a:pt x="3178909" y="409350"/>
                    </a:lnTo>
                    <a:moveTo>
                      <a:pt x="3178909" y="409350"/>
                    </a:moveTo>
                    <a:lnTo>
                      <a:pt x="3195194" y="443463"/>
                    </a:lnTo>
                    <a:moveTo>
                      <a:pt x="3195194" y="443463"/>
                    </a:moveTo>
                    <a:lnTo>
                      <a:pt x="3211478" y="477575"/>
                    </a:lnTo>
                    <a:moveTo>
                      <a:pt x="3211478" y="477575"/>
                    </a:moveTo>
                    <a:lnTo>
                      <a:pt x="3227762" y="511688"/>
                    </a:lnTo>
                    <a:moveTo>
                      <a:pt x="3227762" y="511688"/>
                    </a:moveTo>
                    <a:lnTo>
                      <a:pt x="3244047" y="545800"/>
                    </a:lnTo>
                    <a:moveTo>
                      <a:pt x="3244047" y="545800"/>
                    </a:moveTo>
                    <a:lnTo>
                      <a:pt x="3260331" y="579913"/>
                    </a:lnTo>
                    <a:moveTo>
                      <a:pt x="3260331" y="579913"/>
                    </a:moveTo>
                    <a:lnTo>
                      <a:pt x="3276615" y="614025"/>
                    </a:lnTo>
                    <a:moveTo>
                      <a:pt x="3276615" y="614025"/>
                    </a:moveTo>
                    <a:lnTo>
                      <a:pt x="3292899" y="648138"/>
                    </a:lnTo>
                    <a:moveTo>
                      <a:pt x="3292899" y="648138"/>
                    </a:moveTo>
                    <a:lnTo>
                      <a:pt x="3309184" y="682250"/>
                    </a:lnTo>
                    <a:moveTo>
                      <a:pt x="3309184" y="682250"/>
                    </a:moveTo>
                    <a:lnTo>
                      <a:pt x="3325468" y="716363"/>
                    </a:lnTo>
                    <a:moveTo>
                      <a:pt x="3325468" y="716363"/>
                    </a:moveTo>
                    <a:lnTo>
                      <a:pt x="3341752" y="750475"/>
                    </a:lnTo>
                    <a:moveTo>
                      <a:pt x="3341752" y="750475"/>
                    </a:moveTo>
                    <a:lnTo>
                      <a:pt x="3358037" y="784588"/>
                    </a:lnTo>
                    <a:moveTo>
                      <a:pt x="3358037" y="784588"/>
                    </a:moveTo>
                    <a:lnTo>
                      <a:pt x="3374321" y="818700"/>
                    </a:lnTo>
                    <a:moveTo>
                      <a:pt x="3374321" y="818700"/>
                    </a:moveTo>
                    <a:lnTo>
                      <a:pt x="3390605" y="852812"/>
                    </a:lnTo>
                    <a:moveTo>
                      <a:pt x="3390605" y="852812"/>
                    </a:moveTo>
                    <a:lnTo>
                      <a:pt x="3406890" y="886925"/>
                    </a:lnTo>
                    <a:moveTo>
                      <a:pt x="3406890" y="886925"/>
                    </a:moveTo>
                    <a:lnTo>
                      <a:pt x="3423174" y="921037"/>
                    </a:lnTo>
                    <a:moveTo>
                      <a:pt x="3423174" y="921037"/>
                    </a:moveTo>
                    <a:lnTo>
                      <a:pt x="3439458" y="955150"/>
                    </a:lnTo>
                    <a:moveTo>
                      <a:pt x="3439458" y="955150"/>
                    </a:moveTo>
                    <a:lnTo>
                      <a:pt x="3455743" y="989262"/>
                    </a:lnTo>
                    <a:moveTo>
                      <a:pt x="3455743" y="989262"/>
                    </a:moveTo>
                    <a:lnTo>
                      <a:pt x="3472027" y="1023375"/>
                    </a:lnTo>
                    <a:moveTo>
                      <a:pt x="3472027" y="1023375"/>
                    </a:moveTo>
                    <a:lnTo>
                      <a:pt x="3488311" y="1057487"/>
                    </a:lnTo>
                    <a:moveTo>
                      <a:pt x="3488311" y="1057487"/>
                    </a:moveTo>
                    <a:lnTo>
                      <a:pt x="3490842" y="1062789"/>
                    </a:lnTo>
                    <a:moveTo>
                      <a:pt x="3490842" y="2573604"/>
                    </a:moveTo>
                    <a:lnTo>
                      <a:pt x="3467248" y="2584863"/>
                    </a:lnTo>
                    <a:moveTo>
                      <a:pt x="3467248" y="2584863"/>
                    </a:moveTo>
                    <a:lnTo>
                      <a:pt x="3433133" y="2601143"/>
                    </a:lnTo>
                    <a:moveTo>
                      <a:pt x="3433133" y="2601143"/>
                    </a:moveTo>
                    <a:lnTo>
                      <a:pt x="3399019" y="2617423"/>
                    </a:lnTo>
                    <a:moveTo>
                      <a:pt x="3399019" y="2617423"/>
                    </a:moveTo>
                    <a:lnTo>
                      <a:pt x="3364904" y="2633703"/>
                    </a:lnTo>
                    <a:moveTo>
                      <a:pt x="3364904" y="2633703"/>
                    </a:moveTo>
                    <a:lnTo>
                      <a:pt x="3330790" y="2649983"/>
                    </a:lnTo>
                    <a:moveTo>
                      <a:pt x="3330790" y="2649983"/>
                    </a:moveTo>
                    <a:lnTo>
                      <a:pt x="3296675" y="2666263"/>
                    </a:lnTo>
                    <a:moveTo>
                      <a:pt x="3296675" y="2666263"/>
                    </a:moveTo>
                    <a:lnTo>
                      <a:pt x="3262560" y="2682542"/>
                    </a:lnTo>
                    <a:moveTo>
                      <a:pt x="3262560" y="2682542"/>
                    </a:moveTo>
                    <a:lnTo>
                      <a:pt x="3228446" y="2698822"/>
                    </a:lnTo>
                    <a:moveTo>
                      <a:pt x="3228446" y="2698822"/>
                    </a:moveTo>
                    <a:lnTo>
                      <a:pt x="3194331" y="2715102"/>
                    </a:lnTo>
                    <a:moveTo>
                      <a:pt x="3194331" y="2715102"/>
                    </a:moveTo>
                    <a:lnTo>
                      <a:pt x="3160216" y="2731382"/>
                    </a:lnTo>
                    <a:moveTo>
                      <a:pt x="3160216" y="2731382"/>
                    </a:moveTo>
                    <a:lnTo>
                      <a:pt x="3126102" y="2747662"/>
                    </a:lnTo>
                    <a:moveTo>
                      <a:pt x="3126102" y="2747662"/>
                    </a:moveTo>
                    <a:lnTo>
                      <a:pt x="3091987" y="2763942"/>
                    </a:lnTo>
                    <a:moveTo>
                      <a:pt x="3091987" y="2763942"/>
                    </a:moveTo>
                    <a:lnTo>
                      <a:pt x="3057873" y="2780221"/>
                    </a:lnTo>
                    <a:moveTo>
                      <a:pt x="3057873" y="2780221"/>
                    </a:moveTo>
                    <a:lnTo>
                      <a:pt x="3023758" y="2796501"/>
                    </a:lnTo>
                    <a:moveTo>
                      <a:pt x="3023758" y="2796501"/>
                    </a:moveTo>
                    <a:lnTo>
                      <a:pt x="2989643" y="2812781"/>
                    </a:lnTo>
                    <a:moveTo>
                      <a:pt x="2989643" y="2812781"/>
                    </a:moveTo>
                    <a:lnTo>
                      <a:pt x="2955529" y="2829061"/>
                    </a:lnTo>
                    <a:moveTo>
                      <a:pt x="2955529" y="2829061"/>
                    </a:moveTo>
                    <a:lnTo>
                      <a:pt x="2921414" y="2845341"/>
                    </a:lnTo>
                    <a:moveTo>
                      <a:pt x="2921414" y="2845341"/>
                    </a:moveTo>
                    <a:lnTo>
                      <a:pt x="2887300" y="2861621"/>
                    </a:lnTo>
                    <a:moveTo>
                      <a:pt x="2887300" y="2861621"/>
                    </a:moveTo>
                    <a:lnTo>
                      <a:pt x="2853185" y="2877900"/>
                    </a:lnTo>
                    <a:moveTo>
                      <a:pt x="2853185" y="2877900"/>
                    </a:moveTo>
                    <a:lnTo>
                      <a:pt x="2819070" y="2894180"/>
                    </a:lnTo>
                    <a:moveTo>
                      <a:pt x="2819070" y="2894180"/>
                    </a:moveTo>
                    <a:lnTo>
                      <a:pt x="2784956" y="2910460"/>
                    </a:lnTo>
                    <a:moveTo>
                      <a:pt x="2784956" y="2910460"/>
                    </a:moveTo>
                    <a:lnTo>
                      <a:pt x="2750841" y="2926740"/>
                    </a:lnTo>
                    <a:moveTo>
                      <a:pt x="2750841" y="2926740"/>
                    </a:moveTo>
                    <a:lnTo>
                      <a:pt x="2716727" y="2943020"/>
                    </a:lnTo>
                    <a:moveTo>
                      <a:pt x="2716727" y="2943020"/>
                    </a:moveTo>
                    <a:lnTo>
                      <a:pt x="2682612" y="2959300"/>
                    </a:lnTo>
                    <a:moveTo>
                      <a:pt x="2682612" y="2959300"/>
                    </a:moveTo>
                    <a:lnTo>
                      <a:pt x="2648497" y="2975580"/>
                    </a:lnTo>
                    <a:moveTo>
                      <a:pt x="2648497" y="2975580"/>
                    </a:moveTo>
                    <a:lnTo>
                      <a:pt x="2614383" y="2991859"/>
                    </a:lnTo>
                    <a:moveTo>
                      <a:pt x="2614383" y="2991859"/>
                    </a:moveTo>
                    <a:lnTo>
                      <a:pt x="2580268" y="3008139"/>
                    </a:lnTo>
                    <a:moveTo>
                      <a:pt x="2580268" y="3008139"/>
                    </a:moveTo>
                    <a:lnTo>
                      <a:pt x="2546153" y="3024419"/>
                    </a:lnTo>
                    <a:moveTo>
                      <a:pt x="2546153" y="3024419"/>
                    </a:moveTo>
                    <a:lnTo>
                      <a:pt x="2512039" y="3040699"/>
                    </a:lnTo>
                    <a:moveTo>
                      <a:pt x="2512039" y="3040699"/>
                    </a:moveTo>
                    <a:lnTo>
                      <a:pt x="2477924" y="3056979"/>
                    </a:lnTo>
                    <a:moveTo>
                      <a:pt x="2477924" y="3056979"/>
                    </a:moveTo>
                    <a:lnTo>
                      <a:pt x="2443810" y="3073259"/>
                    </a:lnTo>
                    <a:moveTo>
                      <a:pt x="2443810" y="3073259"/>
                    </a:moveTo>
                    <a:lnTo>
                      <a:pt x="2409695" y="3089538"/>
                    </a:lnTo>
                    <a:moveTo>
                      <a:pt x="2409695" y="3089538"/>
                    </a:moveTo>
                    <a:lnTo>
                      <a:pt x="2375580" y="3105818"/>
                    </a:lnTo>
                    <a:moveTo>
                      <a:pt x="2375580" y="3105818"/>
                    </a:moveTo>
                    <a:lnTo>
                      <a:pt x="2341466" y="3122098"/>
                    </a:lnTo>
                    <a:moveTo>
                      <a:pt x="2341466" y="3122098"/>
                    </a:moveTo>
                    <a:lnTo>
                      <a:pt x="2307351" y="3138378"/>
                    </a:lnTo>
                    <a:moveTo>
                      <a:pt x="2307351" y="3138378"/>
                    </a:moveTo>
                    <a:lnTo>
                      <a:pt x="2273237" y="3154658"/>
                    </a:lnTo>
                    <a:moveTo>
                      <a:pt x="2273237" y="3154658"/>
                    </a:moveTo>
                    <a:lnTo>
                      <a:pt x="2239122" y="3170938"/>
                    </a:lnTo>
                    <a:moveTo>
                      <a:pt x="2239122" y="3170938"/>
                    </a:moveTo>
                    <a:lnTo>
                      <a:pt x="2205007" y="3187217"/>
                    </a:lnTo>
                    <a:moveTo>
                      <a:pt x="2205007" y="3187217"/>
                    </a:moveTo>
                    <a:lnTo>
                      <a:pt x="2170893" y="3203497"/>
                    </a:lnTo>
                    <a:moveTo>
                      <a:pt x="2170893" y="3203497"/>
                    </a:moveTo>
                    <a:lnTo>
                      <a:pt x="2136778" y="3219777"/>
                    </a:lnTo>
                    <a:moveTo>
                      <a:pt x="2136778" y="3219777"/>
                    </a:moveTo>
                    <a:lnTo>
                      <a:pt x="2102663" y="3236057"/>
                    </a:lnTo>
                    <a:moveTo>
                      <a:pt x="2102663" y="3236057"/>
                    </a:moveTo>
                    <a:lnTo>
                      <a:pt x="2068549" y="3252337"/>
                    </a:lnTo>
                    <a:moveTo>
                      <a:pt x="2068549" y="3252337"/>
                    </a:moveTo>
                    <a:lnTo>
                      <a:pt x="2034434" y="3268617"/>
                    </a:lnTo>
                    <a:moveTo>
                      <a:pt x="2034434" y="3268617"/>
                    </a:moveTo>
                    <a:lnTo>
                      <a:pt x="2000320" y="3284896"/>
                    </a:lnTo>
                    <a:moveTo>
                      <a:pt x="2000320" y="3284896"/>
                    </a:moveTo>
                    <a:lnTo>
                      <a:pt x="1966205" y="3301176"/>
                    </a:lnTo>
                    <a:moveTo>
                      <a:pt x="1966205" y="3301176"/>
                    </a:moveTo>
                    <a:lnTo>
                      <a:pt x="1932090" y="3317456"/>
                    </a:lnTo>
                    <a:moveTo>
                      <a:pt x="1932090" y="3317456"/>
                    </a:moveTo>
                    <a:lnTo>
                      <a:pt x="1897976" y="3333736"/>
                    </a:lnTo>
                    <a:moveTo>
                      <a:pt x="1897976" y="3333736"/>
                    </a:moveTo>
                    <a:lnTo>
                      <a:pt x="1863861" y="3350016"/>
                    </a:lnTo>
                    <a:moveTo>
                      <a:pt x="1863861" y="3350016"/>
                    </a:moveTo>
                    <a:lnTo>
                      <a:pt x="1829747" y="3366296"/>
                    </a:lnTo>
                    <a:moveTo>
                      <a:pt x="1829747" y="3366296"/>
                    </a:moveTo>
                    <a:lnTo>
                      <a:pt x="1795632" y="3382576"/>
                    </a:lnTo>
                    <a:moveTo>
                      <a:pt x="1795632" y="3382576"/>
                    </a:moveTo>
                    <a:lnTo>
                      <a:pt x="1761517" y="3398855"/>
                    </a:lnTo>
                    <a:moveTo>
                      <a:pt x="1761517" y="3398855"/>
                    </a:moveTo>
                    <a:lnTo>
                      <a:pt x="1727403" y="3415135"/>
                    </a:lnTo>
                    <a:moveTo>
                      <a:pt x="1727403" y="3415135"/>
                    </a:moveTo>
                    <a:lnTo>
                      <a:pt x="1693288" y="3431415"/>
                    </a:lnTo>
                    <a:moveTo>
                      <a:pt x="1693288" y="3431415"/>
                    </a:moveTo>
                    <a:lnTo>
                      <a:pt x="1659174" y="3447695"/>
                    </a:lnTo>
                    <a:moveTo>
                      <a:pt x="1659174" y="3447695"/>
                    </a:moveTo>
                    <a:lnTo>
                      <a:pt x="1625059" y="3463975"/>
                    </a:lnTo>
                    <a:moveTo>
                      <a:pt x="1625059" y="3463975"/>
                    </a:moveTo>
                    <a:lnTo>
                      <a:pt x="1590944" y="3480255"/>
                    </a:lnTo>
                    <a:moveTo>
                      <a:pt x="1590944" y="3480255"/>
                    </a:moveTo>
                    <a:lnTo>
                      <a:pt x="1556830" y="3496534"/>
                    </a:lnTo>
                    <a:moveTo>
                      <a:pt x="1556830" y="3496534"/>
                    </a:moveTo>
                    <a:lnTo>
                      <a:pt x="1522715" y="3512814"/>
                    </a:lnTo>
                    <a:moveTo>
                      <a:pt x="1522715" y="3512814"/>
                    </a:moveTo>
                    <a:lnTo>
                      <a:pt x="1488600" y="3529094"/>
                    </a:lnTo>
                    <a:moveTo>
                      <a:pt x="1488600" y="3529094"/>
                    </a:moveTo>
                    <a:lnTo>
                      <a:pt x="1454486" y="3545374"/>
                    </a:lnTo>
                    <a:moveTo>
                      <a:pt x="1454486" y="3545374"/>
                    </a:moveTo>
                    <a:lnTo>
                      <a:pt x="1420371" y="3561654"/>
                    </a:lnTo>
                    <a:moveTo>
                      <a:pt x="1420371" y="3561654"/>
                    </a:moveTo>
                    <a:lnTo>
                      <a:pt x="1386257" y="3577934"/>
                    </a:lnTo>
                    <a:moveTo>
                      <a:pt x="1386257" y="3577934"/>
                    </a:moveTo>
                    <a:lnTo>
                      <a:pt x="1352142" y="3594213"/>
                    </a:lnTo>
                    <a:moveTo>
                      <a:pt x="1352142" y="3594213"/>
                    </a:moveTo>
                    <a:lnTo>
                      <a:pt x="1318027" y="3610493"/>
                    </a:lnTo>
                    <a:moveTo>
                      <a:pt x="1318027" y="3610493"/>
                    </a:moveTo>
                    <a:lnTo>
                      <a:pt x="1283913" y="3626773"/>
                    </a:lnTo>
                    <a:moveTo>
                      <a:pt x="1283913" y="3626773"/>
                    </a:moveTo>
                    <a:lnTo>
                      <a:pt x="1249798" y="3643053"/>
                    </a:lnTo>
                    <a:moveTo>
                      <a:pt x="1249798" y="3643053"/>
                    </a:moveTo>
                    <a:lnTo>
                      <a:pt x="1215684" y="3659333"/>
                    </a:lnTo>
                    <a:moveTo>
                      <a:pt x="1215684" y="3659333"/>
                    </a:moveTo>
                    <a:lnTo>
                      <a:pt x="1181569" y="3675613"/>
                    </a:lnTo>
                    <a:moveTo>
                      <a:pt x="1181569" y="3675613"/>
                    </a:moveTo>
                    <a:lnTo>
                      <a:pt x="1147454" y="3691893"/>
                    </a:lnTo>
                    <a:moveTo>
                      <a:pt x="1147454" y="3691893"/>
                    </a:moveTo>
                    <a:lnTo>
                      <a:pt x="1113340" y="3708172"/>
                    </a:lnTo>
                    <a:moveTo>
                      <a:pt x="1113340" y="3708172"/>
                    </a:moveTo>
                    <a:lnTo>
                      <a:pt x="1079225" y="3724452"/>
                    </a:lnTo>
                    <a:moveTo>
                      <a:pt x="1079225" y="3724452"/>
                    </a:moveTo>
                    <a:lnTo>
                      <a:pt x="1045111" y="3740732"/>
                    </a:lnTo>
                    <a:moveTo>
                      <a:pt x="1045111" y="3740732"/>
                    </a:moveTo>
                    <a:lnTo>
                      <a:pt x="1010996" y="3757012"/>
                    </a:lnTo>
                    <a:moveTo>
                      <a:pt x="1010996" y="3757012"/>
                    </a:moveTo>
                    <a:lnTo>
                      <a:pt x="976881" y="3773292"/>
                    </a:lnTo>
                    <a:moveTo>
                      <a:pt x="976881" y="3773292"/>
                    </a:moveTo>
                    <a:lnTo>
                      <a:pt x="942767" y="3789572"/>
                    </a:lnTo>
                    <a:moveTo>
                      <a:pt x="942767" y="3789572"/>
                    </a:moveTo>
                    <a:lnTo>
                      <a:pt x="908652" y="3805851"/>
                    </a:lnTo>
                    <a:moveTo>
                      <a:pt x="908652" y="3805851"/>
                    </a:moveTo>
                    <a:lnTo>
                      <a:pt x="874537" y="3822131"/>
                    </a:lnTo>
                    <a:moveTo>
                      <a:pt x="874537" y="3822131"/>
                    </a:moveTo>
                    <a:lnTo>
                      <a:pt x="840423" y="3838411"/>
                    </a:lnTo>
                    <a:moveTo>
                      <a:pt x="840423" y="3838411"/>
                    </a:moveTo>
                    <a:lnTo>
                      <a:pt x="806308" y="3854691"/>
                    </a:lnTo>
                    <a:moveTo>
                      <a:pt x="806308" y="3854691"/>
                    </a:moveTo>
                    <a:lnTo>
                      <a:pt x="772194" y="3870971"/>
                    </a:lnTo>
                    <a:moveTo>
                      <a:pt x="772194" y="3870971"/>
                    </a:moveTo>
                    <a:lnTo>
                      <a:pt x="738079" y="3887251"/>
                    </a:lnTo>
                    <a:moveTo>
                      <a:pt x="738079" y="3887251"/>
                    </a:moveTo>
                    <a:lnTo>
                      <a:pt x="703964" y="3903530"/>
                    </a:lnTo>
                    <a:moveTo>
                      <a:pt x="703964" y="3903530"/>
                    </a:moveTo>
                    <a:lnTo>
                      <a:pt x="669850" y="3919810"/>
                    </a:lnTo>
                    <a:moveTo>
                      <a:pt x="669850" y="3919810"/>
                    </a:moveTo>
                    <a:lnTo>
                      <a:pt x="663190" y="3922988"/>
                    </a:lnTo>
                    <a:lnTo>
                      <a:pt x="634493" y="3912894"/>
                    </a:lnTo>
                    <a:moveTo>
                      <a:pt x="634493" y="3912894"/>
                    </a:moveTo>
                    <a:lnTo>
                      <a:pt x="598834" y="3900352"/>
                    </a:lnTo>
                    <a:moveTo>
                      <a:pt x="598834" y="3900352"/>
                    </a:moveTo>
                    <a:lnTo>
                      <a:pt x="591014" y="3897601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05" name="Контур"/>
              <p:cNvSpPr/>
              <p:nvPr/>
            </p:nvSpPr>
            <p:spPr>
              <a:xfrm>
                <a:off x="7504255" y="5749498"/>
                <a:ext cx="1829671" cy="974519"/>
              </a:xfrm>
              <a:custGeom>
                <a:avLst/>
                <a:gdLst/>
                <a:ahLst/>
                <a:cxnLst/>
                <a:rect l="l" t="t" r="r" b="b"/>
                <a:pathLst>
                  <a:path w="1829671" h="974519" fill="none">
                    <a:moveTo>
                      <a:pt x="71163" y="974519"/>
                    </a:moveTo>
                    <a:lnTo>
                      <a:pt x="16917" y="860794"/>
                    </a:lnTo>
                    <a:moveTo>
                      <a:pt x="16917" y="860794"/>
                    </a:moveTo>
                    <a:lnTo>
                      <a:pt x="0" y="825327"/>
                    </a:lnTo>
                    <a:lnTo>
                      <a:pt x="78120" y="787710"/>
                    </a:lnTo>
                    <a:moveTo>
                      <a:pt x="78120" y="787710"/>
                    </a:moveTo>
                    <a:lnTo>
                      <a:pt x="183265" y="737081"/>
                    </a:lnTo>
                    <a:lnTo>
                      <a:pt x="191644" y="733046"/>
                    </a:lnTo>
                    <a:moveTo>
                      <a:pt x="191644" y="733046"/>
                    </a:moveTo>
                    <a:lnTo>
                      <a:pt x="305168" y="678381"/>
                    </a:lnTo>
                    <a:moveTo>
                      <a:pt x="305168" y="678381"/>
                    </a:moveTo>
                    <a:lnTo>
                      <a:pt x="418693" y="623716"/>
                    </a:lnTo>
                    <a:moveTo>
                      <a:pt x="418693" y="623716"/>
                    </a:moveTo>
                    <a:lnTo>
                      <a:pt x="532217" y="569051"/>
                    </a:lnTo>
                    <a:moveTo>
                      <a:pt x="532217" y="569051"/>
                    </a:moveTo>
                    <a:lnTo>
                      <a:pt x="645741" y="514386"/>
                    </a:lnTo>
                    <a:moveTo>
                      <a:pt x="645741" y="514386"/>
                    </a:moveTo>
                    <a:lnTo>
                      <a:pt x="759265" y="459722"/>
                    </a:lnTo>
                    <a:moveTo>
                      <a:pt x="759265" y="459722"/>
                    </a:moveTo>
                    <a:lnTo>
                      <a:pt x="872790" y="405057"/>
                    </a:lnTo>
                    <a:moveTo>
                      <a:pt x="872790" y="405057"/>
                    </a:moveTo>
                    <a:lnTo>
                      <a:pt x="986314" y="350392"/>
                    </a:lnTo>
                    <a:moveTo>
                      <a:pt x="986314" y="350392"/>
                    </a:moveTo>
                    <a:lnTo>
                      <a:pt x="1099838" y="295727"/>
                    </a:lnTo>
                    <a:moveTo>
                      <a:pt x="1099838" y="295727"/>
                    </a:moveTo>
                    <a:lnTo>
                      <a:pt x="1213362" y="241062"/>
                    </a:lnTo>
                    <a:moveTo>
                      <a:pt x="1213362" y="241062"/>
                    </a:moveTo>
                    <a:lnTo>
                      <a:pt x="1326887" y="186397"/>
                    </a:lnTo>
                    <a:moveTo>
                      <a:pt x="1326887" y="186397"/>
                    </a:moveTo>
                    <a:lnTo>
                      <a:pt x="1440411" y="131732"/>
                    </a:lnTo>
                    <a:moveTo>
                      <a:pt x="1440411" y="131732"/>
                    </a:moveTo>
                    <a:lnTo>
                      <a:pt x="1553935" y="77067"/>
                    </a:lnTo>
                    <a:moveTo>
                      <a:pt x="1553935" y="77067"/>
                    </a:moveTo>
                    <a:lnTo>
                      <a:pt x="1667459" y="22403"/>
                    </a:lnTo>
                    <a:moveTo>
                      <a:pt x="1667459" y="22403"/>
                    </a:moveTo>
                    <a:lnTo>
                      <a:pt x="1713983" y="0"/>
                    </a:lnTo>
                    <a:lnTo>
                      <a:pt x="1746732" y="66764"/>
                    </a:lnTo>
                    <a:moveTo>
                      <a:pt x="1746732" y="66764"/>
                    </a:moveTo>
                    <a:lnTo>
                      <a:pt x="1802220" y="179888"/>
                    </a:lnTo>
                    <a:moveTo>
                      <a:pt x="1802220" y="179888"/>
                    </a:moveTo>
                    <a:lnTo>
                      <a:pt x="1803533" y="182565"/>
                    </a:lnTo>
                    <a:lnTo>
                      <a:pt x="1829671" y="23647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06" name="Контур"/>
              <p:cNvSpPr/>
              <p:nvPr/>
            </p:nvSpPr>
            <p:spPr>
              <a:xfrm>
                <a:off x="7458871" y="5764246"/>
                <a:ext cx="1854469" cy="879854"/>
              </a:xfrm>
              <a:custGeom>
                <a:avLst/>
                <a:gdLst/>
                <a:ahLst/>
                <a:cxnLst/>
                <a:rect l="l" t="t" r="r" b="b"/>
                <a:pathLst>
                  <a:path w="1854469" h="879854" fill="none">
                    <a:moveTo>
                      <a:pt x="0" y="840863"/>
                    </a:moveTo>
                    <a:lnTo>
                      <a:pt x="48291" y="841760"/>
                    </a:lnTo>
                    <a:lnTo>
                      <a:pt x="18599" y="879854"/>
                    </a:lnTo>
                    <a:lnTo>
                      <a:pt x="0" y="840863"/>
                    </a:lnTo>
                    <a:lnTo>
                      <a:pt x="2325" y="845737"/>
                    </a:lnTo>
                    <a:lnTo>
                      <a:pt x="38543" y="846410"/>
                    </a:lnTo>
                    <a:lnTo>
                      <a:pt x="16274" y="874980"/>
                    </a:lnTo>
                    <a:lnTo>
                      <a:pt x="21148" y="872655"/>
                    </a:lnTo>
                    <a:lnTo>
                      <a:pt x="7199" y="843412"/>
                    </a:lnTo>
                    <a:lnTo>
                      <a:pt x="2325" y="845737"/>
                    </a:lnTo>
                    <a:lnTo>
                      <a:pt x="0" y="840863"/>
                    </a:lnTo>
                    <a:lnTo>
                      <a:pt x="14398" y="845961"/>
                    </a:lnTo>
                    <a:lnTo>
                      <a:pt x="12073" y="841087"/>
                    </a:lnTo>
                    <a:lnTo>
                      <a:pt x="26470" y="846185"/>
                    </a:lnTo>
                    <a:lnTo>
                      <a:pt x="24145" y="841311"/>
                    </a:lnTo>
                    <a:lnTo>
                      <a:pt x="43417" y="844085"/>
                    </a:lnTo>
                    <a:lnTo>
                      <a:pt x="33445" y="860807"/>
                    </a:lnTo>
                    <a:lnTo>
                      <a:pt x="31120" y="855933"/>
                    </a:lnTo>
                    <a:lnTo>
                      <a:pt x="26022" y="870331"/>
                    </a:lnTo>
                    <a:lnTo>
                      <a:pt x="23697" y="865457"/>
                    </a:lnTo>
                    <a:lnTo>
                      <a:pt x="18599" y="879854"/>
                    </a:lnTo>
                    <a:lnTo>
                      <a:pt x="18823" y="867782"/>
                    </a:lnTo>
                    <a:lnTo>
                      <a:pt x="11624" y="865232"/>
                    </a:lnTo>
                    <a:lnTo>
                      <a:pt x="14173" y="858034"/>
                    </a:lnTo>
                    <a:lnTo>
                      <a:pt x="6975" y="855485"/>
                    </a:lnTo>
                    <a:lnTo>
                      <a:pt x="9524" y="848286"/>
                    </a:lnTo>
                    <a:lnTo>
                      <a:pt x="0" y="840863"/>
                    </a:lnTo>
                    <a:lnTo>
                      <a:pt x="7199" y="843412"/>
                    </a:lnTo>
                    <a:lnTo>
                      <a:pt x="4650" y="850611"/>
                    </a:lnTo>
                    <a:lnTo>
                      <a:pt x="11849" y="853160"/>
                    </a:lnTo>
                    <a:lnTo>
                      <a:pt x="9299" y="860359"/>
                    </a:lnTo>
                    <a:lnTo>
                      <a:pt x="16498" y="862908"/>
                    </a:lnTo>
                    <a:lnTo>
                      <a:pt x="13949" y="870106"/>
                    </a:lnTo>
                    <a:lnTo>
                      <a:pt x="21148" y="872655"/>
                    </a:lnTo>
                    <a:lnTo>
                      <a:pt x="26022" y="870331"/>
                    </a:lnTo>
                    <a:lnTo>
                      <a:pt x="23697" y="865457"/>
                    </a:lnTo>
                    <a:lnTo>
                      <a:pt x="33445" y="860807"/>
                    </a:lnTo>
                    <a:lnTo>
                      <a:pt x="31120" y="855933"/>
                    </a:lnTo>
                    <a:lnTo>
                      <a:pt x="48291" y="841760"/>
                    </a:lnTo>
                    <a:lnTo>
                      <a:pt x="38543" y="846410"/>
                    </a:lnTo>
                    <a:lnTo>
                      <a:pt x="36218" y="841536"/>
                    </a:lnTo>
                    <a:lnTo>
                      <a:pt x="26470" y="846185"/>
                    </a:lnTo>
                    <a:lnTo>
                      <a:pt x="24145" y="841311"/>
                    </a:lnTo>
                    <a:lnTo>
                      <a:pt x="14398" y="845961"/>
                    </a:lnTo>
                    <a:lnTo>
                      <a:pt x="12073" y="841087"/>
                    </a:lnTo>
                    <a:lnTo>
                      <a:pt x="7199" y="843412"/>
                    </a:lnTo>
                    <a:moveTo>
                      <a:pt x="241981" y="655978"/>
                    </a:moveTo>
                    <a:lnTo>
                      <a:pt x="241262" y="704272"/>
                    </a:lnTo>
                    <a:lnTo>
                      <a:pt x="203059" y="674721"/>
                    </a:lnTo>
                    <a:lnTo>
                      <a:pt x="241981" y="655978"/>
                    </a:lnTo>
                    <a:lnTo>
                      <a:pt x="237116" y="658321"/>
                    </a:lnTo>
                    <a:lnTo>
                      <a:pt x="236577" y="694541"/>
                    </a:lnTo>
                    <a:lnTo>
                      <a:pt x="207924" y="672378"/>
                    </a:lnTo>
                    <a:lnTo>
                      <a:pt x="210267" y="677243"/>
                    </a:lnTo>
                    <a:lnTo>
                      <a:pt x="239459" y="663186"/>
                    </a:lnTo>
                    <a:lnTo>
                      <a:pt x="237116" y="658321"/>
                    </a:lnTo>
                    <a:lnTo>
                      <a:pt x="241981" y="655978"/>
                    </a:lnTo>
                    <a:lnTo>
                      <a:pt x="236936" y="670395"/>
                    </a:lnTo>
                    <a:lnTo>
                      <a:pt x="241802" y="668052"/>
                    </a:lnTo>
                    <a:lnTo>
                      <a:pt x="236757" y="682468"/>
                    </a:lnTo>
                    <a:lnTo>
                      <a:pt x="241622" y="680125"/>
                    </a:lnTo>
                    <a:lnTo>
                      <a:pt x="238920" y="699407"/>
                    </a:lnTo>
                    <a:lnTo>
                      <a:pt x="222161" y="689496"/>
                    </a:lnTo>
                    <a:lnTo>
                      <a:pt x="227026" y="687154"/>
                    </a:lnTo>
                    <a:lnTo>
                      <a:pt x="212610" y="682108"/>
                    </a:lnTo>
                    <a:lnTo>
                      <a:pt x="217475" y="679766"/>
                    </a:lnTo>
                    <a:lnTo>
                      <a:pt x="203059" y="674721"/>
                    </a:lnTo>
                    <a:lnTo>
                      <a:pt x="215132" y="674900"/>
                    </a:lnTo>
                    <a:lnTo>
                      <a:pt x="217655" y="667692"/>
                    </a:lnTo>
                    <a:lnTo>
                      <a:pt x="224863" y="670215"/>
                    </a:lnTo>
                    <a:lnTo>
                      <a:pt x="227385" y="663007"/>
                    </a:lnTo>
                    <a:lnTo>
                      <a:pt x="234594" y="665529"/>
                    </a:lnTo>
                    <a:lnTo>
                      <a:pt x="241981" y="655978"/>
                    </a:lnTo>
                    <a:lnTo>
                      <a:pt x="239459" y="663186"/>
                    </a:lnTo>
                    <a:lnTo>
                      <a:pt x="232251" y="660664"/>
                    </a:lnTo>
                    <a:lnTo>
                      <a:pt x="229728" y="667872"/>
                    </a:lnTo>
                    <a:lnTo>
                      <a:pt x="222520" y="665350"/>
                    </a:lnTo>
                    <a:lnTo>
                      <a:pt x="219998" y="672558"/>
                    </a:lnTo>
                    <a:lnTo>
                      <a:pt x="212790" y="670035"/>
                    </a:lnTo>
                    <a:lnTo>
                      <a:pt x="210267" y="677243"/>
                    </a:lnTo>
                    <a:lnTo>
                      <a:pt x="212610" y="682108"/>
                    </a:lnTo>
                    <a:lnTo>
                      <a:pt x="217475" y="679766"/>
                    </a:lnTo>
                    <a:lnTo>
                      <a:pt x="222161" y="689496"/>
                    </a:lnTo>
                    <a:lnTo>
                      <a:pt x="227026" y="687154"/>
                    </a:lnTo>
                    <a:lnTo>
                      <a:pt x="241262" y="704272"/>
                    </a:lnTo>
                    <a:lnTo>
                      <a:pt x="236577" y="694541"/>
                    </a:lnTo>
                    <a:lnTo>
                      <a:pt x="241442" y="692199"/>
                    </a:lnTo>
                    <a:lnTo>
                      <a:pt x="236757" y="682468"/>
                    </a:lnTo>
                    <a:lnTo>
                      <a:pt x="241622" y="680125"/>
                    </a:lnTo>
                    <a:lnTo>
                      <a:pt x="236936" y="670395"/>
                    </a:lnTo>
                    <a:lnTo>
                      <a:pt x="241802" y="668052"/>
                    </a:lnTo>
                    <a:lnTo>
                      <a:pt x="239459" y="663186"/>
                    </a:lnTo>
                    <a:moveTo>
                      <a:pt x="469030" y="546649"/>
                    </a:moveTo>
                    <a:lnTo>
                      <a:pt x="468311" y="594942"/>
                    </a:lnTo>
                    <a:lnTo>
                      <a:pt x="430107" y="565391"/>
                    </a:lnTo>
                    <a:lnTo>
                      <a:pt x="469030" y="546649"/>
                    </a:lnTo>
                    <a:lnTo>
                      <a:pt x="464165" y="548991"/>
                    </a:lnTo>
                    <a:lnTo>
                      <a:pt x="463625" y="585212"/>
                    </a:lnTo>
                    <a:lnTo>
                      <a:pt x="434973" y="563048"/>
                    </a:lnTo>
                    <a:lnTo>
                      <a:pt x="437315" y="567913"/>
                    </a:lnTo>
                    <a:lnTo>
                      <a:pt x="466507" y="553857"/>
                    </a:lnTo>
                    <a:lnTo>
                      <a:pt x="464165" y="548991"/>
                    </a:lnTo>
                    <a:lnTo>
                      <a:pt x="469030" y="546649"/>
                    </a:lnTo>
                    <a:lnTo>
                      <a:pt x="463985" y="561065"/>
                    </a:lnTo>
                    <a:lnTo>
                      <a:pt x="468850" y="558722"/>
                    </a:lnTo>
                    <a:lnTo>
                      <a:pt x="463805" y="573138"/>
                    </a:lnTo>
                    <a:lnTo>
                      <a:pt x="468670" y="570796"/>
                    </a:lnTo>
                    <a:lnTo>
                      <a:pt x="465968" y="590077"/>
                    </a:lnTo>
                    <a:lnTo>
                      <a:pt x="449209" y="580167"/>
                    </a:lnTo>
                    <a:lnTo>
                      <a:pt x="454074" y="577824"/>
                    </a:lnTo>
                    <a:lnTo>
                      <a:pt x="439658" y="572779"/>
                    </a:lnTo>
                    <a:lnTo>
                      <a:pt x="444524" y="570436"/>
                    </a:lnTo>
                    <a:lnTo>
                      <a:pt x="430107" y="565391"/>
                    </a:lnTo>
                    <a:lnTo>
                      <a:pt x="442181" y="565571"/>
                    </a:lnTo>
                    <a:lnTo>
                      <a:pt x="444703" y="558363"/>
                    </a:lnTo>
                    <a:lnTo>
                      <a:pt x="451911" y="560885"/>
                    </a:lnTo>
                    <a:lnTo>
                      <a:pt x="454434" y="553677"/>
                    </a:lnTo>
                    <a:lnTo>
                      <a:pt x="461642" y="556200"/>
                    </a:lnTo>
                    <a:lnTo>
                      <a:pt x="469030" y="546649"/>
                    </a:lnTo>
                    <a:lnTo>
                      <a:pt x="466507" y="553857"/>
                    </a:lnTo>
                    <a:lnTo>
                      <a:pt x="459299" y="551334"/>
                    </a:lnTo>
                    <a:lnTo>
                      <a:pt x="456777" y="558542"/>
                    </a:lnTo>
                    <a:lnTo>
                      <a:pt x="449569" y="556020"/>
                    </a:lnTo>
                    <a:lnTo>
                      <a:pt x="447046" y="563228"/>
                    </a:lnTo>
                    <a:lnTo>
                      <a:pt x="439838" y="560705"/>
                    </a:lnTo>
                    <a:lnTo>
                      <a:pt x="437315" y="567913"/>
                    </a:lnTo>
                    <a:lnTo>
                      <a:pt x="439658" y="572779"/>
                    </a:lnTo>
                    <a:lnTo>
                      <a:pt x="444524" y="570436"/>
                    </a:lnTo>
                    <a:lnTo>
                      <a:pt x="449209" y="580167"/>
                    </a:lnTo>
                    <a:lnTo>
                      <a:pt x="454074" y="577824"/>
                    </a:lnTo>
                    <a:lnTo>
                      <a:pt x="468311" y="594942"/>
                    </a:lnTo>
                    <a:lnTo>
                      <a:pt x="463625" y="585212"/>
                    </a:lnTo>
                    <a:lnTo>
                      <a:pt x="468491" y="582869"/>
                    </a:lnTo>
                    <a:lnTo>
                      <a:pt x="463805" y="573138"/>
                    </a:lnTo>
                    <a:lnTo>
                      <a:pt x="468670" y="570796"/>
                    </a:lnTo>
                    <a:lnTo>
                      <a:pt x="463985" y="561065"/>
                    </a:lnTo>
                    <a:lnTo>
                      <a:pt x="468850" y="558722"/>
                    </a:lnTo>
                    <a:lnTo>
                      <a:pt x="466507" y="553857"/>
                    </a:lnTo>
                    <a:moveTo>
                      <a:pt x="696078" y="437319"/>
                    </a:moveTo>
                    <a:lnTo>
                      <a:pt x="695359" y="485613"/>
                    </a:lnTo>
                    <a:lnTo>
                      <a:pt x="657156" y="456061"/>
                    </a:lnTo>
                    <a:lnTo>
                      <a:pt x="696078" y="437319"/>
                    </a:lnTo>
                    <a:lnTo>
                      <a:pt x="691213" y="439662"/>
                    </a:lnTo>
                    <a:lnTo>
                      <a:pt x="690674" y="475882"/>
                    </a:lnTo>
                    <a:lnTo>
                      <a:pt x="662021" y="453718"/>
                    </a:lnTo>
                    <a:lnTo>
                      <a:pt x="664364" y="458584"/>
                    </a:lnTo>
                    <a:lnTo>
                      <a:pt x="693556" y="444527"/>
                    </a:lnTo>
                    <a:lnTo>
                      <a:pt x="691213" y="439662"/>
                    </a:lnTo>
                    <a:lnTo>
                      <a:pt x="696078" y="437319"/>
                    </a:lnTo>
                    <a:lnTo>
                      <a:pt x="691033" y="451735"/>
                    </a:lnTo>
                    <a:lnTo>
                      <a:pt x="695899" y="449392"/>
                    </a:lnTo>
                    <a:lnTo>
                      <a:pt x="690854" y="463809"/>
                    </a:lnTo>
                    <a:lnTo>
                      <a:pt x="695719" y="461466"/>
                    </a:lnTo>
                    <a:lnTo>
                      <a:pt x="693017" y="480747"/>
                    </a:lnTo>
                    <a:lnTo>
                      <a:pt x="676258" y="470837"/>
                    </a:lnTo>
                    <a:lnTo>
                      <a:pt x="681123" y="468494"/>
                    </a:lnTo>
                    <a:lnTo>
                      <a:pt x="666707" y="463449"/>
                    </a:lnTo>
                    <a:lnTo>
                      <a:pt x="671572" y="461106"/>
                    </a:lnTo>
                    <a:lnTo>
                      <a:pt x="657156" y="456061"/>
                    </a:lnTo>
                    <a:lnTo>
                      <a:pt x="669229" y="456241"/>
                    </a:lnTo>
                    <a:lnTo>
                      <a:pt x="671752" y="449033"/>
                    </a:lnTo>
                    <a:lnTo>
                      <a:pt x="678960" y="451555"/>
                    </a:lnTo>
                    <a:lnTo>
                      <a:pt x="681482" y="444347"/>
                    </a:lnTo>
                    <a:lnTo>
                      <a:pt x="688691" y="446870"/>
                    </a:lnTo>
                    <a:lnTo>
                      <a:pt x="696078" y="437319"/>
                    </a:lnTo>
                    <a:lnTo>
                      <a:pt x="693556" y="444527"/>
                    </a:lnTo>
                    <a:lnTo>
                      <a:pt x="686348" y="442004"/>
                    </a:lnTo>
                    <a:lnTo>
                      <a:pt x="683825" y="449213"/>
                    </a:lnTo>
                    <a:lnTo>
                      <a:pt x="676617" y="446690"/>
                    </a:lnTo>
                    <a:lnTo>
                      <a:pt x="674095" y="453898"/>
                    </a:lnTo>
                    <a:lnTo>
                      <a:pt x="666886" y="451376"/>
                    </a:lnTo>
                    <a:lnTo>
                      <a:pt x="664364" y="458584"/>
                    </a:lnTo>
                    <a:lnTo>
                      <a:pt x="666707" y="463449"/>
                    </a:lnTo>
                    <a:lnTo>
                      <a:pt x="671572" y="461106"/>
                    </a:lnTo>
                    <a:lnTo>
                      <a:pt x="676258" y="470837"/>
                    </a:lnTo>
                    <a:lnTo>
                      <a:pt x="681123" y="468494"/>
                    </a:lnTo>
                    <a:lnTo>
                      <a:pt x="695359" y="485613"/>
                    </a:lnTo>
                    <a:lnTo>
                      <a:pt x="690674" y="475882"/>
                    </a:lnTo>
                    <a:lnTo>
                      <a:pt x="695539" y="473539"/>
                    </a:lnTo>
                    <a:lnTo>
                      <a:pt x="690854" y="463809"/>
                    </a:lnTo>
                    <a:lnTo>
                      <a:pt x="695719" y="461466"/>
                    </a:lnTo>
                    <a:lnTo>
                      <a:pt x="691033" y="451735"/>
                    </a:lnTo>
                    <a:lnTo>
                      <a:pt x="695899" y="449392"/>
                    </a:lnTo>
                    <a:lnTo>
                      <a:pt x="693556" y="444527"/>
                    </a:lnTo>
                    <a:moveTo>
                      <a:pt x="923127" y="327989"/>
                    </a:moveTo>
                    <a:lnTo>
                      <a:pt x="922408" y="376283"/>
                    </a:lnTo>
                    <a:lnTo>
                      <a:pt x="884204" y="346731"/>
                    </a:lnTo>
                    <a:lnTo>
                      <a:pt x="923127" y="327989"/>
                    </a:lnTo>
                    <a:lnTo>
                      <a:pt x="918262" y="330332"/>
                    </a:lnTo>
                    <a:lnTo>
                      <a:pt x="917722" y="366552"/>
                    </a:lnTo>
                    <a:lnTo>
                      <a:pt x="889070" y="344389"/>
                    </a:lnTo>
                    <a:lnTo>
                      <a:pt x="891412" y="349254"/>
                    </a:lnTo>
                    <a:lnTo>
                      <a:pt x="920604" y="335197"/>
                    </a:lnTo>
                    <a:lnTo>
                      <a:pt x="918262" y="330332"/>
                    </a:lnTo>
                    <a:lnTo>
                      <a:pt x="923127" y="327989"/>
                    </a:lnTo>
                    <a:lnTo>
                      <a:pt x="918082" y="342405"/>
                    </a:lnTo>
                    <a:lnTo>
                      <a:pt x="922947" y="340063"/>
                    </a:lnTo>
                    <a:lnTo>
                      <a:pt x="917902" y="354479"/>
                    </a:lnTo>
                    <a:lnTo>
                      <a:pt x="922767" y="352136"/>
                    </a:lnTo>
                    <a:lnTo>
                      <a:pt x="920065" y="371418"/>
                    </a:lnTo>
                    <a:lnTo>
                      <a:pt x="903306" y="361507"/>
                    </a:lnTo>
                    <a:lnTo>
                      <a:pt x="908171" y="359164"/>
                    </a:lnTo>
                    <a:lnTo>
                      <a:pt x="893755" y="354119"/>
                    </a:lnTo>
                    <a:lnTo>
                      <a:pt x="898620" y="351777"/>
                    </a:lnTo>
                    <a:lnTo>
                      <a:pt x="884204" y="346731"/>
                    </a:lnTo>
                    <a:lnTo>
                      <a:pt x="896278" y="346911"/>
                    </a:lnTo>
                    <a:lnTo>
                      <a:pt x="898800" y="339703"/>
                    </a:lnTo>
                    <a:lnTo>
                      <a:pt x="906008" y="342226"/>
                    </a:lnTo>
                    <a:lnTo>
                      <a:pt x="908531" y="335018"/>
                    </a:lnTo>
                    <a:lnTo>
                      <a:pt x="915739" y="337540"/>
                    </a:lnTo>
                    <a:lnTo>
                      <a:pt x="923127" y="327989"/>
                    </a:lnTo>
                    <a:lnTo>
                      <a:pt x="920604" y="335197"/>
                    </a:lnTo>
                    <a:lnTo>
                      <a:pt x="913396" y="332675"/>
                    </a:lnTo>
                    <a:lnTo>
                      <a:pt x="910874" y="339883"/>
                    </a:lnTo>
                    <a:lnTo>
                      <a:pt x="903666" y="337360"/>
                    </a:lnTo>
                    <a:lnTo>
                      <a:pt x="901143" y="344568"/>
                    </a:lnTo>
                    <a:lnTo>
                      <a:pt x="893935" y="342046"/>
                    </a:lnTo>
                    <a:lnTo>
                      <a:pt x="891412" y="349254"/>
                    </a:lnTo>
                    <a:lnTo>
                      <a:pt x="893755" y="354119"/>
                    </a:lnTo>
                    <a:lnTo>
                      <a:pt x="898620" y="351777"/>
                    </a:lnTo>
                    <a:lnTo>
                      <a:pt x="903306" y="361507"/>
                    </a:lnTo>
                    <a:lnTo>
                      <a:pt x="908171" y="359164"/>
                    </a:lnTo>
                    <a:lnTo>
                      <a:pt x="922408" y="376283"/>
                    </a:lnTo>
                    <a:lnTo>
                      <a:pt x="917722" y="366552"/>
                    </a:lnTo>
                    <a:lnTo>
                      <a:pt x="922588" y="364209"/>
                    </a:lnTo>
                    <a:lnTo>
                      <a:pt x="917902" y="354479"/>
                    </a:lnTo>
                    <a:lnTo>
                      <a:pt x="922767" y="352136"/>
                    </a:lnTo>
                    <a:lnTo>
                      <a:pt x="918082" y="342405"/>
                    </a:lnTo>
                    <a:lnTo>
                      <a:pt x="922947" y="340063"/>
                    </a:lnTo>
                    <a:lnTo>
                      <a:pt x="920604" y="335197"/>
                    </a:lnTo>
                    <a:moveTo>
                      <a:pt x="1150175" y="218659"/>
                    </a:moveTo>
                    <a:lnTo>
                      <a:pt x="1149456" y="266953"/>
                    </a:lnTo>
                    <a:lnTo>
                      <a:pt x="1111253" y="237402"/>
                    </a:lnTo>
                    <a:lnTo>
                      <a:pt x="1150175" y="218659"/>
                    </a:lnTo>
                    <a:lnTo>
                      <a:pt x="1145310" y="221002"/>
                    </a:lnTo>
                    <a:lnTo>
                      <a:pt x="1144771" y="257223"/>
                    </a:lnTo>
                    <a:lnTo>
                      <a:pt x="1116118" y="235059"/>
                    </a:lnTo>
                    <a:lnTo>
                      <a:pt x="1118461" y="239924"/>
                    </a:lnTo>
                    <a:lnTo>
                      <a:pt x="1147653" y="225868"/>
                    </a:lnTo>
                    <a:lnTo>
                      <a:pt x="1145310" y="221002"/>
                    </a:lnTo>
                    <a:lnTo>
                      <a:pt x="1150175" y="218659"/>
                    </a:lnTo>
                    <a:lnTo>
                      <a:pt x="1145130" y="233076"/>
                    </a:lnTo>
                    <a:lnTo>
                      <a:pt x="1149996" y="230733"/>
                    </a:lnTo>
                    <a:lnTo>
                      <a:pt x="1144951" y="245149"/>
                    </a:lnTo>
                    <a:lnTo>
                      <a:pt x="1149816" y="242806"/>
                    </a:lnTo>
                    <a:lnTo>
                      <a:pt x="1147114" y="262088"/>
                    </a:lnTo>
                    <a:lnTo>
                      <a:pt x="1130355" y="252177"/>
                    </a:lnTo>
                    <a:lnTo>
                      <a:pt x="1135220" y="249835"/>
                    </a:lnTo>
                    <a:lnTo>
                      <a:pt x="1120804" y="244790"/>
                    </a:lnTo>
                    <a:lnTo>
                      <a:pt x="1125669" y="242447"/>
                    </a:lnTo>
                    <a:lnTo>
                      <a:pt x="1111253" y="237402"/>
                    </a:lnTo>
                    <a:lnTo>
                      <a:pt x="1123326" y="237581"/>
                    </a:lnTo>
                    <a:lnTo>
                      <a:pt x="1125849" y="230373"/>
                    </a:lnTo>
                    <a:lnTo>
                      <a:pt x="1133057" y="232896"/>
                    </a:lnTo>
                    <a:lnTo>
                      <a:pt x="1135579" y="225688"/>
                    </a:lnTo>
                    <a:lnTo>
                      <a:pt x="1142787" y="228210"/>
                    </a:lnTo>
                    <a:lnTo>
                      <a:pt x="1150175" y="218659"/>
                    </a:lnTo>
                    <a:lnTo>
                      <a:pt x="1147653" y="225868"/>
                    </a:lnTo>
                    <a:lnTo>
                      <a:pt x="1140445" y="223345"/>
                    </a:lnTo>
                    <a:lnTo>
                      <a:pt x="1137922" y="230553"/>
                    </a:lnTo>
                    <a:lnTo>
                      <a:pt x="1130714" y="228031"/>
                    </a:lnTo>
                    <a:lnTo>
                      <a:pt x="1128192" y="235239"/>
                    </a:lnTo>
                    <a:lnTo>
                      <a:pt x="1120983" y="232716"/>
                    </a:lnTo>
                    <a:lnTo>
                      <a:pt x="1118461" y="239924"/>
                    </a:lnTo>
                    <a:lnTo>
                      <a:pt x="1120804" y="244790"/>
                    </a:lnTo>
                    <a:lnTo>
                      <a:pt x="1125669" y="242447"/>
                    </a:lnTo>
                    <a:lnTo>
                      <a:pt x="1130355" y="252177"/>
                    </a:lnTo>
                    <a:lnTo>
                      <a:pt x="1135220" y="249835"/>
                    </a:lnTo>
                    <a:lnTo>
                      <a:pt x="1149456" y="266953"/>
                    </a:lnTo>
                    <a:lnTo>
                      <a:pt x="1144771" y="257223"/>
                    </a:lnTo>
                    <a:lnTo>
                      <a:pt x="1149636" y="254880"/>
                    </a:lnTo>
                    <a:lnTo>
                      <a:pt x="1144951" y="245149"/>
                    </a:lnTo>
                    <a:lnTo>
                      <a:pt x="1149816" y="242806"/>
                    </a:lnTo>
                    <a:lnTo>
                      <a:pt x="1145130" y="233076"/>
                    </a:lnTo>
                    <a:lnTo>
                      <a:pt x="1149996" y="230733"/>
                    </a:lnTo>
                    <a:lnTo>
                      <a:pt x="1147653" y="225868"/>
                    </a:lnTo>
                    <a:moveTo>
                      <a:pt x="1377224" y="109330"/>
                    </a:moveTo>
                    <a:lnTo>
                      <a:pt x="1376505" y="157623"/>
                    </a:lnTo>
                    <a:lnTo>
                      <a:pt x="1338301" y="128072"/>
                    </a:lnTo>
                    <a:lnTo>
                      <a:pt x="1377224" y="109330"/>
                    </a:lnTo>
                    <a:lnTo>
                      <a:pt x="1372359" y="111672"/>
                    </a:lnTo>
                    <a:lnTo>
                      <a:pt x="1371819" y="147893"/>
                    </a:lnTo>
                    <a:lnTo>
                      <a:pt x="1343167" y="125729"/>
                    </a:lnTo>
                    <a:lnTo>
                      <a:pt x="1345509" y="130594"/>
                    </a:lnTo>
                    <a:lnTo>
                      <a:pt x="1374701" y="116538"/>
                    </a:lnTo>
                    <a:lnTo>
                      <a:pt x="1372359" y="111672"/>
                    </a:lnTo>
                    <a:lnTo>
                      <a:pt x="1377224" y="109330"/>
                    </a:lnTo>
                    <a:lnTo>
                      <a:pt x="1372179" y="123746"/>
                    </a:lnTo>
                    <a:lnTo>
                      <a:pt x="1377044" y="121403"/>
                    </a:lnTo>
                    <a:lnTo>
                      <a:pt x="1371999" y="135819"/>
                    </a:lnTo>
                    <a:lnTo>
                      <a:pt x="1376864" y="133477"/>
                    </a:lnTo>
                    <a:lnTo>
                      <a:pt x="1374162" y="152758"/>
                    </a:lnTo>
                    <a:lnTo>
                      <a:pt x="1357403" y="142848"/>
                    </a:lnTo>
                    <a:lnTo>
                      <a:pt x="1362268" y="140505"/>
                    </a:lnTo>
                    <a:lnTo>
                      <a:pt x="1347852" y="135460"/>
                    </a:lnTo>
                    <a:lnTo>
                      <a:pt x="1352717" y="133117"/>
                    </a:lnTo>
                    <a:lnTo>
                      <a:pt x="1338301" y="128072"/>
                    </a:lnTo>
                    <a:lnTo>
                      <a:pt x="1350375" y="128252"/>
                    </a:lnTo>
                    <a:lnTo>
                      <a:pt x="1352897" y="121044"/>
                    </a:lnTo>
                    <a:lnTo>
                      <a:pt x="1360105" y="123566"/>
                    </a:lnTo>
                    <a:lnTo>
                      <a:pt x="1362628" y="116358"/>
                    </a:lnTo>
                    <a:lnTo>
                      <a:pt x="1369836" y="118881"/>
                    </a:lnTo>
                    <a:lnTo>
                      <a:pt x="1377224" y="109330"/>
                    </a:lnTo>
                    <a:lnTo>
                      <a:pt x="1374701" y="116538"/>
                    </a:lnTo>
                    <a:lnTo>
                      <a:pt x="1367493" y="114015"/>
                    </a:lnTo>
                    <a:lnTo>
                      <a:pt x="1364971" y="121223"/>
                    </a:lnTo>
                    <a:lnTo>
                      <a:pt x="1357763" y="118701"/>
                    </a:lnTo>
                    <a:lnTo>
                      <a:pt x="1355240" y="125909"/>
                    </a:lnTo>
                    <a:lnTo>
                      <a:pt x="1348032" y="123386"/>
                    </a:lnTo>
                    <a:lnTo>
                      <a:pt x="1345509" y="130594"/>
                    </a:lnTo>
                    <a:lnTo>
                      <a:pt x="1347852" y="135460"/>
                    </a:lnTo>
                    <a:lnTo>
                      <a:pt x="1352717" y="133117"/>
                    </a:lnTo>
                    <a:lnTo>
                      <a:pt x="1357403" y="142848"/>
                    </a:lnTo>
                    <a:lnTo>
                      <a:pt x="1362268" y="140505"/>
                    </a:lnTo>
                    <a:lnTo>
                      <a:pt x="1376505" y="157623"/>
                    </a:lnTo>
                    <a:lnTo>
                      <a:pt x="1371819" y="147893"/>
                    </a:lnTo>
                    <a:lnTo>
                      <a:pt x="1376685" y="145550"/>
                    </a:lnTo>
                    <a:lnTo>
                      <a:pt x="1371999" y="135819"/>
                    </a:lnTo>
                    <a:lnTo>
                      <a:pt x="1376864" y="133477"/>
                    </a:lnTo>
                    <a:lnTo>
                      <a:pt x="1372179" y="123746"/>
                    </a:lnTo>
                    <a:lnTo>
                      <a:pt x="1377044" y="121403"/>
                    </a:lnTo>
                    <a:lnTo>
                      <a:pt x="1374701" y="116538"/>
                    </a:lnTo>
                    <a:moveTo>
                      <a:pt x="1604272" y="0"/>
                    </a:moveTo>
                    <a:lnTo>
                      <a:pt x="1603553" y="48294"/>
                    </a:lnTo>
                    <a:lnTo>
                      <a:pt x="1565350" y="18742"/>
                    </a:lnTo>
                    <a:lnTo>
                      <a:pt x="1604272" y="0"/>
                    </a:lnTo>
                    <a:lnTo>
                      <a:pt x="1599407" y="2343"/>
                    </a:lnTo>
                    <a:lnTo>
                      <a:pt x="1598868" y="38563"/>
                    </a:lnTo>
                    <a:lnTo>
                      <a:pt x="1570215" y="16399"/>
                    </a:lnTo>
                    <a:lnTo>
                      <a:pt x="1572558" y="21265"/>
                    </a:lnTo>
                    <a:lnTo>
                      <a:pt x="1601750" y="7208"/>
                    </a:lnTo>
                    <a:lnTo>
                      <a:pt x="1599407" y="2343"/>
                    </a:lnTo>
                    <a:lnTo>
                      <a:pt x="1604272" y="0"/>
                    </a:lnTo>
                    <a:lnTo>
                      <a:pt x="1599227" y="14416"/>
                    </a:lnTo>
                    <a:lnTo>
                      <a:pt x="1604093" y="12073"/>
                    </a:lnTo>
                    <a:lnTo>
                      <a:pt x="1599047" y="26490"/>
                    </a:lnTo>
                    <a:lnTo>
                      <a:pt x="1603913" y="24147"/>
                    </a:lnTo>
                    <a:lnTo>
                      <a:pt x="1601210" y="43428"/>
                    </a:lnTo>
                    <a:lnTo>
                      <a:pt x="1584451" y="33518"/>
                    </a:lnTo>
                    <a:lnTo>
                      <a:pt x="1589317" y="31175"/>
                    </a:lnTo>
                    <a:lnTo>
                      <a:pt x="1574901" y="26130"/>
                    </a:lnTo>
                    <a:lnTo>
                      <a:pt x="1579766" y="23787"/>
                    </a:lnTo>
                    <a:lnTo>
                      <a:pt x="1565350" y="18742"/>
                    </a:lnTo>
                    <a:lnTo>
                      <a:pt x="1577423" y="18922"/>
                    </a:lnTo>
                    <a:lnTo>
                      <a:pt x="1579946" y="11714"/>
                    </a:lnTo>
                    <a:lnTo>
                      <a:pt x="1587154" y="14236"/>
                    </a:lnTo>
                    <a:lnTo>
                      <a:pt x="1589676" y="7028"/>
                    </a:lnTo>
                    <a:lnTo>
                      <a:pt x="1596884" y="9551"/>
                    </a:lnTo>
                    <a:lnTo>
                      <a:pt x="1604272" y="0"/>
                    </a:lnTo>
                    <a:lnTo>
                      <a:pt x="1601750" y="7208"/>
                    </a:lnTo>
                    <a:lnTo>
                      <a:pt x="1594542" y="4686"/>
                    </a:lnTo>
                    <a:lnTo>
                      <a:pt x="1592019" y="11894"/>
                    </a:lnTo>
                    <a:lnTo>
                      <a:pt x="1584811" y="9371"/>
                    </a:lnTo>
                    <a:lnTo>
                      <a:pt x="1582288" y="16579"/>
                    </a:lnTo>
                    <a:lnTo>
                      <a:pt x="1575080" y="14057"/>
                    </a:lnTo>
                    <a:lnTo>
                      <a:pt x="1572558" y="21265"/>
                    </a:lnTo>
                    <a:lnTo>
                      <a:pt x="1574901" y="26130"/>
                    </a:lnTo>
                    <a:lnTo>
                      <a:pt x="1579766" y="23787"/>
                    </a:lnTo>
                    <a:lnTo>
                      <a:pt x="1584451" y="33518"/>
                    </a:lnTo>
                    <a:lnTo>
                      <a:pt x="1589317" y="31175"/>
                    </a:lnTo>
                    <a:lnTo>
                      <a:pt x="1603553" y="48294"/>
                    </a:lnTo>
                    <a:lnTo>
                      <a:pt x="1598868" y="38563"/>
                    </a:lnTo>
                    <a:lnTo>
                      <a:pt x="1603733" y="36220"/>
                    </a:lnTo>
                    <a:lnTo>
                      <a:pt x="1599047" y="26490"/>
                    </a:lnTo>
                    <a:lnTo>
                      <a:pt x="1603913" y="24147"/>
                    </a:lnTo>
                    <a:lnTo>
                      <a:pt x="1599227" y="14416"/>
                    </a:lnTo>
                    <a:lnTo>
                      <a:pt x="1604093" y="12073"/>
                    </a:lnTo>
                    <a:lnTo>
                      <a:pt x="1601750" y="7208"/>
                    </a:lnTo>
                    <a:moveTo>
                      <a:pt x="1854469" y="56516"/>
                    </a:moveTo>
                    <a:lnTo>
                      <a:pt x="1806172" y="56148"/>
                    </a:lnTo>
                    <a:lnTo>
                      <a:pt x="1835445" y="17731"/>
                    </a:lnTo>
                    <a:lnTo>
                      <a:pt x="1854469" y="56516"/>
                    </a:lnTo>
                    <a:lnTo>
                      <a:pt x="1852091" y="51668"/>
                    </a:lnTo>
                    <a:lnTo>
                      <a:pt x="1815868" y="51392"/>
                    </a:lnTo>
                    <a:lnTo>
                      <a:pt x="1837823" y="22579"/>
                    </a:lnTo>
                    <a:lnTo>
                      <a:pt x="1832975" y="24957"/>
                    </a:lnTo>
                    <a:lnTo>
                      <a:pt x="1847243" y="54046"/>
                    </a:lnTo>
                    <a:lnTo>
                      <a:pt x="1852091" y="51668"/>
                    </a:lnTo>
                    <a:lnTo>
                      <a:pt x="1854469" y="56516"/>
                    </a:lnTo>
                    <a:lnTo>
                      <a:pt x="1840017" y="51576"/>
                    </a:lnTo>
                    <a:lnTo>
                      <a:pt x="1842395" y="56424"/>
                    </a:lnTo>
                    <a:lnTo>
                      <a:pt x="1827943" y="51484"/>
                    </a:lnTo>
                    <a:lnTo>
                      <a:pt x="1830321" y="56332"/>
                    </a:lnTo>
                    <a:lnTo>
                      <a:pt x="1811020" y="53770"/>
                    </a:lnTo>
                    <a:lnTo>
                      <a:pt x="1820808" y="36940"/>
                    </a:lnTo>
                    <a:lnTo>
                      <a:pt x="1823186" y="41788"/>
                    </a:lnTo>
                    <a:lnTo>
                      <a:pt x="1828127" y="27335"/>
                    </a:lnTo>
                    <a:lnTo>
                      <a:pt x="1830505" y="32184"/>
                    </a:lnTo>
                    <a:lnTo>
                      <a:pt x="1835445" y="17731"/>
                    </a:lnTo>
                    <a:lnTo>
                      <a:pt x="1835353" y="29806"/>
                    </a:lnTo>
                    <a:lnTo>
                      <a:pt x="1842579" y="32276"/>
                    </a:lnTo>
                    <a:lnTo>
                      <a:pt x="1840109" y="39502"/>
                    </a:lnTo>
                    <a:lnTo>
                      <a:pt x="1847335" y="41972"/>
                    </a:lnTo>
                    <a:lnTo>
                      <a:pt x="1844865" y="49198"/>
                    </a:lnTo>
                    <a:lnTo>
                      <a:pt x="1854469" y="56516"/>
                    </a:lnTo>
                    <a:lnTo>
                      <a:pt x="1847243" y="54046"/>
                    </a:lnTo>
                    <a:lnTo>
                      <a:pt x="1849713" y="46820"/>
                    </a:lnTo>
                    <a:lnTo>
                      <a:pt x="1842487" y="44350"/>
                    </a:lnTo>
                    <a:lnTo>
                      <a:pt x="1844957" y="37124"/>
                    </a:lnTo>
                    <a:lnTo>
                      <a:pt x="1837731" y="34654"/>
                    </a:lnTo>
                    <a:lnTo>
                      <a:pt x="1840201" y="27427"/>
                    </a:lnTo>
                    <a:lnTo>
                      <a:pt x="1832975" y="24957"/>
                    </a:lnTo>
                    <a:lnTo>
                      <a:pt x="1828127" y="27335"/>
                    </a:lnTo>
                    <a:lnTo>
                      <a:pt x="1830505" y="32184"/>
                    </a:lnTo>
                    <a:lnTo>
                      <a:pt x="1820808" y="36940"/>
                    </a:lnTo>
                    <a:lnTo>
                      <a:pt x="1823186" y="41788"/>
                    </a:lnTo>
                    <a:lnTo>
                      <a:pt x="1806172" y="56148"/>
                    </a:lnTo>
                    <a:lnTo>
                      <a:pt x="1815868" y="51392"/>
                    </a:lnTo>
                    <a:lnTo>
                      <a:pt x="1818246" y="56240"/>
                    </a:lnTo>
                    <a:lnTo>
                      <a:pt x="1827943" y="51484"/>
                    </a:lnTo>
                    <a:lnTo>
                      <a:pt x="1830321" y="56332"/>
                    </a:lnTo>
                    <a:lnTo>
                      <a:pt x="1840017" y="51576"/>
                    </a:lnTo>
                    <a:lnTo>
                      <a:pt x="1842395" y="56424"/>
                    </a:lnTo>
                    <a:lnTo>
                      <a:pt x="1847243" y="5404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07" name="Контур"/>
              <p:cNvSpPr/>
              <p:nvPr/>
            </p:nvSpPr>
            <p:spPr>
              <a:xfrm>
                <a:off x="2968915" y="9095288"/>
                <a:ext cx="522953" cy="1092712"/>
              </a:xfrm>
              <a:custGeom>
                <a:avLst/>
                <a:gdLst/>
                <a:ahLst/>
                <a:cxnLst/>
                <a:rect l="l" t="t" r="r" b="b"/>
                <a:pathLst>
                  <a:path w="522953" h="1092712" fill="none">
                    <a:moveTo>
                      <a:pt x="0" y="0"/>
                    </a:moveTo>
                    <a:lnTo>
                      <a:pt x="16318" y="34096"/>
                    </a:lnTo>
                    <a:moveTo>
                      <a:pt x="16318" y="34096"/>
                    </a:moveTo>
                    <a:lnTo>
                      <a:pt x="32636" y="68192"/>
                    </a:lnTo>
                    <a:moveTo>
                      <a:pt x="32636" y="68192"/>
                    </a:moveTo>
                    <a:lnTo>
                      <a:pt x="41246" y="86182"/>
                    </a:lnTo>
                    <a:moveTo>
                      <a:pt x="41246" y="86182"/>
                    </a:moveTo>
                    <a:lnTo>
                      <a:pt x="57564" y="120278"/>
                    </a:lnTo>
                    <a:moveTo>
                      <a:pt x="57564" y="120278"/>
                    </a:moveTo>
                    <a:lnTo>
                      <a:pt x="73882" y="154375"/>
                    </a:lnTo>
                    <a:moveTo>
                      <a:pt x="73882" y="154375"/>
                    </a:moveTo>
                    <a:lnTo>
                      <a:pt x="90200" y="188471"/>
                    </a:lnTo>
                    <a:moveTo>
                      <a:pt x="90200" y="188471"/>
                    </a:moveTo>
                    <a:lnTo>
                      <a:pt x="106518" y="222568"/>
                    </a:lnTo>
                    <a:moveTo>
                      <a:pt x="106518" y="222568"/>
                    </a:moveTo>
                    <a:lnTo>
                      <a:pt x="122836" y="256664"/>
                    </a:lnTo>
                    <a:moveTo>
                      <a:pt x="122836" y="256664"/>
                    </a:moveTo>
                    <a:lnTo>
                      <a:pt x="139153" y="290760"/>
                    </a:lnTo>
                    <a:moveTo>
                      <a:pt x="139153" y="290760"/>
                    </a:moveTo>
                    <a:lnTo>
                      <a:pt x="155471" y="324857"/>
                    </a:lnTo>
                    <a:moveTo>
                      <a:pt x="155471" y="324857"/>
                    </a:moveTo>
                    <a:lnTo>
                      <a:pt x="171789" y="358953"/>
                    </a:lnTo>
                    <a:moveTo>
                      <a:pt x="171789" y="358953"/>
                    </a:moveTo>
                    <a:lnTo>
                      <a:pt x="188107" y="393050"/>
                    </a:lnTo>
                    <a:moveTo>
                      <a:pt x="188107" y="393050"/>
                    </a:moveTo>
                    <a:lnTo>
                      <a:pt x="204425" y="427146"/>
                    </a:lnTo>
                    <a:moveTo>
                      <a:pt x="204425" y="427146"/>
                    </a:moveTo>
                    <a:lnTo>
                      <a:pt x="220743" y="461242"/>
                    </a:lnTo>
                    <a:moveTo>
                      <a:pt x="220743" y="461242"/>
                    </a:moveTo>
                    <a:lnTo>
                      <a:pt x="237061" y="495339"/>
                    </a:lnTo>
                    <a:moveTo>
                      <a:pt x="237061" y="495339"/>
                    </a:moveTo>
                    <a:lnTo>
                      <a:pt x="253379" y="529435"/>
                    </a:lnTo>
                    <a:moveTo>
                      <a:pt x="253379" y="529435"/>
                    </a:moveTo>
                    <a:lnTo>
                      <a:pt x="269697" y="563532"/>
                    </a:lnTo>
                    <a:moveTo>
                      <a:pt x="269697" y="563532"/>
                    </a:moveTo>
                    <a:lnTo>
                      <a:pt x="286015" y="597628"/>
                    </a:lnTo>
                    <a:moveTo>
                      <a:pt x="286015" y="597628"/>
                    </a:moveTo>
                    <a:lnTo>
                      <a:pt x="302333" y="631724"/>
                    </a:lnTo>
                    <a:moveTo>
                      <a:pt x="302333" y="631724"/>
                    </a:moveTo>
                    <a:lnTo>
                      <a:pt x="318651" y="665821"/>
                    </a:lnTo>
                    <a:moveTo>
                      <a:pt x="318651" y="665821"/>
                    </a:moveTo>
                    <a:lnTo>
                      <a:pt x="334969" y="699917"/>
                    </a:lnTo>
                    <a:moveTo>
                      <a:pt x="334969" y="699917"/>
                    </a:moveTo>
                    <a:lnTo>
                      <a:pt x="351287" y="734014"/>
                    </a:lnTo>
                    <a:moveTo>
                      <a:pt x="351287" y="734014"/>
                    </a:moveTo>
                    <a:lnTo>
                      <a:pt x="367605" y="768110"/>
                    </a:lnTo>
                    <a:moveTo>
                      <a:pt x="367605" y="768110"/>
                    </a:moveTo>
                    <a:lnTo>
                      <a:pt x="383923" y="802206"/>
                    </a:lnTo>
                    <a:moveTo>
                      <a:pt x="383923" y="802206"/>
                    </a:moveTo>
                    <a:lnTo>
                      <a:pt x="400241" y="836303"/>
                    </a:lnTo>
                    <a:moveTo>
                      <a:pt x="400241" y="836303"/>
                    </a:moveTo>
                    <a:lnTo>
                      <a:pt x="416558" y="870399"/>
                    </a:lnTo>
                    <a:moveTo>
                      <a:pt x="416558" y="870399"/>
                    </a:moveTo>
                    <a:lnTo>
                      <a:pt x="432876" y="904496"/>
                    </a:lnTo>
                    <a:moveTo>
                      <a:pt x="432876" y="904496"/>
                    </a:moveTo>
                    <a:lnTo>
                      <a:pt x="449194" y="938592"/>
                    </a:lnTo>
                    <a:moveTo>
                      <a:pt x="449194" y="938592"/>
                    </a:moveTo>
                    <a:lnTo>
                      <a:pt x="465512" y="972688"/>
                    </a:lnTo>
                    <a:moveTo>
                      <a:pt x="465512" y="972688"/>
                    </a:moveTo>
                    <a:lnTo>
                      <a:pt x="481830" y="1006785"/>
                    </a:lnTo>
                    <a:moveTo>
                      <a:pt x="481830" y="1006785"/>
                    </a:moveTo>
                    <a:lnTo>
                      <a:pt x="498148" y="1040881"/>
                    </a:lnTo>
                    <a:moveTo>
                      <a:pt x="498148" y="1040881"/>
                    </a:moveTo>
                    <a:lnTo>
                      <a:pt x="514466" y="1074978"/>
                    </a:lnTo>
                    <a:moveTo>
                      <a:pt x="514466" y="1074978"/>
                    </a:moveTo>
                    <a:lnTo>
                      <a:pt x="522953" y="109271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08" name="Контур"/>
              <p:cNvSpPr/>
              <p:nvPr/>
            </p:nvSpPr>
            <p:spPr>
              <a:xfrm>
                <a:off x="3010161" y="8874703"/>
                <a:ext cx="310795" cy="306767"/>
              </a:xfrm>
              <a:custGeom>
                <a:avLst/>
                <a:gdLst/>
                <a:ahLst/>
                <a:cxnLst/>
                <a:rect l="l" t="t" r="r" b="b"/>
                <a:pathLst>
                  <a:path w="310795" h="306767" fill="none">
                    <a:moveTo>
                      <a:pt x="0" y="306767"/>
                    </a:moveTo>
                    <a:lnTo>
                      <a:pt x="153592" y="212753"/>
                    </a:lnTo>
                    <a:lnTo>
                      <a:pt x="310246" y="130086"/>
                    </a:lnTo>
                    <a:lnTo>
                      <a:pt x="306702" y="124256"/>
                    </a:lnTo>
                    <a:lnTo>
                      <a:pt x="253443" y="35937"/>
                    </a:lnTo>
                    <a:moveTo>
                      <a:pt x="253443" y="35937"/>
                    </a:moveTo>
                    <a:lnTo>
                      <a:pt x="310795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09" name="Контур"/>
              <p:cNvSpPr/>
              <p:nvPr/>
            </p:nvSpPr>
            <p:spPr>
              <a:xfrm>
                <a:off x="2975843" y="8045537"/>
                <a:ext cx="960702" cy="601997"/>
              </a:xfrm>
              <a:custGeom>
                <a:avLst/>
                <a:gdLst/>
                <a:ahLst/>
                <a:cxnLst/>
                <a:rect l="l" t="t" r="r" b="b"/>
                <a:pathLst>
                  <a:path w="960702" h="601997" fill="none">
                    <a:moveTo>
                      <a:pt x="0" y="601997"/>
                    </a:moveTo>
                    <a:lnTo>
                      <a:pt x="32031" y="581926"/>
                    </a:lnTo>
                    <a:moveTo>
                      <a:pt x="32031" y="581926"/>
                    </a:moveTo>
                    <a:lnTo>
                      <a:pt x="64062" y="561855"/>
                    </a:lnTo>
                    <a:moveTo>
                      <a:pt x="64062" y="561855"/>
                    </a:moveTo>
                    <a:lnTo>
                      <a:pt x="96093" y="541783"/>
                    </a:lnTo>
                    <a:moveTo>
                      <a:pt x="96093" y="541783"/>
                    </a:moveTo>
                    <a:lnTo>
                      <a:pt x="128124" y="521712"/>
                    </a:lnTo>
                    <a:moveTo>
                      <a:pt x="128124" y="521712"/>
                    </a:moveTo>
                    <a:lnTo>
                      <a:pt x="160155" y="501640"/>
                    </a:lnTo>
                    <a:moveTo>
                      <a:pt x="160155" y="501640"/>
                    </a:moveTo>
                    <a:lnTo>
                      <a:pt x="192186" y="481569"/>
                    </a:lnTo>
                    <a:moveTo>
                      <a:pt x="192186" y="481569"/>
                    </a:moveTo>
                    <a:lnTo>
                      <a:pt x="224217" y="461498"/>
                    </a:lnTo>
                    <a:moveTo>
                      <a:pt x="224217" y="461498"/>
                    </a:moveTo>
                    <a:lnTo>
                      <a:pt x="256248" y="441426"/>
                    </a:lnTo>
                    <a:moveTo>
                      <a:pt x="256248" y="441426"/>
                    </a:moveTo>
                    <a:lnTo>
                      <a:pt x="287095" y="422096"/>
                    </a:lnTo>
                    <a:lnTo>
                      <a:pt x="288278" y="421355"/>
                    </a:lnTo>
                    <a:moveTo>
                      <a:pt x="288278" y="421355"/>
                    </a:moveTo>
                    <a:lnTo>
                      <a:pt x="320309" y="401283"/>
                    </a:lnTo>
                    <a:moveTo>
                      <a:pt x="320309" y="401283"/>
                    </a:moveTo>
                    <a:lnTo>
                      <a:pt x="352340" y="381212"/>
                    </a:lnTo>
                    <a:moveTo>
                      <a:pt x="352340" y="381212"/>
                    </a:moveTo>
                    <a:lnTo>
                      <a:pt x="384371" y="361141"/>
                    </a:lnTo>
                    <a:moveTo>
                      <a:pt x="384371" y="361141"/>
                    </a:moveTo>
                    <a:lnTo>
                      <a:pt x="416402" y="341070"/>
                    </a:lnTo>
                    <a:moveTo>
                      <a:pt x="416402" y="341070"/>
                    </a:moveTo>
                    <a:lnTo>
                      <a:pt x="448433" y="320998"/>
                    </a:lnTo>
                    <a:moveTo>
                      <a:pt x="448433" y="320998"/>
                    </a:moveTo>
                    <a:lnTo>
                      <a:pt x="480464" y="300927"/>
                    </a:lnTo>
                    <a:moveTo>
                      <a:pt x="480464" y="300927"/>
                    </a:moveTo>
                    <a:lnTo>
                      <a:pt x="512495" y="280856"/>
                    </a:lnTo>
                    <a:moveTo>
                      <a:pt x="512495" y="280856"/>
                    </a:moveTo>
                    <a:lnTo>
                      <a:pt x="544526" y="260784"/>
                    </a:lnTo>
                    <a:moveTo>
                      <a:pt x="544526" y="260784"/>
                    </a:moveTo>
                    <a:lnTo>
                      <a:pt x="576557" y="240713"/>
                    </a:lnTo>
                    <a:moveTo>
                      <a:pt x="576557" y="240713"/>
                    </a:moveTo>
                    <a:lnTo>
                      <a:pt x="608588" y="220642"/>
                    </a:lnTo>
                    <a:moveTo>
                      <a:pt x="608588" y="220642"/>
                    </a:moveTo>
                    <a:lnTo>
                      <a:pt x="640619" y="200571"/>
                    </a:lnTo>
                    <a:moveTo>
                      <a:pt x="640619" y="200571"/>
                    </a:moveTo>
                    <a:lnTo>
                      <a:pt x="672650" y="180499"/>
                    </a:lnTo>
                    <a:moveTo>
                      <a:pt x="672650" y="180499"/>
                    </a:moveTo>
                    <a:lnTo>
                      <a:pt x="704681" y="160428"/>
                    </a:lnTo>
                    <a:moveTo>
                      <a:pt x="704681" y="160428"/>
                    </a:moveTo>
                    <a:lnTo>
                      <a:pt x="736712" y="140357"/>
                    </a:lnTo>
                    <a:moveTo>
                      <a:pt x="736712" y="140357"/>
                    </a:moveTo>
                    <a:lnTo>
                      <a:pt x="768743" y="120285"/>
                    </a:lnTo>
                    <a:moveTo>
                      <a:pt x="768743" y="120285"/>
                    </a:moveTo>
                    <a:lnTo>
                      <a:pt x="800774" y="100214"/>
                    </a:lnTo>
                    <a:moveTo>
                      <a:pt x="800774" y="100214"/>
                    </a:moveTo>
                    <a:lnTo>
                      <a:pt x="832805" y="80143"/>
                    </a:lnTo>
                    <a:moveTo>
                      <a:pt x="832805" y="80143"/>
                    </a:moveTo>
                    <a:lnTo>
                      <a:pt x="864836" y="60072"/>
                    </a:lnTo>
                    <a:moveTo>
                      <a:pt x="864836" y="60072"/>
                    </a:moveTo>
                    <a:lnTo>
                      <a:pt x="896867" y="40000"/>
                    </a:lnTo>
                    <a:moveTo>
                      <a:pt x="896867" y="40000"/>
                    </a:moveTo>
                    <a:lnTo>
                      <a:pt x="928898" y="19929"/>
                    </a:lnTo>
                    <a:moveTo>
                      <a:pt x="928898" y="19929"/>
                    </a:moveTo>
                    <a:lnTo>
                      <a:pt x="960702" y="0"/>
                    </a:lnTo>
                    <a:moveTo>
                      <a:pt x="0" y="601997"/>
                    </a:moveTo>
                    <a:lnTo>
                      <a:pt x="32031" y="581926"/>
                    </a:lnTo>
                    <a:moveTo>
                      <a:pt x="32031" y="581926"/>
                    </a:moveTo>
                    <a:lnTo>
                      <a:pt x="64062" y="561855"/>
                    </a:lnTo>
                    <a:moveTo>
                      <a:pt x="64062" y="561855"/>
                    </a:moveTo>
                    <a:lnTo>
                      <a:pt x="96093" y="541783"/>
                    </a:lnTo>
                    <a:moveTo>
                      <a:pt x="96093" y="541783"/>
                    </a:moveTo>
                    <a:lnTo>
                      <a:pt x="128124" y="521712"/>
                    </a:lnTo>
                    <a:moveTo>
                      <a:pt x="128124" y="521712"/>
                    </a:moveTo>
                    <a:lnTo>
                      <a:pt x="160155" y="501640"/>
                    </a:lnTo>
                    <a:moveTo>
                      <a:pt x="160155" y="501640"/>
                    </a:moveTo>
                    <a:lnTo>
                      <a:pt x="192186" y="481569"/>
                    </a:lnTo>
                    <a:moveTo>
                      <a:pt x="192186" y="481569"/>
                    </a:moveTo>
                    <a:lnTo>
                      <a:pt x="224217" y="461498"/>
                    </a:lnTo>
                    <a:moveTo>
                      <a:pt x="224217" y="461498"/>
                    </a:moveTo>
                    <a:lnTo>
                      <a:pt x="256248" y="441426"/>
                    </a:lnTo>
                    <a:moveTo>
                      <a:pt x="256248" y="441426"/>
                    </a:moveTo>
                    <a:lnTo>
                      <a:pt x="287095" y="422096"/>
                    </a:lnTo>
                    <a:lnTo>
                      <a:pt x="288278" y="421355"/>
                    </a:lnTo>
                    <a:moveTo>
                      <a:pt x="288278" y="421355"/>
                    </a:moveTo>
                    <a:lnTo>
                      <a:pt x="320309" y="401283"/>
                    </a:lnTo>
                    <a:moveTo>
                      <a:pt x="320309" y="401283"/>
                    </a:moveTo>
                    <a:lnTo>
                      <a:pt x="352340" y="381212"/>
                    </a:lnTo>
                    <a:moveTo>
                      <a:pt x="352340" y="381212"/>
                    </a:moveTo>
                    <a:lnTo>
                      <a:pt x="384371" y="361141"/>
                    </a:lnTo>
                    <a:moveTo>
                      <a:pt x="384371" y="361141"/>
                    </a:moveTo>
                    <a:lnTo>
                      <a:pt x="416402" y="341070"/>
                    </a:lnTo>
                    <a:moveTo>
                      <a:pt x="416402" y="341070"/>
                    </a:moveTo>
                    <a:lnTo>
                      <a:pt x="448433" y="320998"/>
                    </a:lnTo>
                    <a:moveTo>
                      <a:pt x="448433" y="320998"/>
                    </a:moveTo>
                    <a:lnTo>
                      <a:pt x="480464" y="300927"/>
                    </a:lnTo>
                    <a:moveTo>
                      <a:pt x="480464" y="300927"/>
                    </a:moveTo>
                    <a:lnTo>
                      <a:pt x="512495" y="280856"/>
                    </a:lnTo>
                    <a:moveTo>
                      <a:pt x="512495" y="280856"/>
                    </a:moveTo>
                    <a:lnTo>
                      <a:pt x="544526" y="260784"/>
                    </a:lnTo>
                    <a:moveTo>
                      <a:pt x="544526" y="260784"/>
                    </a:moveTo>
                    <a:lnTo>
                      <a:pt x="576557" y="240713"/>
                    </a:lnTo>
                    <a:moveTo>
                      <a:pt x="576557" y="240713"/>
                    </a:moveTo>
                    <a:lnTo>
                      <a:pt x="608588" y="220642"/>
                    </a:lnTo>
                    <a:moveTo>
                      <a:pt x="608588" y="220642"/>
                    </a:moveTo>
                    <a:lnTo>
                      <a:pt x="640619" y="200571"/>
                    </a:lnTo>
                    <a:moveTo>
                      <a:pt x="640619" y="200571"/>
                    </a:moveTo>
                    <a:lnTo>
                      <a:pt x="672650" y="180499"/>
                    </a:lnTo>
                    <a:moveTo>
                      <a:pt x="672650" y="180499"/>
                    </a:moveTo>
                    <a:lnTo>
                      <a:pt x="704681" y="160428"/>
                    </a:lnTo>
                    <a:moveTo>
                      <a:pt x="704681" y="160428"/>
                    </a:moveTo>
                    <a:lnTo>
                      <a:pt x="736712" y="140357"/>
                    </a:lnTo>
                    <a:moveTo>
                      <a:pt x="736712" y="140357"/>
                    </a:moveTo>
                    <a:lnTo>
                      <a:pt x="768743" y="120285"/>
                    </a:lnTo>
                    <a:moveTo>
                      <a:pt x="768743" y="120285"/>
                    </a:moveTo>
                    <a:lnTo>
                      <a:pt x="800774" y="100214"/>
                    </a:lnTo>
                    <a:moveTo>
                      <a:pt x="800774" y="100214"/>
                    </a:moveTo>
                    <a:lnTo>
                      <a:pt x="832805" y="80143"/>
                    </a:lnTo>
                    <a:moveTo>
                      <a:pt x="832805" y="80143"/>
                    </a:moveTo>
                    <a:lnTo>
                      <a:pt x="864836" y="60072"/>
                    </a:lnTo>
                    <a:moveTo>
                      <a:pt x="864836" y="60072"/>
                    </a:moveTo>
                    <a:lnTo>
                      <a:pt x="896867" y="40000"/>
                    </a:lnTo>
                    <a:moveTo>
                      <a:pt x="896867" y="40000"/>
                    </a:moveTo>
                    <a:lnTo>
                      <a:pt x="928898" y="19929"/>
                    </a:lnTo>
                    <a:moveTo>
                      <a:pt x="928898" y="19929"/>
                    </a:moveTo>
                    <a:lnTo>
                      <a:pt x="960702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10" name="Контур"/>
              <p:cNvSpPr/>
              <p:nvPr/>
            </p:nvSpPr>
            <p:spPr>
              <a:xfrm>
                <a:off x="4319268" y="7738440"/>
                <a:ext cx="752670" cy="579055"/>
              </a:xfrm>
              <a:custGeom>
                <a:avLst/>
                <a:gdLst/>
                <a:ahLst/>
                <a:cxnLst/>
                <a:rect l="l" t="t" r="r" b="b"/>
                <a:pathLst>
                  <a:path w="752670" h="579055" fill="none">
                    <a:moveTo>
                      <a:pt x="683541" y="0"/>
                    </a:moveTo>
                    <a:lnTo>
                      <a:pt x="683550" y="13"/>
                    </a:lnTo>
                    <a:lnTo>
                      <a:pt x="751063" y="106381"/>
                    </a:lnTo>
                    <a:moveTo>
                      <a:pt x="751063" y="106381"/>
                    </a:moveTo>
                    <a:lnTo>
                      <a:pt x="752670" y="108913"/>
                    </a:lnTo>
                    <a:lnTo>
                      <a:pt x="651422" y="178756"/>
                    </a:lnTo>
                    <a:moveTo>
                      <a:pt x="651422" y="178756"/>
                    </a:moveTo>
                    <a:lnTo>
                      <a:pt x="547705" y="250301"/>
                    </a:lnTo>
                    <a:moveTo>
                      <a:pt x="547705" y="250301"/>
                    </a:moveTo>
                    <a:lnTo>
                      <a:pt x="443988" y="321847"/>
                    </a:lnTo>
                    <a:moveTo>
                      <a:pt x="443988" y="321847"/>
                    </a:moveTo>
                    <a:lnTo>
                      <a:pt x="340271" y="393393"/>
                    </a:lnTo>
                    <a:moveTo>
                      <a:pt x="340271" y="393393"/>
                    </a:moveTo>
                    <a:lnTo>
                      <a:pt x="247230" y="457573"/>
                    </a:lnTo>
                    <a:lnTo>
                      <a:pt x="234590" y="460482"/>
                    </a:lnTo>
                    <a:moveTo>
                      <a:pt x="234590" y="460482"/>
                    </a:moveTo>
                    <a:lnTo>
                      <a:pt x="229230" y="461715"/>
                    </a:lnTo>
                    <a:lnTo>
                      <a:pt x="127290" y="525969"/>
                    </a:lnTo>
                    <a:moveTo>
                      <a:pt x="127290" y="525969"/>
                    </a:moveTo>
                    <a:lnTo>
                      <a:pt x="43067" y="579055"/>
                    </a:lnTo>
                    <a:lnTo>
                      <a:pt x="28967" y="556686"/>
                    </a:lnTo>
                    <a:moveTo>
                      <a:pt x="28967" y="556686"/>
                    </a:moveTo>
                    <a:lnTo>
                      <a:pt x="0" y="51072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11" name="Контур"/>
              <p:cNvSpPr/>
              <p:nvPr/>
            </p:nvSpPr>
            <p:spPr>
              <a:xfrm>
                <a:off x="4381218" y="7868845"/>
                <a:ext cx="691569" cy="397945"/>
              </a:xfrm>
              <a:custGeom>
                <a:avLst/>
                <a:gdLst/>
                <a:ahLst/>
                <a:cxnLst/>
                <a:rect l="l" t="t" r="r" b="b"/>
                <a:pathLst>
                  <a:path w="691569" h="397945" fill="none">
                    <a:moveTo>
                      <a:pt x="643521" y="4914"/>
                    </a:moveTo>
                    <a:lnTo>
                      <a:pt x="691569" y="0"/>
                    </a:lnTo>
                    <a:lnTo>
                      <a:pt x="666671" y="41387"/>
                    </a:lnTo>
                    <a:lnTo>
                      <a:pt x="643521" y="4914"/>
                    </a:lnTo>
                    <a:lnTo>
                      <a:pt x="646415" y="9473"/>
                    </a:lnTo>
                    <a:lnTo>
                      <a:pt x="682451" y="5788"/>
                    </a:lnTo>
                    <a:lnTo>
                      <a:pt x="663777" y="36828"/>
                    </a:lnTo>
                    <a:lnTo>
                      <a:pt x="668336" y="33934"/>
                    </a:lnTo>
                    <a:lnTo>
                      <a:pt x="650974" y="6579"/>
                    </a:lnTo>
                    <a:lnTo>
                      <a:pt x="646415" y="9473"/>
                    </a:lnTo>
                    <a:lnTo>
                      <a:pt x="643521" y="4914"/>
                    </a:lnTo>
                    <a:lnTo>
                      <a:pt x="658427" y="8245"/>
                    </a:lnTo>
                    <a:lnTo>
                      <a:pt x="655533" y="3685"/>
                    </a:lnTo>
                    <a:lnTo>
                      <a:pt x="670439" y="7016"/>
                    </a:lnTo>
                    <a:lnTo>
                      <a:pt x="667545" y="2457"/>
                    </a:lnTo>
                    <a:lnTo>
                      <a:pt x="687010" y="2894"/>
                    </a:lnTo>
                    <a:lnTo>
                      <a:pt x="679120" y="20694"/>
                    </a:lnTo>
                    <a:lnTo>
                      <a:pt x="676226" y="16135"/>
                    </a:lnTo>
                    <a:lnTo>
                      <a:pt x="672896" y="31040"/>
                    </a:lnTo>
                    <a:lnTo>
                      <a:pt x="670002" y="26481"/>
                    </a:lnTo>
                    <a:lnTo>
                      <a:pt x="666671" y="41387"/>
                    </a:lnTo>
                    <a:lnTo>
                      <a:pt x="665443" y="29375"/>
                    </a:lnTo>
                    <a:lnTo>
                      <a:pt x="657990" y="27710"/>
                    </a:lnTo>
                    <a:lnTo>
                      <a:pt x="659655" y="20257"/>
                    </a:lnTo>
                    <a:lnTo>
                      <a:pt x="652202" y="18591"/>
                    </a:lnTo>
                    <a:lnTo>
                      <a:pt x="653868" y="11138"/>
                    </a:lnTo>
                    <a:lnTo>
                      <a:pt x="643521" y="4914"/>
                    </a:lnTo>
                    <a:lnTo>
                      <a:pt x="650974" y="6579"/>
                    </a:lnTo>
                    <a:lnTo>
                      <a:pt x="649308" y="14032"/>
                    </a:lnTo>
                    <a:lnTo>
                      <a:pt x="656761" y="15697"/>
                    </a:lnTo>
                    <a:lnTo>
                      <a:pt x="655096" y="23150"/>
                    </a:lnTo>
                    <a:lnTo>
                      <a:pt x="662549" y="24816"/>
                    </a:lnTo>
                    <a:lnTo>
                      <a:pt x="660883" y="32269"/>
                    </a:lnTo>
                    <a:lnTo>
                      <a:pt x="668336" y="33934"/>
                    </a:lnTo>
                    <a:lnTo>
                      <a:pt x="672896" y="31040"/>
                    </a:lnTo>
                    <a:lnTo>
                      <a:pt x="670002" y="26481"/>
                    </a:lnTo>
                    <a:lnTo>
                      <a:pt x="679120" y="20694"/>
                    </a:lnTo>
                    <a:lnTo>
                      <a:pt x="676226" y="16135"/>
                    </a:lnTo>
                    <a:lnTo>
                      <a:pt x="691569" y="0"/>
                    </a:lnTo>
                    <a:lnTo>
                      <a:pt x="682451" y="5788"/>
                    </a:lnTo>
                    <a:lnTo>
                      <a:pt x="679557" y="1229"/>
                    </a:lnTo>
                    <a:lnTo>
                      <a:pt x="670439" y="7016"/>
                    </a:lnTo>
                    <a:lnTo>
                      <a:pt x="667545" y="2457"/>
                    </a:lnTo>
                    <a:lnTo>
                      <a:pt x="658427" y="8245"/>
                    </a:lnTo>
                    <a:lnTo>
                      <a:pt x="655533" y="3685"/>
                    </a:lnTo>
                    <a:lnTo>
                      <a:pt x="650974" y="6579"/>
                    </a:lnTo>
                    <a:moveTo>
                      <a:pt x="455092" y="75446"/>
                    </a:moveTo>
                    <a:lnTo>
                      <a:pt x="461842" y="123271"/>
                    </a:lnTo>
                    <a:lnTo>
                      <a:pt x="419532" y="99976"/>
                    </a:lnTo>
                    <a:lnTo>
                      <a:pt x="455092" y="75446"/>
                    </a:lnTo>
                    <a:lnTo>
                      <a:pt x="450647" y="78513"/>
                    </a:lnTo>
                    <a:lnTo>
                      <a:pt x="455710" y="114381"/>
                    </a:lnTo>
                    <a:lnTo>
                      <a:pt x="423977" y="96910"/>
                    </a:lnTo>
                    <a:lnTo>
                      <a:pt x="427044" y="101355"/>
                    </a:lnTo>
                    <a:lnTo>
                      <a:pt x="453714" y="82958"/>
                    </a:lnTo>
                    <a:lnTo>
                      <a:pt x="450647" y="78513"/>
                    </a:lnTo>
                    <a:lnTo>
                      <a:pt x="455092" y="75446"/>
                    </a:lnTo>
                    <a:lnTo>
                      <a:pt x="452335" y="90469"/>
                    </a:lnTo>
                    <a:lnTo>
                      <a:pt x="456780" y="87403"/>
                    </a:lnTo>
                    <a:lnTo>
                      <a:pt x="454022" y="102425"/>
                    </a:lnTo>
                    <a:lnTo>
                      <a:pt x="458467" y="99359"/>
                    </a:lnTo>
                    <a:lnTo>
                      <a:pt x="458776" y="118826"/>
                    </a:lnTo>
                    <a:lnTo>
                      <a:pt x="440687" y="111624"/>
                    </a:lnTo>
                    <a:lnTo>
                      <a:pt x="445132" y="108558"/>
                    </a:lnTo>
                    <a:lnTo>
                      <a:pt x="430110" y="105800"/>
                    </a:lnTo>
                    <a:lnTo>
                      <a:pt x="434555" y="102734"/>
                    </a:lnTo>
                    <a:lnTo>
                      <a:pt x="419532" y="99976"/>
                    </a:lnTo>
                    <a:lnTo>
                      <a:pt x="431489" y="98289"/>
                    </a:lnTo>
                    <a:lnTo>
                      <a:pt x="432867" y="90778"/>
                    </a:lnTo>
                    <a:lnTo>
                      <a:pt x="440379" y="92156"/>
                    </a:lnTo>
                    <a:lnTo>
                      <a:pt x="441757" y="84645"/>
                    </a:lnTo>
                    <a:lnTo>
                      <a:pt x="449269" y="86024"/>
                    </a:lnTo>
                    <a:lnTo>
                      <a:pt x="455092" y="75446"/>
                    </a:lnTo>
                    <a:lnTo>
                      <a:pt x="453714" y="82958"/>
                    </a:lnTo>
                    <a:lnTo>
                      <a:pt x="446202" y="81579"/>
                    </a:lnTo>
                    <a:lnTo>
                      <a:pt x="444824" y="89090"/>
                    </a:lnTo>
                    <a:lnTo>
                      <a:pt x="437312" y="87711"/>
                    </a:lnTo>
                    <a:lnTo>
                      <a:pt x="435934" y="95223"/>
                    </a:lnTo>
                    <a:lnTo>
                      <a:pt x="428422" y="93844"/>
                    </a:lnTo>
                    <a:lnTo>
                      <a:pt x="427044" y="101355"/>
                    </a:lnTo>
                    <a:lnTo>
                      <a:pt x="430110" y="105800"/>
                    </a:lnTo>
                    <a:lnTo>
                      <a:pt x="434555" y="102734"/>
                    </a:lnTo>
                    <a:lnTo>
                      <a:pt x="440687" y="111624"/>
                    </a:lnTo>
                    <a:lnTo>
                      <a:pt x="445132" y="108558"/>
                    </a:lnTo>
                    <a:lnTo>
                      <a:pt x="461842" y="123271"/>
                    </a:lnTo>
                    <a:lnTo>
                      <a:pt x="455710" y="114381"/>
                    </a:lnTo>
                    <a:lnTo>
                      <a:pt x="460155" y="111315"/>
                    </a:lnTo>
                    <a:lnTo>
                      <a:pt x="454022" y="102425"/>
                    </a:lnTo>
                    <a:lnTo>
                      <a:pt x="458467" y="99359"/>
                    </a:lnTo>
                    <a:lnTo>
                      <a:pt x="452335" y="90469"/>
                    </a:lnTo>
                    <a:lnTo>
                      <a:pt x="456780" y="87403"/>
                    </a:lnTo>
                    <a:lnTo>
                      <a:pt x="453714" y="82958"/>
                    </a:lnTo>
                    <a:moveTo>
                      <a:pt x="247658" y="218537"/>
                    </a:moveTo>
                    <a:lnTo>
                      <a:pt x="254408" y="266363"/>
                    </a:lnTo>
                    <a:lnTo>
                      <a:pt x="212098" y="243067"/>
                    </a:lnTo>
                    <a:lnTo>
                      <a:pt x="247658" y="218537"/>
                    </a:lnTo>
                    <a:lnTo>
                      <a:pt x="243213" y="221604"/>
                    </a:lnTo>
                    <a:lnTo>
                      <a:pt x="248276" y="257473"/>
                    </a:lnTo>
                    <a:lnTo>
                      <a:pt x="216543" y="240001"/>
                    </a:lnTo>
                    <a:lnTo>
                      <a:pt x="219609" y="244446"/>
                    </a:lnTo>
                    <a:lnTo>
                      <a:pt x="246280" y="226049"/>
                    </a:lnTo>
                    <a:lnTo>
                      <a:pt x="243213" y="221604"/>
                    </a:lnTo>
                    <a:lnTo>
                      <a:pt x="247658" y="218537"/>
                    </a:lnTo>
                    <a:lnTo>
                      <a:pt x="244901" y="233560"/>
                    </a:lnTo>
                    <a:lnTo>
                      <a:pt x="249346" y="230494"/>
                    </a:lnTo>
                    <a:lnTo>
                      <a:pt x="246588" y="245516"/>
                    </a:lnTo>
                    <a:lnTo>
                      <a:pt x="251033" y="242450"/>
                    </a:lnTo>
                    <a:lnTo>
                      <a:pt x="251342" y="261918"/>
                    </a:lnTo>
                    <a:lnTo>
                      <a:pt x="233253" y="254715"/>
                    </a:lnTo>
                    <a:lnTo>
                      <a:pt x="237698" y="251649"/>
                    </a:lnTo>
                    <a:lnTo>
                      <a:pt x="222676" y="248891"/>
                    </a:lnTo>
                    <a:lnTo>
                      <a:pt x="227121" y="245825"/>
                    </a:lnTo>
                    <a:lnTo>
                      <a:pt x="212098" y="243067"/>
                    </a:lnTo>
                    <a:lnTo>
                      <a:pt x="224054" y="241380"/>
                    </a:lnTo>
                    <a:lnTo>
                      <a:pt x="225433" y="233869"/>
                    </a:lnTo>
                    <a:lnTo>
                      <a:pt x="232944" y="235247"/>
                    </a:lnTo>
                    <a:lnTo>
                      <a:pt x="234323" y="227736"/>
                    </a:lnTo>
                    <a:lnTo>
                      <a:pt x="241835" y="229115"/>
                    </a:lnTo>
                    <a:lnTo>
                      <a:pt x="247658" y="218537"/>
                    </a:lnTo>
                    <a:lnTo>
                      <a:pt x="246280" y="226049"/>
                    </a:lnTo>
                    <a:lnTo>
                      <a:pt x="238768" y="224670"/>
                    </a:lnTo>
                    <a:lnTo>
                      <a:pt x="237389" y="232181"/>
                    </a:lnTo>
                    <a:lnTo>
                      <a:pt x="229878" y="230802"/>
                    </a:lnTo>
                    <a:lnTo>
                      <a:pt x="228499" y="238314"/>
                    </a:lnTo>
                    <a:lnTo>
                      <a:pt x="220988" y="236935"/>
                    </a:lnTo>
                    <a:lnTo>
                      <a:pt x="219609" y="244446"/>
                    </a:lnTo>
                    <a:lnTo>
                      <a:pt x="222676" y="248891"/>
                    </a:lnTo>
                    <a:lnTo>
                      <a:pt x="227121" y="245825"/>
                    </a:lnTo>
                    <a:lnTo>
                      <a:pt x="233253" y="254715"/>
                    </a:lnTo>
                    <a:lnTo>
                      <a:pt x="237698" y="251649"/>
                    </a:lnTo>
                    <a:lnTo>
                      <a:pt x="254408" y="266363"/>
                    </a:lnTo>
                    <a:lnTo>
                      <a:pt x="248276" y="257473"/>
                    </a:lnTo>
                    <a:lnTo>
                      <a:pt x="252721" y="254406"/>
                    </a:lnTo>
                    <a:lnTo>
                      <a:pt x="246588" y="245516"/>
                    </a:lnTo>
                    <a:lnTo>
                      <a:pt x="251033" y="242450"/>
                    </a:lnTo>
                    <a:lnTo>
                      <a:pt x="244901" y="233560"/>
                    </a:lnTo>
                    <a:lnTo>
                      <a:pt x="249346" y="230494"/>
                    </a:lnTo>
                    <a:lnTo>
                      <a:pt x="246280" y="226049"/>
                    </a:lnTo>
                    <a:moveTo>
                      <a:pt x="36546" y="349881"/>
                    </a:moveTo>
                    <a:lnTo>
                      <a:pt x="41308" y="397945"/>
                    </a:lnTo>
                    <a:lnTo>
                      <a:pt x="0" y="372916"/>
                    </a:lnTo>
                    <a:lnTo>
                      <a:pt x="36546" y="349881"/>
                    </a:lnTo>
                    <a:lnTo>
                      <a:pt x="31978" y="352760"/>
                    </a:lnTo>
                    <a:lnTo>
                      <a:pt x="35550" y="388808"/>
                    </a:lnTo>
                    <a:lnTo>
                      <a:pt x="4568" y="370037"/>
                    </a:lnTo>
                    <a:lnTo>
                      <a:pt x="7448" y="374605"/>
                    </a:lnTo>
                    <a:lnTo>
                      <a:pt x="34857" y="357329"/>
                    </a:lnTo>
                    <a:lnTo>
                      <a:pt x="31978" y="352760"/>
                    </a:lnTo>
                    <a:lnTo>
                      <a:pt x="36546" y="349881"/>
                    </a:lnTo>
                    <a:lnTo>
                      <a:pt x="33169" y="364776"/>
                    </a:lnTo>
                    <a:lnTo>
                      <a:pt x="37737" y="361897"/>
                    </a:lnTo>
                    <a:lnTo>
                      <a:pt x="34359" y="376792"/>
                    </a:lnTo>
                    <a:lnTo>
                      <a:pt x="38927" y="373913"/>
                    </a:lnTo>
                    <a:lnTo>
                      <a:pt x="38429" y="393376"/>
                    </a:lnTo>
                    <a:lnTo>
                      <a:pt x="20654" y="385431"/>
                    </a:lnTo>
                    <a:lnTo>
                      <a:pt x="25223" y="382551"/>
                    </a:lnTo>
                    <a:lnTo>
                      <a:pt x="10327" y="379173"/>
                    </a:lnTo>
                    <a:lnTo>
                      <a:pt x="14895" y="376294"/>
                    </a:lnTo>
                    <a:lnTo>
                      <a:pt x="0" y="372916"/>
                    </a:lnTo>
                    <a:lnTo>
                      <a:pt x="12016" y="371726"/>
                    </a:lnTo>
                    <a:lnTo>
                      <a:pt x="13705" y="364278"/>
                    </a:lnTo>
                    <a:lnTo>
                      <a:pt x="21153" y="365967"/>
                    </a:lnTo>
                    <a:lnTo>
                      <a:pt x="22841" y="358519"/>
                    </a:lnTo>
                    <a:lnTo>
                      <a:pt x="30289" y="360208"/>
                    </a:lnTo>
                    <a:lnTo>
                      <a:pt x="36546" y="349881"/>
                    </a:lnTo>
                    <a:lnTo>
                      <a:pt x="34857" y="357329"/>
                    </a:lnTo>
                    <a:lnTo>
                      <a:pt x="27410" y="355640"/>
                    </a:lnTo>
                    <a:lnTo>
                      <a:pt x="25721" y="363088"/>
                    </a:lnTo>
                    <a:lnTo>
                      <a:pt x="18273" y="361399"/>
                    </a:lnTo>
                    <a:lnTo>
                      <a:pt x="16584" y="368846"/>
                    </a:lnTo>
                    <a:lnTo>
                      <a:pt x="9137" y="367157"/>
                    </a:lnTo>
                    <a:lnTo>
                      <a:pt x="7448" y="374605"/>
                    </a:lnTo>
                    <a:lnTo>
                      <a:pt x="10327" y="379173"/>
                    </a:lnTo>
                    <a:lnTo>
                      <a:pt x="14895" y="376294"/>
                    </a:lnTo>
                    <a:lnTo>
                      <a:pt x="20654" y="385431"/>
                    </a:lnTo>
                    <a:lnTo>
                      <a:pt x="25223" y="382551"/>
                    </a:lnTo>
                    <a:lnTo>
                      <a:pt x="41308" y="397945"/>
                    </a:lnTo>
                    <a:lnTo>
                      <a:pt x="35550" y="388808"/>
                    </a:lnTo>
                    <a:lnTo>
                      <a:pt x="40118" y="385929"/>
                    </a:lnTo>
                    <a:lnTo>
                      <a:pt x="34359" y="376792"/>
                    </a:lnTo>
                    <a:lnTo>
                      <a:pt x="38927" y="373913"/>
                    </a:lnTo>
                    <a:lnTo>
                      <a:pt x="33169" y="364776"/>
                    </a:lnTo>
                    <a:lnTo>
                      <a:pt x="37737" y="361897"/>
                    </a:lnTo>
                    <a:lnTo>
                      <a:pt x="34857" y="35732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13" name="Контур"/>
              <p:cNvSpPr/>
              <p:nvPr/>
            </p:nvSpPr>
            <p:spPr>
              <a:xfrm>
                <a:off x="3320956" y="8249169"/>
                <a:ext cx="998312" cy="625534"/>
              </a:xfrm>
              <a:custGeom>
                <a:avLst/>
                <a:gdLst/>
                <a:ahLst/>
                <a:cxnLst/>
                <a:rect l="l" t="t" r="r" b="b"/>
                <a:pathLst>
                  <a:path w="998312" h="625534" fill="none">
                    <a:moveTo>
                      <a:pt x="0" y="625534"/>
                    </a:moveTo>
                    <a:lnTo>
                      <a:pt x="99831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12" name="Надпись"/>
              <p:cNvSpPr txBox="1"/>
              <p:nvPr/>
            </p:nvSpPr>
            <p:spPr>
              <a:xfrm rot="19675745">
                <a:off x="3570047" y="8577664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315" name="Контур"/>
              <p:cNvSpPr/>
              <p:nvPr/>
            </p:nvSpPr>
            <p:spPr>
              <a:xfrm>
                <a:off x="4319268" y="7738440"/>
                <a:ext cx="683541" cy="510729"/>
              </a:xfrm>
              <a:custGeom>
                <a:avLst/>
                <a:gdLst/>
                <a:ahLst/>
                <a:cxnLst/>
                <a:rect l="l" t="t" r="r" b="b"/>
                <a:pathLst>
                  <a:path w="683541" h="510729" fill="none">
                    <a:moveTo>
                      <a:pt x="0" y="510729"/>
                    </a:moveTo>
                    <a:lnTo>
                      <a:pt x="487440" y="205303"/>
                    </a:lnTo>
                    <a:lnTo>
                      <a:pt x="492939" y="128875"/>
                    </a:lnTo>
                    <a:lnTo>
                      <a:pt x="493650" y="118993"/>
                    </a:lnTo>
                    <a:lnTo>
                      <a:pt x="683541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14" name="Надпись"/>
              <p:cNvSpPr txBox="1"/>
              <p:nvPr/>
            </p:nvSpPr>
            <p:spPr>
              <a:xfrm rot="19675745">
                <a:off x="4312924" y="8112184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316" name="Контур"/>
              <p:cNvSpPr/>
              <p:nvPr/>
            </p:nvSpPr>
            <p:spPr>
              <a:xfrm>
                <a:off x="1457806" y="4652976"/>
                <a:ext cx="289532" cy="318346"/>
              </a:xfrm>
              <a:custGeom>
                <a:avLst/>
                <a:gdLst/>
                <a:ahLst/>
                <a:cxnLst/>
                <a:rect l="l" t="t" r="r" b="b"/>
                <a:pathLst>
                  <a:path w="289532" h="318346" fill="none">
                    <a:moveTo>
                      <a:pt x="119662" y="0"/>
                    </a:moveTo>
                    <a:lnTo>
                      <a:pt x="141482" y="39427"/>
                    </a:lnTo>
                    <a:lnTo>
                      <a:pt x="152822" y="48787"/>
                    </a:lnTo>
                    <a:lnTo>
                      <a:pt x="165332" y="56527"/>
                    </a:lnTo>
                    <a:lnTo>
                      <a:pt x="178652" y="62557"/>
                    </a:lnTo>
                    <a:lnTo>
                      <a:pt x="192782" y="66787"/>
                    </a:lnTo>
                    <a:lnTo>
                      <a:pt x="207272" y="69127"/>
                    </a:lnTo>
                    <a:lnTo>
                      <a:pt x="221942" y="69667"/>
                    </a:lnTo>
                    <a:lnTo>
                      <a:pt x="236522" y="68227"/>
                    </a:lnTo>
                    <a:lnTo>
                      <a:pt x="250832" y="64807"/>
                    </a:lnTo>
                    <a:moveTo>
                      <a:pt x="289532" y="44197"/>
                    </a:moveTo>
                    <a:lnTo>
                      <a:pt x="0" y="318346"/>
                    </a:lnTo>
                    <a:moveTo>
                      <a:pt x="0" y="318346"/>
                    </a:moveTo>
                    <a:lnTo>
                      <a:pt x="289532" y="44197"/>
                    </a:lnTo>
                    <a:moveTo>
                      <a:pt x="250832" y="64807"/>
                    </a:moveTo>
                    <a:lnTo>
                      <a:pt x="289532" y="44197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17" name="Контур"/>
              <p:cNvSpPr/>
              <p:nvPr/>
            </p:nvSpPr>
            <p:spPr>
              <a:xfrm>
                <a:off x="1421358" y="4366807"/>
                <a:ext cx="961560" cy="889446"/>
              </a:xfrm>
              <a:custGeom>
                <a:avLst/>
                <a:gdLst/>
                <a:ahLst/>
                <a:cxnLst/>
                <a:rect l="l" t="t" r="r" b="b"/>
                <a:pathLst>
                  <a:path w="961560" h="889446" fill="none">
                    <a:moveTo>
                      <a:pt x="0" y="889446"/>
                    </a:moveTo>
                    <a:lnTo>
                      <a:pt x="27839" y="863876"/>
                    </a:lnTo>
                    <a:moveTo>
                      <a:pt x="27839" y="863876"/>
                    </a:moveTo>
                    <a:lnTo>
                      <a:pt x="55677" y="838305"/>
                    </a:lnTo>
                    <a:moveTo>
                      <a:pt x="55677" y="838305"/>
                    </a:moveTo>
                    <a:lnTo>
                      <a:pt x="83516" y="812735"/>
                    </a:lnTo>
                    <a:moveTo>
                      <a:pt x="83516" y="812735"/>
                    </a:moveTo>
                    <a:lnTo>
                      <a:pt x="111355" y="787164"/>
                    </a:lnTo>
                    <a:moveTo>
                      <a:pt x="111355" y="787164"/>
                    </a:moveTo>
                    <a:lnTo>
                      <a:pt x="139194" y="761594"/>
                    </a:lnTo>
                    <a:moveTo>
                      <a:pt x="139194" y="761594"/>
                    </a:moveTo>
                    <a:lnTo>
                      <a:pt x="167032" y="736023"/>
                    </a:lnTo>
                    <a:moveTo>
                      <a:pt x="167032" y="736023"/>
                    </a:moveTo>
                    <a:lnTo>
                      <a:pt x="194871" y="710453"/>
                    </a:lnTo>
                    <a:moveTo>
                      <a:pt x="194871" y="710453"/>
                    </a:moveTo>
                    <a:lnTo>
                      <a:pt x="222710" y="684883"/>
                    </a:lnTo>
                    <a:moveTo>
                      <a:pt x="222710" y="684883"/>
                    </a:moveTo>
                    <a:lnTo>
                      <a:pt x="250548" y="659312"/>
                    </a:lnTo>
                    <a:moveTo>
                      <a:pt x="250548" y="659312"/>
                    </a:moveTo>
                    <a:lnTo>
                      <a:pt x="278387" y="633742"/>
                    </a:lnTo>
                    <a:moveTo>
                      <a:pt x="278387" y="633742"/>
                    </a:moveTo>
                    <a:lnTo>
                      <a:pt x="306226" y="608171"/>
                    </a:lnTo>
                    <a:moveTo>
                      <a:pt x="306226" y="608171"/>
                    </a:moveTo>
                    <a:lnTo>
                      <a:pt x="334064" y="582601"/>
                    </a:lnTo>
                    <a:moveTo>
                      <a:pt x="334064" y="582601"/>
                    </a:moveTo>
                    <a:lnTo>
                      <a:pt x="361903" y="557030"/>
                    </a:lnTo>
                    <a:moveTo>
                      <a:pt x="361903" y="557030"/>
                    </a:moveTo>
                    <a:lnTo>
                      <a:pt x="389742" y="531460"/>
                    </a:lnTo>
                    <a:moveTo>
                      <a:pt x="389742" y="531460"/>
                    </a:moveTo>
                    <a:lnTo>
                      <a:pt x="417580" y="505889"/>
                    </a:lnTo>
                    <a:moveTo>
                      <a:pt x="417580" y="505889"/>
                    </a:moveTo>
                    <a:lnTo>
                      <a:pt x="445419" y="480319"/>
                    </a:lnTo>
                    <a:moveTo>
                      <a:pt x="445419" y="480319"/>
                    </a:moveTo>
                    <a:lnTo>
                      <a:pt x="473258" y="454748"/>
                    </a:lnTo>
                    <a:moveTo>
                      <a:pt x="473258" y="454748"/>
                    </a:moveTo>
                    <a:lnTo>
                      <a:pt x="501096" y="429178"/>
                    </a:lnTo>
                    <a:moveTo>
                      <a:pt x="501096" y="429178"/>
                    </a:moveTo>
                    <a:lnTo>
                      <a:pt x="528935" y="403607"/>
                    </a:lnTo>
                    <a:moveTo>
                      <a:pt x="528935" y="403607"/>
                    </a:moveTo>
                    <a:lnTo>
                      <a:pt x="541239" y="392306"/>
                    </a:lnTo>
                    <a:lnTo>
                      <a:pt x="556659" y="377913"/>
                    </a:lnTo>
                    <a:moveTo>
                      <a:pt x="556659" y="377913"/>
                    </a:moveTo>
                    <a:lnTo>
                      <a:pt x="584293" y="352122"/>
                    </a:lnTo>
                    <a:moveTo>
                      <a:pt x="584293" y="352122"/>
                    </a:moveTo>
                    <a:lnTo>
                      <a:pt x="611927" y="326330"/>
                    </a:lnTo>
                    <a:moveTo>
                      <a:pt x="611927" y="326330"/>
                    </a:moveTo>
                    <a:lnTo>
                      <a:pt x="639560" y="300538"/>
                    </a:lnTo>
                    <a:moveTo>
                      <a:pt x="639560" y="300538"/>
                    </a:moveTo>
                    <a:lnTo>
                      <a:pt x="667194" y="274746"/>
                    </a:lnTo>
                    <a:moveTo>
                      <a:pt x="667194" y="274746"/>
                    </a:moveTo>
                    <a:lnTo>
                      <a:pt x="694828" y="248954"/>
                    </a:lnTo>
                    <a:moveTo>
                      <a:pt x="694828" y="248954"/>
                    </a:moveTo>
                    <a:lnTo>
                      <a:pt x="722461" y="223162"/>
                    </a:lnTo>
                    <a:moveTo>
                      <a:pt x="722461" y="223162"/>
                    </a:moveTo>
                    <a:lnTo>
                      <a:pt x="750095" y="197371"/>
                    </a:lnTo>
                    <a:moveTo>
                      <a:pt x="750095" y="197371"/>
                    </a:moveTo>
                    <a:lnTo>
                      <a:pt x="777729" y="171579"/>
                    </a:lnTo>
                    <a:moveTo>
                      <a:pt x="777729" y="171579"/>
                    </a:moveTo>
                    <a:lnTo>
                      <a:pt x="805362" y="145787"/>
                    </a:lnTo>
                    <a:moveTo>
                      <a:pt x="805362" y="145787"/>
                    </a:moveTo>
                    <a:lnTo>
                      <a:pt x="832996" y="119995"/>
                    </a:lnTo>
                    <a:moveTo>
                      <a:pt x="832996" y="119995"/>
                    </a:moveTo>
                    <a:lnTo>
                      <a:pt x="860630" y="94203"/>
                    </a:lnTo>
                    <a:moveTo>
                      <a:pt x="860630" y="94203"/>
                    </a:moveTo>
                    <a:lnTo>
                      <a:pt x="888263" y="68411"/>
                    </a:lnTo>
                    <a:moveTo>
                      <a:pt x="888263" y="68411"/>
                    </a:moveTo>
                    <a:lnTo>
                      <a:pt x="915897" y="42619"/>
                    </a:lnTo>
                    <a:moveTo>
                      <a:pt x="915897" y="42619"/>
                    </a:moveTo>
                    <a:lnTo>
                      <a:pt x="943531" y="16828"/>
                    </a:lnTo>
                    <a:moveTo>
                      <a:pt x="943531" y="16828"/>
                    </a:moveTo>
                    <a:lnTo>
                      <a:pt x="961560" y="0"/>
                    </a:lnTo>
                    <a:moveTo>
                      <a:pt x="325980" y="330366"/>
                    </a:moveTo>
                    <a:lnTo>
                      <a:pt x="353608" y="304568"/>
                    </a:lnTo>
                    <a:moveTo>
                      <a:pt x="353608" y="304568"/>
                    </a:moveTo>
                    <a:lnTo>
                      <a:pt x="381235" y="278769"/>
                    </a:lnTo>
                    <a:moveTo>
                      <a:pt x="381235" y="278769"/>
                    </a:moveTo>
                    <a:lnTo>
                      <a:pt x="408863" y="252971"/>
                    </a:lnTo>
                    <a:moveTo>
                      <a:pt x="408863" y="252971"/>
                    </a:moveTo>
                    <a:lnTo>
                      <a:pt x="417060" y="245316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18" name="Контур"/>
              <p:cNvSpPr/>
              <p:nvPr/>
            </p:nvSpPr>
            <p:spPr>
              <a:xfrm>
                <a:off x="1577468" y="4368205"/>
                <a:ext cx="396852" cy="284771"/>
              </a:xfrm>
              <a:custGeom>
                <a:avLst/>
                <a:gdLst/>
                <a:ahLst/>
                <a:cxnLst/>
                <a:rect l="l" t="t" r="r" b="b"/>
                <a:pathLst>
                  <a:path w="396852" h="284771" fill="none">
                    <a:moveTo>
                      <a:pt x="12691" y="215723"/>
                    </a:moveTo>
                    <a:lnTo>
                      <a:pt x="0" y="284771"/>
                    </a:lnTo>
                    <a:moveTo>
                      <a:pt x="396852" y="117290"/>
                    </a:moveTo>
                    <a:lnTo>
                      <a:pt x="260950" y="243918"/>
                    </a:lnTo>
                    <a:moveTo>
                      <a:pt x="396852" y="117290"/>
                    </a:moveTo>
                    <a:lnTo>
                      <a:pt x="260950" y="243918"/>
                    </a:lnTo>
                    <a:moveTo>
                      <a:pt x="260950" y="243918"/>
                    </a:moveTo>
                    <a:lnTo>
                      <a:pt x="176628" y="150293"/>
                    </a:lnTo>
                    <a:moveTo>
                      <a:pt x="176628" y="150293"/>
                    </a:moveTo>
                    <a:lnTo>
                      <a:pt x="92306" y="56667"/>
                    </a:lnTo>
                    <a:moveTo>
                      <a:pt x="92306" y="56667"/>
                    </a:moveTo>
                    <a:lnTo>
                      <a:pt x="41269" y="0"/>
                    </a:lnTo>
                    <a:lnTo>
                      <a:pt x="36065" y="49466"/>
                    </a:lnTo>
                    <a:moveTo>
                      <a:pt x="36065" y="49466"/>
                    </a:moveTo>
                    <a:lnTo>
                      <a:pt x="33299" y="75750"/>
                    </a:lnTo>
                    <a:lnTo>
                      <a:pt x="18795" y="174258"/>
                    </a:lnTo>
                    <a:moveTo>
                      <a:pt x="18795" y="174258"/>
                    </a:moveTo>
                    <a:lnTo>
                      <a:pt x="12691" y="21572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19" name="Контур"/>
              <p:cNvSpPr/>
              <p:nvPr/>
            </p:nvSpPr>
            <p:spPr>
              <a:xfrm>
                <a:off x="1623237" y="4411686"/>
                <a:ext cx="116209" cy="151644"/>
              </a:xfrm>
              <a:custGeom>
                <a:avLst/>
                <a:gdLst/>
                <a:ahLst/>
                <a:cxnLst/>
                <a:rect l="l" t="t" r="r" b="b"/>
                <a:pathLst>
                  <a:path w="116209" h="151644" fill="none">
                    <a:moveTo>
                      <a:pt x="69653" y="119543"/>
                    </a:moveTo>
                    <a:lnTo>
                      <a:pt x="116209" y="106683"/>
                    </a:lnTo>
                    <a:lnTo>
                      <a:pt x="98564" y="151644"/>
                    </a:lnTo>
                    <a:lnTo>
                      <a:pt x="69653" y="119543"/>
                    </a:lnTo>
                    <a:lnTo>
                      <a:pt x="73267" y="123556"/>
                    </a:lnTo>
                    <a:lnTo>
                      <a:pt x="108184" y="113911"/>
                    </a:lnTo>
                    <a:lnTo>
                      <a:pt x="94950" y="147631"/>
                    </a:lnTo>
                    <a:lnTo>
                      <a:pt x="98962" y="144017"/>
                    </a:lnTo>
                    <a:lnTo>
                      <a:pt x="77280" y="119942"/>
                    </a:lnTo>
                    <a:lnTo>
                      <a:pt x="73267" y="123556"/>
                    </a:lnTo>
                    <a:lnTo>
                      <a:pt x="69653" y="119543"/>
                    </a:lnTo>
                    <a:lnTo>
                      <a:pt x="84906" y="120341"/>
                    </a:lnTo>
                    <a:lnTo>
                      <a:pt x="81292" y="116328"/>
                    </a:lnTo>
                    <a:lnTo>
                      <a:pt x="96545" y="117126"/>
                    </a:lnTo>
                    <a:lnTo>
                      <a:pt x="92931" y="113113"/>
                    </a:lnTo>
                    <a:lnTo>
                      <a:pt x="112196" y="110297"/>
                    </a:lnTo>
                    <a:lnTo>
                      <a:pt x="107386" y="129163"/>
                    </a:lnTo>
                    <a:lnTo>
                      <a:pt x="103772" y="125151"/>
                    </a:lnTo>
                    <a:lnTo>
                      <a:pt x="102975" y="140403"/>
                    </a:lnTo>
                    <a:lnTo>
                      <a:pt x="99361" y="136391"/>
                    </a:lnTo>
                    <a:lnTo>
                      <a:pt x="98564" y="151644"/>
                    </a:lnTo>
                    <a:lnTo>
                      <a:pt x="95349" y="140005"/>
                    </a:lnTo>
                    <a:lnTo>
                      <a:pt x="87722" y="139606"/>
                    </a:lnTo>
                    <a:lnTo>
                      <a:pt x="88121" y="131980"/>
                    </a:lnTo>
                    <a:lnTo>
                      <a:pt x="80495" y="131581"/>
                    </a:lnTo>
                    <a:lnTo>
                      <a:pt x="80893" y="123955"/>
                    </a:lnTo>
                    <a:lnTo>
                      <a:pt x="69653" y="119543"/>
                    </a:lnTo>
                    <a:lnTo>
                      <a:pt x="77280" y="119942"/>
                    </a:lnTo>
                    <a:lnTo>
                      <a:pt x="76881" y="127568"/>
                    </a:lnTo>
                    <a:lnTo>
                      <a:pt x="84507" y="127967"/>
                    </a:lnTo>
                    <a:lnTo>
                      <a:pt x="84108" y="135593"/>
                    </a:lnTo>
                    <a:lnTo>
                      <a:pt x="91735" y="135992"/>
                    </a:lnTo>
                    <a:lnTo>
                      <a:pt x="91336" y="143619"/>
                    </a:lnTo>
                    <a:lnTo>
                      <a:pt x="98962" y="144017"/>
                    </a:lnTo>
                    <a:lnTo>
                      <a:pt x="102975" y="140403"/>
                    </a:lnTo>
                    <a:lnTo>
                      <a:pt x="99361" y="136391"/>
                    </a:lnTo>
                    <a:lnTo>
                      <a:pt x="107386" y="129163"/>
                    </a:lnTo>
                    <a:lnTo>
                      <a:pt x="103772" y="125151"/>
                    </a:lnTo>
                    <a:lnTo>
                      <a:pt x="116209" y="106683"/>
                    </a:lnTo>
                    <a:lnTo>
                      <a:pt x="108184" y="113911"/>
                    </a:lnTo>
                    <a:lnTo>
                      <a:pt x="104570" y="109898"/>
                    </a:lnTo>
                    <a:lnTo>
                      <a:pt x="96545" y="117126"/>
                    </a:lnTo>
                    <a:lnTo>
                      <a:pt x="92931" y="113113"/>
                    </a:lnTo>
                    <a:lnTo>
                      <a:pt x="84906" y="120341"/>
                    </a:lnTo>
                    <a:lnTo>
                      <a:pt x="81292" y="116328"/>
                    </a:lnTo>
                    <a:lnTo>
                      <a:pt x="77280" y="119942"/>
                    </a:lnTo>
                    <a:moveTo>
                      <a:pt x="40703" y="42962"/>
                    </a:moveTo>
                    <a:lnTo>
                      <a:pt x="0" y="16960"/>
                    </a:lnTo>
                    <a:lnTo>
                      <a:pt x="45223" y="0"/>
                    </a:lnTo>
                    <a:lnTo>
                      <a:pt x="40703" y="42962"/>
                    </a:lnTo>
                    <a:lnTo>
                      <a:pt x="41268" y="37592"/>
                    </a:lnTo>
                    <a:lnTo>
                      <a:pt x="10741" y="18090"/>
                    </a:lnTo>
                    <a:lnTo>
                      <a:pt x="44658" y="5370"/>
                    </a:lnTo>
                    <a:lnTo>
                      <a:pt x="39288" y="4805"/>
                    </a:lnTo>
                    <a:lnTo>
                      <a:pt x="35897" y="37027"/>
                    </a:lnTo>
                    <a:lnTo>
                      <a:pt x="41268" y="37592"/>
                    </a:lnTo>
                    <a:lnTo>
                      <a:pt x="40703" y="42962"/>
                    </a:lnTo>
                    <a:lnTo>
                      <a:pt x="31092" y="31092"/>
                    </a:lnTo>
                    <a:lnTo>
                      <a:pt x="30527" y="36462"/>
                    </a:lnTo>
                    <a:lnTo>
                      <a:pt x="20917" y="24591"/>
                    </a:lnTo>
                    <a:lnTo>
                      <a:pt x="20352" y="29961"/>
                    </a:lnTo>
                    <a:lnTo>
                      <a:pt x="5371" y="17525"/>
                    </a:lnTo>
                    <a:lnTo>
                      <a:pt x="22612" y="8480"/>
                    </a:lnTo>
                    <a:lnTo>
                      <a:pt x="22047" y="13850"/>
                    </a:lnTo>
                    <a:lnTo>
                      <a:pt x="33918" y="4240"/>
                    </a:lnTo>
                    <a:lnTo>
                      <a:pt x="33353" y="9610"/>
                    </a:lnTo>
                    <a:lnTo>
                      <a:pt x="45223" y="0"/>
                    </a:lnTo>
                    <a:lnTo>
                      <a:pt x="38723" y="10175"/>
                    </a:lnTo>
                    <a:lnTo>
                      <a:pt x="43528" y="16111"/>
                    </a:lnTo>
                    <a:lnTo>
                      <a:pt x="37593" y="20916"/>
                    </a:lnTo>
                    <a:lnTo>
                      <a:pt x="42398" y="26851"/>
                    </a:lnTo>
                    <a:lnTo>
                      <a:pt x="36463" y="31657"/>
                    </a:lnTo>
                    <a:lnTo>
                      <a:pt x="40703" y="42962"/>
                    </a:lnTo>
                    <a:lnTo>
                      <a:pt x="35897" y="37027"/>
                    </a:lnTo>
                    <a:lnTo>
                      <a:pt x="41833" y="32222"/>
                    </a:lnTo>
                    <a:lnTo>
                      <a:pt x="37028" y="26286"/>
                    </a:lnTo>
                    <a:lnTo>
                      <a:pt x="42963" y="21481"/>
                    </a:lnTo>
                    <a:lnTo>
                      <a:pt x="38158" y="15546"/>
                    </a:lnTo>
                    <a:lnTo>
                      <a:pt x="44093" y="10740"/>
                    </a:lnTo>
                    <a:lnTo>
                      <a:pt x="39288" y="4805"/>
                    </a:lnTo>
                    <a:lnTo>
                      <a:pt x="33918" y="4240"/>
                    </a:lnTo>
                    <a:lnTo>
                      <a:pt x="33353" y="9610"/>
                    </a:lnTo>
                    <a:lnTo>
                      <a:pt x="22612" y="8480"/>
                    </a:lnTo>
                    <a:lnTo>
                      <a:pt x="22047" y="13850"/>
                    </a:lnTo>
                    <a:lnTo>
                      <a:pt x="0" y="16960"/>
                    </a:lnTo>
                    <a:lnTo>
                      <a:pt x="10741" y="18090"/>
                    </a:lnTo>
                    <a:lnTo>
                      <a:pt x="10176" y="23461"/>
                    </a:lnTo>
                    <a:lnTo>
                      <a:pt x="20917" y="24591"/>
                    </a:lnTo>
                    <a:lnTo>
                      <a:pt x="20352" y="29961"/>
                    </a:lnTo>
                    <a:lnTo>
                      <a:pt x="31092" y="31092"/>
                    </a:lnTo>
                    <a:lnTo>
                      <a:pt x="30527" y="36462"/>
                    </a:lnTo>
                    <a:lnTo>
                      <a:pt x="35897" y="370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20" name="Контур"/>
              <p:cNvSpPr/>
              <p:nvPr/>
            </p:nvSpPr>
            <p:spPr>
              <a:xfrm>
                <a:off x="2382918" y="4222954"/>
                <a:ext cx="151675" cy="143853"/>
              </a:xfrm>
              <a:custGeom>
                <a:avLst/>
                <a:gdLst/>
                <a:ahLst/>
                <a:cxnLst/>
                <a:rect l="l" t="t" r="r" b="b"/>
                <a:pathLst>
                  <a:path w="151675" h="143853" fill="none">
                    <a:moveTo>
                      <a:pt x="0" y="143853"/>
                    </a:moveTo>
                    <a:lnTo>
                      <a:pt x="27634" y="118061"/>
                    </a:lnTo>
                    <a:moveTo>
                      <a:pt x="27634" y="118061"/>
                    </a:moveTo>
                    <a:lnTo>
                      <a:pt x="55268" y="92269"/>
                    </a:lnTo>
                    <a:moveTo>
                      <a:pt x="55268" y="92269"/>
                    </a:moveTo>
                    <a:lnTo>
                      <a:pt x="82902" y="66477"/>
                    </a:lnTo>
                    <a:moveTo>
                      <a:pt x="82902" y="66477"/>
                    </a:moveTo>
                    <a:lnTo>
                      <a:pt x="110535" y="40685"/>
                    </a:lnTo>
                    <a:moveTo>
                      <a:pt x="110535" y="40685"/>
                    </a:moveTo>
                    <a:lnTo>
                      <a:pt x="111935" y="39379"/>
                    </a:lnTo>
                    <a:lnTo>
                      <a:pt x="128443" y="23410"/>
                    </a:lnTo>
                    <a:lnTo>
                      <a:pt x="137586" y="14285"/>
                    </a:lnTo>
                    <a:moveTo>
                      <a:pt x="137586" y="14285"/>
                    </a:moveTo>
                    <a:lnTo>
                      <a:pt x="144699" y="7186"/>
                    </a:lnTo>
                    <a:lnTo>
                      <a:pt x="151675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21" name="Контур"/>
              <p:cNvSpPr/>
              <p:nvPr/>
            </p:nvSpPr>
            <p:spPr>
              <a:xfrm>
                <a:off x="1948848" y="1736083"/>
                <a:ext cx="680310" cy="2545069"/>
              </a:xfrm>
              <a:custGeom>
                <a:avLst/>
                <a:gdLst/>
                <a:ahLst/>
                <a:cxnLst/>
                <a:rect l="l" t="t" r="r" b="b"/>
                <a:pathLst>
                  <a:path w="680310" h="2545069" fill="none">
                    <a:moveTo>
                      <a:pt x="434070" y="2369808"/>
                    </a:moveTo>
                    <a:lnTo>
                      <a:pt x="416340" y="2388781"/>
                    </a:lnTo>
                    <a:lnTo>
                      <a:pt x="297465" y="2499698"/>
                    </a:lnTo>
                    <a:lnTo>
                      <a:pt x="287280" y="2509200"/>
                    </a:lnTo>
                    <a:lnTo>
                      <a:pt x="275490" y="2519370"/>
                    </a:lnTo>
                    <a:lnTo>
                      <a:pt x="262530" y="2528100"/>
                    </a:lnTo>
                    <a:lnTo>
                      <a:pt x="248629" y="2535054"/>
                    </a:lnTo>
                    <a:lnTo>
                      <a:pt x="233950" y="2540272"/>
                    </a:lnTo>
                    <a:lnTo>
                      <a:pt x="218736" y="2543627"/>
                    </a:lnTo>
                    <a:lnTo>
                      <a:pt x="203226" y="2545069"/>
                    </a:lnTo>
                    <a:lnTo>
                      <a:pt x="187654" y="2544572"/>
                    </a:lnTo>
                    <a:lnTo>
                      <a:pt x="172266" y="2542146"/>
                    </a:lnTo>
                    <a:lnTo>
                      <a:pt x="157298" y="2537829"/>
                    </a:lnTo>
                    <a:lnTo>
                      <a:pt x="143010" y="2531700"/>
                    </a:lnTo>
                    <a:moveTo>
                      <a:pt x="143010" y="2531700"/>
                    </a:moveTo>
                    <a:lnTo>
                      <a:pt x="157298" y="2537829"/>
                    </a:lnTo>
                    <a:lnTo>
                      <a:pt x="172266" y="2542146"/>
                    </a:lnTo>
                    <a:lnTo>
                      <a:pt x="187654" y="2544572"/>
                    </a:lnTo>
                    <a:lnTo>
                      <a:pt x="203226" y="2545069"/>
                    </a:lnTo>
                    <a:lnTo>
                      <a:pt x="218736" y="2543627"/>
                    </a:lnTo>
                    <a:lnTo>
                      <a:pt x="233950" y="2540272"/>
                    </a:lnTo>
                    <a:lnTo>
                      <a:pt x="248629" y="2535054"/>
                    </a:lnTo>
                    <a:lnTo>
                      <a:pt x="262530" y="2528100"/>
                    </a:lnTo>
                    <a:lnTo>
                      <a:pt x="275490" y="2519370"/>
                    </a:lnTo>
                    <a:lnTo>
                      <a:pt x="287280" y="2509200"/>
                    </a:lnTo>
                    <a:lnTo>
                      <a:pt x="297465" y="2499698"/>
                    </a:lnTo>
                    <a:lnTo>
                      <a:pt x="416340" y="2388781"/>
                    </a:lnTo>
                    <a:lnTo>
                      <a:pt x="434070" y="2369808"/>
                    </a:lnTo>
                    <a:moveTo>
                      <a:pt x="680310" y="2030400"/>
                    </a:moveTo>
                    <a:lnTo>
                      <a:pt x="605970" y="2160450"/>
                    </a:lnTo>
                    <a:lnTo>
                      <a:pt x="517860" y="2280150"/>
                    </a:lnTo>
                    <a:lnTo>
                      <a:pt x="434070" y="2369808"/>
                    </a:lnTo>
                    <a:moveTo>
                      <a:pt x="143010" y="2531700"/>
                    </a:moveTo>
                    <a:lnTo>
                      <a:pt x="434070" y="2260142"/>
                    </a:lnTo>
                    <a:moveTo>
                      <a:pt x="434070" y="2369808"/>
                    </a:moveTo>
                    <a:lnTo>
                      <a:pt x="517860" y="2280150"/>
                    </a:lnTo>
                    <a:lnTo>
                      <a:pt x="605970" y="2160450"/>
                    </a:lnTo>
                    <a:lnTo>
                      <a:pt x="680310" y="2030400"/>
                    </a:lnTo>
                    <a:moveTo>
                      <a:pt x="434070" y="2260142"/>
                    </a:moveTo>
                    <a:lnTo>
                      <a:pt x="680310" y="2030400"/>
                    </a:lnTo>
                    <a:moveTo>
                      <a:pt x="506880" y="543240"/>
                    </a:moveTo>
                    <a:lnTo>
                      <a:pt x="434070" y="611120"/>
                    </a:lnTo>
                    <a:moveTo>
                      <a:pt x="434070" y="611120"/>
                    </a:moveTo>
                    <a:lnTo>
                      <a:pt x="506880" y="543240"/>
                    </a:lnTo>
                    <a:moveTo>
                      <a:pt x="552870" y="592650"/>
                    </a:moveTo>
                    <a:lnTo>
                      <a:pt x="506880" y="543240"/>
                    </a:lnTo>
                    <a:moveTo>
                      <a:pt x="434070" y="465208"/>
                    </a:moveTo>
                    <a:lnTo>
                      <a:pt x="506880" y="543240"/>
                    </a:lnTo>
                    <a:moveTo>
                      <a:pt x="506880" y="543240"/>
                    </a:moveTo>
                    <a:lnTo>
                      <a:pt x="434070" y="465208"/>
                    </a:lnTo>
                    <a:moveTo>
                      <a:pt x="0" y="0"/>
                    </a:moveTo>
                    <a:lnTo>
                      <a:pt x="85959" y="92125"/>
                    </a:lnTo>
                    <a:moveTo>
                      <a:pt x="85959" y="92125"/>
                    </a:moveTo>
                    <a:lnTo>
                      <a:pt x="171918" y="184251"/>
                    </a:lnTo>
                    <a:moveTo>
                      <a:pt x="171918" y="184251"/>
                    </a:moveTo>
                    <a:lnTo>
                      <a:pt x="257877" y="276376"/>
                    </a:lnTo>
                    <a:moveTo>
                      <a:pt x="257877" y="276376"/>
                    </a:moveTo>
                    <a:lnTo>
                      <a:pt x="343836" y="368501"/>
                    </a:lnTo>
                    <a:moveTo>
                      <a:pt x="343836" y="368501"/>
                    </a:moveTo>
                    <a:lnTo>
                      <a:pt x="429795" y="460626"/>
                    </a:lnTo>
                    <a:moveTo>
                      <a:pt x="429795" y="460626"/>
                    </a:moveTo>
                    <a:lnTo>
                      <a:pt x="434070" y="46520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22" name="Контур"/>
              <p:cNvSpPr/>
              <p:nvPr/>
            </p:nvSpPr>
            <p:spPr>
              <a:xfrm>
                <a:off x="1995325" y="1851369"/>
                <a:ext cx="390157" cy="413766"/>
              </a:xfrm>
              <a:custGeom>
                <a:avLst/>
                <a:gdLst/>
                <a:ahLst/>
                <a:cxnLst/>
                <a:rect l="l" t="t" r="r" b="b"/>
                <a:pathLst>
                  <a:path w="390157" h="413766" fill="none">
                    <a:moveTo>
                      <a:pt x="0" y="13679"/>
                    </a:moveTo>
                    <a:lnTo>
                      <a:pt x="46321" y="0"/>
                    </a:lnTo>
                    <a:lnTo>
                      <a:pt x="29471" y="45265"/>
                    </a:lnTo>
                    <a:lnTo>
                      <a:pt x="0" y="13679"/>
                    </a:lnTo>
                    <a:lnTo>
                      <a:pt x="3684" y="17627"/>
                    </a:lnTo>
                    <a:lnTo>
                      <a:pt x="38425" y="7368"/>
                    </a:lnTo>
                    <a:lnTo>
                      <a:pt x="25787" y="41316"/>
                    </a:lnTo>
                    <a:lnTo>
                      <a:pt x="29736" y="37633"/>
                    </a:lnTo>
                    <a:lnTo>
                      <a:pt x="7632" y="13943"/>
                    </a:lnTo>
                    <a:lnTo>
                      <a:pt x="3684" y="17627"/>
                    </a:lnTo>
                    <a:lnTo>
                      <a:pt x="0" y="13679"/>
                    </a:lnTo>
                    <a:lnTo>
                      <a:pt x="15264" y="14207"/>
                    </a:lnTo>
                    <a:lnTo>
                      <a:pt x="11580" y="10259"/>
                    </a:lnTo>
                    <a:lnTo>
                      <a:pt x="26844" y="10788"/>
                    </a:lnTo>
                    <a:lnTo>
                      <a:pt x="23161" y="6840"/>
                    </a:lnTo>
                    <a:lnTo>
                      <a:pt x="42373" y="3684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33684" y="33949"/>
                    </a:lnTo>
                    <a:lnTo>
                      <a:pt x="30000" y="30000"/>
                    </a:lnTo>
                    <a:lnTo>
                      <a:pt x="29471" y="45265"/>
                    </a:lnTo>
                    <a:lnTo>
                      <a:pt x="26052" y="33684"/>
                    </a:lnTo>
                    <a:lnTo>
                      <a:pt x="18420" y="33420"/>
                    </a:lnTo>
                    <a:lnTo>
                      <a:pt x="18684" y="25788"/>
                    </a:lnTo>
                    <a:lnTo>
                      <a:pt x="11052" y="25524"/>
                    </a:lnTo>
                    <a:lnTo>
                      <a:pt x="11316" y="17891"/>
                    </a:lnTo>
                    <a:lnTo>
                      <a:pt x="0" y="13679"/>
                    </a:lnTo>
                    <a:lnTo>
                      <a:pt x="7632" y="13943"/>
                    </a:lnTo>
                    <a:lnTo>
                      <a:pt x="7368" y="21575"/>
                    </a:lnTo>
                    <a:lnTo>
                      <a:pt x="15000" y="21840"/>
                    </a:lnTo>
                    <a:lnTo>
                      <a:pt x="14736" y="29472"/>
                    </a:lnTo>
                    <a:lnTo>
                      <a:pt x="22368" y="29736"/>
                    </a:lnTo>
                    <a:lnTo>
                      <a:pt x="22103" y="37368"/>
                    </a:lnTo>
                    <a:lnTo>
                      <a:pt x="29736" y="37633"/>
                    </a:lnTo>
                    <a:lnTo>
                      <a:pt x="33684" y="33949"/>
                    </a:lnTo>
                    <a:lnTo>
                      <a:pt x="30000" y="30000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46321" y="0"/>
                    </a:lnTo>
                    <a:lnTo>
                      <a:pt x="38425" y="7368"/>
                    </a:lnTo>
                    <a:lnTo>
                      <a:pt x="34741" y="3420"/>
                    </a:lnTo>
                    <a:lnTo>
                      <a:pt x="26844" y="10788"/>
                    </a:lnTo>
                    <a:lnTo>
                      <a:pt x="23161" y="6840"/>
                    </a:lnTo>
                    <a:lnTo>
                      <a:pt x="15264" y="14207"/>
                    </a:lnTo>
                    <a:lnTo>
                      <a:pt x="11580" y="10259"/>
                    </a:lnTo>
                    <a:lnTo>
                      <a:pt x="7632" y="13943"/>
                    </a:lnTo>
                    <a:moveTo>
                      <a:pt x="171918" y="197929"/>
                    </a:moveTo>
                    <a:lnTo>
                      <a:pt x="218239" y="184251"/>
                    </a:lnTo>
                    <a:lnTo>
                      <a:pt x="201389" y="229515"/>
                    </a:lnTo>
                    <a:lnTo>
                      <a:pt x="171918" y="197929"/>
                    </a:lnTo>
                    <a:lnTo>
                      <a:pt x="175602" y="201878"/>
                    </a:lnTo>
                    <a:lnTo>
                      <a:pt x="210343" y="191619"/>
                    </a:lnTo>
                    <a:lnTo>
                      <a:pt x="197705" y="225567"/>
                    </a:lnTo>
                    <a:lnTo>
                      <a:pt x="201654" y="221883"/>
                    </a:lnTo>
                    <a:lnTo>
                      <a:pt x="179550" y="198194"/>
                    </a:lnTo>
                    <a:lnTo>
                      <a:pt x="175602" y="201878"/>
                    </a:lnTo>
                    <a:lnTo>
                      <a:pt x="171918" y="197929"/>
                    </a:lnTo>
                    <a:lnTo>
                      <a:pt x="187182" y="198458"/>
                    </a:lnTo>
                    <a:lnTo>
                      <a:pt x="183498" y="194510"/>
                    </a:lnTo>
                    <a:lnTo>
                      <a:pt x="198762" y="195038"/>
                    </a:lnTo>
                    <a:lnTo>
                      <a:pt x="195078" y="191090"/>
                    </a:lnTo>
                    <a:lnTo>
                      <a:pt x="214291" y="187935"/>
                    </a:lnTo>
                    <a:lnTo>
                      <a:pt x="209814" y="206883"/>
                    </a:lnTo>
                    <a:lnTo>
                      <a:pt x="206130" y="202935"/>
                    </a:lnTo>
                    <a:lnTo>
                      <a:pt x="205602" y="218199"/>
                    </a:lnTo>
                    <a:lnTo>
                      <a:pt x="201918" y="214251"/>
                    </a:lnTo>
                    <a:lnTo>
                      <a:pt x="201389" y="229515"/>
                    </a:lnTo>
                    <a:lnTo>
                      <a:pt x="197970" y="217935"/>
                    </a:lnTo>
                    <a:lnTo>
                      <a:pt x="190337" y="217670"/>
                    </a:lnTo>
                    <a:lnTo>
                      <a:pt x="190602" y="210038"/>
                    </a:lnTo>
                    <a:lnTo>
                      <a:pt x="182970" y="209774"/>
                    </a:lnTo>
                    <a:lnTo>
                      <a:pt x="183234" y="202142"/>
                    </a:lnTo>
                    <a:lnTo>
                      <a:pt x="171918" y="197929"/>
                    </a:lnTo>
                    <a:lnTo>
                      <a:pt x="179550" y="198194"/>
                    </a:lnTo>
                    <a:lnTo>
                      <a:pt x="179286" y="205826"/>
                    </a:lnTo>
                    <a:lnTo>
                      <a:pt x="186918" y="206090"/>
                    </a:lnTo>
                    <a:lnTo>
                      <a:pt x="186653" y="213722"/>
                    </a:lnTo>
                    <a:lnTo>
                      <a:pt x="194286" y="213987"/>
                    </a:lnTo>
                    <a:lnTo>
                      <a:pt x="194021" y="221619"/>
                    </a:lnTo>
                    <a:lnTo>
                      <a:pt x="201654" y="221883"/>
                    </a:lnTo>
                    <a:lnTo>
                      <a:pt x="205602" y="218199"/>
                    </a:lnTo>
                    <a:lnTo>
                      <a:pt x="201918" y="214251"/>
                    </a:lnTo>
                    <a:lnTo>
                      <a:pt x="209814" y="206883"/>
                    </a:lnTo>
                    <a:lnTo>
                      <a:pt x="206130" y="202935"/>
                    </a:lnTo>
                    <a:lnTo>
                      <a:pt x="218239" y="184251"/>
                    </a:lnTo>
                    <a:lnTo>
                      <a:pt x="210343" y="191619"/>
                    </a:lnTo>
                    <a:lnTo>
                      <a:pt x="206659" y="187670"/>
                    </a:lnTo>
                    <a:lnTo>
                      <a:pt x="198762" y="195038"/>
                    </a:lnTo>
                    <a:lnTo>
                      <a:pt x="195078" y="191090"/>
                    </a:lnTo>
                    <a:lnTo>
                      <a:pt x="187182" y="198458"/>
                    </a:lnTo>
                    <a:lnTo>
                      <a:pt x="183498" y="194510"/>
                    </a:lnTo>
                    <a:lnTo>
                      <a:pt x="179550" y="198194"/>
                    </a:lnTo>
                    <a:moveTo>
                      <a:pt x="343836" y="382180"/>
                    </a:moveTo>
                    <a:lnTo>
                      <a:pt x="390157" y="368501"/>
                    </a:lnTo>
                    <a:lnTo>
                      <a:pt x="373307" y="413766"/>
                    </a:lnTo>
                    <a:lnTo>
                      <a:pt x="343836" y="382180"/>
                    </a:lnTo>
                    <a:lnTo>
                      <a:pt x="347520" y="386128"/>
                    </a:lnTo>
                    <a:lnTo>
                      <a:pt x="382261" y="375869"/>
                    </a:lnTo>
                    <a:lnTo>
                      <a:pt x="369623" y="409817"/>
                    </a:lnTo>
                    <a:lnTo>
                      <a:pt x="373572" y="406133"/>
                    </a:lnTo>
                    <a:lnTo>
                      <a:pt x="351468" y="382444"/>
                    </a:lnTo>
                    <a:lnTo>
                      <a:pt x="347520" y="386128"/>
                    </a:lnTo>
                    <a:lnTo>
                      <a:pt x="343836" y="382180"/>
                    </a:lnTo>
                    <a:lnTo>
                      <a:pt x="359100" y="382708"/>
                    </a:lnTo>
                    <a:lnTo>
                      <a:pt x="355416" y="378760"/>
                    </a:lnTo>
                    <a:lnTo>
                      <a:pt x="370680" y="379289"/>
                    </a:lnTo>
                    <a:lnTo>
                      <a:pt x="366996" y="375340"/>
                    </a:lnTo>
                    <a:lnTo>
                      <a:pt x="386209" y="372185"/>
                    </a:lnTo>
                    <a:lnTo>
                      <a:pt x="381732" y="391133"/>
                    </a:lnTo>
                    <a:lnTo>
                      <a:pt x="378048" y="387185"/>
                    </a:lnTo>
                    <a:lnTo>
                      <a:pt x="377520" y="402449"/>
                    </a:lnTo>
                    <a:lnTo>
                      <a:pt x="373836" y="398501"/>
                    </a:lnTo>
                    <a:lnTo>
                      <a:pt x="373307" y="413766"/>
                    </a:lnTo>
                    <a:lnTo>
                      <a:pt x="369888" y="402185"/>
                    </a:lnTo>
                    <a:lnTo>
                      <a:pt x="362255" y="401921"/>
                    </a:lnTo>
                    <a:lnTo>
                      <a:pt x="362520" y="394289"/>
                    </a:lnTo>
                    <a:lnTo>
                      <a:pt x="354887" y="394024"/>
                    </a:lnTo>
                    <a:lnTo>
                      <a:pt x="355152" y="386392"/>
                    </a:lnTo>
                    <a:lnTo>
                      <a:pt x="343836" y="382180"/>
                    </a:lnTo>
                    <a:lnTo>
                      <a:pt x="351468" y="382444"/>
                    </a:lnTo>
                    <a:lnTo>
                      <a:pt x="351203" y="390076"/>
                    </a:lnTo>
                    <a:lnTo>
                      <a:pt x="358836" y="390341"/>
                    </a:lnTo>
                    <a:lnTo>
                      <a:pt x="358571" y="397973"/>
                    </a:lnTo>
                    <a:lnTo>
                      <a:pt x="366204" y="398237"/>
                    </a:lnTo>
                    <a:lnTo>
                      <a:pt x="365939" y="405869"/>
                    </a:lnTo>
                    <a:lnTo>
                      <a:pt x="373572" y="406133"/>
                    </a:lnTo>
                    <a:lnTo>
                      <a:pt x="377520" y="402449"/>
                    </a:lnTo>
                    <a:lnTo>
                      <a:pt x="373836" y="398501"/>
                    </a:lnTo>
                    <a:lnTo>
                      <a:pt x="381732" y="391133"/>
                    </a:lnTo>
                    <a:lnTo>
                      <a:pt x="378048" y="387185"/>
                    </a:lnTo>
                    <a:lnTo>
                      <a:pt x="390157" y="368501"/>
                    </a:lnTo>
                    <a:lnTo>
                      <a:pt x="382261" y="375869"/>
                    </a:lnTo>
                    <a:lnTo>
                      <a:pt x="378577" y="371921"/>
                    </a:lnTo>
                    <a:lnTo>
                      <a:pt x="370680" y="379289"/>
                    </a:lnTo>
                    <a:lnTo>
                      <a:pt x="366996" y="375340"/>
                    </a:lnTo>
                    <a:lnTo>
                      <a:pt x="359100" y="382708"/>
                    </a:lnTo>
                    <a:lnTo>
                      <a:pt x="355416" y="378760"/>
                    </a:lnTo>
                    <a:lnTo>
                      <a:pt x="351468" y="38244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23" name="Контур"/>
              <p:cNvSpPr/>
              <p:nvPr/>
            </p:nvSpPr>
            <p:spPr>
              <a:xfrm>
                <a:off x="1948848" y="1736083"/>
                <a:ext cx="595662" cy="465208"/>
              </a:xfrm>
              <a:custGeom>
                <a:avLst/>
                <a:gdLst/>
                <a:ahLst/>
                <a:cxnLst/>
                <a:rect l="l" t="t" r="r" b="b"/>
                <a:pathLst>
                  <a:path w="595662" h="465208" fill="none">
                    <a:moveTo>
                      <a:pt x="434070" y="222698"/>
                    </a:moveTo>
                    <a:lnTo>
                      <a:pt x="595662" y="395865"/>
                    </a:lnTo>
                    <a:moveTo>
                      <a:pt x="434070" y="465208"/>
                    </a:moveTo>
                    <a:lnTo>
                      <a:pt x="348111" y="373083"/>
                    </a:lnTo>
                    <a:moveTo>
                      <a:pt x="348111" y="373083"/>
                    </a:moveTo>
                    <a:lnTo>
                      <a:pt x="262152" y="280958"/>
                    </a:lnTo>
                    <a:moveTo>
                      <a:pt x="262152" y="280958"/>
                    </a:moveTo>
                    <a:lnTo>
                      <a:pt x="176193" y="188833"/>
                    </a:lnTo>
                    <a:moveTo>
                      <a:pt x="176193" y="188833"/>
                    </a:moveTo>
                    <a:lnTo>
                      <a:pt x="90235" y="96708"/>
                    </a:lnTo>
                    <a:moveTo>
                      <a:pt x="90235" y="96708"/>
                    </a:moveTo>
                    <a:lnTo>
                      <a:pt x="4276" y="4582"/>
                    </a:lnTo>
                    <a:moveTo>
                      <a:pt x="4276" y="4582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24" name="Контур"/>
              <p:cNvSpPr/>
              <p:nvPr/>
            </p:nvSpPr>
            <p:spPr>
              <a:xfrm>
                <a:off x="1946284" y="1672240"/>
                <a:ext cx="390158" cy="413765"/>
              </a:xfrm>
              <a:custGeom>
                <a:avLst/>
                <a:gdLst/>
                <a:ahLst/>
                <a:cxnLst/>
                <a:rect l="l" t="t" r="r" b="b"/>
                <a:pathLst>
                  <a:path w="390158" h="413765" fill="none">
                    <a:moveTo>
                      <a:pt x="390158" y="400087"/>
                    </a:moveTo>
                    <a:lnTo>
                      <a:pt x="343836" y="413765"/>
                    </a:lnTo>
                    <a:lnTo>
                      <a:pt x="360686" y="368501"/>
                    </a:lnTo>
                    <a:lnTo>
                      <a:pt x="390158" y="400087"/>
                    </a:lnTo>
                    <a:lnTo>
                      <a:pt x="386474" y="396138"/>
                    </a:lnTo>
                    <a:lnTo>
                      <a:pt x="351732" y="406398"/>
                    </a:lnTo>
                    <a:lnTo>
                      <a:pt x="364370" y="372449"/>
                    </a:lnTo>
                    <a:lnTo>
                      <a:pt x="360422" y="376133"/>
                    </a:lnTo>
                    <a:lnTo>
                      <a:pt x="382525" y="399822"/>
                    </a:lnTo>
                    <a:lnTo>
                      <a:pt x="386474" y="396138"/>
                    </a:lnTo>
                    <a:lnTo>
                      <a:pt x="390158" y="400087"/>
                    </a:lnTo>
                    <a:lnTo>
                      <a:pt x="374893" y="399558"/>
                    </a:lnTo>
                    <a:lnTo>
                      <a:pt x="378577" y="403506"/>
                    </a:lnTo>
                    <a:lnTo>
                      <a:pt x="363313" y="402978"/>
                    </a:lnTo>
                    <a:lnTo>
                      <a:pt x="366997" y="406926"/>
                    </a:lnTo>
                    <a:lnTo>
                      <a:pt x="347784" y="410082"/>
                    </a:lnTo>
                    <a:lnTo>
                      <a:pt x="352261" y="391133"/>
                    </a:lnTo>
                    <a:lnTo>
                      <a:pt x="355945" y="395081"/>
                    </a:lnTo>
                    <a:lnTo>
                      <a:pt x="356474" y="379817"/>
                    </a:lnTo>
                    <a:lnTo>
                      <a:pt x="360157" y="383765"/>
                    </a:lnTo>
                    <a:lnTo>
                      <a:pt x="360686" y="368501"/>
                    </a:lnTo>
                    <a:lnTo>
                      <a:pt x="364106" y="380081"/>
                    </a:lnTo>
                    <a:lnTo>
                      <a:pt x="371738" y="380346"/>
                    </a:lnTo>
                    <a:lnTo>
                      <a:pt x="371474" y="387978"/>
                    </a:lnTo>
                    <a:lnTo>
                      <a:pt x="379106" y="388242"/>
                    </a:lnTo>
                    <a:lnTo>
                      <a:pt x="378842" y="395874"/>
                    </a:lnTo>
                    <a:lnTo>
                      <a:pt x="390158" y="400087"/>
                    </a:lnTo>
                    <a:lnTo>
                      <a:pt x="382525" y="399822"/>
                    </a:lnTo>
                    <a:lnTo>
                      <a:pt x="382790" y="392190"/>
                    </a:lnTo>
                    <a:lnTo>
                      <a:pt x="375158" y="391926"/>
                    </a:lnTo>
                    <a:lnTo>
                      <a:pt x="375422" y="384294"/>
                    </a:lnTo>
                    <a:lnTo>
                      <a:pt x="367790" y="384030"/>
                    </a:lnTo>
                    <a:lnTo>
                      <a:pt x="368054" y="376397"/>
                    </a:lnTo>
                    <a:lnTo>
                      <a:pt x="360422" y="376133"/>
                    </a:lnTo>
                    <a:lnTo>
                      <a:pt x="356474" y="379817"/>
                    </a:lnTo>
                    <a:lnTo>
                      <a:pt x="360157" y="383765"/>
                    </a:lnTo>
                    <a:lnTo>
                      <a:pt x="352261" y="391133"/>
                    </a:lnTo>
                    <a:lnTo>
                      <a:pt x="355945" y="395081"/>
                    </a:lnTo>
                    <a:lnTo>
                      <a:pt x="343836" y="413765"/>
                    </a:lnTo>
                    <a:lnTo>
                      <a:pt x="351732" y="406398"/>
                    </a:lnTo>
                    <a:lnTo>
                      <a:pt x="355416" y="410346"/>
                    </a:lnTo>
                    <a:lnTo>
                      <a:pt x="363313" y="402978"/>
                    </a:lnTo>
                    <a:lnTo>
                      <a:pt x="366997" y="406926"/>
                    </a:lnTo>
                    <a:lnTo>
                      <a:pt x="374893" y="399558"/>
                    </a:lnTo>
                    <a:lnTo>
                      <a:pt x="378577" y="403506"/>
                    </a:lnTo>
                    <a:lnTo>
                      <a:pt x="382525" y="399822"/>
                    </a:lnTo>
                    <a:moveTo>
                      <a:pt x="218240" y="215836"/>
                    </a:moveTo>
                    <a:lnTo>
                      <a:pt x="171918" y="229515"/>
                    </a:lnTo>
                    <a:lnTo>
                      <a:pt x="188768" y="184250"/>
                    </a:lnTo>
                    <a:lnTo>
                      <a:pt x="218240" y="215836"/>
                    </a:lnTo>
                    <a:lnTo>
                      <a:pt x="214556" y="211888"/>
                    </a:lnTo>
                    <a:lnTo>
                      <a:pt x="179815" y="222147"/>
                    </a:lnTo>
                    <a:lnTo>
                      <a:pt x="192452" y="188199"/>
                    </a:lnTo>
                    <a:lnTo>
                      <a:pt x="188504" y="191883"/>
                    </a:lnTo>
                    <a:lnTo>
                      <a:pt x="210608" y="215572"/>
                    </a:lnTo>
                    <a:lnTo>
                      <a:pt x="214556" y="211888"/>
                    </a:lnTo>
                    <a:lnTo>
                      <a:pt x="218240" y="215836"/>
                    </a:lnTo>
                    <a:lnTo>
                      <a:pt x="202975" y="215308"/>
                    </a:lnTo>
                    <a:lnTo>
                      <a:pt x="206659" y="219256"/>
                    </a:lnTo>
                    <a:lnTo>
                      <a:pt x="191395" y="218727"/>
                    </a:lnTo>
                    <a:lnTo>
                      <a:pt x="195079" y="222676"/>
                    </a:lnTo>
                    <a:lnTo>
                      <a:pt x="175866" y="225831"/>
                    </a:lnTo>
                    <a:lnTo>
                      <a:pt x="180343" y="206883"/>
                    </a:lnTo>
                    <a:lnTo>
                      <a:pt x="184027" y="210831"/>
                    </a:lnTo>
                    <a:lnTo>
                      <a:pt x="184556" y="195567"/>
                    </a:lnTo>
                    <a:lnTo>
                      <a:pt x="188240" y="199515"/>
                    </a:lnTo>
                    <a:lnTo>
                      <a:pt x="188768" y="184250"/>
                    </a:lnTo>
                    <a:lnTo>
                      <a:pt x="192188" y="195831"/>
                    </a:lnTo>
                    <a:lnTo>
                      <a:pt x="199820" y="196095"/>
                    </a:lnTo>
                    <a:lnTo>
                      <a:pt x="199556" y="203727"/>
                    </a:lnTo>
                    <a:lnTo>
                      <a:pt x="207188" y="203992"/>
                    </a:lnTo>
                    <a:lnTo>
                      <a:pt x="206924" y="211624"/>
                    </a:lnTo>
                    <a:lnTo>
                      <a:pt x="218240" y="215836"/>
                    </a:lnTo>
                    <a:lnTo>
                      <a:pt x="210608" y="215572"/>
                    </a:lnTo>
                    <a:lnTo>
                      <a:pt x="210872" y="207940"/>
                    </a:lnTo>
                    <a:lnTo>
                      <a:pt x="203240" y="207676"/>
                    </a:lnTo>
                    <a:lnTo>
                      <a:pt x="203504" y="200043"/>
                    </a:lnTo>
                    <a:lnTo>
                      <a:pt x="195872" y="199779"/>
                    </a:lnTo>
                    <a:lnTo>
                      <a:pt x="196136" y="192147"/>
                    </a:lnTo>
                    <a:lnTo>
                      <a:pt x="188504" y="191883"/>
                    </a:lnTo>
                    <a:lnTo>
                      <a:pt x="184556" y="195567"/>
                    </a:lnTo>
                    <a:lnTo>
                      <a:pt x="188240" y="199515"/>
                    </a:lnTo>
                    <a:lnTo>
                      <a:pt x="180343" y="206883"/>
                    </a:lnTo>
                    <a:lnTo>
                      <a:pt x="184027" y="210831"/>
                    </a:lnTo>
                    <a:lnTo>
                      <a:pt x="171918" y="229515"/>
                    </a:lnTo>
                    <a:lnTo>
                      <a:pt x="179815" y="222147"/>
                    </a:lnTo>
                    <a:lnTo>
                      <a:pt x="183499" y="226095"/>
                    </a:lnTo>
                    <a:lnTo>
                      <a:pt x="191395" y="218727"/>
                    </a:lnTo>
                    <a:lnTo>
                      <a:pt x="195079" y="222676"/>
                    </a:lnTo>
                    <a:lnTo>
                      <a:pt x="202975" y="215308"/>
                    </a:lnTo>
                    <a:lnTo>
                      <a:pt x="206659" y="219256"/>
                    </a:lnTo>
                    <a:lnTo>
                      <a:pt x="210608" y="215572"/>
                    </a:lnTo>
                    <a:moveTo>
                      <a:pt x="46322" y="31586"/>
                    </a:moveTo>
                    <a:lnTo>
                      <a:pt x="0" y="45265"/>
                    </a:lnTo>
                    <a:lnTo>
                      <a:pt x="16850" y="0"/>
                    </a:lnTo>
                    <a:lnTo>
                      <a:pt x="46322" y="31586"/>
                    </a:lnTo>
                    <a:lnTo>
                      <a:pt x="42638" y="27638"/>
                    </a:lnTo>
                    <a:lnTo>
                      <a:pt x="7897" y="37897"/>
                    </a:lnTo>
                    <a:lnTo>
                      <a:pt x="20534" y="3948"/>
                    </a:lnTo>
                    <a:lnTo>
                      <a:pt x="16586" y="7632"/>
                    </a:lnTo>
                    <a:lnTo>
                      <a:pt x="38690" y="31322"/>
                    </a:lnTo>
                    <a:lnTo>
                      <a:pt x="42638" y="27638"/>
                    </a:lnTo>
                    <a:lnTo>
                      <a:pt x="46322" y="31586"/>
                    </a:lnTo>
                    <a:lnTo>
                      <a:pt x="31057" y="31057"/>
                    </a:lnTo>
                    <a:lnTo>
                      <a:pt x="34741" y="35006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948" y="41581"/>
                    </a:lnTo>
                    <a:lnTo>
                      <a:pt x="8425" y="22632"/>
                    </a:lnTo>
                    <a:lnTo>
                      <a:pt x="12109" y="26581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16850" y="0"/>
                    </a:lnTo>
                    <a:lnTo>
                      <a:pt x="20270" y="11580"/>
                    </a:lnTo>
                    <a:lnTo>
                      <a:pt x="27902" y="11845"/>
                    </a:lnTo>
                    <a:lnTo>
                      <a:pt x="27638" y="19477"/>
                    </a:lnTo>
                    <a:lnTo>
                      <a:pt x="35270" y="19741"/>
                    </a:lnTo>
                    <a:lnTo>
                      <a:pt x="35006" y="27373"/>
                    </a:lnTo>
                    <a:lnTo>
                      <a:pt x="46322" y="31586"/>
                    </a:lnTo>
                    <a:lnTo>
                      <a:pt x="38690" y="31322"/>
                    </a:lnTo>
                    <a:lnTo>
                      <a:pt x="38954" y="23689"/>
                    </a:lnTo>
                    <a:lnTo>
                      <a:pt x="31322" y="23425"/>
                    </a:lnTo>
                    <a:lnTo>
                      <a:pt x="31586" y="15793"/>
                    </a:lnTo>
                    <a:lnTo>
                      <a:pt x="23954" y="15529"/>
                    </a:lnTo>
                    <a:lnTo>
                      <a:pt x="24218" y="7896"/>
                    </a:lnTo>
                    <a:lnTo>
                      <a:pt x="16586" y="7632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8425" y="22632"/>
                    </a:lnTo>
                    <a:lnTo>
                      <a:pt x="12109" y="26581"/>
                    </a:lnTo>
                    <a:lnTo>
                      <a:pt x="0" y="45265"/>
                    </a:lnTo>
                    <a:lnTo>
                      <a:pt x="7897" y="37897"/>
                    </a:lnTo>
                    <a:lnTo>
                      <a:pt x="11581" y="41845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1057" y="31057"/>
                    </a:lnTo>
                    <a:lnTo>
                      <a:pt x="34741" y="35006"/>
                    </a:lnTo>
                    <a:lnTo>
                      <a:pt x="38690" y="3132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25" name="Контур"/>
              <p:cNvSpPr/>
              <p:nvPr/>
            </p:nvSpPr>
            <p:spPr>
              <a:xfrm>
                <a:off x="2611561" y="1584000"/>
                <a:ext cx="242145" cy="259502"/>
              </a:xfrm>
              <a:custGeom>
                <a:avLst/>
                <a:gdLst/>
                <a:ahLst/>
                <a:cxnLst/>
                <a:rect l="l" t="t" r="r" b="b"/>
                <a:pathLst>
                  <a:path w="242145" h="259502" fill="none">
                    <a:moveTo>
                      <a:pt x="242145" y="259502"/>
                    </a:moveTo>
                    <a:lnTo>
                      <a:pt x="216357" y="231865"/>
                    </a:lnTo>
                    <a:moveTo>
                      <a:pt x="216357" y="231865"/>
                    </a:moveTo>
                    <a:lnTo>
                      <a:pt x="190568" y="204228"/>
                    </a:lnTo>
                    <a:moveTo>
                      <a:pt x="190568" y="204228"/>
                    </a:moveTo>
                    <a:lnTo>
                      <a:pt x="164780" y="176591"/>
                    </a:lnTo>
                    <a:moveTo>
                      <a:pt x="164780" y="176591"/>
                    </a:moveTo>
                    <a:lnTo>
                      <a:pt x="138992" y="148954"/>
                    </a:lnTo>
                    <a:moveTo>
                      <a:pt x="138992" y="148954"/>
                    </a:moveTo>
                    <a:lnTo>
                      <a:pt x="113203" y="121317"/>
                    </a:lnTo>
                    <a:moveTo>
                      <a:pt x="113203" y="121317"/>
                    </a:moveTo>
                    <a:lnTo>
                      <a:pt x="87415" y="93680"/>
                    </a:lnTo>
                    <a:moveTo>
                      <a:pt x="87415" y="93680"/>
                    </a:moveTo>
                    <a:lnTo>
                      <a:pt x="61626" y="66044"/>
                    </a:lnTo>
                    <a:moveTo>
                      <a:pt x="61626" y="66044"/>
                    </a:moveTo>
                    <a:lnTo>
                      <a:pt x="35838" y="38407"/>
                    </a:lnTo>
                    <a:moveTo>
                      <a:pt x="35838" y="38407"/>
                    </a:moveTo>
                    <a:lnTo>
                      <a:pt x="10050" y="10770"/>
                    </a:lnTo>
                    <a:moveTo>
                      <a:pt x="10050" y="10770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26" name="Контур"/>
              <p:cNvSpPr/>
              <p:nvPr/>
            </p:nvSpPr>
            <p:spPr>
              <a:xfrm>
                <a:off x="1902763" y="1686679"/>
                <a:ext cx="1936629" cy="2441223"/>
              </a:xfrm>
              <a:custGeom>
                <a:avLst/>
                <a:gdLst/>
                <a:ahLst/>
                <a:cxnLst/>
                <a:rect l="l" t="t" r="r" b="b"/>
                <a:pathLst>
                  <a:path w="1936629" h="2441223" fill="none">
                    <a:moveTo>
                      <a:pt x="46085" y="49404"/>
                    </a:moveTo>
                    <a:lnTo>
                      <a:pt x="0" y="0"/>
                    </a:lnTo>
                    <a:moveTo>
                      <a:pt x="1936629" y="1422450"/>
                    </a:moveTo>
                    <a:lnTo>
                      <a:pt x="1844989" y="1508925"/>
                    </a:lnTo>
                    <a:moveTo>
                      <a:pt x="1844989" y="1508925"/>
                    </a:moveTo>
                    <a:lnTo>
                      <a:pt x="1753348" y="1595401"/>
                    </a:lnTo>
                    <a:moveTo>
                      <a:pt x="1753348" y="1595401"/>
                    </a:moveTo>
                    <a:lnTo>
                      <a:pt x="1661708" y="1681877"/>
                    </a:lnTo>
                    <a:moveTo>
                      <a:pt x="1661708" y="1681877"/>
                    </a:moveTo>
                    <a:lnTo>
                      <a:pt x="1570068" y="1768353"/>
                    </a:lnTo>
                    <a:moveTo>
                      <a:pt x="1570068" y="1768353"/>
                    </a:moveTo>
                    <a:lnTo>
                      <a:pt x="1478427" y="1854828"/>
                    </a:lnTo>
                    <a:moveTo>
                      <a:pt x="1478427" y="1854828"/>
                    </a:moveTo>
                    <a:lnTo>
                      <a:pt x="1386787" y="1941304"/>
                    </a:lnTo>
                    <a:moveTo>
                      <a:pt x="1386787" y="1941304"/>
                    </a:moveTo>
                    <a:lnTo>
                      <a:pt x="1295147" y="2027780"/>
                    </a:lnTo>
                    <a:moveTo>
                      <a:pt x="1295147" y="2027780"/>
                    </a:moveTo>
                    <a:lnTo>
                      <a:pt x="1203507" y="2114256"/>
                    </a:lnTo>
                    <a:moveTo>
                      <a:pt x="1203507" y="2114256"/>
                    </a:moveTo>
                    <a:lnTo>
                      <a:pt x="1111866" y="2200731"/>
                    </a:lnTo>
                    <a:moveTo>
                      <a:pt x="1111866" y="2200731"/>
                    </a:moveTo>
                    <a:lnTo>
                      <a:pt x="1020226" y="2287207"/>
                    </a:lnTo>
                    <a:moveTo>
                      <a:pt x="1020226" y="2287207"/>
                    </a:moveTo>
                    <a:lnTo>
                      <a:pt x="928586" y="2373683"/>
                    </a:lnTo>
                    <a:moveTo>
                      <a:pt x="928586" y="2373683"/>
                    </a:moveTo>
                    <a:lnTo>
                      <a:pt x="857012" y="244122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27" name="Контур"/>
              <p:cNvSpPr/>
              <p:nvPr/>
            </p:nvSpPr>
            <p:spPr>
              <a:xfrm>
                <a:off x="2762868" y="3156330"/>
                <a:ext cx="961762" cy="911002"/>
              </a:xfrm>
              <a:custGeom>
                <a:avLst/>
                <a:gdLst/>
                <a:ahLst/>
                <a:cxnLst/>
                <a:rect l="l" t="t" r="r" b="b"/>
                <a:pathLst>
                  <a:path w="961762" h="911002" fill="none">
                    <a:moveTo>
                      <a:pt x="947822" y="0"/>
                    </a:moveTo>
                    <a:lnTo>
                      <a:pt x="961762" y="46244"/>
                    </a:lnTo>
                    <a:lnTo>
                      <a:pt x="916403" y="29649"/>
                    </a:lnTo>
                    <a:lnTo>
                      <a:pt x="947822" y="0"/>
                    </a:lnTo>
                    <a:lnTo>
                      <a:pt x="943895" y="3706"/>
                    </a:lnTo>
                    <a:lnTo>
                      <a:pt x="954349" y="38389"/>
                    </a:lnTo>
                    <a:lnTo>
                      <a:pt x="920330" y="25943"/>
                    </a:lnTo>
                    <a:lnTo>
                      <a:pt x="924037" y="29870"/>
                    </a:lnTo>
                    <a:lnTo>
                      <a:pt x="947601" y="7633"/>
                    </a:lnTo>
                    <a:lnTo>
                      <a:pt x="943895" y="3706"/>
                    </a:lnTo>
                    <a:lnTo>
                      <a:pt x="947822" y="0"/>
                    </a:lnTo>
                    <a:lnTo>
                      <a:pt x="947380" y="15267"/>
                    </a:lnTo>
                    <a:lnTo>
                      <a:pt x="951307" y="11561"/>
                    </a:lnTo>
                    <a:lnTo>
                      <a:pt x="950865" y="26828"/>
                    </a:lnTo>
                    <a:lnTo>
                      <a:pt x="954792" y="23122"/>
                    </a:lnTo>
                    <a:lnTo>
                      <a:pt x="958055" y="42316"/>
                    </a:lnTo>
                    <a:lnTo>
                      <a:pt x="939082" y="37946"/>
                    </a:lnTo>
                    <a:lnTo>
                      <a:pt x="943010" y="34240"/>
                    </a:lnTo>
                    <a:lnTo>
                      <a:pt x="927743" y="33798"/>
                    </a:lnTo>
                    <a:lnTo>
                      <a:pt x="931670" y="30091"/>
                    </a:lnTo>
                    <a:lnTo>
                      <a:pt x="916403" y="29649"/>
                    </a:lnTo>
                    <a:lnTo>
                      <a:pt x="927964" y="26164"/>
                    </a:lnTo>
                    <a:lnTo>
                      <a:pt x="928185" y="18530"/>
                    </a:lnTo>
                    <a:lnTo>
                      <a:pt x="935819" y="18752"/>
                    </a:lnTo>
                    <a:lnTo>
                      <a:pt x="936040" y="11118"/>
                    </a:lnTo>
                    <a:lnTo>
                      <a:pt x="943674" y="11340"/>
                    </a:lnTo>
                    <a:lnTo>
                      <a:pt x="947822" y="0"/>
                    </a:lnTo>
                    <a:lnTo>
                      <a:pt x="947601" y="7633"/>
                    </a:lnTo>
                    <a:lnTo>
                      <a:pt x="939968" y="7412"/>
                    </a:lnTo>
                    <a:lnTo>
                      <a:pt x="939746" y="15046"/>
                    </a:lnTo>
                    <a:lnTo>
                      <a:pt x="932113" y="14824"/>
                    </a:lnTo>
                    <a:lnTo>
                      <a:pt x="931891" y="22458"/>
                    </a:lnTo>
                    <a:lnTo>
                      <a:pt x="924258" y="22237"/>
                    </a:lnTo>
                    <a:lnTo>
                      <a:pt x="924037" y="29870"/>
                    </a:lnTo>
                    <a:lnTo>
                      <a:pt x="927743" y="33798"/>
                    </a:lnTo>
                    <a:lnTo>
                      <a:pt x="931670" y="30091"/>
                    </a:lnTo>
                    <a:lnTo>
                      <a:pt x="939082" y="37946"/>
                    </a:lnTo>
                    <a:lnTo>
                      <a:pt x="943010" y="34240"/>
                    </a:lnTo>
                    <a:lnTo>
                      <a:pt x="961762" y="46244"/>
                    </a:lnTo>
                    <a:lnTo>
                      <a:pt x="954349" y="38389"/>
                    </a:lnTo>
                    <a:lnTo>
                      <a:pt x="958277" y="34683"/>
                    </a:lnTo>
                    <a:lnTo>
                      <a:pt x="950865" y="26828"/>
                    </a:lnTo>
                    <a:lnTo>
                      <a:pt x="954792" y="23122"/>
                    </a:lnTo>
                    <a:lnTo>
                      <a:pt x="947380" y="15267"/>
                    </a:lnTo>
                    <a:lnTo>
                      <a:pt x="951307" y="11561"/>
                    </a:lnTo>
                    <a:lnTo>
                      <a:pt x="947601" y="7633"/>
                    </a:lnTo>
                    <a:moveTo>
                      <a:pt x="764542" y="172951"/>
                    </a:moveTo>
                    <a:lnTo>
                      <a:pt x="778481" y="219195"/>
                    </a:lnTo>
                    <a:lnTo>
                      <a:pt x="733122" y="202600"/>
                    </a:lnTo>
                    <a:lnTo>
                      <a:pt x="764542" y="172951"/>
                    </a:lnTo>
                    <a:lnTo>
                      <a:pt x="760614" y="176658"/>
                    </a:lnTo>
                    <a:lnTo>
                      <a:pt x="771069" y="211341"/>
                    </a:lnTo>
                    <a:lnTo>
                      <a:pt x="737050" y="198894"/>
                    </a:lnTo>
                    <a:lnTo>
                      <a:pt x="740756" y="202822"/>
                    </a:lnTo>
                    <a:lnTo>
                      <a:pt x="764321" y="180585"/>
                    </a:lnTo>
                    <a:lnTo>
                      <a:pt x="760614" y="176658"/>
                    </a:lnTo>
                    <a:lnTo>
                      <a:pt x="764542" y="172951"/>
                    </a:lnTo>
                    <a:lnTo>
                      <a:pt x="764099" y="188219"/>
                    </a:lnTo>
                    <a:lnTo>
                      <a:pt x="768027" y="184512"/>
                    </a:lnTo>
                    <a:lnTo>
                      <a:pt x="767584" y="199780"/>
                    </a:lnTo>
                    <a:lnTo>
                      <a:pt x="771511" y="196073"/>
                    </a:lnTo>
                    <a:lnTo>
                      <a:pt x="774775" y="215268"/>
                    </a:lnTo>
                    <a:lnTo>
                      <a:pt x="755802" y="210898"/>
                    </a:lnTo>
                    <a:lnTo>
                      <a:pt x="759729" y="207192"/>
                    </a:lnTo>
                    <a:lnTo>
                      <a:pt x="744462" y="206749"/>
                    </a:lnTo>
                    <a:lnTo>
                      <a:pt x="748389" y="203043"/>
                    </a:lnTo>
                    <a:lnTo>
                      <a:pt x="733122" y="202600"/>
                    </a:lnTo>
                    <a:lnTo>
                      <a:pt x="744683" y="199116"/>
                    </a:lnTo>
                    <a:lnTo>
                      <a:pt x="744905" y="191482"/>
                    </a:lnTo>
                    <a:lnTo>
                      <a:pt x="752538" y="191703"/>
                    </a:lnTo>
                    <a:lnTo>
                      <a:pt x="752760" y="184070"/>
                    </a:lnTo>
                    <a:lnTo>
                      <a:pt x="760393" y="184291"/>
                    </a:lnTo>
                    <a:lnTo>
                      <a:pt x="764542" y="172951"/>
                    </a:lnTo>
                    <a:lnTo>
                      <a:pt x="764321" y="180585"/>
                    </a:lnTo>
                    <a:lnTo>
                      <a:pt x="756687" y="180364"/>
                    </a:lnTo>
                    <a:lnTo>
                      <a:pt x="756466" y="187997"/>
                    </a:lnTo>
                    <a:lnTo>
                      <a:pt x="748832" y="187776"/>
                    </a:lnTo>
                    <a:lnTo>
                      <a:pt x="748611" y="195409"/>
                    </a:lnTo>
                    <a:lnTo>
                      <a:pt x="740977" y="195188"/>
                    </a:lnTo>
                    <a:lnTo>
                      <a:pt x="740756" y="202822"/>
                    </a:lnTo>
                    <a:lnTo>
                      <a:pt x="744462" y="206749"/>
                    </a:lnTo>
                    <a:lnTo>
                      <a:pt x="748389" y="203043"/>
                    </a:lnTo>
                    <a:lnTo>
                      <a:pt x="755802" y="210898"/>
                    </a:lnTo>
                    <a:lnTo>
                      <a:pt x="759729" y="207192"/>
                    </a:lnTo>
                    <a:lnTo>
                      <a:pt x="778481" y="219195"/>
                    </a:lnTo>
                    <a:lnTo>
                      <a:pt x="771069" y="211341"/>
                    </a:lnTo>
                    <a:lnTo>
                      <a:pt x="774996" y="207634"/>
                    </a:lnTo>
                    <a:lnTo>
                      <a:pt x="767584" y="199780"/>
                    </a:lnTo>
                    <a:lnTo>
                      <a:pt x="771511" y="196073"/>
                    </a:lnTo>
                    <a:lnTo>
                      <a:pt x="764099" y="188219"/>
                    </a:lnTo>
                    <a:lnTo>
                      <a:pt x="768027" y="184512"/>
                    </a:lnTo>
                    <a:lnTo>
                      <a:pt x="764321" y="180585"/>
                    </a:lnTo>
                    <a:moveTo>
                      <a:pt x="581261" y="345903"/>
                    </a:moveTo>
                    <a:lnTo>
                      <a:pt x="595200" y="392147"/>
                    </a:lnTo>
                    <a:lnTo>
                      <a:pt x="549842" y="375552"/>
                    </a:lnTo>
                    <a:lnTo>
                      <a:pt x="581261" y="345903"/>
                    </a:lnTo>
                    <a:lnTo>
                      <a:pt x="577334" y="349609"/>
                    </a:lnTo>
                    <a:lnTo>
                      <a:pt x="587788" y="384292"/>
                    </a:lnTo>
                    <a:lnTo>
                      <a:pt x="553769" y="371846"/>
                    </a:lnTo>
                    <a:lnTo>
                      <a:pt x="557475" y="375773"/>
                    </a:lnTo>
                    <a:lnTo>
                      <a:pt x="581040" y="353537"/>
                    </a:lnTo>
                    <a:lnTo>
                      <a:pt x="577334" y="349609"/>
                    </a:lnTo>
                    <a:lnTo>
                      <a:pt x="581261" y="345903"/>
                    </a:lnTo>
                    <a:lnTo>
                      <a:pt x="580819" y="361170"/>
                    </a:lnTo>
                    <a:lnTo>
                      <a:pt x="584746" y="357464"/>
                    </a:lnTo>
                    <a:lnTo>
                      <a:pt x="584303" y="372731"/>
                    </a:lnTo>
                    <a:lnTo>
                      <a:pt x="588231" y="369025"/>
                    </a:lnTo>
                    <a:lnTo>
                      <a:pt x="591494" y="388220"/>
                    </a:lnTo>
                    <a:lnTo>
                      <a:pt x="572521" y="383849"/>
                    </a:lnTo>
                    <a:lnTo>
                      <a:pt x="576449" y="380143"/>
                    </a:lnTo>
                    <a:lnTo>
                      <a:pt x="561181" y="379701"/>
                    </a:lnTo>
                    <a:lnTo>
                      <a:pt x="565109" y="375995"/>
                    </a:lnTo>
                    <a:lnTo>
                      <a:pt x="549842" y="375552"/>
                    </a:lnTo>
                    <a:lnTo>
                      <a:pt x="561403" y="372067"/>
                    </a:lnTo>
                    <a:lnTo>
                      <a:pt x="561624" y="364434"/>
                    </a:lnTo>
                    <a:lnTo>
                      <a:pt x="569258" y="364655"/>
                    </a:lnTo>
                    <a:lnTo>
                      <a:pt x="569479" y="357021"/>
                    </a:lnTo>
                    <a:lnTo>
                      <a:pt x="577113" y="357243"/>
                    </a:lnTo>
                    <a:lnTo>
                      <a:pt x="581261" y="345903"/>
                    </a:lnTo>
                    <a:lnTo>
                      <a:pt x="581040" y="353537"/>
                    </a:lnTo>
                    <a:lnTo>
                      <a:pt x="573406" y="353315"/>
                    </a:lnTo>
                    <a:lnTo>
                      <a:pt x="573185" y="360949"/>
                    </a:lnTo>
                    <a:lnTo>
                      <a:pt x="565552" y="360727"/>
                    </a:lnTo>
                    <a:lnTo>
                      <a:pt x="565330" y="368361"/>
                    </a:lnTo>
                    <a:lnTo>
                      <a:pt x="557697" y="368140"/>
                    </a:lnTo>
                    <a:lnTo>
                      <a:pt x="557475" y="375773"/>
                    </a:lnTo>
                    <a:lnTo>
                      <a:pt x="561181" y="379701"/>
                    </a:lnTo>
                    <a:lnTo>
                      <a:pt x="565109" y="375995"/>
                    </a:lnTo>
                    <a:lnTo>
                      <a:pt x="572521" y="383849"/>
                    </a:lnTo>
                    <a:lnTo>
                      <a:pt x="576449" y="380143"/>
                    </a:lnTo>
                    <a:lnTo>
                      <a:pt x="595200" y="392147"/>
                    </a:lnTo>
                    <a:lnTo>
                      <a:pt x="587788" y="384292"/>
                    </a:lnTo>
                    <a:lnTo>
                      <a:pt x="591716" y="380586"/>
                    </a:lnTo>
                    <a:lnTo>
                      <a:pt x="584303" y="372731"/>
                    </a:lnTo>
                    <a:lnTo>
                      <a:pt x="588231" y="369025"/>
                    </a:lnTo>
                    <a:lnTo>
                      <a:pt x="580819" y="361170"/>
                    </a:lnTo>
                    <a:lnTo>
                      <a:pt x="584746" y="357464"/>
                    </a:lnTo>
                    <a:lnTo>
                      <a:pt x="581040" y="353537"/>
                    </a:lnTo>
                    <a:moveTo>
                      <a:pt x="397981" y="518855"/>
                    </a:moveTo>
                    <a:lnTo>
                      <a:pt x="411920" y="565098"/>
                    </a:lnTo>
                    <a:lnTo>
                      <a:pt x="366561" y="548503"/>
                    </a:lnTo>
                    <a:lnTo>
                      <a:pt x="397981" y="518855"/>
                    </a:lnTo>
                    <a:lnTo>
                      <a:pt x="394053" y="522561"/>
                    </a:lnTo>
                    <a:lnTo>
                      <a:pt x="404508" y="557244"/>
                    </a:lnTo>
                    <a:lnTo>
                      <a:pt x="370489" y="544797"/>
                    </a:lnTo>
                    <a:lnTo>
                      <a:pt x="374195" y="548725"/>
                    </a:lnTo>
                    <a:lnTo>
                      <a:pt x="397759" y="526488"/>
                    </a:lnTo>
                    <a:lnTo>
                      <a:pt x="394053" y="522561"/>
                    </a:lnTo>
                    <a:lnTo>
                      <a:pt x="397981" y="518855"/>
                    </a:lnTo>
                    <a:lnTo>
                      <a:pt x="397538" y="534122"/>
                    </a:lnTo>
                    <a:lnTo>
                      <a:pt x="401466" y="530416"/>
                    </a:lnTo>
                    <a:lnTo>
                      <a:pt x="401023" y="545683"/>
                    </a:lnTo>
                    <a:lnTo>
                      <a:pt x="404950" y="541977"/>
                    </a:lnTo>
                    <a:lnTo>
                      <a:pt x="408214" y="561171"/>
                    </a:lnTo>
                    <a:lnTo>
                      <a:pt x="389241" y="556801"/>
                    </a:lnTo>
                    <a:lnTo>
                      <a:pt x="393168" y="553095"/>
                    </a:lnTo>
                    <a:lnTo>
                      <a:pt x="377901" y="552652"/>
                    </a:lnTo>
                    <a:lnTo>
                      <a:pt x="381828" y="548946"/>
                    </a:lnTo>
                    <a:lnTo>
                      <a:pt x="366561" y="548503"/>
                    </a:lnTo>
                    <a:lnTo>
                      <a:pt x="378122" y="545019"/>
                    </a:lnTo>
                    <a:lnTo>
                      <a:pt x="378344" y="537385"/>
                    </a:lnTo>
                    <a:lnTo>
                      <a:pt x="385977" y="537606"/>
                    </a:lnTo>
                    <a:lnTo>
                      <a:pt x="386198" y="529973"/>
                    </a:lnTo>
                    <a:lnTo>
                      <a:pt x="393832" y="530194"/>
                    </a:lnTo>
                    <a:lnTo>
                      <a:pt x="397981" y="518855"/>
                    </a:lnTo>
                    <a:lnTo>
                      <a:pt x="397759" y="526488"/>
                    </a:lnTo>
                    <a:lnTo>
                      <a:pt x="390126" y="526267"/>
                    </a:lnTo>
                    <a:lnTo>
                      <a:pt x="389905" y="533900"/>
                    </a:lnTo>
                    <a:lnTo>
                      <a:pt x="382271" y="533679"/>
                    </a:lnTo>
                    <a:lnTo>
                      <a:pt x="382050" y="541312"/>
                    </a:lnTo>
                    <a:lnTo>
                      <a:pt x="374416" y="541091"/>
                    </a:lnTo>
                    <a:lnTo>
                      <a:pt x="374195" y="548725"/>
                    </a:lnTo>
                    <a:lnTo>
                      <a:pt x="377901" y="552652"/>
                    </a:lnTo>
                    <a:lnTo>
                      <a:pt x="381828" y="548946"/>
                    </a:lnTo>
                    <a:lnTo>
                      <a:pt x="389241" y="556801"/>
                    </a:lnTo>
                    <a:lnTo>
                      <a:pt x="393168" y="553095"/>
                    </a:lnTo>
                    <a:lnTo>
                      <a:pt x="411920" y="565098"/>
                    </a:lnTo>
                    <a:lnTo>
                      <a:pt x="404508" y="557244"/>
                    </a:lnTo>
                    <a:lnTo>
                      <a:pt x="408435" y="553537"/>
                    </a:lnTo>
                    <a:lnTo>
                      <a:pt x="401023" y="545683"/>
                    </a:lnTo>
                    <a:lnTo>
                      <a:pt x="404950" y="541977"/>
                    </a:lnTo>
                    <a:lnTo>
                      <a:pt x="397538" y="534122"/>
                    </a:lnTo>
                    <a:lnTo>
                      <a:pt x="401466" y="530416"/>
                    </a:lnTo>
                    <a:lnTo>
                      <a:pt x="397759" y="526488"/>
                    </a:lnTo>
                    <a:moveTo>
                      <a:pt x="214700" y="691806"/>
                    </a:moveTo>
                    <a:lnTo>
                      <a:pt x="228639" y="738050"/>
                    </a:lnTo>
                    <a:lnTo>
                      <a:pt x="183281" y="721455"/>
                    </a:lnTo>
                    <a:lnTo>
                      <a:pt x="214700" y="691806"/>
                    </a:lnTo>
                    <a:lnTo>
                      <a:pt x="210773" y="695512"/>
                    </a:lnTo>
                    <a:lnTo>
                      <a:pt x="221227" y="730195"/>
                    </a:lnTo>
                    <a:lnTo>
                      <a:pt x="187208" y="717749"/>
                    </a:lnTo>
                    <a:lnTo>
                      <a:pt x="190914" y="721676"/>
                    </a:lnTo>
                    <a:lnTo>
                      <a:pt x="214479" y="699440"/>
                    </a:lnTo>
                    <a:lnTo>
                      <a:pt x="210773" y="695512"/>
                    </a:lnTo>
                    <a:lnTo>
                      <a:pt x="214700" y="691806"/>
                    </a:lnTo>
                    <a:lnTo>
                      <a:pt x="214258" y="707073"/>
                    </a:lnTo>
                    <a:lnTo>
                      <a:pt x="218185" y="703367"/>
                    </a:lnTo>
                    <a:lnTo>
                      <a:pt x="217742" y="718634"/>
                    </a:lnTo>
                    <a:lnTo>
                      <a:pt x="221670" y="714928"/>
                    </a:lnTo>
                    <a:lnTo>
                      <a:pt x="224933" y="734123"/>
                    </a:lnTo>
                    <a:lnTo>
                      <a:pt x="205960" y="729752"/>
                    </a:lnTo>
                    <a:lnTo>
                      <a:pt x="209887" y="726046"/>
                    </a:lnTo>
                    <a:lnTo>
                      <a:pt x="194620" y="725604"/>
                    </a:lnTo>
                    <a:lnTo>
                      <a:pt x="198548" y="721898"/>
                    </a:lnTo>
                    <a:lnTo>
                      <a:pt x="183281" y="721455"/>
                    </a:lnTo>
                    <a:lnTo>
                      <a:pt x="194842" y="717970"/>
                    </a:lnTo>
                    <a:lnTo>
                      <a:pt x="195063" y="710337"/>
                    </a:lnTo>
                    <a:lnTo>
                      <a:pt x="202697" y="710558"/>
                    </a:lnTo>
                    <a:lnTo>
                      <a:pt x="202918" y="702924"/>
                    </a:lnTo>
                    <a:lnTo>
                      <a:pt x="210551" y="703146"/>
                    </a:lnTo>
                    <a:lnTo>
                      <a:pt x="214700" y="691806"/>
                    </a:lnTo>
                    <a:lnTo>
                      <a:pt x="214479" y="699440"/>
                    </a:lnTo>
                    <a:lnTo>
                      <a:pt x="206845" y="699218"/>
                    </a:lnTo>
                    <a:lnTo>
                      <a:pt x="206624" y="706852"/>
                    </a:lnTo>
                    <a:lnTo>
                      <a:pt x="198990" y="706630"/>
                    </a:lnTo>
                    <a:lnTo>
                      <a:pt x="198769" y="714264"/>
                    </a:lnTo>
                    <a:lnTo>
                      <a:pt x="191136" y="714043"/>
                    </a:lnTo>
                    <a:lnTo>
                      <a:pt x="190914" y="721676"/>
                    </a:lnTo>
                    <a:lnTo>
                      <a:pt x="194620" y="725604"/>
                    </a:lnTo>
                    <a:lnTo>
                      <a:pt x="198548" y="721898"/>
                    </a:lnTo>
                    <a:lnTo>
                      <a:pt x="205960" y="729752"/>
                    </a:lnTo>
                    <a:lnTo>
                      <a:pt x="209887" y="726046"/>
                    </a:lnTo>
                    <a:lnTo>
                      <a:pt x="228639" y="738050"/>
                    </a:lnTo>
                    <a:lnTo>
                      <a:pt x="221227" y="730195"/>
                    </a:lnTo>
                    <a:lnTo>
                      <a:pt x="225155" y="726489"/>
                    </a:lnTo>
                    <a:lnTo>
                      <a:pt x="217742" y="718634"/>
                    </a:lnTo>
                    <a:lnTo>
                      <a:pt x="221670" y="714928"/>
                    </a:lnTo>
                    <a:lnTo>
                      <a:pt x="214258" y="707073"/>
                    </a:lnTo>
                    <a:lnTo>
                      <a:pt x="218185" y="703367"/>
                    </a:lnTo>
                    <a:lnTo>
                      <a:pt x="214479" y="699440"/>
                    </a:lnTo>
                    <a:moveTo>
                      <a:pt x="31420" y="864758"/>
                    </a:moveTo>
                    <a:lnTo>
                      <a:pt x="45359" y="911002"/>
                    </a:lnTo>
                    <a:lnTo>
                      <a:pt x="0" y="894406"/>
                    </a:lnTo>
                    <a:lnTo>
                      <a:pt x="31420" y="864758"/>
                    </a:lnTo>
                    <a:lnTo>
                      <a:pt x="27492" y="868464"/>
                    </a:lnTo>
                    <a:lnTo>
                      <a:pt x="37946" y="903147"/>
                    </a:lnTo>
                    <a:lnTo>
                      <a:pt x="3928" y="890700"/>
                    </a:lnTo>
                    <a:lnTo>
                      <a:pt x="7634" y="894628"/>
                    </a:lnTo>
                    <a:lnTo>
                      <a:pt x="31198" y="872391"/>
                    </a:lnTo>
                    <a:lnTo>
                      <a:pt x="27492" y="868464"/>
                    </a:lnTo>
                    <a:lnTo>
                      <a:pt x="31420" y="864758"/>
                    </a:lnTo>
                    <a:lnTo>
                      <a:pt x="30977" y="880025"/>
                    </a:lnTo>
                    <a:lnTo>
                      <a:pt x="34904" y="876319"/>
                    </a:lnTo>
                    <a:lnTo>
                      <a:pt x="34462" y="891586"/>
                    </a:lnTo>
                    <a:lnTo>
                      <a:pt x="38389" y="887880"/>
                    </a:lnTo>
                    <a:lnTo>
                      <a:pt x="41653" y="907074"/>
                    </a:lnTo>
                    <a:lnTo>
                      <a:pt x="22679" y="902704"/>
                    </a:lnTo>
                    <a:lnTo>
                      <a:pt x="26607" y="898998"/>
                    </a:lnTo>
                    <a:lnTo>
                      <a:pt x="11340" y="898555"/>
                    </a:lnTo>
                    <a:lnTo>
                      <a:pt x="15267" y="894849"/>
                    </a:lnTo>
                    <a:lnTo>
                      <a:pt x="0" y="894406"/>
                    </a:lnTo>
                    <a:lnTo>
                      <a:pt x="11561" y="890922"/>
                    </a:lnTo>
                    <a:lnTo>
                      <a:pt x="11782" y="883288"/>
                    </a:lnTo>
                    <a:lnTo>
                      <a:pt x="19416" y="883509"/>
                    </a:lnTo>
                    <a:lnTo>
                      <a:pt x="19637" y="875876"/>
                    </a:lnTo>
                    <a:lnTo>
                      <a:pt x="27271" y="876097"/>
                    </a:lnTo>
                    <a:lnTo>
                      <a:pt x="31420" y="864758"/>
                    </a:lnTo>
                    <a:lnTo>
                      <a:pt x="31198" y="872391"/>
                    </a:lnTo>
                    <a:lnTo>
                      <a:pt x="23565" y="872170"/>
                    </a:lnTo>
                    <a:lnTo>
                      <a:pt x="23343" y="879803"/>
                    </a:lnTo>
                    <a:lnTo>
                      <a:pt x="15710" y="879582"/>
                    </a:lnTo>
                    <a:lnTo>
                      <a:pt x="15489" y="887216"/>
                    </a:lnTo>
                    <a:lnTo>
                      <a:pt x="7855" y="886994"/>
                    </a:lnTo>
                    <a:lnTo>
                      <a:pt x="7634" y="894628"/>
                    </a:lnTo>
                    <a:lnTo>
                      <a:pt x="11340" y="898555"/>
                    </a:lnTo>
                    <a:lnTo>
                      <a:pt x="15267" y="894849"/>
                    </a:lnTo>
                    <a:lnTo>
                      <a:pt x="22679" y="902704"/>
                    </a:lnTo>
                    <a:lnTo>
                      <a:pt x="26607" y="898998"/>
                    </a:lnTo>
                    <a:lnTo>
                      <a:pt x="45359" y="911002"/>
                    </a:lnTo>
                    <a:lnTo>
                      <a:pt x="37946" y="903147"/>
                    </a:lnTo>
                    <a:lnTo>
                      <a:pt x="41874" y="899441"/>
                    </a:lnTo>
                    <a:lnTo>
                      <a:pt x="34462" y="891586"/>
                    </a:lnTo>
                    <a:lnTo>
                      <a:pt x="38389" y="887880"/>
                    </a:lnTo>
                    <a:lnTo>
                      <a:pt x="30977" y="880025"/>
                    </a:lnTo>
                    <a:lnTo>
                      <a:pt x="34904" y="876319"/>
                    </a:lnTo>
                    <a:lnTo>
                      <a:pt x="31198" y="87239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28" name="Контур"/>
              <p:cNvSpPr/>
              <p:nvPr/>
            </p:nvSpPr>
            <p:spPr>
              <a:xfrm>
                <a:off x="2713013" y="3999672"/>
                <a:ext cx="46762" cy="128230"/>
              </a:xfrm>
              <a:custGeom>
                <a:avLst/>
                <a:gdLst/>
                <a:ahLst/>
                <a:cxnLst/>
                <a:rect l="l" t="t" r="r" b="b"/>
                <a:pathLst>
                  <a:path w="46762" h="128230" fill="none">
                    <a:moveTo>
                      <a:pt x="46762" y="128230"/>
                    </a:moveTo>
                    <a:lnTo>
                      <a:pt x="15701" y="95299"/>
                    </a:ln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29" name="Контур"/>
              <p:cNvSpPr/>
              <p:nvPr/>
            </p:nvSpPr>
            <p:spPr>
              <a:xfrm>
                <a:off x="2759775" y="3926751"/>
                <a:ext cx="1849590" cy="1008690"/>
              </a:xfrm>
              <a:custGeom>
                <a:avLst/>
                <a:gdLst/>
                <a:ahLst/>
                <a:cxnLst/>
                <a:rect l="l" t="t" r="r" b="b"/>
                <a:pathLst>
                  <a:path w="1849590" h="1008690" fill="none">
                    <a:moveTo>
                      <a:pt x="0" y="201151"/>
                    </a:moveTo>
                    <a:lnTo>
                      <a:pt x="25936" y="228649"/>
                    </a:lnTo>
                    <a:moveTo>
                      <a:pt x="25936" y="228649"/>
                    </a:moveTo>
                    <a:lnTo>
                      <a:pt x="51872" y="256147"/>
                    </a:lnTo>
                    <a:moveTo>
                      <a:pt x="51872" y="256147"/>
                    </a:moveTo>
                    <a:lnTo>
                      <a:pt x="77809" y="283646"/>
                    </a:lnTo>
                    <a:moveTo>
                      <a:pt x="77809" y="283646"/>
                    </a:moveTo>
                    <a:lnTo>
                      <a:pt x="103745" y="311144"/>
                    </a:lnTo>
                    <a:moveTo>
                      <a:pt x="103745" y="311144"/>
                    </a:moveTo>
                    <a:lnTo>
                      <a:pt x="129681" y="338642"/>
                    </a:lnTo>
                    <a:moveTo>
                      <a:pt x="129681" y="338642"/>
                    </a:moveTo>
                    <a:lnTo>
                      <a:pt x="155617" y="366141"/>
                    </a:lnTo>
                    <a:moveTo>
                      <a:pt x="155617" y="366141"/>
                    </a:moveTo>
                    <a:lnTo>
                      <a:pt x="181553" y="393639"/>
                    </a:lnTo>
                    <a:moveTo>
                      <a:pt x="181553" y="393639"/>
                    </a:moveTo>
                    <a:lnTo>
                      <a:pt x="207489" y="421137"/>
                    </a:lnTo>
                    <a:moveTo>
                      <a:pt x="207489" y="421137"/>
                    </a:moveTo>
                    <a:lnTo>
                      <a:pt x="233425" y="448636"/>
                    </a:lnTo>
                    <a:moveTo>
                      <a:pt x="233425" y="448636"/>
                    </a:moveTo>
                    <a:lnTo>
                      <a:pt x="259361" y="476134"/>
                    </a:lnTo>
                    <a:moveTo>
                      <a:pt x="259361" y="476134"/>
                    </a:moveTo>
                    <a:lnTo>
                      <a:pt x="285297" y="503632"/>
                    </a:lnTo>
                    <a:moveTo>
                      <a:pt x="285297" y="503632"/>
                    </a:moveTo>
                    <a:lnTo>
                      <a:pt x="311234" y="531131"/>
                    </a:lnTo>
                    <a:moveTo>
                      <a:pt x="311234" y="531131"/>
                    </a:moveTo>
                    <a:lnTo>
                      <a:pt x="337170" y="558629"/>
                    </a:lnTo>
                    <a:moveTo>
                      <a:pt x="337170" y="558629"/>
                    </a:moveTo>
                    <a:lnTo>
                      <a:pt x="363106" y="586127"/>
                    </a:lnTo>
                    <a:moveTo>
                      <a:pt x="363106" y="586127"/>
                    </a:moveTo>
                    <a:lnTo>
                      <a:pt x="377851" y="601761"/>
                    </a:lnTo>
                    <a:lnTo>
                      <a:pt x="389042" y="613626"/>
                    </a:lnTo>
                    <a:moveTo>
                      <a:pt x="389042" y="613626"/>
                    </a:moveTo>
                    <a:lnTo>
                      <a:pt x="414978" y="641124"/>
                    </a:lnTo>
                    <a:moveTo>
                      <a:pt x="414978" y="641124"/>
                    </a:moveTo>
                    <a:lnTo>
                      <a:pt x="440914" y="668622"/>
                    </a:lnTo>
                    <a:moveTo>
                      <a:pt x="440914" y="668622"/>
                    </a:moveTo>
                    <a:lnTo>
                      <a:pt x="466851" y="696120"/>
                    </a:lnTo>
                    <a:moveTo>
                      <a:pt x="466851" y="696120"/>
                    </a:moveTo>
                    <a:lnTo>
                      <a:pt x="492787" y="723619"/>
                    </a:lnTo>
                    <a:moveTo>
                      <a:pt x="492787" y="723619"/>
                    </a:moveTo>
                    <a:lnTo>
                      <a:pt x="518723" y="751117"/>
                    </a:lnTo>
                    <a:moveTo>
                      <a:pt x="518723" y="751117"/>
                    </a:moveTo>
                    <a:lnTo>
                      <a:pt x="544659" y="778615"/>
                    </a:lnTo>
                    <a:moveTo>
                      <a:pt x="544659" y="778615"/>
                    </a:moveTo>
                    <a:lnTo>
                      <a:pt x="570595" y="806113"/>
                    </a:lnTo>
                    <a:moveTo>
                      <a:pt x="570595" y="806113"/>
                    </a:moveTo>
                    <a:lnTo>
                      <a:pt x="596532" y="833612"/>
                    </a:lnTo>
                    <a:moveTo>
                      <a:pt x="596532" y="833612"/>
                    </a:moveTo>
                    <a:lnTo>
                      <a:pt x="622468" y="861110"/>
                    </a:lnTo>
                    <a:moveTo>
                      <a:pt x="622468" y="861110"/>
                    </a:moveTo>
                    <a:lnTo>
                      <a:pt x="648404" y="888608"/>
                    </a:lnTo>
                    <a:moveTo>
                      <a:pt x="648404" y="888608"/>
                    </a:moveTo>
                    <a:lnTo>
                      <a:pt x="671251" y="912831"/>
                    </a:lnTo>
                    <a:lnTo>
                      <a:pt x="674340" y="916106"/>
                    </a:lnTo>
                    <a:moveTo>
                      <a:pt x="674340" y="916106"/>
                    </a:moveTo>
                    <a:lnTo>
                      <a:pt x="700276" y="943605"/>
                    </a:lnTo>
                    <a:moveTo>
                      <a:pt x="700276" y="943605"/>
                    </a:moveTo>
                    <a:lnTo>
                      <a:pt x="726212" y="971103"/>
                    </a:lnTo>
                    <a:moveTo>
                      <a:pt x="726212" y="971103"/>
                    </a:moveTo>
                    <a:lnTo>
                      <a:pt x="752148" y="998601"/>
                    </a:lnTo>
                    <a:moveTo>
                      <a:pt x="752148" y="998601"/>
                    </a:moveTo>
                    <a:lnTo>
                      <a:pt x="759559" y="1006458"/>
                    </a:lnTo>
                    <a:lnTo>
                      <a:pt x="786547" y="1007247"/>
                    </a:lnTo>
                    <a:moveTo>
                      <a:pt x="786547" y="1007247"/>
                    </a:moveTo>
                    <a:lnTo>
                      <a:pt x="824331" y="1008352"/>
                    </a:lnTo>
                    <a:moveTo>
                      <a:pt x="824331" y="1008352"/>
                    </a:moveTo>
                    <a:lnTo>
                      <a:pt x="835895" y="1008690"/>
                    </a:lnTo>
                    <a:lnTo>
                      <a:pt x="854977" y="990692"/>
                    </a:lnTo>
                    <a:moveTo>
                      <a:pt x="854977" y="990692"/>
                    </a:moveTo>
                    <a:lnTo>
                      <a:pt x="882476" y="964755"/>
                    </a:lnTo>
                    <a:moveTo>
                      <a:pt x="882476" y="964755"/>
                    </a:moveTo>
                    <a:lnTo>
                      <a:pt x="909974" y="938819"/>
                    </a:lnTo>
                    <a:moveTo>
                      <a:pt x="909974" y="938819"/>
                    </a:moveTo>
                    <a:lnTo>
                      <a:pt x="937472" y="912883"/>
                    </a:lnTo>
                    <a:moveTo>
                      <a:pt x="937472" y="912883"/>
                    </a:moveTo>
                    <a:lnTo>
                      <a:pt x="964970" y="886947"/>
                    </a:lnTo>
                    <a:moveTo>
                      <a:pt x="964970" y="886947"/>
                    </a:moveTo>
                    <a:lnTo>
                      <a:pt x="992469" y="861011"/>
                    </a:lnTo>
                    <a:moveTo>
                      <a:pt x="992469" y="861011"/>
                    </a:moveTo>
                    <a:lnTo>
                      <a:pt x="1019967" y="835074"/>
                    </a:lnTo>
                    <a:moveTo>
                      <a:pt x="1019967" y="835074"/>
                    </a:moveTo>
                    <a:lnTo>
                      <a:pt x="1047465" y="809138"/>
                    </a:lnTo>
                    <a:moveTo>
                      <a:pt x="1047465" y="809138"/>
                    </a:moveTo>
                    <a:lnTo>
                      <a:pt x="1074963" y="783202"/>
                    </a:lnTo>
                    <a:moveTo>
                      <a:pt x="1074963" y="783202"/>
                    </a:moveTo>
                    <a:lnTo>
                      <a:pt x="1102462" y="757266"/>
                    </a:lnTo>
                    <a:moveTo>
                      <a:pt x="1102462" y="757266"/>
                    </a:moveTo>
                    <a:lnTo>
                      <a:pt x="1129960" y="731330"/>
                    </a:lnTo>
                    <a:moveTo>
                      <a:pt x="1129960" y="731330"/>
                    </a:moveTo>
                    <a:lnTo>
                      <a:pt x="1157458" y="705394"/>
                    </a:lnTo>
                    <a:moveTo>
                      <a:pt x="1157458" y="705394"/>
                    </a:moveTo>
                    <a:lnTo>
                      <a:pt x="1184957" y="679457"/>
                    </a:lnTo>
                    <a:moveTo>
                      <a:pt x="1184957" y="679457"/>
                    </a:moveTo>
                    <a:lnTo>
                      <a:pt x="1212455" y="653521"/>
                    </a:lnTo>
                    <a:moveTo>
                      <a:pt x="1212455" y="653521"/>
                    </a:moveTo>
                    <a:lnTo>
                      <a:pt x="1239953" y="627585"/>
                    </a:lnTo>
                    <a:moveTo>
                      <a:pt x="1239953" y="627585"/>
                    </a:moveTo>
                    <a:lnTo>
                      <a:pt x="1267451" y="601649"/>
                    </a:lnTo>
                    <a:moveTo>
                      <a:pt x="1267451" y="601649"/>
                    </a:moveTo>
                    <a:lnTo>
                      <a:pt x="1294950" y="575713"/>
                    </a:lnTo>
                    <a:moveTo>
                      <a:pt x="1294950" y="575713"/>
                    </a:moveTo>
                    <a:lnTo>
                      <a:pt x="1322448" y="549776"/>
                    </a:lnTo>
                    <a:moveTo>
                      <a:pt x="1322448" y="549776"/>
                    </a:moveTo>
                    <a:lnTo>
                      <a:pt x="1349946" y="523840"/>
                    </a:lnTo>
                    <a:moveTo>
                      <a:pt x="1349946" y="523840"/>
                    </a:moveTo>
                    <a:lnTo>
                      <a:pt x="1377444" y="497904"/>
                    </a:lnTo>
                    <a:moveTo>
                      <a:pt x="1377444" y="497904"/>
                    </a:moveTo>
                    <a:lnTo>
                      <a:pt x="1392255" y="483934"/>
                    </a:lnTo>
                    <a:lnTo>
                      <a:pt x="1402175" y="469590"/>
                    </a:lnTo>
                    <a:moveTo>
                      <a:pt x="1402175" y="469590"/>
                    </a:moveTo>
                    <a:lnTo>
                      <a:pt x="1423674" y="438499"/>
                    </a:lnTo>
                    <a:moveTo>
                      <a:pt x="1423674" y="438499"/>
                    </a:moveTo>
                    <a:lnTo>
                      <a:pt x="1445174" y="407409"/>
                    </a:lnTo>
                    <a:moveTo>
                      <a:pt x="1445174" y="407409"/>
                    </a:moveTo>
                    <a:lnTo>
                      <a:pt x="1466674" y="376319"/>
                    </a:lnTo>
                    <a:moveTo>
                      <a:pt x="1466674" y="376319"/>
                    </a:moveTo>
                    <a:lnTo>
                      <a:pt x="1488173" y="345228"/>
                    </a:lnTo>
                    <a:moveTo>
                      <a:pt x="1488173" y="345228"/>
                    </a:moveTo>
                    <a:lnTo>
                      <a:pt x="1496808" y="332741"/>
                    </a:lnTo>
                    <a:lnTo>
                      <a:pt x="1513262" y="317222"/>
                    </a:lnTo>
                    <a:moveTo>
                      <a:pt x="1513262" y="317222"/>
                    </a:moveTo>
                    <a:lnTo>
                      <a:pt x="1524755" y="306382"/>
                    </a:lnTo>
                    <a:lnTo>
                      <a:pt x="1540760" y="291286"/>
                    </a:lnTo>
                    <a:moveTo>
                      <a:pt x="1540760" y="291286"/>
                    </a:moveTo>
                    <a:lnTo>
                      <a:pt x="1568259" y="265350"/>
                    </a:lnTo>
                    <a:moveTo>
                      <a:pt x="1568259" y="265350"/>
                    </a:moveTo>
                    <a:lnTo>
                      <a:pt x="1595757" y="239414"/>
                    </a:lnTo>
                    <a:moveTo>
                      <a:pt x="1595757" y="239414"/>
                    </a:moveTo>
                    <a:lnTo>
                      <a:pt x="1623255" y="213478"/>
                    </a:lnTo>
                    <a:moveTo>
                      <a:pt x="1623255" y="213478"/>
                    </a:moveTo>
                    <a:lnTo>
                      <a:pt x="1650754" y="187541"/>
                    </a:lnTo>
                    <a:moveTo>
                      <a:pt x="1650754" y="187541"/>
                    </a:moveTo>
                    <a:lnTo>
                      <a:pt x="1678252" y="161605"/>
                    </a:lnTo>
                    <a:moveTo>
                      <a:pt x="1678252" y="161605"/>
                    </a:moveTo>
                    <a:lnTo>
                      <a:pt x="1705750" y="135669"/>
                    </a:lnTo>
                    <a:moveTo>
                      <a:pt x="1705750" y="135669"/>
                    </a:moveTo>
                    <a:lnTo>
                      <a:pt x="1733248" y="109733"/>
                    </a:lnTo>
                    <a:moveTo>
                      <a:pt x="1733248" y="109733"/>
                    </a:moveTo>
                    <a:lnTo>
                      <a:pt x="1760747" y="83797"/>
                    </a:lnTo>
                    <a:moveTo>
                      <a:pt x="1760747" y="83797"/>
                    </a:moveTo>
                    <a:lnTo>
                      <a:pt x="1788245" y="57861"/>
                    </a:lnTo>
                    <a:moveTo>
                      <a:pt x="1788245" y="57861"/>
                    </a:moveTo>
                    <a:lnTo>
                      <a:pt x="1815743" y="31925"/>
                    </a:lnTo>
                    <a:moveTo>
                      <a:pt x="1815743" y="31925"/>
                    </a:moveTo>
                    <a:lnTo>
                      <a:pt x="1843242" y="5988"/>
                    </a:lnTo>
                    <a:moveTo>
                      <a:pt x="1843242" y="5988"/>
                    </a:moveTo>
                    <a:lnTo>
                      <a:pt x="184959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30" name="Контур"/>
              <p:cNvSpPr/>
              <p:nvPr/>
            </p:nvSpPr>
            <p:spPr>
              <a:xfrm>
                <a:off x="2713013" y="2563866"/>
                <a:ext cx="612894" cy="1564036"/>
              </a:xfrm>
              <a:custGeom>
                <a:avLst/>
                <a:gdLst/>
                <a:ahLst/>
                <a:cxnLst/>
                <a:rect l="l" t="t" r="r" b="b"/>
                <a:pathLst>
                  <a:path w="612894" h="1564036" fill="none">
                    <a:moveTo>
                      <a:pt x="0" y="1435806"/>
                    </a:moveTo>
                    <a:lnTo>
                      <a:pt x="15701" y="1531105"/>
                    </a:lnTo>
                    <a:lnTo>
                      <a:pt x="46762" y="1564036"/>
                    </a:lnTo>
                    <a:moveTo>
                      <a:pt x="0" y="1435806"/>
                    </a:moveTo>
                    <a:lnTo>
                      <a:pt x="1256" y="1433899"/>
                    </a:lnTo>
                    <a:lnTo>
                      <a:pt x="13593" y="1414528"/>
                    </a:lnTo>
                    <a:lnTo>
                      <a:pt x="63111" y="1326786"/>
                    </a:lnTo>
                    <a:moveTo>
                      <a:pt x="63111" y="1326786"/>
                    </a:moveTo>
                    <a:lnTo>
                      <a:pt x="86965" y="1284517"/>
                    </a:lnTo>
                    <a:lnTo>
                      <a:pt x="114061" y="1211945"/>
                    </a:lnTo>
                    <a:moveTo>
                      <a:pt x="114061" y="1211945"/>
                    </a:moveTo>
                    <a:lnTo>
                      <a:pt x="158133" y="1093905"/>
                    </a:lnTo>
                    <a:moveTo>
                      <a:pt x="158133" y="1093905"/>
                    </a:moveTo>
                    <a:lnTo>
                      <a:pt x="181825" y="1030447"/>
                    </a:lnTo>
                    <a:lnTo>
                      <a:pt x="196348" y="974022"/>
                    </a:lnTo>
                    <a:moveTo>
                      <a:pt x="196348" y="974022"/>
                    </a:moveTo>
                    <a:lnTo>
                      <a:pt x="227754" y="851999"/>
                    </a:lnTo>
                    <a:moveTo>
                      <a:pt x="227754" y="851999"/>
                    </a:moveTo>
                    <a:lnTo>
                      <a:pt x="259161" y="729976"/>
                    </a:lnTo>
                    <a:moveTo>
                      <a:pt x="259161" y="729976"/>
                    </a:moveTo>
                    <a:lnTo>
                      <a:pt x="290567" y="607953"/>
                    </a:lnTo>
                    <a:moveTo>
                      <a:pt x="290567" y="607953"/>
                    </a:moveTo>
                    <a:lnTo>
                      <a:pt x="311094" y="528199"/>
                    </a:lnTo>
                    <a:lnTo>
                      <a:pt x="316710" y="510165"/>
                    </a:lnTo>
                    <a:lnTo>
                      <a:pt x="322575" y="492211"/>
                    </a:lnTo>
                    <a:lnTo>
                      <a:pt x="324474" y="486656"/>
                    </a:lnTo>
                    <a:moveTo>
                      <a:pt x="324474" y="486656"/>
                    </a:moveTo>
                    <a:lnTo>
                      <a:pt x="328685" y="474339"/>
                    </a:lnTo>
                    <a:lnTo>
                      <a:pt x="335043" y="456555"/>
                    </a:lnTo>
                    <a:lnTo>
                      <a:pt x="341647" y="438859"/>
                    </a:lnTo>
                    <a:lnTo>
                      <a:pt x="348492" y="421256"/>
                    </a:lnTo>
                    <a:lnTo>
                      <a:pt x="355583" y="403750"/>
                    </a:lnTo>
                    <a:lnTo>
                      <a:pt x="362913" y="386343"/>
                    </a:lnTo>
                    <a:lnTo>
                      <a:pt x="370347" y="369351"/>
                    </a:lnTo>
                    <a:moveTo>
                      <a:pt x="370347" y="369351"/>
                    </a:moveTo>
                    <a:lnTo>
                      <a:pt x="370483" y="369039"/>
                    </a:lnTo>
                    <a:lnTo>
                      <a:pt x="378292" y="351842"/>
                    </a:lnTo>
                    <a:lnTo>
                      <a:pt x="386338" y="334752"/>
                    </a:lnTo>
                    <a:lnTo>
                      <a:pt x="394617" y="317777"/>
                    </a:lnTo>
                    <a:lnTo>
                      <a:pt x="403132" y="300918"/>
                    </a:lnTo>
                    <a:lnTo>
                      <a:pt x="411880" y="284178"/>
                    </a:lnTo>
                    <a:lnTo>
                      <a:pt x="420856" y="267561"/>
                    </a:lnTo>
                    <a:lnTo>
                      <a:pt x="426868" y="256790"/>
                    </a:lnTo>
                    <a:moveTo>
                      <a:pt x="426868" y="256790"/>
                    </a:moveTo>
                    <a:lnTo>
                      <a:pt x="430062" y="251069"/>
                    </a:lnTo>
                    <a:lnTo>
                      <a:pt x="439493" y="234705"/>
                    </a:lnTo>
                    <a:lnTo>
                      <a:pt x="449152" y="218473"/>
                    </a:lnTo>
                    <a:lnTo>
                      <a:pt x="459032" y="202377"/>
                    </a:lnTo>
                    <a:lnTo>
                      <a:pt x="469136" y="186418"/>
                    </a:lnTo>
                    <a:lnTo>
                      <a:pt x="479457" y="170600"/>
                    </a:lnTo>
                    <a:lnTo>
                      <a:pt x="489998" y="154927"/>
                    </a:lnTo>
                    <a:lnTo>
                      <a:pt x="493484" y="149895"/>
                    </a:lnTo>
                    <a:moveTo>
                      <a:pt x="493484" y="149895"/>
                    </a:moveTo>
                    <a:lnTo>
                      <a:pt x="500753" y="139401"/>
                    </a:lnTo>
                    <a:lnTo>
                      <a:pt x="511720" y="124025"/>
                    </a:lnTo>
                    <a:lnTo>
                      <a:pt x="522900" y="108802"/>
                    </a:lnTo>
                    <a:lnTo>
                      <a:pt x="534290" y="93734"/>
                    </a:lnTo>
                    <a:lnTo>
                      <a:pt x="545886" y="78827"/>
                    </a:lnTo>
                    <a:lnTo>
                      <a:pt x="557687" y="64080"/>
                    </a:lnTo>
                    <a:lnTo>
                      <a:pt x="569635" y="49566"/>
                    </a:lnTo>
                    <a:moveTo>
                      <a:pt x="569635" y="49566"/>
                    </a:moveTo>
                    <a:lnTo>
                      <a:pt x="569691" y="49497"/>
                    </a:lnTo>
                    <a:lnTo>
                      <a:pt x="581895" y="35082"/>
                    </a:lnTo>
                    <a:lnTo>
                      <a:pt x="594297" y="20836"/>
                    </a:lnTo>
                    <a:lnTo>
                      <a:pt x="606894" y="6764"/>
                    </a:lnTo>
                    <a:lnTo>
                      <a:pt x="610839" y="2183"/>
                    </a:lnTo>
                    <a:lnTo>
                      <a:pt x="61289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31" name="Контур"/>
              <p:cNvSpPr/>
              <p:nvPr/>
            </p:nvSpPr>
            <p:spPr>
              <a:xfrm>
                <a:off x="2796146" y="2702154"/>
                <a:ext cx="479341" cy="1215038"/>
              </a:xfrm>
              <a:custGeom>
                <a:avLst/>
                <a:gdLst/>
                <a:ahLst/>
                <a:cxnLst/>
                <a:rect l="l" t="t" r="r" b="b"/>
                <a:pathLst>
                  <a:path w="479341" h="1215038" fill="none">
                    <a:moveTo>
                      <a:pt x="27006" y="1215038"/>
                    </a:moveTo>
                    <a:lnTo>
                      <a:pt x="0" y="1174995"/>
                    </a:lnTo>
                    <a:lnTo>
                      <a:pt x="48238" y="1177416"/>
                    </a:lnTo>
                    <a:lnTo>
                      <a:pt x="27006" y="1215038"/>
                    </a:lnTo>
                    <a:lnTo>
                      <a:pt x="29660" y="1210335"/>
                    </a:lnTo>
                    <a:lnTo>
                      <a:pt x="9405" y="1180303"/>
                    </a:lnTo>
                    <a:lnTo>
                      <a:pt x="45584" y="1182118"/>
                    </a:lnTo>
                    <a:lnTo>
                      <a:pt x="40881" y="1179464"/>
                    </a:lnTo>
                    <a:lnTo>
                      <a:pt x="24957" y="1207681"/>
                    </a:lnTo>
                    <a:lnTo>
                      <a:pt x="29660" y="1210335"/>
                    </a:lnTo>
                    <a:lnTo>
                      <a:pt x="27006" y="1215038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4702" y="1177649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48238" y="1177416"/>
                    </a:lnTo>
                    <a:lnTo>
                      <a:pt x="38227" y="1184167"/>
                    </a:lnTo>
                    <a:lnTo>
                      <a:pt x="40276" y="1191524"/>
                    </a:lnTo>
                    <a:lnTo>
                      <a:pt x="32919" y="1193573"/>
                    </a:lnTo>
                    <a:lnTo>
                      <a:pt x="34968" y="1200929"/>
                    </a:lnTo>
                    <a:lnTo>
                      <a:pt x="27611" y="1202978"/>
                    </a:lnTo>
                    <a:lnTo>
                      <a:pt x="27006" y="1215038"/>
                    </a:lnTo>
                    <a:lnTo>
                      <a:pt x="24957" y="1207681"/>
                    </a:lnTo>
                    <a:lnTo>
                      <a:pt x="32314" y="1205632"/>
                    </a:lnTo>
                    <a:lnTo>
                      <a:pt x="30265" y="1198275"/>
                    </a:lnTo>
                    <a:lnTo>
                      <a:pt x="37622" y="1196227"/>
                    </a:lnTo>
                    <a:lnTo>
                      <a:pt x="35573" y="1188870"/>
                    </a:lnTo>
                    <a:lnTo>
                      <a:pt x="42930" y="1186821"/>
                    </a:lnTo>
                    <a:lnTo>
                      <a:pt x="40881" y="1179464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0" y="1174995"/>
                    </a:lnTo>
                    <a:lnTo>
                      <a:pt x="9405" y="1180303"/>
                    </a:lnTo>
                    <a:lnTo>
                      <a:pt x="6751" y="1185005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24957" y="1207681"/>
                    </a:lnTo>
                    <a:moveTo>
                      <a:pt x="125589" y="974505"/>
                    </a:moveTo>
                    <a:lnTo>
                      <a:pt x="92673" y="939159"/>
                    </a:lnTo>
                    <a:lnTo>
                      <a:pt x="140699" y="934033"/>
                    </a:lnTo>
                    <a:lnTo>
                      <a:pt x="125589" y="974505"/>
                    </a:lnTo>
                    <a:lnTo>
                      <a:pt x="127478" y="969446"/>
                    </a:lnTo>
                    <a:lnTo>
                      <a:pt x="102791" y="942936"/>
                    </a:lnTo>
                    <a:lnTo>
                      <a:pt x="138810" y="939092"/>
                    </a:lnTo>
                    <a:lnTo>
                      <a:pt x="133752" y="937204"/>
                    </a:lnTo>
                    <a:lnTo>
                      <a:pt x="122419" y="967557"/>
                    </a:lnTo>
                    <a:lnTo>
                      <a:pt x="127478" y="969446"/>
                    </a:lnTo>
                    <a:lnTo>
                      <a:pt x="125589" y="974505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97732" y="941047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40699" y="934033"/>
                    </a:lnTo>
                    <a:lnTo>
                      <a:pt x="131863" y="942262"/>
                    </a:lnTo>
                    <a:lnTo>
                      <a:pt x="135033" y="949210"/>
                    </a:lnTo>
                    <a:lnTo>
                      <a:pt x="128085" y="952380"/>
                    </a:lnTo>
                    <a:lnTo>
                      <a:pt x="131255" y="959328"/>
                    </a:lnTo>
                    <a:lnTo>
                      <a:pt x="124308" y="962498"/>
                    </a:lnTo>
                    <a:lnTo>
                      <a:pt x="125589" y="974505"/>
                    </a:lnTo>
                    <a:lnTo>
                      <a:pt x="122419" y="967557"/>
                    </a:lnTo>
                    <a:lnTo>
                      <a:pt x="129366" y="964387"/>
                    </a:lnTo>
                    <a:lnTo>
                      <a:pt x="126196" y="957439"/>
                    </a:lnTo>
                    <a:lnTo>
                      <a:pt x="133144" y="954269"/>
                    </a:lnTo>
                    <a:lnTo>
                      <a:pt x="129974" y="947321"/>
                    </a:lnTo>
                    <a:lnTo>
                      <a:pt x="136922" y="944151"/>
                    </a:lnTo>
                    <a:lnTo>
                      <a:pt x="133752" y="937204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92673" y="939159"/>
                    </a:lnTo>
                    <a:lnTo>
                      <a:pt x="102791" y="942936"/>
                    </a:lnTo>
                    <a:lnTo>
                      <a:pt x="100902" y="947995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22419" y="967557"/>
                    </a:lnTo>
                    <a:moveTo>
                      <a:pt x="196917" y="727171"/>
                    </a:moveTo>
                    <a:lnTo>
                      <a:pt x="160464" y="695485"/>
                    </a:lnTo>
                    <a:lnTo>
                      <a:pt x="207685" y="685334"/>
                    </a:lnTo>
                    <a:lnTo>
                      <a:pt x="196917" y="727171"/>
                    </a:lnTo>
                    <a:lnTo>
                      <a:pt x="198263" y="721941"/>
                    </a:lnTo>
                    <a:lnTo>
                      <a:pt x="170924" y="698177"/>
                    </a:lnTo>
                    <a:lnTo>
                      <a:pt x="206339" y="690564"/>
                    </a:lnTo>
                    <a:lnTo>
                      <a:pt x="201109" y="689218"/>
                    </a:lnTo>
                    <a:lnTo>
                      <a:pt x="193033" y="720595"/>
                    </a:lnTo>
                    <a:lnTo>
                      <a:pt x="198263" y="721941"/>
                    </a:lnTo>
                    <a:lnTo>
                      <a:pt x="196917" y="727171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65694" y="696831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207685" y="685334"/>
                    </a:lnTo>
                    <a:lnTo>
                      <a:pt x="199763" y="694448"/>
                    </a:lnTo>
                    <a:lnTo>
                      <a:pt x="203647" y="701023"/>
                    </a:lnTo>
                    <a:lnTo>
                      <a:pt x="197071" y="704907"/>
                    </a:lnTo>
                    <a:lnTo>
                      <a:pt x="200955" y="711482"/>
                    </a:lnTo>
                    <a:lnTo>
                      <a:pt x="194379" y="715366"/>
                    </a:lnTo>
                    <a:lnTo>
                      <a:pt x="196917" y="727171"/>
                    </a:lnTo>
                    <a:lnTo>
                      <a:pt x="193033" y="720595"/>
                    </a:lnTo>
                    <a:lnTo>
                      <a:pt x="199609" y="716712"/>
                    </a:lnTo>
                    <a:lnTo>
                      <a:pt x="195725" y="710136"/>
                    </a:lnTo>
                    <a:lnTo>
                      <a:pt x="202301" y="706253"/>
                    </a:lnTo>
                    <a:lnTo>
                      <a:pt x="198417" y="699677"/>
                    </a:lnTo>
                    <a:lnTo>
                      <a:pt x="204993" y="695794"/>
                    </a:lnTo>
                    <a:lnTo>
                      <a:pt x="201109" y="689218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60464" y="695485"/>
                    </a:lnTo>
                    <a:lnTo>
                      <a:pt x="170924" y="698177"/>
                    </a:lnTo>
                    <a:lnTo>
                      <a:pt x="169578" y="703406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93033" y="720595"/>
                    </a:lnTo>
                    <a:moveTo>
                      <a:pt x="259729" y="483125"/>
                    </a:moveTo>
                    <a:lnTo>
                      <a:pt x="223277" y="451439"/>
                    </a:lnTo>
                    <a:lnTo>
                      <a:pt x="270497" y="441288"/>
                    </a:lnTo>
                    <a:lnTo>
                      <a:pt x="259729" y="483125"/>
                    </a:lnTo>
                    <a:lnTo>
                      <a:pt x="261075" y="477895"/>
                    </a:lnTo>
                    <a:lnTo>
                      <a:pt x="233736" y="454130"/>
                    </a:lnTo>
                    <a:lnTo>
                      <a:pt x="269151" y="446518"/>
                    </a:lnTo>
                    <a:lnTo>
                      <a:pt x="263922" y="445172"/>
                    </a:lnTo>
                    <a:lnTo>
                      <a:pt x="255846" y="476549"/>
                    </a:lnTo>
                    <a:lnTo>
                      <a:pt x="261075" y="477895"/>
                    </a:lnTo>
                    <a:lnTo>
                      <a:pt x="259729" y="483125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28506" y="452784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70497" y="441288"/>
                    </a:lnTo>
                    <a:lnTo>
                      <a:pt x="262576" y="450401"/>
                    </a:lnTo>
                    <a:lnTo>
                      <a:pt x="266459" y="456977"/>
                    </a:lnTo>
                    <a:lnTo>
                      <a:pt x="259884" y="460860"/>
                    </a:lnTo>
                    <a:lnTo>
                      <a:pt x="263767" y="467436"/>
                    </a:lnTo>
                    <a:lnTo>
                      <a:pt x="257192" y="471320"/>
                    </a:lnTo>
                    <a:lnTo>
                      <a:pt x="259729" y="483125"/>
                    </a:lnTo>
                    <a:lnTo>
                      <a:pt x="255846" y="476549"/>
                    </a:lnTo>
                    <a:lnTo>
                      <a:pt x="262421" y="472665"/>
                    </a:lnTo>
                    <a:lnTo>
                      <a:pt x="258538" y="466090"/>
                    </a:lnTo>
                    <a:lnTo>
                      <a:pt x="265113" y="462206"/>
                    </a:lnTo>
                    <a:lnTo>
                      <a:pt x="261230" y="455631"/>
                    </a:lnTo>
                    <a:lnTo>
                      <a:pt x="267805" y="451747"/>
                    </a:lnTo>
                    <a:lnTo>
                      <a:pt x="263922" y="445172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23277" y="451439"/>
                    </a:lnTo>
                    <a:lnTo>
                      <a:pt x="233736" y="454130"/>
                    </a:lnTo>
                    <a:lnTo>
                      <a:pt x="232390" y="459360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55846" y="476549"/>
                    </a:lnTo>
                    <a:moveTo>
                      <a:pt x="336686" y="252708"/>
                    </a:moveTo>
                    <a:lnTo>
                      <a:pt x="305766" y="215603"/>
                    </a:lnTo>
                    <a:lnTo>
                      <a:pt x="354002" y="213131"/>
                    </a:lnTo>
                    <a:lnTo>
                      <a:pt x="336686" y="252708"/>
                    </a:lnTo>
                    <a:lnTo>
                      <a:pt x="338850" y="247761"/>
                    </a:lnTo>
                    <a:lnTo>
                      <a:pt x="315661" y="219932"/>
                    </a:lnTo>
                    <a:lnTo>
                      <a:pt x="351837" y="218078"/>
                    </a:lnTo>
                    <a:lnTo>
                      <a:pt x="346890" y="215913"/>
                    </a:lnTo>
                    <a:lnTo>
                      <a:pt x="333903" y="245597"/>
                    </a:lnTo>
                    <a:lnTo>
                      <a:pt x="338850" y="247761"/>
                    </a:lnTo>
                    <a:lnTo>
                      <a:pt x="336686" y="252708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10713" y="217768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54002" y="213131"/>
                    </a:lnTo>
                    <a:lnTo>
                      <a:pt x="344726" y="220860"/>
                    </a:lnTo>
                    <a:lnTo>
                      <a:pt x="347508" y="227972"/>
                    </a:lnTo>
                    <a:lnTo>
                      <a:pt x="340397" y="230755"/>
                    </a:lnTo>
                    <a:lnTo>
                      <a:pt x="343179" y="237867"/>
                    </a:lnTo>
                    <a:lnTo>
                      <a:pt x="336068" y="240649"/>
                    </a:lnTo>
                    <a:lnTo>
                      <a:pt x="336686" y="252708"/>
                    </a:lnTo>
                    <a:lnTo>
                      <a:pt x="333903" y="245597"/>
                    </a:lnTo>
                    <a:lnTo>
                      <a:pt x="341015" y="242814"/>
                    </a:lnTo>
                    <a:lnTo>
                      <a:pt x="338232" y="235702"/>
                    </a:lnTo>
                    <a:lnTo>
                      <a:pt x="345344" y="232919"/>
                    </a:lnTo>
                    <a:lnTo>
                      <a:pt x="342561" y="225808"/>
                    </a:lnTo>
                    <a:lnTo>
                      <a:pt x="349673" y="223025"/>
                    </a:lnTo>
                    <a:lnTo>
                      <a:pt x="346890" y="215913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05766" y="215603"/>
                    </a:lnTo>
                    <a:lnTo>
                      <a:pt x="315661" y="219932"/>
                    </a:lnTo>
                    <a:lnTo>
                      <a:pt x="313496" y="224879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33903" y="245597"/>
                    </a:lnTo>
                    <a:moveTo>
                      <a:pt x="454741" y="42355"/>
                    </a:moveTo>
                    <a:lnTo>
                      <a:pt x="431529" y="0"/>
                    </a:lnTo>
                    <a:lnTo>
                      <a:pt x="479341" y="6843"/>
                    </a:lnTo>
                    <a:lnTo>
                      <a:pt x="454741" y="42355"/>
                    </a:lnTo>
                    <a:lnTo>
                      <a:pt x="457816" y="37916"/>
                    </a:lnTo>
                    <a:lnTo>
                      <a:pt x="440407" y="6150"/>
                    </a:lnTo>
                    <a:lnTo>
                      <a:pt x="476266" y="11282"/>
                    </a:lnTo>
                    <a:lnTo>
                      <a:pt x="471827" y="8207"/>
                    </a:lnTo>
                    <a:lnTo>
                      <a:pt x="453377" y="34842"/>
                    </a:lnTo>
                    <a:lnTo>
                      <a:pt x="457816" y="37916"/>
                    </a:lnTo>
                    <a:lnTo>
                      <a:pt x="454741" y="42355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35968" y="3075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79341" y="6843"/>
                    </a:lnTo>
                    <a:lnTo>
                      <a:pt x="468752" y="12646"/>
                    </a:lnTo>
                    <a:lnTo>
                      <a:pt x="470116" y="20160"/>
                    </a:lnTo>
                    <a:lnTo>
                      <a:pt x="462602" y="21524"/>
                    </a:lnTo>
                    <a:lnTo>
                      <a:pt x="463966" y="29038"/>
                    </a:lnTo>
                    <a:lnTo>
                      <a:pt x="456452" y="30403"/>
                    </a:lnTo>
                    <a:lnTo>
                      <a:pt x="454741" y="42355"/>
                    </a:lnTo>
                    <a:lnTo>
                      <a:pt x="453377" y="34842"/>
                    </a:lnTo>
                    <a:lnTo>
                      <a:pt x="460891" y="33477"/>
                    </a:lnTo>
                    <a:lnTo>
                      <a:pt x="459527" y="25964"/>
                    </a:lnTo>
                    <a:lnTo>
                      <a:pt x="467041" y="24599"/>
                    </a:lnTo>
                    <a:lnTo>
                      <a:pt x="465677" y="17085"/>
                    </a:lnTo>
                    <a:lnTo>
                      <a:pt x="473191" y="15721"/>
                    </a:lnTo>
                    <a:lnTo>
                      <a:pt x="471827" y="8207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31529" y="0"/>
                    </a:lnTo>
                    <a:lnTo>
                      <a:pt x="440407" y="6150"/>
                    </a:lnTo>
                    <a:lnTo>
                      <a:pt x="437332" y="10589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53377" y="348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32" name="Контур"/>
              <p:cNvSpPr/>
              <p:nvPr/>
            </p:nvSpPr>
            <p:spPr>
              <a:xfrm>
                <a:off x="2713013" y="2563866"/>
                <a:ext cx="612894" cy="1435806"/>
              </a:xfrm>
              <a:custGeom>
                <a:avLst/>
                <a:gdLst/>
                <a:ahLst/>
                <a:cxnLst/>
                <a:rect l="l" t="t" r="r" b="b"/>
                <a:pathLst>
                  <a:path w="612894" h="1435806" fill="none">
                    <a:moveTo>
                      <a:pt x="308005" y="87607"/>
                    </a:moveTo>
                    <a:lnTo>
                      <a:pt x="226645" y="234127"/>
                    </a:lnTo>
                    <a:moveTo>
                      <a:pt x="0" y="1435806"/>
                    </a:moveTo>
                    <a:lnTo>
                      <a:pt x="1256" y="1433899"/>
                    </a:lnTo>
                    <a:lnTo>
                      <a:pt x="13593" y="1414528"/>
                    </a:lnTo>
                    <a:lnTo>
                      <a:pt x="63111" y="1326786"/>
                    </a:lnTo>
                    <a:moveTo>
                      <a:pt x="63111" y="1326786"/>
                    </a:moveTo>
                    <a:lnTo>
                      <a:pt x="86965" y="1284517"/>
                    </a:lnTo>
                    <a:lnTo>
                      <a:pt x="114061" y="1211945"/>
                    </a:lnTo>
                    <a:moveTo>
                      <a:pt x="114061" y="1211945"/>
                    </a:moveTo>
                    <a:lnTo>
                      <a:pt x="158133" y="1093905"/>
                    </a:lnTo>
                    <a:moveTo>
                      <a:pt x="158133" y="1093905"/>
                    </a:moveTo>
                    <a:lnTo>
                      <a:pt x="181825" y="1030447"/>
                    </a:lnTo>
                    <a:lnTo>
                      <a:pt x="196348" y="974022"/>
                    </a:lnTo>
                    <a:moveTo>
                      <a:pt x="196348" y="974022"/>
                    </a:moveTo>
                    <a:lnTo>
                      <a:pt x="227754" y="851999"/>
                    </a:lnTo>
                    <a:moveTo>
                      <a:pt x="227754" y="851999"/>
                    </a:moveTo>
                    <a:lnTo>
                      <a:pt x="259161" y="729976"/>
                    </a:lnTo>
                    <a:moveTo>
                      <a:pt x="259161" y="729976"/>
                    </a:moveTo>
                    <a:lnTo>
                      <a:pt x="290567" y="607953"/>
                    </a:lnTo>
                    <a:moveTo>
                      <a:pt x="290567" y="607953"/>
                    </a:moveTo>
                    <a:lnTo>
                      <a:pt x="311094" y="528199"/>
                    </a:lnTo>
                    <a:lnTo>
                      <a:pt x="316710" y="510165"/>
                    </a:lnTo>
                    <a:lnTo>
                      <a:pt x="322575" y="492211"/>
                    </a:lnTo>
                    <a:lnTo>
                      <a:pt x="324474" y="486656"/>
                    </a:lnTo>
                    <a:moveTo>
                      <a:pt x="324474" y="486656"/>
                    </a:moveTo>
                    <a:lnTo>
                      <a:pt x="328685" y="474339"/>
                    </a:lnTo>
                    <a:lnTo>
                      <a:pt x="335043" y="456555"/>
                    </a:lnTo>
                    <a:lnTo>
                      <a:pt x="341647" y="438859"/>
                    </a:lnTo>
                    <a:lnTo>
                      <a:pt x="348492" y="421256"/>
                    </a:lnTo>
                    <a:lnTo>
                      <a:pt x="355583" y="403750"/>
                    </a:lnTo>
                    <a:lnTo>
                      <a:pt x="362913" y="386343"/>
                    </a:lnTo>
                    <a:lnTo>
                      <a:pt x="370347" y="369351"/>
                    </a:lnTo>
                    <a:moveTo>
                      <a:pt x="370347" y="369351"/>
                    </a:moveTo>
                    <a:lnTo>
                      <a:pt x="370483" y="369039"/>
                    </a:lnTo>
                    <a:lnTo>
                      <a:pt x="378292" y="351842"/>
                    </a:lnTo>
                    <a:lnTo>
                      <a:pt x="386338" y="334752"/>
                    </a:lnTo>
                    <a:lnTo>
                      <a:pt x="394617" y="317777"/>
                    </a:lnTo>
                    <a:lnTo>
                      <a:pt x="403132" y="300918"/>
                    </a:lnTo>
                    <a:lnTo>
                      <a:pt x="411880" y="284178"/>
                    </a:lnTo>
                    <a:lnTo>
                      <a:pt x="420856" y="267561"/>
                    </a:lnTo>
                    <a:lnTo>
                      <a:pt x="426868" y="256790"/>
                    </a:lnTo>
                    <a:moveTo>
                      <a:pt x="426868" y="256790"/>
                    </a:moveTo>
                    <a:lnTo>
                      <a:pt x="430062" y="251069"/>
                    </a:lnTo>
                    <a:lnTo>
                      <a:pt x="439493" y="234705"/>
                    </a:lnTo>
                    <a:lnTo>
                      <a:pt x="449152" y="218473"/>
                    </a:lnTo>
                    <a:lnTo>
                      <a:pt x="459032" y="202377"/>
                    </a:lnTo>
                    <a:lnTo>
                      <a:pt x="469136" y="186418"/>
                    </a:lnTo>
                    <a:lnTo>
                      <a:pt x="479457" y="170600"/>
                    </a:lnTo>
                    <a:lnTo>
                      <a:pt x="489998" y="154927"/>
                    </a:lnTo>
                    <a:lnTo>
                      <a:pt x="493484" y="149895"/>
                    </a:lnTo>
                    <a:moveTo>
                      <a:pt x="493484" y="149895"/>
                    </a:moveTo>
                    <a:lnTo>
                      <a:pt x="500753" y="139401"/>
                    </a:lnTo>
                    <a:lnTo>
                      <a:pt x="511720" y="124025"/>
                    </a:lnTo>
                    <a:lnTo>
                      <a:pt x="522900" y="108802"/>
                    </a:lnTo>
                    <a:lnTo>
                      <a:pt x="534290" y="93734"/>
                    </a:lnTo>
                    <a:lnTo>
                      <a:pt x="545886" y="78827"/>
                    </a:lnTo>
                    <a:lnTo>
                      <a:pt x="557687" y="64080"/>
                    </a:lnTo>
                    <a:lnTo>
                      <a:pt x="569635" y="49566"/>
                    </a:lnTo>
                    <a:moveTo>
                      <a:pt x="569635" y="49566"/>
                    </a:moveTo>
                    <a:lnTo>
                      <a:pt x="569691" y="49497"/>
                    </a:lnTo>
                    <a:lnTo>
                      <a:pt x="581895" y="35082"/>
                    </a:lnTo>
                    <a:lnTo>
                      <a:pt x="594297" y="20836"/>
                    </a:lnTo>
                    <a:lnTo>
                      <a:pt x="606894" y="6764"/>
                    </a:lnTo>
                    <a:lnTo>
                      <a:pt x="610839" y="2183"/>
                    </a:lnTo>
                    <a:lnTo>
                      <a:pt x="61289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33" name="Контур"/>
              <p:cNvSpPr/>
              <p:nvPr/>
            </p:nvSpPr>
            <p:spPr>
              <a:xfrm>
                <a:off x="2796146" y="2702154"/>
                <a:ext cx="479341" cy="1215038"/>
              </a:xfrm>
              <a:custGeom>
                <a:avLst/>
                <a:gdLst/>
                <a:ahLst/>
                <a:cxnLst/>
                <a:rect l="l" t="t" r="r" b="b"/>
                <a:pathLst>
                  <a:path w="479341" h="1215038" fill="none">
                    <a:moveTo>
                      <a:pt x="27006" y="1215038"/>
                    </a:moveTo>
                    <a:lnTo>
                      <a:pt x="0" y="1174995"/>
                    </a:lnTo>
                    <a:lnTo>
                      <a:pt x="48238" y="1177416"/>
                    </a:lnTo>
                    <a:lnTo>
                      <a:pt x="27006" y="1215038"/>
                    </a:lnTo>
                    <a:lnTo>
                      <a:pt x="29660" y="1210335"/>
                    </a:lnTo>
                    <a:lnTo>
                      <a:pt x="9405" y="1180303"/>
                    </a:lnTo>
                    <a:lnTo>
                      <a:pt x="45584" y="1182118"/>
                    </a:lnTo>
                    <a:lnTo>
                      <a:pt x="40881" y="1179464"/>
                    </a:lnTo>
                    <a:lnTo>
                      <a:pt x="24957" y="1207681"/>
                    </a:lnTo>
                    <a:lnTo>
                      <a:pt x="29660" y="1210335"/>
                    </a:lnTo>
                    <a:lnTo>
                      <a:pt x="27006" y="1215038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4702" y="1177649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48238" y="1177416"/>
                    </a:lnTo>
                    <a:lnTo>
                      <a:pt x="38227" y="1184167"/>
                    </a:lnTo>
                    <a:lnTo>
                      <a:pt x="40276" y="1191524"/>
                    </a:lnTo>
                    <a:lnTo>
                      <a:pt x="32919" y="1193573"/>
                    </a:lnTo>
                    <a:lnTo>
                      <a:pt x="34968" y="1200929"/>
                    </a:lnTo>
                    <a:lnTo>
                      <a:pt x="27611" y="1202978"/>
                    </a:lnTo>
                    <a:lnTo>
                      <a:pt x="27006" y="1215038"/>
                    </a:lnTo>
                    <a:lnTo>
                      <a:pt x="24957" y="1207681"/>
                    </a:lnTo>
                    <a:lnTo>
                      <a:pt x="32314" y="1205632"/>
                    </a:lnTo>
                    <a:lnTo>
                      <a:pt x="30265" y="1198275"/>
                    </a:lnTo>
                    <a:lnTo>
                      <a:pt x="37622" y="1196227"/>
                    </a:lnTo>
                    <a:lnTo>
                      <a:pt x="35573" y="1188870"/>
                    </a:lnTo>
                    <a:lnTo>
                      <a:pt x="42930" y="1186821"/>
                    </a:lnTo>
                    <a:lnTo>
                      <a:pt x="40881" y="1179464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0" y="1174995"/>
                    </a:lnTo>
                    <a:lnTo>
                      <a:pt x="9405" y="1180303"/>
                    </a:lnTo>
                    <a:lnTo>
                      <a:pt x="6751" y="1185005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24957" y="1207681"/>
                    </a:lnTo>
                    <a:moveTo>
                      <a:pt x="125589" y="974505"/>
                    </a:moveTo>
                    <a:lnTo>
                      <a:pt x="92673" y="939159"/>
                    </a:lnTo>
                    <a:lnTo>
                      <a:pt x="140699" y="934033"/>
                    </a:lnTo>
                    <a:lnTo>
                      <a:pt x="125589" y="974505"/>
                    </a:lnTo>
                    <a:lnTo>
                      <a:pt x="127478" y="969446"/>
                    </a:lnTo>
                    <a:lnTo>
                      <a:pt x="102791" y="942936"/>
                    </a:lnTo>
                    <a:lnTo>
                      <a:pt x="138810" y="939092"/>
                    </a:lnTo>
                    <a:lnTo>
                      <a:pt x="133752" y="937204"/>
                    </a:lnTo>
                    <a:lnTo>
                      <a:pt x="122419" y="967557"/>
                    </a:lnTo>
                    <a:lnTo>
                      <a:pt x="127478" y="969446"/>
                    </a:lnTo>
                    <a:lnTo>
                      <a:pt x="125589" y="974505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97732" y="941047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40699" y="934033"/>
                    </a:lnTo>
                    <a:lnTo>
                      <a:pt x="131863" y="942262"/>
                    </a:lnTo>
                    <a:lnTo>
                      <a:pt x="135033" y="949210"/>
                    </a:lnTo>
                    <a:lnTo>
                      <a:pt x="128085" y="952380"/>
                    </a:lnTo>
                    <a:lnTo>
                      <a:pt x="131255" y="959328"/>
                    </a:lnTo>
                    <a:lnTo>
                      <a:pt x="124308" y="962498"/>
                    </a:lnTo>
                    <a:lnTo>
                      <a:pt x="125589" y="974505"/>
                    </a:lnTo>
                    <a:lnTo>
                      <a:pt x="122419" y="967557"/>
                    </a:lnTo>
                    <a:lnTo>
                      <a:pt x="129366" y="964387"/>
                    </a:lnTo>
                    <a:lnTo>
                      <a:pt x="126196" y="957439"/>
                    </a:lnTo>
                    <a:lnTo>
                      <a:pt x="133144" y="954269"/>
                    </a:lnTo>
                    <a:lnTo>
                      <a:pt x="129974" y="947321"/>
                    </a:lnTo>
                    <a:lnTo>
                      <a:pt x="136922" y="944151"/>
                    </a:lnTo>
                    <a:lnTo>
                      <a:pt x="133752" y="937204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92673" y="939159"/>
                    </a:lnTo>
                    <a:lnTo>
                      <a:pt x="102791" y="942936"/>
                    </a:lnTo>
                    <a:lnTo>
                      <a:pt x="100902" y="947995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22419" y="967557"/>
                    </a:lnTo>
                    <a:moveTo>
                      <a:pt x="196917" y="727171"/>
                    </a:moveTo>
                    <a:lnTo>
                      <a:pt x="160464" y="695485"/>
                    </a:lnTo>
                    <a:lnTo>
                      <a:pt x="207685" y="685334"/>
                    </a:lnTo>
                    <a:lnTo>
                      <a:pt x="196917" y="727171"/>
                    </a:lnTo>
                    <a:lnTo>
                      <a:pt x="198263" y="721941"/>
                    </a:lnTo>
                    <a:lnTo>
                      <a:pt x="170924" y="698177"/>
                    </a:lnTo>
                    <a:lnTo>
                      <a:pt x="206339" y="690564"/>
                    </a:lnTo>
                    <a:lnTo>
                      <a:pt x="201109" y="689218"/>
                    </a:lnTo>
                    <a:lnTo>
                      <a:pt x="193033" y="720595"/>
                    </a:lnTo>
                    <a:lnTo>
                      <a:pt x="198263" y="721941"/>
                    </a:lnTo>
                    <a:lnTo>
                      <a:pt x="196917" y="727171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65694" y="696831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207685" y="685334"/>
                    </a:lnTo>
                    <a:lnTo>
                      <a:pt x="199763" y="694448"/>
                    </a:lnTo>
                    <a:lnTo>
                      <a:pt x="203647" y="701023"/>
                    </a:lnTo>
                    <a:lnTo>
                      <a:pt x="197071" y="704907"/>
                    </a:lnTo>
                    <a:lnTo>
                      <a:pt x="200955" y="711482"/>
                    </a:lnTo>
                    <a:lnTo>
                      <a:pt x="194379" y="715366"/>
                    </a:lnTo>
                    <a:lnTo>
                      <a:pt x="196917" y="727171"/>
                    </a:lnTo>
                    <a:lnTo>
                      <a:pt x="193033" y="720595"/>
                    </a:lnTo>
                    <a:lnTo>
                      <a:pt x="199609" y="716712"/>
                    </a:lnTo>
                    <a:lnTo>
                      <a:pt x="195725" y="710136"/>
                    </a:lnTo>
                    <a:lnTo>
                      <a:pt x="202301" y="706253"/>
                    </a:lnTo>
                    <a:lnTo>
                      <a:pt x="198417" y="699677"/>
                    </a:lnTo>
                    <a:lnTo>
                      <a:pt x="204993" y="695794"/>
                    </a:lnTo>
                    <a:lnTo>
                      <a:pt x="201109" y="689218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60464" y="695485"/>
                    </a:lnTo>
                    <a:lnTo>
                      <a:pt x="170924" y="698177"/>
                    </a:lnTo>
                    <a:lnTo>
                      <a:pt x="169578" y="703406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93033" y="720595"/>
                    </a:lnTo>
                    <a:moveTo>
                      <a:pt x="259729" y="483125"/>
                    </a:moveTo>
                    <a:lnTo>
                      <a:pt x="223277" y="451439"/>
                    </a:lnTo>
                    <a:lnTo>
                      <a:pt x="270497" y="441288"/>
                    </a:lnTo>
                    <a:lnTo>
                      <a:pt x="259729" y="483125"/>
                    </a:lnTo>
                    <a:lnTo>
                      <a:pt x="261075" y="477895"/>
                    </a:lnTo>
                    <a:lnTo>
                      <a:pt x="233736" y="454130"/>
                    </a:lnTo>
                    <a:lnTo>
                      <a:pt x="269151" y="446518"/>
                    </a:lnTo>
                    <a:lnTo>
                      <a:pt x="263922" y="445172"/>
                    </a:lnTo>
                    <a:lnTo>
                      <a:pt x="255846" y="476549"/>
                    </a:lnTo>
                    <a:lnTo>
                      <a:pt x="261075" y="477895"/>
                    </a:lnTo>
                    <a:lnTo>
                      <a:pt x="259729" y="483125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28506" y="452784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70497" y="441288"/>
                    </a:lnTo>
                    <a:lnTo>
                      <a:pt x="262576" y="450401"/>
                    </a:lnTo>
                    <a:lnTo>
                      <a:pt x="266459" y="456977"/>
                    </a:lnTo>
                    <a:lnTo>
                      <a:pt x="259884" y="460860"/>
                    </a:lnTo>
                    <a:lnTo>
                      <a:pt x="263767" y="467436"/>
                    </a:lnTo>
                    <a:lnTo>
                      <a:pt x="257192" y="471320"/>
                    </a:lnTo>
                    <a:lnTo>
                      <a:pt x="259729" y="483125"/>
                    </a:lnTo>
                    <a:lnTo>
                      <a:pt x="255846" y="476549"/>
                    </a:lnTo>
                    <a:lnTo>
                      <a:pt x="262421" y="472665"/>
                    </a:lnTo>
                    <a:lnTo>
                      <a:pt x="258538" y="466090"/>
                    </a:lnTo>
                    <a:lnTo>
                      <a:pt x="265113" y="462206"/>
                    </a:lnTo>
                    <a:lnTo>
                      <a:pt x="261230" y="455631"/>
                    </a:lnTo>
                    <a:lnTo>
                      <a:pt x="267805" y="451747"/>
                    </a:lnTo>
                    <a:lnTo>
                      <a:pt x="263922" y="445172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23277" y="451439"/>
                    </a:lnTo>
                    <a:lnTo>
                      <a:pt x="233736" y="454130"/>
                    </a:lnTo>
                    <a:lnTo>
                      <a:pt x="232390" y="459360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55846" y="476549"/>
                    </a:lnTo>
                    <a:moveTo>
                      <a:pt x="336686" y="252708"/>
                    </a:moveTo>
                    <a:lnTo>
                      <a:pt x="305766" y="215603"/>
                    </a:lnTo>
                    <a:lnTo>
                      <a:pt x="354002" y="213131"/>
                    </a:lnTo>
                    <a:lnTo>
                      <a:pt x="336686" y="252708"/>
                    </a:lnTo>
                    <a:lnTo>
                      <a:pt x="338850" y="247761"/>
                    </a:lnTo>
                    <a:lnTo>
                      <a:pt x="315661" y="219932"/>
                    </a:lnTo>
                    <a:lnTo>
                      <a:pt x="351837" y="218078"/>
                    </a:lnTo>
                    <a:lnTo>
                      <a:pt x="346890" y="215913"/>
                    </a:lnTo>
                    <a:lnTo>
                      <a:pt x="333903" y="245597"/>
                    </a:lnTo>
                    <a:lnTo>
                      <a:pt x="338850" y="247761"/>
                    </a:lnTo>
                    <a:lnTo>
                      <a:pt x="336686" y="252708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10713" y="217768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54002" y="213131"/>
                    </a:lnTo>
                    <a:lnTo>
                      <a:pt x="344726" y="220860"/>
                    </a:lnTo>
                    <a:lnTo>
                      <a:pt x="347508" y="227972"/>
                    </a:lnTo>
                    <a:lnTo>
                      <a:pt x="340397" y="230755"/>
                    </a:lnTo>
                    <a:lnTo>
                      <a:pt x="343179" y="237867"/>
                    </a:lnTo>
                    <a:lnTo>
                      <a:pt x="336068" y="240649"/>
                    </a:lnTo>
                    <a:lnTo>
                      <a:pt x="336686" y="252708"/>
                    </a:lnTo>
                    <a:lnTo>
                      <a:pt x="333903" y="245597"/>
                    </a:lnTo>
                    <a:lnTo>
                      <a:pt x="341015" y="242814"/>
                    </a:lnTo>
                    <a:lnTo>
                      <a:pt x="338232" y="235702"/>
                    </a:lnTo>
                    <a:lnTo>
                      <a:pt x="345344" y="232919"/>
                    </a:lnTo>
                    <a:lnTo>
                      <a:pt x="342561" y="225808"/>
                    </a:lnTo>
                    <a:lnTo>
                      <a:pt x="349673" y="223025"/>
                    </a:lnTo>
                    <a:lnTo>
                      <a:pt x="346890" y="215913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05766" y="215603"/>
                    </a:lnTo>
                    <a:lnTo>
                      <a:pt x="315661" y="219932"/>
                    </a:lnTo>
                    <a:lnTo>
                      <a:pt x="313496" y="224879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33903" y="245597"/>
                    </a:lnTo>
                    <a:moveTo>
                      <a:pt x="454741" y="42355"/>
                    </a:moveTo>
                    <a:lnTo>
                      <a:pt x="431529" y="0"/>
                    </a:lnTo>
                    <a:lnTo>
                      <a:pt x="479341" y="6843"/>
                    </a:lnTo>
                    <a:lnTo>
                      <a:pt x="454741" y="42355"/>
                    </a:lnTo>
                    <a:lnTo>
                      <a:pt x="457816" y="37916"/>
                    </a:lnTo>
                    <a:lnTo>
                      <a:pt x="440407" y="6150"/>
                    </a:lnTo>
                    <a:lnTo>
                      <a:pt x="476266" y="11282"/>
                    </a:lnTo>
                    <a:lnTo>
                      <a:pt x="471827" y="8207"/>
                    </a:lnTo>
                    <a:lnTo>
                      <a:pt x="453377" y="34842"/>
                    </a:lnTo>
                    <a:lnTo>
                      <a:pt x="457816" y="37916"/>
                    </a:lnTo>
                    <a:lnTo>
                      <a:pt x="454741" y="42355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35968" y="3075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79341" y="6843"/>
                    </a:lnTo>
                    <a:lnTo>
                      <a:pt x="468752" y="12646"/>
                    </a:lnTo>
                    <a:lnTo>
                      <a:pt x="470116" y="20160"/>
                    </a:lnTo>
                    <a:lnTo>
                      <a:pt x="462602" y="21524"/>
                    </a:lnTo>
                    <a:lnTo>
                      <a:pt x="463966" y="29038"/>
                    </a:lnTo>
                    <a:lnTo>
                      <a:pt x="456452" y="30403"/>
                    </a:lnTo>
                    <a:lnTo>
                      <a:pt x="454741" y="42355"/>
                    </a:lnTo>
                    <a:lnTo>
                      <a:pt x="453377" y="34842"/>
                    </a:lnTo>
                    <a:lnTo>
                      <a:pt x="460891" y="33477"/>
                    </a:lnTo>
                    <a:lnTo>
                      <a:pt x="459527" y="25964"/>
                    </a:lnTo>
                    <a:lnTo>
                      <a:pt x="467041" y="24599"/>
                    </a:lnTo>
                    <a:lnTo>
                      <a:pt x="465677" y="17085"/>
                    </a:lnTo>
                    <a:lnTo>
                      <a:pt x="473191" y="15721"/>
                    </a:lnTo>
                    <a:lnTo>
                      <a:pt x="471827" y="8207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31529" y="0"/>
                    </a:lnTo>
                    <a:lnTo>
                      <a:pt x="440407" y="6150"/>
                    </a:lnTo>
                    <a:lnTo>
                      <a:pt x="437332" y="10589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53377" y="348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34" name="Контур"/>
              <p:cNvSpPr/>
              <p:nvPr/>
            </p:nvSpPr>
            <p:spPr>
              <a:xfrm>
                <a:off x="2629158" y="2797993"/>
                <a:ext cx="310500" cy="968490"/>
              </a:xfrm>
              <a:custGeom>
                <a:avLst/>
                <a:gdLst/>
                <a:ahLst/>
                <a:cxnLst/>
                <a:rect l="l" t="t" r="r" b="b"/>
                <a:pathLst>
                  <a:path w="310500" h="968490" fill="none">
                    <a:moveTo>
                      <a:pt x="0" y="968490"/>
                    </a:moveTo>
                    <a:lnTo>
                      <a:pt x="15128" y="933850"/>
                    </a:lnTo>
                    <a:moveTo>
                      <a:pt x="15128" y="933850"/>
                    </a:moveTo>
                    <a:lnTo>
                      <a:pt x="30257" y="899209"/>
                    </a:lnTo>
                    <a:moveTo>
                      <a:pt x="30257" y="899209"/>
                    </a:moveTo>
                    <a:lnTo>
                      <a:pt x="44100" y="867510"/>
                    </a:lnTo>
                    <a:lnTo>
                      <a:pt x="45141" y="864473"/>
                    </a:lnTo>
                    <a:moveTo>
                      <a:pt x="45141" y="864473"/>
                    </a:moveTo>
                    <a:lnTo>
                      <a:pt x="57400" y="828716"/>
                    </a:lnTo>
                    <a:moveTo>
                      <a:pt x="57400" y="828716"/>
                    </a:moveTo>
                    <a:lnTo>
                      <a:pt x="69658" y="792959"/>
                    </a:lnTo>
                    <a:moveTo>
                      <a:pt x="69658" y="792959"/>
                    </a:moveTo>
                    <a:lnTo>
                      <a:pt x="79830" y="763290"/>
                    </a:lnTo>
                    <a:lnTo>
                      <a:pt x="81410" y="757052"/>
                    </a:lnTo>
                    <a:moveTo>
                      <a:pt x="81410" y="757052"/>
                    </a:moveTo>
                    <a:lnTo>
                      <a:pt x="90688" y="720408"/>
                    </a:lnTo>
                    <a:moveTo>
                      <a:pt x="90688" y="720408"/>
                    </a:moveTo>
                    <a:lnTo>
                      <a:pt x="99965" y="683764"/>
                    </a:lnTo>
                    <a:moveTo>
                      <a:pt x="99965" y="683764"/>
                    </a:moveTo>
                    <a:lnTo>
                      <a:pt x="109243" y="647120"/>
                    </a:lnTo>
                    <a:moveTo>
                      <a:pt x="109243" y="647120"/>
                    </a:moveTo>
                    <a:lnTo>
                      <a:pt x="118521" y="610477"/>
                    </a:lnTo>
                    <a:moveTo>
                      <a:pt x="118521" y="610477"/>
                    </a:moveTo>
                    <a:lnTo>
                      <a:pt x="126270" y="579871"/>
                    </a:lnTo>
                    <a:lnTo>
                      <a:pt x="127796" y="573832"/>
                    </a:lnTo>
                    <a:moveTo>
                      <a:pt x="127796" y="573832"/>
                    </a:moveTo>
                    <a:lnTo>
                      <a:pt x="137060" y="537185"/>
                    </a:lnTo>
                    <a:moveTo>
                      <a:pt x="137060" y="537185"/>
                    </a:moveTo>
                    <a:lnTo>
                      <a:pt x="146324" y="500538"/>
                    </a:lnTo>
                    <a:moveTo>
                      <a:pt x="146324" y="500538"/>
                    </a:moveTo>
                    <a:lnTo>
                      <a:pt x="155587" y="463890"/>
                    </a:lnTo>
                    <a:moveTo>
                      <a:pt x="155587" y="463890"/>
                    </a:moveTo>
                    <a:lnTo>
                      <a:pt x="164851" y="427243"/>
                    </a:lnTo>
                    <a:moveTo>
                      <a:pt x="164851" y="427243"/>
                    </a:moveTo>
                    <a:lnTo>
                      <a:pt x="174115" y="390596"/>
                    </a:lnTo>
                    <a:moveTo>
                      <a:pt x="174115" y="390596"/>
                    </a:moveTo>
                    <a:lnTo>
                      <a:pt x="183379" y="353949"/>
                    </a:lnTo>
                    <a:moveTo>
                      <a:pt x="183379" y="353949"/>
                    </a:moveTo>
                    <a:lnTo>
                      <a:pt x="189720" y="328860"/>
                    </a:lnTo>
                    <a:lnTo>
                      <a:pt x="193151" y="317442"/>
                    </a:lnTo>
                    <a:moveTo>
                      <a:pt x="193151" y="317442"/>
                    </a:moveTo>
                    <a:lnTo>
                      <a:pt x="204029" y="281241"/>
                    </a:lnTo>
                    <a:moveTo>
                      <a:pt x="204029" y="281241"/>
                    </a:moveTo>
                    <a:lnTo>
                      <a:pt x="214907" y="245040"/>
                    </a:lnTo>
                    <a:moveTo>
                      <a:pt x="214907" y="245040"/>
                    </a:moveTo>
                    <a:lnTo>
                      <a:pt x="225785" y="208839"/>
                    </a:lnTo>
                    <a:moveTo>
                      <a:pt x="225785" y="208839"/>
                    </a:moveTo>
                    <a:lnTo>
                      <a:pt x="236662" y="172638"/>
                    </a:lnTo>
                    <a:moveTo>
                      <a:pt x="236662" y="172638"/>
                    </a:moveTo>
                    <a:lnTo>
                      <a:pt x="240210" y="160830"/>
                    </a:lnTo>
                    <a:lnTo>
                      <a:pt x="250410" y="137491"/>
                    </a:lnTo>
                    <a:moveTo>
                      <a:pt x="250410" y="137491"/>
                    </a:moveTo>
                    <a:lnTo>
                      <a:pt x="265548" y="102855"/>
                    </a:lnTo>
                    <a:moveTo>
                      <a:pt x="265548" y="102855"/>
                    </a:moveTo>
                    <a:lnTo>
                      <a:pt x="280686" y="68218"/>
                    </a:lnTo>
                    <a:moveTo>
                      <a:pt x="280686" y="68218"/>
                    </a:moveTo>
                    <a:lnTo>
                      <a:pt x="295824" y="33581"/>
                    </a:lnTo>
                    <a:moveTo>
                      <a:pt x="295824" y="33581"/>
                    </a:moveTo>
                    <a:lnTo>
                      <a:pt x="31050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35" name="Контур"/>
              <p:cNvSpPr/>
              <p:nvPr/>
            </p:nvSpPr>
            <p:spPr>
              <a:xfrm>
                <a:off x="2541437" y="2371294"/>
                <a:ext cx="398221" cy="426699"/>
              </a:xfrm>
              <a:custGeom>
                <a:avLst/>
                <a:gdLst/>
                <a:ahLst/>
                <a:cxnLst/>
                <a:rect l="l" t="t" r="r" b="b"/>
                <a:pathLst>
                  <a:path w="398221" h="426699" fill="none">
                    <a:moveTo>
                      <a:pt x="398221" y="426699"/>
                    </a:moveTo>
                    <a:lnTo>
                      <a:pt x="312253" y="334583"/>
                    </a:lnTo>
                    <a:moveTo>
                      <a:pt x="312253" y="334583"/>
                    </a:moveTo>
                    <a:lnTo>
                      <a:pt x="226284" y="242467"/>
                    </a:lnTo>
                    <a:moveTo>
                      <a:pt x="226284" y="242467"/>
                    </a:moveTo>
                    <a:lnTo>
                      <a:pt x="140316" y="150350"/>
                    </a:lnTo>
                    <a:moveTo>
                      <a:pt x="140316" y="150350"/>
                    </a:moveTo>
                    <a:lnTo>
                      <a:pt x="54347" y="58234"/>
                    </a:lnTo>
                    <a:moveTo>
                      <a:pt x="54347" y="58234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36" name="Контур"/>
              <p:cNvSpPr/>
              <p:nvPr/>
            </p:nvSpPr>
            <p:spPr>
              <a:xfrm>
                <a:off x="2620782" y="2521775"/>
                <a:ext cx="218257" cy="229499"/>
              </a:xfrm>
              <a:custGeom>
                <a:avLst/>
                <a:gdLst/>
                <a:ahLst/>
                <a:cxnLst/>
                <a:rect l="l" t="t" r="r" b="b"/>
                <a:pathLst>
                  <a:path w="218257" h="229499" fill="none">
                    <a:moveTo>
                      <a:pt x="171937" y="197916"/>
                    </a:moveTo>
                    <a:lnTo>
                      <a:pt x="218257" y="184233"/>
                    </a:lnTo>
                    <a:lnTo>
                      <a:pt x="201412" y="229499"/>
                    </a:lnTo>
                    <a:lnTo>
                      <a:pt x="171937" y="197916"/>
                    </a:lnTo>
                    <a:lnTo>
                      <a:pt x="175622" y="201864"/>
                    </a:lnTo>
                    <a:lnTo>
                      <a:pt x="210362" y="191602"/>
                    </a:lnTo>
                    <a:lnTo>
                      <a:pt x="197728" y="225551"/>
                    </a:lnTo>
                    <a:lnTo>
                      <a:pt x="201676" y="221867"/>
                    </a:lnTo>
                    <a:lnTo>
                      <a:pt x="179569" y="198180"/>
                    </a:lnTo>
                    <a:lnTo>
                      <a:pt x="175622" y="201864"/>
                    </a:lnTo>
                    <a:lnTo>
                      <a:pt x="171937" y="197916"/>
                    </a:lnTo>
                    <a:lnTo>
                      <a:pt x="187202" y="198443"/>
                    </a:lnTo>
                    <a:lnTo>
                      <a:pt x="183517" y="194495"/>
                    </a:lnTo>
                    <a:lnTo>
                      <a:pt x="198782" y="195022"/>
                    </a:lnTo>
                    <a:lnTo>
                      <a:pt x="195097" y="191075"/>
                    </a:lnTo>
                    <a:lnTo>
                      <a:pt x="214309" y="187917"/>
                    </a:lnTo>
                    <a:lnTo>
                      <a:pt x="209835" y="206866"/>
                    </a:lnTo>
                    <a:lnTo>
                      <a:pt x="206150" y="202918"/>
                    </a:lnTo>
                    <a:lnTo>
                      <a:pt x="205623" y="218183"/>
                    </a:lnTo>
                    <a:lnTo>
                      <a:pt x="201939" y="214235"/>
                    </a:lnTo>
                    <a:lnTo>
                      <a:pt x="201412" y="229499"/>
                    </a:lnTo>
                    <a:lnTo>
                      <a:pt x="197991" y="217919"/>
                    </a:lnTo>
                    <a:lnTo>
                      <a:pt x="190359" y="217656"/>
                    </a:lnTo>
                    <a:lnTo>
                      <a:pt x="190622" y="210023"/>
                    </a:lnTo>
                    <a:lnTo>
                      <a:pt x="182990" y="209760"/>
                    </a:lnTo>
                    <a:lnTo>
                      <a:pt x="183254" y="202128"/>
                    </a:lnTo>
                    <a:lnTo>
                      <a:pt x="171937" y="197916"/>
                    </a:lnTo>
                    <a:lnTo>
                      <a:pt x="179569" y="198180"/>
                    </a:lnTo>
                    <a:lnTo>
                      <a:pt x="179306" y="205812"/>
                    </a:lnTo>
                    <a:lnTo>
                      <a:pt x="186938" y="206076"/>
                    </a:lnTo>
                    <a:lnTo>
                      <a:pt x="186675" y="213708"/>
                    </a:lnTo>
                    <a:lnTo>
                      <a:pt x="194307" y="213971"/>
                    </a:lnTo>
                    <a:lnTo>
                      <a:pt x="194043" y="221603"/>
                    </a:lnTo>
                    <a:lnTo>
                      <a:pt x="201676" y="221867"/>
                    </a:lnTo>
                    <a:lnTo>
                      <a:pt x="205623" y="218183"/>
                    </a:lnTo>
                    <a:lnTo>
                      <a:pt x="201939" y="214235"/>
                    </a:lnTo>
                    <a:lnTo>
                      <a:pt x="209835" y="206866"/>
                    </a:lnTo>
                    <a:lnTo>
                      <a:pt x="206150" y="202918"/>
                    </a:lnTo>
                    <a:lnTo>
                      <a:pt x="218257" y="184233"/>
                    </a:lnTo>
                    <a:lnTo>
                      <a:pt x="210362" y="191602"/>
                    </a:lnTo>
                    <a:lnTo>
                      <a:pt x="206677" y="187654"/>
                    </a:lnTo>
                    <a:lnTo>
                      <a:pt x="198782" y="195022"/>
                    </a:lnTo>
                    <a:lnTo>
                      <a:pt x="195097" y="191075"/>
                    </a:lnTo>
                    <a:lnTo>
                      <a:pt x="187202" y="198443"/>
                    </a:lnTo>
                    <a:lnTo>
                      <a:pt x="183517" y="194495"/>
                    </a:lnTo>
                    <a:lnTo>
                      <a:pt x="179569" y="198180"/>
                    </a:lnTo>
                    <a:moveTo>
                      <a:pt x="0" y="13684"/>
                    </a:moveTo>
                    <a:lnTo>
                      <a:pt x="46320" y="0"/>
                    </a:lnTo>
                    <a:lnTo>
                      <a:pt x="29475" y="45267"/>
                    </a:lnTo>
                    <a:lnTo>
                      <a:pt x="0" y="13684"/>
                    </a:lnTo>
                    <a:lnTo>
                      <a:pt x="3684" y="17632"/>
                    </a:lnTo>
                    <a:lnTo>
                      <a:pt x="38424" y="7369"/>
                    </a:lnTo>
                    <a:lnTo>
                      <a:pt x="25791" y="41319"/>
                    </a:lnTo>
                    <a:lnTo>
                      <a:pt x="29738" y="37634"/>
                    </a:lnTo>
                    <a:lnTo>
                      <a:pt x="7632" y="13947"/>
                    </a:lnTo>
                    <a:lnTo>
                      <a:pt x="3684" y="17632"/>
                    </a:lnTo>
                    <a:lnTo>
                      <a:pt x="0" y="13684"/>
                    </a:lnTo>
                    <a:lnTo>
                      <a:pt x="15264" y="14211"/>
                    </a:lnTo>
                    <a:lnTo>
                      <a:pt x="11580" y="10263"/>
                    </a:lnTo>
                    <a:lnTo>
                      <a:pt x="26844" y="10790"/>
                    </a:lnTo>
                    <a:lnTo>
                      <a:pt x="23160" y="6842"/>
                    </a:lnTo>
                    <a:lnTo>
                      <a:pt x="42372" y="3685"/>
                    </a:lnTo>
                    <a:lnTo>
                      <a:pt x="37898" y="22633"/>
                    </a:lnTo>
                    <a:lnTo>
                      <a:pt x="34213" y="18686"/>
                    </a:lnTo>
                    <a:lnTo>
                      <a:pt x="33686" y="33950"/>
                    </a:lnTo>
                    <a:lnTo>
                      <a:pt x="30002" y="30002"/>
                    </a:lnTo>
                    <a:lnTo>
                      <a:pt x="29475" y="45267"/>
                    </a:lnTo>
                    <a:lnTo>
                      <a:pt x="26054" y="33687"/>
                    </a:lnTo>
                    <a:lnTo>
                      <a:pt x="18422" y="33423"/>
                    </a:lnTo>
                    <a:lnTo>
                      <a:pt x="18685" y="25791"/>
                    </a:lnTo>
                    <a:lnTo>
                      <a:pt x="11053" y="25527"/>
                    </a:lnTo>
                    <a:lnTo>
                      <a:pt x="11317" y="17895"/>
                    </a:lnTo>
                    <a:lnTo>
                      <a:pt x="0" y="13684"/>
                    </a:lnTo>
                    <a:lnTo>
                      <a:pt x="7632" y="13947"/>
                    </a:lnTo>
                    <a:lnTo>
                      <a:pt x="7369" y="21580"/>
                    </a:lnTo>
                    <a:lnTo>
                      <a:pt x="15001" y="21843"/>
                    </a:lnTo>
                    <a:lnTo>
                      <a:pt x="14737" y="29475"/>
                    </a:lnTo>
                    <a:lnTo>
                      <a:pt x="22370" y="29739"/>
                    </a:lnTo>
                    <a:lnTo>
                      <a:pt x="22106" y="37371"/>
                    </a:lnTo>
                    <a:lnTo>
                      <a:pt x="29738" y="37634"/>
                    </a:lnTo>
                    <a:lnTo>
                      <a:pt x="33686" y="33950"/>
                    </a:lnTo>
                    <a:lnTo>
                      <a:pt x="30002" y="30002"/>
                    </a:lnTo>
                    <a:lnTo>
                      <a:pt x="37898" y="22633"/>
                    </a:lnTo>
                    <a:lnTo>
                      <a:pt x="34213" y="18686"/>
                    </a:lnTo>
                    <a:lnTo>
                      <a:pt x="46320" y="0"/>
                    </a:lnTo>
                    <a:lnTo>
                      <a:pt x="38424" y="7369"/>
                    </a:lnTo>
                    <a:lnTo>
                      <a:pt x="34740" y="3421"/>
                    </a:lnTo>
                    <a:lnTo>
                      <a:pt x="26844" y="10790"/>
                    </a:lnTo>
                    <a:lnTo>
                      <a:pt x="23160" y="6842"/>
                    </a:lnTo>
                    <a:lnTo>
                      <a:pt x="15264" y="14211"/>
                    </a:lnTo>
                    <a:lnTo>
                      <a:pt x="11580" y="10263"/>
                    </a:lnTo>
                    <a:lnTo>
                      <a:pt x="7632" y="1394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37" name="Контур"/>
              <p:cNvSpPr/>
              <p:nvPr/>
            </p:nvSpPr>
            <p:spPr>
              <a:xfrm>
                <a:off x="2638326" y="2232557"/>
                <a:ext cx="382692" cy="565436"/>
              </a:xfrm>
              <a:custGeom>
                <a:avLst/>
                <a:gdLst/>
                <a:ahLst/>
                <a:cxnLst/>
                <a:rect l="l" t="t" r="r" b="b"/>
                <a:pathLst>
                  <a:path w="382692" h="565436" fill="none">
                    <a:moveTo>
                      <a:pt x="301332" y="565436"/>
                    </a:moveTo>
                    <a:lnTo>
                      <a:pt x="382692" y="418916"/>
                    </a:lnTo>
                    <a:moveTo>
                      <a:pt x="0" y="0"/>
                    </a:moveTo>
                    <a:lnTo>
                      <a:pt x="85931" y="92152"/>
                    </a:lnTo>
                    <a:moveTo>
                      <a:pt x="85931" y="92152"/>
                    </a:moveTo>
                    <a:lnTo>
                      <a:pt x="171861" y="184303"/>
                    </a:lnTo>
                    <a:moveTo>
                      <a:pt x="171861" y="184303"/>
                    </a:moveTo>
                    <a:lnTo>
                      <a:pt x="257792" y="276455"/>
                    </a:lnTo>
                    <a:moveTo>
                      <a:pt x="257792" y="276455"/>
                    </a:moveTo>
                    <a:lnTo>
                      <a:pt x="343723" y="368606"/>
                    </a:lnTo>
                    <a:moveTo>
                      <a:pt x="343723" y="368606"/>
                    </a:moveTo>
                    <a:lnTo>
                      <a:pt x="368103" y="394751"/>
                    </a:lnTo>
                    <a:lnTo>
                      <a:pt x="372612" y="400232"/>
                    </a:lnTo>
                    <a:lnTo>
                      <a:pt x="376572" y="406127"/>
                    </a:lnTo>
                    <a:lnTo>
                      <a:pt x="379929" y="412382"/>
                    </a:lnTo>
                    <a:lnTo>
                      <a:pt x="382692" y="41891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38" name="Контур"/>
              <p:cNvSpPr/>
              <p:nvPr/>
            </p:nvSpPr>
            <p:spPr>
              <a:xfrm>
                <a:off x="2684763" y="2347872"/>
                <a:ext cx="218188" cy="229562"/>
              </a:xfrm>
              <a:custGeom>
                <a:avLst/>
                <a:gdLst/>
                <a:ahLst/>
                <a:cxnLst/>
                <a:rect l="l" t="t" r="r" b="b"/>
                <a:pathLst>
                  <a:path w="218188" h="229562" fill="none">
                    <a:moveTo>
                      <a:pt x="0" y="13664"/>
                    </a:moveTo>
                    <a:lnTo>
                      <a:pt x="46326" y="0"/>
                    </a:lnTo>
                    <a:lnTo>
                      <a:pt x="29462" y="45259"/>
                    </a:lnTo>
                    <a:lnTo>
                      <a:pt x="0" y="13664"/>
                    </a:lnTo>
                    <a:lnTo>
                      <a:pt x="3683" y="17614"/>
                    </a:lnTo>
                    <a:lnTo>
                      <a:pt x="38427" y="7365"/>
                    </a:lnTo>
                    <a:lnTo>
                      <a:pt x="25779" y="41310"/>
                    </a:lnTo>
                    <a:lnTo>
                      <a:pt x="29729" y="37627"/>
                    </a:lnTo>
                    <a:lnTo>
                      <a:pt x="7632" y="13931"/>
                    </a:lnTo>
                    <a:lnTo>
                      <a:pt x="3683" y="17614"/>
                    </a:lnTo>
                    <a:lnTo>
                      <a:pt x="0" y="13664"/>
                    </a:lnTo>
                    <a:lnTo>
                      <a:pt x="15264" y="14198"/>
                    </a:lnTo>
                    <a:lnTo>
                      <a:pt x="11582" y="10248"/>
                    </a:lnTo>
                    <a:lnTo>
                      <a:pt x="26846" y="10781"/>
                    </a:lnTo>
                    <a:lnTo>
                      <a:pt x="23163" y="6832"/>
                    </a:lnTo>
                    <a:lnTo>
                      <a:pt x="42377" y="3683"/>
                    </a:lnTo>
                    <a:lnTo>
                      <a:pt x="37894" y="22630"/>
                    </a:lnTo>
                    <a:lnTo>
                      <a:pt x="34211" y="18680"/>
                    </a:lnTo>
                    <a:lnTo>
                      <a:pt x="33678" y="33944"/>
                    </a:lnTo>
                    <a:lnTo>
                      <a:pt x="29995" y="29995"/>
                    </a:lnTo>
                    <a:lnTo>
                      <a:pt x="29462" y="45259"/>
                    </a:lnTo>
                    <a:lnTo>
                      <a:pt x="26046" y="33678"/>
                    </a:lnTo>
                    <a:lnTo>
                      <a:pt x="18414" y="33411"/>
                    </a:lnTo>
                    <a:lnTo>
                      <a:pt x="18681" y="25779"/>
                    </a:lnTo>
                    <a:lnTo>
                      <a:pt x="11048" y="25512"/>
                    </a:lnTo>
                    <a:lnTo>
                      <a:pt x="11315" y="17880"/>
                    </a:lnTo>
                    <a:lnTo>
                      <a:pt x="0" y="13664"/>
                    </a:lnTo>
                    <a:lnTo>
                      <a:pt x="7632" y="13931"/>
                    </a:lnTo>
                    <a:lnTo>
                      <a:pt x="7366" y="21563"/>
                    </a:lnTo>
                    <a:lnTo>
                      <a:pt x="14998" y="21830"/>
                    </a:lnTo>
                    <a:lnTo>
                      <a:pt x="14731" y="29462"/>
                    </a:lnTo>
                    <a:lnTo>
                      <a:pt x="22363" y="29728"/>
                    </a:lnTo>
                    <a:lnTo>
                      <a:pt x="22097" y="37361"/>
                    </a:lnTo>
                    <a:lnTo>
                      <a:pt x="29729" y="37627"/>
                    </a:lnTo>
                    <a:lnTo>
                      <a:pt x="33678" y="33944"/>
                    </a:lnTo>
                    <a:lnTo>
                      <a:pt x="29995" y="29995"/>
                    </a:lnTo>
                    <a:lnTo>
                      <a:pt x="37894" y="22630"/>
                    </a:lnTo>
                    <a:lnTo>
                      <a:pt x="34211" y="18680"/>
                    </a:lnTo>
                    <a:lnTo>
                      <a:pt x="46326" y="0"/>
                    </a:lnTo>
                    <a:lnTo>
                      <a:pt x="38427" y="7365"/>
                    </a:lnTo>
                    <a:lnTo>
                      <a:pt x="34744" y="3416"/>
                    </a:lnTo>
                    <a:lnTo>
                      <a:pt x="26846" y="10781"/>
                    </a:lnTo>
                    <a:lnTo>
                      <a:pt x="23163" y="6832"/>
                    </a:lnTo>
                    <a:lnTo>
                      <a:pt x="15264" y="14198"/>
                    </a:lnTo>
                    <a:lnTo>
                      <a:pt x="11582" y="10248"/>
                    </a:lnTo>
                    <a:lnTo>
                      <a:pt x="7632" y="13931"/>
                    </a:lnTo>
                    <a:moveTo>
                      <a:pt x="171862" y="197967"/>
                    </a:moveTo>
                    <a:lnTo>
                      <a:pt x="218188" y="184303"/>
                    </a:lnTo>
                    <a:lnTo>
                      <a:pt x="201324" y="229562"/>
                    </a:lnTo>
                    <a:lnTo>
                      <a:pt x="171862" y="197967"/>
                    </a:lnTo>
                    <a:lnTo>
                      <a:pt x="175545" y="201917"/>
                    </a:lnTo>
                    <a:lnTo>
                      <a:pt x="210289" y="191668"/>
                    </a:lnTo>
                    <a:lnTo>
                      <a:pt x="197641" y="225613"/>
                    </a:lnTo>
                    <a:lnTo>
                      <a:pt x="201590" y="221930"/>
                    </a:lnTo>
                    <a:lnTo>
                      <a:pt x="179494" y="198234"/>
                    </a:lnTo>
                    <a:lnTo>
                      <a:pt x="175545" y="201917"/>
                    </a:lnTo>
                    <a:lnTo>
                      <a:pt x="171862" y="197967"/>
                    </a:lnTo>
                    <a:lnTo>
                      <a:pt x="187126" y="198501"/>
                    </a:lnTo>
                    <a:lnTo>
                      <a:pt x="183443" y="194551"/>
                    </a:lnTo>
                    <a:lnTo>
                      <a:pt x="198707" y="195084"/>
                    </a:lnTo>
                    <a:lnTo>
                      <a:pt x="195025" y="191135"/>
                    </a:lnTo>
                    <a:lnTo>
                      <a:pt x="214238" y="187985"/>
                    </a:lnTo>
                    <a:lnTo>
                      <a:pt x="209756" y="206932"/>
                    </a:lnTo>
                    <a:lnTo>
                      <a:pt x="206073" y="202983"/>
                    </a:lnTo>
                    <a:lnTo>
                      <a:pt x="205540" y="218247"/>
                    </a:lnTo>
                    <a:lnTo>
                      <a:pt x="201857" y="214298"/>
                    </a:lnTo>
                    <a:lnTo>
                      <a:pt x="201324" y="229562"/>
                    </a:lnTo>
                    <a:lnTo>
                      <a:pt x="197908" y="217981"/>
                    </a:lnTo>
                    <a:lnTo>
                      <a:pt x="190276" y="217714"/>
                    </a:lnTo>
                    <a:lnTo>
                      <a:pt x="190542" y="210082"/>
                    </a:lnTo>
                    <a:lnTo>
                      <a:pt x="182910" y="209815"/>
                    </a:lnTo>
                    <a:lnTo>
                      <a:pt x="183177" y="202183"/>
                    </a:lnTo>
                    <a:lnTo>
                      <a:pt x="171862" y="197967"/>
                    </a:lnTo>
                    <a:lnTo>
                      <a:pt x="179494" y="198234"/>
                    </a:lnTo>
                    <a:lnTo>
                      <a:pt x="179227" y="205866"/>
                    </a:lnTo>
                    <a:lnTo>
                      <a:pt x="186859" y="206133"/>
                    </a:lnTo>
                    <a:lnTo>
                      <a:pt x="186593" y="213765"/>
                    </a:lnTo>
                    <a:lnTo>
                      <a:pt x="194225" y="214031"/>
                    </a:lnTo>
                    <a:lnTo>
                      <a:pt x="193958" y="221663"/>
                    </a:lnTo>
                    <a:lnTo>
                      <a:pt x="201590" y="221930"/>
                    </a:lnTo>
                    <a:lnTo>
                      <a:pt x="205540" y="218247"/>
                    </a:lnTo>
                    <a:lnTo>
                      <a:pt x="201857" y="214298"/>
                    </a:lnTo>
                    <a:lnTo>
                      <a:pt x="209756" y="206932"/>
                    </a:lnTo>
                    <a:lnTo>
                      <a:pt x="206073" y="202983"/>
                    </a:lnTo>
                    <a:lnTo>
                      <a:pt x="218188" y="184303"/>
                    </a:lnTo>
                    <a:lnTo>
                      <a:pt x="210289" y="191668"/>
                    </a:lnTo>
                    <a:lnTo>
                      <a:pt x="206606" y="187719"/>
                    </a:lnTo>
                    <a:lnTo>
                      <a:pt x="198707" y="195084"/>
                    </a:lnTo>
                    <a:lnTo>
                      <a:pt x="195025" y="191135"/>
                    </a:lnTo>
                    <a:lnTo>
                      <a:pt x="187126" y="198501"/>
                    </a:lnTo>
                    <a:lnTo>
                      <a:pt x="183443" y="194551"/>
                    </a:lnTo>
                    <a:lnTo>
                      <a:pt x="179494" y="1982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39" name="Контур"/>
              <p:cNvSpPr/>
              <p:nvPr/>
            </p:nvSpPr>
            <p:spPr>
              <a:xfrm>
                <a:off x="2455728" y="2131948"/>
                <a:ext cx="182598" cy="239346"/>
              </a:xfrm>
              <a:custGeom>
                <a:avLst/>
                <a:gdLst/>
                <a:ahLst/>
                <a:cxnLst/>
                <a:rect l="l" t="t" r="r" b="b"/>
                <a:pathLst>
                  <a:path w="182598" h="239346" fill="none">
                    <a:moveTo>
                      <a:pt x="45990" y="196785"/>
                    </a:moveTo>
                    <a:lnTo>
                      <a:pt x="85709" y="239346"/>
                    </a:lnTo>
                    <a:moveTo>
                      <a:pt x="85709" y="239346"/>
                    </a:moveTo>
                    <a:lnTo>
                      <a:pt x="45990" y="196785"/>
                    </a:lnTo>
                    <a:moveTo>
                      <a:pt x="0" y="147375"/>
                    </a:moveTo>
                    <a:lnTo>
                      <a:pt x="45990" y="196785"/>
                    </a:lnTo>
                    <a:moveTo>
                      <a:pt x="88782" y="0"/>
                    </a:moveTo>
                    <a:lnTo>
                      <a:pt x="130230" y="44416"/>
                    </a:lnTo>
                    <a:lnTo>
                      <a:pt x="167040" y="83925"/>
                    </a:lnTo>
                    <a:lnTo>
                      <a:pt x="182598" y="10060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40" name="Контур"/>
              <p:cNvSpPr/>
              <p:nvPr/>
            </p:nvSpPr>
            <p:spPr>
              <a:xfrm>
                <a:off x="2638326" y="1946779"/>
                <a:ext cx="311749" cy="285778"/>
              </a:xfrm>
              <a:custGeom>
                <a:avLst/>
                <a:gdLst/>
                <a:ahLst/>
                <a:cxnLst/>
                <a:rect l="l" t="t" r="r" b="b"/>
                <a:pathLst>
                  <a:path w="311749" h="285778" fill="none">
                    <a:moveTo>
                      <a:pt x="311749" y="0"/>
                    </a:moveTo>
                    <a:lnTo>
                      <a:pt x="283885" y="25543"/>
                    </a:lnTo>
                    <a:moveTo>
                      <a:pt x="283885" y="25543"/>
                    </a:moveTo>
                    <a:lnTo>
                      <a:pt x="256021" y="51086"/>
                    </a:lnTo>
                    <a:moveTo>
                      <a:pt x="256021" y="51086"/>
                    </a:moveTo>
                    <a:lnTo>
                      <a:pt x="228157" y="76628"/>
                    </a:lnTo>
                    <a:moveTo>
                      <a:pt x="228157" y="76628"/>
                    </a:moveTo>
                    <a:lnTo>
                      <a:pt x="200293" y="102171"/>
                    </a:lnTo>
                    <a:moveTo>
                      <a:pt x="200293" y="102171"/>
                    </a:moveTo>
                    <a:lnTo>
                      <a:pt x="172429" y="127714"/>
                    </a:lnTo>
                    <a:moveTo>
                      <a:pt x="172429" y="127714"/>
                    </a:moveTo>
                    <a:lnTo>
                      <a:pt x="144565" y="153257"/>
                    </a:lnTo>
                    <a:moveTo>
                      <a:pt x="144565" y="153257"/>
                    </a:moveTo>
                    <a:lnTo>
                      <a:pt x="116701" y="178800"/>
                    </a:lnTo>
                    <a:moveTo>
                      <a:pt x="116701" y="178800"/>
                    </a:moveTo>
                    <a:lnTo>
                      <a:pt x="88837" y="204342"/>
                    </a:lnTo>
                    <a:moveTo>
                      <a:pt x="88837" y="204342"/>
                    </a:moveTo>
                    <a:lnTo>
                      <a:pt x="60973" y="229885"/>
                    </a:lnTo>
                    <a:moveTo>
                      <a:pt x="60973" y="229885"/>
                    </a:moveTo>
                    <a:lnTo>
                      <a:pt x="33108" y="255428"/>
                    </a:lnTo>
                    <a:moveTo>
                      <a:pt x="33108" y="255428"/>
                    </a:moveTo>
                    <a:lnTo>
                      <a:pt x="5244" y="280971"/>
                    </a:lnTo>
                    <a:moveTo>
                      <a:pt x="5244" y="280971"/>
                    </a:moveTo>
                    <a:lnTo>
                      <a:pt x="0" y="285778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41" name="Контур"/>
              <p:cNvSpPr/>
              <p:nvPr/>
            </p:nvSpPr>
            <p:spPr>
              <a:xfrm>
                <a:off x="2544510" y="2131948"/>
                <a:ext cx="93816" cy="100609"/>
              </a:xfrm>
              <a:custGeom>
                <a:avLst/>
                <a:gdLst/>
                <a:ahLst/>
                <a:cxnLst/>
                <a:rect l="l" t="t" r="r" b="b"/>
                <a:pathLst>
                  <a:path w="93816" h="100609" fill="none">
                    <a:moveTo>
                      <a:pt x="0" y="0"/>
                    </a:moveTo>
                    <a:lnTo>
                      <a:pt x="41448" y="44416"/>
                    </a:lnTo>
                    <a:lnTo>
                      <a:pt x="78258" y="83925"/>
                    </a:lnTo>
                    <a:lnTo>
                      <a:pt x="93816" y="10060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42" name="Контур"/>
              <p:cNvSpPr/>
              <p:nvPr/>
            </p:nvSpPr>
            <p:spPr>
              <a:xfrm>
                <a:off x="2544510" y="1584000"/>
                <a:ext cx="533561" cy="547948"/>
              </a:xfrm>
              <a:custGeom>
                <a:avLst/>
                <a:gdLst/>
                <a:ahLst/>
                <a:cxnLst/>
                <a:rect l="l" t="t" r="r" b="b"/>
                <a:pathLst>
                  <a:path w="533561" h="547948" fill="none">
                    <a:moveTo>
                      <a:pt x="0" y="547948"/>
                    </a:moveTo>
                    <a:lnTo>
                      <a:pt x="27640" y="522163"/>
                    </a:lnTo>
                    <a:moveTo>
                      <a:pt x="27640" y="522163"/>
                    </a:moveTo>
                    <a:lnTo>
                      <a:pt x="55280" y="496378"/>
                    </a:lnTo>
                    <a:moveTo>
                      <a:pt x="55280" y="496378"/>
                    </a:moveTo>
                    <a:lnTo>
                      <a:pt x="82920" y="470593"/>
                    </a:lnTo>
                    <a:moveTo>
                      <a:pt x="82920" y="470593"/>
                    </a:moveTo>
                    <a:lnTo>
                      <a:pt x="110560" y="444808"/>
                    </a:lnTo>
                    <a:moveTo>
                      <a:pt x="110560" y="444808"/>
                    </a:moveTo>
                    <a:lnTo>
                      <a:pt x="138200" y="419023"/>
                    </a:lnTo>
                    <a:moveTo>
                      <a:pt x="138200" y="419023"/>
                    </a:moveTo>
                    <a:lnTo>
                      <a:pt x="165840" y="393238"/>
                    </a:lnTo>
                    <a:moveTo>
                      <a:pt x="165840" y="393238"/>
                    </a:moveTo>
                    <a:lnTo>
                      <a:pt x="193480" y="367453"/>
                    </a:lnTo>
                    <a:moveTo>
                      <a:pt x="193480" y="367453"/>
                    </a:moveTo>
                    <a:lnTo>
                      <a:pt x="221120" y="341667"/>
                    </a:lnTo>
                    <a:moveTo>
                      <a:pt x="221120" y="341667"/>
                    </a:moveTo>
                    <a:lnTo>
                      <a:pt x="248760" y="315882"/>
                    </a:lnTo>
                    <a:moveTo>
                      <a:pt x="248760" y="315882"/>
                    </a:moveTo>
                    <a:lnTo>
                      <a:pt x="276400" y="290097"/>
                    </a:lnTo>
                    <a:moveTo>
                      <a:pt x="276400" y="290097"/>
                    </a:moveTo>
                    <a:lnTo>
                      <a:pt x="304040" y="264312"/>
                    </a:lnTo>
                    <a:moveTo>
                      <a:pt x="304040" y="264312"/>
                    </a:moveTo>
                    <a:lnTo>
                      <a:pt x="309196" y="259502"/>
                    </a:lnTo>
                    <a:moveTo>
                      <a:pt x="533561" y="40170"/>
                    </a:moveTo>
                    <a:lnTo>
                      <a:pt x="503699" y="16994"/>
                    </a:lnTo>
                    <a:moveTo>
                      <a:pt x="503699" y="16994"/>
                    </a:moveTo>
                    <a:lnTo>
                      <a:pt x="481802" y="0"/>
                    </a:lnTo>
                    <a:moveTo>
                      <a:pt x="533561" y="40170"/>
                    </a:moveTo>
                    <a:lnTo>
                      <a:pt x="503699" y="16994"/>
                    </a:lnTo>
                    <a:moveTo>
                      <a:pt x="503699" y="16994"/>
                    </a:moveTo>
                    <a:lnTo>
                      <a:pt x="481802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43" name="Контур"/>
              <p:cNvSpPr/>
              <p:nvPr/>
            </p:nvSpPr>
            <p:spPr>
              <a:xfrm>
                <a:off x="252000" y="2520496"/>
                <a:ext cx="290543" cy="500472"/>
              </a:xfrm>
              <a:custGeom>
                <a:avLst/>
                <a:gdLst/>
                <a:ahLst/>
                <a:cxnLst/>
                <a:rect l="l" t="t" r="r" b="b"/>
                <a:pathLst>
                  <a:path w="290543" h="500472" fill="none">
                    <a:moveTo>
                      <a:pt x="215450" y="500472"/>
                    </a:moveTo>
                    <a:lnTo>
                      <a:pt x="286654" y="426049"/>
                    </a:lnTo>
                    <a:lnTo>
                      <a:pt x="287434" y="403062"/>
                    </a:lnTo>
                    <a:moveTo>
                      <a:pt x="287434" y="403062"/>
                    </a:moveTo>
                    <a:lnTo>
                      <a:pt x="290543" y="311451"/>
                    </a:lnTo>
                    <a:lnTo>
                      <a:pt x="267121" y="286343"/>
                    </a:lnTo>
                    <a:moveTo>
                      <a:pt x="267121" y="286343"/>
                    </a:moveTo>
                    <a:lnTo>
                      <a:pt x="181171" y="194209"/>
                    </a:lnTo>
                    <a:moveTo>
                      <a:pt x="181171" y="194209"/>
                    </a:moveTo>
                    <a:lnTo>
                      <a:pt x="95222" y="102075"/>
                    </a:lnTo>
                    <a:moveTo>
                      <a:pt x="95222" y="102075"/>
                    </a:moveTo>
                    <a:lnTo>
                      <a:pt x="9273" y="9940"/>
                    </a:lnTo>
                    <a:moveTo>
                      <a:pt x="9273" y="9940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44" name="Контур"/>
              <p:cNvSpPr/>
              <p:nvPr/>
            </p:nvSpPr>
            <p:spPr>
              <a:xfrm>
                <a:off x="372198" y="2714833"/>
                <a:ext cx="156778" cy="218587"/>
              </a:xfrm>
              <a:custGeom>
                <a:avLst/>
                <a:gdLst/>
                <a:ahLst/>
                <a:cxnLst/>
                <a:rect l="l" t="t" r="r" b="b"/>
                <a:pathLst>
                  <a:path w="156778" h="218587" fill="none">
                    <a:moveTo>
                      <a:pt x="114336" y="175412"/>
                    </a:moveTo>
                    <a:lnTo>
                      <a:pt x="156778" y="198464"/>
                    </a:lnTo>
                    <a:lnTo>
                      <a:pt x="112871" y="218587"/>
                    </a:lnTo>
                    <a:lnTo>
                      <a:pt x="114336" y="175412"/>
                    </a:lnTo>
                    <a:lnTo>
                      <a:pt x="114152" y="180809"/>
                    </a:lnTo>
                    <a:lnTo>
                      <a:pt x="145984" y="198098"/>
                    </a:lnTo>
                    <a:lnTo>
                      <a:pt x="113054" y="213190"/>
                    </a:lnTo>
                    <a:lnTo>
                      <a:pt x="118451" y="213373"/>
                    </a:lnTo>
                    <a:lnTo>
                      <a:pt x="119549" y="180992"/>
                    </a:lnTo>
                    <a:lnTo>
                      <a:pt x="114152" y="180809"/>
                    </a:lnTo>
                    <a:lnTo>
                      <a:pt x="114336" y="175412"/>
                    </a:lnTo>
                    <a:lnTo>
                      <a:pt x="124763" y="186572"/>
                    </a:lnTo>
                    <a:lnTo>
                      <a:pt x="124946" y="181175"/>
                    </a:lnTo>
                    <a:lnTo>
                      <a:pt x="135374" y="192335"/>
                    </a:lnTo>
                    <a:lnTo>
                      <a:pt x="135557" y="186938"/>
                    </a:lnTo>
                    <a:lnTo>
                      <a:pt x="151381" y="198281"/>
                    </a:lnTo>
                    <a:lnTo>
                      <a:pt x="134824" y="208526"/>
                    </a:lnTo>
                    <a:lnTo>
                      <a:pt x="135008" y="203129"/>
                    </a:lnTo>
                    <a:lnTo>
                      <a:pt x="123848" y="213556"/>
                    </a:lnTo>
                    <a:lnTo>
                      <a:pt x="124031" y="208160"/>
                    </a:lnTo>
                    <a:lnTo>
                      <a:pt x="112871" y="218587"/>
                    </a:lnTo>
                    <a:lnTo>
                      <a:pt x="118634" y="207976"/>
                    </a:lnTo>
                    <a:lnTo>
                      <a:pt x="113420" y="202396"/>
                    </a:lnTo>
                    <a:lnTo>
                      <a:pt x="119000" y="197183"/>
                    </a:lnTo>
                    <a:lnTo>
                      <a:pt x="113786" y="191603"/>
                    </a:lnTo>
                    <a:lnTo>
                      <a:pt x="119366" y="186389"/>
                    </a:lnTo>
                    <a:lnTo>
                      <a:pt x="114336" y="175412"/>
                    </a:lnTo>
                    <a:lnTo>
                      <a:pt x="119549" y="180992"/>
                    </a:lnTo>
                    <a:lnTo>
                      <a:pt x="113969" y="186206"/>
                    </a:lnTo>
                    <a:lnTo>
                      <a:pt x="119183" y="191786"/>
                    </a:lnTo>
                    <a:lnTo>
                      <a:pt x="113603" y="197000"/>
                    </a:lnTo>
                    <a:lnTo>
                      <a:pt x="118817" y="202580"/>
                    </a:lnTo>
                    <a:lnTo>
                      <a:pt x="113237" y="207793"/>
                    </a:lnTo>
                    <a:lnTo>
                      <a:pt x="118451" y="213373"/>
                    </a:lnTo>
                    <a:lnTo>
                      <a:pt x="123848" y="213556"/>
                    </a:lnTo>
                    <a:lnTo>
                      <a:pt x="124031" y="208160"/>
                    </a:lnTo>
                    <a:lnTo>
                      <a:pt x="134824" y="208526"/>
                    </a:lnTo>
                    <a:lnTo>
                      <a:pt x="135008" y="203129"/>
                    </a:lnTo>
                    <a:lnTo>
                      <a:pt x="156778" y="198464"/>
                    </a:lnTo>
                    <a:lnTo>
                      <a:pt x="145984" y="198098"/>
                    </a:lnTo>
                    <a:lnTo>
                      <a:pt x="146168" y="192701"/>
                    </a:lnTo>
                    <a:lnTo>
                      <a:pt x="135374" y="192335"/>
                    </a:lnTo>
                    <a:lnTo>
                      <a:pt x="135557" y="186938"/>
                    </a:lnTo>
                    <a:lnTo>
                      <a:pt x="124763" y="186572"/>
                    </a:lnTo>
                    <a:lnTo>
                      <a:pt x="124946" y="181175"/>
                    </a:lnTo>
                    <a:lnTo>
                      <a:pt x="119549" y="180992"/>
                    </a:lnTo>
                    <a:moveTo>
                      <a:pt x="0" y="13674"/>
                    </a:moveTo>
                    <a:lnTo>
                      <a:pt x="46323" y="0"/>
                    </a:lnTo>
                    <a:lnTo>
                      <a:pt x="29468" y="45263"/>
                    </a:lnTo>
                    <a:lnTo>
                      <a:pt x="0" y="13674"/>
                    </a:lnTo>
                    <a:lnTo>
                      <a:pt x="3683" y="17622"/>
                    </a:lnTo>
                    <a:lnTo>
                      <a:pt x="38426" y="7367"/>
                    </a:lnTo>
                    <a:lnTo>
                      <a:pt x="25785" y="41314"/>
                    </a:lnTo>
                    <a:lnTo>
                      <a:pt x="29733" y="37631"/>
                    </a:lnTo>
                    <a:lnTo>
                      <a:pt x="7632" y="13939"/>
                    </a:lnTo>
                    <a:lnTo>
                      <a:pt x="3683" y="17622"/>
                    </a:lnTo>
                    <a:lnTo>
                      <a:pt x="0" y="13674"/>
                    </a:lnTo>
                    <a:lnTo>
                      <a:pt x="15264" y="14204"/>
                    </a:lnTo>
                    <a:lnTo>
                      <a:pt x="11581" y="10255"/>
                    </a:lnTo>
                    <a:lnTo>
                      <a:pt x="26845" y="10785"/>
                    </a:lnTo>
                    <a:lnTo>
                      <a:pt x="23161" y="6837"/>
                    </a:lnTo>
                    <a:lnTo>
                      <a:pt x="42374" y="3683"/>
                    </a:lnTo>
                    <a:lnTo>
                      <a:pt x="37896" y="22631"/>
                    </a:lnTo>
                    <a:lnTo>
                      <a:pt x="34212" y="18683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29468" y="45263"/>
                    </a:lnTo>
                    <a:lnTo>
                      <a:pt x="26050" y="33682"/>
                    </a:lnTo>
                    <a:lnTo>
                      <a:pt x="18418" y="33417"/>
                    </a:lnTo>
                    <a:lnTo>
                      <a:pt x="18683" y="25785"/>
                    </a:lnTo>
                    <a:lnTo>
                      <a:pt x="11050" y="25520"/>
                    </a:lnTo>
                    <a:lnTo>
                      <a:pt x="11316" y="17887"/>
                    </a:lnTo>
                    <a:lnTo>
                      <a:pt x="0" y="13674"/>
                    </a:lnTo>
                    <a:lnTo>
                      <a:pt x="7632" y="13939"/>
                    </a:lnTo>
                    <a:lnTo>
                      <a:pt x="7367" y="21571"/>
                    </a:lnTo>
                    <a:lnTo>
                      <a:pt x="14999" y="21836"/>
                    </a:lnTo>
                    <a:lnTo>
                      <a:pt x="14734" y="29468"/>
                    </a:lnTo>
                    <a:lnTo>
                      <a:pt x="22366" y="29733"/>
                    </a:lnTo>
                    <a:lnTo>
                      <a:pt x="22101" y="37365"/>
                    </a:lnTo>
                    <a:lnTo>
                      <a:pt x="29733" y="37631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37896" y="22631"/>
                    </a:lnTo>
                    <a:lnTo>
                      <a:pt x="34212" y="18683"/>
                    </a:lnTo>
                    <a:lnTo>
                      <a:pt x="46323" y="0"/>
                    </a:lnTo>
                    <a:lnTo>
                      <a:pt x="38426" y="7367"/>
                    </a:lnTo>
                    <a:lnTo>
                      <a:pt x="34742" y="3418"/>
                    </a:lnTo>
                    <a:lnTo>
                      <a:pt x="26845" y="10785"/>
                    </a:lnTo>
                    <a:lnTo>
                      <a:pt x="23161" y="6837"/>
                    </a:lnTo>
                    <a:lnTo>
                      <a:pt x="15264" y="14204"/>
                    </a:lnTo>
                    <a:lnTo>
                      <a:pt x="11581" y="10255"/>
                    </a:lnTo>
                    <a:lnTo>
                      <a:pt x="7632" y="1393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45" name="Контур"/>
              <p:cNvSpPr/>
              <p:nvPr/>
            </p:nvSpPr>
            <p:spPr>
              <a:xfrm>
                <a:off x="755628" y="1736083"/>
                <a:ext cx="1193220" cy="1113120"/>
              </a:xfrm>
              <a:custGeom>
                <a:avLst/>
                <a:gdLst/>
                <a:ahLst/>
                <a:cxnLst/>
                <a:rect l="l" t="t" r="r" b="b"/>
                <a:pathLst>
                  <a:path w="1193220" h="1113120" fill="none">
                    <a:moveTo>
                      <a:pt x="0" y="1113120"/>
                    </a:moveTo>
                    <a:lnTo>
                      <a:pt x="92135" y="1027171"/>
                    </a:lnTo>
                    <a:moveTo>
                      <a:pt x="92135" y="1027171"/>
                    </a:moveTo>
                    <a:lnTo>
                      <a:pt x="184269" y="941221"/>
                    </a:lnTo>
                    <a:moveTo>
                      <a:pt x="184269" y="941221"/>
                    </a:moveTo>
                    <a:lnTo>
                      <a:pt x="276403" y="855272"/>
                    </a:lnTo>
                    <a:moveTo>
                      <a:pt x="276403" y="855272"/>
                    </a:moveTo>
                    <a:lnTo>
                      <a:pt x="368537" y="769323"/>
                    </a:lnTo>
                    <a:moveTo>
                      <a:pt x="368537" y="769323"/>
                    </a:moveTo>
                    <a:lnTo>
                      <a:pt x="460671" y="683373"/>
                    </a:lnTo>
                    <a:moveTo>
                      <a:pt x="460671" y="683373"/>
                    </a:moveTo>
                    <a:lnTo>
                      <a:pt x="552806" y="597424"/>
                    </a:lnTo>
                    <a:moveTo>
                      <a:pt x="552806" y="597424"/>
                    </a:moveTo>
                    <a:lnTo>
                      <a:pt x="644940" y="511475"/>
                    </a:lnTo>
                    <a:moveTo>
                      <a:pt x="644940" y="511475"/>
                    </a:moveTo>
                    <a:lnTo>
                      <a:pt x="737074" y="425525"/>
                    </a:lnTo>
                    <a:moveTo>
                      <a:pt x="737074" y="425525"/>
                    </a:moveTo>
                    <a:lnTo>
                      <a:pt x="829208" y="339576"/>
                    </a:lnTo>
                    <a:moveTo>
                      <a:pt x="829208" y="339576"/>
                    </a:moveTo>
                    <a:lnTo>
                      <a:pt x="921343" y="253627"/>
                    </a:lnTo>
                    <a:moveTo>
                      <a:pt x="921343" y="253627"/>
                    </a:moveTo>
                    <a:lnTo>
                      <a:pt x="1013477" y="167677"/>
                    </a:lnTo>
                    <a:moveTo>
                      <a:pt x="1013477" y="167677"/>
                    </a:moveTo>
                    <a:lnTo>
                      <a:pt x="1105611" y="81728"/>
                    </a:lnTo>
                    <a:moveTo>
                      <a:pt x="1105611" y="81728"/>
                    </a:moveTo>
                    <a:lnTo>
                      <a:pt x="119322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46" name="Контур"/>
              <p:cNvSpPr/>
              <p:nvPr/>
            </p:nvSpPr>
            <p:spPr>
              <a:xfrm>
                <a:off x="870924" y="1896923"/>
                <a:ext cx="966605" cy="905817"/>
              </a:xfrm>
              <a:custGeom>
                <a:avLst/>
                <a:gdLst/>
                <a:ahLst/>
                <a:cxnLst/>
                <a:rect l="l" t="t" r="r" b="b"/>
                <a:pathLst>
                  <a:path w="966605" h="905817" fill="none">
                    <a:moveTo>
                      <a:pt x="13674" y="905817"/>
                    </a:moveTo>
                    <a:lnTo>
                      <a:pt x="0" y="859494"/>
                    </a:lnTo>
                    <a:lnTo>
                      <a:pt x="45263" y="876348"/>
                    </a:lnTo>
                    <a:lnTo>
                      <a:pt x="13674" y="905817"/>
                    </a:lnTo>
                    <a:lnTo>
                      <a:pt x="17623" y="902133"/>
                    </a:lnTo>
                    <a:lnTo>
                      <a:pt x="7367" y="867391"/>
                    </a:lnTo>
                    <a:lnTo>
                      <a:pt x="41314" y="880032"/>
                    </a:lnTo>
                    <a:lnTo>
                      <a:pt x="37631" y="876083"/>
                    </a:lnTo>
                    <a:lnTo>
                      <a:pt x="13939" y="898185"/>
                    </a:lnTo>
                    <a:lnTo>
                      <a:pt x="17623" y="902133"/>
                    </a:lnTo>
                    <a:lnTo>
                      <a:pt x="13674" y="905817"/>
                    </a:lnTo>
                    <a:lnTo>
                      <a:pt x="14204" y="890553"/>
                    </a:lnTo>
                    <a:lnTo>
                      <a:pt x="10256" y="894236"/>
                    </a:lnTo>
                    <a:lnTo>
                      <a:pt x="10786" y="878972"/>
                    </a:lnTo>
                    <a:lnTo>
                      <a:pt x="6837" y="882655"/>
                    </a:lnTo>
                    <a:lnTo>
                      <a:pt x="3684" y="863442"/>
                    </a:lnTo>
                    <a:lnTo>
                      <a:pt x="22632" y="867921"/>
                    </a:lnTo>
                    <a:lnTo>
                      <a:pt x="18683" y="871605"/>
                    </a:lnTo>
                    <a:lnTo>
                      <a:pt x="33947" y="872135"/>
                    </a:lnTo>
                    <a:lnTo>
                      <a:pt x="29999" y="875818"/>
                    </a:lnTo>
                    <a:lnTo>
                      <a:pt x="45263" y="876348"/>
                    </a:lnTo>
                    <a:lnTo>
                      <a:pt x="33682" y="879767"/>
                    </a:lnTo>
                    <a:lnTo>
                      <a:pt x="33417" y="887399"/>
                    </a:lnTo>
                    <a:lnTo>
                      <a:pt x="25785" y="887134"/>
                    </a:lnTo>
                    <a:lnTo>
                      <a:pt x="25520" y="894766"/>
                    </a:lnTo>
                    <a:lnTo>
                      <a:pt x="17888" y="894501"/>
                    </a:lnTo>
                    <a:lnTo>
                      <a:pt x="13674" y="905817"/>
                    </a:lnTo>
                    <a:lnTo>
                      <a:pt x="13939" y="898185"/>
                    </a:lnTo>
                    <a:lnTo>
                      <a:pt x="21571" y="898450"/>
                    </a:lnTo>
                    <a:lnTo>
                      <a:pt x="21836" y="890818"/>
                    </a:lnTo>
                    <a:lnTo>
                      <a:pt x="29468" y="891083"/>
                    </a:lnTo>
                    <a:lnTo>
                      <a:pt x="29734" y="883450"/>
                    </a:lnTo>
                    <a:lnTo>
                      <a:pt x="37366" y="883716"/>
                    </a:lnTo>
                    <a:lnTo>
                      <a:pt x="37631" y="876083"/>
                    </a:lnTo>
                    <a:lnTo>
                      <a:pt x="33947" y="872135"/>
                    </a:lnTo>
                    <a:lnTo>
                      <a:pt x="29999" y="875818"/>
                    </a:lnTo>
                    <a:lnTo>
                      <a:pt x="22632" y="867921"/>
                    </a:lnTo>
                    <a:lnTo>
                      <a:pt x="18683" y="871605"/>
                    </a:lnTo>
                    <a:lnTo>
                      <a:pt x="0" y="859494"/>
                    </a:lnTo>
                    <a:lnTo>
                      <a:pt x="7367" y="867391"/>
                    </a:lnTo>
                    <a:lnTo>
                      <a:pt x="3419" y="871075"/>
                    </a:lnTo>
                    <a:lnTo>
                      <a:pt x="10786" y="878972"/>
                    </a:lnTo>
                    <a:lnTo>
                      <a:pt x="6837" y="882655"/>
                    </a:lnTo>
                    <a:lnTo>
                      <a:pt x="14204" y="890553"/>
                    </a:lnTo>
                    <a:lnTo>
                      <a:pt x="10256" y="894236"/>
                    </a:lnTo>
                    <a:lnTo>
                      <a:pt x="13939" y="898185"/>
                    </a:lnTo>
                    <a:moveTo>
                      <a:pt x="197942" y="733918"/>
                    </a:moveTo>
                    <a:lnTo>
                      <a:pt x="184269" y="687595"/>
                    </a:lnTo>
                    <a:lnTo>
                      <a:pt x="229531" y="704450"/>
                    </a:lnTo>
                    <a:lnTo>
                      <a:pt x="197942" y="733918"/>
                    </a:lnTo>
                    <a:lnTo>
                      <a:pt x="201891" y="730235"/>
                    </a:lnTo>
                    <a:lnTo>
                      <a:pt x="191636" y="695492"/>
                    </a:lnTo>
                    <a:lnTo>
                      <a:pt x="225583" y="708133"/>
                    </a:lnTo>
                    <a:lnTo>
                      <a:pt x="221899" y="704185"/>
                    </a:lnTo>
                    <a:lnTo>
                      <a:pt x="198208" y="726286"/>
                    </a:lnTo>
                    <a:lnTo>
                      <a:pt x="201891" y="730235"/>
                    </a:lnTo>
                    <a:lnTo>
                      <a:pt x="197942" y="733918"/>
                    </a:lnTo>
                    <a:lnTo>
                      <a:pt x="198473" y="718654"/>
                    </a:lnTo>
                    <a:lnTo>
                      <a:pt x="194524" y="722337"/>
                    </a:lnTo>
                    <a:lnTo>
                      <a:pt x="195054" y="707073"/>
                    </a:lnTo>
                    <a:lnTo>
                      <a:pt x="191106" y="710757"/>
                    </a:lnTo>
                    <a:lnTo>
                      <a:pt x="187952" y="691544"/>
                    </a:lnTo>
                    <a:lnTo>
                      <a:pt x="206900" y="696022"/>
                    </a:lnTo>
                    <a:lnTo>
                      <a:pt x="202951" y="699706"/>
                    </a:lnTo>
                    <a:lnTo>
                      <a:pt x="218216" y="700236"/>
                    </a:lnTo>
                    <a:lnTo>
                      <a:pt x="214267" y="703920"/>
                    </a:lnTo>
                    <a:lnTo>
                      <a:pt x="229531" y="704450"/>
                    </a:lnTo>
                    <a:lnTo>
                      <a:pt x="217951" y="707868"/>
                    </a:lnTo>
                    <a:lnTo>
                      <a:pt x="217686" y="715500"/>
                    </a:lnTo>
                    <a:lnTo>
                      <a:pt x="210053" y="715235"/>
                    </a:lnTo>
                    <a:lnTo>
                      <a:pt x="209788" y="722868"/>
                    </a:lnTo>
                    <a:lnTo>
                      <a:pt x="202156" y="722602"/>
                    </a:lnTo>
                    <a:lnTo>
                      <a:pt x="197942" y="733918"/>
                    </a:lnTo>
                    <a:lnTo>
                      <a:pt x="198208" y="726286"/>
                    </a:lnTo>
                    <a:lnTo>
                      <a:pt x="205840" y="726551"/>
                    </a:lnTo>
                    <a:lnTo>
                      <a:pt x="206105" y="718919"/>
                    </a:lnTo>
                    <a:lnTo>
                      <a:pt x="213737" y="719184"/>
                    </a:lnTo>
                    <a:lnTo>
                      <a:pt x="214002" y="711552"/>
                    </a:lnTo>
                    <a:lnTo>
                      <a:pt x="221634" y="711817"/>
                    </a:lnTo>
                    <a:lnTo>
                      <a:pt x="221899" y="704185"/>
                    </a:lnTo>
                    <a:lnTo>
                      <a:pt x="218216" y="700236"/>
                    </a:lnTo>
                    <a:lnTo>
                      <a:pt x="214267" y="703920"/>
                    </a:lnTo>
                    <a:lnTo>
                      <a:pt x="206900" y="696022"/>
                    </a:lnTo>
                    <a:lnTo>
                      <a:pt x="202951" y="699706"/>
                    </a:lnTo>
                    <a:lnTo>
                      <a:pt x="184269" y="687595"/>
                    </a:lnTo>
                    <a:lnTo>
                      <a:pt x="191636" y="695492"/>
                    </a:lnTo>
                    <a:lnTo>
                      <a:pt x="187687" y="699176"/>
                    </a:lnTo>
                    <a:lnTo>
                      <a:pt x="195054" y="707073"/>
                    </a:lnTo>
                    <a:lnTo>
                      <a:pt x="191106" y="710757"/>
                    </a:lnTo>
                    <a:lnTo>
                      <a:pt x="198473" y="718654"/>
                    </a:lnTo>
                    <a:lnTo>
                      <a:pt x="194524" y="722337"/>
                    </a:lnTo>
                    <a:lnTo>
                      <a:pt x="198208" y="726286"/>
                    </a:lnTo>
                    <a:moveTo>
                      <a:pt x="382211" y="562019"/>
                    </a:moveTo>
                    <a:lnTo>
                      <a:pt x="368537" y="515696"/>
                    </a:lnTo>
                    <a:lnTo>
                      <a:pt x="413800" y="532551"/>
                    </a:lnTo>
                    <a:lnTo>
                      <a:pt x="382211" y="562019"/>
                    </a:lnTo>
                    <a:lnTo>
                      <a:pt x="386159" y="558336"/>
                    </a:lnTo>
                    <a:lnTo>
                      <a:pt x="375904" y="523594"/>
                    </a:lnTo>
                    <a:lnTo>
                      <a:pt x="409851" y="536235"/>
                    </a:lnTo>
                    <a:lnTo>
                      <a:pt x="406168" y="532286"/>
                    </a:lnTo>
                    <a:lnTo>
                      <a:pt x="382476" y="554387"/>
                    </a:lnTo>
                    <a:lnTo>
                      <a:pt x="386159" y="558336"/>
                    </a:lnTo>
                    <a:lnTo>
                      <a:pt x="382211" y="562019"/>
                    </a:lnTo>
                    <a:lnTo>
                      <a:pt x="382741" y="546755"/>
                    </a:lnTo>
                    <a:lnTo>
                      <a:pt x="378792" y="550439"/>
                    </a:lnTo>
                    <a:lnTo>
                      <a:pt x="379323" y="535174"/>
                    </a:lnTo>
                    <a:lnTo>
                      <a:pt x="375374" y="538858"/>
                    </a:lnTo>
                    <a:lnTo>
                      <a:pt x="372221" y="519645"/>
                    </a:lnTo>
                    <a:lnTo>
                      <a:pt x="391168" y="524124"/>
                    </a:lnTo>
                    <a:lnTo>
                      <a:pt x="387220" y="527807"/>
                    </a:lnTo>
                    <a:lnTo>
                      <a:pt x="402484" y="528337"/>
                    </a:lnTo>
                    <a:lnTo>
                      <a:pt x="398535" y="532021"/>
                    </a:lnTo>
                    <a:lnTo>
                      <a:pt x="413800" y="532551"/>
                    </a:lnTo>
                    <a:lnTo>
                      <a:pt x="402219" y="535970"/>
                    </a:lnTo>
                    <a:lnTo>
                      <a:pt x="401954" y="543602"/>
                    </a:lnTo>
                    <a:lnTo>
                      <a:pt x="394322" y="543337"/>
                    </a:lnTo>
                    <a:lnTo>
                      <a:pt x="394057" y="550969"/>
                    </a:lnTo>
                    <a:lnTo>
                      <a:pt x="386425" y="550704"/>
                    </a:lnTo>
                    <a:lnTo>
                      <a:pt x="382211" y="562019"/>
                    </a:lnTo>
                    <a:lnTo>
                      <a:pt x="382476" y="554387"/>
                    </a:lnTo>
                    <a:lnTo>
                      <a:pt x="390108" y="554652"/>
                    </a:lnTo>
                    <a:lnTo>
                      <a:pt x="390373" y="547020"/>
                    </a:lnTo>
                    <a:lnTo>
                      <a:pt x="398005" y="547285"/>
                    </a:lnTo>
                    <a:lnTo>
                      <a:pt x="398270" y="539653"/>
                    </a:lnTo>
                    <a:lnTo>
                      <a:pt x="405903" y="539918"/>
                    </a:lnTo>
                    <a:lnTo>
                      <a:pt x="406168" y="532286"/>
                    </a:lnTo>
                    <a:lnTo>
                      <a:pt x="402484" y="528337"/>
                    </a:lnTo>
                    <a:lnTo>
                      <a:pt x="398535" y="532021"/>
                    </a:lnTo>
                    <a:lnTo>
                      <a:pt x="391168" y="524124"/>
                    </a:lnTo>
                    <a:lnTo>
                      <a:pt x="387220" y="527807"/>
                    </a:lnTo>
                    <a:lnTo>
                      <a:pt x="368537" y="515696"/>
                    </a:lnTo>
                    <a:lnTo>
                      <a:pt x="375904" y="523594"/>
                    </a:lnTo>
                    <a:lnTo>
                      <a:pt x="371955" y="527277"/>
                    </a:lnTo>
                    <a:lnTo>
                      <a:pt x="379323" y="535174"/>
                    </a:lnTo>
                    <a:lnTo>
                      <a:pt x="375374" y="538858"/>
                    </a:lnTo>
                    <a:lnTo>
                      <a:pt x="382741" y="546755"/>
                    </a:lnTo>
                    <a:lnTo>
                      <a:pt x="378792" y="550439"/>
                    </a:lnTo>
                    <a:lnTo>
                      <a:pt x="382476" y="554387"/>
                    </a:lnTo>
                    <a:moveTo>
                      <a:pt x="566479" y="390121"/>
                    </a:moveTo>
                    <a:lnTo>
                      <a:pt x="552805" y="343798"/>
                    </a:lnTo>
                    <a:lnTo>
                      <a:pt x="598068" y="360652"/>
                    </a:lnTo>
                    <a:lnTo>
                      <a:pt x="566479" y="390121"/>
                    </a:lnTo>
                    <a:lnTo>
                      <a:pt x="570428" y="386437"/>
                    </a:lnTo>
                    <a:lnTo>
                      <a:pt x="560172" y="351695"/>
                    </a:lnTo>
                    <a:lnTo>
                      <a:pt x="594120" y="364336"/>
                    </a:lnTo>
                    <a:lnTo>
                      <a:pt x="590436" y="360387"/>
                    </a:lnTo>
                    <a:lnTo>
                      <a:pt x="566744" y="382489"/>
                    </a:lnTo>
                    <a:lnTo>
                      <a:pt x="570428" y="386437"/>
                    </a:lnTo>
                    <a:lnTo>
                      <a:pt x="566479" y="390121"/>
                    </a:lnTo>
                    <a:lnTo>
                      <a:pt x="567009" y="374857"/>
                    </a:lnTo>
                    <a:lnTo>
                      <a:pt x="563061" y="378540"/>
                    </a:lnTo>
                    <a:lnTo>
                      <a:pt x="563591" y="363276"/>
                    </a:lnTo>
                    <a:lnTo>
                      <a:pt x="559642" y="366959"/>
                    </a:lnTo>
                    <a:lnTo>
                      <a:pt x="556489" y="347746"/>
                    </a:lnTo>
                    <a:lnTo>
                      <a:pt x="575437" y="352225"/>
                    </a:lnTo>
                    <a:lnTo>
                      <a:pt x="571488" y="355909"/>
                    </a:lnTo>
                    <a:lnTo>
                      <a:pt x="586752" y="356439"/>
                    </a:lnTo>
                    <a:lnTo>
                      <a:pt x="582804" y="360122"/>
                    </a:lnTo>
                    <a:lnTo>
                      <a:pt x="598068" y="360652"/>
                    </a:lnTo>
                    <a:lnTo>
                      <a:pt x="586487" y="364071"/>
                    </a:lnTo>
                    <a:lnTo>
                      <a:pt x="586222" y="371703"/>
                    </a:lnTo>
                    <a:lnTo>
                      <a:pt x="578590" y="371438"/>
                    </a:lnTo>
                    <a:lnTo>
                      <a:pt x="578325" y="379070"/>
                    </a:lnTo>
                    <a:lnTo>
                      <a:pt x="570693" y="378805"/>
                    </a:lnTo>
                    <a:lnTo>
                      <a:pt x="566479" y="390121"/>
                    </a:lnTo>
                    <a:lnTo>
                      <a:pt x="566744" y="382489"/>
                    </a:lnTo>
                    <a:lnTo>
                      <a:pt x="574377" y="382754"/>
                    </a:lnTo>
                    <a:lnTo>
                      <a:pt x="574642" y="375122"/>
                    </a:lnTo>
                    <a:lnTo>
                      <a:pt x="582274" y="375387"/>
                    </a:lnTo>
                    <a:lnTo>
                      <a:pt x="582539" y="367755"/>
                    </a:lnTo>
                    <a:lnTo>
                      <a:pt x="590171" y="368020"/>
                    </a:lnTo>
                    <a:lnTo>
                      <a:pt x="590436" y="360387"/>
                    </a:lnTo>
                    <a:lnTo>
                      <a:pt x="586752" y="356439"/>
                    </a:lnTo>
                    <a:lnTo>
                      <a:pt x="582804" y="360122"/>
                    </a:lnTo>
                    <a:lnTo>
                      <a:pt x="575437" y="352225"/>
                    </a:lnTo>
                    <a:lnTo>
                      <a:pt x="571488" y="355909"/>
                    </a:lnTo>
                    <a:lnTo>
                      <a:pt x="552805" y="343798"/>
                    </a:lnTo>
                    <a:lnTo>
                      <a:pt x="560172" y="351695"/>
                    </a:lnTo>
                    <a:lnTo>
                      <a:pt x="556224" y="355379"/>
                    </a:lnTo>
                    <a:lnTo>
                      <a:pt x="563591" y="363276"/>
                    </a:lnTo>
                    <a:lnTo>
                      <a:pt x="559642" y="366959"/>
                    </a:lnTo>
                    <a:lnTo>
                      <a:pt x="567009" y="374857"/>
                    </a:lnTo>
                    <a:lnTo>
                      <a:pt x="563061" y="378540"/>
                    </a:lnTo>
                    <a:lnTo>
                      <a:pt x="566744" y="382489"/>
                    </a:lnTo>
                    <a:moveTo>
                      <a:pt x="750748" y="218222"/>
                    </a:moveTo>
                    <a:lnTo>
                      <a:pt x="737074" y="171899"/>
                    </a:lnTo>
                    <a:lnTo>
                      <a:pt x="782337" y="188754"/>
                    </a:lnTo>
                    <a:lnTo>
                      <a:pt x="750748" y="218222"/>
                    </a:lnTo>
                    <a:lnTo>
                      <a:pt x="754696" y="214539"/>
                    </a:lnTo>
                    <a:lnTo>
                      <a:pt x="744441" y="179796"/>
                    </a:lnTo>
                    <a:lnTo>
                      <a:pt x="778388" y="192437"/>
                    </a:lnTo>
                    <a:lnTo>
                      <a:pt x="774704" y="188489"/>
                    </a:lnTo>
                    <a:lnTo>
                      <a:pt x="751013" y="210590"/>
                    </a:lnTo>
                    <a:lnTo>
                      <a:pt x="754696" y="214539"/>
                    </a:lnTo>
                    <a:lnTo>
                      <a:pt x="750748" y="218222"/>
                    </a:lnTo>
                    <a:lnTo>
                      <a:pt x="751278" y="202958"/>
                    </a:lnTo>
                    <a:lnTo>
                      <a:pt x="747329" y="206641"/>
                    </a:lnTo>
                    <a:lnTo>
                      <a:pt x="747859" y="191377"/>
                    </a:lnTo>
                    <a:lnTo>
                      <a:pt x="743911" y="195061"/>
                    </a:lnTo>
                    <a:lnTo>
                      <a:pt x="740757" y="175848"/>
                    </a:lnTo>
                    <a:lnTo>
                      <a:pt x="759705" y="180326"/>
                    </a:lnTo>
                    <a:lnTo>
                      <a:pt x="755757" y="184010"/>
                    </a:lnTo>
                    <a:lnTo>
                      <a:pt x="771021" y="184540"/>
                    </a:lnTo>
                    <a:lnTo>
                      <a:pt x="767072" y="188224"/>
                    </a:lnTo>
                    <a:lnTo>
                      <a:pt x="782337" y="188754"/>
                    </a:lnTo>
                    <a:lnTo>
                      <a:pt x="770756" y="192172"/>
                    </a:lnTo>
                    <a:lnTo>
                      <a:pt x="770491" y="199804"/>
                    </a:lnTo>
                    <a:lnTo>
                      <a:pt x="762859" y="199539"/>
                    </a:lnTo>
                    <a:lnTo>
                      <a:pt x="762594" y="207172"/>
                    </a:lnTo>
                    <a:lnTo>
                      <a:pt x="754961" y="206906"/>
                    </a:lnTo>
                    <a:lnTo>
                      <a:pt x="750748" y="218222"/>
                    </a:lnTo>
                    <a:lnTo>
                      <a:pt x="751013" y="210590"/>
                    </a:lnTo>
                    <a:lnTo>
                      <a:pt x="758645" y="210855"/>
                    </a:lnTo>
                    <a:lnTo>
                      <a:pt x="758910" y="203223"/>
                    </a:lnTo>
                    <a:lnTo>
                      <a:pt x="766542" y="203488"/>
                    </a:lnTo>
                    <a:lnTo>
                      <a:pt x="766807" y="195856"/>
                    </a:lnTo>
                    <a:lnTo>
                      <a:pt x="774439" y="196121"/>
                    </a:lnTo>
                    <a:lnTo>
                      <a:pt x="774704" y="188489"/>
                    </a:lnTo>
                    <a:lnTo>
                      <a:pt x="771021" y="184540"/>
                    </a:lnTo>
                    <a:lnTo>
                      <a:pt x="767072" y="188224"/>
                    </a:lnTo>
                    <a:lnTo>
                      <a:pt x="759705" y="180326"/>
                    </a:lnTo>
                    <a:lnTo>
                      <a:pt x="755757" y="184010"/>
                    </a:lnTo>
                    <a:lnTo>
                      <a:pt x="737074" y="171899"/>
                    </a:lnTo>
                    <a:lnTo>
                      <a:pt x="744441" y="179796"/>
                    </a:lnTo>
                    <a:lnTo>
                      <a:pt x="740492" y="183480"/>
                    </a:lnTo>
                    <a:lnTo>
                      <a:pt x="747859" y="191377"/>
                    </a:lnTo>
                    <a:lnTo>
                      <a:pt x="743911" y="195061"/>
                    </a:lnTo>
                    <a:lnTo>
                      <a:pt x="751278" y="202958"/>
                    </a:lnTo>
                    <a:lnTo>
                      <a:pt x="747329" y="206641"/>
                    </a:lnTo>
                    <a:lnTo>
                      <a:pt x="751013" y="210590"/>
                    </a:lnTo>
                    <a:moveTo>
                      <a:pt x="935016" y="46324"/>
                    </a:moveTo>
                    <a:lnTo>
                      <a:pt x="921342" y="0"/>
                    </a:lnTo>
                    <a:lnTo>
                      <a:pt x="966605" y="16855"/>
                    </a:lnTo>
                    <a:lnTo>
                      <a:pt x="935016" y="46324"/>
                    </a:lnTo>
                    <a:lnTo>
                      <a:pt x="938965" y="42640"/>
                    </a:lnTo>
                    <a:lnTo>
                      <a:pt x="928709" y="7898"/>
                    </a:lnTo>
                    <a:lnTo>
                      <a:pt x="962656" y="20539"/>
                    </a:lnTo>
                    <a:lnTo>
                      <a:pt x="958973" y="16590"/>
                    </a:lnTo>
                    <a:lnTo>
                      <a:pt x="935281" y="38691"/>
                    </a:lnTo>
                    <a:lnTo>
                      <a:pt x="938965" y="42640"/>
                    </a:lnTo>
                    <a:lnTo>
                      <a:pt x="935016" y="46324"/>
                    </a:lnTo>
                    <a:lnTo>
                      <a:pt x="935546" y="31059"/>
                    </a:lnTo>
                    <a:lnTo>
                      <a:pt x="931598" y="34743"/>
                    </a:lnTo>
                    <a:lnTo>
                      <a:pt x="932128" y="19478"/>
                    </a:lnTo>
                    <a:lnTo>
                      <a:pt x="928179" y="23162"/>
                    </a:lnTo>
                    <a:lnTo>
                      <a:pt x="925026" y="3949"/>
                    </a:lnTo>
                    <a:lnTo>
                      <a:pt x="943974" y="8428"/>
                    </a:lnTo>
                    <a:lnTo>
                      <a:pt x="940025" y="12111"/>
                    </a:lnTo>
                    <a:lnTo>
                      <a:pt x="955289" y="12641"/>
                    </a:lnTo>
                    <a:lnTo>
                      <a:pt x="951341" y="16325"/>
                    </a:lnTo>
                    <a:lnTo>
                      <a:pt x="966605" y="16855"/>
                    </a:lnTo>
                    <a:lnTo>
                      <a:pt x="955024" y="20274"/>
                    </a:lnTo>
                    <a:lnTo>
                      <a:pt x="954759" y="27906"/>
                    </a:lnTo>
                    <a:lnTo>
                      <a:pt x="947127" y="27641"/>
                    </a:lnTo>
                    <a:lnTo>
                      <a:pt x="946862" y="35273"/>
                    </a:lnTo>
                    <a:lnTo>
                      <a:pt x="939230" y="35008"/>
                    </a:lnTo>
                    <a:lnTo>
                      <a:pt x="935016" y="46324"/>
                    </a:lnTo>
                    <a:lnTo>
                      <a:pt x="935281" y="38691"/>
                    </a:lnTo>
                    <a:lnTo>
                      <a:pt x="942913" y="38956"/>
                    </a:lnTo>
                    <a:lnTo>
                      <a:pt x="943178" y="31324"/>
                    </a:lnTo>
                    <a:lnTo>
                      <a:pt x="950811" y="31589"/>
                    </a:lnTo>
                    <a:lnTo>
                      <a:pt x="951076" y="23957"/>
                    </a:lnTo>
                    <a:lnTo>
                      <a:pt x="958708" y="24222"/>
                    </a:lnTo>
                    <a:lnTo>
                      <a:pt x="958973" y="16590"/>
                    </a:lnTo>
                    <a:lnTo>
                      <a:pt x="955289" y="12641"/>
                    </a:lnTo>
                    <a:lnTo>
                      <a:pt x="951341" y="16325"/>
                    </a:lnTo>
                    <a:lnTo>
                      <a:pt x="943974" y="8428"/>
                    </a:lnTo>
                    <a:lnTo>
                      <a:pt x="940025" y="12111"/>
                    </a:lnTo>
                    <a:lnTo>
                      <a:pt x="921342" y="0"/>
                    </a:lnTo>
                    <a:lnTo>
                      <a:pt x="928709" y="7898"/>
                    </a:lnTo>
                    <a:lnTo>
                      <a:pt x="924761" y="11581"/>
                    </a:lnTo>
                    <a:lnTo>
                      <a:pt x="932128" y="19478"/>
                    </a:lnTo>
                    <a:lnTo>
                      <a:pt x="928179" y="23162"/>
                    </a:lnTo>
                    <a:lnTo>
                      <a:pt x="935546" y="31059"/>
                    </a:lnTo>
                    <a:lnTo>
                      <a:pt x="931598" y="34743"/>
                    </a:lnTo>
                    <a:lnTo>
                      <a:pt x="935281" y="3869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47" name="Контур"/>
              <p:cNvSpPr/>
              <p:nvPr/>
            </p:nvSpPr>
            <p:spPr>
              <a:xfrm>
                <a:off x="252000" y="2520496"/>
                <a:ext cx="290543" cy="500472"/>
              </a:xfrm>
              <a:custGeom>
                <a:avLst/>
                <a:gdLst/>
                <a:ahLst/>
                <a:cxnLst/>
                <a:rect l="l" t="t" r="r" b="b"/>
                <a:pathLst>
                  <a:path w="290543" h="500472" fill="none">
                    <a:moveTo>
                      <a:pt x="0" y="0"/>
                    </a:moveTo>
                    <a:lnTo>
                      <a:pt x="51804" y="55532"/>
                    </a:lnTo>
                    <a:moveTo>
                      <a:pt x="51804" y="55532"/>
                    </a:moveTo>
                    <a:lnTo>
                      <a:pt x="137753" y="147666"/>
                    </a:lnTo>
                    <a:moveTo>
                      <a:pt x="137753" y="147666"/>
                    </a:moveTo>
                    <a:lnTo>
                      <a:pt x="223702" y="239800"/>
                    </a:lnTo>
                    <a:moveTo>
                      <a:pt x="223702" y="239800"/>
                    </a:moveTo>
                    <a:lnTo>
                      <a:pt x="290543" y="311451"/>
                    </a:lnTo>
                    <a:lnTo>
                      <a:pt x="289593" y="339448"/>
                    </a:lnTo>
                    <a:moveTo>
                      <a:pt x="289593" y="339448"/>
                    </a:moveTo>
                    <a:lnTo>
                      <a:pt x="286654" y="426049"/>
                    </a:lnTo>
                    <a:lnTo>
                      <a:pt x="259452" y="454481"/>
                    </a:lnTo>
                    <a:moveTo>
                      <a:pt x="259452" y="454481"/>
                    </a:moveTo>
                    <a:lnTo>
                      <a:pt x="215450" y="500472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48" name="Контур"/>
              <p:cNvSpPr/>
              <p:nvPr/>
            </p:nvSpPr>
            <p:spPr>
              <a:xfrm>
                <a:off x="252000" y="2441333"/>
                <a:ext cx="343958" cy="451924"/>
              </a:xfrm>
              <a:custGeom>
                <a:avLst/>
                <a:gdLst/>
                <a:ahLst/>
                <a:cxnLst/>
                <a:rect l="l" t="t" r="r" b="b"/>
                <a:pathLst>
                  <a:path w="343958" h="451924" fill="none">
                    <a:moveTo>
                      <a:pt x="26828" y="28759"/>
                    </a:moveTo>
                    <a:lnTo>
                      <a:pt x="0" y="36678"/>
                    </a:lnTo>
                    <a:moveTo>
                      <a:pt x="0" y="0"/>
                    </a:moveTo>
                    <a:lnTo>
                      <a:pt x="26828" y="28759"/>
                    </a:lnTo>
                    <a:lnTo>
                      <a:pt x="23144" y="24810"/>
                    </a:lnTo>
                    <a:lnTo>
                      <a:pt x="0" y="31642"/>
                    </a:lnTo>
                    <a:moveTo>
                      <a:pt x="0" y="3920"/>
                    </a:moveTo>
                    <a:lnTo>
                      <a:pt x="1043" y="1118"/>
                    </a:lnTo>
                    <a:lnTo>
                      <a:pt x="0" y="2091"/>
                    </a:lnTo>
                    <a:moveTo>
                      <a:pt x="0" y="7916"/>
                    </a:moveTo>
                    <a:lnTo>
                      <a:pt x="19196" y="28494"/>
                    </a:lnTo>
                    <a:lnTo>
                      <a:pt x="23144" y="24810"/>
                    </a:lnTo>
                    <a:lnTo>
                      <a:pt x="26828" y="28759"/>
                    </a:lnTo>
                    <a:lnTo>
                      <a:pt x="11564" y="28229"/>
                    </a:lnTo>
                    <a:lnTo>
                      <a:pt x="15247" y="32177"/>
                    </a:lnTo>
                    <a:lnTo>
                      <a:pt x="0" y="31648"/>
                    </a:lnTo>
                    <a:moveTo>
                      <a:pt x="0" y="31665"/>
                    </a:moveTo>
                    <a:lnTo>
                      <a:pt x="3666" y="35596"/>
                    </a:lnTo>
                    <a:lnTo>
                      <a:pt x="0" y="36197"/>
                    </a:lnTo>
                    <a:moveTo>
                      <a:pt x="0" y="6115"/>
                    </a:moveTo>
                    <a:lnTo>
                      <a:pt x="778" y="8751"/>
                    </a:lnTo>
                    <a:lnTo>
                      <a:pt x="8410" y="9016"/>
                    </a:lnTo>
                    <a:lnTo>
                      <a:pt x="8145" y="16648"/>
                    </a:lnTo>
                    <a:lnTo>
                      <a:pt x="15777" y="16913"/>
                    </a:lnTo>
                    <a:lnTo>
                      <a:pt x="15512" y="24545"/>
                    </a:lnTo>
                    <a:lnTo>
                      <a:pt x="26828" y="28759"/>
                    </a:lnTo>
                    <a:lnTo>
                      <a:pt x="19196" y="28494"/>
                    </a:lnTo>
                    <a:lnTo>
                      <a:pt x="19461" y="20861"/>
                    </a:lnTo>
                    <a:lnTo>
                      <a:pt x="11829" y="20596"/>
                    </a:lnTo>
                    <a:lnTo>
                      <a:pt x="12094" y="12964"/>
                    </a:lnTo>
                    <a:lnTo>
                      <a:pt x="4462" y="12699"/>
                    </a:lnTo>
                    <a:lnTo>
                      <a:pt x="4727" y="5067"/>
                    </a:lnTo>
                    <a:lnTo>
                      <a:pt x="0" y="4903"/>
                    </a:lnTo>
                    <a:moveTo>
                      <a:pt x="0" y="31665"/>
                    </a:moveTo>
                    <a:lnTo>
                      <a:pt x="3666" y="35596"/>
                    </a:lnTo>
                    <a:lnTo>
                      <a:pt x="11564" y="28229"/>
                    </a:lnTo>
                    <a:lnTo>
                      <a:pt x="15247" y="32177"/>
                    </a:lnTo>
                    <a:lnTo>
                      <a:pt x="19196" y="28494"/>
                    </a:lnTo>
                    <a:moveTo>
                      <a:pt x="198726" y="213027"/>
                    </a:moveTo>
                    <a:lnTo>
                      <a:pt x="152403" y="226701"/>
                    </a:lnTo>
                    <a:lnTo>
                      <a:pt x="169258" y="181438"/>
                    </a:lnTo>
                    <a:lnTo>
                      <a:pt x="198726" y="213027"/>
                    </a:lnTo>
                    <a:lnTo>
                      <a:pt x="195043" y="209079"/>
                    </a:lnTo>
                    <a:lnTo>
                      <a:pt x="160300" y="219334"/>
                    </a:lnTo>
                    <a:lnTo>
                      <a:pt x="172942" y="185387"/>
                    </a:lnTo>
                    <a:lnTo>
                      <a:pt x="168993" y="189071"/>
                    </a:lnTo>
                    <a:lnTo>
                      <a:pt x="191094" y="212762"/>
                    </a:lnTo>
                    <a:lnTo>
                      <a:pt x="195043" y="209079"/>
                    </a:lnTo>
                    <a:lnTo>
                      <a:pt x="198726" y="213027"/>
                    </a:lnTo>
                    <a:lnTo>
                      <a:pt x="183462" y="212497"/>
                    </a:lnTo>
                    <a:lnTo>
                      <a:pt x="187146" y="216446"/>
                    </a:lnTo>
                    <a:lnTo>
                      <a:pt x="171881" y="215916"/>
                    </a:lnTo>
                    <a:lnTo>
                      <a:pt x="175565" y="219864"/>
                    </a:lnTo>
                    <a:lnTo>
                      <a:pt x="156352" y="223018"/>
                    </a:lnTo>
                    <a:lnTo>
                      <a:pt x="160831" y="204070"/>
                    </a:lnTo>
                    <a:lnTo>
                      <a:pt x="164514" y="208018"/>
                    </a:lnTo>
                    <a:lnTo>
                      <a:pt x="165044" y="192754"/>
                    </a:lnTo>
                    <a:lnTo>
                      <a:pt x="168728" y="196703"/>
                    </a:lnTo>
                    <a:lnTo>
                      <a:pt x="169258" y="181438"/>
                    </a:lnTo>
                    <a:lnTo>
                      <a:pt x="172676" y="193019"/>
                    </a:lnTo>
                    <a:lnTo>
                      <a:pt x="180309" y="193284"/>
                    </a:lnTo>
                    <a:lnTo>
                      <a:pt x="180044" y="200916"/>
                    </a:lnTo>
                    <a:lnTo>
                      <a:pt x="187676" y="201181"/>
                    </a:lnTo>
                    <a:lnTo>
                      <a:pt x="187411" y="208814"/>
                    </a:lnTo>
                    <a:lnTo>
                      <a:pt x="198726" y="213027"/>
                    </a:lnTo>
                    <a:lnTo>
                      <a:pt x="191094" y="212762"/>
                    </a:lnTo>
                    <a:lnTo>
                      <a:pt x="191359" y="205130"/>
                    </a:lnTo>
                    <a:lnTo>
                      <a:pt x="183727" y="204865"/>
                    </a:lnTo>
                    <a:lnTo>
                      <a:pt x="183992" y="197233"/>
                    </a:lnTo>
                    <a:lnTo>
                      <a:pt x="176360" y="196968"/>
                    </a:lnTo>
                    <a:lnTo>
                      <a:pt x="176625" y="189336"/>
                    </a:lnTo>
                    <a:lnTo>
                      <a:pt x="168993" y="189071"/>
                    </a:lnTo>
                    <a:lnTo>
                      <a:pt x="165044" y="192754"/>
                    </a:lnTo>
                    <a:lnTo>
                      <a:pt x="168728" y="196703"/>
                    </a:lnTo>
                    <a:lnTo>
                      <a:pt x="160831" y="204070"/>
                    </a:lnTo>
                    <a:lnTo>
                      <a:pt x="164514" y="208018"/>
                    </a:lnTo>
                    <a:lnTo>
                      <a:pt x="152403" y="226701"/>
                    </a:lnTo>
                    <a:lnTo>
                      <a:pt x="160300" y="219334"/>
                    </a:lnTo>
                    <a:lnTo>
                      <a:pt x="163984" y="223283"/>
                    </a:lnTo>
                    <a:lnTo>
                      <a:pt x="171881" y="215916"/>
                    </a:lnTo>
                    <a:lnTo>
                      <a:pt x="175565" y="219864"/>
                    </a:lnTo>
                    <a:lnTo>
                      <a:pt x="183462" y="212497"/>
                    </a:lnTo>
                    <a:lnTo>
                      <a:pt x="187146" y="216446"/>
                    </a:lnTo>
                    <a:lnTo>
                      <a:pt x="191094" y="212762"/>
                    </a:lnTo>
                    <a:moveTo>
                      <a:pt x="342494" y="451924"/>
                    </a:moveTo>
                    <a:lnTo>
                      <a:pt x="300051" y="428871"/>
                    </a:lnTo>
                    <a:lnTo>
                      <a:pt x="343958" y="408749"/>
                    </a:lnTo>
                    <a:lnTo>
                      <a:pt x="342494" y="451924"/>
                    </a:lnTo>
                    <a:lnTo>
                      <a:pt x="342677" y="446527"/>
                    </a:lnTo>
                    <a:lnTo>
                      <a:pt x="310845" y="429238"/>
                    </a:lnTo>
                    <a:lnTo>
                      <a:pt x="343775" y="414145"/>
                    </a:lnTo>
                    <a:lnTo>
                      <a:pt x="338378" y="413962"/>
                    </a:lnTo>
                    <a:lnTo>
                      <a:pt x="337280" y="446344"/>
                    </a:lnTo>
                    <a:lnTo>
                      <a:pt x="342677" y="446527"/>
                    </a:lnTo>
                    <a:lnTo>
                      <a:pt x="342494" y="451924"/>
                    </a:lnTo>
                    <a:lnTo>
                      <a:pt x="332066" y="440764"/>
                    </a:lnTo>
                    <a:lnTo>
                      <a:pt x="331883" y="446161"/>
                    </a:lnTo>
                    <a:lnTo>
                      <a:pt x="321455" y="435001"/>
                    </a:lnTo>
                    <a:lnTo>
                      <a:pt x="321272" y="440398"/>
                    </a:lnTo>
                    <a:lnTo>
                      <a:pt x="305448" y="429054"/>
                    </a:lnTo>
                    <a:lnTo>
                      <a:pt x="322005" y="418810"/>
                    </a:lnTo>
                    <a:lnTo>
                      <a:pt x="321821" y="424207"/>
                    </a:lnTo>
                    <a:lnTo>
                      <a:pt x="332981" y="413779"/>
                    </a:lnTo>
                    <a:lnTo>
                      <a:pt x="332798" y="419176"/>
                    </a:lnTo>
                    <a:lnTo>
                      <a:pt x="343958" y="408749"/>
                    </a:lnTo>
                    <a:lnTo>
                      <a:pt x="338195" y="419359"/>
                    </a:lnTo>
                    <a:lnTo>
                      <a:pt x="343409" y="424939"/>
                    </a:lnTo>
                    <a:lnTo>
                      <a:pt x="337829" y="430153"/>
                    </a:lnTo>
                    <a:lnTo>
                      <a:pt x="343043" y="435733"/>
                    </a:lnTo>
                    <a:lnTo>
                      <a:pt x="337463" y="440947"/>
                    </a:lnTo>
                    <a:lnTo>
                      <a:pt x="342494" y="451924"/>
                    </a:lnTo>
                    <a:lnTo>
                      <a:pt x="337280" y="446344"/>
                    </a:lnTo>
                    <a:lnTo>
                      <a:pt x="342860" y="441130"/>
                    </a:lnTo>
                    <a:lnTo>
                      <a:pt x="337646" y="435550"/>
                    </a:lnTo>
                    <a:lnTo>
                      <a:pt x="343226" y="430336"/>
                    </a:lnTo>
                    <a:lnTo>
                      <a:pt x="338012" y="424756"/>
                    </a:lnTo>
                    <a:lnTo>
                      <a:pt x="343592" y="419542"/>
                    </a:lnTo>
                    <a:lnTo>
                      <a:pt x="338378" y="413962"/>
                    </a:lnTo>
                    <a:lnTo>
                      <a:pt x="332981" y="413779"/>
                    </a:lnTo>
                    <a:lnTo>
                      <a:pt x="332798" y="419176"/>
                    </a:lnTo>
                    <a:lnTo>
                      <a:pt x="322005" y="418810"/>
                    </a:lnTo>
                    <a:lnTo>
                      <a:pt x="321821" y="424207"/>
                    </a:lnTo>
                    <a:lnTo>
                      <a:pt x="300051" y="428871"/>
                    </a:lnTo>
                    <a:lnTo>
                      <a:pt x="310845" y="429238"/>
                    </a:lnTo>
                    <a:lnTo>
                      <a:pt x="310661" y="434634"/>
                    </a:lnTo>
                    <a:lnTo>
                      <a:pt x="321455" y="435001"/>
                    </a:lnTo>
                    <a:lnTo>
                      <a:pt x="321272" y="440398"/>
                    </a:lnTo>
                    <a:lnTo>
                      <a:pt x="332066" y="440764"/>
                    </a:lnTo>
                    <a:lnTo>
                      <a:pt x="331883" y="446161"/>
                    </a:lnTo>
                    <a:lnTo>
                      <a:pt x="337280" y="44634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49" name="Контур"/>
              <p:cNvSpPr/>
              <p:nvPr/>
            </p:nvSpPr>
            <p:spPr>
              <a:xfrm>
                <a:off x="252000" y="1584000"/>
                <a:ext cx="503628" cy="1265203"/>
              </a:xfrm>
              <a:custGeom>
                <a:avLst/>
                <a:gdLst/>
                <a:ahLst/>
                <a:cxnLst/>
                <a:rect l="l" t="t" r="r" b="b"/>
                <a:pathLst>
                  <a:path w="503628" h="1265203" fill="none">
                    <a:moveTo>
                      <a:pt x="457588" y="1215847"/>
                    </a:moveTo>
                    <a:lnTo>
                      <a:pt x="503628" y="1265203"/>
                    </a:lnTo>
                    <a:moveTo>
                      <a:pt x="0" y="9292"/>
                    </a:moveTo>
                    <a:lnTo>
                      <a:pt x="2199" y="7242"/>
                    </a:lnTo>
                    <a:moveTo>
                      <a:pt x="2199" y="7242"/>
                    </a:moveTo>
                    <a:lnTo>
                      <a:pt x="9964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50" name="Контур"/>
              <p:cNvSpPr/>
              <p:nvPr/>
            </p:nvSpPr>
            <p:spPr>
              <a:xfrm>
                <a:off x="1806985" y="1584000"/>
                <a:ext cx="95778" cy="102679"/>
              </a:xfrm>
              <a:custGeom>
                <a:avLst/>
                <a:gdLst/>
                <a:ahLst/>
                <a:cxnLst/>
                <a:rect l="l" t="t" r="r" b="b"/>
                <a:pathLst>
                  <a:path w="95778" h="102679" fill="none">
                    <a:moveTo>
                      <a:pt x="95778" y="102679"/>
                    </a:moveTo>
                    <a:lnTo>
                      <a:pt x="9832" y="10541"/>
                    </a:lnTo>
                    <a:moveTo>
                      <a:pt x="9832" y="10541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51" name="Контур"/>
              <p:cNvSpPr/>
              <p:nvPr/>
            </p:nvSpPr>
            <p:spPr>
              <a:xfrm>
                <a:off x="1755843" y="1594668"/>
                <a:ext cx="46324" cy="45262"/>
              </a:xfrm>
              <a:custGeom>
                <a:avLst/>
                <a:gdLst/>
                <a:ahLst/>
                <a:cxnLst/>
                <a:rect l="l" t="t" r="r" b="b"/>
                <a:pathLst>
                  <a:path w="46324" h="45262" fill="none">
                    <a:moveTo>
                      <a:pt x="0" y="13672"/>
                    </a:moveTo>
                    <a:lnTo>
                      <a:pt x="46324" y="0"/>
                    </a:lnTo>
                    <a:lnTo>
                      <a:pt x="29467" y="45262"/>
                    </a:lnTo>
                    <a:lnTo>
                      <a:pt x="0" y="13672"/>
                    </a:lnTo>
                    <a:lnTo>
                      <a:pt x="3684" y="17621"/>
                    </a:lnTo>
                    <a:lnTo>
                      <a:pt x="38426" y="7367"/>
                    </a:lnTo>
                    <a:lnTo>
                      <a:pt x="25784" y="41313"/>
                    </a:lnTo>
                    <a:lnTo>
                      <a:pt x="29733" y="37630"/>
                    </a:lnTo>
                    <a:lnTo>
                      <a:pt x="7632" y="13937"/>
                    </a:lnTo>
                    <a:lnTo>
                      <a:pt x="3684" y="17621"/>
                    </a:lnTo>
                    <a:lnTo>
                      <a:pt x="0" y="13672"/>
                    </a:lnTo>
                    <a:lnTo>
                      <a:pt x="15264" y="14203"/>
                    </a:lnTo>
                    <a:lnTo>
                      <a:pt x="11581" y="10254"/>
                    </a:lnTo>
                    <a:lnTo>
                      <a:pt x="26845" y="10785"/>
                    </a:lnTo>
                    <a:lnTo>
                      <a:pt x="23162" y="6836"/>
                    </a:lnTo>
                    <a:lnTo>
                      <a:pt x="42375" y="3683"/>
                    </a:lnTo>
                    <a:lnTo>
                      <a:pt x="37896" y="22631"/>
                    </a:lnTo>
                    <a:lnTo>
                      <a:pt x="34212" y="18682"/>
                    </a:lnTo>
                    <a:lnTo>
                      <a:pt x="33681" y="33947"/>
                    </a:lnTo>
                    <a:lnTo>
                      <a:pt x="29998" y="29998"/>
                    </a:lnTo>
                    <a:lnTo>
                      <a:pt x="29467" y="45262"/>
                    </a:lnTo>
                    <a:lnTo>
                      <a:pt x="26049" y="33681"/>
                    </a:lnTo>
                    <a:lnTo>
                      <a:pt x="18417" y="33416"/>
                    </a:lnTo>
                    <a:lnTo>
                      <a:pt x="18682" y="25784"/>
                    </a:lnTo>
                    <a:lnTo>
                      <a:pt x="11050" y="25518"/>
                    </a:lnTo>
                    <a:lnTo>
                      <a:pt x="11316" y="17886"/>
                    </a:lnTo>
                    <a:lnTo>
                      <a:pt x="0" y="13672"/>
                    </a:lnTo>
                    <a:lnTo>
                      <a:pt x="7632" y="13937"/>
                    </a:lnTo>
                    <a:lnTo>
                      <a:pt x="7367" y="21570"/>
                    </a:lnTo>
                    <a:lnTo>
                      <a:pt x="14999" y="21835"/>
                    </a:lnTo>
                    <a:lnTo>
                      <a:pt x="14734" y="29467"/>
                    </a:lnTo>
                    <a:lnTo>
                      <a:pt x="22366" y="29732"/>
                    </a:lnTo>
                    <a:lnTo>
                      <a:pt x="22100" y="37365"/>
                    </a:lnTo>
                    <a:lnTo>
                      <a:pt x="29733" y="37630"/>
                    </a:lnTo>
                    <a:lnTo>
                      <a:pt x="33681" y="33947"/>
                    </a:lnTo>
                    <a:lnTo>
                      <a:pt x="29998" y="29998"/>
                    </a:lnTo>
                    <a:lnTo>
                      <a:pt x="37896" y="22631"/>
                    </a:lnTo>
                    <a:lnTo>
                      <a:pt x="34212" y="18682"/>
                    </a:lnTo>
                    <a:lnTo>
                      <a:pt x="46324" y="0"/>
                    </a:lnTo>
                    <a:lnTo>
                      <a:pt x="38426" y="7367"/>
                    </a:lnTo>
                    <a:lnTo>
                      <a:pt x="34743" y="3418"/>
                    </a:lnTo>
                    <a:lnTo>
                      <a:pt x="26845" y="10785"/>
                    </a:lnTo>
                    <a:lnTo>
                      <a:pt x="23162" y="6836"/>
                    </a:lnTo>
                    <a:lnTo>
                      <a:pt x="15264" y="14203"/>
                    </a:lnTo>
                    <a:lnTo>
                      <a:pt x="11581" y="10254"/>
                    </a:lnTo>
                    <a:lnTo>
                      <a:pt x="7632" y="1393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52" name="Контур"/>
              <p:cNvSpPr/>
              <p:nvPr/>
            </p:nvSpPr>
            <p:spPr>
              <a:xfrm>
                <a:off x="252000" y="2309293"/>
                <a:ext cx="457588" cy="490554"/>
              </a:xfrm>
              <a:custGeom>
                <a:avLst/>
                <a:gdLst/>
                <a:ahLst/>
                <a:cxnLst/>
                <a:rect l="l" t="t" r="r" b="b"/>
                <a:pathLst>
                  <a:path w="457588" h="490554" fill="none">
                    <a:moveTo>
                      <a:pt x="0" y="0"/>
                    </a:moveTo>
                    <a:lnTo>
                      <a:pt x="24139" y="25879"/>
                    </a:lnTo>
                    <a:moveTo>
                      <a:pt x="24139" y="25879"/>
                    </a:moveTo>
                    <a:lnTo>
                      <a:pt x="49923" y="53520"/>
                    </a:lnTo>
                    <a:moveTo>
                      <a:pt x="49923" y="53520"/>
                    </a:moveTo>
                    <a:lnTo>
                      <a:pt x="75707" y="81161"/>
                    </a:lnTo>
                    <a:moveTo>
                      <a:pt x="75707" y="81161"/>
                    </a:moveTo>
                    <a:lnTo>
                      <a:pt x="101491" y="108803"/>
                    </a:lnTo>
                    <a:moveTo>
                      <a:pt x="101491" y="108803"/>
                    </a:moveTo>
                    <a:lnTo>
                      <a:pt x="127274" y="136444"/>
                    </a:lnTo>
                    <a:moveTo>
                      <a:pt x="127274" y="136444"/>
                    </a:moveTo>
                    <a:lnTo>
                      <a:pt x="153058" y="164085"/>
                    </a:lnTo>
                    <a:moveTo>
                      <a:pt x="153058" y="164085"/>
                    </a:moveTo>
                    <a:lnTo>
                      <a:pt x="178842" y="191726"/>
                    </a:lnTo>
                    <a:moveTo>
                      <a:pt x="178842" y="191726"/>
                    </a:moveTo>
                    <a:lnTo>
                      <a:pt x="204626" y="219368"/>
                    </a:lnTo>
                    <a:moveTo>
                      <a:pt x="204626" y="219368"/>
                    </a:moveTo>
                    <a:lnTo>
                      <a:pt x="230409" y="247009"/>
                    </a:lnTo>
                    <a:moveTo>
                      <a:pt x="230409" y="247009"/>
                    </a:moveTo>
                    <a:lnTo>
                      <a:pt x="256193" y="274650"/>
                    </a:lnTo>
                    <a:moveTo>
                      <a:pt x="256193" y="274650"/>
                    </a:moveTo>
                    <a:lnTo>
                      <a:pt x="281977" y="302291"/>
                    </a:lnTo>
                    <a:moveTo>
                      <a:pt x="281977" y="302291"/>
                    </a:moveTo>
                    <a:lnTo>
                      <a:pt x="307761" y="329933"/>
                    </a:lnTo>
                    <a:moveTo>
                      <a:pt x="307761" y="329933"/>
                    </a:moveTo>
                    <a:lnTo>
                      <a:pt x="333544" y="357574"/>
                    </a:lnTo>
                    <a:moveTo>
                      <a:pt x="333544" y="357574"/>
                    </a:moveTo>
                    <a:lnTo>
                      <a:pt x="359328" y="385215"/>
                    </a:lnTo>
                    <a:moveTo>
                      <a:pt x="359328" y="385215"/>
                    </a:moveTo>
                    <a:lnTo>
                      <a:pt x="385112" y="412856"/>
                    </a:lnTo>
                    <a:moveTo>
                      <a:pt x="385112" y="412856"/>
                    </a:moveTo>
                    <a:lnTo>
                      <a:pt x="410896" y="440498"/>
                    </a:lnTo>
                    <a:moveTo>
                      <a:pt x="410896" y="440498"/>
                    </a:moveTo>
                    <a:lnTo>
                      <a:pt x="436679" y="468139"/>
                    </a:lnTo>
                    <a:moveTo>
                      <a:pt x="436679" y="468139"/>
                    </a:moveTo>
                    <a:lnTo>
                      <a:pt x="457588" y="49055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53" name="Контур"/>
              <p:cNvSpPr/>
              <p:nvPr/>
            </p:nvSpPr>
            <p:spPr>
              <a:xfrm>
                <a:off x="2033186" y="1584000"/>
                <a:ext cx="349732" cy="374781"/>
              </a:xfrm>
              <a:custGeom>
                <a:avLst/>
                <a:gdLst/>
                <a:ahLst/>
                <a:cxnLst/>
                <a:rect l="l" t="t" r="r" b="b"/>
                <a:pathLst>
                  <a:path w="349732" h="374781" fill="none">
                    <a:moveTo>
                      <a:pt x="0" y="0"/>
                    </a:moveTo>
                    <a:lnTo>
                      <a:pt x="85011" y="91100"/>
                    </a:lnTo>
                    <a:moveTo>
                      <a:pt x="85011" y="91100"/>
                    </a:moveTo>
                    <a:lnTo>
                      <a:pt x="170975" y="183220"/>
                    </a:lnTo>
                    <a:moveTo>
                      <a:pt x="170975" y="183220"/>
                    </a:moveTo>
                    <a:lnTo>
                      <a:pt x="256939" y="275341"/>
                    </a:lnTo>
                    <a:moveTo>
                      <a:pt x="256939" y="275341"/>
                    </a:moveTo>
                    <a:lnTo>
                      <a:pt x="342902" y="367462"/>
                    </a:lnTo>
                    <a:moveTo>
                      <a:pt x="342902" y="367462"/>
                    </a:moveTo>
                    <a:lnTo>
                      <a:pt x="349732" y="374781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54" name="Контур"/>
              <p:cNvSpPr/>
              <p:nvPr/>
            </p:nvSpPr>
            <p:spPr>
              <a:xfrm>
                <a:off x="2218811" y="1721825"/>
                <a:ext cx="218249" cy="229506"/>
              </a:xfrm>
              <a:custGeom>
                <a:avLst/>
                <a:gdLst/>
                <a:ahLst/>
                <a:cxnLst/>
                <a:rect l="l" t="t" r="r" b="b"/>
                <a:pathLst>
                  <a:path w="218249" h="229506" fill="none">
                    <a:moveTo>
                      <a:pt x="46321" y="31584"/>
                    </a:moveTo>
                    <a:lnTo>
                      <a:pt x="0" y="45265"/>
                    </a:lnTo>
                    <a:lnTo>
                      <a:pt x="16848" y="0"/>
                    </a:lnTo>
                    <a:lnTo>
                      <a:pt x="46321" y="31584"/>
                    </a:lnTo>
                    <a:lnTo>
                      <a:pt x="42637" y="27636"/>
                    </a:lnTo>
                    <a:lnTo>
                      <a:pt x="7896" y="37897"/>
                    </a:lnTo>
                    <a:lnTo>
                      <a:pt x="20532" y="3948"/>
                    </a:lnTo>
                    <a:lnTo>
                      <a:pt x="16584" y="7632"/>
                    </a:lnTo>
                    <a:lnTo>
                      <a:pt x="38689" y="31320"/>
                    </a:lnTo>
                    <a:lnTo>
                      <a:pt x="42637" y="27636"/>
                    </a:lnTo>
                    <a:lnTo>
                      <a:pt x="46321" y="31584"/>
                    </a:lnTo>
                    <a:lnTo>
                      <a:pt x="31057" y="31056"/>
                    </a:lnTo>
                    <a:lnTo>
                      <a:pt x="34741" y="35004"/>
                    </a:lnTo>
                    <a:lnTo>
                      <a:pt x="19476" y="34476"/>
                    </a:lnTo>
                    <a:lnTo>
                      <a:pt x="23161" y="38424"/>
                    </a:lnTo>
                    <a:lnTo>
                      <a:pt x="3948" y="41581"/>
                    </a:lnTo>
                    <a:lnTo>
                      <a:pt x="8424" y="22632"/>
                    </a:lnTo>
                    <a:lnTo>
                      <a:pt x="12108" y="26580"/>
                    </a:lnTo>
                    <a:lnTo>
                      <a:pt x="12636" y="11316"/>
                    </a:lnTo>
                    <a:lnTo>
                      <a:pt x="16320" y="15264"/>
                    </a:lnTo>
                    <a:lnTo>
                      <a:pt x="16848" y="0"/>
                    </a:lnTo>
                    <a:lnTo>
                      <a:pt x="20268" y="11580"/>
                    </a:lnTo>
                    <a:lnTo>
                      <a:pt x="27900" y="11844"/>
                    </a:lnTo>
                    <a:lnTo>
                      <a:pt x="27636" y="19476"/>
                    </a:lnTo>
                    <a:lnTo>
                      <a:pt x="35269" y="19740"/>
                    </a:lnTo>
                    <a:lnTo>
                      <a:pt x="35005" y="27372"/>
                    </a:lnTo>
                    <a:lnTo>
                      <a:pt x="46321" y="31584"/>
                    </a:lnTo>
                    <a:lnTo>
                      <a:pt x="38689" y="31320"/>
                    </a:lnTo>
                    <a:lnTo>
                      <a:pt x="38953" y="23688"/>
                    </a:lnTo>
                    <a:lnTo>
                      <a:pt x="31321" y="23424"/>
                    </a:lnTo>
                    <a:lnTo>
                      <a:pt x="31584" y="15792"/>
                    </a:lnTo>
                    <a:lnTo>
                      <a:pt x="23952" y="15528"/>
                    </a:lnTo>
                    <a:lnTo>
                      <a:pt x="24216" y="7896"/>
                    </a:lnTo>
                    <a:lnTo>
                      <a:pt x="16584" y="7632"/>
                    </a:lnTo>
                    <a:lnTo>
                      <a:pt x="12636" y="11316"/>
                    </a:lnTo>
                    <a:lnTo>
                      <a:pt x="16320" y="15264"/>
                    </a:lnTo>
                    <a:lnTo>
                      <a:pt x="8424" y="22632"/>
                    </a:lnTo>
                    <a:lnTo>
                      <a:pt x="12108" y="26580"/>
                    </a:lnTo>
                    <a:lnTo>
                      <a:pt x="0" y="45265"/>
                    </a:lnTo>
                    <a:lnTo>
                      <a:pt x="7896" y="37897"/>
                    </a:lnTo>
                    <a:lnTo>
                      <a:pt x="11580" y="41845"/>
                    </a:lnTo>
                    <a:lnTo>
                      <a:pt x="19476" y="34476"/>
                    </a:lnTo>
                    <a:lnTo>
                      <a:pt x="23161" y="38424"/>
                    </a:lnTo>
                    <a:lnTo>
                      <a:pt x="31057" y="31056"/>
                    </a:lnTo>
                    <a:lnTo>
                      <a:pt x="34741" y="35004"/>
                    </a:lnTo>
                    <a:lnTo>
                      <a:pt x="38689" y="31320"/>
                    </a:lnTo>
                    <a:moveTo>
                      <a:pt x="218249" y="215825"/>
                    </a:moveTo>
                    <a:lnTo>
                      <a:pt x="171928" y="229506"/>
                    </a:lnTo>
                    <a:lnTo>
                      <a:pt x="188775" y="184241"/>
                    </a:lnTo>
                    <a:lnTo>
                      <a:pt x="218249" y="215825"/>
                    </a:lnTo>
                    <a:lnTo>
                      <a:pt x="214564" y="211877"/>
                    </a:lnTo>
                    <a:lnTo>
                      <a:pt x="179824" y="222138"/>
                    </a:lnTo>
                    <a:lnTo>
                      <a:pt x="192459" y="188189"/>
                    </a:lnTo>
                    <a:lnTo>
                      <a:pt x="188511" y="191873"/>
                    </a:lnTo>
                    <a:lnTo>
                      <a:pt x="210616" y="215561"/>
                    </a:lnTo>
                    <a:lnTo>
                      <a:pt x="214564" y="211877"/>
                    </a:lnTo>
                    <a:lnTo>
                      <a:pt x="218249" y="215825"/>
                    </a:lnTo>
                    <a:lnTo>
                      <a:pt x="202984" y="215298"/>
                    </a:lnTo>
                    <a:lnTo>
                      <a:pt x="206668" y="219246"/>
                    </a:lnTo>
                    <a:lnTo>
                      <a:pt x="191404" y="218718"/>
                    </a:lnTo>
                    <a:lnTo>
                      <a:pt x="195088" y="222666"/>
                    </a:lnTo>
                    <a:lnTo>
                      <a:pt x="175876" y="225822"/>
                    </a:lnTo>
                    <a:lnTo>
                      <a:pt x="180352" y="206874"/>
                    </a:lnTo>
                    <a:lnTo>
                      <a:pt x="184036" y="210822"/>
                    </a:lnTo>
                    <a:lnTo>
                      <a:pt x="184563" y="195557"/>
                    </a:lnTo>
                    <a:lnTo>
                      <a:pt x="188248" y="199505"/>
                    </a:lnTo>
                    <a:lnTo>
                      <a:pt x="188775" y="184241"/>
                    </a:lnTo>
                    <a:lnTo>
                      <a:pt x="192196" y="195821"/>
                    </a:lnTo>
                    <a:lnTo>
                      <a:pt x="199828" y="196085"/>
                    </a:lnTo>
                    <a:lnTo>
                      <a:pt x="199564" y="203717"/>
                    </a:lnTo>
                    <a:lnTo>
                      <a:pt x="207196" y="203981"/>
                    </a:lnTo>
                    <a:lnTo>
                      <a:pt x="206932" y="211613"/>
                    </a:lnTo>
                    <a:lnTo>
                      <a:pt x="218249" y="215825"/>
                    </a:lnTo>
                    <a:lnTo>
                      <a:pt x="210616" y="215561"/>
                    </a:lnTo>
                    <a:lnTo>
                      <a:pt x="210880" y="207929"/>
                    </a:lnTo>
                    <a:lnTo>
                      <a:pt x="203248" y="207665"/>
                    </a:lnTo>
                    <a:lnTo>
                      <a:pt x="203512" y="200033"/>
                    </a:lnTo>
                    <a:lnTo>
                      <a:pt x="195880" y="199769"/>
                    </a:lnTo>
                    <a:lnTo>
                      <a:pt x="196144" y="192137"/>
                    </a:lnTo>
                    <a:lnTo>
                      <a:pt x="188511" y="191873"/>
                    </a:lnTo>
                    <a:lnTo>
                      <a:pt x="184563" y="195557"/>
                    </a:lnTo>
                    <a:lnTo>
                      <a:pt x="188248" y="199505"/>
                    </a:lnTo>
                    <a:lnTo>
                      <a:pt x="180352" y="206874"/>
                    </a:lnTo>
                    <a:lnTo>
                      <a:pt x="184036" y="210822"/>
                    </a:lnTo>
                    <a:lnTo>
                      <a:pt x="171928" y="229506"/>
                    </a:lnTo>
                    <a:lnTo>
                      <a:pt x="179824" y="222138"/>
                    </a:lnTo>
                    <a:lnTo>
                      <a:pt x="183508" y="226086"/>
                    </a:lnTo>
                    <a:lnTo>
                      <a:pt x="191404" y="218718"/>
                    </a:lnTo>
                    <a:lnTo>
                      <a:pt x="195088" y="222666"/>
                    </a:lnTo>
                    <a:lnTo>
                      <a:pt x="202984" y="215298"/>
                    </a:lnTo>
                    <a:lnTo>
                      <a:pt x="206668" y="219246"/>
                    </a:lnTo>
                    <a:lnTo>
                      <a:pt x="210616" y="21556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55" name="Контур"/>
              <p:cNvSpPr/>
              <p:nvPr/>
            </p:nvSpPr>
            <p:spPr>
              <a:xfrm>
                <a:off x="252000" y="1584000"/>
                <a:ext cx="386142" cy="360164"/>
              </a:xfrm>
              <a:custGeom>
                <a:avLst/>
                <a:gdLst/>
                <a:ahLst/>
                <a:cxnLst/>
                <a:rect l="l" t="t" r="r" b="b"/>
                <a:pathLst>
                  <a:path w="386142" h="360164" fill="none">
                    <a:moveTo>
                      <a:pt x="386142" y="0"/>
                    </a:moveTo>
                    <a:lnTo>
                      <a:pt x="375407" y="10013"/>
                    </a:lnTo>
                    <a:moveTo>
                      <a:pt x="375407" y="10013"/>
                    </a:moveTo>
                    <a:lnTo>
                      <a:pt x="347765" y="35795"/>
                    </a:lnTo>
                    <a:moveTo>
                      <a:pt x="347765" y="35795"/>
                    </a:moveTo>
                    <a:lnTo>
                      <a:pt x="320123" y="61578"/>
                    </a:lnTo>
                    <a:moveTo>
                      <a:pt x="320123" y="61578"/>
                    </a:moveTo>
                    <a:lnTo>
                      <a:pt x="292480" y="87361"/>
                    </a:lnTo>
                    <a:moveTo>
                      <a:pt x="292480" y="87361"/>
                    </a:moveTo>
                    <a:lnTo>
                      <a:pt x="264838" y="113143"/>
                    </a:lnTo>
                    <a:moveTo>
                      <a:pt x="264838" y="113143"/>
                    </a:moveTo>
                    <a:lnTo>
                      <a:pt x="237196" y="138926"/>
                    </a:lnTo>
                    <a:moveTo>
                      <a:pt x="237196" y="138926"/>
                    </a:moveTo>
                    <a:lnTo>
                      <a:pt x="209554" y="164709"/>
                    </a:lnTo>
                    <a:moveTo>
                      <a:pt x="209554" y="164709"/>
                    </a:moveTo>
                    <a:lnTo>
                      <a:pt x="181911" y="190491"/>
                    </a:lnTo>
                    <a:moveTo>
                      <a:pt x="181911" y="190491"/>
                    </a:moveTo>
                    <a:lnTo>
                      <a:pt x="154269" y="216274"/>
                    </a:lnTo>
                    <a:moveTo>
                      <a:pt x="154269" y="216274"/>
                    </a:moveTo>
                    <a:lnTo>
                      <a:pt x="126627" y="242056"/>
                    </a:lnTo>
                    <a:moveTo>
                      <a:pt x="126627" y="242056"/>
                    </a:moveTo>
                    <a:lnTo>
                      <a:pt x="98984" y="267839"/>
                    </a:lnTo>
                    <a:moveTo>
                      <a:pt x="98984" y="267839"/>
                    </a:moveTo>
                    <a:lnTo>
                      <a:pt x="71342" y="293622"/>
                    </a:lnTo>
                    <a:moveTo>
                      <a:pt x="71342" y="293622"/>
                    </a:moveTo>
                    <a:lnTo>
                      <a:pt x="43700" y="319404"/>
                    </a:lnTo>
                    <a:moveTo>
                      <a:pt x="43700" y="319404"/>
                    </a:moveTo>
                    <a:lnTo>
                      <a:pt x="16058" y="345187"/>
                    </a:lnTo>
                    <a:moveTo>
                      <a:pt x="16058" y="345187"/>
                    </a:moveTo>
                    <a:lnTo>
                      <a:pt x="0" y="36016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56" name="Контур"/>
              <p:cNvSpPr/>
              <p:nvPr/>
            </p:nvSpPr>
            <p:spPr>
              <a:xfrm>
                <a:off x="571501" y="3050150"/>
                <a:ext cx="1406828" cy="1435345"/>
              </a:xfrm>
              <a:custGeom>
                <a:avLst/>
                <a:gdLst/>
                <a:ahLst/>
                <a:cxnLst/>
                <a:rect l="l" t="t" r="r" b="b"/>
                <a:pathLst>
                  <a:path w="1406828" h="1435345" fill="none">
                    <a:moveTo>
                      <a:pt x="0" y="70365"/>
                    </a:moveTo>
                    <a:lnTo>
                      <a:pt x="65539" y="1861"/>
                    </a:lnTo>
                    <a:lnTo>
                      <a:pt x="96728" y="1329"/>
                    </a:lnTo>
                    <a:moveTo>
                      <a:pt x="96728" y="1329"/>
                    </a:moveTo>
                    <a:lnTo>
                      <a:pt x="174598" y="0"/>
                    </a:lnTo>
                    <a:lnTo>
                      <a:pt x="207422" y="35186"/>
                    </a:lnTo>
                    <a:moveTo>
                      <a:pt x="207422" y="35186"/>
                    </a:moveTo>
                    <a:lnTo>
                      <a:pt x="293371" y="127320"/>
                    </a:lnTo>
                    <a:moveTo>
                      <a:pt x="293371" y="127320"/>
                    </a:moveTo>
                    <a:lnTo>
                      <a:pt x="379321" y="219454"/>
                    </a:lnTo>
                    <a:moveTo>
                      <a:pt x="379321" y="219454"/>
                    </a:moveTo>
                    <a:lnTo>
                      <a:pt x="465270" y="311588"/>
                    </a:lnTo>
                    <a:moveTo>
                      <a:pt x="465270" y="311588"/>
                    </a:moveTo>
                    <a:lnTo>
                      <a:pt x="551219" y="403722"/>
                    </a:lnTo>
                    <a:moveTo>
                      <a:pt x="551219" y="403722"/>
                    </a:moveTo>
                    <a:lnTo>
                      <a:pt x="637169" y="495856"/>
                    </a:lnTo>
                    <a:moveTo>
                      <a:pt x="637169" y="495856"/>
                    </a:moveTo>
                    <a:lnTo>
                      <a:pt x="723118" y="587991"/>
                    </a:lnTo>
                    <a:moveTo>
                      <a:pt x="723118" y="587991"/>
                    </a:moveTo>
                    <a:lnTo>
                      <a:pt x="809067" y="680125"/>
                    </a:lnTo>
                    <a:moveTo>
                      <a:pt x="809067" y="680125"/>
                    </a:moveTo>
                    <a:lnTo>
                      <a:pt x="895017" y="772259"/>
                    </a:lnTo>
                    <a:moveTo>
                      <a:pt x="895017" y="772259"/>
                    </a:moveTo>
                    <a:lnTo>
                      <a:pt x="980966" y="864393"/>
                    </a:lnTo>
                    <a:moveTo>
                      <a:pt x="980966" y="864393"/>
                    </a:moveTo>
                    <a:lnTo>
                      <a:pt x="1066916" y="956527"/>
                    </a:lnTo>
                    <a:moveTo>
                      <a:pt x="1066916" y="956527"/>
                    </a:moveTo>
                    <a:lnTo>
                      <a:pt x="1152865" y="1048661"/>
                    </a:lnTo>
                    <a:moveTo>
                      <a:pt x="1152865" y="1048661"/>
                    </a:moveTo>
                    <a:lnTo>
                      <a:pt x="1238814" y="1140796"/>
                    </a:lnTo>
                    <a:moveTo>
                      <a:pt x="1238814" y="1140796"/>
                    </a:moveTo>
                    <a:lnTo>
                      <a:pt x="1324764" y="1232930"/>
                    </a:lnTo>
                    <a:moveTo>
                      <a:pt x="1324764" y="1232930"/>
                    </a:moveTo>
                    <a:lnTo>
                      <a:pt x="1406828" y="1320899"/>
                    </a:lnTo>
                    <a:lnTo>
                      <a:pt x="1406628" y="1326591"/>
                    </a:lnTo>
                    <a:moveTo>
                      <a:pt x="1406628" y="1326591"/>
                    </a:moveTo>
                    <a:lnTo>
                      <a:pt x="1402819" y="1435345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57" name="Контур"/>
              <p:cNvSpPr/>
              <p:nvPr/>
            </p:nvSpPr>
            <p:spPr>
              <a:xfrm>
                <a:off x="655610" y="2996949"/>
                <a:ext cx="1301628" cy="1286003"/>
              </a:xfrm>
              <a:custGeom>
                <a:avLst/>
                <a:gdLst/>
                <a:ahLst/>
                <a:cxnLst/>
                <a:rect l="l" t="t" r="r" b="b"/>
                <a:pathLst>
                  <a:path w="1301628" h="1286003" fill="none">
                    <a:moveTo>
                      <a:pt x="43193" y="0"/>
                    </a:moveTo>
                    <a:lnTo>
                      <a:pt x="22334" y="43562"/>
                    </a:lnTo>
                    <a:lnTo>
                      <a:pt x="0" y="737"/>
                    </a:lnTo>
                    <a:lnTo>
                      <a:pt x="43193" y="0"/>
                    </a:lnTo>
                    <a:lnTo>
                      <a:pt x="37794" y="92"/>
                    </a:lnTo>
                    <a:lnTo>
                      <a:pt x="22149" y="32764"/>
                    </a:lnTo>
                    <a:lnTo>
                      <a:pt x="5399" y="645"/>
                    </a:lnTo>
                    <a:lnTo>
                      <a:pt x="5491" y="6044"/>
                    </a:lnTo>
                    <a:lnTo>
                      <a:pt x="37886" y="5491"/>
                    </a:lnTo>
                    <a:lnTo>
                      <a:pt x="37794" y="92"/>
                    </a:lnTo>
                    <a:lnTo>
                      <a:pt x="43193" y="0"/>
                    </a:lnTo>
                    <a:lnTo>
                      <a:pt x="32579" y="10983"/>
                    </a:lnTo>
                    <a:lnTo>
                      <a:pt x="37978" y="10891"/>
                    </a:lnTo>
                    <a:lnTo>
                      <a:pt x="27364" y="21873"/>
                    </a:lnTo>
                    <a:lnTo>
                      <a:pt x="32763" y="21781"/>
                    </a:lnTo>
                    <a:lnTo>
                      <a:pt x="22242" y="38163"/>
                    </a:lnTo>
                    <a:lnTo>
                      <a:pt x="11167" y="22150"/>
                    </a:lnTo>
                    <a:lnTo>
                      <a:pt x="16566" y="22058"/>
                    </a:lnTo>
                    <a:lnTo>
                      <a:pt x="5583" y="11444"/>
                    </a:lnTo>
                    <a:lnTo>
                      <a:pt x="10982" y="11351"/>
                    </a:lnTo>
                    <a:lnTo>
                      <a:pt x="0" y="737"/>
                    </a:lnTo>
                    <a:lnTo>
                      <a:pt x="10890" y="5952"/>
                    </a:lnTo>
                    <a:lnTo>
                      <a:pt x="16197" y="461"/>
                    </a:lnTo>
                    <a:lnTo>
                      <a:pt x="21689" y="5768"/>
                    </a:lnTo>
                    <a:lnTo>
                      <a:pt x="26996" y="277"/>
                    </a:lnTo>
                    <a:lnTo>
                      <a:pt x="32487" y="5584"/>
                    </a:lnTo>
                    <a:lnTo>
                      <a:pt x="43193" y="0"/>
                    </a:lnTo>
                    <a:lnTo>
                      <a:pt x="37886" y="5491"/>
                    </a:lnTo>
                    <a:lnTo>
                      <a:pt x="32395" y="184"/>
                    </a:lnTo>
                    <a:lnTo>
                      <a:pt x="27088" y="5676"/>
                    </a:lnTo>
                    <a:lnTo>
                      <a:pt x="21596" y="369"/>
                    </a:lnTo>
                    <a:lnTo>
                      <a:pt x="16289" y="5860"/>
                    </a:lnTo>
                    <a:lnTo>
                      <a:pt x="10798" y="553"/>
                    </a:lnTo>
                    <a:lnTo>
                      <a:pt x="5491" y="6044"/>
                    </a:lnTo>
                    <a:lnTo>
                      <a:pt x="5583" y="11444"/>
                    </a:lnTo>
                    <a:lnTo>
                      <a:pt x="10982" y="11351"/>
                    </a:lnTo>
                    <a:lnTo>
                      <a:pt x="11167" y="22150"/>
                    </a:lnTo>
                    <a:lnTo>
                      <a:pt x="16566" y="22058"/>
                    </a:lnTo>
                    <a:lnTo>
                      <a:pt x="22334" y="43562"/>
                    </a:lnTo>
                    <a:lnTo>
                      <a:pt x="22149" y="32764"/>
                    </a:lnTo>
                    <a:lnTo>
                      <a:pt x="27549" y="32672"/>
                    </a:lnTo>
                    <a:lnTo>
                      <a:pt x="27364" y="21873"/>
                    </a:lnTo>
                    <a:lnTo>
                      <a:pt x="32763" y="21781"/>
                    </a:lnTo>
                    <a:lnTo>
                      <a:pt x="32579" y="10983"/>
                    </a:lnTo>
                    <a:lnTo>
                      <a:pt x="37978" y="10891"/>
                    </a:lnTo>
                    <a:lnTo>
                      <a:pt x="37886" y="5491"/>
                    </a:lnTo>
                    <a:moveTo>
                      <a:pt x="270236" y="166719"/>
                    </a:moveTo>
                    <a:lnTo>
                      <a:pt x="223913" y="180393"/>
                    </a:lnTo>
                    <a:lnTo>
                      <a:pt x="240767" y="135130"/>
                    </a:lnTo>
                    <a:lnTo>
                      <a:pt x="270236" y="166719"/>
                    </a:lnTo>
                    <a:lnTo>
                      <a:pt x="266552" y="162770"/>
                    </a:lnTo>
                    <a:lnTo>
                      <a:pt x="231810" y="173026"/>
                    </a:lnTo>
                    <a:lnTo>
                      <a:pt x="244451" y="139079"/>
                    </a:lnTo>
                    <a:lnTo>
                      <a:pt x="240502" y="142762"/>
                    </a:lnTo>
                    <a:lnTo>
                      <a:pt x="262603" y="166454"/>
                    </a:lnTo>
                    <a:lnTo>
                      <a:pt x="266552" y="162770"/>
                    </a:lnTo>
                    <a:lnTo>
                      <a:pt x="270236" y="166719"/>
                    </a:lnTo>
                    <a:lnTo>
                      <a:pt x="254971" y="166189"/>
                    </a:lnTo>
                    <a:lnTo>
                      <a:pt x="258655" y="170137"/>
                    </a:lnTo>
                    <a:lnTo>
                      <a:pt x="243391" y="169607"/>
                    </a:lnTo>
                    <a:lnTo>
                      <a:pt x="247074" y="173556"/>
                    </a:lnTo>
                    <a:lnTo>
                      <a:pt x="227861" y="176709"/>
                    </a:lnTo>
                    <a:lnTo>
                      <a:pt x="232340" y="157761"/>
                    </a:lnTo>
                    <a:lnTo>
                      <a:pt x="236023" y="161710"/>
                    </a:lnTo>
                    <a:lnTo>
                      <a:pt x="236554" y="146446"/>
                    </a:lnTo>
                    <a:lnTo>
                      <a:pt x="240237" y="150394"/>
                    </a:lnTo>
                    <a:lnTo>
                      <a:pt x="240767" y="135130"/>
                    </a:lnTo>
                    <a:lnTo>
                      <a:pt x="244186" y="146711"/>
                    </a:lnTo>
                    <a:lnTo>
                      <a:pt x="251818" y="146976"/>
                    </a:lnTo>
                    <a:lnTo>
                      <a:pt x="251553" y="154608"/>
                    </a:lnTo>
                    <a:lnTo>
                      <a:pt x="259185" y="154873"/>
                    </a:lnTo>
                    <a:lnTo>
                      <a:pt x="258920" y="162505"/>
                    </a:lnTo>
                    <a:lnTo>
                      <a:pt x="270236" y="166719"/>
                    </a:lnTo>
                    <a:lnTo>
                      <a:pt x="262603" y="166454"/>
                    </a:lnTo>
                    <a:lnTo>
                      <a:pt x="262869" y="158822"/>
                    </a:lnTo>
                    <a:lnTo>
                      <a:pt x="255236" y="158556"/>
                    </a:lnTo>
                    <a:lnTo>
                      <a:pt x="255501" y="150924"/>
                    </a:lnTo>
                    <a:lnTo>
                      <a:pt x="247869" y="150659"/>
                    </a:lnTo>
                    <a:lnTo>
                      <a:pt x="248134" y="143027"/>
                    </a:lnTo>
                    <a:lnTo>
                      <a:pt x="240502" y="142762"/>
                    </a:lnTo>
                    <a:lnTo>
                      <a:pt x="236554" y="146446"/>
                    </a:lnTo>
                    <a:lnTo>
                      <a:pt x="240237" y="150394"/>
                    </a:lnTo>
                    <a:lnTo>
                      <a:pt x="232340" y="157761"/>
                    </a:lnTo>
                    <a:lnTo>
                      <a:pt x="236023" y="161710"/>
                    </a:lnTo>
                    <a:lnTo>
                      <a:pt x="223913" y="180393"/>
                    </a:lnTo>
                    <a:lnTo>
                      <a:pt x="231810" y="173026"/>
                    </a:lnTo>
                    <a:lnTo>
                      <a:pt x="235493" y="176974"/>
                    </a:lnTo>
                    <a:lnTo>
                      <a:pt x="243391" y="169607"/>
                    </a:lnTo>
                    <a:lnTo>
                      <a:pt x="247074" y="173556"/>
                    </a:lnTo>
                    <a:lnTo>
                      <a:pt x="254971" y="166189"/>
                    </a:lnTo>
                    <a:lnTo>
                      <a:pt x="258655" y="170137"/>
                    </a:lnTo>
                    <a:lnTo>
                      <a:pt x="262603" y="166454"/>
                    </a:lnTo>
                    <a:moveTo>
                      <a:pt x="442134" y="350987"/>
                    </a:moveTo>
                    <a:lnTo>
                      <a:pt x="395811" y="364661"/>
                    </a:lnTo>
                    <a:lnTo>
                      <a:pt x="412666" y="319398"/>
                    </a:lnTo>
                    <a:lnTo>
                      <a:pt x="442134" y="350987"/>
                    </a:lnTo>
                    <a:lnTo>
                      <a:pt x="438451" y="347039"/>
                    </a:lnTo>
                    <a:lnTo>
                      <a:pt x="403709" y="357294"/>
                    </a:lnTo>
                    <a:lnTo>
                      <a:pt x="416350" y="323347"/>
                    </a:lnTo>
                    <a:lnTo>
                      <a:pt x="412401" y="327030"/>
                    </a:lnTo>
                    <a:lnTo>
                      <a:pt x="434502" y="350722"/>
                    </a:lnTo>
                    <a:lnTo>
                      <a:pt x="438451" y="347039"/>
                    </a:lnTo>
                    <a:lnTo>
                      <a:pt x="442134" y="350987"/>
                    </a:lnTo>
                    <a:lnTo>
                      <a:pt x="426870" y="350457"/>
                    </a:lnTo>
                    <a:lnTo>
                      <a:pt x="430554" y="354406"/>
                    </a:lnTo>
                    <a:lnTo>
                      <a:pt x="415289" y="353875"/>
                    </a:lnTo>
                    <a:lnTo>
                      <a:pt x="418973" y="357824"/>
                    </a:lnTo>
                    <a:lnTo>
                      <a:pt x="399760" y="360977"/>
                    </a:lnTo>
                    <a:lnTo>
                      <a:pt x="404239" y="342030"/>
                    </a:lnTo>
                    <a:lnTo>
                      <a:pt x="407922" y="345978"/>
                    </a:lnTo>
                    <a:lnTo>
                      <a:pt x="408452" y="330714"/>
                    </a:lnTo>
                    <a:lnTo>
                      <a:pt x="412136" y="334663"/>
                    </a:lnTo>
                    <a:lnTo>
                      <a:pt x="412666" y="319398"/>
                    </a:lnTo>
                    <a:lnTo>
                      <a:pt x="416084" y="330979"/>
                    </a:lnTo>
                    <a:lnTo>
                      <a:pt x="423717" y="331244"/>
                    </a:lnTo>
                    <a:lnTo>
                      <a:pt x="423452" y="338876"/>
                    </a:lnTo>
                    <a:lnTo>
                      <a:pt x="431084" y="339141"/>
                    </a:lnTo>
                    <a:lnTo>
                      <a:pt x="430819" y="346773"/>
                    </a:lnTo>
                    <a:lnTo>
                      <a:pt x="442134" y="350987"/>
                    </a:lnTo>
                    <a:lnTo>
                      <a:pt x="434502" y="350722"/>
                    </a:lnTo>
                    <a:lnTo>
                      <a:pt x="434767" y="343090"/>
                    </a:lnTo>
                    <a:lnTo>
                      <a:pt x="427135" y="342825"/>
                    </a:lnTo>
                    <a:lnTo>
                      <a:pt x="427400" y="335193"/>
                    </a:lnTo>
                    <a:lnTo>
                      <a:pt x="419768" y="334928"/>
                    </a:lnTo>
                    <a:lnTo>
                      <a:pt x="420033" y="327295"/>
                    </a:lnTo>
                    <a:lnTo>
                      <a:pt x="412401" y="327030"/>
                    </a:lnTo>
                    <a:lnTo>
                      <a:pt x="408452" y="330714"/>
                    </a:lnTo>
                    <a:lnTo>
                      <a:pt x="412136" y="334663"/>
                    </a:lnTo>
                    <a:lnTo>
                      <a:pt x="404239" y="342030"/>
                    </a:lnTo>
                    <a:lnTo>
                      <a:pt x="407922" y="345978"/>
                    </a:lnTo>
                    <a:lnTo>
                      <a:pt x="395811" y="364661"/>
                    </a:lnTo>
                    <a:lnTo>
                      <a:pt x="403709" y="357294"/>
                    </a:lnTo>
                    <a:lnTo>
                      <a:pt x="407392" y="361243"/>
                    </a:lnTo>
                    <a:lnTo>
                      <a:pt x="415289" y="353875"/>
                    </a:lnTo>
                    <a:lnTo>
                      <a:pt x="418973" y="357824"/>
                    </a:lnTo>
                    <a:lnTo>
                      <a:pt x="426870" y="350457"/>
                    </a:lnTo>
                    <a:lnTo>
                      <a:pt x="430554" y="354406"/>
                    </a:lnTo>
                    <a:lnTo>
                      <a:pt x="434502" y="350722"/>
                    </a:lnTo>
                    <a:moveTo>
                      <a:pt x="614033" y="535255"/>
                    </a:moveTo>
                    <a:lnTo>
                      <a:pt x="567710" y="548929"/>
                    </a:lnTo>
                    <a:lnTo>
                      <a:pt x="584565" y="503667"/>
                    </a:lnTo>
                    <a:lnTo>
                      <a:pt x="614033" y="535255"/>
                    </a:lnTo>
                    <a:lnTo>
                      <a:pt x="610350" y="531307"/>
                    </a:lnTo>
                    <a:lnTo>
                      <a:pt x="575607" y="541562"/>
                    </a:lnTo>
                    <a:lnTo>
                      <a:pt x="588248" y="507615"/>
                    </a:lnTo>
                    <a:lnTo>
                      <a:pt x="584300" y="511299"/>
                    </a:lnTo>
                    <a:lnTo>
                      <a:pt x="606401" y="534990"/>
                    </a:lnTo>
                    <a:lnTo>
                      <a:pt x="610350" y="531307"/>
                    </a:lnTo>
                    <a:lnTo>
                      <a:pt x="614033" y="535255"/>
                    </a:lnTo>
                    <a:lnTo>
                      <a:pt x="598769" y="534725"/>
                    </a:lnTo>
                    <a:lnTo>
                      <a:pt x="602452" y="538674"/>
                    </a:lnTo>
                    <a:lnTo>
                      <a:pt x="587188" y="538144"/>
                    </a:lnTo>
                    <a:lnTo>
                      <a:pt x="590872" y="542092"/>
                    </a:lnTo>
                    <a:lnTo>
                      <a:pt x="571659" y="545246"/>
                    </a:lnTo>
                    <a:lnTo>
                      <a:pt x="576137" y="526298"/>
                    </a:lnTo>
                    <a:lnTo>
                      <a:pt x="579821" y="530247"/>
                    </a:lnTo>
                    <a:lnTo>
                      <a:pt x="580351" y="514982"/>
                    </a:lnTo>
                    <a:lnTo>
                      <a:pt x="584035" y="518931"/>
                    </a:lnTo>
                    <a:lnTo>
                      <a:pt x="584565" y="503667"/>
                    </a:lnTo>
                    <a:lnTo>
                      <a:pt x="587983" y="515247"/>
                    </a:lnTo>
                    <a:lnTo>
                      <a:pt x="595615" y="515512"/>
                    </a:lnTo>
                    <a:lnTo>
                      <a:pt x="595350" y="523145"/>
                    </a:lnTo>
                    <a:lnTo>
                      <a:pt x="602982" y="523410"/>
                    </a:lnTo>
                    <a:lnTo>
                      <a:pt x="602717" y="531042"/>
                    </a:lnTo>
                    <a:lnTo>
                      <a:pt x="614033" y="535255"/>
                    </a:lnTo>
                    <a:lnTo>
                      <a:pt x="606401" y="534990"/>
                    </a:lnTo>
                    <a:lnTo>
                      <a:pt x="606666" y="527358"/>
                    </a:lnTo>
                    <a:lnTo>
                      <a:pt x="599034" y="527093"/>
                    </a:lnTo>
                    <a:lnTo>
                      <a:pt x="599299" y="519461"/>
                    </a:lnTo>
                    <a:lnTo>
                      <a:pt x="591667" y="519196"/>
                    </a:lnTo>
                    <a:lnTo>
                      <a:pt x="591932" y="511564"/>
                    </a:lnTo>
                    <a:lnTo>
                      <a:pt x="584300" y="511299"/>
                    </a:lnTo>
                    <a:lnTo>
                      <a:pt x="580351" y="514982"/>
                    </a:lnTo>
                    <a:lnTo>
                      <a:pt x="584035" y="518931"/>
                    </a:lnTo>
                    <a:lnTo>
                      <a:pt x="576137" y="526298"/>
                    </a:lnTo>
                    <a:lnTo>
                      <a:pt x="579821" y="530247"/>
                    </a:lnTo>
                    <a:lnTo>
                      <a:pt x="567710" y="548929"/>
                    </a:lnTo>
                    <a:lnTo>
                      <a:pt x="575607" y="541562"/>
                    </a:lnTo>
                    <a:lnTo>
                      <a:pt x="579291" y="545511"/>
                    </a:lnTo>
                    <a:lnTo>
                      <a:pt x="587188" y="538144"/>
                    </a:lnTo>
                    <a:lnTo>
                      <a:pt x="590872" y="542092"/>
                    </a:lnTo>
                    <a:lnTo>
                      <a:pt x="598769" y="534725"/>
                    </a:lnTo>
                    <a:lnTo>
                      <a:pt x="602452" y="538674"/>
                    </a:lnTo>
                    <a:lnTo>
                      <a:pt x="606401" y="534990"/>
                    </a:lnTo>
                    <a:moveTo>
                      <a:pt x="785932" y="719524"/>
                    </a:moveTo>
                    <a:lnTo>
                      <a:pt x="739609" y="733198"/>
                    </a:lnTo>
                    <a:lnTo>
                      <a:pt x="756463" y="687935"/>
                    </a:lnTo>
                    <a:lnTo>
                      <a:pt x="785932" y="719524"/>
                    </a:lnTo>
                    <a:lnTo>
                      <a:pt x="782248" y="715575"/>
                    </a:lnTo>
                    <a:lnTo>
                      <a:pt x="747506" y="725831"/>
                    </a:lnTo>
                    <a:lnTo>
                      <a:pt x="760147" y="691884"/>
                    </a:lnTo>
                    <a:lnTo>
                      <a:pt x="756198" y="695567"/>
                    </a:lnTo>
                    <a:lnTo>
                      <a:pt x="778300" y="719259"/>
                    </a:lnTo>
                    <a:lnTo>
                      <a:pt x="782248" y="715575"/>
                    </a:lnTo>
                    <a:lnTo>
                      <a:pt x="785932" y="719524"/>
                    </a:lnTo>
                    <a:lnTo>
                      <a:pt x="770668" y="718994"/>
                    </a:lnTo>
                    <a:lnTo>
                      <a:pt x="774351" y="722942"/>
                    </a:lnTo>
                    <a:lnTo>
                      <a:pt x="759087" y="722412"/>
                    </a:lnTo>
                    <a:lnTo>
                      <a:pt x="762770" y="726361"/>
                    </a:lnTo>
                    <a:lnTo>
                      <a:pt x="743557" y="729514"/>
                    </a:lnTo>
                    <a:lnTo>
                      <a:pt x="748036" y="710566"/>
                    </a:lnTo>
                    <a:lnTo>
                      <a:pt x="751720" y="714515"/>
                    </a:lnTo>
                    <a:lnTo>
                      <a:pt x="752250" y="699251"/>
                    </a:lnTo>
                    <a:lnTo>
                      <a:pt x="755933" y="703199"/>
                    </a:lnTo>
                    <a:lnTo>
                      <a:pt x="756463" y="687935"/>
                    </a:lnTo>
                    <a:lnTo>
                      <a:pt x="759882" y="699516"/>
                    </a:lnTo>
                    <a:lnTo>
                      <a:pt x="767514" y="699781"/>
                    </a:lnTo>
                    <a:lnTo>
                      <a:pt x="767249" y="707413"/>
                    </a:lnTo>
                    <a:lnTo>
                      <a:pt x="774881" y="707678"/>
                    </a:lnTo>
                    <a:lnTo>
                      <a:pt x="774616" y="715310"/>
                    </a:lnTo>
                    <a:lnTo>
                      <a:pt x="785932" y="719524"/>
                    </a:lnTo>
                    <a:lnTo>
                      <a:pt x="778300" y="719259"/>
                    </a:lnTo>
                    <a:lnTo>
                      <a:pt x="778565" y="711627"/>
                    </a:lnTo>
                    <a:lnTo>
                      <a:pt x="770933" y="711362"/>
                    </a:lnTo>
                    <a:lnTo>
                      <a:pt x="771198" y="703729"/>
                    </a:lnTo>
                    <a:lnTo>
                      <a:pt x="763566" y="703464"/>
                    </a:lnTo>
                    <a:lnTo>
                      <a:pt x="763831" y="695832"/>
                    </a:lnTo>
                    <a:lnTo>
                      <a:pt x="756198" y="695567"/>
                    </a:lnTo>
                    <a:lnTo>
                      <a:pt x="752250" y="699251"/>
                    </a:lnTo>
                    <a:lnTo>
                      <a:pt x="755933" y="703199"/>
                    </a:lnTo>
                    <a:lnTo>
                      <a:pt x="748036" y="710566"/>
                    </a:lnTo>
                    <a:lnTo>
                      <a:pt x="751720" y="714515"/>
                    </a:lnTo>
                    <a:lnTo>
                      <a:pt x="739609" y="733198"/>
                    </a:lnTo>
                    <a:lnTo>
                      <a:pt x="747506" y="725831"/>
                    </a:lnTo>
                    <a:lnTo>
                      <a:pt x="751190" y="729779"/>
                    </a:lnTo>
                    <a:lnTo>
                      <a:pt x="759087" y="722412"/>
                    </a:lnTo>
                    <a:lnTo>
                      <a:pt x="762770" y="726361"/>
                    </a:lnTo>
                    <a:lnTo>
                      <a:pt x="770668" y="718994"/>
                    </a:lnTo>
                    <a:lnTo>
                      <a:pt x="774351" y="722942"/>
                    </a:lnTo>
                    <a:lnTo>
                      <a:pt x="778300" y="719259"/>
                    </a:lnTo>
                    <a:moveTo>
                      <a:pt x="957831" y="903792"/>
                    </a:moveTo>
                    <a:lnTo>
                      <a:pt x="911508" y="917466"/>
                    </a:lnTo>
                    <a:lnTo>
                      <a:pt x="928362" y="872203"/>
                    </a:lnTo>
                    <a:lnTo>
                      <a:pt x="957831" y="903792"/>
                    </a:lnTo>
                    <a:lnTo>
                      <a:pt x="954147" y="899844"/>
                    </a:lnTo>
                    <a:lnTo>
                      <a:pt x="919405" y="910099"/>
                    </a:lnTo>
                    <a:lnTo>
                      <a:pt x="932046" y="876152"/>
                    </a:lnTo>
                    <a:lnTo>
                      <a:pt x="928097" y="879835"/>
                    </a:lnTo>
                    <a:lnTo>
                      <a:pt x="950198" y="903527"/>
                    </a:lnTo>
                    <a:lnTo>
                      <a:pt x="954147" y="899844"/>
                    </a:lnTo>
                    <a:lnTo>
                      <a:pt x="957831" y="903792"/>
                    </a:lnTo>
                    <a:lnTo>
                      <a:pt x="942566" y="903262"/>
                    </a:lnTo>
                    <a:lnTo>
                      <a:pt x="946250" y="907211"/>
                    </a:lnTo>
                    <a:lnTo>
                      <a:pt x="930986" y="906680"/>
                    </a:lnTo>
                    <a:lnTo>
                      <a:pt x="934669" y="910629"/>
                    </a:lnTo>
                    <a:lnTo>
                      <a:pt x="915456" y="913783"/>
                    </a:lnTo>
                    <a:lnTo>
                      <a:pt x="919935" y="894835"/>
                    </a:lnTo>
                    <a:lnTo>
                      <a:pt x="923618" y="898783"/>
                    </a:lnTo>
                    <a:lnTo>
                      <a:pt x="924149" y="883519"/>
                    </a:lnTo>
                    <a:lnTo>
                      <a:pt x="927832" y="887468"/>
                    </a:lnTo>
                    <a:lnTo>
                      <a:pt x="928362" y="872203"/>
                    </a:lnTo>
                    <a:lnTo>
                      <a:pt x="931781" y="883784"/>
                    </a:lnTo>
                    <a:lnTo>
                      <a:pt x="939413" y="884049"/>
                    </a:lnTo>
                    <a:lnTo>
                      <a:pt x="939148" y="891681"/>
                    </a:lnTo>
                    <a:lnTo>
                      <a:pt x="946780" y="891946"/>
                    </a:lnTo>
                    <a:lnTo>
                      <a:pt x="946515" y="899578"/>
                    </a:lnTo>
                    <a:lnTo>
                      <a:pt x="957831" y="903792"/>
                    </a:lnTo>
                    <a:lnTo>
                      <a:pt x="950198" y="903527"/>
                    </a:lnTo>
                    <a:lnTo>
                      <a:pt x="950464" y="895895"/>
                    </a:lnTo>
                    <a:lnTo>
                      <a:pt x="942831" y="895630"/>
                    </a:lnTo>
                    <a:lnTo>
                      <a:pt x="943096" y="887998"/>
                    </a:lnTo>
                    <a:lnTo>
                      <a:pt x="935464" y="887733"/>
                    </a:lnTo>
                    <a:lnTo>
                      <a:pt x="935729" y="880100"/>
                    </a:lnTo>
                    <a:lnTo>
                      <a:pt x="928097" y="879835"/>
                    </a:lnTo>
                    <a:lnTo>
                      <a:pt x="924149" y="883519"/>
                    </a:lnTo>
                    <a:lnTo>
                      <a:pt x="927832" y="887468"/>
                    </a:lnTo>
                    <a:lnTo>
                      <a:pt x="919935" y="894835"/>
                    </a:lnTo>
                    <a:lnTo>
                      <a:pt x="923618" y="898783"/>
                    </a:lnTo>
                    <a:lnTo>
                      <a:pt x="911508" y="917466"/>
                    </a:lnTo>
                    <a:lnTo>
                      <a:pt x="919405" y="910099"/>
                    </a:lnTo>
                    <a:lnTo>
                      <a:pt x="923088" y="914048"/>
                    </a:lnTo>
                    <a:lnTo>
                      <a:pt x="930986" y="906680"/>
                    </a:lnTo>
                    <a:lnTo>
                      <a:pt x="934669" y="910629"/>
                    </a:lnTo>
                    <a:lnTo>
                      <a:pt x="942566" y="903262"/>
                    </a:lnTo>
                    <a:lnTo>
                      <a:pt x="946250" y="907211"/>
                    </a:lnTo>
                    <a:lnTo>
                      <a:pt x="950198" y="903527"/>
                    </a:lnTo>
                    <a:moveTo>
                      <a:pt x="1129729" y="1088060"/>
                    </a:moveTo>
                    <a:lnTo>
                      <a:pt x="1083406" y="1101734"/>
                    </a:lnTo>
                    <a:lnTo>
                      <a:pt x="1100261" y="1056472"/>
                    </a:lnTo>
                    <a:lnTo>
                      <a:pt x="1129729" y="1088060"/>
                    </a:lnTo>
                    <a:lnTo>
                      <a:pt x="1126046" y="1084112"/>
                    </a:lnTo>
                    <a:lnTo>
                      <a:pt x="1091304" y="1094367"/>
                    </a:lnTo>
                    <a:lnTo>
                      <a:pt x="1103945" y="1060420"/>
                    </a:lnTo>
                    <a:lnTo>
                      <a:pt x="1099996" y="1064104"/>
                    </a:lnTo>
                    <a:lnTo>
                      <a:pt x="1122097" y="1087795"/>
                    </a:lnTo>
                    <a:lnTo>
                      <a:pt x="1126046" y="1084112"/>
                    </a:lnTo>
                    <a:lnTo>
                      <a:pt x="1129729" y="1088060"/>
                    </a:lnTo>
                    <a:lnTo>
                      <a:pt x="1114465" y="1087530"/>
                    </a:lnTo>
                    <a:lnTo>
                      <a:pt x="1118149" y="1091479"/>
                    </a:lnTo>
                    <a:lnTo>
                      <a:pt x="1102884" y="1090949"/>
                    </a:lnTo>
                    <a:lnTo>
                      <a:pt x="1106568" y="1094897"/>
                    </a:lnTo>
                    <a:lnTo>
                      <a:pt x="1087355" y="1098051"/>
                    </a:lnTo>
                    <a:lnTo>
                      <a:pt x="1091834" y="1079103"/>
                    </a:lnTo>
                    <a:lnTo>
                      <a:pt x="1095517" y="1083052"/>
                    </a:lnTo>
                    <a:lnTo>
                      <a:pt x="1096047" y="1067787"/>
                    </a:lnTo>
                    <a:lnTo>
                      <a:pt x="1099731" y="1071736"/>
                    </a:lnTo>
                    <a:lnTo>
                      <a:pt x="1100261" y="1056472"/>
                    </a:lnTo>
                    <a:lnTo>
                      <a:pt x="1103679" y="1068052"/>
                    </a:lnTo>
                    <a:lnTo>
                      <a:pt x="1111312" y="1068317"/>
                    </a:lnTo>
                    <a:lnTo>
                      <a:pt x="1111047" y="1075950"/>
                    </a:lnTo>
                    <a:lnTo>
                      <a:pt x="1118679" y="1076215"/>
                    </a:lnTo>
                    <a:lnTo>
                      <a:pt x="1118414" y="1083847"/>
                    </a:lnTo>
                    <a:lnTo>
                      <a:pt x="1129729" y="1088060"/>
                    </a:lnTo>
                    <a:lnTo>
                      <a:pt x="1122097" y="1087795"/>
                    </a:lnTo>
                    <a:lnTo>
                      <a:pt x="1122362" y="1080163"/>
                    </a:lnTo>
                    <a:lnTo>
                      <a:pt x="1114730" y="1079898"/>
                    </a:lnTo>
                    <a:lnTo>
                      <a:pt x="1114995" y="1072266"/>
                    </a:lnTo>
                    <a:lnTo>
                      <a:pt x="1107363" y="1072001"/>
                    </a:lnTo>
                    <a:lnTo>
                      <a:pt x="1107628" y="1064369"/>
                    </a:lnTo>
                    <a:lnTo>
                      <a:pt x="1099996" y="1064104"/>
                    </a:lnTo>
                    <a:lnTo>
                      <a:pt x="1096047" y="1067787"/>
                    </a:lnTo>
                    <a:lnTo>
                      <a:pt x="1099731" y="1071736"/>
                    </a:lnTo>
                    <a:lnTo>
                      <a:pt x="1091834" y="1079103"/>
                    </a:lnTo>
                    <a:lnTo>
                      <a:pt x="1095517" y="1083052"/>
                    </a:lnTo>
                    <a:lnTo>
                      <a:pt x="1083406" y="1101734"/>
                    </a:lnTo>
                    <a:lnTo>
                      <a:pt x="1091304" y="1094367"/>
                    </a:lnTo>
                    <a:lnTo>
                      <a:pt x="1094987" y="1098316"/>
                    </a:lnTo>
                    <a:lnTo>
                      <a:pt x="1102884" y="1090949"/>
                    </a:lnTo>
                    <a:lnTo>
                      <a:pt x="1106568" y="1094897"/>
                    </a:lnTo>
                    <a:lnTo>
                      <a:pt x="1114465" y="1087530"/>
                    </a:lnTo>
                    <a:lnTo>
                      <a:pt x="1118149" y="1091479"/>
                    </a:lnTo>
                    <a:lnTo>
                      <a:pt x="1122097" y="1087795"/>
                    </a:lnTo>
                    <a:moveTo>
                      <a:pt x="1301628" y="1272329"/>
                    </a:moveTo>
                    <a:lnTo>
                      <a:pt x="1255305" y="1286003"/>
                    </a:lnTo>
                    <a:lnTo>
                      <a:pt x="1272160" y="1240740"/>
                    </a:lnTo>
                    <a:lnTo>
                      <a:pt x="1301628" y="1272329"/>
                    </a:lnTo>
                    <a:lnTo>
                      <a:pt x="1297945" y="1268380"/>
                    </a:lnTo>
                    <a:lnTo>
                      <a:pt x="1263202" y="1278636"/>
                    </a:lnTo>
                    <a:lnTo>
                      <a:pt x="1275843" y="1244689"/>
                    </a:lnTo>
                    <a:lnTo>
                      <a:pt x="1271895" y="1248372"/>
                    </a:lnTo>
                    <a:lnTo>
                      <a:pt x="1293996" y="1272064"/>
                    </a:lnTo>
                    <a:lnTo>
                      <a:pt x="1297945" y="1268380"/>
                    </a:lnTo>
                    <a:lnTo>
                      <a:pt x="1301628" y="1272329"/>
                    </a:lnTo>
                    <a:lnTo>
                      <a:pt x="1286364" y="1271799"/>
                    </a:lnTo>
                    <a:lnTo>
                      <a:pt x="1290047" y="1275747"/>
                    </a:lnTo>
                    <a:lnTo>
                      <a:pt x="1274783" y="1275217"/>
                    </a:lnTo>
                    <a:lnTo>
                      <a:pt x="1278467" y="1279166"/>
                    </a:lnTo>
                    <a:lnTo>
                      <a:pt x="1259254" y="1282319"/>
                    </a:lnTo>
                    <a:lnTo>
                      <a:pt x="1263732" y="1263371"/>
                    </a:lnTo>
                    <a:lnTo>
                      <a:pt x="1267416" y="1267320"/>
                    </a:lnTo>
                    <a:lnTo>
                      <a:pt x="1267946" y="1252056"/>
                    </a:lnTo>
                    <a:lnTo>
                      <a:pt x="1271630" y="1256004"/>
                    </a:lnTo>
                    <a:lnTo>
                      <a:pt x="1272160" y="1240740"/>
                    </a:lnTo>
                    <a:lnTo>
                      <a:pt x="1275578" y="1252321"/>
                    </a:lnTo>
                    <a:lnTo>
                      <a:pt x="1283210" y="1252586"/>
                    </a:lnTo>
                    <a:lnTo>
                      <a:pt x="1282945" y="1260218"/>
                    </a:lnTo>
                    <a:lnTo>
                      <a:pt x="1290577" y="1260483"/>
                    </a:lnTo>
                    <a:lnTo>
                      <a:pt x="1290312" y="1268115"/>
                    </a:lnTo>
                    <a:lnTo>
                      <a:pt x="1301628" y="1272329"/>
                    </a:lnTo>
                    <a:lnTo>
                      <a:pt x="1293996" y="1272064"/>
                    </a:lnTo>
                    <a:lnTo>
                      <a:pt x="1294261" y="1264432"/>
                    </a:lnTo>
                    <a:lnTo>
                      <a:pt x="1286629" y="1264167"/>
                    </a:lnTo>
                    <a:lnTo>
                      <a:pt x="1286894" y="1256534"/>
                    </a:lnTo>
                    <a:lnTo>
                      <a:pt x="1279262" y="1256269"/>
                    </a:lnTo>
                    <a:lnTo>
                      <a:pt x="1279527" y="1248637"/>
                    </a:lnTo>
                    <a:lnTo>
                      <a:pt x="1271895" y="1248372"/>
                    </a:lnTo>
                    <a:lnTo>
                      <a:pt x="1267946" y="1252056"/>
                    </a:lnTo>
                    <a:lnTo>
                      <a:pt x="1271630" y="1256004"/>
                    </a:lnTo>
                    <a:lnTo>
                      <a:pt x="1263732" y="1263371"/>
                    </a:lnTo>
                    <a:lnTo>
                      <a:pt x="1267416" y="1267320"/>
                    </a:lnTo>
                    <a:lnTo>
                      <a:pt x="1255305" y="1286003"/>
                    </a:lnTo>
                    <a:lnTo>
                      <a:pt x="1263202" y="1278636"/>
                    </a:lnTo>
                    <a:lnTo>
                      <a:pt x="1266886" y="1282584"/>
                    </a:lnTo>
                    <a:lnTo>
                      <a:pt x="1274783" y="1275217"/>
                    </a:lnTo>
                    <a:lnTo>
                      <a:pt x="1278467" y="1279166"/>
                    </a:lnTo>
                    <a:lnTo>
                      <a:pt x="1286364" y="1271799"/>
                    </a:lnTo>
                    <a:lnTo>
                      <a:pt x="1290047" y="1275747"/>
                    </a:lnTo>
                    <a:lnTo>
                      <a:pt x="1293996" y="127206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58" name="Контур"/>
              <p:cNvSpPr/>
              <p:nvPr/>
            </p:nvSpPr>
            <p:spPr>
              <a:xfrm>
                <a:off x="252000" y="2371294"/>
                <a:ext cx="2289437" cy="1896489"/>
              </a:xfrm>
              <a:custGeom>
                <a:avLst/>
                <a:gdLst/>
                <a:ahLst/>
                <a:cxnLst/>
                <a:rect l="l" t="t" r="r" b="b"/>
                <a:pathLst>
                  <a:path w="2289437" h="1896489" fill="none">
                    <a:moveTo>
                      <a:pt x="1096267" y="1113128"/>
                    </a:moveTo>
                    <a:lnTo>
                      <a:pt x="1122050" y="1140770"/>
                    </a:lnTo>
                    <a:moveTo>
                      <a:pt x="1122050" y="1140770"/>
                    </a:moveTo>
                    <a:lnTo>
                      <a:pt x="1147832" y="1168413"/>
                    </a:lnTo>
                    <a:moveTo>
                      <a:pt x="1147832" y="1168413"/>
                    </a:moveTo>
                    <a:lnTo>
                      <a:pt x="1173614" y="1196055"/>
                    </a:lnTo>
                    <a:moveTo>
                      <a:pt x="1173614" y="1196055"/>
                    </a:moveTo>
                    <a:lnTo>
                      <a:pt x="1199397" y="1223698"/>
                    </a:lnTo>
                    <a:moveTo>
                      <a:pt x="1199397" y="1223698"/>
                    </a:moveTo>
                    <a:lnTo>
                      <a:pt x="1219233" y="1244965"/>
                    </a:lnTo>
                    <a:lnTo>
                      <a:pt x="1225179" y="1251340"/>
                    </a:lnTo>
                    <a:moveTo>
                      <a:pt x="1225179" y="1251340"/>
                    </a:moveTo>
                    <a:lnTo>
                      <a:pt x="1250962" y="1278982"/>
                    </a:lnTo>
                    <a:moveTo>
                      <a:pt x="1250962" y="1278982"/>
                    </a:moveTo>
                    <a:lnTo>
                      <a:pt x="1276744" y="1306625"/>
                    </a:lnTo>
                    <a:moveTo>
                      <a:pt x="1276744" y="1306625"/>
                    </a:moveTo>
                    <a:lnTo>
                      <a:pt x="1302527" y="1334267"/>
                    </a:lnTo>
                    <a:moveTo>
                      <a:pt x="1302527" y="1334267"/>
                    </a:moveTo>
                    <a:lnTo>
                      <a:pt x="1328309" y="1361909"/>
                    </a:lnTo>
                    <a:moveTo>
                      <a:pt x="1328309" y="1361909"/>
                    </a:moveTo>
                    <a:lnTo>
                      <a:pt x="1354092" y="1389552"/>
                    </a:lnTo>
                    <a:moveTo>
                      <a:pt x="1354092" y="1389552"/>
                    </a:moveTo>
                    <a:lnTo>
                      <a:pt x="1379875" y="1417194"/>
                    </a:lnTo>
                    <a:moveTo>
                      <a:pt x="1379875" y="1417194"/>
                    </a:moveTo>
                    <a:lnTo>
                      <a:pt x="1405657" y="1444837"/>
                    </a:lnTo>
                    <a:moveTo>
                      <a:pt x="1405657" y="1444837"/>
                    </a:moveTo>
                    <a:lnTo>
                      <a:pt x="1431440" y="1472479"/>
                    </a:lnTo>
                    <a:moveTo>
                      <a:pt x="1431440" y="1472479"/>
                    </a:moveTo>
                    <a:lnTo>
                      <a:pt x="1457222" y="1500121"/>
                    </a:lnTo>
                    <a:moveTo>
                      <a:pt x="1457222" y="1500121"/>
                    </a:moveTo>
                    <a:lnTo>
                      <a:pt x="1483005" y="1527764"/>
                    </a:lnTo>
                    <a:moveTo>
                      <a:pt x="1483005" y="1527764"/>
                    </a:moveTo>
                    <a:lnTo>
                      <a:pt x="1508787" y="1555406"/>
                    </a:lnTo>
                    <a:moveTo>
                      <a:pt x="1508787" y="1555406"/>
                    </a:moveTo>
                    <a:lnTo>
                      <a:pt x="1534570" y="1583048"/>
                    </a:lnTo>
                    <a:moveTo>
                      <a:pt x="1534570" y="1583048"/>
                    </a:moveTo>
                    <a:lnTo>
                      <a:pt x="1560352" y="1610691"/>
                    </a:lnTo>
                    <a:moveTo>
                      <a:pt x="1560352" y="1610691"/>
                    </a:moveTo>
                    <a:lnTo>
                      <a:pt x="1586135" y="1638333"/>
                    </a:lnTo>
                    <a:moveTo>
                      <a:pt x="1586135" y="1638333"/>
                    </a:moveTo>
                    <a:lnTo>
                      <a:pt x="1611918" y="1665975"/>
                    </a:lnTo>
                    <a:moveTo>
                      <a:pt x="1611918" y="1665975"/>
                    </a:moveTo>
                    <a:lnTo>
                      <a:pt x="1637700" y="1693618"/>
                    </a:lnTo>
                    <a:moveTo>
                      <a:pt x="1637700" y="1693618"/>
                    </a:moveTo>
                    <a:lnTo>
                      <a:pt x="1663483" y="1721260"/>
                    </a:lnTo>
                    <a:moveTo>
                      <a:pt x="1663483" y="1721260"/>
                    </a:moveTo>
                    <a:lnTo>
                      <a:pt x="1689265" y="1748902"/>
                    </a:lnTo>
                    <a:moveTo>
                      <a:pt x="1689265" y="1748902"/>
                    </a:moveTo>
                    <a:lnTo>
                      <a:pt x="1715048" y="1776545"/>
                    </a:lnTo>
                    <a:moveTo>
                      <a:pt x="1715048" y="1776545"/>
                    </a:moveTo>
                    <a:lnTo>
                      <a:pt x="1740830" y="1804187"/>
                    </a:lnTo>
                    <a:moveTo>
                      <a:pt x="1740830" y="1804187"/>
                    </a:moveTo>
                    <a:lnTo>
                      <a:pt x="1766613" y="1831830"/>
                    </a:lnTo>
                    <a:moveTo>
                      <a:pt x="1766613" y="1831830"/>
                    </a:moveTo>
                    <a:lnTo>
                      <a:pt x="1792395" y="1859472"/>
                    </a:lnTo>
                    <a:moveTo>
                      <a:pt x="1792395" y="1859472"/>
                    </a:moveTo>
                    <a:lnTo>
                      <a:pt x="1799808" y="1867419"/>
                    </a:lnTo>
                    <a:lnTo>
                      <a:pt x="1811958" y="1878669"/>
                    </a:lnTo>
                    <a:lnTo>
                      <a:pt x="1820358" y="1884757"/>
                    </a:lnTo>
                    <a:moveTo>
                      <a:pt x="1820358" y="1884757"/>
                    </a:moveTo>
                    <a:lnTo>
                      <a:pt x="1825368" y="1888389"/>
                    </a:lnTo>
                    <a:lnTo>
                      <a:pt x="1839858" y="1896489"/>
                    </a:lnTo>
                    <a:moveTo>
                      <a:pt x="2289437" y="0"/>
                    </a:moveTo>
                    <a:lnTo>
                      <a:pt x="2261869" y="25863"/>
                    </a:lnTo>
                    <a:moveTo>
                      <a:pt x="2261869" y="25863"/>
                    </a:moveTo>
                    <a:lnTo>
                      <a:pt x="2254150" y="33106"/>
                    </a:lnTo>
                    <a:lnTo>
                      <a:pt x="2234221" y="51639"/>
                    </a:lnTo>
                    <a:moveTo>
                      <a:pt x="2234221" y="51639"/>
                    </a:moveTo>
                    <a:lnTo>
                      <a:pt x="2206540" y="77381"/>
                    </a:lnTo>
                    <a:moveTo>
                      <a:pt x="2206540" y="77381"/>
                    </a:moveTo>
                    <a:lnTo>
                      <a:pt x="2178860" y="103122"/>
                    </a:lnTo>
                    <a:moveTo>
                      <a:pt x="2178860" y="103122"/>
                    </a:moveTo>
                    <a:lnTo>
                      <a:pt x="2168131" y="113100"/>
                    </a:lnTo>
                    <a:lnTo>
                      <a:pt x="2154849" y="125451"/>
                    </a:lnTo>
                    <a:lnTo>
                      <a:pt x="2151179" y="128864"/>
                    </a:lnTo>
                    <a:moveTo>
                      <a:pt x="2151179" y="128864"/>
                    </a:moveTo>
                    <a:lnTo>
                      <a:pt x="2148922" y="130963"/>
                    </a:lnTo>
                    <a:lnTo>
                      <a:pt x="2130918" y="147707"/>
                    </a:lnTo>
                    <a:lnTo>
                      <a:pt x="2123542" y="154651"/>
                    </a:lnTo>
                    <a:moveTo>
                      <a:pt x="2123542" y="154651"/>
                    </a:moveTo>
                    <a:lnTo>
                      <a:pt x="2111516" y="165973"/>
                    </a:lnTo>
                    <a:lnTo>
                      <a:pt x="2105317" y="171810"/>
                    </a:lnTo>
                    <a:lnTo>
                      <a:pt x="2095981" y="180520"/>
                    </a:lnTo>
                    <a:moveTo>
                      <a:pt x="2095981" y="180520"/>
                    </a:moveTo>
                    <a:lnTo>
                      <a:pt x="2092384" y="183876"/>
                    </a:lnTo>
                    <a:lnTo>
                      <a:pt x="2068344" y="206309"/>
                    </a:lnTo>
                    <a:moveTo>
                      <a:pt x="2068344" y="206309"/>
                    </a:moveTo>
                    <a:lnTo>
                      <a:pt x="2063461" y="210865"/>
                    </a:lnTo>
                    <a:lnTo>
                      <a:pt x="2043923" y="229095"/>
                    </a:lnTo>
                    <a:lnTo>
                      <a:pt x="2040706" y="232096"/>
                    </a:lnTo>
                    <a:moveTo>
                      <a:pt x="2040706" y="232096"/>
                    </a:moveTo>
                    <a:lnTo>
                      <a:pt x="2013069" y="257885"/>
                    </a:lnTo>
                    <a:moveTo>
                      <a:pt x="2013069" y="257885"/>
                    </a:moveTo>
                    <a:lnTo>
                      <a:pt x="1985432" y="283673"/>
                    </a:lnTo>
                    <a:moveTo>
                      <a:pt x="1985432" y="283673"/>
                    </a:moveTo>
                    <a:lnTo>
                      <a:pt x="1957795" y="309461"/>
                    </a:lnTo>
                    <a:moveTo>
                      <a:pt x="1957795" y="309461"/>
                    </a:moveTo>
                    <a:lnTo>
                      <a:pt x="1947468" y="319097"/>
                    </a:lnTo>
                    <a:lnTo>
                      <a:pt x="1934592" y="331109"/>
                    </a:lnTo>
                    <a:lnTo>
                      <a:pt x="1930157" y="335248"/>
                    </a:lnTo>
                    <a:moveTo>
                      <a:pt x="1930157" y="335248"/>
                    </a:moveTo>
                    <a:lnTo>
                      <a:pt x="1928544" y="336753"/>
                    </a:lnTo>
                    <a:lnTo>
                      <a:pt x="1915640" y="348793"/>
                    </a:lnTo>
                    <a:lnTo>
                      <a:pt x="1902520" y="361036"/>
                    </a:lnTo>
                    <a:moveTo>
                      <a:pt x="1902520" y="361036"/>
                    </a:moveTo>
                    <a:lnTo>
                      <a:pt x="1886464" y="376019"/>
                    </a:lnTo>
                    <a:lnTo>
                      <a:pt x="1874882" y="386824"/>
                    </a:lnTo>
                    <a:moveTo>
                      <a:pt x="1874882" y="386824"/>
                    </a:moveTo>
                    <a:lnTo>
                      <a:pt x="1867253" y="393943"/>
                    </a:lnTo>
                    <a:lnTo>
                      <a:pt x="1847245" y="412612"/>
                    </a:lnTo>
                    <a:moveTo>
                      <a:pt x="1847245" y="412612"/>
                    </a:moveTo>
                    <a:lnTo>
                      <a:pt x="1819607" y="438400"/>
                    </a:lnTo>
                    <a:moveTo>
                      <a:pt x="1819607" y="438400"/>
                    </a:moveTo>
                    <a:lnTo>
                      <a:pt x="1791970" y="464188"/>
                    </a:lnTo>
                    <a:moveTo>
                      <a:pt x="1791970" y="464188"/>
                    </a:moveTo>
                    <a:lnTo>
                      <a:pt x="1770488" y="484233"/>
                    </a:lnTo>
                    <a:lnTo>
                      <a:pt x="1764332" y="489975"/>
                    </a:lnTo>
                    <a:moveTo>
                      <a:pt x="1764332" y="489975"/>
                    </a:moveTo>
                    <a:lnTo>
                      <a:pt x="1756830" y="496975"/>
                    </a:lnTo>
                    <a:lnTo>
                      <a:pt x="1739004" y="513609"/>
                    </a:lnTo>
                    <a:lnTo>
                      <a:pt x="1736695" y="515763"/>
                    </a:lnTo>
                    <a:moveTo>
                      <a:pt x="1736695" y="515763"/>
                    </a:moveTo>
                    <a:lnTo>
                      <a:pt x="1709058" y="541551"/>
                    </a:lnTo>
                    <a:moveTo>
                      <a:pt x="1709058" y="541551"/>
                    </a:moveTo>
                    <a:lnTo>
                      <a:pt x="1681420" y="567339"/>
                    </a:lnTo>
                    <a:moveTo>
                      <a:pt x="1681420" y="567339"/>
                    </a:moveTo>
                    <a:lnTo>
                      <a:pt x="1653783" y="593127"/>
                    </a:lnTo>
                    <a:moveTo>
                      <a:pt x="1653783" y="593127"/>
                    </a:moveTo>
                    <a:lnTo>
                      <a:pt x="1626146" y="618915"/>
                    </a:lnTo>
                    <a:moveTo>
                      <a:pt x="1626146" y="618915"/>
                    </a:moveTo>
                    <a:lnTo>
                      <a:pt x="1619643" y="624984"/>
                    </a:lnTo>
                    <a:lnTo>
                      <a:pt x="1603243" y="640285"/>
                    </a:lnTo>
                    <a:lnTo>
                      <a:pt x="1598508" y="644703"/>
                    </a:lnTo>
                    <a:moveTo>
                      <a:pt x="1598508" y="644703"/>
                    </a:moveTo>
                    <a:lnTo>
                      <a:pt x="1570871" y="670491"/>
                    </a:lnTo>
                    <a:moveTo>
                      <a:pt x="1570871" y="670491"/>
                    </a:moveTo>
                    <a:lnTo>
                      <a:pt x="1543234" y="696279"/>
                    </a:lnTo>
                    <a:moveTo>
                      <a:pt x="1543234" y="696279"/>
                    </a:moveTo>
                    <a:lnTo>
                      <a:pt x="1523705" y="714501"/>
                    </a:lnTo>
                    <a:lnTo>
                      <a:pt x="1515596" y="722067"/>
                    </a:lnTo>
                    <a:moveTo>
                      <a:pt x="1515596" y="722067"/>
                    </a:moveTo>
                    <a:lnTo>
                      <a:pt x="1493499" y="742686"/>
                    </a:lnTo>
                    <a:lnTo>
                      <a:pt x="1487959" y="747855"/>
                    </a:lnTo>
                    <a:moveTo>
                      <a:pt x="1487959" y="747855"/>
                    </a:moveTo>
                    <a:lnTo>
                      <a:pt x="1479707" y="755554"/>
                    </a:lnTo>
                    <a:lnTo>
                      <a:pt x="1460321" y="773642"/>
                    </a:lnTo>
                    <a:moveTo>
                      <a:pt x="1460321" y="773642"/>
                    </a:moveTo>
                    <a:lnTo>
                      <a:pt x="1432684" y="799430"/>
                    </a:lnTo>
                    <a:moveTo>
                      <a:pt x="1432684" y="799430"/>
                    </a:moveTo>
                    <a:lnTo>
                      <a:pt x="1405047" y="825218"/>
                    </a:lnTo>
                    <a:moveTo>
                      <a:pt x="1405047" y="825218"/>
                    </a:moveTo>
                    <a:lnTo>
                      <a:pt x="1402181" y="827892"/>
                    </a:lnTo>
                    <a:lnTo>
                      <a:pt x="1377387" y="850983"/>
                    </a:lnTo>
                    <a:moveTo>
                      <a:pt x="1377387" y="850983"/>
                    </a:moveTo>
                    <a:lnTo>
                      <a:pt x="1349726" y="876744"/>
                    </a:lnTo>
                    <a:moveTo>
                      <a:pt x="1349726" y="876744"/>
                    </a:moveTo>
                    <a:lnTo>
                      <a:pt x="1322064" y="902506"/>
                    </a:lnTo>
                    <a:moveTo>
                      <a:pt x="1322064" y="902506"/>
                    </a:moveTo>
                    <a:lnTo>
                      <a:pt x="1294402" y="928268"/>
                    </a:lnTo>
                    <a:moveTo>
                      <a:pt x="1294402" y="928268"/>
                    </a:moveTo>
                    <a:lnTo>
                      <a:pt x="1266740" y="954030"/>
                    </a:lnTo>
                    <a:moveTo>
                      <a:pt x="1266740" y="954030"/>
                    </a:moveTo>
                    <a:lnTo>
                      <a:pt x="1239079" y="979791"/>
                    </a:lnTo>
                    <a:moveTo>
                      <a:pt x="1239079" y="979791"/>
                    </a:moveTo>
                    <a:lnTo>
                      <a:pt x="1223466" y="994331"/>
                    </a:lnTo>
                    <a:lnTo>
                      <a:pt x="1211433" y="1005570"/>
                    </a:lnTo>
                    <a:moveTo>
                      <a:pt x="1211433" y="1005570"/>
                    </a:moveTo>
                    <a:lnTo>
                      <a:pt x="1183807" y="1031371"/>
                    </a:lnTo>
                    <a:moveTo>
                      <a:pt x="1183807" y="1031371"/>
                    </a:moveTo>
                    <a:lnTo>
                      <a:pt x="1156182" y="1057171"/>
                    </a:lnTo>
                    <a:moveTo>
                      <a:pt x="1156182" y="1057171"/>
                    </a:moveTo>
                    <a:lnTo>
                      <a:pt x="1128556" y="1082972"/>
                    </a:lnTo>
                    <a:moveTo>
                      <a:pt x="1128556" y="1082972"/>
                    </a:moveTo>
                    <a:lnTo>
                      <a:pt x="1100930" y="1108772"/>
                    </a:lnTo>
                    <a:moveTo>
                      <a:pt x="1100930" y="1108772"/>
                    </a:moveTo>
                    <a:lnTo>
                      <a:pt x="1096267" y="1113128"/>
                    </a:lnTo>
                    <a:moveTo>
                      <a:pt x="0" y="874867"/>
                    </a:moveTo>
                    <a:lnTo>
                      <a:pt x="3610" y="871094"/>
                    </a:lnTo>
                    <a:moveTo>
                      <a:pt x="3610" y="871094"/>
                    </a:moveTo>
                    <a:lnTo>
                      <a:pt x="29741" y="843781"/>
                    </a:lnTo>
                    <a:moveTo>
                      <a:pt x="29741" y="843781"/>
                    </a:moveTo>
                    <a:lnTo>
                      <a:pt x="55872" y="816468"/>
                    </a:lnTo>
                    <a:moveTo>
                      <a:pt x="55872" y="816468"/>
                    </a:moveTo>
                    <a:lnTo>
                      <a:pt x="82003" y="789155"/>
                    </a:lnTo>
                    <a:moveTo>
                      <a:pt x="82003" y="789155"/>
                    </a:moveTo>
                    <a:lnTo>
                      <a:pt x="108135" y="761842"/>
                    </a:lnTo>
                    <a:moveTo>
                      <a:pt x="108135" y="761842"/>
                    </a:moveTo>
                    <a:lnTo>
                      <a:pt x="134266" y="734529"/>
                    </a:lnTo>
                    <a:moveTo>
                      <a:pt x="134266" y="734529"/>
                    </a:moveTo>
                    <a:lnTo>
                      <a:pt x="160397" y="707216"/>
                    </a:lnTo>
                    <a:moveTo>
                      <a:pt x="160397" y="707216"/>
                    </a:moveTo>
                    <a:lnTo>
                      <a:pt x="186529" y="679903"/>
                    </a:lnTo>
                    <a:moveTo>
                      <a:pt x="186529" y="679903"/>
                    </a:moveTo>
                    <a:lnTo>
                      <a:pt x="212660" y="652590"/>
                    </a:lnTo>
                    <a:moveTo>
                      <a:pt x="212660" y="652590"/>
                    </a:moveTo>
                    <a:lnTo>
                      <a:pt x="215450" y="64967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59" name="Контур"/>
              <p:cNvSpPr/>
              <p:nvPr/>
            </p:nvSpPr>
            <p:spPr>
              <a:xfrm>
                <a:off x="1262148" y="2347203"/>
                <a:ext cx="1120770" cy="1044880"/>
              </a:xfrm>
              <a:custGeom>
                <a:avLst/>
                <a:gdLst/>
                <a:ahLst/>
                <a:cxnLst/>
                <a:rect l="l" t="t" r="r" b="b"/>
                <a:pathLst>
                  <a:path w="1120770" h="1044880" fill="none">
                    <a:moveTo>
                      <a:pt x="0" y="1044880"/>
                    </a:moveTo>
                    <a:lnTo>
                      <a:pt x="92161" y="958960"/>
                    </a:lnTo>
                    <a:moveTo>
                      <a:pt x="92161" y="958960"/>
                    </a:moveTo>
                    <a:lnTo>
                      <a:pt x="184322" y="873039"/>
                    </a:lnTo>
                    <a:moveTo>
                      <a:pt x="184322" y="873039"/>
                    </a:moveTo>
                    <a:lnTo>
                      <a:pt x="276483" y="787118"/>
                    </a:lnTo>
                    <a:moveTo>
                      <a:pt x="276483" y="787118"/>
                    </a:moveTo>
                    <a:lnTo>
                      <a:pt x="368644" y="701198"/>
                    </a:lnTo>
                    <a:moveTo>
                      <a:pt x="368644" y="701198"/>
                    </a:moveTo>
                    <a:lnTo>
                      <a:pt x="460805" y="615277"/>
                    </a:lnTo>
                    <a:moveTo>
                      <a:pt x="460805" y="615277"/>
                    </a:moveTo>
                    <a:lnTo>
                      <a:pt x="552966" y="529357"/>
                    </a:lnTo>
                    <a:moveTo>
                      <a:pt x="552966" y="529357"/>
                    </a:moveTo>
                    <a:lnTo>
                      <a:pt x="645127" y="443436"/>
                    </a:lnTo>
                    <a:moveTo>
                      <a:pt x="645127" y="443436"/>
                    </a:moveTo>
                    <a:lnTo>
                      <a:pt x="737288" y="357516"/>
                    </a:lnTo>
                    <a:moveTo>
                      <a:pt x="737288" y="357516"/>
                    </a:moveTo>
                    <a:lnTo>
                      <a:pt x="829449" y="271595"/>
                    </a:lnTo>
                    <a:moveTo>
                      <a:pt x="829449" y="271595"/>
                    </a:moveTo>
                    <a:lnTo>
                      <a:pt x="921610" y="185674"/>
                    </a:lnTo>
                    <a:moveTo>
                      <a:pt x="921610" y="185674"/>
                    </a:moveTo>
                    <a:lnTo>
                      <a:pt x="1013771" y="99754"/>
                    </a:lnTo>
                    <a:moveTo>
                      <a:pt x="1013771" y="99754"/>
                    </a:moveTo>
                    <a:lnTo>
                      <a:pt x="1105933" y="13833"/>
                    </a:lnTo>
                    <a:moveTo>
                      <a:pt x="1105933" y="13833"/>
                    </a:moveTo>
                    <a:lnTo>
                      <a:pt x="112077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60" name="Контур"/>
              <p:cNvSpPr/>
              <p:nvPr/>
            </p:nvSpPr>
            <p:spPr>
              <a:xfrm>
                <a:off x="1308928" y="2385979"/>
                <a:ext cx="966868" cy="905533"/>
              </a:xfrm>
              <a:custGeom>
                <a:avLst/>
                <a:gdLst/>
                <a:ahLst/>
                <a:cxnLst/>
                <a:rect l="l" t="t" r="r" b="b"/>
                <a:pathLst>
                  <a:path w="966868" h="905533" fill="none">
                    <a:moveTo>
                      <a:pt x="31598" y="859206"/>
                    </a:moveTo>
                    <a:lnTo>
                      <a:pt x="45258" y="905533"/>
                    </a:lnTo>
                    <a:lnTo>
                      <a:pt x="0" y="888664"/>
                    </a:lnTo>
                    <a:lnTo>
                      <a:pt x="31598" y="859206"/>
                    </a:lnTo>
                    <a:lnTo>
                      <a:pt x="27649" y="862888"/>
                    </a:lnTo>
                    <a:lnTo>
                      <a:pt x="37893" y="897634"/>
                    </a:lnTo>
                    <a:lnTo>
                      <a:pt x="3950" y="884982"/>
                    </a:lnTo>
                    <a:lnTo>
                      <a:pt x="7632" y="888932"/>
                    </a:lnTo>
                    <a:lnTo>
                      <a:pt x="31331" y="866838"/>
                    </a:lnTo>
                    <a:lnTo>
                      <a:pt x="27649" y="862888"/>
                    </a:lnTo>
                    <a:lnTo>
                      <a:pt x="31598" y="859206"/>
                    </a:lnTo>
                    <a:lnTo>
                      <a:pt x="31063" y="874470"/>
                    </a:lnTo>
                    <a:lnTo>
                      <a:pt x="35013" y="870788"/>
                    </a:lnTo>
                    <a:lnTo>
                      <a:pt x="34478" y="886052"/>
                    </a:lnTo>
                    <a:lnTo>
                      <a:pt x="38428" y="882369"/>
                    </a:lnTo>
                    <a:lnTo>
                      <a:pt x="41575" y="901583"/>
                    </a:lnTo>
                    <a:lnTo>
                      <a:pt x="22629" y="897099"/>
                    </a:lnTo>
                    <a:lnTo>
                      <a:pt x="26579" y="893416"/>
                    </a:lnTo>
                    <a:lnTo>
                      <a:pt x="11315" y="892882"/>
                    </a:lnTo>
                    <a:lnTo>
                      <a:pt x="15264" y="889199"/>
                    </a:lnTo>
                    <a:lnTo>
                      <a:pt x="0" y="888664"/>
                    </a:lnTo>
                    <a:lnTo>
                      <a:pt x="11582" y="885249"/>
                    </a:lnTo>
                    <a:lnTo>
                      <a:pt x="11850" y="877617"/>
                    </a:lnTo>
                    <a:lnTo>
                      <a:pt x="19482" y="877885"/>
                    </a:lnTo>
                    <a:lnTo>
                      <a:pt x="19749" y="870253"/>
                    </a:lnTo>
                    <a:lnTo>
                      <a:pt x="27381" y="870520"/>
                    </a:lnTo>
                    <a:lnTo>
                      <a:pt x="31598" y="859206"/>
                    </a:lnTo>
                    <a:lnTo>
                      <a:pt x="31331" y="866838"/>
                    </a:lnTo>
                    <a:lnTo>
                      <a:pt x="23699" y="866570"/>
                    </a:lnTo>
                    <a:lnTo>
                      <a:pt x="23431" y="874203"/>
                    </a:lnTo>
                    <a:lnTo>
                      <a:pt x="15799" y="873935"/>
                    </a:lnTo>
                    <a:lnTo>
                      <a:pt x="15532" y="881567"/>
                    </a:lnTo>
                    <a:lnTo>
                      <a:pt x="7900" y="881300"/>
                    </a:lnTo>
                    <a:lnTo>
                      <a:pt x="7632" y="888932"/>
                    </a:lnTo>
                    <a:lnTo>
                      <a:pt x="11315" y="892882"/>
                    </a:lnTo>
                    <a:lnTo>
                      <a:pt x="15264" y="889199"/>
                    </a:lnTo>
                    <a:lnTo>
                      <a:pt x="22629" y="897099"/>
                    </a:lnTo>
                    <a:lnTo>
                      <a:pt x="26579" y="893416"/>
                    </a:lnTo>
                    <a:lnTo>
                      <a:pt x="45258" y="905533"/>
                    </a:lnTo>
                    <a:lnTo>
                      <a:pt x="37893" y="897634"/>
                    </a:lnTo>
                    <a:lnTo>
                      <a:pt x="41843" y="893951"/>
                    </a:lnTo>
                    <a:lnTo>
                      <a:pt x="34478" y="886052"/>
                    </a:lnTo>
                    <a:lnTo>
                      <a:pt x="38428" y="882369"/>
                    </a:lnTo>
                    <a:lnTo>
                      <a:pt x="31063" y="874470"/>
                    </a:lnTo>
                    <a:lnTo>
                      <a:pt x="35013" y="870788"/>
                    </a:lnTo>
                    <a:lnTo>
                      <a:pt x="31331" y="866838"/>
                    </a:lnTo>
                    <a:moveTo>
                      <a:pt x="215920" y="687365"/>
                    </a:moveTo>
                    <a:lnTo>
                      <a:pt x="229580" y="733692"/>
                    </a:lnTo>
                    <a:lnTo>
                      <a:pt x="184322" y="716823"/>
                    </a:lnTo>
                    <a:lnTo>
                      <a:pt x="215920" y="687365"/>
                    </a:lnTo>
                    <a:lnTo>
                      <a:pt x="211971" y="691047"/>
                    </a:lnTo>
                    <a:lnTo>
                      <a:pt x="222215" y="725792"/>
                    </a:lnTo>
                    <a:lnTo>
                      <a:pt x="188272" y="713141"/>
                    </a:lnTo>
                    <a:lnTo>
                      <a:pt x="191954" y="717091"/>
                    </a:lnTo>
                    <a:lnTo>
                      <a:pt x="215653" y="694997"/>
                    </a:lnTo>
                    <a:lnTo>
                      <a:pt x="211971" y="691047"/>
                    </a:lnTo>
                    <a:lnTo>
                      <a:pt x="215920" y="687365"/>
                    </a:lnTo>
                    <a:lnTo>
                      <a:pt x="215385" y="702629"/>
                    </a:lnTo>
                    <a:lnTo>
                      <a:pt x="219335" y="698947"/>
                    </a:lnTo>
                    <a:lnTo>
                      <a:pt x="218800" y="714211"/>
                    </a:lnTo>
                    <a:lnTo>
                      <a:pt x="222750" y="710528"/>
                    </a:lnTo>
                    <a:lnTo>
                      <a:pt x="225898" y="729742"/>
                    </a:lnTo>
                    <a:lnTo>
                      <a:pt x="206951" y="725258"/>
                    </a:lnTo>
                    <a:lnTo>
                      <a:pt x="210901" y="721575"/>
                    </a:lnTo>
                    <a:lnTo>
                      <a:pt x="195637" y="721040"/>
                    </a:lnTo>
                    <a:lnTo>
                      <a:pt x="199586" y="717358"/>
                    </a:lnTo>
                    <a:lnTo>
                      <a:pt x="184322" y="716823"/>
                    </a:lnTo>
                    <a:lnTo>
                      <a:pt x="195904" y="713408"/>
                    </a:lnTo>
                    <a:lnTo>
                      <a:pt x="196172" y="705776"/>
                    </a:lnTo>
                    <a:lnTo>
                      <a:pt x="203804" y="706044"/>
                    </a:lnTo>
                    <a:lnTo>
                      <a:pt x="204071" y="698412"/>
                    </a:lnTo>
                    <a:lnTo>
                      <a:pt x="211703" y="698679"/>
                    </a:lnTo>
                    <a:lnTo>
                      <a:pt x="215920" y="687365"/>
                    </a:lnTo>
                    <a:lnTo>
                      <a:pt x="215653" y="694997"/>
                    </a:lnTo>
                    <a:lnTo>
                      <a:pt x="208021" y="694729"/>
                    </a:lnTo>
                    <a:lnTo>
                      <a:pt x="207753" y="702361"/>
                    </a:lnTo>
                    <a:lnTo>
                      <a:pt x="200121" y="702094"/>
                    </a:lnTo>
                    <a:lnTo>
                      <a:pt x="199854" y="709726"/>
                    </a:lnTo>
                    <a:lnTo>
                      <a:pt x="192222" y="709459"/>
                    </a:lnTo>
                    <a:lnTo>
                      <a:pt x="191954" y="717091"/>
                    </a:lnTo>
                    <a:lnTo>
                      <a:pt x="195637" y="721040"/>
                    </a:lnTo>
                    <a:lnTo>
                      <a:pt x="199586" y="717358"/>
                    </a:lnTo>
                    <a:lnTo>
                      <a:pt x="206951" y="725258"/>
                    </a:lnTo>
                    <a:lnTo>
                      <a:pt x="210901" y="721575"/>
                    </a:lnTo>
                    <a:lnTo>
                      <a:pt x="229580" y="733692"/>
                    </a:lnTo>
                    <a:lnTo>
                      <a:pt x="222215" y="725792"/>
                    </a:lnTo>
                    <a:lnTo>
                      <a:pt x="226165" y="722110"/>
                    </a:lnTo>
                    <a:lnTo>
                      <a:pt x="218800" y="714211"/>
                    </a:lnTo>
                    <a:lnTo>
                      <a:pt x="222750" y="710528"/>
                    </a:lnTo>
                    <a:lnTo>
                      <a:pt x="215385" y="702629"/>
                    </a:lnTo>
                    <a:lnTo>
                      <a:pt x="219335" y="698947"/>
                    </a:lnTo>
                    <a:lnTo>
                      <a:pt x="215653" y="694997"/>
                    </a:lnTo>
                    <a:moveTo>
                      <a:pt x="400242" y="515524"/>
                    </a:moveTo>
                    <a:lnTo>
                      <a:pt x="413902" y="561851"/>
                    </a:lnTo>
                    <a:lnTo>
                      <a:pt x="368644" y="544982"/>
                    </a:lnTo>
                    <a:lnTo>
                      <a:pt x="400242" y="515524"/>
                    </a:lnTo>
                    <a:lnTo>
                      <a:pt x="396293" y="519206"/>
                    </a:lnTo>
                    <a:lnTo>
                      <a:pt x="406537" y="553951"/>
                    </a:lnTo>
                    <a:lnTo>
                      <a:pt x="372594" y="541300"/>
                    </a:lnTo>
                    <a:lnTo>
                      <a:pt x="376276" y="545249"/>
                    </a:lnTo>
                    <a:lnTo>
                      <a:pt x="399975" y="523156"/>
                    </a:lnTo>
                    <a:lnTo>
                      <a:pt x="396293" y="519206"/>
                    </a:lnTo>
                    <a:lnTo>
                      <a:pt x="400242" y="515524"/>
                    </a:lnTo>
                    <a:lnTo>
                      <a:pt x="399708" y="530788"/>
                    </a:lnTo>
                    <a:lnTo>
                      <a:pt x="403657" y="527105"/>
                    </a:lnTo>
                    <a:lnTo>
                      <a:pt x="403122" y="542370"/>
                    </a:lnTo>
                    <a:lnTo>
                      <a:pt x="407072" y="538687"/>
                    </a:lnTo>
                    <a:lnTo>
                      <a:pt x="410220" y="557901"/>
                    </a:lnTo>
                    <a:lnTo>
                      <a:pt x="391273" y="553416"/>
                    </a:lnTo>
                    <a:lnTo>
                      <a:pt x="395223" y="549734"/>
                    </a:lnTo>
                    <a:lnTo>
                      <a:pt x="379959" y="549199"/>
                    </a:lnTo>
                    <a:lnTo>
                      <a:pt x="383909" y="545517"/>
                    </a:lnTo>
                    <a:lnTo>
                      <a:pt x="368644" y="544982"/>
                    </a:lnTo>
                    <a:lnTo>
                      <a:pt x="380226" y="541567"/>
                    </a:lnTo>
                    <a:lnTo>
                      <a:pt x="380494" y="533935"/>
                    </a:lnTo>
                    <a:lnTo>
                      <a:pt x="388126" y="534203"/>
                    </a:lnTo>
                    <a:lnTo>
                      <a:pt x="388393" y="526570"/>
                    </a:lnTo>
                    <a:lnTo>
                      <a:pt x="396025" y="526838"/>
                    </a:lnTo>
                    <a:lnTo>
                      <a:pt x="400242" y="515524"/>
                    </a:lnTo>
                    <a:lnTo>
                      <a:pt x="399975" y="523156"/>
                    </a:lnTo>
                    <a:lnTo>
                      <a:pt x="392343" y="522888"/>
                    </a:lnTo>
                    <a:lnTo>
                      <a:pt x="392075" y="530520"/>
                    </a:lnTo>
                    <a:lnTo>
                      <a:pt x="384443" y="530253"/>
                    </a:lnTo>
                    <a:lnTo>
                      <a:pt x="384176" y="537885"/>
                    </a:lnTo>
                    <a:lnTo>
                      <a:pt x="376544" y="537617"/>
                    </a:lnTo>
                    <a:lnTo>
                      <a:pt x="376276" y="545249"/>
                    </a:lnTo>
                    <a:lnTo>
                      <a:pt x="379959" y="549199"/>
                    </a:lnTo>
                    <a:lnTo>
                      <a:pt x="383909" y="545517"/>
                    </a:lnTo>
                    <a:lnTo>
                      <a:pt x="391273" y="553416"/>
                    </a:lnTo>
                    <a:lnTo>
                      <a:pt x="395223" y="549734"/>
                    </a:lnTo>
                    <a:lnTo>
                      <a:pt x="413902" y="561851"/>
                    </a:lnTo>
                    <a:lnTo>
                      <a:pt x="406537" y="553951"/>
                    </a:lnTo>
                    <a:lnTo>
                      <a:pt x="410487" y="550269"/>
                    </a:lnTo>
                    <a:lnTo>
                      <a:pt x="403122" y="542370"/>
                    </a:lnTo>
                    <a:lnTo>
                      <a:pt x="407072" y="538687"/>
                    </a:lnTo>
                    <a:lnTo>
                      <a:pt x="399708" y="530788"/>
                    </a:lnTo>
                    <a:lnTo>
                      <a:pt x="403657" y="527105"/>
                    </a:lnTo>
                    <a:lnTo>
                      <a:pt x="399975" y="523156"/>
                    </a:lnTo>
                    <a:moveTo>
                      <a:pt x="584565" y="343682"/>
                    </a:moveTo>
                    <a:lnTo>
                      <a:pt x="598224" y="390010"/>
                    </a:lnTo>
                    <a:lnTo>
                      <a:pt x="552966" y="373141"/>
                    </a:lnTo>
                    <a:lnTo>
                      <a:pt x="584565" y="343682"/>
                    </a:lnTo>
                    <a:lnTo>
                      <a:pt x="580615" y="347365"/>
                    </a:lnTo>
                    <a:lnTo>
                      <a:pt x="590859" y="382110"/>
                    </a:lnTo>
                    <a:lnTo>
                      <a:pt x="556916" y="369459"/>
                    </a:lnTo>
                    <a:lnTo>
                      <a:pt x="560599" y="373408"/>
                    </a:lnTo>
                    <a:lnTo>
                      <a:pt x="584297" y="351314"/>
                    </a:lnTo>
                    <a:lnTo>
                      <a:pt x="580615" y="347365"/>
                    </a:lnTo>
                    <a:lnTo>
                      <a:pt x="584565" y="343682"/>
                    </a:lnTo>
                    <a:lnTo>
                      <a:pt x="584030" y="358947"/>
                    </a:lnTo>
                    <a:lnTo>
                      <a:pt x="587979" y="355264"/>
                    </a:lnTo>
                    <a:lnTo>
                      <a:pt x="587444" y="370528"/>
                    </a:lnTo>
                    <a:lnTo>
                      <a:pt x="591394" y="366846"/>
                    </a:lnTo>
                    <a:lnTo>
                      <a:pt x="594542" y="386060"/>
                    </a:lnTo>
                    <a:lnTo>
                      <a:pt x="575595" y="381575"/>
                    </a:lnTo>
                    <a:lnTo>
                      <a:pt x="579545" y="377893"/>
                    </a:lnTo>
                    <a:lnTo>
                      <a:pt x="564281" y="377358"/>
                    </a:lnTo>
                    <a:lnTo>
                      <a:pt x="568231" y="373676"/>
                    </a:lnTo>
                    <a:lnTo>
                      <a:pt x="552966" y="373141"/>
                    </a:lnTo>
                    <a:lnTo>
                      <a:pt x="564548" y="369726"/>
                    </a:lnTo>
                    <a:lnTo>
                      <a:pt x="564816" y="362094"/>
                    </a:lnTo>
                    <a:lnTo>
                      <a:pt x="572448" y="362361"/>
                    </a:lnTo>
                    <a:lnTo>
                      <a:pt x="572715" y="354729"/>
                    </a:lnTo>
                    <a:lnTo>
                      <a:pt x="580347" y="354997"/>
                    </a:lnTo>
                    <a:lnTo>
                      <a:pt x="584565" y="343682"/>
                    </a:lnTo>
                    <a:lnTo>
                      <a:pt x="584297" y="351314"/>
                    </a:lnTo>
                    <a:lnTo>
                      <a:pt x="576665" y="351047"/>
                    </a:lnTo>
                    <a:lnTo>
                      <a:pt x="576398" y="358679"/>
                    </a:lnTo>
                    <a:lnTo>
                      <a:pt x="568765" y="358412"/>
                    </a:lnTo>
                    <a:lnTo>
                      <a:pt x="568498" y="366044"/>
                    </a:lnTo>
                    <a:lnTo>
                      <a:pt x="560866" y="365776"/>
                    </a:lnTo>
                    <a:lnTo>
                      <a:pt x="560599" y="373408"/>
                    </a:lnTo>
                    <a:lnTo>
                      <a:pt x="564281" y="377358"/>
                    </a:lnTo>
                    <a:lnTo>
                      <a:pt x="568231" y="373676"/>
                    </a:lnTo>
                    <a:lnTo>
                      <a:pt x="575595" y="381575"/>
                    </a:lnTo>
                    <a:lnTo>
                      <a:pt x="579545" y="377893"/>
                    </a:lnTo>
                    <a:lnTo>
                      <a:pt x="598224" y="390010"/>
                    </a:lnTo>
                    <a:lnTo>
                      <a:pt x="590859" y="382110"/>
                    </a:lnTo>
                    <a:lnTo>
                      <a:pt x="594809" y="378428"/>
                    </a:lnTo>
                    <a:lnTo>
                      <a:pt x="587444" y="370528"/>
                    </a:lnTo>
                    <a:lnTo>
                      <a:pt x="591394" y="366846"/>
                    </a:lnTo>
                    <a:lnTo>
                      <a:pt x="584030" y="358947"/>
                    </a:lnTo>
                    <a:lnTo>
                      <a:pt x="587979" y="355264"/>
                    </a:lnTo>
                    <a:lnTo>
                      <a:pt x="584297" y="351314"/>
                    </a:lnTo>
                    <a:moveTo>
                      <a:pt x="768887" y="171841"/>
                    </a:moveTo>
                    <a:lnTo>
                      <a:pt x="782546" y="218169"/>
                    </a:lnTo>
                    <a:lnTo>
                      <a:pt x="737288" y="201300"/>
                    </a:lnTo>
                    <a:lnTo>
                      <a:pt x="768887" y="171841"/>
                    </a:lnTo>
                    <a:lnTo>
                      <a:pt x="764937" y="175524"/>
                    </a:lnTo>
                    <a:lnTo>
                      <a:pt x="775181" y="210269"/>
                    </a:lnTo>
                    <a:lnTo>
                      <a:pt x="741238" y="197617"/>
                    </a:lnTo>
                    <a:lnTo>
                      <a:pt x="744921" y="201567"/>
                    </a:lnTo>
                    <a:lnTo>
                      <a:pt x="768619" y="179473"/>
                    </a:lnTo>
                    <a:lnTo>
                      <a:pt x="764937" y="175524"/>
                    </a:lnTo>
                    <a:lnTo>
                      <a:pt x="768887" y="171841"/>
                    </a:lnTo>
                    <a:lnTo>
                      <a:pt x="768352" y="187105"/>
                    </a:lnTo>
                    <a:lnTo>
                      <a:pt x="772301" y="183423"/>
                    </a:lnTo>
                    <a:lnTo>
                      <a:pt x="771767" y="198687"/>
                    </a:lnTo>
                    <a:lnTo>
                      <a:pt x="775716" y="195005"/>
                    </a:lnTo>
                    <a:lnTo>
                      <a:pt x="778864" y="214219"/>
                    </a:lnTo>
                    <a:lnTo>
                      <a:pt x="759917" y="209734"/>
                    </a:lnTo>
                    <a:lnTo>
                      <a:pt x="763867" y="206052"/>
                    </a:lnTo>
                    <a:lnTo>
                      <a:pt x="748603" y="205517"/>
                    </a:lnTo>
                    <a:lnTo>
                      <a:pt x="752553" y="201835"/>
                    </a:lnTo>
                    <a:lnTo>
                      <a:pt x="737288" y="201300"/>
                    </a:lnTo>
                    <a:lnTo>
                      <a:pt x="748870" y="197885"/>
                    </a:lnTo>
                    <a:lnTo>
                      <a:pt x="749138" y="190253"/>
                    </a:lnTo>
                    <a:lnTo>
                      <a:pt x="756770" y="190520"/>
                    </a:lnTo>
                    <a:lnTo>
                      <a:pt x="757037" y="182888"/>
                    </a:lnTo>
                    <a:lnTo>
                      <a:pt x="764669" y="183156"/>
                    </a:lnTo>
                    <a:lnTo>
                      <a:pt x="768887" y="171841"/>
                    </a:lnTo>
                    <a:lnTo>
                      <a:pt x="768619" y="179473"/>
                    </a:lnTo>
                    <a:lnTo>
                      <a:pt x="760987" y="179206"/>
                    </a:lnTo>
                    <a:lnTo>
                      <a:pt x="760720" y="186838"/>
                    </a:lnTo>
                    <a:lnTo>
                      <a:pt x="753088" y="186571"/>
                    </a:lnTo>
                    <a:lnTo>
                      <a:pt x="752820" y="194203"/>
                    </a:lnTo>
                    <a:lnTo>
                      <a:pt x="745188" y="193935"/>
                    </a:lnTo>
                    <a:lnTo>
                      <a:pt x="744921" y="201567"/>
                    </a:lnTo>
                    <a:lnTo>
                      <a:pt x="748603" y="205517"/>
                    </a:lnTo>
                    <a:lnTo>
                      <a:pt x="752553" y="201835"/>
                    </a:lnTo>
                    <a:lnTo>
                      <a:pt x="759917" y="209734"/>
                    </a:lnTo>
                    <a:lnTo>
                      <a:pt x="763867" y="206052"/>
                    </a:lnTo>
                    <a:lnTo>
                      <a:pt x="782546" y="218169"/>
                    </a:lnTo>
                    <a:lnTo>
                      <a:pt x="775181" y="210269"/>
                    </a:lnTo>
                    <a:lnTo>
                      <a:pt x="779131" y="206587"/>
                    </a:lnTo>
                    <a:lnTo>
                      <a:pt x="771767" y="198687"/>
                    </a:lnTo>
                    <a:lnTo>
                      <a:pt x="775716" y="195005"/>
                    </a:lnTo>
                    <a:lnTo>
                      <a:pt x="768352" y="187105"/>
                    </a:lnTo>
                    <a:lnTo>
                      <a:pt x="772301" y="183423"/>
                    </a:lnTo>
                    <a:lnTo>
                      <a:pt x="768619" y="179473"/>
                    </a:lnTo>
                    <a:moveTo>
                      <a:pt x="953209" y="0"/>
                    </a:moveTo>
                    <a:lnTo>
                      <a:pt x="966868" y="46327"/>
                    </a:lnTo>
                    <a:lnTo>
                      <a:pt x="921611" y="29459"/>
                    </a:lnTo>
                    <a:lnTo>
                      <a:pt x="953209" y="0"/>
                    </a:lnTo>
                    <a:lnTo>
                      <a:pt x="949259" y="3682"/>
                    </a:lnTo>
                    <a:lnTo>
                      <a:pt x="959503" y="38428"/>
                    </a:lnTo>
                    <a:lnTo>
                      <a:pt x="925560" y="25776"/>
                    </a:lnTo>
                    <a:lnTo>
                      <a:pt x="929243" y="29726"/>
                    </a:lnTo>
                    <a:lnTo>
                      <a:pt x="952941" y="7632"/>
                    </a:lnTo>
                    <a:lnTo>
                      <a:pt x="949259" y="3682"/>
                    </a:lnTo>
                    <a:lnTo>
                      <a:pt x="953209" y="0"/>
                    </a:lnTo>
                    <a:lnTo>
                      <a:pt x="952674" y="15264"/>
                    </a:lnTo>
                    <a:lnTo>
                      <a:pt x="956623" y="11582"/>
                    </a:lnTo>
                    <a:lnTo>
                      <a:pt x="956089" y="26846"/>
                    </a:lnTo>
                    <a:lnTo>
                      <a:pt x="960038" y="23164"/>
                    </a:lnTo>
                    <a:lnTo>
                      <a:pt x="963186" y="42378"/>
                    </a:lnTo>
                    <a:lnTo>
                      <a:pt x="944239" y="37893"/>
                    </a:lnTo>
                    <a:lnTo>
                      <a:pt x="948189" y="34211"/>
                    </a:lnTo>
                    <a:lnTo>
                      <a:pt x="932925" y="33676"/>
                    </a:lnTo>
                    <a:lnTo>
                      <a:pt x="936875" y="29994"/>
                    </a:lnTo>
                    <a:lnTo>
                      <a:pt x="921611" y="29459"/>
                    </a:lnTo>
                    <a:lnTo>
                      <a:pt x="933192" y="26044"/>
                    </a:lnTo>
                    <a:lnTo>
                      <a:pt x="933460" y="18412"/>
                    </a:lnTo>
                    <a:lnTo>
                      <a:pt x="941092" y="18679"/>
                    </a:lnTo>
                    <a:lnTo>
                      <a:pt x="941359" y="11047"/>
                    </a:lnTo>
                    <a:lnTo>
                      <a:pt x="948991" y="11315"/>
                    </a:lnTo>
                    <a:lnTo>
                      <a:pt x="953209" y="0"/>
                    </a:lnTo>
                    <a:lnTo>
                      <a:pt x="952941" y="7632"/>
                    </a:lnTo>
                    <a:lnTo>
                      <a:pt x="945309" y="7365"/>
                    </a:lnTo>
                    <a:lnTo>
                      <a:pt x="945042" y="14997"/>
                    </a:lnTo>
                    <a:lnTo>
                      <a:pt x="937410" y="14729"/>
                    </a:lnTo>
                    <a:lnTo>
                      <a:pt x="937142" y="22361"/>
                    </a:lnTo>
                    <a:lnTo>
                      <a:pt x="929510" y="22094"/>
                    </a:lnTo>
                    <a:lnTo>
                      <a:pt x="929243" y="29726"/>
                    </a:lnTo>
                    <a:lnTo>
                      <a:pt x="932925" y="33676"/>
                    </a:lnTo>
                    <a:lnTo>
                      <a:pt x="936875" y="29994"/>
                    </a:lnTo>
                    <a:lnTo>
                      <a:pt x="944239" y="37893"/>
                    </a:lnTo>
                    <a:lnTo>
                      <a:pt x="948189" y="34211"/>
                    </a:lnTo>
                    <a:lnTo>
                      <a:pt x="966868" y="46327"/>
                    </a:lnTo>
                    <a:lnTo>
                      <a:pt x="959503" y="38428"/>
                    </a:lnTo>
                    <a:lnTo>
                      <a:pt x="963453" y="34746"/>
                    </a:lnTo>
                    <a:lnTo>
                      <a:pt x="956089" y="26846"/>
                    </a:lnTo>
                    <a:lnTo>
                      <a:pt x="960038" y="23164"/>
                    </a:lnTo>
                    <a:lnTo>
                      <a:pt x="952674" y="15264"/>
                    </a:lnTo>
                    <a:lnTo>
                      <a:pt x="956623" y="11582"/>
                    </a:lnTo>
                    <a:lnTo>
                      <a:pt x="952941" y="763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61" name="Контур"/>
              <p:cNvSpPr/>
              <p:nvPr/>
            </p:nvSpPr>
            <p:spPr>
              <a:xfrm>
                <a:off x="1262148" y="2347203"/>
                <a:ext cx="1120770" cy="1044880"/>
              </a:xfrm>
              <a:custGeom>
                <a:avLst/>
                <a:gdLst/>
                <a:ahLst/>
                <a:cxnLst/>
                <a:rect l="l" t="t" r="r" b="b"/>
                <a:pathLst>
                  <a:path w="1120770" h="1044880" fill="none">
                    <a:moveTo>
                      <a:pt x="1120770" y="0"/>
                    </a:moveTo>
                    <a:lnTo>
                      <a:pt x="1028609" y="85921"/>
                    </a:lnTo>
                    <a:moveTo>
                      <a:pt x="1028609" y="85921"/>
                    </a:moveTo>
                    <a:lnTo>
                      <a:pt x="936448" y="171841"/>
                    </a:lnTo>
                    <a:moveTo>
                      <a:pt x="936448" y="171841"/>
                    </a:moveTo>
                    <a:lnTo>
                      <a:pt x="844287" y="257762"/>
                    </a:lnTo>
                    <a:moveTo>
                      <a:pt x="844287" y="257762"/>
                    </a:moveTo>
                    <a:lnTo>
                      <a:pt x="752126" y="343682"/>
                    </a:lnTo>
                    <a:moveTo>
                      <a:pt x="752126" y="343682"/>
                    </a:moveTo>
                    <a:lnTo>
                      <a:pt x="659965" y="429603"/>
                    </a:lnTo>
                    <a:moveTo>
                      <a:pt x="659965" y="429603"/>
                    </a:moveTo>
                    <a:lnTo>
                      <a:pt x="567804" y="515524"/>
                    </a:lnTo>
                    <a:moveTo>
                      <a:pt x="567804" y="515524"/>
                    </a:moveTo>
                    <a:lnTo>
                      <a:pt x="475643" y="601444"/>
                    </a:lnTo>
                    <a:moveTo>
                      <a:pt x="475643" y="601444"/>
                    </a:moveTo>
                    <a:lnTo>
                      <a:pt x="383482" y="687365"/>
                    </a:lnTo>
                    <a:moveTo>
                      <a:pt x="383482" y="687365"/>
                    </a:moveTo>
                    <a:lnTo>
                      <a:pt x="291321" y="773285"/>
                    </a:lnTo>
                    <a:moveTo>
                      <a:pt x="291321" y="773285"/>
                    </a:moveTo>
                    <a:lnTo>
                      <a:pt x="199160" y="859206"/>
                    </a:lnTo>
                    <a:moveTo>
                      <a:pt x="199160" y="859206"/>
                    </a:moveTo>
                    <a:lnTo>
                      <a:pt x="106999" y="945126"/>
                    </a:lnTo>
                    <a:moveTo>
                      <a:pt x="106999" y="945126"/>
                    </a:moveTo>
                    <a:lnTo>
                      <a:pt x="14838" y="1031047"/>
                    </a:lnTo>
                    <a:moveTo>
                      <a:pt x="14838" y="1031047"/>
                    </a:moveTo>
                    <a:lnTo>
                      <a:pt x="0" y="104488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62" name="Контур"/>
              <p:cNvSpPr/>
              <p:nvPr/>
            </p:nvSpPr>
            <p:spPr>
              <a:xfrm>
                <a:off x="1369270" y="2447774"/>
                <a:ext cx="966868" cy="905533"/>
              </a:xfrm>
              <a:custGeom>
                <a:avLst/>
                <a:gdLst/>
                <a:ahLst/>
                <a:cxnLst/>
                <a:rect l="l" t="t" r="r" b="b"/>
                <a:pathLst>
                  <a:path w="966868" h="905533" fill="none">
                    <a:moveTo>
                      <a:pt x="935270" y="46327"/>
                    </a:moveTo>
                    <a:lnTo>
                      <a:pt x="921611" y="0"/>
                    </a:lnTo>
                    <a:lnTo>
                      <a:pt x="966868" y="16869"/>
                    </a:lnTo>
                    <a:lnTo>
                      <a:pt x="935270" y="46327"/>
                    </a:lnTo>
                    <a:lnTo>
                      <a:pt x="939220" y="42645"/>
                    </a:lnTo>
                    <a:lnTo>
                      <a:pt x="928975" y="7900"/>
                    </a:lnTo>
                    <a:lnTo>
                      <a:pt x="962919" y="20551"/>
                    </a:lnTo>
                    <a:lnTo>
                      <a:pt x="959236" y="16601"/>
                    </a:lnTo>
                    <a:lnTo>
                      <a:pt x="935538" y="38695"/>
                    </a:lnTo>
                    <a:lnTo>
                      <a:pt x="939220" y="42645"/>
                    </a:lnTo>
                    <a:lnTo>
                      <a:pt x="935270" y="46327"/>
                    </a:lnTo>
                    <a:lnTo>
                      <a:pt x="935805" y="31063"/>
                    </a:lnTo>
                    <a:lnTo>
                      <a:pt x="931855" y="34746"/>
                    </a:lnTo>
                    <a:lnTo>
                      <a:pt x="932390" y="19481"/>
                    </a:lnTo>
                    <a:lnTo>
                      <a:pt x="928440" y="23164"/>
                    </a:lnTo>
                    <a:lnTo>
                      <a:pt x="925293" y="3950"/>
                    </a:lnTo>
                    <a:lnTo>
                      <a:pt x="944240" y="8435"/>
                    </a:lnTo>
                    <a:lnTo>
                      <a:pt x="940290" y="12117"/>
                    </a:lnTo>
                    <a:lnTo>
                      <a:pt x="955554" y="12652"/>
                    </a:lnTo>
                    <a:lnTo>
                      <a:pt x="951604" y="16334"/>
                    </a:lnTo>
                    <a:lnTo>
                      <a:pt x="966868" y="16869"/>
                    </a:lnTo>
                    <a:lnTo>
                      <a:pt x="955286" y="20284"/>
                    </a:lnTo>
                    <a:lnTo>
                      <a:pt x="955019" y="27916"/>
                    </a:lnTo>
                    <a:lnTo>
                      <a:pt x="947387" y="27648"/>
                    </a:lnTo>
                    <a:lnTo>
                      <a:pt x="947119" y="35280"/>
                    </a:lnTo>
                    <a:lnTo>
                      <a:pt x="939487" y="35013"/>
                    </a:lnTo>
                    <a:lnTo>
                      <a:pt x="935270" y="46327"/>
                    </a:lnTo>
                    <a:lnTo>
                      <a:pt x="935538" y="38695"/>
                    </a:lnTo>
                    <a:lnTo>
                      <a:pt x="943170" y="38963"/>
                    </a:lnTo>
                    <a:lnTo>
                      <a:pt x="943437" y="31331"/>
                    </a:lnTo>
                    <a:lnTo>
                      <a:pt x="951069" y="31598"/>
                    </a:lnTo>
                    <a:lnTo>
                      <a:pt x="951337" y="23966"/>
                    </a:lnTo>
                    <a:lnTo>
                      <a:pt x="958969" y="24234"/>
                    </a:lnTo>
                    <a:lnTo>
                      <a:pt x="959236" y="16601"/>
                    </a:lnTo>
                    <a:lnTo>
                      <a:pt x="955554" y="12652"/>
                    </a:lnTo>
                    <a:lnTo>
                      <a:pt x="951604" y="16334"/>
                    </a:lnTo>
                    <a:lnTo>
                      <a:pt x="944240" y="8435"/>
                    </a:lnTo>
                    <a:lnTo>
                      <a:pt x="940290" y="12117"/>
                    </a:lnTo>
                    <a:lnTo>
                      <a:pt x="921611" y="0"/>
                    </a:lnTo>
                    <a:lnTo>
                      <a:pt x="928975" y="7900"/>
                    </a:lnTo>
                    <a:lnTo>
                      <a:pt x="925026" y="11582"/>
                    </a:lnTo>
                    <a:lnTo>
                      <a:pt x="932390" y="19481"/>
                    </a:lnTo>
                    <a:lnTo>
                      <a:pt x="928440" y="23164"/>
                    </a:lnTo>
                    <a:lnTo>
                      <a:pt x="935805" y="31063"/>
                    </a:lnTo>
                    <a:lnTo>
                      <a:pt x="931855" y="34746"/>
                    </a:lnTo>
                    <a:lnTo>
                      <a:pt x="935538" y="38695"/>
                    </a:lnTo>
                    <a:moveTo>
                      <a:pt x="750948" y="218169"/>
                    </a:moveTo>
                    <a:lnTo>
                      <a:pt x="737289" y="171841"/>
                    </a:lnTo>
                    <a:lnTo>
                      <a:pt x="782546" y="188710"/>
                    </a:lnTo>
                    <a:lnTo>
                      <a:pt x="750948" y="218169"/>
                    </a:lnTo>
                    <a:lnTo>
                      <a:pt x="754898" y="214486"/>
                    </a:lnTo>
                    <a:lnTo>
                      <a:pt x="744653" y="179741"/>
                    </a:lnTo>
                    <a:lnTo>
                      <a:pt x="778596" y="192392"/>
                    </a:lnTo>
                    <a:lnTo>
                      <a:pt x="774914" y="188443"/>
                    </a:lnTo>
                    <a:lnTo>
                      <a:pt x="751216" y="210536"/>
                    </a:lnTo>
                    <a:lnTo>
                      <a:pt x="754898" y="214486"/>
                    </a:lnTo>
                    <a:lnTo>
                      <a:pt x="750948" y="218169"/>
                    </a:lnTo>
                    <a:lnTo>
                      <a:pt x="751483" y="202904"/>
                    </a:lnTo>
                    <a:lnTo>
                      <a:pt x="747533" y="206587"/>
                    </a:lnTo>
                    <a:lnTo>
                      <a:pt x="748068" y="191323"/>
                    </a:lnTo>
                    <a:lnTo>
                      <a:pt x="744118" y="195005"/>
                    </a:lnTo>
                    <a:lnTo>
                      <a:pt x="740971" y="175791"/>
                    </a:lnTo>
                    <a:lnTo>
                      <a:pt x="759917" y="180276"/>
                    </a:lnTo>
                    <a:lnTo>
                      <a:pt x="755968" y="183958"/>
                    </a:lnTo>
                    <a:lnTo>
                      <a:pt x="771232" y="184493"/>
                    </a:lnTo>
                    <a:lnTo>
                      <a:pt x="767282" y="188175"/>
                    </a:lnTo>
                    <a:lnTo>
                      <a:pt x="782546" y="188710"/>
                    </a:lnTo>
                    <a:lnTo>
                      <a:pt x="770964" y="192125"/>
                    </a:lnTo>
                    <a:lnTo>
                      <a:pt x="770697" y="199757"/>
                    </a:lnTo>
                    <a:lnTo>
                      <a:pt x="763065" y="199490"/>
                    </a:lnTo>
                    <a:lnTo>
                      <a:pt x="762797" y="207122"/>
                    </a:lnTo>
                    <a:lnTo>
                      <a:pt x="755165" y="206854"/>
                    </a:lnTo>
                    <a:lnTo>
                      <a:pt x="750948" y="218169"/>
                    </a:lnTo>
                    <a:lnTo>
                      <a:pt x="751216" y="210536"/>
                    </a:lnTo>
                    <a:lnTo>
                      <a:pt x="758848" y="210804"/>
                    </a:lnTo>
                    <a:lnTo>
                      <a:pt x="759115" y="203172"/>
                    </a:lnTo>
                    <a:lnTo>
                      <a:pt x="766747" y="203439"/>
                    </a:lnTo>
                    <a:lnTo>
                      <a:pt x="767015" y="195807"/>
                    </a:lnTo>
                    <a:lnTo>
                      <a:pt x="774647" y="196075"/>
                    </a:lnTo>
                    <a:lnTo>
                      <a:pt x="774914" y="188443"/>
                    </a:lnTo>
                    <a:lnTo>
                      <a:pt x="771232" y="184493"/>
                    </a:lnTo>
                    <a:lnTo>
                      <a:pt x="767282" y="188175"/>
                    </a:lnTo>
                    <a:lnTo>
                      <a:pt x="759917" y="180276"/>
                    </a:lnTo>
                    <a:lnTo>
                      <a:pt x="755968" y="183958"/>
                    </a:lnTo>
                    <a:lnTo>
                      <a:pt x="737289" y="171841"/>
                    </a:lnTo>
                    <a:lnTo>
                      <a:pt x="744653" y="179741"/>
                    </a:lnTo>
                    <a:lnTo>
                      <a:pt x="740704" y="183423"/>
                    </a:lnTo>
                    <a:lnTo>
                      <a:pt x="748068" y="191323"/>
                    </a:lnTo>
                    <a:lnTo>
                      <a:pt x="744118" y="195005"/>
                    </a:lnTo>
                    <a:lnTo>
                      <a:pt x="751483" y="202904"/>
                    </a:lnTo>
                    <a:lnTo>
                      <a:pt x="747533" y="206587"/>
                    </a:lnTo>
                    <a:lnTo>
                      <a:pt x="751216" y="210536"/>
                    </a:lnTo>
                    <a:moveTo>
                      <a:pt x="566626" y="390010"/>
                    </a:moveTo>
                    <a:lnTo>
                      <a:pt x="552967" y="343682"/>
                    </a:lnTo>
                    <a:lnTo>
                      <a:pt x="598224" y="360551"/>
                    </a:lnTo>
                    <a:lnTo>
                      <a:pt x="566626" y="390010"/>
                    </a:lnTo>
                    <a:lnTo>
                      <a:pt x="570576" y="386327"/>
                    </a:lnTo>
                    <a:lnTo>
                      <a:pt x="560331" y="351582"/>
                    </a:lnTo>
                    <a:lnTo>
                      <a:pt x="594274" y="364234"/>
                    </a:lnTo>
                    <a:lnTo>
                      <a:pt x="590592" y="360284"/>
                    </a:lnTo>
                    <a:lnTo>
                      <a:pt x="566894" y="382378"/>
                    </a:lnTo>
                    <a:lnTo>
                      <a:pt x="570576" y="386327"/>
                    </a:lnTo>
                    <a:lnTo>
                      <a:pt x="566626" y="390010"/>
                    </a:lnTo>
                    <a:lnTo>
                      <a:pt x="567161" y="374746"/>
                    </a:lnTo>
                    <a:lnTo>
                      <a:pt x="563211" y="378428"/>
                    </a:lnTo>
                    <a:lnTo>
                      <a:pt x="563746" y="363164"/>
                    </a:lnTo>
                    <a:lnTo>
                      <a:pt x="559796" y="366846"/>
                    </a:lnTo>
                    <a:lnTo>
                      <a:pt x="556649" y="347632"/>
                    </a:lnTo>
                    <a:lnTo>
                      <a:pt x="575595" y="352117"/>
                    </a:lnTo>
                    <a:lnTo>
                      <a:pt x="571646" y="355799"/>
                    </a:lnTo>
                    <a:lnTo>
                      <a:pt x="586910" y="356334"/>
                    </a:lnTo>
                    <a:lnTo>
                      <a:pt x="582960" y="360016"/>
                    </a:lnTo>
                    <a:lnTo>
                      <a:pt x="598224" y="360551"/>
                    </a:lnTo>
                    <a:lnTo>
                      <a:pt x="586642" y="363966"/>
                    </a:lnTo>
                    <a:lnTo>
                      <a:pt x="586375" y="371598"/>
                    </a:lnTo>
                    <a:lnTo>
                      <a:pt x="578743" y="371331"/>
                    </a:lnTo>
                    <a:lnTo>
                      <a:pt x="578475" y="378963"/>
                    </a:lnTo>
                    <a:lnTo>
                      <a:pt x="570843" y="378695"/>
                    </a:lnTo>
                    <a:lnTo>
                      <a:pt x="566626" y="390010"/>
                    </a:lnTo>
                    <a:lnTo>
                      <a:pt x="566894" y="382378"/>
                    </a:lnTo>
                    <a:lnTo>
                      <a:pt x="574526" y="382645"/>
                    </a:lnTo>
                    <a:lnTo>
                      <a:pt x="574793" y="375013"/>
                    </a:lnTo>
                    <a:lnTo>
                      <a:pt x="582425" y="375280"/>
                    </a:lnTo>
                    <a:lnTo>
                      <a:pt x="582693" y="367648"/>
                    </a:lnTo>
                    <a:lnTo>
                      <a:pt x="590325" y="367916"/>
                    </a:lnTo>
                    <a:lnTo>
                      <a:pt x="590592" y="360284"/>
                    </a:lnTo>
                    <a:lnTo>
                      <a:pt x="586910" y="356334"/>
                    </a:lnTo>
                    <a:lnTo>
                      <a:pt x="582960" y="360016"/>
                    </a:lnTo>
                    <a:lnTo>
                      <a:pt x="575595" y="352117"/>
                    </a:lnTo>
                    <a:lnTo>
                      <a:pt x="571646" y="355799"/>
                    </a:lnTo>
                    <a:lnTo>
                      <a:pt x="552967" y="343682"/>
                    </a:lnTo>
                    <a:lnTo>
                      <a:pt x="560331" y="351582"/>
                    </a:lnTo>
                    <a:lnTo>
                      <a:pt x="556381" y="355264"/>
                    </a:lnTo>
                    <a:lnTo>
                      <a:pt x="563746" y="363164"/>
                    </a:lnTo>
                    <a:lnTo>
                      <a:pt x="559796" y="366846"/>
                    </a:lnTo>
                    <a:lnTo>
                      <a:pt x="567161" y="374746"/>
                    </a:lnTo>
                    <a:lnTo>
                      <a:pt x="563211" y="378428"/>
                    </a:lnTo>
                    <a:lnTo>
                      <a:pt x="566894" y="382378"/>
                    </a:lnTo>
                    <a:moveTo>
                      <a:pt x="382304" y="561851"/>
                    </a:moveTo>
                    <a:lnTo>
                      <a:pt x="368645" y="515524"/>
                    </a:lnTo>
                    <a:lnTo>
                      <a:pt x="413902" y="532392"/>
                    </a:lnTo>
                    <a:lnTo>
                      <a:pt x="382304" y="561851"/>
                    </a:lnTo>
                    <a:lnTo>
                      <a:pt x="386254" y="558169"/>
                    </a:lnTo>
                    <a:lnTo>
                      <a:pt x="376009" y="523423"/>
                    </a:lnTo>
                    <a:lnTo>
                      <a:pt x="409952" y="536075"/>
                    </a:lnTo>
                    <a:lnTo>
                      <a:pt x="406270" y="532125"/>
                    </a:lnTo>
                    <a:lnTo>
                      <a:pt x="382571" y="554219"/>
                    </a:lnTo>
                    <a:lnTo>
                      <a:pt x="386254" y="558169"/>
                    </a:lnTo>
                    <a:lnTo>
                      <a:pt x="382304" y="561851"/>
                    </a:lnTo>
                    <a:lnTo>
                      <a:pt x="382839" y="546587"/>
                    </a:lnTo>
                    <a:lnTo>
                      <a:pt x="378889" y="550269"/>
                    </a:lnTo>
                    <a:lnTo>
                      <a:pt x="379424" y="535005"/>
                    </a:lnTo>
                    <a:lnTo>
                      <a:pt x="375474" y="538687"/>
                    </a:lnTo>
                    <a:lnTo>
                      <a:pt x="372327" y="519473"/>
                    </a:lnTo>
                    <a:lnTo>
                      <a:pt x="391273" y="523958"/>
                    </a:lnTo>
                    <a:lnTo>
                      <a:pt x="387324" y="527640"/>
                    </a:lnTo>
                    <a:lnTo>
                      <a:pt x="402588" y="528175"/>
                    </a:lnTo>
                    <a:lnTo>
                      <a:pt x="398638" y="531857"/>
                    </a:lnTo>
                    <a:lnTo>
                      <a:pt x="413902" y="532392"/>
                    </a:lnTo>
                    <a:lnTo>
                      <a:pt x="402320" y="535807"/>
                    </a:lnTo>
                    <a:lnTo>
                      <a:pt x="402053" y="543439"/>
                    </a:lnTo>
                    <a:lnTo>
                      <a:pt x="394421" y="543172"/>
                    </a:lnTo>
                    <a:lnTo>
                      <a:pt x="394153" y="550804"/>
                    </a:lnTo>
                    <a:lnTo>
                      <a:pt x="386521" y="550536"/>
                    </a:lnTo>
                    <a:lnTo>
                      <a:pt x="382304" y="561851"/>
                    </a:lnTo>
                    <a:lnTo>
                      <a:pt x="382571" y="554219"/>
                    </a:lnTo>
                    <a:lnTo>
                      <a:pt x="390204" y="554486"/>
                    </a:lnTo>
                    <a:lnTo>
                      <a:pt x="390471" y="546854"/>
                    </a:lnTo>
                    <a:lnTo>
                      <a:pt x="398103" y="547122"/>
                    </a:lnTo>
                    <a:lnTo>
                      <a:pt x="398370" y="539490"/>
                    </a:lnTo>
                    <a:lnTo>
                      <a:pt x="406003" y="539757"/>
                    </a:lnTo>
                    <a:lnTo>
                      <a:pt x="406270" y="532125"/>
                    </a:lnTo>
                    <a:lnTo>
                      <a:pt x="402588" y="528175"/>
                    </a:lnTo>
                    <a:lnTo>
                      <a:pt x="398638" y="531857"/>
                    </a:lnTo>
                    <a:lnTo>
                      <a:pt x="391273" y="523958"/>
                    </a:lnTo>
                    <a:lnTo>
                      <a:pt x="387324" y="527640"/>
                    </a:lnTo>
                    <a:lnTo>
                      <a:pt x="368645" y="515524"/>
                    </a:lnTo>
                    <a:lnTo>
                      <a:pt x="376009" y="523423"/>
                    </a:lnTo>
                    <a:lnTo>
                      <a:pt x="372059" y="527105"/>
                    </a:lnTo>
                    <a:lnTo>
                      <a:pt x="379424" y="535005"/>
                    </a:lnTo>
                    <a:lnTo>
                      <a:pt x="375474" y="538687"/>
                    </a:lnTo>
                    <a:lnTo>
                      <a:pt x="382839" y="546587"/>
                    </a:lnTo>
                    <a:lnTo>
                      <a:pt x="378889" y="550269"/>
                    </a:lnTo>
                    <a:lnTo>
                      <a:pt x="382571" y="554219"/>
                    </a:lnTo>
                    <a:moveTo>
                      <a:pt x="197982" y="733692"/>
                    </a:moveTo>
                    <a:lnTo>
                      <a:pt x="184322" y="687365"/>
                    </a:lnTo>
                    <a:lnTo>
                      <a:pt x="229580" y="704233"/>
                    </a:lnTo>
                    <a:lnTo>
                      <a:pt x="197982" y="733692"/>
                    </a:lnTo>
                    <a:lnTo>
                      <a:pt x="201932" y="730010"/>
                    </a:lnTo>
                    <a:lnTo>
                      <a:pt x="191687" y="695264"/>
                    </a:lnTo>
                    <a:lnTo>
                      <a:pt x="225630" y="707916"/>
                    </a:lnTo>
                    <a:lnTo>
                      <a:pt x="221948" y="703966"/>
                    </a:lnTo>
                    <a:lnTo>
                      <a:pt x="198249" y="726060"/>
                    </a:lnTo>
                    <a:lnTo>
                      <a:pt x="201932" y="730010"/>
                    </a:lnTo>
                    <a:lnTo>
                      <a:pt x="197982" y="733692"/>
                    </a:lnTo>
                    <a:lnTo>
                      <a:pt x="198517" y="718428"/>
                    </a:lnTo>
                    <a:lnTo>
                      <a:pt x="194567" y="722110"/>
                    </a:lnTo>
                    <a:lnTo>
                      <a:pt x="195102" y="706846"/>
                    </a:lnTo>
                    <a:lnTo>
                      <a:pt x="191152" y="710528"/>
                    </a:lnTo>
                    <a:lnTo>
                      <a:pt x="188005" y="691314"/>
                    </a:lnTo>
                    <a:lnTo>
                      <a:pt x="206951" y="695799"/>
                    </a:lnTo>
                    <a:lnTo>
                      <a:pt x="203001" y="699481"/>
                    </a:lnTo>
                    <a:lnTo>
                      <a:pt x="218266" y="700016"/>
                    </a:lnTo>
                    <a:lnTo>
                      <a:pt x="214316" y="703699"/>
                    </a:lnTo>
                    <a:lnTo>
                      <a:pt x="229580" y="704233"/>
                    </a:lnTo>
                    <a:lnTo>
                      <a:pt x="217998" y="707648"/>
                    </a:lnTo>
                    <a:lnTo>
                      <a:pt x="217731" y="715280"/>
                    </a:lnTo>
                    <a:lnTo>
                      <a:pt x="210099" y="715013"/>
                    </a:lnTo>
                    <a:lnTo>
                      <a:pt x="209831" y="722645"/>
                    </a:lnTo>
                    <a:lnTo>
                      <a:pt x="202199" y="722378"/>
                    </a:lnTo>
                    <a:lnTo>
                      <a:pt x="197982" y="733692"/>
                    </a:lnTo>
                    <a:lnTo>
                      <a:pt x="198249" y="726060"/>
                    </a:lnTo>
                    <a:lnTo>
                      <a:pt x="205881" y="726327"/>
                    </a:lnTo>
                    <a:lnTo>
                      <a:pt x="206149" y="718695"/>
                    </a:lnTo>
                    <a:lnTo>
                      <a:pt x="213781" y="718963"/>
                    </a:lnTo>
                    <a:lnTo>
                      <a:pt x="214048" y="711331"/>
                    </a:lnTo>
                    <a:lnTo>
                      <a:pt x="221680" y="711598"/>
                    </a:lnTo>
                    <a:lnTo>
                      <a:pt x="221948" y="703966"/>
                    </a:lnTo>
                    <a:lnTo>
                      <a:pt x="218266" y="700016"/>
                    </a:lnTo>
                    <a:lnTo>
                      <a:pt x="214316" y="703699"/>
                    </a:lnTo>
                    <a:lnTo>
                      <a:pt x="206951" y="695799"/>
                    </a:lnTo>
                    <a:lnTo>
                      <a:pt x="203001" y="699481"/>
                    </a:lnTo>
                    <a:lnTo>
                      <a:pt x="184322" y="687365"/>
                    </a:lnTo>
                    <a:lnTo>
                      <a:pt x="191687" y="695264"/>
                    </a:lnTo>
                    <a:lnTo>
                      <a:pt x="187737" y="698946"/>
                    </a:lnTo>
                    <a:lnTo>
                      <a:pt x="195102" y="706846"/>
                    </a:lnTo>
                    <a:lnTo>
                      <a:pt x="191152" y="710528"/>
                    </a:lnTo>
                    <a:lnTo>
                      <a:pt x="198517" y="718428"/>
                    </a:lnTo>
                    <a:lnTo>
                      <a:pt x="194567" y="722110"/>
                    </a:lnTo>
                    <a:lnTo>
                      <a:pt x="198249" y="726060"/>
                    </a:lnTo>
                    <a:moveTo>
                      <a:pt x="13660" y="905533"/>
                    </a:moveTo>
                    <a:lnTo>
                      <a:pt x="0" y="859206"/>
                    </a:lnTo>
                    <a:lnTo>
                      <a:pt x="45258" y="876075"/>
                    </a:lnTo>
                    <a:lnTo>
                      <a:pt x="13660" y="905533"/>
                    </a:lnTo>
                    <a:lnTo>
                      <a:pt x="17610" y="901851"/>
                    </a:lnTo>
                    <a:lnTo>
                      <a:pt x="7365" y="867105"/>
                    </a:lnTo>
                    <a:lnTo>
                      <a:pt x="41308" y="879757"/>
                    </a:lnTo>
                    <a:lnTo>
                      <a:pt x="37626" y="875807"/>
                    </a:lnTo>
                    <a:lnTo>
                      <a:pt x="13927" y="897901"/>
                    </a:lnTo>
                    <a:lnTo>
                      <a:pt x="17610" y="901851"/>
                    </a:lnTo>
                    <a:lnTo>
                      <a:pt x="13660" y="905533"/>
                    </a:lnTo>
                    <a:lnTo>
                      <a:pt x="14195" y="890269"/>
                    </a:lnTo>
                    <a:lnTo>
                      <a:pt x="10245" y="893951"/>
                    </a:lnTo>
                    <a:lnTo>
                      <a:pt x="10780" y="878687"/>
                    </a:lnTo>
                    <a:lnTo>
                      <a:pt x="6830" y="882369"/>
                    </a:lnTo>
                    <a:lnTo>
                      <a:pt x="3683" y="863156"/>
                    </a:lnTo>
                    <a:lnTo>
                      <a:pt x="22629" y="867640"/>
                    </a:lnTo>
                    <a:lnTo>
                      <a:pt x="18679" y="871323"/>
                    </a:lnTo>
                    <a:lnTo>
                      <a:pt x="33944" y="871857"/>
                    </a:lnTo>
                    <a:lnTo>
                      <a:pt x="29994" y="875540"/>
                    </a:lnTo>
                    <a:lnTo>
                      <a:pt x="45258" y="876075"/>
                    </a:lnTo>
                    <a:lnTo>
                      <a:pt x="33676" y="879489"/>
                    </a:lnTo>
                    <a:lnTo>
                      <a:pt x="33409" y="887122"/>
                    </a:lnTo>
                    <a:lnTo>
                      <a:pt x="25777" y="886854"/>
                    </a:lnTo>
                    <a:lnTo>
                      <a:pt x="25509" y="894486"/>
                    </a:lnTo>
                    <a:lnTo>
                      <a:pt x="17877" y="894219"/>
                    </a:lnTo>
                    <a:lnTo>
                      <a:pt x="13660" y="905533"/>
                    </a:lnTo>
                    <a:lnTo>
                      <a:pt x="13927" y="897901"/>
                    </a:lnTo>
                    <a:lnTo>
                      <a:pt x="21559" y="898168"/>
                    </a:lnTo>
                    <a:lnTo>
                      <a:pt x="21827" y="890536"/>
                    </a:lnTo>
                    <a:lnTo>
                      <a:pt x="29459" y="890804"/>
                    </a:lnTo>
                    <a:lnTo>
                      <a:pt x="29726" y="883172"/>
                    </a:lnTo>
                    <a:lnTo>
                      <a:pt x="37358" y="883439"/>
                    </a:lnTo>
                    <a:lnTo>
                      <a:pt x="37626" y="875807"/>
                    </a:lnTo>
                    <a:lnTo>
                      <a:pt x="33944" y="871857"/>
                    </a:lnTo>
                    <a:lnTo>
                      <a:pt x="29994" y="875540"/>
                    </a:lnTo>
                    <a:lnTo>
                      <a:pt x="22629" y="867640"/>
                    </a:lnTo>
                    <a:lnTo>
                      <a:pt x="18679" y="871323"/>
                    </a:lnTo>
                    <a:lnTo>
                      <a:pt x="0" y="859206"/>
                    </a:lnTo>
                    <a:lnTo>
                      <a:pt x="7365" y="867105"/>
                    </a:lnTo>
                    <a:lnTo>
                      <a:pt x="3415" y="870788"/>
                    </a:lnTo>
                    <a:lnTo>
                      <a:pt x="10780" y="878687"/>
                    </a:lnTo>
                    <a:lnTo>
                      <a:pt x="6830" y="882369"/>
                    </a:lnTo>
                    <a:lnTo>
                      <a:pt x="14195" y="890269"/>
                    </a:lnTo>
                    <a:lnTo>
                      <a:pt x="10245" y="893951"/>
                    </a:lnTo>
                    <a:lnTo>
                      <a:pt x="13927" y="89790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63" name="Контур"/>
              <p:cNvSpPr/>
              <p:nvPr/>
            </p:nvSpPr>
            <p:spPr>
              <a:xfrm>
                <a:off x="755628" y="2849203"/>
                <a:ext cx="506520" cy="542880"/>
              </a:xfrm>
              <a:custGeom>
                <a:avLst/>
                <a:gdLst/>
                <a:ahLst/>
                <a:cxnLst/>
                <a:rect l="l" t="t" r="r" b="b"/>
                <a:pathLst>
                  <a:path w="506520" h="542880" fill="none">
                    <a:moveTo>
                      <a:pt x="0" y="0"/>
                    </a:moveTo>
                    <a:lnTo>
                      <a:pt x="85957" y="92127"/>
                    </a:lnTo>
                    <a:moveTo>
                      <a:pt x="85957" y="92127"/>
                    </a:moveTo>
                    <a:lnTo>
                      <a:pt x="171914" y="184254"/>
                    </a:lnTo>
                    <a:moveTo>
                      <a:pt x="171914" y="184254"/>
                    </a:moveTo>
                    <a:lnTo>
                      <a:pt x="257871" y="276382"/>
                    </a:lnTo>
                    <a:moveTo>
                      <a:pt x="257871" y="276382"/>
                    </a:moveTo>
                    <a:lnTo>
                      <a:pt x="343828" y="368509"/>
                    </a:lnTo>
                    <a:moveTo>
                      <a:pt x="343828" y="368509"/>
                    </a:moveTo>
                    <a:lnTo>
                      <a:pt x="429785" y="460636"/>
                    </a:lnTo>
                    <a:moveTo>
                      <a:pt x="429785" y="460636"/>
                    </a:moveTo>
                    <a:lnTo>
                      <a:pt x="506520" y="54288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64" name="Контур"/>
              <p:cNvSpPr/>
              <p:nvPr/>
            </p:nvSpPr>
            <p:spPr>
              <a:xfrm>
                <a:off x="856236" y="2895937"/>
                <a:ext cx="390149" cy="413773"/>
              </a:xfrm>
              <a:custGeom>
                <a:avLst/>
                <a:gdLst/>
                <a:ahLst/>
                <a:cxnLst/>
                <a:rect l="l" t="t" r="r" b="b"/>
                <a:pathLst>
                  <a:path w="390149" h="413773" fill="none">
                    <a:moveTo>
                      <a:pt x="46322" y="31586"/>
                    </a:moveTo>
                    <a:lnTo>
                      <a:pt x="0" y="45264"/>
                    </a:lnTo>
                    <a:lnTo>
                      <a:pt x="16851" y="0"/>
                    </a:lnTo>
                    <a:lnTo>
                      <a:pt x="46322" y="31586"/>
                    </a:lnTo>
                    <a:lnTo>
                      <a:pt x="42638" y="27638"/>
                    </a:lnTo>
                    <a:lnTo>
                      <a:pt x="7896" y="37896"/>
                    </a:lnTo>
                    <a:lnTo>
                      <a:pt x="20534" y="3948"/>
                    </a:lnTo>
                    <a:lnTo>
                      <a:pt x="16586" y="7632"/>
                    </a:lnTo>
                    <a:lnTo>
                      <a:pt x="38689" y="31322"/>
                    </a:lnTo>
                    <a:lnTo>
                      <a:pt x="42638" y="27638"/>
                    </a:lnTo>
                    <a:lnTo>
                      <a:pt x="46322" y="31586"/>
                    </a:lnTo>
                    <a:lnTo>
                      <a:pt x="31057" y="31058"/>
                    </a:lnTo>
                    <a:lnTo>
                      <a:pt x="34741" y="35006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948" y="41580"/>
                    </a:lnTo>
                    <a:lnTo>
                      <a:pt x="8425" y="22632"/>
                    </a:lnTo>
                    <a:lnTo>
                      <a:pt x="12109" y="26580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16851" y="0"/>
                    </a:lnTo>
                    <a:lnTo>
                      <a:pt x="20270" y="11580"/>
                    </a:lnTo>
                    <a:lnTo>
                      <a:pt x="27902" y="11845"/>
                    </a:lnTo>
                    <a:lnTo>
                      <a:pt x="27638" y="19477"/>
                    </a:lnTo>
                    <a:lnTo>
                      <a:pt x="35270" y="19741"/>
                    </a:lnTo>
                    <a:lnTo>
                      <a:pt x="35006" y="27374"/>
                    </a:lnTo>
                    <a:lnTo>
                      <a:pt x="46322" y="31586"/>
                    </a:lnTo>
                    <a:lnTo>
                      <a:pt x="38689" y="31322"/>
                    </a:lnTo>
                    <a:lnTo>
                      <a:pt x="38954" y="23690"/>
                    </a:lnTo>
                    <a:lnTo>
                      <a:pt x="31322" y="23425"/>
                    </a:lnTo>
                    <a:lnTo>
                      <a:pt x="31586" y="15793"/>
                    </a:lnTo>
                    <a:lnTo>
                      <a:pt x="23954" y="15529"/>
                    </a:lnTo>
                    <a:lnTo>
                      <a:pt x="24218" y="7897"/>
                    </a:lnTo>
                    <a:lnTo>
                      <a:pt x="16586" y="7632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8425" y="22632"/>
                    </a:lnTo>
                    <a:lnTo>
                      <a:pt x="12109" y="26580"/>
                    </a:lnTo>
                    <a:lnTo>
                      <a:pt x="0" y="45264"/>
                    </a:lnTo>
                    <a:lnTo>
                      <a:pt x="7896" y="37896"/>
                    </a:lnTo>
                    <a:lnTo>
                      <a:pt x="11580" y="41845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1057" y="31058"/>
                    </a:lnTo>
                    <a:lnTo>
                      <a:pt x="34741" y="35006"/>
                    </a:lnTo>
                    <a:lnTo>
                      <a:pt x="38689" y="31322"/>
                    </a:lnTo>
                    <a:moveTo>
                      <a:pt x="218235" y="215841"/>
                    </a:moveTo>
                    <a:lnTo>
                      <a:pt x="171913" y="229519"/>
                    </a:lnTo>
                    <a:lnTo>
                      <a:pt x="188764" y="184254"/>
                    </a:lnTo>
                    <a:lnTo>
                      <a:pt x="218235" y="215841"/>
                    </a:lnTo>
                    <a:lnTo>
                      <a:pt x="214551" y="211893"/>
                    </a:lnTo>
                    <a:lnTo>
                      <a:pt x="179810" y="222151"/>
                    </a:lnTo>
                    <a:lnTo>
                      <a:pt x="192448" y="188203"/>
                    </a:lnTo>
                    <a:lnTo>
                      <a:pt x="188500" y="191887"/>
                    </a:lnTo>
                    <a:lnTo>
                      <a:pt x="210603" y="215576"/>
                    </a:lnTo>
                    <a:lnTo>
                      <a:pt x="214551" y="211893"/>
                    </a:lnTo>
                    <a:lnTo>
                      <a:pt x="218235" y="215841"/>
                    </a:lnTo>
                    <a:lnTo>
                      <a:pt x="202971" y="215312"/>
                    </a:lnTo>
                    <a:lnTo>
                      <a:pt x="206655" y="219260"/>
                    </a:lnTo>
                    <a:lnTo>
                      <a:pt x="191390" y="218731"/>
                    </a:lnTo>
                    <a:lnTo>
                      <a:pt x="195074" y="222680"/>
                    </a:lnTo>
                    <a:lnTo>
                      <a:pt x="175862" y="225835"/>
                    </a:lnTo>
                    <a:lnTo>
                      <a:pt x="180339" y="206886"/>
                    </a:lnTo>
                    <a:lnTo>
                      <a:pt x="184023" y="210835"/>
                    </a:lnTo>
                    <a:lnTo>
                      <a:pt x="184552" y="195570"/>
                    </a:lnTo>
                    <a:lnTo>
                      <a:pt x="188235" y="199519"/>
                    </a:lnTo>
                    <a:lnTo>
                      <a:pt x="188764" y="184254"/>
                    </a:lnTo>
                    <a:lnTo>
                      <a:pt x="192184" y="195835"/>
                    </a:lnTo>
                    <a:lnTo>
                      <a:pt x="199816" y="196099"/>
                    </a:lnTo>
                    <a:lnTo>
                      <a:pt x="199551" y="203731"/>
                    </a:lnTo>
                    <a:lnTo>
                      <a:pt x="207184" y="203996"/>
                    </a:lnTo>
                    <a:lnTo>
                      <a:pt x="206919" y="211628"/>
                    </a:lnTo>
                    <a:lnTo>
                      <a:pt x="218235" y="215841"/>
                    </a:lnTo>
                    <a:lnTo>
                      <a:pt x="210603" y="215576"/>
                    </a:lnTo>
                    <a:lnTo>
                      <a:pt x="210867" y="207944"/>
                    </a:lnTo>
                    <a:lnTo>
                      <a:pt x="203235" y="207680"/>
                    </a:lnTo>
                    <a:lnTo>
                      <a:pt x="203500" y="200048"/>
                    </a:lnTo>
                    <a:lnTo>
                      <a:pt x="195868" y="199783"/>
                    </a:lnTo>
                    <a:lnTo>
                      <a:pt x="196132" y="192151"/>
                    </a:lnTo>
                    <a:lnTo>
                      <a:pt x="188500" y="191887"/>
                    </a:lnTo>
                    <a:lnTo>
                      <a:pt x="184552" y="195570"/>
                    </a:lnTo>
                    <a:lnTo>
                      <a:pt x="188235" y="199519"/>
                    </a:lnTo>
                    <a:lnTo>
                      <a:pt x="180339" y="206886"/>
                    </a:lnTo>
                    <a:lnTo>
                      <a:pt x="184023" y="210835"/>
                    </a:lnTo>
                    <a:lnTo>
                      <a:pt x="171913" y="229519"/>
                    </a:lnTo>
                    <a:lnTo>
                      <a:pt x="179810" y="222151"/>
                    </a:lnTo>
                    <a:lnTo>
                      <a:pt x="183494" y="226099"/>
                    </a:lnTo>
                    <a:lnTo>
                      <a:pt x="191390" y="218731"/>
                    </a:lnTo>
                    <a:lnTo>
                      <a:pt x="195074" y="222680"/>
                    </a:lnTo>
                    <a:lnTo>
                      <a:pt x="202971" y="215312"/>
                    </a:lnTo>
                    <a:lnTo>
                      <a:pt x="206655" y="219260"/>
                    </a:lnTo>
                    <a:lnTo>
                      <a:pt x="210603" y="215576"/>
                    </a:lnTo>
                    <a:moveTo>
                      <a:pt x="390149" y="400095"/>
                    </a:moveTo>
                    <a:lnTo>
                      <a:pt x="343827" y="413773"/>
                    </a:lnTo>
                    <a:lnTo>
                      <a:pt x="360678" y="368509"/>
                    </a:lnTo>
                    <a:lnTo>
                      <a:pt x="390149" y="400095"/>
                    </a:lnTo>
                    <a:lnTo>
                      <a:pt x="386465" y="396147"/>
                    </a:lnTo>
                    <a:lnTo>
                      <a:pt x="351724" y="406405"/>
                    </a:lnTo>
                    <a:lnTo>
                      <a:pt x="364362" y="372457"/>
                    </a:lnTo>
                    <a:lnTo>
                      <a:pt x="360414" y="376141"/>
                    </a:lnTo>
                    <a:lnTo>
                      <a:pt x="382517" y="399831"/>
                    </a:lnTo>
                    <a:lnTo>
                      <a:pt x="386465" y="396147"/>
                    </a:lnTo>
                    <a:lnTo>
                      <a:pt x="390149" y="400095"/>
                    </a:lnTo>
                    <a:lnTo>
                      <a:pt x="374885" y="399566"/>
                    </a:lnTo>
                    <a:lnTo>
                      <a:pt x="378568" y="403515"/>
                    </a:lnTo>
                    <a:lnTo>
                      <a:pt x="363304" y="402986"/>
                    </a:lnTo>
                    <a:lnTo>
                      <a:pt x="366988" y="406934"/>
                    </a:lnTo>
                    <a:lnTo>
                      <a:pt x="347775" y="410089"/>
                    </a:lnTo>
                    <a:lnTo>
                      <a:pt x="352252" y="391141"/>
                    </a:lnTo>
                    <a:lnTo>
                      <a:pt x="355936" y="395089"/>
                    </a:lnTo>
                    <a:lnTo>
                      <a:pt x="356465" y="379825"/>
                    </a:lnTo>
                    <a:lnTo>
                      <a:pt x="360149" y="383773"/>
                    </a:lnTo>
                    <a:lnTo>
                      <a:pt x="360678" y="368509"/>
                    </a:lnTo>
                    <a:lnTo>
                      <a:pt x="364097" y="380089"/>
                    </a:lnTo>
                    <a:lnTo>
                      <a:pt x="371730" y="380354"/>
                    </a:lnTo>
                    <a:lnTo>
                      <a:pt x="371465" y="387986"/>
                    </a:lnTo>
                    <a:lnTo>
                      <a:pt x="379097" y="388250"/>
                    </a:lnTo>
                    <a:lnTo>
                      <a:pt x="378833" y="395883"/>
                    </a:lnTo>
                    <a:lnTo>
                      <a:pt x="390149" y="400095"/>
                    </a:lnTo>
                    <a:lnTo>
                      <a:pt x="382517" y="399831"/>
                    </a:lnTo>
                    <a:lnTo>
                      <a:pt x="382781" y="392199"/>
                    </a:lnTo>
                    <a:lnTo>
                      <a:pt x="375149" y="391934"/>
                    </a:lnTo>
                    <a:lnTo>
                      <a:pt x="375413" y="384302"/>
                    </a:lnTo>
                    <a:lnTo>
                      <a:pt x="367781" y="384038"/>
                    </a:lnTo>
                    <a:lnTo>
                      <a:pt x="368046" y="376405"/>
                    </a:lnTo>
                    <a:lnTo>
                      <a:pt x="360414" y="376141"/>
                    </a:lnTo>
                    <a:lnTo>
                      <a:pt x="356465" y="379825"/>
                    </a:lnTo>
                    <a:lnTo>
                      <a:pt x="360149" y="383773"/>
                    </a:lnTo>
                    <a:lnTo>
                      <a:pt x="352252" y="391141"/>
                    </a:lnTo>
                    <a:lnTo>
                      <a:pt x="355936" y="395089"/>
                    </a:lnTo>
                    <a:lnTo>
                      <a:pt x="343827" y="413773"/>
                    </a:lnTo>
                    <a:lnTo>
                      <a:pt x="351724" y="406405"/>
                    </a:lnTo>
                    <a:lnTo>
                      <a:pt x="355407" y="410354"/>
                    </a:lnTo>
                    <a:lnTo>
                      <a:pt x="363304" y="402986"/>
                    </a:lnTo>
                    <a:lnTo>
                      <a:pt x="366988" y="406934"/>
                    </a:lnTo>
                    <a:lnTo>
                      <a:pt x="374885" y="399566"/>
                    </a:lnTo>
                    <a:lnTo>
                      <a:pt x="378568" y="403515"/>
                    </a:lnTo>
                    <a:lnTo>
                      <a:pt x="382517" y="39983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65" name="Контур"/>
              <p:cNvSpPr/>
              <p:nvPr/>
            </p:nvSpPr>
            <p:spPr>
              <a:xfrm>
                <a:off x="755628" y="2849203"/>
                <a:ext cx="506520" cy="542880"/>
              </a:xfrm>
              <a:custGeom>
                <a:avLst/>
                <a:gdLst/>
                <a:ahLst/>
                <a:cxnLst/>
                <a:rect l="l" t="t" r="r" b="b"/>
                <a:pathLst>
                  <a:path w="506520" h="542880" fill="none">
                    <a:moveTo>
                      <a:pt x="506520" y="542880"/>
                    </a:moveTo>
                    <a:lnTo>
                      <a:pt x="420563" y="450753"/>
                    </a:lnTo>
                    <a:moveTo>
                      <a:pt x="420563" y="450753"/>
                    </a:moveTo>
                    <a:lnTo>
                      <a:pt x="334606" y="358626"/>
                    </a:lnTo>
                    <a:moveTo>
                      <a:pt x="334606" y="358626"/>
                    </a:moveTo>
                    <a:lnTo>
                      <a:pt x="248650" y="266498"/>
                    </a:lnTo>
                    <a:moveTo>
                      <a:pt x="248650" y="266498"/>
                    </a:moveTo>
                    <a:lnTo>
                      <a:pt x="162693" y="174371"/>
                    </a:lnTo>
                    <a:moveTo>
                      <a:pt x="162693" y="174371"/>
                    </a:moveTo>
                    <a:lnTo>
                      <a:pt x="76736" y="82244"/>
                    </a:lnTo>
                    <a:moveTo>
                      <a:pt x="76736" y="82244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66" name="Контур"/>
              <p:cNvSpPr/>
              <p:nvPr/>
            </p:nvSpPr>
            <p:spPr>
              <a:xfrm>
                <a:off x="771392" y="2931576"/>
                <a:ext cx="390149" cy="413773"/>
              </a:xfrm>
              <a:custGeom>
                <a:avLst/>
                <a:gdLst/>
                <a:ahLst/>
                <a:cxnLst/>
                <a:rect l="l" t="t" r="r" b="b"/>
                <a:pathLst>
                  <a:path w="390149" h="413773" fill="none">
                    <a:moveTo>
                      <a:pt x="343827" y="382187"/>
                    </a:moveTo>
                    <a:lnTo>
                      <a:pt x="390149" y="368509"/>
                    </a:lnTo>
                    <a:lnTo>
                      <a:pt x="373298" y="413773"/>
                    </a:lnTo>
                    <a:lnTo>
                      <a:pt x="343827" y="382187"/>
                    </a:lnTo>
                    <a:lnTo>
                      <a:pt x="347511" y="386135"/>
                    </a:lnTo>
                    <a:lnTo>
                      <a:pt x="382252" y="375877"/>
                    </a:lnTo>
                    <a:lnTo>
                      <a:pt x="369614" y="409825"/>
                    </a:lnTo>
                    <a:lnTo>
                      <a:pt x="373562" y="406141"/>
                    </a:lnTo>
                    <a:lnTo>
                      <a:pt x="351459" y="382451"/>
                    </a:lnTo>
                    <a:lnTo>
                      <a:pt x="347511" y="386135"/>
                    </a:lnTo>
                    <a:lnTo>
                      <a:pt x="343827" y="382187"/>
                    </a:lnTo>
                    <a:lnTo>
                      <a:pt x="359091" y="382716"/>
                    </a:lnTo>
                    <a:lnTo>
                      <a:pt x="355407" y="378767"/>
                    </a:lnTo>
                    <a:lnTo>
                      <a:pt x="370672" y="379296"/>
                    </a:lnTo>
                    <a:lnTo>
                      <a:pt x="366988" y="375348"/>
                    </a:lnTo>
                    <a:lnTo>
                      <a:pt x="386201" y="372193"/>
                    </a:lnTo>
                    <a:lnTo>
                      <a:pt x="381723" y="391141"/>
                    </a:lnTo>
                    <a:lnTo>
                      <a:pt x="378040" y="387193"/>
                    </a:lnTo>
                    <a:lnTo>
                      <a:pt x="377511" y="402457"/>
                    </a:lnTo>
                    <a:lnTo>
                      <a:pt x="373827" y="398509"/>
                    </a:lnTo>
                    <a:lnTo>
                      <a:pt x="373298" y="413773"/>
                    </a:lnTo>
                    <a:lnTo>
                      <a:pt x="369878" y="402193"/>
                    </a:lnTo>
                    <a:lnTo>
                      <a:pt x="362246" y="401928"/>
                    </a:lnTo>
                    <a:lnTo>
                      <a:pt x="362511" y="394296"/>
                    </a:lnTo>
                    <a:lnTo>
                      <a:pt x="354879" y="394032"/>
                    </a:lnTo>
                    <a:lnTo>
                      <a:pt x="355143" y="386399"/>
                    </a:lnTo>
                    <a:lnTo>
                      <a:pt x="343827" y="382187"/>
                    </a:lnTo>
                    <a:lnTo>
                      <a:pt x="351459" y="382451"/>
                    </a:lnTo>
                    <a:lnTo>
                      <a:pt x="351195" y="390083"/>
                    </a:lnTo>
                    <a:lnTo>
                      <a:pt x="358827" y="390348"/>
                    </a:lnTo>
                    <a:lnTo>
                      <a:pt x="358562" y="397980"/>
                    </a:lnTo>
                    <a:lnTo>
                      <a:pt x="366195" y="398244"/>
                    </a:lnTo>
                    <a:lnTo>
                      <a:pt x="365930" y="405877"/>
                    </a:lnTo>
                    <a:lnTo>
                      <a:pt x="373562" y="406141"/>
                    </a:lnTo>
                    <a:lnTo>
                      <a:pt x="377511" y="402457"/>
                    </a:lnTo>
                    <a:lnTo>
                      <a:pt x="373827" y="398509"/>
                    </a:lnTo>
                    <a:lnTo>
                      <a:pt x="381723" y="391141"/>
                    </a:lnTo>
                    <a:lnTo>
                      <a:pt x="378040" y="387193"/>
                    </a:lnTo>
                    <a:lnTo>
                      <a:pt x="390149" y="368509"/>
                    </a:lnTo>
                    <a:lnTo>
                      <a:pt x="382252" y="375877"/>
                    </a:lnTo>
                    <a:lnTo>
                      <a:pt x="378568" y="371928"/>
                    </a:lnTo>
                    <a:lnTo>
                      <a:pt x="370672" y="379296"/>
                    </a:lnTo>
                    <a:lnTo>
                      <a:pt x="366988" y="375348"/>
                    </a:lnTo>
                    <a:lnTo>
                      <a:pt x="359091" y="382716"/>
                    </a:lnTo>
                    <a:lnTo>
                      <a:pt x="355407" y="378767"/>
                    </a:lnTo>
                    <a:lnTo>
                      <a:pt x="351459" y="382451"/>
                    </a:lnTo>
                    <a:moveTo>
                      <a:pt x="171913" y="197932"/>
                    </a:moveTo>
                    <a:lnTo>
                      <a:pt x="218235" y="184255"/>
                    </a:lnTo>
                    <a:lnTo>
                      <a:pt x="201384" y="229519"/>
                    </a:lnTo>
                    <a:lnTo>
                      <a:pt x="171913" y="197932"/>
                    </a:lnTo>
                    <a:lnTo>
                      <a:pt x="175597" y="201881"/>
                    </a:lnTo>
                    <a:lnTo>
                      <a:pt x="210339" y="191622"/>
                    </a:lnTo>
                    <a:lnTo>
                      <a:pt x="197700" y="225570"/>
                    </a:lnTo>
                    <a:lnTo>
                      <a:pt x="201649" y="221887"/>
                    </a:lnTo>
                    <a:lnTo>
                      <a:pt x="179546" y="198197"/>
                    </a:lnTo>
                    <a:lnTo>
                      <a:pt x="175597" y="201881"/>
                    </a:lnTo>
                    <a:lnTo>
                      <a:pt x="171913" y="197932"/>
                    </a:lnTo>
                    <a:lnTo>
                      <a:pt x="187178" y="198461"/>
                    </a:lnTo>
                    <a:lnTo>
                      <a:pt x="183494" y="194513"/>
                    </a:lnTo>
                    <a:lnTo>
                      <a:pt x="198758" y="195042"/>
                    </a:lnTo>
                    <a:lnTo>
                      <a:pt x="195074" y="191093"/>
                    </a:lnTo>
                    <a:lnTo>
                      <a:pt x="214287" y="187939"/>
                    </a:lnTo>
                    <a:lnTo>
                      <a:pt x="209810" y="206887"/>
                    </a:lnTo>
                    <a:lnTo>
                      <a:pt x="206126" y="202938"/>
                    </a:lnTo>
                    <a:lnTo>
                      <a:pt x="205597" y="218203"/>
                    </a:lnTo>
                    <a:lnTo>
                      <a:pt x="201913" y="214254"/>
                    </a:lnTo>
                    <a:lnTo>
                      <a:pt x="201384" y="229519"/>
                    </a:lnTo>
                    <a:lnTo>
                      <a:pt x="197965" y="217938"/>
                    </a:lnTo>
                    <a:lnTo>
                      <a:pt x="190333" y="217674"/>
                    </a:lnTo>
                    <a:lnTo>
                      <a:pt x="190597" y="210042"/>
                    </a:lnTo>
                    <a:lnTo>
                      <a:pt x="182965" y="209777"/>
                    </a:lnTo>
                    <a:lnTo>
                      <a:pt x="183229" y="202145"/>
                    </a:lnTo>
                    <a:lnTo>
                      <a:pt x="171913" y="197932"/>
                    </a:lnTo>
                    <a:lnTo>
                      <a:pt x="179546" y="198197"/>
                    </a:lnTo>
                    <a:lnTo>
                      <a:pt x="179281" y="205829"/>
                    </a:lnTo>
                    <a:lnTo>
                      <a:pt x="186913" y="206093"/>
                    </a:lnTo>
                    <a:lnTo>
                      <a:pt x="186649" y="213726"/>
                    </a:lnTo>
                    <a:lnTo>
                      <a:pt x="194281" y="213990"/>
                    </a:lnTo>
                    <a:lnTo>
                      <a:pt x="194017" y="221622"/>
                    </a:lnTo>
                    <a:lnTo>
                      <a:pt x="201649" y="221887"/>
                    </a:lnTo>
                    <a:lnTo>
                      <a:pt x="205597" y="218203"/>
                    </a:lnTo>
                    <a:lnTo>
                      <a:pt x="201913" y="214254"/>
                    </a:lnTo>
                    <a:lnTo>
                      <a:pt x="209810" y="206887"/>
                    </a:lnTo>
                    <a:lnTo>
                      <a:pt x="206126" y="202938"/>
                    </a:lnTo>
                    <a:lnTo>
                      <a:pt x="218235" y="184255"/>
                    </a:lnTo>
                    <a:lnTo>
                      <a:pt x="210339" y="191622"/>
                    </a:lnTo>
                    <a:lnTo>
                      <a:pt x="206655" y="187674"/>
                    </a:lnTo>
                    <a:lnTo>
                      <a:pt x="198758" y="195042"/>
                    </a:lnTo>
                    <a:lnTo>
                      <a:pt x="195074" y="191093"/>
                    </a:lnTo>
                    <a:lnTo>
                      <a:pt x="187178" y="198461"/>
                    </a:lnTo>
                    <a:lnTo>
                      <a:pt x="183494" y="194513"/>
                    </a:lnTo>
                    <a:lnTo>
                      <a:pt x="179546" y="198197"/>
                    </a:lnTo>
                    <a:moveTo>
                      <a:pt x="0" y="13678"/>
                    </a:moveTo>
                    <a:lnTo>
                      <a:pt x="46322" y="0"/>
                    </a:lnTo>
                    <a:lnTo>
                      <a:pt x="29471" y="45264"/>
                    </a:lnTo>
                    <a:lnTo>
                      <a:pt x="0" y="13678"/>
                    </a:lnTo>
                    <a:lnTo>
                      <a:pt x="3684" y="17626"/>
                    </a:lnTo>
                    <a:lnTo>
                      <a:pt x="38425" y="7368"/>
                    </a:lnTo>
                    <a:lnTo>
                      <a:pt x="25787" y="41316"/>
                    </a:lnTo>
                    <a:lnTo>
                      <a:pt x="29735" y="37632"/>
                    </a:lnTo>
                    <a:lnTo>
                      <a:pt x="7632" y="13942"/>
                    </a:lnTo>
                    <a:lnTo>
                      <a:pt x="3684" y="17626"/>
                    </a:lnTo>
                    <a:lnTo>
                      <a:pt x="0" y="13678"/>
                    </a:lnTo>
                    <a:lnTo>
                      <a:pt x="15264" y="14207"/>
                    </a:lnTo>
                    <a:lnTo>
                      <a:pt x="11580" y="10258"/>
                    </a:lnTo>
                    <a:lnTo>
                      <a:pt x="26845" y="10787"/>
                    </a:lnTo>
                    <a:lnTo>
                      <a:pt x="23161" y="6839"/>
                    </a:lnTo>
                    <a:lnTo>
                      <a:pt x="42373" y="3684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33683" y="33948"/>
                    </a:lnTo>
                    <a:lnTo>
                      <a:pt x="29999" y="30000"/>
                    </a:lnTo>
                    <a:lnTo>
                      <a:pt x="29471" y="45264"/>
                    </a:lnTo>
                    <a:lnTo>
                      <a:pt x="26051" y="33684"/>
                    </a:lnTo>
                    <a:lnTo>
                      <a:pt x="18419" y="33419"/>
                    </a:lnTo>
                    <a:lnTo>
                      <a:pt x="18683" y="25787"/>
                    </a:lnTo>
                    <a:lnTo>
                      <a:pt x="11051" y="25523"/>
                    </a:lnTo>
                    <a:lnTo>
                      <a:pt x="11316" y="17891"/>
                    </a:lnTo>
                    <a:lnTo>
                      <a:pt x="0" y="13678"/>
                    </a:lnTo>
                    <a:lnTo>
                      <a:pt x="7632" y="13942"/>
                    </a:lnTo>
                    <a:lnTo>
                      <a:pt x="7367" y="21575"/>
                    </a:lnTo>
                    <a:lnTo>
                      <a:pt x="15000" y="21839"/>
                    </a:lnTo>
                    <a:lnTo>
                      <a:pt x="14735" y="29471"/>
                    </a:lnTo>
                    <a:lnTo>
                      <a:pt x="22367" y="29736"/>
                    </a:lnTo>
                    <a:lnTo>
                      <a:pt x="22103" y="37368"/>
                    </a:lnTo>
                    <a:lnTo>
                      <a:pt x="29735" y="37632"/>
                    </a:lnTo>
                    <a:lnTo>
                      <a:pt x="33683" y="33948"/>
                    </a:lnTo>
                    <a:lnTo>
                      <a:pt x="29999" y="30000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46322" y="0"/>
                    </a:lnTo>
                    <a:lnTo>
                      <a:pt x="38425" y="7368"/>
                    </a:lnTo>
                    <a:lnTo>
                      <a:pt x="34741" y="3420"/>
                    </a:lnTo>
                    <a:lnTo>
                      <a:pt x="26845" y="10787"/>
                    </a:lnTo>
                    <a:lnTo>
                      <a:pt x="23161" y="6839"/>
                    </a:lnTo>
                    <a:lnTo>
                      <a:pt x="15264" y="14207"/>
                    </a:lnTo>
                    <a:lnTo>
                      <a:pt x="11580" y="10258"/>
                    </a:lnTo>
                    <a:lnTo>
                      <a:pt x="7632" y="139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67" name="Контур"/>
              <p:cNvSpPr/>
              <p:nvPr/>
            </p:nvSpPr>
            <p:spPr>
              <a:xfrm>
                <a:off x="252000" y="2814843"/>
                <a:ext cx="215450" cy="206125"/>
              </a:xfrm>
              <a:custGeom>
                <a:avLst/>
                <a:gdLst/>
                <a:ahLst/>
                <a:cxnLst/>
                <a:rect l="l" t="t" r="r" b="b"/>
                <a:pathLst>
                  <a:path w="215450" h="206125" fill="none">
                    <a:moveTo>
                      <a:pt x="215450" y="206125"/>
                    </a:moveTo>
                    <a:lnTo>
                      <a:pt x="124406" y="119022"/>
                    </a:lnTo>
                    <a:moveTo>
                      <a:pt x="124406" y="119022"/>
                    </a:moveTo>
                    <a:lnTo>
                      <a:pt x="33362" y="31918"/>
                    </a:lnTo>
                    <a:moveTo>
                      <a:pt x="33362" y="31918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68" name="Контур"/>
              <p:cNvSpPr/>
              <p:nvPr/>
            </p:nvSpPr>
            <p:spPr>
              <a:xfrm>
                <a:off x="368265" y="2864982"/>
                <a:ext cx="45471" cy="46147"/>
              </a:xfrm>
              <a:custGeom>
                <a:avLst/>
                <a:gdLst/>
                <a:ahLst/>
                <a:cxnLst/>
                <a:rect l="l" t="t" r="r" b="b"/>
                <a:pathLst>
                  <a:path w="45471" h="46147" fill="none">
                    <a:moveTo>
                      <a:pt x="45471" y="29864"/>
                    </a:moveTo>
                    <a:lnTo>
                      <a:pt x="0" y="46147"/>
                    </a:lnTo>
                    <a:lnTo>
                      <a:pt x="14256" y="0"/>
                    </a:lnTo>
                    <a:lnTo>
                      <a:pt x="45471" y="29864"/>
                    </a:lnTo>
                    <a:lnTo>
                      <a:pt x="41569" y="26131"/>
                    </a:lnTo>
                    <a:lnTo>
                      <a:pt x="7466" y="38343"/>
                    </a:lnTo>
                    <a:lnTo>
                      <a:pt x="18158" y="3733"/>
                    </a:lnTo>
                    <a:lnTo>
                      <a:pt x="14425" y="7635"/>
                    </a:lnTo>
                    <a:lnTo>
                      <a:pt x="37836" y="30033"/>
                    </a:lnTo>
                    <a:lnTo>
                      <a:pt x="41569" y="26131"/>
                    </a:lnTo>
                    <a:lnTo>
                      <a:pt x="45471" y="29864"/>
                    </a:lnTo>
                    <a:lnTo>
                      <a:pt x="30201" y="30202"/>
                    </a:lnTo>
                    <a:lnTo>
                      <a:pt x="34103" y="33935"/>
                    </a:lnTo>
                    <a:lnTo>
                      <a:pt x="18834" y="34272"/>
                    </a:lnTo>
                    <a:lnTo>
                      <a:pt x="22735" y="38005"/>
                    </a:lnTo>
                    <a:lnTo>
                      <a:pt x="3733" y="42245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10692" y="11537"/>
                    </a:lnTo>
                    <a:lnTo>
                      <a:pt x="14594" y="15270"/>
                    </a:lnTo>
                    <a:lnTo>
                      <a:pt x="14256" y="0"/>
                    </a:lnTo>
                    <a:lnTo>
                      <a:pt x="18327" y="11368"/>
                    </a:lnTo>
                    <a:lnTo>
                      <a:pt x="25962" y="11199"/>
                    </a:lnTo>
                    <a:lnTo>
                      <a:pt x="26131" y="18834"/>
                    </a:lnTo>
                    <a:lnTo>
                      <a:pt x="33766" y="18665"/>
                    </a:lnTo>
                    <a:lnTo>
                      <a:pt x="33934" y="26300"/>
                    </a:lnTo>
                    <a:lnTo>
                      <a:pt x="45471" y="29864"/>
                    </a:lnTo>
                    <a:lnTo>
                      <a:pt x="37836" y="30033"/>
                    </a:lnTo>
                    <a:lnTo>
                      <a:pt x="37667" y="22398"/>
                    </a:lnTo>
                    <a:lnTo>
                      <a:pt x="30033" y="22567"/>
                    </a:lnTo>
                    <a:lnTo>
                      <a:pt x="29864" y="14932"/>
                    </a:lnTo>
                    <a:lnTo>
                      <a:pt x="22229" y="15101"/>
                    </a:lnTo>
                    <a:lnTo>
                      <a:pt x="22060" y="7466"/>
                    </a:lnTo>
                    <a:lnTo>
                      <a:pt x="14425" y="7635"/>
                    </a:lnTo>
                    <a:lnTo>
                      <a:pt x="10692" y="11537"/>
                    </a:lnTo>
                    <a:lnTo>
                      <a:pt x="14594" y="15270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0" y="46147"/>
                    </a:lnTo>
                    <a:lnTo>
                      <a:pt x="7466" y="38343"/>
                    </a:lnTo>
                    <a:lnTo>
                      <a:pt x="11368" y="42076"/>
                    </a:lnTo>
                    <a:lnTo>
                      <a:pt x="18834" y="34272"/>
                    </a:lnTo>
                    <a:lnTo>
                      <a:pt x="22735" y="38005"/>
                    </a:lnTo>
                    <a:lnTo>
                      <a:pt x="30201" y="30202"/>
                    </a:lnTo>
                    <a:lnTo>
                      <a:pt x="34103" y="33935"/>
                    </a:lnTo>
                    <a:lnTo>
                      <a:pt x="37836" y="300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69" name="Контур"/>
              <p:cNvSpPr/>
              <p:nvPr/>
            </p:nvSpPr>
            <p:spPr>
              <a:xfrm>
                <a:off x="1236880" y="5147837"/>
                <a:ext cx="31709" cy="30320"/>
              </a:xfrm>
              <a:custGeom>
                <a:avLst/>
                <a:gdLst/>
                <a:ahLst/>
                <a:cxnLst/>
                <a:rect l="l" t="t" r="r" b="b"/>
                <a:pathLst>
                  <a:path w="31709" h="30320" fill="none">
                    <a:moveTo>
                      <a:pt x="0" y="30320"/>
                    </a:moveTo>
                    <a:lnTo>
                      <a:pt x="3170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70" name="Контур"/>
              <p:cNvSpPr/>
              <p:nvPr/>
            </p:nvSpPr>
            <p:spPr>
              <a:xfrm>
                <a:off x="252000" y="3120515"/>
                <a:ext cx="984880" cy="2228872"/>
              </a:xfrm>
              <a:custGeom>
                <a:avLst/>
                <a:gdLst/>
                <a:ahLst/>
                <a:cxnLst/>
                <a:rect l="l" t="t" r="r" b="b"/>
                <a:pathLst>
                  <a:path w="984880" h="2228872" fill="none">
                    <a:moveTo>
                      <a:pt x="642970" y="2228872"/>
                    </a:moveTo>
                    <a:lnTo>
                      <a:pt x="615649" y="2202749"/>
                    </a:lnTo>
                    <a:moveTo>
                      <a:pt x="615649" y="2202749"/>
                    </a:moveTo>
                    <a:lnTo>
                      <a:pt x="588328" y="2176626"/>
                    </a:lnTo>
                    <a:moveTo>
                      <a:pt x="588328" y="2176626"/>
                    </a:moveTo>
                    <a:lnTo>
                      <a:pt x="561007" y="2150503"/>
                    </a:lnTo>
                    <a:moveTo>
                      <a:pt x="561007" y="2150503"/>
                    </a:moveTo>
                    <a:lnTo>
                      <a:pt x="533687" y="2124380"/>
                    </a:lnTo>
                    <a:moveTo>
                      <a:pt x="533687" y="2124380"/>
                    </a:moveTo>
                    <a:lnTo>
                      <a:pt x="506366" y="2098257"/>
                    </a:lnTo>
                    <a:moveTo>
                      <a:pt x="506366" y="2098257"/>
                    </a:moveTo>
                    <a:lnTo>
                      <a:pt x="479045" y="2072134"/>
                    </a:lnTo>
                    <a:moveTo>
                      <a:pt x="479045" y="2072134"/>
                    </a:moveTo>
                    <a:lnTo>
                      <a:pt x="451724" y="2046010"/>
                    </a:lnTo>
                    <a:moveTo>
                      <a:pt x="451724" y="2046010"/>
                    </a:moveTo>
                    <a:lnTo>
                      <a:pt x="424403" y="2019887"/>
                    </a:lnTo>
                    <a:moveTo>
                      <a:pt x="424403" y="2019887"/>
                    </a:moveTo>
                    <a:lnTo>
                      <a:pt x="397083" y="1993764"/>
                    </a:lnTo>
                    <a:moveTo>
                      <a:pt x="397083" y="1993764"/>
                    </a:moveTo>
                    <a:lnTo>
                      <a:pt x="369762" y="1967641"/>
                    </a:lnTo>
                    <a:moveTo>
                      <a:pt x="369762" y="1967641"/>
                    </a:moveTo>
                    <a:lnTo>
                      <a:pt x="342441" y="1941518"/>
                    </a:lnTo>
                    <a:moveTo>
                      <a:pt x="342441" y="1941518"/>
                    </a:moveTo>
                    <a:lnTo>
                      <a:pt x="315120" y="1915395"/>
                    </a:lnTo>
                    <a:moveTo>
                      <a:pt x="315120" y="1915395"/>
                    </a:moveTo>
                    <a:lnTo>
                      <a:pt x="287800" y="1889272"/>
                    </a:lnTo>
                    <a:moveTo>
                      <a:pt x="287800" y="1889272"/>
                    </a:moveTo>
                    <a:lnTo>
                      <a:pt x="260479" y="1863149"/>
                    </a:lnTo>
                    <a:moveTo>
                      <a:pt x="260479" y="1863149"/>
                    </a:moveTo>
                    <a:lnTo>
                      <a:pt x="233158" y="1837026"/>
                    </a:lnTo>
                    <a:moveTo>
                      <a:pt x="233158" y="1837026"/>
                    </a:moveTo>
                    <a:lnTo>
                      <a:pt x="205837" y="1810903"/>
                    </a:lnTo>
                    <a:moveTo>
                      <a:pt x="205837" y="1810903"/>
                    </a:moveTo>
                    <a:lnTo>
                      <a:pt x="178517" y="1784780"/>
                    </a:lnTo>
                    <a:moveTo>
                      <a:pt x="178517" y="1784780"/>
                    </a:moveTo>
                    <a:lnTo>
                      <a:pt x="151196" y="1758657"/>
                    </a:lnTo>
                    <a:moveTo>
                      <a:pt x="151196" y="1758657"/>
                    </a:moveTo>
                    <a:lnTo>
                      <a:pt x="123875" y="1732533"/>
                    </a:lnTo>
                    <a:moveTo>
                      <a:pt x="123875" y="1732533"/>
                    </a:moveTo>
                    <a:lnTo>
                      <a:pt x="96554" y="1706410"/>
                    </a:lnTo>
                    <a:moveTo>
                      <a:pt x="96554" y="1706410"/>
                    </a:moveTo>
                    <a:lnTo>
                      <a:pt x="69233" y="1680287"/>
                    </a:lnTo>
                    <a:moveTo>
                      <a:pt x="69233" y="1680287"/>
                    </a:moveTo>
                    <a:lnTo>
                      <a:pt x="41913" y="1654164"/>
                    </a:lnTo>
                    <a:moveTo>
                      <a:pt x="41913" y="1654164"/>
                    </a:moveTo>
                    <a:lnTo>
                      <a:pt x="14592" y="1628041"/>
                    </a:lnTo>
                    <a:moveTo>
                      <a:pt x="14592" y="1628041"/>
                    </a:moveTo>
                    <a:lnTo>
                      <a:pt x="0" y="1614089"/>
                    </a:lnTo>
                    <a:moveTo>
                      <a:pt x="319501" y="0"/>
                    </a:moveTo>
                    <a:lnTo>
                      <a:pt x="293370" y="27313"/>
                    </a:lnTo>
                    <a:moveTo>
                      <a:pt x="293370" y="27313"/>
                    </a:moveTo>
                    <a:lnTo>
                      <a:pt x="267238" y="54626"/>
                    </a:lnTo>
                    <a:moveTo>
                      <a:pt x="267238" y="54626"/>
                    </a:moveTo>
                    <a:lnTo>
                      <a:pt x="241107" y="81939"/>
                    </a:lnTo>
                    <a:moveTo>
                      <a:pt x="241107" y="81939"/>
                    </a:moveTo>
                    <a:lnTo>
                      <a:pt x="214976" y="109252"/>
                    </a:lnTo>
                    <a:moveTo>
                      <a:pt x="214976" y="109252"/>
                    </a:moveTo>
                    <a:lnTo>
                      <a:pt x="188844" y="136565"/>
                    </a:lnTo>
                    <a:moveTo>
                      <a:pt x="188844" y="136565"/>
                    </a:moveTo>
                    <a:lnTo>
                      <a:pt x="162713" y="163878"/>
                    </a:lnTo>
                    <a:moveTo>
                      <a:pt x="162713" y="163878"/>
                    </a:moveTo>
                    <a:lnTo>
                      <a:pt x="136582" y="191191"/>
                    </a:lnTo>
                    <a:moveTo>
                      <a:pt x="136582" y="191191"/>
                    </a:moveTo>
                    <a:lnTo>
                      <a:pt x="110450" y="218504"/>
                    </a:lnTo>
                    <a:moveTo>
                      <a:pt x="110450" y="218504"/>
                    </a:moveTo>
                    <a:lnTo>
                      <a:pt x="84319" y="245816"/>
                    </a:lnTo>
                    <a:moveTo>
                      <a:pt x="84319" y="245816"/>
                    </a:moveTo>
                    <a:lnTo>
                      <a:pt x="58188" y="273129"/>
                    </a:lnTo>
                    <a:moveTo>
                      <a:pt x="58188" y="273129"/>
                    </a:moveTo>
                    <a:lnTo>
                      <a:pt x="32056" y="300442"/>
                    </a:lnTo>
                    <a:moveTo>
                      <a:pt x="32056" y="300442"/>
                    </a:moveTo>
                    <a:lnTo>
                      <a:pt x="5925" y="327755"/>
                    </a:lnTo>
                    <a:moveTo>
                      <a:pt x="5925" y="327755"/>
                    </a:moveTo>
                    <a:lnTo>
                      <a:pt x="0" y="333948"/>
                    </a:lnTo>
                    <a:moveTo>
                      <a:pt x="0" y="1329772"/>
                    </a:moveTo>
                    <a:lnTo>
                      <a:pt x="16595" y="1345583"/>
                    </a:lnTo>
                    <a:moveTo>
                      <a:pt x="16595" y="1345583"/>
                    </a:moveTo>
                    <a:lnTo>
                      <a:pt x="43962" y="1371658"/>
                    </a:lnTo>
                    <a:moveTo>
                      <a:pt x="43962" y="1371658"/>
                    </a:moveTo>
                    <a:lnTo>
                      <a:pt x="71329" y="1397732"/>
                    </a:lnTo>
                    <a:moveTo>
                      <a:pt x="71329" y="1397732"/>
                    </a:moveTo>
                    <a:lnTo>
                      <a:pt x="98696" y="1423807"/>
                    </a:lnTo>
                    <a:moveTo>
                      <a:pt x="98696" y="1423807"/>
                    </a:moveTo>
                    <a:lnTo>
                      <a:pt x="126063" y="1449882"/>
                    </a:lnTo>
                    <a:moveTo>
                      <a:pt x="126063" y="1449882"/>
                    </a:moveTo>
                    <a:lnTo>
                      <a:pt x="153430" y="1475957"/>
                    </a:lnTo>
                    <a:moveTo>
                      <a:pt x="153430" y="1475957"/>
                    </a:moveTo>
                    <a:lnTo>
                      <a:pt x="180797" y="1502031"/>
                    </a:lnTo>
                    <a:moveTo>
                      <a:pt x="180797" y="1502031"/>
                    </a:moveTo>
                    <a:lnTo>
                      <a:pt x="208164" y="1528106"/>
                    </a:lnTo>
                    <a:moveTo>
                      <a:pt x="208164" y="1528106"/>
                    </a:moveTo>
                    <a:lnTo>
                      <a:pt x="235531" y="1554181"/>
                    </a:lnTo>
                    <a:moveTo>
                      <a:pt x="235531" y="1554181"/>
                    </a:moveTo>
                    <a:lnTo>
                      <a:pt x="261094" y="1578537"/>
                    </a:lnTo>
                    <a:lnTo>
                      <a:pt x="263218" y="1579839"/>
                    </a:lnTo>
                    <a:moveTo>
                      <a:pt x="263218" y="1579839"/>
                    </a:moveTo>
                    <a:lnTo>
                      <a:pt x="295443" y="1599597"/>
                    </a:lnTo>
                    <a:moveTo>
                      <a:pt x="295443" y="1599597"/>
                    </a:moveTo>
                    <a:lnTo>
                      <a:pt x="327668" y="1619355"/>
                    </a:lnTo>
                    <a:moveTo>
                      <a:pt x="327668" y="1619355"/>
                    </a:moveTo>
                    <a:lnTo>
                      <a:pt x="359894" y="1639112"/>
                    </a:lnTo>
                    <a:moveTo>
                      <a:pt x="359894" y="1639112"/>
                    </a:moveTo>
                    <a:lnTo>
                      <a:pt x="392119" y="1658870"/>
                    </a:lnTo>
                    <a:moveTo>
                      <a:pt x="392119" y="1658870"/>
                    </a:moveTo>
                    <a:lnTo>
                      <a:pt x="417088" y="1674179"/>
                    </a:lnTo>
                    <a:lnTo>
                      <a:pt x="423252" y="1680048"/>
                    </a:lnTo>
                    <a:moveTo>
                      <a:pt x="423252" y="1680048"/>
                    </a:moveTo>
                    <a:lnTo>
                      <a:pt x="450626" y="1706115"/>
                    </a:lnTo>
                    <a:moveTo>
                      <a:pt x="450626" y="1706115"/>
                    </a:moveTo>
                    <a:lnTo>
                      <a:pt x="478001" y="1732182"/>
                    </a:lnTo>
                    <a:moveTo>
                      <a:pt x="478001" y="1732182"/>
                    </a:moveTo>
                    <a:lnTo>
                      <a:pt x="505375" y="1758249"/>
                    </a:lnTo>
                    <a:moveTo>
                      <a:pt x="505375" y="1758249"/>
                    </a:moveTo>
                    <a:lnTo>
                      <a:pt x="532749" y="1784316"/>
                    </a:lnTo>
                    <a:moveTo>
                      <a:pt x="532749" y="1784316"/>
                    </a:moveTo>
                    <a:lnTo>
                      <a:pt x="560124" y="1810383"/>
                    </a:lnTo>
                    <a:moveTo>
                      <a:pt x="560124" y="1810383"/>
                    </a:moveTo>
                    <a:lnTo>
                      <a:pt x="587498" y="1836450"/>
                    </a:lnTo>
                    <a:moveTo>
                      <a:pt x="587498" y="1836450"/>
                    </a:moveTo>
                    <a:lnTo>
                      <a:pt x="614872" y="1862517"/>
                    </a:lnTo>
                    <a:moveTo>
                      <a:pt x="614872" y="1862517"/>
                    </a:moveTo>
                    <a:lnTo>
                      <a:pt x="642246" y="1888584"/>
                    </a:lnTo>
                    <a:moveTo>
                      <a:pt x="642246" y="1888584"/>
                    </a:moveTo>
                    <a:lnTo>
                      <a:pt x="669621" y="1914651"/>
                    </a:lnTo>
                    <a:moveTo>
                      <a:pt x="669621" y="1914651"/>
                    </a:moveTo>
                    <a:lnTo>
                      <a:pt x="677798" y="1922438"/>
                    </a:lnTo>
                    <a:lnTo>
                      <a:pt x="692776" y="1944309"/>
                    </a:lnTo>
                    <a:moveTo>
                      <a:pt x="692776" y="1944309"/>
                    </a:moveTo>
                    <a:lnTo>
                      <a:pt x="714134" y="1975497"/>
                    </a:lnTo>
                    <a:moveTo>
                      <a:pt x="714134" y="1975497"/>
                    </a:moveTo>
                    <a:lnTo>
                      <a:pt x="735491" y="2006685"/>
                    </a:lnTo>
                    <a:moveTo>
                      <a:pt x="735491" y="2006685"/>
                    </a:moveTo>
                    <a:lnTo>
                      <a:pt x="756849" y="2037873"/>
                    </a:lnTo>
                    <a:moveTo>
                      <a:pt x="756849" y="2037873"/>
                    </a:moveTo>
                    <a:lnTo>
                      <a:pt x="778207" y="2069061"/>
                    </a:lnTo>
                    <a:moveTo>
                      <a:pt x="778207" y="2069061"/>
                    </a:moveTo>
                    <a:lnTo>
                      <a:pt x="782492" y="2075318"/>
                    </a:lnTo>
                    <a:lnTo>
                      <a:pt x="804368" y="2096162"/>
                    </a:lnTo>
                    <a:moveTo>
                      <a:pt x="804368" y="2096162"/>
                    </a:moveTo>
                    <a:lnTo>
                      <a:pt x="822479" y="2113417"/>
                    </a:lnTo>
                    <a:lnTo>
                      <a:pt x="835264" y="2113405"/>
                    </a:lnTo>
                    <a:moveTo>
                      <a:pt x="835264" y="2113405"/>
                    </a:moveTo>
                    <a:lnTo>
                      <a:pt x="873064" y="2113372"/>
                    </a:lnTo>
                    <a:moveTo>
                      <a:pt x="873064" y="2113372"/>
                    </a:moveTo>
                    <a:lnTo>
                      <a:pt x="910864" y="2113338"/>
                    </a:lnTo>
                    <a:moveTo>
                      <a:pt x="910864" y="2113338"/>
                    </a:moveTo>
                    <a:lnTo>
                      <a:pt x="926646" y="2113324"/>
                    </a:lnTo>
                    <a:lnTo>
                      <a:pt x="942560" y="2098108"/>
                    </a:lnTo>
                    <a:moveTo>
                      <a:pt x="942560" y="2098108"/>
                    </a:moveTo>
                    <a:lnTo>
                      <a:pt x="969880" y="2071984"/>
                    </a:lnTo>
                    <a:moveTo>
                      <a:pt x="969880" y="2071984"/>
                    </a:moveTo>
                    <a:lnTo>
                      <a:pt x="984880" y="205764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71" name="Контур"/>
              <p:cNvSpPr/>
              <p:nvPr/>
            </p:nvSpPr>
            <p:spPr>
              <a:xfrm>
                <a:off x="571501" y="3120515"/>
                <a:ext cx="945259" cy="2057642"/>
              </a:xfrm>
              <a:custGeom>
                <a:avLst/>
                <a:gdLst/>
                <a:ahLst/>
                <a:cxnLst/>
                <a:rect l="l" t="t" r="r" b="b"/>
                <a:pathLst>
                  <a:path w="945259" h="2057642" fill="none">
                    <a:moveTo>
                      <a:pt x="697088" y="2027322"/>
                    </a:moveTo>
                    <a:lnTo>
                      <a:pt x="665379" y="2057642"/>
                    </a:lnTo>
                    <a:moveTo>
                      <a:pt x="886305" y="1850807"/>
                    </a:moveTo>
                    <a:lnTo>
                      <a:pt x="697088" y="2027322"/>
                    </a:lnTo>
                    <a:moveTo>
                      <a:pt x="665379" y="2057642"/>
                    </a:moveTo>
                    <a:lnTo>
                      <a:pt x="574340" y="1970533"/>
                    </a:lnTo>
                    <a:moveTo>
                      <a:pt x="574340" y="1970533"/>
                    </a:moveTo>
                    <a:lnTo>
                      <a:pt x="483301" y="1883425"/>
                    </a:lnTo>
                    <a:moveTo>
                      <a:pt x="483301" y="1883425"/>
                    </a:moveTo>
                    <a:lnTo>
                      <a:pt x="392262" y="1796316"/>
                    </a:lnTo>
                    <a:moveTo>
                      <a:pt x="392262" y="1796316"/>
                    </a:moveTo>
                    <a:lnTo>
                      <a:pt x="356657" y="1762249"/>
                    </a:lnTo>
                    <a:lnTo>
                      <a:pt x="409699" y="1706814"/>
                    </a:lnTo>
                    <a:moveTo>
                      <a:pt x="409699" y="1706814"/>
                    </a:moveTo>
                    <a:lnTo>
                      <a:pt x="496808" y="1615776"/>
                    </a:lnTo>
                    <a:moveTo>
                      <a:pt x="496808" y="1615776"/>
                    </a:moveTo>
                    <a:lnTo>
                      <a:pt x="583916" y="1524737"/>
                    </a:lnTo>
                    <a:moveTo>
                      <a:pt x="583916" y="1524737"/>
                    </a:moveTo>
                    <a:lnTo>
                      <a:pt x="671025" y="1433698"/>
                    </a:lnTo>
                    <a:moveTo>
                      <a:pt x="671025" y="1433698"/>
                    </a:moveTo>
                    <a:lnTo>
                      <a:pt x="758134" y="1342659"/>
                    </a:lnTo>
                    <a:moveTo>
                      <a:pt x="758134" y="1342659"/>
                    </a:moveTo>
                    <a:lnTo>
                      <a:pt x="840313" y="1256771"/>
                    </a:lnTo>
                    <a:lnTo>
                      <a:pt x="842348" y="1249938"/>
                    </a:lnTo>
                    <a:moveTo>
                      <a:pt x="842348" y="1249938"/>
                    </a:moveTo>
                    <a:lnTo>
                      <a:pt x="878309" y="1129179"/>
                    </a:lnTo>
                    <a:moveTo>
                      <a:pt x="878309" y="1129179"/>
                    </a:moveTo>
                    <a:lnTo>
                      <a:pt x="914269" y="1008420"/>
                    </a:lnTo>
                    <a:moveTo>
                      <a:pt x="914269" y="1008420"/>
                    </a:moveTo>
                    <a:lnTo>
                      <a:pt x="945259" y="904351"/>
                    </a:lnTo>
                    <a:lnTo>
                      <a:pt x="932675" y="892312"/>
                    </a:lnTo>
                    <a:moveTo>
                      <a:pt x="932675" y="892312"/>
                    </a:moveTo>
                    <a:lnTo>
                      <a:pt x="841632" y="805208"/>
                    </a:lnTo>
                    <a:moveTo>
                      <a:pt x="841632" y="805208"/>
                    </a:moveTo>
                    <a:lnTo>
                      <a:pt x="750588" y="718105"/>
                    </a:lnTo>
                    <a:moveTo>
                      <a:pt x="750588" y="718105"/>
                    </a:moveTo>
                    <a:lnTo>
                      <a:pt x="659544" y="631001"/>
                    </a:lnTo>
                    <a:moveTo>
                      <a:pt x="659544" y="631001"/>
                    </a:moveTo>
                    <a:lnTo>
                      <a:pt x="568500" y="543898"/>
                    </a:lnTo>
                    <a:moveTo>
                      <a:pt x="568500" y="543898"/>
                    </a:moveTo>
                    <a:lnTo>
                      <a:pt x="477457" y="456794"/>
                    </a:lnTo>
                    <a:moveTo>
                      <a:pt x="477457" y="456794"/>
                    </a:moveTo>
                    <a:lnTo>
                      <a:pt x="386413" y="369690"/>
                    </a:lnTo>
                    <a:moveTo>
                      <a:pt x="386413" y="369690"/>
                    </a:moveTo>
                    <a:lnTo>
                      <a:pt x="295369" y="282587"/>
                    </a:lnTo>
                    <a:moveTo>
                      <a:pt x="295369" y="282587"/>
                    </a:moveTo>
                    <a:lnTo>
                      <a:pt x="204325" y="195483"/>
                    </a:lnTo>
                    <a:moveTo>
                      <a:pt x="204325" y="195483"/>
                    </a:moveTo>
                    <a:lnTo>
                      <a:pt x="113282" y="108380"/>
                    </a:lnTo>
                    <a:moveTo>
                      <a:pt x="113282" y="108380"/>
                    </a:moveTo>
                    <a:lnTo>
                      <a:pt x="22238" y="21276"/>
                    </a:lnTo>
                    <a:moveTo>
                      <a:pt x="22238" y="21276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72" name="Контур"/>
              <p:cNvSpPr/>
              <p:nvPr/>
            </p:nvSpPr>
            <p:spPr>
              <a:xfrm>
                <a:off x="676641" y="3160012"/>
                <a:ext cx="873212" cy="1908300"/>
              </a:xfrm>
              <a:custGeom>
                <a:avLst/>
                <a:gdLst/>
                <a:ahLst/>
                <a:cxnLst/>
                <a:rect l="l" t="t" r="r" b="b"/>
                <a:pathLst>
                  <a:path w="873212" h="1908300" fill="none">
                    <a:moveTo>
                      <a:pt x="506532" y="1892020"/>
                    </a:moveTo>
                    <a:lnTo>
                      <a:pt x="461059" y="1908300"/>
                    </a:lnTo>
                    <a:lnTo>
                      <a:pt x="475318" y="1862154"/>
                    </a:lnTo>
                    <a:lnTo>
                      <a:pt x="506532" y="1892020"/>
                    </a:lnTo>
                    <a:lnTo>
                      <a:pt x="502630" y="1888286"/>
                    </a:lnTo>
                    <a:lnTo>
                      <a:pt x="468526" y="1900497"/>
                    </a:lnTo>
                    <a:lnTo>
                      <a:pt x="479220" y="1865887"/>
                    </a:lnTo>
                    <a:lnTo>
                      <a:pt x="475487" y="1869789"/>
                    </a:lnTo>
                    <a:lnTo>
                      <a:pt x="498897" y="1892188"/>
                    </a:lnTo>
                    <a:lnTo>
                      <a:pt x="502630" y="1888286"/>
                    </a:lnTo>
                    <a:lnTo>
                      <a:pt x="506532" y="1892020"/>
                    </a:lnTo>
                    <a:lnTo>
                      <a:pt x="491262" y="1892356"/>
                    </a:lnTo>
                    <a:lnTo>
                      <a:pt x="495164" y="1896090"/>
                    </a:lnTo>
                    <a:lnTo>
                      <a:pt x="479894" y="1896427"/>
                    </a:lnTo>
                    <a:lnTo>
                      <a:pt x="483796" y="1900160"/>
                    </a:lnTo>
                    <a:lnTo>
                      <a:pt x="464793" y="1904398"/>
                    </a:lnTo>
                    <a:lnTo>
                      <a:pt x="468189" y="1885227"/>
                    </a:lnTo>
                    <a:lnTo>
                      <a:pt x="472091" y="1888960"/>
                    </a:lnTo>
                    <a:lnTo>
                      <a:pt x="471754" y="1873690"/>
                    </a:lnTo>
                    <a:lnTo>
                      <a:pt x="475655" y="1877424"/>
                    </a:lnTo>
                    <a:lnTo>
                      <a:pt x="475318" y="1862154"/>
                    </a:lnTo>
                    <a:lnTo>
                      <a:pt x="479389" y="1873522"/>
                    </a:lnTo>
                    <a:lnTo>
                      <a:pt x="487023" y="1873353"/>
                    </a:lnTo>
                    <a:lnTo>
                      <a:pt x="487192" y="1880988"/>
                    </a:lnTo>
                    <a:lnTo>
                      <a:pt x="494827" y="1880820"/>
                    </a:lnTo>
                    <a:lnTo>
                      <a:pt x="494995" y="1888455"/>
                    </a:lnTo>
                    <a:lnTo>
                      <a:pt x="506532" y="1892020"/>
                    </a:lnTo>
                    <a:lnTo>
                      <a:pt x="498897" y="1892188"/>
                    </a:lnTo>
                    <a:lnTo>
                      <a:pt x="498728" y="1884553"/>
                    </a:lnTo>
                    <a:lnTo>
                      <a:pt x="491094" y="1884722"/>
                    </a:lnTo>
                    <a:lnTo>
                      <a:pt x="490925" y="1877087"/>
                    </a:lnTo>
                    <a:lnTo>
                      <a:pt x="483290" y="1877255"/>
                    </a:lnTo>
                    <a:lnTo>
                      <a:pt x="483122" y="1869620"/>
                    </a:lnTo>
                    <a:lnTo>
                      <a:pt x="475487" y="1869789"/>
                    </a:lnTo>
                    <a:lnTo>
                      <a:pt x="471754" y="1873690"/>
                    </a:lnTo>
                    <a:lnTo>
                      <a:pt x="475655" y="1877424"/>
                    </a:lnTo>
                    <a:lnTo>
                      <a:pt x="468189" y="1885227"/>
                    </a:lnTo>
                    <a:lnTo>
                      <a:pt x="472091" y="1888960"/>
                    </a:lnTo>
                    <a:lnTo>
                      <a:pt x="461059" y="1908300"/>
                    </a:lnTo>
                    <a:lnTo>
                      <a:pt x="468526" y="1900497"/>
                    </a:lnTo>
                    <a:lnTo>
                      <a:pt x="472427" y="1904230"/>
                    </a:lnTo>
                    <a:lnTo>
                      <a:pt x="479894" y="1896427"/>
                    </a:lnTo>
                    <a:lnTo>
                      <a:pt x="483796" y="1900160"/>
                    </a:lnTo>
                    <a:lnTo>
                      <a:pt x="491262" y="1892356"/>
                    </a:lnTo>
                    <a:lnTo>
                      <a:pt x="495164" y="1896090"/>
                    </a:lnTo>
                    <a:lnTo>
                      <a:pt x="498897" y="1892188"/>
                    </a:lnTo>
                    <a:moveTo>
                      <a:pt x="324454" y="1717803"/>
                    </a:moveTo>
                    <a:lnTo>
                      <a:pt x="278981" y="1734083"/>
                    </a:lnTo>
                    <a:lnTo>
                      <a:pt x="293240" y="1687937"/>
                    </a:lnTo>
                    <a:lnTo>
                      <a:pt x="324454" y="1717803"/>
                    </a:lnTo>
                    <a:lnTo>
                      <a:pt x="320552" y="1714069"/>
                    </a:lnTo>
                    <a:lnTo>
                      <a:pt x="286448" y="1726280"/>
                    </a:lnTo>
                    <a:lnTo>
                      <a:pt x="297142" y="1691670"/>
                    </a:lnTo>
                    <a:lnTo>
                      <a:pt x="293409" y="1695572"/>
                    </a:lnTo>
                    <a:lnTo>
                      <a:pt x="316819" y="1717971"/>
                    </a:lnTo>
                    <a:lnTo>
                      <a:pt x="320552" y="1714069"/>
                    </a:lnTo>
                    <a:lnTo>
                      <a:pt x="324454" y="1717803"/>
                    </a:lnTo>
                    <a:lnTo>
                      <a:pt x="309184" y="1718139"/>
                    </a:lnTo>
                    <a:lnTo>
                      <a:pt x="313086" y="1721873"/>
                    </a:lnTo>
                    <a:lnTo>
                      <a:pt x="297816" y="1722210"/>
                    </a:lnTo>
                    <a:lnTo>
                      <a:pt x="301718" y="1725943"/>
                    </a:lnTo>
                    <a:lnTo>
                      <a:pt x="282715" y="1730181"/>
                    </a:lnTo>
                    <a:lnTo>
                      <a:pt x="286111" y="1711010"/>
                    </a:lnTo>
                    <a:lnTo>
                      <a:pt x="290012" y="1714743"/>
                    </a:lnTo>
                    <a:lnTo>
                      <a:pt x="289676" y="1699473"/>
                    </a:lnTo>
                    <a:lnTo>
                      <a:pt x="293577" y="1703207"/>
                    </a:lnTo>
                    <a:lnTo>
                      <a:pt x="293240" y="1687937"/>
                    </a:lnTo>
                    <a:lnTo>
                      <a:pt x="297310" y="1699305"/>
                    </a:lnTo>
                    <a:lnTo>
                      <a:pt x="304945" y="1699136"/>
                    </a:lnTo>
                    <a:lnTo>
                      <a:pt x="305114" y="1706771"/>
                    </a:lnTo>
                    <a:lnTo>
                      <a:pt x="312749" y="1706603"/>
                    </a:lnTo>
                    <a:lnTo>
                      <a:pt x="312917" y="1714238"/>
                    </a:lnTo>
                    <a:lnTo>
                      <a:pt x="324454" y="1717803"/>
                    </a:lnTo>
                    <a:lnTo>
                      <a:pt x="316819" y="1717971"/>
                    </a:lnTo>
                    <a:lnTo>
                      <a:pt x="316650" y="1710336"/>
                    </a:lnTo>
                    <a:lnTo>
                      <a:pt x="309016" y="1710505"/>
                    </a:lnTo>
                    <a:lnTo>
                      <a:pt x="308847" y="1702870"/>
                    </a:lnTo>
                    <a:lnTo>
                      <a:pt x="301212" y="1703038"/>
                    </a:lnTo>
                    <a:lnTo>
                      <a:pt x="301044" y="1695403"/>
                    </a:lnTo>
                    <a:lnTo>
                      <a:pt x="293409" y="1695572"/>
                    </a:lnTo>
                    <a:lnTo>
                      <a:pt x="289676" y="1699473"/>
                    </a:lnTo>
                    <a:lnTo>
                      <a:pt x="293577" y="1703207"/>
                    </a:lnTo>
                    <a:lnTo>
                      <a:pt x="286111" y="1711010"/>
                    </a:lnTo>
                    <a:lnTo>
                      <a:pt x="290012" y="1714743"/>
                    </a:lnTo>
                    <a:lnTo>
                      <a:pt x="278981" y="1734083"/>
                    </a:lnTo>
                    <a:lnTo>
                      <a:pt x="286448" y="1726280"/>
                    </a:lnTo>
                    <a:lnTo>
                      <a:pt x="290349" y="1730013"/>
                    </a:lnTo>
                    <a:lnTo>
                      <a:pt x="297816" y="1722210"/>
                    </a:lnTo>
                    <a:lnTo>
                      <a:pt x="301718" y="1725943"/>
                    </a:lnTo>
                    <a:lnTo>
                      <a:pt x="309184" y="1718139"/>
                    </a:lnTo>
                    <a:lnTo>
                      <a:pt x="313086" y="1721873"/>
                    </a:lnTo>
                    <a:lnTo>
                      <a:pt x="316819" y="1717971"/>
                    </a:lnTo>
                    <a:moveTo>
                      <a:pt x="430684" y="1613611"/>
                    </a:moveTo>
                    <a:lnTo>
                      <a:pt x="414404" y="1568138"/>
                    </a:lnTo>
                    <a:lnTo>
                      <a:pt x="460550" y="1582398"/>
                    </a:lnTo>
                    <a:lnTo>
                      <a:pt x="430684" y="1613611"/>
                    </a:lnTo>
                    <a:lnTo>
                      <a:pt x="434417" y="1609709"/>
                    </a:lnTo>
                    <a:lnTo>
                      <a:pt x="422207" y="1575605"/>
                    </a:lnTo>
                    <a:lnTo>
                      <a:pt x="456817" y="1586299"/>
                    </a:lnTo>
                    <a:lnTo>
                      <a:pt x="452915" y="1582566"/>
                    </a:lnTo>
                    <a:lnTo>
                      <a:pt x="430516" y="1605976"/>
                    </a:lnTo>
                    <a:lnTo>
                      <a:pt x="434417" y="1609709"/>
                    </a:lnTo>
                    <a:lnTo>
                      <a:pt x="430684" y="1613611"/>
                    </a:lnTo>
                    <a:lnTo>
                      <a:pt x="430347" y="1598341"/>
                    </a:lnTo>
                    <a:lnTo>
                      <a:pt x="426614" y="1602243"/>
                    </a:lnTo>
                    <a:lnTo>
                      <a:pt x="426277" y="1586973"/>
                    </a:lnTo>
                    <a:lnTo>
                      <a:pt x="422544" y="1590875"/>
                    </a:lnTo>
                    <a:lnTo>
                      <a:pt x="418305" y="1571872"/>
                    </a:lnTo>
                    <a:lnTo>
                      <a:pt x="437477" y="1575268"/>
                    </a:lnTo>
                    <a:lnTo>
                      <a:pt x="433744" y="1579170"/>
                    </a:lnTo>
                    <a:lnTo>
                      <a:pt x="449013" y="1578833"/>
                    </a:lnTo>
                    <a:lnTo>
                      <a:pt x="445280" y="1582734"/>
                    </a:lnTo>
                    <a:lnTo>
                      <a:pt x="460550" y="1582398"/>
                    </a:lnTo>
                    <a:lnTo>
                      <a:pt x="449182" y="1586468"/>
                    </a:lnTo>
                    <a:lnTo>
                      <a:pt x="449350" y="1594103"/>
                    </a:lnTo>
                    <a:lnTo>
                      <a:pt x="441715" y="1594271"/>
                    </a:lnTo>
                    <a:lnTo>
                      <a:pt x="441884" y="1601906"/>
                    </a:lnTo>
                    <a:lnTo>
                      <a:pt x="434249" y="1602074"/>
                    </a:lnTo>
                    <a:lnTo>
                      <a:pt x="430684" y="1613611"/>
                    </a:lnTo>
                    <a:lnTo>
                      <a:pt x="430516" y="1605976"/>
                    </a:lnTo>
                    <a:lnTo>
                      <a:pt x="438151" y="1605808"/>
                    </a:lnTo>
                    <a:lnTo>
                      <a:pt x="437982" y="1598173"/>
                    </a:lnTo>
                    <a:lnTo>
                      <a:pt x="445617" y="1598004"/>
                    </a:lnTo>
                    <a:lnTo>
                      <a:pt x="445449" y="1590369"/>
                    </a:lnTo>
                    <a:lnTo>
                      <a:pt x="453084" y="1590201"/>
                    </a:lnTo>
                    <a:lnTo>
                      <a:pt x="452915" y="1582566"/>
                    </a:lnTo>
                    <a:lnTo>
                      <a:pt x="449013" y="1578833"/>
                    </a:lnTo>
                    <a:lnTo>
                      <a:pt x="445280" y="1582734"/>
                    </a:lnTo>
                    <a:lnTo>
                      <a:pt x="437477" y="1575268"/>
                    </a:lnTo>
                    <a:lnTo>
                      <a:pt x="433744" y="1579170"/>
                    </a:lnTo>
                    <a:lnTo>
                      <a:pt x="414404" y="1568138"/>
                    </a:lnTo>
                    <a:lnTo>
                      <a:pt x="422207" y="1575605"/>
                    </a:lnTo>
                    <a:lnTo>
                      <a:pt x="418474" y="1579507"/>
                    </a:lnTo>
                    <a:lnTo>
                      <a:pt x="426277" y="1586973"/>
                    </a:lnTo>
                    <a:lnTo>
                      <a:pt x="422544" y="1590875"/>
                    </a:lnTo>
                    <a:lnTo>
                      <a:pt x="430347" y="1598341"/>
                    </a:lnTo>
                    <a:lnTo>
                      <a:pt x="426614" y="1602243"/>
                    </a:lnTo>
                    <a:lnTo>
                      <a:pt x="430516" y="1605976"/>
                    </a:lnTo>
                    <a:moveTo>
                      <a:pt x="604902" y="1431533"/>
                    </a:moveTo>
                    <a:lnTo>
                      <a:pt x="588621" y="1386061"/>
                    </a:lnTo>
                    <a:lnTo>
                      <a:pt x="634767" y="1400320"/>
                    </a:lnTo>
                    <a:lnTo>
                      <a:pt x="604902" y="1431533"/>
                    </a:lnTo>
                    <a:lnTo>
                      <a:pt x="608635" y="1427632"/>
                    </a:lnTo>
                    <a:lnTo>
                      <a:pt x="596424" y="1393527"/>
                    </a:lnTo>
                    <a:lnTo>
                      <a:pt x="631034" y="1404222"/>
                    </a:lnTo>
                    <a:lnTo>
                      <a:pt x="627132" y="1400488"/>
                    </a:lnTo>
                    <a:lnTo>
                      <a:pt x="604733" y="1423898"/>
                    </a:lnTo>
                    <a:lnTo>
                      <a:pt x="608635" y="1427632"/>
                    </a:lnTo>
                    <a:lnTo>
                      <a:pt x="604902" y="1431533"/>
                    </a:lnTo>
                    <a:lnTo>
                      <a:pt x="604565" y="1416263"/>
                    </a:lnTo>
                    <a:lnTo>
                      <a:pt x="600831" y="1420165"/>
                    </a:lnTo>
                    <a:lnTo>
                      <a:pt x="600495" y="1404895"/>
                    </a:lnTo>
                    <a:lnTo>
                      <a:pt x="596761" y="1408797"/>
                    </a:lnTo>
                    <a:lnTo>
                      <a:pt x="592523" y="1389794"/>
                    </a:lnTo>
                    <a:lnTo>
                      <a:pt x="611694" y="1393190"/>
                    </a:lnTo>
                    <a:lnTo>
                      <a:pt x="607961" y="1397092"/>
                    </a:lnTo>
                    <a:lnTo>
                      <a:pt x="623231" y="1396755"/>
                    </a:lnTo>
                    <a:lnTo>
                      <a:pt x="619498" y="1400657"/>
                    </a:lnTo>
                    <a:lnTo>
                      <a:pt x="634767" y="1400320"/>
                    </a:lnTo>
                    <a:lnTo>
                      <a:pt x="623399" y="1404390"/>
                    </a:lnTo>
                    <a:lnTo>
                      <a:pt x="623568" y="1412025"/>
                    </a:lnTo>
                    <a:lnTo>
                      <a:pt x="615933" y="1412193"/>
                    </a:lnTo>
                    <a:lnTo>
                      <a:pt x="616101" y="1419828"/>
                    </a:lnTo>
                    <a:lnTo>
                      <a:pt x="608466" y="1419997"/>
                    </a:lnTo>
                    <a:lnTo>
                      <a:pt x="604902" y="1431533"/>
                    </a:lnTo>
                    <a:lnTo>
                      <a:pt x="604733" y="1423898"/>
                    </a:lnTo>
                    <a:lnTo>
                      <a:pt x="612368" y="1423730"/>
                    </a:lnTo>
                    <a:lnTo>
                      <a:pt x="612200" y="1416095"/>
                    </a:lnTo>
                    <a:lnTo>
                      <a:pt x="619834" y="1415927"/>
                    </a:lnTo>
                    <a:lnTo>
                      <a:pt x="619666" y="1408292"/>
                    </a:lnTo>
                    <a:lnTo>
                      <a:pt x="627301" y="1408123"/>
                    </a:lnTo>
                    <a:lnTo>
                      <a:pt x="627132" y="1400488"/>
                    </a:lnTo>
                    <a:lnTo>
                      <a:pt x="623231" y="1396755"/>
                    </a:lnTo>
                    <a:lnTo>
                      <a:pt x="619498" y="1400657"/>
                    </a:lnTo>
                    <a:lnTo>
                      <a:pt x="611694" y="1393190"/>
                    </a:lnTo>
                    <a:lnTo>
                      <a:pt x="607961" y="1397092"/>
                    </a:lnTo>
                    <a:lnTo>
                      <a:pt x="588621" y="1386061"/>
                    </a:lnTo>
                    <a:lnTo>
                      <a:pt x="596424" y="1393527"/>
                    </a:lnTo>
                    <a:lnTo>
                      <a:pt x="592691" y="1397429"/>
                    </a:lnTo>
                    <a:lnTo>
                      <a:pt x="600495" y="1404895"/>
                    </a:lnTo>
                    <a:lnTo>
                      <a:pt x="596761" y="1408797"/>
                    </a:lnTo>
                    <a:lnTo>
                      <a:pt x="604565" y="1416263"/>
                    </a:lnTo>
                    <a:lnTo>
                      <a:pt x="600831" y="1420165"/>
                    </a:lnTo>
                    <a:lnTo>
                      <a:pt x="604733" y="1423898"/>
                    </a:lnTo>
                    <a:moveTo>
                      <a:pt x="788962" y="1225853"/>
                    </a:moveTo>
                    <a:lnTo>
                      <a:pt x="753724" y="1192822"/>
                    </a:lnTo>
                    <a:lnTo>
                      <a:pt x="801291" y="1184450"/>
                    </a:lnTo>
                    <a:lnTo>
                      <a:pt x="788962" y="1225853"/>
                    </a:lnTo>
                    <a:lnTo>
                      <a:pt x="790503" y="1220678"/>
                    </a:lnTo>
                    <a:lnTo>
                      <a:pt x="764074" y="1195904"/>
                    </a:lnTo>
                    <a:lnTo>
                      <a:pt x="799750" y="1189625"/>
                    </a:lnTo>
                    <a:lnTo>
                      <a:pt x="794575" y="1188084"/>
                    </a:lnTo>
                    <a:lnTo>
                      <a:pt x="785328" y="1219136"/>
                    </a:lnTo>
                    <a:lnTo>
                      <a:pt x="790503" y="1220678"/>
                    </a:lnTo>
                    <a:lnTo>
                      <a:pt x="788962" y="1225853"/>
                    </a:lnTo>
                    <a:lnTo>
                      <a:pt x="781694" y="1212420"/>
                    </a:lnTo>
                    <a:lnTo>
                      <a:pt x="780153" y="1217595"/>
                    </a:lnTo>
                    <a:lnTo>
                      <a:pt x="772884" y="1204162"/>
                    </a:lnTo>
                    <a:lnTo>
                      <a:pt x="771343" y="1209338"/>
                    </a:lnTo>
                    <a:lnTo>
                      <a:pt x="758899" y="1194363"/>
                    </a:lnTo>
                    <a:lnTo>
                      <a:pt x="777508" y="1188636"/>
                    </a:lnTo>
                    <a:lnTo>
                      <a:pt x="775966" y="1193811"/>
                    </a:lnTo>
                    <a:lnTo>
                      <a:pt x="789399" y="1186543"/>
                    </a:lnTo>
                    <a:lnTo>
                      <a:pt x="787858" y="1191718"/>
                    </a:lnTo>
                    <a:lnTo>
                      <a:pt x="801291" y="1184450"/>
                    </a:lnTo>
                    <a:lnTo>
                      <a:pt x="793034" y="1193259"/>
                    </a:lnTo>
                    <a:lnTo>
                      <a:pt x="796668" y="1199976"/>
                    </a:lnTo>
                    <a:lnTo>
                      <a:pt x="789951" y="1203610"/>
                    </a:lnTo>
                    <a:lnTo>
                      <a:pt x="793586" y="1210327"/>
                    </a:lnTo>
                    <a:lnTo>
                      <a:pt x="786869" y="1213961"/>
                    </a:lnTo>
                    <a:lnTo>
                      <a:pt x="788962" y="1225853"/>
                    </a:lnTo>
                    <a:lnTo>
                      <a:pt x="785328" y="1219136"/>
                    </a:lnTo>
                    <a:lnTo>
                      <a:pt x="792044" y="1215502"/>
                    </a:lnTo>
                    <a:lnTo>
                      <a:pt x="788410" y="1208786"/>
                    </a:lnTo>
                    <a:lnTo>
                      <a:pt x="795127" y="1205151"/>
                    </a:lnTo>
                    <a:lnTo>
                      <a:pt x="791493" y="1198435"/>
                    </a:lnTo>
                    <a:lnTo>
                      <a:pt x="798209" y="1194801"/>
                    </a:lnTo>
                    <a:lnTo>
                      <a:pt x="794575" y="1188084"/>
                    </a:lnTo>
                    <a:lnTo>
                      <a:pt x="789399" y="1186543"/>
                    </a:lnTo>
                    <a:lnTo>
                      <a:pt x="787858" y="1191718"/>
                    </a:lnTo>
                    <a:lnTo>
                      <a:pt x="777508" y="1188636"/>
                    </a:lnTo>
                    <a:lnTo>
                      <a:pt x="775966" y="1193811"/>
                    </a:lnTo>
                    <a:lnTo>
                      <a:pt x="753724" y="1192822"/>
                    </a:lnTo>
                    <a:lnTo>
                      <a:pt x="764074" y="1195904"/>
                    </a:lnTo>
                    <a:lnTo>
                      <a:pt x="762533" y="1201080"/>
                    </a:lnTo>
                    <a:lnTo>
                      <a:pt x="772884" y="1204162"/>
                    </a:lnTo>
                    <a:lnTo>
                      <a:pt x="771343" y="1209338"/>
                    </a:lnTo>
                    <a:lnTo>
                      <a:pt x="781694" y="1212420"/>
                    </a:lnTo>
                    <a:lnTo>
                      <a:pt x="780153" y="1217595"/>
                    </a:lnTo>
                    <a:lnTo>
                      <a:pt x="785328" y="1219136"/>
                    </a:lnTo>
                    <a:moveTo>
                      <a:pt x="860883" y="984334"/>
                    </a:moveTo>
                    <a:lnTo>
                      <a:pt x="825644" y="951303"/>
                    </a:lnTo>
                    <a:lnTo>
                      <a:pt x="873212" y="942931"/>
                    </a:lnTo>
                    <a:lnTo>
                      <a:pt x="860883" y="984334"/>
                    </a:lnTo>
                    <a:lnTo>
                      <a:pt x="862424" y="979159"/>
                    </a:lnTo>
                    <a:lnTo>
                      <a:pt x="835995" y="954386"/>
                    </a:lnTo>
                    <a:lnTo>
                      <a:pt x="871671" y="948106"/>
                    </a:lnTo>
                    <a:lnTo>
                      <a:pt x="866496" y="946565"/>
                    </a:lnTo>
                    <a:lnTo>
                      <a:pt x="857249" y="977618"/>
                    </a:lnTo>
                    <a:lnTo>
                      <a:pt x="862424" y="979159"/>
                    </a:lnTo>
                    <a:lnTo>
                      <a:pt x="860883" y="984334"/>
                    </a:lnTo>
                    <a:lnTo>
                      <a:pt x="853615" y="970901"/>
                    </a:lnTo>
                    <a:lnTo>
                      <a:pt x="852073" y="976076"/>
                    </a:lnTo>
                    <a:lnTo>
                      <a:pt x="844805" y="962643"/>
                    </a:lnTo>
                    <a:lnTo>
                      <a:pt x="843264" y="967819"/>
                    </a:lnTo>
                    <a:lnTo>
                      <a:pt x="830820" y="952844"/>
                    </a:lnTo>
                    <a:lnTo>
                      <a:pt x="849428" y="947117"/>
                    </a:lnTo>
                    <a:lnTo>
                      <a:pt x="847887" y="952292"/>
                    </a:lnTo>
                    <a:lnTo>
                      <a:pt x="861320" y="945024"/>
                    </a:lnTo>
                    <a:lnTo>
                      <a:pt x="859779" y="950199"/>
                    </a:lnTo>
                    <a:lnTo>
                      <a:pt x="873212" y="942931"/>
                    </a:lnTo>
                    <a:lnTo>
                      <a:pt x="864955" y="951741"/>
                    </a:lnTo>
                    <a:lnTo>
                      <a:pt x="868589" y="958457"/>
                    </a:lnTo>
                    <a:lnTo>
                      <a:pt x="861872" y="962091"/>
                    </a:lnTo>
                    <a:lnTo>
                      <a:pt x="865507" y="968808"/>
                    </a:lnTo>
                    <a:lnTo>
                      <a:pt x="858790" y="972442"/>
                    </a:lnTo>
                    <a:lnTo>
                      <a:pt x="860883" y="984334"/>
                    </a:lnTo>
                    <a:lnTo>
                      <a:pt x="857249" y="977618"/>
                    </a:lnTo>
                    <a:lnTo>
                      <a:pt x="863965" y="973983"/>
                    </a:lnTo>
                    <a:lnTo>
                      <a:pt x="860331" y="967267"/>
                    </a:lnTo>
                    <a:lnTo>
                      <a:pt x="867048" y="963633"/>
                    </a:lnTo>
                    <a:lnTo>
                      <a:pt x="863413" y="956916"/>
                    </a:lnTo>
                    <a:lnTo>
                      <a:pt x="870130" y="953282"/>
                    </a:lnTo>
                    <a:lnTo>
                      <a:pt x="866496" y="946565"/>
                    </a:lnTo>
                    <a:lnTo>
                      <a:pt x="861320" y="945024"/>
                    </a:lnTo>
                    <a:lnTo>
                      <a:pt x="859779" y="950199"/>
                    </a:lnTo>
                    <a:lnTo>
                      <a:pt x="849428" y="947117"/>
                    </a:lnTo>
                    <a:lnTo>
                      <a:pt x="847887" y="952292"/>
                    </a:lnTo>
                    <a:lnTo>
                      <a:pt x="825644" y="951303"/>
                    </a:lnTo>
                    <a:lnTo>
                      <a:pt x="835995" y="954386"/>
                    </a:lnTo>
                    <a:lnTo>
                      <a:pt x="834454" y="959561"/>
                    </a:lnTo>
                    <a:lnTo>
                      <a:pt x="844805" y="962643"/>
                    </a:lnTo>
                    <a:lnTo>
                      <a:pt x="843264" y="967819"/>
                    </a:lnTo>
                    <a:lnTo>
                      <a:pt x="853615" y="970901"/>
                    </a:lnTo>
                    <a:lnTo>
                      <a:pt x="852073" y="976076"/>
                    </a:lnTo>
                    <a:lnTo>
                      <a:pt x="857249" y="977618"/>
                    </a:lnTo>
                    <a:moveTo>
                      <a:pt x="773822" y="726693"/>
                    </a:moveTo>
                    <a:lnTo>
                      <a:pt x="728350" y="742975"/>
                    </a:lnTo>
                    <a:lnTo>
                      <a:pt x="742607" y="696828"/>
                    </a:lnTo>
                    <a:lnTo>
                      <a:pt x="773822" y="726693"/>
                    </a:lnTo>
                    <a:lnTo>
                      <a:pt x="769920" y="722959"/>
                    </a:lnTo>
                    <a:lnTo>
                      <a:pt x="735816" y="735172"/>
                    </a:lnTo>
                    <a:lnTo>
                      <a:pt x="746509" y="700561"/>
                    </a:lnTo>
                    <a:lnTo>
                      <a:pt x="742776" y="704463"/>
                    </a:lnTo>
                    <a:lnTo>
                      <a:pt x="766187" y="726861"/>
                    </a:lnTo>
                    <a:lnTo>
                      <a:pt x="769920" y="722959"/>
                    </a:lnTo>
                    <a:lnTo>
                      <a:pt x="773822" y="726693"/>
                    </a:lnTo>
                    <a:lnTo>
                      <a:pt x="758552" y="727030"/>
                    </a:lnTo>
                    <a:lnTo>
                      <a:pt x="762454" y="730763"/>
                    </a:lnTo>
                    <a:lnTo>
                      <a:pt x="747184" y="731101"/>
                    </a:lnTo>
                    <a:lnTo>
                      <a:pt x="751086" y="734834"/>
                    </a:lnTo>
                    <a:lnTo>
                      <a:pt x="732083" y="739074"/>
                    </a:lnTo>
                    <a:lnTo>
                      <a:pt x="735478" y="719902"/>
                    </a:lnTo>
                    <a:lnTo>
                      <a:pt x="739380" y="723635"/>
                    </a:lnTo>
                    <a:lnTo>
                      <a:pt x="739043" y="708365"/>
                    </a:lnTo>
                    <a:lnTo>
                      <a:pt x="742945" y="712098"/>
                    </a:lnTo>
                    <a:lnTo>
                      <a:pt x="742607" y="696828"/>
                    </a:lnTo>
                    <a:lnTo>
                      <a:pt x="746678" y="708196"/>
                    </a:lnTo>
                    <a:lnTo>
                      <a:pt x="754312" y="708027"/>
                    </a:lnTo>
                    <a:lnTo>
                      <a:pt x="754481" y="715662"/>
                    </a:lnTo>
                    <a:lnTo>
                      <a:pt x="762116" y="715493"/>
                    </a:lnTo>
                    <a:lnTo>
                      <a:pt x="762285" y="723128"/>
                    </a:lnTo>
                    <a:lnTo>
                      <a:pt x="773822" y="726693"/>
                    </a:lnTo>
                    <a:lnTo>
                      <a:pt x="766187" y="726861"/>
                    </a:lnTo>
                    <a:lnTo>
                      <a:pt x="766018" y="719226"/>
                    </a:lnTo>
                    <a:lnTo>
                      <a:pt x="758383" y="719395"/>
                    </a:lnTo>
                    <a:lnTo>
                      <a:pt x="758214" y="711760"/>
                    </a:lnTo>
                    <a:lnTo>
                      <a:pt x="750579" y="711929"/>
                    </a:lnTo>
                    <a:lnTo>
                      <a:pt x="750411" y="704294"/>
                    </a:lnTo>
                    <a:lnTo>
                      <a:pt x="742776" y="704463"/>
                    </a:lnTo>
                    <a:lnTo>
                      <a:pt x="739043" y="708365"/>
                    </a:lnTo>
                    <a:lnTo>
                      <a:pt x="742945" y="712098"/>
                    </a:lnTo>
                    <a:lnTo>
                      <a:pt x="735478" y="719902"/>
                    </a:lnTo>
                    <a:lnTo>
                      <a:pt x="739380" y="723635"/>
                    </a:lnTo>
                    <a:lnTo>
                      <a:pt x="728350" y="742975"/>
                    </a:lnTo>
                    <a:lnTo>
                      <a:pt x="735816" y="735172"/>
                    </a:lnTo>
                    <a:lnTo>
                      <a:pt x="739718" y="738905"/>
                    </a:lnTo>
                    <a:lnTo>
                      <a:pt x="747184" y="731101"/>
                    </a:lnTo>
                    <a:lnTo>
                      <a:pt x="751086" y="734834"/>
                    </a:lnTo>
                    <a:lnTo>
                      <a:pt x="758552" y="727030"/>
                    </a:lnTo>
                    <a:lnTo>
                      <a:pt x="762454" y="730763"/>
                    </a:lnTo>
                    <a:lnTo>
                      <a:pt x="766187" y="726861"/>
                    </a:lnTo>
                    <a:moveTo>
                      <a:pt x="591734" y="552485"/>
                    </a:moveTo>
                    <a:lnTo>
                      <a:pt x="546263" y="568768"/>
                    </a:lnTo>
                    <a:lnTo>
                      <a:pt x="560519" y="522621"/>
                    </a:lnTo>
                    <a:lnTo>
                      <a:pt x="591734" y="552485"/>
                    </a:lnTo>
                    <a:lnTo>
                      <a:pt x="587832" y="548752"/>
                    </a:lnTo>
                    <a:lnTo>
                      <a:pt x="553729" y="560965"/>
                    </a:lnTo>
                    <a:lnTo>
                      <a:pt x="564421" y="526354"/>
                    </a:lnTo>
                    <a:lnTo>
                      <a:pt x="560688" y="530256"/>
                    </a:lnTo>
                    <a:lnTo>
                      <a:pt x="584099" y="552654"/>
                    </a:lnTo>
                    <a:lnTo>
                      <a:pt x="587832" y="548752"/>
                    </a:lnTo>
                    <a:lnTo>
                      <a:pt x="591734" y="552485"/>
                    </a:lnTo>
                    <a:lnTo>
                      <a:pt x="576464" y="552823"/>
                    </a:lnTo>
                    <a:lnTo>
                      <a:pt x="580366" y="556556"/>
                    </a:lnTo>
                    <a:lnTo>
                      <a:pt x="565097" y="556894"/>
                    </a:lnTo>
                    <a:lnTo>
                      <a:pt x="568998" y="560627"/>
                    </a:lnTo>
                    <a:lnTo>
                      <a:pt x="549996" y="564866"/>
                    </a:lnTo>
                    <a:lnTo>
                      <a:pt x="553391" y="545695"/>
                    </a:lnTo>
                    <a:lnTo>
                      <a:pt x="557293" y="549428"/>
                    </a:lnTo>
                    <a:lnTo>
                      <a:pt x="556955" y="534158"/>
                    </a:lnTo>
                    <a:lnTo>
                      <a:pt x="560857" y="537891"/>
                    </a:lnTo>
                    <a:lnTo>
                      <a:pt x="560519" y="522621"/>
                    </a:lnTo>
                    <a:lnTo>
                      <a:pt x="564590" y="533989"/>
                    </a:lnTo>
                    <a:lnTo>
                      <a:pt x="572225" y="533820"/>
                    </a:lnTo>
                    <a:lnTo>
                      <a:pt x="572394" y="541455"/>
                    </a:lnTo>
                    <a:lnTo>
                      <a:pt x="580029" y="541286"/>
                    </a:lnTo>
                    <a:lnTo>
                      <a:pt x="580198" y="548921"/>
                    </a:lnTo>
                    <a:lnTo>
                      <a:pt x="591734" y="552485"/>
                    </a:lnTo>
                    <a:lnTo>
                      <a:pt x="584099" y="552654"/>
                    </a:lnTo>
                    <a:lnTo>
                      <a:pt x="583931" y="545019"/>
                    </a:lnTo>
                    <a:lnTo>
                      <a:pt x="576296" y="545188"/>
                    </a:lnTo>
                    <a:lnTo>
                      <a:pt x="576127" y="537553"/>
                    </a:lnTo>
                    <a:lnTo>
                      <a:pt x="568492" y="537722"/>
                    </a:lnTo>
                    <a:lnTo>
                      <a:pt x="568323" y="530087"/>
                    </a:lnTo>
                    <a:lnTo>
                      <a:pt x="560688" y="530256"/>
                    </a:lnTo>
                    <a:lnTo>
                      <a:pt x="556955" y="534158"/>
                    </a:lnTo>
                    <a:lnTo>
                      <a:pt x="560857" y="537891"/>
                    </a:lnTo>
                    <a:lnTo>
                      <a:pt x="553391" y="545695"/>
                    </a:lnTo>
                    <a:lnTo>
                      <a:pt x="557293" y="549428"/>
                    </a:lnTo>
                    <a:lnTo>
                      <a:pt x="546263" y="568768"/>
                    </a:lnTo>
                    <a:lnTo>
                      <a:pt x="553729" y="560965"/>
                    </a:lnTo>
                    <a:lnTo>
                      <a:pt x="557631" y="564698"/>
                    </a:lnTo>
                    <a:lnTo>
                      <a:pt x="565097" y="556894"/>
                    </a:lnTo>
                    <a:lnTo>
                      <a:pt x="568998" y="560627"/>
                    </a:lnTo>
                    <a:lnTo>
                      <a:pt x="576464" y="552823"/>
                    </a:lnTo>
                    <a:lnTo>
                      <a:pt x="580366" y="556556"/>
                    </a:lnTo>
                    <a:lnTo>
                      <a:pt x="584099" y="552654"/>
                    </a:lnTo>
                    <a:moveTo>
                      <a:pt x="409647" y="378278"/>
                    </a:moveTo>
                    <a:lnTo>
                      <a:pt x="364175" y="394561"/>
                    </a:lnTo>
                    <a:lnTo>
                      <a:pt x="378432" y="348414"/>
                    </a:lnTo>
                    <a:lnTo>
                      <a:pt x="409647" y="378278"/>
                    </a:lnTo>
                    <a:lnTo>
                      <a:pt x="405745" y="374545"/>
                    </a:lnTo>
                    <a:lnTo>
                      <a:pt x="371641" y="386757"/>
                    </a:lnTo>
                    <a:lnTo>
                      <a:pt x="382334" y="352147"/>
                    </a:lnTo>
                    <a:lnTo>
                      <a:pt x="378601" y="356049"/>
                    </a:lnTo>
                    <a:lnTo>
                      <a:pt x="402012" y="378447"/>
                    </a:lnTo>
                    <a:lnTo>
                      <a:pt x="405745" y="374545"/>
                    </a:lnTo>
                    <a:lnTo>
                      <a:pt x="409647" y="378278"/>
                    </a:lnTo>
                    <a:lnTo>
                      <a:pt x="394377" y="378616"/>
                    </a:lnTo>
                    <a:lnTo>
                      <a:pt x="398279" y="382349"/>
                    </a:lnTo>
                    <a:lnTo>
                      <a:pt x="383009" y="382687"/>
                    </a:lnTo>
                    <a:lnTo>
                      <a:pt x="386911" y="386420"/>
                    </a:lnTo>
                    <a:lnTo>
                      <a:pt x="367908" y="390659"/>
                    </a:lnTo>
                    <a:lnTo>
                      <a:pt x="371303" y="371488"/>
                    </a:lnTo>
                    <a:lnTo>
                      <a:pt x="375205" y="375221"/>
                    </a:lnTo>
                    <a:lnTo>
                      <a:pt x="374868" y="359951"/>
                    </a:lnTo>
                    <a:lnTo>
                      <a:pt x="378769" y="363684"/>
                    </a:lnTo>
                    <a:lnTo>
                      <a:pt x="378432" y="348414"/>
                    </a:lnTo>
                    <a:lnTo>
                      <a:pt x="382502" y="359782"/>
                    </a:lnTo>
                    <a:lnTo>
                      <a:pt x="390137" y="359613"/>
                    </a:lnTo>
                    <a:lnTo>
                      <a:pt x="390306" y="367248"/>
                    </a:lnTo>
                    <a:lnTo>
                      <a:pt x="397941" y="367079"/>
                    </a:lnTo>
                    <a:lnTo>
                      <a:pt x="398110" y="374714"/>
                    </a:lnTo>
                    <a:lnTo>
                      <a:pt x="409647" y="378278"/>
                    </a:lnTo>
                    <a:lnTo>
                      <a:pt x="402012" y="378447"/>
                    </a:lnTo>
                    <a:lnTo>
                      <a:pt x="401843" y="370812"/>
                    </a:lnTo>
                    <a:lnTo>
                      <a:pt x="394208" y="370981"/>
                    </a:lnTo>
                    <a:lnTo>
                      <a:pt x="394039" y="363346"/>
                    </a:lnTo>
                    <a:lnTo>
                      <a:pt x="386404" y="363515"/>
                    </a:lnTo>
                    <a:lnTo>
                      <a:pt x="386236" y="355880"/>
                    </a:lnTo>
                    <a:lnTo>
                      <a:pt x="378601" y="356049"/>
                    </a:lnTo>
                    <a:lnTo>
                      <a:pt x="374868" y="359951"/>
                    </a:lnTo>
                    <a:lnTo>
                      <a:pt x="378769" y="363684"/>
                    </a:lnTo>
                    <a:lnTo>
                      <a:pt x="371303" y="371488"/>
                    </a:lnTo>
                    <a:lnTo>
                      <a:pt x="375205" y="375221"/>
                    </a:lnTo>
                    <a:lnTo>
                      <a:pt x="364175" y="394561"/>
                    </a:lnTo>
                    <a:lnTo>
                      <a:pt x="371641" y="386757"/>
                    </a:lnTo>
                    <a:lnTo>
                      <a:pt x="375543" y="390490"/>
                    </a:lnTo>
                    <a:lnTo>
                      <a:pt x="383009" y="382687"/>
                    </a:lnTo>
                    <a:lnTo>
                      <a:pt x="386911" y="386420"/>
                    </a:lnTo>
                    <a:lnTo>
                      <a:pt x="394377" y="378616"/>
                    </a:lnTo>
                    <a:lnTo>
                      <a:pt x="398279" y="382349"/>
                    </a:lnTo>
                    <a:lnTo>
                      <a:pt x="402012" y="378447"/>
                    </a:lnTo>
                    <a:moveTo>
                      <a:pt x="227559" y="204071"/>
                    </a:moveTo>
                    <a:lnTo>
                      <a:pt x="182088" y="220354"/>
                    </a:lnTo>
                    <a:lnTo>
                      <a:pt x="196344" y="174207"/>
                    </a:lnTo>
                    <a:lnTo>
                      <a:pt x="227559" y="204071"/>
                    </a:lnTo>
                    <a:lnTo>
                      <a:pt x="223657" y="200338"/>
                    </a:lnTo>
                    <a:lnTo>
                      <a:pt x="189554" y="212550"/>
                    </a:lnTo>
                    <a:lnTo>
                      <a:pt x="200246" y="177940"/>
                    </a:lnTo>
                    <a:lnTo>
                      <a:pt x="196513" y="181842"/>
                    </a:lnTo>
                    <a:lnTo>
                      <a:pt x="219924" y="204240"/>
                    </a:lnTo>
                    <a:lnTo>
                      <a:pt x="223657" y="200338"/>
                    </a:lnTo>
                    <a:lnTo>
                      <a:pt x="227559" y="204071"/>
                    </a:lnTo>
                    <a:lnTo>
                      <a:pt x="212289" y="204409"/>
                    </a:lnTo>
                    <a:lnTo>
                      <a:pt x="216191" y="208142"/>
                    </a:lnTo>
                    <a:lnTo>
                      <a:pt x="200922" y="208479"/>
                    </a:lnTo>
                    <a:lnTo>
                      <a:pt x="204823" y="212212"/>
                    </a:lnTo>
                    <a:lnTo>
                      <a:pt x="185821" y="216452"/>
                    </a:lnTo>
                    <a:lnTo>
                      <a:pt x="189216" y="197280"/>
                    </a:lnTo>
                    <a:lnTo>
                      <a:pt x="193118" y="201013"/>
                    </a:lnTo>
                    <a:lnTo>
                      <a:pt x="192780" y="185744"/>
                    </a:lnTo>
                    <a:lnTo>
                      <a:pt x="196682" y="189477"/>
                    </a:lnTo>
                    <a:lnTo>
                      <a:pt x="196344" y="174207"/>
                    </a:lnTo>
                    <a:lnTo>
                      <a:pt x="200415" y="185575"/>
                    </a:lnTo>
                    <a:lnTo>
                      <a:pt x="208050" y="185406"/>
                    </a:lnTo>
                    <a:lnTo>
                      <a:pt x="208219" y="193041"/>
                    </a:lnTo>
                    <a:lnTo>
                      <a:pt x="215854" y="192872"/>
                    </a:lnTo>
                    <a:lnTo>
                      <a:pt x="216022" y="200507"/>
                    </a:lnTo>
                    <a:lnTo>
                      <a:pt x="227559" y="204071"/>
                    </a:lnTo>
                    <a:lnTo>
                      <a:pt x="219924" y="204240"/>
                    </a:lnTo>
                    <a:lnTo>
                      <a:pt x="219756" y="196605"/>
                    </a:lnTo>
                    <a:lnTo>
                      <a:pt x="212121" y="196774"/>
                    </a:lnTo>
                    <a:lnTo>
                      <a:pt x="211952" y="189139"/>
                    </a:lnTo>
                    <a:lnTo>
                      <a:pt x="204317" y="189308"/>
                    </a:lnTo>
                    <a:lnTo>
                      <a:pt x="204148" y="181673"/>
                    </a:lnTo>
                    <a:lnTo>
                      <a:pt x="196513" y="181842"/>
                    </a:lnTo>
                    <a:lnTo>
                      <a:pt x="192780" y="185744"/>
                    </a:lnTo>
                    <a:lnTo>
                      <a:pt x="196682" y="189477"/>
                    </a:lnTo>
                    <a:lnTo>
                      <a:pt x="189216" y="197280"/>
                    </a:lnTo>
                    <a:lnTo>
                      <a:pt x="193118" y="201013"/>
                    </a:lnTo>
                    <a:lnTo>
                      <a:pt x="182088" y="220354"/>
                    </a:lnTo>
                    <a:lnTo>
                      <a:pt x="189554" y="212550"/>
                    </a:lnTo>
                    <a:lnTo>
                      <a:pt x="193456" y="216283"/>
                    </a:lnTo>
                    <a:lnTo>
                      <a:pt x="200922" y="208479"/>
                    </a:lnTo>
                    <a:lnTo>
                      <a:pt x="204823" y="212212"/>
                    </a:lnTo>
                    <a:lnTo>
                      <a:pt x="212289" y="204409"/>
                    </a:lnTo>
                    <a:lnTo>
                      <a:pt x="216191" y="208142"/>
                    </a:lnTo>
                    <a:lnTo>
                      <a:pt x="219924" y="204240"/>
                    </a:lnTo>
                    <a:moveTo>
                      <a:pt x="45472" y="29864"/>
                    </a:moveTo>
                    <a:lnTo>
                      <a:pt x="0" y="46147"/>
                    </a:lnTo>
                    <a:lnTo>
                      <a:pt x="14257" y="0"/>
                    </a:lnTo>
                    <a:lnTo>
                      <a:pt x="45472" y="29864"/>
                    </a:lnTo>
                    <a:lnTo>
                      <a:pt x="41570" y="26131"/>
                    </a:lnTo>
                    <a:lnTo>
                      <a:pt x="7466" y="38343"/>
                    </a:lnTo>
                    <a:lnTo>
                      <a:pt x="18159" y="3733"/>
                    </a:lnTo>
                    <a:lnTo>
                      <a:pt x="14426" y="7635"/>
                    </a:lnTo>
                    <a:lnTo>
                      <a:pt x="37837" y="30033"/>
                    </a:lnTo>
                    <a:lnTo>
                      <a:pt x="41570" y="26131"/>
                    </a:lnTo>
                    <a:lnTo>
                      <a:pt x="45472" y="29864"/>
                    </a:lnTo>
                    <a:lnTo>
                      <a:pt x="30202" y="30202"/>
                    </a:lnTo>
                    <a:lnTo>
                      <a:pt x="34104" y="33935"/>
                    </a:lnTo>
                    <a:lnTo>
                      <a:pt x="18834" y="34272"/>
                    </a:lnTo>
                    <a:lnTo>
                      <a:pt x="22736" y="38005"/>
                    </a:lnTo>
                    <a:lnTo>
                      <a:pt x="3733" y="42245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10693" y="11536"/>
                    </a:lnTo>
                    <a:lnTo>
                      <a:pt x="14594" y="15270"/>
                    </a:lnTo>
                    <a:lnTo>
                      <a:pt x="14257" y="0"/>
                    </a:lnTo>
                    <a:lnTo>
                      <a:pt x="18327" y="11368"/>
                    </a:lnTo>
                    <a:lnTo>
                      <a:pt x="25962" y="11199"/>
                    </a:lnTo>
                    <a:lnTo>
                      <a:pt x="26131" y="18834"/>
                    </a:lnTo>
                    <a:lnTo>
                      <a:pt x="33766" y="18665"/>
                    </a:lnTo>
                    <a:lnTo>
                      <a:pt x="33935" y="26300"/>
                    </a:lnTo>
                    <a:lnTo>
                      <a:pt x="45472" y="29864"/>
                    </a:lnTo>
                    <a:lnTo>
                      <a:pt x="37837" y="30033"/>
                    </a:lnTo>
                    <a:lnTo>
                      <a:pt x="37668" y="22398"/>
                    </a:lnTo>
                    <a:lnTo>
                      <a:pt x="30033" y="22567"/>
                    </a:lnTo>
                    <a:lnTo>
                      <a:pt x="29864" y="14932"/>
                    </a:lnTo>
                    <a:lnTo>
                      <a:pt x="22229" y="15101"/>
                    </a:lnTo>
                    <a:lnTo>
                      <a:pt x="22060" y="7466"/>
                    </a:lnTo>
                    <a:lnTo>
                      <a:pt x="14426" y="7635"/>
                    </a:lnTo>
                    <a:lnTo>
                      <a:pt x="10693" y="11536"/>
                    </a:lnTo>
                    <a:lnTo>
                      <a:pt x="14594" y="15270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0" y="46147"/>
                    </a:lnTo>
                    <a:lnTo>
                      <a:pt x="7466" y="38343"/>
                    </a:lnTo>
                    <a:lnTo>
                      <a:pt x="11368" y="42076"/>
                    </a:lnTo>
                    <a:lnTo>
                      <a:pt x="18834" y="34272"/>
                    </a:lnTo>
                    <a:lnTo>
                      <a:pt x="22736" y="38005"/>
                    </a:lnTo>
                    <a:lnTo>
                      <a:pt x="30202" y="30202"/>
                    </a:lnTo>
                    <a:lnTo>
                      <a:pt x="34104" y="33935"/>
                    </a:lnTo>
                    <a:lnTo>
                      <a:pt x="37837" y="300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73" name="Контур"/>
              <p:cNvSpPr/>
              <p:nvPr/>
            </p:nvSpPr>
            <p:spPr>
              <a:xfrm>
                <a:off x="571501" y="3050150"/>
                <a:ext cx="1406828" cy="2097687"/>
              </a:xfrm>
              <a:custGeom>
                <a:avLst/>
                <a:gdLst/>
                <a:ahLst/>
                <a:cxnLst/>
                <a:rect l="l" t="t" r="r" b="b"/>
                <a:pathLst>
                  <a:path w="1406828" h="2097687" fill="none">
                    <a:moveTo>
                      <a:pt x="697088" y="2097687"/>
                    </a:moveTo>
                    <a:lnTo>
                      <a:pt x="886305" y="1921172"/>
                    </a:lnTo>
                    <a:moveTo>
                      <a:pt x="1402819" y="1435345"/>
                    </a:moveTo>
                    <a:lnTo>
                      <a:pt x="1406828" y="1320899"/>
                    </a:lnTo>
                    <a:lnTo>
                      <a:pt x="1398994" y="1312502"/>
                    </a:lnTo>
                    <a:moveTo>
                      <a:pt x="1398994" y="1312502"/>
                    </a:moveTo>
                    <a:lnTo>
                      <a:pt x="1313045" y="1220368"/>
                    </a:lnTo>
                    <a:moveTo>
                      <a:pt x="1313045" y="1220368"/>
                    </a:moveTo>
                    <a:lnTo>
                      <a:pt x="1227096" y="1128234"/>
                    </a:lnTo>
                    <a:moveTo>
                      <a:pt x="1227096" y="1128234"/>
                    </a:moveTo>
                    <a:lnTo>
                      <a:pt x="1141146" y="1036099"/>
                    </a:lnTo>
                    <a:moveTo>
                      <a:pt x="1141146" y="1036099"/>
                    </a:moveTo>
                    <a:lnTo>
                      <a:pt x="1055197" y="943965"/>
                    </a:lnTo>
                    <a:moveTo>
                      <a:pt x="1055197" y="943965"/>
                    </a:moveTo>
                    <a:lnTo>
                      <a:pt x="969247" y="851831"/>
                    </a:lnTo>
                    <a:moveTo>
                      <a:pt x="969247" y="851831"/>
                    </a:moveTo>
                    <a:lnTo>
                      <a:pt x="883298" y="759697"/>
                    </a:lnTo>
                    <a:moveTo>
                      <a:pt x="883298" y="759697"/>
                    </a:moveTo>
                    <a:lnTo>
                      <a:pt x="797349" y="667563"/>
                    </a:lnTo>
                    <a:moveTo>
                      <a:pt x="797349" y="667563"/>
                    </a:moveTo>
                    <a:lnTo>
                      <a:pt x="711399" y="575429"/>
                    </a:lnTo>
                    <a:moveTo>
                      <a:pt x="711399" y="575429"/>
                    </a:moveTo>
                    <a:lnTo>
                      <a:pt x="625450" y="483294"/>
                    </a:lnTo>
                    <a:moveTo>
                      <a:pt x="625450" y="483294"/>
                    </a:moveTo>
                    <a:lnTo>
                      <a:pt x="539501" y="391160"/>
                    </a:lnTo>
                    <a:moveTo>
                      <a:pt x="539501" y="391160"/>
                    </a:moveTo>
                    <a:lnTo>
                      <a:pt x="453551" y="299026"/>
                    </a:lnTo>
                    <a:moveTo>
                      <a:pt x="453551" y="299026"/>
                    </a:moveTo>
                    <a:lnTo>
                      <a:pt x="367602" y="206892"/>
                    </a:lnTo>
                    <a:moveTo>
                      <a:pt x="367602" y="206892"/>
                    </a:moveTo>
                    <a:lnTo>
                      <a:pt x="281653" y="114758"/>
                    </a:lnTo>
                    <a:moveTo>
                      <a:pt x="281653" y="114758"/>
                    </a:moveTo>
                    <a:lnTo>
                      <a:pt x="195703" y="22624"/>
                    </a:lnTo>
                    <a:moveTo>
                      <a:pt x="195703" y="22624"/>
                    </a:moveTo>
                    <a:lnTo>
                      <a:pt x="174598" y="0"/>
                    </a:lnTo>
                    <a:lnTo>
                      <a:pt x="79552" y="1622"/>
                    </a:lnTo>
                    <a:moveTo>
                      <a:pt x="79552" y="1622"/>
                    </a:moveTo>
                    <a:lnTo>
                      <a:pt x="65539" y="1861"/>
                    </a:lnTo>
                    <a:lnTo>
                      <a:pt x="0" y="70365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74" name="Контур"/>
              <p:cNvSpPr/>
              <p:nvPr/>
            </p:nvSpPr>
            <p:spPr>
              <a:xfrm>
                <a:off x="706231" y="3072902"/>
                <a:ext cx="1249614" cy="1335141"/>
              </a:xfrm>
              <a:custGeom>
                <a:avLst/>
                <a:gdLst/>
                <a:ahLst/>
                <a:cxnLst/>
                <a:rect l="l" t="t" r="r" b="b"/>
                <a:pathLst>
                  <a:path w="1249614" h="1335141" fill="none">
                    <a:moveTo>
                      <a:pt x="1203291" y="1303552"/>
                    </a:moveTo>
                    <a:lnTo>
                      <a:pt x="1249614" y="1289878"/>
                    </a:lnTo>
                    <a:lnTo>
                      <a:pt x="1232759" y="1335141"/>
                    </a:lnTo>
                    <a:lnTo>
                      <a:pt x="1203291" y="1303552"/>
                    </a:lnTo>
                    <a:lnTo>
                      <a:pt x="1206974" y="1307500"/>
                    </a:lnTo>
                    <a:lnTo>
                      <a:pt x="1241717" y="1297245"/>
                    </a:lnTo>
                    <a:lnTo>
                      <a:pt x="1229076" y="1331192"/>
                    </a:lnTo>
                    <a:lnTo>
                      <a:pt x="1233024" y="1327509"/>
                    </a:lnTo>
                    <a:lnTo>
                      <a:pt x="1210923" y="1303817"/>
                    </a:lnTo>
                    <a:lnTo>
                      <a:pt x="1206974" y="1307500"/>
                    </a:lnTo>
                    <a:lnTo>
                      <a:pt x="1203291" y="1303552"/>
                    </a:lnTo>
                    <a:lnTo>
                      <a:pt x="1218555" y="1304082"/>
                    </a:lnTo>
                    <a:lnTo>
                      <a:pt x="1214872" y="1300133"/>
                    </a:lnTo>
                    <a:lnTo>
                      <a:pt x="1230136" y="1300663"/>
                    </a:lnTo>
                    <a:lnTo>
                      <a:pt x="1226452" y="1296715"/>
                    </a:lnTo>
                    <a:lnTo>
                      <a:pt x="1245665" y="1293561"/>
                    </a:lnTo>
                    <a:lnTo>
                      <a:pt x="1241187" y="1312509"/>
                    </a:lnTo>
                    <a:lnTo>
                      <a:pt x="1237503" y="1308561"/>
                    </a:lnTo>
                    <a:lnTo>
                      <a:pt x="1236973" y="1323825"/>
                    </a:lnTo>
                    <a:lnTo>
                      <a:pt x="1233289" y="1319876"/>
                    </a:lnTo>
                    <a:lnTo>
                      <a:pt x="1232759" y="1335141"/>
                    </a:lnTo>
                    <a:lnTo>
                      <a:pt x="1229341" y="1323560"/>
                    </a:lnTo>
                    <a:lnTo>
                      <a:pt x="1221709" y="1323295"/>
                    </a:lnTo>
                    <a:lnTo>
                      <a:pt x="1221974" y="1315663"/>
                    </a:lnTo>
                    <a:lnTo>
                      <a:pt x="1214342" y="1315398"/>
                    </a:lnTo>
                    <a:lnTo>
                      <a:pt x="1214607" y="1307766"/>
                    </a:lnTo>
                    <a:lnTo>
                      <a:pt x="1203291" y="1303552"/>
                    </a:lnTo>
                    <a:lnTo>
                      <a:pt x="1210923" y="1303817"/>
                    </a:lnTo>
                    <a:lnTo>
                      <a:pt x="1210658" y="1311449"/>
                    </a:lnTo>
                    <a:lnTo>
                      <a:pt x="1218290" y="1311714"/>
                    </a:lnTo>
                    <a:lnTo>
                      <a:pt x="1218025" y="1319346"/>
                    </a:lnTo>
                    <a:lnTo>
                      <a:pt x="1225657" y="1319611"/>
                    </a:lnTo>
                    <a:lnTo>
                      <a:pt x="1225392" y="1327243"/>
                    </a:lnTo>
                    <a:lnTo>
                      <a:pt x="1233024" y="1327509"/>
                    </a:lnTo>
                    <a:lnTo>
                      <a:pt x="1236973" y="1323825"/>
                    </a:lnTo>
                    <a:lnTo>
                      <a:pt x="1233289" y="1319876"/>
                    </a:lnTo>
                    <a:lnTo>
                      <a:pt x="1241187" y="1312509"/>
                    </a:lnTo>
                    <a:lnTo>
                      <a:pt x="1237503" y="1308561"/>
                    </a:lnTo>
                    <a:lnTo>
                      <a:pt x="1249614" y="1289878"/>
                    </a:lnTo>
                    <a:lnTo>
                      <a:pt x="1241717" y="1297245"/>
                    </a:lnTo>
                    <a:lnTo>
                      <a:pt x="1238033" y="1293296"/>
                    </a:lnTo>
                    <a:lnTo>
                      <a:pt x="1230136" y="1300663"/>
                    </a:lnTo>
                    <a:lnTo>
                      <a:pt x="1226452" y="1296715"/>
                    </a:lnTo>
                    <a:lnTo>
                      <a:pt x="1218555" y="1304082"/>
                    </a:lnTo>
                    <a:lnTo>
                      <a:pt x="1214872" y="1300133"/>
                    </a:lnTo>
                    <a:lnTo>
                      <a:pt x="1210923" y="1303817"/>
                    </a:lnTo>
                    <a:moveTo>
                      <a:pt x="1031392" y="1119284"/>
                    </a:moveTo>
                    <a:lnTo>
                      <a:pt x="1077715" y="1105610"/>
                    </a:lnTo>
                    <a:lnTo>
                      <a:pt x="1060861" y="1150872"/>
                    </a:lnTo>
                    <a:lnTo>
                      <a:pt x="1031392" y="1119284"/>
                    </a:lnTo>
                    <a:lnTo>
                      <a:pt x="1035076" y="1123232"/>
                    </a:lnTo>
                    <a:lnTo>
                      <a:pt x="1069818" y="1112977"/>
                    </a:lnTo>
                    <a:lnTo>
                      <a:pt x="1057177" y="1146924"/>
                    </a:lnTo>
                    <a:lnTo>
                      <a:pt x="1061126" y="1143240"/>
                    </a:lnTo>
                    <a:lnTo>
                      <a:pt x="1039024" y="1119549"/>
                    </a:lnTo>
                    <a:lnTo>
                      <a:pt x="1035076" y="1123232"/>
                    </a:lnTo>
                    <a:lnTo>
                      <a:pt x="1031392" y="1119284"/>
                    </a:lnTo>
                    <a:lnTo>
                      <a:pt x="1046656" y="1119814"/>
                    </a:lnTo>
                    <a:lnTo>
                      <a:pt x="1042973" y="1115865"/>
                    </a:lnTo>
                    <a:lnTo>
                      <a:pt x="1058237" y="1116395"/>
                    </a:lnTo>
                    <a:lnTo>
                      <a:pt x="1054554" y="1112447"/>
                    </a:lnTo>
                    <a:lnTo>
                      <a:pt x="1073767" y="1109293"/>
                    </a:lnTo>
                    <a:lnTo>
                      <a:pt x="1069288" y="1128241"/>
                    </a:lnTo>
                    <a:lnTo>
                      <a:pt x="1065604" y="1124292"/>
                    </a:lnTo>
                    <a:lnTo>
                      <a:pt x="1065074" y="1139557"/>
                    </a:lnTo>
                    <a:lnTo>
                      <a:pt x="1061391" y="1135608"/>
                    </a:lnTo>
                    <a:lnTo>
                      <a:pt x="1060861" y="1150872"/>
                    </a:lnTo>
                    <a:lnTo>
                      <a:pt x="1057442" y="1139292"/>
                    </a:lnTo>
                    <a:lnTo>
                      <a:pt x="1049810" y="1139027"/>
                    </a:lnTo>
                    <a:lnTo>
                      <a:pt x="1050075" y="1131394"/>
                    </a:lnTo>
                    <a:lnTo>
                      <a:pt x="1042443" y="1131129"/>
                    </a:lnTo>
                    <a:lnTo>
                      <a:pt x="1042708" y="1123497"/>
                    </a:lnTo>
                    <a:lnTo>
                      <a:pt x="1031392" y="1119284"/>
                    </a:lnTo>
                    <a:lnTo>
                      <a:pt x="1039024" y="1119549"/>
                    </a:lnTo>
                    <a:lnTo>
                      <a:pt x="1038759" y="1127181"/>
                    </a:lnTo>
                    <a:lnTo>
                      <a:pt x="1046391" y="1127446"/>
                    </a:lnTo>
                    <a:lnTo>
                      <a:pt x="1046126" y="1135078"/>
                    </a:lnTo>
                    <a:lnTo>
                      <a:pt x="1053759" y="1135343"/>
                    </a:lnTo>
                    <a:lnTo>
                      <a:pt x="1053493" y="1142975"/>
                    </a:lnTo>
                    <a:lnTo>
                      <a:pt x="1061126" y="1143240"/>
                    </a:lnTo>
                    <a:lnTo>
                      <a:pt x="1065074" y="1139557"/>
                    </a:lnTo>
                    <a:lnTo>
                      <a:pt x="1061391" y="1135608"/>
                    </a:lnTo>
                    <a:lnTo>
                      <a:pt x="1069288" y="1128241"/>
                    </a:lnTo>
                    <a:lnTo>
                      <a:pt x="1065604" y="1124292"/>
                    </a:lnTo>
                    <a:lnTo>
                      <a:pt x="1077715" y="1105610"/>
                    </a:lnTo>
                    <a:lnTo>
                      <a:pt x="1069818" y="1112977"/>
                    </a:lnTo>
                    <a:lnTo>
                      <a:pt x="1066134" y="1109028"/>
                    </a:lnTo>
                    <a:lnTo>
                      <a:pt x="1058237" y="1116395"/>
                    </a:lnTo>
                    <a:lnTo>
                      <a:pt x="1054554" y="1112447"/>
                    </a:lnTo>
                    <a:lnTo>
                      <a:pt x="1046656" y="1119814"/>
                    </a:lnTo>
                    <a:lnTo>
                      <a:pt x="1042973" y="1115865"/>
                    </a:lnTo>
                    <a:lnTo>
                      <a:pt x="1039024" y="1119549"/>
                    </a:lnTo>
                    <a:moveTo>
                      <a:pt x="859493" y="935015"/>
                    </a:moveTo>
                    <a:lnTo>
                      <a:pt x="905816" y="921341"/>
                    </a:lnTo>
                    <a:lnTo>
                      <a:pt x="888962" y="966604"/>
                    </a:lnTo>
                    <a:lnTo>
                      <a:pt x="859493" y="935015"/>
                    </a:lnTo>
                    <a:lnTo>
                      <a:pt x="863177" y="938964"/>
                    </a:lnTo>
                    <a:lnTo>
                      <a:pt x="897919" y="928708"/>
                    </a:lnTo>
                    <a:lnTo>
                      <a:pt x="885278" y="962655"/>
                    </a:lnTo>
                    <a:lnTo>
                      <a:pt x="889227" y="958972"/>
                    </a:lnTo>
                    <a:lnTo>
                      <a:pt x="867126" y="935280"/>
                    </a:lnTo>
                    <a:lnTo>
                      <a:pt x="863177" y="938964"/>
                    </a:lnTo>
                    <a:lnTo>
                      <a:pt x="859493" y="935015"/>
                    </a:lnTo>
                    <a:lnTo>
                      <a:pt x="874758" y="935545"/>
                    </a:lnTo>
                    <a:lnTo>
                      <a:pt x="871074" y="931597"/>
                    </a:lnTo>
                    <a:lnTo>
                      <a:pt x="886339" y="932127"/>
                    </a:lnTo>
                    <a:lnTo>
                      <a:pt x="882655" y="928178"/>
                    </a:lnTo>
                    <a:lnTo>
                      <a:pt x="901868" y="925025"/>
                    </a:lnTo>
                    <a:lnTo>
                      <a:pt x="897389" y="943973"/>
                    </a:lnTo>
                    <a:lnTo>
                      <a:pt x="893706" y="940024"/>
                    </a:lnTo>
                    <a:lnTo>
                      <a:pt x="893175" y="955288"/>
                    </a:lnTo>
                    <a:lnTo>
                      <a:pt x="889492" y="951340"/>
                    </a:lnTo>
                    <a:lnTo>
                      <a:pt x="888962" y="966604"/>
                    </a:lnTo>
                    <a:lnTo>
                      <a:pt x="885543" y="955023"/>
                    </a:lnTo>
                    <a:lnTo>
                      <a:pt x="877911" y="954758"/>
                    </a:lnTo>
                    <a:lnTo>
                      <a:pt x="878176" y="947126"/>
                    </a:lnTo>
                    <a:lnTo>
                      <a:pt x="870544" y="946861"/>
                    </a:lnTo>
                    <a:lnTo>
                      <a:pt x="870809" y="939229"/>
                    </a:lnTo>
                    <a:lnTo>
                      <a:pt x="859493" y="935015"/>
                    </a:lnTo>
                    <a:lnTo>
                      <a:pt x="867126" y="935280"/>
                    </a:lnTo>
                    <a:lnTo>
                      <a:pt x="866861" y="942912"/>
                    </a:lnTo>
                    <a:lnTo>
                      <a:pt x="874493" y="943177"/>
                    </a:lnTo>
                    <a:lnTo>
                      <a:pt x="874228" y="950810"/>
                    </a:lnTo>
                    <a:lnTo>
                      <a:pt x="881860" y="951075"/>
                    </a:lnTo>
                    <a:lnTo>
                      <a:pt x="881595" y="958707"/>
                    </a:lnTo>
                    <a:lnTo>
                      <a:pt x="889227" y="958972"/>
                    </a:lnTo>
                    <a:lnTo>
                      <a:pt x="893175" y="955288"/>
                    </a:lnTo>
                    <a:lnTo>
                      <a:pt x="889492" y="951340"/>
                    </a:lnTo>
                    <a:lnTo>
                      <a:pt x="897389" y="943973"/>
                    </a:lnTo>
                    <a:lnTo>
                      <a:pt x="893706" y="940024"/>
                    </a:lnTo>
                    <a:lnTo>
                      <a:pt x="905816" y="921341"/>
                    </a:lnTo>
                    <a:lnTo>
                      <a:pt x="897919" y="928708"/>
                    </a:lnTo>
                    <a:lnTo>
                      <a:pt x="894236" y="924760"/>
                    </a:lnTo>
                    <a:lnTo>
                      <a:pt x="886339" y="932127"/>
                    </a:lnTo>
                    <a:lnTo>
                      <a:pt x="882655" y="928178"/>
                    </a:lnTo>
                    <a:lnTo>
                      <a:pt x="874758" y="935545"/>
                    </a:lnTo>
                    <a:lnTo>
                      <a:pt x="871074" y="931597"/>
                    </a:lnTo>
                    <a:lnTo>
                      <a:pt x="867126" y="935280"/>
                    </a:lnTo>
                    <a:moveTo>
                      <a:pt x="687595" y="750747"/>
                    </a:moveTo>
                    <a:lnTo>
                      <a:pt x="733918" y="737073"/>
                    </a:lnTo>
                    <a:lnTo>
                      <a:pt x="717063" y="782336"/>
                    </a:lnTo>
                    <a:lnTo>
                      <a:pt x="687595" y="750747"/>
                    </a:lnTo>
                    <a:lnTo>
                      <a:pt x="691278" y="754695"/>
                    </a:lnTo>
                    <a:lnTo>
                      <a:pt x="726021" y="744440"/>
                    </a:lnTo>
                    <a:lnTo>
                      <a:pt x="713380" y="778387"/>
                    </a:lnTo>
                    <a:lnTo>
                      <a:pt x="717328" y="774704"/>
                    </a:lnTo>
                    <a:lnTo>
                      <a:pt x="695227" y="751012"/>
                    </a:lnTo>
                    <a:lnTo>
                      <a:pt x="691278" y="754695"/>
                    </a:lnTo>
                    <a:lnTo>
                      <a:pt x="687595" y="750747"/>
                    </a:lnTo>
                    <a:lnTo>
                      <a:pt x="702859" y="751277"/>
                    </a:lnTo>
                    <a:lnTo>
                      <a:pt x="699175" y="747328"/>
                    </a:lnTo>
                    <a:lnTo>
                      <a:pt x="714440" y="747858"/>
                    </a:lnTo>
                    <a:lnTo>
                      <a:pt x="710756" y="743910"/>
                    </a:lnTo>
                    <a:lnTo>
                      <a:pt x="729969" y="740756"/>
                    </a:lnTo>
                    <a:lnTo>
                      <a:pt x="725490" y="759704"/>
                    </a:lnTo>
                    <a:lnTo>
                      <a:pt x="721807" y="755756"/>
                    </a:lnTo>
                    <a:lnTo>
                      <a:pt x="721277" y="771020"/>
                    </a:lnTo>
                    <a:lnTo>
                      <a:pt x="717593" y="767071"/>
                    </a:lnTo>
                    <a:lnTo>
                      <a:pt x="717063" y="782336"/>
                    </a:lnTo>
                    <a:lnTo>
                      <a:pt x="713645" y="770755"/>
                    </a:lnTo>
                    <a:lnTo>
                      <a:pt x="706012" y="770490"/>
                    </a:lnTo>
                    <a:lnTo>
                      <a:pt x="706277" y="762858"/>
                    </a:lnTo>
                    <a:lnTo>
                      <a:pt x="698645" y="762593"/>
                    </a:lnTo>
                    <a:lnTo>
                      <a:pt x="698910" y="754960"/>
                    </a:lnTo>
                    <a:lnTo>
                      <a:pt x="687595" y="750747"/>
                    </a:lnTo>
                    <a:lnTo>
                      <a:pt x="695227" y="751012"/>
                    </a:lnTo>
                    <a:lnTo>
                      <a:pt x="694962" y="758644"/>
                    </a:lnTo>
                    <a:lnTo>
                      <a:pt x="702594" y="758909"/>
                    </a:lnTo>
                    <a:lnTo>
                      <a:pt x="702329" y="766541"/>
                    </a:lnTo>
                    <a:lnTo>
                      <a:pt x="709961" y="766806"/>
                    </a:lnTo>
                    <a:lnTo>
                      <a:pt x="709696" y="774438"/>
                    </a:lnTo>
                    <a:lnTo>
                      <a:pt x="717328" y="774704"/>
                    </a:lnTo>
                    <a:lnTo>
                      <a:pt x="721277" y="771020"/>
                    </a:lnTo>
                    <a:lnTo>
                      <a:pt x="717593" y="767071"/>
                    </a:lnTo>
                    <a:lnTo>
                      <a:pt x="725490" y="759704"/>
                    </a:lnTo>
                    <a:lnTo>
                      <a:pt x="721807" y="755756"/>
                    </a:lnTo>
                    <a:lnTo>
                      <a:pt x="733918" y="737073"/>
                    </a:lnTo>
                    <a:lnTo>
                      <a:pt x="726021" y="744440"/>
                    </a:lnTo>
                    <a:lnTo>
                      <a:pt x="722337" y="740491"/>
                    </a:lnTo>
                    <a:lnTo>
                      <a:pt x="714440" y="747858"/>
                    </a:lnTo>
                    <a:lnTo>
                      <a:pt x="710756" y="743910"/>
                    </a:lnTo>
                    <a:lnTo>
                      <a:pt x="702859" y="751277"/>
                    </a:lnTo>
                    <a:lnTo>
                      <a:pt x="699175" y="747328"/>
                    </a:lnTo>
                    <a:lnTo>
                      <a:pt x="695227" y="751012"/>
                    </a:lnTo>
                    <a:moveTo>
                      <a:pt x="515696" y="566478"/>
                    </a:moveTo>
                    <a:lnTo>
                      <a:pt x="562019" y="552805"/>
                    </a:lnTo>
                    <a:lnTo>
                      <a:pt x="545164" y="598067"/>
                    </a:lnTo>
                    <a:lnTo>
                      <a:pt x="515696" y="566478"/>
                    </a:lnTo>
                    <a:lnTo>
                      <a:pt x="519379" y="570427"/>
                    </a:lnTo>
                    <a:lnTo>
                      <a:pt x="554122" y="560172"/>
                    </a:lnTo>
                    <a:lnTo>
                      <a:pt x="541481" y="594119"/>
                    </a:lnTo>
                    <a:lnTo>
                      <a:pt x="545429" y="590435"/>
                    </a:lnTo>
                    <a:lnTo>
                      <a:pt x="523328" y="566744"/>
                    </a:lnTo>
                    <a:lnTo>
                      <a:pt x="519379" y="570427"/>
                    </a:lnTo>
                    <a:lnTo>
                      <a:pt x="515696" y="566478"/>
                    </a:lnTo>
                    <a:lnTo>
                      <a:pt x="530960" y="567009"/>
                    </a:lnTo>
                    <a:lnTo>
                      <a:pt x="527277" y="563060"/>
                    </a:lnTo>
                    <a:lnTo>
                      <a:pt x="542541" y="563590"/>
                    </a:lnTo>
                    <a:lnTo>
                      <a:pt x="538857" y="559642"/>
                    </a:lnTo>
                    <a:lnTo>
                      <a:pt x="558070" y="556488"/>
                    </a:lnTo>
                    <a:lnTo>
                      <a:pt x="553592" y="575436"/>
                    </a:lnTo>
                    <a:lnTo>
                      <a:pt x="549908" y="571487"/>
                    </a:lnTo>
                    <a:lnTo>
                      <a:pt x="549378" y="586752"/>
                    </a:lnTo>
                    <a:lnTo>
                      <a:pt x="545694" y="582803"/>
                    </a:lnTo>
                    <a:lnTo>
                      <a:pt x="545164" y="598067"/>
                    </a:lnTo>
                    <a:lnTo>
                      <a:pt x="541746" y="586487"/>
                    </a:lnTo>
                    <a:lnTo>
                      <a:pt x="534114" y="586222"/>
                    </a:lnTo>
                    <a:lnTo>
                      <a:pt x="534379" y="578589"/>
                    </a:lnTo>
                    <a:lnTo>
                      <a:pt x="526747" y="578324"/>
                    </a:lnTo>
                    <a:lnTo>
                      <a:pt x="527012" y="570692"/>
                    </a:lnTo>
                    <a:lnTo>
                      <a:pt x="515696" y="566478"/>
                    </a:lnTo>
                    <a:lnTo>
                      <a:pt x="523328" y="566744"/>
                    </a:lnTo>
                    <a:lnTo>
                      <a:pt x="523063" y="574376"/>
                    </a:lnTo>
                    <a:lnTo>
                      <a:pt x="530695" y="574641"/>
                    </a:lnTo>
                    <a:lnTo>
                      <a:pt x="530430" y="582273"/>
                    </a:lnTo>
                    <a:lnTo>
                      <a:pt x="538062" y="582538"/>
                    </a:lnTo>
                    <a:lnTo>
                      <a:pt x="537797" y="590170"/>
                    </a:lnTo>
                    <a:lnTo>
                      <a:pt x="545429" y="590435"/>
                    </a:lnTo>
                    <a:lnTo>
                      <a:pt x="549378" y="586752"/>
                    </a:lnTo>
                    <a:lnTo>
                      <a:pt x="545694" y="582803"/>
                    </a:lnTo>
                    <a:lnTo>
                      <a:pt x="553592" y="575436"/>
                    </a:lnTo>
                    <a:lnTo>
                      <a:pt x="549908" y="571487"/>
                    </a:lnTo>
                    <a:lnTo>
                      <a:pt x="562019" y="552805"/>
                    </a:lnTo>
                    <a:lnTo>
                      <a:pt x="554122" y="560172"/>
                    </a:lnTo>
                    <a:lnTo>
                      <a:pt x="550438" y="556223"/>
                    </a:lnTo>
                    <a:lnTo>
                      <a:pt x="542541" y="563590"/>
                    </a:lnTo>
                    <a:lnTo>
                      <a:pt x="538857" y="559642"/>
                    </a:lnTo>
                    <a:lnTo>
                      <a:pt x="530960" y="567009"/>
                    </a:lnTo>
                    <a:lnTo>
                      <a:pt x="527277" y="563060"/>
                    </a:lnTo>
                    <a:lnTo>
                      <a:pt x="523328" y="566744"/>
                    </a:lnTo>
                    <a:moveTo>
                      <a:pt x="343797" y="382210"/>
                    </a:moveTo>
                    <a:lnTo>
                      <a:pt x="390120" y="368536"/>
                    </a:lnTo>
                    <a:lnTo>
                      <a:pt x="373266" y="413799"/>
                    </a:lnTo>
                    <a:lnTo>
                      <a:pt x="343797" y="382210"/>
                    </a:lnTo>
                    <a:lnTo>
                      <a:pt x="347481" y="386159"/>
                    </a:lnTo>
                    <a:lnTo>
                      <a:pt x="382223" y="375903"/>
                    </a:lnTo>
                    <a:lnTo>
                      <a:pt x="369582" y="409850"/>
                    </a:lnTo>
                    <a:lnTo>
                      <a:pt x="373531" y="406167"/>
                    </a:lnTo>
                    <a:lnTo>
                      <a:pt x="351429" y="382475"/>
                    </a:lnTo>
                    <a:lnTo>
                      <a:pt x="347481" y="386159"/>
                    </a:lnTo>
                    <a:lnTo>
                      <a:pt x="343797" y="382210"/>
                    </a:lnTo>
                    <a:lnTo>
                      <a:pt x="359062" y="382740"/>
                    </a:lnTo>
                    <a:lnTo>
                      <a:pt x="355378" y="378792"/>
                    </a:lnTo>
                    <a:lnTo>
                      <a:pt x="370642" y="379322"/>
                    </a:lnTo>
                    <a:lnTo>
                      <a:pt x="366959" y="375373"/>
                    </a:lnTo>
                    <a:lnTo>
                      <a:pt x="386172" y="372220"/>
                    </a:lnTo>
                    <a:lnTo>
                      <a:pt x="381693" y="391168"/>
                    </a:lnTo>
                    <a:lnTo>
                      <a:pt x="378009" y="387219"/>
                    </a:lnTo>
                    <a:lnTo>
                      <a:pt x="377479" y="402483"/>
                    </a:lnTo>
                    <a:lnTo>
                      <a:pt x="373796" y="398535"/>
                    </a:lnTo>
                    <a:lnTo>
                      <a:pt x="373266" y="413799"/>
                    </a:lnTo>
                    <a:lnTo>
                      <a:pt x="369847" y="402218"/>
                    </a:lnTo>
                    <a:lnTo>
                      <a:pt x="362215" y="401953"/>
                    </a:lnTo>
                    <a:lnTo>
                      <a:pt x="362480" y="394321"/>
                    </a:lnTo>
                    <a:lnTo>
                      <a:pt x="354848" y="394056"/>
                    </a:lnTo>
                    <a:lnTo>
                      <a:pt x="355113" y="386424"/>
                    </a:lnTo>
                    <a:lnTo>
                      <a:pt x="343797" y="382210"/>
                    </a:lnTo>
                    <a:lnTo>
                      <a:pt x="351429" y="382475"/>
                    </a:lnTo>
                    <a:lnTo>
                      <a:pt x="351164" y="390107"/>
                    </a:lnTo>
                    <a:lnTo>
                      <a:pt x="358796" y="390372"/>
                    </a:lnTo>
                    <a:lnTo>
                      <a:pt x="358531" y="398005"/>
                    </a:lnTo>
                    <a:lnTo>
                      <a:pt x="366164" y="398270"/>
                    </a:lnTo>
                    <a:lnTo>
                      <a:pt x="365898" y="405902"/>
                    </a:lnTo>
                    <a:lnTo>
                      <a:pt x="373531" y="406167"/>
                    </a:lnTo>
                    <a:lnTo>
                      <a:pt x="377479" y="402483"/>
                    </a:lnTo>
                    <a:lnTo>
                      <a:pt x="373796" y="398535"/>
                    </a:lnTo>
                    <a:lnTo>
                      <a:pt x="381693" y="391168"/>
                    </a:lnTo>
                    <a:lnTo>
                      <a:pt x="378009" y="387219"/>
                    </a:lnTo>
                    <a:lnTo>
                      <a:pt x="390120" y="368536"/>
                    </a:lnTo>
                    <a:lnTo>
                      <a:pt x="382223" y="375903"/>
                    </a:lnTo>
                    <a:lnTo>
                      <a:pt x="378539" y="371955"/>
                    </a:lnTo>
                    <a:lnTo>
                      <a:pt x="370642" y="379322"/>
                    </a:lnTo>
                    <a:lnTo>
                      <a:pt x="366959" y="375373"/>
                    </a:lnTo>
                    <a:lnTo>
                      <a:pt x="359062" y="382740"/>
                    </a:lnTo>
                    <a:lnTo>
                      <a:pt x="355378" y="378792"/>
                    </a:lnTo>
                    <a:lnTo>
                      <a:pt x="351429" y="382475"/>
                    </a:lnTo>
                    <a:moveTo>
                      <a:pt x="171898" y="197942"/>
                    </a:moveTo>
                    <a:lnTo>
                      <a:pt x="218221" y="184268"/>
                    </a:lnTo>
                    <a:lnTo>
                      <a:pt x="201367" y="229531"/>
                    </a:lnTo>
                    <a:lnTo>
                      <a:pt x="171898" y="197942"/>
                    </a:lnTo>
                    <a:lnTo>
                      <a:pt x="175582" y="201890"/>
                    </a:lnTo>
                    <a:lnTo>
                      <a:pt x="210324" y="191635"/>
                    </a:lnTo>
                    <a:lnTo>
                      <a:pt x="197683" y="225582"/>
                    </a:lnTo>
                    <a:lnTo>
                      <a:pt x="201632" y="221898"/>
                    </a:lnTo>
                    <a:lnTo>
                      <a:pt x="179531" y="198207"/>
                    </a:lnTo>
                    <a:lnTo>
                      <a:pt x="175582" y="201890"/>
                    </a:lnTo>
                    <a:lnTo>
                      <a:pt x="171898" y="197942"/>
                    </a:lnTo>
                    <a:lnTo>
                      <a:pt x="187163" y="198472"/>
                    </a:lnTo>
                    <a:lnTo>
                      <a:pt x="183479" y="194523"/>
                    </a:lnTo>
                    <a:lnTo>
                      <a:pt x="198744" y="195053"/>
                    </a:lnTo>
                    <a:lnTo>
                      <a:pt x="195060" y="191105"/>
                    </a:lnTo>
                    <a:lnTo>
                      <a:pt x="214273" y="187951"/>
                    </a:lnTo>
                    <a:lnTo>
                      <a:pt x="209794" y="206899"/>
                    </a:lnTo>
                    <a:lnTo>
                      <a:pt x="206111" y="202951"/>
                    </a:lnTo>
                    <a:lnTo>
                      <a:pt x="205580" y="218215"/>
                    </a:lnTo>
                    <a:lnTo>
                      <a:pt x="201897" y="214266"/>
                    </a:lnTo>
                    <a:lnTo>
                      <a:pt x="201367" y="229531"/>
                    </a:lnTo>
                    <a:lnTo>
                      <a:pt x="197948" y="217950"/>
                    </a:lnTo>
                    <a:lnTo>
                      <a:pt x="190316" y="217685"/>
                    </a:lnTo>
                    <a:lnTo>
                      <a:pt x="190581" y="210053"/>
                    </a:lnTo>
                    <a:lnTo>
                      <a:pt x="182949" y="209788"/>
                    </a:lnTo>
                    <a:lnTo>
                      <a:pt x="183214" y="202155"/>
                    </a:lnTo>
                    <a:lnTo>
                      <a:pt x="171898" y="197942"/>
                    </a:lnTo>
                    <a:lnTo>
                      <a:pt x="179531" y="198207"/>
                    </a:lnTo>
                    <a:lnTo>
                      <a:pt x="179266" y="205839"/>
                    </a:lnTo>
                    <a:lnTo>
                      <a:pt x="186898" y="206104"/>
                    </a:lnTo>
                    <a:lnTo>
                      <a:pt x="186633" y="213736"/>
                    </a:lnTo>
                    <a:lnTo>
                      <a:pt x="194265" y="214001"/>
                    </a:lnTo>
                    <a:lnTo>
                      <a:pt x="194000" y="221633"/>
                    </a:lnTo>
                    <a:lnTo>
                      <a:pt x="201632" y="221898"/>
                    </a:lnTo>
                    <a:lnTo>
                      <a:pt x="205580" y="218215"/>
                    </a:lnTo>
                    <a:lnTo>
                      <a:pt x="201897" y="214266"/>
                    </a:lnTo>
                    <a:lnTo>
                      <a:pt x="209794" y="206899"/>
                    </a:lnTo>
                    <a:lnTo>
                      <a:pt x="206111" y="202951"/>
                    </a:lnTo>
                    <a:lnTo>
                      <a:pt x="218221" y="184268"/>
                    </a:lnTo>
                    <a:lnTo>
                      <a:pt x="210324" y="191635"/>
                    </a:lnTo>
                    <a:lnTo>
                      <a:pt x="206641" y="187686"/>
                    </a:lnTo>
                    <a:lnTo>
                      <a:pt x="198744" y="195053"/>
                    </a:lnTo>
                    <a:lnTo>
                      <a:pt x="195060" y="191105"/>
                    </a:lnTo>
                    <a:lnTo>
                      <a:pt x="187163" y="198472"/>
                    </a:lnTo>
                    <a:lnTo>
                      <a:pt x="183479" y="194523"/>
                    </a:lnTo>
                    <a:lnTo>
                      <a:pt x="179531" y="198207"/>
                    </a:lnTo>
                    <a:moveTo>
                      <a:pt x="0" y="13673"/>
                    </a:moveTo>
                    <a:lnTo>
                      <a:pt x="46323" y="0"/>
                    </a:lnTo>
                    <a:lnTo>
                      <a:pt x="29468" y="45262"/>
                    </a:lnTo>
                    <a:lnTo>
                      <a:pt x="0" y="13673"/>
                    </a:lnTo>
                    <a:lnTo>
                      <a:pt x="3683" y="17622"/>
                    </a:lnTo>
                    <a:lnTo>
                      <a:pt x="38426" y="7367"/>
                    </a:lnTo>
                    <a:lnTo>
                      <a:pt x="25785" y="41314"/>
                    </a:lnTo>
                    <a:lnTo>
                      <a:pt x="29733" y="37630"/>
                    </a:lnTo>
                    <a:lnTo>
                      <a:pt x="7632" y="13939"/>
                    </a:lnTo>
                    <a:lnTo>
                      <a:pt x="3683" y="17622"/>
                    </a:lnTo>
                    <a:lnTo>
                      <a:pt x="0" y="13673"/>
                    </a:lnTo>
                    <a:lnTo>
                      <a:pt x="15264" y="14204"/>
                    </a:lnTo>
                    <a:lnTo>
                      <a:pt x="11580" y="10255"/>
                    </a:lnTo>
                    <a:lnTo>
                      <a:pt x="26845" y="10785"/>
                    </a:lnTo>
                    <a:lnTo>
                      <a:pt x="23161" y="6836"/>
                    </a:lnTo>
                    <a:lnTo>
                      <a:pt x="42374" y="3683"/>
                    </a:lnTo>
                    <a:lnTo>
                      <a:pt x="37895" y="22631"/>
                    </a:lnTo>
                    <a:lnTo>
                      <a:pt x="34212" y="18682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29468" y="45262"/>
                    </a:lnTo>
                    <a:lnTo>
                      <a:pt x="26050" y="33682"/>
                    </a:lnTo>
                    <a:lnTo>
                      <a:pt x="18417" y="33416"/>
                    </a:lnTo>
                    <a:lnTo>
                      <a:pt x="18683" y="25784"/>
                    </a:lnTo>
                    <a:lnTo>
                      <a:pt x="11050" y="25519"/>
                    </a:lnTo>
                    <a:lnTo>
                      <a:pt x="11315" y="17887"/>
                    </a:lnTo>
                    <a:lnTo>
                      <a:pt x="0" y="13673"/>
                    </a:lnTo>
                    <a:lnTo>
                      <a:pt x="7632" y="13939"/>
                    </a:lnTo>
                    <a:lnTo>
                      <a:pt x="7367" y="21571"/>
                    </a:lnTo>
                    <a:lnTo>
                      <a:pt x="14999" y="21836"/>
                    </a:lnTo>
                    <a:lnTo>
                      <a:pt x="14734" y="29468"/>
                    </a:lnTo>
                    <a:lnTo>
                      <a:pt x="22366" y="29733"/>
                    </a:lnTo>
                    <a:lnTo>
                      <a:pt x="22101" y="37365"/>
                    </a:lnTo>
                    <a:lnTo>
                      <a:pt x="29733" y="37630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37895" y="22631"/>
                    </a:lnTo>
                    <a:lnTo>
                      <a:pt x="34212" y="18682"/>
                    </a:lnTo>
                    <a:lnTo>
                      <a:pt x="46323" y="0"/>
                    </a:lnTo>
                    <a:lnTo>
                      <a:pt x="38426" y="7367"/>
                    </a:lnTo>
                    <a:lnTo>
                      <a:pt x="34742" y="3418"/>
                    </a:lnTo>
                    <a:lnTo>
                      <a:pt x="26845" y="10785"/>
                    </a:lnTo>
                    <a:lnTo>
                      <a:pt x="23161" y="6836"/>
                    </a:lnTo>
                    <a:lnTo>
                      <a:pt x="15264" y="14204"/>
                    </a:lnTo>
                    <a:lnTo>
                      <a:pt x="11580" y="10255"/>
                    </a:lnTo>
                    <a:lnTo>
                      <a:pt x="7632" y="1393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75" name="Контур"/>
              <p:cNvSpPr/>
              <p:nvPr/>
            </p:nvSpPr>
            <p:spPr>
              <a:xfrm>
                <a:off x="252000" y="6617507"/>
                <a:ext cx="434274" cy="778147"/>
              </a:xfrm>
              <a:custGeom>
                <a:avLst/>
                <a:gdLst/>
                <a:ahLst/>
                <a:cxnLst/>
                <a:rect l="l" t="t" r="r" b="b"/>
                <a:pathLst>
                  <a:path w="434274" h="778147" fill="none">
                    <a:moveTo>
                      <a:pt x="410991" y="678026"/>
                    </a:moveTo>
                    <a:lnTo>
                      <a:pt x="430624" y="710327"/>
                    </a:lnTo>
                    <a:moveTo>
                      <a:pt x="430624" y="710327"/>
                    </a:moveTo>
                    <a:lnTo>
                      <a:pt x="434274" y="716333"/>
                    </a:lnTo>
                    <a:lnTo>
                      <a:pt x="426991" y="746230"/>
                    </a:lnTo>
                    <a:moveTo>
                      <a:pt x="426991" y="746230"/>
                    </a:moveTo>
                    <a:lnTo>
                      <a:pt x="419216" y="778147"/>
                    </a:lnTo>
                    <a:moveTo>
                      <a:pt x="410991" y="678026"/>
                    </a:moveTo>
                    <a:lnTo>
                      <a:pt x="430624" y="710327"/>
                    </a:lnTo>
                    <a:moveTo>
                      <a:pt x="430624" y="710327"/>
                    </a:moveTo>
                    <a:lnTo>
                      <a:pt x="434274" y="716333"/>
                    </a:lnTo>
                    <a:lnTo>
                      <a:pt x="426991" y="746230"/>
                    </a:lnTo>
                    <a:moveTo>
                      <a:pt x="426991" y="746230"/>
                    </a:moveTo>
                    <a:lnTo>
                      <a:pt x="419216" y="778147"/>
                    </a:lnTo>
                    <a:moveTo>
                      <a:pt x="410991" y="678026"/>
                    </a:moveTo>
                    <a:lnTo>
                      <a:pt x="391358" y="645724"/>
                    </a:lnTo>
                    <a:moveTo>
                      <a:pt x="391358" y="645724"/>
                    </a:moveTo>
                    <a:lnTo>
                      <a:pt x="371725" y="613423"/>
                    </a:lnTo>
                    <a:moveTo>
                      <a:pt x="371725" y="613423"/>
                    </a:moveTo>
                    <a:lnTo>
                      <a:pt x="352091" y="581122"/>
                    </a:lnTo>
                    <a:moveTo>
                      <a:pt x="352091" y="581122"/>
                    </a:moveTo>
                    <a:lnTo>
                      <a:pt x="332458" y="548820"/>
                    </a:lnTo>
                    <a:moveTo>
                      <a:pt x="332458" y="548820"/>
                    </a:moveTo>
                    <a:lnTo>
                      <a:pt x="312825" y="516519"/>
                    </a:lnTo>
                    <a:moveTo>
                      <a:pt x="312825" y="516519"/>
                    </a:moveTo>
                    <a:lnTo>
                      <a:pt x="293191" y="484218"/>
                    </a:lnTo>
                    <a:moveTo>
                      <a:pt x="293191" y="484218"/>
                    </a:moveTo>
                    <a:lnTo>
                      <a:pt x="273558" y="451917"/>
                    </a:lnTo>
                    <a:moveTo>
                      <a:pt x="273558" y="451917"/>
                    </a:moveTo>
                    <a:lnTo>
                      <a:pt x="253925" y="419615"/>
                    </a:lnTo>
                    <a:moveTo>
                      <a:pt x="253925" y="419615"/>
                    </a:moveTo>
                    <a:lnTo>
                      <a:pt x="234292" y="387314"/>
                    </a:lnTo>
                    <a:moveTo>
                      <a:pt x="234292" y="387314"/>
                    </a:moveTo>
                    <a:lnTo>
                      <a:pt x="214658" y="355013"/>
                    </a:lnTo>
                    <a:moveTo>
                      <a:pt x="214658" y="355013"/>
                    </a:moveTo>
                    <a:lnTo>
                      <a:pt x="195025" y="322711"/>
                    </a:lnTo>
                    <a:moveTo>
                      <a:pt x="195025" y="322711"/>
                    </a:moveTo>
                    <a:lnTo>
                      <a:pt x="175392" y="290410"/>
                    </a:lnTo>
                    <a:moveTo>
                      <a:pt x="175392" y="290410"/>
                    </a:moveTo>
                    <a:lnTo>
                      <a:pt x="155758" y="258109"/>
                    </a:lnTo>
                    <a:moveTo>
                      <a:pt x="155758" y="258109"/>
                    </a:moveTo>
                    <a:lnTo>
                      <a:pt x="136125" y="225807"/>
                    </a:lnTo>
                    <a:moveTo>
                      <a:pt x="136125" y="225807"/>
                    </a:moveTo>
                    <a:lnTo>
                      <a:pt x="116492" y="193506"/>
                    </a:lnTo>
                    <a:moveTo>
                      <a:pt x="116492" y="193506"/>
                    </a:moveTo>
                    <a:lnTo>
                      <a:pt x="96859" y="161205"/>
                    </a:lnTo>
                    <a:moveTo>
                      <a:pt x="96859" y="161205"/>
                    </a:moveTo>
                    <a:lnTo>
                      <a:pt x="77225" y="128904"/>
                    </a:lnTo>
                    <a:moveTo>
                      <a:pt x="77225" y="128904"/>
                    </a:moveTo>
                    <a:lnTo>
                      <a:pt x="57592" y="96602"/>
                    </a:lnTo>
                    <a:moveTo>
                      <a:pt x="57592" y="96602"/>
                    </a:moveTo>
                    <a:lnTo>
                      <a:pt x="37959" y="64301"/>
                    </a:lnTo>
                    <a:moveTo>
                      <a:pt x="37959" y="64301"/>
                    </a:moveTo>
                    <a:lnTo>
                      <a:pt x="18325" y="32000"/>
                    </a:lnTo>
                    <a:moveTo>
                      <a:pt x="18325" y="32000"/>
                    </a:moveTo>
                    <a:lnTo>
                      <a:pt x="2200" y="5470"/>
                    </a:ln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76" name="Контур"/>
              <p:cNvSpPr/>
              <p:nvPr/>
            </p:nvSpPr>
            <p:spPr>
              <a:xfrm>
                <a:off x="338158" y="6270624"/>
                <a:ext cx="525301" cy="1008124"/>
              </a:xfrm>
              <a:custGeom>
                <a:avLst/>
                <a:gdLst/>
                <a:ahLst/>
                <a:cxnLst/>
                <a:rect l="l" t="t" r="r" b="b"/>
                <a:pathLst>
                  <a:path w="525301" h="1008124" fill="none">
                    <a:moveTo>
                      <a:pt x="525301" y="1008124"/>
                    </a:moveTo>
                    <a:lnTo>
                      <a:pt x="463466" y="993047"/>
                    </a:lnTo>
                    <a:lnTo>
                      <a:pt x="440206" y="954784"/>
                    </a:lnTo>
                    <a:moveTo>
                      <a:pt x="440206" y="954784"/>
                    </a:moveTo>
                    <a:lnTo>
                      <a:pt x="463466" y="993047"/>
                    </a:lnTo>
                    <a:lnTo>
                      <a:pt x="525301" y="1008124"/>
                    </a:lnTo>
                    <a:moveTo>
                      <a:pt x="440206" y="954784"/>
                    </a:moveTo>
                    <a:lnTo>
                      <a:pt x="463466" y="993047"/>
                    </a:lnTo>
                    <a:lnTo>
                      <a:pt x="525301" y="1008124"/>
                    </a:lnTo>
                    <a:moveTo>
                      <a:pt x="440206" y="954784"/>
                    </a:moveTo>
                    <a:lnTo>
                      <a:pt x="374760" y="847114"/>
                    </a:lnTo>
                    <a:moveTo>
                      <a:pt x="374760" y="847114"/>
                    </a:moveTo>
                    <a:lnTo>
                      <a:pt x="309314" y="739444"/>
                    </a:lnTo>
                    <a:moveTo>
                      <a:pt x="309314" y="739444"/>
                    </a:moveTo>
                    <a:lnTo>
                      <a:pt x="243868" y="631774"/>
                    </a:lnTo>
                    <a:moveTo>
                      <a:pt x="243868" y="631774"/>
                    </a:moveTo>
                    <a:lnTo>
                      <a:pt x="178422" y="524104"/>
                    </a:lnTo>
                    <a:moveTo>
                      <a:pt x="178422" y="524104"/>
                    </a:moveTo>
                    <a:lnTo>
                      <a:pt x="112976" y="416434"/>
                    </a:lnTo>
                    <a:moveTo>
                      <a:pt x="112976" y="416434"/>
                    </a:moveTo>
                    <a:lnTo>
                      <a:pt x="47530" y="308764"/>
                    </a:lnTo>
                    <a:moveTo>
                      <a:pt x="47530" y="308764"/>
                    </a:moveTo>
                    <a:lnTo>
                      <a:pt x="31404" y="282234"/>
                    </a:lnTo>
                    <a:lnTo>
                      <a:pt x="4039" y="214205"/>
                    </a:lnTo>
                    <a:lnTo>
                      <a:pt x="2848" y="192611"/>
                    </a:lnTo>
                    <a:moveTo>
                      <a:pt x="2848" y="192611"/>
                    </a:moveTo>
                    <a:lnTo>
                      <a:pt x="0" y="140990"/>
                    </a:lnTo>
                    <a:lnTo>
                      <a:pt x="19717" y="70363"/>
                    </a:lnTo>
                    <a:lnTo>
                      <a:pt x="20266" y="69560"/>
                    </a:lnTo>
                    <a:moveTo>
                      <a:pt x="20266" y="69560"/>
                    </a:moveTo>
                    <a:lnTo>
                      <a:pt x="61097" y="9827"/>
                    </a:lnTo>
                    <a:lnTo>
                      <a:pt x="7050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77" name="Контур"/>
              <p:cNvSpPr/>
              <p:nvPr/>
            </p:nvSpPr>
            <p:spPr>
              <a:xfrm>
                <a:off x="285353" y="6434758"/>
                <a:ext cx="413194" cy="721026"/>
              </a:xfrm>
              <a:custGeom>
                <a:avLst/>
                <a:gdLst/>
                <a:ahLst/>
                <a:cxnLst/>
                <a:rect l="l" t="t" r="r" b="b"/>
                <a:pathLst>
                  <a:path w="413194" h="721026" fill="none">
                    <a:moveTo>
                      <a:pt x="365059" y="684111"/>
                    </a:moveTo>
                    <a:lnTo>
                      <a:pt x="413194" y="680130"/>
                    </a:lnTo>
                    <a:lnTo>
                      <a:pt x="387498" y="721026"/>
                    </a:lnTo>
                    <a:lnTo>
                      <a:pt x="365059" y="684111"/>
                    </a:lnTo>
                    <a:lnTo>
                      <a:pt x="367864" y="688725"/>
                    </a:lnTo>
                    <a:lnTo>
                      <a:pt x="403965" y="685740"/>
                    </a:lnTo>
                    <a:lnTo>
                      <a:pt x="384693" y="716412"/>
                    </a:lnTo>
                    <a:lnTo>
                      <a:pt x="389308" y="713607"/>
                    </a:lnTo>
                    <a:lnTo>
                      <a:pt x="372479" y="685920"/>
                    </a:lnTo>
                    <a:lnTo>
                      <a:pt x="367864" y="688725"/>
                    </a:lnTo>
                    <a:lnTo>
                      <a:pt x="365059" y="684111"/>
                    </a:lnTo>
                    <a:lnTo>
                      <a:pt x="379898" y="687730"/>
                    </a:lnTo>
                    <a:lnTo>
                      <a:pt x="377093" y="683116"/>
                    </a:lnTo>
                    <a:lnTo>
                      <a:pt x="391932" y="686735"/>
                    </a:lnTo>
                    <a:lnTo>
                      <a:pt x="389127" y="682120"/>
                    </a:lnTo>
                    <a:lnTo>
                      <a:pt x="408580" y="682935"/>
                    </a:lnTo>
                    <a:lnTo>
                      <a:pt x="400346" y="700578"/>
                    </a:lnTo>
                    <a:lnTo>
                      <a:pt x="397541" y="695964"/>
                    </a:lnTo>
                    <a:lnTo>
                      <a:pt x="393922" y="710802"/>
                    </a:lnTo>
                    <a:lnTo>
                      <a:pt x="391117" y="706188"/>
                    </a:lnTo>
                    <a:lnTo>
                      <a:pt x="387498" y="721026"/>
                    </a:lnTo>
                    <a:lnTo>
                      <a:pt x="386503" y="708993"/>
                    </a:lnTo>
                    <a:lnTo>
                      <a:pt x="379083" y="707183"/>
                    </a:lnTo>
                    <a:lnTo>
                      <a:pt x="380893" y="699764"/>
                    </a:lnTo>
                    <a:lnTo>
                      <a:pt x="373474" y="697954"/>
                    </a:lnTo>
                    <a:lnTo>
                      <a:pt x="375283" y="690535"/>
                    </a:lnTo>
                    <a:lnTo>
                      <a:pt x="365059" y="684111"/>
                    </a:lnTo>
                    <a:lnTo>
                      <a:pt x="372479" y="685920"/>
                    </a:lnTo>
                    <a:lnTo>
                      <a:pt x="370669" y="693340"/>
                    </a:lnTo>
                    <a:lnTo>
                      <a:pt x="378088" y="695149"/>
                    </a:lnTo>
                    <a:lnTo>
                      <a:pt x="376279" y="702569"/>
                    </a:lnTo>
                    <a:lnTo>
                      <a:pt x="383698" y="704378"/>
                    </a:lnTo>
                    <a:lnTo>
                      <a:pt x="381888" y="711797"/>
                    </a:lnTo>
                    <a:lnTo>
                      <a:pt x="389308" y="713607"/>
                    </a:lnTo>
                    <a:lnTo>
                      <a:pt x="393922" y="710802"/>
                    </a:lnTo>
                    <a:lnTo>
                      <a:pt x="391117" y="706188"/>
                    </a:lnTo>
                    <a:lnTo>
                      <a:pt x="400346" y="700578"/>
                    </a:lnTo>
                    <a:lnTo>
                      <a:pt x="397541" y="695964"/>
                    </a:lnTo>
                    <a:lnTo>
                      <a:pt x="413194" y="680130"/>
                    </a:lnTo>
                    <a:lnTo>
                      <a:pt x="403965" y="685740"/>
                    </a:lnTo>
                    <a:lnTo>
                      <a:pt x="401160" y="681125"/>
                    </a:lnTo>
                    <a:lnTo>
                      <a:pt x="391932" y="686735"/>
                    </a:lnTo>
                    <a:lnTo>
                      <a:pt x="389127" y="682120"/>
                    </a:lnTo>
                    <a:lnTo>
                      <a:pt x="379898" y="687730"/>
                    </a:lnTo>
                    <a:lnTo>
                      <a:pt x="377093" y="683116"/>
                    </a:lnTo>
                    <a:lnTo>
                      <a:pt x="372479" y="685920"/>
                    </a:lnTo>
                    <a:moveTo>
                      <a:pt x="234167" y="468771"/>
                    </a:moveTo>
                    <a:lnTo>
                      <a:pt x="282302" y="464790"/>
                    </a:lnTo>
                    <a:lnTo>
                      <a:pt x="256606" y="505686"/>
                    </a:lnTo>
                    <a:lnTo>
                      <a:pt x="234167" y="468771"/>
                    </a:lnTo>
                    <a:lnTo>
                      <a:pt x="236972" y="473385"/>
                    </a:lnTo>
                    <a:lnTo>
                      <a:pt x="273073" y="470400"/>
                    </a:lnTo>
                    <a:lnTo>
                      <a:pt x="253801" y="501072"/>
                    </a:lnTo>
                    <a:lnTo>
                      <a:pt x="258416" y="498267"/>
                    </a:lnTo>
                    <a:lnTo>
                      <a:pt x="241587" y="470580"/>
                    </a:lnTo>
                    <a:lnTo>
                      <a:pt x="236972" y="473385"/>
                    </a:lnTo>
                    <a:lnTo>
                      <a:pt x="234167" y="468771"/>
                    </a:lnTo>
                    <a:lnTo>
                      <a:pt x="249006" y="472390"/>
                    </a:lnTo>
                    <a:lnTo>
                      <a:pt x="246201" y="467776"/>
                    </a:lnTo>
                    <a:lnTo>
                      <a:pt x="261040" y="471395"/>
                    </a:lnTo>
                    <a:lnTo>
                      <a:pt x="258235" y="466780"/>
                    </a:lnTo>
                    <a:lnTo>
                      <a:pt x="277688" y="467595"/>
                    </a:lnTo>
                    <a:lnTo>
                      <a:pt x="269454" y="485238"/>
                    </a:lnTo>
                    <a:lnTo>
                      <a:pt x="266649" y="480624"/>
                    </a:lnTo>
                    <a:lnTo>
                      <a:pt x="263030" y="495462"/>
                    </a:lnTo>
                    <a:lnTo>
                      <a:pt x="260225" y="490848"/>
                    </a:lnTo>
                    <a:lnTo>
                      <a:pt x="256606" y="505686"/>
                    </a:lnTo>
                    <a:lnTo>
                      <a:pt x="255611" y="493653"/>
                    </a:lnTo>
                    <a:lnTo>
                      <a:pt x="248192" y="491843"/>
                    </a:lnTo>
                    <a:lnTo>
                      <a:pt x="250001" y="484424"/>
                    </a:lnTo>
                    <a:lnTo>
                      <a:pt x="242582" y="482614"/>
                    </a:lnTo>
                    <a:lnTo>
                      <a:pt x="244391" y="475195"/>
                    </a:lnTo>
                    <a:lnTo>
                      <a:pt x="234167" y="468771"/>
                    </a:lnTo>
                    <a:lnTo>
                      <a:pt x="241587" y="470580"/>
                    </a:lnTo>
                    <a:lnTo>
                      <a:pt x="239777" y="478000"/>
                    </a:lnTo>
                    <a:lnTo>
                      <a:pt x="247196" y="479809"/>
                    </a:lnTo>
                    <a:lnTo>
                      <a:pt x="245387" y="487229"/>
                    </a:lnTo>
                    <a:lnTo>
                      <a:pt x="252806" y="489038"/>
                    </a:lnTo>
                    <a:lnTo>
                      <a:pt x="250996" y="496457"/>
                    </a:lnTo>
                    <a:lnTo>
                      <a:pt x="258416" y="498267"/>
                    </a:lnTo>
                    <a:lnTo>
                      <a:pt x="263030" y="495462"/>
                    </a:lnTo>
                    <a:lnTo>
                      <a:pt x="260225" y="490848"/>
                    </a:lnTo>
                    <a:lnTo>
                      <a:pt x="269454" y="485238"/>
                    </a:lnTo>
                    <a:lnTo>
                      <a:pt x="266649" y="480624"/>
                    </a:lnTo>
                    <a:lnTo>
                      <a:pt x="282302" y="464790"/>
                    </a:lnTo>
                    <a:lnTo>
                      <a:pt x="273073" y="470400"/>
                    </a:lnTo>
                    <a:lnTo>
                      <a:pt x="270268" y="465785"/>
                    </a:lnTo>
                    <a:lnTo>
                      <a:pt x="261040" y="471395"/>
                    </a:lnTo>
                    <a:lnTo>
                      <a:pt x="258235" y="466780"/>
                    </a:lnTo>
                    <a:lnTo>
                      <a:pt x="249006" y="472390"/>
                    </a:lnTo>
                    <a:lnTo>
                      <a:pt x="246201" y="467776"/>
                    </a:lnTo>
                    <a:lnTo>
                      <a:pt x="241587" y="470580"/>
                    </a:lnTo>
                    <a:moveTo>
                      <a:pt x="103275" y="253431"/>
                    </a:moveTo>
                    <a:lnTo>
                      <a:pt x="151410" y="249450"/>
                    </a:lnTo>
                    <a:lnTo>
                      <a:pt x="125714" y="290346"/>
                    </a:lnTo>
                    <a:lnTo>
                      <a:pt x="103275" y="253431"/>
                    </a:lnTo>
                    <a:lnTo>
                      <a:pt x="106080" y="258045"/>
                    </a:lnTo>
                    <a:lnTo>
                      <a:pt x="142181" y="255060"/>
                    </a:lnTo>
                    <a:lnTo>
                      <a:pt x="122909" y="285732"/>
                    </a:lnTo>
                    <a:lnTo>
                      <a:pt x="127524" y="282927"/>
                    </a:lnTo>
                    <a:lnTo>
                      <a:pt x="110695" y="255240"/>
                    </a:lnTo>
                    <a:lnTo>
                      <a:pt x="106080" y="258045"/>
                    </a:lnTo>
                    <a:lnTo>
                      <a:pt x="103275" y="253431"/>
                    </a:lnTo>
                    <a:lnTo>
                      <a:pt x="118114" y="257050"/>
                    </a:lnTo>
                    <a:lnTo>
                      <a:pt x="115309" y="252436"/>
                    </a:lnTo>
                    <a:lnTo>
                      <a:pt x="130148" y="256055"/>
                    </a:lnTo>
                    <a:lnTo>
                      <a:pt x="127343" y="251440"/>
                    </a:lnTo>
                    <a:lnTo>
                      <a:pt x="146796" y="252255"/>
                    </a:lnTo>
                    <a:lnTo>
                      <a:pt x="138562" y="269898"/>
                    </a:lnTo>
                    <a:lnTo>
                      <a:pt x="135757" y="265284"/>
                    </a:lnTo>
                    <a:lnTo>
                      <a:pt x="132138" y="280122"/>
                    </a:lnTo>
                    <a:lnTo>
                      <a:pt x="129333" y="275508"/>
                    </a:lnTo>
                    <a:lnTo>
                      <a:pt x="125714" y="290346"/>
                    </a:lnTo>
                    <a:lnTo>
                      <a:pt x="124719" y="278313"/>
                    </a:lnTo>
                    <a:lnTo>
                      <a:pt x="117300" y="276503"/>
                    </a:lnTo>
                    <a:lnTo>
                      <a:pt x="119109" y="269084"/>
                    </a:lnTo>
                    <a:lnTo>
                      <a:pt x="111690" y="267274"/>
                    </a:lnTo>
                    <a:lnTo>
                      <a:pt x="113500" y="259855"/>
                    </a:lnTo>
                    <a:lnTo>
                      <a:pt x="103275" y="253431"/>
                    </a:lnTo>
                    <a:lnTo>
                      <a:pt x="110695" y="255240"/>
                    </a:lnTo>
                    <a:lnTo>
                      <a:pt x="108885" y="262660"/>
                    </a:lnTo>
                    <a:lnTo>
                      <a:pt x="116304" y="264469"/>
                    </a:lnTo>
                    <a:lnTo>
                      <a:pt x="114495" y="271889"/>
                    </a:lnTo>
                    <a:lnTo>
                      <a:pt x="121914" y="273698"/>
                    </a:lnTo>
                    <a:lnTo>
                      <a:pt x="120104" y="281117"/>
                    </a:lnTo>
                    <a:lnTo>
                      <a:pt x="127524" y="282927"/>
                    </a:lnTo>
                    <a:lnTo>
                      <a:pt x="132138" y="280122"/>
                    </a:lnTo>
                    <a:lnTo>
                      <a:pt x="129333" y="275508"/>
                    </a:lnTo>
                    <a:lnTo>
                      <a:pt x="138562" y="269898"/>
                    </a:lnTo>
                    <a:lnTo>
                      <a:pt x="135757" y="265284"/>
                    </a:lnTo>
                    <a:lnTo>
                      <a:pt x="151410" y="249450"/>
                    </a:lnTo>
                    <a:lnTo>
                      <a:pt x="142181" y="255060"/>
                    </a:lnTo>
                    <a:lnTo>
                      <a:pt x="139377" y="250445"/>
                    </a:lnTo>
                    <a:lnTo>
                      <a:pt x="130148" y="256055"/>
                    </a:lnTo>
                    <a:lnTo>
                      <a:pt x="127343" y="251440"/>
                    </a:lnTo>
                    <a:lnTo>
                      <a:pt x="118114" y="257050"/>
                    </a:lnTo>
                    <a:lnTo>
                      <a:pt x="115309" y="252436"/>
                    </a:lnTo>
                    <a:lnTo>
                      <a:pt x="110695" y="255240"/>
                    </a:lnTo>
                    <a:moveTo>
                      <a:pt x="0" y="0"/>
                    </a:moveTo>
                    <a:lnTo>
                      <a:pt x="44324" y="19187"/>
                    </a:lnTo>
                    <a:lnTo>
                      <a:pt x="2379" y="43134"/>
                    </a:lnTo>
                    <a:lnTo>
                      <a:pt x="0" y="0"/>
                    </a:lnTo>
                    <a:lnTo>
                      <a:pt x="297" y="5391"/>
                    </a:lnTo>
                    <a:lnTo>
                      <a:pt x="33540" y="19782"/>
                    </a:lnTo>
                    <a:lnTo>
                      <a:pt x="2082" y="37742"/>
                    </a:lnTo>
                    <a:lnTo>
                      <a:pt x="7473" y="37445"/>
                    </a:lnTo>
                    <a:lnTo>
                      <a:pt x="5689" y="5094"/>
                    </a:lnTo>
                    <a:lnTo>
                      <a:pt x="297" y="5391"/>
                    </a:lnTo>
                    <a:lnTo>
                      <a:pt x="0" y="0"/>
                    </a:lnTo>
                    <a:lnTo>
                      <a:pt x="11378" y="10188"/>
                    </a:lnTo>
                    <a:lnTo>
                      <a:pt x="11081" y="4796"/>
                    </a:lnTo>
                    <a:lnTo>
                      <a:pt x="22459" y="14985"/>
                    </a:lnTo>
                    <a:lnTo>
                      <a:pt x="22162" y="9593"/>
                    </a:lnTo>
                    <a:lnTo>
                      <a:pt x="38932" y="19485"/>
                    </a:lnTo>
                    <a:lnTo>
                      <a:pt x="23351" y="31161"/>
                    </a:lnTo>
                    <a:lnTo>
                      <a:pt x="23054" y="25769"/>
                    </a:lnTo>
                    <a:lnTo>
                      <a:pt x="12865" y="37147"/>
                    </a:lnTo>
                    <a:lnTo>
                      <a:pt x="12568" y="31755"/>
                    </a:lnTo>
                    <a:lnTo>
                      <a:pt x="2379" y="43134"/>
                    </a:lnTo>
                    <a:lnTo>
                      <a:pt x="7176" y="32053"/>
                    </a:lnTo>
                    <a:lnTo>
                      <a:pt x="1487" y="26959"/>
                    </a:lnTo>
                    <a:lnTo>
                      <a:pt x="6581" y="21269"/>
                    </a:lnTo>
                    <a:lnTo>
                      <a:pt x="892" y="16175"/>
                    </a:lnTo>
                    <a:lnTo>
                      <a:pt x="5986" y="10486"/>
                    </a:lnTo>
                    <a:lnTo>
                      <a:pt x="0" y="0"/>
                    </a:lnTo>
                    <a:lnTo>
                      <a:pt x="5689" y="5094"/>
                    </a:lnTo>
                    <a:lnTo>
                      <a:pt x="594" y="10783"/>
                    </a:lnTo>
                    <a:lnTo>
                      <a:pt x="6284" y="15878"/>
                    </a:lnTo>
                    <a:lnTo>
                      <a:pt x="1189" y="21567"/>
                    </a:lnTo>
                    <a:lnTo>
                      <a:pt x="6879" y="26661"/>
                    </a:lnTo>
                    <a:lnTo>
                      <a:pt x="1784" y="32350"/>
                    </a:lnTo>
                    <a:lnTo>
                      <a:pt x="7473" y="37445"/>
                    </a:lnTo>
                    <a:lnTo>
                      <a:pt x="12865" y="37147"/>
                    </a:lnTo>
                    <a:lnTo>
                      <a:pt x="12568" y="31755"/>
                    </a:lnTo>
                    <a:lnTo>
                      <a:pt x="23351" y="31161"/>
                    </a:lnTo>
                    <a:lnTo>
                      <a:pt x="23054" y="25769"/>
                    </a:lnTo>
                    <a:lnTo>
                      <a:pt x="44324" y="19187"/>
                    </a:lnTo>
                    <a:lnTo>
                      <a:pt x="33540" y="19782"/>
                    </a:lnTo>
                    <a:lnTo>
                      <a:pt x="33243" y="14390"/>
                    </a:lnTo>
                    <a:lnTo>
                      <a:pt x="22459" y="14985"/>
                    </a:lnTo>
                    <a:lnTo>
                      <a:pt x="22162" y="9593"/>
                    </a:lnTo>
                    <a:lnTo>
                      <a:pt x="11378" y="10188"/>
                    </a:lnTo>
                    <a:lnTo>
                      <a:pt x="11081" y="4796"/>
                    </a:lnTo>
                    <a:lnTo>
                      <a:pt x="5689" y="509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78" name="Контур"/>
              <p:cNvSpPr/>
              <p:nvPr/>
            </p:nvSpPr>
            <p:spPr>
              <a:xfrm>
                <a:off x="338158" y="6270624"/>
                <a:ext cx="440206" cy="954784"/>
              </a:xfrm>
              <a:custGeom>
                <a:avLst/>
                <a:gdLst/>
                <a:ahLst/>
                <a:cxnLst/>
                <a:rect l="l" t="t" r="r" b="b"/>
                <a:pathLst>
                  <a:path w="440206" h="954784" fill="none">
                    <a:moveTo>
                      <a:pt x="70500" y="0"/>
                    </a:moveTo>
                    <a:lnTo>
                      <a:pt x="61097" y="9827"/>
                    </a:lnTo>
                    <a:lnTo>
                      <a:pt x="19717" y="70363"/>
                    </a:lnTo>
                    <a:lnTo>
                      <a:pt x="9211" y="107995"/>
                    </a:lnTo>
                    <a:moveTo>
                      <a:pt x="9211" y="107995"/>
                    </a:moveTo>
                    <a:lnTo>
                      <a:pt x="0" y="140990"/>
                    </a:lnTo>
                    <a:lnTo>
                      <a:pt x="4039" y="214205"/>
                    </a:lnTo>
                    <a:lnTo>
                      <a:pt x="10912" y="231292"/>
                    </a:lnTo>
                    <a:moveTo>
                      <a:pt x="10912" y="231292"/>
                    </a:moveTo>
                    <a:lnTo>
                      <a:pt x="31404" y="282234"/>
                    </a:lnTo>
                    <a:lnTo>
                      <a:pt x="68330" y="342983"/>
                    </a:lnTo>
                    <a:moveTo>
                      <a:pt x="68330" y="342983"/>
                    </a:moveTo>
                    <a:lnTo>
                      <a:pt x="133776" y="450653"/>
                    </a:lnTo>
                    <a:moveTo>
                      <a:pt x="133776" y="450653"/>
                    </a:moveTo>
                    <a:lnTo>
                      <a:pt x="199222" y="558323"/>
                    </a:lnTo>
                    <a:moveTo>
                      <a:pt x="199222" y="558323"/>
                    </a:moveTo>
                    <a:lnTo>
                      <a:pt x="264667" y="665993"/>
                    </a:lnTo>
                    <a:moveTo>
                      <a:pt x="264667" y="665993"/>
                    </a:moveTo>
                    <a:lnTo>
                      <a:pt x="330113" y="773663"/>
                    </a:lnTo>
                    <a:moveTo>
                      <a:pt x="330113" y="773663"/>
                    </a:moveTo>
                    <a:lnTo>
                      <a:pt x="395559" y="881333"/>
                    </a:lnTo>
                    <a:moveTo>
                      <a:pt x="395559" y="881333"/>
                    </a:moveTo>
                    <a:lnTo>
                      <a:pt x="440206" y="954784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79" name="Контур"/>
              <p:cNvSpPr/>
              <p:nvPr/>
            </p:nvSpPr>
            <p:spPr>
              <a:xfrm>
                <a:off x="355109" y="6381870"/>
                <a:ext cx="375668" cy="665267"/>
              </a:xfrm>
              <a:custGeom>
                <a:avLst/>
                <a:gdLst/>
                <a:ahLst/>
                <a:cxnLst/>
                <a:rect l="l" t="t" r="r" b="b"/>
                <a:pathLst>
                  <a:path w="375668" h="665267" fill="none">
                    <a:moveTo>
                      <a:pt x="35801" y="41609"/>
                    </a:moveTo>
                    <a:lnTo>
                      <a:pt x="0" y="9189"/>
                    </a:lnTo>
                    <a:lnTo>
                      <a:pt x="47417" y="0"/>
                    </a:lnTo>
                    <a:lnTo>
                      <a:pt x="35801" y="41609"/>
                    </a:lnTo>
                    <a:lnTo>
                      <a:pt x="37253" y="36408"/>
                    </a:lnTo>
                    <a:lnTo>
                      <a:pt x="10403" y="12093"/>
                    </a:lnTo>
                    <a:lnTo>
                      <a:pt x="45965" y="5201"/>
                    </a:lnTo>
                    <a:lnTo>
                      <a:pt x="40764" y="3749"/>
                    </a:lnTo>
                    <a:lnTo>
                      <a:pt x="32052" y="34956"/>
                    </a:lnTo>
                    <a:lnTo>
                      <a:pt x="37253" y="36408"/>
                    </a:lnTo>
                    <a:lnTo>
                      <a:pt x="35801" y="41609"/>
                    </a:lnTo>
                    <a:lnTo>
                      <a:pt x="28303" y="28303"/>
                    </a:lnTo>
                    <a:lnTo>
                      <a:pt x="26851" y="33504"/>
                    </a:lnTo>
                    <a:lnTo>
                      <a:pt x="19353" y="20198"/>
                    </a:lnTo>
                    <a:lnTo>
                      <a:pt x="17901" y="25399"/>
                    </a:lnTo>
                    <a:lnTo>
                      <a:pt x="5201" y="10641"/>
                    </a:lnTo>
                    <a:lnTo>
                      <a:pt x="23709" y="4595"/>
                    </a:lnTo>
                    <a:lnTo>
                      <a:pt x="22257" y="9796"/>
                    </a:lnTo>
                    <a:lnTo>
                      <a:pt x="35563" y="2297"/>
                    </a:lnTo>
                    <a:lnTo>
                      <a:pt x="34111" y="7499"/>
                    </a:lnTo>
                    <a:lnTo>
                      <a:pt x="47417" y="0"/>
                    </a:lnTo>
                    <a:lnTo>
                      <a:pt x="39312" y="8951"/>
                    </a:lnTo>
                    <a:lnTo>
                      <a:pt x="43061" y="15604"/>
                    </a:lnTo>
                    <a:lnTo>
                      <a:pt x="36408" y="19353"/>
                    </a:lnTo>
                    <a:lnTo>
                      <a:pt x="40157" y="26006"/>
                    </a:lnTo>
                    <a:lnTo>
                      <a:pt x="33504" y="29755"/>
                    </a:lnTo>
                    <a:lnTo>
                      <a:pt x="35801" y="41609"/>
                    </a:lnTo>
                    <a:lnTo>
                      <a:pt x="32052" y="34956"/>
                    </a:lnTo>
                    <a:lnTo>
                      <a:pt x="38705" y="31207"/>
                    </a:lnTo>
                    <a:lnTo>
                      <a:pt x="34956" y="24554"/>
                    </a:lnTo>
                    <a:lnTo>
                      <a:pt x="41609" y="20805"/>
                    </a:lnTo>
                    <a:lnTo>
                      <a:pt x="37860" y="14152"/>
                    </a:lnTo>
                    <a:lnTo>
                      <a:pt x="44513" y="10403"/>
                    </a:lnTo>
                    <a:lnTo>
                      <a:pt x="40764" y="3749"/>
                    </a:lnTo>
                    <a:lnTo>
                      <a:pt x="35563" y="2297"/>
                    </a:lnTo>
                    <a:lnTo>
                      <a:pt x="34111" y="7499"/>
                    </a:lnTo>
                    <a:lnTo>
                      <a:pt x="23709" y="4595"/>
                    </a:lnTo>
                    <a:lnTo>
                      <a:pt x="22257" y="9796"/>
                    </a:lnTo>
                    <a:lnTo>
                      <a:pt x="0" y="9189"/>
                    </a:lnTo>
                    <a:lnTo>
                      <a:pt x="10403" y="12093"/>
                    </a:lnTo>
                    <a:lnTo>
                      <a:pt x="8951" y="17294"/>
                    </a:lnTo>
                    <a:lnTo>
                      <a:pt x="19353" y="20198"/>
                    </a:lnTo>
                    <a:lnTo>
                      <a:pt x="17901" y="25399"/>
                    </a:lnTo>
                    <a:lnTo>
                      <a:pt x="28303" y="28303"/>
                    </a:lnTo>
                    <a:lnTo>
                      <a:pt x="26851" y="33504"/>
                    </a:lnTo>
                    <a:lnTo>
                      <a:pt x="32052" y="34956"/>
                    </a:lnTo>
                    <a:moveTo>
                      <a:pt x="113884" y="230606"/>
                    </a:moveTo>
                    <a:lnTo>
                      <a:pt x="65750" y="234587"/>
                    </a:lnTo>
                    <a:lnTo>
                      <a:pt x="91446" y="193690"/>
                    </a:lnTo>
                    <a:lnTo>
                      <a:pt x="113884" y="230606"/>
                    </a:lnTo>
                    <a:lnTo>
                      <a:pt x="111080" y="225991"/>
                    </a:lnTo>
                    <a:lnTo>
                      <a:pt x="74979" y="228977"/>
                    </a:lnTo>
                    <a:lnTo>
                      <a:pt x="94251" y="198305"/>
                    </a:lnTo>
                    <a:lnTo>
                      <a:pt x="89636" y="201110"/>
                    </a:lnTo>
                    <a:lnTo>
                      <a:pt x="106465" y="228796"/>
                    </a:lnTo>
                    <a:lnTo>
                      <a:pt x="111080" y="225991"/>
                    </a:lnTo>
                    <a:lnTo>
                      <a:pt x="113884" y="230606"/>
                    </a:lnTo>
                    <a:lnTo>
                      <a:pt x="99046" y="226987"/>
                    </a:lnTo>
                    <a:lnTo>
                      <a:pt x="101851" y="231601"/>
                    </a:lnTo>
                    <a:lnTo>
                      <a:pt x="87012" y="227982"/>
                    </a:lnTo>
                    <a:lnTo>
                      <a:pt x="89817" y="232596"/>
                    </a:lnTo>
                    <a:lnTo>
                      <a:pt x="70364" y="231782"/>
                    </a:lnTo>
                    <a:lnTo>
                      <a:pt x="78598" y="214139"/>
                    </a:lnTo>
                    <a:lnTo>
                      <a:pt x="81403" y="218753"/>
                    </a:lnTo>
                    <a:lnTo>
                      <a:pt x="85022" y="203914"/>
                    </a:lnTo>
                    <a:lnTo>
                      <a:pt x="87827" y="208529"/>
                    </a:lnTo>
                    <a:lnTo>
                      <a:pt x="91446" y="193690"/>
                    </a:lnTo>
                    <a:lnTo>
                      <a:pt x="92441" y="205724"/>
                    </a:lnTo>
                    <a:lnTo>
                      <a:pt x="99860" y="207534"/>
                    </a:lnTo>
                    <a:lnTo>
                      <a:pt x="98051" y="214953"/>
                    </a:lnTo>
                    <a:lnTo>
                      <a:pt x="105470" y="216763"/>
                    </a:lnTo>
                    <a:lnTo>
                      <a:pt x="103660" y="224182"/>
                    </a:lnTo>
                    <a:lnTo>
                      <a:pt x="113884" y="230606"/>
                    </a:lnTo>
                    <a:lnTo>
                      <a:pt x="106465" y="228796"/>
                    </a:lnTo>
                    <a:lnTo>
                      <a:pt x="108275" y="221377"/>
                    </a:lnTo>
                    <a:lnTo>
                      <a:pt x="100855" y="219567"/>
                    </a:lnTo>
                    <a:lnTo>
                      <a:pt x="102665" y="212148"/>
                    </a:lnTo>
                    <a:lnTo>
                      <a:pt x="95246" y="210339"/>
                    </a:lnTo>
                    <a:lnTo>
                      <a:pt x="97055" y="202919"/>
                    </a:lnTo>
                    <a:lnTo>
                      <a:pt x="89636" y="201110"/>
                    </a:lnTo>
                    <a:lnTo>
                      <a:pt x="85022" y="203914"/>
                    </a:lnTo>
                    <a:lnTo>
                      <a:pt x="87827" y="208529"/>
                    </a:lnTo>
                    <a:lnTo>
                      <a:pt x="78598" y="214139"/>
                    </a:lnTo>
                    <a:lnTo>
                      <a:pt x="81403" y="218753"/>
                    </a:lnTo>
                    <a:lnTo>
                      <a:pt x="65750" y="234587"/>
                    </a:lnTo>
                    <a:lnTo>
                      <a:pt x="74979" y="228977"/>
                    </a:lnTo>
                    <a:lnTo>
                      <a:pt x="77783" y="233591"/>
                    </a:lnTo>
                    <a:lnTo>
                      <a:pt x="87012" y="227982"/>
                    </a:lnTo>
                    <a:lnTo>
                      <a:pt x="89817" y="232596"/>
                    </a:lnTo>
                    <a:lnTo>
                      <a:pt x="99046" y="226987"/>
                    </a:lnTo>
                    <a:lnTo>
                      <a:pt x="101851" y="231601"/>
                    </a:lnTo>
                    <a:lnTo>
                      <a:pt x="106465" y="228796"/>
                    </a:lnTo>
                    <a:moveTo>
                      <a:pt x="244776" y="445946"/>
                    </a:moveTo>
                    <a:lnTo>
                      <a:pt x="196642" y="449927"/>
                    </a:lnTo>
                    <a:lnTo>
                      <a:pt x="222338" y="409030"/>
                    </a:lnTo>
                    <a:lnTo>
                      <a:pt x="244776" y="445946"/>
                    </a:lnTo>
                    <a:lnTo>
                      <a:pt x="241971" y="441331"/>
                    </a:lnTo>
                    <a:lnTo>
                      <a:pt x="205870" y="444317"/>
                    </a:lnTo>
                    <a:lnTo>
                      <a:pt x="225143" y="413645"/>
                    </a:lnTo>
                    <a:lnTo>
                      <a:pt x="220528" y="416450"/>
                    </a:lnTo>
                    <a:lnTo>
                      <a:pt x="237357" y="444136"/>
                    </a:lnTo>
                    <a:lnTo>
                      <a:pt x="241971" y="441331"/>
                    </a:lnTo>
                    <a:lnTo>
                      <a:pt x="244776" y="445946"/>
                    </a:lnTo>
                    <a:lnTo>
                      <a:pt x="229938" y="442327"/>
                    </a:lnTo>
                    <a:lnTo>
                      <a:pt x="232743" y="446941"/>
                    </a:lnTo>
                    <a:lnTo>
                      <a:pt x="217904" y="443322"/>
                    </a:lnTo>
                    <a:lnTo>
                      <a:pt x="220709" y="447936"/>
                    </a:lnTo>
                    <a:lnTo>
                      <a:pt x="201256" y="447122"/>
                    </a:lnTo>
                    <a:lnTo>
                      <a:pt x="209490" y="429479"/>
                    </a:lnTo>
                    <a:lnTo>
                      <a:pt x="212294" y="434093"/>
                    </a:lnTo>
                    <a:lnTo>
                      <a:pt x="215914" y="419254"/>
                    </a:lnTo>
                    <a:lnTo>
                      <a:pt x="218718" y="423869"/>
                    </a:lnTo>
                    <a:lnTo>
                      <a:pt x="222338" y="409030"/>
                    </a:lnTo>
                    <a:lnTo>
                      <a:pt x="223333" y="421064"/>
                    </a:lnTo>
                    <a:lnTo>
                      <a:pt x="230752" y="422874"/>
                    </a:lnTo>
                    <a:lnTo>
                      <a:pt x="228943" y="430293"/>
                    </a:lnTo>
                    <a:lnTo>
                      <a:pt x="236362" y="432103"/>
                    </a:lnTo>
                    <a:lnTo>
                      <a:pt x="234552" y="439522"/>
                    </a:lnTo>
                    <a:lnTo>
                      <a:pt x="244776" y="445946"/>
                    </a:lnTo>
                    <a:lnTo>
                      <a:pt x="237357" y="444136"/>
                    </a:lnTo>
                    <a:lnTo>
                      <a:pt x="239167" y="436717"/>
                    </a:lnTo>
                    <a:lnTo>
                      <a:pt x="231747" y="434907"/>
                    </a:lnTo>
                    <a:lnTo>
                      <a:pt x="233557" y="427488"/>
                    </a:lnTo>
                    <a:lnTo>
                      <a:pt x="226138" y="425678"/>
                    </a:lnTo>
                    <a:lnTo>
                      <a:pt x="227947" y="418259"/>
                    </a:lnTo>
                    <a:lnTo>
                      <a:pt x="220528" y="416450"/>
                    </a:lnTo>
                    <a:lnTo>
                      <a:pt x="215914" y="419254"/>
                    </a:lnTo>
                    <a:lnTo>
                      <a:pt x="218718" y="423869"/>
                    </a:lnTo>
                    <a:lnTo>
                      <a:pt x="209490" y="429479"/>
                    </a:lnTo>
                    <a:lnTo>
                      <a:pt x="212294" y="434093"/>
                    </a:lnTo>
                    <a:lnTo>
                      <a:pt x="196642" y="449927"/>
                    </a:lnTo>
                    <a:lnTo>
                      <a:pt x="205870" y="444317"/>
                    </a:lnTo>
                    <a:lnTo>
                      <a:pt x="208675" y="448931"/>
                    </a:lnTo>
                    <a:lnTo>
                      <a:pt x="217904" y="443322"/>
                    </a:lnTo>
                    <a:lnTo>
                      <a:pt x="220709" y="447936"/>
                    </a:lnTo>
                    <a:lnTo>
                      <a:pt x="229938" y="442327"/>
                    </a:lnTo>
                    <a:lnTo>
                      <a:pt x="232743" y="446941"/>
                    </a:lnTo>
                    <a:lnTo>
                      <a:pt x="237357" y="444136"/>
                    </a:lnTo>
                    <a:moveTo>
                      <a:pt x="375668" y="661286"/>
                    </a:moveTo>
                    <a:lnTo>
                      <a:pt x="327533" y="665267"/>
                    </a:lnTo>
                    <a:lnTo>
                      <a:pt x="353230" y="624370"/>
                    </a:lnTo>
                    <a:lnTo>
                      <a:pt x="375668" y="661286"/>
                    </a:lnTo>
                    <a:lnTo>
                      <a:pt x="372863" y="656671"/>
                    </a:lnTo>
                    <a:lnTo>
                      <a:pt x="336762" y="659657"/>
                    </a:lnTo>
                    <a:lnTo>
                      <a:pt x="356034" y="628985"/>
                    </a:lnTo>
                    <a:lnTo>
                      <a:pt x="351420" y="631790"/>
                    </a:lnTo>
                    <a:lnTo>
                      <a:pt x="368249" y="659476"/>
                    </a:lnTo>
                    <a:lnTo>
                      <a:pt x="372863" y="656671"/>
                    </a:lnTo>
                    <a:lnTo>
                      <a:pt x="375668" y="661286"/>
                    </a:lnTo>
                    <a:lnTo>
                      <a:pt x="360830" y="657667"/>
                    </a:lnTo>
                    <a:lnTo>
                      <a:pt x="363635" y="662281"/>
                    </a:lnTo>
                    <a:lnTo>
                      <a:pt x="348796" y="658662"/>
                    </a:lnTo>
                    <a:lnTo>
                      <a:pt x="351601" y="663276"/>
                    </a:lnTo>
                    <a:lnTo>
                      <a:pt x="332148" y="662462"/>
                    </a:lnTo>
                    <a:lnTo>
                      <a:pt x="340382" y="644818"/>
                    </a:lnTo>
                    <a:lnTo>
                      <a:pt x="343186" y="649433"/>
                    </a:lnTo>
                    <a:lnTo>
                      <a:pt x="346806" y="634594"/>
                    </a:lnTo>
                    <a:lnTo>
                      <a:pt x="349610" y="639209"/>
                    </a:lnTo>
                    <a:lnTo>
                      <a:pt x="353230" y="624370"/>
                    </a:lnTo>
                    <a:lnTo>
                      <a:pt x="354225" y="636404"/>
                    </a:lnTo>
                    <a:lnTo>
                      <a:pt x="361644" y="638214"/>
                    </a:lnTo>
                    <a:lnTo>
                      <a:pt x="359834" y="645633"/>
                    </a:lnTo>
                    <a:lnTo>
                      <a:pt x="367254" y="647442"/>
                    </a:lnTo>
                    <a:lnTo>
                      <a:pt x="365444" y="654862"/>
                    </a:lnTo>
                    <a:lnTo>
                      <a:pt x="375668" y="661286"/>
                    </a:lnTo>
                    <a:lnTo>
                      <a:pt x="368249" y="659476"/>
                    </a:lnTo>
                    <a:lnTo>
                      <a:pt x="370059" y="652057"/>
                    </a:lnTo>
                    <a:lnTo>
                      <a:pt x="362639" y="650247"/>
                    </a:lnTo>
                    <a:lnTo>
                      <a:pt x="364449" y="642828"/>
                    </a:lnTo>
                    <a:lnTo>
                      <a:pt x="357030" y="641018"/>
                    </a:lnTo>
                    <a:lnTo>
                      <a:pt x="358839" y="633599"/>
                    </a:lnTo>
                    <a:lnTo>
                      <a:pt x="351420" y="631790"/>
                    </a:lnTo>
                    <a:lnTo>
                      <a:pt x="346806" y="634594"/>
                    </a:lnTo>
                    <a:lnTo>
                      <a:pt x="349610" y="639209"/>
                    </a:lnTo>
                    <a:lnTo>
                      <a:pt x="340382" y="644818"/>
                    </a:lnTo>
                    <a:lnTo>
                      <a:pt x="343186" y="649433"/>
                    </a:lnTo>
                    <a:lnTo>
                      <a:pt x="327533" y="665267"/>
                    </a:lnTo>
                    <a:lnTo>
                      <a:pt x="336762" y="659657"/>
                    </a:lnTo>
                    <a:lnTo>
                      <a:pt x="339567" y="664271"/>
                    </a:lnTo>
                    <a:lnTo>
                      <a:pt x="348796" y="658662"/>
                    </a:lnTo>
                    <a:lnTo>
                      <a:pt x="351601" y="663276"/>
                    </a:lnTo>
                    <a:lnTo>
                      <a:pt x="360830" y="657667"/>
                    </a:lnTo>
                    <a:lnTo>
                      <a:pt x="363635" y="662281"/>
                    </a:lnTo>
                    <a:lnTo>
                      <a:pt x="368249" y="65947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80" name="Контур"/>
              <p:cNvSpPr/>
              <p:nvPr/>
            </p:nvSpPr>
            <p:spPr>
              <a:xfrm>
                <a:off x="778364" y="7131801"/>
                <a:ext cx="154006" cy="93607"/>
              </a:xfrm>
              <a:custGeom>
                <a:avLst/>
                <a:gdLst/>
                <a:ahLst/>
                <a:cxnLst/>
                <a:rect l="l" t="t" r="r" b="b"/>
                <a:pathLst>
                  <a:path w="154006" h="93607" fill="none">
                    <a:moveTo>
                      <a:pt x="0" y="93607"/>
                    </a:moveTo>
                    <a:lnTo>
                      <a:pt x="32301" y="73974"/>
                    </a:lnTo>
                    <a:moveTo>
                      <a:pt x="32301" y="73974"/>
                    </a:moveTo>
                    <a:lnTo>
                      <a:pt x="64603" y="54341"/>
                    </a:lnTo>
                    <a:moveTo>
                      <a:pt x="64603" y="54341"/>
                    </a:moveTo>
                    <a:lnTo>
                      <a:pt x="96904" y="34708"/>
                    </a:lnTo>
                    <a:moveTo>
                      <a:pt x="96904" y="34708"/>
                    </a:moveTo>
                    <a:lnTo>
                      <a:pt x="129206" y="15074"/>
                    </a:lnTo>
                    <a:moveTo>
                      <a:pt x="129206" y="15074"/>
                    </a:moveTo>
                    <a:lnTo>
                      <a:pt x="154006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  <p:sp>
            <p:nvSpPr>
              <p:cNvPr id="1381" name="Контур"/>
              <p:cNvSpPr/>
              <p:nvPr/>
            </p:nvSpPr>
            <p:spPr>
              <a:xfrm>
                <a:off x="408658" y="6270624"/>
                <a:ext cx="523712" cy="861177"/>
              </a:xfrm>
              <a:custGeom>
                <a:avLst/>
                <a:gdLst/>
                <a:ahLst/>
                <a:cxnLst/>
                <a:rect l="l" t="t" r="r" b="b"/>
                <a:pathLst>
                  <a:path w="523712" h="861177" fill="none">
                    <a:moveTo>
                      <a:pt x="0" y="0"/>
                    </a:moveTo>
                    <a:lnTo>
                      <a:pt x="65469" y="107655"/>
                    </a:lnTo>
                    <a:moveTo>
                      <a:pt x="65469" y="107655"/>
                    </a:moveTo>
                    <a:lnTo>
                      <a:pt x="130939" y="215311"/>
                    </a:lnTo>
                    <a:moveTo>
                      <a:pt x="130939" y="215311"/>
                    </a:moveTo>
                    <a:lnTo>
                      <a:pt x="196408" y="322967"/>
                    </a:lnTo>
                    <a:moveTo>
                      <a:pt x="196408" y="322967"/>
                    </a:moveTo>
                    <a:lnTo>
                      <a:pt x="261877" y="430623"/>
                    </a:lnTo>
                    <a:moveTo>
                      <a:pt x="261877" y="430623"/>
                    </a:moveTo>
                    <a:lnTo>
                      <a:pt x="327347" y="538279"/>
                    </a:lnTo>
                    <a:moveTo>
                      <a:pt x="327347" y="538279"/>
                    </a:moveTo>
                    <a:lnTo>
                      <a:pt x="392816" y="645934"/>
                    </a:lnTo>
                    <a:moveTo>
                      <a:pt x="392816" y="645934"/>
                    </a:moveTo>
                    <a:lnTo>
                      <a:pt x="458285" y="753590"/>
                    </a:lnTo>
                    <a:moveTo>
                      <a:pt x="458285" y="753590"/>
                    </a:moveTo>
                    <a:lnTo>
                      <a:pt x="523712" y="861177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82" name="Контур"/>
              <p:cNvSpPr/>
              <p:nvPr/>
            </p:nvSpPr>
            <p:spPr>
              <a:xfrm>
                <a:off x="488499" y="6340225"/>
                <a:ext cx="440950" cy="686836"/>
              </a:xfrm>
              <a:custGeom>
                <a:avLst/>
                <a:gdLst/>
                <a:ahLst/>
                <a:cxnLst/>
                <a:rect l="l" t="t" r="r" b="b"/>
                <a:pathLst>
                  <a:path w="440950" h="686836" fill="none">
                    <a:moveTo>
                      <a:pt x="48134" y="36910"/>
                    </a:moveTo>
                    <a:lnTo>
                      <a:pt x="0" y="40901"/>
                    </a:lnTo>
                    <a:lnTo>
                      <a:pt x="25687" y="0"/>
                    </a:lnTo>
                    <a:lnTo>
                      <a:pt x="48134" y="36910"/>
                    </a:lnTo>
                    <a:lnTo>
                      <a:pt x="45328" y="32296"/>
                    </a:lnTo>
                    <a:lnTo>
                      <a:pt x="9228" y="35290"/>
                    </a:lnTo>
                    <a:lnTo>
                      <a:pt x="28493" y="4613"/>
                    </a:lnTo>
                    <a:lnTo>
                      <a:pt x="23879" y="7419"/>
                    </a:lnTo>
                    <a:lnTo>
                      <a:pt x="40714" y="35102"/>
                    </a:lnTo>
                    <a:lnTo>
                      <a:pt x="45328" y="32296"/>
                    </a:lnTo>
                    <a:lnTo>
                      <a:pt x="48134" y="36910"/>
                    </a:lnTo>
                    <a:lnTo>
                      <a:pt x="33295" y="33294"/>
                    </a:lnTo>
                    <a:lnTo>
                      <a:pt x="36101" y="37908"/>
                    </a:lnTo>
                    <a:lnTo>
                      <a:pt x="21261" y="34292"/>
                    </a:lnTo>
                    <a:lnTo>
                      <a:pt x="24067" y="38906"/>
                    </a:lnTo>
                    <a:lnTo>
                      <a:pt x="4614" y="38096"/>
                    </a:lnTo>
                    <a:lnTo>
                      <a:pt x="12844" y="20450"/>
                    </a:lnTo>
                    <a:lnTo>
                      <a:pt x="15650" y="25064"/>
                    </a:lnTo>
                    <a:lnTo>
                      <a:pt x="19266" y="10225"/>
                    </a:lnTo>
                    <a:lnTo>
                      <a:pt x="22071" y="14839"/>
                    </a:lnTo>
                    <a:lnTo>
                      <a:pt x="25687" y="0"/>
                    </a:lnTo>
                    <a:lnTo>
                      <a:pt x="26685" y="12033"/>
                    </a:lnTo>
                    <a:lnTo>
                      <a:pt x="34105" y="13841"/>
                    </a:lnTo>
                    <a:lnTo>
                      <a:pt x="32297" y="21261"/>
                    </a:lnTo>
                    <a:lnTo>
                      <a:pt x="39717" y="23069"/>
                    </a:lnTo>
                    <a:lnTo>
                      <a:pt x="37909" y="30488"/>
                    </a:lnTo>
                    <a:lnTo>
                      <a:pt x="48134" y="36910"/>
                    </a:lnTo>
                    <a:lnTo>
                      <a:pt x="40714" y="35102"/>
                    </a:lnTo>
                    <a:lnTo>
                      <a:pt x="42522" y="27682"/>
                    </a:lnTo>
                    <a:lnTo>
                      <a:pt x="35103" y="25874"/>
                    </a:lnTo>
                    <a:lnTo>
                      <a:pt x="36911" y="18455"/>
                    </a:lnTo>
                    <a:lnTo>
                      <a:pt x="29491" y="16647"/>
                    </a:lnTo>
                    <a:lnTo>
                      <a:pt x="31299" y="9227"/>
                    </a:lnTo>
                    <a:lnTo>
                      <a:pt x="23879" y="7419"/>
                    </a:lnTo>
                    <a:lnTo>
                      <a:pt x="19266" y="10225"/>
                    </a:lnTo>
                    <a:lnTo>
                      <a:pt x="22071" y="14839"/>
                    </a:lnTo>
                    <a:lnTo>
                      <a:pt x="12844" y="20450"/>
                    </a:lnTo>
                    <a:lnTo>
                      <a:pt x="15650" y="25064"/>
                    </a:lnTo>
                    <a:lnTo>
                      <a:pt x="0" y="40901"/>
                    </a:lnTo>
                    <a:lnTo>
                      <a:pt x="9228" y="35290"/>
                    </a:lnTo>
                    <a:lnTo>
                      <a:pt x="12034" y="39904"/>
                    </a:lnTo>
                    <a:lnTo>
                      <a:pt x="21261" y="34292"/>
                    </a:lnTo>
                    <a:lnTo>
                      <a:pt x="24067" y="38906"/>
                    </a:lnTo>
                    <a:lnTo>
                      <a:pt x="33295" y="33294"/>
                    </a:lnTo>
                    <a:lnTo>
                      <a:pt x="36101" y="37908"/>
                    </a:lnTo>
                    <a:lnTo>
                      <a:pt x="40714" y="35102"/>
                    </a:lnTo>
                    <a:moveTo>
                      <a:pt x="179073" y="252222"/>
                    </a:moveTo>
                    <a:lnTo>
                      <a:pt x="130939" y="256213"/>
                    </a:lnTo>
                    <a:lnTo>
                      <a:pt x="156626" y="215311"/>
                    </a:lnTo>
                    <a:lnTo>
                      <a:pt x="179073" y="252222"/>
                    </a:lnTo>
                    <a:lnTo>
                      <a:pt x="176267" y="247608"/>
                    </a:lnTo>
                    <a:lnTo>
                      <a:pt x="140166" y="250601"/>
                    </a:lnTo>
                    <a:lnTo>
                      <a:pt x="159432" y="219925"/>
                    </a:lnTo>
                    <a:lnTo>
                      <a:pt x="154818" y="222731"/>
                    </a:lnTo>
                    <a:lnTo>
                      <a:pt x="171653" y="250414"/>
                    </a:lnTo>
                    <a:lnTo>
                      <a:pt x="176267" y="247608"/>
                    </a:lnTo>
                    <a:lnTo>
                      <a:pt x="179073" y="252222"/>
                    </a:lnTo>
                    <a:lnTo>
                      <a:pt x="164233" y="248606"/>
                    </a:lnTo>
                    <a:lnTo>
                      <a:pt x="167039" y="253220"/>
                    </a:lnTo>
                    <a:lnTo>
                      <a:pt x="152200" y="249604"/>
                    </a:lnTo>
                    <a:lnTo>
                      <a:pt x="155006" y="254217"/>
                    </a:lnTo>
                    <a:lnTo>
                      <a:pt x="135552" y="253407"/>
                    </a:lnTo>
                    <a:lnTo>
                      <a:pt x="143782" y="235762"/>
                    </a:lnTo>
                    <a:lnTo>
                      <a:pt x="146588" y="240376"/>
                    </a:lnTo>
                    <a:lnTo>
                      <a:pt x="150204" y="225537"/>
                    </a:lnTo>
                    <a:lnTo>
                      <a:pt x="153010" y="230150"/>
                    </a:lnTo>
                    <a:lnTo>
                      <a:pt x="156626" y="215311"/>
                    </a:lnTo>
                    <a:lnTo>
                      <a:pt x="157624" y="227345"/>
                    </a:lnTo>
                    <a:lnTo>
                      <a:pt x="165043" y="229153"/>
                    </a:lnTo>
                    <a:lnTo>
                      <a:pt x="163235" y="236572"/>
                    </a:lnTo>
                    <a:lnTo>
                      <a:pt x="170655" y="238380"/>
                    </a:lnTo>
                    <a:lnTo>
                      <a:pt x="168847" y="245800"/>
                    </a:lnTo>
                    <a:lnTo>
                      <a:pt x="179073" y="252222"/>
                    </a:lnTo>
                    <a:lnTo>
                      <a:pt x="171653" y="250414"/>
                    </a:lnTo>
                    <a:lnTo>
                      <a:pt x="173461" y="242994"/>
                    </a:lnTo>
                    <a:lnTo>
                      <a:pt x="166041" y="241186"/>
                    </a:lnTo>
                    <a:lnTo>
                      <a:pt x="167849" y="233766"/>
                    </a:lnTo>
                    <a:lnTo>
                      <a:pt x="160430" y="231958"/>
                    </a:lnTo>
                    <a:lnTo>
                      <a:pt x="162238" y="224539"/>
                    </a:lnTo>
                    <a:lnTo>
                      <a:pt x="154818" y="222731"/>
                    </a:lnTo>
                    <a:lnTo>
                      <a:pt x="150204" y="225537"/>
                    </a:lnTo>
                    <a:lnTo>
                      <a:pt x="153010" y="230150"/>
                    </a:lnTo>
                    <a:lnTo>
                      <a:pt x="143782" y="235762"/>
                    </a:lnTo>
                    <a:lnTo>
                      <a:pt x="146588" y="240376"/>
                    </a:lnTo>
                    <a:lnTo>
                      <a:pt x="130939" y="256213"/>
                    </a:lnTo>
                    <a:lnTo>
                      <a:pt x="140166" y="250601"/>
                    </a:lnTo>
                    <a:lnTo>
                      <a:pt x="142972" y="255215"/>
                    </a:lnTo>
                    <a:lnTo>
                      <a:pt x="152200" y="249604"/>
                    </a:lnTo>
                    <a:lnTo>
                      <a:pt x="155006" y="254217"/>
                    </a:lnTo>
                    <a:lnTo>
                      <a:pt x="164233" y="248606"/>
                    </a:lnTo>
                    <a:lnTo>
                      <a:pt x="167039" y="253220"/>
                    </a:lnTo>
                    <a:lnTo>
                      <a:pt x="171653" y="250414"/>
                    </a:lnTo>
                    <a:moveTo>
                      <a:pt x="310011" y="467533"/>
                    </a:moveTo>
                    <a:lnTo>
                      <a:pt x="261877" y="471525"/>
                    </a:lnTo>
                    <a:lnTo>
                      <a:pt x="287564" y="430623"/>
                    </a:lnTo>
                    <a:lnTo>
                      <a:pt x="310011" y="467533"/>
                    </a:lnTo>
                    <a:lnTo>
                      <a:pt x="307205" y="462920"/>
                    </a:lnTo>
                    <a:lnTo>
                      <a:pt x="271105" y="465913"/>
                    </a:lnTo>
                    <a:lnTo>
                      <a:pt x="290370" y="435237"/>
                    </a:lnTo>
                    <a:lnTo>
                      <a:pt x="285756" y="438042"/>
                    </a:lnTo>
                    <a:lnTo>
                      <a:pt x="302591" y="465725"/>
                    </a:lnTo>
                    <a:lnTo>
                      <a:pt x="307205" y="462920"/>
                    </a:lnTo>
                    <a:lnTo>
                      <a:pt x="310011" y="467533"/>
                    </a:lnTo>
                    <a:lnTo>
                      <a:pt x="295172" y="463917"/>
                    </a:lnTo>
                    <a:lnTo>
                      <a:pt x="297978" y="468531"/>
                    </a:lnTo>
                    <a:lnTo>
                      <a:pt x="283138" y="464915"/>
                    </a:lnTo>
                    <a:lnTo>
                      <a:pt x="285944" y="469529"/>
                    </a:lnTo>
                    <a:lnTo>
                      <a:pt x="266491" y="468719"/>
                    </a:lnTo>
                    <a:lnTo>
                      <a:pt x="274721" y="451074"/>
                    </a:lnTo>
                    <a:lnTo>
                      <a:pt x="277527" y="455688"/>
                    </a:lnTo>
                    <a:lnTo>
                      <a:pt x="281143" y="440848"/>
                    </a:lnTo>
                    <a:lnTo>
                      <a:pt x="283948" y="445462"/>
                    </a:lnTo>
                    <a:lnTo>
                      <a:pt x="287564" y="430623"/>
                    </a:lnTo>
                    <a:lnTo>
                      <a:pt x="288562" y="442656"/>
                    </a:lnTo>
                    <a:lnTo>
                      <a:pt x="295982" y="444464"/>
                    </a:lnTo>
                    <a:lnTo>
                      <a:pt x="294174" y="451884"/>
                    </a:lnTo>
                    <a:lnTo>
                      <a:pt x="301594" y="453692"/>
                    </a:lnTo>
                    <a:lnTo>
                      <a:pt x="299786" y="461112"/>
                    </a:lnTo>
                    <a:lnTo>
                      <a:pt x="310011" y="467533"/>
                    </a:lnTo>
                    <a:lnTo>
                      <a:pt x="302591" y="465725"/>
                    </a:lnTo>
                    <a:lnTo>
                      <a:pt x="304399" y="458306"/>
                    </a:lnTo>
                    <a:lnTo>
                      <a:pt x="296980" y="456498"/>
                    </a:lnTo>
                    <a:lnTo>
                      <a:pt x="298788" y="449078"/>
                    </a:lnTo>
                    <a:lnTo>
                      <a:pt x="291368" y="447270"/>
                    </a:lnTo>
                    <a:lnTo>
                      <a:pt x="293176" y="439850"/>
                    </a:lnTo>
                    <a:lnTo>
                      <a:pt x="285756" y="438042"/>
                    </a:lnTo>
                    <a:lnTo>
                      <a:pt x="281143" y="440848"/>
                    </a:lnTo>
                    <a:lnTo>
                      <a:pt x="283948" y="445462"/>
                    </a:lnTo>
                    <a:lnTo>
                      <a:pt x="274721" y="451074"/>
                    </a:lnTo>
                    <a:lnTo>
                      <a:pt x="277527" y="455688"/>
                    </a:lnTo>
                    <a:lnTo>
                      <a:pt x="261877" y="471525"/>
                    </a:lnTo>
                    <a:lnTo>
                      <a:pt x="271105" y="465913"/>
                    </a:lnTo>
                    <a:lnTo>
                      <a:pt x="273911" y="470527"/>
                    </a:lnTo>
                    <a:lnTo>
                      <a:pt x="283138" y="464915"/>
                    </a:lnTo>
                    <a:lnTo>
                      <a:pt x="285944" y="469529"/>
                    </a:lnTo>
                    <a:lnTo>
                      <a:pt x="295172" y="463917"/>
                    </a:lnTo>
                    <a:lnTo>
                      <a:pt x="297978" y="468531"/>
                    </a:lnTo>
                    <a:lnTo>
                      <a:pt x="302591" y="465725"/>
                    </a:lnTo>
                    <a:moveTo>
                      <a:pt x="440950" y="682845"/>
                    </a:moveTo>
                    <a:lnTo>
                      <a:pt x="392816" y="686836"/>
                    </a:lnTo>
                    <a:lnTo>
                      <a:pt x="418503" y="645934"/>
                    </a:lnTo>
                    <a:lnTo>
                      <a:pt x="440950" y="682845"/>
                    </a:lnTo>
                    <a:lnTo>
                      <a:pt x="438144" y="678231"/>
                    </a:lnTo>
                    <a:lnTo>
                      <a:pt x="402043" y="681225"/>
                    </a:lnTo>
                    <a:lnTo>
                      <a:pt x="421309" y="650548"/>
                    </a:lnTo>
                    <a:lnTo>
                      <a:pt x="416695" y="653354"/>
                    </a:lnTo>
                    <a:lnTo>
                      <a:pt x="433530" y="681037"/>
                    </a:lnTo>
                    <a:lnTo>
                      <a:pt x="438144" y="678231"/>
                    </a:lnTo>
                    <a:lnTo>
                      <a:pt x="440950" y="682845"/>
                    </a:lnTo>
                    <a:lnTo>
                      <a:pt x="426110" y="679229"/>
                    </a:lnTo>
                    <a:lnTo>
                      <a:pt x="428916" y="683843"/>
                    </a:lnTo>
                    <a:lnTo>
                      <a:pt x="414077" y="680227"/>
                    </a:lnTo>
                    <a:lnTo>
                      <a:pt x="416883" y="684841"/>
                    </a:lnTo>
                    <a:lnTo>
                      <a:pt x="397430" y="684031"/>
                    </a:lnTo>
                    <a:lnTo>
                      <a:pt x="405659" y="666385"/>
                    </a:lnTo>
                    <a:lnTo>
                      <a:pt x="408465" y="670999"/>
                    </a:lnTo>
                    <a:lnTo>
                      <a:pt x="412081" y="656160"/>
                    </a:lnTo>
                    <a:lnTo>
                      <a:pt x="414887" y="660774"/>
                    </a:lnTo>
                    <a:lnTo>
                      <a:pt x="418503" y="645934"/>
                    </a:lnTo>
                    <a:lnTo>
                      <a:pt x="419501" y="657968"/>
                    </a:lnTo>
                    <a:lnTo>
                      <a:pt x="426920" y="659776"/>
                    </a:lnTo>
                    <a:lnTo>
                      <a:pt x="425112" y="667196"/>
                    </a:lnTo>
                    <a:lnTo>
                      <a:pt x="432532" y="669004"/>
                    </a:lnTo>
                    <a:lnTo>
                      <a:pt x="430724" y="676423"/>
                    </a:lnTo>
                    <a:lnTo>
                      <a:pt x="440950" y="682845"/>
                    </a:lnTo>
                    <a:lnTo>
                      <a:pt x="433530" y="681037"/>
                    </a:lnTo>
                    <a:lnTo>
                      <a:pt x="435338" y="673617"/>
                    </a:lnTo>
                    <a:lnTo>
                      <a:pt x="427918" y="671809"/>
                    </a:lnTo>
                    <a:lnTo>
                      <a:pt x="429726" y="664390"/>
                    </a:lnTo>
                    <a:lnTo>
                      <a:pt x="422307" y="662582"/>
                    </a:lnTo>
                    <a:lnTo>
                      <a:pt x="424115" y="655162"/>
                    </a:lnTo>
                    <a:lnTo>
                      <a:pt x="416695" y="653354"/>
                    </a:lnTo>
                    <a:lnTo>
                      <a:pt x="412081" y="656160"/>
                    </a:lnTo>
                    <a:lnTo>
                      <a:pt x="414887" y="660774"/>
                    </a:lnTo>
                    <a:lnTo>
                      <a:pt x="405659" y="666385"/>
                    </a:lnTo>
                    <a:lnTo>
                      <a:pt x="408465" y="670999"/>
                    </a:lnTo>
                    <a:lnTo>
                      <a:pt x="392816" y="686836"/>
                    </a:lnTo>
                    <a:lnTo>
                      <a:pt x="402043" y="681225"/>
                    </a:lnTo>
                    <a:lnTo>
                      <a:pt x="404849" y="685839"/>
                    </a:lnTo>
                    <a:lnTo>
                      <a:pt x="414077" y="680227"/>
                    </a:lnTo>
                    <a:lnTo>
                      <a:pt x="416883" y="684841"/>
                    </a:lnTo>
                    <a:lnTo>
                      <a:pt x="426110" y="679229"/>
                    </a:lnTo>
                    <a:lnTo>
                      <a:pt x="428916" y="683843"/>
                    </a:lnTo>
                    <a:lnTo>
                      <a:pt x="433530" y="68103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83" name="Контур"/>
              <p:cNvSpPr/>
              <p:nvPr/>
            </p:nvSpPr>
            <p:spPr>
              <a:xfrm>
                <a:off x="252000" y="6084198"/>
                <a:ext cx="148181" cy="175647"/>
              </a:xfrm>
              <a:custGeom>
                <a:avLst/>
                <a:gdLst/>
                <a:ahLst/>
                <a:cxnLst/>
                <a:rect l="l" t="t" r="r" b="b"/>
                <a:pathLst>
                  <a:path w="148181" h="175647" fill="none">
                    <a:moveTo>
                      <a:pt x="0" y="175647"/>
                    </a:moveTo>
                    <a:lnTo>
                      <a:pt x="49708" y="102927"/>
                    </a:lnTo>
                    <a:lnTo>
                      <a:pt x="148181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84" name="Контур"/>
              <p:cNvSpPr/>
              <p:nvPr/>
            </p:nvSpPr>
            <p:spPr>
              <a:xfrm>
                <a:off x="408658" y="5628675"/>
                <a:ext cx="1492805" cy="813663"/>
              </a:xfrm>
              <a:custGeom>
                <a:avLst/>
                <a:gdLst/>
                <a:ahLst/>
                <a:cxnLst/>
                <a:rect l="l" t="t" r="r" b="b"/>
                <a:pathLst>
                  <a:path w="1492805" h="813663" fill="none">
                    <a:moveTo>
                      <a:pt x="0" y="641949"/>
                    </a:moveTo>
                    <a:lnTo>
                      <a:pt x="26131" y="614635"/>
                    </a:lnTo>
                    <a:moveTo>
                      <a:pt x="26131" y="614635"/>
                    </a:moveTo>
                    <a:lnTo>
                      <a:pt x="52262" y="587322"/>
                    </a:lnTo>
                    <a:moveTo>
                      <a:pt x="52262" y="587322"/>
                    </a:moveTo>
                    <a:lnTo>
                      <a:pt x="78393" y="560009"/>
                    </a:lnTo>
                    <a:moveTo>
                      <a:pt x="78393" y="560009"/>
                    </a:moveTo>
                    <a:lnTo>
                      <a:pt x="104524" y="532696"/>
                    </a:lnTo>
                    <a:moveTo>
                      <a:pt x="104524" y="532696"/>
                    </a:moveTo>
                    <a:lnTo>
                      <a:pt x="130655" y="505383"/>
                    </a:lnTo>
                    <a:moveTo>
                      <a:pt x="130655" y="505383"/>
                    </a:moveTo>
                    <a:lnTo>
                      <a:pt x="156786" y="478070"/>
                    </a:lnTo>
                    <a:moveTo>
                      <a:pt x="156786" y="478070"/>
                    </a:moveTo>
                    <a:lnTo>
                      <a:pt x="182918" y="450757"/>
                    </a:lnTo>
                    <a:moveTo>
                      <a:pt x="182918" y="450757"/>
                    </a:moveTo>
                    <a:lnTo>
                      <a:pt x="209049" y="423443"/>
                    </a:lnTo>
                    <a:moveTo>
                      <a:pt x="209049" y="423443"/>
                    </a:moveTo>
                    <a:lnTo>
                      <a:pt x="235180" y="396130"/>
                    </a:lnTo>
                    <a:moveTo>
                      <a:pt x="235180" y="396130"/>
                    </a:moveTo>
                    <a:lnTo>
                      <a:pt x="261311" y="368817"/>
                    </a:lnTo>
                    <a:moveTo>
                      <a:pt x="261311" y="368817"/>
                    </a:moveTo>
                    <a:lnTo>
                      <a:pt x="287442" y="341504"/>
                    </a:lnTo>
                    <a:moveTo>
                      <a:pt x="287442" y="341504"/>
                    </a:moveTo>
                    <a:lnTo>
                      <a:pt x="313573" y="314191"/>
                    </a:lnTo>
                    <a:moveTo>
                      <a:pt x="313573" y="314191"/>
                    </a:moveTo>
                    <a:lnTo>
                      <a:pt x="339704" y="286878"/>
                    </a:lnTo>
                    <a:moveTo>
                      <a:pt x="339704" y="286878"/>
                    </a:moveTo>
                    <a:lnTo>
                      <a:pt x="365835" y="259564"/>
                    </a:lnTo>
                    <a:moveTo>
                      <a:pt x="365835" y="259564"/>
                    </a:moveTo>
                    <a:lnTo>
                      <a:pt x="391966" y="232251"/>
                    </a:lnTo>
                    <a:moveTo>
                      <a:pt x="391966" y="232251"/>
                    </a:moveTo>
                    <a:lnTo>
                      <a:pt x="418097" y="204938"/>
                    </a:lnTo>
                    <a:moveTo>
                      <a:pt x="418097" y="204938"/>
                    </a:moveTo>
                    <a:lnTo>
                      <a:pt x="444228" y="177625"/>
                    </a:lnTo>
                    <a:moveTo>
                      <a:pt x="444228" y="177625"/>
                    </a:moveTo>
                    <a:lnTo>
                      <a:pt x="470359" y="150312"/>
                    </a:lnTo>
                    <a:moveTo>
                      <a:pt x="470359" y="150312"/>
                    </a:moveTo>
                    <a:lnTo>
                      <a:pt x="496490" y="122999"/>
                    </a:lnTo>
                    <a:moveTo>
                      <a:pt x="496490" y="122999"/>
                    </a:moveTo>
                    <a:lnTo>
                      <a:pt x="522621" y="95686"/>
                    </a:lnTo>
                    <a:moveTo>
                      <a:pt x="522621" y="95686"/>
                    </a:moveTo>
                    <a:lnTo>
                      <a:pt x="548752" y="68372"/>
                    </a:lnTo>
                    <a:moveTo>
                      <a:pt x="548752" y="68372"/>
                    </a:moveTo>
                    <a:lnTo>
                      <a:pt x="574883" y="41059"/>
                    </a:lnTo>
                    <a:moveTo>
                      <a:pt x="574883" y="41059"/>
                    </a:moveTo>
                    <a:lnTo>
                      <a:pt x="601014" y="13746"/>
                    </a:lnTo>
                    <a:moveTo>
                      <a:pt x="601014" y="13746"/>
                    </a:moveTo>
                    <a:lnTo>
                      <a:pt x="614166" y="0"/>
                    </a:lnTo>
                    <a:lnTo>
                      <a:pt x="632941" y="67"/>
                    </a:lnTo>
                    <a:moveTo>
                      <a:pt x="632941" y="67"/>
                    </a:moveTo>
                    <a:lnTo>
                      <a:pt x="670741" y="201"/>
                    </a:lnTo>
                    <a:moveTo>
                      <a:pt x="670741" y="201"/>
                    </a:moveTo>
                    <a:lnTo>
                      <a:pt x="708541" y="335"/>
                    </a:lnTo>
                    <a:moveTo>
                      <a:pt x="708541" y="335"/>
                    </a:moveTo>
                    <a:lnTo>
                      <a:pt x="725739" y="396"/>
                    </a:lnTo>
                    <a:lnTo>
                      <a:pt x="739875" y="15383"/>
                    </a:lnTo>
                    <a:moveTo>
                      <a:pt x="739875" y="15383"/>
                    </a:moveTo>
                    <a:lnTo>
                      <a:pt x="765811" y="42881"/>
                    </a:lnTo>
                    <a:moveTo>
                      <a:pt x="765811" y="42881"/>
                    </a:moveTo>
                    <a:lnTo>
                      <a:pt x="791747" y="70380"/>
                    </a:lnTo>
                    <a:moveTo>
                      <a:pt x="791747" y="70380"/>
                    </a:moveTo>
                    <a:lnTo>
                      <a:pt x="817683" y="97878"/>
                    </a:lnTo>
                    <a:moveTo>
                      <a:pt x="817683" y="97878"/>
                    </a:moveTo>
                    <a:lnTo>
                      <a:pt x="843619" y="125376"/>
                    </a:lnTo>
                    <a:moveTo>
                      <a:pt x="843619" y="125376"/>
                    </a:moveTo>
                    <a:lnTo>
                      <a:pt x="869555" y="152875"/>
                    </a:lnTo>
                    <a:moveTo>
                      <a:pt x="869555" y="152875"/>
                    </a:moveTo>
                    <a:lnTo>
                      <a:pt x="895492" y="180373"/>
                    </a:lnTo>
                    <a:moveTo>
                      <a:pt x="895492" y="180373"/>
                    </a:moveTo>
                    <a:lnTo>
                      <a:pt x="921428" y="207871"/>
                    </a:lnTo>
                    <a:moveTo>
                      <a:pt x="921428" y="207871"/>
                    </a:moveTo>
                    <a:lnTo>
                      <a:pt x="947364" y="235370"/>
                    </a:lnTo>
                    <a:moveTo>
                      <a:pt x="947364" y="235370"/>
                    </a:moveTo>
                    <a:lnTo>
                      <a:pt x="973300" y="262868"/>
                    </a:lnTo>
                    <a:moveTo>
                      <a:pt x="973300" y="262868"/>
                    </a:moveTo>
                    <a:lnTo>
                      <a:pt x="999236" y="290366"/>
                    </a:lnTo>
                    <a:moveTo>
                      <a:pt x="999236" y="290366"/>
                    </a:moveTo>
                    <a:lnTo>
                      <a:pt x="1025172" y="317864"/>
                    </a:lnTo>
                    <a:moveTo>
                      <a:pt x="1025172" y="317864"/>
                    </a:moveTo>
                    <a:lnTo>
                      <a:pt x="1051109" y="345363"/>
                    </a:lnTo>
                    <a:moveTo>
                      <a:pt x="1051109" y="345363"/>
                    </a:moveTo>
                    <a:lnTo>
                      <a:pt x="1077045" y="372861"/>
                    </a:lnTo>
                    <a:moveTo>
                      <a:pt x="1077045" y="372861"/>
                    </a:moveTo>
                    <a:lnTo>
                      <a:pt x="1102981" y="400359"/>
                    </a:lnTo>
                    <a:moveTo>
                      <a:pt x="1102981" y="400359"/>
                    </a:moveTo>
                    <a:lnTo>
                      <a:pt x="1128917" y="427858"/>
                    </a:lnTo>
                    <a:moveTo>
                      <a:pt x="1128917" y="427858"/>
                    </a:moveTo>
                    <a:lnTo>
                      <a:pt x="1154853" y="455356"/>
                    </a:lnTo>
                    <a:moveTo>
                      <a:pt x="1154853" y="455356"/>
                    </a:moveTo>
                    <a:lnTo>
                      <a:pt x="1180789" y="482854"/>
                    </a:lnTo>
                    <a:moveTo>
                      <a:pt x="1180789" y="482854"/>
                    </a:moveTo>
                    <a:lnTo>
                      <a:pt x="1206725" y="510352"/>
                    </a:lnTo>
                    <a:moveTo>
                      <a:pt x="1206725" y="510352"/>
                    </a:moveTo>
                    <a:lnTo>
                      <a:pt x="1232662" y="537851"/>
                    </a:lnTo>
                    <a:moveTo>
                      <a:pt x="1232662" y="537851"/>
                    </a:moveTo>
                    <a:lnTo>
                      <a:pt x="1258598" y="565349"/>
                    </a:lnTo>
                    <a:moveTo>
                      <a:pt x="1258598" y="565349"/>
                    </a:moveTo>
                    <a:lnTo>
                      <a:pt x="1284534" y="592847"/>
                    </a:lnTo>
                    <a:moveTo>
                      <a:pt x="1284534" y="592847"/>
                    </a:moveTo>
                    <a:lnTo>
                      <a:pt x="1310470" y="620346"/>
                    </a:lnTo>
                    <a:moveTo>
                      <a:pt x="1310470" y="620346"/>
                    </a:moveTo>
                    <a:lnTo>
                      <a:pt x="1336406" y="647844"/>
                    </a:lnTo>
                    <a:moveTo>
                      <a:pt x="1336406" y="647844"/>
                    </a:moveTo>
                    <a:lnTo>
                      <a:pt x="1362342" y="675342"/>
                    </a:lnTo>
                    <a:moveTo>
                      <a:pt x="1362342" y="675342"/>
                    </a:moveTo>
                    <a:lnTo>
                      <a:pt x="1388278" y="702841"/>
                    </a:lnTo>
                    <a:moveTo>
                      <a:pt x="1388278" y="702841"/>
                    </a:moveTo>
                    <a:lnTo>
                      <a:pt x="1414215" y="730339"/>
                    </a:lnTo>
                    <a:moveTo>
                      <a:pt x="1414215" y="730339"/>
                    </a:moveTo>
                    <a:lnTo>
                      <a:pt x="1440151" y="757837"/>
                    </a:lnTo>
                    <a:moveTo>
                      <a:pt x="1440151" y="757837"/>
                    </a:moveTo>
                    <a:lnTo>
                      <a:pt x="1466087" y="785335"/>
                    </a:lnTo>
                    <a:moveTo>
                      <a:pt x="1466087" y="785335"/>
                    </a:moveTo>
                    <a:lnTo>
                      <a:pt x="1492023" y="812834"/>
                    </a:lnTo>
                    <a:moveTo>
                      <a:pt x="1492023" y="812834"/>
                    </a:moveTo>
                    <a:lnTo>
                      <a:pt x="1492805" y="813663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85" name="Контур"/>
              <p:cNvSpPr/>
              <p:nvPr/>
            </p:nvSpPr>
            <p:spPr>
              <a:xfrm>
                <a:off x="252000" y="5980190"/>
                <a:ext cx="148181" cy="279655"/>
              </a:xfrm>
              <a:custGeom>
                <a:avLst/>
                <a:gdLst/>
                <a:ahLst/>
                <a:cxnLst/>
                <a:rect l="l" t="t" r="r" b="b"/>
                <a:pathLst>
                  <a:path w="148181" h="279655" fill="none">
                    <a:moveTo>
                      <a:pt x="148181" y="104008"/>
                    </a:moveTo>
                    <a:lnTo>
                      <a:pt x="49708" y="206935"/>
                    </a:lnTo>
                    <a:lnTo>
                      <a:pt x="0" y="279655"/>
                    </a:lnTo>
                    <a:moveTo>
                      <a:pt x="0" y="41252"/>
                    </a:moveTo>
                    <a:lnTo>
                      <a:pt x="39468" y="0"/>
                    </a:lnTo>
                    <a:lnTo>
                      <a:pt x="63300" y="22800"/>
                    </a:lnTo>
                    <a:moveTo>
                      <a:pt x="63300" y="22800"/>
                    </a:moveTo>
                    <a:lnTo>
                      <a:pt x="82173" y="40856"/>
                    </a:lnTo>
                    <a:lnTo>
                      <a:pt x="148181" y="10400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86" name="Контур"/>
              <p:cNvSpPr/>
              <p:nvPr/>
            </p:nvSpPr>
            <p:spPr>
              <a:xfrm>
                <a:off x="277970" y="6025726"/>
                <a:ext cx="45471" cy="46147"/>
              </a:xfrm>
              <a:custGeom>
                <a:avLst/>
                <a:gdLst/>
                <a:ahLst/>
                <a:cxnLst/>
                <a:rect l="l" t="t" r="r" b="b"/>
                <a:pathLst>
                  <a:path w="45471" h="46147" fill="none">
                    <a:moveTo>
                      <a:pt x="0" y="16283"/>
                    </a:moveTo>
                    <a:lnTo>
                      <a:pt x="45471" y="0"/>
                    </a:lnTo>
                    <a:lnTo>
                      <a:pt x="31215" y="46147"/>
                    </a:lnTo>
                    <a:lnTo>
                      <a:pt x="0" y="16283"/>
                    </a:lnTo>
                    <a:lnTo>
                      <a:pt x="3902" y="20016"/>
                    </a:lnTo>
                    <a:lnTo>
                      <a:pt x="38005" y="7804"/>
                    </a:lnTo>
                    <a:lnTo>
                      <a:pt x="27313" y="42414"/>
                    </a:lnTo>
                    <a:lnTo>
                      <a:pt x="31046" y="38512"/>
                    </a:lnTo>
                    <a:lnTo>
                      <a:pt x="7635" y="16115"/>
                    </a:lnTo>
                    <a:lnTo>
                      <a:pt x="3902" y="20016"/>
                    </a:lnTo>
                    <a:lnTo>
                      <a:pt x="0" y="16283"/>
                    </a:lnTo>
                    <a:lnTo>
                      <a:pt x="15270" y="15946"/>
                    </a:lnTo>
                    <a:lnTo>
                      <a:pt x="11368" y="12213"/>
                    </a:lnTo>
                    <a:lnTo>
                      <a:pt x="26638" y="11875"/>
                    </a:lnTo>
                    <a:lnTo>
                      <a:pt x="22736" y="8142"/>
                    </a:lnTo>
                    <a:lnTo>
                      <a:pt x="41738" y="3902"/>
                    </a:lnTo>
                    <a:lnTo>
                      <a:pt x="38343" y="23074"/>
                    </a:lnTo>
                    <a:lnTo>
                      <a:pt x="34441" y="19341"/>
                    </a:lnTo>
                    <a:lnTo>
                      <a:pt x="34779" y="34610"/>
                    </a:lnTo>
                    <a:lnTo>
                      <a:pt x="30877" y="30877"/>
                    </a:lnTo>
                    <a:lnTo>
                      <a:pt x="31215" y="46147"/>
                    </a:lnTo>
                    <a:lnTo>
                      <a:pt x="27144" y="34779"/>
                    </a:lnTo>
                    <a:lnTo>
                      <a:pt x="19509" y="34948"/>
                    </a:lnTo>
                    <a:lnTo>
                      <a:pt x="19341" y="27313"/>
                    </a:lnTo>
                    <a:lnTo>
                      <a:pt x="11706" y="27482"/>
                    </a:lnTo>
                    <a:lnTo>
                      <a:pt x="11537" y="19847"/>
                    </a:lnTo>
                    <a:lnTo>
                      <a:pt x="0" y="16283"/>
                    </a:lnTo>
                    <a:lnTo>
                      <a:pt x="7635" y="16115"/>
                    </a:lnTo>
                    <a:lnTo>
                      <a:pt x="7804" y="23749"/>
                    </a:lnTo>
                    <a:lnTo>
                      <a:pt x="15439" y="23580"/>
                    </a:lnTo>
                    <a:lnTo>
                      <a:pt x="15608" y="31215"/>
                    </a:lnTo>
                    <a:lnTo>
                      <a:pt x="23242" y="31046"/>
                    </a:lnTo>
                    <a:lnTo>
                      <a:pt x="23411" y="38681"/>
                    </a:lnTo>
                    <a:lnTo>
                      <a:pt x="31046" y="38512"/>
                    </a:lnTo>
                    <a:lnTo>
                      <a:pt x="34779" y="34610"/>
                    </a:lnTo>
                    <a:lnTo>
                      <a:pt x="30877" y="30877"/>
                    </a:lnTo>
                    <a:lnTo>
                      <a:pt x="38343" y="23074"/>
                    </a:lnTo>
                    <a:lnTo>
                      <a:pt x="34441" y="19341"/>
                    </a:lnTo>
                    <a:lnTo>
                      <a:pt x="45471" y="0"/>
                    </a:lnTo>
                    <a:lnTo>
                      <a:pt x="38005" y="7804"/>
                    </a:lnTo>
                    <a:lnTo>
                      <a:pt x="34103" y="4071"/>
                    </a:lnTo>
                    <a:lnTo>
                      <a:pt x="26638" y="11875"/>
                    </a:lnTo>
                    <a:lnTo>
                      <a:pt x="22736" y="8142"/>
                    </a:lnTo>
                    <a:lnTo>
                      <a:pt x="15270" y="15946"/>
                    </a:lnTo>
                    <a:lnTo>
                      <a:pt x="11368" y="12213"/>
                    </a:lnTo>
                    <a:lnTo>
                      <a:pt x="7635" y="1611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87" name="Контур"/>
              <p:cNvSpPr/>
              <p:nvPr/>
            </p:nvSpPr>
            <p:spPr>
              <a:xfrm>
                <a:off x="400181" y="6006160"/>
                <a:ext cx="74660" cy="78038"/>
              </a:xfrm>
              <a:custGeom>
                <a:avLst/>
                <a:gdLst/>
                <a:ahLst/>
                <a:cxnLst/>
                <a:rect l="l" t="t" r="r" b="b"/>
                <a:pathLst>
                  <a:path w="74660" h="78038" fill="none">
                    <a:moveTo>
                      <a:pt x="0" y="78038"/>
                    </a:moveTo>
                    <a:lnTo>
                      <a:pt x="26131" y="50725"/>
                    </a:lnTo>
                    <a:moveTo>
                      <a:pt x="26131" y="50725"/>
                    </a:moveTo>
                    <a:lnTo>
                      <a:pt x="52262" y="23411"/>
                    </a:lnTo>
                    <a:moveTo>
                      <a:pt x="52262" y="23411"/>
                    </a:moveTo>
                    <a:lnTo>
                      <a:pt x="7466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88" name="Контур"/>
              <p:cNvSpPr/>
              <p:nvPr/>
            </p:nvSpPr>
            <p:spPr>
              <a:xfrm>
                <a:off x="474841" y="5349387"/>
                <a:ext cx="466627" cy="656773"/>
              </a:xfrm>
              <a:custGeom>
                <a:avLst/>
                <a:gdLst/>
                <a:ahLst/>
                <a:cxnLst/>
                <a:rect l="l" t="t" r="r" b="b"/>
                <a:pathLst>
                  <a:path w="466627" h="656773" fill="none">
                    <a:moveTo>
                      <a:pt x="420129" y="0"/>
                    </a:moveTo>
                    <a:lnTo>
                      <a:pt x="463811" y="41791"/>
                    </a:lnTo>
                    <a:lnTo>
                      <a:pt x="465261" y="107321"/>
                    </a:lnTo>
                    <a:moveTo>
                      <a:pt x="465261" y="107321"/>
                    </a:moveTo>
                    <a:lnTo>
                      <a:pt x="466627" y="169040"/>
                    </a:lnTo>
                    <a:lnTo>
                      <a:pt x="422199" y="215476"/>
                    </a:lnTo>
                    <a:moveTo>
                      <a:pt x="422199" y="215476"/>
                    </a:moveTo>
                    <a:lnTo>
                      <a:pt x="391910" y="247135"/>
                    </a:lnTo>
                    <a:lnTo>
                      <a:pt x="324360" y="293948"/>
                    </a:lnTo>
                    <a:moveTo>
                      <a:pt x="324360" y="293948"/>
                    </a:moveTo>
                    <a:lnTo>
                      <a:pt x="281018" y="323986"/>
                    </a:lnTo>
                    <a:lnTo>
                      <a:pt x="230369" y="376926"/>
                    </a:lnTo>
                    <a:moveTo>
                      <a:pt x="230369" y="376926"/>
                    </a:moveTo>
                    <a:lnTo>
                      <a:pt x="143266" y="467970"/>
                    </a:lnTo>
                    <a:moveTo>
                      <a:pt x="143266" y="467970"/>
                    </a:moveTo>
                    <a:lnTo>
                      <a:pt x="121741" y="490469"/>
                    </a:lnTo>
                    <a:lnTo>
                      <a:pt x="70879" y="570544"/>
                    </a:lnTo>
                    <a:moveTo>
                      <a:pt x="70879" y="570544"/>
                    </a:moveTo>
                    <a:lnTo>
                      <a:pt x="47925" y="606681"/>
                    </a:lnTo>
                    <a:lnTo>
                      <a:pt x="0" y="65677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89" name="Контур"/>
              <p:cNvSpPr/>
              <p:nvPr/>
            </p:nvSpPr>
            <p:spPr>
              <a:xfrm>
                <a:off x="619067" y="5443817"/>
                <a:ext cx="375719" cy="433631"/>
              </a:xfrm>
              <a:custGeom>
                <a:avLst/>
                <a:gdLst/>
                <a:ahLst/>
                <a:cxnLst/>
                <a:rect l="l" t="t" r="r" b="b"/>
                <a:pathLst>
                  <a:path w="375719" h="433631" fill="none">
                    <a:moveTo>
                      <a:pt x="375719" y="43189"/>
                    </a:moveTo>
                    <a:lnTo>
                      <a:pt x="332052" y="22550"/>
                    </a:lnTo>
                    <a:lnTo>
                      <a:pt x="374763" y="0"/>
                    </a:lnTo>
                    <a:lnTo>
                      <a:pt x="375719" y="43189"/>
                    </a:lnTo>
                    <a:lnTo>
                      <a:pt x="375599" y="37790"/>
                    </a:lnTo>
                    <a:lnTo>
                      <a:pt x="342849" y="22311"/>
                    </a:lnTo>
                    <a:lnTo>
                      <a:pt x="374883" y="5398"/>
                    </a:lnTo>
                    <a:lnTo>
                      <a:pt x="369484" y="5518"/>
                    </a:lnTo>
                    <a:lnTo>
                      <a:pt x="370201" y="37910"/>
                    </a:lnTo>
                    <a:lnTo>
                      <a:pt x="375599" y="37790"/>
                    </a:lnTo>
                    <a:lnTo>
                      <a:pt x="375719" y="43189"/>
                    </a:lnTo>
                    <a:lnTo>
                      <a:pt x="364682" y="32631"/>
                    </a:lnTo>
                    <a:lnTo>
                      <a:pt x="364802" y="38029"/>
                    </a:lnTo>
                    <a:lnTo>
                      <a:pt x="353766" y="27471"/>
                    </a:lnTo>
                    <a:lnTo>
                      <a:pt x="353885" y="32869"/>
                    </a:lnTo>
                    <a:lnTo>
                      <a:pt x="337450" y="22430"/>
                    </a:lnTo>
                    <a:lnTo>
                      <a:pt x="353407" y="11275"/>
                    </a:lnTo>
                    <a:lnTo>
                      <a:pt x="353527" y="16673"/>
                    </a:lnTo>
                    <a:lnTo>
                      <a:pt x="364085" y="5637"/>
                    </a:lnTo>
                    <a:lnTo>
                      <a:pt x="364205" y="11036"/>
                    </a:lnTo>
                    <a:lnTo>
                      <a:pt x="374763" y="0"/>
                    </a:lnTo>
                    <a:lnTo>
                      <a:pt x="369603" y="10916"/>
                    </a:lnTo>
                    <a:lnTo>
                      <a:pt x="375122" y="16196"/>
                    </a:lnTo>
                    <a:lnTo>
                      <a:pt x="369842" y="21714"/>
                    </a:lnTo>
                    <a:lnTo>
                      <a:pt x="375360" y="26993"/>
                    </a:lnTo>
                    <a:lnTo>
                      <a:pt x="370081" y="32511"/>
                    </a:lnTo>
                    <a:lnTo>
                      <a:pt x="375719" y="43189"/>
                    </a:lnTo>
                    <a:lnTo>
                      <a:pt x="370201" y="37910"/>
                    </a:lnTo>
                    <a:lnTo>
                      <a:pt x="375480" y="32392"/>
                    </a:lnTo>
                    <a:lnTo>
                      <a:pt x="369962" y="27112"/>
                    </a:lnTo>
                    <a:lnTo>
                      <a:pt x="375241" y="21594"/>
                    </a:lnTo>
                    <a:lnTo>
                      <a:pt x="369723" y="16315"/>
                    </a:lnTo>
                    <a:lnTo>
                      <a:pt x="375002" y="10797"/>
                    </a:lnTo>
                    <a:lnTo>
                      <a:pt x="369484" y="5518"/>
                    </a:lnTo>
                    <a:lnTo>
                      <a:pt x="364085" y="5637"/>
                    </a:lnTo>
                    <a:lnTo>
                      <a:pt x="364205" y="11036"/>
                    </a:lnTo>
                    <a:lnTo>
                      <a:pt x="353407" y="11275"/>
                    </a:lnTo>
                    <a:lnTo>
                      <a:pt x="353527" y="16673"/>
                    </a:lnTo>
                    <a:lnTo>
                      <a:pt x="332052" y="22550"/>
                    </a:lnTo>
                    <a:lnTo>
                      <a:pt x="342849" y="22311"/>
                    </a:lnTo>
                    <a:lnTo>
                      <a:pt x="342968" y="27710"/>
                    </a:lnTo>
                    <a:lnTo>
                      <a:pt x="353766" y="27471"/>
                    </a:lnTo>
                    <a:lnTo>
                      <a:pt x="353885" y="32869"/>
                    </a:lnTo>
                    <a:lnTo>
                      <a:pt x="364682" y="32631"/>
                    </a:lnTo>
                    <a:lnTo>
                      <a:pt x="364802" y="38029"/>
                    </a:lnTo>
                    <a:lnTo>
                      <a:pt x="370201" y="37910"/>
                    </a:lnTo>
                    <a:moveTo>
                      <a:pt x="185003" y="261844"/>
                    </a:moveTo>
                    <a:lnTo>
                      <a:pt x="178149" y="214034"/>
                    </a:lnTo>
                    <a:lnTo>
                      <a:pt x="220510" y="237237"/>
                    </a:lnTo>
                    <a:lnTo>
                      <a:pt x="185003" y="261844"/>
                    </a:lnTo>
                    <a:lnTo>
                      <a:pt x="189441" y="258769"/>
                    </a:lnTo>
                    <a:lnTo>
                      <a:pt x="184301" y="222911"/>
                    </a:lnTo>
                    <a:lnTo>
                      <a:pt x="216071" y="240313"/>
                    </a:lnTo>
                    <a:lnTo>
                      <a:pt x="212995" y="235875"/>
                    </a:lnTo>
                    <a:lnTo>
                      <a:pt x="186365" y="254330"/>
                    </a:lnTo>
                    <a:lnTo>
                      <a:pt x="189441" y="258769"/>
                    </a:lnTo>
                    <a:lnTo>
                      <a:pt x="185003" y="261844"/>
                    </a:lnTo>
                    <a:lnTo>
                      <a:pt x="187728" y="246816"/>
                    </a:lnTo>
                    <a:lnTo>
                      <a:pt x="183289" y="249892"/>
                    </a:lnTo>
                    <a:lnTo>
                      <a:pt x="186014" y="234863"/>
                    </a:lnTo>
                    <a:lnTo>
                      <a:pt x="181576" y="237939"/>
                    </a:lnTo>
                    <a:lnTo>
                      <a:pt x="181225" y="218472"/>
                    </a:lnTo>
                    <a:lnTo>
                      <a:pt x="199329" y="225636"/>
                    </a:lnTo>
                    <a:lnTo>
                      <a:pt x="194891" y="228712"/>
                    </a:lnTo>
                    <a:lnTo>
                      <a:pt x="209919" y="231437"/>
                    </a:lnTo>
                    <a:lnTo>
                      <a:pt x="205481" y="234512"/>
                    </a:lnTo>
                    <a:lnTo>
                      <a:pt x="220510" y="237237"/>
                    </a:lnTo>
                    <a:lnTo>
                      <a:pt x="208557" y="238951"/>
                    </a:lnTo>
                    <a:lnTo>
                      <a:pt x="207194" y="246465"/>
                    </a:lnTo>
                    <a:lnTo>
                      <a:pt x="199680" y="245103"/>
                    </a:lnTo>
                    <a:lnTo>
                      <a:pt x="198318" y="252617"/>
                    </a:lnTo>
                    <a:lnTo>
                      <a:pt x="190804" y="251254"/>
                    </a:lnTo>
                    <a:lnTo>
                      <a:pt x="185003" y="261844"/>
                    </a:lnTo>
                    <a:lnTo>
                      <a:pt x="186365" y="254330"/>
                    </a:lnTo>
                    <a:lnTo>
                      <a:pt x="193879" y="255693"/>
                    </a:lnTo>
                    <a:lnTo>
                      <a:pt x="195242" y="248178"/>
                    </a:lnTo>
                    <a:lnTo>
                      <a:pt x="202756" y="249541"/>
                    </a:lnTo>
                    <a:lnTo>
                      <a:pt x="204119" y="242027"/>
                    </a:lnTo>
                    <a:lnTo>
                      <a:pt x="211633" y="243389"/>
                    </a:lnTo>
                    <a:lnTo>
                      <a:pt x="212995" y="235875"/>
                    </a:lnTo>
                    <a:lnTo>
                      <a:pt x="209919" y="231437"/>
                    </a:lnTo>
                    <a:lnTo>
                      <a:pt x="205481" y="234512"/>
                    </a:lnTo>
                    <a:lnTo>
                      <a:pt x="199329" y="225636"/>
                    </a:lnTo>
                    <a:lnTo>
                      <a:pt x="194891" y="228712"/>
                    </a:lnTo>
                    <a:lnTo>
                      <a:pt x="178149" y="214034"/>
                    </a:lnTo>
                    <a:lnTo>
                      <a:pt x="184301" y="222911"/>
                    </a:lnTo>
                    <a:lnTo>
                      <a:pt x="179862" y="225987"/>
                    </a:lnTo>
                    <a:lnTo>
                      <a:pt x="186014" y="234863"/>
                    </a:lnTo>
                    <a:lnTo>
                      <a:pt x="181576" y="237939"/>
                    </a:lnTo>
                    <a:lnTo>
                      <a:pt x="187728" y="246816"/>
                    </a:lnTo>
                    <a:lnTo>
                      <a:pt x="183289" y="249892"/>
                    </a:lnTo>
                    <a:lnTo>
                      <a:pt x="186365" y="254330"/>
                    </a:lnTo>
                    <a:moveTo>
                      <a:pt x="16283" y="433631"/>
                    </a:moveTo>
                    <a:lnTo>
                      <a:pt x="0" y="388160"/>
                    </a:lnTo>
                    <a:lnTo>
                      <a:pt x="46147" y="402416"/>
                    </a:lnTo>
                    <a:lnTo>
                      <a:pt x="16283" y="433631"/>
                    </a:lnTo>
                    <a:lnTo>
                      <a:pt x="20016" y="429729"/>
                    </a:lnTo>
                    <a:lnTo>
                      <a:pt x="7804" y="395626"/>
                    </a:lnTo>
                    <a:lnTo>
                      <a:pt x="42414" y="406318"/>
                    </a:lnTo>
                    <a:lnTo>
                      <a:pt x="38512" y="402585"/>
                    </a:lnTo>
                    <a:lnTo>
                      <a:pt x="16114" y="425996"/>
                    </a:lnTo>
                    <a:lnTo>
                      <a:pt x="20016" y="429729"/>
                    </a:lnTo>
                    <a:lnTo>
                      <a:pt x="16283" y="433631"/>
                    </a:lnTo>
                    <a:lnTo>
                      <a:pt x="15945" y="418362"/>
                    </a:lnTo>
                    <a:lnTo>
                      <a:pt x="12212" y="422263"/>
                    </a:lnTo>
                    <a:lnTo>
                      <a:pt x="11875" y="406994"/>
                    </a:lnTo>
                    <a:lnTo>
                      <a:pt x="8142" y="410896"/>
                    </a:lnTo>
                    <a:lnTo>
                      <a:pt x="3902" y="391893"/>
                    </a:lnTo>
                    <a:lnTo>
                      <a:pt x="23074" y="395288"/>
                    </a:lnTo>
                    <a:lnTo>
                      <a:pt x="19341" y="399190"/>
                    </a:lnTo>
                    <a:lnTo>
                      <a:pt x="34610" y="398852"/>
                    </a:lnTo>
                    <a:lnTo>
                      <a:pt x="30877" y="402754"/>
                    </a:lnTo>
                    <a:lnTo>
                      <a:pt x="46147" y="402416"/>
                    </a:lnTo>
                    <a:lnTo>
                      <a:pt x="34779" y="406487"/>
                    </a:lnTo>
                    <a:lnTo>
                      <a:pt x="34948" y="414122"/>
                    </a:lnTo>
                    <a:lnTo>
                      <a:pt x="27313" y="414291"/>
                    </a:lnTo>
                    <a:lnTo>
                      <a:pt x="27482" y="421926"/>
                    </a:lnTo>
                    <a:lnTo>
                      <a:pt x="19847" y="422095"/>
                    </a:lnTo>
                    <a:lnTo>
                      <a:pt x="16283" y="433631"/>
                    </a:lnTo>
                    <a:lnTo>
                      <a:pt x="16114" y="425996"/>
                    </a:lnTo>
                    <a:lnTo>
                      <a:pt x="23749" y="425827"/>
                    </a:lnTo>
                    <a:lnTo>
                      <a:pt x="23580" y="418193"/>
                    </a:lnTo>
                    <a:lnTo>
                      <a:pt x="31215" y="418024"/>
                    </a:lnTo>
                    <a:lnTo>
                      <a:pt x="31046" y="410389"/>
                    </a:lnTo>
                    <a:lnTo>
                      <a:pt x="38681" y="410220"/>
                    </a:lnTo>
                    <a:lnTo>
                      <a:pt x="38512" y="402585"/>
                    </a:lnTo>
                    <a:lnTo>
                      <a:pt x="34610" y="398852"/>
                    </a:lnTo>
                    <a:lnTo>
                      <a:pt x="30877" y="402754"/>
                    </a:lnTo>
                    <a:lnTo>
                      <a:pt x="23074" y="395288"/>
                    </a:lnTo>
                    <a:lnTo>
                      <a:pt x="19341" y="399190"/>
                    </a:lnTo>
                    <a:lnTo>
                      <a:pt x="0" y="388160"/>
                    </a:lnTo>
                    <a:lnTo>
                      <a:pt x="7804" y="395626"/>
                    </a:lnTo>
                    <a:lnTo>
                      <a:pt x="4071" y="399528"/>
                    </a:lnTo>
                    <a:lnTo>
                      <a:pt x="11875" y="406994"/>
                    </a:lnTo>
                    <a:lnTo>
                      <a:pt x="8142" y="410896"/>
                    </a:lnTo>
                    <a:lnTo>
                      <a:pt x="15945" y="418362"/>
                    </a:lnTo>
                    <a:lnTo>
                      <a:pt x="12212" y="422263"/>
                    </a:lnTo>
                    <a:lnTo>
                      <a:pt x="16114" y="42599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90" name="Контур"/>
              <p:cNvSpPr/>
              <p:nvPr/>
            </p:nvSpPr>
            <p:spPr>
              <a:xfrm>
                <a:off x="366128" y="5349387"/>
                <a:ext cx="528842" cy="656773"/>
              </a:xfrm>
              <a:custGeom>
                <a:avLst/>
                <a:gdLst/>
                <a:ahLst/>
                <a:cxnLst/>
                <a:rect l="l" t="t" r="r" b="b"/>
                <a:pathLst>
                  <a:path w="528842" h="656773" fill="none">
                    <a:moveTo>
                      <a:pt x="108713" y="656773"/>
                    </a:moveTo>
                    <a:lnTo>
                      <a:pt x="17669" y="569670"/>
                    </a:lnTo>
                    <a:moveTo>
                      <a:pt x="17669" y="569670"/>
                    </a:moveTo>
                    <a:lnTo>
                      <a:pt x="0" y="552766"/>
                    </a:lnTo>
                    <a:lnTo>
                      <a:pt x="70199" y="479391"/>
                    </a:lnTo>
                    <a:moveTo>
                      <a:pt x="70199" y="479391"/>
                    </a:moveTo>
                    <a:lnTo>
                      <a:pt x="157303" y="388347"/>
                    </a:lnTo>
                    <a:moveTo>
                      <a:pt x="157303" y="388347"/>
                    </a:moveTo>
                    <a:lnTo>
                      <a:pt x="244406" y="297303"/>
                    </a:lnTo>
                    <a:moveTo>
                      <a:pt x="244406" y="297303"/>
                    </a:moveTo>
                    <a:lnTo>
                      <a:pt x="331510" y="206259"/>
                    </a:lnTo>
                    <a:moveTo>
                      <a:pt x="331510" y="206259"/>
                    </a:moveTo>
                    <a:lnTo>
                      <a:pt x="418613" y="115215"/>
                    </a:lnTo>
                    <a:moveTo>
                      <a:pt x="418613" y="115215"/>
                    </a:moveTo>
                    <a:lnTo>
                      <a:pt x="505716" y="24171"/>
                    </a:lnTo>
                    <a:moveTo>
                      <a:pt x="505716" y="24171"/>
                    </a:moveTo>
                    <a:lnTo>
                      <a:pt x="528842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91" name="Контур"/>
              <p:cNvSpPr/>
              <p:nvPr/>
            </p:nvSpPr>
            <p:spPr>
              <a:xfrm>
                <a:off x="323706" y="5313467"/>
                <a:ext cx="547179" cy="652697"/>
              </a:xfrm>
              <a:custGeom>
                <a:avLst/>
                <a:gdLst/>
                <a:ahLst/>
                <a:cxnLst/>
                <a:rect l="l" t="t" r="r" b="b"/>
                <a:pathLst>
                  <a:path w="547179" h="652697" fill="none">
                    <a:moveTo>
                      <a:pt x="0" y="622833"/>
                    </a:moveTo>
                    <a:lnTo>
                      <a:pt x="45471" y="606550"/>
                    </a:lnTo>
                    <a:lnTo>
                      <a:pt x="31215" y="652697"/>
                    </a:lnTo>
                    <a:lnTo>
                      <a:pt x="0" y="622833"/>
                    </a:lnTo>
                    <a:lnTo>
                      <a:pt x="3902" y="626566"/>
                    </a:lnTo>
                    <a:lnTo>
                      <a:pt x="38005" y="614354"/>
                    </a:lnTo>
                    <a:lnTo>
                      <a:pt x="27313" y="648964"/>
                    </a:lnTo>
                    <a:lnTo>
                      <a:pt x="31046" y="645062"/>
                    </a:lnTo>
                    <a:lnTo>
                      <a:pt x="7635" y="622664"/>
                    </a:lnTo>
                    <a:lnTo>
                      <a:pt x="3902" y="626566"/>
                    </a:lnTo>
                    <a:lnTo>
                      <a:pt x="0" y="622833"/>
                    </a:lnTo>
                    <a:lnTo>
                      <a:pt x="15270" y="622495"/>
                    </a:lnTo>
                    <a:lnTo>
                      <a:pt x="11368" y="618762"/>
                    </a:lnTo>
                    <a:lnTo>
                      <a:pt x="26638" y="618424"/>
                    </a:lnTo>
                    <a:lnTo>
                      <a:pt x="22736" y="614691"/>
                    </a:lnTo>
                    <a:lnTo>
                      <a:pt x="41738" y="610452"/>
                    </a:lnTo>
                    <a:lnTo>
                      <a:pt x="38343" y="629623"/>
                    </a:lnTo>
                    <a:lnTo>
                      <a:pt x="34441" y="625890"/>
                    </a:lnTo>
                    <a:lnTo>
                      <a:pt x="34779" y="641160"/>
                    </a:lnTo>
                    <a:lnTo>
                      <a:pt x="30877" y="637427"/>
                    </a:lnTo>
                    <a:lnTo>
                      <a:pt x="31215" y="652697"/>
                    </a:lnTo>
                    <a:lnTo>
                      <a:pt x="27144" y="641329"/>
                    </a:lnTo>
                    <a:lnTo>
                      <a:pt x="19509" y="641498"/>
                    </a:lnTo>
                    <a:lnTo>
                      <a:pt x="19340" y="633863"/>
                    </a:lnTo>
                    <a:lnTo>
                      <a:pt x="11706" y="634032"/>
                    </a:lnTo>
                    <a:lnTo>
                      <a:pt x="11537" y="626397"/>
                    </a:lnTo>
                    <a:lnTo>
                      <a:pt x="0" y="622833"/>
                    </a:lnTo>
                    <a:lnTo>
                      <a:pt x="7635" y="622664"/>
                    </a:lnTo>
                    <a:lnTo>
                      <a:pt x="7804" y="630299"/>
                    </a:lnTo>
                    <a:lnTo>
                      <a:pt x="15439" y="630130"/>
                    </a:lnTo>
                    <a:lnTo>
                      <a:pt x="15607" y="637765"/>
                    </a:lnTo>
                    <a:lnTo>
                      <a:pt x="23242" y="637596"/>
                    </a:lnTo>
                    <a:lnTo>
                      <a:pt x="23411" y="645231"/>
                    </a:lnTo>
                    <a:lnTo>
                      <a:pt x="31046" y="645062"/>
                    </a:lnTo>
                    <a:lnTo>
                      <a:pt x="34779" y="641160"/>
                    </a:lnTo>
                    <a:lnTo>
                      <a:pt x="30877" y="637427"/>
                    </a:lnTo>
                    <a:lnTo>
                      <a:pt x="38343" y="629623"/>
                    </a:lnTo>
                    <a:lnTo>
                      <a:pt x="34441" y="625890"/>
                    </a:lnTo>
                    <a:lnTo>
                      <a:pt x="45471" y="606550"/>
                    </a:lnTo>
                    <a:lnTo>
                      <a:pt x="38005" y="614354"/>
                    </a:lnTo>
                    <a:lnTo>
                      <a:pt x="34104" y="610621"/>
                    </a:lnTo>
                    <a:lnTo>
                      <a:pt x="26638" y="618424"/>
                    </a:lnTo>
                    <a:lnTo>
                      <a:pt x="22736" y="614691"/>
                    </a:lnTo>
                    <a:lnTo>
                      <a:pt x="15270" y="622495"/>
                    </a:lnTo>
                    <a:lnTo>
                      <a:pt x="11368" y="618762"/>
                    </a:lnTo>
                    <a:lnTo>
                      <a:pt x="7635" y="622664"/>
                    </a:lnTo>
                    <a:moveTo>
                      <a:pt x="182482" y="364176"/>
                    </a:moveTo>
                    <a:lnTo>
                      <a:pt x="198765" y="409647"/>
                    </a:lnTo>
                    <a:lnTo>
                      <a:pt x="152618" y="395391"/>
                    </a:lnTo>
                    <a:lnTo>
                      <a:pt x="182482" y="364176"/>
                    </a:lnTo>
                    <a:lnTo>
                      <a:pt x="178749" y="368078"/>
                    </a:lnTo>
                    <a:lnTo>
                      <a:pt x="190961" y="402181"/>
                    </a:lnTo>
                    <a:lnTo>
                      <a:pt x="156351" y="391489"/>
                    </a:lnTo>
                    <a:lnTo>
                      <a:pt x="160253" y="395222"/>
                    </a:lnTo>
                    <a:lnTo>
                      <a:pt x="182651" y="371811"/>
                    </a:lnTo>
                    <a:lnTo>
                      <a:pt x="178749" y="368078"/>
                    </a:lnTo>
                    <a:lnTo>
                      <a:pt x="182482" y="364176"/>
                    </a:lnTo>
                    <a:lnTo>
                      <a:pt x="182819" y="379446"/>
                    </a:lnTo>
                    <a:lnTo>
                      <a:pt x="186552" y="375544"/>
                    </a:lnTo>
                    <a:lnTo>
                      <a:pt x="186890" y="390813"/>
                    </a:lnTo>
                    <a:lnTo>
                      <a:pt x="190623" y="386912"/>
                    </a:lnTo>
                    <a:lnTo>
                      <a:pt x="194863" y="405914"/>
                    </a:lnTo>
                    <a:lnTo>
                      <a:pt x="175691" y="402519"/>
                    </a:lnTo>
                    <a:lnTo>
                      <a:pt x="179424" y="398617"/>
                    </a:lnTo>
                    <a:lnTo>
                      <a:pt x="164154" y="398955"/>
                    </a:lnTo>
                    <a:lnTo>
                      <a:pt x="167887" y="395053"/>
                    </a:lnTo>
                    <a:lnTo>
                      <a:pt x="152618" y="395391"/>
                    </a:lnTo>
                    <a:lnTo>
                      <a:pt x="163986" y="391320"/>
                    </a:lnTo>
                    <a:lnTo>
                      <a:pt x="163817" y="383685"/>
                    </a:lnTo>
                    <a:lnTo>
                      <a:pt x="171452" y="383516"/>
                    </a:lnTo>
                    <a:lnTo>
                      <a:pt x="171283" y="375881"/>
                    </a:lnTo>
                    <a:lnTo>
                      <a:pt x="178918" y="375713"/>
                    </a:lnTo>
                    <a:lnTo>
                      <a:pt x="182482" y="364176"/>
                    </a:lnTo>
                    <a:lnTo>
                      <a:pt x="182651" y="371811"/>
                    </a:lnTo>
                    <a:lnTo>
                      <a:pt x="175016" y="371980"/>
                    </a:lnTo>
                    <a:lnTo>
                      <a:pt x="175185" y="379614"/>
                    </a:lnTo>
                    <a:lnTo>
                      <a:pt x="167550" y="379783"/>
                    </a:lnTo>
                    <a:lnTo>
                      <a:pt x="167719" y="387418"/>
                    </a:lnTo>
                    <a:lnTo>
                      <a:pt x="160084" y="387587"/>
                    </a:lnTo>
                    <a:lnTo>
                      <a:pt x="160253" y="395222"/>
                    </a:lnTo>
                    <a:lnTo>
                      <a:pt x="164154" y="398955"/>
                    </a:lnTo>
                    <a:lnTo>
                      <a:pt x="167887" y="395053"/>
                    </a:lnTo>
                    <a:lnTo>
                      <a:pt x="175691" y="402519"/>
                    </a:lnTo>
                    <a:lnTo>
                      <a:pt x="179424" y="398617"/>
                    </a:lnTo>
                    <a:lnTo>
                      <a:pt x="198765" y="409647"/>
                    </a:lnTo>
                    <a:lnTo>
                      <a:pt x="190961" y="402181"/>
                    </a:lnTo>
                    <a:lnTo>
                      <a:pt x="194694" y="398279"/>
                    </a:lnTo>
                    <a:lnTo>
                      <a:pt x="186890" y="390813"/>
                    </a:lnTo>
                    <a:lnTo>
                      <a:pt x="190623" y="386912"/>
                    </a:lnTo>
                    <a:lnTo>
                      <a:pt x="182819" y="379446"/>
                    </a:lnTo>
                    <a:lnTo>
                      <a:pt x="186552" y="375544"/>
                    </a:lnTo>
                    <a:lnTo>
                      <a:pt x="182651" y="371811"/>
                    </a:lnTo>
                    <a:moveTo>
                      <a:pt x="356689" y="182088"/>
                    </a:moveTo>
                    <a:lnTo>
                      <a:pt x="372972" y="227560"/>
                    </a:lnTo>
                    <a:lnTo>
                      <a:pt x="326825" y="213303"/>
                    </a:lnTo>
                    <a:lnTo>
                      <a:pt x="356689" y="182088"/>
                    </a:lnTo>
                    <a:lnTo>
                      <a:pt x="352956" y="185990"/>
                    </a:lnTo>
                    <a:lnTo>
                      <a:pt x="365168" y="220094"/>
                    </a:lnTo>
                    <a:lnTo>
                      <a:pt x="330558" y="209401"/>
                    </a:lnTo>
                    <a:lnTo>
                      <a:pt x="334459" y="213134"/>
                    </a:lnTo>
                    <a:lnTo>
                      <a:pt x="356857" y="189723"/>
                    </a:lnTo>
                    <a:lnTo>
                      <a:pt x="352956" y="185990"/>
                    </a:lnTo>
                    <a:lnTo>
                      <a:pt x="356689" y="182088"/>
                    </a:lnTo>
                    <a:lnTo>
                      <a:pt x="357026" y="197358"/>
                    </a:lnTo>
                    <a:lnTo>
                      <a:pt x="360759" y="193456"/>
                    </a:lnTo>
                    <a:lnTo>
                      <a:pt x="361097" y="208726"/>
                    </a:lnTo>
                    <a:lnTo>
                      <a:pt x="364830" y="204824"/>
                    </a:lnTo>
                    <a:lnTo>
                      <a:pt x="369070" y="223827"/>
                    </a:lnTo>
                    <a:lnTo>
                      <a:pt x="349898" y="220431"/>
                    </a:lnTo>
                    <a:lnTo>
                      <a:pt x="353631" y="216529"/>
                    </a:lnTo>
                    <a:lnTo>
                      <a:pt x="338361" y="216867"/>
                    </a:lnTo>
                    <a:lnTo>
                      <a:pt x="342094" y="212965"/>
                    </a:lnTo>
                    <a:lnTo>
                      <a:pt x="326825" y="213303"/>
                    </a:lnTo>
                    <a:lnTo>
                      <a:pt x="338192" y="209232"/>
                    </a:lnTo>
                    <a:lnTo>
                      <a:pt x="338024" y="201597"/>
                    </a:lnTo>
                    <a:lnTo>
                      <a:pt x="345658" y="201429"/>
                    </a:lnTo>
                    <a:lnTo>
                      <a:pt x="345490" y="193794"/>
                    </a:lnTo>
                    <a:lnTo>
                      <a:pt x="353124" y="193625"/>
                    </a:lnTo>
                    <a:lnTo>
                      <a:pt x="356689" y="182088"/>
                    </a:lnTo>
                    <a:lnTo>
                      <a:pt x="356857" y="189723"/>
                    </a:lnTo>
                    <a:lnTo>
                      <a:pt x="349223" y="189892"/>
                    </a:lnTo>
                    <a:lnTo>
                      <a:pt x="349391" y="197527"/>
                    </a:lnTo>
                    <a:lnTo>
                      <a:pt x="341757" y="197696"/>
                    </a:lnTo>
                    <a:lnTo>
                      <a:pt x="341925" y="205330"/>
                    </a:lnTo>
                    <a:lnTo>
                      <a:pt x="334291" y="205499"/>
                    </a:lnTo>
                    <a:lnTo>
                      <a:pt x="334459" y="213134"/>
                    </a:lnTo>
                    <a:lnTo>
                      <a:pt x="338361" y="216867"/>
                    </a:lnTo>
                    <a:lnTo>
                      <a:pt x="342094" y="212965"/>
                    </a:lnTo>
                    <a:lnTo>
                      <a:pt x="349898" y="220431"/>
                    </a:lnTo>
                    <a:lnTo>
                      <a:pt x="353631" y="216529"/>
                    </a:lnTo>
                    <a:lnTo>
                      <a:pt x="372972" y="227560"/>
                    </a:lnTo>
                    <a:lnTo>
                      <a:pt x="365168" y="220094"/>
                    </a:lnTo>
                    <a:lnTo>
                      <a:pt x="368901" y="216192"/>
                    </a:lnTo>
                    <a:lnTo>
                      <a:pt x="361097" y="208726"/>
                    </a:lnTo>
                    <a:lnTo>
                      <a:pt x="364830" y="204824"/>
                    </a:lnTo>
                    <a:lnTo>
                      <a:pt x="357026" y="197358"/>
                    </a:lnTo>
                    <a:lnTo>
                      <a:pt x="360759" y="193456"/>
                    </a:lnTo>
                    <a:lnTo>
                      <a:pt x="356857" y="189723"/>
                    </a:lnTo>
                    <a:moveTo>
                      <a:pt x="530896" y="0"/>
                    </a:moveTo>
                    <a:lnTo>
                      <a:pt x="547179" y="45472"/>
                    </a:lnTo>
                    <a:lnTo>
                      <a:pt x="501031" y="31215"/>
                    </a:lnTo>
                    <a:lnTo>
                      <a:pt x="530896" y="0"/>
                    </a:lnTo>
                    <a:lnTo>
                      <a:pt x="527163" y="3902"/>
                    </a:lnTo>
                    <a:lnTo>
                      <a:pt x="539375" y="38006"/>
                    </a:lnTo>
                    <a:lnTo>
                      <a:pt x="504764" y="27313"/>
                    </a:lnTo>
                    <a:lnTo>
                      <a:pt x="508666" y="31046"/>
                    </a:lnTo>
                    <a:lnTo>
                      <a:pt x="531064" y="7635"/>
                    </a:lnTo>
                    <a:lnTo>
                      <a:pt x="527163" y="3902"/>
                    </a:lnTo>
                    <a:lnTo>
                      <a:pt x="530896" y="0"/>
                    </a:lnTo>
                    <a:lnTo>
                      <a:pt x="531233" y="15270"/>
                    </a:lnTo>
                    <a:lnTo>
                      <a:pt x="534966" y="11368"/>
                    </a:lnTo>
                    <a:lnTo>
                      <a:pt x="535304" y="26638"/>
                    </a:lnTo>
                    <a:lnTo>
                      <a:pt x="539037" y="22736"/>
                    </a:lnTo>
                    <a:lnTo>
                      <a:pt x="543277" y="41739"/>
                    </a:lnTo>
                    <a:lnTo>
                      <a:pt x="524105" y="38344"/>
                    </a:lnTo>
                    <a:lnTo>
                      <a:pt x="527838" y="34442"/>
                    </a:lnTo>
                    <a:lnTo>
                      <a:pt x="512568" y="34780"/>
                    </a:lnTo>
                    <a:lnTo>
                      <a:pt x="516301" y="30878"/>
                    </a:lnTo>
                    <a:lnTo>
                      <a:pt x="501031" y="31215"/>
                    </a:lnTo>
                    <a:lnTo>
                      <a:pt x="512399" y="27145"/>
                    </a:lnTo>
                    <a:lnTo>
                      <a:pt x="512231" y="19510"/>
                    </a:lnTo>
                    <a:lnTo>
                      <a:pt x="519865" y="19341"/>
                    </a:lnTo>
                    <a:lnTo>
                      <a:pt x="519697" y="11706"/>
                    </a:lnTo>
                    <a:lnTo>
                      <a:pt x="527331" y="11537"/>
                    </a:lnTo>
                    <a:lnTo>
                      <a:pt x="530896" y="0"/>
                    </a:lnTo>
                    <a:lnTo>
                      <a:pt x="531064" y="7635"/>
                    </a:lnTo>
                    <a:lnTo>
                      <a:pt x="523430" y="7804"/>
                    </a:lnTo>
                    <a:lnTo>
                      <a:pt x="523598" y="15439"/>
                    </a:lnTo>
                    <a:lnTo>
                      <a:pt x="515964" y="15608"/>
                    </a:lnTo>
                    <a:lnTo>
                      <a:pt x="516132" y="23243"/>
                    </a:lnTo>
                    <a:lnTo>
                      <a:pt x="508497" y="23412"/>
                    </a:lnTo>
                    <a:lnTo>
                      <a:pt x="508666" y="31046"/>
                    </a:lnTo>
                    <a:lnTo>
                      <a:pt x="512568" y="34780"/>
                    </a:lnTo>
                    <a:lnTo>
                      <a:pt x="516301" y="30878"/>
                    </a:lnTo>
                    <a:lnTo>
                      <a:pt x="524105" y="38344"/>
                    </a:lnTo>
                    <a:lnTo>
                      <a:pt x="527838" y="34442"/>
                    </a:lnTo>
                    <a:lnTo>
                      <a:pt x="547179" y="45472"/>
                    </a:lnTo>
                    <a:lnTo>
                      <a:pt x="539375" y="38006"/>
                    </a:lnTo>
                    <a:lnTo>
                      <a:pt x="543108" y="34104"/>
                    </a:lnTo>
                    <a:lnTo>
                      <a:pt x="535304" y="26638"/>
                    </a:lnTo>
                    <a:lnTo>
                      <a:pt x="539037" y="22736"/>
                    </a:lnTo>
                    <a:lnTo>
                      <a:pt x="531233" y="15270"/>
                    </a:lnTo>
                    <a:lnTo>
                      <a:pt x="534966" y="11368"/>
                    </a:lnTo>
                    <a:lnTo>
                      <a:pt x="531064" y="763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92" name="Контур"/>
              <p:cNvSpPr/>
              <p:nvPr/>
            </p:nvSpPr>
            <p:spPr>
              <a:xfrm>
                <a:off x="474841" y="5349387"/>
                <a:ext cx="466627" cy="656773"/>
              </a:xfrm>
              <a:custGeom>
                <a:avLst/>
                <a:gdLst/>
                <a:ahLst/>
                <a:cxnLst/>
                <a:rect l="l" t="t" r="r" b="b"/>
                <a:pathLst>
                  <a:path w="466627" h="656773" fill="none">
                    <a:moveTo>
                      <a:pt x="0" y="656773"/>
                    </a:moveTo>
                    <a:lnTo>
                      <a:pt x="47925" y="606681"/>
                    </a:lnTo>
                    <a:lnTo>
                      <a:pt x="78312" y="558841"/>
                    </a:lnTo>
                    <a:moveTo>
                      <a:pt x="78312" y="558841"/>
                    </a:moveTo>
                    <a:lnTo>
                      <a:pt x="121741" y="490469"/>
                    </a:lnTo>
                    <a:lnTo>
                      <a:pt x="152850" y="457953"/>
                    </a:lnTo>
                    <a:moveTo>
                      <a:pt x="152850" y="457953"/>
                    </a:moveTo>
                    <a:lnTo>
                      <a:pt x="239953" y="366908"/>
                    </a:lnTo>
                    <a:moveTo>
                      <a:pt x="239953" y="366908"/>
                    </a:moveTo>
                    <a:lnTo>
                      <a:pt x="281018" y="323986"/>
                    </a:lnTo>
                    <a:lnTo>
                      <a:pt x="335755" y="286051"/>
                    </a:lnTo>
                    <a:moveTo>
                      <a:pt x="335755" y="286051"/>
                    </a:moveTo>
                    <a:lnTo>
                      <a:pt x="391910" y="247135"/>
                    </a:lnTo>
                    <a:lnTo>
                      <a:pt x="431783" y="205459"/>
                    </a:lnTo>
                    <a:moveTo>
                      <a:pt x="431783" y="205459"/>
                    </a:moveTo>
                    <a:lnTo>
                      <a:pt x="466627" y="169040"/>
                    </a:lnTo>
                    <a:lnTo>
                      <a:pt x="464955" y="93461"/>
                    </a:lnTo>
                    <a:moveTo>
                      <a:pt x="464955" y="93461"/>
                    </a:moveTo>
                    <a:lnTo>
                      <a:pt x="463811" y="41791"/>
                    </a:lnTo>
                    <a:lnTo>
                      <a:pt x="42012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93" name="Контур"/>
              <p:cNvSpPr/>
              <p:nvPr/>
            </p:nvSpPr>
            <p:spPr>
              <a:xfrm>
                <a:off x="501298" y="5494755"/>
                <a:ext cx="404367" cy="399326"/>
              </a:xfrm>
              <a:custGeom>
                <a:avLst/>
                <a:gdLst/>
                <a:ahLst/>
                <a:cxnLst/>
                <a:rect l="l" t="t" r="r" b="b"/>
                <a:pathLst>
                  <a:path w="404367" h="399326" fill="none">
                    <a:moveTo>
                      <a:pt x="23162" y="357931"/>
                    </a:moveTo>
                    <a:lnTo>
                      <a:pt x="48047" y="399326"/>
                    </a:lnTo>
                    <a:lnTo>
                      <a:pt x="0" y="394397"/>
                    </a:lnTo>
                    <a:lnTo>
                      <a:pt x="23162" y="357931"/>
                    </a:lnTo>
                    <a:lnTo>
                      <a:pt x="20267" y="362489"/>
                    </a:lnTo>
                    <a:lnTo>
                      <a:pt x="38930" y="393536"/>
                    </a:lnTo>
                    <a:lnTo>
                      <a:pt x="2895" y="389838"/>
                    </a:lnTo>
                    <a:lnTo>
                      <a:pt x="7453" y="392734"/>
                    </a:lnTo>
                    <a:lnTo>
                      <a:pt x="24825" y="365384"/>
                    </a:lnTo>
                    <a:lnTo>
                      <a:pt x="20267" y="362489"/>
                    </a:lnTo>
                    <a:lnTo>
                      <a:pt x="23162" y="357931"/>
                    </a:lnTo>
                    <a:lnTo>
                      <a:pt x="26488" y="372838"/>
                    </a:lnTo>
                    <a:lnTo>
                      <a:pt x="29383" y="368280"/>
                    </a:lnTo>
                    <a:lnTo>
                      <a:pt x="32709" y="383187"/>
                    </a:lnTo>
                    <a:lnTo>
                      <a:pt x="35604" y="378629"/>
                    </a:lnTo>
                    <a:lnTo>
                      <a:pt x="43488" y="396431"/>
                    </a:lnTo>
                    <a:lnTo>
                      <a:pt x="24023" y="396861"/>
                    </a:lnTo>
                    <a:lnTo>
                      <a:pt x="26919" y="392303"/>
                    </a:lnTo>
                    <a:lnTo>
                      <a:pt x="12012" y="395629"/>
                    </a:lnTo>
                    <a:lnTo>
                      <a:pt x="14907" y="391071"/>
                    </a:lnTo>
                    <a:lnTo>
                      <a:pt x="0" y="394397"/>
                    </a:lnTo>
                    <a:lnTo>
                      <a:pt x="10349" y="388175"/>
                    </a:lnTo>
                    <a:lnTo>
                      <a:pt x="8686" y="380722"/>
                    </a:lnTo>
                    <a:lnTo>
                      <a:pt x="16139" y="379059"/>
                    </a:lnTo>
                    <a:lnTo>
                      <a:pt x="14476" y="371606"/>
                    </a:lnTo>
                    <a:lnTo>
                      <a:pt x="21930" y="369943"/>
                    </a:lnTo>
                    <a:lnTo>
                      <a:pt x="23162" y="357931"/>
                    </a:lnTo>
                    <a:lnTo>
                      <a:pt x="24825" y="365384"/>
                    </a:lnTo>
                    <a:lnTo>
                      <a:pt x="17372" y="367047"/>
                    </a:lnTo>
                    <a:lnTo>
                      <a:pt x="19035" y="374501"/>
                    </a:lnTo>
                    <a:lnTo>
                      <a:pt x="11581" y="376164"/>
                    </a:lnTo>
                    <a:lnTo>
                      <a:pt x="13244" y="383617"/>
                    </a:lnTo>
                    <a:lnTo>
                      <a:pt x="5790" y="385280"/>
                    </a:lnTo>
                    <a:lnTo>
                      <a:pt x="7453" y="392734"/>
                    </a:lnTo>
                    <a:lnTo>
                      <a:pt x="12012" y="395629"/>
                    </a:lnTo>
                    <a:lnTo>
                      <a:pt x="14907" y="391071"/>
                    </a:lnTo>
                    <a:lnTo>
                      <a:pt x="24023" y="396861"/>
                    </a:lnTo>
                    <a:lnTo>
                      <a:pt x="26919" y="392303"/>
                    </a:lnTo>
                    <a:lnTo>
                      <a:pt x="48047" y="399326"/>
                    </a:lnTo>
                    <a:lnTo>
                      <a:pt x="38930" y="393536"/>
                    </a:lnTo>
                    <a:lnTo>
                      <a:pt x="41826" y="388977"/>
                    </a:lnTo>
                    <a:lnTo>
                      <a:pt x="32709" y="383187"/>
                    </a:lnTo>
                    <a:lnTo>
                      <a:pt x="35604" y="378629"/>
                    </a:lnTo>
                    <a:lnTo>
                      <a:pt x="26488" y="372838"/>
                    </a:lnTo>
                    <a:lnTo>
                      <a:pt x="29383" y="368280"/>
                    </a:lnTo>
                    <a:lnTo>
                      <a:pt x="24825" y="365384"/>
                    </a:lnTo>
                    <a:moveTo>
                      <a:pt x="196253" y="161450"/>
                    </a:moveTo>
                    <a:lnTo>
                      <a:pt x="212536" y="206921"/>
                    </a:lnTo>
                    <a:lnTo>
                      <a:pt x="166389" y="192665"/>
                    </a:lnTo>
                    <a:lnTo>
                      <a:pt x="196253" y="161450"/>
                    </a:lnTo>
                    <a:lnTo>
                      <a:pt x="192520" y="165351"/>
                    </a:lnTo>
                    <a:lnTo>
                      <a:pt x="204732" y="199455"/>
                    </a:lnTo>
                    <a:lnTo>
                      <a:pt x="170122" y="188763"/>
                    </a:lnTo>
                    <a:lnTo>
                      <a:pt x="174024" y="192496"/>
                    </a:lnTo>
                    <a:lnTo>
                      <a:pt x="196422" y="169084"/>
                    </a:lnTo>
                    <a:lnTo>
                      <a:pt x="192520" y="165351"/>
                    </a:lnTo>
                    <a:lnTo>
                      <a:pt x="196253" y="161450"/>
                    </a:lnTo>
                    <a:lnTo>
                      <a:pt x="196591" y="176719"/>
                    </a:lnTo>
                    <a:lnTo>
                      <a:pt x="200324" y="172817"/>
                    </a:lnTo>
                    <a:lnTo>
                      <a:pt x="200661" y="188087"/>
                    </a:lnTo>
                    <a:lnTo>
                      <a:pt x="204394" y="184185"/>
                    </a:lnTo>
                    <a:lnTo>
                      <a:pt x="208634" y="203188"/>
                    </a:lnTo>
                    <a:lnTo>
                      <a:pt x="189462" y="199793"/>
                    </a:lnTo>
                    <a:lnTo>
                      <a:pt x="193195" y="195891"/>
                    </a:lnTo>
                    <a:lnTo>
                      <a:pt x="177926" y="196229"/>
                    </a:lnTo>
                    <a:lnTo>
                      <a:pt x="181659" y="192327"/>
                    </a:lnTo>
                    <a:lnTo>
                      <a:pt x="166389" y="192665"/>
                    </a:lnTo>
                    <a:lnTo>
                      <a:pt x="177757" y="188594"/>
                    </a:lnTo>
                    <a:lnTo>
                      <a:pt x="177588" y="180959"/>
                    </a:lnTo>
                    <a:lnTo>
                      <a:pt x="185223" y="180790"/>
                    </a:lnTo>
                    <a:lnTo>
                      <a:pt x="185054" y="173155"/>
                    </a:lnTo>
                    <a:lnTo>
                      <a:pt x="192689" y="172986"/>
                    </a:lnTo>
                    <a:lnTo>
                      <a:pt x="196253" y="161450"/>
                    </a:lnTo>
                    <a:lnTo>
                      <a:pt x="196422" y="169084"/>
                    </a:lnTo>
                    <a:lnTo>
                      <a:pt x="188787" y="169253"/>
                    </a:lnTo>
                    <a:lnTo>
                      <a:pt x="188956" y="176888"/>
                    </a:lnTo>
                    <a:lnTo>
                      <a:pt x="181321" y="177057"/>
                    </a:lnTo>
                    <a:lnTo>
                      <a:pt x="181490" y="184692"/>
                    </a:lnTo>
                    <a:lnTo>
                      <a:pt x="173855" y="184861"/>
                    </a:lnTo>
                    <a:lnTo>
                      <a:pt x="174024" y="192496"/>
                    </a:lnTo>
                    <a:lnTo>
                      <a:pt x="177926" y="196229"/>
                    </a:lnTo>
                    <a:lnTo>
                      <a:pt x="181659" y="192327"/>
                    </a:lnTo>
                    <a:lnTo>
                      <a:pt x="189462" y="199793"/>
                    </a:lnTo>
                    <a:lnTo>
                      <a:pt x="193195" y="195891"/>
                    </a:lnTo>
                    <a:lnTo>
                      <a:pt x="212536" y="206921"/>
                    </a:lnTo>
                    <a:lnTo>
                      <a:pt x="204732" y="199455"/>
                    </a:lnTo>
                    <a:lnTo>
                      <a:pt x="208465" y="195553"/>
                    </a:lnTo>
                    <a:lnTo>
                      <a:pt x="200661" y="188087"/>
                    </a:lnTo>
                    <a:lnTo>
                      <a:pt x="204394" y="184185"/>
                    </a:lnTo>
                    <a:lnTo>
                      <a:pt x="196591" y="176719"/>
                    </a:lnTo>
                    <a:lnTo>
                      <a:pt x="200324" y="172817"/>
                    </a:lnTo>
                    <a:lnTo>
                      <a:pt x="196422" y="169084"/>
                    </a:lnTo>
                    <a:moveTo>
                      <a:pt x="388084" y="0"/>
                    </a:moveTo>
                    <a:lnTo>
                      <a:pt x="404367" y="45471"/>
                    </a:lnTo>
                    <a:lnTo>
                      <a:pt x="358220" y="31214"/>
                    </a:lnTo>
                    <a:lnTo>
                      <a:pt x="388084" y="0"/>
                    </a:lnTo>
                    <a:lnTo>
                      <a:pt x="384351" y="3901"/>
                    </a:lnTo>
                    <a:lnTo>
                      <a:pt x="396563" y="38005"/>
                    </a:lnTo>
                    <a:lnTo>
                      <a:pt x="361953" y="27312"/>
                    </a:lnTo>
                    <a:lnTo>
                      <a:pt x="365855" y="31045"/>
                    </a:lnTo>
                    <a:lnTo>
                      <a:pt x="388253" y="7634"/>
                    </a:lnTo>
                    <a:lnTo>
                      <a:pt x="384351" y="3901"/>
                    </a:lnTo>
                    <a:lnTo>
                      <a:pt x="388084" y="0"/>
                    </a:lnTo>
                    <a:lnTo>
                      <a:pt x="388422" y="15269"/>
                    </a:lnTo>
                    <a:lnTo>
                      <a:pt x="392155" y="11367"/>
                    </a:lnTo>
                    <a:lnTo>
                      <a:pt x="392492" y="26637"/>
                    </a:lnTo>
                    <a:lnTo>
                      <a:pt x="396225" y="22735"/>
                    </a:lnTo>
                    <a:lnTo>
                      <a:pt x="400465" y="41738"/>
                    </a:lnTo>
                    <a:lnTo>
                      <a:pt x="381293" y="38343"/>
                    </a:lnTo>
                    <a:lnTo>
                      <a:pt x="385026" y="34441"/>
                    </a:lnTo>
                    <a:lnTo>
                      <a:pt x="369756" y="34779"/>
                    </a:lnTo>
                    <a:lnTo>
                      <a:pt x="373489" y="30877"/>
                    </a:lnTo>
                    <a:lnTo>
                      <a:pt x="358220" y="31214"/>
                    </a:lnTo>
                    <a:lnTo>
                      <a:pt x="369588" y="27144"/>
                    </a:lnTo>
                    <a:lnTo>
                      <a:pt x="369419" y="19509"/>
                    </a:lnTo>
                    <a:lnTo>
                      <a:pt x="377054" y="19340"/>
                    </a:lnTo>
                    <a:lnTo>
                      <a:pt x="376885" y="11705"/>
                    </a:lnTo>
                    <a:lnTo>
                      <a:pt x="384520" y="11536"/>
                    </a:lnTo>
                    <a:lnTo>
                      <a:pt x="388084" y="0"/>
                    </a:lnTo>
                    <a:lnTo>
                      <a:pt x="388253" y="7634"/>
                    </a:lnTo>
                    <a:lnTo>
                      <a:pt x="380618" y="7803"/>
                    </a:lnTo>
                    <a:lnTo>
                      <a:pt x="380787" y="15438"/>
                    </a:lnTo>
                    <a:lnTo>
                      <a:pt x="373152" y="15607"/>
                    </a:lnTo>
                    <a:lnTo>
                      <a:pt x="373321" y="23242"/>
                    </a:lnTo>
                    <a:lnTo>
                      <a:pt x="365686" y="23411"/>
                    </a:lnTo>
                    <a:lnTo>
                      <a:pt x="365855" y="31045"/>
                    </a:lnTo>
                    <a:lnTo>
                      <a:pt x="369756" y="34779"/>
                    </a:lnTo>
                    <a:lnTo>
                      <a:pt x="373489" y="30877"/>
                    </a:lnTo>
                    <a:lnTo>
                      <a:pt x="381293" y="38343"/>
                    </a:lnTo>
                    <a:lnTo>
                      <a:pt x="385026" y="34441"/>
                    </a:lnTo>
                    <a:lnTo>
                      <a:pt x="404367" y="45471"/>
                    </a:lnTo>
                    <a:lnTo>
                      <a:pt x="396563" y="38005"/>
                    </a:lnTo>
                    <a:lnTo>
                      <a:pt x="400296" y="34103"/>
                    </a:lnTo>
                    <a:lnTo>
                      <a:pt x="392492" y="26637"/>
                    </a:lnTo>
                    <a:lnTo>
                      <a:pt x="396225" y="22735"/>
                    </a:lnTo>
                    <a:lnTo>
                      <a:pt x="388422" y="15269"/>
                    </a:lnTo>
                    <a:lnTo>
                      <a:pt x="392155" y="11367"/>
                    </a:lnTo>
                    <a:lnTo>
                      <a:pt x="388253" y="76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94" name="Контур"/>
              <p:cNvSpPr/>
              <p:nvPr/>
            </p:nvSpPr>
            <p:spPr>
              <a:xfrm>
                <a:off x="1526977" y="9506868"/>
                <a:ext cx="855941" cy="491636"/>
              </a:xfrm>
              <a:custGeom>
                <a:avLst/>
                <a:gdLst/>
                <a:ahLst/>
                <a:cxnLst/>
                <a:rect l="l" t="t" r="r" b="b"/>
                <a:pathLst>
                  <a:path w="855941" h="491636" fill="none">
                    <a:moveTo>
                      <a:pt x="855941" y="0"/>
                    </a:moveTo>
                    <a:lnTo>
                      <a:pt x="742267" y="54352"/>
                    </a:lnTo>
                    <a:moveTo>
                      <a:pt x="742267" y="54352"/>
                    </a:moveTo>
                    <a:lnTo>
                      <a:pt x="628592" y="108704"/>
                    </a:lnTo>
                    <a:moveTo>
                      <a:pt x="628592" y="108704"/>
                    </a:moveTo>
                    <a:lnTo>
                      <a:pt x="514918" y="163056"/>
                    </a:lnTo>
                    <a:moveTo>
                      <a:pt x="514918" y="163056"/>
                    </a:moveTo>
                    <a:lnTo>
                      <a:pt x="401244" y="217408"/>
                    </a:lnTo>
                    <a:moveTo>
                      <a:pt x="401244" y="217408"/>
                    </a:moveTo>
                    <a:lnTo>
                      <a:pt x="343560" y="244988"/>
                    </a:lnTo>
                    <a:lnTo>
                      <a:pt x="355105" y="269136"/>
                    </a:lnTo>
                    <a:lnTo>
                      <a:pt x="325196" y="287877"/>
                    </a:lnTo>
                    <a:moveTo>
                      <a:pt x="325196" y="287877"/>
                    </a:moveTo>
                    <a:lnTo>
                      <a:pt x="218423" y="354778"/>
                    </a:lnTo>
                    <a:moveTo>
                      <a:pt x="218423" y="354778"/>
                    </a:moveTo>
                    <a:lnTo>
                      <a:pt x="111651" y="421679"/>
                    </a:lnTo>
                    <a:moveTo>
                      <a:pt x="111651" y="421679"/>
                    </a:moveTo>
                    <a:lnTo>
                      <a:pt x="4879" y="488579"/>
                    </a:lnTo>
                    <a:moveTo>
                      <a:pt x="4879" y="488579"/>
                    </a:moveTo>
                    <a:lnTo>
                      <a:pt x="0" y="49163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95" name="Контур"/>
              <p:cNvSpPr/>
              <p:nvPr/>
            </p:nvSpPr>
            <p:spPr>
              <a:xfrm>
                <a:off x="1573349" y="9512503"/>
                <a:ext cx="672601" cy="418360"/>
              </a:xfrm>
              <a:custGeom>
                <a:avLst/>
                <a:gdLst/>
                <a:ahLst/>
                <a:cxnLst/>
                <a:rect l="l" t="t" r="r" b="b"/>
                <a:pathLst>
                  <a:path w="672601" h="418360" fill="none">
                    <a:moveTo>
                      <a:pt x="672601" y="0"/>
                    </a:moveTo>
                    <a:lnTo>
                      <a:pt x="671749" y="48291"/>
                    </a:lnTo>
                    <a:lnTo>
                      <a:pt x="633627" y="18635"/>
                    </a:lnTo>
                    <a:lnTo>
                      <a:pt x="672601" y="0"/>
                    </a:lnTo>
                    <a:lnTo>
                      <a:pt x="667730" y="2329"/>
                    </a:lnTo>
                    <a:lnTo>
                      <a:pt x="667090" y="38548"/>
                    </a:lnTo>
                    <a:lnTo>
                      <a:pt x="638499" y="16305"/>
                    </a:lnTo>
                    <a:lnTo>
                      <a:pt x="640828" y="21177"/>
                    </a:lnTo>
                    <a:lnTo>
                      <a:pt x="670059" y="7201"/>
                    </a:lnTo>
                    <a:lnTo>
                      <a:pt x="667730" y="2329"/>
                    </a:lnTo>
                    <a:lnTo>
                      <a:pt x="672601" y="0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9420" y="434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33627" y="18635"/>
                    </a:lnTo>
                    <a:lnTo>
                      <a:pt x="645700" y="18848"/>
                    </a:lnTo>
                    <a:lnTo>
                      <a:pt x="648242" y="11646"/>
                    </a:lnTo>
                    <a:lnTo>
                      <a:pt x="655444" y="14189"/>
                    </a:lnTo>
                    <a:lnTo>
                      <a:pt x="657986" y="6988"/>
                    </a:lnTo>
                    <a:lnTo>
                      <a:pt x="665187" y="9530"/>
                    </a:lnTo>
                    <a:lnTo>
                      <a:pt x="672601" y="0"/>
                    </a:lnTo>
                    <a:lnTo>
                      <a:pt x="670059" y="7201"/>
                    </a:lnTo>
                    <a:lnTo>
                      <a:pt x="662858" y="4658"/>
                    </a:lnTo>
                    <a:lnTo>
                      <a:pt x="660315" y="11859"/>
                    </a:lnTo>
                    <a:lnTo>
                      <a:pt x="653114" y="9317"/>
                    </a:lnTo>
                    <a:lnTo>
                      <a:pt x="650572" y="16518"/>
                    </a:lnTo>
                    <a:lnTo>
                      <a:pt x="643371" y="13976"/>
                    </a:lnTo>
                    <a:lnTo>
                      <a:pt x="640828" y="21177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71749" y="48291"/>
                    </a:lnTo>
                    <a:lnTo>
                      <a:pt x="667090" y="38548"/>
                    </a:lnTo>
                    <a:lnTo>
                      <a:pt x="671962" y="36218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70059" y="7201"/>
                    </a:lnTo>
                    <a:moveTo>
                      <a:pt x="445252" y="108703"/>
                    </a:moveTo>
                    <a:lnTo>
                      <a:pt x="444400" y="156995"/>
                    </a:lnTo>
                    <a:lnTo>
                      <a:pt x="406278" y="127338"/>
                    </a:lnTo>
                    <a:lnTo>
                      <a:pt x="445252" y="108703"/>
                    </a:lnTo>
                    <a:lnTo>
                      <a:pt x="440381" y="111033"/>
                    </a:lnTo>
                    <a:lnTo>
                      <a:pt x="439741" y="147251"/>
                    </a:lnTo>
                    <a:lnTo>
                      <a:pt x="411150" y="125009"/>
                    </a:lnTo>
                    <a:lnTo>
                      <a:pt x="413479" y="129880"/>
                    </a:lnTo>
                    <a:lnTo>
                      <a:pt x="442710" y="115904"/>
                    </a:lnTo>
                    <a:lnTo>
                      <a:pt x="440381" y="111033"/>
                    </a:lnTo>
                    <a:lnTo>
                      <a:pt x="445252" y="108703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2071" y="1521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06278" y="127338"/>
                    </a:lnTo>
                    <a:lnTo>
                      <a:pt x="418351" y="127551"/>
                    </a:lnTo>
                    <a:lnTo>
                      <a:pt x="420894" y="120350"/>
                    </a:lnTo>
                    <a:lnTo>
                      <a:pt x="428095" y="122892"/>
                    </a:lnTo>
                    <a:lnTo>
                      <a:pt x="430637" y="115691"/>
                    </a:lnTo>
                    <a:lnTo>
                      <a:pt x="437838" y="118234"/>
                    </a:lnTo>
                    <a:lnTo>
                      <a:pt x="445252" y="108703"/>
                    </a:lnTo>
                    <a:lnTo>
                      <a:pt x="442710" y="115904"/>
                    </a:lnTo>
                    <a:lnTo>
                      <a:pt x="435509" y="113362"/>
                    </a:lnTo>
                    <a:lnTo>
                      <a:pt x="432966" y="120563"/>
                    </a:lnTo>
                    <a:lnTo>
                      <a:pt x="425765" y="118021"/>
                    </a:lnTo>
                    <a:lnTo>
                      <a:pt x="423223" y="125222"/>
                    </a:lnTo>
                    <a:lnTo>
                      <a:pt x="416022" y="122679"/>
                    </a:lnTo>
                    <a:lnTo>
                      <a:pt x="413479" y="129880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44400" y="156995"/>
                    </a:lnTo>
                    <a:lnTo>
                      <a:pt x="439741" y="147251"/>
                    </a:lnTo>
                    <a:lnTo>
                      <a:pt x="444613" y="144922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42710" y="115904"/>
                    </a:lnTo>
                    <a:moveTo>
                      <a:pt x="250152" y="236483"/>
                    </a:moveTo>
                    <a:lnTo>
                      <a:pt x="254785" y="284559"/>
                    </a:lnTo>
                    <a:lnTo>
                      <a:pt x="213544" y="259420"/>
                    </a:lnTo>
                    <a:lnTo>
                      <a:pt x="250152" y="236483"/>
                    </a:lnTo>
                    <a:lnTo>
                      <a:pt x="245576" y="239350"/>
                    </a:lnTo>
                    <a:lnTo>
                      <a:pt x="249051" y="275407"/>
                    </a:lnTo>
                    <a:lnTo>
                      <a:pt x="218120" y="256553"/>
                    </a:lnTo>
                    <a:lnTo>
                      <a:pt x="220987" y="261129"/>
                    </a:lnTo>
                    <a:lnTo>
                      <a:pt x="248443" y="243926"/>
                    </a:lnTo>
                    <a:lnTo>
                      <a:pt x="245576" y="239350"/>
                    </a:lnTo>
                    <a:lnTo>
                      <a:pt x="250152" y="236483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51918" y="279983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13544" y="259420"/>
                    </a:lnTo>
                    <a:lnTo>
                      <a:pt x="225563" y="258262"/>
                    </a:lnTo>
                    <a:lnTo>
                      <a:pt x="227272" y="250819"/>
                    </a:lnTo>
                    <a:lnTo>
                      <a:pt x="234715" y="252527"/>
                    </a:lnTo>
                    <a:lnTo>
                      <a:pt x="236424" y="245084"/>
                    </a:lnTo>
                    <a:lnTo>
                      <a:pt x="243867" y="246793"/>
                    </a:lnTo>
                    <a:lnTo>
                      <a:pt x="250152" y="236483"/>
                    </a:lnTo>
                    <a:lnTo>
                      <a:pt x="248443" y="243926"/>
                    </a:lnTo>
                    <a:lnTo>
                      <a:pt x="241000" y="242217"/>
                    </a:lnTo>
                    <a:lnTo>
                      <a:pt x="239291" y="249660"/>
                    </a:lnTo>
                    <a:lnTo>
                      <a:pt x="231848" y="247951"/>
                    </a:lnTo>
                    <a:lnTo>
                      <a:pt x="230139" y="255394"/>
                    </a:lnTo>
                    <a:lnTo>
                      <a:pt x="222696" y="253686"/>
                    </a:lnTo>
                    <a:lnTo>
                      <a:pt x="220987" y="261129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54785" y="284559"/>
                    </a:lnTo>
                    <a:lnTo>
                      <a:pt x="249051" y="275407"/>
                    </a:lnTo>
                    <a:lnTo>
                      <a:pt x="253627" y="272540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8443" y="243926"/>
                    </a:lnTo>
                    <a:moveTo>
                      <a:pt x="36608" y="370284"/>
                    </a:moveTo>
                    <a:lnTo>
                      <a:pt x="41241" y="418360"/>
                    </a:lnTo>
                    <a:lnTo>
                      <a:pt x="0" y="393221"/>
                    </a:lnTo>
                    <a:lnTo>
                      <a:pt x="36608" y="370284"/>
                    </a:lnTo>
                    <a:lnTo>
                      <a:pt x="32032" y="373151"/>
                    </a:lnTo>
                    <a:lnTo>
                      <a:pt x="35507" y="409208"/>
                    </a:lnTo>
                    <a:lnTo>
                      <a:pt x="4576" y="390354"/>
                    </a:lnTo>
                    <a:lnTo>
                      <a:pt x="7443" y="394930"/>
                    </a:lnTo>
                    <a:lnTo>
                      <a:pt x="34899" y="377727"/>
                    </a:lnTo>
                    <a:lnTo>
                      <a:pt x="32032" y="373151"/>
                    </a:lnTo>
                    <a:lnTo>
                      <a:pt x="36608" y="370284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8374" y="413784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0" y="393221"/>
                    </a:lnTo>
                    <a:lnTo>
                      <a:pt x="12019" y="392063"/>
                    </a:lnTo>
                    <a:lnTo>
                      <a:pt x="13728" y="384620"/>
                    </a:lnTo>
                    <a:lnTo>
                      <a:pt x="21171" y="386329"/>
                    </a:lnTo>
                    <a:lnTo>
                      <a:pt x="22880" y="378886"/>
                    </a:lnTo>
                    <a:lnTo>
                      <a:pt x="30323" y="380594"/>
                    </a:lnTo>
                    <a:lnTo>
                      <a:pt x="36608" y="370284"/>
                    </a:lnTo>
                    <a:lnTo>
                      <a:pt x="34899" y="377727"/>
                    </a:lnTo>
                    <a:lnTo>
                      <a:pt x="27456" y="376018"/>
                    </a:lnTo>
                    <a:lnTo>
                      <a:pt x="25747" y="383462"/>
                    </a:lnTo>
                    <a:lnTo>
                      <a:pt x="18304" y="381753"/>
                    </a:lnTo>
                    <a:lnTo>
                      <a:pt x="16595" y="389196"/>
                    </a:lnTo>
                    <a:lnTo>
                      <a:pt x="9152" y="387487"/>
                    </a:lnTo>
                    <a:lnTo>
                      <a:pt x="7443" y="394930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41241" y="418360"/>
                    </a:lnTo>
                    <a:lnTo>
                      <a:pt x="35507" y="409208"/>
                    </a:lnTo>
                    <a:lnTo>
                      <a:pt x="40083" y="406341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899" y="3777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96" name="Контур"/>
              <p:cNvSpPr/>
              <p:nvPr/>
            </p:nvSpPr>
            <p:spPr>
              <a:xfrm>
                <a:off x="1367043" y="9743275"/>
                <a:ext cx="159934" cy="255229"/>
              </a:xfrm>
              <a:custGeom>
                <a:avLst/>
                <a:gdLst/>
                <a:ahLst/>
                <a:cxnLst/>
                <a:rect l="l" t="t" r="r" b="b"/>
                <a:pathLst>
                  <a:path w="159934" h="255229" fill="none">
                    <a:moveTo>
                      <a:pt x="0" y="0"/>
                    </a:moveTo>
                    <a:lnTo>
                      <a:pt x="159934" y="255229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97" name="Контур"/>
              <p:cNvSpPr/>
              <p:nvPr/>
            </p:nvSpPr>
            <p:spPr>
              <a:xfrm>
                <a:off x="1367043" y="9106704"/>
                <a:ext cx="1015875" cy="636571"/>
              </a:xfrm>
              <a:custGeom>
                <a:avLst/>
                <a:gdLst/>
                <a:ahLst/>
                <a:cxnLst/>
                <a:rect l="l" t="t" r="r" b="b"/>
                <a:pathLst>
                  <a:path w="1015875" h="636571" fill="none">
                    <a:moveTo>
                      <a:pt x="0" y="636571"/>
                    </a:moveTo>
                    <a:lnTo>
                      <a:pt x="106770" y="569667"/>
                    </a:lnTo>
                    <a:moveTo>
                      <a:pt x="106770" y="569667"/>
                    </a:moveTo>
                    <a:lnTo>
                      <a:pt x="213540" y="502762"/>
                    </a:lnTo>
                    <a:moveTo>
                      <a:pt x="213540" y="502762"/>
                    </a:moveTo>
                    <a:lnTo>
                      <a:pt x="320310" y="435858"/>
                    </a:lnTo>
                    <a:moveTo>
                      <a:pt x="320310" y="435858"/>
                    </a:moveTo>
                    <a:lnTo>
                      <a:pt x="427080" y="368953"/>
                    </a:lnTo>
                    <a:moveTo>
                      <a:pt x="427080" y="368953"/>
                    </a:moveTo>
                    <a:lnTo>
                      <a:pt x="533849" y="302049"/>
                    </a:lnTo>
                    <a:moveTo>
                      <a:pt x="533849" y="302049"/>
                    </a:moveTo>
                    <a:lnTo>
                      <a:pt x="640619" y="235144"/>
                    </a:lnTo>
                    <a:moveTo>
                      <a:pt x="640619" y="235144"/>
                    </a:moveTo>
                    <a:lnTo>
                      <a:pt x="747389" y="168240"/>
                    </a:lnTo>
                    <a:moveTo>
                      <a:pt x="747389" y="168240"/>
                    </a:moveTo>
                    <a:lnTo>
                      <a:pt x="854159" y="101335"/>
                    </a:lnTo>
                    <a:moveTo>
                      <a:pt x="854159" y="101335"/>
                    </a:moveTo>
                    <a:lnTo>
                      <a:pt x="960929" y="34431"/>
                    </a:lnTo>
                    <a:moveTo>
                      <a:pt x="960929" y="34431"/>
                    </a:moveTo>
                    <a:lnTo>
                      <a:pt x="101587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98" name="Контур"/>
              <p:cNvSpPr/>
              <p:nvPr/>
            </p:nvSpPr>
            <p:spPr>
              <a:xfrm>
                <a:off x="1497851" y="9138817"/>
                <a:ext cx="895401" cy="583312"/>
              </a:xfrm>
              <a:custGeom>
                <a:avLst/>
                <a:gdLst/>
                <a:ahLst/>
                <a:cxnLst/>
                <a:rect l="l" t="t" r="r" b="b"/>
                <a:pathLst>
                  <a:path w="895401" h="583312" fill="none">
                    <a:moveTo>
                      <a:pt x="4636" y="583312"/>
                    </a:moveTo>
                    <a:lnTo>
                      <a:pt x="0" y="535236"/>
                    </a:lnTo>
                    <a:lnTo>
                      <a:pt x="41242" y="560373"/>
                    </a:lnTo>
                    <a:lnTo>
                      <a:pt x="4636" y="583312"/>
                    </a:lnTo>
                    <a:lnTo>
                      <a:pt x="9211" y="580445"/>
                    </a:lnTo>
                    <a:lnTo>
                      <a:pt x="5735" y="544388"/>
                    </a:lnTo>
                    <a:lnTo>
                      <a:pt x="36666" y="563241"/>
                    </a:lnTo>
                    <a:lnTo>
                      <a:pt x="33799" y="558665"/>
                    </a:lnTo>
                    <a:lnTo>
                      <a:pt x="6344" y="575869"/>
                    </a:lnTo>
                    <a:lnTo>
                      <a:pt x="9211" y="580445"/>
                    </a:lnTo>
                    <a:lnTo>
                      <a:pt x="4636" y="583312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2868" y="539812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41242" y="560373"/>
                    </a:lnTo>
                    <a:lnTo>
                      <a:pt x="29223" y="561532"/>
                    </a:lnTo>
                    <a:lnTo>
                      <a:pt x="27515" y="568975"/>
                    </a:lnTo>
                    <a:lnTo>
                      <a:pt x="20072" y="567267"/>
                    </a:lnTo>
                    <a:lnTo>
                      <a:pt x="18363" y="574710"/>
                    </a:lnTo>
                    <a:lnTo>
                      <a:pt x="10920" y="573001"/>
                    </a:lnTo>
                    <a:lnTo>
                      <a:pt x="4636" y="583312"/>
                    </a:lnTo>
                    <a:lnTo>
                      <a:pt x="6344" y="575869"/>
                    </a:lnTo>
                    <a:lnTo>
                      <a:pt x="13787" y="577577"/>
                    </a:lnTo>
                    <a:lnTo>
                      <a:pt x="15496" y="570134"/>
                    </a:lnTo>
                    <a:lnTo>
                      <a:pt x="22939" y="571843"/>
                    </a:lnTo>
                    <a:lnTo>
                      <a:pt x="24647" y="564399"/>
                    </a:lnTo>
                    <a:lnTo>
                      <a:pt x="32091" y="566108"/>
                    </a:lnTo>
                    <a:lnTo>
                      <a:pt x="33799" y="558665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0" y="535236"/>
                    </a:lnTo>
                    <a:lnTo>
                      <a:pt x="5735" y="544388"/>
                    </a:lnTo>
                    <a:lnTo>
                      <a:pt x="1159" y="547255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344" y="575869"/>
                    </a:lnTo>
                    <a:moveTo>
                      <a:pt x="218175" y="449503"/>
                    </a:moveTo>
                    <a:lnTo>
                      <a:pt x="213540" y="401427"/>
                    </a:lnTo>
                    <a:lnTo>
                      <a:pt x="254782" y="426564"/>
                    </a:lnTo>
                    <a:lnTo>
                      <a:pt x="218175" y="449503"/>
                    </a:lnTo>
                    <a:lnTo>
                      <a:pt x="222751" y="446636"/>
                    </a:lnTo>
                    <a:lnTo>
                      <a:pt x="219274" y="410579"/>
                    </a:lnTo>
                    <a:lnTo>
                      <a:pt x="250206" y="429432"/>
                    </a:lnTo>
                    <a:lnTo>
                      <a:pt x="247339" y="424856"/>
                    </a:lnTo>
                    <a:lnTo>
                      <a:pt x="219884" y="442060"/>
                    </a:lnTo>
                    <a:lnTo>
                      <a:pt x="222751" y="446636"/>
                    </a:lnTo>
                    <a:lnTo>
                      <a:pt x="218175" y="449503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16407" y="406003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54782" y="426564"/>
                    </a:lnTo>
                    <a:lnTo>
                      <a:pt x="242763" y="427723"/>
                    </a:lnTo>
                    <a:lnTo>
                      <a:pt x="241054" y="435166"/>
                    </a:lnTo>
                    <a:lnTo>
                      <a:pt x="233611" y="433458"/>
                    </a:lnTo>
                    <a:lnTo>
                      <a:pt x="231903" y="440901"/>
                    </a:lnTo>
                    <a:lnTo>
                      <a:pt x="224459" y="439193"/>
                    </a:lnTo>
                    <a:lnTo>
                      <a:pt x="218175" y="449503"/>
                    </a:lnTo>
                    <a:lnTo>
                      <a:pt x="219884" y="442060"/>
                    </a:lnTo>
                    <a:lnTo>
                      <a:pt x="227327" y="443768"/>
                    </a:lnTo>
                    <a:lnTo>
                      <a:pt x="229035" y="436325"/>
                    </a:lnTo>
                    <a:lnTo>
                      <a:pt x="236479" y="438034"/>
                    </a:lnTo>
                    <a:lnTo>
                      <a:pt x="238187" y="430590"/>
                    </a:lnTo>
                    <a:lnTo>
                      <a:pt x="245630" y="432299"/>
                    </a:lnTo>
                    <a:lnTo>
                      <a:pt x="247339" y="424856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13540" y="401427"/>
                    </a:lnTo>
                    <a:lnTo>
                      <a:pt x="219274" y="410579"/>
                    </a:lnTo>
                    <a:lnTo>
                      <a:pt x="214699" y="413446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19884" y="442060"/>
                    </a:lnTo>
                    <a:moveTo>
                      <a:pt x="431715" y="315694"/>
                    </a:moveTo>
                    <a:lnTo>
                      <a:pt x="427079" y="267618"/>
                    </a:lnTo>
                    <a:lnTo>
                      <a:pt x="468321" y="292755"/>
                    </a:lnTo>
                    <a:lnTo>
                      <a:pt x="431715" y="315694"/>
                    </a:lnTo>
                    <a:lnTo>
                      <a:pt x="436291" y="312827"/>
                    </a:lnTo>
                    <a:lnTo>
                      <a:pt x="432814" y="276770"/>
                    </a:lnTo>
                    <a:lnTo>
                      <a:pt x="463746" y="295623"/>
                    </a:lnTo>
                    <a:lnTo>
                      <a:pt x="460878" y="291047"/>
                    </a:lnTo>
                    <a:lnTo>
                      <a:pt x="433423" y="308251"/>
                    </a:lnTo>
                    <a:lnTo>
                      <a:pt x="436291" y="312827"/>
                    </a:lnTo>
                    <a:lnTo>
                      <a:pt x="431715" y="315694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29947" y="272194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68321" y="292755"/>
                    </a:lnTo>
                    <a:lnTo>
                      <a:pt x="456302" y="293914"/>
                    </a:lnTo>
                    <a:lnTo>
                      <a:pt x="454594" y="301357"/>
                    </a:lnTo>
                    <a:lnTo>
                      <a:pt x="447151" y="299649"/>
                    </a:lnTo>
                    <a:lnTo>
                      <a:pt x="445442" y="307092"/>
                    </a:lnTo>
                    <a:lnTo>
                      <a:pt x="437999" y="305384"/>
                    </a:lnTo>
                    <a:lnTo>
                      <a:pt x="431715" y="315694"/>
                    </a:lnTo>
                    <a:lnTo>
                      <a:pt x="433423" y="308251"/>
                    </a:lnTo>
                    <a:lnTo>
                      <a:pt x="440866" y="309959"/>
                    </a:lnTo>
                    <a:lnTo>
                      <a:pt x="442575" y="302516"/>
                    </a:lnTo>
                    <a:lnTo>
                      <a:pt x="450018" y="304225"/>
                    </a:lnTo>
                    <a:lnTo>
                      <a:pt x="451727" y="296782"/>
                    </a:lnTo>
                    <a:lnTo>
                      <a:pt x="459170" y="298490"/>
                    </a:lnTo>
                    <a:lnTo>
                      <a:pt x="460878" y="291047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27079" y="267618"/>
                    </a:lnTo>
                    <a:lnTo>
                      <a:pt x="432814" y="276770"/>
                    </a:lnTo>
                    <a:lnTo>
                      <a:pt x="428238" y="279637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423" y="308251"/>
                    </a:lnTo>
                    <a:moveTo>
                      <a:pt x="645254" y="181885"/>
                    </a:moveTo>
                    <a:lnTo>
                      <a:pt x="640619" y="133809"/>
                    </a:lnTo>
                    <a:lnTo>
                      <a:pt x="681861" y="158946"/>
                    </a:lnTo>
                    <a:lnTo>
                      <a:pt x="645254" y="181885"/>
                    </a:lnTo>
                    <a:lnTo>
                      <a:pt x="649830" y="179018"/>
                    </a:lnTo>
                    <a:lnTo>
                      <a:pt x="646354" y="142961"/>
                    </a:lnTo>
                    <a:lnTo>
                      <a:pt x="677285" y="161814"/>
                    </a:lnTo>
                    <a:lnTo>
                      <a:pt x="674418" y="157238"/>
                    </a:lnTo>
                    <a:lnTo>
                      <a:pt x="646963" y="174442"/>
                    </a:lnTo>
                    <a:lnTo>
                      <a:pt x="649830" y="179018"/>
                    </a:lnTo>
                    <a:lnTo>
                      <a:pt x="645254" y="181885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3486" y="138385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81861" y="158946"/>
                    </a:lnTo>
                    <a:lnTo>
                      <a:pt x="669842" y="160105"/>
                    </a:lnTo>
                    <a:lnTo>
                      <a:pt x="668134" y="167548"/>
                    </a:lnTo>
                    <a:lnTo>
                      <a:pt x="660690" y="165840"/>
                    </a:lnTo>
                    <a:lnTo>
                      <a:pt x="658982" y="173283"/>
                    </a:lnTo>
                    <a:lnTo>
                      <a:pt x="651539" y="171575"/>
                    </a:lnTo>
                    <a:lnTo>
                      <a:pt x="645254" y="181885"/>
                    </a:lnTo>
                    <a:lnTo>
                      <a:pt x="646963" y="174442"/>
                    </a:lnTo>
                    <a:lnTo>
                      <a:pt x="654406" y="176150"/>
                    </a:lnTo>
                    <a:lnTo>
                      <a:pt x="656114" y="168707"/>
                    </a:lnTo>
                    <a:lnTo>
                      <a:pt x="663558" y="170416"/>
                    </a:lnTo>
                    <a:lnTo>
                      <a:pt x="665266" y="162973"/>
                    </a:lnTo>
                    <a:lnTo>
                      <a:pt x="672709" y="164681"/>
                    </a:lnTo>
                    <a:lnTo>
                      <a:pt x="674418" y="157238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40619" y="133809"/>
                    </a:lnTo>
                    <a:lnTo>
                      <a:pt x="646354" y="142961"/>
                    </a:lnTo>
                    <a:lnTo>
                      <a:pt x="641778" y="145828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6963" y="174442"/>
                    </a:lnTo>
                    <a:moveTo>
                      <a:pt x="858794" y="48076"/>
                    </a:moveTo>
                    <a:lnTo>
                      <a:pt x="854159" y="0"/>
                    </a:lnTo>
                    <a:lnTo>
                      <a:pt x="895401" y="25137"/>
                    </a:lnTo>
                    <a:lnTo>
                      <a:pt x="858794" y="48076"/>
                    </a:lnTo>
                    <a:lnTo>
                      <a:pt x="863370" y="45209"/>
                    </a:lnTo>
                    <a:lnTo>
                      <a:pt x="859893" y="9152"/>
                    </a:lnTo>
                    <a:lnTo>
                      <a:pt x="890825" y="28005"/>
                    </a:lnTo>
                    <a:lnTo>
                      <a:pt x="887957" y="23429"/>
                    </a:lnTo>
                    <a:lnTo>
                      <a:pt x="860502" y="40633"/>
                    </a:lnTo>
                    <a:lnTo>
                      <a:pt x="863370" y="45209"/>
                    </a:lnTo>
                    <a:lnTo>
                      <a:pt x="858794" y="48076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57026" y="4576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95401" y="25137"/>
                    </a:lnTo>
                    <a:lnTo>
                      <a:pt x="883382" y="26296"/>
                    </a:lnTo>
                    <a:lnTo>
                      <a:pt x="881673" y="33739"/>
                    </a:lnTo>
                    <a:lnTo>
                      <a:pt x="874230" y="32031"/>
                    </a:lnTo>
                    <a:lnTo>
                      <a:pt x="872521" y="39474"/>
                    </a:lnTo>
                    <a:lnTo>
                      <a:pt x="865078" y="37766"/>
                    </a:lnTo>
                    <a:lnTo>
                      <a:pt x="858794" y="48076"/>
                    </a:lnTo>
                    <a:lnTo>
                      <a:pt x="860502" y="40633"/>
                    </a:lnTo>
                    <a:lnTo>
                      <a:pt x="867946" y="42341"/>
                    </a:lnTo>
                    <a:lnTo>
                      <a:pt x="869654" y="34898"/>
                    </a:lnTo>
                    <a:lnTo>
                      <a:pt x="877097" y="36607"/>
                    </a:lnTo>
                    <a:lnTo>
                      <a:pt x="878806" y="29164"/>
                    </a:lnTo>
                    <a:lnTo>
                      <a:pt x="886249" y="30872"/>
                    </a:lnTo>
                    <a:lnTo>
                      <a:pt x="887957" y="23429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54159" y="0"/>
                    </a:lnTo>
                    <a:lnTo>
                      <a:pt x="859893" y="9152"/>
                    </a:lnTo>
                    <a:lnTo>
                      <a:pt x="855317" y="12019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0502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99" name="Контур"/>
              <p:cNvSpPr/>
              <p:nvPr/>
            </p:nvSpPr>
            <p:spPr>
              <a:xfrm>
                <a:off x="1367043" y="9106704"/>
                <a:ext cx="1015875" cy="636571"/>
              </a:xfrm>
              <a:custGeom>
                <a:avLst/>
                <a:gdLst/>
                <a:ahLst/>
                <a:cxnLst/>
                <a:rect l="l" t="t" r="r" b="b"/>
                <a:pathLst>
                  <a:path w="1015875" h="636571" fill="none">
                    <a:moveTo>
                      <a:pt x="0" y="636571"/>
                    </a:moveTo>
                    <a:lnTo>
                      <a:pt x="106770" y="569667"/>
                    </a:lnTo>
                    <a:moveTo>
                      <a:pt x="106770" y="569667"/>
                    </a:moveTo>
                    <a:lnTo>
                      <a:pt x="213540" y="502762"/>
                    </a:lnTo>
                    <a:moveTo>
                      <a:pt x="213540" y="502762"/>
                    </a:moveTo>
                    <a:lnTo>
                      <a:pt x="320310" y="435858"/>
                    </a:lnTo>
                    <a:moveTo>
                      <a:pt x="320310" y="435858"/>
                    </a:moveTo>
                    <a:lnTo>
                      <a:pt x="427080" y="368953"/>
                    </a:lnTo>
                    <a:moveTo>
                      <a:pt x="427080" y="368953"/>
                    </a:moveTo>
                    <a:lnTo>
                      <a:pt x="533849" y="302049"/>
                    </a:lnTo>
                    <a:moveTo>
                      <a:pt x="533849" y="302049"/>
                    </a:moveTo>
                    <a:lnTo>
                      <a:pt x="640619" y="235144"/>
                    </a:lnTo>
                    <a:moveTo>
                      <a:pt x="640619" y="235144"/>
                    </a:moveTo>
                    <a:lnTo>
                      <a:pt x="747389" y="168240"/>
                    </a:lnTo>
                    <a:moveTo>
                      <a:pt x="747389" y="168240"/>
                    </a:moveTo>
                    <a:lnTo>
                      <a:pt x="854159" y="101335"/>
                    </a:lnTo>
                    <a:moveTo>
                      <a:pt x="854159" y="101335"/>
                    </a:moveTo>
                    <a:lnTo>
                      <a:pt x="960929" y="34431"/>
                    </a:lnTo>
                    <a:moveTo>
                      <a:pt x="960929" y="34431"/>
                    </a:moveTo>
                    <a:lnTo>
                      <a:pt x="101587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00" name="Контур"/>
              <p:cNvSpPr/>
              <p:nvPr/>
            </p:nvSpPr>
            <p:spPr>
              <a:xfrm>
                <a:off x="1497851" y="9138817"/>
                <a:ext cx="895401" cy="583312"/>
              </a:xfrm>
              <a:custGeom>
                <a:avLst/>
                <a:gdLst/>
                <a:ahLst/>
                <a:cxnLst/>
                <a:rect l="l" t="t" r="r" b="b"/>
                <a:pathLst>
                  <a:path w="895401" h="583312" fill="none">
                    <a:moveTo>
                      <a:pt x="4636" y="583312"/>
                    </a:moveTo>
                    <a:lnTo>
                      <a:pt x="0" y="535236"/>
                    </a:lnTo>
                    <a:lnTo>
                      <a:pt x="41242" y="560373"/>
                    </a:lnTo>
                    <a:lnTo>
                      <a:pt x="4636" y="583312"/>
                    </a:lnTo>
                    <a:lnTo>
                      <a:pt x="9211" y="580445"/>
                    </a:lnTo>
                    <a:lnTo>
                      <a:pt x="5735" y="544388"/>
                    </a:lnTo>
                    <a:lnTo>
                      <a:pt x="36666" y="563241"/>
                    </a:lnTo>
                    <a:lnTo>
                      <a:pt x="33799" y="558665"/>
                    </a:lnTo>
                    <a:lnTo>
                      <a:pt x="6344" y="575869"/>
                    </a:lnTo>
                    <a:lnTo>
                      <a:pt x="9211" y="580445"/>
                    </a:lnTo>
                    <a:lnTo>
                      <a:pt x="4636" y="583312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2868" y="539812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41242" y="560373"/>
                    </a:lnTo>
                    <a:lnTo>
                      <a:pt x="29223" y="561532"/>
                    </a:lnTo>
                    <a:lnTo>
                      <a:pt x="27515" y="568975"/>
                    </a:lnTo>
                    <a:lnTo>
                      <a:pt x="20072" y="567267"/>
                    </a:lnTo>
                    <a:lnTo>
                      <a:pt x="18363" y="574710"/>
                    </a:lnTo>
                    <a:lnTo>
                      <a:pt x="10920" y="573001"/>
                    </a:lnTo>
                    <a:lnTo>
                      <a:pt x="4636" y="583312"/>
                    </a:lnTo>
                    <a:lnTo>
                      <a:pt x="6344" y="575869"/>
                    </a:lnTo>
                    <a:lnTo>
                      <a:pt x="13787" y="577577"/>
                    </a:lnTo>
                    <a:lnTo>
                      <a:pt x="15496" y="570134"/>
                    </a:lnTo>
                    <a:lnTo>
                      <a:pt x="22939" y="571843"/>
                    </a:lnTo>
                    <a:lnTo>
                      <a:pt x="24647" y="564399"/>
                    </a:lnTo>
                    <a:lnTo>
                      <a:pt x="32091" y="566108"/>
                    </a:lnTo>
                    <a:lnTo>
                      <a:pt x="33799" y="558665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0" y="535236"/>
                    </a:lnTo>
                    <a:lnTo>
                      <a:pt x="5735" y="544388"/>
                    </a:lnTo>
                    <a:lnTo>
                      <a:pt x="1159" y="547255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344" y="575869"/>
                    </a:lnTo>
                    <a:moveTo>
                      <a:pt x="218175" y="449503"/>
                    </a:moveTo>
                    <a:lnTo>
                      <a:pt x="213540" y="401427"/>
                    </a:lnTo>
                    <a:lnTo>
                      <a:pt x="254782" y="426564"/>
                    </a:lnTo>
                    <a:lnTo>
                      <a:pt x="218175" y="449503"/>
                    </a:lnTo>
                    <a:lnTo>
                      <a:pt x="222751" y="446636"/>
                    </a:lnTo>
                    <a:lnTo>
                      <a:pt x="219274" y="410579"/>
                    </a:lnTo>
                    <a:lnTo>
                      <a:pt x="250206" y="429432"/>
                    </a:lnTo>
                    <a:lnTo>
                      <a:pt x="247339" y="424856"/>
                    </a:lnTo>
                    <a:lnTo>
                      <a:pt x="219884" y="442060"/>
                    </a:lnTo>
                    <a:lnTo>
                      <a:pt x="222751" y="446636"/>
                    </a:lnTo>
                    <a:lnTo>
                      <a:pt x="218175" y="449503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16407" y="406003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54782" y="426564"/>
                    </a:lnTo>
                    <a:lnTo>
                      <a:pt x="242763" y="427723"/>
                    </a:lnTo>
                    <a:lnTo>
                      <a:pt x="241054" y="435166"/>
                    </a:lnTo>
                    <a:lnTo>
                      <a:pt x="233611" y="433458"/>
                    </a:lnTo>
                    <a:lnTo>
                      <a:pt x="231903" y="440901"/>
                    </a:lnTo>
                    <a:lnTo>
                      <a:pt x="224459" y="439193"/>
                    </a:lnTo>
                    <a:lnTo>
                      <a:pt x="218175" y="449503"/>
                    </a:lnTo>
                    <a:lnTo>
                      <a:pt x="219884" y="442060"/>
                    </a:lnTo>
                    <a:lnTo>
                      <a:pt x="227327" y="443768"/>
                    </a:lnTo>
                    <a:lnTo>
                      <a:pt x="229035" y="436325"/>
                    </a:lnTo>
                    <a:lnTo>
                      <a:pt x="236479" y="438034"/>
                    </a:lnTo>
                    <a:lnTo>
                      <a:pt x="238187" y="430590"/>
                    </a:lnTo>
                    <a:lnTo>
                      <a:pt x="245630" y="432299"/>
                    </a:lnTo>
                    <a:lnTo>
                      <a:pt x="247339" y="424856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13540" y="401427"/>
                    </a:lnTo>
                    <a:lnTo>
                      <a:pt x="219274" y="410579"/>
                    </a:lnTo>
                    <a:lnTo>
                      <a:pt x="214699" y="413446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19884" y="442060"/>
                    </a:lnTo>
                    <a:moveTo>
                      <a:pt x="431715" y="315694"/>
                    </a:moveTo>
                    <a:lnTo>
                      <a:pt x="427079" y="267618"/>
                    </a:lnTo>
                    <a:lnTo>
                      <a:pt x="468321" y="292755"/>
                    </a:lnTo>
                    <a:lnTo>
                      <a:pt x="431715" y="315694"/>
                    </a:lnTo>
                    <a:lnTo>
                      <a:pt x="436291" y="312827"/>
                    </a:lnTo>
                    <a:lnTo>
                      <a:pt x="432814" y="276770"/>
                    </a:lnTo>
                    <a:lnTo>
                      <a:pt x="463746" y="295623"/>
                    </a:lnTo>
                    <a:lnTo>
                      <a:pt x="460878" y="291047"/>
                    </a:lnTo>
                    <a:lnTo>
                      <a:pt x="433423" y="308251"/>
                    </a:lnTo>
                    <a:lnTo>
                      <a:pt x="436291" y="312827"/>
                    </a:lnTo>
                    <a:lnTo>
                      <a:pt x="431715" y="315694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29947" y="272194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68321" y="292755"/>
                    </a:lnTo>
                    <a:lnTo>
                      <a:pt x="456302" y="293914"/>
                    </a:lnTo>
                    <a:lnTo>
                      <a:pt x="454594" y="301357"/>
                    </a:lnTo>
                    <a:lnTo>
                      <a:pt x="447151" y="299649"/>
                    </a:lnTo>
                    <a:lnTo>
                      <a:pt x="445442" y="307092"/>
                    </a:lnTo>
                    <a:lnTo>
                      <a:pt x="437999" y="305384"/>
                    </a:lnTo>
                    <a:lnTo>
                      <a:pt x="431715" y="315694"/>
                    </a:lnTo>
                    <a:lnTo>
                      <a:pt x="433423" y="308251"/>
                    </a:lnTo>
                    <a:lnTo>
                      <a:pt x="440866" y="309959"/>
                    </a:lnTo>
                    <a:lnTo>
                      <a:pt x="442575" y="302516"/>
                    </a:lnTo>
                    <a:lnTo>
                      <a:pt x="450018" y="304225"/>
                    </a:lnTo>
                    <a:lnTo>
                      <a:pt x="451727" y="296782"/>
                    </a:lnTo>
                    <a:lnTo>
                      <a:pt x="459170" y="298490"/>
                    </a:lnTo>
                    <a:lnTo>
                      <a:pt x="460878" y="291047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27079" y="267618"/>
                    </a:lnTo>
                    <a:lnTo>
                      <a:pt x="432814" y="276770"/>
                    </a:lnTo>
                    <a:lnTo>
                      <a:pt x="428238" y="279637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423" y="308251"/>
                    </a:lnTo>
                    <a:moveTo>
                      <a:pt x="645254" y="181885"/>
                    </a:moveTo>
                    <a:lnTo>
                      <a:pt x="640619" y="133809"/>
                    </a:lnTo>
                    <a:lnTo>
                      <a:pt x="681861" y="158946"/>
                    </a:lnTo>
                    <a:lnTo>
                      <a:pt x="645254" y="181885"/>
                    </a:lnTo>
                    <a:lnTo>
                      <a:pt x="649830" y="179018"/>
                    </a:lnTo>
                    <a:lnTo>
                      <a:pt x="646354" y="142961"/>
                    </a:lnTo>
                    <a:lnTo>
                      <a:pt x="677285" y="161814"/>
                    </a:lnTo>
                    <a:lnTo>
                      <a:pt x="674418" y="157238"/>
                    </a:lnTo>
                    <a:lnTo>
                      <a:pt x="646963" y="174442"/>
                    </a:lnTo>
                    <a:lnTo>
                      <a:pt x="649830" y="179018"/>
                    </a:lnTo>
                    <a:lnTo>
                      <a:pt x="645254" y="181885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3486" y="138385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81861" y="158946"/>
                    </a:lnTo>
                    <a:lnTo>
                      <a:pt x="669842" y="160105"/>
                    </a:lnTo>
                    <a:lnTo>
                      <a:pt x="668134" y="167548"/>
                    </a:lnTo>
                    <a:lnTo>
                      <a:pt x="660690" y="165840"/>
                    </a:lnTo>
                    <a:lnTo>
                      <a:pt x="658982" y="173283"/>
                    </a:lnTo>
                    <a:lnTo>
                      <a:pt x="651539" y="171575"/>
                    </a:lnTo>
                    <a:lnTo>
                      <a:pt x="645254" y="181885"/>
                    </a:lnTo>
                    <a:lnTo>
                      <a:pt x="646963" y="174442"/>
                    </a:lnTo>
                    <a:lnTo>
                      <a:pt x="654406" y="176150"/>
                    </a:lnTo>
                    <a:lnTo>
                      <a:pt x="656114" y="168707"/>
                    </a:lnTo>
                    <a:lnTo>
                      <a:pt x="663558" y="170416"/>
                    </a:lnTo>
                    <a:lnTo>
                      <a:pt x="665266" y="162973"/>
                    </a:lnTo>
                    <a:lnTo>
                      <a:pt x="672709" y="164681"/>
                    </a:lnTo>
                    <a:lnTo>
                      <a:pt x="674418" y="157238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40619" y="133809"/>
                    </a:lnTo>
                    <a:lnTo>
                      <a:pt x="646354" y="142961"/>
                    </a:lnTo>
                    <a:lnTo>
                      <a:pt x="641778" y="145828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6963" y="174442"/>
                    </a:lnTo>
                    <a:moveTo>
                      <a:pt x="858794" y="48076"/>
                    </a:moveTo>
                    <a:lnTo>
                      <a:pt x="854159" y="0"/>
                    </a:lnTo>
                    <a:lnTo>
                      <a:pt x="895401" y="25137"/>
                    </a:lnTo>
                    <a:lnTo>
                      <a:pt x="858794" y="48076"/>
                    </a:lnTo>
                    <a:lnTo>
                      <a:pt x="863370" y="45209"/>
                    </a:lnTo>
                    <a:lnTo>
                      <a:pt x="859893" y="9152"/>
                    </a:lnTo>
                    <a:lnTo>
                      <a:pt x="890825" y="28005"/>
                    </a:lnTo>
                    <a:lnTo>
                      <a:pt x="887957" y="23429"/>
                    </a:lnTo>
                    <a:lnTo>
                      <a:pt x="860502" y="40633"/>
                    </a:lnTo>
                    <a:lnTo>
                      <a:pt x="863370" y="45209"/>
                    </a:lnTo>
                    <a:lnTo>
                      <a:pt x="858794" y="48076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57026" y="4576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95401" y="25137"/>
                    </a:lnTo>
                    <a:lnTo>
                      <a:pt x="883382" y="26296"/>
                    </a:lnTo>
                    <a:lnTo>
                      <a:pt x="881673" y="33739"/>
                    </a:lnTo>
                    <a:lnTo>
                      <a:pt x="874230" y="32031"/>
                    </a:lnTo>
                    <a:lnTo>
                      <a:pt x="872521" y="39474"/>
                    </a:lnTo>
                    <a:lnTo>
                      <a:pt x="865078" y="37766"/>
                    </a:lnTo>
                    <a:lnTo>
                      <a:pt x="858794" y="48076"/>
                    </a:lnTo>
                    <a:lnTo>
                      <a:pt x="860502" y="40633"/>
                    </a:lnTo>
                    <a:lnTo>
                      <a:pt x="867946" y="42341"/>
                    </a:lnTo>
                    <a:lnTo>
                      <a:pt x="869654" y="34898"/>
                    </a:lnTo>
                    <a:lnTo>
                      <a:pt x="877097" y="36607"/>
                    </a:lnTo>
                    <a:lnTo>
                      <a:pt x="878806" y="29164"/>
                    </a:lnTo>
                    <a:lnTo>
                      <a:pt x="886249" y="30872"/>
                    </a:lnTo>
                    <a:lnTo>
                      <a:pt x="887957" y="23429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54159" y="0"/>
                    </a:lnTo>
                    <a:lnTo>
                      <a:pt x="859893" y="9152"/>
                    </a:lnTo>
                    <a:lnTo>
                      <a:pt x="855317" y="12019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0502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01" name="Контур"/>
              <p:cNvSpPr/>
              <p:nvPr/>
            </p:nvSpPr>
            <p:spPr>
              <a:xfrm>
                <a:off x="1526977" y="9506868"/>
                <a:ext cx="855941" cy="491636"/>
              </a:xfrm>
              <a:custGeom>
                <a:avLst/>
                <a:gdLst/>
                <a:ahLst/>
                <a:cxnLst/>
                <a:rect l="l" t="t" r="r" b="b"/>
                <a:pathLst>
                  <a:path w="855941" h="491636" fill="none">
                    <a:moveTo>
                      <a:pt x="855941" y="0"/>
                    </a:moveTo>
                    <a:lnTo>
                      <a:pt x="742267" y="54352"/>
                    </a:lnTo>
                    <a:moveTo>
                      <a:pt x="742267" y="54352"/>
                    </a:moveTo>
                    <a:lnTo>
                      <a:pt x="628592" y="108704"/>
                    </a:lnTo>
                    <a:moveTo>
                      <a:pt x="628592" y="108704"/>
                    </a:moveTo>
                    <a:lnTo>
                      <a:pt x="514918" y="163056"/>
                    </a:lnTo>
                    <a:moveTo>
                      <a:pt x="514918" y="163056"/>
                    </a:moveTo>
                    <a:lnTo>
                      <a:pt x="401244" y="217408"/>
                    </a:lnTo>
                    <a:moveTo>
                      <a:pt x="401244" y="217408"/>
                    </a:moveTo>
                    <a:lnTo>
                      <a:pt x="343560" y="244988"/>
                    </a:lnTo>
                    <a:lnTo>
                      <a:pt x="355105" y="269136"/>
                    </a:lnTo>
                    <a:lnTo>
                      <a:pt x="325196" y="287877"/>
                    </a:lnTo>
                    <a:moveTo>
                      <a:pt x="325196" y="287877"/>
                    </a:moveTo>
                    <a:lnTo>
                      <a:pt x="218423" y="354778"/>
                    </a:lnTo>
                    <a:moveTo>
                      <a:pt x="218423" y="354778"/>
                    </a:moveTo>
                    <a:lnTo>
                      <a:pt x="111651" y="421679"/>
                    </a:lnTo>
                    <a:moveTo>
                      <a:pt x="111651" y="421679"/>
                    </a:moveTo>
                    <a:lnTo>
                      <a:pt x="4879" y="488579"/>
                    </a:lnTo>
                    <a:moveTo>
                      <a:pt x="4879" y="488579"/>
                    </a:moveTo>
                    <a:lnTo>
                      <a:pt x="0" y="49163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02" name="Контур"/>
              <p:cNvSpPr/>
              <p:nvPr/>
            </p:nvSpPr>
            <p:spPr>
              <a:xfrm>
                <a:off x="1573349" y="9512503"/>
                <a:ext cx="672601" cy="418360"/>
              </a:xfrm>
              <a:custGeom>
                <a:avLst/>
                <a:gdLst/>
                <a:ahLst/>
                <a:cxnLst/>
                <a:rect l="l" t="t" r="r" b="b"/>
                <a:pathLst>
                  <a:path w="672601" h="418360" fill="none">
                    <a:moveTo>
                      <a:pt x="672601" y="0"/>
                    </a:moveTo>
                    <a:lnTo>
                      <a:pt x="671749" y="48291"/>
                    </a:lnTo>
                    <a:lnTo>
                      <a:pt x="633627" y="18635"/>
                    </a:lnTo>
                    <a:lnTo>
                      <a:pt x="672601" y="0"/>
                    </a:lnTo>
                    <a:lnTo>
                      <a:pt x="667730" y="2329"/>
                    </a:lnTo>
                    <a:lnTo>
                      <a:pt x="667090" y="38548"/>
                    </a:lnTo>
                    <a:lnTo>
                      <a:pt x="638499" y="16305"/>
                    </a:lnTo>
                    <a:lnTo>
                      <a:pt x="640828" y="21177"/>
                    </a:lnTo>
                    <a:lnTo>
                      <a:pt x="670059" y="7201"/>
                    </a:lnTo>
                    <a:lnTo>
                      <a:pt x="667730" y="2329"/>
                    </a:lnTo>
                    <a:lnTo>
                      <a:pt x="672601" y="0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9420" y="434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33627" y="18635"/>
                    </a:lnTo>
                    <a:lnTo>
                      <a:pt x="645700" y="18848"/>
                    </a:lnTo>
                    <a:lnTo>
                      <a:pt x="648242" y="11646"/>
                    </a:lnTo>
                    <a:lnTo>
                      <a:pt x="655444" y="14189"/>
                    </a:lnTo>
                    <a:lnTo>
                      <a:pt x="657986" y="6988"/>
                    </a:lnTo>
                    <a:lnTo>
                      <a:pt x="665187" y="9530"/>
                    </a:lnTo>
                    <a:lnTo>
                      <a:pt x="672601" y="0"/>
                    </a:lnTo>
                    <a:lnTo>
                      <a:pt x="670059" y="7201"/>
                    </a:lnTo>
                    <a:lnTo>
                      <a:pt x="662858" y="4658"/>
                    </a:lnTo>
                    <a:lnTo>
                      <a:pt x="660315" y="11859"/>
                    </a:lnTo>
                    <a:lnTo>
                      <a:pt x="653114" y="9317"/>
                    </a:lnTo>
                    <a:lnTo>
                      <a:pt x="650572" y="16518"/>
                    </a:lnTo>
                    <a:lnTo>
                      <a:pt x="643371" y="13976"/>
                    </a:lnTo>
                    <a:lnTo>
                      <a:pt x="640828" y="21177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71749" y="48291"/>
                    </a:lnTo>
                    <a:lnTo>
                      <a:pt x="667090" y="38548"/>
                    </a:lnTo>
                    <a:lnTo>
                      <a:pt x="671962" y="36218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70059" y="7201"/>
                    </a:lnTo>
                    <a:moveTo>
                      <a:pt x="445252" y="108703"/>
                    </a:moveTo>
                    <a:lnTo>
                      <a:pt x="444400" y="156995"/>
                    </a:lnTo>
                    <a:lnTo>
                      <a:pt x="406278" y="127338"/>
                    </a:lnTo>
                    <a:lnTo>
                      <a:pt x="445252" y="108703"/>
                    </a:lnTo>
                    <a:lnTo>
                      <a:pt x="440381" y="111033"/>
                    </a:lnTo>
                    <a:lnTo>
                      <a:pt x="439741" y="147251"/>
                    </a:lnTo>
                    <a:lnTo>
                      <a:pt x="411150" y="125009"/>
                    </a:lnTo>
                    <a:lnTo>
                      <a:pt x="413479" y="129880"/>
                    </a:lnTo>
                    <a:lnTo>
                      <a:pt x="442710" y="115904"/>
                    </a:lnTo>
                    <a:lnTo>
                      <a:pt x="440381" y="111033"/>
                    </a:lnTo>
                    <a:lnTo>
                      <a:pt x="445252" y="108703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2071" y="1521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06278" y="127338"/>
                    </a:lnTo>
                    <a:lnTo>
                      <a:pt x="418351" y="127551"/>
                    </a:lnTo>
                    <a:lnTo>
                      <a:pt x="420894" y="120350"/>
                    </a:lnTo>
                    <a:lnTo>
                      <a:pt x="428095" y="122892"/>
                    </a:lnTo>
                    <a:lnTo>
                      <a:pt x="430637" y="115691"/>
                    </a:lnTo>
                    <a:lnTo>
                      <a:pt x="437838" y="118234"/>
                    </a:lnTo>
                    <a:lnTo>
                      <a:pt x="445252" y="108703"/>
                    </a:lnTo>
                    <a:lnTo>
                      <a:pt x="442710" y="115904"/>
                    </a:lnTo>
                    <a:lnTo>
                      <a:pt x="435509" y="113362"/>
                    </a:lnTo>
                    <a:lnTo>
                      <a:pt x="432966" y="120563"/>
                    </a:lnTo>
                    <a:lnTo>
                      <a:pt x="425765" y="118021"/>
                    </a:lnTo>
                    <a:lnTo>
                      <a:pt x="423223" y="125222"/>
                    </a:lnTo>
                    <a:lnTo>
                      <a:pt x="416022" y="122679"/>
                    </a:lnTo>
                    <a:lnTo>
                      <a:pt x="413479" y="129880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44400" y="156995"/>
                    </a:lnTo>
                    <a:lnTo>
                      <a:pt x="439741" y="147251"/>
                    </a:lnTo>
                    <a:lnTo>
                      <a:pt x="444613" y="144922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42710" y="115904"/>
                    </a:lnTo>
                    <a:moveTo>
                      <a:pt x="250152" y="236483"/>
                    </a:moveTo>
                    <a:lnTo>
                      <a:pt x="254785" y="284559"/>
                    </a:lnTo>
                    <a:lnTo>
                      <a:pt x="213544" y="259420"/>
                    </a:lnTo>
                    <a:lnTo>
                      <a:pt x="250152" y="236483"/>
                    </a:lnTo>
                    <a:lnTo>
                      <a:pt x="245576" y="239350"/>
                    </a:lnTo>
                    <a:lnTo>
                      <a:pt x="249051" y="275407"/>
                    </a:lnTo>
                    <a:lnTo>
                      <a:pt x="218120" y="256553"/>
                    </a:lnTo>
                    <a:lnTo>
                      <a:pt x="220987" y="261129"/>
                    </a:lnTo>
                    <a:lnTo>
                      <a:pt x="248443" y="243926"/>
                    </a:lnTo>
                    <a:lnTo>
                      <a:pt x="245576" y="239350"/>
                    </a:lnTo>
                    <a:lnTo>
                      <a:pt x="250152" y="236483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51918" y="279983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13544" y="259420"/>
                    </a:lnTo>
                    <a:lnTo>
                      <a:pt x="225563" y="258262"/>
                    </a:lnTo>
                    <a:lnTo>
                      <a:pt x="227272" y="250819"/>
                    </a:lnTo>
                    <a:lnTo>
                      <a:pt x="234715" y="252527"/>
                    </a:lnTo>
                    <a:lnTo>
                      <a:pt x="236424" y="245084"/>
                    </a:lnTo>
                    <a:lnTo>
                      <a:pt x="243867" y="246793"/>
                    </a:lnTo>
                    <a:lnTo>
                      <a:pt x="250152" y="236483"/>
                    </a:lnTo>
                    <a:lnTo>
                      <a:pt x="248443" y="243926"/>
                    </a:lnTo>
                    <a:lnTo>
                      <a:pt x="241000" y="242217"/>
                    </a:lnTo>
                    <a:lnTo>
                      <a:pt x="239291" y="249660"/>
                    </a:lnTo>
                    <a:lnTo>
                      <a:pt x="231848" y="247951"/>
                    </a:lnTo>
                    <a:lnTo>
                      <a:pt x="230139" y="255394"/>
                    </a:lnTo>
                    <a:lnTo>
                      <a:pt x="222696" y="253686"/>
                    </a:lnTo>
                    <a:lnTo>
                      <a:pt x="220987" y="261129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54785" y="284559"/>
                    </a:lnTo>
                    <a:lnTo>
                      <a:pt x="249051" y="275407"/>
                    </a:lnTo>
                    <a:lnTo>
                      <a:pt x="253627" y="272540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8443" y="243926"/>
                    </a:lnTo>
                    <a:moveTo>
                      <a:pt x="36608" y="370284"/>
                    </a:moveTo>
                    <a:lnTo>
                      <a:pt x="41241" y="418360"/>
                    </a:lnTo>
                    <a:lnTo>
                      <a:pt x="0" y="393221"/>
                    </a:lnTo>
                    <a:lnTo>
                      <a:pt x="36608" y="370284"/>
                    </a:lnTo>
                    <a:lnTo>
                      <a:pt x="32032" y="373151"/>
                    </a:lnTo>
                    <a:lnTo>
                      <a:pt x="35507" y="409208"/>
                    </a:lnTo>
                    <a:lnTo>
                      <a:pt x="4576" y="390354"/>
                    </a:lnTo>
                    <a:lnTo>
                      <a:pt x="7443" y="394930"/>
                    </a:lnTo>
                    <a:lnTo>
                      <a:pt x="34899" y="377727"/>
                    </a:lnTo>
                    <a:lnTo>
                      <a:pt x="32032" y="373151"/>
                    </a:lnTo>
                    <a:lnTo>
                      <a:pt x="36608" y="370284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8374" y="413784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0" y="393221"/>
                    </a:lnTo>
                    <a:lnTo>
                      <a:pt x="12019" y="392063"/>
                    </a:lnTo>
                    <a:lnTo>
                      <a:pt x="13728" y="384620"/>
                    </a:lnTo>
                    <a:lnTo>
                      <a:pt x="21171" y="386329"/>
                    </a:lnTo>
                    <a:lnTo>
                      <a:pt x="22880" y="378886"/>
                    </a:lnTo>
                    <a:lnTo>
                      <a:pt x="30323" y="380594"/>
                    </a:lnTo>
                    <a:lnTo>
                      <a:pt x="36608" y="370284"/>
                    </a:lnTo>
                    <a:lnTo>
                      <a:pt x="34899" y="377727"/>
                    </a:lnTo>
                    <a:lnTo>
                      <a:pt x="27456" y="376018"/>
                    </a:lnTo>
                    <a:lnTo>
                      <a:pt x="25747" y="383462"/>
                    </a:lnTo>
                    <a:lnTo>
                      <a:pt x="18304" y="381753"/>
                    </a:lnTo>
                    <a:lnTo>
                      <a:pt x="16595" y="389196"/>
                    </a:lnTo>
                    <a:lnTo>
                      <a:pt x="9152" y="387487"/>
                    </a:lnTo>
                    <a:lnTo>
                      <a:pt x="7443" y="394930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41241" y="418360"/>
                    </a:lnTo>
                    <a:lnTo>
                      <a:pt x="35507" y="409208"/>
                    </a:lnTo>
                    <a:lnTo>
                      <a:pt x="40083" y="406341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899" y="3777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03" name="Контур"/>
              <p:cNvSpPr/>
              <p:nvPr/>
            </p:nvSpPr>
            <p:spPr>
              <a:xfrm>
                <a:off x="1367043" y="9106704"/>
                <a:ext cx="1015875" cy="636571"/>
              </a:xfrm>
              <a:custGeom>
                <a:avLst/>
                <a:gdLst/>
                <a:ahLst/>
                <a:cxnLst/>
                <a:rect l="l" t="t" r="r" b="b"/>
                <a:pathLst>
                  <a:path w="1015875" h="636571" fill="none">
                    <a:moveTo>
                      <a:pt x="0" y="636571"/>
                    </a:moveTo>
                    <a:lnTo>
                      <a:pt x="106770" y="569667"/>
                    </a:lnTo>
                    <a:moveTo>
                      <a:pt x="106770" y="569667"/>
                    </a:moveTo>
                    <a:lnTo>
                      <a:pt x="213540" y="502762"/>
                    </a:lnTo>
                    <a:moveTo>
                      <a:pt x="213540" y="502762"/>
                    </a:moveTo>
                    <a:lnTo>
                      <a:pt x="320310" y="435858"/>
                    </a:lnTo>
                    <a:moveTo>
                      <a:pt x="320310" y="435858"/>
                    </a:moveTo>
                    <a:lnTo>
                      <a:pt x="427080" y="368953"/>
                    </a:lnTo>
                    <a:moveTo>
                      <a:pt x="427080" y="368953"/>
                    </a:moveTo>
                    <a:lnTo>
                      <a:pt x="533849" y="302049"/>
                    </a:lnTo>
                    <a:moveTo>
                      <a:pt x="533849" y="302049"/>
                    </a:moveTo>
                    <a:lnTo>
                      <a:pt x="640619" y="235144"/>
                    </a:lnTo>
                    <a:moveTo>
                      <a:pt x="640619" y="235144"/>
                    </a:moveTo>
                    <a:lnTo>
                      <a:pt x="747389" y="168240"/>
                    </a:lnTo>
                    <a:moveTo>
                      <a:pt x="747389" y="168240"/>
                    </a:moveTo>
                    <a:lnTo>
                      <a:pt x="854159" y="101335"/>
                    </a:lnTo>
                    <a:moveTo>
                      <a:pt x="854159" y="101335"/>
                    </a:moveTo>
                    <a:lnTo>
                      <a:pt x="960929" y="34431"/>
                    </a:lnTo>
                    <a:moveTo>
                      <a:pt x="960929" y="34431"/>
                    </a:moveTo>
                    <a:lnTo>
                      <a:pt x="101587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04" name="Контур"/>
              <p:cNvSpPr/>
              <p:nvPr/>
            </p:nvSpPr>
            <p:spPr>
              <a:xfrm>
                <a:off x="1497851" y="9138817"/>
                <a:ext cx="895401" cy="583312"/>
              </a:xfrm>
              <a:custGeom>
                <a:avLst/>
                <a:gdLst/>
                <a:ahLst/>
                <a:cxnLst/>
                <a:rect l="l" t="t" r="r" b="b"/>
                <a:pathLst>
                  <a:path w="895401" h="583312" fill="none">
                    <a:moveTo>
                      <a:pt x="4636" y="583312"/>
                    </a:moveTo>
                    <a:lnTo>
                      <a:pt x="0" y="535236"/>
                    </a:lnTo>
                    <a:lnTo>
                      <a:pt x="41242" y="560373"/>
                    </a:lnTo>
                    <a:lnTo>
                      <a:pt x="4636" y="583312"/>
                    </a:lnTo>
                    <a:lnTo>
                      <a:pt x="9211" y="580445"/>
                    </a:lnTo>
                    <a:lnTo>
                      <a:pt x="5735" y="544388"/>
                    </a:lnTo>
                    <a:lnTo>
                      <a:pt x="36666" y="563241"/>
                    </a:lnTo>
                    <a:lnTo>
                      <a:pt x="33799" y="558665"/>
                    </a:lnTo>
                    <a:lnTo>
                      <a:pt x="6344" y="575869"/>
                    </a:lnTo>
                    <a:lnTo>
                      <a:pt x="9211" y="580445"/>
                    </a:lnTo>
                    <a:lnTo>
                      <a:pt x="4636" y="583312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2868" y="539812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41242" y="560373"/>
                    </a:lnTo>
                    <a:lnTo>
                      <a:pt x="29223" y="561532"/>
                    </a:lnTo>
                    <a:lnTo>
                      <a:pt x="27515" y="568975"/>
                    </a:lnTo>
                    <a:lnTo>
                      <a:pt x="20072" y="567267"/>
                    </a:lnTo>
                    <a:lnTo>
                      <a:pt x="18363" y="574710"/>
                    </a:lnTo>
                    <a:lnTo>
                      <a:pt x="10920" y="573001"/>
                    </a:lnTo>
                    <a:lnTo>
                      <a:pt x="4636" y="583312"/>
                    </a:lnTo>
                    <a:lnTo>
                      <a:pt x="6344" y="575869"/>
                    </a:lnTo>
                    <a:lnTo>
                      <a:pt x="13787" y="577577"/>
                    </a:lnTo>
                    <a:lnTo>
                      <a:pt x="15496" y="570134"/>
                    </a:lnTo>
                    <a:lnTo>
                      <a:pt x="22939" y="571843"/>
                    </a:lnTo>
                    <a:lnTo>
                      <a:pt x="24647" y="564399"/>
                    </a:lnTo>
                    <a:lnTo>
                      <a:pt x="32091" y="566108"/>
                    </a:lnTo>
                    <a:lnTo>
                      <a:pt x="33799" y="558665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0" y="535236"/>
                    </a:lnTo>
                    <a:lnTo>
                      <a:pt x="5735" y="544388"/>
                    </a:lnTo>
                    <a:lnTo>
                      <a:pt x="1159" y="547255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344" y="575869"/>
                    </a:lnTo>
                    <a:moveTo>
                      <a:pt x="218175" y="449503"/>
                    </a:moveTo>
                    <a:lnTo>
                      <a:pt x="213540" y="401427"/>
                    </a:lnTo>
                    <a:lnTo>
                      <a:pt x="254782" y="426564"/>
                    </a:lnTo>
                    <a:lnTo>
                      <a:pt x="218175" y="449503"/>
                    </a:lnTo>
                    <a:lnTo>
                      <a:pt x="222751" y="446636"/>
                    </a:lnTo>
                    <a:lnTo>
                      <a:pt x="219274" y="410579"/>
                    </a:lnTo>
                    <a:lnTo>
                      <a:pt x="250206" y="429432"/>
                    </a:lnTo>
                    <a:lnTo>
                      <a:pt x="247339" y="424856"/>
                    </a:lnTo>
                    <a:lnTo>
                      <a:pt x="219884" y="442060"/>
                    </a:lnTo>
                    <a:lnTo>
                      <a:pt x="222751" y="446636"/>
                    </a:lnTo>
                    <a:lnTo>
                      <a:pt x="218175" y="449503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16407" y="406003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54782" y="426564"/>
                    </a:lnTo>
                    <a:lnTo>
                      <a:pt x="242763" y="427723"/>
                    </a:lnTo>
                    <a:lnTo>
                      <a:pt x="241054" y="435166"/>
                    </a:lnTo>
                    <a:lnTo>
                      <a:pt x="233611" y="433458"/>
                    </a:lnTo>
                    <a:lnTo>
                      <a:pt x="231903" y="440901"/>
                    </a:lnTo>
                    <a:lnTo>
                      <a:pt x="224459" y="439193"/>
                    </a:lnTo>
                    <a:lnTo>
                      <a:pt x="218175" y="449503"/>
                    </a:lnTo>
                    <a:lnTo>
                      <a:pt x="219884" y="442060"/>
                    </a:lnTo>
                    <a:lnTo>
                      <a:pt x="227327" y="443768"/>
                    </a:lnTo>
                    <a:lnTo>
                      <a:pt x="229035" y="436325"/>
                    </a:lnTo>
                    <a:lnTo>
                      <a:pt x="236479" y="438034"/>
                    </a:lnTo>
                    <a:lnTo>
                      <a:pt x="238187" y="430590"/>
                    </a:lnTo>
                    <a:lnTo>
                      <a:pt x="245630" y="432299"/>
                    </a:lnTo>
                    <a:lnTo>
                      <a:pt x="247339" y="424856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13540" y="401427"/>
                    </a:lnTo>
                    <a:lnTo>
                      <a:pt x="219274" y="410579"/>
                    </a:lnTo>
                    <a:lnTo>
                      <a:pt x="214699" y="413446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19884" y="442060"/>
                    </a:lnTo>
                    <a:moveTo>
                      <a:pt x="431715" y="315694"/>
                    </a:moveTo>
                    <a:lnTo>
                      <a:pt x="427079" y="267618"/>
                    </a:lnTo>
                    <a:lnTo>
                      <a:pt x="468321" y="292755"/>
                    </a:lnTo>
                    <a:lnTo>
                      <a:pt x="431715" y="315694"/>
                    </a:lnTo>
                    <a:lnTo>
                      <a:pt x="436291" y="312827"/>
                    </a:lnTo>
                    <a:lnTo>
                      <a:pt x="432814" y="276770"/>
                    </a:lnTo>
                    <a:lnTo>
                      <a:pt x="463746" y="295623"/>
                    </a:lnTo>
                    <a:lnTo>
                      <a:pt x="460878" y="291047"/>
                    </a:lnTo>
                    <a:lnTo>
                      <a:pt x="433423" y="308251"/>
                    </a:lnTo>
                    <a:lnTo>
                      <a:pt x="436291" y="312827"/>
                    </a:lnTo>
                    <a:lnTo>
                      <a:pt x="431715" y="315694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29947" y="272194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68321" y="292755"/>
                    </a:lnTo>
                    <a:lnTo>
                      <a:pt x="456302" y="293914"/>
                    </a:lnTo>
                    <a:lnTo>
                      <a:pt x="454594" y="301357"/>
                    </a:lnTo>
                    <a:lnTo>
                      <a:pt x="447151" y="299649"/>
                    </a:lnTo>
                    <a:lnTo>
                      <a:pt x="445442" y="307092"/>
                    </a:lnTo>
                    <a:lnTo>
                      <a:pt x="437999" y="305384"/>
                    </a:lnTo>
                    <a:lnTo>
                      <a:pt x="431715" y="315694"/>
                    </a:lnTo>
                    <a:lnTo>
                      <a:pt x="433423" y="308251"/>
                    </a:lnTo>
                    <a:lnTo>
                      <a:pt x="440866" y="309959"/>
                    </a:lnTo>
                    <a:lnTo>
                      <a:pt x="442575" y="302516"/>
                    </a:lnTo>
                    <a:lnTo>
                      <a:pt x="450018" y="304225"/>
                    </a:lnTo>
                    <a:lnTo>
                      <a:pt x="451727" y="296782"/>
                    </a:lnTo>
                    <a:lnTo>
                      <a:pt x="459170" y="298490"/>
                    </a:lnTo>
                    <a:lnTo>
                      <a:pt x="460878" y="291047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27079" y="267618"/>
                    </a:lnTo>
                    <a:lnTo>
                      <a:pt x="432814" y="276770"/>
                    </a:lnTo>
                    <a:lnTo>
                      <a:pt x="428238" y="279637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423" y="308251"/>
                    </a:lnTo>
                    <a:moveTo>
                      <a:pt x="645254" y="181885"/>
                    </a:moveTo>
                    <a:lnTo>
                      <a:pt x="640619" y="133809"/>
                    </a:lnTo>
                    <a:lnTo>
                      <a:pt x="681861" y="158946"/>
                    </a:lnTo>
                    <a:lnTo>
                      <a:pt x="645254" y="181885"/>
                    </a:lnTo>
                    <a:lnTo>
                      <a:pt x="649830" y="179018"/>
                    </a:lnTo>
                    <a:lnTo>
                      <a:pt x="646354" y="142961"/>
                    </a:lnTo>
                    <a:lnTo>
                      <a:pt x="677285" y="161814"/>
                    </a:lnTo>
                    <a:lnTo>
                      <a:pt x="674418" y="157238"/>
                    </a:lnTo>
                    <a:lnTo>
                      <a:pt x="646963" y="174442"/>
                    </a:lnTo>
                    <a:lnTo>
                      <a:pt x="649830" y="179018"/>
                    </a:lnTo>
                    <a:lnTo>
                      <a:pt x="645254" y="181885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3486" y="138385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81861" y="158946"/>
                    </a:lnTo>
                    <a:lnTo>
                      <a:pt x="669842" y="160105"/>
                    </a:lnTo>
                    <a:lnTo>
                      <a:pt x="668134" y="167548"/>
                    </a:lnTo>
                    <a:lnTo>
                      <a:pt x="660690" y="165840"/>
                    </a:lnTo>
                    <a:lnTo>
                      <a:pt x="658982" y="173283"/>
                    </a:lnTo>
                    <a:lnTo>
                      <a:pt x="651539" y="171575"/>
                    </a:lnTo>
                    <a:lnTo>
                      <a:pt x="645254" y="181885"/>
                    </a:lnTo>
                    <a:lnTo>
                      <a:pt x="646963" y="174442"/>
                    </a:lnTo>
                    <a:lnTo>
                      <a:pt x="654406" y="176150"/>
                    </a:lnTo>
                    <a:lnTo>
                      <a:pt x="656114" y="168707"/>
                    </a:lnTo>
                    <a:lnTo>
                      <a:pt x="663558" y="170416"/>
                    </a:lnTo>
                    <a:lnTo>
                      <a:pt x="665266" y="162973"/>
                    </a:lnTo>
                    <a:lnTo>
                      <a:pt x="672709" y="164681"/>
                    </a:lnTo>
                    <a:lnTo>
                      <a:pt x="674418" y="157238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40619" y="133809"/>
                    </a:lnTo>
                    <a:lnTo>
                      <a:pt x="646354" y="142961"/>
                    </a:lnTo>
                    <a:lnTo>
                      <a:pt x="641778" y="145828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6963" y="174442"/>
                    </a:lnTo>
                    <a:moveTo>
                      <a:pt x="858794" y="48076"/>
                    </a:moveTo>
                    <a:lnTo>
                      <a:pt x="854159" y="0"/>
                    </a:lnTo>
                    <a:lnTo>
                      <a:pt x="895401" y="25137"/>
                    </a:lnTo>
                    <a:lnTo>
                      <a:pt x="858794" y="48076"/>
                    </a:lnTo>
                    <a:lnTo>
                      <a:pt x="863370" y="45209"/>
                    </a:lnTo>
                    <a:lnTo>
                      <a:pt x="859893" y="9152"/>
                    </a:lnTo>
                    <a:lnTo>
                      <a:pt x="890825" y="28005"/>
                    </a:lnTo>
                    <a:lnTo>
                      <a:pt x="887957" y="23429"/>
                    </a:lnTo>
                    <a:lnTo>
                      <a:pt x="860502" y="40633"/>
                    </a:lnTo>
                    <a:lnTo>
                      <a:pt x="863370" y="45209"/>
                    </a:lnTo>
                    <a:lnTo>
                      <a:pt x="858794" y="48076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57026" y="4576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95401" y="25137"/>
                    </a:lnTo>
                    <a:lnTo>
                      <a:pt x="883382" y="26296"/>
                    </a:lnTo>
                    <a:lnTo>
                      <a:pt x="881673" y="33739"/>
                    </a:lnTo>
                    <a:lnTo>
                      <a:pt x="874230" y="32031"/>
                    </a:lnTo>
                    <a:lnTo>
                      <a:pt x="872521" y="39474"/>
                    </a:lnTo>
                    <a:lnTo>
                      <a:pt x="865078" y="37766"/>
                    </a:lnTo>
                    <a:lnTo>
                      <a:pt x="858794" y="48076"/>
                    </a:lnTo>
                    <a:lnTo>
                      <a:pt x="860502" y="40633"/>
                    </a:lnTo>
                    <a:lnTo>
                      <a:pt x="867946" y="42341"/>
                    </a:lnTo>
                    <a:lnTo>
                      <a:pt x="869654" y="34898"/>
                    </a:lnTo>
                    <a:lnTo>
                      <a:pt x="877097" y="36607"/>
                    </a:lnTo>
                    <a:lnTo>
                      <a:pt x="878806" y="29164"/>
                    </a:lnTo>
                    <a:lnTo>
                      <a:pt x="886249" y="30872"/>
                    </a:lnTo>
                    <a:lnTo>
                      <a:pt x="887957" y="23429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54159" y="0"/>
                    </a:lnTo>
                    <a:lnTo>
                      <a:pt x="859893" y="9152"/>
                    </a:lnTo>
                    <a:lnTo>
                      <a:pt x="855317" y="12019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0502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05" name="Контур"/>
              <p:cNvSpPr/>
              <p:nvPr/>
            </p:nvSpPr>
            <p:spPr>
              <a:xfrm>
                <a:off x="1770704" y="7500570"/>
                <a:ext cx="567283" cy="1374133"/>
              </a:xfrm>
              <a:custGeom>
                <a:avLst/>
                <a:gdLst/>
                <a:ahLst/>
                <a:cxnLst/>
                <a:rect l="l" t="t" r="r" b="b"/>
                <a:pathLst>
                  <a:path w="567283" h="1374133" fill="none">
                    <a:moveTo>
                      <a:pt x="181674" y="1374133"/>
                    </a:moveTo>
                    <a:lnTo>
                      <a:pt x="213705" y="1354061"/>
                    </a:lnTo>
                    <a:moveTo>
                      <a:pt x="213705" y="1354061"/>
                    </a:moveTo>
                    <a:lnTo>
                      <a:pt x="245735" y="1333989"/>
                    </a:lnTo>
                    <a:moveTo>
                      <a:pt x="245735" y="1333989"/>
                    </a:moveTo>
                    <a:lnTo>
                      <a:pt x="277766" y="1313917"/>
                    </a:lnTo>
                    <a:moveTo>
                      <a:pt x="277766" y="1313917"/>
                    </a:moveTo>
                    <a:lnTo>
                      <a:pt x="309796" y="1293846"/>
                    </a:lnTo>
                    <a:moveTo>
                      <a:pt x="309796" y="1293846"/>
                    </a:moveTo>
                    <a:lnTo>
                      <a:pt x="341827" y="1273774"/>
                    </a:lnTo>
                    <a:moveTo>
                      <a:pt x="341827" y="1273774"/>
                    </a:moveTo>
                    <a:lnTo>
                      <a:pt x="373858" y="1253702"/>
                    </a:lnTo>
                    <a:moveTo>
                      <a:pt x="373858" y="1253702"/>
                    </a:moveTo>
                    <a:lnTo>
                      <a:pt x="405888" y="1233630"/>
                    </a:lnTo>
                    <a:moveTo>
                      <a:pt x="405888" y="1233630"/>
                    </a:moveTo>
                    <a:lnTo>
                      <a:pt x="437919" y="1213558"/>
                    </a:lnTo>
                    <a:moveTo>
                      <a:pt x="437919" y="1213558"/>
                    </a:moveTo>
                    <a:lnTo>
                      <a:pt x="469949" y="1193486"/>
                    </a:lnTo>
                    <a:moveTo>
                      <a:pt x="469949" y="1193486"/>
                    </a:moveTo>
                    <a:lnTo>
                      <a:pt x="501980" y="1173414"/>
                    </a:lnTo>
                    <a:moveTo>
                      <a:pt x="501980" y="1173414"/>
                    </a:moveTo>
                    <a:lnTo>
                      <a:pt x="530674" y="1155433"/>
                    </a:lnTo>
                    <a:moveTo>
                      <a:pt x="530674" y="1155433"/>
                    </a:moveTo>
                    <a:lnTo>
                      <a:pt x="567283" y="1132483"/>
                    </a:lnTo>
                    <a:moveTo>
                      <a:pt x="567283" y="1132483"/>
                    </a:moveTo>
                    <a:lnTo>
                      <a:pt x="550353" y="1098686"/>
                    </a:lnTo>
                    <a:moveTo>
                      <a:pt x="550353" y="1098686"/>
                    </a:moveTo>
                    <a:lnTo>
                      <a:pt x="533423" y="1064889"/>
                    </a:lnTo>
                    <a:moveTo>
                      <a:pt x="533423" y="1064889"/>
                    </a:moveTo>
                    <a:lnTo>
                      <a:pt x="516494" y="1031093"/>
                    </a:lnTo>
                    <a:moveTo>
                      <a:pt x="516494" y="1031093"/>
                    </a:moveTo>
                    <a:lnTo>
                      <a:pt x="499564" y="997296"/>
                    </a:lnTo>
                    <a:moveTo>
                      <a:pt x="499564" y="997296"/>
                    </a:moveTo>
                    <a:lnTo>
                      <a:pt x="482635" y="963499"/>
                    </a:lnTo>
                    <a:moveTo>
                      <a:pt x="482635" y="963499"/>
                    </a:moveTo>
                    <a:lnTo>
                      <a:pt x="465705" y="929702"/>
                    </a:lnTo>
                    <a:moveTo>
                      <a:pt x="465705" y="929702"/>
                    </a:moveTo>
                    <a:lnTo>
                      <a:pt x="448776" y="895905"/>
                    </a:lnTo>
                    <a:moveTo>
                      <a:pt x="448776" y="895905"/>
                    </a:moveTo>
                    <a:lnTo>
                      <a:pt x="431846" y="862108"/>
                    </a:lnTo>
                    <a:moveTo>
                      <a:pt x="431846" y="862108"/>
                    </a:moveTo>
                    <a:lnTo>
                      <a:pt x="414917" y="828311"/>
                    </a:lnTo>
                    <a:moveTo>
                      <a:pt x="414917" y="828311"/>
                    </a:moveTo>
                    <a:lnTo>
                      <a:pt x="397987" y="794514"/>
                    </a:lnTo>
                    <a:moveTo>
                      <a:pt x="397987" y="794514"/>
                    </a:moveTo>
                    <a:lnTo>
                      <a:pt x="381058" y="760717"/>
                    </a:lnTo>
                    <a:moveTo>
                      <a:pt x="381058" y="760717"/>
                    </a:moveTo>
                    <a:lnTo>
                      <a:pt x="364788" y="728237"/>
                    </a:lnTo>
                    <a:moveTo>
                      <a:pt x="468384" y="665714"/>
                    </a:moveTo>
                    <a:lnTo>
                      <a:pt x="485313" y="699511"/>
                    </a:lnTo>
                    <a:moveTo>
                      <a:pt x="485313" y="699511"/>
                    </a:moveTo>
                    <a:lnTo>
                      <a:pt x="502242" y="733308"/>
                    </a:lnTo>
                    <a:moveTo>
                      <a:pt x="502242" y="733308"/>
                    </a:moveTo>
                    <a:lnTo>
                      <a:pt x="519172" y="767105"/>
                    </a:lnTo>
                    <a:moveTo>
                      <a:pt x="519172" y="767105"/>
                    </a:moveTo>
                    <a:lnTo>
                      <a:pt x="523996" y="776737"/>
                    </a:lnTo>
                    <a:lnTo>
                      <a:pt x="537835" y="768113"/>
                    </a:lnTo>
                    <a:moveTo>
                      <a:pt x="0" y="0"/>
                    </a:moveTo>
                    <a:lnTo>
                      <a:pt x="16930" y="33797"/>
                    </a:lnTo>
                    <a:moveTo>
                      <a:pt x="16930" y="33797"/>
                    </a:moveTo>
                    <a:lnTo>
                      <a:pt x="33859" y="67594"/>
                    </a:lnTo>
                    <a:moveTo>
                      <a:pt x="33859" y="67594"/>
                    </a:moveTo>
                    <a:lnTo>
                      <a:pt x="50789" y="101391"/>
                    </a:lnTo>
                    <a:moveTo>
                      <a:pt x="50789" y="101391"/>
                    </a:moveTo>
                    <a:lnTo>
                      <a:pt x="67718" y="135188"/>
                    </a:lnTo>
                    <a:moveTo>
                      <a:pt x="67718" y="135188"/>
                    </a:moveTo>
                    <a:lnTo>
                      <a:pt x="84648" y="168985"/>
                    </a:lnTo>
                    <a:moveTo>
                      <a:pt x="84648" y="168985"/>
                    </a:moveTo>
                    <a:lnTo>
                      <a:pt x="101577" y="202782"/>
                    </a:lnTo>
                    <a:moveTo>
                      <a:pt x="101577" y="202782"/>
                    </a:moveTo>
                    <a:lnTo>
                      <a:pt x="118507" y="236579"/>
                    </a:lnTo>
                    <a:moveTo>
                      <a:pt x="118507" y="236579"/>
                    </a:moveTo>
                    <a:lnTo>
                      <a:pt x="135436" y="270376"/>
                    </a:lnTo>
                    <a:moveTo>
                      <a:pt x="135436" y="270376"/>
                    </a:moveTo>
                    <a:lnTo>
                      <a:pt x="152366" y="304173"/>
                    </a:lnTo>
                    <a:moveTo>
                      <a:pt x="152366" y="304173"/>
                    </a:moveTo>
                    <a:lnTo>
                      <a:pt x="169295" y="337970"/>
                    </a:lnTo>
                    <a:moveTo>
                      <a:pt x="169295" y="337970"/>
                    </a:moveTo>
                    <a:lnTo>
                      <a:pt x="186225" y="371767"/>
                    </a:lnTo>
                    <a:moveTo>
                      <a:pt x="186225" y="371767"/>
                    </a:moveTo>
                    <a:lnTo>
                      <a:pt x="203154" y="405563"/>
                    </a:lnTo>
                    <a:moveTo>
                      <a:pt x="203154" y="405563"/>
                    </a:moveTo>
                    <a:lnTo>
                      <a:pt x="220084" y="439360"/>
                    </a:lnTo>
                    <a:moveTo>
                      <a:pt x="220084" y="439360"/>
                    </a:moveTo>
                    <a:lnTo>
                      <a:pt x="237013" y="473157"/>
                    </a:lnTo>
                    <a:moveTo>
                      <a:pt x="237013" y="473157"/>
                    </a:moveTo>
                    <a:lnTo>
                      <a:pt x="253943" y="506954"/>
                    </a:lnTo>
                    <a:moveTo>
                      <a:pt x="253943" y="506954"/>
                    </a:moveTo>
                    <a:lnTo>
                      <a:pt x="270872" y="540751"/>
                    </a:lnTo>
                    <a:moveTo>
                      <a:pt x="270872" y="540751"/>
                    </a:moveTo>
                    <a:lnTo>
                      <a:pt x="287802" y="574548"/>
                    </a:lnTo>
                    <a:moveTo>
                      <a:pt x="287802" y="574548"/>
                    </a:moveTo>
                    <a:lnTo>
                      <a:pt x="304732" y="608345"/>
                    </a:lnTo>
                    <a:moveTo>
                      <a:pt x="304732" y="608345"/>
                    </a:moveTo>
                    <a:lnTo>
                      <a:pt x="321661" y="642142"/>
                    </a:lnTo>
                    <a:moveTo>
                      <a:pt x="321661" y="642142"/>
                    </a:moveTo>
                    <a:lnTo>
                      <a:pt x="338591" y="675939"/>
                    </a:lnTo>
                    <a:moveTo>
                      <a:pt x="338591" y="675939"/>
                    </a:moveTo>
                    <a:lnTo>
                      <a:pt x="355520" y="709736"/>
                    </a:lnTo>
                    <a:moveTo>
                      <a:pt x="355520" y="709736"/>
                    </a:moveTo>
                    <a:lnTo>
                      <a:pt x="364788" y="728237"/>
                    </a:lnTo>
                    <a:moveTo>
                      <a:pt x="193712" y="81645"/>
                    </a:moveTo>
                    <a:lnTo>
                      <a:pt x="191875" y="92173"/>
                    </a:lnTo>
                    <a:lnTo>
                      <a:pt x="198863" y="118370"/>
                    </a:lnTo>
                    <a:moveTo>
                      <a:pt x="198863" y="118370"/>
                    </a:moveTo>
                    <a:lnTo>
                      <a:pt x="204165" y="138248"/>
                    </a:lnTo>
                    <a:lnTo>
                      <a:pt x="211880" y="153650"/>
                    </a:lnTo>
                    <a:moveTo>
                      <a:pt x="211880" y="153650"/>
                    </a:moveTo>
                    <a:lnTo>
                      <a:pt x="228810" y="187447"/>
                    </a:lnTo>
                    <a:moveTo>
                      <a:pt x="228810" y="187447"/>
                    </a:moveTo>
                    <a:lnTo>
                      <a:pt x="245740" y="221244"/>
                    </a:lnTo>
                    <a:moveTo>
                      <a:pt x="245740" y="221244"/>
                    </a:moveTo>
                    <a:lnTo>
                      <a:pt x="262669" y="255041"/>
                    </a:lnTo>
                    <a:moveTo>
                      <a:pt x="262669" y="255041"/>
                    </a:moveTo>
                    <a:lnTo>
                      <a:pt x="279599" y="288838"/>
                    </a:lnTo>
                    <a:moveTo>
                      <a:pt x="279599" y="288838"/>
                    </a:moveTo>
                    <a:lnTo>
                      <a:pt x="296528" y="322635"/>
                    </a:lnTo>
                    <a:moveTo>
                      <a:pt x="296528" y="322635"/>
                    </a:moveTo>
                    <a:lnTo>
                      <a:pt x="313458" y="356432"/>
                    </a:lnTo>
                    <a:moveTo>
                      <a:pt x="313458" y="356432"/>
                    </a:moveTo>
                    <a:lnTo>
                      <a:pt x="330387" y="390229"/>
                    </a:lnTo>
                    <a:moveTo>
                      <a:pt x="330387" y="390229"/>
                    </a:moveTo>
                    <a:lnTo>
                      <a:pt x="347317" y="424026"/>
                    </a:lnTo>
                    <a:moveTo>
                      <a:pt x="347317" y="424026"/>
                    </a:moveTo>
                    <a:lnTo>
                      <a:pt x="364246" y="457822"/>
                    </a:lnTo>
                    <a:moveTo>
                      <a:pt x="364246" y="457822"/>
                    </a:moveTo>
                    <a:lnTo>
                      <a:pt x="381176" y="491619"/>
                    </a:lnTo>
                    <a:moveTo>
                      <a:pt x="381176" y="491619"/>
                    </a:moveTo>
                    <a:lnTo>
                      <a:pt x="398105" y="525416"/>
                    </a:lnTo>
                    <a:moveTo>
                      <a:pt x="398105" y="525416"/>
                    </a:moveTo>
                    <a:lnTo>
                      <a:pt x="415035" y="559213"/>
                    </a:lnTo>
                    <a:moveTo>
                      <a:pt x="415035" y="559213"/>
                    </a:moveTo>
                    <a:lnTo>
                      <a:pt x="431965" y="593010"/>
                    </a:lnTo>
                    <a:moveTo>
                      <a:pt x="431965" y="593010"/>
                    </a:moveTo>
                    <a:lnTo>
                      <a:pt x="448894" y="626807"/>
                    </a:lnTo>
                    <a:moveTo>
                      <a:pt x="448894" y="626807"/>
                    </a:moveTo>
                    <a:lnTo>
                      <a:pt x="465824" y="660604"/>
                    </a:lnTo>
                    <a:moveTo>
                      <a:pt x="465824" y="660604"/>
                    </a:moveTo>
                    <a:lnTo>
                      <a:pt x="468384" y="66571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06" name="Контур"/>
              <p:cNvSpPr/>
              <p:nvPr/>
            </p:nvSpPr>
            <p:spPr>
              <a:xfrm>
                <a:off x="863459" y="7208654"/>
                <a:ext cx="115258" cy="70094"/>
              </a:xfrm>
              <a:custGeom>
                <a:avLst/>
                <a:gdLst/>
                <a:ahLst/>
                <a:cxnLst/>
                <a:rect l="l" t="t" r="r" b="b"/>
                <a:pathLst>
                  <a:path w="115258" h="70094" fill="none">
                    <a:moveTo>
                      <a:pt x="0" y="70094"/>
                    </a:moveTo>
                    <a:lnTo>
                      <a:pt x="40129" y="45689"/>
                    </a:lnTo>
                    <a:lnTo>
                      <a:pt x="115258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07" name="Контур"/>
              <p:cNvSpPr/>
              <p:nvPr/>
            </p:nvSpPr>
            <p:spPr>
              <a:xfrm>
                <a:off x="1770704" y="7054673"/>
                <a:ext cx="612214" cy="527542"/>
              </a:xfrm>
              <a:custGeom>
                <a:avLst/>
                <a:gdLst/>
                <a:ahLst/>
                <a:cxnLst/>
                <a:rect l="l" t="t" r="r" b="b"/>
                <a:pathLst>
                  <a:path w="612214" h="527542" fill="none">
                    <a:moveTo>
                      <a:pt x="612214" y="203083"/>
                    </a:moveTo>
                    <a:lnTo>
                      <a:pt x="580350" y="223418"/>
                    </a:lnTo>
                    <a:moveTo>
                      <a:pt x="580350" y="223418"/>
                    </a:moveTo>
                    <a:lnTo>
                      <a:pt x="548486" y="243753"/>
                    </a:lnTo>
                    <a:moveTo>
                      <a:pt x="548486" y="243753"/>
                    </a:moveTo>
                    <a:lnTo>
                      <a:pt x="516622" y="264088"/>
                    </a:lnTo>
                    <a:moveTo>
                      <a:pt x="516622" y="264088"/>
                    </a:moveTo>
                    <a:lnTo>
                      <a:pt x="484758" y="284423"/>
                    </a:lnTo>
                    <a:moveTo>
                      <a:pt x="484758" y="284423"/>
                    </a:moveTo>
                    <a:lnTo>
                      <a:pt x="452893" y="304758"/>
                    </a:lnTo>
                    <a:moveTo>
                      <a:pt x="452893" y="304758"/>
                    </a:moveTo>
                    <a:lnTo>
                      <a:pt x="421029" y="325093"/>
                    </a:lnTo>
                    <a:moveTo>
                      <a:pt x="421029" y="325093"/>
                    </a:moveTo>
                    <a:lnTo>
                      <a:pt x="389165" y="345428"/>
                    </a:lnTo>
                    <a:moveTo>
                      <a:pt x="389165" y="345428"/>
                    </a:moveTo>
                    <a:lnTo>
                      <a:pt x="357301" y="365763"/>
                    </a:lnTo>
                    <a:moveTo>
                      <a:pt x="357301" y="365763"/>
                    </a:moveTo>
                    <a:lnTo>
                      <a:pt x="325437" y="386098"/>
                    </a:lnTo>
                    <a:moveTo>
                      <a:pt x="325437" y="386098"/>
                    </a:moveTo>
                    <a:lnTo>
                      <a:pt x="293572" y="406433"/>
                    </a:lnTo>
                    <a:moveTo>
                      <a:pt x="293572" y="406433"/>
                    </a:moveTo>
                    <a:lnTo>
                      <a:pt x="261708" y="426768"/>
                    </a:lnTo>
                    <a:moveTo>
                      <a:pt x="261708" y="426768"/>
                    </a:moveTo>
                    <a:lnTo>
                      <a:pt x="251858" y="433054"/>
                    </a:lnTo>
                    <a:lnTo>
                      <a:pt x="231936" y="449939"/>
                    </a:lnTo>
                    <a:moveTo>
                      <a:pt x="231936" y="449939"/>
                    </a:moveTo>
                    <a:lnTo>
                      <a:pt x="218905" y="460983"/>
                    </a:lnTo>
                    <a:lnTo>
                      <a:pt x="208619" y="478968"/>
                    </a:lnTo>
                    <a:moveTo>
                      <a:pt x="208619" y="478968"/>
                    </a:moveTo>
                    <a:lnTo>
                      <a:pt x="199408" y="495076"/>
                    </a:lnTo>
                    <a:lnTo>
                      <a:pt x="196082" y="514031"/>
                    </a:lnTo>
                    <a:moveTo>
                      <a:pt x="196082" y="514031"/>
                    </a:moveTo>
                    <a:lnTo>
                      <a:pt x="193712" y="527542"/>
                    </a:lnTo>
                    <a:moveTo>
                      <a:pt x="0" y="445897"/>
                    </a:moveTo>
                    <a:lnTo>
                      <a:pt x="30555" y="423644"/>
                    </a:lnTo>
                    <a:moveTo>
                      <a:pt x="30555" y="423644"/>
                    </a:moveTo>
                    <a:lnTo>
                      <a:pt x="61110" y="401390"/>
                    </a:lnTo>
                    <a:moveTo>
                      <a:pt x="61110" y="401390"/>
                    </a:moveTo>
                    <a:lnTo>
                      <a:pt x="91665" y="379136"/>
                    </a:lnTo>
                    <a:moveTo>
                      <a:pt x="91665" y="379136"/>
                    </a:moveTo>
                    <a:lnTo>
                      <a:pt x="122221" y="356883"/>
                    </a:lnTo>
                    <a:moveTo>
                      <a:pt x="122221" y="356883"/>
                    </a:moveTo>
                    <a:lnTo>
                      <a:pt x="152776" y="334629"/>
                    </a:lnTo>
                    <a:moveTo>
                      <a:pt x="152776" y="334629"/>
                    </a:moveTo>
                    <a:lnTo>
                      <a:pt x="183331" y="312375"/>
                    </a:lnTo>
                    <a:moveTo>
                      <a:pt x="183331" y="312375"/>
                    </a:moveTo>
                    <a:lnTo>
                      <a:pt x="213886" y="290122"/>
                    </a:lnTo>
                    <a:moveTo>
                      <a:pt x="213886" y="290122"/>
                    </a:moveTo>
                    <a:lnTo>
                      <a:pt x="244441" y="267868"/>
                    </a:lnTo>
                    <a:moveTo>
                      <a:pt x="244441" y="267868"/>
                    </a:moveTo>
                    <a:lnTo>
                      <a:pt x="274996" y="245614"/>
                    </a:lnTo>
                    <a:moveTo>
                      <a:pt x="274996" y="245614"/>
                    </a:moveTo>
                    <a:lnTo>
                      <a:pt x="305551" y="223361"/>
                    </a:lnTo>
                    <a:moveTo>
                      <a:pt x="305551" y="223361"/>
                    </a:moveTo>
                    <a:lnTo>
                      <a:pt x="325996" y="208470"/>
                    </a:lnTo>
                    <a:lnTo>
                      <a:pt x="336106" y="201107"/>
                    </a:lnTo>
                    <a:moveTo>
                      <a:pt x="336106" y="201107"/>
                    </a:moveTo>
                    <a:lnTo>
                      <a:pt x="366661" y="178854"/>
                    </a:lnTo>
                    <a:moveTo>
                      <a:pt x="366661" y="178854"/>
                    </a:moveTo>
                    <a:lnTo>
                      <a:pt x="397217" y="156600"/>
                    </a:lnTo>
                    <a:moveTo>
                      <a:pt x="397217" y="156600"/>
                    </a:moveTo>
                    <a:lnTo>
                      <a:pt x="427772" y="134346"/>
                    </a:lnTo>
                    <a:moveTo>
                      <a:pt x="427772" y="134346"/>
                    </a:moveTo>
                    <a:lnTo>
                      <a:pt x="458327" y="112093"/>
                    </a:lnTo>
                    <a:moveTo>
                      <a:pt x="458327" y="112093"/>
                    </a:moveTo>
                    <a:lnTo>
                      <a:pt x="488882" y="89839"/>
                    </a:lnTo>
                    <a:moveTo>
                      <a:pt x="488882" y="89839"/>
                    </a:moveTo>
                    <a:lnTo>
                      <a:pt x="519437" y="67585"/>
                    </a:lnTo>
                    <a:moveTo>
                      <a:pt x="519437" y="67585"/>
                    </a:moveTo>
                    <a:lnTo>
                      <a:pt x="546424" y="47930"/>
                    </a:lnTo>
                    <a:lnTo>
                      <a:pt x="549992" y="45331"/>
                    </a:lnTo>
                    <a:moveTo>
                      <a:pt x="549992" y="45331"/>
                    </a:moveTo>
                    <a:lnTo>
                      <a:pt x="580544" y="23073"/>
                    </a:lnTo>
                    <a:moveTo>
                      <a:pt x="580544" y="23073"/>
                    </a:moveTo>
                    <a:lnTo>
                      <a:pt x="611096" y="815"/>
                    </a:lnTo>
                    <a:moveTo>
                      <a:pt x="611096" y="815"/>
                    </a:moveTo>
                    <a:lnTo>
                      <a:pt x="612214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08" name="Контур"/>
              <p:cNvSpPr/>
              <p:nvPr/>
            </p:nvSpPr>
            <p:spPr>
              <a:xfrm>
                <a:off x="863459" y="7131801"/>
                <a:ext cx="115258" cy="146947"/>
              </a:xfrm>
              <a:custGeom>
                <a:avLst/>
                <a:gdLst/>
                <a:ahLst/>
                <a:cxnLst/>
                <a:rect l="l" t="t" r="r" b="b"/>
                <a:pathLst>
                  <a:path w="115258" h="146947" fill="none">
                    <a:moveTo>
                      <a:pt x="115258" y="76853"/>
                    </a:moveTo>
                    <a:lnTo>
                      <a:pt x="40129" y="122542"/>
                    </a:lnTo>
                    <a:lnTo>
                      <a:pt x="0" y="146947"/>
                    </a:lnTo>
                    <a:moveTo>
                      <a:pt x="68911" y="0"/>
                    </a:moveTo>
                    <a:lnTo>
                      <a:pt x="115258" y="76853"/>
                    </a:lnTo>
                    <a:moveTo>
                      <a:pt x="0" y="146947"/>
                    </a:moveTo>
                    <a:lnTo>
                      <a:pt x="40129" y="122542"/>
                    </a:lnTo>
                    <a:lnTo>
                      <a:pt x="115258" y="7685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09" name="Контур"/>
              <p:cNvSpPr/>
              <p:nvPr/>
            </p:nvSpPr>
            <p:spPr>
              <a:xfrm>
                <a:off x="978717" y="6563611"/>
                <a:ext cx="925792" cy="645043"/>
              </a:xfrm>
              <a:custGeom>
                <a:avLst/>
                <a:gdLst/>
                <a:ahLst/>
                <a:cxnLst/>
                <a:rect l="l" t="t" r="r" b="b"/>
                <a:pathLst>
                  <a:path w="925792" h="645043" fill="none">
                    <a:moveTo>
                      <a:pt x="0" y="645043"/>
                    </a:moveTo>
                    <a:lnTo>
                      <a:pt x="32296" y="625402"/>
                    </a:lnTo>
                    <a:moveTo>
                      <a:pt x="32296" y="625402"/>
                    </a:moveTo>
                    <a:lnTo>
                      <a:pt x="64593" y="605761"/>
                    </a:lnTo>
                    <a:moveTo>
                      <a:pt x="64593" y="605761"/>
                    </a:moveTo>
                    <a:lnTo>
                      <a:pt x="96890" y="586120"/>
                    </a:lnTo>
                    <a:moveTo>
                      <a:pt x="96890" y="586120"/>
                    </a:moveTo>
                    <a:lnTo>
                      <a:pt x="129186" y="566479"/>
                    </a:lnTo>
                    <a:moveTo>
                      <a:pt x="129186" y="566479"/>
                    </a:moveTo>
                    <a:lnTo>
                      <a:pt x="161483" y="546838"/>
                    </a:lnTo>
                    <a:moveTo>
                      <a:pt x="161483" y="546838"/>
                    </a:moveTo>
                    <a:lnTo>
                      <a:pt x="193779" y="527197"/>
                    </a:lnTo>
                    <a:moveTo>
                      <a:pt x="193779" y="527197"/>
                    </a:moveTo>
                    <a:lnTo>
                      <a:pt x="226076" y="507556"/>
                    </a:lnTo>
                    <a:moveTo>
                      <a:pt x="226076" y="507556"/>
                    </a:moveTo>
                    <a:lnTo>
                      <a:pt x="258373" y="487915"/>
                    </a:lnTo>
                    <a:moveTo>
                      <a:pt x="258373" y="487915"/>
                    </a:moveTo>
                    <a:lnTo>
                      <a:pt x="290669" y="468274"/>
                    </a:lnTo>
                    <a:moveTo>
                      <a:pt x="290669" y="468274"/>
                    </a:moveTo>
                    <a:lnTo>
                      <a:pt x="322966" y="448633"/>
                    </a:lnTo>
                    <a:moveTo>
                      <a:pt x="322966" y="448633"/>
                    </a:moveTo>
                    <a:lnTo>
                      <a:pt x="355262" y="428991"/>
                    </a:lnTo>
                    <a:moveTo>
                      <a:pt x="355262" y="428991"/>
                    </a:moveTo>
                    <a:lnTo>
                      <a:pt x="387559" y="409350"/>
                    </a:lnTo>
                    <a:moveTo>
                      <a:pt x="387559" y="409350"/>
                    </a:moveTo>
                    <a:lnTo>
                      <a:pt x="419855" y="389709"/>
                    </a:lnTo>
                    <a:moveTo>
                      <a:pt x="419855" y="389709"/>
                    </a:moveTo>
                    <a:lnTo>
                      <a:pt x="452152" y="370068"/>
                    </a:lnTo>
                    <a:moveTo>
                      <a:pt x="452152" y="370068"/>
                    </a:moveTo>
                    <a:lnTo>
                      <a:pt x="484449" y="350427"/>
                    </a:lnTo>
                    <a:moveTo>
                      <a:pt x="484449" y="350427"/>
                    </a:moveTo>
                    <a:lnTo>
                      <a:pt x="516745" y="330786"/>
                    </a:lnTo>
                    <a:moveTo>
                      <a:pt x="516745" y="330786"/>
                    </a:moveTo>
                    <a:lnTo>
                      <a:pt x="549042" y="311145"/>
                    </a:lnTo>
                    <a:moveTo>
                      <a:pt x="549042" y="311145"/>
                    </a:moveTo>
                    <a:lnTo>
                      <a:pt x="581338" y="291504"/>
                    </a:lnTo>
                    <a:moveTo>
                      <a:pt x="581338" y="291504"/>
                    </a:moveTo>
                    <a:lnTo>
                      <a:pt x="613635" y="271863"/>
                    </a:lnTo>
                    <a:moveTo>
                      <a:pt x="613635" y="271863"/>
                    </a:moveTo>
                    <a:lnTo>
                      <a:pt x="645932" y="252222"/>
                    </a:lnTo>
                    <a:moveTo>
                      <a:pt x="645932" y="252222"/>
                    </a:moveTo>
                    <a:lnTo>
                      <a:pt x="678228" y="232581"/>
                    </a:lnTo>
                    <a:moveTo>
                      <a:pt x="678228" y="232581"/>
                    </a:moveTo>
                    <a:lnTo>
                      <a:pt x="693831" y="223092"/>
                    </a:lnTo>
                    <a:lnTo>
                      <a:pt x="707913" y="209549"/>
                    </a:lnTo>
                    <a:moveTo>
                      <a:pt x="707913" y="209549"/>
                    </a:moveTo>
                    <a:lnTo>
                      <a:pt x="735158" y="183346"/>
                    </a:lnTo>
                    <a:moveTo>
                      <a:pt x="735158" y="183346"/>
                    </a:moveTo>
                    <a:lnTo>
                      <a:pt x="762402" y="157143"/>
                    </a:lnTo>
                    <a:moveTo>
                      <a:pt x="762402" y="157143"/>
                    </a:moveTo>
                    <a:lnTo>
                      <a:pt x="789647" y="130940"/>
                    </a:lnTo>
                    <a:moveTo>
                      <a:pt x="789647" y="130940"/>
                    </a:moveTo>
                    <a:lnTo>
                      <a:pt x="816891" y="104738"/>
                    </a:lnTo>
                    <a:moveTo>
                      <a:pt x="816891" y="104738"/>
                    </a:moveTo>
                    <a:lnTo>
                      <a:pt x="844135" y="78535"/>
                    </a:lnTo>
                    <a:moveTo>
                      <a:pt x="844135" y="78535"/>
                    </a:moveTo>
                    <a:lnTo>
                      <a:pt x="871380" y="52332"/>
                    </a:lnTo>
                    <a:moveTo>
                      <a:pt x="871380" y="52332"/>
                    </a:moveTo>
                    <a:lnTo>
                      <a:pt x="898624" y="26129"/>
                    </a:lnTo>
                    <a:moveTo>
                      <a:pt x="898624" y="26129"/>
                    </a:moveTo>
                    <a:lnTo>
                      <a:pt x="925792" y="0"/>
                    </a:lnTo>
                    <a:moveTo>
                      <a:pt x="0" y="645043"/>
                    </a:moveTo>
                    <a:lnTo>
                      <a:pt x="32296" y="625402"/>
                    </a:lnTo>
                    <a:moveTo>
                      <a:pt x="32296" y="625402"/>
                    </a:moveTo>
                    <a:lnTo>
                      <a:pt x="64593" y="605761"/>
                    </a:lnTo>
                    <a:moveTo>
                      <a:pt x="64593" y="605761"/>
                    </a:moveTo>
                    <a:lnTo>
                      <a:pt x="96890" y="586120"/>
                    </a:lnTo>
                    <a:moveTo>
                      <a:pt x="96890" y="586120"/>
                    </a:moveTo>
                    <a:lnTo>
                      <a:pt x="129186" y="566479"/>
                    </a:lnTo>
                    <a:moveTo>
                      <a:pt x="129186" y="566479"/>
                    </a:moveTo>
                    <a:lnTo>
                      <a:pt x="161483" y="546838"/>
                    </a:lnTo>
                    <a:moveTo>
                      <a:pt x="161483" y="546838"/>
                    </a:moveTo>
                    <a:lnTo>
                      <a:pt x="193779" y="527197"/>
                    </a:lnTo>
                    <a:moveTo>
                      <a:pt x="193779" y="527197"/>
                    </a:moveTo>
                    <a:lnTo>
                      <a:pt x="226076" y="507556"/>
                    </a:lnTo>
                    <a:moveTo>
                      <a:pt x="226076" y="507556"/>
                    </a:moveTo>
                    <a:lnTo>
                      <a:pt x="258373" y="487915"/>
                    </a:lnTo>
                    <a:moveTo>
                      <a:pt x="258373" y="487915"/>
                    </a:moveTo>
                    <a:lnTo>
                      <a:pt x="290669" y="468274"/>
                    </a:lnTo>
                    <a:moveTo>
                      <a:pt x="290669" y="468274"/>
                    </a:moveTo>
                    <a:lnTo>
                      <a:pt x="322966" y="448633"/>
                    </a:lnTo>
                    <a:moveTo>
                      <a:pt x="322966" y="448633"/>
                    </a:moveTo>
                    <a:lnTo>
                      <a:pt x="355262" y="428991"/>
                    </a:lnTo>
                    <a:moveTo>
                      <a:pt x="355262" y="428991"/>
                    </a:moveTo>
                    <a:lnTo>
                      <a:pt x="387559" y="409350"/>
                    </a:lnTo>
                    <a:moveTo>
                      <a:pt x="387559" y="409350"/>
                    </a:moveTo>
                    <a:lnTo>
                      <a:pt x="419855" y="389709"/>
                    </a:lnTo>
                    <a:moveTo>
                      <a:pt x="419855" y="389709"/>
                    </a:moveTo>
                    <a:lnTo>
                      <a:pt x="452152" y="370068"/>
                    </a:lnTo>
                    <a:moveTo>
                      <a:pt x="452152" y="370068"/>
                    </a:moveTo>
                    <a:lnTo>
                      <a:pt x="484449" y="350427"/>
                    </a:lnTo>
                    <a:moveTo>
                      <a:pt x="484449" y="350427"/>
                    </a:moveTo>
                    <a:lnTo>
                      <a:pt x="516745" y="330786"/>
                    </a:lnTo>
                    <a:moveTo>
                      <a:pt x="516745" y="330786"/>
                    </a:moveTo>
                    <a:lnTo>
                      <a:pt x="549042" y="311145"/>
                    </a:lnTo>
                    <a:moveTo>
                      <a:pt x="549042" y="311145"/>
                    </a:moveTo>
                    <a:lnTo>
                      <a:pt x="581338" y="291504"/>
                    </a:lnTo>
                    <a:moveTo>
                      <a:pt x="581338" y="291504"/>
                    </a:moveTo>
                    <a:lnTo>
                      <a:pt x="613635" y="271863"/>
                    </a:lnTo>
                    <a:moveTo>
                      <a:pt x="613635" y="271863"/>
                    </a:moveTo>
                    <a:lnTo>
                      <a:pt x="645932" y="252222"/>
                    </a:lnTo>
                    <a:moveTo>
                      <a:pt x="645932" y="252222"/>
                    </a:moveTo>
                    <a:lnTo>
                      <a:pt x="678228" y="232581"/>
                    </a:lnTo>
                    <a:moveTo>
                      <a:pt x="678228" y="232581"/>
                    </a:moveTo>
                    <a:lnTo>
                      <a:pt x="693831" y="223092"/>
                    </a:lnTo>
                    <a:lnTo>
                      <a:pt x="707913" y="209549"/>
                    </a:lnTo>
                    <a:moveTo>
                      <a:pt x="707913" y="209549"/>
                    </a:moveTo>
                    <a:lnTo>
                      <a:pt x="735158" y="183346"/>
                    </a:lnTo>
                    <a:moveTo>
                      <a:pt x="735158" y="183346"/>
                    </a:moveTo>
                    <a:lnTo>
                      <a:pt x="762402" y="157143"/>
                    </a:lnTo>
                    <a:moveTo>
                      <a:pt x="762402" y="157143"/>
                    </a:moveTo>
                    <a:lnTo>
                      <a:pt x="789647" y="130940"/>
                    </a:lnTo>
                    <a:moveTo>
                      <a:pt x="789647" y="130940"/>
                    </a:moveTo>
                    <a:lnTo>
                      <a:pt x="816891" y="104738"/>
                    </a:lnTo>
                    <a:moveTo>
                      <a:pt x="816891" y="104738"/>
                    </a:moveTo>
                    <a:lnTo>
                      <a:pt x="844135" y="78535"/>
                    </a:lnTo>
                    <a:moveTo>
                      <a:pt x="844135" y="78535"/>
                    </a:moveTo>
                    <a:lnTo>
                      <a:pt x="871380" y="52332"/>
                    </a:lnTo>
                    <a:moveTo>
                      <a:pt x="871380" y="52332"/>
                    </a:moveTo>
                    <a:lnTo>
                      <a:pt x="898624" y="26129"/>
                    </a:lnTo>
                    <a:moveTo>
                      <a:pt x="898624" y="26129"/>
                    </a:moveTo>
                    <a:lnTo>
                      <a:pt x="925792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10" name="Контур"/>
              <p:cNvSpPr/>
              <p:nvPr/>
            </p:nvSpPr>
            <p:spPr>
              <a:xfrm>
                <a:off x="932370" y="6442338"/>
                <a:ext cx="969093" cy="689463"/>
              </a:xfrm>
              <a:custGeom>
                <a:avLst/>
                <a:gdLst/>
                <a:ahLst/>
                <a:cxnLst/>
                <a:rect l="l" t="t" r="r" b="b"/>
                <a:pathLst>
                  <a:path w="969093" h="689463" fill="none">
                    <a:moveTo>
                      <a:pt x="0" y="689463"/>
                    </a:moveTo>
                    <a:lnTo>
                      <a:pt x="32302" y="669830"/>
                    </a:lnTo>
                    <a:moveTo>
                      <a:pt x="32302" y="669830"/>
                    </a:moveTo>
                    <a:lnTo>
                      <a:pt x="64603" y="650197"/>
                    </a:lnTo>
                    <a:moveTo>
                      <a:pt x="64603" y="650197"/>
                    </a:moveTo>
                    <a:lnTo>
                      <a:pt x="96904" y="630563"/>
                    </a:lnTo>
                    <a:moveTo>
                      <a:pt x="96904" y="630563"/>
                    </a:moveTo>
                    <a:lnTo>
                      <a:pt x="129206" y="610930"/>
                    </a:lnTo>
                    <a:moveTo>
                      <a:pt x="129206" y="610930"/>
                    </a:moveTo>
                    <a:lnTo>
                      <a:pt x="161507" y="591297"/>
                    </a:lnTo>
                    <a:moveTo>
                      <a:pt x="161507" y="591297"/>
                    </a:moveTo>
                    <a:lnTo>
                      <a:pt x="193808" y="571664"/>
                    </a:lnTo>
                    <a:moveTo>
                      <a:pt x="193808" y="571664"/>
                    </a:moveTo>
                    <a:lnTo>
                      <a:pt x="226110" y="552030"/>
                    </a:lnTo>
                    <a:moveTo>
                      <a:pt x="226110" y="552030"/>
                    </a:moveTo>
                    <a:lnTo>
                      <a:pt x="258411" y="532397"/>
                    </a:lnTo>
                    <a:moveTo>
                      <a:pt x="258411" y="532397"/>
                    </a:moveTo>
                    <a:lnTo>
                      <a:pt x="290712" y="512764"/>
                    </a:lnTo>
                    <a:moveTo>
                      <a:pt x="290712" y="512764"/>
                    </a:moveTo>
                    <a:lnTo>
                      <a:pt x="323014" y="493131"/>
                    </a:lnTo>
                    <a:moveTo>
                      <a:pt x="323014" y="493131"/>
                    </a:moveTo>
                    <a:lnTo>
                      <a:pt x="355315" y="473497"/>
                    </a:lnTo>
                    <a:moveTo>
                      <a:pt x="355315" y="473497"/>
                    </a:moveTo>
                    <a:lnTo>
                      <a:pt x="387616" y="453864"/>
                    </a:lnTo>
                    <a:moveTo>
                      <a:pt x="387616" y="453864"/>
                    </a:moveTo>
                    <a:lnTo>
                      <a:pt x="419918" y="434231"/>
                    </a:lnTo>
                    <a:moveTo>
                      <a:pt x="419918" y="434231"/>
                    </a:moveTo>
                    <a:lnTo>
                      <a:pt x="452219" y="414598"/>
                    </a:lnTo>
                    <a:moveTo>
                      <a:pt x="452219" y="414598"/>
                    </a:moveTo>
                    <a:lnTo>
                      <a:pt x="484520" y="394964"/>
                    </a:lnTo>
                    <a:moveTo>
                      <a:pt x="484520" y="394964"/>
                    </a:moveTo>
                    <a:lnTo>
                      <a:pt x="516821" y="375331"/>
                    </a:lnTo>
                    <a:moveTo>
                      <a:pt x="516821" y="375331"/>
                    </a:moveTo>
                    <a:lnTo>
                      <a:pt x="549123" y="355698"/>
                    </a:lnTo>
                    <a:moveTo>
                      <a:pt x="549123" y="355698"/>
                    </a:moveTo>
                    <a:lnTo>
                      <a:pt x="581424" y="336065"/>
                    </a:lnTo>
                    <a:moveTo>
                      <a:pt x="581424" y="336065"/>
                    </a:moveTo>
                    <a:lnTo>
                      <a:pt x="613725" y="316431"/>
                    </a:lnTo>
                    <a:moveTo>
                      <a:pt x="613725" y="316431"/>
                    </a:moveTo>
                    <a:lnTo>
                      <a:pt x="646027" y="296798"/>
                    </a:lnTo>
                    <a:moveTo>
                      <a:pt x="646027" y="296798"/>
                    </a:moveTo>
                    <a:lnTo>
                      <a:pt x="678328" y="277165"/>
                    </a:lnTo>
                    <a:moveTo>
                      <a:pt x="678328" y="277165"/>
                    </a:moveTo>
                    <a:lnTo>
                      <a:pt x="685188" y="272995"/>
                    </a:lnTo>
                    <a:lnTo>
                      <a:pt x="706649" y="252359"/>
                    </a:lnTo>
                    <a:moveTo>
                      <a:pt x="706649" y="252359"/>
                    </a:moveTo>
                    <a:lnTo>
                      <a:pt x="733896" y="226159"/>
                    </a:lnTo>
                    <a:moveTo>
                      <a:pt x="733896" y="226159"/>
                    </a:moveTo>
                    <a:lnTo>
                      <a:pt x="761143" y="199959"/>
                    </a:lnTo>
                    <a:moveTo>
                      <a:pt x="761143" y="199959"/>
                    </a:moveTo>
                    <a:lnTo>
                      <a:pt x="788390" y="173760"/>
                    </a:lnTo>
                    <a:moveTo>
                      <a:pt x="788390" y="173760"/>
                    </a:moveTo>
                    <a:lnTo>
                      <a:pt x="815637" y="147560"/>
                    </a:lnTo>
                    <a:moveTo>
                      <a:pt x="815637" y="147560"/>
                    </a:moveTo>
                    <a:lnTo>
                      <a:pt x="842884" y="121360"/>
                    </a:lnTo>
                    <a:moveTo>
                      <a:pt x="842884" y="121360"/>
                    </a:moveTo>
                    <a:lnTo>
                      <a:pt x="870131" y="95160"/>
                    </a:lnTo>
                    <a:moveTo>
                      <a:pt x="870131" y="95160"/>
                    </a:moveTo>
                    <a:lnTo>
                      <a:pt x="897378" y="68960"/>
                    </a:lnTo>
                    <a:moveTo>
                      <a:pt x="897378" y="68960"/>
                    </a:moveTo>
                    <a:lnTo>
                      <a:pt x="924625" y="42760"/>
                    </a:lnTo>
                    <a:moveTo>
                      <a:pt x="924625" y="42760"/>
                    </a:moveTo>
                    <a:lnTo>
                      <a:pt x="951872" y="16560"/>
                    </a:lnTo>
                    <a:moveTo>
                      <a:pt x="951872" y="16560"/>
                    </a:moveTo>
                    <a:lnTo>
                      <a:pt x="969093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  <p:sp>
            <p:nvSpPr>
              <p:cNvPr id="1411" name="Контур"/>
              <p:cNvSpPr/>
              <p:nvPr/>
            </p:nvSpPr>
            <p:spPr>
              <a:xfrm>
                <a:off x="1316712" y="4222954"/>
                <a:ext cx="4028804" cy="5965046"/>
              </a:xfrm>
              <a:custGeom>
                <a:avLst/>
                <a:gdLst/>
                <a:ahLst/>
                <a:cxnLst/>
                <a:rect l="l" t="t" r="r" b="b"/>
                <a:pathLst>
                  <a:path w="4028804" h="5965046" fill="none">
                    <a:moveTo>
                      <a:pt x="438636" y="2671389"/>
                    </a:moveTo>
                    <a:lnTo>
                      <a:pt x="465880" y="2645186"/>
                    </a:lnTo>
                    <a:moveTo>
                      <a:pt x="465880" y="2645186"/>
                    </a:moveTo>
                    <a:lnTo>
                      <a:pt x="493124" y="2618983"/>
                    </a:lnTo>
                    <a:moveTo>
                      <a:pt x="493124" y="2618983"/>
                    </a:moveTo>
                    <a:lnTo>
                      <a:pt x="520369" y="2592781"/>
                    </a:lnTo>
                    <a:moveTo>
                      <a:pt x="520369" y="2592781"/>
                    </a:moveTo>
                    <a:lnTo>
                      <a:pt x="547613" y="2566578"/>
                    </a:lnTo>
                    <a:moveTo>
                      <a:pt x="547613" y="2566578"/>
                    </a:moveTo>
                    <a:lnTo>
                      <a:pt x="574857" y="2540375"/>
                    </a:lnTo>
                    <a:moveTo>
                      <a:pt x="574857" y="2540375"/>
                    </a:moveTo>
                    <a:lnTo>
                      <a:pt x="602101" y="2514172"/>
                    </a:lnTo>
                    <a:moveTo>
                      <a:pt x="602101" y="2514172"/>
                    </a:moveTo>
                    <a:lnTo>
                      <a:pt x="610347" y="2506241"/>
                    </a:lnTo>
                    <a:lnTo>
                      <a:pt x="624482" y="2492646"/>
                    </a:lnTo>
                    <a:moveTo>
                      <a:pt x="584751" y="2219384"/>
                    </a:moveTo>
                    <a:lnTo>
                      <a:pt x="590599" y="2225585"/>
                    </a:lnTo>
                    <a:lnTo>
                      <a:pt x="589887" y="2254853"/>
                    </a:lnTo>
                    <a:moveTo>
                      <a:pt x="589887" y="2254853"/>
                    </a:moveTo>
                    <a:lnTo>
                      <a:pt x="588966" y="2292642"/>
                    </a:lnTo>
                    <a:moveTo>
                      <a:pt x="588966" y="2292642"/>
                    </a:moveTo>
                    <a:lnTo>
                      <a:pt x="588046" y="2330430"/>
                    </a:lnTo>
                    <a:moveTo>
                      <a:pt x="588046" y="2330430"/>
                    </a:moveTo>
                    <a:lnTo>
                      <a:pt x="587797" y="2340657"/>
                    </a:lnTo>
                    <a:moveTo>
                      <a:pt x="1066206" y="2134708"/>
                    </a:moveTo>
                    <a:lnTo>
                      <a:pt x="1038708" y="2160644"/>
                    </a:lnTo>
                    <a:moveTo>
                      <a:pt x="1038708" y="2160644"/>
                    </a:moveTo>
                    <a:lnTo>
                      <a:pt x="1011210" y="2186580"/>
                    </a:lnTo>
                    <a:moveTo>
                      <a:pt x="1011210" y="2186580"/>
                    </a:moveTo>
                    <a:lnTo>
                      <a:pt x="983711" y="2212516"/>
                    </a:lnTo>
                    <a:moveTo>
                      <a:pt x="983711" y="2212516"/>
                    </a:moveTo>
                    <a:lnTo>
                      <a:pt x="956213" y="2238453"/>
                    </a:lnTo>
                    <a:moveTo>
                      <a:pt x="956213" y="2238453"/>
                    </a:moveTo>
                    <a:lnTo>
                      <a:pt x="928715" y="2264389"/>
                    </a:lnTo>
                    <a:moveTo>
                      <a:pt x="928715" y="2264389"/>
                    </a:moveTo>
                    <a:lnTo>
                      <a:pt x="901216" y="2290325"/>
                    </a:lnTo>
                    <a:moveTo>
                      <a:pt x="901216" y="2290325"/>
                    </a:moveTo>
                    <a:lnTo>
                      <a:pt x="873718" y="2316261"/>
                    </a:lnTo>
                    <a:moveTo>
                      <a:pt x="873718" y="2316261"/>
                    </a:moveTo>
                    <a:lnTo>
                      <a:pt x="846774" y="2341674"/>
                    </a:lnTo>
                    <a:lnTo>
                      <a:pt x="846144" y="2342102"/>
                    </a:lnTo>
                    <a:moveTo>
                      <a:pt x="846144" y="2342102"/>
                    </a:moveTo>
                    <a:lnTo>
                      <a:pt x="814873" y="2363340"/>
                    </a:lnTo>
                    <a:moveTo>
                      <a:pt x="814873" y="2363340"/>
                    </a:moveTo>
                    <a:lnTo>
                      <a:pt x="783603" y="2384577"/>
                    </a:lnTo>
                    <a:moveTo>
                      <a:pt x="783603" y="2384577"/>
                    </a:moveTo>
                    <a:lnTo>
                      <a:pt x="752333" y="2405814"/>
                    </a:lnTo>
                    <a:moveTo>
                      <a:pt x="752333" y="2405814"/>
                    </a:moveTo>
                    <a:lnTo>
                      <a:pt x="721063" y="2427052"/>
                    </a:lnTo>
                    <a:moveTo>
                      <a:pt x="721063" y="2427052"/>
                    </a:moveTo>
                    <a:lnTo>
                      <a:pt x="689793" y="2448289"/>
                    </a:lnTo>
                    <a:moveTo>
                      <a:pt x="689793" y="2448289"/>
                    </a:moveTo>
                    <a:lnTo>
                      <a:pt x="658523" y="2469526"/>
                    </a:lnTo>
                    <a:moveTo>
                      <a:pt x="658523" y="2469526"/>
                    </a:moveTo>
                    <a:lnTo>
                      <a:pt x="627253" y="2490764"/>
                    </a:lnTo>
                    <a:moveTo>
                      <a:pt x="627253" y="2490764"/>
                    </a:moveTo>
                    <a:lnTo>
                      <a:pt x="624482" y="2492646"/>
                    </a:lnTo>
                    <a:moveTo>
                      <a:pt x="584751" y="2219384"/>
                    </a:moveTo>
                    <a:lnTo>
                      <a:pt x="590599" y="2225585"/>
                    </a:lnTo>
                    <a:lnTo>
                      <a:pt x="589887" y="2254853"/>
                    </a:lnTo>
                    <a:moveTo>
                      <a:pt x="589887" y="2254853"/>
                    </a:moveTo>
                    <a:lnTo>
                      <a:pt x="588966" y="2292642"/>
                    </a:lnTo>
                    <a:moveTo>
                      <a:pt x="588966" y="2292642"/>
                    </a:moveTo>
                    <a:lnTo>
                      <a:pt x="588046" y="2330430"/>
                    </a:lnTo>
                    <a:moveTo>
                      <a:pt x="588046" y="2330430"/>
                    </a:moveTo>
                    <a:lnTo>
                      <a:pt x="587797" y="2340657"/>
                    </a:lnTo>
                    <a:moveTo>
                      <a:pt x="1742" y="1138801"/>
                    </a:moveTo>
                    <a:lnTo>
                      <a:pt x="1176" y="1176597"/>
                    </a:lnTo>
                    <a:moveTo>
                      <a:pt x="1176" y="1176597"/>
                    </a:moveTo>
                    <a:lnTo>
                      <a:pt x="610" y="1214392"/>
                    </a:lnTo>
                    <a:moveTo>
                      <a:pt x="610" y="1214392"/>
                    </a:moveTo>
                    <a:lnTo>
                      <a:pt x="43" y="1252188"/>
                    </a:lnTo>
                    <a:moveTo>
                      <a:pt x="43" y="1252188"/>
                    </a:moveTo>
                    <a:lnTo>
                      <a:pt x="0" y="1255097"/>
                    </a:lnTo>
                    <a:lnTo>
                      <a:pt x="23940" y="1280479"/>
                    </a:lnTo>
                    <a:moveTo>
                      <a:pt x="23940" y="1280479"/>
                    </a:moveTo>
                    <a:lnTo>
                      <a:pt x="49876" y="1307977"/>
                    </a:lnTo>
                    <a:moveTo>
                      <a:pt x="49876" y="1307977"/>
                    </a:moveTo>
                    <a:lnTo>
                      <a:pt x="75812" y="1335476"/>
                    </a:lnTo>
                    <a:moveTo>
                      <a:pt x="75812" y="1335476"/>
                    </a:moveTo>
                    <a:lnTo>
                      <a:pt x="101748" y="1362974"/>
                    </a:lnTo>
                    <a:moveTo>
                      <a:pt x="101748" y="1362974"/>
                    </a:moveTo>
                    <a:lnTo>
                      <a:pt x="127684" y="1390472"/>
                    </a:lnTo>
                    <a:moveTo>
                      <a:pt x="127684" y="1390472"/>
                    </a:moveTo>
                    <a:lnTo>
                      <a:pt x="153620" y="1417970"/>
                    </a:lnTo>
                    <a:moveTo>
                      <a:pt x="153620" y="1417970"/>
                    </a:moveTo>
                    <a:lnTo>
                      <a:pt x="179557" y="1445469"/>
                    </a:lnTo>
                    <a:moveTo>
                      <a:pt x="179557" y="1445469"/>
                    </a:moveTo>
                    <a:lnTo>
                      <a:pt x="205493" y="1472967"/>
                    </a:lnTo>
                    <a:moveTo>
                      <a:pt x="205493" y="1472967"/>
                    </a:moveTo>
                    <a:lnTo>
                      <a:pt x="231429" y="1500465"/>
                    </a:lnTo>
                    <a:moveTo>
                      <a:pt x="231429" y="1500465"/>
                    </a:moveTo>
                    <a:lnTo>
                      <a:pt x="257365" y="1527963"/>
                    </a:lnTo>
                    <a:moveTo>
                      <a:pt x="257365" y="1527963"/>
                    </a:moveTo>
                    <a:lnTo>
                      <a:pt x="283301" y="1555462"/>
                    </a:lnTo>
                    <a:moveTo>
                      <a:pt x="283301" y="1555462"/>
                    </a:moveTo>
                    <a:lnTo>
                      <a:pt x="309237" y="1582960"/>
                    </a:lnTo>
                    <a:moveTo>
                      <a:pt x="309237" y="1582960"/>
                    </a:moveTo>
                    <a:lnTo>
                      <a:pt x="335174" y="1610458"/>
                    </a:lnTo>
                    <a:moveTo>
                      <a:pt x="335174" y="1610458"/>
                    </a:moveTo>
                    <a:lnTo>
                      <a:pt x="361110" y="1637957"/>
                    </a:lnTo>
                    <a:moveTo>
                      <a:pt x="361110" y="1637957"/>
                    </a:moveTo>
                    <a:lnTo>
                      <a:pt x="387046" y="1665455"/>
                    </a:lnTo>
                    <a:moveTo>
                      <a:pt x="387046" y="1665455"/>
                    </a:moveTo>
                    <a:lnTo>
                      <a:pt x="412982" y="1692953"/>
                    </a:lnTo>
                    <a:moveTo>
                      <a:pt x="412982" y="1692953"/>
                    </a:moveTo>
                    <a:lnTo>
                      <a:pt x="438918" y="1720451"/>
                    </a:lnTo>
                    <a:moveTo>
                      <a:pt x="438918" y="1720451"/>
                    </a:moveTo>
                    <a:lnTo>
                      <a:pt x="464855" y="1747950"/>
                    </a:lnTo>
                    <a:moveTo>
                      <a:pt x="464855" y="1747950"/>
                    </a:moveTo>
                    <a:lnTo>
                      <a:pt x="490791" y="1775448"/>
                    </a:lnTo>
                    <a:moveTo>
                      <a:pt x="490791" y="1775448"/>
                    </a:moveTo>
                    <a:lnTo>
                      <a:pt x="516727" y="1802946"/>
                    </a:lnTo>
                    <a:moveTo>
                      <a:pt x="516727" y="1802946"/>
                    </a:moveTo>
                    <a:lnTo>
                      <a:pt x="542663" y="1830445"/>
                    </a:lnTo>
                    <a:moveTo>
                      <a:pt x="542663" y="1830445"/>
                    </a:moveTo>
                    <a:lnTo>
                      <a:pt x="568599" y="1857943"/>
                    </a:lnTo>
                    <a:moveTo>
                      <a:pt x="568599" y="1857943"/>
                    </a:moveTo>
                    <a:lnTo>
                      <a:pt x="594535" y="1885441"/>
                    </a:lnTo>
                    <a:moveTo>
                      <a:pt x="594535" y="1885441"/>
                    </a:moveTo>
                    <a:lnTo>
                      <a:pt x="620472" y="1912939"/>
                    </a:lnTo>
                    <a:moveTo>
                      <a:pt x="620472" y="1912939"/>
                    </a:moveTo>
                    <a:lnTo>
                      <a:pt x="646408" y="1940438"/>
                    </a:lnTo>
                    <a:moveTo>
                      <a:pt x="646408" y="1940438"/>
                    </a:moveTo>
                    <a:lnTo>
                      <a:pt x="672344" y="1967936"/>
                    </a:lnTo>
                    <a:moveTo>
                      <a:pt x="672344" y="1967936"/>
                    </a:moveTo>
                    <a:lnTo>
                      <a:pt x="698280" y="1995434"/>
                    </a:lnTo>
                    <a:moveTo>
                      <a:pt x="698280" y="1995434"/>
                    </a:moveTo>
                    <a:lnTo>
                      <a:pt x="724216" y="2022932"/>
                    </a:lnTo>
                    <a:moveTo>
                      <a:pt x="724216" y="2022932"/>
                    </a:moveTo>
                    <a:lnTo>
                      <a:pt x="746492" y="2046550"/>
                    </a:lnTo>
                    <a:lnTo>
                      <a:pt x="751824" y="2046706"/>
                    </a:lnTo>
                    <a:moveTo>
                      <a:pt x="751824" y="2046706"/>
                    </a:moveTo>
                    <a:lnTo>
                      <a:pt x="789608" y="2047811"/>
                    </a:lnTo>
                    <a:moveTo>
                      <a:pt x="789608" y="2047811"/>
                    </a:moveTo>
                    <a:lnTo>
                      <a:pt x="827392" y="2048915"/>
                    </a:lnTo>
                    <a:moveTo>
                      <a:pt x="827392" y="2048915"/>
                    </a:moveTo>
                    <a:lnTo>
                      <a:pt x="860996" y="2049898"/>
                    </a:lnTo>
                    <a:lnTo>
                      <a:pt x="864038" y="2047028"/>
                    </a:lnTo>
                    <a:moveTo>
                      <a:pt x="864038" y="2047028"/>
                    </a:moveTo>
                    <a:lnTo>
                      <a:pt x="891536" y="2021092"/>
                    </a:lnTo>
                    <a:moveTo>
                      <a:pt x="891536" y="2021092"/>
                    </a:moveTo>
                    <a:lnTo>
                      <a:pt x="919035" y="1995156"/>
                    </a:lnTo>
                    <a:moveTo>
                      <a:pt x="919035" y="1995156"/>
                    </a:moveTo>
                    <a:lnTo>
                      <a:pt x="946533" y="1969220"/>
                    </a:lnTo>
                    <a:moveTo>
                      <a:pt x="946533" y="1969220"/>
                    </a:moveTo>
                    <a:lnTo>
                      <a:pt x="974031" y="1943284"/>
                    </a:lnTo>
                    <a:moveTo>
                      <a:pt x="974031" y="1943284"/>
                    </a:moveTo>
                    <a:lnTo>
                      <a:pt x="1001530" y="1917348"/>
                    </a:lnTo>
                    <a:moveTo>
                      <a:pt x="1001530" y="1917348"/>
                    </a:moveTo>
                    <a:lnTo>
                      <a:pt x="1029028" y="1891412"/>
                    </a:lnTo>
                    <a:moveTo>
                      <a:pt x="1029028" y="1891412"/>
                    </a:moveTo>
                    <a:lnTo>
                      <a:pt x="1056526" y="1865475"/>
                    </a:lnTo>
                    <a:moveTo>
                      <a:pt x="1056526" y="1865475"/>
                    </a:moveTo>
                    <a:lnTo>
                      <a:pt x="1066206" y="1856345"/>
                    </a:lnTo>
                    <a:moveTo>
                      <a:pt x="104646" y="1033299"/>
                    </a:moveTo>
                    <a:lnTo>
                      <a:pt x="78381" y="1060483"/>
                    </a:lnTo>
                    <a:moveTo>
                      <a:pt x="78381" y="1060483"/>
                    </a:moveTo>
                    <a:lnTo>
                      <a:pt x="52115" y="1087667"/>
                    </a:lnTo>
                    <a:moveTo>
                      <a:pt x="52115" y="1087667"/>
                    </a:moveTo>
                    <a:lnTo>
                      <a:pt x="31134" y="1109382"/>
                    </a:lnTo>
                    <a:lnTo>
                      <a:pt x="25759" y="1114762"/>
                    </a:lnTo>
                    <a:moveTo>
                      <a:pt x="25759" y="1114762"/>
                    </a:moveTo>
                    <a:lnTo>
                      <a:pt x="1742" y="1138801"/>
                    </a:lnTo>
                    <a:moveTo>
                      <a:pt x="1659131" y="4424580"/>
                    </a:moveTo>
                    <a:lnTo>
                      <a:pt x="1652598" y="4461811"/>
                    </a:lnTo>
                    <a:moveTo>
                      <a:pt x="1652598" y="4461811"/>
                    </a:moveTo>
                    <a:lnTo>
                      <a:pt x="1646064" y="4499043"/>
                    </a:lnTo>
                    <a:moveTo>
                      <a:pt x="1646064" y="4499043"/>
                    </a:moveTo>
                    <a:lnTo>
                      <a:pt x="1639531" y="4536274"/>
                    </a:lnTo>
                    <a:moveTo>
                      <a:pt x="1639531" y="4536274"/>
                    </a:moveTo>
                    <a:lnTo>
                      <a:pt x="1632998" y="4573505"/>
                    </a:lnTo>
                    <a:moveTo>
                      <a:pt x="1632998" y="4573505"/>
                    </a:moveTo>
                    <a:lnTo>
                      <a:pt x="1626464" y="4610736"/>
                    </a:lnTo>
                    <a:moveTo>
                      <a:pt x="1626464" y="4610736"/>
                    </a:moveTo>
                    <a:lnTo>
                      <a:pt x="1619931" y="4647967"/>
                    </a:lnTo>
                    <a:moveTo>
                      <a:pt x="1619931" y="4647967"/>
                    </a:moveTo>
                    <a:lnTo>
                      <a:pt x="1619267" y="4651749"/>
                    </a:lnTo>
                    <a:moveTo>
                      <a:pt x="1659131" y="4424580"/>
                    </a:moveTo>
                    <a:lnTo>
                      <a:pt x="1652598" y="4461811"/>
                    </a:lnTo>
                    <a:moveTo>
                      <a:pt x="1652598" y="4461811"/>
                    </a:moveTo>
                    <a:lnTo>
                      <a:pt x="1646064" y="4499043"/>
                    </a:lnTo>
                    <a:moveTo>
                      <a:pt x="1646064" y="4499043"/>
                    </a:moveTo>
                    <a:lnTo>
                      <a:pt x="1639531" y="4536274"/>
                    </a:lnTo>
                    <a:moveTo>
                      <a:pt x="1639531" y="4536274"/>
                    </a:moveTo>
                    <a:lnTo>
                      <a:pt x="1632998" y="4573505"/>
                    </a:lnTo>
                    <a:moveTo>
                      <a:pt x="1632998" y="4573505"/>
                    </a:moveTo>
                    <a:lnTo>
                      <a:pt x="1626464" y="4610736"/>
                    </a:lnTo>
                    <a:moveTo>
                      <a:pt x="1626464" y="4610736"/>
                    </a:moveTo>
                    <a:lnTo>
                      <a:pt x="1619931" y="4647967"/>
                    </a:lnTo>
                    <a:moveTo>
                      <a:pt x="1619931" y="4647967"/>
                    </a:moveTo>
                    <a:lnTo>
                      <a:pt x="1619267" y="4651749"/>
                    </a:lnTo>
                    <a:moveTo>
                      <a:pt x="1226538" y="4281444"/>
                    </a:moveTo>
                    <a:lnTo>
                      <a:pt x="1258568" y="4261373"/>
                    </a:lnTo>
                    <a:moveTo>
                      <a:pt x="1258568" y="4261373"/>
                    </a:moveTo>
                    <a:lnTo>
                      <a:pt x="1290599" y="4241302"/>
                    </a:lnTo>
                    <a:moveTo>
                      <a:pt x="1290599" y="4241302"/>
                    </a:moveTo>
                    <a:lnTo>
                      <a:pt x="1322630" y="4221230"/>
                    </a:lnTo>
                    <a:moveTo>
                      <a:pt x="1322630" y="4221230"/>
                    </a:moveTo>
                    <a:lnTo>
                      <a:pt x="1354661" y="4201159"/>
                    </a:lnTo>
                    <a:moveTo>
                      <a:pt x="1354661" y="4201159"/>
                    </a:moveTo>
                    <a:lnTo>
                      <a:pt x="1386692" y="4181088"/>
                    </a:lnTo>
                    <a:moveTo>
                      <a:pt x="1386692" y="4181088"/>
                    </a:moveTo>
                    <a:lnTo>
                      <a:pt x="1418723" y="4161016"/>
                    </a:lnTo>
                    <a:moveTo>
                      <a:pt x="1418723" y="4161016"/>
                    </a:moveTo>
                    <a:lnTo>
                      <a:pt x="1450754" y="4140945"/>
                    </a:lnTo>
                    <a:moveTo>
                      <a:pt x="1450754" y="4140945"/>
                    </a:moveTo>
                    <a:lnTo>
                      <a:pt x="1482785" y="4120873"/>
                    </a:lnTo>
                    <a:moveTo>
                      <a:pt x="1482785" y="4120873"/>
                    </a:moveTo>
                    <a:lnTo>
                      <a:pt x="1514816" y="4100802"/>
                    </a:lnTo>
                    <a:moveTo>
                      <a:pt x="1514816" y="4100802"/>
                    </a:moveTo>
                    <a:lnTo>
                      <a:pt x="1546847" y="4080731"/>
                    </a:lnTo>
                    <a:moveTo>
                      <a:pt x="1546847" y="4080731"/>
                    </a:moveTo>
                    <a:lnTo>
                      <a:pt x="1578878" y="4060659"/>
                    </a:lnTo>
                    <a:moveTo>
                      <a:pt x="1578878" y="4060659"/>
                    </a:moveTo>
                    <a:lnTo>
                      <a:pt x="1610909" y="4040588"/>
                    </a:lnTo>
                    <a:moveTo>
                      <a:pt x="1610909" y="4040588"/>
                    </a:moveTo>
                    <a:lnTo>
                      <a:pt x="1642940" y="4020517"/>
                    </a:lnTo>
                    <a:moveTo>
                      <a:pt x="1642940" y="4020517"/>
                    </a:moveTo>
                    <a:lnTo>
                      <a:pt x="1674970" y="4000445"/>
                    </a:lnTo>
                    <a:moveTo>
                      <a:pt x="1674970" y="4000445"/>
                    </a:moveTo>
                    <a:lnTo>
                      <a:pt x="1707001" y="3980374"/>
                    </a:lnTo>
                    <a:moveTo>
                      <a:pt x="1707001" y="3980374"/>
                    </a:moveTo>
                    <a:lnTo>
                      <a:pt x="1739032" y="3960302"/>
                    </a:lnTo>
                    <a:moveTo>
                      <a:pt x="1739032" y="3960302"/>
                    </a:moveTo>
                    <a:lnTo>
                      <a:pt x="1771063" y="3940231"/>
                    </a:lnTo>
                    <a:moveTo>
                      <a:pt x="1771063" y="3940231"/>
                    </a:moveTo>
                    <a:lnTo>
                      <a:pt x="1803094" y="3920160"/>
                    </a:lnTo>
                    <a:moveTo>
                      <a:pt x="1803094" y="3920160"/>
                    </a:moveTo>
                    <a:lnTo>
                      <a:pt x="1835125" y="3900088"/>
                    </a:lnTo>
                    <a:moveTo>
                      <a:pt x="1835125" y="3900088"/>
                    </a:moveTo>
                    <a:lnTo>
                      <a:pt x="1867156" y="3880017"/>
                    </a:lnTo>
                    <a:moveTo>
                      <a:pt x="1867156" y="3880017"/>
                    </a:moveTo>
                    <a:lnTo>
                      <a:pt x="1899187" y="3859946"/>
                    </a:lnTo>
                    <a:moveTo>
                      <a:pt x="1899187" y="3859946"/>
                    </a:moveTo>
                    <a:lnTo>
                      <a:pt x="1900506" y="3859119"/>
                    </a:lnTo>
                    <a:lnTo>
                      <a:pt x="1931218" y="3839874"/>
                    </a:lnTo>
                    <a:moveTo>
                      <a:pt x="1931218" y="3839874"/>
                    </a:moveTo>
                    <a:lnTo>
                      <a:pt x="1963249" y="3819803"/>
                    </a:lnTo>
                    <a:moveTo>
                      <a:pt x="1963249" y="3819803"/>
                    </a:moveTo>
                    <a:lnTo>
                      <a:pt x="1995280" y="3799732"/>
                    </a:lnTo>
                    <a:moveTo>
                      <a:pt x="1995280" y="3799732"/>
                    </a:moveTo>
                    <a:lnTo>
                      <a:pt x="2027311" y="3779660"/>
                    </a:lnTo>
                    <a:moveTo>
                      <a:pt x="2027311" y="3779660"/>
                    </a:moveTo>
                    <a:lnTo>
                      <a:pt x="2059342" y="3759589"/>
                    </a:lnTo>
                    <a:moveTo>
                      <a:pt x="2059342" y="3759589"/>
                    </a:moveTo>
                    <a:lnTo>
                      <a:pt x="2091373" y="3739518"/>
                    </a:lnTo>
                    <a:moveTo>
                      <a:pt x="2091373" y="3739518"/>
                    </a:moveTo>
                    <a:lnTo>
                      <a:pt x="2123404" y="3719446"/>
                    </a:lnTo>
                    <a:moveTo>
                      <a:pt x="2123404" y="3719446"/>
                    </a:moveTo>
                    <a:lnTo>
                      <a:pt x="2155435" y="3699375"/>
                    </a:lnTo>
                    <a:moveTo>
                      <a:pt x="2155435" y="3699375"/>
                    </a:moveTo>
                    <a:lnTo>
                      <a:pt x="2187466" y="3679304"/>
                    </a:lnTo>
                    <a:moveTo>
                      <a:pt x="2187466" y="3679304"/>
                    </a:moveTo>
                    <a:lnTo>
                      <a:pt x="2219497" y="3659232"/>
                    </a:lnTo>
                    <a:moveTo>
                      <a:pt x="2219497" y="3659232"/>
                    </a:moveTo>
                    <a:lnTo>
                      <a:pt x="2251528" y="3639161"/>
                    </a:lnTo>
                    <a:moveTo>
                      <a:pt x="2251528" y="3639161"/>
                    </a:moveTo>
                    <a:lnTo>
                      <a:pt x="2283558" y="3619090"/>
                    </a:lnTo>
                    <a:moveTo>
                      <a:pt x="2283558" y="3619090"/>
                    </a:moveTo>
                    <a:lnTo>
                      <a:pt x="2315589" y="3599019"/>
                    </a:lnTo>
                    <a:moveTo>
                      <a:pt x="2315589" y="3599019"/>
                    </a:moveTo>
                    <a:lnTo>
                      <a:pt x="2347620" y="3578947"/>
                    </a:lnTo>
                    <a:moveTo>
                      <a:pt x="2347620" y="3578947"/>
                    </a:moveTo>
                    <a:lnTo>
                      <a:pt x="2379651" y="3558876"/>
                    </a:lnTo>
                    <a:moveTo>
                      <a:pt x="2379651" y="3558876"/>
                    </a:moveTo>
                    <a:lnTo>
                      <a:pt x="2411682" y="3538805"/>
                    </a:lnTo>
                    <a:moveTo>
                      <a:pt x="2411682" y="3538805"/>
                    </a:moveTo>
                    <a:lnTo>
                      <a:pt x="2443713" y="3518733"/>
                    </a:lnTo>
                    <a:moveTo>
                      <a:pt x="2443713" y="3518733"/>
                    </a:moveTo>
                    <a:lnTo>
                      <a:pt x="2475744" y="3498662"/>
                    </a:lnTo>
                    <a:moveTo>
                      <a:pt x="2475744" y="3498662"/>
                    </a:moveTo>
                    <a:lnTo>
                      <a:pt x="2507775" y="3478591"/>
                    </a:lnTo>
                    <a:moveTo>
                      <a:pt x="2507775" y="3478591"/>
                    </a:moveTo>
                    <a:lnTo>
                      <a:pt x="2539806" y="3458519"/>
                    </a:lnTo>
                    <a:moveTo>
                      <a:pt x="2539806" y="3458519"/>
                    </a:moveTo>
                    <a:lnTo>
                      <a:pt x="2571837" y="3438448"/>
                    </a:lnTo>
                    <a:moveTo>
                      <a:pt x="2571837" y="3438448"/>
                    </a:moveTo>
                    <a:lnTo>
                      <a:pt x="2603868" y="3418377"/>
                    </a:lnTo>
                    <a:moveTo>
                      <a:pt x="2603868" y="3418377"/>
                    </a:moveTo>
                    <a:lnTo>
                      <a:pt x="2635899" y="3398306"/>
                    </a:lnTo>
                    <a:moveTo>
                      <a:pt x="2635899" y="3398306"/>
                    </a:moveTo>
                    <a:lnTo>
                      <a:pt x="2663166" y="3381219"/>
                    </a:lnTo>
                    <a:moveTo>
                      <a:pt x="1066206" y="4023677"/>
                    </a:moveTo>
                    <a:lnTo>
                      <a:pt x="1086171" y="4055775"/>
                    </a:lnTo>
                    <a:moveTo>
                      <a:pt x="1086171" y="4055775"/>
                    </a:moveTo>
                    <a:lnTo>
                      <a:pt x="1106136" y="4087872"/>
                    </a:lnTo>
                    <a:moveTo>
                      <a:pt x="1106136" y="4087872"/>
                    </a:moveTo>
                    <a:lnTo>
                      <a:pt x="1126100" y="4119970"/>
                    </a:lnTo>
                    <a:moveTo>
                      <a:pt x="1126100" y="4119970"/>
                    </a:moveTo>
                    <a:lnTo>
                      <a:pt x="1146065" y="4152067"/>
                    </a:lnTo>
                    <a:moveTo>
                      <a:pt x="1146065" y="4152067"/>
                    </a:moveTo>
                    <a:lnTo>
                      <a:pt x="1166030" y="4184165"/>
                    </a:lnTo>
                    <a:moveTo>
                      <a:pt x="1166030" y="4184165"/>
                    </a:moveTo>
                    <a:lnTo>
                      <a:pt x="1185994" y="4216262"/>
                    </a:lnTo>
                    <a:moveTo>
                      <a:pt x="1185994" y="4216262"/>
                    </a:moveTo>
                    <a:lnTo>
                      <a:pt x="1205959" y="4248360"/>
                    </a:lnTo>
                    <a:moveTo>
                      <a:pt x="1205959" y="4248360"/>
                    </a:moveTo>
                    <a:lnTo>
                      <a:pt x="1225924" y="4280458"/>
                    </a:lnTo>
                    <a:moveTo>
                      <a:pt x="1225924" y="4280458"/>
                    </a:moveTo>
                    <a:lnTo>
                      <a:pt x="1226538" y="4281444"/>
                    </a:lnTo>
                    <a:moveTo>
                      <a:pt x="991827" y="4045729"/>
                    </a:moveTo>
                    <a:lnTo>
                      <a:pt x="993086" y="4044944"/>
                    </a:lnTo>
                    <a:moveTo>
                      <a:pt x="993086" y="4044944"/>
                    </a:moveTo>
                    <a:lnTo>
                      <a:pt x="1025167" y="4024953"/>
                    </a:lnTo>
                    <a:moveTo>
                      <a:pt x="1025167" y="4024953"/>
                    </a:moveTo>
                    <a:lnTo>
                      <a:pt x="1055315" y="4006167"/>
                    </a:lnTo>
                    <a:lnTo>
                      <a:pt x="1056518" y="4008101"/>
                    </a:lnTo>
                    <a:moveTo>
                      <a:pt x="1056518" y="4008101"/>
                    </a:moveTo>
                    <a:lnTo>
                      <a:pt x="1066206" y="4023677"/>
                    </a:lnTo>
                    <a:moveTo>
                      <a:pt x="1284344" y="2895590"/>
                    </a:moveTo>
                    <a:lnTo>
                      <a:pt x="1314899" y="2873336"/>
                    </a:lnTo>
                    <a:moveTo>
                      <a:pt x="1314899" y="2873336"/>
                    </a:moveTo>
                    <a:lnTo>
                      <a:pt x="1345455" y="2851083"/>
                    </a:lnTo>
                    <a:moveTo>
                      <a:pt x="1345455" y="2851083"/>
                    </a:moveTo>
                    <a:lnTo>
                      <a:pt x="1376010" y="2828829"/>
                    </a:lnTo>
                    <a:moveTo>
                      <a:pt x="1376010" y="2828829"/>
                    </a:moveTo>
                    <a:lnTo>
                      <a:pt x="1406565" y="2806576"/>
                    </a:lnTo>
                    <a:moveTo>
                      <a:pt x="1406565" y="2806576"/>
                    </a:moveTo>
                    <a:lnTo>
                      <a:pt x="1437120" y="2784322"/>
                    </a:lnTo>
                    <a:moveTo>
                      <a:pt x="1437120" y="2784322"/>
                    </a:moveTo>
                    <a:lnTo>
                      <a:pt x="1467675" y="2762068"/>
                    </a:lnTo>
                    <a:moveTo>
                      <a:pt x="1467675" y="2762068"/>
                    </a:moveTo>
                    <a:lnTo>
                      <a:pt x="1498230" y="2739815"/>
                    </a:lnTo>
                    <a:moveTo>
                      <a:pt x="1498230" y="2739815"/>
                    </a:moveTo>
                    <a:lnTo>
                      <a:pt x="1528786" y="2717561"/>
                    </a:lnTo>
                    <a:moveTo>
                      <a:pt x="1528786" y="2717561"/>
                    </a:moveTo>
                    <a:lnTo>
                      <a:pt x="1559341" y="2695308"/>
                    </a:lnTo>
                    <a:moveTo>
                      <a:pt x="1559341" y="2695308"/>
                    </a:moveTo>
                    <a:lnTo>
                      <a:pt x="1589896" y="2673054"/>
                    </a:lnTo>
                    <a:moveTo>
                      <a:pt x="1589896" y="2673054"/>
                    </a:moveTo>
                    <a:lnTo>
                      <a:pt x="1620451" y="2650801"/>
                    </a:lnTo>
                    <a:moveTo>
                      <a:pt x="1620451" y="2650801"/>
                    </a:moveTo>
                    <a:lnTo>
                      <a:pt x="1651006" y="2628547"/>
                    </a:lnTo>
                    <a:moveTo>
                      <a:pt x="1651006" y="2628547"/>
                    </a:moveTo>
                    <a:lnTo>
                      <a:pt x="1681561" y="2606293"/>
                    </a:lnTo>
                    <a:moveTo>
                      <a:pt x="1681561" y="2606293"/>
                    </a:moveTo>
                    <a:lnTo>
                      <a:pt x="1712117" y="2584040"/>
                    </a:lnTo>
                    <a:moveTo>
                      <a:pt x="1712117" y="2584040"/>
                    </a:moveTo>
                    <a:lnTo>
                      <a:pt x="1742672" y="2561786"/>
                    </a:lnTo>
                    <a:moveTo>
                      <a:pt x="1742672" y="2561786"/>
                    </a:moveTo>
                    <a:lnTo>
                      <a:pt x="1773227" y="2539533"/>
                    </a:lnTo>
                    <a:moveTo>
                      <a:pt x="1773227" y="2539533"/>
                    </a:moveTo>
                    <a:lnTo>
                      <a:pt x="1803782" y="2517279"/>
                    </a:lnTo>
                    <a:moveTo>
                      <a:pt x="1803782" y="2517279"/>
                    </a:moveTo>
                    <a:lnTo>
                      <a:pt x="1834337" y="2495025"/>
                    </a:lnTo>
                    <a:moveTo>
                      <a:pt x="1834337" y="2495025"/>
                    </a:moveTo>
                    <a:lnTo>
                      <a:pt x="1864892" y="2472772"/>
                    </a:lnTo>
                    <a:moveTo>
                      <a:pt x="1864892" y="2472772"/>
                    </a:moveTo>
                    <a:lnTo>
                      <a:pt x="1895448" y="2450518"/>
                    </a:lnTo>
                    <a:moveTo>
                      <a:pt x="1895448" y="2450518"/>
                    </a:moveTo>
                    <a:lnTo>
                      <a:pt x="1926003" y="2428265"/>
                    </a:lnTo>
                    <a:moveTo>
                      <a:pt x="1926003" y="2428265"/>
                    </a:moveTo>
                    <a:lnTo>
                      <a:pt x="1956558" y="2406011"/>
                    </a:lnTo>
                    <a:moveTo>
                      <a:pt x="1956558" y="2406011"/>
                    </a:moveTo>
                    <a:lnTo>
                      <a:pt x="1987113" y="2383758"/>
                    </a:lnTo>
                    <a:moveTo>
                      <a:pt x="1987113" y="2383758"/>
                    </a:moveTo>
                    <a:lnTo>
                      <a:pt x="2017668" y="2361504"/>
                    </a:lnTo>
                    <a:moveTo>
                      <a:pt x="2017668" y="2361504"/>
                    </a:moveTo>
                    <a:lnTo>
                      <a:pt x="2048223" y="2339250"/>
                    </a:lnTo>
                    <a:moveTo>
                      <a:pt x="2048223" y="2339250"/>
                    </a:moveTo>
                    <a:lnTo>
                      <a:pt x="2078779" y="2316997"/>
                    </a:lnTo>
                    <a:moveTo>
                      <a:pt x="2078779" y="2316997"/>
                    </a:moveTo>
                    <a:lnTo>
                      <a:pt x="2109334" y="2294743"/>
                    </a:lnTo>
                    <a:moveTo>
                      <a:pt x="2109334" y="2294743"/>
                    </a:moveTo>
                    <a:lnTo>
                      <a:pt x="2139889" y="2272490"/>
                    </a:lnTo>
                    <a:moveTo>
                      <a:pt x="2139889" y="2272490"/>
                    </a:moveTo>
                    <a:lnTo>
                      <a:pt x="2170444" y="2250236"/>
                    </a:lnTo>
                    <a:moveTo>
                      <a:pt x="2170444" y="2250236"/>
                    </a:moveTo>
                    <a:lnTo>
                      <a:pt x="2200999" y="2227982"/>
                    </a:lnTo>
                    <a:moveTo>
                      <a:pt x="2200999" y="2227982"/>
                    </a:moveTo>
                    <a:lnTo>
                      <a:pt x="2231554" y="2205729"/>
                    </a:lnTo>
                    <a:moveTo>
                      <a:pt x="2231554" y="2205729"/>
                    </a:moveTo>
                    <a:lnTo>
                      <a:pt x="2262110" y="2183475"/>
                    </a:lnTo>
                    <a:moveTo>
                      <a:pt x="2262110" y="2183475"/>
                    </a:moveTo>
                    <a:lnTo>
                      <a:pt x="2292665" y="2161222"/>
                    </a:lnTo>
                    <a:moveTo>
                      <a:pt x="2292665" y="2161222"/>
                    </a:moveTo>
                    <a:lnTo>
                      <a:pt x="2323220" y="2138968"/>
                    </a:lnTo>
                    <a:moveTo>
                      <a:pt x="2323220" y="2138968"/>
                    </a:moveTo>
                    <a:lnTo>
                      <a:pt x="2353775" y="2116715"/>
                    </a:lnTo>
                    <a:moveTo>
                      <a:pt x="2353775" y="2116715"/>
                    </a:moveTo>
                    <a:lnTo>
                      <a:pt x="2384330" y="2094461"/>
                    </a:lnTo>
                    <a:moveTo>
                      <a:pt x="2384330" y="2094461"/>
                    </a:moveTo>
                    <a:lnTo>
                      <a:pt x="2414885" y="2072207"/>
                    </a:lnTo>
                    <a:moveTo>
                      <a:pt x="2414885" y="2072207"/>
                    </a:moveTo>
                    <a:lnTo>
                      <a:pt x="2445441" y="2049954"/>
                    </a:lnTo>
                    <a:moveTo>
                      <a:pt x="2445441" y="2049954"/>
                    </a:moveTo>
                    <a:lnTo>
                      <a:pt x="2475996" y="2027700"/>
                    </a:lnTo>
                    <a:moveTo>
                      <a:pt x="2475996" y="2027700"/>
                    </a:moveTo>
                    <a:lnTo>
                      <a:pt x="2506551" y="2005447"/>
                    </a:lnTo>
                    <a:moveTo>
                      <a:pt x="2506551" y="2005447"/>
                    </a:moveTo>
                    <a:lnTo>
                      <a:pt x="2537106" y="1983193"/>
                    </a:lnTo>
                    <a:moveTo>
                      <a:pt x="2537106" y="1983193"/>
                    </a:moveTo>
                    <a:lnTo>
                      <a:pt x="2567661" y="1960939"/>
                    </a:lnTo>
                    <a:moveTo>
                      <a:pt x="2567661" y="1960939"/>
                    </a:moveTo>
                    <a:lnTo>
                      <a:pt x="2598216" y="1938686"/>
                    </a:lnTo>
                    <a:moveTo>
                      <a:pt x="2598216" y="1938686"/>
                    </a:moveTo>
                    <a:lnTo>
                      <a:pt x="2628771" y="1916432"/>
                    </a:lnTo>
                    <a:moveTo>
                      <a:pt x="2628771" y="1916432"/>
                    </a:moveTo>
                    <a:lnTo>
                      <a:pt x="2659327" y="1894179"/>
                    </a:lnTo>
                    <a:moveTo>
                      <a:pt x="2659327" y="1894179"/>
                    </a:moveTo>
                    <a:lnTo>
                      <a:pt x="2689882" y="1871925"/>
                    </a:lnTo>
                    <a:moveTo>
                      <a:pt x="2689882" y="1871925"/>
                    </a:moveTo>
                    <a:lnTo>
                      <a:pt x="2720437" y="1849672"/>
                    </a:lnTo>
                    <a:moveTo>
                      <a:pt x="2720437" y="1849672"/>
                    </a:moveTo>
                    <a:lnTo>
                      <a:pt x="2750992" y="1827418"/>
                    </a:lnTo>
                    <a:moveTo>
                      <a:pt x="2750992" y="1827418"/>
                    </a:moveTo>
                    <a:lnTo>
                      <a:pt x="2781547" y="1805164"/>
                    </a:lnTo>
                    <a:moveTo>
                      <a:pt x="2781547" y="1805164"/>
                    </a:moveTo>
                    <a:lnTo>
                      <a:pt x="2812102" y="1782911"/>
                    </a:lnTo>
                    <a:moveTo>
                      <a:pt x="2812102" y="1782911"/>
                    </a:moveTo>
                    <a:lnTo>
                      <a:pt x="2842658" y="1760657"/>
                    </a:lnTo>
                    <a:moveTo>
                      <a:pt x="2842658" y="1760657"/>
                    </a:moveTo>
                    <a:lnTo>
                      <a:pt x="2873213" y="1738404"/>
                    </a:lnTo>
                    <a:moveTo>
                      <a:pt x="2873213" y="1738404"/>
                    </a:moveTo>
                    <a:lnTo>
                      <a:pt x="2903768" y="1716150"/>
                    </a:lnTo>
                    <a:moveTo>
                      <a:pt x="2903768" y="1716150"/>
                    </a:moveTo>
                    <a:lnTo>
                      <a:pt x="2934323" y="1693896"/>
                    </a:lnTo>
                    <a:moveTo>
                      <a:pt x="2934323" y="1693896"/>
                    </a:moveTo>
                    <a:lnTo>
                      <a:pt x="2964878" y="1671643"/>
                    </a:lnTo>
                    <a:moveTo>
                      <a:pt x="2964878" y="1671643"/>
                    </a:moveTo>
                    <a:lnTo>
                      <a:pt x="2995433" y="1649389"/>
                    </a:lnTo>
                    <a:moveTo>
                      <a:pt x="2995433" y="1649389"/>
                    </a:moveTo>
                    <a:lnTo>
                      <a:pt x="3025989" y="1627136"/>
                    </a:lnTo>
                    <a:moveTo>
                      <a:pt x="3025989" y="1627136"/>
                    </a:moveTo>
                    <a:lnTo>
                      <a:pt x="3056544" y="1604882"/>
                    </a:lnTo>
                    <a:moveTo>
                      <a:pt x="3056544" y="1604882"/>
                    </a:moveTo>
                    <a:lnTo>
                      <a:pt x="3087099" y="1582629"/>
                    </a:lnTo>
                    <a:moveTo>
                      <a:pt x="3087099" y="1582629"/>
                    </a:moveTo>
                    <a:lnTo>
                      <a:pt x="3117654" y="1560375"/>
                    </a:lnTo>
                    <a:moveTo>
                      <a:pt x="3117654" y="1560375"/>
                    </a:moveTo>
                    <a:lnTo>
                      <a:pt x="3148209" y="1538121"/>
                    </a:lnTo>
                    <a:moveTo>
                      <a:pt x="3148209" y="1538121"/>
                    </a:moveTo>
                    <a:lnTo>
                      <a:pt x="3178764" y="1515868"/>
                    </a:lnTo>
                    <a:moveTo>
                      <a:pt x="3178764" y="1515868"/>
                    </a:moveTo>
                    <a:lnTo>
                      <a:pt x="3209320" y="1493614"/>
                    </a:lnTo>
                    <a:moveTo>
                      <a:pt x="3209320" y="1493614"/>
                    </a:moveTo>
                    <a:lnTo>
                      <a:pt x="3239875" y="1471361"/>
                    </a:lnTo>
                    <a:moveTo>
                      <a:pt x="3239875" y="1471361"/>
                    </a:moveTo>
                    <a:lnTo>
                      <a:pt x="3270430" y="1449107"/>
                    </a:lnTo>
                    <a:moveTo>
                      <a:pt x="3270430" y="1449107"/>
                    </a:moveTo>
                    <a:lnTo>
                      <a:pt x="3300985" y="1426853"/>
                    </a:lnTo>
                    <a:moveTo>
                      <a:pt x="3300985" y="1426853"/>
                    </a:moveTo>
                    <a:lnTo>
                      <a:pt x="3331540" y="1404600"/>
                    </a:lnTo>
                    <a:moveTo>
                      <a:pt x="3331540" y="1404600"/>
                    </a:moveTo>
                    <a:lnTo>
                      <a:pt x="3362095" y="1382346"/>
                    </a:lnTo>
                    <a:moveTo>
                      <a:pt x="3362095" y="1382346"/>
                    </a:moveTo>
                    <a:lnTo>
                      <a:pt x="3392651" y="1360093"/>
                    </a:lnTo>
                    <a:moveTo>
                      <a:pt x="3392651" y="1360093"/>
                    </a:moveTo>
                    <a:lnTo>
                      <a:pt x="3423206" y="1337839"/>
                    </a:lnTo>
                    <a:moveTo>
                      <a:pt x="3423206" y="1337839"/>
                    </a:moveTo>
                    <a:lnTo>
                      <a:pt x="3453761" y="1315585"/>
                    </a:lnTo>
                    <a:moveTo>
                      <a:pt x="3453761" y="1315585"/>
                    </a:moveTo>
                    <a:lnTo>
                      <a:pt x="3484316" y="1293332"/>
                    </a:lnTo>
                    <a:moveTo>
                      <a:pt x="3484316" y="1293332"/>
                    </a:moveTo>
                    <a:lnTo>
                      <a:pt x="3514871" y="1271078"/>
                    </a:lnTo>
                    <a:moveTo>
                      <a:pt x="3514871" y="1271078"/>
                    </a:moveTo>
                    <a:lnTo>
                      <a:pt x="3545426" y="1248825"/>
                    </a:lnTo>
                    <a:moveTo>
                      <a:pt x="3545426" y="1248825"/>
                    </a:moveTo>
                    <a:lnTo>
                      <a:pt x="3575982" y="1226571"/>
                    </a:lnTo>
                    <a:moveTo>
                      <a:pt x="3575982" y="1226571"/>
                    </a:moveTo>
                    <a:lnTo>
                      <a:pt x="3606537" y="1204318"/>
                    </a:lnTo>
                    <a:moveTo>
                      <a:pt x="3606537" y="1204318"/>
                    </a:moveTo>
                    <a:lnTo>
                      <a:pt x="3637092" y="1182064"/>
                    </a:lnTo>
                    <a:moveTo>
                      <a:pt x="3637092" y="1182064"/>
                    </a:moveTo>
                    <a:lnTo>
                      <a:pt x="3667647" y="1159810"/>
                    </a:lnTo>
                    <a:moveTo>
                      <a:pt x="3667647" y="1159810"/>
                    </a:moveTo>
                    <a:lnTo>
                      <a:pt x="3698202" y="1137557"/>
                    </a:lnTo>
                    <a:moveTo>
                      <a:pt x="3698202" y="1137557"/>
                    </a:moveTo>
                    <a:lnTo>
                      <a:pt x="3728757" y="1115303"/>
                    </a:lnTo>
                    <a:moveTo>
                      <a:pt x="3728757" y="1115303"/>
                    </a:moveTo>
                    <a:lnTo>
                      <a:pt x="3759313" y="1093050"/>
                    </a:lnTo>
                    <a:moveTo>
                      <a:pt x="3759313" y="1093050"/>
                    </a:moveTo>
                    <a:lnTo>
                      <a:pt x="3789868" y="1070796"/>
                    </a:lnTo>
                    <a:moveTo>
                      <a:pt x="3789868" y="1070796"/>
                    </a:moveTo>
                    <a:lnTo>
                      <a:pt x="3820423" y="1048542"/>
                    </a:lnTo>
                    <a:moveTo>
                      <a:pt x="3820423" y="1048542"/>
                    </a:moveTo>
                    <a:lnTo>
                      <a:pt x="3850978" y="1026289"/>
                    </a:lnTo>
                    <a:moveTo>
                      <a:pt x="3850978" y="1026289"/>
                    </a:moveTo>
                    <a:lnTo>
                      <a:pt x="3881533" y="1004035"/>
                    </a:lnTo>
                    <a:moveTo>
                      <a:pt x="3881533" y="1004035"/>
                    </a:moveTo>
                    <a:lnTo>
                      <a:pt x="3912088" y="981782"/>
                    </a:lnTo>
                    <a:moveTo>
                      <a:pt x="3912088" y="981782"/>
                    </a:moveTo>
                    <a:lnTo>
                      <a:pt x="3942643" y="959528"/>
                    </a:lnTo>
                    <a:moveTo>
                      <a:pt x="3942643" y="959528"/>
                    </a:moveTo>
                    <a:lnTo>
                      <a:pt x="3973199" y="937275"/>
                    </a:lnTo>
                    <a:moveTo>
                      <a:pt x="3973199" y="937275"/>
                    </a:moveTo>
                    <a:lnTo>
                      <a:pt x="4003754" y="915021"/>
                    </a:lnTo>
                    <a:moveTo>
                      <a:pt x="4003754" y="915021"/>
                    </a:moveTo>
                    <a:lnTo>
                      <a:pt x="4028804" y="896776"/>
                    </a:lnTo>
                    <a:moveTo>
                      <a:pt x="1284344" y="2895590"/>
                    </a:moveTo>
                    <a:lnTo>
                      <a:pt x="1252480" y="2915925"/>
                    </a:lnTo>
                    <a:moveTo>
                      <a:pt x="1252480" y="2915925"/>
                    </a:moveTo>
                    <a:lnTo>
                      <a:pt x="1220616" y="2936260"/>
                    </a:lnTo>
                    <a:moveTo>
                      <a:pt x="1220616" y="2936260"/>
                    </a:moveTo>
                    <a:lnTo>
                      <a:pt x="1188752" y="2956595"/>
                    </a:lnTo>
                    <a:moveTo>
                      <a:pt x="1188752" y="2956595"/>
                    </a:moveTo>
                    <a:lnTo>
                      <a:pt x="1156888" y="2976931"/>
                    </a:lnTo>
                    <a:moveTo>
                      <a:pt x="1156888" y="2976931"/>
                    </a:moveTo>
                    <a:lnTo>
                      <a:pt x="1125024" y="2997266"/>
                    </a:lnTo>
                    <a:moveTo>
                      <a:pt x="1125024" y="2997266"/>
                    </a:moveTo>
                    <a:lnTo>
                      <a:pt x="1093160" y="3017601"/>
                    </a:lnTo>
                    <a:moveTo>
                      <a:pt x="1093160" y="3017601"/>
                    </a:moveTo>
                    <a:lnTo>
                      <a:pt x="1066206" y="3034802"/>
                    </a:lnTo>
                    <a:moveTo>
                      <a:pt x="1066206" y="2831719"/>
                    </a:moveTo>
                    <a:lnTo>
                      <a:pt x="1096758" y="2809460"/>
                    </a:lnTo>
                    <a:moveTo>
                      <a:pt x="1096758" y="2809460"/>
                    </a:moveTo>
                    <a:lnTo>
                      <a:pt x="1127309" y="2787201"/>
                    </a:lnTo>
                    <a:moveTo>
                      <a:pt x="1127309" y="2787201"/>
                    </a:moveTo>
                    <a:lnTo>
                      <a:pt x="1128396" y="2786410"/>
                    </a:lnTo>
                    <a:lnTo>
                      <a:pt x="1157864" y="2764947"/>
                    </a:lnTo>
                    <a:moveTo>
                      <a:pt x="1157864" y="2764947"/>
                    </a:moveTo>
                    <a:lnTo>
                      <a:pt x="1188419" y="2742694"/>
                    </a:lnTo>
                    <a:moveTo>
                      <a:pt x="1188419" y="2742694"/>
                    </a:moveTo>
                    <a:lnTo>
                      <a:pt x="1218974" y="2720440"/>
                    </a:lnTo>
                    <a:moveTo>
                      <a:pt x="1218974" y="2720440"/>
                    </a:moveTo>
                    <a:lnTo>
                      <a:pt x="1249529" y="2698186"/>
                    </a:lnTo>
                    <a:moveTo>
                      <a:pt x="1249529" y="2698186"/>
                    </a:moveTo>
                    <a:lnTo>
                      <a:pt x="1280084" y="2675932"/>
                    </a:lnTo>
                    <a:moveTo>
                      <a:pt x="1280084" y="2675932"/>
                    </a:moveTo>
                    <a:lnTo>
                      <a:pt x="1310639" y="2653678"/>
                    </a:lnTo>
                    <a:moveTo>
                      <a:pt x="1310639" y="2653678"/>
                    </a:moveTo>
                    <a:lnTo>
                      <a:pt x="1341194" y="2631425"/>
                    </a:lnTo>
                    <a:moveTo>
                      <a:pt x="1341194" y="2631425"/>
                    </a:moveTo>
                    <a:lnTo>
                      <a:pt x="1371749" y="2609171"/>
                    </a:lnTo>
                    <a:moveTo>
                      <a:pt x="1371749" y="2609171"/>
                    </a:moveTo>
                    <a:lnTo>
                      <a:pt x="1402304" y="2586917"/>
                    </a:lnTo>
                    <a:moveTo>
                      <a:pt x="1402304" y="2586917"/>
                    </a:moveTo>
                    <a:lnTo>
                      <a:pt x="1432859" y="2564663"/>
                    </a:lnTo>
                    <a:moveTo>
                      <a:pt x="1432859" y="2564663"/>
                    </a:moveTo>
                    <a:lnTo>
                      <a:pt x="1463414" y="2542409"/>
                    </a:lnTo>
                    <a:moveTo>
                      <a:pt x="1463414" y="2542409"/>
                    </a:moveTo>
                    <a:lnTo>
                      <a:pt x="1493969" y="2520156"/>
                    </a:lnTo>
                    <a:moveTo>
                      <a:pt x="1493969" y="2520156"/>
                    </a:moveTo>
                    <a:lnTo>
                      <a:pt x="1524524" y="2497902"/>
                    </a:lnTo>
                    <a:moveTo>
                      <a:pt x="1524524" y="2497902"/>
                    </a:moveTo>
                    <a:lnTo>
                      <a:pt x="1555079" y="2475648"/>
                    </a:lnTo>
                    <a:moveTo>
                      <a:pt x="1555079" y="2475648"/>
                    </a:moveTo>
                    <a:lnTo>
                      <a:pt x="1585634" y="2453394"/>
                    </a:lnTo>
                    <a:moveTo>
                      <a:pt x="1585634" y="2453394"/>
                    </a:moveTo>
                    <a:lnTo>
                      <a:pt x="1616189" y="2431140"/>
                    </a:lnTo>
                    <a:moveTo>
                      <a:pt x="1616189" y="2431140"/>
                    </a:moveTo>
                    <a:lnTo>
                      <a:pt x="1646744" y="2408887"/>
                    </a:lnTo>
                    <a:moveTo>
                      <a:pt x="1646744" y="2408887"/>
                    </a:moveTo>
                    <a:lnTo>
                      <a:pt x="1677299" y="2386633"/>
                    </a:lnTo>
                    <a:moveTo>
                      <a:pt x="1677299" y="2386633"/>
                    </a:moveTo>
                    <a:lnTo>
                      <a:pt x="1707854" y="2364379"/>
                    </a:lnTo>
                    <a:moveTo>
                      <a:pt x="1707854" y="2364379"/>
                    </a:moveTo>
                    <a:lnTo>
                      <a:pt x="1738409" y="2342125"/>
                    </a:lnTo>
                    <a:moveTo>
                      <a:pt x="1738409" y="2342125"/>
                    </a:moveTo>
                    <a:lnTo>
                      <a:pt x="1768964" y="2319871"/>
                    </a:lnTo>
                    <a:moveTo>
                      <a:pt x="1768964" y="2319871"/>
                    </a:moveTo>
                    <a:lnTo>
                      <a:pt x="1799519" y="2297618"/>
                    </a:lnTo>
                    <a:moveTo>
                      <a:pt x="1799519" y="2297618"/>
                    </a:moveTo>
                    <a:lnTo>
                      <a:pt x="1830074" y="2275364"/>
                    </a:lnTo>
                    <a:moveTo>
                      <a:pt x="1830074" y="2275364"/>
                    </a:moveTo>
                    <a:lnTo>
                      <a:pt x="1855866" y="2256579"/>
                    </a:lnTo>
                    <a:lnTo>
                      <a:pt x="1860629" y="2253110"/>
                    </a:lnTo>
                    <a:moveTo>
                      <a:pt x="1860629" y="2253110"/>
                    </a:moveTo>
                    <a:lnTo>
                      <a:pt x="1891184" y="2230856"/>
                    </a:lnTo>
                    <a:moveTo>
                      <a:pt x="1891184" y="2230856"/>
                    </a:moveTo>
                    <a:lnTo>
                      <a:pt x="1921739" y="2208602"/>
                    </a:lnTo>
                    <a:moveTo>
                      <a:pt x="1921739" y="2208602"/>
                    </a:moveTo>
                    <a:lnTo>
                      <a:pt x="1952294" y="2186349"/>
                    </a:lnTo>
                    <a:moveTo>
                      <a:pt x="1952294" y="2186349"/>
                    </a:moveTo>
                    <a:lnTo>
                      <a:pt x="1982849" y="2164095"/>
                    </a:lnTo>
                    <a:moveTo>
                      <a:pt x="1982849" y="2164095"/>
                    </a:moveTo>
                    <a:lnTo>
                      <a:pt x="2013404" y="2141841"/>
                    </a:lnTo>
                    <a:moveTo>
                      <a:pt x="2013404" y="2141841"/>
                    </a:moveTo>
                    <a:lnTo>
                      <a:pt x="2043959" y="2119587"/>
                    </a:lnTo>
                    <a:moveTo>
                      <a:pt x="2043959" y="2119587"/>
                    </a:moveTo>
                    <a:lnTo>
                      <a:pt x="2074514" y="2097334"/>
                    </a:lnTo>
                    <a:moveTo>
                      <a:pt x="2074514" y="2097334"/>
                    </a:moveTo>
                    <a:lnTo>
                      <a:pt x="2105069" y="2075080"/>
                    </a:lnTo>
                    <a:moveTo>
                      <a:pt x="2105069" y="2075080"/>
                    </a:moveTo>
                    <a:lnTo>
                      <a:pt x="2135624" y="2052826"/>
                    </a:lnTo>
                    <a:moveTo>
                      <a:pt x="2135624" y="2052826"/>
                    </a:moveTo>
                    <a:lnTo>
                      <a:pt x="2166179" y="2030572"/>
                    </a:lnTo>
                    <a:moveTo>
                      <a:pt x="2166179" y="2030572"/>
                    </a:moveTo>
                    <a:lnTo>
                      <a:pt x="2196734" y="2008318"/>
                    </a:lnTo>
                    <a:moveTo>
                      <a:pt x="2196734" y="2008318"/>
                    </a:moveTo>
                    <a:lnTo>
                      <a:pt x="2227290" y="1986065"/>
                    </a:lnTo>
                    <a:moveTo>
                      <a:pt x="2227290" y="1986065"/>
                    </a:moveTo>
                    <a:lnTo>
                      <a:pt x="2257845" y="1963811"/>
                    </a:lnTo>
                    <a:moveTo>
                      <a:pt x="2257845" y="1963811"/>
                    </a:moveTo>
                    <a:lnTo>
                      <a:pt x="2288400" y="1941557"/>
                    </a:lnTo>
                    <a:moveTo>
                      <a:pt x="2288400" y="1941557"/>
                    </a:moveTo>
                    <a:lnTo>
                      <a:pt x="2318955" y="1919303"/>
                    </a:lnTo>
                    <a:moveTo>
                      <a:pt x="2318955" y="1919303"/>
                    </a:moveTo>
                    <a:lnTo>
                      <a:pt x="2349510" y="1897049"/>
                    </a:lnTo>
                    <a:moveTo>
                      <a:pt x="2349510" y="1897049"/>
                    </a:moveTo>
                    <a:lnTo>
                      <a:pt x="2380065" y="1874796"/>
                    </a:lnTo>
                    <a:moveTo>
                      <a:pt x="2380065" y="1874796"/>
                    </a:moveTo>
                    <a:lnTo>
                      <a:pt x="2410620" y="1852542"/>
                    </a:lnTo>
                    <a:moveTo>
                      <a:pt x="2410620" y="1852542"/>
                    </a:moveTo>
                    <a:lnTo>
                      <a:pt x="2441175" y="1830288"/>
                    </a:lnTo>
                    <a:moveTo>
                      <a:pt x="2441175" y="1830288"/>
                    </a:moveTo>
                    <a:lnTo>
                      <a:pt x="2471730" y="1808034"/>
                    </a:lnTo>
                    <a:moveTo>
                      <a:pt x="2471730" y="1808034"/>
                    </a:moveTo>
                    <a:lnTo>
                      <a:pt x="2502285" y="1785781"/>
                    </a:lnTo>
                    <a:moveTo>
                      <a:pt x="2502285" y="1785781"/>
                    </a:moveTo>
                    <a:lnTo>
                      <a:pt x="2532840" y="1763527"/>
                    </a:lnTo>
                    <a:moveTo>
                      <a:pt x="2532840" y="1763527"/>
                    </a:moveTo>
                    <a:lnTo>
                      <a:pt x="2563395" y="1741273"/>
                    </a:lnTo>
                    <a:moveTo>
                      <a:pt x="2563395" y="1741273"/>
                    </a:moveTo>
                    <a:lnTo>
                      <a:pt x="2583336" y="1726749"/>
                    </a:lnTo>
                    <a:lnTo>
                      <a:pt x="2593950" y="1719019"/>
                    </a:lnTo>
                    <a:moveTo>
                      <a:pt x="2593950" y="1719019"/>
                    </a:moveTo>
                    <a:lnTo>
                      <a:pt x="2624505" y="1696765"/>
                    </a:lnTo>
                    <a:moveTo>
                      <a:pt x="2624505" y="1696765"/>
                    </a:moveTo>
                    <a:lnTo>
                      <a:pt x="2655060" y="1674512"/>
                    </a:lnTo>
                    <a:moveTo>
                      <a:pt x="2655060" y="1674512"/>
                    </a:moveTo>
                    <a:lnTo>
                      <a:pt x="2685615" y="1652258"/>
                    </a:lnTo>
                    <a:moveTo>
                      <a:pt x="2685615" y="1652258"/>
                    </a:moveTo>
                    <a:lnTo>
                      <a:pt x="2716170" y="1630004"/>
                    </a:lnTo>
                    <a:moveTo>
                      <a:pt x="2716170" y="1630004"/>
                    </a:moveTo>
                    <a:lnTo>
                      <a:pt x="2746725" y="1607750"/>
                    </a:lnTo>
                    <a:moveTo>
                      <a:pt x="2746725" y="1607750"/>
                    </a:moveTo>
                    <a:lnTo>
                      <a:pt x="2777280" y="1585496"/>
                    </a:lnTo>
                    <a:moveTo>
                      <a:pt x="2777280" y="1585496"/>
                    </a:moveTo>
                    <a:lnTo>
                      <a:pt x="2807835" y="1563243"/>
                    </a:lnTo>
                    <a:moveTo>
                      <a:pt x="2807835" y="1563243"/>
                    </a:moveTo>
                    <a:lnTo>
                      <a:pt x="2838390" y="1540989"/>
                    </a:lnTo>
                    <a:moveTo>
                      <a:pt x="2838390" y="1540989"/>
                    </a:moveTo>
                    <a:lnTo>
                      <a:pt x="2868945" y="1518735"/>
                    </a:lnTo>
                    <a:moveTo>
                      <a:pt x="2868945" y="1518735"/>
                    </a:moveTo>
                    <a:lnTo>
                      <a:pt x="2899500" y="1496481"/>
                    </a:lnTo>
                    <a:moveTo>
                      <a:pt x="2899500" y="1496481"/>
                    </a:moveTo>
                    <a:lnTo>
                      <a:pt x="2930055" y="1474227"/>
                    </a:lnTo>
                    <a:moveTo>
                      <a:pt x="2930055" y="1474227"/>
                    </a:moveTo>
                    <a:lnTo>
                      <a:pt x="2960610" y="1451974"/>
                    </a:lnTo>
                    <a:moveTo>
                      <a:pt x="2960610" y="1451974"/>
                    </a:moveTo>
                    <a:lnTo>
                      <a:pt x="2991165" y="1429720"/>
                    </a:lnTo>
                    <a:moveTo>
                      <a:pt x="2991165" y="1429720"/>
                    </a:moveTo>
                    <a:lnTo>
                      <a:pt x="3021720" y="1407466"/>
                    </a:lnTo>
                    <a:moveTo>
                      <a:pt x="3021720" y="1407466"/>
                    </a:moveTo>
                    <a:lnTo>
                      <a:pt x="3052275" y="1385212"/>
                    </a:lnTo>
                    <a:moveTo>
                      <a:pt x="3052275" y="1385212"/>
                    </a:moveTo>
                    <a:lnTo>
                      <a:pt x="3082830" y="1362958"/>
                    </a:lnTo>
                    <a:moveTo>
                      <a:pt x="3082830" y="1362958"/>
                    </a:moveTo>
                    <a:lnTo>
                      <a:pt x="3113385" y="1340705"/>
                    </a:lnTo>
                    <a:moveTo>
                      <a:pt x="3113385" y="1340705"/>
                    </a:moveTo>
                    <a:lnTo>
                      <a:pt x="3143940" y="1318451"/>
                    </a:lnTo>
                    <a:moveTo>
                      <a:pt x="3143940" y="1318451"/>
                    </a:moveTo>
                    <a:lnTo>
                      <a:pt x="3174495" y="1296197"/>
                    </a:lnTo>
                    <a:moveTo>
                      <a:pt x="3174495" y="1296197"/>
                    </a:moveTo>
                    <a:lnTo>
                      <a:pt x="3205050" y="1273943"/>
                    </a:lnTo>
                    <a:moveTo>
                      <a:pt x="3205050" y="1273943"/>
                    </a:moveTo>
                    <a:lnTo>
                      <a:pt x="3235605" y="1251690"/>
                    </a:lnTo>
                    <a:moveTo>
                      <a:pt x="3235605" y="1251690"/>
                    </a:moveTo>
                    <a:lnTo>
                      <a:pt x="3266160" y="1229436"/>
                    </a:lnTo>
                    <a:moveTo>
                      <a:pt x="3266160" y="1229436"/>
                    </a:moveTo>
                    <a:lnTo>
                      <a:pt x="3296715" y="1207182"/>
                    </a:lnTo>
                    <a:moveTo>
                      <a:pt x="3296715" y="1207182"/>
                    </a:moveTo>
                    <a:lnTo>
                      <a:pt x="3310806" y="1196919"/>
                    </a:lnTo>
                    <a:lnTo>
                      <a:pt x="3327270" y="1184928"/>
                    </a:lnTo>
                    <a:moveTo>
                      <a:pt x="3327270" y="1184928"/>
                    </a:moveTo>
                    <a:lnTo>
                      <a:pt x="3350028" y="1168353"/>
                    </a:lnTo>
                    <a:moveTo>
                      <a:pt x="1680083" y="1555702"/>
                    </a:moveTo>
                    <a:lnTo>
                      <a:pt x="1652585" y="1581639"/>
                    </a:lnTo>
                    <a:moveTo>
                      <a:pt x="1652585" y="1581639"/>
                    </a:moveTo>
                    <a:lnTo>
                      <a:pt x="1625087" y="1607575"/>
                    </a:lnTo>
                    <a:moveTo>
                      <a:pt x="1625087" y="1607575"/>
                    </a:moveTo>
                    <a:lnTo>
                      <a:pt x="1597589" y="1633511"/>
                    </a:lnTo>
                    <a:moveTo>
                      <a:pt x="1597589" y="1633511"/>
                    </a:moveTo>
                    <a:lnTo>
                      <a:pt x="1570090" y="1659447"/>
                    </a:lnTo>
                    <a:moveTo>
                      <a:pt x="1570090" y="1659447"/>
                    </a:moveTo>
                    <a:lnTo>
                      <a:pt x="1542592" y="1685383"/>
                    </a:lnTo>
                    <a:moveTo>
                      <a:pt x="1542592" y="1685383"/>
                    </a:moveTo>
                    <a:lnTo>
                      <a:pt x="1515094" y="1711320"/>
                    </a:lnTo>
                    <a:moveTo>
                      <a:pt x="1515094" y="1711320"/>
                    </a:moveTo>
                    <a:lnTo>
                      <a:pt x="1487596" y="1737256"/>
                    </a:lnTo>
                    <a:moveTo>
                      <a:pt x="1487596" y="1737256"/>
                    </a:moveTo>
                    <a:lnTo>
                      <a:pt x="1460097" y="1763192"/>
                    </a:lnTo>
                    <a:moveTo>
                      <a:pt x="1460097" y="1763192"/>
                    </a:moveTo>
                    <a:lnTo>
                      <a:pt x="1432599" y="1789128"/>
                    </a:lnTo>
                    <a:moveTo>
                      <a:pt x="1432599" y="1789128"/>
                    </a:moveTo>
                    <a:lnTo>
                      <a:pt x="1405101" y="1815064"/>
                    </a:lnTo>
                    <a:moveTo>
                      <a:pt x="1405101" y="1815064"/>
                    </a:moveTo>
                    <a:lnTo>
                      <a:pt x="1377603" y="1841001"/>
                    </a:lnTo>
                    <a:moveTo>
                      <a:pt x="1377603" y="1841001"/>
                    </a:moveTo>
                    <a:lnTo>
                      <a:pt x="1350105" y="1866937"/>
                    </a:lnTo>
                    <a:moveTo>
                      <a:pt x="1350105" y="1866937"/>
                    </a:moveTo>
                    <a:lnTo>
                      <a:pt x="1322606" y="1892873"/>
                    </a:lnTo>
                    <a:moveTo>
                      <a:pt x="1322606" y="1892873"/>
                    </a:moveTo>
                    <a:lnTo>
                      <a:pt x="1295108" y="1918809"/>
                    </a:lnTo>
                    <a:moveTo>
                      <a:pt x="1295108" y="1918809"/>
                    </a:moveTo>
                    <a:lnTo>
                      <a:pt x="1267610" y="1944745"/>
                    </a:lnTo>
                    <a:moveTo>
                      <a:pt x="1267610" y="1944745"/>
                    </a:moveTo>
                    <a:lnTo>
                      <a:pt x="1240112" y="1970682"/>
                    </a:lnTo>
                    <a:moveTo>
                      <a:pt x="1240112" y="1970682"/>
                    </a:moveTo>
                    <a:lnTo>
                      <a:pt x="1212613" y="1996618"/>
                    </a:lnTo>
                    <a:moveTo>
                      <a:pt x="1212613" y="1996618"/>
                    </a:moveTo>
                    <a:lnTo>
                      <a:pt x="1185115" y="2022554"/>
                    </a:lnTo>
                    <a:moveTo>
                      <a:pt x="1185115" y="2022554"/>
                    </a:moveTo>
                    <a:lnTo>
                      <a:pt x="1157617" y="2048490"/>
                    </a:lnTo>
                    <a:moveTo>
                      <a:pt x="1157617" y="2048490"/>
                    </a:moveTo>
                    <a:lnTo>
                      <a:pt x="1130119" y="2074427"/>
                    </a:lnTo>
                    <a:moveTo>
                      <a:pt x="1130119" y="2074427"/>
                    </a:moveTo>
                    <a:lnTo>
                      <a:pt x="1102620" y="2100363"/>
                    </a:lnTo>
                    <a:moveTo>
                      <a:pt x="1102620" y="2100363"/>
                    </a:moveTo>
                    <a:lnTo>
                      <a:pt x="1075122" y="2126299"/>
                    </a:lnTo>
                    <a:moveTo>
                      <a:pt x="1075122" y="2126299"/>
                    </a:moveTo>
                    <a:lnTo>
                      <a:pt x="1066206" y="2134708"/>
                    </a:lnTo>
                    <a:moveTo>
                      <a:pt x="1066206" y="1856345"/>
                    </a:moveTo>
                    <a:lnTo>
                      <a:pt x="1093705" y="1830409"/>
                    </a:lnTo>
                    <a:moveTo>
                      <a:pt x="1093705" y="1830409"/>
                    </a:moveTo>
                    <a:lnTo>
                      <a:pt x="1121203" y="1804473"/>
                    </a:lnTo>
                    <a:moveTo>
                      <a:pt x="1121203" y="1804473"/>
                    </a:moveTo>
                    <a:lnTo>
                      <a:pt x="1148701" y="1778537"/>
                    </a:lnTo>
                    <a:moveTo>
                      <a:pt x="1148701" y="1778537"/>
                    </a:moveTo>
                    <a:lnTo>
                      <a:pt x="1176199" y="1752601"/>
                    </a:lnTo>
                    <a:moveTo>
                      <a:pt x="1176199" y="1752601"/>
                    </a:moveTo>
                    <a:lnTo>
                      <a:pt x="1203698" y="1726664"/>
                    </a:lnTo>
                    <a:moveTo>
                      <a:pt x="1203698" y="1726664"/>
                    </a:moveTo>
                    <a:lnTo>
                      <a:pt x="1231196" y="1700728"/>
                    </a:lnTo>
                    <a:moveTo>
                      <a:pt x="1231196" y="1700728"/>
                    </a:moveTo>
                    <a:lnTo>
                      <a:pt x="1258694" y="1674792"/>
                    </a:lnTo>
                    <a:moveTo>
                      <a:pt x="1258694" y="1674792"/>
                    </a:moveTo>
                    <a:lnTo>
                      <a:pt x="1286192" y="1648856"/>
                    </a:lnTo>
                    <a:moveTo>
                      <a:pt x="1286192" y="1648856"/>
                    </a:moveTo>
                    <a:lnTo>
                      <a:pt x="1313691" y="1622920"/>
                    </a:lnTo>
                    <a:moveTo>
                      <a:pt x="1313691" y="1622920"/>
                    </a:moveTo>
                    <a:lnTo>
                      <a:pt x="1341189" y="1596984"/>
                    </a:lnTo>
                    <a:moveTo>
                      <a:pt x="1341189" y="1596984"/>
                    </a:moveTo>
                    <a:lnTo>
                      <a:pt x="1368687" y="1571047"/>
                    </a:lnTo>
                    <a:moveTo>
                      <a:pt x="1368687" y="1571047"/>
                    </a:moveTo>
                    <a:lnTo>
                      <a:pt x="1396185" y="1545111"/>
                    </a:lnTo>
                    <a:moveTo>
                      <a:pt x="1396185" y="1545111"/>
                    </a:moveTo>
                    <a:lnTo>
                      <a:pt x="1423684" y="1519175"/>
                    </a:lnTo>
                    <a:moveTo>
                      <a:pt x="1423684" y="1519175"/>
                    </a:moveTo>
                    <a:lnTo>
                      <a:pt x="1451182" y="1493239"/>
                    </a:lnTo>
                    <a:moveTo>
                      <a:pt x="1451182" y="1493239"/>
                    </a:moveTo>
                    <a:lnTo>
                      <a:pt x="1478680" y="1467303"/>
                    </a:lnTo>
                    <a:moveTo>
                      <a:pt x="1478680" y="1467303"/>
                    </a:moveTo>
                    <a:lnTo>
                      <a:pt x="1506178" y="1441366"/>
                    </a:lnTo>
                    <a:moveTo>
                      <a:pt x="1506178" y="1441366"/>
                    </a:moveTo>
                    <a:lnTo>
                      <a:pt x="1533677" y="1415430"/>
                    </a:lnTo>
                    <a:moveTo>
                      <a:pt x="1533677" y="1415430"/>
                    </a:moveTo>
                    <a:lnTo>
                      <a:pt x="1561175" y="1389494"/>
                    </a:lnTo>
                    <a:moveTo>
                      <a:pt x="1561175" y="1389494"/>
                    </a:moveTo>
                    <a:lnTo>
                      <a:pt x="1588673" y="1363558"/>
                    </a:lnTo>
                    <a:moveTo>
                      <a:pt x="1588673" y="1363558"/>
                    </a:moveTo>
                    <a:lnTo>
                      <a:pt x="1616171" y="1337622"/>
                    </a:lnTo>
                    <a:moveTo>
                      <a:pt x="1616171" y="1337622"/>
                    </a:moveTo>
                    <a:lnTo>
                      <a:pt x="1643670" y="1311685"/>
                    </a:lnTo>
                    <a:moveTo>
                      <a:pt x="1643670" y="1311685"/>
                    </a:moveTo>
                    <a:lnTo>
                      <a:pt x="1671168" y="1285749"/>
                    </a:lnTo>
                    <a:moveTo>
                      <a:pt x="1671168" y="1285749"/>
                    </a:moveTo>
                    <a:lnTo>
                      <a:pt x="1698666" y="1259813"/>
                    </a:lnTo>
                    <a:moveTo>
                      <a:pt x="1698666" y="1259813"/>
                    </a:moveTo>
                    <a:lnTo>
                      <a:pt x="1726164" y="1233877"/>
                    </a:lnTo>
                    <a:moveTo>
                      <a:pt x="1726164" y="1233877"/>
                    </a:moveTo>
                    <a:lnTo>
                      <a:pt x="1753663" y="1207941"/>
                    </a:lnTo>
                    <a:moveTo>
                      <a:pt x="1753663" y="1207941"/>
                    </a:moveTo>
                    <a:lnTo>
                      <a:pt x="1781161" y="1182004"/>
                    </a:lnTo>
                    <a:moveTo>
                      <a:pt x="1781161" y="1182004"/>
                    </a:moveTo>
                    <a:lnTo>
                      <a:pt x="1808659" y="1156068"/>
                    </a:lnTo>
                    <a:moveTo>
                      <a:pt x="1808659" y="1156068"/>
                    </a:moveTo>
                    <a:lnTo>
                      <a:pt x="1836157" y="1130132"/>
                    </a:lnTo>
                    <a:moveTo>
                      <a:pt x="1836157" y="1130132"/>
                    </a:moveTo>
                    <a:lnTo>
                      <a:pt x="1863656" y="1104196"/>
                    </a:lnTo>
                    <a:moveTo>
                      <a:pt x="1863656" y="1104196"/>
                    </a:moveTo>
                    <a:lnTo>
                      <a:pt x="1891154" y="1078260"/>
                    </a:lnTo>
                    <a:moveTo>
                      <a:pt x="1891154" y="1078260"/>
                    </a:moveTo>
                    <a:lnTo>
                      <a:pt x="1918652" y="1052323"/>
                    </a:lnTo>
                    <a:moveTo>
                      <a:pt x="1918652" y="1052323"/>
                    </a:moveTo>
                    <a:lnTo>
                      <a:pt x="1946151" y="1026387"/>
                    </a:lnTo>
                    <a:moveTo>
                      <a:pt x="1946151" y="1026387"/>
                    </a:moveTo>
                    <a:lnTo>
                      <a:pt x="1973649" y="1000451"/>
                    </a:lnTo>
                    <a:moveTo>
                      <a:pt x="1973649" y="1000451"/>
                    </a:moveTo>
                    <a:lnTo>
                      <a:pt x="2001147" y="974515"/>
                    </a:lnTo>
                    <a:moveTo>
                      <a:pt x="2001147" y="974515"/>
                    </a:moveTo>
                    <a:lnTo>
                      <a:pt x="2028645" y="948579"/>
                    </a:lnTo>
                    <a:moveTo>
                      <a:pt x="2028645" y="948579"/>
                    </a:moveTo>
                    <a:lnTo>
                      <a:pt x="2056144" y="922643"/>
                    </a:lnTo>
                    <a:moveTo>
                      <a:pt x="2056144" y="922643"/>
                    </a:moveTo>
                    <a:lnTo>
                      <a:pt x="2062697" y="916461"/>
                    </a:lnTo>
                    <a:lnTo>
                      <a:pt x="2083642" y="896707"/>
                    </a:lnTo>
                    <a:moveTo>
                      <a:pt x="2083642" y="896707"/>
                    </a:moveTo>
                    <a:lnTo>
                      <a:pt x="2102184" y="879219"/>
                    </a:lnTo>
                    <a:lnTo>
                      <a:pt x="2102543" y="866912"/>
                    </a:lnTo>
                    <a:moveTo>
                      <a:pt x="2102543" y="866912"/>
                    </a:moveTo>
                    <a:lnTo>
                      <a:pt x="2103648" y="829128"/>
                    </a:lnTo>
                    <a:moveTo>
                      <a:pt x="2103648" y="829128"/>
                    </a:moveTo>
                    <a:lnTo>
                      <a:pt x="2104415" y="802883"/>
                    </a:lnTo>
                    <a:lnTo>
                      <a:pt x="2096495" y="794485"/>
                    </a:lnTo>
                    <a:moveTo>
                      <a:pt x="2096495" y="794485"/>
                    </a:moveTo>
                    <a:lnTo>
                      <a:pt x="2070559" y="766987"/>
                    </a:lnTo>
                    <a:moveTo>
                      <a:pt x="2070559" y="766987"/>
                    </a:moveTo>
                    <a:lnTo>
                      <a:pt x="2044623" y="739488"/>
                    </a:lnTo>
                    <a:moveTo>
                      <a:pt x="2044623" y="739488"/>
                    </a:moveTo>
                    <a:lnTo>
                      <a:pt x="2018687" y="711990"/>
                    </a:lnTo>
                    <a:moveTo>
                      <a:pt x="2018687" y="711990"/>
                    </a:moveTo>
                    <a:lnTo>
                      <a:pt x="2016358" y="709521"/>
                    </a:lnTo>
                    <a:lnTo>
                      <a:pt x="1992751" y="684492"/>
                    </a:lnTo>
                    <a:moveTo>
                      <a:pt x="1992751" y="684492"/>
                    </a:moveTo>
                    <a:lnTo>
                      <a:pt x="1966814" y="656993"/>
                    </a:lnTo>
                    <a:moveTo>
                      <a:pt x="1966814" y="656993"/>
                    </a:moveTo>
                    <a:lnTo>
                      <a:pt x="1940878" y="629495"/>
                    </a:lnTo>
                    <a:moveTo>
                      <a:pt x="1940878" y="629495"/>
                    </a:moveTo>
                    <a:lnTo>
                      <a:pt x="1914942" y="601997"/>
                    </a:lnTo>
                    <a:moveTo>
                      <a:pt x="1914942" y="601997"/>
                    </a:moveTo>
                    <a:lnTo>
                      <a:pt x="1889006" y="574498"/>
                    </a:lnTo>
                    <a:moveTo>
                      <a:pt x="1889006" y="574498"/>
                    </a:moveTo>
                    <a:lnTo>
                      <a:pt x="1863070" y="547000"/>
                    </a:lnTo>
                    <a:moveTo>
                      <a:pt x="1863070" y="547000"/>
                    </a:moveTo>
                    <a:lnTo>
                      <a:pt x="1837134" y="519502"/>
                    </a:lnTo>
                    <a:moveTo>
                      <a:pt x="1837134" y="519502"/>
                    </a:moveTo>
                    <a:lnTo>
                      <a:pt x="1811197" y="492004"/>
                    </a:lnTo>
                    <a:moveTo>
                      <a:pt x="1811197" y="492004"/>
                    </a:moveTo>
                    <a:lnTo>
                      <a:pt x="1785261" y="464505"/>
                    </a:lnTo>
                    <a:moveTo>
                      <a:pt x="1785261" y="464505"/>
                    </a:moveTo>
                    <a:lnTo>
                      <a:pt x="1759325" y="437007"/>
                    </a:lnTo>
                    <a:moveTo>
                      <a:pt x="1759325" y="437007"/>
                    </a:moveTo>
                    <a:lnTo>
                      <a:pt x="1733389" y="409509"/>
                    </a:lnTo>
                    <a:moveTo>
                      <a:pt x="1733389" y="409509"/>
                    </a:moveTo>
                    <a:lnTo>
                      <a:pt x="1711605" y="386413"/>
                    </a:lnTo>
                    <a:lnTo>
                      <a:pt x="1707453" y="382011"/>
                    </a:lnTo>
                    <a:moveTo>
                      <a:pt x="1707453" y="382011"/>
                    </a:moveTo>
                    <a:lnTo>
                      <a:pt x="1681517" y="354512"/>
                    </a:lnTo>
                    <a:moveTo>
                      <a:pt x="1681517" y="354512"/>
                    </a:moveTo>
                    <a:lnTo>
                      <a:pt x="1655580" y="327014"/>
                    </a:lnTo>
                    <a:moveTo>
                      <a:pt x="1655580" y="327014"/>
                    </a:moveTo>
                    <a:lnTo>
                      <a:pt x="1629644" y="299516"/>
                    </a:lnTo>
                    <a:moveTo>
                      <a:pt x="1629644" y="299516"/>
                    </a:moveTo>
                    <a:lnTo>
                      <a:pt x="1603708" y="272018"/>
                    </a:lnTo>
                    <a:moveTo>
                      <a:pt x="1603708" y="272018"/>
                    </a:moveTo>
                    <a:lnTo>
                      <a:pt x="1577772" y="244519"/>
                    </a:lnTo>
                    <a:moveTo>
                      <a:pt x="1577772" y="244519"/>
                    </a:moveTo>
                    <a:lnTo>
                      <a:pt x="1551835" y="217021"/>
                    </a:lnTo>
                    <a:moveTo>
                      <a:pt x="1551835" y="217021"/>
                    </a:moveTo>
                    <a:lnTo>
                      <a:pt x="1525899" y="189523"/>
                    </a:lnTo>
                    <a:moveTo>
                      <a:pt x="1525899" y="189523"/>
                    </a:moveTo>
                    <a:lnTo>
                      <a:pt x="1499963" y="162025"/>
                    </a:lnTo>
                    <a:moveTo>
                      <a:pt x="1499963" y="162025"/>
                    </a:moveTo>
                    <a:lnTo>
                      <a:pt x="1474027" y="134526"/>
                    </a:lnTo>
                    <a:moveTo>
                      <a:pt x="1474027" y="134526"/>
                    </a:moveTo>
                    <a:lnTo>
                      <a:pt x="1448091" y="107028"/>
                    </a:lnTo>
                    <a:moveTo>
                      <a:pt x="1448091" y="107028"/>
                    </a:moveTo>
                    <a:lnTo>
                      <a:pt x="1422154" y="79530"/>
                    </a:lnTo>
                    <a:moveTo>
                      <a:pt x="1422154" y="79530"/>
                    </a:moveTo>
                    <a:lnTo>
                      <a:pt x="1396218" y="52032"/>
                    </a:lnTo>
                    <a:moveTo>
                      <a:pt x="1396218" y="52032"/>
                    </a:moveTo>
                    <a:lnTo>
                      <a:pt x="1370282" y="24534"/>
                    </a:lnTo>
                    <a:moveTo>
                      <a:pt x="1370282" y="24534"/>
                    </a:moveTo>
                    <a:lnTo>
                      <a:pt x="1347910" y="814"/>
                    </a:lnTo>
                    <a:lnTo>
                      <a:pt x="1342716" y="781"/>
                    </a:lnTo>
                    <a:moveTo>
                      <a:pt x="1342716" y="781"/>
                    </a:moveTo>
                    <a:lnTo>
                      <a:pt x="1304916" y="545"/>
                    </a:lnTo>
                    <a:moveTo>
                      <a:pt x="1304916" y="545"/>
                    </a:moveTo>
                    <a:lnTo>
                      <a:pt x="1267117" y="308"/>
                    </a:lnTo>
                    <a:moveTo>
                      <a:pt x="1267117" y="308"/>
                    </a:moveTo>
                    <a:lnTo>
                      <a:pt x="1229318" y="72"/>
                    </a:lnTo>
                    <a:moveTo>
                      <a:pt x="1229318" y="72"/>
                    </a:moveTo>
                    <a:lnTo>
                      <a:pt x="1217881" y="0"/>
                    </a:lnTo>
                    <a:moveTo>
                      <a:pt x="1459789" y="5095728"/>
                    </a:moveTo>
                    <a:lnTo>
                      <a:pt x="1476107" y="5129824"/>
                    </a:lnTo>
                    <a:moveTo>
                      <a:pt x="1476107" y="5129824"/>
                    </a:moveTo>
                    <a:lnTo>
                      <a:pt x="1492425" y="5163921"/>
                    </a:lnTo>
                    <a:moveTo>
                      <a:pt x="1492425" y="5163921"/>
                    </a:moveTo>
                    <a:lnTo>
                      <a:pt x="1508743" y="5198017"/>
                    </a:lnTo>
                    <a:moveTo>
                      <a:pt x="1508743" y="5198017"/>
                    </a:moveTo>
                    <a:lnTo>
                      <a:pt x="1525061" y="5232114"/>
                    </a:lnTo>
                    <a:moveTo>
                      <a:pt x="1525061" y="5232114"/>
                    </a:moveTo>
                    <a:lnTo>
                      <a:pt x="1541379" y="5266210"/>
                    </a:lnTo>
                    <a:moveTo>
                      <a:pt x="1541379" y="5266210"/>
                    </a:moveTo>
                    <a:lnTo>
                      <a:pt x="1557697" y="5300306"/>
                    </a:lnTo>
                    <a:moveTo>
                      <a:pt x="1557697" y="5300306"/>
                    </a:moveTo>
                    <a:lnTo>
                      <a:pt x="1574014" y="5334403"/>
                    </a:lnTo>
                    <a:moveTo>
                      <a:pt x="1574014" y="5334403"/>
                    </a:moveTo>
                    <a:lnTo>
                      <a:pt x="1590332" y="5368499"/>
                    </a:lnTo>
                    <a:moveTo>
                      <a:pt x="1590332" y="5368499"/>
                    </a:moveTo>
                    <a:lnTo>
                      <a:pt x="1606650" y="5402596"/>
                    </a:lnTo>
                    <a:moveTo>
                      <a:pt x="1606650" y="5402596"/>
                    </a:moveTo>
                    <a:lnTo>
                      <a:pt x="1622968" y="5436692"/>
                    </a:lnTo>
                    <a:moveTo>
                      <a:pt x="1622968" y="5436692"/>
                    </a:moveTo>
                    <a:lnTo>
                      <a:pt x="1639286" y="5470788"/>
                    </a:lnTo>
                    <a:moveTo>
                      <a:pt x="1639286" y="5470788"/>
                    </a:moveTo>
                    <a:lnTo>
                      <a:pt x="1655604" y="5504885"/>
                    </a:lnTo>
                    <a:moveTo>
                      <a:pt x="1655604" y="5504885"/>
                    </a:moveTo>
                    <a:lnTo>
                      <a:pt x="1671922" y="5538981"/>
                    </a:lnTo>
                    <a:moveTo>
                      <a:pt x="1671922" y="5538981"/>
                    </a:moveTo>
                    <a:lnTo>
                      <a:pt x="1688240" y="5573078"/>
                    </a:lnTo>
                    <a:moveTo>
                      <a:pt x="1688240" y="5573078"/>
                    </a:moveTo>
                    <a:lnTo>
                      <a:pt x="1704558" y="5607174"/>
                    </a:lnTo>
                    <a:moveTo>
                      <a:pt x="1704558" y="5607174"/>
                    </a:moveTo>
                    <a:lnTo>
                      <a:pt x="1720876" y="5641270"/>
                    </a:lnTo>
                    <a:moveTo>
                      <a:pt x="1720876" y="5641270"/>
                    </a:moveTo>
                    <a:lnTo>
                      <a:pt x="1737194" y="5675367"/>
                    </a:lnTo>
                    <a:moveTo>
                      <a:pt x="1737194" y="5675367"/>
                    </a:moveTo>
                    <a:lnTo>
                      <a:pt x="1753512" y="5709463"/>
                    </a:lnTo>
                    <a:moveTo>
                      <a:pt x="1753512" y="5709463"/>
                    </a:moveTo>
                    <a:lnTo>
                      <a:pt x="1769830" y="5743560"/>
                    </a:lnTo>
                    <a:moveTo>
                      <a:pt x="1769830" y="5743560"/>
                    </a:moveTo>
                    <a:lnTo>
                      <a:pt x="1786148" y="5777656"/>
                    </a:lnTo>
                    <a:moveTo>
                      <a:pt x="1786148" y="5777656"/>
                    </a:moveTo>
                    <a:lnTo>
                      <a:pt x="1802466" y="5811752"/>
                    </a:lnTo>
                    <a:moveTo>
                      <a:pt x="1802466" y="5811752"/>
                    </a:moveTo>
                    <a:lnTo>
                      <a:pt x="1818784" y="5845849"/>
                    </a:lnTo>
                    <a:moveTo>
                      <a:pt x="1818784" y="5845849"/>
                    </a:moveTo>
                    <a:lnTo>
                      <a:pt x="1835102" y="5879945"/>
                    </a:lnTo>
                    <a:moveTo>
                      <a:pt x="1835102" y="5879945"/>
                    </a:moveTo>
                    <a:lnTo>
                      <a:pt x="1851420" y="5914042"/>
                    </a:lnTo>
                    <a:moveTo>
                      <a:pt x="1851420" y="5914042"/>
                    </a:moveTo>
                    <a:lnTo>
                      <a:pt x="1867737" y="5948138"/>
                    </a:lnTo>
                    <a:moveTo>
                      <a:pt x="1867737" y="5948138"/>
                    </a:moveTo>
                    <a:lnTo>
                      <a:pt x="1875829" y="5965046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12" name="Контур"/>
              <p:cNvSpPr/>
              <p:nvPr/>
            </p:nvSpPr>
            <p:spPr>
              <a:xfrm>
                <a:off x="2382918" y="9046189"/>
                <a:ext cx="393583" cy="272493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272493" fill="none">
                    <a:moveTo>
                      <a:pt x="0" y="60515"/>
                    </a:moveTo>
                    <a:lnTo>
                      <a:pt x="96574" y="0"/>
                    </a:lnTo>
                    <a:lnTo>
                      <a:pt x="108131" y="3353"/>
                    </a:lnTo>
                    <a:moveTo>
                      <a:pt x="108131" y="3353"/>
                    </a:moveTo>
                    <a:lnTo>
                      <a:pt x="229142" y="38455"/>
                    </a:lnTo>
                    <a:moveTo>
                      <a:pt x="229142" y="38455"/>
                    </a:moveTo>
                    <a:lnTo>
                      <a:pt x="290029" y="56117"/>
                    </a:lnTo>
                    <a:lnTo>
                      <a:pt x="317054" y="112587"/>
                    </a:lnTo>
                    <a:moveTo>
                      <a:pt x="317054" y="112587"/>
                    </a:moveTo>
                    <a:lnTo>
                      <a:pt x="371448" y="226241"/>
                    </a:lnTo>
                    <a:moveTo>
                      <a:pt x="371448" y="226241"/>
                    </a:moveTo>
                    <a:lnTo>
                      <a:pt x="393583" y="27249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13" name="Контур"/>
              <p:cNvSpPr/>
              <p:nvPr/>
            </p:nvSpPr>
            <p:spPr>
              <a:xfrm>
                <a:off x="2476005" y="9065932"/>
                <a:ext cx="223550" cy="155122"/>
              </a:xfrm>
              <a:custGeom>
                <a:avLst/>
                <a:gdLst/>
                <a:ahLst/>
                <a:cxnLst/>
                <a:rect l="l" t="t" r="r" b="b"/>
                <a:pathLst>
                  <a:path w="223550" h="155122" fill="none">
                    <a:moveTo>
                      <a:pt x="0" y="35472"/>
                    </a:moveTo>
                    <a:lnTo>
                      <a:pt x="32780" y="0"/>
                    </a:lnTo>
                    <a:lnTo>
                      <a:pt x="41489" y="47507"/>
                    </a:lnTo>
                    <a:lnTo>
                      <a:pt x="0" y="35472"/>
                    </a:lnTo>
                    <a:lnTo>
                      <a:pt x="5186" y="36976"/>
                    </a:lnTo>
                    <a:lnTo>
                      <a:pt x="29771" y="10372"/>
                    </a:lnTo>
                    <a:lnTo>
                      <a:pt x="36303" y="46002"/>
                    </a:lnTo>
                    <a:lnTo>
                      <a:pt x="37808" y="40816"/>
                    </a:lnTo>
                    <a:lnTo>
                      <a:pt x="6690" y="31790"/>
                    </a:lnTo>
                    <a:lnTo>
                      <a:pt x="5186" y="36976"/>
                    </a:lnTo>
                    <a:lnTo>
                      <a:pt x="0" y="35472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31275" y="518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41489" y="47507"/>
                    </a:lnTo>
                    <a:lnTo>
                      <a:pt x="32621" y="39312"/>
                    </a:lnTo>
                    <a:lnTo>
                      <a:pt x="25931" y="42994"/>
                    </a:lnTo>
                    <a:lnTo>
                      <a:pt x="22249" y="36303"/>
                    </a:lnTo>
                    <a:lnTo>
                      <a:pt x="15558" y="39985"/>
                    </a:lnTo>
                    <a:lnTo>
                      <a:pt x="11876" y="33294"/>
                    </a:lnTo>
                    <a:lnTo>
                      <a:pt x="0" y="35472"/>
                    </a:lnTo>
                    <a:lnTo>
                      <a:pt x="6690" y="31790"/>
                    </a:lnTo>
                    <a:lnTo>
                      <a:pt x="10372" y="38480"/>
                    </a:lnTo>
                    <a:lnTo>
                      <a:pt x="17063" y="34799"/>
                    </a:lnTo>
                    <a:lnTo>
                      <a:pt x="20745" y="41489"/>
                    </a:lnTo>
                    <a:lnTo>
                      <a:pt x="27435" y="37807"/>
                    </a:lnTo>
                    <a:lnTo>
                      <a:pt x="31117" y="44498"/>
                    </a:lnTo>
                    <a:lnTo>
                      <a:pt x="37808" y="40816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2780" y="0"/>
                    </a:lnTo>
                    <a:lnTo>
                      <a:pt x="29771" y="10372"/>
                    </a:lnTo>
                    <a:lnTo>
                      <a:pt x="24585" y="8868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6690" y="31790"/>
                    </a:lnTo>
                    <a:moveTo>
                      <a:pt x="175258" y="116155"/>
                    </a:moveTo>
                    <a:lnTo>
                      <a:pt x="223550" y="116990"/>
                    </a:lnTo>
                    <a:lnTo>
                      <a:pt x="193907" y="155122"/>
                    </a:lnTo>
                    <a:lnTo>
                      <a:pt x="175258" y="116155"/>
                    </a:lnTo>
                    <a:lnTo>
                      <a:pt x="177589" y="121026"/>
                    </a:lnTo>
                    <a:lnTo>
                      <a:pt x="213808" y="121652"/>
                    </a:lnTo>
                    <a:lnTo>
                      <a:pt x="191576" y="150252"/>
                    </a:lnTo>
                    <a:lnTo>
                      <a:pt x="196447" y="147920"/>
                    </a:lnTo>
                    <a:lnTo>
                      <a:pt x="182460" y="118695"/>
                    </a:lnTo>
                    <a:lnTo>
                      <a:pt x="177589" y="121026"/>
                    </a:lnTo>
                    <a:lnTo>
                      <a:pt x="175258" y="116155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218679" y="119321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193907" y="155122"/>
                    </a:lnTo>
                    <a:lnTo>
                      <a:pt x="194116" y="143050"/>
                    </a:lnTo>
                    <a:lnTo>
                      <a:pt x="186914" y="140510"/>
                    </a:lnTo>
                    <a:lnTo>
                      <a:pt x="189454" y="133308"/>
                    </a:lnTo>
                    <a:lnTo>
                      <a:pt x="182252" y="130768"/>
                    </a:lnTo>
                    <a:lnTo>
                      <a:pt x="184791" y="123566"/>
                    </a:lnTo>
                    <a:lnTo>
                      <a:pt x="175258" y="116155"/>
                    </a:lnTo>
                    <a:lnTo>
                      <a:pt x="182460" y="118695"/>
                    </a:lnTo>
                    <a:lnTo>
                      <a:pt x="179921" y="125897"/>
                    </a:lnTo>
                    <a:lnTo>
                      <a:pt x="187123" y="128437"/>
                    </a:lnTo>
                    <a:lnTo>
                      <a:pt x="184583" y="135639"/>
                    </a:lnTo>
                    <a:lnTo>
                      <a:pt x="191785" y="138179"/>
                    </a:lnTo>
                    <a:lnTo>
                      <a:pt x="189245" y="145381"/>
                    </a:lnTo>
                    <a:lnTo>
                      <a:pt x="196447" y="147920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23550" y="116990"/>
                    </a:lnTo>
                    <a:lnTo>
                      <a:pt x="213808" y="121652"/>
                    </a:lnTo>
                    <a:lnTo>
                      <a:pt x="211477" y="116781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182460" y="11869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14" name="Контур"/>
              <p:cNvSpPr/>
              <p:nvPr/>
            </p:nvSpPr>
            <p:spPr>
              <a:xfrm>
                <a:off x="2382918" y="9046189"/>
                <a:ext cx="393583" cy="460679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460679" fill="none">
                    <a:moveTo>
                      <a:pt x="393583" y="272493"/>
                    </a:moveTo>
                    <a:lnTo>
                      <a:pt x="0" y="460679"/>
                    </a:lnTo>
                    <a:moveTo>
                      <a:pt x="0" y="60515"/>
                    </a:moveTo>
                    <a:lnTo>
                      <a:pt x="96574" y="0"/>
                    </a:lnTo>
                    <a:lnTo>
                      <a:pt x="108131" y="3353"/>
                    </a:lnTo>
                    <a:moveTo>
                      <a:pt x="108131" y="3353"/>
                    </a:moveTo>
                    <a:lnTo>
                      <a:pt x="229142" y="38455"/>
                    </a:lnTo>
                    <a:moveTo>
                      <a:pt x="229142" y="38455"/>
                    </a:moveTo>
                    <a:lnTo>
                      <a:pt x="290029" y="56117"/>
                    </a:lnTo>
                    <a:lnTo>
                      <a:pt x="317054" y="112587"/>
                    </a:lnTo>
                    <a:moveTo>
                      <a:pt x="317054" y="112587"/>
                    </a:moveTo>
                    <a:lnTo>
                      <a:pt x="371448" y="226241"/>
                    </a:lnTo>
                    <a:moveTo>
                      <a:pt x="371448" y="226241"/>
                    </a:moveTo>
                    <a:lnTo>
                      <a:pt x="393583" y="27249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15" name="Контур"/>
              <p:cNvSpPr/>
              <p:nvPr/>
            </p:nvSpPr>
            <p:spPr>
              <a:xfrm>
                <a:off x="2476005" y="9065932"/>
                <a:ext cx="223550" cy="155122"/>
              </a:xfrm>
              <a:custGeom>
                <a:avLst/>
                <a:gdLst/>
                <a:ahLst/>
                <a:cxnLst/>
                <a:rect l="l" t="t" r="r" b="b"/>
                <a:pathLst>
                  <a:path w="223550" h="155122" fill="none">
                    <a:moveTo>
                      <a:pt x="0" y="35472"/>
                    </a:moveTo>
                    <a:lnTo>
                      <a:pt x="32780" y="0"/>
                    </a:lnTo>
                    <a:lnTo>
                      <a:pt x="41489" y="47507"/>
                    </a:lnTo>
                    <a:lnTo>
                      <a:pt x="0" y="35472"/>
                    </a:lnTo>
                    <a:lnTo>
                      <a:pt x="5186" y="36976"/>
                    </a:lnTo>
                    <a:lnTo>
                      <a:pt x="29771" y="10372"/>
                    </a:lnTo>
                    <a:lnTo>
                      <a:pt x="36303" y="46002"/>
                    </a:lnTo>
                    <a:lnTo>
                      <a:pt x="37808" y="40816"/>
                    </a:lnTo>
                    <a:lnTo>
                      <a:pt x="6690" y="31790"/>
                    </a:lnTo>
                    <a:lnTo>
                      <a:pt x="5186" y="36976"/>
                    </a:lnTo>
                    <a:lnTo>
                      <a:pt x="0" y="35472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31275" y="518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41489" y="47507"/>
                    </a:lnTo>
                    <a:lnTo>
                      <a:pt x="32621" y="39312"/>
                    </a:lnTo>
                    <a:lnTo>
                      <a:pt x="25931" y="42994"/>
                    </a:lnTo>
                    <a:lnTo>
                      <a:pt x="22249" y="36303"/>
                    </a:lnTo>
                    <a:lnTo>
                      <a:pt x="15558" y="39985"/>
                    </a:lnTo>
                    <a:lnTo>
                      <a:pt x="11876" y="33294"/>
                    </a:lnTo>
                    <a:lnTo>
                      <a:pt x="0" y="35472"/>
                    </a:lnTo>
                    <a:lnTo>
                      <a:pt x="6690" y="31790"/>
                    </a:lnTo>
                    <a:lnTo>
                      <a:pt x="10372" y="38480"/>
                    </a:lnTo>
                    <a:lnTo>
                      <a:pt x="17063" y="34799"/>
                    </a:lnTo>
                    <a:lnTo>
                      <a:pt x="20745" y="41489"/>
                    </a:lnTo>
                    <a:lnTo>
                      <a:pt x="27435" y="37807"/>
                    </a:lnTo>
                    <a:lnTo>
                      <a:pt x="31117" y="44498"/>
                    </a:lnTo>
                    <a:lnTo>
                      <a:pt x="37808" y="40816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2780" y="0"/>
                    </a:lnTo>
                    <a:lnTo>
                      <a:pt x="29771" y="10372"/>
                    </a:lnTo>
                    <a:lnTo>
                      <a:pt x="24585" y="8868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6690" y="31790"/>
                    </a:lnTo>
                    <a:moveTo>
                      <a:pt x="175258" y="116155"/>
                    </a:moveTo>
                    <a:lnTo>
                      <a:pt x="223550" y="116990"/>
                    </a:lnTo>
                    <a:lnTo>
                      <a:pt x="193907" y="155122"/>
                    </a:lnTo>
                    <a:lnTo>
                      <a:pt x="175258" y="116155"/>
                    </a:lnTo>
                    <a:lnTo>
                      <a:pt x="177589" y="121026"/>
                    </a:lnTo>
                    <a:lnTo>
                      <a:pt x="213808" y="121652"/>
                    </a:lnTo>
                    <a:lnTo>
                      <a:pt x="191576" y="150252"/>
                    </a:lnTo>
                    <a:lnTo>
                      <a:pt x="196447" y="147920"/>
                    </a:lnTo>
                    <a:lnTo>
                      <a:pt x="182460" y="118695"/>
                    </a:lnTo>
                    <a:lnTo>
                      <a:pt x="177589" y="121026"/>
                    </a:lnTo>
                    <a:lnTo>
                      <a:pt x="175258" y="116155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218679" y="119321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193907" y="155122"/>
                    </a:lnTo>
                    <a:lnTo>
                      <a:pt x="194116" y="143050"/>
                    </a:lnTo>
                    <a:lnTo>
                      <a:pt x="186914" y="140510"/>
                    </a:lnTo>
                    <a:lnTo>
                      <a:pt x="189454" y="133308"/>
                    </a:lnTo>
                    <a:lnTo>
                      <a:pt x="182252" y="130768"/>
                    </a:lnTo>
                    <a:lnTo>
                      <a:pt x="184791" y="123566"/>
                    </a:lnTo>
                    <a:lnTo>
                      <a:pt x="175258" y="116155"/>
                    </a:lnTo>
                    <a:lnTo>
                      <a:pt x="182460" y="118695"/>
                    </a:lnTo>
                    <a:lnTo>
                      <a:pt x="179921" y="125897"/>
                    </a:lnTo>
                    <a:lnTo>
                      <a:pt x="187123" y="128437"/>
                    </a:lnTo>
                    <a:lnTo>
                      <a:pt x="184583" y="135639"/>
                    </a:lnTo>
                    <a:lnTo>
                      <a:pt x="191785" y="138179"/>
                    </a:lnTo>
                    <a:lnTo>
                      <a:pt x="189245" y="145381"/>
                    </a:lnTo>
                    <a:lnTo>
                      <a:pt x="196447" y="147920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23550" y="116990"/>
                    </a:lnTo>
                    <a:lnTo>
                      <a:pt x="213808" y="121652"/>
                    </a:lnTo>
                    <a:lnTo>
                      <a:pt x="211477" y="116781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182460" y="11869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16" name="Контур"/>
              <p:cNvSpPr/>
              <p:nvPr/>
            </p:nvSpPr>
            <p:spPr>
              <a:xfrm>
                <a:off x="2382918" y="9046189"/>
                <a:ext cx="393583" cy="272493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272493" fill="none">
                    <a:moveTo>
                      <a:pt x="0" y="60515"/>
                    </a:moveTo>
                    <a:lnTo>
                      <a:pt x="96574" y="0"/>
                    </a:lnTo>
                    <a:lnTo>
                      <a:pt x="108131" y="3353"/>
                    </a:lnTo>
                    <a:moveTo>
                      <a:pt x="108131" y="3353"/>
                    </a:moveTo>
                    <a:lnTo>
                      <a:pt x="229142" y="38455"/>
                    </a:lnTo>
                    <a:moveTo>
                      <a:pt x="229142" y="38455"/>
                    </a:moveTo>
                    <a:lnTo>
                      <a:pt x="290029" y="56117"/>
                    </a:lnTo>
                    <a:lnTo>
                      <a:pt x="317054" y="112587"/>
                    </a:lnTo>
                    <a:moveTo>
                      <a:pt x="317054" y="112587"/>
                    </a:moveTo>
                    <a:lnTo>
                      <a:pt x="371448" y="226241"/>
                    </a:lnTo>
                    <a:moveTo>
                      <a:pt x="371448" y="226241"/>
                    </a:moveTo>
                    <a:lnTo>
                      <a:pt x="393583" y="27249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17" name="Контур"/>
              <p:cNvSpPr/>
              <p:nvPr/>
            </p:nvSpPr>
            <p:spPr>
              <a:xfrm>
                <a:off x="2476005" y="9065932"/>
                <a:ext cx="223550" cy="155122"/>
              </a:xfrm>
              <a:custGeom>
                <a:avLst/>
                <a:gdLst/>
                <a:ahLst/>
                <a:cxnLst/>
                <a:rect l="l" t="t" r="r" b="b"/>
                <a:pathLst>
                  <a:path w="223550" h="155122" fill="none">
                    <a:moveTo>
                      <a:pt x="0" y="35472"/>
                    </a:moveTo>
                    <a:lnTo>
                      <a:pt x="32780" y="0"/>
                    </a:lnTo>
                    <a:lnTo>
                      <a:pt x="41489" y="47507"/>
                    </a:lnTo>
                    <a:lnTo>
                      <a:pt x="0" y="35472"/>
                    </a:lnTo>
                    <a:lnTo>
                      <a:pt x="5186" y="36976"/>
                    </a:lnTo>
                    <a:lnTo>
                      <a:pt x="29771" y="10372"/>
                    </a:lnTo>
                    <a:lnTo>
                      <a:pt x="36303" y="46002"/>
                    </a:lnTo>
                    <a:lnTo>
                      <a:pt x="37808" y="40816"/>
                    </a:lnTo>
                    <a:lnTo>
                      <a:pt x="6690" y="31790"/>
                    </a:lnTo>
                    <a:lnTo>
                      <a:pt x="5186" y="36976"/>
                    </a:lnTo>
                    <a:lnTo>
                      <a:pt x="0" y="35472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31275" y="518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41489" y="47507"/>
                    </a:lnTo>
                    <a:lnTo>
                      <a:pt x="32621" y="39312"/>
                    </a:lnTo>
                    <a:lnTo>
                      <a:pt x="25931" y="42994"/>
                    </a:lnTo>
                    <a:lnTo>
                      <a:pt x="22249" y="36303"/>
                    </a:lnTo>
                    <a:lnTo>
                      <a:pt x="15558" y="39985"/>
                    </a:lnTo>
                    <a:lnTo>
                      <a:pt x="11876" y="33294"/>
                    </a:lnTo>
                    <a:lnTo>
                      <a:pt x="0" y="35472"/>
                    </a:lnTo>
                    <a:lnTo>
                      <a:pt x="6690" y="31790"/>
                    </a:lnTo>
                    <a:lnTo>
                      <a:pt x="10372" y="38480"/>
                    </a:lnTo>
                    <a:lnTo>
                      <a:pt x="17063" y="34799"/>
                    </a:lnTo>
                    <a:lnTo>
                      <a:pt x="20745" y="41489"/>
                    </a:lnTo>
                    <a:lnTo>
                      <a:pt x="27435" y="37807"/>
                    </a:lnTo>
                    <a:lnTo>
                      <a:pt x="31117" y="44498"/>
                    </a:lnTo>
                    <a:lnTo>
                      <a:pt x="37808" y="40816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2780" y="0"/>
                    </a:lnTo>
                    <a:lnTo>
                      <a:pt x="29771" y="10372"/>
                    </a:lnTo>
                    <a:lnTo>
                      <a:pt x="24585" y="8868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6690" y="31790"/>
                    </a:lnTo>
                    <a:moveTo>
                      <a:pt x="175258" y="116155"/>
                    </a:moveTo>
                    <a:lnTo>
                      <a:pt x="223550" y="116990"/>
                    </a:lnTo>
                    <a:lnTo>
                      <a:pt x="193907" y="155122"/>
                    </a:lnTo>
                    <a:lnTo>
                      <a:pt x="175258" y="116155"/>
                    </a:lnTo>
                    <a:lnTo>
                      <a:pt x="177589" y="121026"/>
                    </a:lnTo>
                    <a:lnTo>
                      <a:pt x="213808" y="121652"/>
                    </a:lnTo>
                    <a:lnTo>
                      <a:pt x="191576" y="150252"/>
                    </a:lnTo>
                    <a:lnTo>
                      <a:pt x="196447" y="147920"/>
                    </a:lnTo>
                    <a:lnTo>
                      <a:pt x="182460" y="118695"/>
                    </a:lnTo>
                    <a:lnTo>
                      <a:pt x="177589" y="121026"/>
                    </a:lnTo>
                    <a:lnTo>
                      <a:pt x="175258" y="116155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218679" y="119321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193907" y="155122"/>
                    </a:lnTo>
                    <a:lnTo>
                      <a:pt x="194116" y="143050"/>
                    </a:lnTo>
                    <a:lnTo>
                      <a:pt x="186914" y="140510"/>
                    </a:lnTo>
                    <a:lnTo>
                      <a:pt x="189454" y="133308"/>
                    </a:lnTo>
                    <a:lnTo>
                      <a:pt x="182252" y="130768"/>
                    </a:lnTo>
                    <a:lnTo>
                      <a:pt x="184791" y="123566"/>
                    </a:lnTo>
                    <a:lnTo>
                      <a:pt x="175258" y="116155"/>
                    </a:lnTo>
                    <a:lnTo>
                      <a:pt x="182460" y="118695"/>
                    </a:lnTo>
                    <a:lnTo>
                      <a:pt x="179921" y="125897"/>
                    </a:lnTo>
                    <a:lnTo>
                      <a:pt x="187123" y="128437"/>
                    </a:lnTo>
                    <a:lnTo>
                      <a:pt x="184583" y="135639"/>
                    </a:lnTo>
                    <a:lnTo>
                      <a:pt x="191785" y="138179"/>
                    </a:lnTo>
                    <a:lnTo>
                      <a:pt x="189245" y="145381"/>
                    </a:lnTo>
                    <a:lnTo>
                      <a:pt x="196447" y="147920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23550" y="116990"/>
                    </a:lnTo>
                    <a:lnTo>
                      <a:pt x="213808" y="121652"/>
                    </a:lnTo>
                    <a:lnTo>
                      <a:pt x="211477" y="116781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182460" y="11869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18" name="Контур"/>
              <p:cNvSpPr/>
              <p:nvPr/>
            </p:nvSpPr>
            <p:spPr>
              <a:xfrm>
                <a:off x="2382918" y="9318682"/>
                <a:ext cx="393583" cy="188186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188186" fill="none">
                    <a:moveTo>
                      <a:pt x="393583" y="0"/>
                    </a:moveTo>
                    <a:lnTo>
                      <a:pt x="0" y="18818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19" name="Контур"/>
              <p:cNvSpPr/>
              <p:nvPr/>
            </p:nvSpPr>
            <p:spPr>
              <a:xfrm>
                <a:off x="2916492" y="8874703"/>
                <a:ext cx="93669" cy="306767"/>
              </a:xfrm>
              <a:custGeom>
                <a:avLst/>
                <a:gdLst/>
                <a:ahLst/>
                <a:cxnLst/>
                <a:rect l="l" t="t" r="r" b="b"/>
                <a:pathLst>
                  <a:path w="93669" h="306767" fill="none">
                    <a:moveTo>
                      <a:pt x="52423" y="220585"/>
                    </a:moveTo>
                    <a:lnTo>
                      <a:pt x="68741" y="254681"/>
                    </a:lnTo>
                    <a:moveTo>
                      <a:pt x="68741" y="254681"/>
                    </a:moveTo>
                    <a:lnTo>
                      <a:pt x="85059" y="288777"/>
                    </a:lnTo>
                    <a:moveTo>
                      <a:pt x="85059" y="288777"/>
                    </a:moveTo>
                    <a:lnTo>
                      <a:pt x="93669" y="306767"/>
                    </a:lnTo>
                    <a:moveTo>
                      <a:pt x="19487" y="0"/>
                    </a:moveTo>
                    <a:lnTo>
                      <a:pt x="12953" y="37231"/>
                    </a:lnTo>
                    <a:moveTo>
                      <a:pt x="12953" y="37231"/>
                    </a:moveTo>
                    <a:lnTo>
                      <a:pt x="6420" y="74462"/>
                    </a:lnTo>
                    <a:moveTo>
                      <a:pt x="6420" y="74462"/>
                    </a:moveTo>
                    <a:lnTo>
                      <a:pt x="0" y="111048"/>
                    </a:lnTo>
                    <a:lnTo>
                      <a:pt x="283" y="111639"/>
                    </a:lnTo>
                    <a:moveTo>
                      <a:pt x="283" y="111639"/>
                    </a:moveTo>
                    <a:lnTo>
                      <a:pt x="16601" y="145735"/>
                    </a:lnTo>
                    <a:moveTo>
                      <a:pt x="16601" y="145735"/>
                    </a:moveTo>
                    <a:lnTo>
                      <a:pt x="32919" y="179832"/>
                    </a:lnTo>
                    <a:moveTo>
                      <a:pt x="32919" y="179832"/>
                    </a:moveTo>
                    <a:lnTo>
                      <a:pt x="49237" y="213928"/>
                    </a:lnTo>
                    <a:moveTo>
                      <a:pt x="49237" y="213928"/>
                    </a:moveTo>
                    <a:lnTo>
                      <a:pt x="52423" y="220585"/>
                    </a:lnTo>
                    <a:moveTo>
                      <a:pt x="19487" y="0"/>
                    </a:moveTo>
                    <a:lnTo>
                      <a:pt x="12953" y="37231"/>
                    </a:lnTo>
                    <a:moveTo>
                      <a:pt x="12953" y="37231"/>
                    </a:moveTo>
                    <a:lnTo>
                      <a:pt x="6420" y="74462"/>
                    </a:lnTo>
                    <a:moveTo>
                      <a:pt x="6420" y="74462"/>
                    </a:moveTo>
                    <a:lnTo>
                      <a:pt x="0" y="111048"/>
                    </a:lnTo>
                    <a:lnTo>
                      <a:pt x="283" y="111639"/>
                    </a:lnTo>
                    <a:moveTo>
                      <a:pt x="283" y="111639"/>
                    </a:moveTo>
                    <a:lnTo>
                      <a:pt x="16601" y="145735"/>
                    </a:lnTo>
                    <a:moveTo>
                      <a:pt x="16601" y="145735"/>
                    </a:moveTo>
                    <a:lnTo>
                      <a:pt x="32919" y="179832"/>
                    </a:lnTo>
                    <a:moveTo>
                      <a:pt x="32919" y="179832"/>
                    </a:moveTo>
                    <a:lnTo>
                      <a:pt x="49237" y="213928"/>
                    </a:lnTo>
                    <a:moveTo>
                      <a:pt x="49237" y="213928"/>
                    </a:moveTo>
                    <a:lnTo>
                      <a:pt x="52423" y="220585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20" name="Контур"/>
              <p:cNvSpPr/>
              <p:nvPr/>
            </p:nvSpPr>
            <p:spPr>
              <a:xfrm>
                <a:off x="765418" y="9743275"/>
                <a:ext cx="601625" cy="444725"/>
              </a:xfrm>
              <a:custGeom>
                <a:avLst/>
                <a:gdLst/>
                <a:ahLst/>
                <a:cxnLst/>
                <a:rect l="l" t="t" r="r" b="b"/>
                <a:pathLst>
                  <a:path w="601625" h="444725" fill="none">
                    <a:moveTo>
                      <a:pt x="0" y="444725"/>
                    </a:moveTo>
                    <a:lnTo>
                      <a:pt x="41021" y="408876"/>
                    </a:lnTo>
                    <a:moveTo>
                      <a:pt x="41021" y="408876"/>
                    </a:moveTo>
                    <a:lnTo>
                      <a:pt x="135896" y="325963"/>
                    </a:lnTo>
                    <a:moveTo>
                      <a:pt x="135896" y="325963"/>
                    </a:moveTo>
                    <a:lnTo>
                      <a:pt x="230772" y="243049"/>
                    </a:lnTo>
                    <a:moveTo>
                      <a:pt x="230772" y="243049"/>
                    </a:moveTo>
                    <a:lnTo>
                      <a:pt x="273894" y="205364"/>
                    </a:lnTo>
                    <a:lnTo>
                      <a:pt x="332136" y="168869"/>
                    </a:lnTo>
                    <a:moveTo>
                      <a:pt x="332136" y="168869"/>
                    </a:moveTo>
                    <a:lnTo>
                      <a:pt x="438905" y="101964"/>
                    </a:lnTo>
                    <a:moveTo>
                      <a:pt x="438905" y="101964"/>
                    </a:moveTo>
                    <a:lnTo>
                      <a:pt x="545675" y="35060"/>
                    </a:lnTo>
                    <a:moveTo>
                      <a:pt x="545675" y="35060"/>
                    </a:moveTo>
                    <a:lnTo>
                      <a:pt x="60162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21" name="Контур"/>
              <p:cNvSpPr/>
              <p:nvPr/>
            </p:nvSpPr>
            <p:spPr>
              <a:xfrm>
                <a:off x="829810" y="9842921"/>
                <a:ext cx="439794" cy="345079"/>
              </a:xfrm>
              <a:custGeom>
                <a:avLst/>
                <a:gdLst/>
                <a:ahLst/>
                <a:cxnLst/>
                <a:rect l="l" t="t" r="r" b="b"/>
                <a:pathLst>
                  <a:path w="439794" h="345079" fill="none">
                    <a:moveTo>
                      <a:pt x="10911" y="345079"/>
                    </a:moveTo>
                    <a:lnTo>
                      <a:pt x="0" y="303148"/>
                    </a:lnTo>
                    <a:lnTo>
                      <a:pt x="44692" y="321463"/>
                    </a:lnTo>
                    <a:lnTo>
                      <a:pt x="17669" y="345079"/>
                    </a:lnTo>
                    <a:moveTo>
                      <a:pt x="15902" y="345079"/>
                    </a:moveTo>
                    <a:lnTo>
                      <a:pt x="7107" y="311281"/>
                    </a:lnTo>
                    <a:lnTo>
                      <a:pt x="40626" y="325017"/>
                    </a:lnTo>
                    <a:lnTo>
                      <a:pt x="37072" y="320951"/>
                    </a:lnTo>
                    <a:lnTo>
                      <a:pt x="12676" y="342271"/>
                    </a:lnTo>
                    <a:lnTo>
                      <a:pt x="15129" y="345079"/>
                    </a:lnTo>
                    <a:moveTo>
                      <a:pt x="12487" y="345079"/>
                    </a:move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3553" y="307215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44692" y="321463"/>
                    </a:lnTo>
                    <a:lnTo>
                      <a:pt x="33006" y="324504"/>
                    </a:lnTo>
                    <a:lnTo>
                      <a:pt x="32493" y="332124"/>
                    </a:lnTo>
                    <a:lnTo>
                      <a:pt x="24874" y="331611"/>
                    </a:lnTo>
                    <a:lnTo>
                      <a:pt x="24361" y="339231"/>
                    </a:lnTo>
                    <a:lnTo>
                      <a:pt x="16742" y="338718"/>
                    </a:lnTo>
                    <a:lnTo>
                      <a:pt x="14135" y="345079"/>
                    </a:lnTo>
                    <a:moveTo>
                      <a:pt x="12487" y="345079"/>
                    </a:moveTo>
                    <a:lnTo>
                      <a:pt x="12676" y="342271"/>
                    </a:lnTo>
                    <a:lnTo>
                      <a:pt x="20295" y="342784"/>
                    </a:lnTo>
                    <a:lnTo>
                      <a:pt x="20808" y="335165"/>
                    </a:lnTo>
                    <a:lnTo>
                      <a:pt x="28427" y="335677"/>
                    </a:lnTo>
                    <a:lnTo>
                      <a:pt x="28940" y="328058"/>
                    </a:lnTo>
                    <a:lnTo>
                      <a:pt x="36560" y="328570"/>
                    </a:lnTo>
                    <a:lnTo>
                      <a:pt x="37072" y="320951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0" y="303148"/>
                    </a:lnTo>
                    <a:lnTo>
                      <a:pt x="7107" y="311281"/>
                    </a:lnTo>
                    <a:lnTo>
                      <a:pt x="3041" y="314834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2676" y="342271"/>
                    </a:lnTo>
                    <a:moveTo>
                      <a:pt x="201914" y="184064"/>
                    </a:moveTo>
                    <a:lnTo>
                      <a:pt x="189751" y="137322"/>
                    </a:lnTo>
                    <a:lnTo>
                      <a:pt x="234443" y="155637"/>
                    </a:lnTo>
                    <a:lnTo>
                      <a:pt x="201914" y="184064"/>
                    </a:lnTo>
                    <a:lnTo>
                      <a:pt x="205980" y="180511"/>
                    </a:lnTo>
                    <a:lnTo>
                      <a:pt x="196858" y="145454"/>
                    </a:lnTo>
                    <a:lnTo>
                      <a:pt x="230377" y="159190"/>
                    </a:lnTo>
                    <a:lnTo>
                      <a:pt x="226823" y="155124"/>
                    </a:lnTo>
                    <a:lnTo>
                      <a:pt x="202427" y="176445"/>
                    </a:lnTo>
                    <a:lnTo>
                      <a:pt x="205980" y="180511"/>
                    </a:lnTo>
                    <a:lnTo>
                      <a:pt x="201914" y="184064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193305" y="141388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34443" y="155637"/>
                    </a:lnTo>
                    <a:lnTo>
                      <a:pt x="222757" y="158678"/>
                    </a:lnTo>
                    <a:lnTo>
                      <a:pt x="222245" y="166297"/>
                    </a:lnTo>
                    <a:lnTo>
                      <a:pt x="214625" y="165784"/>
                    </a:lnTo>
                    <a:lnTo>
                      <a:pt x="214112" y="173404"/>
                    </a:lnTo>
                    <a:lnTo>
                      <a:pt x="206493" y="172891"/>
                    </a:lnTo>
                    <a:lnTo>
                      <a:pt x="201914" y="184064"/>
                    </a:lnTo>
                    <a:lnTo>
                      <a:pt x="202427" y="176445"/>
                    </a:lnTo>
                    <a:lnTo>
                      <a:pt x="210046" y="176957"/>
                    </a:lnTo>
                    <a:lnTo>
                      <a:pt x="210559" y="169338"/>
                    </a:lnTo>
                    <a:lnTo>
                      <a:pt x="218179" y="169850"/>
                    </a:lnTo>
                    <a:lnTo>
                      <a:pt x="218691" y="162231"/>
                    </a:lnTo>
                    <a:lnTo>
                      <a:pt x="226311" y="162744"/>
                    </a:lnTo>
                    <a:lnTo>
                      <a:pt x="226823" y="155124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189751" y="137322"/>
                    </a:lnTo>
                    <a:lnTo>
                      <a:pt x="196858" y="145454"/>
                    </a:lnTo>
                    <a:lnTo>
                      <a:pt x="192792" y="149007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202427" y="176445"/>
                    </a:lnTo>
                    <a:moveTo>
                      <a:pt x="403187" y="48077"/>
                    </a:moveTo>
                    <a:lnTo>
                      <a:pt x="398552" y="0"/>
                    </a:lnTo>
                    <a:lnTo>
                      <a:pt x="439794" y="25138"/>
                    </a:lnTo>
                    <a:lnTo>
                      <a:pt x="403187" y="48077"/>
                    </a:lnTo>
                    <a:lnTo>
                      <a:pt x="407763" y="45209"/>
                    </a:lnTo>
                    <a:lnTo>
                      <a:pt x="404286" y="9152"/>
                    </a:lnTo>
                    <a:lnTo>
                      <a:pt x="435218" y="28005"/>
                    </a:lnTo>
                    <a:lnTo>
                      <a:pt x="432350" y="23429"/>
                    </a:lnTo>
                    <a:lnTo>
                      <a:pt x="404895" y="40633"/>
                    </a:lnTo>
                    <a:lnTo>
                      <a:pt x="407763" y="45209"/>
                    </a:lnTo>
                    <a:lnTo>
                      <a:pt x="403187" y="48077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1419" y="4576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39794" y="25138"/>
                    </a:lnTo>
                    <a:lnTo>
                      <a:pt x="427775" y="26297"/>
                    </a:lnTo>
                    <a:lnTo>
                      <a:pt x="426066" y="33740"/>
                    </a:lnTo>
                    <a:lnTo>
                      <a:pt x="418623" y="32031"/>
                    </a:lnTo>
                    <a:lnTo>
                      <a:pt x="416914" y="39475"/>
                    </a:lnTo>
                    <a:lnTo>
                      <a:pt x="409471" y="37766"/>
                    </a:lnTo>
                    <a:lnTo>
                      <a:pt x="403187" y="48077"/>
                    </a:lnTo>
                    <a:lnTo>
                      <a:pt x="404895" y="40633"/>
                    </a:lnTo>
                    <a:lnTo>
                      <a:pt x="412338" y="42342"/>
                    </a:lnTo>
                    <a:lnTo>
                      <a:pt x="414047" y="34899"/>
                    </a:lnTo>
                    <a:lnTo>
                      <a:pt x="421490" y="36607"/>
                    </a:lnTo>
                    <a:lnTo>
                      <a:pt x="423199" y="29164"/>
                    </a:lnTo>
                    <a:lnTo>
                      <a:pt x="430642" y="30873"/>
                    </a:lnTo>
                    <a:lnTo>
                      <a:pt x="432350" y="23429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398552" y="0"/>
                    </a:lnTo>
                    <a:lnTo>
                      <a:pt x="404286" y="9152"/>
                    </a:lnTo>
                    <a:lnTo>
                      <a:pt x="399710" y="12020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4895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22" name="Контур"/>
              <p:cNvSpPr/>
              <p:nvPr/>
            </p:nvSpPr>
            <p:spPr>
              <a:xfrm>
                <a:off x="252000" y="8874703"/>
                <a:ext cx="1700378" cy="1065541"/>
              </a:xfrm>
              <a:custGeom>
                <a:avLst/>
                <a:gdLst/>
                <a:ahLst/>
                <a:cxnLst/>
                <a:rect l="l" t="t" r="r" b="b"/>
                <a:pathLst>
                  <a:path w="1700378" h="1065541" fill="none">
                    <a:moveTo>
                      <a:pt x="0" y="1065541"/>
                    </a:moveTo>
                    <a:lnTo>
                      <a:pt x="29925" y="1046789"/>
                    </a:lnTo>
                    <a:moveTo>
                      <a:pt x="29925" y="1046789"/>
                    </a:moveTo>
                    <a:lnTo>
                      <a:pt x="61956" y="1026717"/>
                    </a:lnTo>
                    <a:moveTo>
                      <a:pt x="61956" y="1026717"/>
                    </a:moveTo>
                    <a:lnTo>
                      <a:pt x="93986" y="1006645"/>
                    </a:lnTo>
                    <a:moveTo>
                      <a:pt x="93986" y="1006645"/>
                    </a:moveTo>
                    <a:lnTo>
                      <a:pt x="126017" y="986573"/>
                    </a:lnTo>
                    <a:moveTo>
                      <a:pt x="126017" y="986573"/>
                    </a:moveTo>
                    <a:lnTo>
                      <a:pt x="158047" y="966501"/>
                    </a:lnTo>
                    <a:moveTo>
                      <a:pt x="158047" y="966501"/>
                    </a:moveTo>
                    <a:lnTo>
                      <a:pt x="190078" y="946429"/>
                    </a:lnTo>
                    <a:moveTo>
                      <a:pt x="190078" y="946429"/>
                    </a:moveTo>
                    <a:lnTo>
                      <a:pt x="222109" y="926357"/>
                    </a:lnTo>
                    <a:moveTo>
                      <a:pt x="222109" y="926357"/>
                    </a:moveTo>
                    <a:lnTo>
                      <a:pt x="254139" y="906285"/>
                    </a:lnTo>
                    <a:moveTo>
                      <a:pt x="254139" y="906285"/>
                    </a:moveTo>
                    <a:lnTo>
                      <a:pt x="286170" y="886213"/>
                    </a:lnTo>
                    <a:moveTo>
                      <a:pt x="286170" y="886213"/>
                    </a:moveTo>
                    <a:lnTo>
                      <a:pt x="318200" y="866141"/>
                    </a:lnTo>
                    <a:moveTo>
                      <a:pt x="318200" y="866141"/>
                    </a:moveTo>
                    <a:lnTo>
                      <a:pt x="350231" y="846069"/>
                    </a:lnTo>
                    <a:moveTo>
                      <a:pt x="350231" y="846069"/>
                    </a:moveTo>
                    <a:lnTo>
                      <a:pt x="382261" y="825997"/>
                    </a:lnTo>
                    <a:moveTo>
                      <a:pt x="382261" y="825997"/>
                    </a:moveTo>
                    <a:lnTo>
                      <a:pt x="414292" y="805925"/>
                    </a:lnTo>
                    <a:moveTo>
                      <a:pt x="414292" y="805925"/>
                    </a:moveTo>
                    <a:lnTo>
                      <a:pt x="446323" y="785853"/>
                    </a:lnTo>
                    <a:moveTo>
                      <a:pt x="446323" y="785853"/>
                    </a:moveTo>
                    <a:lnTo>
                      <a:pt x="478353" y="765781"/>
                    </a:lnTo>
                    <a:moveTo>
                      <a:pt x="478353" y="765781"/>
                    </a:moveTo>
                    <a:lnTo>
                      <a:pt x="510384" y="745710"/>
                    </a:lnTo>
                    <a:moveTo>
                      <a:pt x="510384" y="745710"/>
                    </a:moveTo>
                    <a:lnTo>
                      <a:pt x="542414" y="725638"/>
                    </a:lnTo>
                    <a:moveTo>
                      <a:pt x="542414" y="725638"/>
                    </a:moveTo>
                    <a:lnTo>
                      <a:pt x="574445" y="705566"/>
                    </a:lnTo>
                    <a:moveTo>
                      <a:pt x="574445" y="705566"/>
                    </a:moveTo>
                    <a:lnTo>
                      <a:pt x="606475" y="685494"/>
                    </a:lnTo>
                    <a:moveTo>
                      <a:pt x="606475" y="685494"/>
                    </a:moveTo>
                    <a:lnTo>
                      <a:pt x="638506" y="665422"/>
                    </a:lnTo>
                    <a:moveTo>
                      <a:pt x="638506" y="665422"/>
                    </a:moveTo>
                    <a:lnTo>
                      <a:pt x="670537" y="645350"/>
                    </a:lnTo>
                    <a:moveTo>
                      <a:pt x="670537" y="645350"/>
                    </a:moveTo>
                    <a:lnTo>
                      <a:pt x="702567" y="625278"/>
                    </a:lnTo>
                    <a:moveTo>
                      <a:pt x="702567" y="625278"/>
                    </a:moveTo>
                    <a:lnTo>
                      <a:pt x="734598" y="605206"/>
                    </a:lnTo>
                    <a:moveTo>
                      <a:pt x="734598" y="605206"/>
                    </a:moveTo>
                    <a:lnTo>
                      <a:pt x="766628" y="585134"/>
                    </a:lnTo>
                    <a:moveTo>
                      <a:pt x="766628" y="585134"/>
                    </a:moveTo>
                    <a:lnTo>
                      <a:pt x="798659" y="565062"/>
                    </a:lnTo>
                    <a:moveTo>
                      <a:pt x="798659" y="565062"/>
                    </a:moveTo>
                    <a:lnTo>
                      <a:pt x="830689" y="544990"/>
                    </a:lnTo>
                    <a:moveTo>
                      <a:pt x="830689" y="544990"/>
                    </a:moveTo>
                    <a:lnTo>
                      <a:pt x="862720" y="524918"/>
                    </a:lnTo>
                    <a:moveTo>
                      <a:pt x="862720" y="524918"/>
                    </a:moveTo>
                    <a:lnTo>
                      <a:pt x="894750" y="504846"/>
                    </a:lnTo>
                    <a:moveTo>
                      <a:pt x="894750" y="504846"/>
                    </a:moveTo>
                    <a:lnTo>
                      <a:pt x="926781" y="484774"/>
                    </a:lnTo>
                    <a:moveTo>
                      <a:pt x="926781" y="484774"/>
                    </a:moveTo>
                    <a:lnTo>
                      <a:pt x="958812" y="464702"/>
                    </a:lnTo>
                    <a:moveTo>
                      <a:pt x="958812" y="464702"/>
                    </a:moveTo>
                    <a:lnTo>
                      <a:pt x="990842" y="444630"/>
                    </a:lnTo>
                    <a:moveTo>
                      <a:pt x="990842" y="444630"/>
                    </a:moveTo>
                    <a:lnTo>
                      <a:pt x="1022873" y="424558"/>
                    </a:lnTo>
                    <a:moveTo>
                      <a:pt x="1022873" y="424558"/>
                    </a:moveTo>
                    <a:lnTo>
                      <a:pt x="1054903" y="404486"/>
                    </a:lnTo>
                    <a:moveTo>
                      <a:pt x="1054903" y="404486"/>
                    </a:moveTo>
                    <a:lnTo>
                      <a:pt x="1086934" y="384415"/>
                    </a:lnTo>
                    <a:moveTo>
                      <a:pt x="1086934" y="384415"/>
                    </a:moveTo>
                    <a:lnTo>
                      <a:pt x="1118964" y="364343"/>
                    </a:lnTo>
                    <a:moveTo>
                      <a:pt x="1118964" y="364343"/>
                    </a:moveTo>
                    <a:lnTo>
                      <a:pt x="1150995" y="344271"/>
                    </a:lnTo>
                    <a:moveTo>
                      <a:pt x="1150995" y="344271"/>
                    </a:moveTo>
                    <a:lnTo>
                      <a:pt x="1183026" y="324199"/>
                    </a:lnTo>
                    <a:moveTo>
                      <a:pt x="1183026" y="324199"/>
                    </a:moveTo>
                    <a:lnTo>
                      <a:pt x="1215056" y="304127"/>
                    </a:lnTo>
                    <a:moveTo>
                      <a:pt x="1215056" y="304127"/>
                    </a:moveTo>
                    <a:lnTo>
                      <a:pt x="1247087" y="284055"/>
                    </a:lnTo>
                    <a:moveTo>
                      <a:pt x="1247087" y="284055"/>
                    </a:moveTo>
                    <a:lnTo>
                      <a:pt x="1279117" y="263983"/>
                    </a:lnTo>
                    <a:moveTo>
                      <a:pt x="1279117" y="263983"/>
                    </a:moveTo>
                    <a:lnTo>
                      <a:pt x="1311148" y="243911"/>
                    </a:lnTo>
                    <a:moveTo>
                      <a:pt x="1311148" y="243911"/>
                    </a:moveTo>
                    <a:lnTo>
                      <a:pt x="1343178" y="223839"/>
                    </a:lnTo>
                    <a:moveTo>
                      <a:pt x="1343178" y="223839"/>
                    </a:moveTo>
                    <a:lnTo>
                      <a:pt x="1375209" y="203767"/>
                    </a:lnTo>
                    <a:moveTo>
                      <a:pt x="1375209" y="203767"/>
                    </a:moveTo>
                    <a:lnTo>
                      <a:pt x="1407240" y="183695"/>
                    </a:lnTo>
                    <a:moveTo>
                      <a:pt x="1407240" y="183695"/>
                    </a:moveTo>
                    <a:lnTo>
                      <a:pt x="1439270" y="163623"/>
                    </a:lnTo>
                    <a:moveTo>
                      <a:pt x="1439270" y="163623"/>
                    </a:moveTo>
                    <a:lnTo>
                      <a:pt x="1471301" y="143551"/>
                    </a:lnTo>
                    <a:moveTo>
                      <a:pt x="1471301" y="143551"/>
                    </a:moveTo>
                    <a:lnTo>
                      <a:pt x="1503331" y="123479"/>
                    </a:lnTo>
                    <a:moveTo>
                      <a:pt x="1503331" y="123479"/>
                    </a:moveTo>
                    <a:lnTo>
                      <a:pt x="1535362" y="103407"/>
                    </a:lnTo>
                    <a:moveTo>
                      <a:pt x="1535362" y="103407"/>
                    </a:moveTo>
                    <a:lnTo>
                      <a:pt x="1567392" y="83335"/>
                    </a:lnTo>
                    <a:moveTo>
                      <a:pt x="1567392" y="83335"/>
                    </a:moveTo>
                    <a:lnTo>
                      <a:pt x="1599423" y="63263"/>
                    </a:lnTo>
                    <a:moveTo>
                      <a:pt x="1599423" y="63263"/>
                    </a:moveTo>
                    <a:lnTo>
                      <a:pt x="1631453" y="43192"/>
                    </a:lnTo>
                    <a:moveTo>
                      <a:pt x="1631453" y="43192"/>
                    </a:moveTo>
                    <a:lnTo>
                      <a:pt x="1663484" y="23120"/>
                    </a:lnTo>
                    <a:moveTo>
                      <a:pt x="1663484" y="23120"/>
                    </a:moveTo>
                    <a:lnTo>
                      <a:pt x="1695515" y="3048"/>
                    </a:lnTo>
                    <a:moveTo>
                      <a:pt x="1695515" y="3048"/>
                    </a:moveTo>
                    <a:lnTo>
                      <a:pt x="1700378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23" name="Контур"/>
              <p:cNvSpPr/>
              <p:nvPr/>
            </p:nvSpPr>
            <p:spPr>
              <a:xfrm>
                <a:off x="765418" y="9743275"/>
                <a:ext cx="601625" cy="444725"/>
              </a:xfrm>
              <a:custGeom>
                <a:avLst/>
                <a:gdLst/>
                <a:ahLst/>
                <a:cxnLst/>
                <a:rect l="l" t="t" r="r" b="b"/>
                <a:pathLst>
                  <a:path w="601625" h="444725" fill="none">
                    <a:moveTo>
                      <a:pt x="0" y="444725"/>
                    </a:moveTo>
                    <a:lnTo>
                      <a:pt x="41021" y="408876"/>
                    </a:lnTo>
                    <a:moveTo>
                      <a:pt x="41021" y="408876"/>
                    </a:moveTo>
                    <a:lnTo>
                      <a:pt x="135896" y="325963"/>
                    </a:lnTo>
                    <a:moveTo>
                      <a:pt x="135896" y="325963"/>
                    </a:moveTo>
                    <a:lnTo>
                      <a:pt x="230772" y="243049"/>
                    </a:lnTo>
                    <a:moveTo>
                      <a:pt x="230772" y="243049"/>
                    </a:moveTo>
                    <a:lnTo>
                      <a:pt x="273894" y="205364"/>
                    </a:lnTo>
                    <a:lnTo>
                      <a:pt x="332136" y="168869"/>
                    </a:lnTo>
                    <a:moveTo>
                      <a:pt x="332136" y="168869"/>
                    </a:moveTo>
                    <a:lnTo>
                      <a:pt x="438905" y="101964"/>
                    </a:lnTo>
                    <a:moveTo>
                      <a:pt x="438905" y="101964"/>
                    </a:moveTo>
                    <a:lnTo>
                      <a:pt x="545675" y="35060"/>
                    </a:lnTo>
                    <a:moveTo>
                      <a:pt x="545675" y="35060"/>
                    </a:moveTo>
                    <a:lnTo>
                      <a:pt x="60162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24" name="Контур"/>
              <p:cNvSpPr/>
              <p:nvPr/>
            </p:nvSpPr>
            <p:spPr>
              <a:xfrm>
                <a:off x="829810" y="9842921"/>
                <a:ext cx="439794" cy="345079"/>
              </a:xfrm>
              <a:custGeom>
                <a:avLst/>
                <a:gdLst/>
                <a:ahLst/>
                <a:cxnLst/>
                <a:rect l="l" t="t" r="r" b="b"/>
                <a:pathLst>
                  <a:path w="439794" h="345079" fill="none">
                    <a:moveTo>
                      <a:pt x="10911" y="345079"/>
                    </a:moveTo>
                    <a:lnTo>
                      <a:pt x="0" y="303148"/>
                    </a:lnTo>
                    <a:lnTo>
                      <a:pt x="44692" y="321463"/>
                    </a:lnTo>
                    <a:lnTo>
                      <a:pt x="17669" y="345079"/>
                    </a:lnTo>
                    <a:moveTo>
                      <a:pt x="15902" y="345079"/>
                    </a:moveTo>
                    <a:lnTo>
                      <a:pt x="7107" y="311281"/>
                    </a:lnTo>
                    <a:lnTo>
                      <a:pt x="40626" y="325017"/>
                    </a:lnTo>
                    <a:lnTo>
                      <a:pt x="37072" y="320951"/>
                    </a:lnTo>
                    <a:lnTo>
                      <a:pt x="12676" y="342271"/>
                    </a:lnTo>
                    <a:lnTo>
                      <a:pt x="15129" y="345079"/>
                    </a:lnTo>
                    <a:moveTo>
                      <a:pt x="12487" y="345079"/>
                    </a:move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3553" y="307215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44692" y="321463"/>
                    </a:lnTo>
                    <a:lnTo>
                      <a:pt x="33006" y="324504"/>
                    </a:lnTo>
                    <a:lnTo>
                      <a:pt x="32493" y="332124"/>
                    </a:lnTo>
                    <a:lnTo>
                      <a:pt x="24874" y="331611"/>
                    </a:lnTo>
                    <a:lnTo>
                      <a:pt x="24361" y="339231"/>
                    </a:lnTo>
                    <a:lnTo>
                      <a:pt x="16742" y="338718"/>
                    </a:lnTo>
                    <a:lnTo>
                      <a:pt x="14135" y="345079"/>
                    </a:lnTo>
                    <a:moveTo>
                      <a:pt x="12487" y="345079"/>
                    </a:moveTo>
                    <a:lnTo>
                      <a:pt x="12676" y="342271"/>
                    </a:lnTo>
                    <a:lnTo>
                      <a:pt x="20295" y="342784"/>
                    </a:lnTo>
                    <a:lnTo>
                      <a:pt x="20808" y="335165"/>
                    </a:lnTo>
                    <a:lnTo>
                      <a:pt x="28427" y="335677"/>
                    </a:lnTo>
                    <a:lnTo>
                      <a:pt x="28940" y="328058"/>
                    </a:lnTo>
                    <a:lnTo>
                      <a:pt x="36560" y="328570"/>
                    </a:lnTo>
                    <a:lnTo>
                      <a:pt x="37072" y="320951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0" y="303148"/>
                    </a:lnTo>
                    <a:lnTo>
                      <a:pt x="7107" y="311281"/>
                    </a:lnTo>
                    <a:lnTo>
                      <a:pt x="3041" y="314834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2676" y="342271"/>
                    </a:lnTo>
                    <a:moveTo>
                      <a:pt x="201914" y="184064"/>
                    </a:moveTo>
                    <a:lnTo>
                      <a:pt x="189751" y="137322"/>
                    </a:lnTo>
                    <a:lnTo>
                      <a:pt x="234443" y="155637"/>
                    </a:lnTo>
                    <a:lnTo>
                      <a:pt x="201914" y="184064"/>
                    </a:lnTo>
                    <a:lnTo>
                      <a:pt x="205980" y="180511"/>
                    </a:lnTo>
                    <a:lnTo>
                      <a:pt x="196858" y="145454"/>
                    </a:lnTo>
                    <a:lnTo>
                      <a:pt x="230377" y="159190"/>
                    </a:lnTo>
                    <a:lnTo>
                      <a:pt x="226823" y="155124"/>
                    </a:lnTo>
                    <a:lnTo>
                      <a:pt x="202427" y="176445"/>
                    </a:lnTo>
                    <a:lnTo>
                      <a:pt x="205980" y="180511"/>
                    </a:lnTo>
                    <a:lnTo>
                      <a:pt x="201914" y="184064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193305" y="141388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34443" y="155637"/>
                    </a:lnTo>
                    <a:lnTo>
                      <a:pt x="222757" y="158678"/>
                    </a:lnTo>
                    <a:lnTo>
                      <a:pt x="222245" y="166297"/>
                    </a:lnTo>
                    <a:lnTo>
                      <a:pt x="214625" y="165784"/>
                    </a:lnTo>
                    <a:lnTo>
                      <a:pt x="214112" y="173404"/>
                    </a:lnTo>
                    <a:lnTo>
                      <a:pt x="206493" y="172891"/>
                    </a:lnTo>
                    <a:lnTo>
                      <a:pt x="201914" y="184064"/>
                    </a:lnTo>
                    <a:lnTo>
                      <a:pt x="202427" y="176445"/>
                    </a:lnTo>
                    <a:lnTo>
                      <a:pt x="210046" y="176957"/>
                    </a:lnTo>
                    <a:lnTo>
                      <a:pt x="210559" y="169338"/>
                    </a:lnTo>
                    <a:lnTo>
                      <a:pt x="218179" y="169850"/>
                    </a:lnTo>
                    <a:lnTo>
                      <a:pt x="218691" y="162231"/>
                    </a:lnTo>
                    <a:lnTo>
                      <a:pt x="226311" y="162744"/>
                    </a:lnTo>
                    <a:lnTo>
                      <a:pt x="226823" y="155124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189751" y="137322"/>
                    </a:lnTo>
                    <a:lnTo>
                      <a:pt x="196858" y="145454"/>
                    </a:lnTo>
                    <a:lnTo>
                      <a:pt x="192792" y="149007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202427" y="176445"/>
                    </a:lnTo>
                    <a:moveTo>
                      <a:pt x="403187" y="48077"/>
                    </a:moveTo>
                    <a:lnTo>
                      <a:pt x="398552" y="0"/>
                    </a:lnTo>
                    <a:lnTo>
                      <a:pt x="439794" y="25138"/>
                    </a:lnTo>
                    <a:lnTo>
                      <a:pt x="403187" y="48077"/>
                    </a:lnTo>
                    <a:lnTo>
                      <a:pt x="407763" y="45209"/>
                    </a:lnTo>
                    <a:lnTo>
                      <a:pt x="404286" y="9152"/>
                    </a:lnTo>
                    <a:lnTo>
                      <a:pt x="435218" y="28005"/>
                    </a:lnTo>
                    <a:lnTo>
                      <a:pt x="432350" y="23429"/>
                    </a:lnTo>
                    <a:lnTo>
                      <a:pt x="404895" y="40633"/>
                    </a:lnTo>
                    <a:lnTo>
                      <a:pt x="407763" y="45209"/>
                    </a:lnTo>
                    <a:lnTo>
                      <a:pt x="403187" y="48077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1419" y="4576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39794" y="25138"/>
                    </a:lnTo>
                    <a:lnTo>
                      <a:pt x="427775" y="26297"/>
                    </a:lnTo>
                    <a:lnTo>
                      <a:pt x="426066" y="33740"/>
                    </a:lnTo>
                    <a:lnTo>
                      <a:pt x="418623" y="32031"/>
                    </a:lnTo>
                    <a:lnTo>
                      <a:pt x="416914" y="39475"/>
                    </a:lnTo>
                    <a:lnTo>
                      <a:pt x="409471" y="37766"/>
                    </a:lnTo>
                    <a:lnTo>
                      <a:pt x="403187" y="48077"/>
                    </a:lnTo>
                    <a:lnTo>
                      <a:pt x="404895" y="40633"/>
                    </a:lnTo>
                    <a:lnTo>
                      <a:pt x="412338" y="42342"/>
                    </a:lnTo>
                    <a:lnTo>
                      <a:pt x="414047" y="34899"/>
                    </a:lnTo>
                    <a:lnTo>
                      <a:pt x="421490" y="36607"/>
                    </a:lnTo>
                    <a:lnTo>
                      <a:pt x="423199" y="29164"/>
                    </a:lnTo>
                    <a:lnTo>
                      <a:pt x="430642" y="30873"/>
                    </a:lnTo>
                    <a:lnTo>
                      <a:pt x="432350" y="23429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398552" y="0"/>
                    </a:lnTo>
                    <a:lnTo>
                      <a:pt x="404286" y="9152"/>
                    </a:lnTo>
                    <a:lnTo>
                      <a:pt x="399710" y="12020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4895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25" name="Контур"/>
              <p:cNvSpPr/>
              <p:nvPr/>
            </p:nvSpPr>
            <p:spPr>
              <a:xfrm>
                <a:off x="1224543" y="9998504"/>
                <a:ext cx="302434" cy="189496"/>
              </a:xfrm>
              <a:custGeom>
                <a:avLst/>
                <a:gdLst/>
                <a:ahLst/>
                <a:cxnLst/>
                <a:rect l="l" t="t" r="r" b="b"/>
                <a:pathLst>
                  <a:path w="302434" h="189496" fill="none">
                    <a:moveTo>
                      <a:pt x="302434" y="0"/>
                    </a:moveTo>
                    <a:lnTo>
                      <a:pt x="195661" y="66901"/>
                    </a:lnTo>
                    <a:moveTo>
                      <a:pt x="195661" y="66901"/>
                    </a:moveTo>
                    <a:lnTo>
                      <a:pt x="88889" y="133801"/>
                    </a:lnTo>
                    <a:moveTo>
                      <a:pt x="88889" y="133801"/>
                    </a:moveTo>
                    <a:lnTo>
                      <a:pt x="0" y="18949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26" name="Контур"/>
              <p:cNvSpPr/>
              <p:nvPr/>
            </p:nvSpPr>
            <p:spPr>
              <a:xfrm>
                <a:off x="1141380" y="10019645"/>
                <a:ext cx="254786" cy="168355"/>
              </a:xfrm>
              <a:custGeom>
                <a:avLst/>
                <a:gdLst/>
                <a:ahLst/>
                <a:cxnLst/>
                <a:rect l="l" t="t" r="r" b="b"/>
                <a:pathLst>
                  <a:path w="254786" h="168355" fill="none">
                    <a:moveTo>
                      <a:pt x="250153" y="0"/>
                    </a:moveTo>
                    <a:lnTo>
                      <a:pt x="254786" y="48076"/>
                    </a:lnTo>
                    <a:lnTo>
                      <a:pt x="213545" y="22937"/>
                    </a:lnTo>
                    <a:lnTo>
                      <a:pt x="250153" y="0"/>
                    </a:lnTo>
                    <a:lnTo>
                      <a:pt x="245577" y="2867"/>
                    </a:lnTo>
                    <a:lnTo>
                      <a:pt x="249052" y="38925"/>
                    </a:lnTo>
                    <a:lnTo>
                      <a:pt x="218121" y="20070"/>
                    </a:lnTo>
                    <a:lnTo>
                      <a:pt x="220988" y="24646"/>
                    </a:lnTo>
                    <a:lnTo>
                      <a:pt x="248444" y="7443"/>
                    </a:lnTo>
                    <a:lnTo>
                      <a:pt x="245577" y="2867"/>
                    </a:lnTo>
                    <a:lnTo>
                      <a:pt x="250153" y="0"/>
                    </a:lnTo>
                    <a:lnTo>
                      <a:pt x="246735" y="14886"/>
                    </a:lnTo>
                    <a:lnTo>
                      <a:pt x="251311" y="12019"/>
                    </a:lnTo>
                    <a:lnTo>
                      <a:pt x="247894" y="26905"/>
                    </a:lnTo>
                    <a:lnTo>
                      <a:pt x="252470" y="24038"/>
                    </a:lnTo>
                    <a:lnTo>
                      <a:pt x="251919" y="43501"/>
                    </a:lnTo>
                    <a:lnTo>
                      <a:pt x="234166" y="35507"/>
                    </a:lnTo>
                    <a:lnTo>
                      <a:pt x="238742" y="32640"/>
                    </a:lnTo>
                    <a:lnTo>
                      <a:pt x="223855" y="29222"/>
                    </a:lnTo>
                    <a:lnTo>
                      <a:pt x="228431" y="26355"/>
                    </a:lnTo>
                    <a:lnTo>
                      <a:pt x="213545" y="22937"/>
                    </a:lnTo>
                    <a:lnTo>
                      <a:pt x="225564" y="21779"/>
                    </a:lnTo>
                    <a:lnTo>
                      <a:pt x="227273" y="14336"/>
                    </a:lnTo>
                    <a:lnTo>
                      <a:pt x="234716" y="16045"/>
                    </a:lnTo>
                    <a:lnTo>
                      <a:pt x="236425" y="8602"/>
                    </a:lnTo>
                    <a:lnTo>
                      <a:pt x="243868" y="10310"/>
                    </a:lnTo>
                    <a:lnTo>
                      <a:pt x="250153" y="0"/>
                    </a:lnTo>
                    <a:lnTo>
                      <a:pt x="248444" y="7443"/>
                    </a:lnTo>
                    <a:lnTo>
                      <a:pt x="241001" y="5734"/>
                    </a:lnTo>
                    <a:lnTo>
                      <a:pt x="239292" y="13178"/>
                    </a:lnTo>
                    <a:lnTo>
                      <a:pt x="231849" y="11469"/>
                    </a:lnTo>
                    <a:lnTo>
                      <a:pt x="230140" y="18912"/>
                    </a:lnTo>
                    <a:lnTo>
                      <a:pt x="222697" y="17203"/>
                    </a:lnTo>
                    <a:lnTo>
                      <a:pt x="220988" y="24646"/>
                    </a:lnTo>
                    <a:lnTo>
                      <a:pt x="223855" y="29222"/>
                    </a:lnTo>
                    <a:lnTo>
                      <a:pt x="228431" y="26355"/>
                    </a:lnTo>
                    <a:lnTo>
                      <a:pt x="234166" y="35507"/>
                    </a:lnTo>
                    <a:lnTo>
                      <a:pt x="238742" y="32640"/>
                    </a:lnTo>
                    <a:lnTo>
                      <a:pt x="254786" y="48076"/>
                    </a:lnTo>
                    <a:lnTo>
                      <a:pt x="249052" y="38925"/>
                    </a:lnTo>
                    <a:lnTo>
                      <a:pt x="253628" y="36057"/>
                    </a:lnTo>
                    <a:lnTo>
                      <a:pt x="247894" y="26905"/>
                    </a:lnTo>
                    <a:lnTo>
                      <a:pt x="252470" y="24038"/>
                    </a:lnTo>
                    <a:lnTo>
                      <a:pt x="246735" y="14886"/>
                    </a:lnTo>
                    <a:lnTo>
                      <a:pt x="251311" y="12019"/>
                    </a:lnTo>
                    <a:lnTo>
                      <a:pt x="248444" y="7443"/>
                    </a:lnTo>
                    <a:moveTo>
                      <a:pt x="36608" y="133801"/>
                    </a:moveTo>
                    <a:lnTo>
                      <a:pt x="39938" y="168355"/>
                    </a:lnTo>
                    <a:moveTo>
                      <a:pt x="19058" y="168355"/>
                    </a:moveTo>
                    <a:lnTo>
                      <a:pt x="0" y="156738"/>
                    </a:lnTo>
                    <a:lnTo>
                      <a:pt x="36608" y="133801"/>
                    </a:lnTo>
                    <a:lnTo>
                      <a:pt x="32032" y="136668"/>
                    </a:lnTo>
                    <a:lnTo>
                      <a:pt x="35086" y="168355"/>
                    </a:lnTo>
                    <a:moveTo>
                      <a:pt x="28338" y="168355"/>
                    </a:moveTo>
                    <a:lnTo>
                      <a:pt x="4576" y="153871"/>
                    </a:lnTo>
                    <a:lnTo>
                      <a:pt x="7443" y="158447"/>
                    </a:lnTo>
                    <a:lnTo>
                      <a:pt x="34899" y="141244"/>
                    </a:lnTo>
                    <a:lnTo>
                      <a:pt x="32032" y="136668"/>
                    </a:lnTo>
                    <a:lnTo>
                      <a:pt x="36608" y="133801"/>
                    </a:lnTo>
                    <a:lnTo>
                      <a:pt x="33190" y="148687"/>
                    </a:lnTo>
                    <a:lnTo>
                      <a:pt x="37766" y="145820"/>
                    </a:lnTo>
                    <a:lnTo>
                      <a:pt x="34349" y="160706"/>
                    </a:lnTo>
                    <a:lnTo>
                      <a:pt x="38925" y="157839"/>
                    </a:lnTo>
                    <a:lnTo>
                      <a:pt x="38627" y="168355"/>
                    </a:lnTo>
                    <a:moveTo>
                      <a:pt x="22141" y="168355"/>
                    </a:moveTo>
                    <a:lnTo>
                      <a:pt x="25197" y="166440"/>
                    </a:lnTo>
                    <a:lnTo>
                      <a:pt x="10311" y="163023"/>
                    </a:lnTo>
                    <a:lnTo>
                      <a:pt x="14887" y="160156"/>
                    </a:lnTo>
                    <a:lnTo>
                      <a:pt x="0" y="156738"/>
                    </a:lnTo>
                    <a:lnTo>
                      <a:pt x="12019" y="155580"/>
                    </a:lnTo>
                    <a:lnTo>
                      <a:pt x="13728" y="148137"/>
                    </a:lnTo>
                    <a:lnTo>
                      <a:pt x="21171" y="149845"/>
                    </a:lnTo>
                    <a:lnTo>
                      <a:pt x="22880" y="142402"/>
                    </a:lnTo>
                    <a:lnTo>
                      <a:pt x="30323" y="144111"/>
                    </a:lnTo>
                    <a:lnTo>
                      <a:pt x="36608" y="133801"/>
                    </a:lnTo>
                    <a:lnTo>
                      <a:pt x="34899" y="141244"/>
                    </a:lnTo>
                    <a:lnTo>
                      <a:pt x="27456" y="139535"/>
                    </a:lnTo>
                    <a:lnTo>
                      <a:pt x="25747" y="146978"/>
                    </a:lnTo>
                    <a:lnTo>
                      <a:pt x="18304" y="145269"/>
                    </a:lnTo>
                    <a:lnTo>
                      <a:pt x="16595" y="152713"/>
                    </a:lnTo>
                    <a:lnTo>
                      <a:pt x="9152" y="151004"/>
                    </a:lnTo>
                    <a:lnTo>
                      <a:pt x="7443" y="158447"/>
                    </a:lnTo>
                    <a:lnTo>
                      <a:pt x="10311" y="163023"/>
                    </a:lnTo>
                    <a:lnTo>
                      <a:pt x="14887" y="160156"/>
                    </a:lnTo>
                    <a:lnTo>
                      <a:pt x="20024" y="168355"/>
                    </a:lnTo>
                    <a:moveTo>
                      <a:pt x="22141" y="168355"/>
                    </a:moveTo>
                    <a:lnTo>
                      <a:pt x="25197" y="166440"/>
                    </a:lnTo>
                    <a:lnTo>
                      <a:pt x="27187" y="168355"/>
                    </a:lnTo>
                    <a:moveTo>
                      <a:pt x="39141" y="168355"/>
                    </a:moveTo>
                    <a:lnTo>
                      <a:pt x="34349" y="160706"/>
                    </a:lnTo>
                    <a:lnTo>
                      <a:pt x="38925" y="157839"/>
                    </a:lnTo>
                    <a:lnTo>
                      <a:pt x="33190" y="148687"/>
                    </a:lnTo>
                    <a:lnTo>
                      <a:pt x="37766" y="145820"/>
                    </a:lnTo>
                    <a:lnTo>
                      <a:pt x="34899" y="14124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27" name="Контур"/>
              <p:cNvSpPr/>
              <p:nvPr/>
            </p:nvSpPr>
            <p:spPr>
              <a:xfrm>
                <a:off x="252000" y="6894343"/>
                <a:ext cx="1503348" cy="907943"/>
              </a:xfrm>
              <a:custGeom>
                <a:avLst/>
                <a:gdLst/>
                <a:ahLst/>
                <a:cxnLst/>
                <a:rect l="l" t="t" r="r" b="b"/>
                <a:pathLst>
                  <a:path w="1503348" h="907943" fill="none">
                    <a:moveTo>
                      <a:pt x="0" y="907943"/>
                    </a:moveTo>
                    <a:lnTo>
                      <a:pt x="32937" y="889976"/>
                    </a:lnTo>
                    <a:moveTo>
                      <a:pt x="32937" y="889976"/>
                    </a:moveTo>
                    <a:lnTo>
                      <a:pt x="66120" y="871874"/>
                    </a:lnTo>
                    <a:moveTo>
                      <a:pt x="66120" y="871874"/>
                    </a:moveTo>
                    <a:lnTo>
                      <a:pt x="99304" y="853772"/>
                    </a:lnTo>
                    <a:moveTo>
                      <a:pt x="99304" y="853772"/>
                    </a:moveTo>
                    <a:lnTo>
                      <a:pt x="100518" y="853110"/>
                    </a:lnTo>
                    <a:moveTo>
                      <a:pt x="100518" y="853110"/>
                    </a:moveTo>
                    <a:lnTo>
                      <a:pt x="132815" y="833469"/>
                    </a:lnTo>
                    <a:moveTo>
                      <a:pt x="132815" y="833469"/>
                    </a:moveTo>
                    <a:lnTo>
                      <a:pt x="165112" y="813829"/>
                    </a:lnTo>
                    <a:moveTo>
                      <a:pt x="165112" y="813829"/>
                    </a:moveTo>
                    <a:lnTo>
                      <a:pt x="197408" y="794188"/>
                    </a:lnTo>
                    <a:moveTo>
                      <a:pt x="197408" y="794188"/>
                    </a:moveTo>
                    <a:lnTo>
                      <a:pt x="229705" y="774547"/>
                    </a:lnTo>
                    <a:moveTo>
                      <a:pt x="229705" y="774547"/>
                    </a:moveTo>
                    <a:lnTo>
                      <a:pt x="262002" y="754906"/>
                    </a:lnTo>
                    <a:moveTo>
                      <a:pt x="262002" y="754906"/>
                    </a:moveTo>
                    <a:lnTo>
                      <a:pt x="294299" y="735265"/>
                    </a:lnTo>
                    <a:moveTo>
                      <a:pt x="294299" y="735265"/>
                    </a:moveTo>
                    <a:lnTo>
                      <a:pt x="326595" y="715625"/>
                    </a:lnTo>
                    <a:moveTo>
                      <a:pt x="326595" y="715625"/>
                    </a:moveTo>
                    <a:lnTo>
                      <a:pt x="358892" y="695984"/>
                    </a:lnTo>
                    <a:moveTo>
                      <a:pt x="358892" y="695984"/>
                    </a:moveTo>
                    <a:lnTo>
                      <a:pt x="391189" y="676343"/>
                    </a:lnTo>
                    <a:moveTo>
                      <a:pt x="391189" y="676343"/>
                    </a:moveTo>
                    <a:lnTo>
                      <a:pt x="423486" y="656702"/>
                    </a:lnTo>
                    <a:moveTo>
                      <a:pt x="423486" y="656702"/>
                    </a:moveTo>
                    <a:lnTo>
                      <a:pt x="455782" y="637062"/>
                    </a:lnTo>
                    <a:moveTo>
                      <a:pt x="455782" y="637062"/>
                    </a:moveTo>
                    <a:lnTo>
                      <a:pt x="488079" y="617421"/>
                    </a:lnTo>
                    <a:moveTo>
                      <a:pt x="488079" y="617421"/>
                    </a:moveTo>
                    <a:lnTo>
                      <a:pt x="520376" y="597780"/>
                    </a:lnTo>
                    <a:moveTo>
                      <a:pt x="520376" y="597780"/>
                    </a:moveTo>
                    <a:lnTo>
                      <a:pt x="552673" y="578139"/>
                    </a:lnTo>
                    <a:moveTo>
                      <a:pt x="552673" y="578139"/>
                    </a:moveTo>
                    <a:lnTo>
                      <a:pt x="584969" y="558498"/>
                    </a:lnTo>
                    <a:moveTo>
                      <a:pt x="584969" y="558498"/>
                    </a:moveTo>
                    <a:lnTo>
                      <a:pt x="617266" y="538858"/>
                    </a:lnTo>
                    <a:moveTo>
                      <a:pt x="617266" y="538858"/>
                    </a:moveTo>
                    <a:lnTo>
                      <a:pt x="649563" y="519217"/>
                    </a:lnTo>
                    <a:moveTo>
                      <a:pt x="649563" y="519217"/>
                    </a:moveTo>
                    <a:lnTo>
                      <a:pt x="681860" y="499576"/>
                    </a:lnTo>
                    <a:moveTo>
                      <a:pt x="681860" y="499576"/>
                    </a:moveTo>
                    <a:lnTo>
                      <a:pt x="714156" y="479935"/>
                    </a:lnTo>
                    <a:moveTo>
                      <a:pt x="714156" y="479935"/>
                    </a:moveTo>
                    <a:lnTo>
                      <a:pt x="746453" y="460295"/>
                    </a:lnTo>
                    <a:moveTo>
                      <a:pt x="746453" y="460295"/>
                    </a:moveTo>
                    <a:lnTo>
                      <a:pt x="778750" y="440654"/>
                    </a:lnTo>
                    <a:moveTo>
                      <a:pt x="778750" y="440654"/>
                    </a:moveTo>
                    <a:lnTo>
                      <a:pt x="811046" y="421013"/>
                    </a:lnTo>
                    <a:moveTo>
                      <a:pt x="811046" y="421013"/>
                    </a:moveTo>
                    <a:lnTo>
                      <a:pt x="843343" y="401372"/>
                    </a:lnTo>
                    <a:moveTo>
                      <a:pt x="843343" y="401372"/>
                    </a:moveTo>
                    <a:lnTo>
                      <a:pt x="875640" y="381731"/>
                    </a:lnTo>
                    <a:moveTo>
                      <a:pt x="875640" y="381731"/>
                    </a:moveTo>
                    <a:lnTo>
                      <a:pt x="907937" y="362091"/>
                    </a:lnTo>
                    <a:moveTo>
                      <a:pt x="907937" y="362091"/>
                    </a:moveTo>
                    <a:lnTo>
                      <a:pt x="940233" y="342450"/>
                    </a:lnTo>
                    <a:moveTo>
                      <a:pt x="940233" y="342450"/>
                    </a:moveTo>
                    <a:lnTo>
                      <a:pt x="972530" y="322809"/>
                    </a:lnTo>
                    <a:moveTo>
                      <a:pt x="972530" y="322809"/>
                    </a:moveTo>
                    <a:lnTo>
                      <a:pt x="1004827" y="303168"/>
                    </a:lnTo>
                    <a:moveTo>
                      <a:pt x="1004827" y="303168"/>
                    </a:moveTo>
                    <a:lnTo>
                      <a:pt x="1037124" y="283528"/>
                    </a:lnTo>
                    <a:moveTo>
                      <a:pt x="1037124" y="283528"/>
                    </a:moveTo>
                    <a:lnTo>
                      <a:pt x="1069420" y="263887"/>
                    </a:lnTo>
                    <a:moveTo>
                      <a:pt x="1069420" y="263887"/>
                    </a:moveTo>
                    <a:lnTo>
                      <a:pt x="1101717" y="244246"/>
                    </a:lnTo>
                    <a:moveTo>
                      <a:pt x="1101717" y="244246"/>
                    </a:moveTo>
                    <a:lnTo>
                      <a:pt x="1134014" y="224605"/>
                    </a:lnTo>
                    <a:moveTo>
                      <a:pt x="1134014" y="224605"/>
                    </a:moveTo>
                    <a:lnTo>
                      <a:pt x="1166311" y="204964"/>
                    </a:lnTo>
                    <a:moveTo>
                      <a:pt x="1166311" y="204964"/>
                    </a:moveTo>
                    <a:lnTo>
                      <a:pt x="1198607" y="185324"/>
                    </a:lnTo>
                    <a:moveTo>
                      <a:pt x="1198607" y="185324"/>
                    </a:moveTo>
                    <a:lnTo>
                      <a:pt x="1230904" y="165683"/>
                    </a:lnTo>
                    <a:moveTo>
                      <a:pt x="1230904" y="165683"/>
                    </a:moveTo>
                    <a:lnTo>
                      <a:pt x="1263201" y="146042"/>
                    </a:lnTo>
                    <a:moveTo>
                      <a:pt x="1263201" y="146042"/>
                    </a:moveTo>
                    <a:lnTo>
                      <a:pt x="1295498" y="126401"/>
                    </a:lnTo>
                    <a:moveTo>
                      <a:pt x="1295498" y="126401"/>
                    </a:moveTo>
                    <a:lnTo>
                      <a:pt x="1327794" y="106761"/>
                    </a:lnTo>
                    <a:moveTo>
                      <a:pt x="1327794" y="106761"/>
                    </a:moveTo>
                    <a:lnTo>
                      <a:pt x="1360091" y="87120"/>
                    </a:lnTo>
                    <a:moveTo>
                      <a:pt x="1360091" y="87120"/>
                    </a:moveTo>
                    <a:lnTo>
                      <a:pt x="1392388" y="67479"/>
                    </a:lnTo>
                    <a:moveTo>
                      <a:pt x="1392388" y="67479"/>
                    </a:moveTo>
                    <a:lnTo>
                      <a:pt x="1424685" y="47838"/>
                    </a:lnTo>
                    <a:moveTo>
                      <a:pt x="1424685" y="47838"/>
                    </a:moveTo>
                    <a:lnTo>
                      <a:pt x="1456981" y="28197"/>
                    </a:lnTo>
                    <a:moveTo>
                      <a:pt x="1456981" y="28197"/>
                    </a:moveTo>
                    <a:lnTo>
                      <a:pt x="1489278" y="8557"/>
                    </a:lnTo>
                    <a:moveTo>
                      <a:pt x="1489278" y="8557"/>
                    </a:moveTo>
                    <a:lnTo>
                      <a:pt x="1503348" y="0"/>
                    </a:lnTo>
                    <a:moveTo>
                      <a:pt x="100518" y="853110"/>
                    </a:moveTo>
                    <a:lnTo>
                      <a:pt x="165112" y="813829"/>
                    </a:lnTo>
                    <a:moveTo>
                      <a:pt x="175877" y="807282"/>
                    </a:moveTo>
                    <a:lnTo>
                      <a:pt x="181260" y="804008"/>
                    </a:lnTo>
                    <a:moveTo>
                      <a:pt x="192026" y="797461"/>
                    </a:moveTo>
                    <a:lnTo>
                      <a:pt x="197408" y="794188"/>
                    </a:lnTo>
                    <a:moveTo>
                      <a:pt x="208174" y="787641"/>
                    </a:moveTo>
                    <a:lnTo>
                      <a:pt x="272767" y="748359"/>
                    </a:lnTo>
                    <a:moveTo>
                      <a:pt x="283533" y="741812"/>
                    </a:moveTo>
                    <a:lnTo>
                      <a:pt x="288916" y="738539"/>
                    </a:lnTo>
                    <a:moveTo>
                      <a:pt x="299681" y="731992"/>
                    </a:moveTo>
                    <a:lnTo>
                      <a:pt x="305064" y="728718"/>
                    </a:lnTo>
                    <a:moveTo>
                      <a:pt x="315830" y="722172"/>
                    </a:moveTo>
                    <a:lnTo>
                      <a:pt x="380423" y="682890"/>
                    </a:lnTo>
                    <a:moveTo>
                      <a:pt x="391189" y="676343"/>
                    </a:moveTo>
                    <a:lnTo>
                      <a:pt x="396572" y="673070"/>
                    </a:lnTo>
                    <a:moveTo>
                      <a:pt x="407337" y="666523"/>
                    </a:moveTo>
                    <a:lnTo>
                      <a:pt x="412720" y="663249"/>
                    </a:lnTo>
                    <a:moveTo>
                      <a:pt x="423486" y="656702"/>
                    </a:moveTo>
                    <a:lnTo>
                      <a:pt x="488079" y="617421"/>
                    </a:lnTo>
                    <a:moveTo>
                      <a:pt x="498845" y="610874"/>
                    </a:moveTo>
                    <a:lnTo>
                      <a:pt x="504227" y="607600"/>
                    </a:lnTo>
                    <a:moveTo>
                      <a:pt x="514993" y="601053"/>
                    </a:moveTo>
                    <a:lnTo>
                      <a:pt x="520376" y="597780"/>
                    </a:lnTo>
                    <a:moveTo>
                      <a:pt x="531141" y="591233"/>
                    </a:moveTo>
                    <a:lnTo>
                      <a:pt x="595735" y="551951"/>
                    </a:lnTo>
                    <a:moveTo>
                      <a:pt x="606500" y="545405"/>
                    </a:moveTo>
                    <a:lnTo>
                      <a:pt x="611883" y="542131"/>
                    </a:lnTo>
                    <a:moveTo>
                      <a:pt x="622649" y="535584"/>
                    </a:moveTo>
                    <a:lnTo>
                      <a:pt x="628032" y="532311"/>
                    </a:lnTo>
                    <a:moveTo>
                      <a:pt x="638797" y="525764"/>
                    </a:moveTo>
                    <a:lnTo>
                      <a:pt x="703391" y="486482"/>
                    </a:lnTo>
                    <a:moveTo>
                      <a:pt x="714156" y="479935"/>
                    </a:moveTo>
                    <a:lnTo>
                      <a:pt x="719539" y="476662"/>
                    </a:lnTo>
                    <a:moveTo>
                      <a:pt x="730305" y="470115"/>
                    </a:moveTo>
                    <a:lnTo>
                      <a:pt x="735687" y="466841"/>
                    </a:lnTo>
                    <a:moveTo>
                      <a:pt x="746453" y="460295"/>
                    </a:moveTo>
                    <a:lnTo>
                      <a:pt x="811046" y="421013"/>
                    </a:lnTo>
                    <a:moveTo>
                      <a:pt x="821812" y="414466"/>
                    </a:moveTo>
                    <a:lnTo>
                      <a:pt x="827195" y="411193"/>
                    </a:lnTo>
                    <a:moveTo>
                      <a:pt x="837960" y="404646"/>
                    </a:moveTo>
                    <a:lnTo>
                      <a:pt x="843343" y="401372"/>
                    </a:lnTo>
                    <a:moveTo>
                      <a:pt x="854109" y="394825"/>
                    </a:moveTo>
                    <a:lnTo>
                      <a:pt x="918702" y="355544"/>
                    </a:lnTo>
                    <a:moveTo>
                      <a:pt x="929468" y="348997"/>
                    </a:moveTo>
                    <a:lnTo>
                      <a:pt x="934851" y="345723"/>
                    </a:lnTo>
                    <a:moveTo>
                      <a:pt x="945616" y="339176"/>
                    </a:moveTo>
                    <a:lnTo>
                      <a:pt x="950999" y="335903"/>
                    </a:lnTo>
                    <a:moveTo>
                      <a:pt x="961765" y="329356"/>
                    </a:moveTo>
                    <a:lnTo>
                      <a:pt x="1026358" y="290074"/>
                    </a:lnTo>
                    <a:moveTo>
                      <a:pt x="1037124" y="283528"/>
                    </a:moveTo>
                    <a:lnTo>
                      <a:pt x="1042507" y="280254"/>
                    </a:lnTo>
                    <a:moveTo>
                      <a:pt x="1053272" y="273707"/>
                    </a:moveTo>
                    <a:lnTo>
                      <a:pt x="1058655" y="270434"/>
                    </a:lnTo>
                    <a:moveTo>
                      <a:pt x="1069420" y="263887"/>
                    </a:moveTo>
                    <a:lnTo>
                      <a:pt x="1134014" y="224605"/>
                    </a:lnTo>
                    <a:moveTo>
                      <a:pt x="1144780" y="218058"/>
                    </a:moveTo>
                    <a:lnTo>
                      <a:pt x="1150162" y="214785"/>
                    </a:lnTo>
                    <a:moveTo>
                      <a:pt x="1160928" y="208238"/>
                    </a:moveTo>
                    <a:lnTo>
                      <a:pt x="1166311" y="204964"/>
                    </a:lnTo>
                    <a:moveTo>
                      <a:pt x="1177076" y="198417"/>
                    </a:moveTo>
                    <a:lnTo>
                      <a:pt x="1241670" y="159136"/>
                    </a:lnTo>
                    <a:moveTo>
                      <a:pt x="1252435" y="152589"/>
                    </a:moveTo>
                    <a:lnTo>
                      <a:pt x="1257818" y="149316"/>
                    </a:lnTo>
                    <a:moveTo>
                      <a:pt x="1268584" y="142769"/>
                    </a:moveTo>
                    <a:lnTo>
                      <a:pt x="1273967" y="139495"/>
                    </a:lnTo>
                    <a:moveTo>
                      <a:pt x="1284732" y="132948"/>
                    </a:moveTo>
                    <a:lnTo>
                      <a:pt x="1349326" y="93667"/>
                    </a:lnTo>
                    <a:moveTo>
                      <a:pt x="1360091" y="87120"/>
                    </a:moveTo>
                    <a:lnTo>
                      <a:pt x="1365474" y="83846"/>
                    </a:lnTo>
                    <a:moveTo>
                      <a:pt x="1376240" y="77299"/>
                    </a:moveTo>
                    <a:lnTo>
                      <a:pt x="1381622" y="74026"/>
                    </a:lnTo>
                    <a:moveTo>
                      <a:pt x="1392388" y="67479"/>
                    </a:moveTo>
                    <a:lnTo>
                      <a:pt x="1456981" y="28197"/>
                    </a:lnTo>
                    <a:moveTo>
                      <a:pt x="1467747" y="21650"/>
                    </a:moveTo>
                    <a:lnTo>
                      <a:pt x="1473130" y="18377"/>
                    </a:lnTo>
                    <a:moveTo>
                      <a:pt x="1483895" y="11830"/>
                    </a:moveTo>
                    <a:lnTo>
                      <a:pt x="1489278" y="8557"/>
                    </a:lnTo>
                    <a:moveTo>
                      <a:pt x="1500044" y="2010"/>
                    </a:moveTo>
                    <a:lnTo>
                      <a:pt x="1503348" y="0"/>
                    </a:lnTo>
                    <a:moveTo>
                      <a:pt x="0" y="754170"/>
                    </a:moveTo>
                    <a:lnTo>
                      <a:pt x="20562" y="742954"/>
                    </a:lnTo>
                    <a:moveTo>
                      <a:pt x="20562" y="742954"/>
                    </a:moveTo>
                    <a:lnTo>
                      <a:pt x="33108" y="736110"/>
                    </a:lnTo>
                    <a:lnTo>
                      <a:pt x="53194" y="723895"/>
                    </a:lnTo>
                    <a:moveTo>
                      <a:pt x="53194" y="723895"/>
                    </a:moveTo>
                    <a:lnTo>
                      <a:pt x="85491" y="704255"/>
                    </a:lnTo>
                    <a:moveTo>
                      <a:pt x="85491" y="704255"/>
                    </a:moveTo>
                    <a:lnTo>
                      <a:pt x="117788" y="684614"/>
                    </a:lnTo>
                    <a:moveTo>
                      <a:pt x="117788" y="684614"/>
                    </a:moveTo>
                    <a:lnTo>
                      <a:pt x="150085" y="664974"/>
                    </a:lnTo>
                    <a:moveTo>
                      <a:pt x="150085" y="664974"/>
                    </a:moveTo>
                    <a:lnTo>
                      <a:pt x="182382" y="645334"/>
                    </a:lnTo>
                    <a:moveTo>
                      <a:pt x="182382" y="645334"/>
                    </a:moveTo>
                    <a:lnTo>
                      <a:pt x="214679" y="625693"/>
                    </a:lnTo>
                    <a:moveTo>
                      <a:pt x="214679" y="625693"/>
                    </a:moveTo>
                    <a:lnTo>
                      <a:pt x="246976" y="606053"/>
                    </a:lnTo>
                    <a:moveTo>
                      <a:pt x="246976" y="606053"/>
                    </a:moveTo>
                    <a:lnTo>
                      <a:pt x="279273" y="586412"/>
                    </a:lnTo>
                    <a:moveTo>
                      <a:pt x="279273" y="586412"/>
                    </a:moveTo>
                    <a:lnTo>
                      <a:pt x="311570" y="566772"/>
                    </a:lnTo>
                    <a:moveTo>
                      <a:pt x="311570" y="566772"/>
                    </a:moveTo>
                    <a:lnTo>
                      <a:pt x="343867" y="547132"/>
                    </a:lnTo>
                    <a:moveTo>
                      <a:pt x="343867" y="547132"/>
                    </a:moveTo>
                    <a:lnTo>
                      <a:pt x="376164" y="527491"/>
                    </a:lnTo>
                    <a:moveTo>
                      <a:pt x="376164" y="527491"/>
                    </a:moveTo>
                    <a:lnTo>
                      <a:pt x="408461" y="507851"/>
                    </a:lnTo>
                    <a:moveTo>
                      <a:pt x="408461" y="507851"/>
                    </a:moveTo>
                    <a:lnTo>
                      <a:pt x="419216" y="501311"/>
                    </a:lnTo>
                    <a:moveTo>
                      <a:pt x="0" y="754170"/>
                    </a:moveTo>
                    <a:lnTo>
                      <a:pt x="20562" y="742954"/>
                    </a:lnTo>
                    <a:moveTo>
                      <a:pt x="20562" y="742954"/>
                    </a:moveTo>
                    <a:lnTo>
                      <a:pt x="33108" y="736110"/>
                    </a:lnTo>
                    <a:lnTo>
                      <a:pt x="53194" y="723895"/>
                    </a:lnTo>
                    <a:moveTo>
                      <a:pt x="53194" y="723895"/>
                    </a:moveTo>
                    <a:lnTo>
                      <a:pt x="85491" y="704255"/>
                    </a:lnTo>
                    <a:moveTo>
                      <a:pt x="85491" y="704255"/>
                    </a:moveTo>
                    <a:lnTo>
                      <a:pt x="117788" y="684614"/>
                    </a:lnTo>
                    <a:moveTo>
                      <a:pt x="117788" y="684614"/>
                    </a:moveTo>
                    <a:lnTo>
                      <a:pt x="150085" y="664974"/>
                    </a:lnTo>
                    <a:moveTo>
                      <a:pt x="150085" y="664974"/>
                    </a:moveTo>
                    <a:lnTo>
                      <a:pt x="182382" y="645334"/>
                    </a:lnTo>
                    <a:moveTo>
                      <a:pt x="182382" y="645334"/>
                    </a:moveTo>
                    <a:lnTo>
                      <a:pt x="214679" y="625693"/>
                    </a:lnTo>
                    <a:moveTo>
                      <a:pt x="214679" y="625693"/>
                    </a:moveTo>
                    <a:lnTo>
                      <a:pt x="246976" y="606053"/>
                    </a:lnTo>
                    <a:moveTo>
                      <a:pt x="246976" y="606053"/>
                    </a:moveTo>
                    <a:lnTo>
                      <a:pt x="279273" y="586412"/>
                    </a:lnTo>
                    <a:moveTo>
                      <a:pt x="279273" y="586412"/>
                    </a:moveTo>
                    <a:lnTo>
                      <a:pt x="311570" y="566772"/>
                    </a:lnTo>
                    <a:moveTo>
                      <a:pt x="311570" y="566772"/>
                    </a:moveTo>
                    <a:lnTo>
                      <a:pt x="343867" y="547132"/>
                    </a:lnTo>
                    <a:moveTo>
                      <a:pt x="343867" y="547132"/>
                    </a:moveTo>
                    <a:lnTo>
                      <a:pt x="376164" y="527491"/>
                    </a:lnTo>
                    <a:moveTo>
                      <a:pt x="376164" y="527491"/>
                    </a:moveTo>
                    <a:lnTo>
                      <a:pt x="408461" y="507851"/>
                    </a:lnTo>
                    <a:moveTo>
                      <a:pt x="408461" y="507851"/>
                    </a:moveTo>
                    <a:lnTo>
                      <a:pt x="419216" y="501311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28" name="Контур"/>
              <p:cNvSpPr/>
              <p:nvPr/>
            </p:nvSpPr>
            <p:spPr>
              <a:xfrm>
                <a:off x="252000" y="7295533"/>
                <a:ext cx="410991" cy="249807"/>
              </a:xfrm>
              <a:custGeom>
                <a:avLst/>
                <a:gdLst/>
                <a:ahLst/>
                <a:cxnLst/>
                <a:rect l="l" t="t" r="r" b="b"/>
                <a:pathLst>
                  <a:path w="410991" h="249807" fill="none">
                    <a:moveTo>
                      <a:pt x="0" y="249807"/>
                    </a:moveTo>
                    <a:lnTo>
                      <a:pt x="6487" y="245864"/>
                    </a:lnTo>
                    <a:moveTo>
                      <a:pt x="6487" y="245864"/>
                    </a:moveTo>
                    <a:lnTo>
                      <a:pt x="38789" y="226231"/>
                    </a:lnTo>
                    <a:moveTo>
                      <a:pt x="38789" y="226231"/>
                    </a:moveTo>
                    <a:lnTo>
                      <a:pt x="71090" y="206597"/>
                    </a:lnTo>
                    <a:moveTo>
                      <a:pt x="71090" y="206597"/>
                    </a:moveTo>
                    <a:lnTo>
                      <a:pt x="103391" y="186964"/>
                    </a:lnTo>
                    <a:moveTo>
                      <a:pt x="103391" y="186964"/>
                    </a:moveTo>
                    <a:lnTo>
                      <a:pt x="135693" y="167331"/>
                    </a:lnTo>
                    <a:moveTo>
                      <a:pt x="135693" y="167331"/>
                    </a:moveTo>
                    <a:lnTo>
                      <a:pt x="167994" y="147697"/>
                    </a:lnTo>
                    <a:moveTo>
                      <a:pt x="167994" y="147697"/>
                    </a:moveTo>
                    <a:lnTo>
                      <a:pt x="200295" y="128064"/>
                    </a:lnTo>
                    <a:moveTo>
                      <a:pt x="200295" y="128064"/>
                    </a:moveTo>
                    <a:lnTo>
                      <a:pt x="232597" y="108431"/>
                    </a:lnTo>
                    <a:moveTo>
                      <a:pt x="232597" y="108431"/>
                    </a:moveTo>
                    <a:lnTo>
                      <a:pt x="264898" y="88798"/>
                    </a:lnTo>
                    <a:moveTo>
                      <a:pt x="264898" y="88798"/>
                    </a:moveTo>
                    <a:lnTo>
                      <a:pt x="297199" y="69164"/>
                    </a:lnTo>
                    <a:moveTo>
                      <a:pt x="297199" y="69164"/>
                    </a:moveTo>
                    <a:lnTo>
                      <a:pt x="329500" y="49531"/>
                    </a:lnTo>
                    <a:moveTo>
                      <a:pt x="329500" y="49531"/>
                    </a:moveTo>
                    <a:lnTo>
                      <a:pt x="361802" y="29898"/>
                    </a:lnTo>
                    <a:moveTo>
                      <a:pt x="361802" y="29898"/>
                    </a:moveTo>
                    <a:lnTo>
                      <a:pt x="394103" y="10265"/>
                    </a:lnTo>
                    <a:moveTo>
                      <a:pt x="394103" y="10265"/>
                    </a:moveTo>
                    <a:lnTo>
                      <a:pt x="410991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</p:grpSp>
        <p:grpSp>
          <p:nvGrpSpPr>
            <p:cNvPr id="1760" name="Градостроительные планы земельных участков (ОГД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1430" name="Контур"/>
              <p:cNvSpPr/>
              <p:nvPr/>
            </p:nvSpPr>
            <p:spPr>
              <a:xfrm>
                <a:off x="6830305" y="5798178"/>
                <a:ext cx="1399127" cy="1630345"/>
              </a:xfrm>
              <a:custGeom>
                <a:avLst/>
                <a:gdLst/>
                <a:ahLst/>
                <a:cxnLst/>
                <a:rect l="l" t="t" r="r" b="b"/>
                <a:pathLst>
                  <a:path w="1399127" h="1630345" fill="none">
                    <a:moveTo>
                      <a:pt x="0" y="873263"/>
                    </a:moveTo>
                    <a:lnTo>
                      <a:pt x="209619" y="663644"/>
                    </a:lnTo>
                    <a:moveTo>
                      <a:pt x="52185" y="979922"/>
                    </a:moveTo>
                    <a:lnTo>
                      <a:pt x="1032106" y="0"/>
                    </a:lnTo>
                    <a:moveTo>
                      <a:pt x="104371" y="1086580"/>
                    </a:moveTo>
                    <a:lnTo>
                      <a:pt x="1081937" y="109014"/>
                    </a:lnTo>
                    <a:moveTo>
                      <a:pt x="156556" y="1193238"/>
                    </a:moveTo>
                    <a:lnTo>
                      <a:pt x="1101893" y="247902"/>
                    </a:lnTo>
                    <a:moveTo>
                      <a:pt x="209168" y="1299471"/>
                    </a:moveTo>
                    <a:lnTo>
                      <a:pt x="1152687" y="355952"/>
                    </a:lnTo>
                    <a:moveTo>
                      <a:pt x="262267" y="1405217"/>
                    </a:moveTo>
                    <a:lnTo>
                      <a:pt x="1203482" y="464001"/>
                    </a:lnTo>
                    <a:moveTo>
                      <a:pt x="409914" y="1416413"/>
                    </a:moveTo>
                    <a:lnTo>
                      <a:pt x="1254276" y="572051"/>
                    </a:lnTo>
                    <a:moveTo>
                      <a:pt x="461792" y="1523379"/>
                    </a:moveTo>
                    <a:lnTo>
                      <a:pt x="1305071" y="680100"/>
                    </a:lnTo>
                    <a:moveTo>
                      <a:pt x="513670" y="1630345"/>
                    </a:moveTo>
                    <a:lnTo>
                      <a:pt x="1355865" y="788150"/>
                    </a:lnTo>
                    <a:moveTo>
                      <a:pt x="742450" y="1560410"/>
                    </a:moveTo>
                    <a:lnTo>
                      <a:pt x="1399127" y="90373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31" name="Контур"/>
              <p:cNvSpPr/>
              <p:nvPr/>
            </p:nvSpPr>
            <p:spPr>
              <a:xfrm>
                <a:off x="6801011" y="5708150"/>
                <a:ext cx="1442250" cy="1776240"/>
              </a:xfrm>
              <a:custGeom>
                <a:avLst/>
                <a:gdLst/>
                <a:ahLst/>
                <a:cxnLst/>
                <a:rect l="l" t="t" r="r" b="b"/>
                <a:pathLst>
                  <a:path w="1442250" h="1776240" fill="none">
                    <a:moveTo>
                      <a:pt x="1014930" y="0"/>
                    </a:moveTo>
                    <a:lnTo>
                      <a:pt x="1023210" y="6480"/>
                    </a:lnTo>
                    <a:lnTo>
                      <a:pt x="1158930" y="303390"/>
                    </a:lnTo>
                    <a:lnTo>
                      <a:pt x="1123200" y="320940"/>
                    </a:lnTo>
                    <a:lnTo>
                      <a:pt x="1421100" y="954630"/>
                    </a:lnTo>
                    <a:lnTo>
                      <a:pt x="1442250" y="1067670"/>
                    </a:lnTo>
                    <a:lnTo>
                      <a:pt x="1102230" y="1368630"/>
                    </a:lnTo>
                    <a:lnTo>
                      <a:pt x="629910" y="1771380"/>
                    </a:lnTo>
                    <a:lnTo>
                      <a:pt x="570060" y="1776240"/>
                    </a:lnTo>
                    <a:lnTo>
                      <a:pt x="418770" y="1464300"/>
                    </a:lnTo>
                    <a:lnTo>
                      <a:pt x="303660" y="1519380"/>
                    </a:lnTo>
                    <a:lnTo>
                      <a:pt x="236160" y="1384920"/>
                    </a:lnTo>
                    <a:lnTo>
                      <a:pt x="216630" y="1395000"/>
                    </a:lnTo>
                    <a:lnTo>
                      <a:pt x="204210" y="1370970"/>
                    </a:lnTo>
                    <a:lnTo>
                      <a:pt x="223830" y="1360890"/>
                    </a:lnTo>
                    <a:lnTo>
                      <a:pt x="0" y="903420"/>
                    </a:lnTo>
                    <a:lnTo>
                      <a:pt x="408240" y="647550"/>
                    </a:lnTo>
                    <a:lnTo>
                      <a:pt x="991080" y="18450"/>
                    </a:lnTo>
                    <a:lnTo>
                      <a:pt x="101493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32" name="Контур"/>
              <p:cNvSpPr/>
              <p:nvPr/>
            </p:nvSpPr>
            <p:spPr>
              <a:xfrm>
                <a:off x="6833661" y="5798172"/>
                <a:ext cx="1395777" cy="1630345"/>
              </a:xfrm>
              <a:custGeom>
                <a:avLst/>
                <a:gdLst/>
                <a:ahLst/>
                <a:cxnLst/>
                <a:rect l="l" t="t" r="r" b="b"/>
                <a:pathLst>
                  <a:path w="1395777" h="1630345" fill="none">
                    <a:moveTo>
                      <a:pt x="0" y="869913"/>
                    </a:moveTo>
                    <a:lnTo>
                      <a:pt x="206268" y="663644"/>
                    </a:lnTo>
                    <a:moveTo>
                      <a:pt x="51665" y="977092"/>
                    </a:moveTo>
                    <a:lnTo>
                      <a:pt x="1028757" y="0"/>
                    </a:lnTo>
                    <a:moveTo>
                      <a:pt x="103330" y="1084270"/>
                    </a:moveTo>
                    <a:lnTo>
                      <a:pt x="1078588" y="109013"/>
                    </a:lnTo>
                    <a:moveTo>
                      <a:pt x="154996" y="1191449"/>
                    </a:moveTo>
                    <a:lnTo>
                      <a:pt x="1098543" y="247902"/>
                    </a:lnTo>
                    <a:moveTo>
                      <a:pt x="206661" y="1298628"/>
                    </a:moveTo>
                    <a:lnTo>
                      <a:pt x="1149338" y="355951"/>
                    </a:lnTo>
                    <a:moveTo>
                      <a:pt x="258326" y="1405807"/>
                    </a:moveTo>
                    <a:lnTo>
                      <a:pt x="1200132" y="464001"/>
                    </a:lnTo>
                    <a:moveTo>
                      <a:pt x="406564" y="1416413"/>
                    </a:moveTo>
                    <a:lnTo>
                      <a:pt x="1250927" y="572050"/>
                    </a:lnTo>
                    <a:moveTo>
                      <a:pt x="458442" y="1523379"/>
                    </a:moveTo>
                    <a:lnTo>
                      <a:pt x="1301721" y="680100"/>
                    </a:lnTo>
                    <a:moveTo>
                      <a:pt x="510321" y="1630345"/>
                    </a:moveTo>
                    <a:lnTo>
                      <a:pt x="1352516" y="788150"/>
                    </a:lnTo>
                    <a:moveTo>
                      <a:pt x="739097" y="1560412"/>
                    </a:moveTo>
                    <a:lnTo>
                      <a:pt x="1395777" y="90373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33" name="Контур"/>
              <p:cNvSpPr/>
              <p:nvPr/>
            </p:nvSpPr>
            <p:spPr>
              <a:xfrm>
                <a:off x="6805157" y="5708144"/>
                <a:ext cx="1438110" cy="1776240"/>
              </a:xfrm>
              <a:custGeom>
                <a:avLst/>
                <a:gdLst/>
                <a:ahLst/>
                <a:cxnLst/>
                <a:rect l="l" t="t" r="r" b="b"/>
                <a:pathLst>
                  <a:path w="1438110" h="1776240" fill="none">
                    <a:moveTo>
                      <a:pt x="1010790" y="0"/>
                    </a:moveTo>
                    <a:lnTo>
                      <a:pt x="1019070" y="6480"/>
                    </a:lnTo>
                    <a:lnTo>
                      <a:pt x="1154790" y="303390"/>
                    </a:lnTo>
                    <a:lnTo>
                      <a:pt x="1119060" y="320940"/>
                    </a:lnTo>
                    <a:lnTo>
                      <a:pt x="1416960" y="954630"/>
                    </a:lnTo>
                    <a:lnTo>
                      <a:pt x="1438110" y="1067670"/>
                    </a:lnTo>
                    <a:lnTo>
                      <a:pt x="1098090" y="1368630"/>
                    </a:lnTo>
                    <a:lnTo>
                      <a:pt x="625770" y="1771380"/>
                    </a:lnTo>
                    <a:lnTo>
                      <a:pt x="565920" y="1776240"/>
                    </a:lnTo>
                    <a:lnTo>
                      <a:pt x="414630" y="1464300"/>
                    </a:lnTo>
                    <a:lnTo>
                      <a:pt x="305730" y="1516410"/>
                    </a:lnTo>
                    <a:lnTo>
                      <a:pt x="299520" y="1519380"/>
                    </a:lnTo>
                    <a:lnTo>
                      <a:pt x="298440" y="1519920"/>
                    </a:lnTo>
                    <a:lnTo>
                      <a:pt x="0" y="900810"/>
                    </a:lnTo>
                    <a:lnTo>
                      <a:pt x="404100" y="647550"/>
                    </a:lnTo>
                    <a:lnTo>
                      <a:pt x="986940" y="18450"/>
                    </a:lnTo>
                    <a:lnTo>
                      <a:pt x="101079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34" name="Контур"/>
              <p:cNvSpPr/>
              <p:nvPr/>
            </p:nvSpPr>
            <p:spPr>
              <a:xfrm>
                <a:off x="4851803" y="6232682"/>
                <a:ext cx="1563744" cy="1083325"/>
              </a:xfrm>
              <a:custGeom>
                <a:avLst/>
                <a:gdLst/>
                <a:ahLst/>
                <a:cxnLst/>
                <a:rect l="l" t="t" r="r" b="b"/>
                <a:pathLst>
                  <a:path w="1563744" h="1083325" fill="none">
                    <a:moveTo>
                      <a:pt x="0" y="987664"/>
                    </a:moveTo>
                    <a:lnTo>
                      <a:pt x="127379" y="860285"/>
                    </a:lnTo>
                    <a:moveTo>
                      <a:pt x="232144" y="755520"/>
                    </a:moveTo>
                    <a:lnTo>
                      <a:pt x="425149" y="562515"/>
                    </a:lnTo>
                    <a:moveTo>
                      <a:pt x="63183" y="1083325"/>
                    </a:moveTo>
                    <a:lnTo>
                      <a:pt x="858863" y="287645"/>
                    </a:lnTo>
                    <a:moveTo>
                      <a:pt x="247490" y="1057862"/>
                    </a:moveTo>
                    <a:lnTo>
                      <a:pt x="1291928" y="13424"/>
                    </a:lnTo>
                    <a:moveTo>
                      <a:pt x="688246" y="775950"/>
                    </a:moveTo>
                    <a:lnTo>
                      <a:pt x="1464196" y="0"/>
                    </a:lnTo>
                    <a:moveTo>
                      <a:pt x="1108440" y="514600"/>
                    </a:moveTo>
                    <a:lnTo>
                      <a:pt x="1513970" y="109070"/>
                    </a:lnTo>
                    <a:moveTo>
                      <a:pt x="1521724" y="260160"/>
                    </a:moveTo>
                    <a:lnTo>
                      <a:pt x="1563744" y="21814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35" name="Контур"/>
              <p:cNvSpPr/>
              <p:nvPr/>
            </p:nvSpPr>
            <p:spPr>
              <a:xfrm>
                <a:off x="4832711" y="6164450"/>
                <a:ext cx="1588590" cy="1216530"/>
              </a:xfrm>
              <a:custGeom>
                <a:avLst/>
                <a:gdLst/>
                <a:ahLst/>
                <a:cxnLst/>
                <a:rect l="l" t="t" r="r" b="b"/>
                <a:pathLst>
                  <a:path w="1588590" h="1216530" fill="none">
                    <a:moveTo>
                      <a:pt x="125190" y="1216530"/>
                    </a:moveTo>
                    <a:lnTo>
                      <a:pt x="0" y="1026990"/>
                    </a:lnTo>
                    <a:lnTo>
                      <a:pt x="266130" y="848070"/>
                    </a:lnTo>
                    <a:lnTo>
                      <a:pt x="220050" y="772830"/>
                    </a:lnTo>
                    <a:lnTo>
                      <a:pt x="1306710" y="84150"/>
                    </a:lnTo>
                    <a:lnTo>
                      <a:pt x="1452150" y="0"/>
                    </a:lnTo>
                    <a:lnTo>
                      <a:pt x="1588590" y="298980"/>
                    </a:lnTo>
                    <a:lnTo>
                      <a:pt x="818190" y="773280"/>
                    </a:lnTo>
                    <a:lnTo>
                      <a:pt x="125190" y="121653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36" name="Контур"/>
              <p:cNvSpPr/>
              <p:nvPr/>
            </p:nvSpPr>
            <p:spPr>
              <a:xfrm>
                <a:off x="4787567" y="6988202"/>
                <a:ext cx="296380" cy="137536"/>
              </a:xfrm>
              <a:custGeom>
                <a:avLst/>
                <a:gdLst/>
                <a:ahLst/>
                <a:cxnLst/>
                <a:rect l="l" t="t" r="r" b="b"/>
                <a:pathLst>
                  <a:path w="296380" h="137536" fill="none">
                    <a:moveTo>
                      <a:pt x="0" y="137536"/>
                    </a:moveTo>
                    <a:lnTo>
                      <a:pt x="70044" y="67492"/>
                    </a:lnTo>
                    <a:moveTo>
                      <a:pt x="191615" y="104765"/>
                    </a:moveTo>
                    <a:lnTo>
                      <a:pt x="296380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37" name="Контур"/>
              <p:cNvSpPr/>
              <p:nvPr/>
            </p:nvSpPr>
            <p:spPr>
              <a:xfrm>
                <a:off x="4774211" y="6937280"/>
                <a:ext cx="324630" cy="254160"/>
              </a:xfrm>
              <a:custGeom>
                <a:avLst/>
                <a:gdLst/>
                <a:ahLst/>
                <a:cxnLst/>
                <a:rect l="l" t="t" r="r" b="b"/>
                <a:pathLst>
                  <a:path w="324630" h="254160" fill="none">
                    <a:moveTo>
                      <a:pt x="58500" y="254160"/>
                    </a:moveTo>
                    <a:lnTo>
                      <a:pt x="0" y="169020"/>
                    </a:lnTo>
                    <a:lnTo>
                      <a:pt x="278550" y="0"/>
                    </a:lnTo>
                    <a:lnTo>
                      <a:pt x="324630" y="75240"/>
                    </a:lnTo>
                    <a:lnTo>
                      <a:pt x="58500" y="25416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38" name="Контур"/>
              <p:cNvSpPr/>
              <p:nvPr/>
            </p:nvSpPr>
            <p:spPr>
              <a:xfrm>
                <a:off x="6621594" y="5602968"/>
                <a:ext cx="1181737" cy="961811"/>
              </a:xfrm>
              <a:custGeom>
                <a:avLst/>
                <a:gdLst/>
                <a:ahLst/>
                <a:cxnLst/>
                <a:rect l="l" t="t" r="r" b="b"/>
                <a:pathLst>
                  <a:path w="1181737" h="961811" fill="none">
                    <a:moveTo>
                      <a:pt x="0" y="641807"/>
                    </a:moveTo>
                    <a:lnTo>
                      <a:pt x="26066" y="615741"/>
                    </a:lnTo>
                    <a:moveTo>
                      <a:pt x="52177" y="748475"/>
                    </a:moveTo>
                    <a:lnTo>
                      <a:pt x="722641" y="78010"/>
                    </a:lnTo>
                    <a:moveTo>
                      <a:pt x="104353" y="855143"/>
                    </a:moveTo>
                    <a:lnTo>
                      <a:pt x="959495" y="0"/>
                    </a:lnTo>
                    <a:moveTo>
                      <a:pt x="156529" y="961811"/>
                    </a:moveTo>
                    <a:lnTo>
                      <a:pt x="1110518" y="7821"/>
                    </a:lnTo>
                    <a:moveTo>
                      <a:pt x="418330" y="858854"/>
                    </a:moveTo>
                    <a:lnTo>
                      <a:pt x="1181737" y="9544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39" name="Контур"/>
              <p:cNvSpPr/>
              <p:nvPr/>
            </p:nvSpPr>
            <p:spPr>
              <a:xfrm>
                <a:off x="6618491" y="5538410"/>
                <a:ext cx="1197450" cy="1073160"/>
              </a:xfrm>
              <a:custGeom>
                <a:avLst/>
                <a:gdLst/>
                <a:ahLst/>
                <a:cxnLst/>
                <a:rect l="l" t="t" r="r" b="b"/>
                <a:pathLst>
                  <a:path w="1197450" h="1073160" fill="none">
                    <a:moveTo>
                      <a:pt x="911880" y="0"/>
                    </a:moveTo>
                    <a:lnTo>
                      <a:pt x="965970" y="68850"/>
                    </a:lnTo>
                    <a:lnTo>
                      <a:pt x="1016010" y="53100"/>
                    </a:lnTo>
                    <a:lnTo>
                      <a:pt x="1031940" y="73260"/>
                    </a:lnTo>
                    <a:lnTo>
                      <a:pt x="1082430" y="33390"/>
                    </a:lnTo>
                    <a:lnTo>
                      <a:pt x="1126710" y="88740"/>
                    </a:lnTo>
                    <a:lnTo>
                      <a:pt x="1125000" y="95220"/>
                    </a:lnTo>
                    <a:lnTo>
                      <a:pt x="1060020" y="146520"/>
                    </a:lnTo>
                    <a:lnTo>
                      <a:pt x="1097730" y="194220"/>
                    </a:lnTo>
                    <a:lnTo>
                      <a:pt x="1162710" y="142920"/>
                    </a:lnTo>
                    <a:lnTo>
                      <a:pt x="1197450" y="169740"/>
                    </a:lnTo>
                    <a:lnTo>
                      <a:pt x="1173600" y="188190"/>
                    </a:lnTo>
                    <a:lnTo>
                      <a:pt x="590760" y="817290"/>
                    </a:lnTo>
                    <a:lnTo>
                      <a:pt x="182520" y="1073160"/>
                    </a:lnTo>
                    <a:lnTo>
                      <a:pt x="0" y="700020"/>
                    </a:lnTo>
                    <a:lnTo>
                      <a:pt x="280350" y="510480"/>
                    </a:lnTo>
                    <a:lnTo>
                      <a:pt x="352800" y="428220"/>
                    </a:lnTo>
                    <a:lnTo>
                      <a:pt x="91188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40" name="Контур"/>
              <p:cNvSpPr/>
              <p:nvPr/>
            </p:nvSpPr>
            <p:spPr>
              <a:xfrm>
                <a:off x="4464087" y="5591236"/>
                <a:ext cx="1804836" cy="1464458"/>
              </a:xfrm>
              <a:custGeom>
                <a:avLst/>
                <a:gdLst/>
                <a:ahLst/>
                <a:cxnLst/>
                <a:rect l="l" t="t" r="r" b="b"/>
                <a:pathLst>
                  <a:path w="1804836" h="1464458" fill="none">
                    <a:moveTo>
                      <a:pt x="0" y="1063762"/>
                    </a:moveTo>
                    <a:lnTo>
                      <a:pt x="228194" y="835568"/>
                    </a:lnTo>
                    <a:moveTo>
                      <a:pt x="64696" y="1157910"/>
                    </a:moveTo>
                    <a:lnTo>
                      <a:pt x="665560" y="557045"/>
                    </a:lnTo>
                    <a:moveTo>
                      <a:pt x="129393" y="1252057"/>
                    </a:moveTo>
                    <a:lnTo>
                      <a:pt x="1102927" y="278523"/>
                    </a:lnTo>
                    <a:moveTo>
                      <a:pt x="194089" y="1346205"/>
                    </a:moveTo>
                    <a:lnTo>
                      <a:pt x="1540293" y="0"/>
                    </a:lnTo>
                    <a:moveTo>
                      <a:pt x="258785" y="1440353"/>
                    </a:moveTo>
                    <a:lnTo>
                      <a:pt x="1608157" y="90981"/>
                    </a:lnTo>
                    <a:moveTo>
                      <a:pt x="393525" y="1464458"/>
                    </a:moveTo>
                    <a:lnTo>
                      <a:pt x="1669090" y="188892"/>
                    </a:lnTo>
                    <a:moveTo>
                      <a:pt x="812866" y="1203960"/>
                    </a:moveTo>
                    <a:lnTo>
                      <a:pt x="1719699" y="297127"/>
                    </a:lnTo>
                    <a:moveTo>
                      <a:pt x="1246580" y="929090"/>
                    </a:moveTo>
                    <a:lnTo>
                      <a:pt x="1762268" y="413403"/>
                    </a:lnTo>
                    <a:moveTo>
                      <a:pt x="1679645" y="654870"/>
                    </a:moveTo>
                    <a:lnTo>
                      <a:pt x="1804836" y="52967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41" name="Контур"/>
              <p:cNvSpPr/>
              <p:nvPr/>
            </p:nvSpPr>
            <p:spPr>
              <a:xfrm>
                <a:off x="4424472" y="5586109"/>
                <a:ext cx="1860390" cy="1520190"/>
              </a:xfrm>
              <a:custGeom>
                <a:avLst/>
                <a:gdLst/>
                <a:ahLst/>
                <a:cxnLst/>
                <a:rect l="l" t="t" r="r" b="b"/>
                <a:pathLst>
                  <a:path w="1860390" h="1520190" fill="none">
                    <a:moveTo>
                      <a:pt x="1587960" y="0"/>
                    </a:moveTo>
                    <a:lnTo>
                      <a:pt x="1735380" y="236880"/>
                    </a:lnTo>
                    <a:lnTo>
                      <a:pt x="1860390" y="578340"/>
                    </a:lnTo>
                    <a:lnTo>
                      <a:pt x="1714950" y="662490"/>
                    </a:lnTo>
                    <a:lnTo>
                      <a:pt x="628290" y="1351170"/>
                    </a:lnTo>
                    <a:lnTo>
                      <a:pt x="349740" y="1520190"/>
                    </a:lnTo>
                    <a:lnTo>
                      <a:pt x="0" y="1011240"/>
                    </a:lnTo>
                    <a:lnTo>
                      <a:pt x="158796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42" name="Контур"/>
              <p:cNvSpPr/>
              <p:nvPr/>
            </p:nvSpPr>
            <p:spPr>
              <a:xfrm>
                <a:off x="5905834" y="1800076"/>
                <a:ext cx="3007608" cy="2618954"/>
              </a:xfrm>
              <a:custGeom>
                <a:avLst/>
                <a:gdLst/>
                <a:ahLst/>
                <a:cxnLst/>
                <a:rect l="l" t="t" r="r" b="b"/>
                <a:pathLst>
                  <a:path w="3007608" h="2618954" fill="none">
                    <a:moveTo>
                      <a:pt x="0" y="2618954"/>
                    </a:moveTo>
                    <a:lnTo>
                      <a:pt x="464889" y="2154065"/>
                    </a:lnTo>
                    <a:moveTo>
                      <a:pt x="260781" y="2517017"/>
                    </a:moveTo>
                    <a:lnTo>
                      <a:pt x="1083259" y="1694539"/>
                    </a:lnTo>
                    <a:moveTo>
                      <a:pt x="515073" y="2421569"/>
                    </a:moveTo>
                    <a:lnTo>
                      <a:pt x="2936642" y="0"/>
                    </a:lnTo>
                    <a:moveTo>
                      <a:pt x="1174504" y="1920982"/>
                    </a:moveTo>
                    <a:lnTo>
                      <a:pt x="2063195" y="1032292"/>
                    </a:lnTo>
                    <a:moveTo>
                      <a:pt x="2494648" y="600839"/>
                    </a:moveTo>
                    <a:lnTo>
                      <a:pt x="2758377" y="337109"/>
                    </a:lnTo>
                    <a:moveTo>
                      <a:pt x="2781891" y="313596"/>
                    </a:moveTo>
                    <a:lnTo>
                      <a:pt x="3007608" y="87878"/>
                    </a:lnTo>
                    <a:moveTo>
                      <a:pt x="1382097" y="1872234"/>
                    </a:moveTo>
                    <a:lnTo>
                      <a:pt x="2131431" y="1122900"/>
                    </a:lnTo>
                    <a:moveTo>
                      <a:pt x="1849694" y="1563481"/>
                    </a:moveTo>
                    <a:lnTo>
                      <a:pt x="2199654" y="1213521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43" name="Контур"/>
              <p:cNvSpPr/>
              <p:nvPr/>
            </p:nvSpPr>
            <p:spPr>
              <a:xfrm>
                <a:off x="5845031" y="1786040"/>
                <a:ext cx="3086190" cy="2665620"/>
              </a:xfrm>
              <a:custGeom>
                <a:avLst/>
                <a:gdLst/>
                <a:ahLst/>
                <a:cxnLst/>
                <a:rect l="l" t="t" r="r" b="b"/>
                <a:pathLst>
                  <a:path w="3086190" h="2665620" fill="none">
                    <a:moveTo>
                      <a:pt x="2986110" y="0"/>
                    </a:moveTo>
                    <a:lnTo>
                      <a:pt x="3086190" y="123930"/>
                    </a:lnTo>
                    <a:lnTo>
                      <a:pt x="2817450" y="348750"/>
                    </a:lnTo>
                    <a:lnTo>
                      <a:pt x="2861010" y="409050"/>
                    </a:lnTo>
                    <a:lnTo>
                      <a:pt x="2646180" y="546120"/>
                    </a:lnTo>
                    <a:lnTo>
                      <a:pt x="2320290" y="793080"/>
                    </a:lnTo>
                    <a:lnTo>
                      <a:pt x="2058390" y="973890"/>
                    </a:lnTo>
                    <a:lnTo>
                      <a:pt x="2100420" y="1015020"/>
                    </a:lnTo>
                    <a:lnTo>
                      <a:pt x="2307240" y="1290150"/>
                    </a:lnTo>
                    <a:lnTo>
                      <a:pt x="1546470" y="1841130"/>
                    </a:lnTo>
                    <a:lnTo>
                      <a:pt x="1455300" y="1902510"/>
                    </a:lnTo>
                    <a:lnTo>
                      <a:pt x="1391940" y="1819530"/>
                    </a:lnTo>
                    <a:lnTo>
                      <a:pt x="726570" y="2310120"/>
                    </a:lnTo>
                    <a:lnTo>
                      <a:pt x="695880" y="2342520"/>
                    </a:lnTo>
                    <a:lnTo>
                      <a:pt x="370890" y="2594610"/>
                    </a:lnTo>
                    <a:lnTo>
                      <a:pt x="303120" y="2507220"/>
                    </a:lnTo>
                    <a:lnTo>
                      <a:pt x="84420" y="2665620"/>
                    </a:lnTo>
                    <a:lnTo>
                      <a:pt x="0" y="2548980"/>
                    </a:lnTo>
                    <a:lnTo>
                      <a:pt x="858600" y="1926900"/>
                    </a:lnTo>
                    <a:lnTo>
                      <a:pt x="1102680" y="1743030"/>
                    </a:lnTo>
                    <a:lnTo>
                      <a:pt x="1245690" y="1623960"/>
                    </a:lnTo>
                    <a:lnTo>
                      <a:pt x="1831140" y="1093770"/>
                    </a:lnTo>
                    <a:lnTo>
                      <a:pt x="2005650" y="922320"/>
                    </a:lnTo>
                    <a:lnTo>
                      <a:pt x="2219850" y="688770"/>
                    </a:lnTo>
                    <a:lnTo>
                      <a:pt x="2697390" y="240750"/>
                    </a:lnTo>
                    <a:lnTo>
                      <a:pt x="2735190" y="198090"/>
                    </a:lnTo>
                    <a:lnTo>
                      <a:pt x="2762910" y="174060"/>
                    </a:lnTo>
                    <a:lnTo>
                      <a:pt x="2797290" y="156870"/>
                    </a:lnTo>
                    <a:lnTo>
                      <a:pt x="298611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44" name="Контур"/>
              <p:cNvSpPr/>
              <p:nvPr/>
            </p:nvSpPr>
            <p:spPr>
              <a:xfrm>
                <a:off x="7918557" y="8228451"/>
                <a:ext cx="1994262" cy="1959549"/>
              </a:xfrm>
              <a:custGeom>
                <a:avLst/>
                <a:gdLst/>
                <a:ahLst/>
                <a:cxnLst/>
                <a:rect l="l" t="t" r="r" b="b"/>
                <a:pathLst>
                  <a:path w="1994262" h="1959549" fill="none">
                    <a:moveTo>
                      <a:pt x="0" y="690463"/>
                    </a:moveTo>
                    <a:lnTo>
                      <a:pt x="119952" y="570511"/>
                    </a:lnTo>
                    <a:moveTo>
                      <a:pt x="51661" y="797646"/>
                    </a:moveTo>
                    <a:lnTo>
                      <a:pt x="426523" y="422785"/>
                    </a:lnTo>
                    <a:moveTo>
                      <a:pt x="103321" y="904830"/>
                    </a:moveTo>
                    <a:lnTo>
                      <a:pt x="733093" y="275058"/>
                    </a:lnTo>
                    <a:moveTo>
                      <a:pt x="154981" y="1012014"/>
                    </a:moveTo>
                    <a:lnTo>
                      <a:pt x="1039663" y="127332"/>
                    </a:lnTo>
                    <a:moveTo>
                      <a:pt x="206642" y="1119198"/>
                    </a:moveTo>
                    <a:lnTo>
                      <a:pt x="1325839" y="0"/>
                    </a:lnTo>
                    <a:moveTo>
                      <a:pt x="291729" y="1192954"/>
                    </a:moveTo>
                    <a:lnTo>
                      <a:pt x="1377251" y="107432"/>
                    </a:lnTo>
                    <a:moveTo>
                      <a:pt x="349098" y="1294429"/>
                    </a:moveTo>
                    <a:lnTo>
                      <a:pt x="1428664" y="214864"/>
                    </a:lnTo>
                    <a:moveTo>
                      <a:pt x="400973" y="1401398"/>
                    </a:moveTo>
                    <a:lnTo>
                      <a:pt x="1480076" y="322296"/>
                    </a:lnTo>
                    <a:moveTo>
                      <a:pt x="452848" y="1508367"/>
                    </a:moveTo>
                    <a:lnTo>
                      <a:pt x="1531488" y="429728"/>
                    </a:lnTo>
                    <a:moveTo>
                      <a:pt x="504723" y="1615337"/>
                    </a:moveTo>
                    <a:lnTo>
                      <a:pt x="1582900" y="537160"/>
                    </a:lnTo>
                    <a:moveTo>
                      <a:pt x="556598" y="1722306"/>
                    </a:moveTo>
                    <a:lnTo>
                      <a:pt x="1634312" y="644592"/>
                    </a:lnTo>
                    <a:moveTo>
                      <a:pt x="568276" y="1869472"/>
                    </a:moveTo>
                    <a:lnTo>
                      <a:pt x="1685724" y="752024"/>
                    </a:lnTo>
                    <a:moveTo>
                      <a:pt x="637043" y="1959549"/>
                    </a:moveTo>
                    <a:lnTo>
                      <a:pt x="1737136" y="859456"/>
                    </a:lnTo>
                    <a:moveTo>
                      <a:pt x="795887" y="1959549"/>
                    </a:moveTo>
                    <a:lnTo>
                      <a:pt x="1788548" y="966888"/>
                    </a:lnTo>
                    <a:moveTo>
                      <a:pt x="1000143" y="1914137"/>
                    </a:moveTo>
                    <a:lnTo>
                      <a:pt x="1839960" y="1074320"/>
                    </a:lnTo>
                    <a:moveTo>
                      <a:pt x="1304775" y="1768349"/>
                    </a:moveTo>
                    <a:lnTo>
                      <a:pt x="1891390" y="1181734"/>
                    </a:lnTo>
                    <a:moveTo>
                      <a:pt x="1609412" y="1622556"/>
                    </a:moveTo>
                    <a:lnTo>
                      <a:pt x="1942838" y="1289130"/>
                    </a:lnTo>
                    <a:moveTo>
                      <a:pt x="1914050" y="1476762"/>
                    </a:moveTo>
                    <a:lnTo>
                      <a:pt x="1994262" y="1396551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45" name="Контур"/>
              <p:cNvSpPr/>
              <p:nvPr/>
            </p:nvSpPr>
            <p:spPr>
              <a:xfrm>
                <a:off x="7894247" y="8219864"/>
                <a:ext cx="2034810" cy="1968136"/>
              </a:xfrm>
              <a:custGeom>
                <a:avLst/>
                <a:gdLst/>
                <a:ahLst/>
                <a:cxnLst/>
                <a:rect l="l" t="t" r="r" b="b"/>
                <a:pathLst>
                  <a:path w="2034810" h="1968136" fill="none">
                    <a:moveTo>
                      <a:pt x="1346040" y="0"/>
                    </a:moveTo>
                    <a:lnTo>
                      <a:pt x="2034810" y="1439190"/>
                    </a:lnTo>
                    <a:lnTo>
                      <a:pt x="929558" y="1968136"/>
                    </a:lnTo>
                    <a:moveTo>
                      <a:pt x="637921" y="1968136"/>
                    </a:moveTo>
                    <a:lnTo>
                      <a:pt x="632610" y="1961100"/>
                    </a:lnTo>
                    <a:lnTo>
                      <a:pt x="554400" y="1798830"/>
                    </a:lnTo>
                    <a:lnTo>
                      <a:pt x="602550" y="1775520"/>
                    </a:lnTo>
                    <a:lnTo>
                      <a:pt x="322650" y="1198350"/>
                    </a:lnTo>
                    <a:lnTo>
                      <a:pt x="275850" y="1220940"/>
                    </a:lnTo>
                    <a:lnTo>
                      <a:pt x="0" y="648630"/>
                    </a:lnTo>
                    <a:lnTo>
                      <a:pt x="1346040" y="0"/>
                    </a:lnTo>
                    <a:lnTo>
                      <a:pt x="134604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46" name="Контур"/>
              <p:cNvSpPr/>
              <p:nvPr/>
            </p:nvSpPr>
            <p:spPr>
              <a:xfrm>
                <a:off x="7932287" y="7350398"/>
                <a:ext cx="2363713" cy="2837602"/>
              </a:xfrm>
              <a:custGeom>
                <a:avLst/>
                <a:gdLst/>
                <a:ahLst/>
                <a:cxnLst/>
                <a:rect l="l" t="t" r="r" b="b"/>
                <a:pathLst>
                  <a:path w="2363713" h="2837602" fill="none">
                    <a:moveTo>
                      <a:pt x="490673" y="746425"/>
                    </a:moveTo>
                    <a:lnTo>
                      <a:pt x="1050844" y="186254"/>
                    </a:lnTo>
                    <a:moveTo>
                      <a:pt x="245337" y="1150605"/>
                    </a:moveTo>
                    <a:lnTo>
                      <a:pt x="1354700" y="41242"/>
                    </a:lnTo>
                    <a:moveTo>
                      <a:pt x="0" y="1554786"/>
                    </a:moveTo>
                    <a:lnTo>
                      <a:pt x="1554786" y="0"/>
                    </a:lnTo>
                    <a:moveTo>
                      <a:pt x="37932" y="1675698"/>
                    </a:moveTo>
                    <a:lnTo>
                      <a:pt x="1607869" y="105761"/>
                    </a:lnTo>
                    <a:moveTo>
                      <a:pt x="89594" y="1782881"/>
                    </a:moveTo>
                    <a:lnTo>
                      <a:pt x="1660952" y="211522"/>
                    </a:lnTo>
                    <a:moveTo>
                      <a:pt x="141255" y="1890063"/>
                    </a:moveTo>
                    <a:lnTo>
                      <a:pt x="1714035" y="317283"/>
                    </a:lnTo>
                    <a:moveTo>
                      <a:pt x="192916" y="1997246"/>
                    </a:moveTo>
                    <a:lnTo>
                      <a:pt x="1766425" y="423737"/>
                    </a:lnTo>
                    <a:moveTo>
                      <a:pt x="244577" y="2104429"/>
                    </a:moveTo>
                    <a:lnTo>
                      <a:pt x="1815901" y="533105"/>
                    </a:lnTo>
                    <a:moveTo>
                      <a:pt x="296239" y="2211612"/>
                    </a:moveTo>
                    <a:lnTo>
                      <a:pt x="1865377" y="642473"/>
                    </a:lnTo>
                    <a:moveTo>
                      <a:pt x="347900" y="2318795"/>
                    </a:moveTo>
                    <a:lnTo>
                      <a:pt x="1914853" y="751841"/>
                    </a:lnTo>
                    <a:moveTo>
                      <a:pt x="399561" y="2425977"/>
                    </a:moveTo>
                    <a:lnTo>
                      <a:pt x="1964788" y="860750"/>
                    </a:lnTo>
                    <a:moveTo>
                      <a:pt x="451223" y="2533160"/>
                    </a:moveTo>
                    <a:lnTo>
                      <a:pt x="2015264" y="969119"/>
                    </a:lnTo>
                    <a:moveTo>
                      <a:pt x="502884" y="2640343"/>
                    </a:moveTo>
                    <a:lnTo>
                      <a:pt x="2065739" y="1077488"/>
                    </a:lnTo>
                    <a:moveTo>
                      <a:pt x="554545" y="2747526"/>
                    </a:moveTo>
                    <a:lnTo>
                      <a:pt x="2116214" y="1185857"/>
                    </a:lnTo>
                    <a:moveTo>
                      <a:pt x="623313" y="2837602"/>
                    </a:moveTo>
                    <a:lnTo>
                      <a:pt x="2166689" y="1294226"/>
                    </a:lnTo>
                    <a:moveTo>
                      <a:pt x="829161" y="2790598"/>
                    </a:moveTo>
                    <a:lnTo>
                      <a:pt x="2217165" y="1402594"/>
                    </a:lnTo>
                    <a:moveTo>
                      <a:pt x="1124221" y="2654382"/>
                    </a:moveTo>
                    <a:lnTo>
                      <a:pt x="2267640" y="1510963"/>
                    </a:lnTo>
                    <a:moveTo>
                      <a:pt x="1419250" y="2518197"/>
                    </a:moveTo>
                    <a:lnTo>
                      <a:pt x="2318115" y="1619332"/>
                    </a:lnTo>
                    <a:moveTo>
                      <a:pt x="1722718" y="2373574"/>
                    </a:moveTo>
                    <a:lnTo>
                      <a:pt x="2353629" y="1742663"/>
                    </a:lnTo>
                    <a:moveTo>
                      <a:pt x="2018023" y="2237112"/>
                    </a:moveTo>
                    <a:lnTo>
                      <a:pt x="2352660" y="1902475"/>
                    </a:lnTo>
                    <a:moveTo>
                      <a:pt x="2302346" y="2111633"/>
                    </a:moveTo>
                    <a:lnTo>
                      <a:pt x="2363713" y="205026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47" name="Контур"/>
              <p:cNvSpPr/>
              <p:nvPr/>
            </p:nvSpPr>
            <p:spPr>
              <a:xfrm>
                <a:off x="7923407" y="7306634"/>
                <a:ext cx="2372593" cy="2881366"/>
              </a:xfrm>
              <a:custGeom>
                <a:avLst/>
                <a:gdLst/>
                <a:ahLst/>
                <a:cxnLst/>
                <a:rect l="l" t="t" r="r" b="b"/>
                <a:pathLst>
                  <a:path w="2372593" h="2881366" fill="none">
                    <a:moveTo>
                      <a:pt x="1541700" y="0"/>
                    </a:moveTo>
                    <a:lnTo>
                      <a:pt x="1765800" y="446490"/>
                    </a:lnTo>
                    <a:lnTo>
                      <a:pt x="1950480" y="854730"/>
                    </a:lnTo>
                    <a:lnTo>
                      <a:pt x="2331990" y="1673820"/>
                    </a:lnTo>
                    <a:lnTo>
                      <a:pt x="2315520" y="1681110"/>
                    </a:lnTo>
                    <a:lnTo>
                      <a:pt x="2372593" y="1809029"/>
                    </a:lnTo>
                    <a:moveTo>
                      <a:pt x="2372593" y="1844587"/>
                    </a:moveTo>
                    <a:lnTo>
                      <a:pt x="2324160" y="1868130"/>
                    </a:lnTo>
                    <a:lnTo>
                      <a:pt x="2372593" y="1969334"/>
                    </a:lnTo>
                    <a:moveTo>
                      <a:pt x="2372593" y="2127398"/>
                    </a:moveTo>
                    <a:lnTo>
                      <a:pt x="2234070" y="2190600"/>
                    </a:lnTo>
                    <a:lnTo>
                      <a:pt x="2232000" y="2186100"/>
                    </a:lnTo>
                    <a:lnTo>
                      <a:pt x="735699" y="2881366"/>
                    </a:lnTo>
                    <a:moveTo>
                      <a:pt x="607968" y="2881366"/>
                    </a:moveTo>
                    <a:lnTo>
                      <a:pt x="603450" y="2874330"/>
                    </a:lnTo>
                    <a:lnTo>
                      <a:pt x="0" y="1622340"/>
                    </a:lnTo>
                    <a:lnTo>
                      <a:pt x="8370" y="1599390"/>
                    </a:lnTo>
                    <a:lnTo>
                      <a:pt x="704970" y="451350"/>
                    </a:lnTo>
                    <a:lnTo>
                      <a:pt x="776520" y="365130"/>
                    </a:lnTo>
                    <a:lnTo>
                      <a:pt x="1541700" y="0"/>
                    </a:lnTo>
                    <a:lnTo>
                      <a:pt x="154170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48" name="Контур"/>
              <p:cNvSpPr/>
              <p:nvPr/>
            </p:nvSpPr>
            <p:spPr>
              <a:xfrm>
                <a:off x="7608545" y="7681580"/>
                <a:ext cx="1070814" cy="1237394"/>
              </a:xfrm>
              <a:custGeom>
                <a:avLst/>
                <a:gdLst/>
                <a:ahLst/>
                <a:cxnLst/>
                <a:rect l="l" t="t" r="r" b="b"/>
                <a:pathLst>
                  <a:path w="1070814" h="1237394" fill="none">
                    <a:moveTo>
                      <a:pt x="0" y="594282"/>
                    </a:moveTo>
                    <a:lnTo>
                      <a:pt x="159280" y="435002"/>
                    </a:lnTo>
                    <a:moveTo>
                      <a:pt x="51659" y="701467"/>
                    </a:moveTo>
                    <a:lnTo>
                      <a:pt x="463124" y="290001"/>
                    </a:lnTo>
                    <a:moveTo>
                      <a:pt x="103317" y="808653"/>
                    </a:moveTo>
                    <a:lnTo>
                      <a:pt x="766969" y="145000"/>
                    </a:lnTo>
                    <a:moveTo>
                      <a:pt x="154976" y="915838"/>
                    </a:moveTo>
                    <a:lnTo>
                      <a:pt x="1070814" y="0"/>
                    </a:lnTo>
                    <a:moveTo>
                      <a:pt x="206635" y="1023023"/>
                    </a:moveTo>
                    <a:lnTo>
                      <a:pt x="814415" y="415243"/>
                    </a:lnTo>
                    <a:moveTo>
                      <a:pt x="258294" y="1130208"/>
                    </a:moveTo>
                    <a:lnTo>
                      <a:pt x="264427" y="1124075"/>
                    </a:lnTo>
                    <a:moveTo>
                      <a:pt x="305224" y="1083278"/>
                    </a:moveTo>
                    <a:lnTo>
                      <a:pt x="569079" y="819423"/>
                    </a:lnTo>
                    <a:moveTo>
                      <a:pt x="309952" y="1237394"/>
                    </a:moveTo>
                    <a:lnTo>
                      <a:pt x="323742" y="122360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49" name="Контур"/>
              <p:cNvSpPr/>
              <p:nvPr/>
            </p:nvSpPr>
            <p:spPr>
              <a:xfrm>
                <a:off x="7575917" y="7671764"/>
                <a:ext cx="1124010" cy="1257210"/>
              </a:xfrm>
              <a:custGeom>
                <a:avLst/>
                <a:gdLst/>
                <a:ahLst/>
                <a:cxnLst/>
                <a:rect l="l" t="t" r="r" b="b"/>
                <a:pathLst>
                  <a:path w="1124010" h="1257210" fill="none">
                    <a:moveTo>
                      <a:pt x="347400" y="1257210"/>
                    </a:moveTo>
                    <a:lnTo>
                      <a:pt x="0" y="536400"/>
                    </a:lnTo>
                    <a:lnTo>
                      <a:pt x="1124010" y="0"/>
                    </a:lnTo>
                    <a:lnTo>
                      <a:pt x="1052460" y="86220"/>
                    </a:lnTo>
                    <a:lnTo>
                      <a:pt x="958590" y="241290"/>
                    </a:lnTo>
                    <a:lnTo>
                      <a:pt x="355860" y="1234260"/>
                    </a:lnTo>
                    <a:lnTo>
                      <a:pt x="347400" y="1257210"/>
                    </a:lnTo>
                    <a:close/>
                    <a:moveTo>
                      <a:pt x="288450" y="1114290"/>
                    </a:moveTo>
                    <a:lnTo>
                      <a:pt x="313380" y="1171080"/>
                    </a:lnTo>
                    <a:lnTo>
                      <a:pt x="366300" y="1148040"/>
                    </a:lnTo>
                    <a:lnTo>
                      <a:pt x="341100" y="1091700"/>
                    </a:lnTo>
                    <a:lnTo>
                      <a:pt x="288450" y="111429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50" name="Контур"/>
              <p:cNvSpPr/>
              <p:nvPr/>
            </p:nvSpPr>
            <p:spPr>
              <a:xfrm>
                <a:off x="9244396" y="8024212"/>
                <a:ext cx="1036037" cy="1278559"/>
              </a:xfrm>
              <a:custGeom>
                <a:avLst/>
                <a:gdLst/>
                <a:ahLst/>
                <a:cxnLst/>
                <a:rect l="l" t="t" r="r" b="b"/>
                <a:pathLst>
                  <a:path w="1036037" h="1278559" fill="none">
                    <a:moveTo>
                      <a:pt x="0" y="204239"/>
                    </a:moveTo>
                    <a:lnTo>
                      <a:pt x="20394" y="183845"/>
                    </a:lnTo>
                    <a:moveTo>
                      <a:pt x="51412" y="311671"/>
                    </a:moveTo>
                    <a:lnTo>
                      <a:pt x="326959" y="36124"/>
                    </a:lnTo>
                    <a:moveTo>
                      <a:pt x="102825" y="419103"/>
                    </a:moveTo>
                    <a:lnTo>
                      <a:pt x="521927" y="0"/>
                    </a:lnTo>
                    <a:moveTo>
                      <a:pt x="154237" y="526535"/>
                    </a:moveTo>
                    <a:lnTo>
                      <a:pt x="573338" y="107434"/>
                    </a:lnTo>
                    <a:moveTo>
                      <a:pt x="205649" y="633967"/>
                    </a:moveTo>
                    <a:lnTo>
                      <a:pt x="624749" y="214867"/>
                    </a:lnTo>
                    <a:moveTo>
                      <a:pt x="257061" y="741399"/>
                    </a:moveTo>
                    <a:lnTo>
                      <a:pt x="676160" y="322300"/>
                    </a:lnTo>
                    <a:moveTo>
                      <a:pt x="308473" y="848831"/>
                    </a:moveTo>
                    <a:lnTo>
                      <a:pt x="727571" y="429733"/>
                    </a:lnTo>
                    <a:moveTo>
                      <a:pt x="359885" y="956263"/>
                    </a:moveTo>
                    <a:lnTo>
                      <a:pt x="778982" y="537166"/>
                    </a:lnTo>
                    <a:moveTo>
                      <a:pt x="411297" y="1063695"/>
                    </a:moveTo>
                    <a:lnTo>
                      <a:pt x="830393" y="644599"/>
                    </a:lnTo>
                    <a:moveTo>
                      <a:pt x="462709" y="1171127"/>
                    </a:moveTo>
                    <a:lnTo>
                      <a:pt x="881804" y="752032"/>
                    </a:lnTo>
                    <a:moveTo>
                      <a:pt x="514121" y="1278559"/>
                    </a:moveTo>
                    <a:lnTo>
                      <a:pt x="933215" y="859465"/>
                    </a:lnTo>
                    <a:moveTo>
                      <a:pt x="695571" y="1255954"/>
                    </a:moveTo>
                    <a:lnTo>
                      <a:pt x="984626" y="966898"/>
                    </a:lnTo>
                    <a:moveTo>
                      <a:pt x="1000207" y="1110161"/>
                    </a:moveTo>
                    <a:lnTo>
                      <a:pt x="1036037" y="1074331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51" name="Контур"/>
              <p:cNvSpPr/>
              <p:nvPr/>
            </p:nvSpPr>
            <p:spPr>
              <a:xfrm>
                <a:off x="9240287" y="7977224"/>
                <a:ext cx="1047420" cy="1377810"/>
              </a:xfrm>
              <a:custGeom>
                <a:avLst/>
                <a:gdLst/>
                <a:ahLst/>
                <a:cxnLst/>
                <a:rect l="l" t="t" r="r" b="b"/>
                <a:pathLst>
                  <a:path w="1047420" h="1377810" fill="none">
                    <a:moveTo>
                      <a:pt x="0" y="242640"/>
                    </a:moveTo>
                    <a:lnTo>
                      <a:pt x="503550" y="0"/>
                    </a:lnTo>
                    <a:lnTo>
                      <a:pt x="1047420" y="1136520"/>
                    </a:lnTo>
                    <a:lnTo>
                      <a:pt x="543240" y="1377810"/>
                    </a:lnTo>
                    <a:lnTo>
                      <a:pt x="0" y="2426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52" name="Контур"/>
              <p:cNvSpPr/>
              <p:nvPr/>
            </p:nvSpPr>
            <p:spPr>
              <a:xfrm>
                <a:off x="7866867" y="7916931"/>
                <a:ext cx="1847894" cy="894829"/>
              </a:xfrm>
              <a:custGeom>
                <a:avLst/>
                <a:gdLst/>
                <a:ahLst/>
                <a:cxnLst/>
                <a:rect l="l" t="t" r="r" b="b"/>
                <a:pathLst>
                  <a:path w="1847894" h="894829" fill="none">
                    <a:moveTo>
                      <a:pt x="0" y="894829"/>
                    </a:moveTo>
                    <a:lnTo>
                      <a:pt x="154300" y="740529"/>
                    </a:lnTo>
                    <a:moveTo>
                      <a:pt x="171642" y="882031"/>
                    </a:moveTo>
                    <a:lnTo>
                      <a:pt x="460865" y="592808"/>
                    </a:lnTo>
                    <a:moveTo>
                      <a:pt x="478213" y="734305"/>
                    </a:moveTo>
                    <a:lnTo>
                      <a:pt x="767477" y="445040"/>
                    </a:lnTo>
                    <a:moveTo>
                      <a:pt x="784783" y="586578"/>
                    </a:moveTo>
                    <a:lnTo>
                      <a:pt x="1074089" y="297272"/>
                    </a:lnTo>
                    <a:moveTo>
                      <a:pt x="1091353" y="438852"/>
                    </a:moveTo>
                    <a:lnTo>
                      <a:pt x="1380702" y="149504"/>
                    </a:lnTo>
                    <a:moveTo>
                      <a:pt x="1397923" y="291126"/>
                    </a:moveTo>
                    <a:lnTo>
                      <a:pt x="1687314" y="1736"/>
                    </a:lnTo>
                    <a:moveTo>
                      <a:pt x="1704488" y="143405"/>
                    </a:moveTo>
                    <a:lnTo>
                      <a:pt x="1847894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53" name="Контур"/>
              <p:cNvSpPr/>
              <p:nvPr/>
            </p:nvSpPr>
            <p:spPr>
              <a:xfrm>
                <a:off x="7835567" y="7855544"/>
                <a:ext cx="1908270" cy="1012950"/>
              </a:xfrm>
              <a:custGeom>
                <a:avLst/>
                <a:gdLst/>
                <a:ahLst/>
                <a:cxnLst/>
                <a:rect l="l" t="t" r="r" b="b"/>
                <a:pathLst>
                  <a:path w="1908270" h="1012950" fill="none">
                    <a:moveTo>
                      <a:pt x="0" y="891360"/>
                    </a:moveTo>
                    <a:lnTo>
                      <a:pt x="120420" y="833310"/>
                    </a:lnTo>
                    <a:lnTo>
                      <a:pt x="272520" y="760050"/>
                    </a:lnTo>
                    <a:lnTo>
                      <a:pt x="1849590" y="0"/>
                    </a:lnTo>
                    <a:lnTo>
                      <a:pt x="1908270" y="121680"/>
                    </a:lnTo>
                    <a:lnTo>
                      <a:pt x="1404720" y="364320"/>
                    </a:lnTo>
                    <a:lnTo>
                      <a:pt x="144000" y="971820"/>
                    </a:lnTo>
                    <a:lnTo>
                      <a:pt x="58680" y="1012950"/>
                    </a:lnTo>
                    <a:lnTo>
                      <a:pt x="0" y="89136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54" name="Контур"/>
              <p:cNvSpPr/>
              <p:nvPr/>
            </p:nvSpPr>
            <p:spPr>
              <a:xfrm>
                <a:off x="7649735" y="6956589"/>
                <a:ext cx="2646265" cy="1700871"/>
              </a:xfrm>
              <a:custGeom>
                <a:avLst/>
                <a:gdLst/>
                <a:ahLst/>
                <a:cxnLst/>
                <a:rect l="l" t="t" r="r" b="b"/>
                <a:pathLst>
                  <a:path w="2646265" h="1700871" fill="none">
                    <a:moveTo>
                      <a:pt x="0" y="1278082"/>
                    </a:moveTo>
                    <a:lnTo>
                      <a:pt x="118090" y="1159992"/>
                    </a:lnTo>
                    <a:moveTo>
                      <a:pt x="52045" y="1384882"/>
                    </a:moveTo>
                    <a:lnTo>
                      <a:pt x="421935" y="1014992"/>
                    </a:lnTo>
                    <a:moveTo>
                      <a:pt x="104090" y="1491681"/>
                    </a:moveTo>
                    <a:lnTo>
                      <a:pt x="725780" y="869991"/>
                    </a:lnTo>
                    <a:moveTo>
                      <a:pt x="156134" y="1598480"/>
                    </a:moveTo>
                    <a:lnTo>
                      <a:pt x="1029624" y="724991"/>
                    </a:lnTo>
                    <a:moveTo>
                      <a:pt x="265346" y="1648113"/>
                    </a:moveTo>
                    <a:lnTo>
                      <a:pt x="1333449" y="580010"/>
                    </a:lnTo>
                    <a:moveTo>
                      <a:pt x="371432" y="1700871"/>
                    </a:moveTo>
                    <a:lnTo>
                      <a:pt x="1637271" y="435032"/>
                    </a:lnTo>
                    <a:moveTo>
                      <a:pt x="677997" y="1553150"/>
                    </a:moveTo>
                    <a:lnTo>
                      <a:pt x="1941149" y="289998"/>
                    </a:lnTo>
                    <a:moveTo>
                      <a:pt x="984609" y="1405382"/>
                    </a:moveTo>
                    <a:lnTo>
                      <a:pt x="2245014" y="144977"/>
                    </a:lnTo>
                    <a:moveTo>
                      <a:pt x="1291221" y="1257614"/>
                    </a:moveTo>
                    <a:lnTo>
                      <a:pt x="2548835" y="0"/>
                    </a:lnTo>
                    <a:moveTo>
                      <a:pt x="1597834" y="1109846"/>
                    </a:moveTo>
                    <a:lnTo>
                      <a:pt x="2646265" y="61414"/>
                    </a:lnTo>
                    <a:moveTo>
                      <a:pt x="1904446" y="962078"/>
                    </a:moveTo>
                    <a:lnTo>
                      <a:pt x="2646265" y="220258"/>
                    </a:lnTo>
                    <a:moveTo>
                      <a:pt x="2211049" y="814318"/>
                    </a:moveTo>
                    <a:lnTo>
                      <a:pt x="2646265" y="379102"/>
                    </a:lnTo>
                    <a:moveTo>
                      <a:pt x="2517638" y="666573"/>
                    </a:moveTo>
                    <a:lnTo>
                      <a:pt x="2646265" y="53794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55" name="Контур"/>
              <p:cNvSpPr/>
              <p:nvPr/>
            </p:nvSpPr>
            <p:spPr>
              <a:xfrm>
                <a:off x="7625327" y="6910098"/>
                <a:ext cx="2670673" cy="1778756"/>
              </a:xfrm>
              <a:custGeom>
                <a:avLst/>
                <a:gdLst/>
                <a:ahLst/>
                <a:cxnLst/>
                <a:rect l="l" t="t" r="r" b="b"/>
                <a:pathLst>
                  <a:path w="2670673" h="1778756" fill="none">
                    <a:moveTo>
                      <a:pt x="2670673" y="651079"/>
                    </a:moveTo>
                    <a:lnTo>
                      <a:pt x="2181780" y="886676"/>
                    </a:lnTo>
                    <a:lnTo>
                      <a:pt x="2101230" y="925556"/>
                    </a:lnTo>
                    <a:lnTo>
                      <a:pt x="2059830" y="945446"/>
                    </a:lnTo>
                    <a:lnTo>
                      <a:pt x="482760" y="1705496"/>
                    </a:lnTo>
                    <a:lnTo>
                      <a:pt x="330660" y="1778756"/>
                    </a:lnTo>
                    <a:lnTo>
                      <a:pt x="288180" y="1691366"/>
                    </a:lnTo>
                    <a:lnTo>
                      <a:pt x="219510" y="1724936"/>
                    </a:lnTo>
                    <a:lnTo>
                      <a:pt x="0" y="1274486"/>
                    </a:lnTo>
                    <a:lnTo>
                      <a:pt x="1074600" y="761666"/>
                    </a:lnTo>
                    <a:lnTo>
                      <a:pt x="1839780" y="396536"/>
                    </a:lnTo>
                    <a:lnTo>
                      <a:pt x="2064870" y="289076"/>
                    </a:lnTo>
                    <a:lnTo>
                      <a:pt x="2670673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56" name="Контур"/>
              <p:cNvSpPr/>
              <p:nvPr/>
            </p:nvSpPr>
            <p:spPr>
              <a:xfrm>
                <a:off x="7649735" y="6956589"/>
                <a:ext cx="2646265" cy="1700871"/>
              </a:xfrm>
              <a:custGeom>
                <a:avLst/>
                <a:gdLst/>
                <a:ahLst/>
                <a:cxnLst/>
                <a:rect l="l" t="t" r="r" b="b"/>
                <a:pathLst>
                  <a:path w="2646265" h="1700871" fill="none">
                    <a:moveTo>
                      <a:pt x="0" y="1278082"/>
                    </a:moveTo>
                    <a:lnTo>
                      <a:pt x="118090" y="1159992"/>
                    </a:lnTo>
                    <a:moveTo>
                      <a:pt x="52045" y="1384882"/>
                    </a:moveTo>
                    <a:lnTo>
                      <a:pt x="421935" y="1014992"/>
                    </a:lnTo>
                    <a:moveTo>
                      <a:pt x="104090" y="1491681"/>
                    </a:moveTo>
                    <a:lnTo>
                      <a:pt x="725780" y="869991"/>
                    </a:lnTo>
                    <a:moveTo>
                      <a:pt x="156134" y="1598480"/>
                    </a:moveTo>
                    <a:lnTo>
                      <a:pt x="1029624" y="724991"/>
                    </a:lnTo>
                    <a:moveTo>
                      <a:pt x="265346" y="1648113"/>
                    </a:moveTo>
                    <a:lnTo>
                      <a:pt x="1333449" y="580010"/>
                    </a:lnTo>
                    <a:moveTo>
                      <a:pt x="371432" y="1700871"/>
                    </a:moveTo>
                    <a:lnTo>
                      <a:pt x="1637271" y="435032"/>
                    </a:lnTo>
                    <a:moveTo>
                      <a:pt x="677997" y="1553150"/>
                    </a:moveTo>
                    <a:lnTo>
                      <a:pt x="1941149" y="289998"/>
                    </a:lnTo>
                    <a:moveTo>
                      <a:pt x="984609" y="1405382"/>
                    </a:moveTo>
                    <a:lnTo>
                      <a:pt x="2245014" y="144977"/>
                    </a:lnTo>
                    <a:moveTo>
                      <a:pt x="1291221" y="1257614"/>
                    </a:moveTo>
                    <a:lnTo>
                      <a:pt x="2548835" y="0"/>
                    </a:lnTo>
                    <a:moveTo>
                      <a:pt x="1597834" y="1109846"/>
                    </a:moveTo>
                    <a:lnTo>
                      <a:pt x="2646265" y="61414"/>
                    </a:lnTo>
                    <a:moveTo>
                      <a:pt x="1904446" y="962078"/>
                    </a:moveTo>
                    <a:lnTo>
                      <a:pt x="2646265" y="220258"/>
                    </a:lnTo>
                    <a:moveTo>
                      <a:pt x="2211049" y="814318"/>
                    </a:moveTo>
                    <a:lnTo>
                      <a:pt x="2646265" y="379102"/>
                    </a:lnTo>
                    <a:moveTo>
                      <a:pt x="2517638" y="666573"/>
                    </a:moveTo>
                    <a:lnTo>
                      <a:pt x="2646265" y="53794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57" name="Контур"/>
              <p:cNvSpPr/>
              <p:nvPr/>
            </p:nvSpPr>
            <p:spPr>
              <a:xfrm>
                <a:off x="7625327" y="6910098"/>
                <a:ext cx="2670673" cy="1778756"/>
              </a:xfrm>
              <a:custGeom>
                <a:avLst/>
                <a:gdLst/>
                <a:ahLst/>
                <a:cxnLst/>
                <a:rect l="l" t="t" r="r" b="b"/>
                <a:pathLst>
                  <a:path w="2670673" h="1778756" fill="none">
                    <a:moveTo>
                      <a:pt x="2670673" y="651079"/>
                    </a:moveTo>
                    <a:lnTo>
                      <a:pt x="2181780" y="886676"/>
                    </a:lnTo>
                    <a:lnTo>
                      <a:pt x="2101230" y="925556"/>
                    </a:lnTo>
                    <a:lnTo>
                      <a:pt x="2059830" y="945446"/>
                    </a:lnTo>
                    <a:lnTo>
                      <a:pt x="482760" y="1705496"/>
                    </a:lnTo>
                    <a:lnTo>
                      <a:pt x="330660" y="1778756"/>
                    </a:lnTo>
                    <a:lnTo>
                      <a:pt x="288180" y="1691366"/>
                    </a:lnTo>
                    <a:lnTo>
                      <a:pt x="219510" y="1724936"/>
                    </a:lnTo>
                    <a:lnTo>
                      <a:pt x="0" y="1274486"/>
                    </a:lnTo>
                    <a:lnTo>
                      <a:pt x="1074600" y="761666"/>
                    </a:lnTo>
                    <a:lnTo>
                      <a:pt x="1839780" y="396536"/>
                    </a:lnTo>
                    <a:lnTo>
                      <a:pt x="2064870" y="289076"/>
                    </a:lnTo>
                    <a:lnTo>
                      <a:pt x="2670673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58" name="Контур"/>
              <p:cNvSpPr/>
              <p:nvPr/>
            </p:nvSpPr>
            <p:spPr>
              <a:xfrm>
                <a:off x="8776196" y="4000605"/>
                <a:ext cx="1519804" cy="1923168"/>
              </a:xfrm>
              <a:custGeom>
                <a:avLst/>
                <a:gdLst/>
                <a:ahLst/>
                <a:cxnLst/>
                <a:rect l="l" t="t" r="r" b="b"/>
                <a:pathLst>
                  <a:path w="1519804" h="1923168" fill="none">
                    <a:moveTo>
                      <a:pt x="0" y="724945"/>
                    </a:moveTo>
                    <a:lnTo>
                      <a:pt x="21202" y="703742"/>
                    </a:lnTo>
                    <a:moveTo>
                      <a:pt x="54740" y="829049"/>
                    </a:moveTo>
                    <a:lnTo>
                      <a:pt x="722391" y="161398"/>
                    </a:lnTo>
                    <a:moveTo>
                      <a:pt x="79305" y="963328"/>
                    </a:moveTo>
                    <a:lnTo>
                      <a:pt x="1042633" y="0"/>
                    </a:lnTo>
                    <a:moveTo>
                      <a:pt x="127896" y="1073581"/>
                    </a:moveTo>
                    <a:lnTo>
                      <a:pt x="1093949" y="107527"/>
                    </a:lnTo>
                    <a:moveTo>
                      <a:pt x="176487" y="1183834"/>
                    </a:moveTo>
                    <a:lnTo>
                      <a:pt x="1145266" y="215055"/>
                    </a:lnTo>
                    <a:moveTo>
                      <a:pt x="225079" y="1294086"/>
                    </a:moveTo>
                    <a:lnTo>
                      <a:pt x="1196583" y="322582"/>
                    </a:lnTo>
                    <a:moveTo>
                      <a:pt x="273670" y="1404339"/>
                    </a:moveTo>
                    <a:lnTo>
                      <a:pt x="1247900" y="430109"/>
                    </a:lnTo>
                    <a:moveTo>
                      <a:pt x="325476" y="1511377"/>
                    </a:moveTo>
                    <a:lnTo>
                      <a:pt x="1299217" y="537636"/>
                    </a:lnTo>
                    <a:moveTo>
                      <a:pt x="377776" y="1617921"/>
                    </a:moveTo>
                    <a:lnTo>
                      <a:pt x="1104182" y="891516"/>
                    </a:lnTo>
                    <a:moveTo>
                      <a:pt x="1135684" y="860013"/>
                    </a:moveTo>
                    <a:lnTo>
                      <a:pt x="1350534" y="645163"/>
                    </a:lnTo>
                    <a:moveTo>
                      <a:pt x="430075" y="1724466"/>
                    </a:moveTo>
                    <a:lnTo>
                      <a:pt x="1401851" y="752691"/>
                    </a:lnTo>
                    <a:moveTo>
                      <a:pt x="482374" y="1831011"/>
                    </a:moveTo>
                    <a:lnTo>
                      <a:pt x="1453168" y="860218"/>
                    </a:lnTo>
                    <a:moveTo>
                      <a:pt x="549062" y="1923168"/>
                    </a:moveTo>
                    <a:lnTo>
                      <a:pt x="1504485" y="967745"/>
                    </a:lnTo>
                    <a:moveTo>
                      <a:pt x="852812" y="1778261"/>
                    </a:moveTo>
                    <a:lnTo>
                      <a:pt x="1519804" y="1111270"/>
                    </a:lnTo>
                    <a:moveTo>
                      <a:pt x="1156563" y="1633355"/>
                    </a:moveTo>
                    <a:lnTo>
                      <a:pt x="1519804" y="1270114"/>
                    </a:lnTo>
                    <a:moveTo>
                      <a:pt x="1460313" y="1488449"/>
                    </a:moveTo>
                    <a:lnTo>
                      <a:pt x="1519804" y="142895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59" name="Контур"/>
              <p:cNvSpPr/>
              <p:nvPr/>
            </p:nvSpPr>
            <p:spPr>
              <a:xfrm>
                <a:off x="8773277" y="3937574"/>
                <a:ext cx="1522723" cy="1994490"/>
              </a:xfrm>
              <a:custGeom>
                <a:avLst/>
                <a:gdLst/>
                <a:ahLst/>
                <a:cxnLst/>
                <a:rect l="l" t="t" r="r" b="b"/>
                <a:pathLst>
                  <a:path w="1522723" h="1994490" fill="none">
                    <a:moveTo>
                      <a:pt x="534600" y="1994490"/>
                    </a:moveTo>
                    <a:lnTo>
                      <a:pt x="283050" y="1482030"/>
                    </a:lnTo>
                    <a:lnTo>
                      <a:pt x="62550" y="981720"/>
                    </a:lnTo>
                    <a:lnTo>
                      <a:pt x="79380" y="935550"/>
                    </a:lnTo>
                    <a:lnTo>
                      <a:pt x="7740" y="792180"/>
                    </a:lnTo>
                    <a:lnTo>
                      <a:pt x="0" y="785430"/>
                    </a:lnTo>
                    <a:lnTo>
                      <a:pt x="1015470" y="0"/>
                    </a:lnTo>
                    <a:lnTo>
                      <a:pt x="1522723" y="1062876"/>
                    </a:lnTo>
                    <a:moveTo>
                      <a:pt x="1522723" y="1523099"/>
                    </a:moveTo>
                    <a:lnTo>
                      <a:pt x="534600" y="1994490"/>
                    </a:lnTo>
                    <a:lnTo>
                      <a:pt x="534600" y="1994490"/>
                    </a:lnTo>
                    <a:moveTo>
                      <a:pt x="204570" y="727560"/>
                    </a:moveTo>
                    <a:lnTo>
                      <a:pt x="166770" y="678420"/>
                    </a:lnTo>
                    <a:lnTo>
                      <a:pt x="101250" y="729720"/>
                    </a:lnTo>
                    <a:lnTo>
                      <a:pt x="139230" y="779040"/>
                    </a:lnTo>
                    <a:lnTo>
                      <a:pt x="204570" y="727560"/>
                    </a:lnTo>
                    <a:lnTo>
                      <a:pt x="204570" y="727560"/>
                    </a:lnTo>
                    <a:moveTo>
                      <a:pt x="1135440" y="1013400"/>
                    </a:moveTo>
                    <a:lnTo>
                      <a:pt x="1185750" y="991260"/>
                    </a:lnTo>
                    <a:lnTo>
                      <a:pt x="1150200" y="917820"/>
                    </a:lnTo>
                    <a:lnTo>
                      <a:pt x="1100250" y="940320"/>
                    </a:lnTo>
                    <a:lnTo>
                      <a:pt x="1135440" y="1013400"/>
                    </a:lnTo>
                    <a:lnTo>
                      <a:pt x="1135440" y="101340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60" name="Контур"/>
              <p:cNvSpPr/>
              <p:nvPr/>
            </p:nvSpPr>
            <p:spPr>
              <a:xfrm>
                <a:off x="7700114" y="4748489"/>
                <a:ext cx="1130822" cy="949920"/>
              </a:xfrm>
              <a:custGeom>
                <a:avLst/>
                <a:gdLst/>
                <a:ahLst/>
                <a:cxnLst/>
                <a:rect l="l" t="t" r="r" b="b"/>
                <a:pathLst>
                  <a:path w="1130822" h="949920" fill="none">
                    <a:moveTo>
                      <a:pt x="0" y="735455"/>
                    </a:moveTo>
                    <a:lnTo>
                      <a:pt x="69901" y="665554"/>
                    </a:lnTo>
                    <a:moveTo>
                      <a:pt x="70426" y="823872"/>
                    </a:moveTo>
                    <a:lnTo>
                      <a:pt x="564586" y="329712"/>
                    </a:lnTo>
                    <a:moveTo>
                      <a:pt x="103223" y="949920"/>
                    </a:moveTo>
                    <a:lnTo>
                      <a:pt x="1053143" y="0"/>
                    </a:lnTo>
                    <a:moveTo>
                      <a:pt x="718404" y="493583"/>
                    </a:moveTo>
                    <a:lnTo>
                      <a:pt x="1130822" y="8116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61" name="Контур"/>
              <p:cNvSpPr/>
              <p:nvPr/>
            </p:nvSpPr>
            <p:spPr>
              <a:xfrm>
                <a:off x="7688867" y="4729754"/>
                <a:ext cx="1163790" cy="978390"/>
              </a:xfrm>
              <a:custGeom>
                <a:avLst/>
                <a:gdLst/>
                <a:ahLst/>
                <a:cxnLst/>
                <a:rect l="l" t="t" r="r" b="b"/>
                <a:pathLst>
                  <a:path w="1163790" h="978390" fill="none">
                    <a:moveTo>
                      <a:pt x="1092150" y="0"/>
                    </a:moveTo>
                    <a:lnTo>
                      <a:pt x="1163790" y="143370"/>
                    </a:lnTo>
                    <a:lnTo>
                      <a:pt x="1142010" y="149490"/>
                    </a:lnTo>
                    <a:lnTo>
                      <a:pt x="1139490" y="172350"/>
                    </a:lnTo>
                    <a:lnTo>
                      <a:pt x="1146960" y="189540"/>
                    </a:lnTo>
                    <a:lnTo>
                      <a:pt x="127080" y="978390"/>
                    </a:lnTo>
                    <a:lnTo>
                      <a:pt x="92340" y="951570"/>
                    </a:lnTo>
                    <a:lnTo>
                      <a:pt x="54630" y="903870"/>
                    </a:lnTo>
                    <a:lnTo>
                      <a:pt x="56340" y="897390"/>
                    </a:lnTo>
                    <a:lnTo>
                      <a:pt x="99000" y="864360"/>
                    </a:lnTo>
                    <a:lnTo>
                      <a:pt x="0" y="740070"/>
                    </a:lnTo>
                    <a:lnTo>
                      <a:pt x="240120" y="575010"/>
                    </a:lnTo>
                    <a:lnTo>
                      <a:pt x="109215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62" name="Контур"/>
              <p:cNvSpPr/>
              <p:nvPr/>
            </p:nvSpPr>
            <p:spPr>
              <a:xfrm>
                <a:off x="8743415" y="1584000"/>
                <a:ext cx="1552585" cy="2153750"/>
              </a:xfrm>
              <a:custGeom>
                <a:avLst/>
                <a:gdLst/>
                <a:ahLst/>
                <a:cxnLst/>
                <a:rect l="l" t="t" r="r" b="b"/>
                <a:pathLst>
                  <a:path w="1552585" h="2153750" fill="none">
                    <a:moveTo>
                      <a:pt x="897493" y="53020"/>
                    </a:moveTo>
                    <a:lnTo>
                      <a:pt x="950514" y="0"/>
                    </a:lnTo>
                    <a:moveTo>
                      <a:pt x="0" y="1109358"/>
                    </a:moveTo>
                    <a:lnTo>
                      <a:pt x="177952" y="931406"/>
                    </a:lnTo>
                    <a:moveTo>
                      <a:pt x="858225" y="251133"/>
                    </a:moveTo>
                    <a:lnTo>
                      <a:pt x="1109358" y="0"/>
                    </a:lnTo>
                    <a:moveTo>
                      <a:pt x="72174" y="1196027"/>
                    </a:moveTo>
                    <a:lnTo>
                      <a:pt x="1268202" y="0"/>
                    </a:lnTo>
                    <a:moveTo>
                      <a:pt x="141270" y="1285776"/>
                    </a:moveTo>
                    <a:lnTo>
                      <a:pt x="1427046" y="0"/>
                    </a:lnTo>
                    <a:moveTo>
                      <a:pt x="210366" y="1375524"/>
                    </a:moveTo>
                    <a:lnTo>
                      <a:pt x="1552585" y="33305"/>
                    </a:lnTo>
                    <a:moveTo>
                      <a:pt x="279461" y="1465273"/>
                    </a:moveTo>
                    <a:lnTo>
                      <a:pt x="1552585" y="192149"/>
                    </a:lnTo>
                    <a:moveTo>
                      <a:pt x="348557" y="1555022"/>
                    </a:moveTo>
                    <a:lnTo>
                      <a:pt x="1552585" y="350993"/>
                    </a:lnTo>
                    <a:moveTo>
                      <a:pt x="417652" y="1644770"/>
                    </a:moveTo>
                    <a:lnTo>
                      <a:pt x="1552585" y="509837"/>
                    </a:lnTo>
                    <a:moveTo>
                      <a:pt x="486748" y="1734519"/>
                    </a:moveTo>
                    <a:lnTo>
                      <a:pt x="1404920" y="816346"/>
                    </a:lnTo>
                    <a:moveTo>
                      <a:pt x="555843" y="1824267"/>
                    </a:moveTo>
                    <a:lnTo>
                      <a:pt x="1471793" y="908318"/>
                    </a:lnTo>
                    <a:moveTo>
                      <a:pt x="624939" y="1914016"/>
                    </a:moveTo>
                    <a:lnTo>
                      <a:pt x="1541969" y="996986"/>
                    </a:lnTo>
                    <a:moveTo>
                      <a:pt x="651069" y="2046729"/>
                    </a:moveTo>
                    <a:lnTo>
                      <a:pt x="1552585" y="1145214"/>
                    </a:lnTo>
                    <a:moveTo>
                      <a:pt x="702892" y="2153750"/>
                    </a:moveTo>
                    <a:lnTo>
                      <a:pt x="1552585" y="130405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63" name="Контур"/>
              <p:cNvSpPr/>
              <p:nvPr/>
            </p:nvSpPr>
            <p:spPr>
              <a:xfrm>
                <a:off x="8724671" y="1584000"/>
                <a:ext cx="1571329" cy="2204720"/>
              </a:xfrm>
              <a:custGeom>
                <a:avLst/>
                <a:gdLst/>
                <a:ahLst/>
                <a:cxnLst/>
                <a:rect l="l" t="t" r="r" b="b"/>
                <a:pathLst>
                  <a:path w="1571329" h="2204720" fill="none">
                    <a:moveTo>
                      <a:pt x="0" y="1087640"/>
                    </a:moveTo>
                    <a:lnTo>
                      <a:pt x="832590" y="426320"/>
                    </a:lnTo>
                    <a:lnTo>
                      <a:pt x="848070" y="409760"/>
                    </a:lnTo>
                    <a:lnTo>
                      <a:pt x="927599" y="0"/>
                    </a:lnTo>
                    <a:moveTo>
                      <a:pt x="1571329" y="1388864"/>
                    </a:moveTo>
                    <a:lnTo>
                      <a:pt x="1483200" y="1457000"/>
                    </a:lnTo>
                    <a:lnTo>
                      <a:pt x="1504800" y="1484990"/>
                    </a:lnTo>
                    <a:lnTo>
                      <a:pt x="1355760" y="1599920"/>
                    </a:lnTo>
                    <a:lnTo>
                      <a:pt x="1334340" y="1572200"/>
                    </a:lnTo>
                    <a:lnTo>
                      <a:pt x="1212930" y="1666070"/>
                    </a:lnTo>
                    <a:lnTo>
                      <a:pt x="1216800" y="1670930"/>
                    </a:lnTo>
                    <a:lnTo>
                      <a:pt x="1175940" y="1799450"/>
                    </a:lnTo>
                    <a:lnTo>
                      <a:pt x="656280" y="2204720"/>
                    </a:lnTo>
                    <a:lnTo>
                      <a:pt x="595710" y="2128220"/>
                    </a:lnTo>
                    <a:lnTo>
                      <a:pt x="679050" y="2059100"/>
                    </a:lnTo>
                    <a:lnTo>
                      <a:pt x="653850" y="2025350"/>
                    </a:lnTo>
                    <a:lnTo>
                      <a:pt x="701820" y="1989530"/>
                    </a:lnTo>
                    <a:lnTo>
                      <a:pt x="69210" y="1167830"/>
                    </a:lnTo>
                    <a:lnTo>
                      <a:pt x="0" y="1087640"/>
                    </a:lnTo>
                    <a:lnTo>
                      <a:pt x="0" y="1087640"/>
                    </a:lnTo>
                    <a:moveTo>
                      <a:pt x="1424430" y="824480"/>
                    </a:moveTo>
                    <a:lnTo>
                      <a:pt x="1560330" y="996830"/>
                    </a:lnTo>
                    <a:lnTo>
                      <a:pt x="1571329" y="1001298"/>
                    </a:lnTo>
                    <a:moveTo>
                      <a:pt x="1571329" y="666943"/>
                    </a:moveTo>
                    <a:lnTo>
                      <a:pt x="1570770" y="666260"/>
                    </a:lnTo>
                    <a:lnTo>
                      <a:pt x="1564560" y="662480"/>
                    </a:lnTo>
                    <a:lnTo>
                      <a:pt x="1558890" y="655640"/>
                    </a:lnTo>
                    <a:lnTo>
                      <a:pt x="1467090" y="726380"/>
                    </a:lnTo>
                    <a:lnTo>
                      <a:pt x="1436670" y="754460"/>
                    </a:lnTo>
                    <a:lnTo>
                      <a:pt x="1420650" y="784340"/>
                    </a:lnTo>
                    <a:lnTo>
                      <a:pt x="1424430" y="824480"/>
                    </a:lnTo>
                    <a:lnTo>
                      <a:pt x="1424430" y="82448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64" name="Контур"/>
              <p:cNvSpPr/>
              <p:nvPr/>
            </p:nvSpPr>
            <p:spPr>
              <a:xfrm>
                <a:off x="7700114" y="4748489"/>
                <a:ext cx="1130822" cy="949920"/>
              </a:xfrm>
              <a:custGeom>
                <a:avLst/>
                <a:gdLst/>
                <a:ahLst/>
                <a:cxnLst/>
                <a:rect l="l" t="t" r="r" b="b"/>
                <a:pathLst>
                  <a:path w="1130822" h="949920" fill="none">
                    <a:moveTo>
                      <a:pt x="0" y="735455"/>
                    </a:moveTo>
                    <a:lnTo>
                      <a:pt x="69901" y="665554"/>
                    </a:lnTo>
                    <a:moveTo>
                      <a:pt x="70426" y="823872"/>
                    </a:moveTo>
                    <a:lnTo>
                      <a:pt x="564586" y="329712"/>
                    </a:lnTo>
                    <a:moveTo>
                      <a:pt x="103223" y="949920"/>
                    </a:moveTo>
                    <a:lnTo>
                      <a:pt x="1053143" y="0"/>
                    </a:lnTo>
                    <a:moveTo>
                      <a:pt x="718404" y="493583"/>
                    </a:moveTo>
                    <a:lnTo>
                      <a:pt x="1130822" y="8116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65" name="Контур"/>
              <p:cNvSpPr/>
              <p:nvPr/>
            </p:nvSpPr>
            <p:spPr>
              <a:xfrm>
                <a:off x="7688867" y="4729754"/>
                <a:ext cx="1163790" cy="978390"/>
              </a:xfrm>
              <a:custGeom>
                <a:avLst/>
                <a:gdLst/>
                <a:ahLst/>
                <a:cxnLst/>
                <a:rect l="l" t="t" r="r" b="b"/>
                <a:pathLst>
                  <a:path w="1163790" h="978390" fill="none">
                    <a:moveTo>
                      <a:pt x="1092150" y="0"/>
                    </a:moveTo>
                    <a:lnTo>
                      <a:pt x="1163790" y="143370"/>
                    </a:lnTo>
                    <a:lnTo>
                      <a:pt x="1142010" y="149490"/>
                    </a:lnTo>
                    <a:lnTo>
                      <a:pt x="1139490" y="172350"/>
                    </a:lnTo>
                    <a:lnTo>
                      <a:pt x="1146960" y="189540"/>
                    </a:lnTo>
                    <a:lnTo>
                      <a:pt x="127080" y="978390"/>
                    </a:lnTo>
                    <a:lnTo>
                      <a:pt x="92340" y="951570"/>
                    </a:lnTo>
                    <a:lnTo>
                      <a:pt x="54630" y="903870"/>
                    </a:lnTo>
                    <a:lnTo>
                      <a:pt x="56340" y="897390"/>
                    </a:lnTo>
                    <a:lnTo>
                      <a:pt x="99000" y="864360"/>
                    </a:lnTo>
                    <a:lnTo>
                      <a:pt x="0" y="740070"/>
                    </a:lnTo>
                    <a:lnTo>
                      <a:pt x="240120" y="575010"/>
                    </a:lnTo>
                    <a:lnTo>
                      <a:pt x="1092150" y="0"/>
                    </a:lnTo>
                    <a:close/>
                    <a:moveTo>
                      <a:pt x="1146960" y="189540"/>
                    </a:moveTo>
                    <a:lnTo>
                      <a:pt x="1139490" y="172350"/>
                    </a:lnTo>
                    <a:lnTo>
                      <a:pt x="1142010" y="149490"/>
                    </a:lnTo>
                    <a:lnTo>
                      <a:pt x="1163790" y="143370"/>
                    </a:lnTo>
                    <a:lnTo>
                      <a:pt x="1146960" y="189540"/>
                    </a:lnTo>
                    <a:close/>
                    <a:moveTo>
                      <a:pt x="1146960" y="189540"/>
                    </a:moveTo>
                    <a:lnTo>
                      <a:pt x="1139490" y="172350"/>
                    </a:lnTo>
                    <a:lnTo>
                      <a:pt x="1142010" y="149490"/>
                    </a:lnTo>
                    <a:lnTo>
                      <a:pt x="1163790" y="143370"/>
                    </a:lnTo>
                    <a:lnTo>
                      <a:pt x="1146960" y="1895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66" name="Контур"/>
              <p:cNvSpPr/>
              <p:nvPr/>
            </p:nvSpPr>
            <p:spPr>
              <a:xfrm>
                <a:off x="8743421" y="1584000"/>
                <a:ext cx="1552579" cy="2153746"/>
              </a:xfrm>
              <a:custGeom>
                <a:avLst/>
                <a:gdLst/>
                <a:ahLst/>
                <a:cxnLst/>
                <a:rect l="l" t="t" r="r" b="b"/>
                <a:pathLst>
                  <a:path w="1552579" h="2153746" fill="none">
                    <a:moveTo>
                      <a:pt x="897494" y="53014"/>
                    </a:moveTo>
                    <a:lnTo>
                      <a:pt x="950508" y="0"/>
                    </a:lnTo>
                    <a:moveTo>
                      <a:pt x="0" y="1109352"/>
                    </a:moveTo>
                    <a:lnTo>
                      <a:pt x="177950" y="931402"/>
                    </a:lnTo>
                    <a:moveTo>
                      <a:pt x="858225" y="251126"/>
                    </a:moveTo>
                    <a:lnTo>
                      <a:pt x="1109352" y="0"/>
                    </a:lnTo>
                    <a:moveTo>
                      <a:pt x="72175" y="1196021"/>
                    </a:moveTo>
                    <a:lnTo>
                      <a:pt x="1268196" y="0"/>
                    </a:lnTo>
                    <a:moveTo>
                      <a:pt x="141270" y="1285770"/>
                    </a:moveTo>
                    <a:lnTo>
                      <a:pt x="1427040" y="0"/>
                    </a:lnTo>
                    <a:moveTo>
                      <a:pt x="210366" y="1375518"/>
                    </a:moveTo>
                    <a:lnTo>
                      <a:pt x="1552579" y="33305"/>
                    </a:lnTo>
                    <a:moveTo>
                      <a:pt x="279461" y="1465267"/>
                    </a:moveTo>
                    <a:lnTo>
                      <a:pt x="1552579" y="192149"/>
                    </a:lnTo>
                    <a:moveTo>
                      <a:pt x="348557" y="1555015"/>
                    </a:moveTo>
                    <a:lnTo>
                      <a:pt x="1552579" y="350993"/>
                    </a:lnTo>
                    <a:moveTo>
                      <a:pt x="417652" y="1644764"/>
                    </a:moveTo>
                    <a:lnTo>
                      <a:pt x="1552579" y="509837"/>
                    </a:lnTo>
                    <a:moveTo>
                      <a:pt x="486748" y="1734512"/>
                    </a:moveTo>
                    <a:lnTo>
                      <a:pt x="1404920" y="816340"/>
                    </a:lnTo>
                    <a:moveTo>
                      <a:pt x="555843" y="1824261"/>
                    </a:moveTo>
                    <a:lnTo>
                      <a:pt x="1471793" y="908311"/>
                    </a:lnTo>
                    <a:moveTo>
                      <a:pt x="624939" y="1914009"/>
                    </a:moveTo>
                    <a:lnTo>
                      <a:pt x="1541969" y="996980"/>
                    </a:lnTo>
                    <a:moveTo>
                      <a:pt x="651069" y="2046723"/>
                    </a:moveTo>
                    <a:lnTo>
                      <a:pt x="1552579" y="1145214"/>
                    </a:lnTo>
                    <a:moveTo>
                      <a:pt x="702891" y="2153746"/>
                    </a:moveTo>
                    <a:lnTo>
                      <a:pt x="1552579" y="130405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67" name="Контур"/>
              <p:cNvSpPr/>
              <p:nvPr/>
            </p:nvSpPr>
            <p:spPr>
              <a:xfrm>
                <a:off x="8724677" y="1584000"/>
                <a:ext cx="1571323" cy="2204714"/>
              </a:xfrm>
              <a:custGeom>
                <a:avLst/>
                <a:gdLst/>
                <a:ahLst/>
                <a:cxnLst/>
                <a:rect l="l" t="t" r="r" b="b"/>
                <a:pathLst>
                  <a:path w="1571323" h="2204714" fill="none">
                    <a:moveTo>
                      <a:pt x="0" y="1087634"/>
                    </a:moveTo>
                    <a:lnTo>
                      <a:pt x="832590" y="426314"/>
                    </a:lnTo>
                    <a:lnTo>
                      <a:pt x="848070" y="409754"/>
                    </a:lnTo>
                    <a:lnTo>
                      <a:pt x="927598" y="0"/>
                    </a:lnTo>
                    <a:moveTo>
                      <a:pt x="1571323" y="1388863"/>
                    </a:moveTo>
                    <a:lnTo>
                      <a:pt x="1483200" y="1456994"/>
                    </a:lnTo>
                    <a:lnTo>
                      <a:pt x="1504800" y="1484984"/>
                    </a:lnTo>
                    <a:lnTo>
                      <a:pt x="1355760" y="1599914"/>
                    </a:lnTo>
                    <a:lnTo>
                      <a:pt x="1334340" y="1572194"/>
                    </a:lnTo>
                    <a:lnTo>
                      <a:pt x="1212930" y="1666064"/>
                    </a:lnTo>
                    <a:lnTo>
                      <a:pt x="1216800" y="1670924"/>
                    </a:lnTo>
                    <a:lnTo>
                      <a:pt x="1175940" y="1799444"/>
                    </a:lnTo>
                    <a:lnTo>
                      <a:pt x="656280" y="2204714"/>
                    </a:lnTo>
                    <a:lnTo>
                      <a:pt x="595710" y="2128214"/>
                    </a:lnTo>
                    <a:lnTo>
                      <a:pt x="679050" y="2059094"/>
                    </a:lnTo>
                    <a:lnTo>
                      <a:pt x="653850" y="2025344"/>
                    </a:lnTo>
                    <a:lnTo>
                      <a:pt x="701820" y="1989524"/>
                    </a:lnTo>
                    <a:lnTo>
                      <a:pt x="69210" y="1167824"/>
                    </a:lnTo>
                    <a:lnTo>
                      <a:pt x="0" y="1087634"/>
                    </a:lnTo>
                    <a:lnTo>
                      <a:pt x="0" y="1087634"/>
                    </a:lnTo>
                    <a:moveTo>
                      <a:pt x="1424430" y="824474"/>
                    </a:moveTo>
                    <a:lnTo>
                      <a:pt x="1560330" y="996824"/>
                    </a:lnTo>
                    <a:lnTo>
                      <a:pt x="1571323" y="1001290"/>
                    </a:lnTo>
                    <a:moveTo>
                      <a:pt x="1571323" y="666930"/>
                    </a:moveTo>
                    <a:lnTo>
                      <a:pt x="1570770" y="666254"/>
                    </a:lnTo>
                    <a:lnTo>
                      <a:pt x="1564560" y="662474"/>
                    </a:lnTo>
                    <a:lnTo>
                      <a:pt x="1558890" y="655634"/>
                    </a:lnTo>
                    <a:lnTo>
                      <a:pt x="1467090" y="726374"/>
                    </a:lnTo>
                    <a:lnTo>
                      <a:pt x="1436670" y="754454"/>
                    </a:lnTo>
                    <a:lnTo>
                      <a:pt x="1420650" y="784334"/>
                    </a:lnTo>
                    <a:lnTo>
                      <a:pt x="1424430" y="824474"/>
                    </a:lnTo>
                    <a:lnTo>
                      <a:pt x="1424430" y="82447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68" name="Контур"/>
              <p:cNvSpPr/>
              <p:nvPr/>
            </p:nvSpPr>
            <p:spPr>
              <a:xfrm>
                <a:off x="9818829" y="3852122"/>
                <a:ext cx="477171" cy="1116228"/>
              </a:xfrm>
              <a:custGeom>
                <a:avLst/>
                <a:gdLst/>
                <a:ahLst/>
                <a:cxnLst/>
                <a:rect l="l" t="t" r="r" b="b"/>
                <a:pathLst>
                  <a:path w="477171" h="1116228" fill="none">
                    <a:moveTo>
                      <a:pt x="0" y="148483"/>
                    </a:moveTo>
                    <a:lnTo>
                      <a:pt x="148482" y="0"/>
                    </a:lnTo>
                    <a:moveTo>
                      <a:pt x="51316" y="256010"/>
                    </a:moveTo>
                    <a:lnTo>
                      <a:pt x="199800" y="107526"/>
                    </a:lnTo>
                    <a:moveTo>
                      <a:pt x="102633" y="363538"/>
                    </a:moveTo>
                    <a:lnTo>
                      <a:pt x="251119" y="215052"/>
                    </a:lnTo>
                    <a:moveTo>
                      <a:pt x="153950" y="471065"/>
                    </a:moveTo>
                    <a:lnTo>
                      <a:pt x="302437" y="322578"/>
                    </a:lnTo>
                    <a:moveTo>
                      <a:pt x="205267" y="578592"/>
                    </a:moveTo>
                    <a:lnTo>
                      <a:pt x="353755" y="430104"/>
                    </a:lnTo>
                    <a:moveTo>
                      <a:pt x="256584" y="686119"/>
                    </a:moveTo>
                    <a:lnTo>
                      <a:pt x="405073" y="537630"/>
                    </a:lnTo>
                    <a:moveTo>
                      <a:pt x="307901" y="793646"/>
                    </a:moveTo>
                    <a:lnTo>
                      <a:pt x="456391" y="645156"/>
                    </a:lnTo>
                    <a:moveTo>
                      <a:pt x="359218" y="901174"/>
                    </a:moveTo>
                    <a:lnTo>
                      <a:pt x="477171" y="783220"/>
                    </a:lnTo>
                    <a:moveTo>
                      <a:pt x="410535" y="1008701"/>
                    </a:moveTo>
                    <a:lnTo>
                      <a:pt x="477171" y="942064"/>
                    </a:lnTo>
                    <a:moveTo>
                      <a:pt x="461852" y="1116228"/>
                    </a:moveTo>
                    <a:lnTo>
                      <a:pt x="477171" y="110090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69" name="Контур"/>
              <p:cNvSpPr/>
              <p:nvPr/>
            </p:nvSpPr>
            <p:spPr>
              <a:xfrm>
                <a:off x="9788747" y="3813644"/>
                <a:ext cx="507253" cy="1186806"/>
              </a:xfrm>
              <a:custGeom>
                <a:avLst/>
                <a:gdLst/>
                <a:ahLst/>
                <a:cxnLst/>
                <a:rect l="l" t="t" r="r" b="b"/>
                <a:pathLst>
                  <a:path w="507253" h="1186806" fill="none">
                    <a:moveTo>
                      <a:pt x="507253" y="1186806"/>
                    </a:moveTo>
                    <a:lnTo>
                      <a:pt x="0" y="123930"/>
                    </a:lnTo>
                    <a:lnTo>
                      <a:pt x="160200" y="0"/>
                    </a:lnTo>
                    <a:lnTo>
                      <a:pt x="507253" y="727175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70" name="Контур"/>
              <p:cNvSpPr/>
              <p:nvPr/>
            </p:nvSpPr>
            <p:spPr>
              <a:xfrm>
                <a:off x="9967311" y="3619556"/>
                <a:ext cx="328689" cy="877722"/>
              </a:xfrm>
              <a:custGeom>
                <a:avLst/>
                <a:gdLst/>
                <a:ahLst/>
                <a:cxnLst/>
                <a:rect l="l" t="t" r="r" b="b"/>
                <a:pathLst>
                  <a:path w="328689" h="877722" fill="none">
                    <a:moveTo>
                      <a:pt x="0" y="232566"/>
                    </a:moveTo>
                    <a:lnTo>
                      <a:pt x="232567" y="0"/>
                    </a:lnTo>
                    <a:moveTo>
                      <a:pt x="51318" y="340092"/>
                    </a:moveTo>
                    <a:lnTo>
                      <a:pt x="328689" y="62722"/>
                    </a:lnTo>
                    <a:moveTo>
                      <a:pt x="102637" y="447618"/>
                    </a:moveTo>
                    <a:lnTo>
                      <a:pt x="328689" y="221566"/>
                    </a:lnTo>
                    <a:moveTo>
                      <a:pt x="153955" y="555144"/>
                    </a:moveTo>
                    <a:lnTo>
                      <a:pt x="328689" y="380410"/>
                    </a:lnTo>
                    <a:moveTo>
                      <a:pt x="205273" y="662670"/>
                    </a:moveTo>
                    <a:lnTo>
                      <a:pt x="328689" y="539254"/>
                    </a:lnTo>
                    <a:moveTo>
                      <a:pt x="256591" y="770196"/>
                    </a:moveTo>
                    <a:lnTo>
                      <a:pt x="328689" y="698098"/>
                    </a:lnTo>
                    <a:moveTo>
                      <a:pt x="307909" y="877722"/>
                    </a:moveTo>
                    <a:lnTo>
                      <a:pt x="328689" y="85694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71" name="Контур"/>
              <p:cNvSpPr/>
              <p:nvPr/>
            </p:nvSpPr>
            <p:spPr>
              <a:xfrm>
                <a:off x="9948947" y="3545208"/>
                <a:ext cx="347053" cy="995611"/>
              </a:xfrm>
              <a:custGeom>
                <a:avLst/>
                <a:gdLst/>
                <a:ahLst/>
                <a:cxnLst/>
                <a:rect l="l" t="t" r="r" b="b"/>
                <a:pathLst>
                  <a:path w="347053" h="995611" fill="none">
                    <a:moveTo>
                      <a:pt x="347053" y="995611"/>
                    </a:moveTo>
                    <a:lnTo>
                      <a:pt x="0" y="268436"/>
                    </a:lnTo>
                    <a:lnTo>
                      <a:pt x="347053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72" name="Контур"/>
              <p:cNvSpPr/>
              <p:nvPr/>
            </p:nvSpPr>
            <p:spPr>
              <a:xfrm>
                <a:off x="9487073" y="6942721"/>
                <a:ext cx="808927" cy="2150340"/>
              </a:xfrm>
              <a:custGeom>
                <a:avLst/>
                <a:gdLst/>
                <a:ahLst/>
                <a:cxnLst/>
                <a:rect l="l" t="t" r="r" b="b"/>
                <a:pathLst>
                  <a:path w="808927" h="2150340" fill="none">
                    <a:moveTo>
                      <a:pt x="0" y="407677"/>
                    </a:moveTo>
                    <a:lnTo>
                      <a:pt x="103811" y="303866"/>
                    </a:lnTo>
                    <a:moveTo>
                      <a:pt x="53083" y="513438"/>
                    </a:moveTo>
                    <a:lnTo>
                      <a:pt x="413256" y="153265"/>
                    </a:lnTo>
                    <a:moveTo>
                      <a:pt x="106166" y="619199"/>
                    </a:moveTo>
                    <a:lnTo>
                      <a:pt x="725365" y="0"/>
                    </a:lnTo>
                    <a:moveTo>
                      <a:pt x="159249" y="724960"/>
                    </a:moveTo>
                    <a:lnTo>
                      <a:pt x="808927" y="75282"/>
                    </a:lnTo>
                    <a:moveTo>
                      <a:pt x="211639" y="831414"/>
                    </a:moveTo>
                    <a:lnTo>
                      <a:pt x="808927" y="234126"/>
                    </a:lnTo>
                    <a:moveTo>
                      <a:pt x="261115" y="940782"/>
                    </a:moveTo>
                    <a:lnTo>
                      <a:pt x="808927" y="392970"/>
                    </a:lnTo>
                    <a:moveTo>
                      <a:pt x="310591" y="1050150"/>
                    </a:moveTo>
                    <a:lnTo>
                      <a:pt x="808927" y="551815"/>
                    </a:lnTo>
                    <a:moveTo>
                      <a:pt x="360067" y="1159518"/>
                    </a:moveTo>
                    <a:lnTo>
                      <a:pt x="808927" y="710659"/>
                    </a:lnTo>
                    <a:moveTo>
                      <a:pt x="410003" y="1268427"/>
                    </a:moveTo>
                    <a:lnTo>
                      <a:pt x="808927" y="869503"/>
                    </a:lnTo>
                    <a:moveTo>
                      <a:pt x="460479" y="1376795"/>
                    </a:moveTo>
                    <a:lnTo>
                      <a:pt x="808927" y="1028347"/>
                    </a:lnTo>
                    <a:moveTo>
                      <a:pt x="510955" y="1485163"/>
                    </a:moveTo>
                    <a:lnTo>
                      <a:pt x="577505" y="1418613"/>
                    </a:lnTo>
                    <a:moveTo>
                      <a:pt x="615215" y="1380902"/>
                    </a:moveTo>
                    <a:lnTo>
                      <a:pt x="808927" y="1187191"/>
                    </a:lnTo>
                    <a:moveTo>
                      <a:pt x="561430" y="1593531"/>
                    </a:moveTo>
                    <a:lnTo>
                      <a:pt x="808927" y="1346035"/>
                    </a:lnTo>
                    <a:moveTo>
                      <a:pt x="611905" y="1701901"/>
                    </a:moveTo>
                    <a:lnTo>
                      <a:pt x="808927" y="1504879"/>
                    </a:lnTo>
                    <a:moveTo>
                      <a:pt x="662380" y="1810270"/>
                    </a:moveTo>
                    <a:lnTo>
                      <a:pt x="808927" y="1663723"/>
                    </a:lnTo>
                    <a:moveTo>
                      <a:pt x="712855" y="1918640"/>
                    </a:moveTo>
                    <a:lnTo>
                      <a:pt x="808927" y="1822567"/>
                    </a:lnTo>
                    <a:moveTo>
                      <a:pt x="763329" y="2027009"/>
                    </a:moveTo>
                    <a:lnTo>
                      <a:pt x="808927" y="1981411"/>
                    </a:lnTo>
                    <a:moveTo>
                      <a:pt x="798843" y="2150340"/>
                    </a:moveTo>
                    <a:lnTo>
                      <a:pt x="808927" y="214025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73" name="Контур"/>
              <p:cNvSpPr/>
              <p:nvPr/>
            </p:nvSpPr>
            <p:spPr>
              <a:xfrm>
                <a:off x="9465107" y="6901687"/>
                <a:ext cx="830893" cy="2213976"/>
              </a:xfrm>
              <a:custGeom>
                <a:avLst/>
                <a:gdLst/>
                <a:ahLst/>
                <a:cxnLst/>
                <a:rect l="l" t="t" r="r" b="b"/>
                <a:pathLst>
                  <a:path w="830893" h="2213976" fill="none">
                    <a:moveTo>
                      <a:pt x="830893" y="2213976"/>
                    </a:moveTo>
                    <a:lnTo>
                      <a:pt x="773820" y="2086057"/>
                    </a:lnTo>
                    <a:lnTo>
                      <a:pt x="790290" y="2078767"/>
                    </a:lnTo>
                    <a:lnTo>
                      <a:pt x="551520" y="1566127"/>
                    </a:lnTo>
                    <a:lnTo>
                      <a:pt x="408780" y="1259677"/>
                    </a:lnTo>
                    <a:lnTo>
                      <a:pt x="224100" y="851437"/>
                    </a:lnTo>
                    <a:lnTo>
                      <a:pt x="0" y="404947"/>
                    </a:lnTo>
                    <a:lnTo>
                      <a:pt x="225090" y="297487"/>
                    </a:lnTo>
                    <a:lnTo>
                      <a:pt x="830893" y="0"/>
                    </a:lnTo>
                    <a:moveTo>
                      <a:pt x="631890" y="1527877"/>
                    </a:moveTo>
                    <a:lnTo>
                      <a:pt x="681030" y="1504567"/>
                    </a:lnTo>
                    <a:lnTo>
                      <a:pt x="645660" y="1430047"/>
                    </a:lnTo>
                    <a:lnTo>
                      <a:pt x="642150" y="1431667"/>
                    </a:lnTo>
                    <a:lnTo>
                      <a:pt x="633510" y="1414747"/>
                    </a:lnTo>
                    <a:lnTo>
                      <a:pt x="592470" y="1434367"/>
                    </a:lnTo>
                    <a:lnTo>
                      <a:pt x="600660" y="1451557"/>
                    </a:lnTo>
                    <a:lnTo>
                      <a:pt x="596610" y="1453627"/>
                    </a:lnTo>
                    <a:lnTo>
                      <a:pt x="631890" y="1527877"/>
                    </a:lnTo>
                    <a:lnTo>
                      <a:pt x="631890" y="1527877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74" name="Контур"/>
              <p:cNvSpPr/>
              <p:nvPr/>
            </p:nvSpPr>
            <p:spPr>
              <a:xfrm>
                <a:off x="9816148" y="7623162"/>
                <a:ext cx="479852" cy="192833"/>
              </a:xfrm>
              <a:custGeom>
                <a:avLst/>
                <a:gdLst/>
                <a:ahLst/>
                <a:cxnLst/>
                <a:rect l="l" t="t" r="r" b="b"/>
                <a:pathLst>
                  <a:path w="479852" h="192833" fill="none">
                    <a:moveTo>
                      <a:pt x="0" y="192381"/>
                    </a:moveTo>
                    <a:lnTo>
                      <a:pt x="44636" y="147745"/>
                    </a:lnTo>
                    <a:moveTo>
                      <a:pt x="158393" y="192833"/>
                    </a:moveTo>
                    <a:lnTo>
                      <a:pt x="351225" y="0"/>
                    </a:lnTo>
                    <a:moveTo>
                      <a:pt x="465011" y="45059"/>
                    </a:moveTo>
                    <a:lnTo>
                      <a:pt x="479852" y="3021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75" name="Контур"/>
              <p:cNvSpPr/>
              <p:nvPr/>
            </p:nvSpPr>
            <p:spPr>
              <a:xfrm>
                <a:off x="9807107" y="7561177"/>
                <a:ext cx="488893" cy="316687"/>
              </a:xfrm>
              <a:custGeom>
                <a:avLst/>
                <a:gdLst/>
                <a:ahLst/>
                <a:cxnLst/>
                <a:rect l="l" t="t" r="r" b="b"/>
                <a:pathLst>
                  <a:path w="488893" h="316687" fill="none">
                    <a:moveTo>
                      <a:pt x="488893" y="99891"/>
                    </a:moveTo>
                    <a:lnTo>
                      <a:pt x="39060" y="316687"/>
                    </a:lnTo>
                    <a:lnTo>
                      <a:pt x="0" y="235597"/>
                    </a:lnTo>
                    <a:lnTo>
                      <a:pt x="488893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76" name="Контур"/>
              <p:cNvSpPr/>
              <p:nvPr/>
            </p:nvSpPr>
            <p:spPr>
              <a:xfrm>
                <a:off x="9363138" y="5588407"/>
                <a:ext cx="932862" cy="882506"/>
              </a:xfrm>
              <a:custGeom>
                <a:avLst/>
                <a:gdLst/>
                <a:ahLst/>
                <a:cxnLst/>
                <a:rect l="l" t="t" r="r" b="b"/>
                <a:pathLst>
                  <a:path w="932862" h="882506" fill="none">
                    <a:moveTo>
                      <a:pt x="0" y="456329"/>
                    </a:moveTo>
                    <a:lnTo>
                      <a:pt x="126829" y="329501"/>
                    </a:lnTo>
                    <a:moveTo>
                      <a:pt x="52300" y="562873"/>
                    </a:moveTo>
                    <a:lnTo>
                      <a:pt x="430661" y="184513"/>
                    </a:lnTo>
                    <a:moveTo>
                      <a:pt x="104600" y="669418"/>
                    </a:moveTo>
                    <a:lnTo>
                      <a:pt x="734492" y="39525"/>
                    </a:lnTo>
                    <a:moveTo>
                      <a:pt x="156900" y="775962"/>
                    </a:moveTo>
                    <a:lnTo>
                      <a:pt x="932862" y="0"/>
                    </a:lnTo>
                    <a:moveTo>
                      <a:pt x="209200" y="882506"/>
                    </a:moveTo>
                    <a:lnTo>
                      <a:pt x="932862" y="158844"/>
                    </a:lnTo>
                    <a:moveTo>
                      <a:pt x="399328" y="851222"/>
                    </a:moveTo>
                    <a:lnTo>
                      <a:pt x="932862" y="317688"/>
                    </a:lnTo>
                    <a:moveTo>
                      <a:pt x="613042" y="796352"/>
                    </a:moveTo>
                    <a:lnTo>
                      <a:pt x="932862" y="476532"/>
                    </a:lnTo>
                    <a:moveTo>
                      <a:pt x="887617" y="680621"/>
                    </a:moveTo>
                    <a:lnTo>
                      <a:pt x="932862" y="63537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77" name="Контур"/>
              <p:cNvSpPr/>
              <p:nvPr/>
            </p:nvSpPr>
            <p:spPr>
              <a:xfrm>
                <a:off x="9336767" y="5533271"/>
                <a:ext cx="959233" cy="955893"/>
              </a:xfrm>
              <a:custGeom>
                <a:avLst/>
                <a:gdLst/>
                <a:ahLst/>
                <a:cxnLst/>
                <a:rect l="l" t="t" r="r" b="b"/>
                <a:pathLst>
                  <a:path w="959233" h="955893" fill="none">
                    <a:moveTo>
                      <a:pt x="400320" y="917013"/>
                    </a:moveTo>
                    <a:lnTo>
                      <a:pt x="244530" y="955893"/>
                    </a:lnTo>
                    <a:lnTo>
                      <a:pt x="0" y="457743"/>
                    </a:lnTo>
                    <a:lnTo>
                      <a:pt x="959233" y="0"/>
                    </a:lnTo>
                    <a:moveTo>
                      <a:pt x="959233" y="709520"/>
                    </a:moveTo>
                    <a:lnTo>
                      <a:pt x="774000" y="816933"/>
                    </a:lnTo>
                    <a:lnTo>
                      <a:pt x="423810" y="906843"/>
                    </a:lnTo>
                    <a:lnTo>
                      <a:pt x="400320" y="917013"/>
                    </a:lnTo>
                    <a:lnTo>
                      <a:pt x="400320" y="917013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78" name="Контур"/>
              <p:cNvSpPr/>
              <p:nvPr/>
            </p:nvSpPr>
            <p:spPr>
              <a:xfrm>
                <a:off x="9816148" y="7623162"/>
                <a:ext cx="479852" cy="192833"/>
              </a:xfrm>
              <a:custGeom>
                <a:avLst/>
                <a:gdLst/>
                <a:ahLst/>
                <a:cxnLst/>
                <a:rect l="l" t="t" r="r" b="b"/>
                <a:pathLst>
                  <a:path w="479852" h="192833" fill="none">
                    <a:moveTo>
                      <a:pt x="0" y="192381"/>
                    </a:moveTo>
                    <a:lnTo>
                      <a:pt x="44636" y="147745"/>
                    </a:lnTo>
                    <a:moveTo>
                      <a:pt x="158393" y="192833"/>
                    </a:moveTo>
                    <a:lnTo>
                      <a:pt x="351225" y="0"/>
                    </a:lnTo>
                    <a:moveTo>
                      <a:pt x="465011" y="45059"/>
                    </a:moveTo>
                    <a:lnTo>
                      <a:pt x="479852" y="3021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79" name="Контур"/>
              <p:cNvSpPr/>
              <p:nvPr/>
            </p:nvSpPr>
            <p:spPr>
              <a:xfrm>
                <a:off x="9807107" y="7561177"/>
                <a:ext cx="488893" cy="316687"/>
              </a:xfrm>
              <a:custGeom>
                <a:avLst/>
                <a:gdLst/>
                <a:ahLst/>
                <a:cxnLst/>
                <a:rect l="l" t="t" r="r" b="b"/>
                <a:pathLst>
                  <a:path w="488893" h="316687" fill="none">
                    <a:moveTo>
                      <a:pt x="488893" y="99891"/>
                    </a:moveTo>
                    <a:lnTo>
                      <a:pt x="39060" y="316687"/>
                    </a:lnTo>
                    <a:lnTo>
                      <a:pt x="0" y="235597"/>
                    </a:lnTo>
                    <a:lnTo>
                      <a:pt x="488893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80" name="Контур"/>
              <p:cNvSpPr/>
              <p:nvPr/>
            </p:nvSpPr>
            <p:spPr>
              <a:xfrm>
                <a:off x="9363138" y="5588407"/>
                <a:ext cx="932862" cy="882506"/>
              </a:xfrm>
              <a:custGeom>
                <a:avLst/>
                <a:gdLst/>
                <a:ahLst/>
                <a:cxnLst/>
                <a:rect l="l" t="t" r="r" b="b"/>
                <a:pathLst>
                  <a:path w="932862" h="882506" fill="none">
                    <a:moveTo>
                      <a:pt x="0" y="456329"/>
                    </a:moveTo>
                    <a:lnTo>
                      <a:pt x="126829" y="329501"/>
                    </a:lnTo>
                    <a:moveTo>
                      <a:pt x="52300" y="562873"/>
                    </a:moveTo>
                    <a:lnTo>
                      <a:pt x="430661" y="184513"/>
                    </a:lnTo>
                    <a:moveTo>
                      <a:pt x="104600" y="669418"/>
                    </a:moveTo>
                    <a:lnTo>
                      <a:pt x="734492" y="39525"/>
                    </a:lnTo>
                    <a:moveTo>
                      <a:pt x="156900" y="775962"/>
                    </a:moveTo>
                    <a:lnTo>
                      <a:pt x="932862" y="0"/>
                    </a:lnTo>
                    <a:moveTo>
                      <a:pt x="209200" y="882506"/>
                    </a:moveTo>
                    <a:lnTo>
                      <a:pt x="932862" y="158844"/>
                    </a:lnTo>
                    <a:moveTo>
                      <a:pt x="399328" y="851222"/>
                    </a:moveTo>
                    <a:lnTo>
                      <a:pt x="932862" y="317688"/>
                    </a:lnTo>
                    <a:moveTo>
                      <a:pt x="613042" y="796352"/>
                    </a:moveTo>
                    <a:lnTo>
                      <a:pt x="932862" y="476532"/>
                    </a:lnTo>
                    <a:moveTo>
                      <a:pt x="887617" y="680621"/>
                    </a:moveTo>
                    <a:lnTo>
                      <a:pt x="932862" y="63537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81" name="Контур"/>
              <p:cNvSpPr/>
              <p:nvPr/>
            </p:nvSpPr>
            <p:spPr>
              <a:xfrm>
                <a:off x="9336767" y="5533271"/>
                <a:ext cx="959233" cy="955893"/>
              </a:xfrm>
              <a:custGeom>
                <a:avLst/>
                <a:gdLst/>
                <a:ahLst/>
                <a:cxnLst/>
                <a:rect l="l" t="t" r="r" b="b"/>
                <a:pathLst>
                  <a:path w="959233" h="955893" fill="none">
                    <a:moveTo>
                      <a:pt x="400320" y="917013"/>
                    </a:moveTo>
                    <a:lnTo>
                      <a:pt x="244530" y="955893"/>
                    </a:lnTo>
                    <a:lnTo>
                      <a:pt x="0" y="457743"/>
                    </a:lnTo>
                    <a:lnTo>
                      <a:pt x="959233" y="0"/>
                    </a:lnTo>
                    <a:moveTo>
                      <a:pt x="959233" y="709520"/>
                    </a:moveTo>
                    <a:lnTo>
                      <a:pt x="774000" y="816933"/>
                    </a:lnTo>
                    <a:lnTo>
                      <a:pt x="423810" y="906843"/>
                    </a:lnTo>
                    <a:lnTo>
                      <a:pt x="400320" y="917013"/>
                    </a:lnTo>
                    <a:lnTo>
                      <a:pt x="400320" y="917013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82" name="Контур"/>
              <p:cNvSpPr/>
              <p:nvPr/>
            </p:nvSpPr>
            <p:spPr>
              <a:xfrm>
                <a:off x="9310867" y="5489054"/>
                <a:ext cx="925642" cy="449110"/>
              </a:xfrm>
              <a:custGeom>
                <a:avLst/>
                <a:gdLst/>
                <a:ahLst/>
                <a:cxnLst/>
                <a:rect l="l" t="t" r="r" b="b"/>
                <a:pathLst>
                  <a:path w="925642" h="449110" fill="none">
                    <a:moveTo>
                      <a:pt x="0" y="449110"/>
                    </a:moveTo>
                    <a:lnTo>
                      <a:pt x="14391" y="434719"/>
                    </a:lnTo>
                    <a:moveTo>
                      <a:pt x="179100" y="428854"/>
                    </a:moveTo>
                    <a:lnTo>
                      <a:pt x="318141" y="289812"/>
                    </a:lnTo>
                    <a:moveTo>
                      <a:pt x="482932" y="283866"/>
                    </a:moveTo>
                    <a:lnTo>
                      <a:pt x="621892" y="144906"/>
                    </a:lnTo>
                    <a:moveTo>
                      <a:pt x="786763" y="138878"/>
                    </a:moveTo>
                    <a:lnTo>
                      <a:pt x="925642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83" name="Контур"/>
              <p:cNvSpPr/>
              <p:nvPr/>
            </p:nvSpPr>
            <p:spPr>
              <a:xfrm>
                <a:off x="9307877" y="5460673"/>
                <a:ext cx="988123" cy="530341"/>
              </a:xfrm>
              <a:custGeom>
                <a:avLst/>
                <a:gdLst/>
                <a:ahLst/>
                <a:cxnLst/>
                <a:rect l="l" t="t" r="r" b="b"/>
                <a:pathLst>
                  <a:path w="988123" h="530341" fill="none">
                    <a:moveTo>
                      <a:pt x="28890" y="530341"/>
                    </a:moveTo>
                    <a:lnTo>
                      <a:pt x="0" y="471391"/>
                    </a:lnTo>
                    <a:lnTo>
                      <a:pt x="988123" y="0"/>
                    </a:lnTo>
                    <a:moveTo>
                      <a:pt x="988123" y="72598"/>
                    </a:moveTo>
                    <a:lnTo>
                      <a:pt x="28890" y="530341"/>
                    </a:lnTo>
                    <a:lnTo>
                      <a:pt x="28890" y="530341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84" name="Контур"/>
              <p:cNvSpPr/>
              <p:nvPr/>
            </p:nvSpPr>
            <p:spPr>
              <a:xfrm>
                <a:off x="9818829" y="3852122"/>
                <a:ext cx="477171" cy="1116228"/>
              </a:xfrm>
              <a:custGeom>
                <a:avLst/>
                <a:gdLst/>
                <a:ahLst/>
                <a:cxnLst/>
                <a:rect l="l" t="t" r="r" b="b"/>
                <a:pathLst>
                  <a:path w="477171" h="1116228" fill="none">
                    <a:moveTo>
                      <a:pt x="0" y="148483"/>
                    </a:moveTo>
                    <a:lnTo>
                      <a:pt x="148482" y="0"/>
                    </a:lnTo>
                    <a:moveTo>
                      <a:pt x="51316" y="256010"/>
                    </a:moveTo>
                    <a:lnTo>
                      <a:pt x="199800" y="107526"/>
                    </a:lnTo>
                    <a:moveTo>
                      <a:pt x="102633" y="363538"/>
                    </a:moveTo>
                    <a:lnTo>
                      <a:pt x="251119" y="215052"/>
                    </a:lnTo>
                    <a:moveTo>
                      <a:pt x="153950" y="471065"/>
                    </a:moveTo>
                    <a:lnTo>
                      <a:pt x="302437" y="322578"/>
                    </a:lnTo>
                    <a:moveTo>
                      <a:pt x="205267" y="578592"/>
                    </a:moveTo>
                    <a:lnTo>
                      <a:pt x="353755" y="430104"/>
                    </a:lnTo>
                    <a:moveTo>
                      <a:pt x="256584" y="686119"/>
                    </a:moveTo>
                    <a:lnTo>
                      <a:pt x="405073" y="537630"/>
                    </a:lnTo>
                    <a:moveTo>
                      <a:pt x="307901" y="793646"/>
                    </a:moveTo>
                    <a:lnTo>
                      <a:pt x="456391" y="645156"/>
                    </a:lnTo>
                    <a:moveTo>
                      <a:pt x="359218" y="901174"/>
                    </a:moveTo>
                    <a:lnTo>
                      <a:pt x="477171" y="783220"/>
                    </a:lnTo>
                    <a:moveTo>
                      <a:pt x="410535" y="1008701"/>
                    </a:moveTo>
                    <a:lnTo>
                      <a:pt x="477171" y="942064"/>
                    </a:lnTo>
                    <a:moveTo>
                      <a:pt x="461852" y="1116228"/>
                    </a:moveTo>
                    <a:lnTo>
                      <a:pt x="477171" y="110090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85" name="Контур"/>
              <p:cNvSpPr/>
              <p:nvPr/>
            </p:nvSpPr>
            <p:spPr>
              <a:xfrm>
                <a:off x="9788747" y="3813644"/>
                <a:ext cx="507253" cy="1186806"/>
              </a:xfrm>
              <a:custGeom>
                <a:avLst/>
                <a:gdLst/>
                <a:ahLst/>
                <a:cxnLst/>
                <a:rect l="l" t="t" r="r" b="b"/>
                <a:pathLst>
                  <a:path w="507253" h="1186806" fill="none">
                    <a:moveTo>
                      <a:pt x="507253" y="1186806"/>
                    </a:moveTo>
                    <a:lnTo>
                      <a:pt x="0" y="123930"/>
                    </a:lnTo>
                    <a:lnTo>
                      <a:pt x="160200" y="0"/>
                    </a:lnTo>
                    <a:lnTo>
                      <a:pt x="507253" y="727175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86" name="Контур"/>
              <p:cNvSpPr/>
              <p:nvPr/>
            </p:nvSpPr>
            <p:spPr>
              <a:xfrm>
                <a:off x="9714761" y="7815543"/>
                <a:ext cx="581239" cy="1283000"/>
              </a:xfrm>
              <a:custGeom>
                <a:avLst/>
                <a:gdLst/>
                <a:ahLst/>
                <a:cxnLst/>
                <a:rect l="l" t="t" r="r" b="b"/>
                <a:pathLst>
                  <a:path w="581239" h="1283000" fill="none">
                    <a:moveTo>
                      <a:pt x="0" y="101388"/>
                    </a:moveTo>
                    <a:lnTo>
                      <a:pt x="101387" y="0"/>
                    </a:lnTo>
                    <a:moveTo>
                      <a:pt x="51562" y="208669"/>
                    </a:moveTo>
                    <a:lnTo>
                      <a:pt x="152856" y="107375"/>
                    </a:lnTo>
                    <a:moveTo>
                      <a:pt x="102973" y="316103"/>
                    </a:moveTo>
                    <a:lnTo>
                      <a:pt x="204089" y="214986"/>
                    </a:lnTo>
                    <a:moveTo>
                      <a:pt x="154384" y="423536"/>
                    </a:moveTo>
                    <a:lnTo>
                      <a:pt x="255323" y="322597"/>
                    </a:lnTo>
                    <a:moveTo>
                      <a:pt x="205795" y="530969"/>
                    </a:moveTo>
                    <a:lnTo>
                      <a:pt x="306556" y="430208"/>
                    </a:lnTo>
                    <a:moveTo>
                      <a:pt x="257206" y="638402"/>
                    </a:moveTo>
                    <a:lnTo>
                      <a:pt x="357786" y="537821"/>
                    </a:lnTo>
                    <a:moveTo>
                      <a:pt x="308617" y="745835"/>
                    </a:moveTo>
                    <a:lnTo>
                      <a:pt x="409063" y="645389"/>
                    </a:lnTo>
                    <a:moveTo>
                      <a:pt x="360028" y="853268"/>
                    </a:moveTo>
                    <a:lnTo>
                      <a:pt x="460454" y="752842"/>
                    </a:lnTo>
                    <a:moveTo>
                      <a:pt x="411439" y="960701"/>
                    </a:moveTo>
                    <a:lnTo>
                      <a:pt x="511845" y="860295"/>
                    </a:lnTo>
                    <a:moveTo>
                      <a:pt x="462850" y="1068134"/>
                    </a:moveTo>
                    <a:lnTo>
                      <a:pt x="563235" y="967749"/>
                    </a:lnTo>
                    <a:moveTo>
                      <a:pt x="514261" y="1175567"/>
                    </a:moveTo>
                    <a:lnTo>
                      <a:pt x="581239" y="1108589"/>
                    </a:lnTo>
                    <a:moveTo>
                      <a:pt x="565672" y="1283000"/>
                    </a:moveTo>
                    <a:lnTo>
                      <a:pt x="581239" y="126743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87" name="Контур"/>
              <p:cNvSpPr/>
              <p:nvPr/>
            </p:nvSpPr>
            <p:spPr>
              <a:xfrm>
                <a:off x="9685157" y="7796774"/>
                <a:ext cx="610843" cy="1334201"/>
              </a:xfrm>
              <a:custGeom>
                <a:avLst/>
                <a:gdLst/>
                <a:ahLst/>
                <a:cxnLst/>
                <a:rect l="l" t="t" r="r" b="b"/>
                <a:pathLst>
                  <a:path w="610843" h="1334201" fill="none">
                    <a:moveTo>
                      <a:pt x="0" y="58770"/>
                    </a:moveTo>
                    <a:lnTo>
                      <a:pt x="41400" y="38880"/>
                    </a:lnTo>
                    <a:lnTo>
                      <a:pt x="121950" y="0"/>
                    </a:lnTo>
                    <a:lnTo>
                      <a:pt x="161010" y="81090"/>
                    </a:lnTo>
                    <a:lnTo>
                      <a:pt x="377910" y="536670"/>
                    </a:lnTo>
                    <a:lnTo>
                      <a:pt x="421470" y="628200"/>
                    </a:lnTo>
                    <a:lnTo>
                      <a:pt x="610843" y="1024161"/>
                    </a:lnTo>
                    <a:moveTo>
                      <a:pt x="610843" y="1334201"/>
                    </a:moveTo>
                    <a:lnTo>
                      <a:pt x="602550" y="1316970"/>
                    </a:lnTo>
                    <a:lnTo>
                      <a:pt x="58680" y="180450"/>
                    </a:lnTo>
                    <a:lnTo>
                      <a:pt x="0" y="58770"/>
                    </a:lnTo>
                    <a:lnTo>
                      <a:pt x="0" y="5877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88" name="Контур"/>
              <p:cNvSpPr/>
              <p:nvPr/>
            </p:nvSpPr>
            <p:spPr>
              <a:xfrm>
                <a:off x="9714761" y="7815543"/>
                <a:ext cx="581239" cy="1283000"/>
              </a:xfrm>
              <a:custGeom>
                <a:avLst/>
                <a:gdLst/>
                <a:ahLst/>
                <a:cxnLst/>
                <a:rect l="l" t="t" r="r" b="b"/>
                <a:pathLst>
                  <a:path w="581239" h="1283000" fill="none">
                    <a:moveTo>
                      <a:pt x="0" y="101388"/>
                    </a:moveTo>
                    <a:lnTo>
                      <a:pt x="101387" y="0"/>
                    </a:lnTo>
                    <a:moveTo>
                      <a:pt x="51562" y="208669"/>
                    </a:moveTo>
                    <a:lnTo>
                      <a:pt x="152856" y="107375"/>
                    </a:lnTo>
                    <a:moveTo>
                      <a:pt x="102973" y="316103"/>
                    </a:moveTo>
                    <a:lnTo>
                      <a:pt x="204089" y="214986"/>
                    </a:lnTo>
                    <a:moveTo>
                      <a:pt x="154384" y="423536"/>
                    </a:moveTo>
                    <a:lnTo>
                      <a:pt x="255323" y="322597"/>
                    </a:lnTo>
                    <a:moveTo>
                      <a:pt x="205795" y="530969"/>
                    </a:moveTo>
                    <a:lnTo>
                      <a:pt x="306556" y="430208"/>
                    </a:lnTo>
                    <a:moveTo>
                      <a:pt x="257206" y="638402"/>
                    </a:moveTo>
                    <a:lnTo>
                      <a:pt x="357786" y="537821"/>
                    </a:lnTo>
                    <a:moveTo>
                      <a:pt x="308617" y="745835"/>
                    </a:moveTo>
                    <a:lnTo>
                      <a:pt x="409063" y="645389"/>
                    </a:lnTo>
                    <a:moveTo>
                      <a:pt x="360028" y="853268"/>
                    </a:moveTo>
                    <a:lnTo>
                      <a:pt x="460454" y="752842"/>
                    </a:lnTo>
                    <a:moveTo>
                      <a:pt x="411439" y="960701"/>
                    </a:moveTo>
                    <a:lnTo>
                      <a:pt x="511845" y="860295"/>
                    </a:lnTo>
                    <a:moveTo>
                      <a:pt x="462850" y="1068134"/>
                    </a:moveTo>
                    <a:lnTo>
                      <a:pt x="563235" y="967749"/>
                    </a:lnTo>
                    <a:moveTo>
                      <a:pt x="514261" y="1175567"/>
                    </a:moveTo>
                    <a:lnTo>
                      <a:pt x="581239" y="1108589"/>
                    </a:lnTo>
                    <a:moveTo>
                      <a:pt x="565672" y="1283000"/>
                    </a:moveTo>
                    <a:lnTo>
                      <a:pt x="581239" y="126743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89" name="Контур"/>
              <p:cNvSpPr/>
              <p:nvPr/>
            </p:nvSpPr>
            <p:spPr>
              <a:xfrm>
                <a:off x="9685157" y="7796774"/>
                <a:ext cx="610843" cy="1334201"/>
              </a:xfrm>
              <a:custGeom>
                <a:avLst/>
                <a:gdLst/>
                <a:ahLst/>
                <a:cxnLst/>
                <a:rect l="l" t="t" r="r" b="b"/>
                <a:pathLst>
                  <a:path w="610843" h="1334201" fill="none">
                    <a:moveTo>
                      <a:pt x="0" y="58770"/>
                    </a:moveTo>
                    <a:lnTo>
                      <a:pt x="41400" y="38880"/>
                    </a:lnTo>
                    <a:lnTo>
                      <a:pt x="121950" y="0"/>
                    </a:lnTo>
                    <a:lnTo>
                      <a:pt x="161010" y="81090"/>
                    </a:lnTo>
                    <a:lnTo>
                      <a:pt x="377910" y="536670"/>
                    </a:lnTo>
                    <a:lnTo>
                      <a:pt x="421470" y="628200"/>
                    </a:lnTo>
                    <a:lnTo>
                      <a:pt x="610843" y="1024161"/>
                    </a:lnTo>
                    <a:moveTo>
                      <a:pt x="610843" y="1334201"/>
                    </a:moveTo>
                    <a:lnTo>
                      <a:pt x="602550" y="1316970"/>
                    </a:lnTo>
                    <a:lnTo>
                      <a:pt x="58680" y="180450"/>
                    </a:lnTo>
                    <a:lnTo>
                      <a:pt x="0" y="58770"/>
                    </a:lnTo>
                    <a:lnTo>
                      <a:pt x="0" y="5877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90" name="Контур"/>
              <p:cNvSpPr/>
              <p:nvPr/>
            </p:nvSpPr>
            <p:spPr>
              <a:xfrm>
                <a:off x="9714761" y="7815543"/>
                <a:ext cx="581239" cy="1283000"/>
              </a:xfrm>
              <a:custGeom>
                <a:avLst/>
                <a:gdLst/>
                <a:ahLst/>
                <a:cxnLst/>
                <a:rect l="l" t="t" r="r" b="b"/>
                <a:pathLst>
                  <a:path w="581239" h="1283000" fill="none">
                    <a:moveTo>
                      <a:pt x="0" y="101388"/>
                    </a:moveTo>
                    <a:lnTo>
                      <a:pt x="101387" y="0"/>
                    </a:lnTo>
                    <a:moveTo>
                      <a:pt x="51562" y="208669"/>
                    </a:moveTo>
                    <a:lnTo>
                      <a:pt x="152856" y="107375"/>
                    </a:lnTo>
                    <a:moveTo>
                      <a:pt x="102973" y="316103"/>
                    </a:moveTo>
                    <a:lnTo>
                      <a:pt x="204089" y="214986"/>
                    </a:lnTo>
                    <a:moveTo>
                      <a:pt x="154384" y="423536"/>
                    </a:moveTo>
                    <a:lnTo>
                      <a:pt x="255323" y="322597"/>
                    </a:lnTo>
                    <a:moveTo>
                      <a:pt x="205795" y="530969"/>
                    </a:moveTo>
                    <a:lnTo>
                      <a:pt x="306556" y="430208"/>
                    </a:lnTo>
                    <a:moveTo>
                      <a:pt x="257206" y="638402"/>
                    </a:moveTo>
                    <a:lnTo>
                      <a:pt x="357786" y="537821"/>
                    </a:lnTo>
                    <a:moveTo>
                      <a:pt x="308617" y="745835"/>
                    </a:moveTo>
                    <a:lnTo>
                      <a:pt x="409063" y="645389"/>
                    </a:lnTo>
                    <a:moveTo>
                      <a:pt x="360028" y="853268"/>
                    </a:moveTo>
                    <a:lnTo>
                      <a:pt x="460454" y="752842"/>
                    </a:lnTo>
                    <a:moveTo>
                      <a:pt x="411439" y="960701"/>
                    </a:moveTo>
                    <a:lnTo>
                      <a:pt x="511845" y="860295"/>
                    </a:lnTo>
                    <a:moveTo>
                      <a:pt x="462850" y="1068134"/>
                    </a:moveTo>
                    <a:lnTo>
                      <a:pt x="563235" y="967749"/>
                    </a:lnTo>
                    <a:moveTo>
                      <a:pt x="514261" y="1175567"/>
                    </a:moveTo>
                    <a:lnTo>
                      <a:pt x="581239" y="1108589"/>
                    </a:lnTo>
                    <a:moveTo>
                      <a:pt x="565672" y="1283000"/>
                    </a:moveTo>
                    <a:lnTo>
                      <a:pt x="581239" y="126743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91" name="Контур"/>
              <p:cNvSpPr/>
              <p:nvPr/>
            </p:nvSpPr>
            <p:spPr>
              <a:xfrm>
                <a:off x="9685157" y="7796774"/>
                <a:ext cx="610843" cy="1334201"/>
              </a:xfrm>
              <a:custGeom>
                <a:avLst/>
                <a:gdLst/>
                <a:ahLst/>
                <a:cxnLst/>
                <a:rect l="l" t="t" r="r" b="b"/>
                <a:pathLst>
                  <a:path w="610843" h="1334201" fill="none">
                    <a:moveTo>
                      <a:pt x="0" y="58770"/>
                    </a:moveTo>
                    <a:lnTo>
                      <a:pt x="41400" y="38880"/>
                    </a:lnTo>
                    <a:lnTo>
                      <a:pt x="121950" y="0"/>
                    </a:lnTo>
                    <a:lnTo>
                      <a:pt x="161010" y="81090"/>
                    </a:lnTo>
                    <a:lnTo>
                      <a:pt x="377910" y="536670"/>
                    </a:lnTo>
                    <a:lnTo>
                      <a:pt x="421470" y="628200"/>
                    </a:lnTo>
                    <a:lnTo>
                      <a:pt x="610843" y="1024161"/>
                    </a:lnTo>
                    <a:moveTo>
                      <a:pt x="610843" y="1334201"/>
                    </a:moveTo>
                    <a:lnTo>
                      <a:pt x="602550" y="1316970"/>
                    </a:lnTo>
                    <a:lnTo>
                      <a:pt x="58680" y="180450"/>
                    </a:lnTo>
                    <a:lnTo>
                      <a:pt x="0" y="58770"/>
                    </a:lnTo>
                    <a:lnTo>
                      <a:pt x="0" y="5877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92" name="Контур"/>
              <p:cNvSpPr/>
              <p:nvPr/>
            </p:nvSpPr>
            <p:spPr>
              <a:xfrm>
                <a:off x="9809947" y="9134373"/>
                <a:ext cx="486053" cy="490629"/>
              </a:xfrm>
              <a:custGeom>
                <a:avLst/>
                <a:gdLst/>
                <a:ahLst/>
                <a:cxnLst/>
                <a:rect l="l" t="t" r="r" b="b"/>
                <a:pathLst>
                  <a:path w="486053" h="490629" fill="none">
                    <a:moveTo>
                      <a:pt x="0" y="275812"/>
                    </a:moveTo>
                    <a:lnTo>
                      <a:pt x="130020" y="145793"/>
                    </a:lnTo>
                    <a:moveTo>
                      <a:pt x="51448" y="383208"/>
                    </a:moveTo>
                    <a:lnTo>
                      <a:pt x="434656" y="0"/>
                    </a:lnTo>
                    <a:moveTo>
                      <a:pt x="102872" y="490629"/>
                    </a:moveTo>
                    <a:lnTo>
                      <a:pt x="486053" y="107447"/>
                    </a:lnTo>
                    <a:moveTo>
                      <a:pt x="327368" y="424976"/>
                    </a:moveTo>
                    <a:lnTo>
                      <a:pt x="486053" y="266291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93" name="Контур"/>
              <p:cNvSpPr/>
              <p:nvPr/>
            </p:nvSpPr>
            <p:spPr>
              <a:xfrm>
                <a:off x="9783527" y="9113744"/>
                <a:ext cx="512473" cy="545310"/>
              </a:xfrm>
              <a:custGeom>
                <a:avLst/>
                <a:gdLst/>
                <a:ahLst/>
                <a:cxnLst/>
                <a:rect l="l" t="t" r="r" b="b"/>
                <a:pathLst>
                  <a:path w="512473" h="545310" fill="none">
                    <a:moveTo>
                      <a:pt x="0" y="241290"/>
                    </a:moveTo>
                    <a:lnTo>
                      <a:pt x="504180" y="0"/>
                    </a:lnTo>
                    <a:lnTo>
                      <a:pt x="512473" y="17231"/>
                    </a:lnTo>
                    <a:moveTo>
                      <a:pt x="512473" y="369634"/>
                    </a:moveTo>
                    <a:lnTo>
                      <a:pt x="145530" y="545310"/>
                    </a:lnTo>
                    <a:lnTo>
                      <a:pt x="121410" y="494730"/>
                    </a:lnTo>
                    <a:lnTo>
                      <a:pt x="0" y="241290"/>
                    </a:lnTo>
                    <a:lnTo>
                      <a:pt x="0" y="24129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94" name="Контур"/>
              <p:cNvSpPr/>
              <p:nvPr/>
            </p:nvSpPr>
            <p:spPr>
              <a:xfrm>
                <a:off x="9867617" y="7668221"/>
                <a:ext cx="428383" cy="1115071"/>
              </a:xfrm>
              <a:custGeom>
                <a:avLst/>
                <a:gdLst/>
                <a:ahLst/>
                <a:cxnLst/>
                <a:rect l="l" t="t" r="r" b="b"/>
                <a:pathLst>
                  <a:path w="428383" h="1115071" fill="none">
                    <a:moveTo>
                      <a:pt x="0" y="254697"/>
                    </a:moveTo>
                    <a:lnTo>
                      <a:pt x="106924" y="147774"/>
                    </a:lnTo>
                    <a:moveTo>
                      <a:pt x="51233" y="362308"/>
                    </a:moveTo>
                    <a:lnTo>
                      <a:pt x="413542" y="0"/>
                    </a:lnTo>
                    <a:moveTo>
                      <a:pt x="102467" y="469919"/>
                    </a:moveTo>
                    <a:lnTo>
                      <a:pt x="428383" y="144003"/>
                    </a:lnTo>
                    <a:moveTo>
                      <a:pt x="153700" y="577530"/>
                    </a:moveTo>
                    <a:lnTo>
                      <a:pt x="428383" y="302847"/>
                    </a:lnTo>
                    <a:moveTo>
                      <a:pt x="204930" y="685143"/>
                    </a:moveTo>
                    <a:lnTo>
                      <a:pt x="428383" y="461691"/>
                    </a:lnTo>
                    <a:moveTo>
                      <a:pt x="256207" y="792711"/>
                    </a:moveTo>
                    <a:lnTo>
                      <a:pt x="428383" y="620535"/>
                    </a:lnTo>
                    <a:moveTo>
                      <a:pt x="307598" y="900164"/>
                    </a:moveTo>
                    <a:lnTo>
                      <a:pt x="428383" y="779379"/>
                    </a:lnTo>
                    <a:moveTo>
                      <a:pt x="358989" y="1007617"/>
                    </a:moveTo>
                    <a:lnTo>
                      <a:pt x="428383" y="938223"/>
                    </a:lnTo>
                    <a:moveTo>
                      <a:pt x="410379" y="1115071"/>
                    </a:moveTo>
                    <a:lnTo>
                      <a:pt x="428383" y="109706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95" name="Контур"/>
              <p:cNvSpPr/>
              <p:nvPr/>
            </p:nvSpPr>
            <p:spPr>
              <a:xfrm>
                <a:off x="9846167" y="7661068"/>
                <a:ext cx="449833" cy="1159867"/>
              </a:xfrm>
              <a:custGeom>
                <a:avLst/>
                <a:gdLst/>
                <a:ahLst/>
                <a:cxnLst/>
                <a:rect l="l" t="t" r="r" b="b"/>
                <a:pathLst>
                  <a:path w="449833" h="1159867" fill="none">
                    <a:moveTo>
                      <a:pt x="449833" y="1159867"/>
                    </a:moveTo>
                    <a:lnTo>
                      <a:pt x="260460" y="763906"/>
                    </a:lnTo>
                    <a:lnTo>
                      <a:pt x="216900" y="672376"/>
                    </a:lnTo>
                    <a:lnTo>
                      <a:pt x="0" y="216796"/>
                    </a:lnTo>
                    <a:lnTo>
                      <a:pt x="449833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96" name="Контур"/>
              <p:cNvSpPr/>
              <p:nvPr/>
            </p:nvSpPr>
            <p:spPr>
              <a:xfrm>
                <a:off x="9867617" y="7668221"/>
                <a:ext cx="428383" cy="1115071"/>
              </a:xfrm>
              <a:custGeom>
                <a:avLst/>
                <a:gdLst/>
                <a:ahLst/>
                <a:cxnLst/>
                <a:rect l="l" t="t" r="r" b="b"/>
                <a:pathLst>
                  <a:path w="428383" h="1115071" fill="none">
                    <a:moveTo>
                      <a:pt x="0" y="254697"/>
                    </a:moveTo>
                    <a:lnTo>
                      <a:pt x="106924" y="147774"/>
                    </a:lnTo>
                    <a:moveTo>
                      <a:pt x="51233" y="362308"/>
                    </a:moveTo>
                    <a:lnTo>
                      <a:pt x="413542" y="0"/>
                    </a:lnTo>
                    <a:moveTo>
                      <a:pt x="102467" y="469919"/>
                    </a:moveTo>
                    <a:lnTo>
                      <a:pt x="428383" y="144003"/>
                    </a:lnTo>
                    <a:moveTo>
                      <a:pt x="153700" y="577530"/>
                    </a:moveTo>
                    <a:lnTo>
                      <a:pt x="428383" y="302847"/>
                    </a:lnTo>
                    <a:moveTo>
                      <a:pt x="204930" y="685143"/>
                    </a:moveTo>
                    <a:lnTo>
                      <a:pt x="428383" y="461691"/>
                    </a:lnTo>
                    <a:moveTo>
                      <a:pt x="256207" y="792711"/>
                    </a:moveTo>
                    <a:lnTo>
                      <a:pt x="428383" y="620535"/>
                    </a:lnTo>
                    <a:moveTo>
                      <a:pt x="307598" y="900164"/>
                    </a:moveTo>
                    <a:lnTo>
                      <a:pt x="428383" y="779379"/>
                    </a:lnTo>
                    <a:moveTo>
                      <a:pt x="358989" y="1007617"/>
                    </a:moveTo>
                    <a:lnTo>
                      <a:pt x="428383" y="938223"/>
                    </a:lnTo>
                    <a:moveTo>
                      <a:pt x="410379" y="1115071"/>
                    </a:moveTo>
                    <a:lnTo>
                      <a:pt x="428383" y="109706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97" name="Контур"/>
              <p:cNvSpPr/>
              <p:nvPr/>
            </p:nvSpPr>
            <p:spPr>
              <a:xfrm>
                <a:off x="9846167" y="7661068"/>
                <a:ext cx="449833" cy="1159867"/>
              </a:xfrm>
              <a:custGeom>
                <a:avLst/>
                <a:gdLst/>
                <a:ahLst/>
                <a:cxnLst/>
                <a:rect l="l" t="t" r="r" b="b"/>
                <a:pathLst>
                  <a:path w="449833" h="1159867" fill="none">
                    <a:moveTo>
                      <a:pt x="449833" y="1159867"/>
                    </a:moveTo>
                    <a:lnTo>
                      <a:pt x="260460" y="763906"/>
                    </a:lnTo>
                    <a:lnTo>
                      <a:pt x="216900" y="672376"/>
                    </a:lnTo>
                    <a:lnTo>
                      <a:pt x="0" y="216796"/>
                    </a:lnTo>
                    <a:lnTo>
                      <a:pt x="449833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98" name="Контур"/>
              <p:cNvSpPr/>
              <p:nvPr/>
            </p:nvSpPr>
            <p:spPr>
              <a:xfrm>
                <a:off x="9487067" y="6942726"/>
                <a:ext cx="808933" cy="2150341"/>
              </a:xfrm>
              <a:custGeom>
                <a:avLst/>
                <a:gdLst/>
                <a:ahLst/>
                <a:cxnLst/>
                <a:rect l="l" t="t" r="r" b="b"/>
                <a:pathLst>
                  <a:path w="808933" h="2150341" fill="none">
                    <a:moveTo>
                      <a:pt x="0" y="407678"/>
                    </a:moveTo>
                    <a:lnTo>
                      <a:pt x="103811" y="303867"/>
                    </a:lnTo>
                    <a:moveTo>
                      <a:pt x="53083" y="513439"/>
                    </a:moveTo>
                    <a:lnTo>
                      <a:pt x="413256" y="153266"/>
                    </a:lnTo>
                    <a:moveTo>
                      <a:pt x="106166" y="619200"/>
                    </a:moveTo>
                    <a:lnTo>
                      <a:pt x="725366" y="0"/>
                    </a:lnTo>
                    <a:moveTo>
                      <a:pt x="159249" y="724961"/>
                    </a:moveTo>
                    <a:lnTo>
                      <a:pt x="808933" y="75277"/>
                    </a:lnTo>
                    <a:moveTo>
                      <a:pt x="211639" y="831415"/>
                    </a:moveTo>
                    <a:lnTo>
                      <a:pt x="808933" y="234121"/>
                    </a:lnTo>
                    <a:moveTo>
                      <a:pt x="261115" y="940783"/>
                    </a:moveTo>
                    <a:lnTo>
                      <a:pt x="808933" y="392965"/>
                    </a:lnTo>
                    <a:moveTo>
                      <a:pt x="310591" y="1050151"/>
                    </a:moveTo>
                    <a:lnTo>
                      <a:pt x="808933" y="551810"/>
                    </a:lnTo>
                    <a:moveTo>
                      <a:pt x="360067" y="1159520"/>
                    </a:moveTo>
                    <a:lnTo>
                      <a:pt x="808933" y="710654"/>
                    </a:lnTo>
                    <a:moveTo>
                      <a:pt x="410003" y="1268428"/>
                    </a:moveTo>
                    <a:lnTo>
                      <a:pt x="808933" y="869498"/>
                    </a:lnTo>
                    <a:moveTo>
                      <a:pt x="460479" y="1376796"/>
                    </a:moveTo>
                    <a:lnTo>
                      <a:pt x="808933" y="1028342"/>
                    </a:lnTo>
                    <a:moveTo>
                      <a:pt x="510955" y="1485164"/>
                    </a:moveTo>
                    <a:lnTo>
                      <a:pt x="577504" y="1418614"/>
                    </a:lnTo>
                    <a:moveTo>
                      <a:pt x="615215" y="1380904"/>
                    </a:moveTo>
                    <a:lnTo>
                      <a:pt x="808933" y="1187186"/>
                    </a:lnTo>
                    <a:moveTo>
                      <a:pt x="561430" y="1593533"/>
                    </a:moveTo>
                    <a:lnTo>
                      <a:pt x="808933" y="1346030"/>
                    </a:lnTo>
                    <a:moveTo>
                      <a:pt x="611905" y="1701902"/>
                    </a:moveTo>
                    <a:lnTo>
                      <a:pt x="808933" y="1504874"/>
                    </a:lnTo>
                    <a:moveTo>
                      <a:pt x="662380" y="1810271"/>
                    </a:moveTo>
                    <a:lnTo>
                      <a:pt x="808933" y="1663718"/>
                    </a:lnTo>
                    <a:moveTo>
                      <a:pt x="712854" y="1918641"/>
                    </a:moveTo>
                    <a:lnTo>
                      <a:pt x="808933" y="1822562"/>
                    </a:lnTo>
                    <a:moveTo>
                      <a:pt x="763329" y="2027010"/>
                    </a:moveTo>
                    <a:lnTo>
                      <a:pt x="808933" y="1981406"/>
                    </a:lnTo>
                    <a:moveTo>
                      <a:pt x="798842" y="2150341"/>
                    </a:moveTo>
                    <a:lnTo>
                      <a:pt x="808933" y="214025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99" name="Контур"/>
              <p:cNvSpPr/>
              <p:nvPr/>
            </p:nvSpPr>
            <p:spPr>
              <a:xfrm>
                <a:off x="9465101" y="6901690"/>
                <a:ext cx="830899" cy="2213993"/>
              </a:xfrm>
              <a:custGeom>
                <a:avLst/>
                <a:gdLst/>
                <a:ahLst/>
                <a:cxnLst/>
                <a:rect l="l" t="t" r="r" b="b"/>
                <a:pathLst>
                  <a:path w="830899" h="2213993" fill="none">
                    <a:moveTo>
                      <a:pt x="830899" y="2213993"/>
                    </a:moveTo>
                    <a:lnTo>
                      <a:pt x="773820" y="2086060"/>
                    </a:lnTo>
                    <a:lnTo>
                      <a:pt x="790290" y="2078770"/>
                    </a:lnTo>
                    <a:lnTo>
                      <a:pt x="551520" y="1566130"/>
                    </a:lnTo>
                    <a:lnTo>
                      <a:pt x="408780" y="1259680"/>
                    </a:lnTo>
                    <a:lnTo>
                      <a:pt x="224100" y="851440"/>
                    </a:lnTo>
                    <a:lnTo>
                      <a:pt x="0" y="404950"/>
                    </a:lnTo>
                    <a:lnTo>
                      <a:pt x="225090" y="297490"/>
                    </a:lnTo>
                    <a:lnTo>
                      <a:pt x="830899" y="0"/>
                    </a:lnTo>
                    <a:moveTo>
                      <a:pt x="592470" y="1434370"/>
                    </a:moveTo>
                    <a:lnTo>
                      <a:pt x="600660" y="1451560"/>
                    </a:lnTo>
                    <a:lnTo>
                      <a:pt x="596610" y="1453630"/>
                    </a:lnTo>
                    <a:lnTo>
                      <a:pt x="631890" y="1527880"/>
                    </a:lnTo>
                    <a:lnTo>
                      <a:pt x="681030" y="1504570"/>
                    </a:lnTo>
                    <a:lnTo>
                      <a:pt x="645660" y="1430050"/>
                    </a:lnTo>
                    <a:lnTo>
                      <a:pt x="642150" y="1431670"/>
                    </a:lnTo>
                    <a:lnTo>
                      <a:pt x="633510" y="1414750"/>
                    </a:lnTo>
                    <a:lnTo>
                      <a:pt x="592470" y="1434370"/>
                    </a:lnTo>
                    <a:lnTo>
                      <a:pt x="592470" y="143437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00" name="Контур"/>
              <p:cNvSpPr/>
              <p:nvPr/>
            </p:nvSpPr>
            <p:spPr>
              <a:xfrm>
                <a:off x="7401925" y="6541471"/>
                <a:ext cx="2894075" cy="1520015"/>
              </a:xfrm>
              <a:custGeom>
                <a:avLst/>
                <a:gdLst/>
                <a:ahLst/>
                <a:cxnLst/>
                <a:rect l="l" t="t" r="r" b="b"/>
                <a:pathLst>
                  <a:path w="2894075" h="1520015" fill="none">
                    <a:moveTo>
                      <a:pt x="0" y="1305635"/>
                    </a:moveTo>
                    <a:lnTo>
                      <a:pt x="7313" y="1298322"/>
                    </a:lnTo>
                    <a:moveTo>
                      <a:pt x="51666" y="1412812"/>
                    </a:moveTo>
                    <a:lnTo>
                      <a:pt x="217415" y="1247063"/>
                    </a:lnTo>
                    <a:moveTo>
                      <a:pt x="103308" y="1520015"/>
                    </a:moveTo>
                    <a:lnTo>
                      <a:pt x="135432" y="1487890"/>
                    </a:lnTo>
                    <a:moveTo>
                      <a:pt x="158829" y="1464494"/>
                    </a:moveTo>
                    <a:lnTo>
                      <a:pt x="521269" y="1102053"/>
                    </a:lnTo>
                    <a:moveTo>
                      <a:pt x="462711" y="1319456"/>
                    </a:moveTo>
                    <a:lnTo>
                      <a:pt x="825124" y="957043"/>
                    </a:lnTo>
                    <a:moveTo>
                      <a:pt x="766573" y="1174437"/>
                    </a:moveTo>
                    <a:lnTo>
                      <a:pt x="1128978" y="812032"/>
                    </a:lnTo>
                    <a:moveTo>
                      <a:pt x="1070433" y="1029421"/>
                    </a:moveTo>
                    <a:lnTo>
                      <a:pt x="1432827" y="667028"/>
                    </a:lnTo>
                    <a:moveTo>
                      <a:pt x="1374269" y="884430"/>
                    </a:moveTo>
                    <a:lnTo>
                      <a:pt x="1736656" y="522043"/>
                    </a:lnTo>
                    <a:moveTo>
                      <a:pt x="1678066" y="739477"/>
                    </a:moveTo>
                    <a:lnTo>
                      <a:pt x="2040486" y="377057"/>
                    </a:lnTo>
                    <a:moveTo>
                      <a:pt x="1981871" y="594516"/>
                    </a:moveTo>
                    <a:lnTo>
                      <a:pt x="2344316" y="232071"/>
                    </a:lnTo>
                    <a:moveTo>
                      <a:pt x="2285723" y="449509"/>
                    </a:moveTo>
                    <a:lnTo>
                      <a:pt x="2648145" y="87086"/>
                    </a:lnTo>
                    <a:moveTo>
                      <a:pt x="2589574" y="304501"/>
                    </a:moveTo>
                    <a:lnTo>
                      <a:pt x="2894075" y="0"/>
                    </a:lnTo>
                    <a:moveTo>
                      <a:pt x="2893426" y="159493"/>
                    </a:moveTo>
                    <a:lnTo>
                      <a:pt x="2894075" y="15884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01" name="Контур"/>
              <p:cNvSpPr/>
              <p:nvPr/>
            </p:nvSpPr>
            <p:spPr>
              <a:xfrm>
                <a:off x="7396187" y="6511201"/>
                <a:ext cx="2899813" cy="1575193"/>
              </a:xfrm>
              <a:custGeom>
                <a:avLst/>
                <a:gdLst/>
                <a:ahLst/>
                <a:cxnLst/>
                <a:rect l="l" t="t" r="r" b="b"/>
                <a:pathLst>
                  <a:path w="2899813" h="1575193" fill="none">
                    <a:moveTo>
                      <a:pt x="121050" y="1575193"/>
                    </a:moveTo>
                    <a:lnTo>
                      <a:pt x="111150" y="1554673"/>
                    </a:lnTo>
                    <a:lnTo>
                      <a:pt x="101610" y="1534783"/>
                    </a:lnTo>
                    <a:lnTo>
                      <a:pt x="0" y="1324003"/>
                    </a:lnTo>
                    <a:lnTo>
                      <a:pt x="72180" y="1349383"/>
                    </a:lnTo>
                    <a:lnTo>
                      <a:pt x="1363050" y="733333"/>
                    </a:lnTo>
                    <a:lnTo>
                      <a:pt x="2899813" y="0"/>
                    </a:lnTo>
                    <a:moveTo>
                      <a:pt x="2899813" y="189453"/>
                    </a:moveTo>
                    <a:lnTo>
                      <a:pt x="1941390" y="646843"/>
                    </a:lnTo>
                    <a:lnTo>
                      <a:pt x="1262340" y="970843"/>
                    </a:lnTo>
                    <a:lnTo>
                      <a:pt x="506880" y="1331383"/>
                    </a:lnTo>
                    <a:lnTo>
                      <a:pt x="146340" y="1503463"/>
                    </a:lnTo>
                    <a:lnTo>
                      <a:pt x="132030" y="1544143"/>
                    </a:lnTo>
                    <a:lnTo>
                      <a:pt x="121050" y="1575193"/>
                    </a:lnTo>
                    <a:lnTo>
                      <a:pt x="121050" y="1575193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02" name="Контур"/>
              <p:cNvSpPr/>
              <p:nvPr/>
            </p:nvSpPr>
            <p:spPr>
              <a:xfrm>
                <a:off x="7143645" y="4963933"/>
                <a:ext cx="3152355" cy="3097560"/>
              </a:xfrm>
              <a:custGeom>
                <a:avLst/>
                <a:gdLst/>
                <a:ahLst/>
                <a:cxnLst/>
                <a:rect l="l" t="t" r="r" b="b"/>
                <a:pathLst>
                  <a:path w="3152355" h="3097560" fill="none">
                    <a:moveTo>
                      <a:pt x="718773" y="834239"/>
                    </a:moveTo>
                    <a:lnTo>
                      <a:pt x="1274873" y="278139"/>
                    </a:lnTo>
                    <a:moveTo>
                      <a:pt x="768604" y="943252"/>
                    </a:moveTo>
                    <a:lnTo>
                      <a:pt x="1711856" y="0"/>
                    </a:lnTo>
                    <a:moveTo>
                      <a:pt x="788559" y="1082141"/>
                    </a:moveTo>
                    <a:lnTo>
                      <a:pt x="1760447" y="110253"/>
                    </a:lnTo>
                    <a:moveTo>
                      <a:pt x="839354" y="1190190"/>
                    </a:moveTo>
                    <a:lnTo>
                      <a:pt x="1809038" y="220506"/>
                    </a:lnTo>
                    <a:moveTo>
                      <a:pt x="890148" y="1298240"/>
                    </a:moveTo>
                    <a:lnTo>
                      <a:pt x="1857630" y="330758"/>
                    </a:lnTo>
                    <a:moveTo>
                      <a:pt x="0" y="2347232"/>
                    </a:moveTo>
                    <a:lnTo>
                      <a:pt x="96580" y="2250652"/>
                    </a:lnTo>
                    <a:moveTo>
                      <a:pt x="940943" y="1406289"/>
                    </a:moveTo>
                    <a:lnTo>
                      <a:pt x="1906221" y="441011"/>
                    </a:lnTo>
                    <a:moveTo>
                      <a:pt x="51656" y="2454421"/>
                    </a:moveTo>
                    <a:lnTo>
                      <a:pt x="148458" y="2357618"/>
                    </a:lnTo>
                    <a:moveTo>
                      <a:pt x="991737" y="1514339"/>
                    </a:moveTo>
                    <a:lnTo>
                      <a:pt x="1958025" y="548051"/>
                    </a:lnTo>
                    <a:moveTo>
                      <a:pt x="103311" y="2561609"/>
                    </a:moveTo>
                    <a:lnTo>
                      <a:pt x="200337" y="2464584"/>
                    </a:lnTo>
                    <a:moveTo>
                      <a:pt x="1042532" y="1622389"/>
                    </a:moveTo>
                    <a:lnTo>
                      <a:pt x="2010321" y="654599"/>
                    </a:lnTo>
                    <a:moveTo>
                      <a:pt x="154967" y="2668797"/>
                    </a:moveTo>
                    <a:lnTo>
                      <a:pt x="429113" y="2394651"/>
                    </a:lnTo>
                    <a:moveTo>
                      <a:pt x="1085793" y="1737971"/>
                    </a:moveTo>
                    <a:lnTo>
                      <a:pt x="2062618" y="761146"/>
                    </a:lnTo>
                    <a:moveTo>
                      <a:pt x="206623" y="2775986"/>
                    </a:moveTo>
                    <a:lnTo>
                      <a:pt x="2114915" y="867694"/>
                    </a:lnTo>
                    <a:moveTo>
                      <a:pt x="258278" y="2883174"/>
                    </a:moveTo>
                    <a:lnTo>
                      <a:pt x="2167211" y="974241"/>
                    </a:lnTo>
                    <a:moveTo>
                      <a:pt x="309929" y="2990367"/>
                    </a:moveTo>
                    <a:lnTo>
                      <a:pt x="2219508" y="1080789"/>
                    </a:lnTo>
                    <a:moveTo>
                      <a:pt x="361581" y="3097560"/>
                    </a:moveTo>
                    <a:lnTo>
                      <a:pt x="2271804" y="1187337"/>
                    </a:lnTo>
                    <a:moveTo>
                      <a:pt x="682531" y="2935454"/>
                    </a:moveTo>
                    <a:lnTo>
                      <a:pt x="2324101" y="1293884"/>
                    </a:lnTo>
                    <a:moveTo>
                      <a:pt x="1097421" y="2679408"/>
                    </a:moveTo>
                    <a:lnTo>
                      <a:pt x="2376397" y="1400432"/>
                    </a:lnTo>
                    <a:moveTo>
                      <a:pt x="1403596" y="2532077"/>
                    </a:moveTo>
                    <a:lnTo>
                      <a:pt x="2428694" y="1506979"/>
                    </a:lnTo>
                    <a:moveTo>
                      <a:pt x="1587806" y="2506711"/>
                    </a:moveTo>
                    <a:lnTo>
                      <a:pt x="2618821" y="1475696"/>
                    </a:lnTo>
                    <a:moveTo>
                      <a:pt x="1918130" y="2335230"/>
                    </a:moveTo>
                    <a:lnTo>
                      <a:pt x="2832535" y="1420826"/>
                    </a:lnTo>
                    <a:moveTo>
                      <a:pt x="2243271" y="2168934"/>
                    </a:moveTo>
                    <a:lnTo>
                      <a:pt x="2982782" y="1429423"/>
                    </a:lnTo>
                    <a:moveTo>
                      <a:pt x="2567261" y="2003788"/>
                    </a:moveTo>
                    <a:lnTo>
                      <a:pt x="3152355" y="1418694"/>
                    </a:lnTo>
                    <a:moveTo>
                      <a:pt x="2891768" y="1838125"/>
                    </a:moveTo>
                    <a:lnTo>
                      <a:pt x="3152355" y="157753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03" name="Контур"/>
              <p:cNvSpPr/>
              <p:nvPr/>
            </p:nvSpPr>
            <p:spPr>
              <a:xfrm>
                <a:off x="7103597" y="4919294"/>
                <a:ext cx="3192403" cy="3146580"/>
              </a:xfrm>
              <a:custGeom>
                <a:avLst/>
                <a:gdLst/>
                <a:ahLst/>
                <a:cxnLst/>
                <a:rect l="l" t="t" r="r" b="b"/>
                <a:pathLst>
                  <a:path w="3192403" h="3146580" fill="none">
                    <a:moveTo>
                      <a:pt x="712350" y="788850"/>
                    </a:moveTo>
                    <a:lnTo>
                      <a:pt x="1732230" y="0"/>
                    </a:lnTo>
                    <a:lnTo>
                      <a:pt x="1952730" y="500310"/>
                    </a:lnTo>
                    <a:lnTo>
                      <a:pt x="2477700" y="1569870"/>
                    </a:lnTo>
                    <a:lnTo>
                      <a:pt x="3007170" y="1430910"/>
                    </a:lnTo>
                    <a:lnTo>
                      <a:pt x="3027060" y="1485720"/>
                    </a:lnTo>
                    <a:lnTo>
                      <a:pt x="3192403" y="1428051"/>
                    </a:lnTo>
                    <a:moveTo>
                      <a:pt x="3192403" y="1749807"/>
                    </a:moveTo>
                    <a:lnTo>
                      <a:pt x="1566540" y="2583180"/>
                    </a:lnTo>
                    <a:lnTo>
                      <a:pt x="1537380" y="2531610"/>
                    </a:lnTo>
                    <a:lnTo>
                      <a:pt x="924660" y="2826450"/>
                    </a:lnTo>
                    <a:lnTo>
                      <a:pt x="741330" y="2968380"/>
                    </a:lnTo>
                    <a:lnTo>
                      <a:pt x="679950" y="3006720"/>
                    </a:lnTo>
                    <a:lnTo>
                      <a:pt x="403740" y="3146580"/>
                    </a:lnTo>
                    <a:lnTo>
                      <a:pt x="0" y="2308770"/>
                    </a:lnTo>
                    <a:lnTo>
                      <a:pt x="116190" y="2253150"/>
                    </a:lnTo>
                    <a:lnTo>
                      <a:pt x="267480" y="2565090"/>
                    </a:lnTo>
                    <a:lnTo>
                      <a:pt x="327330" y="2560230"/>
                    </a:lnTo>
                    <a:lnTo>
                      <a:pt x="799650" y="2157480"/>
                    </a:lnTo>
                    <a:lnTo>
                      <a:pt x="1139670" y="1856520"/>
                    </a:lnTo>
                    <a:lnTo>
                      <a:pt x="1118520" y="1743480"/>
                    </a:lnTo>
                    <a:lnTo>
                      <a:pt x="820620" y="1109790"/>
                    </a:lnTo>
                    <a:lnTo>
                      <a:pt x="856350" y="1092240"/>
                    </a:lnTo>
                    <a:lnTo>
                      <a:pt x="720630" y="795330"/>
                    </a:lnTo>
                    <a:lnTo>
                      <a:pt x="712350" y="788850"/>
                    </a:lnTo>
                    <a:lnTo>
                      <a:pt x="712350" y="78885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04" name="Контур"/>
              <p:cNvSpPr/>
              <p:nvPr/>
            </p:nvSpPr>
            <p:spPr>
              <a:xfrm>
                <a:off x="7523002" y="5783377"/>
                <a:ext cx="1787814" cy="938305"/>
              </a:xfrm>
              <a:custGeom>
                <a:avLst/>
                <a:gdLst/>
                <a:ahLst/>
                <a:cxnLst/>
                <a:rect l="l" t="t" r="r" b="b"/>
                <a:pathLst>
                  <a:path w="1787814" h="938305" fill="none">
                    <a:moveTo>
                      <a:pt x="0" y="830743"/>
                    </a:moveTo>
                    <a:lnTo>
                      <a:pt x="93208" y="737535"/>
                    </a:lnTo>
                    <a:moveTo>
                      <a:pt x="51282" y="938305"/>
                    </a:moveTo>
                    <a:lnTo>
                      <a:pt x="399631" y="589956"/>
                    </a:lnTo>
                    <a:moveTo>
                      <a:pt x="347886" y="800545"/>
                    </a:moveTo>
                    <a:lnTo>
                      <a:pt x="705983" y="442448"/>
                    </a:lnTo>
                    <a:moveTo>
                      <a:pt x="649813" y="657462"/>
                    </a:moveTo>
                    <a:lnTo>
                      <a:pt x="1012310" y="294966"/>
                    </a:lnTo>
                    <a:moveTo>
                      <a:pt x="841142" y="624977"/>
                    </a:moveTo>
                    <a:lnTo>
                      <a:pt x="1318636" y="147483"/>
                    </a:lnTo>
                    <a:moveTo>
                      <a:pt x="1075582" y="549381"/>
                    </a:moveTo>
                    <a:lnTo>
                      <a:pt x="1624963" y="0"/>
                    </a:lnTo>
                    <a:moveTo>
                      <a:pt x="1376215" y="407592"/>
                    </a:moveTo>
                    <a:lnTo>
                      <a:pt x="1735524" y="48283"/>
                    </a:lnTo>
                    <a:moveTo>
                      <a:pt x="1676848" y="265804"/>
                    </a:moveTo>
                    <a:lnTo>
                      <a:pt x="1787814" y="15483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05" name="Контур"/>
              <p:cNvSpPr/>
              <p:nvPr/>
            </p:nvSpPr>
            <p:spPr>
              <a:xfrm>
                <a:off x="7504277" y="5749544"/>
                <a:ext cx="1829970" cy="974430"/>
              </a:xfrm>
              <a:custGeom>
                <a:avLst/>
                <a:gdLst/>
                <a:ahLst/>
                <a:cxnLst/>
                <a:rect l="l" t="t" r="r" b="b"/>
                <a:pathLst>
                  <a:path w="1829970" h="974430" fill="none">
                    <a:moveTo>
                      <a:pt x="1829970" y="236250"/>
                    </a:moveTo>
                    <a:lnTo>
                      <a:pt x="873360" y="687420"/>
                    </a:lnTo>
                    <a:lnTo>
                      <a:pt x="837450" y="611280"/>
                    </a:lnTo>
                    <a:lnTo>
                      <a:pt x="623520" y="712620"/>
                    </a:lnTo>
                    <a:lnTo>
                      <a:pt x="71100" y="974430"/>
                    </a:lnTo>
                    <a:lnTo>
                      <a:pt x="0" y="825300"/>
                    </a:lnTo>
                    <a:lnTo>
                      <a:pt x="183240" y="737010"/>
                    </a:lnTo>
                    <a:lnTo>
                      <a:pt x="551610" y="559620"/>
                    </a:lnTo>
                    <a:lnTo>
                      <a:pt x="1713960" y="0"/>
                    </a:lnTo>
                    <a:lnTo>
                      <a:pt x="1803510" y="182520"/>
                    </a:lnTo>
                    <a:lnTo>
                      <a:pt x="1829970" y="23625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06" name="Контур"/>
              <p:cNvSpPr/>
              <p:nvPr/>
            </p:nvSpPr>
            <p:spPr>
              <a:xfrm>
                <a:off x="7382499" y="4725576"/>
                <a:ext cx="1823743" cy="1736038"/>
              </a:xfrm>
              <a:custGeom>
                <a:avLst/>
                <a:gdLst/>
                <a:ahLst/>
                <a:cxnLst/>
                <a:rect l="l" t="t" r="r" b="b"/>
                <a:pathLst>
                  <a:path w="1823743" h="1736038" fill="none">
                    <a:moveTo>
                      <a:pt x="0" y="1075983"/>
                    </a:moveTo>
                    <a:lnTo>
                      <a:pt x="12808" y="1063174"/>
                    </a:lnTo>
                    <a:moveTo>
                      <a:pt x="34881" y="1199945"/>
                    </a:moveTo>
                    <a:lnTo>
                      <a:pt x="348694" y="886132"/>
                    </a:lnTo>
                    <a:moveTo>
                      <a:pt x="391956" y="842870"/>
                    </a:moveTo>
                    <a:lnTo>
                      <a:pt x="713997" y="520830"/>
                    </a:lnTo>
                    <a:moveTo>
                      <a:pt x="86506" y="1307165"/>
                    </a:moveTo>
                    <a:lnTo>
                      <a:pt x="1393671" y="0"/>
                    </a:lnTo>
                    <a:moveTo>
                      <a:pt x="138131" y="1414384"/>
                    </a:moveTo>
                    <a:lnTo>
                      <a:pt x="1448437" y="104078"/>
                    </a:lnTo>
                    <a:moveTo>
                      <a:pt x="189757" y="1521602"/>
                    </a:moveTo>
                    <a:lnTo>
                      <a:pt x="1473002" y="238357"/>
                    </a:lnTo>
                    <a:moveTo>
                      <a:pt x="241383" y="1628820"/>
                    </a:moveTo>
                    <a:lnTo>
                      <a:pt x="1521593" y="348610"/>
                    </a:lnTo>
                    <a:moveTo>
                      <a:pt x="293009" y="1736038"/>
                    </a:moveTo>
                    <a:lnTo>
                      <a:pt x="1570184" y="458863"/>
                    </a:lnTo>
                    <a:moveTo>
                      <a:pt x="540134" y="1647757"/>
                    </a:moveTo>
                    <a:lnTo>
                      <a:pt x="1618776" y="569115"/>
                    </a:lnTo>
                    <a:moveTo>
                      <a:pt x="846486" y="1500249"/>
                    </a:moveTo>
                    <a:lnTo>
                      <a:pt x="1667367" y="679368"/>
                    </a:lnTo>
                    <a:moveTo>
                      <a:pt x="1152813" y="1352767"/>
                    </a:moveTo>
                    <a:lnTo>
                      <a:pt x="1719165" y="786415"/>
                    </a:lnTo>
                    <a:moveTo>
                      <a:pt x="1459139" y="1205284"/>
                    </a:moveTo>
                    <a:lnTo>
                      <a:pt x="1771454" y="892969"/>
                    </a:lnTo>
                    <a:moveTo>
                      <a:pt x="1765466" y="1057801"/>
                    </a:moveTo>
                    <a:lnTo>
                      <a:pt x="1823743" y="99952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07" name="Контур"/>
              <p:cNvSpPr/>
              <p:nvPr/>
            </p:nvSpPr>
            <p:spPr>
              <a:xfrm>
                <a:off x="7381067" y="4723004"/>
                <a:ext cx="1837170" cy="1763550"/>
              </a:xfrm>
              <a:custGeom>
                <a:avLst/>
                <a:gdLst/>
                <a:ahLst/>
                <a:cxnLst/>
                <a:rect l="l" t="t" r="r" b="b"/>
                <a:pathLst>
                  <a:path w="1837170" h="1763550" fill="none">
                    <a:moveTo>
                      <a:pt x="306450" y="1763550"/>
                    </a:moveTo>
                    <a:lnTo>
                      <a:pt x="7830" y="1143360"/>
                    </a:lnTo>
                    <a:lnTo>
                      <a:pt x="34020" y="1119420"/>
                    </a:lnTo>
                    <a:lnTo>
                      <a:pt x="0" y="1076760"/>
                    </a:lnTo>
                    <a:lnTo>
                      <a:pt x="256230" y="878580"/>
                    </a:lnTo>
                    <a:lnTo>
                      <a:pt x="282780" y="910260"/>
                    </a:lnTo>
                    <a:lnTo>
                      <a:pt x="334350" y="869310"/>
                    </a:lnTo>
                    <a:lnTo>
                      <a:pt x="367110" y="909630"/>
                    </a:lnTo>
                    <a:lnTo>
                      <a:pt x="415620" y="872100"/>
                    </a:lnTo>
                    <a:lnTo>
                      <a:pt x="356400" y="801090"/>
                    </a:lnTo>
                    <a:lnTo>
                      <a:pt x="1392120" y="0"/>
                    </a:lnTo>
                    <a:lnTo>
                      <a:pt x="1399950" y="6750"/>
                    </a:lnTo>
                    <a:lnTo>
                      <a:pt x="1471590" y="150120"/>
                    </a:lnTo>
                    <a:lnTo>
                      <a:pt x="1449810" y="156240"/>
                    </a:lnTo>
                    <a:lnTo>
                      <a:pt x="1447290" y="179100"/>
                    </a:lnTo>
                    <a:lnTo>
                      <a:pt x="1675260" y="696600"/>
                    </a:lnTo>
                    <a:lnTo>
                      <a:pt x="1837170" y="1026540"/>
                    </a:lnTo>
                    <a:lnTo>
                      <a:pt x="306450" y="176355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08" name="Контур"/>
              <p:cNvSpPr/>
              <p:nvPr/>
            </p:nvSpPr>
            <p:spPr>
              <a:xfrm>
                <a:off x="8415104" y="6044711"/>
                <a:ext cx="1880896" cy="1163788"/>
              </a:xfrm>
              <a:custGeom>
                <a:avLst/>
                <a:gdLst/>
                <a:ahLst/>
                <a:cxnLst/>
                <a:rect l="l" t="t" r="r" b="b"/>
                <a:pathLst>
                  <a:path w="1880896" h="1163788" fill="none">
                    <a:moveTo>
                      <a:pt x="0" y="471528"/>
                    </a:moveTo>
                    <a:lnTo>
                      <a:pt x="183480" y="288047"/>
                    </a:lnTo>
                    <a:moveTo>
                      <a:pt x="50979" y="579393"/>
                    </a:moveTo>
                    <a:lnTo>
                      <a:pt x="484113" y="146258"/>
                    </a:lnTo>
                    <a:moveTo>
                      <a:pt x="101958" y="687258"/>
                    </a:moveTo>
                    <a:lnTo>
                      <a:pt x="784746" y="4470"/>
                    </a:lnTo>
                    <a:moveTo>
                      <a:pt x="152937" y="795123"/>
                    </a:moveTo>
                    <a:lnTo>
                      <a:pt x="948059" y="0"/>
                    </a:lnTo>
                    <a:moveTo>
                      <a:pt x="203916" y="902988"/>
                    </a:moveTo>
                    <a:lnTo>
                      <a:pt x="1000353" y="106550"/>
                    </a:lnTo>
                    <a:moveTo>
                      <a:pt x="254895" y="1010853"/>
                    </a:moveTo>
                    <a:lnTo>
                      <a:pt x="1052647" y="213100"/>
                    </a:lnTo>
                    <a:moveTo>
                      <a:pt x="305874" y="1118718"/>
                    </a:moveTo>
                    <a:lnTo>
                      <a:pt x="1104941" y="319651"/>
                    </a:lnTo>
                    <a:moveTo>
                      <a:pt x="419648" y="1163788"/>
                    </a:moveTo>
                    <a:lnTo>
                      <a:pt x="1157235" y="426201"/>
                    </a:lnTo>
                    <a:moveTo>
                      <a:pt x="723477" y="1018803"/>
                    </a:moveTo>
                    <a:lnTo>
                      <a:pt x="1347362" y="394918"/>
                    </a:lnTo>
                    <a:moveTo>
                      <a:pt x="1027307" y="873817"/>
                    </a:moveTo>
                    <a:lnTo>
                      <a:pt x="1561076" y="340048"/>
                    </a:lnTo>
                    <a:moveTo>
                      <a:pt x="1331137" y="728831"/>
                    </a:moveTo>
                    <a:lnTo>
                      <a:pt x="1835651" y="224317"/>
                    </a:lnTo>
                    <a:moveTo>
                      <a:pt x="1634966" y="583846"/>
                    </a:moveTo>
                    <a:lnTo>
                      <a:pt x="1880896" y="33791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09" name="Контур"/>
              <p:cNvSpPr/>
              <p:nvPr/>
            </p:nvSpPr>
            <p:spPr>
              <a:xfrm>
                <a:off x="8377637" y="5985794"/>
                <a:ext cx="1918363" cy="1258740"/>
              </a:xfrm>
              <a:custGeom>
                <a:avLst/>
                <a:gdLst/>
                <a:ahLst/>
                <a:cxnLst/>
                <a:rect l="l" t="t" r="r" b="b"/>
                <a:pathLst>
                  <a:path w="1918363" h="1258740" fill="none">
                    <a:moveTo>
                      <a:pt x="1918363" y="525407"/>
                    </a:moveTo>
                    <a:lnTo>
                      <a:pt x="381600" y="1258740"/>
                    </a:lnTo>
                    <a:lnTo>
                      <a:pt x="375930" y="1246590"/>
                    </a:lnTo>
                    <a:lnTo>
                      <a:pt x="0" y="451170"/>
                    </a:lnTo>
                    <a:lnTo>
                      <a:pt x="956610" y="0"/>
                    </a:lnTo>
                    <a:lnTo>
                      <a:pt x="1203660" y="503370"/>
                    </a:lnTo>
                    <a:lnTo>
                      <a:pt x="1359450" y="464490"/>
                    </a:lnTo>
                    <a:lnTo>
                      <a:pt x="1382940" y="454320"/>
                    </a:lnTo>
                    <a:lnTo>
                      <a:pt x="1733130" y="364410"/>
                    </a:lnTo>
                    <a:lnTo>
                      <a:pt x="1918363" y="256997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10" name="Контур"/>
              <p:cNvSpPr/>
              <p:nvPr/>
            </p:nvSpPr>
            <p:spPr>
              <a:xfrm>
                <a:off x="9310867" y="5489054"/>
                <a:ext cx="925642" cy="449110"/>
              </a:xfrm>
              <a:custGeom>
                <a:avLst/>
                <a:gdLst/>
                <a:ahLst/>
                <a:cxnLst/>
                <a:rect l="l" t="t" r="r" b="b"/>
                <a:pathLst>
                  <a:path w="925642" h="449110" fill="none">
                    <a:moveTo>
                      <a:pt x="0" y="449110"/>
                    </a:moveTo>
                    <a:lnTo>
                      <a:pt x="14391" y="434719"/>
                    </a:lnTo>
                    <a:moveTo>
                      <a:pt x="179100" y="428854"/>
                    </a:moveTo>
                    <a:lnTo>
                      <a:pt x="318141" y="289812"/>
                    </a:lnTo>
                    <a:moveTo>
                      <a:pt x="482932" y="283866"/>
                    </a:moveTo>
                    <a:lnTo>
                      <a:pt x="621892" y="144906"/>
                    </a:lnTo>
                    <a:moveTo>
                      <a:pt x="786763" y="138878"/>
                    </a:moveTo>
                    <a:lnTo>
                      <a:pt x="925642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11" name="Контур"/>
              <p:cNvSpPr/>
              <p:nvPr/>
            </p:nvSpPr>
            <p:spPr>
              <a:xfrm>
                <a:off x="9307877" y="5460673"/>
                <a:ext cx="988123" cy="530341"/>
              </a:xfrm>
              <a:custGeom>
                <a:avLst/>
                <a:gdLst/>
                <a:ahLst/>
                <a:cxnLst/>
                <a:rect l="l" t="t" r="r" b="b"/>
                <a:pathLst>
                  <a:path w="988123" h="530341" fill="none">
                    <a:moveTo>
                      <a:pt x="28890" y="530341"/>
                    </a:moveTo>
                    <a:lnTo>
                      <a:pt x="0" y="471391"/>
                    </a:lnTo>
                    <a:lnTo>
                      <a:pt x="988123" y="0"/>
                    </a:lnTo>
                    <a:moveTo>
                      <a:pt x="988123" y="72598"/>
                    </a:moveTo>
                    <a:lnTo>
                      <a:pt x="28890" y="530341"/>
                    </a:lnTo>
                    <a:lnTo>
                      <a:pt x="28890" y="530341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12" name="Контур"/>
              <p:cNvSpPr/>
              <p:nvPr/>
            </p:nvSpPr>
            <p:spPr>
              <a:xfrm>
                <a:off x="8776196" y="4000605"/>
                <a:ext cx="1519804" cy="1923168"/>
              </a:xfrm>
              <a:custGeom>
                <a:avLst/>
                <a:gdLst/>
                <a:ahLst/>
                <a:cxnLst/>
                <a:rect l="l" t="t" r="r" b="b"/>
                <a:pathLst>
                  <a:path w="1519804" h="1923168" fill="none">
                    <a:moveTo>
                      <a:pt x="0" y="724945"/>
                    </a:moveTo>
                    <a:lnTo>
                      <a:pt x="21202" y="703742"/>
                    </a:lnTo>
                    <a:moveTo>
                      <a:pt x="54740" y="829049"/>
                    </a:moveTo>
                    <a:lnTo>
                      <a:pt x="722391" y="161398"/>
                    </a:lnTo>
                    <a:moveTo>
                      <a:pt x="79305" y="963328"/>
                    </a:moveTo>
                    <a:lnTo>
                      <a:pt x="1042633" y="0"/>
                    </a:lnTo>
                    <a:moveTo>
                      <a:pt x="127896" y="1073581"/>
                    </a:moveTo>
                    <a:lnTo>
                      <a:pt x="1093949" y="107527"/>
                    </a:lnTo>
                    <a:moveTo>
                      <a:pt x="176487" y="1183834"/>
                    </a:moveTo>
                    <a:lnTo>
                      <a:pt x="1145266" y="215055"/>
                    </a:lnTo>
                    <a:moveTo>
                      <a:pt x="225079" y="1294086"/>
                    </a:moveTo>
                    <a:lnTo>
                      <a:pt x="1196583" y="322582"/>
                    </a:lnTo>
                    <a:moveTo>
                      <a:pt x="273670" y="1404339"/>
                    </a:moveTo>
                    <a:lnTo>
                      <a:pt x="1247900" y="430109"/>
                    </a:lnTo>
                    <a:moveTo>
                      <a:pt x="325476" y="1511377"/>
                    </a:moveTo>
                    <a:lnTo>
                      <a:pt x="1299217" y="537636"/>
                    </a:lnTo>
                    <a:moveTo>
                      <a:pt x="377776" y="1617921"/>
                    </a:moveTo>
                    <a:lnTo>
                      <a:pt x="1104182" y="891516"/>
                    </a:lnTo>
                    <a:moveTo>
                      <a:pt x="1135684" y="860013"/>
                    </a:moveTo>
                    <a:lnTo>
                      <a:pt x="1350534" y="645163"/>
                    </a:lnTo>
                    <a:moveTo>
                      <a:pt x="430075" y="1724466"/>
                    </a:moveTo>
                    <a:lnTo>
                      <a:pt x="1401851" y="752691"/>
                    </a:lnTo>
                    <a:moveTo>
                      <a:pt x="482374" y="1831011"/>
                    </a:moveTo>
                    <a:lnTo>
                      <a:pt x="1453168" y="860218"/>
                    </a:lnTo>
                    <a:moveTo>
                      <a:pt x="549062" y="1923168"/>
                    </a:moveTo>
                    <a:lnTo>
                      <a:pt x="1504485" y="967745"/>
                    </a:lnTo>
                    <a:moveTo>
                      <a:pt x="852812" y="1778261"/>
                    </a:moveTo>
                    <a:lnTo>
                      <a:pt x="1519804" y="1111270"/>
                    </a:lnTo>
                    <a:moveTo>
                      <a:pt x="1156563" y="1633355"/>
                    </a:moveTo>
                    <a:lnTo>
                      <a:pt x="1519804" y="1270114"/>
                    </a:lnTo>
                    <a:moveTo>
                      <a:pt x="1460313" y="1488449"/>
                    </a:moveTo>
                    <a:lnTo>
                      <a:pt x="1519804" y="142895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13" name="Контур"/>
              <p:cNvSpPr/>
              <p:nvPr/>
            </p:nvSpPr>
            <p:spPr>
              <a:xfrm>
                <a:off x="8773277" y="3937574"/>
                <a:ext cx="1522723" cy="1994490"/>
              </a:xfrm>
              <a:custGeom>
                <a:avLst/>
                <a:gdLst/>
                <a:ahLst/>
                <a:cxnLst/>
                <a:rect l="l" t="t" r="r" b="b"/>
                <a:pathLst>
                  <a:path w="1522723" h="1994490" fill="none">
                    <a:moveTo>
                      <a:pt x="534600" y="1994490"/>
                    </a:moveTo>
                    <a:lnTo>
                      <a:pt x="283050" y="1482030"/>
                    </a:lnTo>
                    <a:lnTo>
                      <a:pt x="62550" y="981720"/>
                    </a:lnTo>
                    <a:lnTo>
                      <a:pt x="79380" y="935550"/>
                    </a:lnTo>
                    <a:lnTo>
                      <a:pt x="7740" y="792180"/>
                    </a:lnTo>
                    <a:lnTo>
                      <a:pt x="0" y="785430"/>
                    </a:lnTo>
                    <a:lnTo>
                      <a:pt x="1015470" y="0"/>
                    </a:lnTo>
                    <a:lnTo>
                      <a:pt x="1522723" y="1062876"/>
                    </a:lnTo>
                    <a:moveTo>
                      <a:pt x="1522723" y="1523099"/>
                    </a:moveTo>
                    <a:lnTo>
                      <a:pt x="534600" y="1994490"/>
                    </a:lnTo>
                    <a:lnTo>
                      <a:pt x="534600" y="1994490"/>
                    </a:lnTo>
                    <a:moveTo>
                      <a:pt x="204570" y="727560"/>
                    </a:moveTo>
                    <a:lnTo>
                      <a:pt x="166770" y="678420"/>
                    </a:lnTo>
                    <a:lnTo>
                      <a:pt x="101250" y="729720"/>
                    </a:lnTo>
                    <a:lnTo>
                      <a:pt x="139230" y="779040"/>
                    </a:lnTo>
                    <a:lnTo>
                      <a:pt x="204570" y="727560"/>
                    </a:lnTo>
                    <a:lnTo>
                      <a:pt x="204570" y="727560"/>
                    </a:lnTo>
                    <a:moveTo>
                      <a:pt x="1135440" y="1013400"/>
                    </a:moveTo>
                    <a:lnTo>
                      <a:pt x="1185750" y="991260"/>
                    </a:lnTo>
                    <a:lnTo>
                      <a:pt x="1150200" y="917820"/>
                    </a:lnTo>
                    <a:lnTo>
                      <a:pt x="1100250" y="940320"/>
                    </a:lnTo>
                    <a:lnTo>
                      <a:pt x="1135440" y="1013400"/>
                    </a:lnTo>
                    <a:lnTo>
                      <a:pt x="1135440" y="101340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14" name="Контур"/>
              <p:cNvSpPr/>
              <p:nvPr/>
            </p:nvSpPr>
            <p:spPr>
              <a:xfrm>
                <a:off x="4999532" y="1584000"/>
                <a:ext cx="2152892" cy="2152892"/>
              </a:xfrm>
              <a:custGeom>
                <a:avLst/>
                <a:gdLst/>
                <a:ahLst/>
                <a:cxnLst/>
                <a:rect l="l" t="t" r="r" b="b"/>
                <a:pathLst>
                  <a:path w="2152892" h="2152892" fill="none">
                    <a:moveTo>
                      <a:pt x="0" y="2152892"/>
                    </a:moveTo>
                    <a:lnTo>
                      <a:pt x="2152892" y="0"/>
                    </a:lnTo>
                    <a:moveTo>
                      <a:pt x="500367" y="1811369"/>
                    </a:moveTo>
                    <a:lnTo>
                      <a:pt x="1843537" y="468199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15" name="Контур"/>
              <p:cNvSpPr/>
              <p:nvPr/>
            </p:nvSpPr>
            <p:spPr>
              <a:xfrm>
                <a:off x="4926317" y="1584000"/>
                <a:ext cx="2290621" cy="2200484"/>
              </a:xfrm>
              <a:custGeom>
                <a:avLst/>
                <a:gdLst/>
                <a:ahLst/>
                <a:cxnLst/>
                <a:rect l="l" t="t" r="r" b="b"/>
                <a:pathLst>
                  <a:path w="2290621" h="2200484" fill="none">
                    <a:moveTo>
                      <a:pt x="131130" y="2200484"/>
                    </a:moveTo>
                    <a:lnTo>
                      <a:pt x="110430" y="2192564"/>
                    </a:lnTo>
                    <a:lnTo>
                      <a:pt x="0" y="2074844"/>
                    </a:lnTo>
                    <a:lnTo>
                      <a:pt x="220140" y="1888724"/>
                    </a:lnTo>
                    <a:lnTo>
                      <a:pt x="2000880" y="209234"/>
                    </a:lnTo>
                    <a:lnTo>
                      <a:pt x="2105370" y="58034"/>
                    </a:lnTo>
                    <a:lnTo>
                      <a:pt x="2166893" y="0"/>
                    </a:lnTo>
                    <a:moveTo>
                      <a:pt x="2290621" y="0"/>
                    </a:moveTo>
                    <a:lnTo>
                      <a:pt x="1859580" y="407054"/>
                    </a:lnTo>
                    <a:lnTo>
                      <a:pt x="1965780" y="520634"/>
                    </a:lnTo>
                    <a:lnTo>
                      <a:pt x="674550" y="1738604"/>
                    </a:lnTo>
                    <a:lnTo>
                      <a:pt x="604710" y="1835354"/>
                    </a:lnTo>
                    <a:lnTo>
                      <a:pt x="556470" y="1798184"/>
                    </a:lnTo>
                    <a:lnTo>
                      <a:pt x="521100" y="1836704"/>
                    </a:lnTo>
                    <a:lnTo>
                      <a:pt x="131130" y="2200484"/>
                    </a:lnTo>
                    <a:lnTo>
                      <a:pt x="131130" y="220048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16" name="Контур"/>
              <p:cNvSpPr/>
              <p:nvPr/>
            </p:nvSpPr>
            <p:spPr>
              <a:xfrm>
                <a:off x="4514259" y="2027518"/>
                <a:ext cx="1763515" cy="1423651"/>
              </a:xfrm>
              <a:custGeom>
                <a:avLst/>
                <a:gdLst/>
                <a:ahLst/>
                <a:cxnLst/>
                <a:rect l="l" t="t" r="r" b="b"/>
                <a:pathLst>
                  <a:path w="1763515" h="1423651" fill="none">
                    <a:moveTo>
                      <a:pt x="0" y="765050"/>
                    </a:moveTo>
                    <a:lnTo>
                      <a:pt x="765050" y="0"/>
                    </a:lnTo>
                    <a:moveTo>
                      <a:pt x="76519" y="847375"/>
                    </a:moveTo>
                    <a:lnTo>
                      <a:pt x="842149" y="81745"/>
                    </a:lnTo>
                    <a:moveTo>
                      <a:pt x="153038" y="929700"/>
                    </a:moveTo>
                    <a:lnTo>
                      <a:pt x="919248" y="163490"/>
                    </a:lnTo>
                    <a:moveTo>
                      <a:pt x="229557" y="1012025"/>
                    </a:moveTo>
                    <a:lnTo>
                      <a:pt x="996347" y="245235"/>
                    </a:lnTo>
                    <a:moveTo>
                      <a:pt x="306076" y="1094351"/>
                    </a:moveTo>
                    <a:lnTo>
                      <a:pt x="1073446" y="326980"/>
                    </a:lnTo>
                    <a:moveTo>
                      <a:pt x="382595" y="1176676"/>
                    </a:moveTo>
                    <a:lnTo>
                      <a:pt x="1150545" y="408725"/>
                    </a:lnTo>
                    <a:moveTo>
                      <a:pt x="459114" y="1259001"/>
                    </a:moveTo>
                    <a:lnTo>
                      <a:pt x="1227644" y="490470"/>
                    </a:lnTo>
                    <a:moveTo>
                      <a:pt x="535633" y="1341326"/>
                    </a:moveTo>
                    <a:lnTo>
                      <a:pt x="1686440" y="190518"/>
                    </a:lnTo>
                    <a:moveTo>
                      <a:pt x="612152" y="1423651"/>
                    </a:moveTo>
                    <a:lnTo>
                      <a:pt x="1763515" y="27228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17" name="Контур"/>
              <p:cNvSpPr/>
              <p:nvPr/>
            </p:nvSpPr>
            <p:spPr>
              <a:xfrm>
                <a:off x="4463261" y="1996010"/>
                <a:ext cx="1867320" cy="1476720"/>
              </a:xfrm>
              <a:custGeom>
                <a:avLst/>
                <a:gdLst/>
                <a:ahLst/>
                <a:cxnLst/>
                <a:rect l="l" t="t" r="r" b="b"/>
                <a:pathLst>
                  <a:path w="1867320" h="1476720" fill="none">
                    <a:moveTo>
                      <a:pt x="786330" y="0"/>
                    </a:moveTo>
                    <a:lnTo>
                      <a:pt x="1335960" y="582750"/>
                    </a:lnTo>
                    <a:lnTo>
                      <a:pt x="1728450" y="212490"/>
                    </a:lnTo>
                    <a:lnTo>
                      <a:pt x="1867320" y="359820"/>
                    </a:lnTo>
                    <a:lnTo>
                      <a:pt x="683190" y="1476720"/>
                    </a:lnTo>
                    <a:lnTo>
                      <a:pt x="0" y="741690"/>
                    </a:lnTo>
                    <a:lnTo>
                      <a:pt x="78633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18" name="Контур"/>
              <p:cNvSpPr/>
              <p:nvPr/>
            </p:nvSpPr>
            <p:spPr>
              <a:xfrm>
                <a:off x="5279315" y="1645854"/>
                <a:ext cx="844289" cy="872128"/>
              </a:xfrm>
              <a:custGeom>
                <a:avLst/>
                <a:gdLst/>
                <a:ahLst/>
                <a:cxnLst/>
                <a:rect l="l" t="t" r="r" b="b"/>
                <a:pathLst>
                  <a:path w="844289" h="872128" fill="none">
                    <a:moveTo>
                      <a:pt x="0" y="381658"/>
                    </a:moveTo>
                    <a:lnTo>
                      <a:pt x="381658" y="0"/>
                    </a:lnTo>
                    <a:moveTo>
                      <a:pt x="77099" y="463403"/>
                    </a:moveTo>
                    <a:lnTo>
                      <a:pt x="458763" y="81739"/>
                    </a:lnTo>
                    <a:moveTo>
                      <a:pt x="154198" y="545148"/>
                    </a:moveTo>
                    <a:lnTo>
                      <a:pt x="535868" y="163478"/>
                    </a:lnTo>
                    <a:moveTo>
                      <a:pt x="231297" y="626893"/>
                    </a:moveTo>
                    <a:lnTo>
                      <a:pt x="612973" y="245217"/>
                    </a:lnTo>
                    <a:moveTo>
                      <a:pt x="308396" y="708638"/>
                    </a:moveTo>
                    <a:lnTo>
                      <a:pt x="690079" y="326956"/>
                    </a:lnTo>
                    <a:moveTo>
                      <a:pt x="385495" y="790383"/>
                    </a:moveTo>
                    <a:lnTo>
                      <a:pt x="767184" y="408695"/>
                    </a:lnTo>
                    <a:moveTo>
                      <a:pt x="462594" y="872128"/>
                    </a:moveTo>
                    <a:lnTo>
                      <a:pt x="844289" y="49043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19" name="Контур"/>
              <p:cNvSpPr/>
              <p:nvPr/>
            </p:nvSpPr>
            <p:spPr>
              <a:xfrm>
                <a:off x="5249597" y="1625834"/>
                <a:ext cx="942120" cy="952920"/>
              </a:xfrm>
              <a:custGeom>
                <a:avLst/>
                <a:gdLst/>
                <a:ahLst/>
                <a:cxnLst/>
                <a:rect l="l" t="t" r="r" b="b"/>
                <a:pathLst>
                  <a:path w="942120" h="952920" fill="none">
                    <a:moveTo>
                      <a:pt x="392490" y="0"/>
                    </a:moveTo>
                    <a:lnTo>
                      <a:pt x="942120" y="582660"/>
                    </a:lnTo>
                    <a:lnTo>
                      <a:pt x="549630" y="952920"/>
                    </a:lnTo>
                    <a:lnTo>
                      <a:pt x="0" y="370170"/>
                    </a:lnTo>
                    <a:lnTo>
                      <a:pt x="39249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20" name="Контур"/>
              <p:cNvSpPr/>
              <p:nvPr/>
            </p:nvSpPr>
            <p:spPr>
              <a:xfrm>
                <a:off x="5660973" y="1584000"/>
                <a:ext cx="712314" cy="715800"/>
              </a:xfrm>
              <a:custGeom>
                <a:avLst/>
                <a:gdLst/>
                <a:ahLst/>
                <a:cxnLst/>
                <a:rect l="l" t="t" r="r" b="b"/>
                <a:pathLst>
                  <a:path w="712314" h="715800" fill="none">
                    <a:moveTo>
                      <a:pt x="0" y="61854"/>
                    </a:moveTo>
                    <a:lnTo>
                      <a:pt x="61854" y="0"/>
                    </a:lnTo>
                    <a:moveTo>
                      <a:pt x="77105" y="143593"/>
                    </a:moveTo>
                    <a:lnTo>
                      <a:pt x="172585" y="48113"/>
                    </a:lnTo>
                    <a:moveTo>
                      <a:pt x="154210" y="225332"/>
                    </a:moveTo>
                    <a:lnTo>
                      <a:pt x="249689" y="129853"/>
                    </a:lnTo>
                    <a:moveTo>
                      <a:pt x="231315" y="307071"/>
                    </a:moveTo>
                    <a:lnTo>
                      <a:pt x="326793" y="211593"/>
                    </a:lnTo>
                    <a:moveTo>
                      <a:pt x="308421" y="388810"/>
                    </a:moveTo>
                    <a:lnTo>
                      <a:pt x="403897" y="293333"/>
                    </a:lnTo>
                    <a:moveTo>
                      <a:pt x="385526" y="470549"/>
                    </a:moveTo>
                    <a:lnTo>
                      <a:pt x="481002" y="375073"/>
                    </a:lnTo>
                    <a:moveTo>
                      <a:pt x="462631" y="552288"/>
                    </a:moveTo>
                    <a:lnTo>
                      <a:pt x="558106" y="456813"/>
                    </a:lnTo>
                    <a:moveTo>
                      <a:pt x="539733" y="634030"/>
                    </a:moveTo>
                    <a:lnTo>
                      <a:pt x="635210" y="538553"/>
                    </a:lnTo>
                    <a:moveTo>
                      <a:pt x="616807" y="715800"/>
                    </a:moveTo>
                    <a:lnTo>
                      <a:pt x="712314" y="62029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21" name="Контур"/>
              <p:cNvSpPr/>
              <p:nvPr/>
            </p:nvSpPr>
            <p:spPr>
              <a:xfrm>
                <a:off x="5642087" y="1584000"/>
                <a:ext cx="786780" cy="771824"/>
              </a:xfrm>
              <a:custGeom>
                <a:avLst/>
                <a:gdLst/>
                <a:ahLst/>
                <a:cxnLst/>
                <a:rect l="l" t="t" r="r" b="b"/>
                <a:pathLst>
                  <a:path w="786780" h="771824" fill="none">
                    <a:moveTo>
                      <a:pt x="146086" y="0"/>
                    </a:moveTo>
                    <a:lnTo>
                      <a:pt x="786780" y="679214"/>
                    </a:lnTo>
                    <a:lnTo>
                      <a:pt x="688500" y="771824"/>
                    </a:lnTo>
                    <a:lnTo>
                      <a:pt x="549630" y="624494"/>
                    </a:lnTo>
                    <a:lnTo>
                      <a:pt x="0" y="41834"/>
                    </a:lnTo>
                    <a:lnTo>
                      <a:pt x="44355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22" name="Контур"/>
              <p:cNvSpPr/>
              <p:nvPr/>
            </p:nvSpPr>
            <p:spPr>
              <a:xfrm>
                <a:off x="5833558" y="1584000"/>
                <a:ext cx="1160022" cy="620292"/>
              </a:xfrm>
              <a:custGeom>
                <a:avLst/>
                <a:gdLst/>
                <a:ahLst/>
                <a:cxnLst/>
                <a:rect l="l" t="t" r="r" b="b"/>
                <a:pathLst>
                  <a:path w="1160022" h="620292" fill="none">
                    <a:moveTo>
                      <a:pt x="0" y="48113"/>
                    </a:moveTo>
                    <a:lnTo>
                      <a:pt x="48113" y="0"/>
                    </a:lnTo>
                    <a:moveTo>
                      <a:pt x="77104" y="129853"/>
                    </a:moveTo>
                    <a:lnTo>
                      <a:pt x="206957" y="0"/>
                    </a:lnTo>
                    <a:moveTo>
                      <a:pt x="154208" y="211593"/>
                    </a:moveTo>
                    <a:lnTo>
                      <a:pt x="365801" y="0"/>
                    </a:lnTo>
                    <a:moveTo>
                      <a:pt x="231312" y="293333"/>
                    </a:moveTo>
                    <a:lnTo>
                      <a:pt x="524645" y="0"/>
                    </a:lnTo>
                    <a:moveTo>
                      <a:pt x="308417" y="375073"/>
                    </a:moveTo>
                    <a:lnTo>
                      <a:pt x="683489" y="0"/>
                    </a:lnTo>
                    <a:moveTo>
                      <a:pt x="385521" y="456813"/>
                    </a:moveTo>
                    <a:lnTo>
                      <a:pt x="842333" y="0"/>
                    </a:lnTo>
                    <a:moveTo>
                      <a:pt x="462625" y="538553"/>
                    </a:moveTo>
                    <a:lnTo>
                      <a:pt x="1001178" y="0"/>
                    </a:lnTo>
                    <a:moveTo>
                      <a:pt x="539729" y="620292"/>
                    </a:moveTo>
                    <a:lnTo>
                      <a:pt x="1160022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23" name="Контур"/>
              <p:cNvSpPr/>
              <p:nvPr/>
            </p:nvSpPr>
            <p:spPr>
              <a:xfrm>
                <a:off x="5788173" y="1584000"/>
                <a:ext cx="1305040" cy="679214"/>
              </a:xfrm>
              <a:custGeom>
                <a:avLst/>
                <a:gdLst/>
                <a:ahLst/>
                <a:cxnLst/>
                <a:rect l="l" t="t" r="r" b="b"/>
                <a:pathLst>
                  <a:path w="1305040" h="679214" fill="none">
                    <a:moveTo>
                      <a:pt x="1305040" y="0"/>
                    </a:moveTo>
                    <a:lnTo>
                      <a:pt x="1243514" y="58034"/>
                    </a:lnTo>
                    <a:lnTo>
                      <a:pt x="1139024" y="209234"/>
                    </a:lnTo>
                    <a:lnTo>
                      <a:pt x="640694" y="679214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24" name="Контур"/>
              <p:cNvSpPr/>
              <p:nvPr/>
            </p:nvSpPr>
            <p:spPr>
              <a:xfrm>
                <a:off x="5063916" y="1584000"/>
                <a:ext cx="341223" cy="264104"/>
              </a:xfrm>
              <a:custGeom>
                <a:avLst/>
                <a:gdLst/>
                <a:ahLst/>
                <a:cxnLst/>
                <a:rect l="l" t="t" r="r" b="b"/>
                <a:pathLst>
                  <a:path w="341223" h="264104" fill="none">
                    <a:moveTo>
                      <a:pt x="0" y="182379"/>
                    </a:moveTo>
                    <a:lnTo>
                      <a:pt x="182379" y="0"/>
                    </a:lnTo>
                    <a:moveTo>
                      <a:pt x="77119" y="264104"/>
                    </a:moveTo>
                    <a:lnTo>
                      <a:pt x="341223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25" name="Контур"/>
              <p:cNvSpPr/>
              <p:nvPr/>
            </p:nvSpPr>
            <p:spPr>
              <a:xfrm>
                <a:off x="5025137" y="1584000"/>
                <a:ext cx="412172" cy="272234"/>
              </a:xfrm>
              <a:custGeom>
                <a:avLst/>
                <a:gdLst/>
                <a:ahLst/>
                <a:cxnLst/>
                <a:rect l="l" t="t" r="r" b="b"/>
                <a:pathLst>
                  <a:path w="412172" h="272234" fill="none">
                    <a:moveTo>
                      <a:pt x="0" y="141284"/>
                    </a:moveTo>
                    <a:lnTo>
                      <a:pt x="149779" y="0"/>
                    </a:lnTo>
                    <a:moveTo>
                      <a:pt x="412172" y="0"/>
                    </a:moveTo>
                    <a:lnTo>
                      <a:pt x="123570" y="272234"/>
                    </a:lnTo>
                    <a:lnTo>
                      <a:pt x="0" y="141284"/>
                    </a:lnTo>
                    <a:lnTo>
                      <a:pt x="0" y="14128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26" name="Контур"/>
              <p:cNvSpPr/>
              <p:nvPr/>
            </p:nvSpPr>
            <p:spPr>
              <a:xfrm>
                <a:off x="4913826" y="1584000"/>
                <a:ext cx="14781" cy="14781"/>
              </a:xfrm>
              <a:custGeom>
                <a:avLst/>
                <a:gdLst/>
                <a:ahLst/>
                <a:cxnLst/>
                <a:rect l="l" t="t" r="r" b="b"/>
                <a:pathLst>
                  <a:path w="14781" h="14781" fill="none">
                    <a:moveTo>
                      <a:pt x="0" y="14781"/>
                    </a:moveTo>
                    <a:lnTo>
                      <a:pt x="14781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27" name="Контур"/>
              <p:cNvSpPr/>
              <p:nvPr/>
            </p:nvSpPr>
            <p:spPr>
              <a:xfrm>
                <a:off x="4899888" y="1584000"/>
                <a:ext cx="117536" cy="58664"/>
              </a:xfrm>
              <a:custGeom>
                <a:avLst/>
                <a:gdLst/>
                <a:ahLst/>
                <a:cxnLst/>
                <a:rect l="l" t="t" r="r" b="b"/>
                <a:pathLst>
                  <a:path w="117536" h="58664" fill="none">
                    <a:moveTo>
                      <a:pt x="55319" y="58664"/>
                    </a:moveTo>
                    <a:lnTo>
                      <a:pt x="0" y="0"/>
                    </a:lnTo>
                    <a:moveTo>
                      <a:pt x="117536" y="0"/>
                    </a:moveTo>
                    <a:lnTo>
                      <a:pt x="55319" y="58664"/>
                    </a:lnTo>
                    <a:lnTo>
                      <a:pt x="55319" y="5866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28" name="Контур"/>
              <p:cNvSpPr/>
              <p:nvPr/>
            </p:nvSpPr>
            <p:spPr>
              <a:xfrm>
                <a:off x="4542334" y="8912027"/>
                <a:ext cx="3217717" cy="1275973"/>
              </a:xfrm>
              <a:custGeom>
                <a:avLst/>
                <a:gdLst/>
                <a:ahLst/>
                <a:cxnLst/>
                <a:rect l="l" t="t" r="r" b="b"/>
                <a:pathLst>
                  <a:path w="3217717" h="1275973" fill="none">
                    <a:moveTo>
                      <a:pt x="0" y="1159293"/>
                    </a:moveTo>
                    <a:lnTo>
                      <a:pt x="956764" y="202529"/>
                    </a:lnTo>
                    <a:moveTo>
                      <a:pt x="42164" y="1275973"/>
                    </a:moveTo>
                    <a:lnTo>
                      <a:pt x="1013225" y="304912"/>
                    </a:lnTo>
                    <a:moveTo>
                      <a:pt x="201008" y="1275973"/>
                    </a:moveTo>
                    <a:lnTo>
                      <a:pt x="1062610" y="414371"/>
                    </a:lnTo>
                    <a:moveTo>
                      <a:pt x="359852" y="1275973"/>
                    </a:moveTo>
                    <a:lnTo>
                      <a:pt x="1112004" y="523822"/>
                    </a:lnTo>
                    <a:moveTo>
                      <a:pt x="518696" y="1275973"/>
                    </a:moveTo>
                    <a:lnTo>
                      <a:pt x="1317066" y="477603"/>
                    </a:lnTo>
                    <a:moveTo>
                      <a:pt x="677541" y="1275973"/>
                    </a:moveTo>
                    <a:lnTo>
                      <a:pt x="1448603" y="504910"/>
                    </a:lnTo>
                    <a:moveTo>
                      <a:pt x="836385" y="1275973"/>
                    </a:moveTo>
                    <a:lnTo>
                      <a:pt x="1595172" y="517186"/>
                    </a:lnTo>
                    <a:moveTo>
                      <a:pt x="995229" y="1275973"/>
                    </a:moveTo>
                    <a:lnTo>
                      <a:pt x="1748461" y="522740"/>
                    </a:lnTo>
                    <a:moveTo>
                      <a:pt x="1154073" y="1275973"/>
                    </a:moveTo>
                    <a:lnTo>
                      <a:pt x="1972457" y="457588"/>
                    </a:lnTo>
                    <a:moveTo>
                      <a:pt x="1312917" y="1275973"/>
                    </a:moveTo>
                    <a:lnTo>
                      <a:pt x="2269353" y="319537"/>
                    </a:lnTo>
                    <a:moveTo>
                      <a:pt x="1471761" y="1275973"/>
                    </a:moveTo>
                    <a:lnTo>
                      <a:pt x="2566248" y="181486"/>
                    </a:lnTo>
                    <a:moveTo>
                      <a:pt x="1630605" y="1275973"/>
                    </a:moveTo>
                    <a:lnTo>
                      <a:pt x="1822593" y="1083985"/>
                    </a:lnTo>
                    <a:moveTo>
                      <a:pt x="1931976" y="974602"/>
                    </a:moveTo>
                    <a:lnTo>
                      <a:pt x="2863143" y="43435"/>
                    </a:lnTo>
                    <a:moveTo>
                      <a:pt x="1789449" y="1275973"/>
                    </a:moveTo>
                    <a:lnTo>
                      <a:pt x="1873698" y="1191724"/>
                    </a:lnTo>
                    <a:moveTo>
                      <a:pt x="2235520" y="829902"/>
                    </a:moveTo>
                    <a:lnTo>
                      <a:pt x="3065422" y="0"/>
                    </a:lnTo>
                    <a:moveTo>
                      <a:pt x="2539064" y="685202"/>
                    </a:moveTo>
                    <a:lnTo>
                      <a:pt x="3116187" y="108079"/>
                    </a:lnTo>
                    <a:moveTo>
                      <a:pt x="2807936" y="575174"/>
                    </a:moveTo>
                    <a:lnTo>
                      <a:pt x="3166952" y="216158"/>
                    </a:lnTo>
                    <a:moveTo>
                      <a:pt x="3025264" y="516691"/>
                    </a:moveTo>
                    <a:lnTo>
                      <a:pt x="3095932" y="446022"/>
                    </a:lnTo>
                    <a:moveTo>
                      <a:pt x="3182569" y="359385"/>
                    </a:moveTo>
                    <a:lnTo>
                      <a:pt x="3217717" y="32423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29" name="Контур"/>
              <p:cNvSpPr/>
              <p:nvPr/>
            </p:nvSpPr>
            <p:spPr>
              <a:xfrm>
                <a:off x="4497159" y="8870480"/>
                <a:ext cx="3271082" cy="1317520"/>
              </a:xfrm>
              <a:custGeom>
                <a:avLst/>
                <a:gdLst/>
                <a:ahLst/>
                <a:cxnLst/>
                <a:rect l="l" t="t" r="r" b="b"/>
                <a:pathLst>
                  <a:path w="3271082" h="1317520" fill="none">
                    <a:moveTo>
                      <a:pt x="3271082" y="383220"/>
                    </a:moveTo>
                    <a:lnTo>
                      <a:pt x="3146882" y="433980"/>
                    </a:lnTo>
                    <a:lnTo>
                      <a:pt x="3132932" y="468270"/>
                    </a:lnTo>
                    <a:lnTo>
                      <a:pt x="3161372" y="535410"/>
                    </a:lnTo>
                    <a:lnTo>
                      <a:pt x="3102872" y="558900"/>
                    </a:lnTo>
                    <a:lnTo>
                      <a:pt x="3097832" y="547380"/>
                    </a:lnTo>
                    <a:lnTo>
                      <a:pt x="3018812" y="578700"/>
                    </a:lnTo>
                    <a:lnTo>
                      <a:pt x="3000812" y="534870"/>
                    </a:lnTo>
                    <a:lnTo>
                      <a:pt x="2806412" y="642600"/>
                    </a:lnTo>
                    <a:lnTo>
                      <a:pt x="2690582" y="696150"/>
                    </a:lnTo>
                    <a:lnTo>
                      <a:pt x="2619572" y="718380"/>
                    </a:lnTo>
                    <a:lnTo>
                      <a:pt x="2616332" y="711450"/>
                    </a:lnTo>
                    <a:lnTo>
                      <a:pt x="1845662" y="1078830"/>
                    </a:lnTo>
                    <a:lnTo>
                      <a:pt x="1947092" y="1292760"/>
                    </a:lnTo>
                    <a:lnTo>
                      <a:pt x="1956096" y="1317520"/>
                    </a:lnTo>
                    <a:moveTo>
                      <a:pt x="0" y="1317520"/>
                    </a:moveTo>
                    <a:lnTo>
                      <a:pt x="70322" y="1135890"/>
                    </a:lnTo>
                    <a:lnTo>
                      <a:pt x="118292" y="1041120"/>
                    </a:lnTo>
                    <a:lnTo>
                      <a:pt x="175802" y="953280"/>
                    </a:lnTo>
                    <a:lnTo>
                      <a:pt x="578102" y="534420"/>
                    </a:lnTo>
                    <a:lnTo>
                      <a:pt x="909032" y="286470"/>
                    </a:lnTo>
                    <a:lnTo>
                      <a:pt x="921902" y="285480"/>
                    </a:lnTo>
                    <a:lnTo>
                      <a:pt x="1010282" y="239760"/>
                    </a:lnTo>
                    <a:lnTo>
                      <a:pt x="1159052" y="569520"/>
                    </a:lnTo>
                    <a:lnTo>
                      <a:pt x="1349672" y="493920"/>
                    </a:lnTo>
                    <a:lnTo>
                      <a:pt x="1374242" y="543240"/>
                    </a:lnTo>
                    <a:lnTo>
                      <a:pt x="1447862" y="511920"/>
                    </a:lnTo>
                    <a:lnTo>
                      <a:pt x="1468652" y="557640"/>
                    </a:lnTo>
                    <a:lnTo>
                      <a:pt x="1613642" y="493110"/>
                    </a:lnTo>
                    <a:lnTo>
                      <a:pt x="1651622" y="586440"/>
                    </a:lnTo>
                    <a:lnTo>
                      <a:pt x="1737212" y="548460"/>
                    </a:lnTo>
                    <a:lnTo>
                      <a:pt x="1745852" y="567900"/>
                    </a:lnTo>
                    <a:lnTo>
                      <a:pt x="1786802" y="549630"/>
                    </a:lnTo>
                    <a:lnTo>
                      <a:pt x="1808582" y="596340"/>
                    </a:lnTo>
                    <a:lnTo>
                      <a:pt x="3091082" y="0"/>
                    </a:lnTo>
                    <a:lnTo>
                      <a:pt x="3271082" y="383220"/>
                    </a:lnTo>
                    <a:lnTo>
                      <a:pt x="3271082" y="38322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30" name="Контур"/>
              <p:cNvSpPr/>
              <p:nvPr/>
            </p:nvSpPr>
            <p:spPr>
              <a:xfrm>
                <a:off x="6364927" y="9361406"/>
                <a:ext cx="1704054" cy="826594"/>
              </a:xfrm>
              <a:custGeom>
                <a:avLst/>
                <a:gdLst/>
                <a:ahLst/>
                <a:cxnLst/>
                <a:rect l="l" t="t" r="r" b="b"/>
                <a:pathLst>
                  <a:path w="1704054" h="826594" fill="none">
                    <a:moveTo>
                      <a:pt x="0" y="634606"/>
                    </a:moveTo>
                    <a:lnTo>
                      <a:pt x="109383" y="525223"/>
                    </a:lnTo>
                    <a:moveTo>
                      <a:pt x="51105" y="742345"/>
                    </a:moveTo>
                    <a:lnTo>
                      <a:pt x="412927" y="380523"/>
                    </a:lnTo>
                    <a:moveTo>
                      <a:pt x="125700" y="826594"/>
                    </a:moveTo>
                    <a:lnTo>
                      <a:pt x="716471" y="235823"/>
                    </a:lnTo>
                    <a:moveTo>
                      <a:pt x="284544" y="826594"/>
                    </a:moveTo>
                    <a:lnTo>
                      <a:pt x="985343" y="125795"/>
                    </a:lnTo>
                    <a:moveTo>
                      <a:pt x="443388" y="826594"/>
                    </a:moveTo>
                    <a:lnTo>
                      <a:pt x="1202671" y="67312"/>
                    </a:lnTo>
                    <a:moveTo>
                      <a:pt x="602232" y="826594"/>
                    </a:moveTo>
                    <a:lnTo>
                      <a:pt x="1428826" y="0"/>
                    </a:lnTo>
                    <a:moveTo>
                      <a:pt x="761076" y="826594"/>
                    </a:moveTo>
                    <a:lnTo>
                      <a:pt x="1498214" y="89456"/>
                    </a:lnTo>
                    <a:moveTo>
                      <a:pt x="919920" y="826594"/>
                    </a:moveTo>
                    <a:lnTo>
                      <a:pt x="1549674" y="196841"/>
                    </a:lnTo>
                    <a:moveTo>
                      <a:pt x="1186752" y="718606"/>
                    </a:moveTo>
                    <a:lnTo>
                      <a:pt x="1601134" y="304225"/>
                    </a:lnTo>
                    <a:moveTo>
                      <a:pt x="1374677" y="689525"/>
                    </a:moveTo>
                    <a:lnTo>
                      <a:pt x="1652594" y="411609"/>
                    </a:lnTo>
                    <a:moveTo>
                      <a:pt x="1630239" y="592808"/>
                    </a:moveTo>
                    <a:lnTo>
                      <a:pt x="1704054" y="51899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31" name="Контур"/>
              <p:cNvSpPr/>
              <p:nvPr/>
            </p:nvSpPr>
            <p:spPr>
              <a:xfrm>
                <a:off x="6342821" y="9353870"/>
                <a:ext cx="1743570" cy="834130"/>
              </a:xfrm>
              <a:custGeom>
                <a:avLst/>
                <a:gdLst/>
                <a:ahLst/>
                <a:cxnLst/>
                <a:rect l="l" t="t" r="r" b="b"/>
                <a:pathLst>
                  <a:path w="1743570" h="834130" fill="none">
                    <a:moveTo>
                      <a:pt x="1473840" y="0"/>
                    </a:moveTo>
                    <a:lnTo>
                      <a:pt x="1743570" y="562860"/>
                    </a:lnTo>
                    <a:lnTo>
                      <a:pt x="1446120" y="685080"/>
                    </a:lnTo>
                    <a:lnTo>
                      <a:pt x="1251180" y="732420"/>
                    </a:lnTo>
                    <a:lnTo>
                      <a:pt x="1180800" y="721980"/>
                    </a:lnTo>
                    <a:lnTo>
                      <a:pt x="945519" y="834130"/>
                    </a:lnTo>
                    <a:moveTo>
                      <a:pt x="110434" y="834130"/>
                    </a:moveTo>
                    <a:lnTo>
                      <a:pt x="101430" y="809370"/>
                    </a:lnTo>
                    <a:lnTo>
                      <a:pt x="0" y="595440"/>
                    </a:lnTo>
                    <a:lnTo>
                      <a:pt x="770670" y="228060"/>
                    </a:lnTo>
                    <a:lnTo>
                      <a:pt x="773910" y="234990"/>
                    </a:lnTo>
                    <a:lnTo>
                      <a:pt x="844920" y="212760"/>
                    </a:lnTo>
                    <a:lnTo>
                      <a:pt x="960750" y="159210"/>
                    </a:lnTo>
                    <a:lnTo>
                      <a:pt x="1155150" y="51480"/>
                    </a:lnTo>
                    <a:lnTo>
                      <a:pt x="1173150" y="95310"/>
                    </a:lnTo>
                    <a:lnTo>
                      <a:pt x="1252170" y="63990"/>
                    </a:lnTo>
                    <a:lnTo>
                      <a:pt x="1257210" y="75510"/>
                    </a:lnTo>
                    <a:lnTo>
                      <a:pt x="1473840" y="0"/>
                    </a:lnTo>
                    <a:lnTo>
                      <a:pt x="147384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32" name="Контур"/>
              <p:cNvSpPr/>
              <p:nvPr/>
            </p:nvSpPr>
            <p:spPr>
              <a:xfrm>
                <a:off x="7143645" y="4963933"/>
                <a:ext cx="3152355" cy="3097560"/>
              </a:xfrm>
              <a:custGeom>
                <a:avLst/>
                <a:gdLst/>
                <a:ahLst/>
                <a:cxnLst/>
                <a:rect l="l" t="t" r="r" b="b"/>
                <a:pathLst>
                  <a:path w="3152355" h="3097560" fill="none">
                    <a:moveTo>
                      <a:pt x="718773" y="834239"/>
                    </a:moveTo>
                    <a:lnTo>
                      <a:pt x="1274873" y="278139"/>
                    </a:lnTo>
                    <a:moveTo>
                      <a:pt x="768604" y="943252"/>
                    </a:moveTo>
                    <a:lnTo>
                      <a:pt x="1711856" y="0"/>
                    </a:lnTo>
                    <a:moveTo>
                      <a:pt x="788559" y="1082141"/>
                    </a:moveTo>
                    <a:lnTo>
                      <a:pt x="1760447" y="110253"/>
                    </a:lnTo>
                    <a:moveTo>
                      <a:pt x="839354" y="1190190"/>
                    </a:moveTo>
                    <a:lnTo>
                      <a:pt x="1809038" y="220506"/>
                    </a:lnTo>
                    <a:moveTo>
                      <a:pt x="890148" y="1298240"/>
                    </a:moveTo>
                    <a:lnTo>
                      <a:pt x="1857630" y="330758"/>
                    </a:lnTo>
                    <a:moveTo>
                      <a:pt x="0" y="2347232"/>
                    </a:moveTo>
                    <a:lnTo>
                      <a:pt x="96580" y="2250652"/>
                    </a:lnTo>
                    <a:moveTo>
                      <a:pt x="940943" y="1406289"/>
                    </a:moveTo>
                    <a:lnTo>
                      <a:pt x="1906221" y="441011"/>
                    </a:lnTo>
                    <a:moveTo>
                      <a:pt x="51656" y="2454421"/>
                    </a:moveTo>
                    <a:lnTo>
                      <a:pt x="148458" y="2357618"/>
                    </a:lnTo>
                    <a:moveTo>
                      <a:pt x="991737" y="1514339"/>
                    </a:moveTo>
                    <a:lnTo>
                      <a:pt x="1958025" y="548051"/>
                    </a:lnTo>
                    <a:moveTo>
                      <a:pt x="103311" y="2561609"/>
                    </a:moveTo>
                    <a:lnTo>
                      <a:pt x="200337" y="2464584"/>
                    </a:lnTo>
                    <a:moveTo>
                      <a:pt x="1042532" y="1622389"/>
                    </a:moveTo>
                    <a:lnTo>
                      <a:pt x="2010321" y="654599"/>
                    </a:lnTo>
                    <a:moveTo>
                      <a:pt x="154967" y="2668797"/>
                    </a:moveTo>
                    <a:lnTo>
                      <a:pt x="429113" y="2394651"/>
                    </a:lnTo>
                    <a:moveTo>
                      <a:pt x="1085793" y="1737971"/>
                    </a:moveTo>
                    <a:lnTo>
                      <a:pt x="2062618" y="761146"/>
                    </a:lnTo>
                    <a:moveTo>
                      <a:pt x="206623" y="2775986"/>
                    </a:moveTo>
                    <a:lnTo>
                      <a:pt x="2114915" y="867694"/>
                    </a:lnTo>
                    <a:moveTo>
                      <a:pt x="258278" y="2883174"/>
                    </a:moveTo>
                    <a:lnTo>
                      <a:pt x="2167211" y="974241"/>
                    </a:lnTo>
                    <a:moveTo>
                      <a:pt x="309929" y="2990367"/>
                    </a:moveTo>
                    <a:lnTo>
                      <a:pt x="2219508" y="1080789"/>
                    </a:lnTo>
                    <a:moveTo>
                      <a:pt x="361581" y="3097560"/>
                    </a:moveTo>
                    <a:lnTo>
                      <a:pt x="2271804" y="1187337"/>
                    </a:lnTo>
                    <a:moveTo>
                      <a:pt x="682531" y="2935454"/>
                    </a:moveTo>
                    <a:lnTo>
                      <a:pt x="2324101" y="1293884"/>
                    </a:lnTo>
                    <a:moveTo>
                      <a:pt x="1097421" y="2679408"/>
                    </a:moveTo>
                    <a:lnTo>
                      <a:pt x="2376397" y="1400432"/>
                    </a:lnTo>
                    <a:moveTo>
                      <a:pt x="1403596" y="2532077"/>
                    </a:moveTo>
                    <a:lnTo>
                      <a:pt x="2428694" y="1506979"/>
                    </a:lnTo>
                    <a:moveTo>
                      <a:pt x="1587806" y="2506711"/>
                    </a:moveTo>
                    <a:lnTo>
                      <a:pt x="2618821" y="1475696"/>
                    </a:lnTo>
                    <a:moveTo>
                      <a:pt x="1918130" y="2335230"/>
                    </a:moveTo>
                    <a:lnTo>
                      <a:pt x="2832535" y="1420826"/>
                    </a:lnTo>
                    <a:moveTo>
                      <a:pt x="2243271" y="2168934"/>
                    </a:moveTo>
                    <a:lnTo>
                      <a:pt x="2982782" y="1429423"/>
                    </a:lnTo>
                    <a:moveTo>
                      <a:pt x="2567261" y="2003788"/>
                    </a:moveTo>
                    <a:lnTo>
                      <a:pt x="3152355" y="1418694"/>
                    </a:lnTo>
                    <a:moveTo>
                      <a:pt x="2891768" y="1838125"/>
                    </a:moveTo>
                    <a:lnTo>
                      <a:pt x="3152355" y="157753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33" name="Контур"/>
              <p:cNvSpPr/>
              <p:nvPr/>
            </p:nvSpPr>
            <p:spPr>
              <a:xfrm>
                <a:off x="7103597" y="4919294"/>
                <a:ext cx="3192403" cy="3146580"/>
              </a:xfrm>
              <a:custGeom>
                <a:avLst/>
                <a:gdLst/>
                <a:ahLst/>
                <a:cxnLst/>
                <a:rect l="l" t="t" r="r" b="b"/>
                <a:pathLst>
                  <a:path w="3192403" h="3146580" fill="none">
                    <a:moveTo>
                      <a:pt x="712350" y="788850"/>
                    </a:moveTo>
                    <a:lnTo>
                      <a:pt x="1732230" y="0"/>
                    </a:lnTo>
                    <a:lnTo>
                      <a:pt x="1952730" y="500310"/>
                    </a:lnTo>
                    <a:lnTo>
                      <a:pt x="2477700" y="1569870"/>
                    </a:lnTo>
                    <a:lnTo>
                      <a:pt x="3007170" y="1430910"/>
                    </a:lnTo>
                    <a:lnTo>
                      <a:pt x="3027060" y="1485720"/>
                    </a:lnTo>
                    <a:lnTo>
                      <a:pt x="3192403" y="1428051"/>
                    </a:lnTo>
                    <a:moveTo>
                      <a:pt x="3192403" y="1749807"/>
                    </a:moveTo>
                    <a:lnTo>
                      <a:pt x="1566540" y="2583180"/>
                    </a:lnTo>
                    <a:lnTo>
                      <a:pt x="1537380" y="2531610"/>
                    </a:lnTo>
                    <a:lnTo>
                      <a:pt x="924660" y="2826450"/>
                    </a:lnTo>
                    <a:lnTo>
                      <a:pt x="741330" y="2968380"/>
                    </a:lnTo>
                    <a:lnTo>
                      <a:pt x="679950" y="3006720"/>
                    </a:lnTo>
                    <a:lnTo>
                      <a:pt x="403740" y="3146580"/>
                    </a:lnTo>
                    <a:lnTo>
                      <a:pt x="0" y="2308770"/>
                    </a:lnTo>
                    <a:lnTo>
                      <a:pt x="116190" y="2253150"/>
                    </a:lnTo>
                    <a:lnTo>
                      <a:pt x="267480" y="2565090"/>
                    </a:lnTo>
                    <a:lnTo>
                      <a:pt x="327330" y="2560230"/>
                    </a:lnTo>
                    <a:lnTo>
                      <a:pt x="799650" y="2157480"/>
                    </a:lnTo>
                    <a:lnTo>
                      <a:pt x="1139670" y="1856520"/>
                    </a:lnTo>
                    <a:lnTo>
                      <a:pt x="1118520" y="1743480"/>
                    </a:lnTo>
                    <a:lnTo>
                      <a:pt x="820620" y="1109790"/>
                    </a:lnTo>
                    <a:lnTo>
                      <a:pt x="856350" y="1092240"/>
                    </a:lnTo>
                    <a:lnTo>
                      <a:pt x="720630" y="795330"/>
                    </a:lnTo>
                    <a:lnTo>
                      <a:pt x="712350" y="788850"/>
                    </a:lnTo>
                    <a:lnTo>
                      <a:pt x="712350" y="78885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34" name="Контур"/>
              <p:cNvSpPr/>
              <p:nvPr/>
            </p:nvSpPr>
            <p:spPr>
              <a:xfrm>
                <a:off x="6781987" y="5925521"/>
                <a:ext cx="1938991" cy="1914272"/>
              </a:xfrm>
              <a:custGeom>
                <a:avLst/>
                <a:gdLst/>
                <a:ahLst/>
                <a:cxnLst/>
                <a:rect l="l" t="t" r="r" b="b"/>
                <a:pathLst>
                  <a:path w="1938991" h="1914272" fill="none">
                    <a:moveTo>
                      <a:pt x="0" y="635393"/>
                    </a:moveTo>
                    <a:lnTo>
                      <a:pt x="635393" y="0"/>
                    </a:lnTo>
                    <a:moveTo>
                      <a:pt x="51673" y="742565"/>
                    </a:moveTo>
                    <a:lnTo>
                      <a:pt x="687018" y="107220"/>
                    </a:lnTo>
                    <a:moveTo>
                      <a:pt x="103336" y="849746"/>
                    </a:moveTo>
                    <a:lnTo>
                      <a:pt x="738643" y="214439"/>
                    </a:lnTo>
                    <a:moveTo>
                      <a:pt x="154999" y="956927"/>
                    </a:moveTo>
                    <a:lnTo>
                      <a:pt x="790269" y="321657"/>
                    </a:lnTo>
                    <a:moveTo>
                      <a:pt x="206662" y="1064108"/>
                    </a:moveTo>
                    <a:lnTo>
                      <a:pt x="841895" y="428875"/>
                    </a:lnTo>
                    <a:moveTo>
                      <a:pt x="258325" y="1171289"/>
                    </a:moveTo>
                    <a:lnTo>
                      <a:pt x="741015" y="688599"/>
                    </a:lnTo>
                    <a:moveTo>
                      <a:pt x="834223" y="595391"/>
                    </a:moveTo>
                    <a:lnTo>
                      <a:pt x="893521" y="536093"/>
                    </a:lnTo>
                    <a:moveTo>
                      <a:pt x="309988" y="1278470"/>
                    </a:moveTo>
                    <a:lnTo>
                      <a:pt x="792297" y="796161"/>
                    </a:lnTo>
                    <a:moveTo>
                      <a:pt x="367775" y="1379527"/>
                    </a:moveTo>
                    <a:lnTo>
                      <a:pt x="1088901" y="658401"/>
                    </a:lnTo>
                    <a:moveTo>
                      <a:pt x="419568" y="1486578"/>
                    </a:moveTo>
                    <a:lnTo>
                      <a:pt x="1390828" y="515318"/>
                    </a:lnTo>
                    <a:moveTo>
                      <a:pt x="471362" y="1593629"/>
                    </a:moveTo>
                    <a:lnTo>
                      <a:pt x="1582157" y="482833"/>
                    </a:lnTo>
                    <a:moveTo>
                      <a:pt x="516647" y="1707188"/>
                    </a:moveTo>
                    <a:lnTo>
                      <a:pt x="1633117" y="590718"/>
                    </a:lnTo>
                    <a:moveTo>
                      <a:pt x="568291" y="1814387"/>
                    </a:moveTo>
                    <a:lnTo>
                      <a:pt x="1684096" y="698583"/>
                    </a:lnTo>
                    <a:moveTo>
                      <a:pt x="627251" y="1914272"/>
                    </a:moveTo>
                    <a:lnTo>
                      <a:pt x="1735075" y="806448"/>
                    </a:lnTo>
                    <a:moveTo>
                      <a:pt x="837353" y="1863013"/>
                    </a:moveTo>
                    <a:lnTo>
                      <a:pt x="1786054" y="914313"/>
                    </a:lnTo>
                    <a:moveTo>
                      <a:pt x="1141207" y="1718003"/>
                    </a:moveTo>
                    <a:lnTo>
                      <a:pt x="1837033" y="1022178"/>
                    </a:lnTo>
                    <a:moveTo>
                      <a:pt x="1445062" y="1572993"/>
                    </a:moveTo>
                    <a:lnTo>
                      <a:pt x="1888012" y="1130043"/>
                    </a:lnTo>
                    <a:moveTo>
                      <a:pt x="1748916" y="1427982"/>
                    </a:moveTo>
                    <a:lnTo>
                      <a:pt x="1938991" y="123790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35" name="Контур"/>
              <p:cNvSpPr/>
              <p:nvPr/>
            </p:nvSpPr>
            <p:spPr>
              <a:xfrm>
                <a:off x="6735227" y="5866364"/>
                <a:ext cx="2024010" cy="1994220"/>
              </a:xfrm>
              <a:custGeom>
                <a:avLst/>
                <a:gdLst/>
                <a:ahLst/>
                <a:cxnLst/>
                <a:rect l="l" t="t" r="r" b="b"/>
                <a:pathLst>
                  <a:path w="2024010" h="1994220" fill="none">
                    <a:moveTo>
                      <a:pt x="653670" y="0"/>
                    </a:moveTo>
                    <a:lnTo>
                      <a:pt x="747270" y="194400"/>
                    </a:lnTo>
                    <a:lnTo>
                      <a:pt x="952290" y="620190"/>
                    </a:lnTo>
                    <a:lnTo>
                      <a:pt x="769050" y="708480"/>
                    </a:lnTo>
                    <a:lnTo>
                      <a:pt x="840150" y="857610"/>
                    </a:lnTo>
                    <a:lnTo>
                      <a:pt x="1392570" y="595800"/>
                    </a:lnTo>
                    <a:lnTo>
                      <a:pt x="1606500" y="494460"/>
                    </a:lnTo>
                    <a:lnTo>
                      <a:pt x="1642410" y="570600"/>
                    </a:lnTo>
                    <a:lnTo>
                      <a:pt x="2018340" y="1366020"/>
                    </a:lnTo>
                    <a:lnTo>
                      <a:pt x="2024010" y="1378170"/>
                    </a:lnTo>
                    <a:lnTo>
                      <a:pt x="733140" y="1994220"/>
                    </a:lnTo>
                    <a:lnTo>
                      <a:pt x="660960" y="1968840"/>
                    </a:lnTo>
                    <a:lnTo>
                      <a:pt x="532620" y="1702440"/>
                    </a:lnTo>
                    <a:lnTo>
                      <a:pt x="540360" y="1698750"/>
                    </a:lnTo>
                    <a:lnTo>
                      <a:pt x="377550" y="1362240"/>
                    </a:lnTo>
                    <a:lnTo>
                      <a:pt x="370260" y="1365660"/>
                    </a:lnTo>
                    <a:lnTo>
                      <a:pt x="69930" y="742590"/>
                    </a:lnTo>
                    <a:lnTo>
                      <a:pt x="0" y="597600"/>
                    </a:lnTo>
                    <a:lnTo>
                      <a:pt x="65367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36" name="Контур"/>
              <p:cNvSpPr/>
              <p:nvPr/>
            </p:nvSpPr>
            <p:spPr>
              <a:xfrm>
                <a:off x="7143645" y="4963933"/>
                <a:ext cx="3152355" cy="3097560"/>
              </a:xfrm>
              <a:custGeom>
                <a:avLst/>
                <a:gdLst/>
                <a:ahLst/>
                <a:cxnLst/>
                <a:rect l="l" t="t" r="r" b="b"/>
                <a:pathLst>
                  <a:path w="3152355" h="3097560" fill="none">
                    <a:moveTo>
                      <a:pt x="718773" y="834239"/>
                    </a:moveTo>
                    <a:lnTo>
                      <a:pt x="1274873" y="278139"/>
                    </a:lnTo>
                    <a:moveTo>
                      <a:pt x="768604" y="943252"/>
                    </a:moveTo>
                    <a:lnTo>
                      <a:pt x="1711856" y="0"/>
                    </a:lnTo>
                    <a:moveTo>
                      <a:pt x="788559" y="1082141"/>
                    </a:moveTo>
                    <a:lnTo>
                      <a:pt x="1760447" y="110253"/>
                    </a:lnTo>
                    <a:moveTo>
                      <a:pt x="839354" y="1190190"/>
                    </a:moveTo>
                    <a:lnTo>
                      <a:pt x="1809038" y="220506"/>
                    </a:lnTo>
                    <a:moveTo>
                      <a:pt x="890148" y="1298240"/>
                    </a:moveTo>
                    <a:lnTo>
                      <a:pt x="1857630" y="330758"/>
                    </a:lnTo>
                    <a:moveTo>
                      <a:pt x="0" y="2347232"/>
                    </a:moveTo>
                    <a:lnTo>
                      <a:pt x="96580" y="2250652"/>
                    </a:lnTo>
                    <a:moveTo>
                      <a:pt x="940943" y="1406289"/>
                    </a:moveTo>
                    <a:lnTo>
                      <a:pt x="1906221" y="441011"/>
                    </a:lnTo>
                    <a:moveTo>
                      <a:pt x="51656" y="2454421"/>
                    </a:moveTo>
                    <a:lnTo>
                      <a:pt x="148458" y="2357618"/>
                    </a:lnTo>
                    <a:moveTo>
                      <a:pt x="991737" y="1514339"/>
                    </a:moveTo>
                    <a:lnTo>
                      <a:pt x="1958025" y="548051"/>
                    </a:lnTo>
                    <a:moveTo>
                      <a:pt x="103311" y="2561609"/>
                    </a:moveTo>
                    <a:lnTo>
                      <a:pt x="200337" y="2464584"/>
                    </a:lnTo>
                    <a:moveTo>
                      <a:pt x="1042532" y="1622389"/>
                    </a:moveTo>
                    <a:lnTo>
                      <a:pt x="2010321" y="654599"/>
                    </a:lnTo>
                    <a:moveTo>
                      <a:pt x="154967" y="2668797"/>
                    </a:moveTo>
                    <a:lnTo>
                      <a:pt x="429113" y="2394651"/>
                    </a:lnTo>
                    <a:moveTo>
                      <a:pt x="1085793" y="1737971"/>
                    </a:moveTo>
                    <a:lnTo>
                      <a:pt x="2062618" y="761146"/>
                    </a:lnTo>
                    <a:moveTo>
                      <a:pt x="206623" y="2775986"/>
                    </a:moveTo>
                    <a:lnTo>
                      <a:pt x="2114915" y="867694"/>
                    </a:lnTo>
                    <a:moveTo>
                      <a:pt x="258278" y="2883174"/>
                    </a:moveTo>
                    <a:lnTo>
                      <a:pt x="2167211" y="974241"/>
                    </a:lnTo>
                    <a:moveTo>
                      <a:pt x="309929" y="2990367"/>
                    </a:moveTo>
                    <a:lnTo>
                      <a:pt x="2219508" y="1080789"/>
                    </a:lnTo>
                    <a:moveTo>
                      <a:pt x="361581" y="3097560"/>
                    </a:moveTo>
                    <a:lnTo>
                      <a:pt x="2271804" y="1187337"/>
                    </a:lnTo>
                    <a:moveTo>
                      <a:pt x="682531" y="2935454"/>
                    </a:moveTo>
                    <a:lnTo>
                      <a:pt x="2324101" y="1293884"/>
                    </a:lnTo>
                    <a:moveTo>
                      <a:pt x="1097421" y="2679408"/>
                    </a:moveTo>
                    <a:lnTo>
                      <a:pt x="2376397" y="1400432"/>
                    </a:lnTo>
                    <a:moveTo>
                      <a:pt x="1403596" y="2532077"/>
                    </a:moveTo>
                    <a:lnTo>
                      <a:pt x="2428694" y="1506979"/>
                    </a:lnTo>
                    <a:moveTo>
                      <a:pt x="1587806" y="2506711"/>
                    </a:moveTo>
                    <a:lnTo>
                      <a:pt x="2618821" y="1475696"/>
                    </a:lnTo>
                    <a:moveTo>
                      <a:pt x="1918130" y="2335230"/>
                    </a:moveTo>
                    <a:lnTo>
                      <a:pt x="2832535" y="1420826"/>
                    </a:lnTo>
                    <a:moveTo>
                      <a:pt x="2243271" y="2168934"/>
                    </a:moveTo>
                    <a:lnTo>
                      <a:pt x="2982782" y="1429423"/>
                    </a:lnTo>
                    <a:moveTo>
                      <a:pt x="2567261" y="2003788"/>
                    </a:moveTo>
                    <a:lnTo>
                      <a:pt x="3152355" y="1418694"/>
                    </a:lnTo>
                    <a:moveTo>
                      <a:pt x="2891768" y="1838125"/>
                    </a:moveTo>
                    <a:lnTo>
                      <a:pt x="3152355" y="157753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37" name="Контур"/>
              <p:cNvSpPr/>
              <p:nvPr/>
            </p:nvSpPr>
            <p:spPr>
              <a:xfrm>
                <a:off x="7103597" y="4919294"/>
                <a:ext cx="3192403" cy="3146580"/>
              </a:xfrm>
              <a:custGeom>
                <a:avLst/>
                <a:gdLst/>
                <a:ahLst/>
                <a:cxnLst/>
                <a:rect l="l" t="t" r="r" b="b"/>
                <a:pathLst>
                  <a:path w="3192403" h="3146580" fill="none">
                    <a:moveTo>
                      <a:pt x="712350" y="788850"/>
                    </a:moveTo>
                    <a:lnTo>
                      <a:pt x="1732230" y="0"/>
                    </a:lnTo>
                    <a:lnTo>
                      <a:pt x="1952730" y="500310"/>
                    </a:lnTo>
                    <a:lnTo>
                      <a:pt x="2477700" y="1569870"/>
                    </a:lnTo>
                    <a:lnTo>
                      <a:pt x="3007170" y="1430910"/>
                    </a:lnTo>
                    <a:lnTo>
                      <a:pt x="3027060" y="1485720"/>
                    </a:lnTo>
                    <a:lnTo>
                      <a:pt x="3192403" y="1428051"/>
                    </a:lnTo>
                    <a:moveTo>
                      <a:pt x="3192403" y="1749807"/>
                    </a:moveTo>
                    <a:lnTo>
                      <a:pt x="1566540" y="2583180"/>
                    </a:lnTo>
                    <a:lnTo>
                      <a:pt x="1537380" y="2531610"/>
                    </a:lnTo>
                    <a:lnTo>
                      <a:pt x="924660" y="2826450"/>
                    </a:lnTo>
                    <a:lnTo>
                      <a:pt x="741330" y="2968380"/>
                    </a:lnTo>
                    <a:lnTo>
                      <a:pt x="679950" y="3006720"/>
                    </a:lnTo>
                    <a:lnTo>
                      <a:pt x="403740" y="3146580"/>
                    </a:lnTo>
                    <a:lnTo>
                      <a:pt x="0" y="2308770"/>
                    </a:lnTo>
                    <a:lnTo>
                      <a:pt x="116190" y="2253150"/>
                    </a:lnTo>
                    <a:lnTo>
                      <a:pt x="267480" y="2565090"/>
                    </a:lnTo>
                    <a:lnTo>
                      <a:pt x="327330" y="2560230"/>
                    </a:lnTo>
                    <a:lnTo>
                      <a:pt x="799650" y="2157480"/>
                    </a:lnTo>
                    <a:lnTo>
                      <a:pt x="1139670" y="1856520"/>
                    </a:lnTo>
                    <a:lnTo>
                      <a:pt x="1118520" y="1743480"/>
                    </a:lnTo>
                    <a:lnTo>
                      <a:pt x="820620" y="1109790"/>
                    </a:lnTo>
                    <a:lnTo>
                      <a:pt x="856350" y="1092240"/>
                    </a:lnTo>
                    <a:lnTo>
                      <a:pt x="720630" y="795330"/>
                    </a:lnTo>
                    <a:lnTo>
                      <a:pt x="712350" y="788850"/>
                    </a:lnTo>
                    <a:lnTo>
                      <a:pt x="712350" y="78885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38" name="Контур"/>
              <p:cNvSpPr/>
              <p:nvPr/>
            </p:nvSpPr>
            <p:spPr>
              <a:xfrm>
                <a:off x="4604672" y="7630983"/>
                <a:ext cx="1170093" cy="1075647"/>
              </a:xfrm>
              <a:custGeom>
                <a:avLst/>
                <a:gdLst/>
                <a:ahLst/>
                <a:cxnLst/>
                <a:rect l="l" t="t" r="r" b="b"/>
                <a:pathLst>
                  <a:path w="1170093" h="1075647" fill="none">
                    <a:moveTo>
                      <a:pt x="0" y="630715"/>
                    </a:moveTo>
                    <a:lnTo>
                      <a:pt x="296646" y="334068"/>
                    </a:lnTo>
                    <a:moveTo>
                      <a:pt x="58460" y="731099"/>
                    </a:moveTo>
                    <a:lnTo>
                      <a:pt x="789559" y="0"/>
                    </a:lnTo>
                    <a:moveTo>
                      <a:pt x="116920" y="831483"/>
                    </a:moveTo>
                    <a:lnTo>
                      <a:pt x="868906" y="79496"/>
                    </a:lnTo>
                    <a:moveTo>
                      <a:pt x="175379" y="931867"/>
                    </a:moveTo>
                    <a:lnTo>
                      <a:pt x="929937" y="177310"/>
                    </a:lnTo>
                    <a:moveTo>
                      <a:pt x="233839" y="1032251"/>
                    </a:moveTo>
                    <a:lnTo>
                      <a:pt x="990967" y="275123"/>
                    </a:lnTo>
                    <a:moveTo>
                      <a:pt x="349287" y="1075647"/>
                    </a:moveTo>
                    <a:lnTo>
                      <a:pt x="1051998" y="372937"/>
                    </a:lnTo>
                    <a:moveTo>
                      <a:pt x="666255" y="917524"/>
                    </a:moveTo>
                    <a:lnTo>
                      <a:pt x="1112969" y="470809"/>
                    </a:lnTo>
                    <a:moveTo>
                      <a:pt x="1013176" y="729447"/>
                    </a:moveTo>
                    <a:lnTo>
                      <a:pt x="1170093" y="57253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39" name="Контур"/>
              <p:cNvSpPr/>
              <p:nvPr/>
            </p:nvSpPr>
            <p:spPr>
              <a:xfrm>
                <a:off x="4566491" y="7615340"/>
                <a:ext cx="1211850" cy="1128960"/>
              </a:xfrm>
              <a:custGeom>
                <a:avLst/>
                <a:gdLst/>
                <a:ahLst/>
                <a:cxnLst/>
                <a:rect l="l" t="t" r="r" b="b"/>
                <a:pathLst>
                  <a:path w="1211850" h="1128960" fill="none">
                    <a:moveTo>
                      <a:pt x="870300" y="36180"/>
                    </a:moveTo>
                    <a:lnTo>
                      <a:pt x="1150290" y="484920"/>
                    </a:lnTo>
                    <a:lnTo>
                      <a:pt x="1211850" y="594540"/>
                    </a:lnTo>
                    <a:lnTo>
                      <a:pt x="1174140" y="684270"/>
                    </a:lnTo>
                    <a:lnTo>
                      <a:pt x="1162620" y="693090"/>
                    </a:lnTo>
                    <a:lnTo>
                      <a:pt x="998550" y="769770"/>
                    </a:lnTo>
                    <a:lnTo>
                      <a:pt x="627570" y="975870"/>
                    </a:lnTo>
                    <a:lnTo>
                      <a:pt x="605610" y="987570"/>
                    </a:lnTo>
                    <a:lnTo>
                      <a:pt x="575370" y="1000620"/>
                    </a:lnTo>
                    <a:lnTo>
                      <a:pt x="471780" y="1044720"/>
                    </a:lnTo>
                    <a:lnTo>
                      <a:pt x="390150" y="1089810"/>
                    </a:lnTo>
                    <a:lnTo>
                      <a:pt x="319230" y="1128960"/>
                    </a:lnTo>
                    <a:lnTo>
                      <a:pt x="9000" y="596250"/>
                    </a:lnTo>
                    <a:lnTo>
                      <a:pt x="0" y="580680"/>
                    </a:lnTo>
                    <a:lnTo>
                      <a:pt x="505440" y="232020"/>
                    </a:lnTo>
                    <a:lnTo>
                      <a:pt x="851040" y="0"/>
                    </a:lnTo>
                    <a:lnTo>
                      <a:pt x="870300" y="3618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40" name="Контур"/>
              <p:cNvSpPr/>
              <p:nvPr/>
            </p:nvSpPr>
            <p:spPr>
              <a:xfrm>
                <a:off x="1241214" y="3722461"/>
                <a:ext cx="391807" cy="1548932"/>
              </a:xfrm>
              <a:custGeom>
                <a:avLst/>
                <a:gdLst/>
                <a:ahLst/>
                <a:cxnLst/>
                <a:rect l="l" t="t" r="r" b="b"/>
                <a:pathLst>
                  <a:path w="391807" h="1548932" fill="none">
                    <a:moveTo>
                      <a:pt x="217629" y="60550"/>
                    </a:moveTo>
                    <a:lnTo>
                      <a:pt x="278180" y="0"/>
                    </a:lnTo>
                    <a:moveTo>
                      <a:pt x="275541" y="161482"/>
                    </a:moveTo>
                    <a:lnTo>
                      <a:pt x="343458" y="93566"/>
                    </a:lnTo>
                    <a:moveTo>
                      <a:pt x="267940" y="327927"/>
                    </a:moveTo>
                    <a:lnTo>
                      <a:pt x="372287" y="223580"/>
                    </a:lnTo>
                    <a:moveTo>
                      <a:pt x="200581" y="554130"/>
                    </a:moveTo>
                    <a:lnTo>
                      <a:pt x="391807" y="362905"/>
                    </a:lnTo>
                    <a:moveTo>
                      <a:pt x="148921" y="764634"/>
                    </a:moveTo>
                    <a:lnTo>
                      <a:pt x="390417" y="523138"/>
                    </a:lnTo>
                    <a:moveTo>
                      <a:pt x="120051" y="952349"/>
                    </a:moveTo>
                    <a:lnTo>
                      <a:pt x="371737" y="700662"/>
                    </a:lnTo>
                    <a:moveTo>
                      <a:pt x="90397" y="1140847"/>
                    </a:moveTo>
                    <a:lnTo>
                      <a:pt x="347352" y="883892"/>
                    </a:lnTo>
                    <a:moveTo>
                      <a:pt x="45198" y="1344889"/>
                    </a:moveTo>
                    <a:lnTo>
                      <a:pt x="297698" y="1092390"/>
                    </a:lnTo>
                    <a:moveTo>
                      <a:pt x="0" y="1548932"/>
                    </a:moveTo>
                    <a:lnTo>
                      <a:pt x="240252" y="1308679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41" name="Контур"/>
              <p:cNvSpPr/>
              <p:nvPr/>
            </p:nvSpPr>
            <p:spPr>
              <a:xfrm>
                <a:off x="1224251" y="3714020"/>
                <a:ext cx="411570" cy="1654110"/>
              </a:xfrm>
              <a:custGeom>
                <a:avLst/>
                <a:gdLst/>
                <a:ahLst/>
                <a:cxnLst/>
                <a:rect l="l" t="t" r="r" b="b"/>
                <a:pathLst>
                  <a:path w="411570" h="1654110" fill="none">
                    <a:moveTo>
                      <a:pt x="219690" y="43020"/>
                    </a:moveTo>
                    <a:lnTo>
                      <a:pt x="313560" y="0"/>
                    </a:lnTo>
                    <a:lnTo>
                      <a:pt x="362430" y="106380"/>
                    </a:lnTo>
                    <a:lnTo>
                      <a:pt x="407520" y="317610"/>
                    </a:lnTo>
                    <a:lnTo>
                      <a:pt x="411570" y="491760"/>
                    </a:lnTo>
                    <a:lnTo>
                      <a:pt x="374220" y="846720"/>
                    </a:lnTo>
                    <a:lnTo>
                      <a:pt x="382140" y="848070"/>
                    </a:lnTo>
                    <a:lnTo>
                      <a:pt x="376830" y="879480"/>
                    </a:lnTo>
                    <a:lnTo>
                      <a:pt x="367740" y="877950"/>
                    </a:lnTo>
                    <a:lnTo>
                      <a:pt x="273240" y="1274760"/>
                    </a:lnTo>
                    <a:lnTo>
                      <a:pt x="251280" y="1332810"/>
                    </a:lnTo>
                    <a:lnTo>
                      <a:pt x="192600" y="1452060"/>
                    </a:lnTo>
                    <a:lnTo>
                      <a:pt x="52920" y="1654110"/>
                    </a:lnTo>
                    <a:lnTo>
                      <a:pt x="0" y="1633950"/>
                    </a:lnTo>
                    <a:lnTo>
                      <a:pt x="109530" y="1139490"/>
                    </a:lnTo>
                    <a:lnTo>
                      <a:pt x="177660" y="696510"/>
                    </a:lnTo>
                    <a:lnTo>
                      <a:pt x="320130" y="218070"/>
                    </a:lnTo>
                    <a:lnTo>
                      <a:pt x="219690" y="4302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42" name="Контур"/>
              <p:cNvSpPr/>
              <p:nvPr/>
            </p:nvSpPr>
            <p:spPr>
              <a:xfrm>
                <a:off x="2335390" y="4357391"/>
                <a:ext cx="917819" cy="945650"/>
              </a:xfrm>
              <a:custGeom>
                <a:avLst/>
                <a:gdLst/>
                <a:ahLst/>
                <a:cxnLst/>
                <a:rect l="l" t="t" r="r" b="b"/>
                <a:pathLst>
                  <a:path w="917819" h="945650" fill="none">
                    <a:moveTo>
                      <a:pt x="0" y="455203"/>
                    </a:moveTo>
                    <a:lnTo>
                      <a:pt x="455202" y="0"/>
                    </a:lnTo>
                    <a:moveTo>
                      <a:pt x="77102" y="536944"/>
                    </a:moveTo>
                    <a:lnTo>
                      <a:pt x="532305" y="81741"/>
                    </a:lnTo>
                    <a:moveTo>
                      <a:pt x="154205" y="618685"/>
                    </a:moveTo>
                    <a:lnTo>
                      <a:pt x="609408" y="163482"/>
                    </a:lnTo>
                    <a:moveTo>
                      <a:pt x="231308" y="700426"/>
                    </a:moveTo>
                    <a:lnTo>
                      <a:pt x="686511" y="245224"/>
                    </a:lnTo>
                    <a:moveTo>
                      <a:pt x="308411" y="782168"/>
                    </a:moveTo>
                    <a:lnTo>
                      <a:pt x="763613" y="326965"/>
                    </a:lnTo>
                    <a:moveTo>
                      <a:pt x="385514" y="863909"/>
                    </a:moveTo>
                    <a:lnTo>
                      <a:pt x="840716" y="408706"/>
                    </a:lnTo>
                    <a:moveTo>
                      <a:pt x="462616" y="945650"/>
                    </a:moveTo>
                    <a:lnTo>
                      <a:pt x="917819" y="49044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43" name="Контур"/>
              <p:cNvSpPr/>
              <p:nvPr/>
            </p:nvSpPr>
            <p:spPr>
              <a:xfrm>
                <a:off x="2307677" y="4341674"/>
                <a:ext cx="999180" cy="1004580"/>
              </a:xfrm>
              <a:custGeom>
                <a:avLst/>
                <a:gdLst/>
                <a:ahLst/>
                <a:cxnLst/>
                <a:rect l="l" t="t" r="r" b="b"/>
                <a:pathLst>
                  <a:path w="999180" h="1004580" fill="none">
                    <a:moveTo>
                      <a:pt x="101160" y="346140"/>
                    </a:moveTo>
                    <a:lnTo>
                      <a:pt x="413190" y="51750"/>
                    </a:lnTo>
                    <a:lnTo>
                      <a:pt x="468090" y="0"/>
                    </a:lnTo>
                    <a:lnTo>
                      <a:pt x="999180" y="563040"/>
                    </a:lnTo>
                    <a:lnTo>
                      <a:pt x="531090" y="1004580"/>
                    </a:lnTo>
                    <a:lnTo>
                      <a:pt x="0" y="441540"/>
                    </a:lnTo>
                    <a:lnTo>
                      <a:pt x="101160" y="3461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44" name="Контур"/>
              <p:cNvSpPr/>
              <p:nvPr/>
            </p:nvSpPr>
            <p:spPr>
              <a:xfrm>
                <a:off x="2335390" y="4357391"/>
                <a:ext cx="917819" cy="945650"/>
              </a:xfrm>
              <a:custGeom>
                <a:avLst/>
                <a:gdLst/>
                <a:ahLst/>
                <a:cxnLst/>
                <a:rect l="l" t="t" r="r" b="b"/>
                <a:pathLst>
                  <a:path w="917819" h="945650" fill="none">
                    <a:moveTo>
                      <a:pt x="0" y="455203"/>
                    </a:moveTo>
                    <a:lnTo>
                      <a:pt x="455202" y="0"/>
                    </a:lnTo>
                    <a:moveTo>
                      <a:pt x="77102" y="536944"/>
                    </a:moveTo>
                    <a:lnTo>
                      <a:pt x="532305" y="81741"/>
                    </a:lnTo>
                    <a:moveTo>
                      <a:pt x="154205" y="618685"/>
                    </a:moveTo>
                    <a:lnTo>
                      <a:pt x="609408" y="163482"/>
                    </a:lnTo>
                    <a:moveTo>
                      <a:pt x="231308" y="700426"/>
                    </a:moveTo>
                    <a:lnTo>
                      <a:pt x="686511" y="245224"/>
                    </a:lnTo>
                    <a:moveTo>
                      <a:pt x="308411" y="782168"/>
                    </a:moveTo>
                    <a:lnTo>
                      <a:pt x="763613" y="326965"/>
                    </a:lnTo>
                    <a:moveTo>
                      <a:pt x="385514" y="863909"/>
                    </a:moveTo>
                    <a:lnTo>
                      <a:pt x="840716" y="408706"/>
                    </a:lnTo>
                    <a:moveTo>
                      <a:pt x="462616" y="945650"/>
                    </a:moveTo>
                    <a:lnTo>
                      <a:pt x="917819" y="49044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45" name="Контур"/>
              <p:cNvSpPr/>
              <p:nvPr/>
            </p:nvSpPr>
            <p:spPr>
              <a:xfrm>
                <a:off x="2307677" y="4341674"/>
                <a:ext cx="999180" cy="1004580"/>
              </a:xfrm>
              <a:custGeom>
                <a:avLst/>
                <a:gdLst/>
                <a:ahLst/>
                <a:cxnLst/>
                <a:rect l="l" t="t" r="r" b="b"/>
                <a:pathLst>
                  <a:path w="999180" h="1004580" fill="none">
                    <a:moveTo>
                      <a:pt x="101160" y="346140"/>
                    </a:moveTo>
                    <a:lnTo>
                      <a:pt x="413190" y="51750"/>
                    </a:lnTo>
                    <a:lnTo>
                      <a:pt x="468090" y="0"/>
                    </a:lnTo>
                    <a:lnTo>
                      <a:pt x="999180" y="563040"/>
                    </a:lnTo>
                    <a:lnTo>
                      <a:pt x="531090" y="1004580"/>
                    </a:lnTo>
                    <a:lnTo>
                      <a:pt x="0" y="441540"/>
                    </a:lnTo>
                    <a:lnTo>
                      <a:pt x="101160" y="3461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46" name="Контур"/>
              <p:cNvSpPr/>
              <p:nvPr/>
            </p:nvSpPr>
            <p:spPr>
              <a:xfrm>
                <a:off x="2335390" y="4357391"/>
                <a:ext cx="917819" cy="945650"/>
              </a:xfrm>
              <a:custGeom>
                <a:avLst/>
                <a:gdLst/>
                <a:ahLst/>
                <a:cxnLst/>
                <a:rect l="l" t="t" r="r" b="b"/>
                <a:pathLst>
                  <a:path w="917819" h="945650" fill="none">
                    <a:moveTo>
                      <a:pt x="0" y="455203"/>
                    </a:moveTo>
                    <a:lnTo>
                      <a:pt x="455202" y="0"/>
                    </a:lnTo>
                    <a:moveTo>
                      <a:pt x="77102" y="536944"/>
                    </a:moveTo>
                    <a:lnTo>
                      <a:pt x="532305" y="81741"/>
                    </a:lnTo>
                    <a:moveTo>
                      <a:pt x="154205" y="618685"/>
                    </a:moveTo>
                    <a:lnTo>
                      <a:pt x="609408" y="163482"/>
                    </a:lnTo>
                    <a:moveTo>
                      <a:pt x="231308" y="700426"/>
                    </a:moveTo>
                    <a:lnTo>
                      <a:pt x="686511" y="245224"/>
                    </a:lnTo>
                    <a:moveTo>
                      <a:pt x="308411" y="782168"/>
                    </a:moveTo>
                    <a:lnTo>
                      <a:pt x="763613" y="326965"/>
                    </a:lnTo>
                    <a:moveTo>
                      <a:pt x="385514" y="863909"/>
                    </a:moveTo>
                    <a:lnTo>
                      <a:pt x="840716" y="408706"/>
                    </a:lnTo>
                    <a:moveTo>
                      <a:pt x="462616" y="945650"/>
                    </a:moveTo>
                    <a:lnTo>
                      <a:pt x="917819" y="49044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47" name="Контур"/>
              <p:cNvSpPr/>
              <p:nvPr/>
            </p:nvSpPr>
            <p:spPr>
              <a:xfrm>
                <a:off x="2307677" y="4341674"/>
                <a:ext cx="999180" cy="1004580"/>
              </a:xfrm>
              <a:custGeom>
                <a:avLst/>
                <a:gdLst/>
                <a:ahLst/>
                <a:cxnLst/>
                <a:rect l="l" t="t" r="r" b="b"/>
                <a:pathLst>
                  <a:path w="999180" h="1004580" fill="none">
                    <a:moveTo>
                      <a:pt x="101160" y="346140"/>
                    </a:moveTo>
                    <a:lnTo>
                      <a:pt x="413190" y="51750"/>
                    </a:lnTo>
                    <a:lnTo>
                      <a:pt x="468090" y="0"/>
                    </a:lnTo>
                    <a:lnTo>
                      <a:pt x="999180" y="563040"/>
                    </a:lnTo>
                    <a:lnTo>
                      <a:pt x="531090" y="1004580"/>
                    </a:lnTo>
                    <a:lnTo>
                      <a:pt x="0" y="441540"/>
                    </a:lnTo>
                    <a:lnTo>
                      <a:pt x="101160" y="3461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48" name="Контур"/>
              <p:cNvSpPr/>
              <p:nvPr/>
            </p:nvSpPr>
            <p:spPr>
              <a:xfrm>
                <a:off x="1097077" y="5233895"/>
                <a:ext cx="144159" cy="102514"/>
              </a:xfrm>
              <a:custGeom>
                <a:avLst/>
                <a:gdLst/>
                <a:ahLst/>
                <a:cxnLst/>
                <a:rect l="l" t="t" r="r" b="b"/>
                <a:pathLst>
                  <a:path w="144159" h="102514" fill="none">
                    <a:moveTo>
                      <a:pt x="0" y="22791"/>
                    </a:moveTo>
                    <a:lnTo>
                      <a:pt x="22791" y="0"/>
                    </a:lnTo>
                    <a:moveTo>
                      <a:pt x="79120" y="102514"/>
                    </a:moveTo>
                    <a:lnTo>
                      <a:pt x="144159" y="3747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49" name="Контур"/>
              <p:cNvSpPr/>
              <p:nvPr/>
            </p:nvSpPr>
            <p:spPr>
              <a:xfrm>
                <a:off x="1074497" y="5147804"/>
                <a:ext cx="194130" cy="228870"/>
              </a:xfrm>
              <a:custGeom>
                <a:avLst/>
                <a:gdLst/>
                <a:ahLst/>
                <a:cxnLst/>
                <a:rect l="l" t="t" r="r" b="b"/>
                <a:pathLst>
                  <a:path w="194130" h="228870" fill="none">
                    <a:moveTo>
                      <a:pt x="0" y="86130"/>
                    </a:moveTo>
                    <a:lnTo>
                      <a:pt x="104130" y="86040"/>
                    </a:lnTo>
                    <a:lnTo>
                      <a:pt x="162360" y="30330"/>
                    </a:lnTo>
                    <a:lnTo>
                      <a:pt x="194130" y="0"/>
                    </a:lnTo>
                    <a:lnTo>
                      <a:pt x="149760" y="200160"/>
                    </a:lnTo>
                    <a:lnTo>
                      <a:pt x="141660" y="228870"/>
                    </a:lnTo>
                    <a:lnTo>
                      <a:pt x="0" y="8613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50" name="Контур"/>
              <p:cNvSpPr/>
              <p:nvPr/>
            </p:nvSpPr>
            <p:spPr>
              <a:xfrm>
                <a:off x="1241220" y="3722455"/>
                <a:ext cx="391807" cy="1548931"/>
              </a:xfrm>
              <a:custGeom>
                <a:avLst/>
                <a:gdLst/>
                <a:ahLst/>
                <a:cxnLst/>
                <a:rect l="l" t="t" r="r" b="b"/>
                <a:pathLst>
                  <a:path w="391807" h="1548931" fill="none">
                    <a:moveTo>
                      <a:pt x="217629" y="60550"/>
                    </a:moveTo>
                    <a:lnTo>
                      <a:pt x="278179" y="0"/>
                    </a:lnTo>
                    <a:moveTo>
                      <a:pt x="275541" y="161482"/>
                    </a:moveTo>
                    <a:lnTo>
                      <a:pt x="343458" y="93565"/>
                    </a:lnTo>
                    <a:moveTo>
                      <a:pt x="267941" y="327927"/>
                    </a:moveTo>
                    <a:lnTo>
                      <a:pt x="372287" y="223580"/>
                    </a:lnTo>
                    <a:moveTo>
                      <a:pt x="200582" y="554130"/>
                    </a:moveTo>
                    <a:lnTo>
                      <a:pt x="391807" y="362904"/>
                    </a:lnTo>
                    <a:moveTo>
                      <a:pt x="148922" y="764634"/>
                    </a:moveTo>
                    <a:lnTo>
                      <a:pt x="390417" y="523138"/>
                    </a:lnTo>
                    <a:moveTo>
                      <a:pt x="120051" y="952348"/>
                    </a:moveTo>
                    <a:lnTo>
                      <a:pt x="371738" y="700662"/>
                    </a:lnTo>
                    <a:moveTo>
                      <a:pt x="90397" y="1140847"/>
                    </a:moveTo>
                    <a:lnTo>
                      <a:pt x="347352" y="883891"/>
                    </a:lnTo>
                    <a:moveTo>
                      <a:pt x="45199" y="1344889"/>
                    </a:moveTo>
                    <a:lnTo>
                      <a:pt x="297699" y="1092389"/>
                    </a:lnTo>
                    <a:moveTo>
                      <a:pt x="0" y="1548931"/>
                    </a:moveTo>
                    <a:lnTo>
                      <a:pt x="240253" y="1308679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51" name="Контур"/>
              <p:cNvSpPr/>
              <p:nvPr/>
            </p:nvSpPr>
            <p:spPr>
              <a:xfrm>
                <a:off x="1224257" y="3714014"/>
                <a:ext cx="411570" cy="1654110"/>
              </a:xfrm>
              <a:custGeom>
                <a:avLst/>
                <a:gdLst/>
                <a:ahLst/>
                <a:cxnLst/>
                <a:rect l="l" t="t" r="r" b="b"/>
                <a:pathLst>
                  <a:path w="411570" h="1654110" fill="none">
                    <a:moveTo>
                      <a:pt x="219690" y="43020"/>
                    </a:moveTo>
                    <a:lnTo>
                      <a:pt x="313560" y="0"/>
                    </a:lnTo>
                    <a:lnTo>
                      <a:pt x="362430" y="106380"/>
                    </a:lnTo>
                    <a:lnTo>
                      <a:pt x="407520" y="317610"/>
                    </a:lnTo>
                    <a:lnTo>
                      <a:pt x="411570" y="491760"/>
                    </a:lnTo>
                    <a:lnTo>
                      <a:pt x="374220" y="846720"/>
                    </a:lnTo>
                    <a:lnTo>
                      <a:pt x="382140" y="848070"/>
                    </a:lnTo>
                    <a:lnTo>
                      <a:pt x="376830" y="879480"/>
                    </a:lnTo>
                    <a:lnTo>
                      <a:pt x="367740" y="877950"/>
                    </a:lnTo>
                    <a:lnTo>
                      <a:pt x="273240" y="1274760"/>
                    </a:lnTo>
                    <a:lnTo>
                      <a:pt x="251280" y="1332810"/>
                    </a:lnTo>
                    <a:lnTo>
                      <a:pt x="192600" y="1452060"/>
                    </a:lnTo>
                    <a:lnTo>
                      <a:pt x="52920" y="1654110"/>
                    </a:lnTo>
                    <a:lnTo>
                      <a:pt x="0" y="1633950"/>
                    </a:lnTo>
                    <a:lnTo>
                      <a:pt x="109530" y="1139490"/>
                    </a:lnTo>
                    <a:lnTo>
                      <a:pt x="177660" y="696510"/>
                    </a:lnTo>
                    <a:lnTo>
                      <a:pt x="320130" y="218070"/>
                    </a:lnTo>
                    <a:lnTo>
                      <a:pt x="219690" y="4302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52" name="Контур"/>
              <p:cNvSpPr/>
              <p:nvPr/>
            </p:nvSpPr>
            <p:spPr>
              <a:xfrm>
                <a:off x="1417591" y="2289665"/>
                <a:ext cx="1928949" cy="2964195"/>
              </a:xfrm>
              <a:custGeom>
                <a:avLst/>
                <a:gdLst/>
                <a:ahLst/>
                <a:cxnLst/>
                <a:rect l="l" t="t" r="r" b="b"/>
                <a:pathLst>
                  <a:path w="1928949" h="2964195" fill="none">
                    <a:moveTo>
                      <a:pt x="1829832" y="22455"/>
                    </a:moveTo>
                    <a:lnTo>
                      <a:pt x="1852286" y="0"/>
                    </a:lnTo>
                    <a:moveTo>
                      <a:pt x="1546114" y="465016"/>
                    </a:moveTo>
                    <a:lnTo>
                      <a:pt x="1928949" y="82182"/>
                    </a:lnTo>
                    <a:moveTo>
                      <a:pt x="1430705" y="739270"/>
                    </a:moveTo>
                    <a:lnTo>
                      <a:pt x="1755786" y="414189"/>
                    </a:lnTo>
                    <a:moveTo>
                      <a:pt x="1370718" y="958101"/>
                    </a:moveTo>
                    <a:lnTo>
                      <a:pt x="1634270" y="694548"/>
                    </a:lnTo>
                    <a:moveTo>
                      <a:pt x="1316937" y="1170726"/>
                    </a:moveTo>
                    <a:lnTo>
                      <a:pt x="1579217" y="908446"/>
                    </a:lnTo>
                    <a:moveTo>
                      <a:pt x="121350" y="2525157"/>
                    </a:moveTo>
                    <a:lnTo>
                      <a:pt x="220223" y="2426283"/>
                    </a:lnTo>
                    <a:moveTo>
                      <a:pt x="1244029" y="1402478"/>
                    </a:moveTo>
                    <a:lnTo>
                      <a:pt x="1524164" y="1122343"/>
                    </a:lnTo>
                    <a:moveTo>
                      <a:pt x="63875" y="2741475"/>
                    </a:moveTo>
                    <a:lnTo>
                      <a:pt x="1463265" y="1342086"/>
                    </a:lnTo>
                    <a:moveTo>
                      <a:pt x="0" y="2964195"/>
                    </a:moveTo>
                    <a:lnTo>
                      <a:pt x="1352469" y="161172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53" name="Контур"/>
              <p:cNvSpPr/>
              <p:nvPr/>
            </p:nvSpPr>
            <p:spPr>
              <a:xfrm>
                <a:off x="1375541" y="2227130"/>
                <a:ext cx="1997280" cy="3029130"/>
              </a:xfrm>
              <a:custGeom>
                <a:avLst/>
                <a:gdLst/>
                <a:ahLst/>
                <a:cxnLst/>
                <a:rect l="l" t="t" r="r" b="b"/>
                <a:pathLst>
                  <a:path w="1997280" h="3029130" fill="none">
                    <a:moveTo>
                      <a:pt x="1997280" y="172890"/>
                    </a:moveTo>
                    <a:lnTo>
                      <a:pt x="1911780" y="257130"/>
                    </a:lnTo>
                    <a:lnTo>
                      <a:pt x="1922130" y="320220"/>
                    </a:lnTo>
                    <a:lnTo>
                      <a:pt x="1755000" y="533700"/>
                    </a:lnTo>
                    <a:lnTo>
                      <a:pt x="1730070" y="581850"/>
                    </a:lnTo>
                    <a:lnTo>
                      <a:pt x="1691010" y="683190"/>
                    </a:lnTo>
                    <a:lnTo>
                      <a:pt x="1680120" y="742320"/>
                    </a:lnTo>
                    <a:lnTo>
                      <a:pt x="1519290" y="1367190"/>
                    </a:lnTo>
                    <a:lnTo>
                      <a:pt x="1424430" y="1621260"/>
                    </a:lnTo>
                    <a:lnTo>
                      <a:pt x="1299330" y="1842930"/>
                    </a:lnTo>
                    <a:lnTo>
                      <a:pt x="1148040" y="2024550"/>
                    </a:lnTo>
                    <a:lnTo>
                      <a:pt x="1073790" y="2104020"/>
                    </a:lnTo>
                    <a:lnTo>
                      <a:pt x="994590" y="2176380"/>
                    </a:lnTo>
                    <a:lnTo>
                      <a:pt x="906300" y="2238750"/>
                    </a:lnTo>
                    <a:lnTo>
                      <a:pt x="45810" y="3029130"/>
                    </a:lnTo>
                    <a:lnTo>
                      <a:pt x="0" y="2999880"/>
                    </a:lnTo>
                    <a:lnTo>
                      <a:pt x="41310" y="2938950"/>
                    </a:lnTo>
                    <a:lnTo>
                      <a:pt x="72810" y="2879730"/>
                    </a:lnTo>
                    <a:lnTo>
                      <a:pt x="121950" y="2761650"/>
                    </a:lnTo>
                    <a:lnTo>
                      <a:pt x="201960" y="2425860"/>
                    </a:lnTo>
                    <a:lnTo>
                      <a:pt x="223740" y="2465280"/>
                    </a:lnTo>
                    <a:lnTo>
                      <a:pt x="247590" y="2482380"/>
                    </a:lnTo>
                    <a:lnTo>
                      <a:pt x="275040" y="2492640"/>
                    </a:lnTo>
                    <a:lnTo>
                      <a:pt x="318780" y="2494080"/>
                    </a:lnTo>
                    <a:lnTo>
                      <a:pt x="346860" y="2485530"/>
                    </a:lnTo>
                    <a:lnTo>
                      <a:pt x="371790" y="2470050"/>
                    </a:lnTo>
                    <a:lnTo>
                      <a:pt x="989640" y="1897740"/>
                    </a:lnTo>
                    <a:lnTo>
                      <a:pt x="1091160" y="1789110"/>
                    </a:lnTo>
                    <a:lnTo>
                      <a:pt x="1179270" y="1669410"/>
                    </a:lnTo>
                    <a:lnTo>
                      <a:pt x="1253610" y="1539360"/>
                    </a:lnTo>
                    <a:lnTo>
                      <a:pt x="1297710" y="1438380"/>
                    </a:lnTo>
                    <a:lnTo>
                      <a:pt x="1333440" y="1334160"/>
                    </a:lnTo>
                    <a:lnTo>
                      <a:pt x="1443330" y="899730"/>
                    </a:lnTo>
                    <a:lnTo>
                      <a:pt x="1493820" y="731700"/>
                    </a:lnTo>
                    <a:lnTo>
                      <a:pt x="1564110" y="570870"/>
                    </a:lnTo>
                    <a:lnTo>
                      <a:pt x="1645470" y="424350"/>
                    </a:lnTo>
                    <a:lnTo>
                      <a:pt x="1684260" y="366480"/>
                    </a:lnTo>
                    <a:lnTo>
                      <a:pt x="1739880" y="292140"/>
                    </a:lnTo>
                    <a:lnTo>
                      <a:pt x="1840410" y="178380"/>
                    </a:lnTo>
                    <a:lnTo>
                      <a:pt x="1860480" y="144720"/>
                    </a:lnTo>
                    <a:lnTo>
                      <a:pt x="1871010" y="109890"/>
                    </a:lnTo>
                    <a:lnTo>
                      <a:pt x="1871460" y="76230"/>
                    </a:lnTo>
                    <a:lnTo>
                      <a:pt x="1863270" y="43110"/>
                    </a:lnTo>
                    <a:lnTo>
                      <a:pt x="1836000" y="0"/>
                    </a:lnTo>
                    <a:lnTo>
                      <a:pt x="1997280" y="17289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54" name="Контур"/>
              <p:cNvSpPr/>
              <p:nvPr/>
            </p:nvSpPr>
            <p:spPr>
              <a:xfrm>
                <a:off x="1417591" y="2289665"/>
                <a:ext cx="1928949" cy="2964195"/>
              </a:xfrm>
              <a:custGeom>
                <a:avLst/>
                <a:gdLst/>
                <a:ahLst/>
                <a:cxnLst/>
                <a:rect l="l" t="t" r="r" b="b"/>
                <a:pathLst>
                  <a:path w="1928949" h="2964195" fill="none">
                    <a:moveTo>
                      <a:pt x="1829832" y="22455"/>
                    </a:moveTo>
                    <a:lnTo>
                      <a:pt x="1852286" y="0"/>
                    </a:lnTo>
                    <a:moveTo>
                      <a:pt x="1546114" y="465016"/>
                    </a:moveTo>
                    <a:lnTo>
                      <a:pt x="1928949" y="82182"/>
                    </a:lnTo>
                    <a:moveTo>
                      <a:pt x="1430705" y="739270"/>
                    </a:moveTo>
                    <a:lnTo>
                      <a:pt x="1755786" y="414189"/>
                    </a:lnTo>
                    <a:moveTo>
                      <a:pt x="1370718" y="958101"/>
                    </a:moveTo>
                    <a:lnTo>
                      <a:pt x="1634270" y="694548"/>
                    </a:lnTo>
                    <a:moveTo>
                      <a:pt x="1316937" y="1170726"/>
                    </a:moveTo>
                    <a:lnTo>
                      <a:pt x="1579217" y="908446"/>
                    </a:lnTo>
                    <a:moveTo>
                      <a:pt x="121350" y="2525157"/>
                    </a:moveTo>
                    <a:lnTo>
                      <a:pt x="220223" y="2426283"/>
                    </a:lnTo>
                    <a:moveTo>
                      <a:pt x="1244029" y="1402478"/>
                    </a:moveTo>
                    <a:lnTo>
                      <a:pt x="1524164" y="1122343"/>
                    </a:lnTo>
                    <a:moveTo>
                      <a:pt x="63875" y="2741475"/>
                    </a:moveTo>
                    <a:lnTo>
                      <a:pt x="1463265" y="1342086"/>
                    </a:lnTo>
                    <a:moveTo>
                      <a:pt x="0" y="2964195"/>
                    </a:moveTo>
                    <a:lnTo>
                      <a:pt x="1352469" y="161172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55" name="Контур"/>
              <p:cNvSpPr/>
              <p:nvPr/>
            </p:nvSpPr>
            <p:spPr>
              <a:xfrm>
                <a:off x="1375541" y="2227130"/>
                <a:ext cx="1997280" cy="3029130"/>
              </a:xfrm>
              <a:custGeom>
                <a:avLst/>
                <a:gdLst/>
                <a:ahLst/>
                <a:cxnLst/>
                <a:rect l="l" t="t" r="r" b="b"/>
                <a:pathLst>
                  <a:path w="1997280" h="3029130" fill="none">
                    <a:moveTo>
                      <a:pt x="1997280" y="172890"/>
                    </a:moveTo>
                    <a:lnTo>
                      <a:pt x="1911780" y="257130"/>
                    </a:lnTo>
                    <a:lnTo>
                      <a:pt x="1922130" y="320220"/>
                    </a:lnTo>
                    <a:lnTo>
                      <a:pt x="1755000" y="533700"/>
                    </a:lnTo>
                    <a:lnTo>
                      <a:pt x="1730070" y="581850"/>
                    </a:lnTo>
                    <a:lnTo>
                      <a:pt x="1691010" y="683190"/>
                    </a:lnTo>
                    <a:lnTo>
                      <a:pt x="1680120" y="742320"/>
                    </a:lnTo>
                    <a:lnTo>
                      <a:pt x="1519290" y="1367190"/>
                    </a:lnTo>
                    <a:lnTo>
                      <a:pt x="1424430" y="1621260"/>
                    </a:lnTo>
                    <a:lnTo>
                      <a:pt x="1299330" y="1842930"/>
                    </a:lnTo>
                    <a:lnTo>
                      <a:pt x="1148040" y="2024550"/>
                    </a:lnTo>
                    <a:lnTo>
                      <a:pt x="1073790" y="2104020"/>
                    </a:lnTo>
                    <a:lnTo>
                      <a:pt x="994590" y="2176380"/>
                    </a:lnTo>
                    <a:lnTo>
                      <a:pt x="906300" y="2238750"/>
                    </a:lnTo>
                    <a:lnTo>
                      <a:pt x="45810" y="3029130"/>
                    </a:lnTo>
                    <a:lnTo>
                      <a:pt x="0" y="2999880"/>
                    </a:lnTo>
                    <a:lnTo>
                      <a:pt x="41310" y="2938950"/>
                    </a:lnTo>
                    <a:lnTo>
                      <a:pt x="72810" y="2879730"/>
                    </a:lnTo>
                    <a:lnTo>
                      <a:pt x="121950" y="2761650"/>
                    </a:lnTo>
                    <a:lnTo>
                      <a:pt x="201960" y="2425860"/>
                    </a:lnTo>
                    <a:lnTo>
                      <a:pt x="223740" y="2465280"/>
                    </a:lnTo>
                    <a:lnTo>
                      <a:pt x="247590" y="2482380"/>
                    </a:lnTo>
                    <a:lnTo>
                      <a:pt x="275040" y="2492640"/>
                    </a:lnTo>
                    <a:lnTo>
                      <a:pt x="318780" y="2494080"/>
                    </a:lnTo>
                    <a:lnTo>
                      <a:pt x="346860" y="2485530"/>
                    </a:lnTo>
                    <a:lnTo>
                      <a:pt x="371790" y="2470050"/>
                    </a:lnTo>
                    <a:lnTo>
                      <a:pt x="989640" y="1897740"/>
                    </a:lnTo>
                    <a:lnTo>
                      <a:pt x="1091160" y="1789110"/>
                    </a:lnTo>
                    <a:lnTo>
                      <a:pt x="1179270" y="1669410"/>
                    </a:lnTo>
                    <a:lnTo>
                      <a:pt x="1253610" y="1539360"/>
                    </a:lnTo>
                    <a:lnTo>
                      <a:pt x="1297710" y="1438380"/>
                    </a:lnTo>
                    <a:lnTo>
                      <a:pt x="1333440" y="1334160"/>
                    </a:lnTo>
                    <a:lnTo>
                      <a:pt x="1443330" y="899730"/>
                    </a:lnTo>
                    <a:lnTo>
                      <a:pt x="1493820" y="731700"/>
                    </a:lnTo>
                    <a:lnTo>
                      <a:pt x="1564110" y="570870"/>
                    </a:lnTo>
                    <a:lnTo>
                      <a:pt x="1645470" y="424350"/>
                    </a:lnTo>
                    <a:lnTo>
                      <a:pt x="1684260" y="366480"/>
                    </a:lnTo>
                    <a:lnTo>
                      <a:pt x="1739880" y="292140"/>
                    </a:lnTo>
                    <a:lnTo>
                      <a:pt x="1840410" y="178380"/>
                    </a:lnTo>
                    <a:lnTo>
                      <a:pt x="1860480" y="144720"/>
                    </a:lnTo>
                    <a:lnTo>
                      <a:pt x="1871010" y="109890"/>
                    </a:lnTo>
                    <a:lnTo>
                      <a:pt x="1871460" y="76230"/>
                    </a:lnTo>
                    <a:lnTo>
                      <a:pt x="1863270" y="43110"/>
                    </a:lnTo>
                    <a:lnTo>
                      <a:pt x="1836000" y="0"/>
                    </a:lnTo>
                    <a:lnTo>
                      <a:pt x="1997280" y="17289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56" name="Контур"/>
              <p:cNvSpPr/>
              <p:nvPr/>
            </p:nvSpPr>
            <p:spPr>
              <a:xfrm>
                <a:off x="2606874" y="4098388"/>
                <a:ext cx="896040" cy="912915"/>
              </a:xfrm>
              <a:custGeom>
                <a:avLst/>
                <a:gdLst/>
                <a:ahLst/>
                <a:cxnLst/>
                <a:rect l="l" t="t" r="r" b="b"/>
                <a:pathLst>
                  <a:path w="896040" h="912915" fill="none">
                    <a:moveTo>
                      <a:pt x="0" y="125033"/>
                    </a:moveTo>
                    <a:lnTo>
                      <a:pt x="125033" y="0"/>
                    </a:lnTo>
                    <a:moveTo>
                      <a:pt x="106645" y="177232"/>
                    </a:moveTo>
                    <a:lnTo>
                      <a:pt x="202134" y="81743"/>
                    </a:lnTo>
                    <a:moveTo>
                      <a:pt x="183747" y="258974"/>
                    </a:moveTo>
                    <a:lnTo>
                      <a:pt x="279235" y="163486"/>
                    </a:lnTo>
                    <a:moveTo>
                      <a:pt x="260848" y="340717"/>
                    </a:moveTo>
                    <a:lnTo>
                      <a:pt x="356335" y="245230"/>
                    </a:lnTo>
                    <a:moveTo>
                      <a:pt x="337950" y="422460"/>
                    </a:moveTo>
                    <a:lnTo>
                      <a:pt x="433436" y="326973"/>
                    </a:lnTo>
                    <a:moveTo>
                      <a:pt x="415051" y="504202"/>
                    </a:moveTo>
                    <a:lnTo>
                      <a:pt x="510537" y="408716"/>
                    </a:lnTo>
                    <a:moveTo>
                      <a:pt x="492153" y="585945"/>
                    </a:moveTo>
                    <a:lnTo>
                      <a:pt x="587637" y="490460"/>
                    </a:lnTo>
                    <a:moveTo>
                      <a:pt x="569254" y="667687"/>
                    </a:moveTo>
                    <a:lnTo>
                      <a:pt x="664738" y="572203"/>
                    </a:lnTo>
                    <a:moveTo>
                      <a:pt x="646355" y="749430"/>
                    </a:moveTo>
                    <a:lnTo>
                      <a:pt x="741839" y="653947"/>
                    </a:lnTo>
                    <a:moveTo>
                      <a:pt x="723457" y="831173"/>
                    </a:moveTo>
                    <a:lnTo>
                      <a:pt x="818939" y="735690"/>
                    </a:lnTo>
                    <a:moveTo>
                      <a:pt x="800558" y="912915"/>
                    </a:moveTo>
                    <a:lnTo>
                      <a:pt x="896040" y="81743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57" name="Контур"/>
              <p:cNvSpPr/>
              <p:nvPr/>
            </p:nvSpPr>
            <p:spPr>
              <a:xfrm>
                <a:off x="2546897" y="4001834"/>
                <a:ext cx="1048770" cy="1100340"/>
              </a:xfrm>
              <a:custGeom>
                <a:avLst/>
                <a:gdLst/>
                <a:ahLst/>
                <a:cxnLst/>
                <a:rect l="l" t="t" r="r" b="b"/>
                <a:pathLst>
                  <a:path w="1048770" h="1100340" fill="none">
                    <a:moveTo>
                      <a:pt x="181800" y="93150"/>
                    </a:moveTo>
                    <a:lnTo>
                      <a:pt x="972450" y="931410"/>
                    </a:lnTo>
                    <a:lnTo>
                      <a:pt x="1048770" y="933570"/>
                    </a:lnTo>
                    <a:lnTo>
                      <a:pt x="872010" y="1100340"/>
                    </a:lnTo>
                    <a:lnTo>
                      <a:pt x="874260" y="1024020"/>
                    </a:lnTo>
                    <a:lnTo>
                      <a:pt x="117720" y="221940"/>
                    </a:lnTo>
                    <a:lnTo>
                      <a:pt x="0" y="221220"/>
                    </a:lnTo>
                    <a:lnTo>
                      <a:pt x="114840" y="80460"/>
                    </a:lnTo>
                    <a:lnTo>
                      <a:pt x="127980" y="68220"/>
                    </a:lnTo>
                    <a:lnTo>
                      <a:pt x="166500" y="0"/>
                    </a:lnTo>
                    <a:lnTo>
                      <a:pt x="181800" y="9315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58" name="Контур"/>
              <p:cNvSpPr/>
              <p:nvPr/>
            </p:nvSpPr>
            <p:spPr>
              <a:xfrm>
                <a:off x="962048" y="4487089"/>
                <a:ext cx="428094" cy="661106"/>
              </a:xfrm>
              <a:custGeom>
                <a:avLst/>
                <a:gdLst/>
                <a:ahLst/>
                <a:cxnLst/>
                <a:rect l="l" t="t" r="r" b="b"/>
                <a:pathLst>
                  <a:path w="428094" h="661106" fill="none">
                    <a:moveTo>
                      <a:pt x="0" y="428094"/>
                    </a:moveTo>
                    <a:lnTo>
                      <a:pt x="428094" y="0"/>
                    </a:lnTo>
                    <a:moveTo>
                      <a:pt x="81173" y="505764"/>
                    </a:moveTo>
                    <a:lnTo>
                      <a:pt x="399223" y="187714"/>
                    </a:lnTo>
                    <a:moveTo>
                      <a:pt x="162347" y="583435"/>
                    </a:moveTo>
                    <a:lnTo>
                      <a:pt x="369570" y="376211"/>
                    </a:lnTo>
                    <a:moveTo>
                      <a:pt x="243520" y="661106"/>
                    </a:moveTo>
                    <a:lnTo>
                      <a:pt x="324400" y="58022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59" name="Контур"/>
              <p:cNvSpPr/>
              <p:nvPr/>
            </p:nvSpPr>
            <p:spPr>
              <a:xfrm>
                <a:off x="928157" y="4409534"/>
                <a:ext cx="473760" cy="768600"/>
              </a:xfrm>
              <a:custGeom>
                <a:avLst/>
                <a:gdLst/>
                <a:ahLst/>
                <a:cxnLst/>
                <a:rect l="l" t="t" r="r" b="b"/>
                <a:pathLst>
                  <a:path w="473760" h="768600" fill="none">
                    <a:moveTo>
                      <a:pt x="0" y="473220"/>
                    </a:moveTo>
                    <a:lnTo>
                      <a:pt x="452790" y="0"/>
                    </a:lnTo>
                    <a:lnTo>
                      <a:pt x="473760" y="990"/>
                    </a:lnTo>
                    <a:lnTo>
                      <a:pt x="405630" y="443970"/>
                    </a:lnTo>
                    <a:lnTo>
                      <a:pt x="340470" y="738270"/>
                    </a:lnTo>
                    <a:lnTo>
                      <a:pt x="308700" y="768600"/>
                    </a:lnTo>
                    <a:lnTo>
                      <a:pt x="0" y="47322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60" name="Контур"/>
              <p:cNvSpPr/>
              <p:nvPr/>
            </p:nvSpPr>
            <p:spPr>
              <a:xfrm>
                <a:off x="779077" y="1801952"/>
                <a:ext cx="1614589" cy="1565428"/>
              </a:xfrm>
              <a:custGeom>
                <a:avLst/>
                <a:gdLst/>
                <a:ahLst/>
                <a:cxnLst/>
                <a:rect l="l" t="t" r="r" b="b"/>
                <a:pathLst>
                  <a:path w="1614589" h="1565428" fill="none">
                    <a:moveTo>
                      <a:pt x="0" y="1072385"/>
                    </a:moveTo>
                    <a:lnTo>
                      <a:pt x="700260" y="372125"/>
                    </a:lnTo>
                    <a:moveTo>
                      <a:pt x="76670" y="1154559"/>
                    </a:moveTo>
                    <a:lnTo>
                      <a:pt x="1231229" y="0"/>
                    </a:lnTo>
                    <a:moveTo>
                      <a:pt x="153340" y="1236733"/>
                    </a:moveTo>
                    <a:lnTo>
                      <a:pt x="1307901" y="82172"/>
                    </a:lnTo>
                    <a:moveTo>
                      <a:pt x="230010" y="1318906"/>
                    </a:moveTo>
                    <a:lnTo>
                      <a:pt x="1384573" y="164344"/>
                    </a:lnTo>
                    <a:moveTo>
                      <a:pt x="306680" y="1401080"/>
                    </a:moveTo>
                    <a:lnTo>
                      <a:pt x="1461245" y="246516"/>
                    </a:lnTo>
                    <a:moveTo>
                      <a:pt x="383351" y="1483254"/>
                    </a:moveTo>
                    <a:lnTo>
                      <a:pt x="1537917" y="328688"/>
                    </a:lnTo>
                    <a:moveTo>
                      <a:pt x="460021" y="1565428"/>
                    </a:moveTo>
                    <a:lnTo>
                      <a:pt x="1614589" y="41086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61" name="Контур"/>
              <p:cNvSpPr/>
              <p:nvPr/>
            </p:nvSpPr>
            <p:spPr>
              <a:xfrm>
                <a:off x="755627" y="1736084"/>
                <a:ext cx="1700100" cy="1656000"/>
              </a:xfrm>
              <a:custGeom>
                <a:avLst/>
                <a:gdLst/>
                <a:ahLst/>
                <a:cxnLst/>
                <a:rect l="l" t="t" r="r" b="b"/>
                <a:pathLst>
                  <a:path w="1700100" h="1656000" fill="none">
                    <a:moveTo>
                      <a:pt x="1700100" y="543240"/>
                    </a:moveTo>
                    <a:lnTo>
                      <a:pt x="506520" y="1656000"/>
                    </a:lnTo>
                    <a:lnTo>
                      <a:pt x="0" y="1113120"/>
                    </a:lnTo>
                    <a:lnTo>
                      <a:pt x="1193220" y="0"/>
                    </a:lnTo>
                    <a:lnTo>
                      <a:pt x="1700100" y="5432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62" name="Контур"/>
              <p:cNvSpPr/>
              <p:nvPr/>
            </p:nvSpPr>
            <p:spPr>
              <a:xfrm>
                <a:off x="1315750" y="2295008"/>
                <a:ext cx="1614601" cy="1970674"/>
              </a:xfrm>
              <a:custGeom>
                <a:avLst/>
                <a:gdLst/>
                <a:ahLst/>
                <a:cxnLst/>
                <a:rect l="l" t="t" r="r" b="b"/>
                <a:pathLst>
                  <a:path w="1614601" h="1970674" fill="none">
                    <a:moveTo>
                      <a:pt x="0" y="1154564"/>
                    </a:moveTo>
                    <a:lnTo>
                      <a:pt x="1154564" y="0"/>
                    </a:lnTo>
                    <a:moveTo>
                      <a:pt x="76657" y="1236751"/>
                    </a:moveTo>
                    <a:lnTo>
                      <a:pt x="1231201" y="82207"/>
                    </a:lnTo>
                    <a:moveTo>
                      <a:pt x="153314" y="1318938"/>
                    </a:moveTo>
                    <a:lnTo>
                      <a:pt x="1307881" y="164371"/>
                    </a:lnTo>
                    <a:moveTo>
                      <a:pt x="229971" y="1401125"/>
                    </a:moveTo>
                    <a:lnTo>
                      <a:pt x="1384561" y="246535"/>
                    </a:lnTo>
                    <a:moveTo>
                      <a:pt x="306628" y="1483312"/>
                    </a:moveTo>
                    <a:lnTo>
                      <a:pt x="1461241" y="328699"/>
                    </a:lnTo>
                    <a:moveTo>
                      <a:pt x="383285" y="1565499"/>
                    </a:moveTo>
                    <a:lnTo>
                      <a:pt x="1537921" y="410863"/>
                    </a:lnTo>
                    <a:moveTo>
                      <a:pt x="459943" y="1647686"/>
                    </a:moveTo>
                    <a:lnTo>
                      <a:pt x="1614601" y="493027"/>
                    </a:lnTo>
                    <a:moveTo>
                      <a:pt x="536600" y="1729873"/>
                    </a:moveTo>
                    <a:lnTo>
                      <a:pt x="1532546" y="733927"/>
                    </a:lnTo>
                    <a:moveTo>
                      <a:pt x="613257" y="1812060"/>
                    </a:moveTo>
                    <a:lnTo>
                      <a:pt x="1472559" y="952758"/>
                    </a:lnTo>
                    <a:moveTo>
                      <a:pt x="689914" y="1894247"/>
                    </a:moveTo>
                    <a:lnTo>
                      <a:pt x="1418778" y="1165383"/>
                    </a:lnTo>
                    <a:moveTo>
                      <a:pt x="772330" y="1970674"/>
                    </a:moveTo>
                    <a:lnTo>
                      <a:pt x="1345870" y="139713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63" name="Контур"/>
              <p:cNvSpPr/>
              <p:nvPr/>
            </p:nvSpPr>
            <p:spPr>
              <a:xfrm>
                <a:off x="1262141" y="2279330"/>
                <a:ext cx="1677510" cy="1988460"/>
              </a:xfrm>
              <a:custGeom>
                <a:avLst/>
                <a:gdLst/>
                <a:ahLst/>
                <a:cxnLst/>
                <a:rect l="l" t="t" r="r" b="b"/>
                <a:pathLst>
                  <a:path w="1677510" h="1988460" fill="none">
                    <a:moveTo>
                      <a:pt x="1677510" y="518670"/>
                    </a:moveTo>
                    <a:lnTo>
                      <a:pt x="1607220" y="679500"/>
                    </a:lnTo>
                    <a:lnTo>
                      <a:pt x="1556730" y="847530"/>
                    </a:lnTo>
                    <a:lnTo>
                      <a:pt x="1493280" y="1098540"/>
                    </a:lnTo>
                    <a:lnTo>
                      <a:pt x="1446840" y="1281960"/>
                    </a:lnTo>
                    <a:lnTo>
                      <a:pt x="1411110" y="1386180"/>
                    </a:lnTo>
                    <a:lnTo>
                      <a:pt x="1367010" y="1487160"/>
                    </a:lnTo>
                    <a:lnTo>
                      <a:pt x="829710" y="1988460"/>
                    </a:lnTo>
                    <a:lnTo>
                      <a:pt x="815220" y="1980360"/>
                    </a:lnTo>
                    <a:lnTo>
                      <a:pt x="801810" y="1970640"/>
                    </a:lnTo>
                    <a:lnTo>
                      <a:pt x="789660" y="1959390"/>
                    </a:lnTo>
                    <a:lnTo>
                      <a:pt x="46080" y="1162170"/>
                    </a:lnTo>
                    <a:lnTo>
                      <a:pt x="0" y="1112760"/>
                    </a:lnTo>
                    <a:lnTo>
                      <a:pt x="1193580" y="0"/>
                    </a:lnTo>
                    <a:lnTo>
                      <a:pt x="1239570" y="49410"/>
                    </a:lnTo>
                    <a:lnTo>
                      <a:pt x="1677510" y="51867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64" name="Контур"/>
              <p:cNvSpPr/>
              <p:nvPr/>
            </p:nvSpPr>
            <p:spPr>
              <a:xfrm>
                <a:off x="779077" y="1801952"/>
                <a:ext cx="1614589" cy="1565428"/>
              </a:xfrm>
              <a:custGeom>
                <a:avLst/>
                <a:gdLst/>
                <a:ahLst/>
                <a:cxnLst/>
                <a:rect l="l" t="t" r="r" b="b"/>
                <a:pathLst>
                  <a:path w="1614589" h="1565428" fill="none">
                    <a:moveTo>
                      <a:pt x="0" y="1072385"/>
                    </a:moveTo>
                    <a:lnTo>
                      <a:pt x="700260" y="372125"/>
                    </a:lnTo>
                    <a:moveTo>
                      <a:pt x="76670" y="1154559"/>
                    </a:moveTo>
                    <a:lnTo>
                      <a:pt x="1231229" y="0"/>
                    </a:lnTo>
                    <a:moveTo>
                      <a:pt x="153340" y="1236733"/>
                    </a:moveTo>
                    <a:lnTo>
                      <a:pt x="1307901" y="82172"/>
                    </a:lnTo>
                    <a:moveTo>
                      <a:pt x="230010" y="1318906"/>
                    </a:moveTo>
                    <a:lnTo>
                      <a:pt x="1384573" y="164344"/>
                    </a:lnTo>
                    <a:moveTo>
                      <a:pt x="306680" y="1401080"/>
                    </a:moveTo>
                    <a:lnTo>
                      <a:pt x="1461245" y="246516"/>
                    </a:lnTo>
                    <a:moveTo>
                      <a:pt x="383351" y="1483254"/>
                    </a:moveTo>
                    <a:lnTo>
                      <a:pt x="1537917" y="328688"/>
                    </a:lnTo>
                    <a:moveTo>
                      <a:pt x="460021" y="1565428"/>
                    </a:moveTo>
                    <a:lnTo>
                      <a:pt x="1614589" y="41086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65" name="Контур"/>
              <p:cNvSpPr/>
              <p:nvPr/>
            </p:nvSpPr>
            <p:spPr>
              <a:xfrm>
                <a:off x="755627" y="1736084"/>
                <a:ext cx="1700100" cy="1656000"/>
              </a:xfrm>
              <a:custGeom>
                <a:avLst/>
                <a:gdLst/>
                <a:ahLst/>
                <a:cxnLst/>
                <a:rect l="l" t="t" r="r" b="b"/>
                <a:pathLst>
                  <a:path w="1700100" h="1656000" fill="none">
                    <a:moveTo>
                      <a:pt x="1700100" y="543240"/>
                    </a:moveTo>
                    <a:lnTo>
                      <a:pt x="506520" y="1656000"/>
                    </a:lnTo>
                    <a:lnTo>
                      <a:pt x="0" y="1113120"/>
                    </a:lnTo>
                    <a:lnTo>
                      <a:pt x="1193220" y="0"/>
                    </a:lnTo>
                    <a:lnTo>
                      <a:pt x="1700100" y="5432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66" name="Контур"/>
              <p:cNvSpPr/>
              <p:nvPr/>
            </p:nvSpPr>
            <p:spPr>
              <a:xfrm>
                <a:off x="779077" y="1801952"/>
                <a:ext cx="1614589" cy="1565428"/>
              </a:xfrm>
              <a:custGeom>
                <a:avLst/>
                <a:gdLst/>
                <a:ahLst/>
                <a:cxnLst/>
                <a:rect l="l" t="t" r="r" b="b"/>
                <a:pathLst>
                  <a:path w="1614589" h="1565428" fill="none">
                    <a:moveTo>
                      <a:pt x="0" y="1072385"/>
                    </a:moveTo>
                    <a:lnTo>
                      <a:pt x="700260" y="372125"/>
                    </a:lnTo>
                    <a:moveTo>
                      <a:pt x="76670" y="1154559"/>
                    </a:moveTo>
                    <a:lnTo>
                      <a:pt x="1231229" y="0"/>
                    </a:lnTo>
                    <a:moveTo>
                      <a:pt x="153340" y="1236733"/>
                    </a:moveTo>
                    <a:lnTo>
                      <a:pt x="1307901" y="82172"/>
                    </a:lnTo>
                    <a:moveTo>
                      <a:pt x="230010" y="1318906"/>
                    </a:moveTo>
                    <a:lnTo>
                      <a:pt x="1384573" y="164344"/>
                    </a:lnTo>
                    <a:moveTo>
                      <a:pt x="306680" y="1401080"/>
                    </a:moveTo>
                    <a:lnTo>
                      <a:pt x="1461245" y="246516"/>
                    </a:lnTo>
                    <a:moveTo>
                      <a:pt x="383351" y="1483254"/>
                    </a:moveTo>
                    <a:lnTo>
                      <a:pt x="1537917" y="328688"/>
                    </a:lnTo>
                    <a:moveTo>
                      <a:pt x="460021" y="1565428"/>
                    </a:moveTo>
                    <a:lnTo>
                      <a:pt x="1614589" y="41086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67" name="Контур"/>
              <p:cNvSpPr/>
              <p:nvPr/>
            </p:nvSpPr>
            <p:spPr>
              <a:xfrm>
                <a:off x="755627" y="1736084"/>
                <a:ext cx="1700100" cy="1656000"/>
              </a:xfrm>
              <a:custGeom>
                <a:avLst/>
                <a:gdLst/>
                <a:ahLst/>
                <a:cxnLst/>
                <a:rect l="l" t="t" r="r" b="b"/>
                <a:pathLst>
                  <a:path w="1700100" h="1656000" fill="none">
                    <a:moveTo>
                      <a:pt x="1700100" y="543240"/>
                    </a:moveTo>
                    <a:lnTo>
                      <a:pt x="506520" y="1656000"/>
                    </a:lnTo>
                    <a:lnTo>
                      <a:pt x="0" y="1113120"/>
                    </a:lnTo>
                    <a:lnTo>
                      <a:pt x="1193220" y="0"/>
                    </a:lnTo>
                    <a:lnTo>
                      <a:pt x="1700100" y="5432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68" name="Контур"/>
              <p:cNvSpPr/>
              <p:nvPr/>
            </p:nvSpPr>
            <p:spPr>
              <a:xfrm>
                <a:off x="2809042" y="3130048"/>
                <a:ext cx="1743371" cy="1785773"/>
              </a:xfrm>
              <a:custGeom>
                <a:avLst/>
                <a:gdLst/>
                <a:ahLst/>
                <a:cxnLst/>
                <a:rect l="l" t="t" r="r" b="b"/>
                <a:pathLst>
                  <a:path w="1743371" h="1785773" fill="none">
                    <a:moveTo>
                      <a:pt x="0" y="1050049"/>
                    </a:moveTo>
                    <a:lnTo>
                      <a:pt x="1050049" y="0"/>
                    </a:lnTo>
                    <a:moveTo>
                      <a:pt x="77097" y="1131796"/>
                    </a:moveTo>
                    <a:lnTo>
                      <a:pt x="1127084" y="81809"/>
                    </a:lnTo>
                    <a:moveTo>
                      <a:pt x="154194" y="1213543"/>
                    </a:moveTo>
                    <a:lnTo>
                      <a:pt x="1204120" y="163617"/>
                    </a:lnTo>
                    <a:moveTo>
                      <a:pt x="231291" y="1295290"/>
                    </a:moveTo>
                    <a:lnTo>
                      <a:pt x="1281156" y="245425"/>
                    </a:lnTo>
                    <a:moveTo>
                      <a:pt x="308388" y="1377037"/>
                    </a:moveTo>
                    <a:lnTo>
                      <a:pt x="1358192" y="327233"/>
                    </a:lnTo>
                    <a:moveTo>
                      <a:pt x="385485" y="1458784"/>
                    </a:moveTo>
                    <a:lnTo>
                      <a:pt x="1435228" y="409042"/>
                    </a:lnTo>
                    <a:moveTo>
                      <a:pt x="462582" y="1540531"/>
                    </a:moveTo>
                    <a:lnTo>
                      <a:pt x="1512263" y="490850"/>
                    </a:lnTo>
                    <a:moveTo>
                      <a:pt x="539679" y="1622278"/>
                    </a:moveTo>
                    <a:lnTo>
                      <a:pt x="1589299" y="572658"/>
                    </a:lnTo>
                    <a:moveTo>
                      <a:pt x="616776" y="1704026"/>
                    </a:moveTo>
                    <a:lnTo>
                      <a:pt x="1666335" y="654467"/>
                    </a:lnTo>
                    <a:moveTo>
                      <a:pt x="693873" y="1785773"/>
                    </a:moveTo>
                    <a:lnTo>
                      <a:pt x="1743371" y="73627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69" name="Контур"/>
              <p:cNvSpPr/>
              <p:nvPr/>
            </p:nvSpPr>
            <p:spPr>
              <a:xfrm>
                <a:off x="2759837" y="3109124"/>
                <a:ext cx="1849500" cy="1826280"/>
              </a:xfrm>
              <a:custGeom>
                <a:avLst/>
                <a:gdLst/>
                <a:ahLst/>
                <a:cxnLst/>
                <a:rect l="l" t="t" r="r" b="b"/>
                <a:pathLst>
                  <a:path w="1849500" h="1826280" fill="none">
                    <a:moveTo>
                      <a:pt x="1079550" y="0"/>
                    </a:moveTo>
                    <a:lnTo>
                      <a:pt x="1849500" y="817650"/>
                    </a:lnTo>
                    <a:lnTo>
                      <a:pt x="1496700" y="1150380"/>
                    </a:lnTo>
                    <a:lnTo>
                      <a:pt x="1392210" y="1301580"/>
                    </a:lnTo>
                    <a:lnTo>
                      <a:pt x="835830" y="1826280"/>
                    </a:lnTo>
                    <a:lnTo>
                      <a:pt x="759510" y="1824120"/>
                    </a:lnTo>
                    <a:lnTo>
                      <a:pt x="0" y="1018800"/>
                    </a:lnTo>
                    <a:lnTo>
                      <a:pt x="107955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70" name="Контур"/>
              <p:cNvSpPr/>
              <p:nvPr/>
            </p:nvSpPr>
            <p:spPr>
              <a:xfrm>
                <a:off x="2606874" y="4098388"/>
                <a:ext cx="896040" cy="912915"/>
              </a:xfrm>
              <a:custGeom>
                <a:avLst/>
                <a:gdLst/>
                <a:ahLst/>
                <a:cxnLst/>
                <a:rect l="l" t="t" r="r" b="b"/>
                <a:pathLst>
                  <a:path w="896040" h="912915" fill="none">
                    <a:moveTo>
                      <a:pt x="0" y="125033"/>
                    </a:moveTo>
                    <a:lnTo>
                      <a:pt x="125033" y="0"/>
                    </a:lnTo>
                    <a:moveTo>
                      <a:pt x="106645" y="177232"/>
                    </a:moveTo>
                    <a:lnTo>
                      <a:pt x="202134" y="81743"/>
                    </a:lnTo>
                    <a:moveTo>
                      <a:pt x="183747" y="258974"/>
                    </a:moveTo>
                    <a:lnTo>
                      <a:pt x="279235" y="163486"/>
                    </a:lnTo>
                    <a:moveTo>
                      <a:pt x="260848" y="340717"/>
                    </a:moveTo>
                    <a:lnTo>
                      <a:pt x="356335" y="245230"/>
                    </a:lnTo>
                    <a:moveTo>
                      <a:pt x="337950" y="422460"/>
                    </a:moveTo>
                    <a:lnTo>
                      <a:pt x="433436" y="326973"/>
                    </a:lnTo>
                    <a:moveTo>
                      <a:pt x="415051" y="504202"/>
                    </a:moveTo>
                    <a:lnTo>
                      <a:pt x="510537" y="408716"/>
                    </a:lnTo>
                    <a:moveTo>
                      <a:pt x="492153" y="585945"/>
                    </a:moveTo>
                    <a:lnTo>
                      <a:pt x="587637" y="490460"/>
                    </a:lnTo>
                    <a:moveTo>
                      <a:pt x="569254" y="667687"/>
                    </a:moveTo>
                    <a:lnTo>
                      <a:pt x="664738" y="572203"/>
                    </a:lnTo>
                    <a:moveTo>
                      <a:pt x="646355" y="749430"/>
                    </a:moveTo>
                    <a:lnTo>
                      <a:pt x="741839" y="653947"/>
                    </a:lnTo>
                    <a:moveTo>
                      <a:pt x="723457" y="831173"/>
                    </a:moveTo>
                    <a:lnTo>
                      <a:pt x="818939" y="735690"/>
                    </a:lnTo>
                    <a:moveTo>
                      <a:pt x="800558" y="912915"/>
                    </a:moveTo>
                    <a:lnTo>
                      <a:pt x="896040" y="81743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71" name="Контур"/>
              <p:cNvSpPr/>
              <p:nvPr/>
            </p:nvSpPr>
            <p:spPr>
              <a:xfrm>
                <a:off x="2546897" y="4001834"/>
                <a:ext cx="1048770" cy="1100340"/>
              </a:xfrm>
              <a:custGeom>
                <a:avLst/>
                <a:gdLst/>
                <a:ahLst/>
                <a:cxnLst/>
                <a:rect l="l" t="t" r="r" b="b"/>
                <a:pathLst>
                  <a:path w="1048770" h="1100340" fill="none">
                    <a:moveTo>
                      <a:pt x="181800" y="93150"/>
                    </a:moveTo>
                    <a:lnTo>
                      <a:pt x="972450" y="931410"/>
                    </a:lnTo>
                    <a:lnTo>
                      <a:pt x="1048770" y="933570"/>
                    </a:lnTo>
                    <a:lnTo>
                      <a:pt x="872010" y="1100340"/>
                    </a:lnTo>
                    <a:lnTo>
                      <a:pt x="874260" y="1024020"/>
                    </a:lnTo>
                    <a:lnTo>
                      <a:pt x="117720" y="221940"/>
                    </a:lnTo>
                    <a:lnTo>
                      <a:pt x="0" y="221220"/>
                    </a:lnTo>
                    <a:lnTo>
                      <a:pt x="114840" y="80460"/>
                    </a:lnTo>
                    <a:lnTo>
                      <a:pt x="127980" y="68220"/>
                    </a:lnTo>
                    <a:lnTo>
                      <a:pt x="166500" y="0"/>
                    </a:lnTo>
                    <a:lnTo>
                      <a:pt x="181800" y="9315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72" name="Контур"/>
              <p:cNvSpPr/>
              <p:nvPr/>
            </p:nvSpPr>
            <p:spPr>
              <a:xfrm>
                <a:off x="2731911" y="2639215"/>
                <a:ext cx="1050142" cy="1459169"/>
              </a:xfrm>
              <a:custGeom>
                <a:avLst/>
                <a:gdLst/>
                <a:ahLst/>
                <a:cxnLst/>
                <a:rect l="l" t="t" r="r" b="b"/>
                <a:pathLst>
                  <a:path w="1050142" h="1459169" fill="none">
                    <a:moveTo>
                      <a:pt x="337008" y="327941"/>
                    </a:moveTo>
                    <a:lnTo>
                      <a:pt x="664949" y="0"/>
                    </a:lnTo>
                    <a:moveTo>
                      <a:pt x="264861" y="558932"/>
                    </a:moveTo>
                    <a:lnTo>
                      <a:pt x="741987" y="81805"/>
                    </a:lnTo>
                    <a:moveTo>
                      <a:pt x="209831" y="772806"/>
                    </a:moveTo>
                    <a:lnTo>
                      <a:pt x="819026" y="163611"/>
                    </a:lnTo>
                    <a:moveTo>
                      <a:pt x="148951" y="992530"/>
                    </a:moveTo>
                    <a:lnTo>
                      <a:pt x="896065" y="245416"/>
                    </a:lnTo>
                    <a:moveTo>
                      <a:pt x="38171" y="1262154"/>
                    </a:moveTo>
                    <a:lnTo>
                      <a:pt x="973103" y="327222"/>
                    </a:lnTo>
                    <a:moveTo>
                      <a:pt x="0" y="1459169"/>
                    </a:moveTo>
                    <a:lnTo>
                      <a:pt x="1050142" y="40902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73" name="Контур"/>
              <p:cNvSpPr/>
              <p:nvPr/>
            </p:nvSpPr>
            <p:spPr>
              <a:xfrm>
                <a:off x="2713397" y="2563904"/>
                <a:ext cx="1125990" cy="1564020"/>
              </a:xfrm>
              <a:custGeom>
                <a:avLst/>
                <a:gdLst/>
                <a:ahLst/>
                <a:cxnLst/>
                <a:rect l="l" t="t" r="r" b="b"/>
                <a:pathLst>
                  <a:path w="1125990" h="1564020" fill="none">
                    <a:moveTo>
                      <a:pt x="612540" y="0"/>
                    </a:moveTo>
                    <a:lnTo>
                      <a:pt x="1125990" y="545220"/>
                    </a:lnTo>
                    <a:lnTo>
                      <a:pt x="46440" y="1564020"/>
                    </a:lnTo>
                    <a:lnTo>
                      <a:pt x="15300" y="1531080"/>
                    </a:lnTo>
                    <a:lnTo>
                      <a:pt x="0" y="1437930"/>
                    </a:lnTo>
                    <a:lnTo>
                      <a:pt x="86580" y="1284480"/>
                    </a:lnTo>
                    <a:lnTo>
                      <a:pt x="181440" y="1030410"/>
                    </a:lnTo>
                    <a:lnTo>
                      <a:pt x="310680" y="528120"/>
                    </a:lnTo>
                    <a:lnTo>
                      <a:pt x="334620" y="456480"/>
                    </a:lnTo>
                    <a:lnTo>
                      <a:pt x="394200" y="317700"/>
                    </a:lnTo>
                    <a:lnTo>
                      <a:pt x="448740" y="218430"/>
                    </a:lnTo>
                    <a:lnTo>
                      <a:pt x="533880" y="93690"/>
                    </a:lnTo>
                    <a:lnTo>
                      <a:pt x="61254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74" name="Контур"/>
              <p:cNvSpPr/>
              <p:nvPr/>
            </p:nvSpPr>
            <p:spPr>
              <a:xfrm>
                <a:off x="2731911" y="2639215"/>
                <a:ext cx="1050142" cy="1459169"/>
              </a:xfrm>
              <a:custGeom>
                <a:avLst/>
                <a:gdLst/>
                <a:ahLst/>
                <a:cxnLst/>
                <a:rect l="l" t="t" r="r" b="b"/>
                <a:pathLst>
                  <a:path w="1050142" h="1459169" fill="none">
                    <a:moveTo>
                      <a:pt x="337008" y="327941"/>
                    </a:moveTo>
                    <a:lnTo>
                      <a:pt x="664949" y="0"/>
                    </a:lnTo>
                    <a:moveTo>
                      <a:pt x="264861" y="558932"/>
                    </a:moveTo>
                    <a:lnTo>
                      <a:pt x="741987" y="81805"/>
                    </a:lnTo>
                    <a:moveTo>
                      <a:pt x="209831" y="772806"/>
                    </a:moveTo>
                    <a:lnTo>
                      <a:pt x="819026" y="163611"/>
                    </a:lnTo>
                    <a:moveTo>
                      <a:pt x="148951" y="992530"/>
                    </a:moveTo>
                    <a:lnTo>
                      <a:pt x="896065" y="245416"/>
                    </a:lnTo>
                    <a:moveTo>
                      <a:pt x="38171" y="1262154"/>
                    </a:moveTo>
                    <a:lnTo>
                      <a:pt x="973103" y="327222"/>
                    </a:lnTo>
                    <a:moveTo>
                      <a:pt x="0" y="1459169"/>
                    </a:moveTo>
                    <a:lnTo>
                      <a:pt x="1050142" y="40902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75" name="Контур"/>
              <p:cNvSpPr/>
              <p:nvPr/>
            </p:nvSpPr>
            <p:spPr>
              <a:xfrm>
                <a:off x="2713397" y="2563904"/>
                <a:ext cx="1125990" cy="1564020"/>
              </a:xfrm>
              <a:custGeom>
                <a:avLst/>
                <a:gdLst/>
                <a:ahLst/>
                <a:cxnLst/>
                <a:rect l="l" t="t" r="r" b="b"/>
                <a:pathLst>
                  <a:path w="1125990" h="1564020" fill="none">
                    <a:moveTo>
                      <a:pt x="612540" y="0"/>
                    </a:moveTo>
                    <a:lnTo>
                      <a:pt x="1125990" y="545220"/>
                    </a:lnTo>
                    <a:lnTo>
                      <a:pt x="46440" y="1564020"/>
                    </a:lnTo>
                    <a:lnTo>
                      <a:pt x="15300" y="1531080"/>
                    </a:lnTo>
                    <a:lnTo>
                      <a:pt x="0" y="1437930"/>
                    </a:lnTo>
                    <a:lnTo>
                      <a:pt x="86580" y="1284480"/>
                    </a:lnTo>
                    <a:lnTo>
                      <a:pt x="181440" y="1030410"/>
                    </a:lnTo>
                    <a:lnTo>
                      <a:pt x="310680" y="528120"/>
                    </a:lnTo>
                    <a:lnTo>
                      <a:pt x="334620" y="456480"/>
                    </a:lnTo>
                    <a:lnTo>
                      <a:pt x="394200" y="317700"/>
                    </a:lnTo>
                    <a:lnTo>
                      <a:pt x="448740" y="218430"/>
                    </a:lnTo>
                    <a:lnTo>
                      <a:pt x="533880" y="93690"/>
                    </a:lnTo>
                    <a:lnTo>
                      <a:pt x="61254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76" name="Контур"/>
              <p:cNvSpPr/>
              <p:nvPr/>
            </p:nvSpPr>
            <p:spPr>
              <a:xfrm>
                <a:off x="2809042" y="3130048"/>
                <a:ext cx="1743371" cy="1785773"/>
              </a:xfrm>
              <a:custGeom>
                <a:avLst/>
                <a:gdLst/>
                <a:ahLst/>
                <a:cxnLst/>
                <a:rect l="l" t="t" r="r" b="b"/>
                <a:pathLst>
                  <a:path w="1743371" h="1785773" fill="none">
                    <a:moveTo>
                      <a:pt x="0" y="1050049"/>
                    </a:moveTo>
                    <a:lnTo>
                      <a:pt x="1050049" y="0"/>
                    </a:lnTo>
                    <a:moveTo>
                      <a:pt x="77097" y="1131796"/>
                    </a:moveTo>
                    <a:lnTo>
                      <a:pt x="1127084" y="81809"/>
                    </a:lnTo>
                    <a:moveTo>
                      <a:pt x="154194" y="1213543"/>
                    </a:moveTo>
                    <a:lnTo>
                      <a:pt x="1204120" y="163617"/>
                    </a:lnTo>
                    <a:moveTo>
                      <a:pt x="231291" y="1295290"/>
                    </a:moveTo>
                    <a:lnTo>
                      <a:pt x="1281156" y="245425"/>
                    </a:lnTo>
                    <a:moveTo>
                      <a:pt x="308388" y="1377037"/>
                    </a:moveTo>
                    <a:lnTo>
                      <a:pt x="1358192" y="327233"/>
                    </a:lnTo>
                    <a:moveTo>
                      <a:pt x="385485" y="1458784"/>
                    </a:moveTo>
                    <a:lnTo>
                      <a:pt x="1435228" y="409042"/>
                    </a:lnTo>
                    <a:moveTo>
                      <a:pt x="462582" y="1540531"/>
                    </a:moveTo>
                    <a:lnTo>
                      <a:pt x="1512263" y="490850"/>
                    </a:lnTo>
                    <a:moveTo>
                      <a:pt x="539679" y="1622278"/>
                    </a:moveTo>
                    <a:lnTo>
                      <a:pt x="1589299" y="572658"/>
                    </a:lnTo>
                    <a:moveTo>
                      <a:pt x="616776" y="1704026"/>
                    </a:moveTo>
                    <a:lnTo>
                      <a:pt x="1666335" y="654467"/>
                    </a:lnTo>
                    <a:moveTo>
                      <a:pt x="693873" y="1785773"/>
                    </a:moveTo>
                    <a:lnTo>
                      <a:pt x="1743371" y="73627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77" name="Контур"/>
              <p:cNvSpPr/>
              <p:nvPr/>
            </p:nvSpPr>
            <p:spPr>
              <a:xfrm>
                <a:off x="2759837" y="3109124"/>
                <a:ext cx="1849500" cy="1826280"/>
              </a:xfrm>
              <a:custGeom>
                <a:avLst/>
                <a:gdLst/>
                <a:ahLst/>
                <a:cxnLst/>
                <a:rect l="l" t="t" r="r" b="b"/>
                <a:pathLst>
                  <a:path w="1849500" h="1826280" fill="none">
                    <a:moveTo>
                      <a:pt x="1079550" y="0"/>
                    </a:moveTo>
                    <a:lnTo>
                      <a:pt x="1849500" y="817650"/>
                    </a:lnTo>
                    <a:lnTo>
                      <a:pt x="1496700" y="1150380"/>
                    </a:lnTo>
                    <a:lnTo>
                      <a:pt x="1392210" y="1301580"/>
                    </a:lnTo>
                    <a:lnTo>
                      <a:pt x="835830" y="1826280"/>
                    </a:lnTo>
                    <a:lnTo>
                      <a:pt x="759510" y="1824120"/>
                    </a:lnTo>
                    <a:lnTo>
                      <a:pt x="0" y="1018800"/>
                    </a:lnTo>
                    <a:lnTo>
                      <a:pt x="107955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78" name="Контур"/>
              <p:cNvSpPr/>
              <p:nvPr/>
            </p:nvSpPr>
            <p:spPr>
              <a:xfrm>
                <a:off x="2809042" y="3130048"/>
                <a:ext cx="1743371" cy="1785773"/>
              </a:xfrm>
              <a:custGeom>
                <a:avLst/>
                <a:gdLst/>
                <a:ahLst/>
                <a:cxnLst/>
                <a:rect l="l" t="t" r="r" b="b"/>
                <a:pathLst>
                  <a:path w="1743371" h="1785773" fill="none">
                    <a:moveTo>
                      <a:pt x="0" y="1050049"/>
                    </a:moveTo>
                    <a:lnTo>
                      <a:pt x="1050049" y="0"/>
                    </a:lnTo>
                    <a:moveTo>
                      <a:pt x="77097" y="1131796"/>
                    </a:moveTo>
                    <a:lnTo>
                      <a:pt x="1127084" y="81809"/>
                    </a:lnTo>
                    <a:moveTo>
                      <a:pt x="154194" y="1213543"/>
                    </a:moveTo>
                    <a:lnTo>
                      <a:pt x="1204120" y="163617"/>
                    </a:lnTo>
                    <a:moveTo>
                      <a:pt x="231291" y="1295290"/>
                    </a:moveTo>
                    <a:lnTo>
                      <a:pt x="1281156" y="245425"/>
                    </a:lnTo>
                    <a:moveTo>
                      <a:pt x="308388" y="1377037"/>
                    </a:moveTo>
                    <a:lnTo>
                      <a:pt x="1358192" y="327233"/>
                    </a:lnTo>
                    <a:moveTo>
                      <a:pt x="385485" y="1458784"/>
                    </a:moveTo>
                    <a:lnTo>
                      <a:pt x="1435228" y="409042"/>
                    </a:lnTo>
                    <a:moveTo>
                      <a:pt x="462582" y="1540531"/>
                    </a:moveTo>
                    <a:lnTo>
                      <a:pt x="1512263" y="490850"/>
                    </a:lnTo>
                    <a:moveTo>
                      <a:pt x="539679" y="1622278"/>
                    </a:moveTo>
                    <a:lnTo>
                      <a:pt x="1589299" y="572658"/>
                    </a:lnTo>
                    <a:moveTo>
                      <a:pt x="616776" y="1704026"/>
                    </a:moveTo>
                    <a:lnTo>
                      <a:pt x="1666335" y="654467"/>
                    </a:lnTo>
                    <a:moveTo>
                      <a:pt x="693873" y="1785773"/>
                    </a:moveTo>
                    <a:lnTo>
                      <a:pt x="1743371" y="73627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79" name="Контур"/>
              <p:cNvSpPr/>
              <p:nvPr/>
            </p:nvSpPr>
            <p:spPr>
              <a:xfrm>
                <a:off x="2759837" y="3109124"/>
                <a:ext cx="1849500" cy="1826280"/>
              </a:xfrm>
              <a:custGeom>
                <a:avLst/>
                <a:gdLst/>
                <a:ahLst/>
                <a:cxnLst/>
                <a:rect l="l" t="t" r="r" b="b"/>
                <a:pathLst>
                  <a:path w="1849500" h="1826280" fill="none">
                    <a:moveTo>
                      <a:pt x="1079550" y="0"/>
                    </a:moveTo>
                    <a:lnTo>
                      <a:pt x="1849500" y="817650"/>
                    </a:lnTo>
                    <a:lnTo>
                      <a:pt x="1496700" y="1150380"/>
                    </a:lnTo>
                    <a:lnTo>
                      <a:pt x="1392210" y="1301580"/>
                    </a:lnTo>
                    <a:lnTo>
                      <a:pt x="835830" y="1826280"/>
                    </a:lnTo>
                    <a:lnTo>
                      <a:pt x="759510" y="1824120"/>
                    </a:lnTo>
                    <a:lnTo>
                      <a:pt x="0" y="1018800"/>
                    </a:lnTo>
                    <a:lnTo>
                      <a:pt x="107955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80" name="Контур"/>
              <p:cNvSpPr/>
              <p:nvPr/>
            </p:nvSpPr>
            <p:spPr>
              <a:xfrm>
                <a:off x="3231139" y="1649723"/>
                <a:ext cx="1895278" cy="2005209"/>
              </a:xfrm>
              <a:custGeom>
                <a:avLst/>
                <a:gdLst/>
                <a:ahLst/>
                <a:cxnLst/>
                <a:rect l="l" t="t" r="r" b="b"/>
                <a:pathLst>
                  <a:path w="1895278" h="2005209" fill="none">
                    <a:moveTo>
                      <a:pt x="0" y="202148"/>
                    </a:moveTo>
                    <a:lnTo>
                      <a:pt x="202148" y="0"/>
                    </a:lnTo>
                    <a:moveTo>
                      <a:pt x="76886" y="284106"/>
                    </a:moveTo>
                    <a:lnTo>
                      <a:pt x="277487" y="83505"/>
                    </a:lnTo>
                    <a:moveTo>
                      <a:pt x="153772" y="366064"/>
                    </a:moveTo>
                    <a:lnTo>
                      <a:pt x="354051" y="165786"/>
                    </a:lnTo>
                    <a:moveTo>
                      <a:pt x="230658" y="448023"/>
                    </a:moveTo>
                    <a:lnTo>
                      <a:pt x="430614" y="248066"/>
                    </a:lnTo>
                    <a:moveTo>
                      <a:pt x="307543" y="529981"/>
                    </a:moveTo>
                    <a:lnTo>
                      <a:pt x="507177" y="330347"/>
                    </a:lnTo>
                    <a:moveTo>
                      <a:pt x="384429" y="611939"/>
                    </a:moveTo>
                    <a:lnTo>
                      <a:pt x="583883" y="412486"/>
                    </a:lnTo>
                    <a:moveTo>
                      <a:pt x="461315" y="693897"/>
                    </a:moveTo>
                    <a:lnTo>
                      <a:pt x="663031" y="492182"/>
                    </a:lnTo>
                    <a:moveTo>
                      <a:pt x="538201" y="775856"/>
                    </a:moveTo>
                    <a:lnTo>
                      <a:pt x="742179" y="571878"/>
                    </a:lnTo>
                    <a:moveTo>
                      <a:pt x="615087" y="857814"/>
                    </a:moveTo>
                    <a:lnTo>
                      <a:pt x="821326" y="651574"/>
                    </a:lnTo>
                    <a:moveTo>
                      <a:pt x="691973" y="939772"/>
                    </a:moveTo>
                    <a:lnTo>
                      <a:pt x="900474" y="731270"/>
                    </a:lnTo>
                    <a:moveTo>
                      <a:pt x="768858" y="1021730"/>
                    </a:moveTo>
                    <a:lnTo>
                      <a:pt x="977083" y="813506"/>
                    </a:lnTo>
                    <a:moveTo>
                      <a:pt x="845744" y="1103689"/>
                    </a:moveTo>
                    <a:lnTo>
                      <a:pt x="1053602" y="895831"/>
                    </a:lnTo>
                    <a:moveTo>
                      <a:pt x="922630" y="1185647"/>
                    </a:moveTo>
                    <a:lnTo>
                      <a:pt x="1130125" y="978152"/>
                    </a:lnTo>
                    <a:moveTo>
                      <a:pt x="999516" y="1267605"/>
                    </a:moveTo>
                    <a:lnTo>
                      <a:pt x="1206616" y="1060505"/>
                    </a:lnTo>
                    <a:moveTo>
                      <a:pt x="1076402" y="1349563"/>
                    </a:moveTo>
                    <a:lnTo>
                      <a:pt x="1283126" y="1142839"/>
                    </a:lnTo>
                    <a:moveTo>
                      <a:pt x="1153288" y="1431522"/>
                    </a:moveTo>
                    <a:lnTo>
                      <a:pt x="1359645" y="1225164"/>
                    </a:lnTo>
                    <a:moveTo>
                      <a:pt x="1230173" y="1513480"/>
                    </a:moveTo>
                    <a:lnTo>
                      <a:pt x="1436164" y="1307489"/>
                    </a:lnTo>
                    <a:moveTo>
                      <a:pt x="1307059" y="1595438"/>
                    </a:moveTo>
                    <a:lnTo>
                      <a:pt x="1512683" y="1389814"/>
                    </a:lnTo>
                    <a:moveTo>
                      <a:pt x="1383946" y="1677396"/>
                    </a:moveTo>
                    <a:lnTo>
                      <a:pt x="1589202" y="1472139"/>
                    </a:lnTo>
                    <a:moveTo>
                      <a:pt x="1460836" y="1759349"/>
                    </a:moveTo>
                    <a:lnTo>
                      <a:pt x="1665721" y="1554465"/>
                    </a:lnTo>
                    <a:moveTo>
                      <a:pt x="1537727" y="1841303"/>
                    </a:moveTo>
                    <a:lnTo>
                      <a:pt x="1742240" y="1636790"/>
                    </a:lnTo>
                    <a:moveTo>
                      <a:pt x="1614618" y="1923256"/>
                    </a:moveTo>
                    <a:lnTo>
                      <a:pt x="1818759" y="1719115"/>
                    </a:lnTo>
                    <a:moveTo>
                      <a:pt x="1691508" y="2005209"/>
                    </a:moveTo>
                    <a:lnTo>
                      <a:pt x="1895278" y="180144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81" name="Контур"/>
              <p:cNvSpPr/>
              <p:nvPr/>
            </p:nvSpPr>
            <p:spPr>
              <a:xfrm>
                <a:off x="3212267" y="1635374"/>
                <a:ext cx="1934190" cy="2023470"/>
              </a:xfrm>
              <a:custGeom>
                <a:avLst/>
                <a:gdLst/>
                <a:ahLst/>
                <a:cxnLst/>
                <a:rect l="l" t="t" r="r" b="b"/>
                <a:pathLst>
                  <a:path w="1934190" h="2023470" fill="none">
                    <a:moveTo>
                      <a:pt x="1012050" y="845190"/>
                    </a:moveTo>
                    <a:lnTo>
                      <a:pt x="1134720" y="977130"/>
                    </a:lnTo>
                    <a:lnTo>
                      <a:pt x="1251000" y="1102320"/>
                    </a:lnTo>
                    <a:lnTo>
                      <a:pt x="1934190" y="1837350"/>
                    </a:lnTo>
                    <a:lnTo>
                      <a:pt x="1714050" y="2023470"/>
                    </a:lnTo>
                    <a:lnTo>
                      <a:pt x="1392840" y="1681110"/>
                    </a:lnTo>
                    <a:lnTo>
                      <a:pt x="0" y="196380"/>
                    </a:lnTo>
                    <a:lnTo>
                      <a:pt x="208170" y="0"/>
                    </a:lnTo>
                    <a:lnTo>
                      <a:pt x="274500" y="74070"/>
                    </a:lnTo>
                    <a:lnTo>
                      <a:pt x="281430" y="81810"/>
                    </a:lnTo>
                    <a:lnTo>
                      <a:pt x="598410" y="422460"/>
                    </a:lnTo>
                    <a:lnTo>
                      <a:pt x="923220" y="749520"/>
                    </a:lnTo>
                    <a:lnTo>
                      <a:pt x="1012050" y="84519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82" name="Контур"/>
              <p:cNvSpPr/>
              <p:nvPr/>
            </p:nvSpPr>
            <p:spPr>
              <a:xfrm>
                <a:off x="3586627" y="1584000"/>
                <a:ext cx="706603" cy="317152"/>
              </a:xfrm>
              <a:custGeom>
                <a:avLst/>
                <a:gdLst/>
                <a:ahLst/>
                <a:cxnLst/>
                <a:rect l="l" t="t" r="r" b="b"/>
                <a:pathLst>
                  <a:path w="706603" h="317152" fill="none">
                    <a:moveTo>
                      <a:pt x="0" y="71228"/>
                    </a:moveTo>
                    <a:lnTo>
                      <a:pt x="71227" y="0"/>
                    </a:lnTo>
                    <a:moveTo>
                      <a:pt x="76869" y="153203"/>
                    </a:moveTo>
                    <a:lnTo>
                      <a:pt x="230071" y="0"/>
                    </a:lnTo>
                    <a:moveTo>
                      <a:pt x="153738" y="235178"/>
                    </a:moveTo>
                    <a:lnTo>
                      <a:pt x="388915" y="0"/>
                    </a:lnTo>
                    <a:moveTo>
                      <a:pt x="230607" y="317152"/>
                    </a:moveTo>
                    <a:lnTo>
                      <a:pt x="547759" y="0"/>
                    </a:lnTo>
                    <a:moveTo>
                      <a:pt x="642556" y="64047"/>
                    </a:moveTo>
                    <a:lnTo>
                      <a:pt x="706603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83" name="Контур"/>
              <p:cNvSpPr/>
              <p:nvPr/>
            </p:nvSpPr>
            <p:spPr>
              <a:xfrm>
                <a:off x="3566237" y="1584000"/>
                <a:ext cx="730840" cy="389054"/>
              </a:xfrm>
              <a:custGeom>
                <a:avLst/>
                <a:gdLst/>
                <a:ahLst/>
                <a:cxnLst/>
                <a:rect l="l" t="t" r="r" b="b"/>
                <a:pathLst>
                  <a:path w="730840" h="389054" fill="none">
                    <a:moveTo>
                      <a:pt x="730840" y="0"/>
                    </a:moveTo>
                    <a:lnTo>
                      <a:pt x="318420" y="389054"/>
                    </a:lnTo>
                    <a:lnTo>
                      <a:pt x="0" y="49484"/>
                    </a:lnTo>
                    <a:lnTo>
                      <a:pt x="52809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84" name="Контур"/>
              <p:cNvSpPr/>
              <p:nvPr/>
            </p:nvSpPr>
            <p:spPr>
              <a:xfrm>
                <a:off x="3433287" y="1584000"/>
                <a:ext cx="65723" cy="65723"/>
              </a:xfrm>
              <a:custGeom>
                <a:avLst/>
                <a:gdLst/>
                <a:ahLst/>
                <a:cxnLst/>
                <a:rect l="l" t="t" r="r" b="b"/>
                <a:pathLst>
                  <a:path w="65723" h="65723" fill="none">
                    <a:moveTo>
                      <a:pt x="0" y="65723"/>
                    </a:moveTo>
                    <a:lnTo>
                      <a:pt x="65723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85" name="Контур"/>
              <p:cNvSpPr/>
              <p:nvPr/>
            </p:nvSpPr>
            <p:spPr>
              <a:xfrm>
                <a:off x="3420437" y="1584000"/>
                <a:ext cx="198609" cy="125444"/>
              </a:xfrm>
              <a:custGeom>
                <a:avLst/>
                <a:gdLst/>
                <a:ahLst/>
                <a:cxnLst/>
                <a:rect l="l" t="t" r="r" b="b"/>
                <a:pathLst>
                  <a:path w="198609" h="125444" fill="none">
                    <a:moveTo>
                      <a:pt x="66330" y="125444"/>
                    </a:moveTo>
                    <a:lnTo>
                      <a:pt x="0" y="51374"/>
                    </a:lnTo>
                    <a:lnTo>
                      <a:pt x="54472" y="0"/>
                    </a:lnTo>
                    <a:moveTo>
                      <a:pt x="198609" y="0"/>
                    </a:moveTo>
                    <a:lnTo>
                      <a:pt x="145800" y="49484"/>
                    </a:lnTo>
                    <a:lnTo>
                      <a:pt x="66330" y="125444"/>
                    </a:lnTo>
                    <a:lnTo>
                      <a:pt x="66330" y="12544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86" name="Контур"/>
              <p:cNvSpPr/>
              <p:nvPr/>
            </p:nvSpPr>
            <p:spPr>
              <a:xfrm>
                <a:off x="4361264" y="1584000"/>
                <a:ext cx="1202719" cy="1126228"/>
              </a:xfrm>
              <a:custGeom>
                <a:avLst/>
                <a:gdLst/>
                <a:ahLst/>
                <a:cxnLst/>
                <a:rect l="l" t="t" r="r" b="b"/>
                <a:pathLst>
                  <a:path w="1202719" h="1126228" fill="none">
                    <a:moveTo>
                      <a:pt x="0" y="1043875"/>
                    </a:moveTo>
                    <a:lnTo>
                      <a:pt x="508966" y="534909"/>
                    </a:lnTo>
                    <a:moveTo>
                      <a:pt x="76491" y="1126228"/>
                    </a:moveTo>
                    <a:lnTo>
                      <a:pt x="1202719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87" name="Контур"/>
              <p:cNvSpPr/>
              <p:nvPr/>
            </p:nvSpPr>
            <p:spPr>
              <a:xfrm>
                <a:off x="4346987" y="1584000"/>
                <a:ext cx="1339455" cy="1153694"/>
              </a:xfrm>
              <a:custGeom>
                <a:avLst/>
                <a:gdLst/>
                <a:ahLst/>
                <a:cxnLst/>
                <a:rect l="l" t="t" r="r" b="b"/>
                <a:pathLst>
                  <a:path w="1339455" h="1153694" fill="none">
                    <a:moveTo>
                      <a:pt x="116280" y="1153694"/>
                    </a:moveTo>
                    <a:lnTo>
                      <a:pt x="0" y="1028504"/>
                    </a:lnTo>
                    <a:lnTo>
                      <a:pt x="710010" y="358724"/>
                    </a:lnTo>
                    <a:lnTo>
                      <a:pt x="801720" y="272234"/>
                    </a:lnTo>
                    <a:lnTo>
                      <a:pt x="1090322" y="0"/>
                    </a:lnTo>
                    <a:moveTo>
                      <a:pt x="1339455" y="0"/>
                    </a:moveTo>
                    <a:lnTo>
                      <a:pt x="1295100" y="41834"/>
                    </a:lnTo>
                    <a:lnTo>
                      <a:pt x="902610" y="412004"/>
                    </a:lnTo>
                    <a:lnTo>
                      <a:pt x="116280" y="1153694"/>
                    </a:lnTo>
                    <a:lnTo>
                      <a:pt x="116280" y="115369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88" name="Контур"/>
              <p:cNvSpPr/>
              <p:nvPr/>
            </p:nvSpPr>
            <p:spPr>
              <a:xfrm>
                <a:off x="4284741" y="1855525"/>
                <a:ext cx="767120" cy="690029"/>
              </a:xfrm>
              <a:custGeom>
                <a:avLst/>
                <a:gdLst/>
                <a:ahLst/>
                <a:cxnLst/>
                <a:rect l="l" t="t" r="r" b="b"/>
                <a:pathLst>
                  <a:path w="767120" h="690029" fill="none">
                    <a:moveTo>
                      <a:pt x="0" y="690029"/>
                    </a:moveTo>
                    <a:lnTo>
                      <a:pt x="690028" y="0"/>
                    </a:lnTo>
                    <a:moveTo>
                      <a:pt x="585489" y="263384"/>
                    </a:moveTo>
                    <a:lnTo>
                      <a:pt x="767120" y="8175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89" name="Контур"/>
              <p:cNvSpPr/>
              <p:nvPr/>
            </p:nvSpPr>
            <p:spPr>
              <a:xfrm>
                <a:off x="4224317" y="1811684"/>
                <a:ext cx="832680" cy="800820"/>
              </a:xfrm>
              <a:custGeom>
                <a:avLst/>
                <a:gdLst/>
                <a:ahLst/>
                <a:cxnLst/>
                <a:rect l="l" t="t" r="r" b="b"/>
                <a:pathLst>
                  <a:path w="832680" h="800820" fill="none">
                    <a:moveTo>
                      <a:pt x="709110" y="0"/>
                    </a:moveTo>
                    <a:lnTo>
                      <a:pt x="832680" y="131040"/>
                    </a:lnTo>
                    <a:lnTo>
                      <a:pt x="122670" y="800820"/>
                    </a:lnTo>
                    <a:lnTo>
                      <a:pt x="0" y="668880"/>
                    </a:lnTo>
                    <a:lnTo>
                      <a:pt x="70911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90" name="Контур"/>
              <p:cNvSpPr/>
              <p:nvPr/>
            </p:nvSpPr>
            <p:spPr>
              <a:xfrm>
                <a:off x="2702175" y="1960945"/>
                <a:ext cx="545248" cy="589769"/>
              </a:xfrm>
              <a:custGeom>
                <a:avLst/>
                <a:gdLst/>
                <a:ahLst/>
                <a:cxnLst/>
                <a:rect l="l" t="t" r="r" b="b"/>
                <a:pathLst>
                  <a:path w="545248" h="589769" fill="none">
                    <a:moveTo>
                      <a:pt x="0" y="261046"/>
                    </a:moveTo>
                    <a:lnTo>
                      <a:pt x="261046" y="0"/>
                    </a:lnTo>
                    <a:moveTo>
                      <a:pt x="76664" y="343226"/>
                    </a:moveTo>
                    <a:lnTo>
                      <a:pt x="337743" y="82147"/>
                    </a:lnTo>
                    <a:moveTo>
                      <a:pt x="153327" y="425407"/>
                    </a:moveTo>
                    <a:lnTo>
                      <a:pt x="414393" y="164341"/>
                    </a:lnTo>
                    <a:moveTo>
                      <a:pt x="229990" y="507588"/>
                    </a:moveTo>
                    <a:lnTo>
                      <a:pt x="491042" y="246536"/>
                    </a:lnTo>
                    <a:moveTo>
                      <a:pt x="306654" y="589769"/>
                    </a:moveTo>
                    <a:lnTo>
                      <a:pt x="545248" y="35117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91" name="Контур"/>
              <p:cNvSpPr/>
              <p:nvPr/>
            </p:nvSpPr>
            <p:spPr>
              <a:xfrm>
                <a:off x="2681171" y="1927430"/>
                <a:ext cx="565830" cy="666180"/>
              </a:xfrm>
              <a:custGeom>
                <a:avLst/>
                <a:gdLst/>
                <a:ahLst/>
                <a:cxnLst/>
                <a:rect l="l" t="t" r="r" b="b"/>
                <a:pathLst>
                  <a:path w="565830" h="666180" fill="none">
                    <a:moveTo>
                      <a:pt x="530370" y="299700"/>
                    </a:moveTo>
                    <a:lnTo>
                      <a:pt x="557640" y="342810"/>
                    </a:lnTo>
                    <a:lnTo>
                      <a:pt x="565830" y="375930"/>
                    </a:lnTo>
                    <a:lnTo>
                      <a:pt x="565380" y="409590"/>
                    </a:lnTo>
                    <a:lnTo>
                      <a:pt x="554850" y="444420"/>
                    </a:lnTo>
                    <a:lnTo>
                      <a:pt x="534780" y="478080"/>
                    </a:lnTo>
                    <a:lnTo>
                      <a:pt x="434250" y="591840"/>
                    </a:lnTo>
                    <a:lnTo>
                      <a:pt x="378630" y="666180"/>
                    </a:lnTo>
                    <a:lnTo>
                      <a:pt x="355500" y="653130"/>
                    </a:lnTo>
                    <a:lnTo>
                      <a:pt x="11610" y="284490"/>
                    </a:lnTo>
                    <a:lnTo>
                      <a:pt x="900" y="264780"/>
                    </a:lnTo>
                    <a:lnTo>
                      <a:pt x="0" y="247770"/>
                    </a:lnTo>
                    <a:lnTo>
                      <a:pt x="12150" y="222660"/>
                    </a:lnTo>
                    <a:lnTo>
                      <a:pt x="250740" y="0"/>
                    </a:lnTo>
                    <a:lnTo>
                      <a:pt x="530370" y="29970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92" name="Контур"/>
              <p:cNvSpPr/>
              <p:nvPr/>
            </p:nvSpPr>
            <p:spPr>
              <a:xfrm>
                <a:off x="3508626" y="1584000"/>
                <a:ext cx="1632409" cy="879229"/>
              </a:xfrm>
              <a:custGeom>
                <a:avLst/>
                <a:gdLst/>
                <a:ahLst/>
                <a:cxnLst/>
                <a:rect l="l" t="t" r="r" b="b"/>
                <a:pathLst>
                  <a:path w="1632409" h="879229" fill="none">
                    <a:moveTo>
                      <a:pt x="0" y="149228"/>
                    </a:moveTo>
                    <a:lnTo>
                      <a:pt x="78001" y="71228"/>
                    </a:lnTo>
                    <a:moveTo>
                      <a:pt x="76564" y="231509"/>
                    </a:moveTo>
                    <a:lnTo>
                      <a:pt x="154870" y="153203"/>
                    </a:lnTo>
                    <a:moveTo>
                      <a:pt x="153127" y="313789"/>
                    </a:moveTo>
                    <a:lnTo>
                      <a:pt x="231739" y="235178"/>
                    </a:lnTo>
                    <a:moveTo>
                      <a:pt x="229690" y="396070"/>
                    </a:moveTo>
                    <a:lnTo>
                      <a:pt x="308608" y="317152"/>
                    </a:lnTo>
                    <a:moveTo>
                      <a:pt x="306396" y="478209"/>
                    </a:moveTo>
                    <a:lnTo>
                      <a:pt x="720557" y="64047"/>
                    </a:lnTo>
                    <a:moveTo>
                      <a:pt x="385544" y="557905"/>
                    </a:moveTo>
                    <a:lnTo>
                      <a:pt x="943449" y="0"/>
                    </a:lnTo>
                    <a:moveTo>
                      <a:pt x="464692" y="637601"/>
                    </a:moveTo>
                    <a:lnTo>
                      <a:pt x="1102293" y="0"/>
                    </a:lnTo>
                    <a:moveTo>
                      <a:pt x="543839" y="717297"/>
                    </a:moveTo>
                    <a:lnTo>
                      <a:pt x="1261137" y="0"/>
                    </a:lnTo>
                    <a:moveTo>
                      <a:pt x="622987" y="796993"/>
                    </a:moveTo>
                    <a:lnTo>
                      <a:pt x="1405200" y="14781"/>
                    </a:lnTo>
                    <a:moveTo>
                      <a:pt x="699596" y="879229"/>
                    </a:moveTo>
                    <a:lnTo>
                      <a:pt x="1578825" y="0"/>
                    </a:lnTo>
                    <a:moveTo>
                      <a:pt x="1466143" y="271525"/>
                    </a:moveTo>
                    <a:lnTo>
                      <a:pt x="1555290" y="182379"/>
                    </a:lnTo>
                    <a:moveTo>
                      <a:pt x="1543235" y="353278"/>
                    </a:moveTo>
                    <a:lnTo>
                      <a:pt x="1632409" y="26410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93" name="Контур"/>
              <p:cNvSpPr/>
              <p:nvPr/>
            </p:nvSpPr>
            <p:spPr>
              <a:xfrm>
                <a:off x="3486767" y="1584000"/>
                <a:ext cx="1688149" cy="896564"/>
              </a:xfrm>
              <a:custGeom>
                <a:avLst/>
                <a:gdLst/>
                <a:ahLst/>
                <a:cxnLst/>
                <a:rect l="l" t="t" r="r" b="b"/>
                <a:pathLst>
                  <a:path w="1688149" h="896564" fill="none">
                    <a:moveTo>
                      <a:pt x="1538370" y="141284"/>
                    </a:moveTo>
                    <a:lnTo>
                      <a:pt x="1661940" y="272234"/>
                    </a:lnTo>
                    <a:lnTo>
                      <a:pt x="1570230" y="358724"/>
                    </a:lnTo>
                    <a:lnTo>
                      <a:pt x="1446660" y="227684"/>
                    </a:lnTo>
                    <a:lnTo>
                      <a:pt x="737550" y="896564"/>
                    </a:lnTo>
                    <a:lnTo>
                      <a:pt x="648720" y="800894"/>
                    </a:lnTo>
                    <a:lnTo>
                      <a:pt x="323910" y="473834"/>
                    </a:lnTo>
                    <a:lnTo>
                      <a:pt x="6930" y="133184"/>
                    </a:lnTo>
                    <a:lnTo>
                      <a:pt x="0" y="125444"/>
                    </a:lnTo>
                    <a:lnTo>
                      <a:pt x="79470" y="49484"/>
                    </a:lnTo>
                    <a:lnTo>
                      <a:pt x="397890" y="389054"/>
                    </a:lnTo>
                    <a:lnTo>
                      <a:pt x="810310" y="0"/>
                    </a:lnTo>
                    <a:moveTo>
                      <a:pt x="1413121" y="0"/>
                    </a:moveTo>
                    <a:lnTo>
                      <a:pt x="1468440" y="58664"/>
                    </a:lnTo>
                    <a:lnTo>
                      <a:pt x="1530657" y="0"/>
                    </a:lnTo>
                    <a:moveTo>
                      <a:pt x="1688149" y="0"/>
                    </a:moveTo>
                    <a:lnTo>
                      <a:pt x="1538370" y="141284"/>
                    </a:lnTo>
                    <a:lnTo>
                      <a:pt x="1538370" y="14128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94" name="Контур"/>
              <p:cNvSpPr/>
              <p:nvPr/>
            </p:nvSpPr>
            <p:spPr>
              <a:xfrm>
                <a:off x="3508626" y="1584000"/>
                <a:ext cx="1632409" cy="879229"/>
              </a:xfrm>
              <a:custGeom>
                <a:avLst/>
                <a:gdLst/>
                <a:ahLst/>
                <a:cxnLst/>
                <a:rect l="l" t="t" r="r" b="b"/>
                <a:pathLst>
                  <a:path w="1632409" h="879229" fill="none">
                    <a:moveTo>
                      <a:pt x="0" y="149228"/>
                    </a:moveTo>
                    <a:lnTo>
                      <a:pt x="78001" y="71228"/>
                    </a:lnTo>
                    <a:moveTo>
                      <a:pt x="76564" y="231509"/>
                    </a:moveTo>
                    <a:lnTo>
                      <a:pt x="154870" y="153203"/>
                    </a:lnTo>
                    <a:moveTo>
                      <a:pt x="153127" y="313789"/>
                    </a:moveTo>
                    <a:lnTo>
                      <a:pt x="231739" y="235178"/>
                    </a:lnTo>
                    <a:moveTo>
                      <a:pt x="229690" y="396070"/>
                    </a:moveTo>
                    <a:lnTo>
                      <a:pt x="308608" y="317152"/>
                    </a:lnTo>
                    <a:moveTo>
                      <a:pt x="306396" y="478209"/>
                    </a:moveTo>
                    <a:lnTo>
                      <a:pt x="720557" y="64047"/>
                    </a:lnTo>
                    <a:moveTo>
                      <a:pt x="385544" y="557905"/>
                    </a:moveTo>
                    <a:lnTo>
                      <a:pt x="943449" y="0"/>
                    </a:lnTo>
                    <a:moveTo>
                      <a:pt x="464692" y="637601"/>
                    </a:moveTo>
                    <a:lnTo>
                      <a:pt x="1102293" y="0"/>
                    </a:lnTo>
                    <a:moveTo>
                      <a:pt x="543839" y="717297"/>
                    </a:moveTo>
                    <a:lnTo>
                      <a:pt x="1261137" y="0"/>
                    </a:lnTo>
                    <a:moveTo>
                      <a:pt x="622987" y="796993"/>
                    </a:moveTo>
                    <a:lnTo>
                      <a:pt x="1405200" y="14781"/>
                    </a:lnTo>
                    <a:moveTo>
                      <a:pt x="699596" y="879229"/>
                    </a:moveTo>
                    <a:lnTo>
                      <a:pt x="1578825" y="0"/>
                    </a:lnTo>
                    <a:moveTo>
                      <a:pt x="1466143" y="271525"/>
                    </a:moveTo>
                    <a:lnTo>
                      <a:pt x="1555290" y="182379"/>
                    </a:lnTo>
                    <a:moveTo>
                      <a:pt x="1543235" y="353278"/>
                    </a:moveTo>
                    <a:lnTo>
                      <a:pt x="1632409" y="26410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95" name="Контур"/>
              <p:cNvSpPr/>
              <p:nvPr/>
            </p:nvSpPr>
            <p:spPr>
              <a:xfrm>
                <a:off x="3486767" y="1584000"/>
                <a:ext cx="1688149" cy="896564"/>
              </a:xfrm>
              <a:custGeom>
                <a:avLst/>
                <a:gdLst/>
                <a:ahLst/>
                <a:cxnLst/>
                <a:rect l="l" t="t" r="r" b="b"/>
                <a:pathLst>
                  <a:path w="1688149" h="896564" fill="none">
                    <a:moveTo>
                      <a:pt x="1538370" y="141284"/>
                    </a:moveTo>
                    <a:lnTo>
                      <a:pt x="1661940" y="272234"/>
                    </a:lnTo>
                    <a:lnTo>
                      <a:pt x="1570230" y="358724"/>
                    </a:lnTo>
                    <a:lnTo>
                      <a:pt x="1446660" y="227684"/>
                    </a:lnTo>
                    <a:lnTo>
                      <a:pt x="737550" y="896564"/>
                    </a:lnTo>
                    <a:lnTo>
                      <a:pt x="648720" y="800894"/>
                    </a:lnTo>
                    <a:lnTo>
                      <a:pt x="323910" y="473834"/>
                    </a:lnTo>
                    <a:lnTo>
                      <a:pt x="6930" y="133184"/>
                    </a:lnTo>
                    <a:lnTo>
                      <a:pt x="0" y="125444"/>
                    </a:lnTo>
                    <a:lnTo>
                      <a:pt x="79470" y="49484"/>
                    </a:lnTo>
                    <a:lnTo>
                      <a:pt x="397890" y="389054"/>
                    </a:lnTo>
                    <a:lnTo>
                      <a:pt x="810310" y="0"/>
                    </a:lnTo>
                    <a:moveTo>
                      <a:pt x="1413121" y="0"/>
                    </a:moveTo>
                    <a:lnTo>
                      <a:pt x="1468440" y="58664"/>
                    </a:lnTo>
                    <a:lnTo>
                      <a:pt x="1530657" y="0"/>
                    </a:lnTo>
                    <a:moveTo>
                      <a:pt x="1688149" y="0"/>
                    </a:moveTo>
                    <a:lnTo>
                      <a:pt x="1538370" y="141284"/>
                    </a:lnTo>
                    <a:lnTo>
                      <a:pt x="1538370" y="14128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96" name="Контур"/>
              <p:cNvSpPr/>
              <p:nvPr/>
            </p:nvSpPr>
            <p:spPr>
              <a:xfrm>
                <a:off x="3508626" y="1584000"/>
                <a:ext cx="1632409" cy="879229"/>
              </a:xfrm>
              <a:custGeom>
                <a:avLst/>
                <a:gdLst/>
                <a:ahLst/>
                <a:cxnLst/>
                <a:rect l="l" t="t" r="r" b="b"/>
                <a:pathLst>
                  <a:path w="1632409" h="879229" fill="none">
                    <a:moveTo>
                      <a:pt x="0" y="149228"/>
                    </a:moveTo>
                    <a:lnTo>
                      <a:pt x="78001" y="71228"/>
                    </a:lnTo>
                    <a:moveTo>
                      <a:pt x="76564" y="231509"/>
                    </a:moveTo>
                    <a:lnTo>
                      <a:pt x="154870" y="153203"/>
                    </a:lnTo>
                    <a:moveTo>
                      <a:pt x="153127" y="313789"/>
                    </a:moveTo>
                    <a:lnTo>
                      <a:pt x="231739" y="235178"/>
                    </a:lnTo>
                    <a:moveTo>
                      <a:pt x="229690" y="396070"/>
                    </a:moveTo>
                    <a:lnTo>
                      <a:pt x="308608" y="317152"/>
                    </a:lnTo>
                    <a:moveTo>
                      <a:pt x="306396" y="478209"/>
                    </a:moveTo>
                    <a:lnTo>
                      <a:pt x="720557" y="64047"/>
                    </a:lnTo>
                    <a:moveTo>
                      <a:pt x="385544" y="557905"/>
                    </a:moveTo>
                    <a:lnTo>
                      <a:pt x="943449" y="0"/>
                    </a:lnTo>
                    <a:moveTo>
                      <a:pt x="464692" y="637601"/>
                    </a:moveTo>
                    <a:lnTo>
                      <a:pt x="1102293" y="0"/>
                    </a:lnTo>
                    <a:moveTo>
                      <a:pt x="543839" y="717297"/>
                    </a:moveTo>
                    <a:lnTo>
                      <a:pt x="1261137" y="0"/>
                    </a:lnTo>
                    <a:moveTo>
                      <a:pt x="622987" y="796993"/>
                    </a:moveTo>
                    <a:lnTo>
                      <a:pt x="1405200" y="14781"/>
                    </a:lnTo>
                    <a:moveTo>
                      <a:pt x="699596" y="879229"/>
                    </a:moveTo>
                    <a:lnTo>
                      <a:pt x="1578825" y="0"/>
                    </a:lnTo>
                    <a:moveTo>
                      <a:pt x="1466143" y="271525"/>
                    </a:moveTo>
                    <a:lnTo>
                      <a:pt x="1555290" y="182379"/>
                    </a:lnTo>
                    <a:moveTo>
                      <a:pt x="1543235" y="353278"/>
                    </a:moveTo>
                    <a:lnTo>
                      <a:pt x="1632409" y="26410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97" name="Контур"/>
              <p:cNvSpPr/>
              <p:nvPr/>
            </p:nvSpPr>
            <p:spPr>
              <a:xfrm>
                <a:off x="3486767" y="1584000"/>
                <a:ext cx="1688149" cy="896564"/>
              </a:xfrm>
              <a:custGeom>
                <a:avLst/>
                <a:gdLst/>
                <a:ahLst/>
                <a:cxnLst/>
                <a:rect l="l" t="t" r="r" b="b"/>
                <a:pathLst>
                  <a:path w="1688149" h="896564" fill="none">
                    <a:moveTo>
                      <a:pt x="1538370" y="141284"/>
                    </a:moveTo>
                    <a:lnTo>
                      <a:pt x="1661940" y="272234"/>
                    </a:lnTo>
                    <a:lnTo>
                      <a:pt x="1570230" y="358724"/>
                    </a:lnTo>
                    <a:lnTo>
                      <a:pt x="1446660" y="227684"/>
                    </a:lnTo>
                    <a:lnTo>
                      <a:pt x="737550" y="896564"/>
                    </a:lnTo>
                    <a:lnTo>
                      <a:pt x="648720" y="800894"/>
                    </a:lnTo>
                    <a:lnTo>
                      <a:pt x="323910" y="473834"/>
                    </a:lnTo>
                    <a:lnTo>
                      <a:pt x="6930" y="133184"/>
                    </a:lnTo>
                    <a:lnTo>
                      <a:pt x="0" y="125444"/>
                    </a:lnTo>
                    <a:lnTo>
                      <a:pt x="79470" y="49484"/>
                    </a:lnTo>
                    <a:lnTo>
                      <a:pt x="397890" y="389054"/>
                    </a:lnTo>
                    <a:lnTo>
                      <a:pt x="810310" y="0"/>
                    </a:lnTo>
                    <a:moveTo>
                      <a:pt x="1413121" y="0"/>
                    </a:moveTo>
                    <a:lnTo>
                      <a:pt x="1468440" y="58664"/>
                    </a:lnTo>
                    <a:lnTo>
                      <a:pt x="1530657" y="0"/>
                    </a:lnTo>
                    <a:moveTo>
                      <a:pt x="1688149" y="0"/>
                    </a:moveTo>
                    <a:lnTo>
                      <a:pt x="1538370" y="141284"/>
                    </a:lnTo>
                    <a:lnTo>
                      <a:pt x="1538370" y="14128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98" name="Контур"/>
              <p:cNvSpPr/>
              <p:nvPr/>
            </p:nvSpPr>
            <p:spPr>
              <a:xfrm>
                <a:off x="3586627" y="1584000"/>
                <a:ext cx="706603" cy="317152"/>
              </a:xfrm>
              <a:custGeom>
                <a:avLst/>
                <a:gdLst/>
                <a:ahLst/>
                <a:cxnLst/>
                <a:rect l="l" t="t" r="r" b="b"/>
                <a:pathLst>
                  <a:path w="706603" h="317152" fill="none">
                    <a:moveTo>
                      <a:pt x="0" y="71228"/>
                    </a:moveTo>
                    <a:lnTo>
                      <a:pt x="71227" y="0"/>
                    </a:lnTo>
                    <a:moveTo>
                      <a:pt x="76869" y="153203"/>
                    </a:moveTo>
                    <a:lnTo>
                      <a:pt x="230071" y="0"/>
                    </a:lnTo>
                    <a:moveTo>
                      <a:pt x="153738" y="235178"/>
                    </a:moveTo>
                    <a:lnTo>
                      <a:pt x="388915" y="0"/>
                    </a:lnTo>
                    <a:moveTo>
                      <a:pt x="230607" y="317152"/>
                    </a:moveTo>
                    <a:lnTo>
                      <a:pt x="547759" y="0"/>
                    </a:lnTo>
                    <a:moveTo>
                      <a:pt x="642556" y="64047"/>
                    </a:moveTo>
                    <a:lnTo>
                      <a:pt x="706603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99" name="Контур"/>
              <p:cNvSpPr/>
              <p:nvPr/>
            </p:nvSpPr>
            <p:spPr>
              <a:xfrm>
                <a:off x="3566237" y="1584000"/>
                <a:ext cx="730840" cy="389054"/>
              </a:xfrm>
              <a:custGeom>
                <a:avLst/>
                <a:gdLst/>
                <a:ahLst/>
                <a:cxnLst/>
                <a:rect l="l" t="t" r="r" b="b"/>
                <a:pathLst>
                  <a:path w="730840" h="389054" fill="none">
                    <a:moveTo>
                      <a:pt x="730840" y="0"/>
                    </a:moveTo>
                    <a:lnTo>
                      <a:pt x="318420" y="389054"/>
                    </a:lnTo>
                    <a:lnTo>
                      <a:pt x="0" y="49484"/>
                    </a:lnTo>
                    <a:lnTo>
                      <a:pt x="52809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00" name="Контур"/>
              <p:cNvSpPr/>
              <p:nvPr/>
            </p:nvSpPr>
            <p:spPr>
              <a:xfrm>
                <a:off x="1856959" y="1599297"/>
                <a:ext cx="1113646" cy="1188738"/>
              </a:xfrm>
              <a:custGeom>
                <a:avLst/>
                <a:gdLst/>
                <a:ahLst/>
                <a:cxnLst/>
                <a:rect l="l" t="t" r="r" b="b"/>
                <a:pathLst>
                  <a:path w="1113646" h="1188738" fill="none">
                    <a:moveTo>
                      <a:pt x="0" y="38313"/>
                    </a:moveTo>
                    <a:lnTo>
                      <a:pt x="38314" y="0"/>
                    </a:lnTo>
                    <a:moveTo>
                      <a:pt x="76673" y="120485"/>
                    </a:moveTo>
                    <a:lnTo>
                      <a:pt x="193708" y="3450"/>
                    </a:lnTo>
                    <a:moveTo>
                      <a:pt x="153341" y="202661"/>
                    </a:moveTo>
                    <a:lnTo>
                      <a:pt x="270384" y="85618"/>
                    </a:lnTo>
                    <a:moveTo>
                      <a:pt x="230013" y="284833"/>
                    </a:moveTo>
                    <a:lnTo>
                      <a:pt x="347060" y="167786"/>
                    </a:lnTo>
                    <a:moveTo>
                      <a:pt x="306685" y="367005"/>
                    </a:moveTo>
                    <a:lnTo>
                      <a:pt x="423736" y="249954"/>
                    </a:lnTo>
                    <a:moveTo>
                      <a:pt x="383357" y="449177"/>
                    </a:moveTo>
                    <a:lnTo>
                      <a:pt x="500412" y="332122"/>
                    </a:lnTo>
                    <a:moveTo>
                      <a:pt x="460029" y="531349"/>
                    </a:moveTo>
                    <a:lnTo>
                      <a:pt x="577088" y="414290"/>
                    </a:lnTo>
                    <a:moveTo>
                      <a:pt x="536701" y="613521"/>
                    </a:moveTo>
                    <a:lnTo>
                      <a:pt x="653764" y="496458"/>
                    </a:lnTo>
                    <a:moveTo>
                      <a:pt x="613355" y="695711"/>
                    </a:moveTo>
                    <a:lnTo>
                      <a:pt x="730439" y="578627"/>
                    </a:lnTo>
                    <a:moveTo>
                      <a:pt x="689992" y="777918"/>
                    </a:moveTo>
                    <a:lnTo>
                      <a:pt x="807069" y="660841"/>
                    </a:lnTo>
                    <a:moveTo>
                      <a:pt x="766672" y="860082"/>
                    </a:moveTo>
                    <a:lnTo>
                      <a:pt x="883713" y="743041"/>
                    </a:lnTo>
                    <a:moveTo>
                      <a:pt x="843352" y="942246"/>
                    </a:moveTo>
                    <a:lnTo>
                      <a:pt x="960357" y="825241"/>
                    </a:lnTo>
                    <a:moveTo>
                      <a:pt x="920032" y="1024410"/>
                    </a:moveTo>
                    <a:lnTo>
                      <a:pt x="1037002" y="907441"/>
                    </a:lnTo>
                    <a:moveTo>
                      <a:pt x="996712" y="1106574"/>
                    </a:moveTo>
                    <a:lnTo>
                      <a:pt x="1113646" y="989640"/>
                    </a:lnTo>
                    <a:moveTo>
                      <a:pt x="1073392" y="1188738"/>
                    </a:moveTo>
                    <a:lnTo>
                      <a:pt x="1106746" y="115538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01" name="Контур"/>
              <p:cNvSpPr/>
              <p:nvPr/>
            </p:nvSpPr>
            <p:spPr>
              <a:xfrm>
                <a:off x="1825811" y="1584000"/>
                <a:ext cx="1195200" cy="1214000"/>
              </a:xfrm>
              <a:custGeom>
                <a:avLst/>
                <a:gdLst/>
                <a:ahLst/>
                <a:cxnLst/>
                <a:rect l="l" t="t" r="r" b="b"/>
                <a:pathLst>
                  <a:path w="1195200" h="1214000" fill="none">
                    <a:moveTo>
                      <a:pt x="1180620" y="1043360"/>
                    </a:moveTo>
                    <a:lnTo>
                      <a:pt x="1185120" y="1048760"/>
                    </a:lnTo>
                    <a:lnTo>
                      <a:pt x="1189080" y="1054700"/>
                    </a:lnTo>
                    <a:lnTo>
                      <a:pt x="1192410" y="1060910"/>
                    </a:lnTo>
                    <a:lnTo>
                      <a:pt x="1195200" y="1067480"/>
                    </a:lnTo>
                    <a:lnTo>
                      <a:pt x="1113840" y="1214000"/>
                    </a:lnTo>
                    <a:lnTo>
                      <a:pt x="675900" y="744740"/>
                    </a:lnTo>
                    <a:lnTo>
                      <a:pt x="629910" y="695330"/>
                    </a:lnTo>
                    <a:lnTo>
                      <a:pt x="123030" y="152090"/>
                    </a:lnTo>
                    <a:lnTo>
                      <a:pt x="76950" y="102680"/>
                    </a:lnTo>
                    <a:lnTo>
                      <a:pt x="0" y="20240"/>
                    </a:lnTo>
                    <a:lnTo>
                      <a:pt x="18364" y="0"/>
                    </a:lnTo>
                    <a:moveTo>
                      <a:pt x="52231" y="0"/>
                    </a:moveTo>
                    <a:lnTo>
                      <a:pt x="57690" y="4850"/>
                    </a:lnTo>
                    <a:lnTo>
                      <a:pt x="92880" y="36080"/>
                    </a:lnTo>
                    <a:lnTo>
                      <a:pt x="125497" y="0"/>
                    </a:lnTo>
                    <a:moveTo>
                      <a:pt x="207362" y="0"/>
                    </a:moveTo>
                    <a:lnTo>
                      <a:pt x="760140" y="592370"/>
                    </a:lnTo>
                    <a:lnTo>
                      <a:pt x="796950" y="631880"/>
                    </a:lnTo>
                    <a:lnTo>
                      <a:pt x="1180620" y="1043360"/>
                    </a:lnTo>
                    <a:lnTo>
                      <a:pt x="1180620" y="104336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02" name="Контур"/>
              <p:cNvSpPr/>
              <p:nvPr/>
            </p:nvSpPr>
            <p:spPr>
              <a:xfrm>
                <a:off x="1856959" y="1599297"/>
                <a:ext cx="1113646" cy="1188738"/>
              </a:xfrm>
              <a:custGeom>
                <a:avLst/>
                <a:gdLst/>
                <a:ahLst/>
                <a:cxnLst/>
                <a:rect l="l" t="t" r="r" b="b"/>
                <a:pathLst>
                  <a:path w="1113646" h="1188738" fill="none">
                    <a:moveTo>
                      <a:pt x="0" y="38313"/>
                    </a:moveTo>
                    <a:lnTo>
                      <a:pt x="38314" y="0"/>
                    </a:lnTo>
                    <a:moveTo>
                      <a:pt x="76673" y="120485"/>
                    </a:moveTo>
                    <a:lnTo>
                      <a:pt x="193708" y="3450"/>
                    </a:lnTo>
                    <a:moveTo>
                      <a:pt x="153341" y="202661"/>
                    </a:moveTo>
                    <a:lnTo>
                      <a:pt x="270384" y="85618"/>
                    </a:lnTo>
                    <a:moveTo>
                      <a:pt x="230013" y="284833"/>
                    </a:moveTo>
                    <a:lnTo>
                      <a:pt x="347060" y="167786"/>
                    </a:lnTo>
                    <a:moveTo>
                      <a:pt x="306685" y="367005"/>
                    </a:moveTo>
                    <a:lnTo>
                      <a:pt x="423736" y="249954"/>
                    </a:lnTo>
                    <a:moveTo>
                      <a:pt x="383357" y="449177"/>
                    </a:moveTo>
                    <a:lnTo>
                      <a:pt x="500412" y="332122"/>
                    </a:lnTo>
                    <a:moveTo>
                      <a:pt x="460029" y="531349"/>
                    </a:moveTo>
                    <a:lnTo>
                      <a:pt x="577088" y="414290"/>
                    </a:lnTo>
                    <a:moveTo>
                      <a:pt x="536701" y="613521"/>
                    </a:moveTo>
                    <a:lnTo>
                      <a:pt x="653764" y="496458"/>
                    </a:lnTo>
                    <a:moveTo>
                      <a:pt x="613355" y="695711"/>
                    </a:moveTo>
                    <a:lnTo>
                      <a:pt x="730439" y="578627"/>
                    </a:lnTo>
                    <a:moveTo>
                      <a:pt x="689992" y="777918"/>
                    </a:moveTo>
                    <a:lnTo>
                      <a:pt x="807069" y="660841"/>
                    </a:lnTo>
                    <a:moveTo>
                      <a:pt x="766672" y="860082"/>
                    </a:moveTo>
                    <a:lnTo>
                      <a:pt x="883713" y="743041"/>
                    </a:lnTo>
                    <a:moveTo>
                      <a:pt x="843352" y="942246"/>
                    </a:moveTo>
                    <a:lnTo>
                      <a:pt x="960357" y="825241"/>
                    </a:lnTo>
                    <a:moveTo>
                      <a:pt x="920032" y="1024410"/>
                    </a:moveTo>
                    <a:lnTo>
                      <a:pt x="1037002" y="907441"/>
                    </a:lnTo>
                    <a:moveTo>
                      <a:pt x="996712" y="1106574"/>
                    </a:moveTo>
                    <a:lnTo>
                      <a:pt x="1113646" y="989640"/>
                    </a:lnTo>
                    <a:moveTo>
                      <a:pt x="1073392" y="1188738"/>
                    </a:moveTo>
                    <a:lnTo>
                      <a:pt x="1106746" y="115538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03" name="Контур"/>
              <p:cNvSpPr/>
              <p:nvPr/>
            </p:nvSpPr>
            <p:spPr>
              <a:xfrm>
                <a:off x="1825811" y="1584000"/>
                <a:ext cx="1195200" cy="1214000"/>
              </a:xfrm>
              <a:custGeom>
                <a:avLst/>
                <a:gdLst/>
                <a:ahLst/>
                <a:cxnLst/>
                <a:rect l="l" t="t" r="r" b="b"/>
                <a:pathLst>
                  <a:path w="1195200" h="1214000" fill="none">
                    <a:moveTo>
                      <a:pt x="1180620" y="1043360"/>
                    </a:moveTo>
                    <a:lnTo>
                      <a:pt x="1185120" y="1048760"/>
                    </a:lnTo>
                    <a:lnTo>
                      <a:pt x="1189080" y="1054700"/>
                    </a:lnTo>
                    <a:lnTo>
                      <a:pt x="1192410" y="1060910"/>
                    </a:lnTo>
                    <a:lnTo>
                      <a:pt x="1195200" y="1067480"/>
                    </a:lnTo>
                    <a:lnTo>
                      <a:pt x="1113840" y="1214000"/>
                    </a:lnTo>
                    <a:lnTo>
                      <a:pt x="675900" y="744740"/>
                    </a:lnTo>
                    <a:lnTo>
                      <a:pt x="629910" y="695330"/>
                    </a:lnTo>
                    <a:lnTo>
                      <a:pt x="123030" y="152090"/>
                    </a:lnTo>
                    <a:lnTo>
                      <a:pt x="76950" y="102680"/>
                    </a:lnTo>
                    <a:lnTo>
                      <a:pt x="0" y="20240"/>
                    </a:lnTo>
                    <a:lnTo>
                      <a:pt x="18364" y="0"/>
                    </a:lnTo>
                    <a:moveTo>
                      <a:pt x="52231" y="0"/>
                    </a:moveTo>
                    <a:lnTo>
                      <a:pt x="57690" y="4850"/>
                    </a:lnTo>
                    <a:lnTo>
                      <a:pt x="92880" y="36080"/>
                    </a:lnTo>
                    <a:lnTo>
                      <a:pt x="125497" y="0"/>
                    </a:lnTo>
                    <a:moveTo>
                      <a:pt x="207362" y="0"/>
                    </a:moveTo>
                    <a:lnTo>
                      <a:pt x="760140" y="592370"/>
                    </a:lnTo>
                    <a:lnTo>
                      <a:pt x="796950" y="631880"/>
                    </a:lnTo>
                    <a:lnTo>
                      <a:pt x="1180620" y="1043360"/>
                    </a:lnTo>
                    <a:lnTo>
                      <a:pt x="1180620" y="104336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04" name="Контур"/>
              <p:cNvSpPr/>
              <p:nvPr/>
            </p:nvSpPr>
            <p:spPr>
              <a:xfrm>
                <a:off x="1856965" y="1599291"/>
                <a:ext cx="1113646" cy="1188738"/>
              </a:xfrm>
              <a:custGeom>
                <a:avLst/>
                <a:gdLst/>
                <a:ahLst/>
                <a:cxnLst/>
                <a:rect l="l" t="t" r="r" b="b"/>
                <a:pathLst>
                  <a:path w="1113646" h="1188738" fill="none">
                    <a:moveTo>
                      <a:pt x="0" y="38313"/>
                    </a:moveTo>
                    <a:lnTo>
                      <a:pt x="38314" y="0"/>
                    </a:lnTo>
                    <a:moveTo>
                      <a:pt x="76673" y="120485"/>
                    </a:moveTo>
                    <a:lnTo>
                      <a:pt x="193708" y="3450"/>
                    </a:lnTo>
                    <a:moveTo>
                      <a:pt x="153341" y="202661"/>
                    </a:moveTo>
                    <a:lnTo>
                      <a:pt x="270384" y="85618"/>
                    </a:lnTo>
                    <a:moveTo>
                      <a:pt x="230013" y="284833"/>
                    </a:moveTo>
                    <a:lnTo>
                      <a:pt x="347060" y="167786"/>
                    </a:lnTo>
                    <a:moveTo>
                      <a:pt x="306685" y="367005"/>
                    </a:moveTo>
                    <a:lnTo>
                      <a:pt x="423736" y="249954"/>
                    </a:lnTo>
                    <a:moveTo>
                      <a:pt x="383357" y="449177"/>
                    </a:moveTo>
                    <a:lnTo>
                      <a:pt x="500412" y="332122"/>
                    </a:lnTo>
                    <a:moveTo>
                      <a:pt x="460029" y="531349"/>
                    </a:moveTo>
                    <a:lnTo>
                      <a:pt x="577088" y="414289"/>
                    </a:lnTo>
                    <a:moveTo>
                      <a:pt x="536701" y="613521"/>
                    </a:moveTo>
                    <a:lnTo>
                      <a:pt x="653765" y="496457"/>
                    </a:lnTo>
                    <a:moveTo>
                      <a:pt x="613355" y="695711"/>
                    </a:moveTo>
                    <a:lnTo>
                      <a:pt x="730439" y="578627"/>
                    </a:lnTo>
                    <a:moveTo>
                      <a:pt x="689992" y="777918"/>
                    </a:moveTo>
                    <a:lnTo>
                      <a:pt x="807069" y="660841"/>
                    </a:lnTo>
                    <a:moveTo>
                      <a:pt x="766672" y="860082"/>
                    </a:moveTo>
                    <a:lnTo>
                      <a:pt x="883713" y="743041"/>
                    </a:lnTo>
                    <a:moveTo>
                      <a:pt x="843352" y="942246"/>
                    </a:moveTo>
                    <a:lnTo>
                      <a:pt x="960358" y="825241"/>
                    </a:lnTo>
                    <a:moveTo>
                      <a:pt x="920032" y="1024410"/>
                    </a:moveTo>
                    <a:lnTo>
                      <a:pt x="1037002" y="907440"/>
                    </a:lnTo>
                    <a:moveTo>
                      <a:pt x="996712" y="1106574"/>
                    </a:moveTo>
                    <a:lnTo>
                      <a:pt x="1113646" y="989640"/>
                    </a:lnTo>
                    <a:moveTo>
                      <a:pt x="1073392" y="1188738"/>
                    </a:moveTo>
                    <a:lnTo>
                      <a:pt x="1106747" y="115538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05" name="Контур"/>
              <p:cNvSpPr/>
              <p:nvPr/>
            </p:nvSpPr>
            <p:spPr>
              <a:xfrm>
                <a:off x="1825817" y="1584000"/>
                <a:ext cx="1195200" cy="1213994"/>
              </a:xfrm>
              <a:custGeom>
                <a:avLst/>
                <a:gdLst/>
                <a:ahLst/>
                <a:cxnLst/>
                <a:rect l="l" t="t" r="r" b="b"/>
                <a:pathLst>
                  <a:path w="1195200" h="1213994" fill="none">
                    <a:moveTo>
                      <a:pt x="1180620" y="1043354"/>
                    </a:moveTo>
                    <a:lnTo>
                      <a:pt x="1185120" y="1048754"/>
                    </a:lnTo>
                    <a:lnTo>
                      <a:pt x="1189080" y="1054694"/>
                    </a:lnTo>
                    <a:lnTo>
                      <a:pt x="1192410" y="1060904"/>
                    </a:lnTo>
                    <a:lnTo>
                      <a:pt x="1195200" y="1067474"/>
                    </a:lnTo>
                    <a:lnTo>
                      <a:pt x="1113840" y="1213994"/>
                    </a:lnTo>
                    <a:lnTo>
                      <a:pt x="675900" y="744734"/>
                    </a:lnTo>
                    <a:lnTo>
                      <a:pt x="629910" y="695324"/>
                    </a:lnTo>
                    <a:lnTo>
                      <a:pt x="123030" y="152084"/>
                    </a:lnTo>
                    <a:lnTo>
                      <a:pt x="76950" y="102674"/>
                    </a:lnTo>
                    <a:lnTo>
                      <a:pt x="0" y="20234"/>
                    </a:lnTo>
                    <a:lnTo>
                      <a:pt x="18359" y="0"/>
                    </a:lnTo>
                    <a:moveTo>
                      <a:pt x="52238" y="0"/>
                    </a:moveTo>
                    <a:lnTo>
                      <a:pt x="57690" y="4844"/>
                    </a:lnTo>
                    <a:lnTo>
                      <a:pt x="92880" y="36074"/>
                    </a:lnTo>
                    <a:lnTo>
                      <a:pt x="125492" y="0"/>
                    </a:lnTo>
                    <a:moveTo>
                      <a:pt x="207368" y="0"/>
                    </a:moveTo>
                    <a:lnTo>
                      <a:pt x="760140" y="592364"/>
                    </a:lnTo>
                    <a:lnTo>
                      <a:pt x="796950" y="631874"/>
                    </a:lnTo>
                    <a:lnTo>
                      <a:pt x="1180620" y="1043354"/>
                    </a:lnTo>
                    <a:lnTo>
                      <a:pt x="1180620" y="104335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06" name="Контур"/>
              <p:cNvSpPr/>
              <p:nvPr/>
            </p:nvSpPr>
            <p:spPr>
              <a:xfrm>
                <a:off x="2050667" y="1584000"/>
                <a:ext cx="958162" cy="1004937"/>
              </a:xfrm>
              <a:custGeom>
                <a:avLst/>
                <a:gdLst/>
                <a:ahLst/>
                <a:cxnLst/>
                <a:rect l="l" t="t" r="r" b="b"/>
                <a:pathLst>
                  <a:path w="958162" h="1004937" fill="none">
                    <a:moveTo>
                      <a:pt x="0" y="18747"/>
                    </a:moveTo>
                    <a:lnTo>
                      <a:pt x="18747" y="0"/>
                    </a:lnTo>
                    <a:moveTo>
                      <a:pt x="76676" y="100915"/>
                    </a:moveTo>
                    <a:lnTo>
                      <a:pt x="177591" y="0"/>
                    </a:lnTo>
                    <a:moveTo>
                      <a:pt x="153352" y="183083"/>
                    </a:moveTo>
                    <a:lnTo>
                      <a:pt x="336435" y="0"/>
                    </a:lnTo>
                    <a:moveTo>
                      <a:pt x="230028" y="265251"/>
                    </a:moveTo>
                    <a:lnTo>
                      <a:pt x="495279" y="0"/>
                    </a:lnTo>
                    <a:moveTo>
                      <a:pt x="306704" y="347419"/>
                    </a:moveTo>
                    <a:lnTo>
                      <a:pt x="605870" y="48253"/>
                    </a:lnTo>
                    <a:moveTo>
                      <a:pt x="383380" y="429587"/>
                    </a:moveTo>
                    <a:lnTo>
                      <a:pt x="682543" y="130424"/>
                    </a:lnTo>
                    <a:moveTo>
                      <a:pt x="460056" y="511755"/>
                    </a:moveTo>
                    <a:lnTo>
                      <a:pt x="759217" y="212594"/>
                    </a:lnTo>
                    <a:moveTo>
                      <a:pt x="536731" y="593924"/>
                    </a:moveTo>
                    <a:lnTo>
                      <a:pt x="835891" y="294764"/>
                    </a:lnTo>
                    <a:moveTo>
                      <a:pt x="613361" y="676138"/>
                    </a:moveTo>
                    <a:lnTo>
                      <a:pt x="651508" y="637991"/>
                    </a:lnTo>
                    <a:moveTo>
                      <a:pt x="690005" y="758338"/>
                    </a:moveTo>
                    <a:lnTo>
                      <a:pt x="728172" y="720171"/>
                    </a:lnTo>
                    <a:moveTo>
                      <a:pt x="766649" y="840538"/>
                    </a:moveTo>
                    <a:lnTo>
                      <a:pt x="804835" y="802352"/>
                    </a:lnTo>
                    <a:moveTo>
                      <a:pt x="843294" y="922738"/>
                    </a:moveTo>
                    <a:lnTo>
                      <a:pt x="881498" y="884533"/>
                    </a:lnTo>
                    <a:moveTo>
                      <a:pt x="919938" y="1004937"/>
                    </a:moveTo>
                    <a:lnTo>
                      <a:pt x="958162" y="96671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07" name="Контур"/>
              <p:cNvSpPr/>
              <p:nvPr/>
            </p:nvSpPr>
            <p:spPr>
              <a:xfrm>
                <a:off x="2033158" y="1584000"/>
                <a:ext cx="1026643" cy="1067480"/>
              </a:xfrm>
              <a:custGeom>
                <a:avLst/>
                <a:gdLst/>
                <a:ahLst/>
                <a:cxnLst/>
                <a:rect l="l" t="t" r="r" b="b"/>
                <a:pathLst>
                  <a:path w="1026643" h="1067480" fill="none">
                    <a:moveTo>
                      <a:pt x="898753" y="343430"/>
                    </a:moveTo>
                    <a:lnTo>
                      <a:pt x="660163" y="566090"/>
                    </a:lnTo>
                    <a:lnTo>
                      <a:pt x="650893" y="580310"/>
                    </a:lnTo>
                    <a:lnTo>
                      <a:pt x="647833" y="602540"/>
                    </a:lnTo>
                    <a:lnTo>
                      <a:pt x="659623" y="627920"/>
                    </a:lnTo>
                    <a:lnTo>
                      <a:pt x="1003513" y="996560"/>
                    </a:lnTo>
                    <a:lnTo>
                      <a:pt x="1026643" y="1009610"/>
                    </a:lnTo>
                    <a:lnTo>
                      <a:pt x="987853" y="1067480"/>
                    </a:lnTo>
                    <a:lnTo>
                      <a:pt x="973273" y="1043360"/>
                    </a:lnTo>
                    <a:lnTo>
                      <a:pt x="0" y="0"/>
                    </a:lnTo>
                    <a:moveTo>
                      <a:pt x="578343" y="0"/>
                    </a:moveTo>
                    <a:lnTo>
                      <a:pt x="898753" y="343430"/>
                    </a:lnTo>
                    <a:lnTo>
                      <a:pt x="898753" y="34343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08" name="Контур"/>
              <p:cNvSpPr/>
              <p:nvPr/>
            </p:nvSpPr>
            <p:spPr>
              <a:xfrm>
                <a:off x="1412621" y="1584000"/>
                <a:ext cx="497948" cy="21416"/>
              </a:xfrm>
              <a:custGeom>
                <a:avLst/>
                <a:gdLst/>
                <a:ahLst/>
                <a:cxnLst/>
                <a:rect l="l" t="t" r="r" b="b"/>
                <a:pathLst>
                  <a:path w="497948" h="21416" fill="none">
                    <a:moveTo>
                      <a:pt x="0" y="21416"/>
                    </a:moveTo>
                    <a:lnTo>
                      <a:pt x="21416" y="0"/>
                    </a:lnTo>
                    <a:moveTo>
                      <a:pt x="482652" y="15297"/>
                    </a:moveTo>
                    <a:lnTo>
                      <a:pt x="497948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09" name="Контур"/>
              <p:cNvSpPr/>
              <p:nvPr/>
            </p:nvSpPr>
            <p:spPr>
              <a:xfrm>
                <a:off x="1386880" y="1584000"/>
                <a:ext cx="564406" cy="36080"/>
              </a:xfrm>
              <a:custGeom>
                <a:avLst/>
                <a:gdLst/>
                <a:ahLst/>
                <a:cxnLst/>
                <a:rect l="l" t="t" r="r" b="b"/>
                <a:pathLst>
                  <a:path w="564406" h="36080" fill="none">
                    <a:moveTo>
                      <a:pt x="564406" y="0"/>
                    </a:moveTo>
                    <a:lnTo>
                      <a:pt x="531811" y="36080"/>
                    </a:lnTo>
                    <a:lnTo>
                      <a:pt x="496621" y="4850"/>
                    </a:lnTo>
                    <a:lnTo>
                      <a:pt x="491162" y="0"/>
                    </a:lnTo>
                    <a:moveTo>
                      <a:pt x="457259" y="0"/>
                    </a:moveTo>
                    <a:lnTo>
                      <a:pt x="435331" y="24110"/>
                    </a:lnTo>
                    <a:lnTo>
                      <a:pt x="408252" y="0"/>
                    </a:lnTo>
                    <a:moveTo>
                      <a:pt x="100367" y="0"/>
                    </a:moveTo>
                    <a:lnTo>
                      <a:pt x="96211" y="4670"/>
                    </a:lnTo>
                    <a:lnTo>
                      <a:pt x="90857" y="0"/>
                    </a:lnTo>
                    <a:moveTo>
                      <a:pt x="70388" y="0"/>
                    </a:moveTo>
                    <a:lnTo>
                      <a:pt x="49591" y="23570"/>
                    </a:lnTo>
                    <a:lnTo>
                      <a:pt x="40771" y="33920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10" name="Контур"/>
              <p:cNvSpPr/>
              <p:nvPr/>
            </p:nvSpPr>
            <p:spPr>
              <a:xfrm>
                <a:off x="1895279" y="1584000"/>
                <a:ext cx="15290" cy="15291"/>
              </a:xfrm>
              <a:custGeom>
                <a:avLst/>
                <a:gdLst/>
                <a:ahLst/>
                <a:cxnLst/>
                <a:rect l="l" t="t" r="r" b="b"/>
                <a:pathLst>
                  <a:path w="15290" h="15291" fill="none">
                    <a:moveTo>
                      <a:pt x="0" y="15291"/>
                    </a:moveTo>
                    <a:lnTo>
                      <a:pt x="15290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11" name="Контур"/>
              <p:cNvSpPr/>
              <p:nvPr/>
            </p:nvSpPr>
            <p:spPr>
              <a:xfrm>
                <a:off x="1806943" y="1584000"/>
                <a:ext cx="144344" cy="36074"/>
              </a:xfrm>
              <a:custGeom>
                <a:avLst/>
                <a:gdLst/>
                <a:ahLst/>
                <a:cxnLst/>
                <a:rect l="l" t="t" r="r" b="b"/>
                <a:pathLst>
                  <a:path w="144344" h="36074" fill="none">
                    <a:moveTo>
                      <a:pt x="144344" y="0"/>
                    </a:moveTo>
                    <a:lnTo>
                      <a:pt x="111754" y="36074"/>
                    </a:lnTo>
                    <a:lnTo>
                      <a:pt x="76564" y="4844"/>
                    </a:lnTo>
                    <a:lnTo>
                      <a:pt x="71112" y="0"/>
                    </a:lnTo>
                    <a:moveTo>
                      <a:pt x="37233" y="0"/>
                    </a:moveTo>
                    <a:lnTo>
                      <a:pt x="18874" y="20234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12" name="Контур"/>
              <p:cNvSpPr/>
              <p:nvPr/>
            </p:nvSpPr>
            <p:spPr>
              <a:xfrm>
                <a:off x="1895273" y="1584000"/>
                <a:ext cx="15296" cy="15297"/>
              </a:xfrm>
              <a:custGeom>
                <a:avLst/>
                <a:gdLst/>
                <a:ahLst/>
                <a:cxnLst/>
                <a:rect l="l" t="t" r="r" b="b"/>
                <a:pathLst>
                  <a:path w="15296" h="15297" fill="none">
                    <a:moveTo>
                      <a:pt x="0" y="15297"/>
                    </a:moveTo>
                    <a:lnTo>
                      <a:pt x="15296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13" name="Контур"/>
              <p:cNvSpPr/>
              <p:nvPr/>
            </p:nvSpPr>
            <p:spPr>
              <a:xfrm>
                <a:off x="1806931" y="1584000"/>
                <a:ext cx="144355" cy="36080"/>
              </a:xfrm>
              <a:custGeom>
                <a:avLst/>
                <a:gdLst/>
                <a:ahLst/>
                <a:cxnLst/>
                <a:rect l="l" t="t" r="r" b="b"/>
                <a:pathLst>
                  <a:path w="144355" h="36080" fill="none">
                    <a:moveTo>
                      <a:pt x="144355" y="0"/>
                    </a:moveTo>
                    <a:lnTo>
                      <a:pt x="111760" y="36080"/>
                    </a:lnTo>
                    <a:lnTo>
                      <a:pt x="76570" y="4850"/>
                    </a:lnTo>
                    <a:lnTo>
                      <a:pt x="71111" y="0"/>
                    </a:lnTo>
                    <a:moveTo>
                      <a:pt x="37244" y="0"/>
                    </a:moveTo>
                    <a:lnTo>
                      <a:pt x="18880" y="20240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14" name="Контур"/>
              <p:cNvSpPr/>
              <p:nvPr/>
            </p:nvSpPr>
            <p:spPr>
              <a:xfrm>
                <a:off x="252000" y="1584000"/>
                <a:ext cx="1681638" cy="1208194"/>
              </a:xfrm>
              <a:custGeom>
                <a:avLst/>
                <a:gdLst/>
                <a:ahLst/>
                <a:cxnLst/>
                <a:rect l="l" t="t" r="r" b="b"/>
                <a:pathLst>
                  <a:path w="1681638" h="1208194" fill="none">
                    <a:moveTo>
                      <a:pt x="0" y="387817"/>
                    </a:moveTo>
                    <a:lnTo>
                      <a:pt x="387817" y="0"/>
                    </a:lnTo>
                    <a:moveTo>
                      <a:pt x="0" y="546661"/>
                    </a:moveTo>
                    <a:lnTo>
                      <a:pt x="546661" y="0"/>
                    </a:lnTo>
                    <a:moveTo>
                      <a:pt x="0" y="705505"/>
                    </a:moveTo>
                    <a:lnTo>
                      <a:pt x="705505" y="0"/>
                    </a:lnTo>
                    <a:moveTo>
                      <a:pt x="67095" y="797254"/>
                    </a:moveTo>
                    <a:lnTo>
                      <a:pt x="864349" y="0"/>
                    </a:lnTo>
                    <a:moveTo>
                      <a:pt x="143751" y="879442"/>
                    </a:moveTo>
                    <a:lnTo>
                      <a:pt x="1023193" y="0"/>
                    </a:lnTo>
                    <a:moveTo>
                      <a:pt x="220407" y="961630"/>
                    </a:moveTo>
                    <a:lnTo>
                      <a:pt x="1182037" y="0"/>
                    </a:lnTo>
                    <a:moveTo>
                      <a:pt x="297063" y="1043818"/>
                    </a:moveTo>
                    <a:lnTo>
                      <a:pt x="1340881" y="0"/>
                    </a:lnTo>
                    <a:moveTo>
                      <a:pt x="373719" y="1126006"/>
                    </a:moveTo>
                    <a:lnTo>
                      <a:pt x="1499725" y="0"/>
                    </a:lnTo>
                    <a:moveTo>
                      <a:pt x="450375" y="1208194"/>
                    </a:moveTo>
                    <a:lnTo>
                      <a:pt x="1604965" y="53604"/>
                    </a:lnTo>
                    <a:moveTo>
                      <a:pt x="1227337" y="590077"/>
                    </a:moveTo>
                    <a:lnTo>
                      <a:pt x="1681638" y="13577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15" name="Контур"/>
              <p:cNvSpPr/>
              <p:nvPr/>
            </p:nvSpPr>
            <p:spPr>
              <a:xfrm>
                <a:off x="252000" y="1584000"/>
                <a:ext cx="1696847" cy="1265204"/>
              </a:xfrm>
              <a:custGeom>
                <a:avLst/>
                <a:gdLst/>
                <a:ahLst/>
                <a:cxnLst/>
                <a:rect l="l" t="t" r="r" b="b"/>
                <a:pathLst>
                  <a:path w="1696847" h="1265204" fill="none">
                    <a:moveTo>
                      <a:pt x="1696847" y="152084"/>
                    </a:moveTo>
                    <a:lnTo>
                      <a:pt x="503627" y="1265204"/>
                    </a:lnTo>
                    <a:lnTo>
                      <a:pt x="457547" y="1215884"/>
                    </a:lnTo>
                    <a:lnTo>
                      <a:pt x="0" y="725317"/>
                    </a:lnTo>
                    <a:moveTo>
                      <a:pt x="0" y="332478"/>
                    </a:moveTo>
                    <a:lnTo>
                      <a:pt x="356467" y="0"/>
                    </a:lnTo>
                    <a:moveTo>
                      <a:pt x="1554943" y="0"/>
                    </a:moveTo>
                    <a:lnTo>
                      <a:pt x="1573817" y="20234"/>
                    </a:lnTo>
                    <a:lnTo>
                      <a:pt x="1650767" y="102674"/>
                    </a:lnTo>
                    <a:lnTo>
                      <a:pt x="1696847" y="152084"/>
                    </a:lnTo>
                    <a:lnTo>
                      <a:pt x="1696847" y="15208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16" name="Контур"/>
              <p:cNvSpPr/>
              <p:nvPr/>
            </p:nvSpPr>
            <p:spPr>
              <a:xfrm>
                <a:off x="252000" y="1584000"/>
                <a:ext cx="228973" cy="228973"/>
              </a:xfrm>
              <a:custGeom>
                <a:avLst/>
                <a:gdLst/>
                <a:ahLst/>
                <a:cxnLst/>
                <a:rect l="l" t="t" r="r" b="b"/>
                <a:pathLst>
                  <a:path w="228973" h="228973" fill="none">
                    <a:moveTo>
                      <a:pt x="0" y="70129"/>
                    </a:moveTo>
                    <a:lnTo>
                      <a:pt x="70129" y="0"/>
                    </a:lnTo>
                    <a:moveTo>
                      <a:pt x="0" y="228973"/>
                    </a:moveTo>
                    <a:lnTo>
                      <a:pt x="228973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17" name="Контур"/>
              <p:cNvSpPr/>
              <p:nvPr/>
            </p:nvSpPr>
            <p:spPr>
              <a:xfrm>
                <a:off x="252000" y="1584000"/>
                <a:ext cx="356467" cy="332478"/>
              </a:xfrm>
              <a:custGeom>
                <a:avLst/>
                <a:gdLst/>
                <a:ahLst/>
                <a:cxnLst/>
                <a:rect l="l" t="t" r="r" b="b"/>
                <a:pathLst>
                  <a:path w="356467" h="332478" fill="none">
                    <a:moveTo>
                      <a:pt x="356467" y="0"/>
                    </a:moveTo>
                    <a:lnTo>
                      <a:pt x="0" y="332478"/>
                    </a:lnTo>
                    <a:moveTo>
                      <a:pt x="0" y="36922"/>
                    </a:moveTo>
                    <a:lnTo>
                      <a:pt x="39584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18" name="Контур"/>
              <p:cNvSpPr/>
              <p:nvPr/>
            </p:nvSpPr>
            <p:spPr>
              <a:xfrm>
                <a:off x="252000" y="1584000"/>
                <a:ext cx="228973" cy="228973"/>
              </a:xfrm>
              <a:custGeom>
                <a:avLst/>
                <a:gdLst/>
                <a:ahLst/>
                <a:cxnLst/>
                <a:rect l="l" t="t" r="r" b="b"/>
                <a:pathLst>
                  <a:path w="228973" h="228973" fill="none">
                    <a:moveTo>
                      <a:pt x="0" y="70129"/>
                    </a:moveTo>
                    <a:lnTo>
                      <a:pt x="70129" y="0"/>
                    </a:lnTo>
                    <a:moveTo>
                      <a:pt x="0" y="228973"/>
                    </a:moveTo>
                    <a:lnTo>
                      <a:pt x="228973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19" name="Контур"/>
              <p:cNvSpPr/>
              <p:nvPr/>
            </p:nvSpPr>
            <p:spPr>
              <a:xfrm>
                <a:off x="252000" y="1584000"/>
                <a:ext cx="356467" cy="332478"/>
              </a:xfrm>
              <a:custGeom>
                <a:avLst/>
                <a:gdLst/>
                <a:ahLst/>
                <a:cxnLst/>
                <a:rect l="l" t="t" r="r" b="b"/>
                <a:pathLst>
                  <a:path w="356467" h="332478" fill="none">
                    <a:moveTo>
                      <a:pt x="356467" y="0"/>
                    </a:moveTo>
                    <a:lnTo>
                      <a:pt x="0" y="332478"/>
                    </a:lnTo>
                    <a:moveTo>
                      <a:pt x="0" y="36922"/>
                    </a:moveTo>
                    <a:lnTo>
                      <a:pt x="39584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20" name="Контур"/>
              <p:cNvSpPr/>
              <p:nvPr/>
            </p:nvSpPr>
            <p:spPr>
              <a:xfrm>
                <a:off x="252000" y="1584000"/>
                <a:ext cx="1681638" cy="1208194"/>
              </a:xfrm>
              <a:custGeom>
                <a:avLst/>
                <a:gdLst/>
                <a:ahLst/>
                <a:cxnLst/>
                <a:rect l="l" t="t" r="r" b="b"/>
                <a:pathLst>
                  <a:path w="1681638" h="1208194" fill="none">
                    <a:moveTo>
                      <a:pt x="0" y="387817"/>
                    </a:moveTo>
                    <a:lnTo>
                      <a:pt x="387817" y="0"/>
                    </a:lnTo>
                    <a:moveTo>
                      <a:pt x="0" y="546661"/>
                    </a:moveTo>
                    <a:lnTo>
                      <a:pt x="546661" y="0"/>
                    </a:lnTo>
                    <a:moveTo>
                      <a:pt x="0" y="705505"/>
                    </a:moveTo>
                    <a:lnTo>
                      <a:pt x="705505" y="0"/>
                    </a:lnTo>
                    <a:moveTo>
                      <a:pt x="67095" y="797254"/>
                    </a:moveTo>
                    <a:lnTo>
                      <a:pt x="864349" y="0"/>
                    </a:lnTo>
                    <a:moveTo>
                      <a:pt x="143751" y="879442"/>
                    </a:moveTo>
                    <a:lnTo>
                      <a:pt x="1023193" y="0"/>
                    </a:lnTo>
                    <a:moveTo>
                      <a:pt x="220407" y="961630"/>
                    </a:moveTo>
                    <a:lnTo>
                      <a:pt x="1182037" y="0"/>
                    </a:lnTo>
                    <a:moveTo>
                      <a:pt x="297063" y="1043818"/>
                    </a:moveTo>
                    <a:lnTo>
                      <a:pt x="1340881" y="0"/>
                    </a:lnTo>
                    <a:moveTo>
                      <a:pt x="373719" y="1126006"/>
                    </a:moveTo>
                    <a:lnTo>
                      <a:pt x="1499725" y="0"/>
                    </a:lnTo>
                    <a:moveTo>
                      <a:pt x="450375" y="1208194"/>
                    </a:moveTo>
                    <a:lnTo>
                      <a:pt x="1604965" y="53604"/>
                    </a:lnTo>
                    <a:moveTo>
                      <a:pt x="1227337" y="590077"/>
                    </a:moveTo>
                    <a:lnTo>
                      <a:pt x="1681638" y="13577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21" name="Контур"/>
              <p:cNvSpPr/>
              <p:nvPr/>
            </p:nvSpPr>
            <p:spPr>
              <a:xfrm>
                <a:off x="252000" y="1584000"/>
                <a:ext cx="1696847" cy="1265204"/>
              </a:xfrm>
              <a:custGeom>
                <a:avLst/>
                <a:gdLst/>
                <a:ahLst/>
                <a:cxnLst/>
                <a:rect l="l" t="t" r="r" b="b"/>
                <a:pathLst>
                  <a:path w="1696847" h="1265204" fill="none">
                    <a:moveTo>
                      <a:pt x="1696847" y="152084"/>
                    </a:moveTo>
                    <a:lnTo>
                      <a:pt x="503627" y="1265204"/>
                    </a:lnTo>
                    <a:lnTo>
                      <a:pt x="457547" y="1215884"/>
                    </a:lnTo>
                    <a:lnTo>
                      <a:pt x="0" y="725317"/>
                    </a:lnTo>
                    <a:moveTo>
                      <a:pt x="0" y="332478"/>
                    </a:moveTo>
                    <a:lnTo>
                      <a:pt x="356467" y="0"/>
                    </a:lnTo>
                    <a:moveTo>
                      <a:pt x="1554943" y="0"/>
                    </a:moveTo>
                    <a:lnTo>
                      <a:pt x="1573817" y="20234"/>
                    </a:lnTo>
                    <a:lnTo>
                      <a:pt x="1650767" y="102674"/>
                    </a:lnTo>
                    <a:lnTo>
                      <a:pt x="1696847" y="152084"/>
                    </a:lnTo>
                    <a:lnTo>
                      <a:pt x="1696847" y="15208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22" name="Контур"/>
              <p:cNvSpPr/>
              <p:nvPr/>
            </p:nvSpPr>
            <p:spPr>
              <a:xfrm>
                <a:off x="252000" y="1584000"/>
                <a:ext cx="228973" cy="228973"/>
              </a:xfrm>
              <a:custGeom>
                <a:avLst/>
                <a:gdLst/>
                <a:ahLst/>
                <a:cxnLst/>
                <a:rect l="l" t="t" r="r" b="b"/>
                <a:pathLst>
                  <a:path w="228973" h="228973" fill="none">
                    <a:moveTo>
                      <a:pt x="0" y="70129"/>
                    </a:moveTo>
                    <a:lnTo>
                      <a:pt x="70129" y="0"/>
                    </a:lnTo>
                    <a:moveTo>
                      <a:pt x="0" y="228973"/>
                    </a:moveTo>
                    <a:lnTo>
                      <a:pt x="228973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23" name="Контур"/>
              <p:cNvSpPr/>
              <p:nvPr/>
            </p:nvSpPr>
            <p:spPr>
              <a:xfrm>
                <a:off x="252000" y="1584000"/>
                <a:ext cx="356467" cy="332478"/>
              </a:xfrm>
              <a:custGeom>
                <a:avLst/>
                <a:gdLst/>
                <a:ahLst/>
                <a:cxnLst/>
                <a:rect l="l" t="t" r="r" b="b"/>
                <a:pathLst>
                  <a:path w="356467" h="332478" fill="none">
                    <a:moveTo>
                      <a:pt x="356467" y="0"/>
                    </a:moveTo>
                    <a:lnTo>
                      <a:pt x="0" y="332478"/>
                    </a:lnTo>
                    <a:moveTo>
                      <a:pt x="0" y="36922"/>
                    </a:moveTo>
                    <a:lnTo>
                      <a:pt x="39584" y="0"/>
                    </a:lnTo>
                    <a:moveTo>
                      <a:pt x="39584" y="0"/>
                    </a:moveTo>
                    <a:lnTo>
                      <a:pt x="0" y="36922"/>
                    </a:lnTo>
                    <a:moveTo>
                      <a:pt x="39584" y="0"/>
                    </a:moveTo>
                    <a:lnTo>
                      <a:pt x="0" y="36922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24" name="Контур"/>
              <p:cNvSpPr/>
              <p:nvPr/>
            </p:nvSpPr>
            <p:spPr>
              <a:xfrm>
                <a:off x="779071" y="1801958"/>
                <a:ext cx="1614589" cy="1565428"/>
              </a:xfrm>
              <a:custGeom>
                <a:avLst/>
                <a:gdLst/>
                <a:ahLst/>
                <a:cxnLst/>
                <a:rect l="l" t="t" r="r" b="b"/>
                <a:pathLst>
                  <a:path w="1614589" h="1565428" fill="none">
                    <a:moveTo>
                      <a:pt x="0" y="1072385"/>
                    </a:moveTo>
                    <a:lnTo>
                      <a:pt x="700265" y="372119"/>
                    </a:lnTo>
                    <a:moveTo>
                      <a:pt x="76670" y="1154559"/>
                    </a:moveTo>
                    <a:lnTo>
                      <a:pt x="1231229" y="0"/>
                    </a:lnTo>
                    <a:moveTo>
                      <a:pt x="153340" y="1236733"/>
                    </a:moveTo>
                    <a:lnTo>
                      <a:pt x="1307901" y="82172"/>
                    </a:lnTo>
                    <a:moveTo>
                      <a:pt x="230010" y="1318907"/>
                    </a:moveTo>
                    <a:lnTo>
                      <a:pt x="1384573" y="164344"/>
                    </a:lnTo>
                    <a:moveTo>
                      <a:pt x="306680" y="1401080"/>
                    </a:moveTo>
                    <a:lnTo>
                      <a:pt x="1461245" y="246516"/>
                    </a:lnTo>
                    <a:moveTo>
                      <a:pt x="383351" y="1483254"/>
                    </a:moveTo>
                    <a:lnTo>
                      <a:pt x="1537917" y="328688"/>
                    </a:lnTo>
                    <a:moveTo>
                      <a:pt x="460021" y="1565428"/>
                    </a:moveTo>
                    <a:lnTo>
                      <a:pt x="1614589" y="41086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25" name="Контур"/>
              <p:cNvSpPr/>
              <p:nvPr/>
            </p:nvSpPr>
            <p:spPr>
              <a:xfrm>
                <a:off x="755621" y="1736090"/>
                <a:ext cx="1700100" cy="1656000"/>
              </a:xfrm>
              <a:custGeom>
                <a:avLst/>
                <a:gdLst/>
                <a:ahLst/>
                <a:cxnLst/>
                <a:rect l="l" t="t" r="r" b="b"/>
                <a:pathLst>
                  <a:path w="1700100" h="1656000" fill="none">
                    <a:moveTo>
                      <a:pt x="1700100" y="543240"/>
                    </a:moveTo>
                    <a:lnTo>
                      <a:pt x="506520" y="1656000"/>
                    </a:lnTo>
                    <a:lnTo>
                      <a:pt x="0" y="1113120"/>
                    </a:lnTo>
                    <a:lnTo>
                      <a:pt x="1193220" y="0"/>
                    </a:lnTo>
                    <a:lnTo>
                      <a:pt x="1700100" y="5432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26" name="Контур"/>
              <p:cNvSpPr/>
              <p:nvPr/>
            </p:nvSpPr>
            <p:spPr>
              <a:xfrm>
                <a:off x="779071" y="1801958"/>
                <a:ext cx="1614589" cy="1565428"/>
              </a:xfrm>
              <a:custGeom>
                <a:avLst/>
                <a:gdLst/>
                <a:ahLst/>
                <a:cxnLst/>
                <a:rect l="l" t="t" r="r" b="b"/>
                <a:pathLst>
                  <a:path w="1614589" h="1565428" fill="none">
                    <a:moveTo>
                      <a:pt x="0" y="1072385"/>
                    </a:moveTo>
                    <a:lnTo>
                      <a:pt x="700265" y="372119"/>
                    </a:lnTo>
                    <a:moveTo>
                      <a:pt x="76670" y="1154559"/>
                    </a:moveTo>
                    <a:lnTo>
                      <a:pt x="1231229" y="0"/>
                    </a:lnTo>
                    <a:moveTo>
                      <a:pt x="153340" y="1236733"/>
                    </a:moveTo>
                    <a:lnTo>
                      <a:pt x="1307901" y="82172"/>
                    </a:lnTo>
                    <a:moveTo>
                      <a:pt x="230010" y="1318907"/>
                    </a:moveTo>
                    <a:lnTo>
                      <a:pt x="1384573" y="164344"/>
                    </a:lnTo>
                    <a:moveTo>
                      <a:pt x="306680" y="1401080"/>
                    </a:moveTo>
                    <a:lnTo>
                      <a:pt x="1461245" y="246516"/>
                    </a:lnTo>
                    <a:moveTo>
                      <a:pt x="383351" y="1483254"/>
                    </a:moveTo>
                    <a:lnTo>
                      <a:pt x="1537917" y="328688"/>
                    </a:lnTo>
                    <a:moveTo>
                      <a:pt x="460021" y="1565428"/>
                    </a:moveTo>
                    <a:lnTo>
                      <a:pt x="1614589" y="41086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27" name="Контур"/>
              <p:cNvSpPr/>
              <p:nvPr/>
            </p:nvSpPr>
            <p:spPr>
              <a:xfrm>
                <a:off x="755621" y="1736090"/>
                <a:ext cx="1700100" cy="1656000"/>
              </a:xfrm>
              <a:custGeom>
                <a:avLst/>
                <a:gdLst/>
                <a:ahLst/>
                <a:cxnLst/>
                <a:rect l="l" t="t" r="r" b="b"/>
                <a:pathLst>
                  <a:path w="1700100" h="1656000" fill="none">
                    <a:moveTo>
                      <a:pt x="1700100" y="543240"/>
                    </a:moveTo>
                    <a:lnTo>
                      <a:pt x="506520" y="1656000"/>
                    </a:lnTo>
                    <a:lnTo>
                      <a:pt x="0" y="1113120"/>
                    </a:lnTo>
                    <a:lnTo>
                      <a:pt x="1193220" y="0"/>
                    </a:lnTo>
                    <a:lnTo>
                      <a:pt x="1700100" y="5432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28" name="Контур"/>
              <p:cNvSpPr/>
              <p:nvPr/>
            </p:nvSpPr>
            <p:spPr>
              <a:xfrm>
                <a:off x="252000" y="2868664"/>
                <a:ext cx="137390" cy="175260"/>
              </a:xfrm>
              <a:custGeom>
                <a:avLst/>
                <a:gdLst/>
                <a:ahLst/>
                <a:cxnLst/>
                <a:rect l="l" t="t" r="r" b="b"/>
                <a:pathLst>
                  <a:path w="137390" h="175260" fill="none">
                    <a:moveTo>
                      <a:pt x="0" y="56217"/>
                    </a:moveTo>
                    <a:lnTo>
                      <a:pt x="56217" y="0"/>
                    </a:lnTo>
                    <a:moveTo>
                      <a:pt x="39801" y="175260"/>
                    </a:moveTo>
                    <a:lnTo>
                      <a:pt x="137390" y="7767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29" name="Контур"/>
              <p:cNvSpPr/>
              <p:nvPr/>
            </p:nvSpPr>
            <p:spPr>
              <a:xfrm>
                <a:off x="252000" y="2814872"/>
                <a:ext cx="215441" cy="310368"/>
              </a:xfrm>
              <a:custGeom>
                <a:avLst/>
                <a:gdLst/>
                <a:ahLst/>
                <a:cxnLst/>
                <a:rect l="l" t="t" r="r" b="b"/>
                <a:pathLst>
                  <a:path w="215441" h="310368" fill="none">
                    <a:moveTo>
                      <a:pt x="0" y="0"/>
                    </a:moveTo>
                    <a:lnTo>
                      <a:pt x="215441" y="206148"/>
                    </a:lnTo>
                    <a:lnTo>
                      <a:pt x="115721" y="310368"/>
                    </a:lnTo>
                    <a:lnTo>
                      <a:pt x="49211" y="238728"/>
                    </a:lnTo>
                    <a:lnTo>
                      <a:pt x="0" y="188127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30" name="Контур"/>
              <p:cNvSpPr/>
              <p:nvPr/>
            </p:nvSpPr>
            <p:spPr>
              <a:xfrm>
                <a:off x="252000" y="2868658"/>
                <a:ext cx="137396" cy="175260"/>
              </a:xfrm>
              <a:custGeom>
                <a:avLst/>
                <a:gdLst/>
                <a:ahLst/>
                <a:cxnLst/>
                <a:rect l="l" t="t" r="r" b="b"/>
                <a:pathLst>
                  <a:path w="137396" h="175260" fill="none">
                    <a:moveTo>
                      <a:pt x="0" y="56223"/>
                    </a:moveTo>
                    <a:lnTo>
                      <a:pt x="56223" y="0"/>
                    </a:lnTo>
                    <a:moveTo>
                      <a:pt x="39807" y="175260"/>
                    </a:moveTo>
                    <a:lnTo>
                      <a:pt x="137396" y="77671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31" name="Контур"/>
              <p:cNvSpPr/>
              <p:nvPr/>
            </p:nvSpPr>
            <p:spPr>
              <a:xfrm>
                <a:off x="252000" y="2814860"/>
                <a:ext cx="215447" cy="310374"/>
              </a:xfrm>
              <a:custGeom>
                <a:avLst/>
                <a:gdLst/>
                <a:ahLst/>
                <a:cxnLst/>
                <a:rect l="l" t="t" r="r" b="b"/>
                <a:pathLst>
                  <a:path w="215447" h="310374" fill="none">
                    <a:moveTo>
                      <a:pt x="0" y="0"/>
                    </a:moveTo>
                    <a:lnTo>
                      <a:pt x="215447" y="206154"/>
                    </a:lnTo>
                    <a:lnTo>
                      <a:pt x="115727" y="310374"/>
                    </a:lnTo>
                    <a:lnTo>
                      <a:pt x="49217" y="238734"/>
                    </a:lnTo>
                    <a:lnTo>
                      <a:pt x="0" y="188126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32" name="Контур"/>
              <p:cNvSpPr/>
              <p:nvPr/>
            </p:nvSpPr>
            <p:spPr>
              <a:xfrm>
                <a:off x="252000" y="1584000"/>
                <a:ext cx="1681632" cy="1208201"/>
              </a:xfrm>
              <a:custGeom>
                <a:avLst/>
                <a:gdLst/>
                <a:ahLst/>
                <a:cxnLst/>
                <a:rect l="l" t="t" r="r" b="b"/>
                <a:pathLst>
                  <a:path w="1681632" h="1208201" fill="none">
                    <a:moveTo>
                      <a:pt x="0" y="387817"/>
                    </a:moveTo>
                    <a:lnTo>
                      <a:pt x="387817" y="0"/>
                    </a:lnTo>
                    <a:moveTo>
                      <a:pt x="0" y="546661"/>
                    </a:moveTo>
                    <a:lnTo>
                      <a:pt x="546661" y="0"/>
                    </a:lnTo>
                    <a:moveTo>
                      <a:pt x="0" y="705505"/>
                    </a:moveTo>
                    <a:lnTo>
                      <a:pt x="705505" y="0"/>
                    </a:lnTo>
                    <a:moveTo>
                      <a:pt x="67089" y="797260"/>
                    </a:moveTo>
                    <a:lnTo>
                      <a:pt x="864349" y="0"/>
                    </a:lnTo>
                    <a:moveTo>
                      <a:pt x="143745" y="879448"/>
                    </a:moveTo>
                    <a:lnTo>
                      <a:pt x="1023193" y="0"/>
                    </a:lnTo>
                    <a:moveTo>
                      <a:pt x="220401" y="961636"/>
                    </a:moveTo>
                    <a:lnTo>
                      <a:pt x="1182037" y="0"/>
                    </a:lnTo>
                    <a:moveTo>
                      <a:pt x="297057" y="1043824"/>
                    </a:moveTo>
                    <a:lnTo>
                      <a:pt x="1340881" y="0"/>
                    </a:lnTo>
                    <a:moveTo>
                      <a:pt x="373713" y="1126012"/>
                    </a:moveTo>
                    <a:lnTo>
                      <a:pt x="1499725" y="0"/>
                    </a:lnTo>
                    <a:moveTo>
                      <a:pt x="450369" y="1208201"/>
                    </a:moveTo>
                    <a:lnTo>
                      <a:pt x="1604959" y="53610"/>
                    </a:lnTo>
                    <a:moveTo>
                      <a:pt x="1227336" y="590077"/>
                    </a:moveTo>
                    <a:lnTo>
                      <a:pt x="1681632" y="13578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33" name="Контур"/>
              <p:cNvSpPr/>
              <p:nvPr/>
            </p:nvSpPr>
            <p:spPr>
              <a:xfrm>
                <a:off x="252000" y="1584000"/>
                <a:ext cx="1696841" cy="1265210"/>
              </a:xfrm>
              <a:custGeom>
                <a:avLst/>
                <a:gdLst/>
                <a:ahLst/>
                <a:cxnLst/>
                <a:rect l="l" t="t" r="r" b="b"/>
                <a:pathLst>
                  <a:path w="1696841" h="1265210" fill="none">
                    <a:moveTo>
                      <a:pt x="1696841" y="152090"/>
                    </a:moveTo>
                    <a:lnTo>
                      <a:pt x="503621" y="1265210"/>
                    </a:lnTo>
                    <a:lnTo>
                      <a:pt x="457541" y="1215890"/>
                    </a:lnTo>
                    <a:lnTo>
                      <a:pt x="0" y="725330"/>
                    </a:lnTo>
                    <a:moveTo>
                      <a:pt x="0" y="332478"/>
                    </a:moveTo>
                    <a:lnTo>
                      <a:pt x="356467" y="0"/>
                    </a:lnTo>
                    <a:moveTo>
                      <a:pt x="1554931" y="0"/>
                    </a:moveTo>
                    <a:lnTo>
                      <a:pt x="1573811" y="20240"/>
                    </a:lnTo>
                    <a:lnTo>
                      <a:pt x="1650761" y="102680"/>
                    </a:lnTo>
                    <a:lnTo>
                      <a:pt x="1696841" y="152090"/>
                    </a:lnTo>
                    <a:lnTo>
                      <a:pt x="1696841" y="15209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34" name="Контур"/>
              <p:cNvSpPr/>
              <p:nvPr/>
            </p:nvSpPr>
            <p:spPr>
              <a:xfrm>
                <a:off x="252000" y="1584000"/>
                <a:ext cx="1681632" cy="1208201"/>
              </a:xfrm>
              <a:custGeom>
                <a:avLst/>
                <a:gdLst/>
                <a:ahLst/>
                <a:cxnLst/>
                <a:rect l="l" t="t" r="r" b="b"/>
                <a:pathLst>
                  <a:path w="1681632" h="1208201" fill="none">
                    <a:moveTo>
                      <a:pt x="0" y="387817"/>
                    </a:moveTo>
                    <a:lnTo>
                      <a:pt x="387817" y="0"/>
                    </a:lnTo>
                    <a:moveTo>
                      <a:pt x="0" y="546661"/>
                    </a:moveTo>
                    <a:lnTo>
                      <a:pt x="546661" y="0"/>
                    </a:lnTo>
                    <a:moveTo>
                      <a:pt x="0" y="705505"/>
                    </a:moveTo>
                    <a:lnTo>
                      <a:pt x="705505" y="0"/>
                    </a:lnTo>
                    <a:moveTo>
                      <a:pt x="67089" y="797260"/>
                    </a:moveTo>
                    <a:lnTo>
                      <a:pt x="864349" y="0"/>
                    </a:lnTo>
                    <a:moveTo>
                      <a:pt x="143745" y="879448"/>
                    </a:moveTo>
                    <a:lnTo>
                      <a:pt x="1023193" y="0"/>
                    </a:lnTo>
                    <a:moveTo>
                      <a:pt x="220401" y="961636"/>
                    </a:moveTo>
                    <a:lnTo>
                      <a:pt x="1160621" y="21416"/>
                    </a:lnTo>
                    <a:moveTo>
                      <a:pt x="297057" y="1043824"/>
                    </a:moveTo>
                    <a:lnTo>
                      <a:pt x="1340881" y="0"/>
                    </a:lnTo>
                    <a:moveTo>
                      <a:pt x="373713" y="1126012"/>
                    </a:moveTo>
                    <a:lnTo>
                      <a:pt x="1499725" y="0"/>
                    </a:lnTo>
                    <a:moveTo>
                      <a:pt x="450369" y="1208201"/>
                    </a:moveTo>
                    <a:lnTo>
                      <a:pt x="1604959" y="53610"/>
                    </a:lnTo>
                    <a:moveTo>
                      <a:pt x="1227336" y="590077"/>
                    </a:moveTo>
                    <a:lnTo>
                      <a:pt x="1681632" y="13578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35" name="Контур"/>
              <p:cNvSpPr/>
              <p:nvPr/>
            </p:nvSpPr>
            <p:spPr>
              <a:xfrm>
                <a:off x="252000" y="1584000"/>
                <a:ext cx="1696841" cy="1265210"/>
              </a:xfrm>
              <a:custGeom>
                <a:avLst/>
                <a:gdLst/>
                <a:ahLst/>
                <a:cxnLst/>
                <a:rect l="l" t="t" r="r" b="b"/>
                <a:pathLst>
                  <a:path w="1696841" h="1265210" fill="none">
                    <a:moveTo>
                      <a:pt x="1231091" y="4670"/>
                    </a:moveTo>
                    <a:lnTo>
                      <a:pt x="1235250" y="0"/>
                    </a:lnTo>
                    <a:moveTo>
                      <a:pt x="1543132" y="0"/>
                    </a:moveTo>
                    <a:lnTo>
                      <a:pt x="1570211" y="24110"/>
                    </a:lnTo>
                    <a:lnTo>
                      <a:pt x="1573811" y="20240"/>
                    </a:lnTo>
                    <a:lnTo>
                      <a:pt x="1696841" y="152090"/>
                    </a:lnTo>
                    <a:lnTo>
                      <a:pt x="503621" y="1265210"/>
                    </a:lnTo>
                    <a:lnTo>
                      <a:pt x="0" y="725319"/>
                    </a:lnTo>
                    <a:moveTo>
                      <a:pt x="0" y="332478"/>
                    </a:moveTo>
                    <a:lnTo>
                      <a:pt x="356467" y="0"/>
                    </a:lnTo>
                    <a:moveTo>
                      <a:pt x="1135045" y="0"/>
                    </a:moveTo>
                    <a:lnTo>
                      <a:pt x="1175651" y="33920"/>
                    </a:lnTo>
                    <a:lnTo>
                      <a:pt x="1205340" y="0"/>
                    </a:lnTo>
                    <a:moveTo>
                      <a:pt x="1225737" y="0"/>
                    </a:moveTo>
                    <a:lnTo>
                      <a:pt x="1231091" y="4670"/>
                    </a:lnTo>
                    <a:lnTo>
                      <a:pt x="1231091" y="467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36" name="Контур"/>
              <p:cNvSpPr/>
              <p:nvPr/>
            </p:nvSpPr>
            <p:spPr>
              <a:xfrm>
                <a:off x="252000" y="2381260"/>
                <a:ext cx="1836080" cy="2334688"/>
              </a:xfrm>
              <a:custGeom>
                <a:avLst/>
                <a:gdLst/>
                <a:ahLst/>
                <a:cxnLst/>
                <a:rect l="l" t="t" r="r" b="b"/>
                <a:pathLst>
                  <a:path w="1836080" h="2334688" fill="none">
                    <a:moveTo>
                      <a:pt x="0" y="67089"/>
                    </a:moveTo>
                    <a:lnTo>
                      <a:pt x="67089" y="0"/>
                    </a:lnTo>
                    <a:moveTo>
                      <a:pt x="29964" y="195969"/>
                    </a:moveTo>
                    <a:lnTo>
                      <a:pt x="143745" y="82188"/>
                    </a:lnTo>
                    <a:moveTo>
                      <a:pt x="109472" y="275306"/>
                    </a:moveTo>
                    <a:lnTo>
                      <a:pt x="220401" y="164376"/>
                    </a:lnTo>
                    <a:moveTo>
                      <a:pt x="188979" y="354642"/>
                    </a:moveTo>
                    <a:lnTo>
                      <a:pt x="297057" y="246564"/>
                    </a:lnTo>
                    <a:moveTo>
                      <a:pt x="268487" y="433978"/>
                    </a:moveTo>
                    <a:lnTo>
                      <a:pt x="373713" y="328752"/>
                    </a:lnTo>
                    <a:moveTo>
                      <a:pt x="347995" y="513315"/>
                    </a:moveTo>
                    <a:lnTo>
                      <a:pt x="450369" y="410941"/>
                    </a:lnTo>
                    <a:moveTo>
                      <a:pt x="428239" y="591915"/>
                    </a:moveTo>
                    <a:lnTo>
                      <a:pt x="527071" y="493083"/>
                    </a:lnTo>
                    <a:moveTo>
                      <a:pt x="509836" y="669162"/>
                    </a:moveTo>
                    <a:lnTo>
                      <a:pt x="603741" y="575257"/>
                    </a:lnTo>
                    <a:moveTo>
                      <a:pt x="591433" y="746409"/>
                    </a:moveTo>
                    <a:lnTo>
                      <a:pt x="680411" y="657431"/>
                    </a:lnTo>
                    <a:moveTo>
                      <a:pt x="673030" y="823656"/>
                    </a:moveTo>
                    <a:lnTo>
                      <a:pt x="757081" y="739605"/>
                    </a:lnTo>
                    <a:moveTo>
                      <a:pt x="754627" y="900903"/>
                    </a:moveTo>
                    <a:lnTo>
                      <a:pt x="833751" y="821778"/>
                    </a:lnTo>
                    <a:moveTo>
                      <a:pt x="836224" y="978150"/>
                    </a:moveTo>
                    <a:lnTo>
                      <a:pt x="910422" y="903952"/>
                    </a:lnTo>
                    <a:moveTo>
                      <a:pt x="916281" y="1056937"/>
                    </a:moveTo>
                    <a:lnTo>
                      <a:pt x="987092" y="986126"/>
                    </a:lnTo>
                    <a:moveTo>
                      <a:pt x="993969" y="1138093"/>
                    </a:moveTo>
                    <a:lnTo>
                      <a:pt x="1063750" y="1068312"/>
                    </a:lnTo>
                    <a:moveTo>
                      <a:pt x="1071657" y="1219249"/>
                    </a:moveTo>
                    <a:lnTo>
                      <a:pt x="1140407" y="1150499"/>
                    </a:lnTo>
                    <a:moveTo>
                      <a:pt x="1148939" y="1300811"/>
                    </a:moveTo>
                    <a:lnTo>
                      <a:pt x="1217064" y="1232686"/>
                    </a:lnTo>
                    <a:moveTo>
                      <a:pt x="1267394" y="1341201"/>
                    </a:moveTo>
                    <a:lnTo>
                      <a:pt x="1293721" y="1314873"/>
                    </a:lnTo>
                    <a:moveTo>
                      <a:pt x="1332672" y="1434767"/>
                    </a:moveTo>
                    <a:lnTo>
                      <a:pt x="1370378" y="1397060"/>
                    </a:lnTo>
                    <a:moveTo>
                      <a:pt x="1361501" y="1564781"/>
                    </a:moveTo>
                    <a:lnTo>
                      <a:pt x="1447035" y="1479247"/>
                    </a:lnTo>
                    <a:moveTo>
                      <a:pt x="1381021" y="1704106"/>
                    </a:moveTo>
                    <a:lnTo>
                      <a:pt x="1523693" y="1561434"/>
                    </a:lnTo>
                    <a:moveTo>
                      <a:pt x="1379631" y="1864339"/>
                    </a:moveTo>
                    <a:lnTo>
                      <a:pt x="1600350" y="1643621"/>
                    </a:lnTo>
                    <a:moveTo>
                      <a:pt x="1360951" y="2041863"/>
                    </a:moveTo>
                    <a:lnTo>
                      <a:pt x="1677007" y="1725808"/>
                    </a:lnTo>
                    <a:moveTo>
                      <a:pt x="1336579" y="2225080"/>
                    </a:moveTo>
                    <a:lnTo>
                      <a:pt x="1753664" y="1807995"/>
                    </a:lnTo>
                    <a:moveTo>
                      <a:pt x="1385814" y="2334688"/>
                    </a:moveTo>
                    <a:lnTo>
                      <a:pt x="1836080" y="188442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37" name="Контур"/>
              <p:cNvSpPr/>
              <p:nvPr/>
            </p:nvSpPr>
            <p:spPr>
              <a:xfrm>
                <a:off x="252000" y="2309319"/>
                <a:ext cx="2377151" cy="2413331"/>
              </a:xfrm>
              <a:custGeom>
                <a:avLst/>
                <a:gdLst/>
                <a:ahLst/>
                <a:cxnLst/>
                <a:rect l="l" t="t" r="r" b="b"/>
                <a:pathLst>
                  <a:path w="2377151" h="2413331" fill="none">
                    <a:moveTo>
                      <a:pt x="2377151" y="1457171"/>
                    </a:moveTo>
                    <a:lnTo>
                      <a:pt x="2302811" y="1587221"/>
                    </a:lnTo>
                    <a:lnTo>
                      <a:pt x="2214701" y="1706921"/>
                    </a:lnTo>
                    <a:lnTo>
                      <a:pt x="2113181" y="1815551"/>
                    </a:lnTo>
                    <a:lnTo>
                      <a:pt x="1495331" y="2387861"/>
                    </a:lnTo>
                    <a:lnTo>
                      <a:pt x="1470401" y="2403341"/>
                    </a:lnTo>
                    <a:lnTo>
                      <a:pt x="1427741" y="2413331"/>
                    </a:lnTo>
                    <a:lnTo>
                      <a:pt x="1384451" y="2406221"/>
                    </a:lnTo>
                    <a:lnTo>
                      <a:pt x="1358621" y="2392451"/>
                    </a:lnTo>
                    <a:lnTo>
                      <a:pt x="1347281" y="2383091"/>
                    </a:lnTo>
                    <a:lnTo>
                      <a:pt x="1325501" y="2343671"/>
                    </a:lnTo>
                    <a:lnTo>
                      <a:pt x="1339991" y="2282651"/>
                    </a:lnTo>
                    <a:lnTo>
                      <a:pt x="1349081" y="2284181"/>
                    </a:lnTo>
                    <a:lnTo>
                      <a:pt x="1354391" y="2252771"/>
                    </a:lnTo>
                    <a:lnTo>
                      <a:pt x="1346471" y="2251421"/>
                    </a:lnTo>
                    <a:lnTo>
                      <a:pt x="1383821" y="1896461"/>
                    </a:lnTo>
                    <a:lnTo>
                      <a:pt x="1379771" y="1722311"/>
                    </a:lnTo>
                    <a:lnTo>
                      <a:pt x="1334681" y="1511081"/>
                    </a:lnTo>
                    <a:lnTo>
                      <a:pt x="1285811" y="1404701"/>
                    </a:lnTo>
                    <a:lnTo>
                      <a:pt x="1191941" y="1447721"/>
                    </a:lnTo>
                    <a:lnTo>
                      <a:pt x="1147751" y="1370681"/>
                    </a:lnTo>
                    <a:lnTo>
                      <a:pt x="885671" y="1096901"/>
                    </a:lnTo>
                    <a:lnTo>
                      <a:pt x="399491" y="636641"/>
                    </a:lnTo>
                    <a:lnTo>
                      <a:pt x="0" y="237735"/>
                    </a:lnTo>
                    <a:moveTo>
                      <a:pt x="0" y="0"/>
                    </a:moveTo>
                    <a:lnTo>
                      <a:pt x="1799801" y="1929401"/>
                    </a:lnTo>
                    <a:lnTo>
                      <a:pt x="1825361" y="1950371"/>
                    </a:lnTo>
                    <a:lnTo>
                      <a:pt x="1839851" y="1958471"/>
                    </a:lnTo>
                    <a:lnTo>
                      <a:pt x="2377151" y="1457171"/>
                    </a:lnTo>
                    <a:lnTo>
                      <a:pt x="2377151" y="1457171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38" name="Контур"/>
              <p:cNvSpPr/>
              <p:nvPr/>
            </p:nvSpPr>
            <p:spPr>
              <a:xfrm>
                <a:off x="252000" y="3290789"/>
                <a:ext cx="1061069" cy="1943106"/>
              </a:xfrm>
              <a:custGeom>
                <a:avLst/>
                <a:gdLst/>
                <a:ahLst/>
                <a:cxnLst/>
                <a:rect l="l" t="t" r="r" b="b"/>
                <a:pathLst>
                  <a:path w="1061069" h="1943106" fill="none">
                    <a:moveTo>
                      <a:pt x="215466" y="54002"/>
                    </a:moveTo>
                    <a:lnTo>
                      <a:pt x="269469" y="0"/>
                    </a:lnTo>
                    <a:moveTo>
                      <a:pt x="296641" y="131672"/>
                    </a:moveTo>
                    <a:lnTo>
                      <a:pt x="345602" y="82711"/>
                    </a:lnTo>
                    <a:moveTo>
                      <a:pt x="377816" y="209341"/>
                    </a:moveTo>
                    <a:lnTo>
                      <a:pt x="421829" y="165328"/>
                    </a:lnTo>
                    <a:moveTo>
                      <a:pt x="0" y="746001"/>
                    </a:moveTo>
                    <a:lnTo>
                      <a:pt x="498352" y="247648"/>
                    </a:lnTo>
                    <a:moveTo>
                      <a:pt x="0" y="904845"/>
                    </a:moveTo>
                    <a:lnTo>
                      <a:pt x="572605" y="332240"/>
                    </a:lnTo>
                    <a:moveTo>
                      <a:pt x="0" y="1063689"/>
                    </a:moveTo>
                    <a:lnTo>
                      <a:pt x="640284" y="423405"/>
                    </a:lnTo>
                    <a:moveTo>
                      <a:pt x="32268" y="1190265"/>
                    </a:moveTo>
                    <a:lnTo>
                      <a:pt x="706376" y="516157"/>
                    </a:lnTo>
                    <a:moveTo>
                      <a:pt x="113609" y="1267768"/>
                    </a:moveTo>
                    <a:lnTo>
                      <a:pt x="769462" y="611916"/>
                    </a:lnTo>
                    <a:moveTo>
                      <a:pt x="194951" y="1345270"/>
                    </a:moveTo>
                    <a:lnTo>
                      <a:pt x="826468" y="713753"/>
                    </a:lnTo>
                    <a:moveTo>
                      <a:pt x="279494" y="1419572"/>
                    </a:moveTo>
                    <a:lnTo>
                      <a:pt x="879476" y="819589"/>
                    </a:lnTo>
                    <a:moveTo>
                      <a:pt x="377947" y="1479962"/>
                    </a:moveTo>
                    <a:lnTo>
                      <a:pt x="931447" y="926462"/>
                    </a:lnTo>
                    <a:moveTo>
                      <a:pt x="466105" y="1550649"/>
                    </a:moveTo>
                    <a:lnTo>
                      <a:pt x="983551" y="1033203"/>
                    </a:lnTo>
                    <a:moveTo>
                      <a:pt x="547479" y="1628119"/>
                    </a:moveTo>
                    <a:lnTo>
                      <a:pt x="1061069" y="1114528"/>
                    </a:lnTo>
                    <a:moveTo>
                      <a:pt x="628853" y="1705588"/>
                    </a:moveTo>
                    <a:lnTo>
                      <a:pt x="710048" y="1624394"/>
                    </a:lnTo>
                    <a:moveTo>
                      <a:pt x="703533" y="1789753"/>
                    </a:moveTo>
                    <a:lnTo>
                      <a:pt x="791221" y="1702064"/>
                    </a:lnTo>
                    <a:moveTo>
                      <a:pt x="768120" y="1884010"/>
                    </a:moveTo>
                    <a:lnTo>
                      <a:pt x="872395" y="1779735"/>
                    </a:lnTo>
                    <a:moveTo>
                      <a:pt x="867868" y="1943106"/>
                    </a:moveTo>
                    <a:lnTo>
                      <a:pt x="953568" y="185740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39" name="Контур"/>
              <p:cNvSpPr/>
              <p:nvPr/>
            </p:nvSpPr>
            <p:spPr>
              <a:xfrm>
                <a:off x="252000" y="3230894"/>
                <a:ext cx="1128947" cy="2003040"/>
              </a:xfrm>
              <a:custGeom>
                <a:avLst/>
                <a:gdLst/>
                <a:ahLst/>
                <a:cxnLst/>
                <a:rect l="l" t="t" r="r" b="b"/>
                <a:pathLst>
                  <a:path w="1128947" h="2003040" fill="none">
                    <a:moveTo>
                      <a:pt x="0" y="670140"/>
                    </a:moveTo>
                    <a:lnTo>
                      <a:pt x="380777" y="272070"/>
                    </a:lnTo>
                    <a:lnTo>
                      <a:pt x="157757" y="58680"/>
                    </a:lnTo>
                    <a:lnTo>
                      <a:pt x="213917" y="0"/>
                    </a:lnTo>
                    <a:lnTo>
                      <a:pt x="554477" y="367920"/>
                    </a:lnTo>
                    <a:lnTo>
                      <a:pt x="730517" y="609930"/>
                    </a:lnTo>
                    <a:lnTo>
                      <a:pt x="797297" y="716040"/>
                    </a:lnTo>
                    <a:lnTo>
                      <a:pt x="1023197" y="1169910"/>
                    </a:lnTo>
                    <a:lnTo>
                      <a:pt x="1128947" y="1178640"/>
                    </a:lnTo>
                    <a:lnTo>
                      <a:pt x="676157" y="1651860"/>
                    </a:lnTo>
                    <a:lnTo>
                      <a:pt x="984857" y="1947240"/>
                    </a:lnTo>
                    <a:lnTo>
                      <a:pt x="926627" y="2002950"/>
                    </a:lnTo>
                    <a:lnTo>
                      <a:pt x="822497" y="2003040"/>
                    </a:lnTo>
                    <a:lnTo>
                      <a:pt x="782447" y="1964970"/>
                    </a:lnTo>
                    <a:lnTo>
                      <a:pt x="677777" y="1812060"/>
                    </a:lnTo>
                    <a:lnTo>
                      <a:pt x="417047" y="1563840"/>
                    </a:lnTo>
                    <a:lnTo>
                      <a:pt x="261077" y="1468170"/>
                    </a:lnTo>
                    <a:lnTo>
                      <a:pt x="0" y="1219416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40" name="Контур"/>
              <p:cNvSpPr/>
              <p:nvPr/>
            </p:nvSpPr>
            <p:spPr>
              <a:xfrm>
                <a:off x="252000" y="2381260"/>
                <a:ext cx="1836080" cy="2334688"/>
              </a:xfrm>
              <a:custGeom>
                <a:avLst/>
                <a:gdLst/>
                <a:ahLst/>
                <a:cxnLst/>
                <a:rect l="l" t="t" r="r" b="b"/>
                <a:pathLst>
                  <a:path w="1836080" h="2334688" fill="none">
                    <a:moveTo>
                      <a:pt x="0" y="67089"/>
                    </a:moveTo>
                    <a:lnTo>
                      <a:pt x="67089" y="0"/>
                    </a:lnTo>
                    <a:moveTo>
                      <a:pt x="29964" y="195969"/>
                    </a:moveTo>
                    <a:lnTo>
                      <a:pt x="143745" y="82188"/>
                    </a:lnTo>
                    <a:moveTo>
                      <a:pt x="109472" y="275306"/>
                    </a:moveTo>
                    <a:lnTo>
                      <a:pt x="220401" y="164376"/>
                    </a:lnTo>
                    <a:moveTo>
                      <a:pt x="188979" y="354642"/>
                    </a:moveTo>
                    <a:lnTo>
                      <a:pt x="297057" y="246564"/>
                    </a:lnTo>
                    <a:moveTo>
                      <a:pt x="268487" y="433978"/>
                    </a:moveTo>
                    <a:lnTo>
                      <a:pt x="373713" y="328752"/>
                    </a:lnTo>
                    <a:moveTo>
                      <a:pt x="347995" y="513315"/>
                    </a:moveTo>
                    <a:lnTo>
                      <a:pt x="450369" y="410941"/>
                    </a:lnTo>
                    <a:moveTo>
                      <a:pt x="428239" y="591915"/>
                    </a:moveTo>
                    <a:lnTo>
                      <a:pt x="527071" y="493083"/>
                    </a:lnTo>
                    <a:moveTo>
                      <a:pt x="509836" y="669162"/>
                    </a:moveTo>
                    <a:lnTo>
                      <a:pt x="603741" y="575257"/>
                    </a:lnTo>
                    <a:moveTo>
                      <a:pt x="591433" y="746409"/>
                    </a:moveTo>
                    <a:lnTo>
                      <a:pt x="680411" y="657431"/>
                    </a:lnTo>
                    <a:moveTo>
                      <a:pt x="673030" y="823656"/>
                    </a:moveTo>
                    <a:lnTo>
                      <a:pt x="757081" y="739605"/>
                    </a:lnTo>
                    <a:moveTo>
                      <a:pt x="754627" y="900903"/>
                    </a:moveTo>
                    <a:lnTo>
                      <a:pt x="833751" y="821778"/>
                    </a:lnTo>
                    <a:moveTo>
                      <a:pt x="836224" y="978150"/>
                    </a:moveTo>
                    <a:lnTo>
                      <a:pt x="910422" y="903952"/>
                    </a:lnTo>
                    <a:moveTo>
                      <a:pt x="916281" y="1056937"/>
                    </a:moveTo>
                    <a:lnTo>
                      <a:pt x="987092" y="986126"/>
                    </a:lnTo>
                    <a:moveTo>
                      <a:pt x="993969" y="1138093"/>
                    </a:moveTo>
                    <a:lnTo>
                      <a:pt x="1063750" y="1068312"/>
                    </a:lnTo>
                    <a:moveTo>
                      <a:pt x="1071657" y="1219249"/>
                    </a:moveTo>
                    <a:lnTo>
                      <a:pt x="1140407" y="1150499"/>
                    </a:lnTo>
                    <a:moveTo>
                      <a:pt x="1148939" y="1300811"/>
                    </a:moveTo>
                    <a:lnTo>
                      <a:pt x="1217064" y="1232686"/>
                    </a:lnTo>
                    <a:moveTo>
                      <a:pt x="1267394" y="1341201"/>
                    </a:moveTo>
                    <a:lnTo>
                      <a:pt x="1293721" y="1314873"/>
                    </a:lnTo>
                    <a:moveTo>
                      <a:pt x="1332672" y="1434767"/>
                    </a:moveTo>
                    <a:lnTo>
                      <a:pt x="1370378" y="1397060"/>
                    </a:lnTo>
                    <a:moveTo>
                      <a:pt x="1361501" y="1564781"/>
                    </a:moveTo>
                    <a:lnTo>
                      <a:pt x="1447035" y="1479247"/>
                    </a:lnTo>
                    <a:moveTo>
                      <a:pt x="1381021" y="1704106"/>
                    </a:moveTo>
                    <a:lnTo>
                      <a:pt x="1523693" y="1561434"/>
                    </a:lnTo>
                    <a:moveTo>
                      <a:pt x="1379631" y="1864339"/>
                    </a:moveTo>
                    <a:lnTo>
                      <a:pt x="1600350" y="1643621"/>
                    </a:lnTo>
                    <a:moveTo>
                      <a:pt x="1360951" y="2041863"/>
                    </a:moveTo>
                    <a:lnTo>
                      <a:pt x="1677007" y="1725808"/>
                    </a:lnTo>
                    <a:moveTo>
                      <a:pt x="1336579" y="2225080"/>
                    </a:moveTo>
                    <a:lnTo>
                      <a:pt x="1753664" y="1807995"/>
                    </a:lnTo>
                    <a:moveTo>
                      <a:pt x="1385814" y="2334688"/>
                    </a:moveTo>
                    <a:lnTo>
                      <a:pt x="1836080" y="188442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41" name="Контур"/>
              <p:cNvSpPr/>
              <p:nvPr/>
            </p:nvSpPr>
            <p:spPr>
              <a:xfrm>
                <a:off x="252000" y="2309319"/>
                <a:ext cx="2377151" cy="2413331"/>
              </a:xfrm>
              <a:custGeom>
                <a:avLst/>
                <a:gdLst/>
                <a:ahLst/>
                <a:cxnLst/>
                <a:rect l="l" t="t" r="r" b="b"/>
                <a:pathLst>
                  <a:path w="2377151" h="2413331" fill="none">
                    <a:moveTo>
                      <a:pt x="2377151" y="1457171"/>
                    </a:moveTo>
                    <a:lnTo>
                      <a:pt x="2302811" y="1587221"/>
                    </a:lnTo>
                    <a:lnTo>
                      <a:pt x="2214701" y="1706921"/>
                    </a:lnTo>
                    <a:lnTo>
                      <a:pt x="2113181" y="1815551"/>
                    </a:lnTo>
                    <a:lnTo>
                      <a:pt x="1495331" y="2387861"/>
                    </a:lnTo>
                    <a:lnTo>
                      <a:pt x="1470401" y="2403341"/>
                    </a:lnTo>
                    <a:lnTo>
                      <a:pt x="1427741" y="2413331"/>
                    </a:lnTo>
                    <a:lnTo>
                      <a:pt x="1384451" y="2406221"/>
                    </a:lnTo>
                    <a:lnTo>
                      <a:pt x="1358621" y="2392451"/>
                    </a:lnTo>
                    <a:lnTo>
                      <a:pt x="1347281" y="2383091"/>
                    </a:lnTo>
                    <a:lnTo>
                      <a:pt x="1325501" y="2343671"/>
                    </a:lnTo>
                    <a:lnTo>
                      <a:pt x="1339991" y="2282651"/>
                    </a:lnTo>
                    <a:lnTo>
                      <a:pt x="1349081" y="2284181"/>
                    </a:lnTo>
                    <a:lnTo>
                      <a:pt x="1354391" y="2252771"/>
                    </a:lnTo>
                    <a:lnTo>
                      <a:pt x="1346471" y="2251421"/>
                    </a:lnTo>
                    <a:lnTo>
                      <a:pt x="1383821" y="1896461"/>
                    </a:lnTo>
                    <a:lnTo>
                      <a:pt x="1379771" y="1722311"/>
                    </a:lnTo>
                    <a:lnTo>
                      <a:pt x="1334681" y="1511081"/>
                    </a:lnTo>
                    <a:lnTo>
                      <a:pt x="1285811" y="1404701"/>
                    </a:lnTo>
                    <a:lnTo>
                      <a:pt x="1191941" y="1447721"/>
                    </a:lnTo>
                    <a:lnTo>
                      <a:pt x="1147751" y="1370681"/>
                    </a:lnTo>
                    <a:lnTo>
                      <a:pt x="885671" y="1096901"/>
                    </a:lnTo>
                    <a:lnTo>
                      <a:pt x="399491" y="636641"/>
                    </a:lnTo>
                    <a:lnTo>
                      <a:pt x="0" y="237735"/>
                    </a:lnTo>
                    <a:moveTo>
                      <a:pt x="0" y="0"/>
                    </a:moveTo>
                    <a:lnTo>
                      <a:pt x="1799801" y="1929401"/>
                    </a:lnTo>
                    <a:lnTo>
                      <a:pt x="1825361" y="1950371"/>
                    </a:lnTo>
                    <a:lnTo>
                      <a:pt x="1839851" y="1958471"/>
                    </a:lnTo>
                    <a:lnTo>
                      <a:pt x="2377151" y="1457171"/>
                    </a:lnTo>
                    <a:lnTo>
                      <a:pt x="2377151" y="1457171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42" name="Контур"/>
              <p:cNvSpPr/>
              <p:nvPr/>
            </p:nvSpPr>
            <p:spPr>
              <a:xfrm>
                <a:off x="252000" y="2381254"/>
                <a:ext cx="1836086" cy="2334688"/>
              </a:xfrm>
              <a:custGeom>
                <a:avLst/>
                <a:gdLst/>
                <a:ahLst/>
                <a:cxnLst/>
                <a:rect l="l" t="t" r="r" b="b"/>
                <a:pathLst>
                  <a:path w="1836086" h="2334688" fill="none">
                    <a:moveTo>
                      <a:pt x="0" y="67095"/>
                    </a:moveTo>
                    <a:lnTo>
                      <a:pt x="67095" y="0"/>
                    </a:lnTo>
                    <a:moveTo>
                      <a:pt x="29970" y="195969"/>
                    </a:moveTo>
                    <a:lnTo>
                      <a:pt x="143751" y="82188"/>
                    </a:lnTo>
                    <a:moveTo>
                      <a:pt x="109478" y="275306"/>
                    </a:moveTo>
                    <a:lnTo>
                      <a:pt x="220407" y="164376"/>
                    </a:lnTo>
                    <a:moveTo>
                      <a:pt x="188985" y="354642"/>
                    </a:moveTo>
                    <a:lnTo>
                      <a:pt x="297063" y="246564"/>
                    </a:lnTo>
                    <a:moveTo>
                      <a:pt x="268493" y="433978"/>
                    </a:moveTo>
                    <a:lnTo>
                      <a:pt x="373719" y="328752"/>
                    </a:lnTo>
                    <a:moveTo>
                      <a:pt x="348001" y="513315"/>
                    </a:moveTo>
                    <a:lnTo>
                      <a:pt x="450375" y="410940"/>
                    </a:lnTo>
                    <a:moveTo>
                      <a:pt x="428245" y="591915"/>
                    </a:moveTo>
                    <a:lnTo>
                      <a:pt x="527077" y="493083"/>
                    </a:lnTo>
                    <a:moveTo>
                      <a:pt x="509842" y="669162"/>
                    </a:moveTo>
                    <a:lnTo>
                      <a:pt x="603747" y="575257"/>
                    </a:lnTo>
                    <a:moveTo>
                      <a:pt x="591439" y="746409"/>
                    </a:moveTo>
                    <a:lnTo>
                      <a:pt x="680417" y="657431"/>
                    </a:lnTo>
                    <a:moveTo>
                      <a:pt x="673036" y="823656"/>
                    </a:moveTo>
                    <a:lnTo>
                      <a:pt x="757087" y="739604"/>
                    </a:lnTo>
                    <a:moveTo>
                      <a:pt x="754633" y="900903"/>
                    </a:moveTo>
                    <a:lnTo>
                      <a:pt x="833757" y="821778"/>
                    </a:lnTo>
                    <a:moveTo>
                      <a:pt x="836230" y="978149"/>
                    </a:moveTo>
                    <a:lnTo>
                      <a:pt x="910428" y="903952"/>
                    </a:lnTo>
                    <a:moveTo>
                      <a:pt x="916287" y="1056937"/>
                    </a:moveTo>
                    <a:lnTo>
                      <a:pt x="987098" y="986126"/>
                    </a:lnTo>
                    <a:moveTo>
                      <a:pt x="993975" y="1138093"/>
                    </a:moveTo>
                    <a:lnTo>
                      <a:pt x="1063756" y="1068312"/>
                    </a:lnTo>
                    <a:moveTo>
                      <a:pt x="1071663" y="1219249"/>
                    </a:moveTo>
                    <a:lnTo>
                      <a:pt x="1140413" y="1150499"/>
                    </a:lnTo>
                    <a:moveTo>
                      <a:pt x="1148945" y="1300811"/>
                    </a:moveTo>
                    <a:lnTo>
                      <a:pt x="1217070" y="1232686"/>
                    </a:lnTo>
                    <a:moveTo>
                      <a:pt x="1267399" y="1341201"/>
                    </a:moveTo>
                    <a:lnTo>
                      <a:pt x="1293727" y="1314873"/>
                    </a:lnTo>
                    <a:moveTo>
                      <a:pt x="1332678" y="1434766"/>
                    </a:moveTo>
                    <a:lnTo>
                      <a:pt x="1370384" y="1397060"/>
                    </a:lnTo>
                    <a:moveTo>
                      <a:pt x="1361507" y="1564781"/>
                    </a:moveTo>
                    <a:lnTo>
                      <a:pt x="1447042" y="1479247"/>
                    </a:lnTo>
                    <a:moveTo>
                      <a:pt x="1381027" y="1704105"/>
                    </a:moveTo>
                    <a:lnTo>
                      <a:pt x="1523699" y="1561434"/>
                    </a:lnTo>
                    <a:moveTo>
                      <a:pt x="1379637" y="1864339"/>
                    </a:moveTo>
                    <a:lnTo>
                      <a:pt x="1600356" y="1643621"/>
                    </a:lnTo>
                    <a:moveTo>
                      <a:pt x="1360958" y="2041863"/>
                    </a:moveTo>
                    <a:lnTo>
                      <a:pt x="1677013" y="1725808"/>
                    </a:lnTo>
                    <a:moveTo>
                      <a:pt x="1336585" y="2225080"/>
                    </a:moveTo>
                    <a:lnTo>
                      <a:pt x="1753670" y="1807995"/>
                    </a:lnTo>
                    <a:moveTo>
                      <a:pt x="1385820" y="2334688"/>
                    </a:moveTo>
                    <a:lnTo>
                      <a:pt x="1836086" y="188442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43" name="Контур"/>
              <p:cNvSpPr/>
              <p:nvPr/>
            </p:nvSpPr>
            <p:spPr>
              <a:xfrm>
                <a:off x="252000" y="2309306"/>
                <a:ext cx="2377157" cy="2413338"/>
              </a:xfrm>
              <a:custGeom>
                <a:avLst/>
                <a:gdLst/>
                <a:ahLst/>
                <a:cxnLst/>
                <a:rect l="l" t="t" r="r" b="b"/>
                <a:pathLst>
                  <a:path w="2377157" h="2413338" fill="none">
                    <a:moveTo>
                      <a:pt x="2377157" y="1457178"/>
                    </a:moveTo>
                    <a:lnTo>
                      <a:pt x="2302817" y="1587228"/>
                    </a:lnTo>
                    <a:lnTo>
                      <a:pt x="2214707" y="1706928"/>
                    </a:lnTo>
                    <a:lnTo>
                      <a:pt x="2113187" y="1815558"/>
                    </a:lnTo>
                    <a:lnTo>
                      <a:pt x="1495337" y="2387868"/>
                    </a:lnTo>
                    <a:lnTo>
                      <a:pt x="1470407" y="2403348"/>
                    </a:lnTo>
                    <a:lnTo>
                      <a:pt x="1427747" y="2413338"/>
                    </a:lnTo>
                    <a:lnTo>
                      <a:pt x="1384457" y="2406228"/>
                    </a:lnTo>
                    <a:lnTo>
                      <a:pt x="1358627" y="2392458"/>
                    </a:lnTo>
                    <a:lnTo>
                      <a:pt x="1347287" y="2383098"/>
                    </a:lnTo>
                    <a:lnTo>
                      <a:pt x="1325507" y="2343678"/>
                    </a:lnTo>
                    <a:lnTo>
                      <a:pt x="1339997" y="2282658"/>
                    </a:lnTo>
                    <a:lnTo>
                      <a:pt x="1349087" y="2284188"/>
                    </a:lnTo>
                    <a:lnTo>
                      <a:pt x="1354397" y="2252778"/>
                    </a:lnTo>
                    <a:lnTo>
                      <a:pt x="1346477" y="2251428"/>
                    </a:lnTo>
                    <a:lnTo>
                      <a:pt x="1383827" y="1896468"/>
                    </a:lnTo>
                    <a:lnTo>
                      <a:pt x="1379777" y="1722318"/>
                    </a:lnTo>
                    <a:lnTo>
                      <a:pt x="1334687" y="1511088"/>
                    </a:lnTo>
                    <a:lnTo>
                      <a:pt x="1285817" y="1404708"/>
                    </a:lnTo>
                    <a:lnTo>
                      <a:pt x="1191947" y="1447728"/>
                    </a:lnTo>
                    <a:lnTo>
                      <a:pt x="1147757" y="1370688"/>
                    </a:lnTo>
                    <a:lnTo>
                      <a:pt x="885677" y="1096908"/>
                    </a:lnTo>
                    <a:lnTo>
                      <a:pt x="399497" y="636648"/>
                    </a:lnTo>
                    <a:lnTo>
                      <a:pt x="0" y="237736"/>
                    </a:lnTo>
                    <a:moveTo>
                      <a:pt x="0" y="0"/>
                    </a:moveTo>
                    <a:lnTo>
                      <a:pt x="1799807" y="1929408"/>
                    </a:lnTo>
                    <a:lnTo>
                      <a:pt x="1825367" y="1950378"/>
                    </a:lnTo>
                    <a:lnTo>
                      <a:pt x="1839857" y="1958478"/>
                    </a:lnTo>
                    <a:lnTo>
                      <a:pt x="2377157" y="1457178"/>
                    </a:lnTo>
                    <a:lnTo>
                      <a:pt x="2377157" y="1457178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44" name="Контур"/>
              <p:cNvSpPr/>
              <p:nvPr/>
            </p:nvSpPr>
            <p:spPr>
              <a:xfrm>
                <a:off x="252000" y="3344791"/>
                <a:ext cx="377816" cy="533155"/>
              </a:xfrm>
              <a:custGeom>
                <a:avLst/>
                <a:gdLst/>
                <a:ahLst/>
                <a:cxnLst/>
                <a:rect l="l" t="t" r="r" b="b"/>
                <a:pathLst>
                  <a:path w="377816" h="533155" fill="none">
                    <a:moveTo>
                      <a:pt x="0" y="215467"/>
                    </a:moveTo>
                    <a:lnTo>
                      <a:pt x="215466" y="0"/>
                    </a:lnTo>
                    <a:moveTo>
                      <a:pt x="0" y="374311"/>
                    </a:moveTo>
                    <a:lnTo>
                      <a:pt x="296641" y="77670"/>
                    </a:lnTo>
                    <a:moveTo>
                      <a:pt x="0" y="533155"/>
                    </a:moveTo>
                    <a:lnTo>
                      <a:pt x="377816" y="155339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45" name="Контур"/>
              <p:cNvSpPr/>
              <p:nvPr/>
            </p:nvSpPr>
            <p:spPr>
              <a:xfrm>
                <a:off x="252000" y="3289574"/>
                <a:ext cx="380777" cy="611460"/>
              </a:xfrm>
              <a:custGeom>
                <a:avLst/>
                <a:gdLst/>
                <a:ahLst/>
                <a:cxnLst/>
                <a:rect l="l" t="t" r="r" b="b"/>
                <a:pathLst>
                  <a:path w="380777" h="611460" fill="none">
                    <a:moveTo>
                      <a:pt x="0" y="164892"/>
                    </a:moveTo>
                    <a:lnTo>
                      <a:pt x="157757" y="0"/>
                    </a:lnTo>
                    <a:lnTo>
                      <a:pt x="380777" y="213390"/>
                    </a:lnTo>
                    <a:lnTo>
                      <a:pt x="0" y="61146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46" name="Контур"/>
              <p:cNvSpPr/>
              <p:nvPr/>
            </p:nvSpPr>
            <p:spPr>
              <a:xfrm>
                <a:off x="252000" y="3126068"/>
                <a:ext cx="193013" cy="275346"/>
              </a:xfrm>
              <a:custGeom>
                <a:avLst/>
                <a:gdLst/>
                <a:ahLst/>
                <a:cxnLst/>
                <a:rect l="l" t="t" r="r" b="b"/>
                <a:pathLst>
                  <a:path w="193013" h="275346" fill="none">
                    <a:moveTo>
                      <a:pt x="80173" y="36328"/>
                    </a:moveTo>
                    <a:lnTo>
                      <a:pt x="116502" y="0"/>
                    </a:lnTo>
                    <a:moveTo>
                      <a:pt x="0" y="275346"/>
                    </a:moveTo>
                    <a:lnTo>
                      <a:pt x="193013" y="8233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47" name="Контур"/>
              <p:cNvSpPr/>
              <p:nvPr/>
            </p:nvSpPr>
            <p:spPr>
              <a:xfrm>
                <a:off x="252000" y="3125234"/>
                <a:ext cx="213917" cy="329232"/>
              </a:xfrm>
              <a:custGeom>
                <a:avLst/>
                <a:gdLst/>
                <a:ahLst/>
                <a:cxnLst/>
                <a:rect l="l" t="t" r="r" b="b"/>
                <a:pathLst>
                  <a:path w="213917" h="329232" fill="none">
                    <a:moveTo>
                      <a:pt x="0" y="120962"/>
                    </a:moveTo>
                    <a:lnTo>
                      <a:pt x="115727" y="0"/>
                    </a:lnTo>
                    <a:lnTo>
                      <a:pt x="213917" y="105660"/>
                    </a:lnTo>
                    <a:lnTo>
                      <a:pt x="157757" y="164340"/>
                    </a:lnTo>
                    <a:lnTo>
                      <a:pt x="0" y="329232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48" name="Контур"/>
              <p:cNvSpPr/>
              <p:nvPr/>
            </p:nvSpPr>
            <p:spPr>
              <a:xfrm>
                <a:off x="252000" y="3043918"/>
                <a:ext cx="80173" cy="198651"/>
              </a:xfrm>
              <a:custGeom>
                <a:avLst/>
                <a:gdLst/>
                <a:ahLst/>
                <a:cxnLst/>
                <a:rect l="l" t="t" r="r" b="b"/>
                <a:pathLst>
                  <a:path w="80173" h="198651" fill="none">
                    <a:moveTo>
                      <a:pt x="0" y="39807"/>
                    </a:moveTo>
                    <a:lnTo>
                      <a:pt x="39807" y="0"/>
                    </a:lnTo>
                    <a:moveTo>
                      <a:pt x="0" y="198651"/>
                    </a:moveTo>
                    <a:lnTo>
                      <a:pt x="80173" y="11847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49" name="Контур"/>
              <p:cNvSpPr/>
              <p:nvPr/>
            </p:nvSpPr>
            <p:spPr>
              <a:xfrm>
                <a:off x="252000" y="3002986"/>
                <a:ext cx="115727" cy="243210"/>
              </a:xfrm>
              <a:custGeom>
                <a:avLst/>
                <a:gdLst/>
                <a:ahLst/>
                <a:cxnLst/>
                <a:rect l="l" t="t" r="r" b="b"/>
                <a:pathLst>
                  <a:path w="115727" h="243210" fill="none">
                    <a:moveTo>
                      <a:pt x="0" y="0"/>
                    </a:moveTo>
                    <a:lnTo>
                      <a:pt x="49217" y="50608"/>
                    </a:lnTo>
                    <a:lnTo>
                      <a:pt x="115727" y="122248"/>
                    </a:lnTo>
                    <a:lnTo>
                      <a:pt x="0" y="24321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50" name="Контур"/>
              <p:cNvSpPr/>
              <p:nvPr/>
            </p:nvSpPr>
            <p:spPr>
              <a:xfrm>
                <a:off x="585918" y="5788708"/>
                <a:ext cx="1263909" cy="1285904"/>
              </a:xfrm>
              <a:custGeom>
                <a:avLst/>
                <a:gdLst/>
                <a:ahLst/>
                <a:cxnLst/>
                <a:rect l="l" t="t" r="r" b="b"/>
                <a:pathLst>
                  <a:path w="1263909" h="1285904" fill="none">
                    <a:moveTo>
                      <a:pt x="1593" y="612920"/>
                    </a:moveTo>
                    <a:lnTo>
                      <a:pt x="549276" y="65237"/>
                    </a:lnTo>
                    <a:moveTo>
                      <a:pt x="582378" y="32135"/>
                    </a:moveTo>
                    <a:lnTo>
                      <a:pt x="614513" y="0"/>
                    </a:lnTo>
                    <a:moveTo>
                      <a:pt x="0" y="773357"/>
                    </a:moveTo>
                    <a:lnTo>
                      <a:pt x="695687" y="77670"/>
                    </a:lnTo>
                    <a:moveTo>
                      <a:pt x="60070" y="872131"/>
                    </a:moveTo>
                    <a:lnTo>
                      <a:pt x="776862" y="155339"/>
                    </a:lnTo>
                    <a:moveTo>
                      <a:pt x="120141" y="970904"/>
                    </a:moveTo>
                    <a:lnTo>
                      <a:pt x="858036" y="233009"/>
                    </a:lnTo>
                    <a:moveTo>
                      <a:pt x="180211" y="1069678"/>
                    </a:moveTo>
                    <a:lnTo>
                      <a:pt x="939211" y="310679"/>
                    </a:lnTo>
                    <a:moveTo>
                      <a:pt x="240282" y="1168452"/>
                    </a:moveTo>
                    <a:lnTo>
                      <a:pt x="1020385" y="388348"/>
                    </a:lnTo>
                    <a:moveTo>
                      <a:pt x="300352" y="1267225"/>
                    </a:moveTo>
                    <a:lnTo>
                      <a:pt x="1101560" y="466018"/>
                    </a:lnTo>
                    <a:moveTo>
                      <a:pt x="440517" y="1285904"/>
                    </a:moveTo>
                    <a:lnTo>
                      <a:pt x="1182734" y="543687"/>
                    </a:lnTo>
                    <a:moveTo>
                      <a:pt x="1222640" y="662626"/>
                    </a:moveTo>
                    <a:lnTo>
                      <a:pt x="1263909" y="62135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51" name="Контур"/>
              <p:cNvSpPr/>
              <p:nvPr/>
            </p:nvSpPr>
            <p:spPr>
              <a:xfrm>
                <a:off x="531347" y="5752604"/>
                <a:ext cx="1321290" cy="1379160"/>
              </a:xfrm>
              <a:custGeom>
                <a:avLst/>
                <a:gdLst/>
                <a:ahLst/>
                <a:cxnLst/>
                <a:rect l="l" t="t" r="r" b="b"/>
                <a:pathLst>
                  <a:path w="1321290" h="1379160" fill="none">
                    <a:moveTo>
                      <a:pt x="612000" y="19530"/>
                    </a:moveTo>
                    <a:lnTo>
                      <a:pt x="631350" y="0"/>
                    </a:lnTo>
                    <a:lnTo>
                      <a:pt x="1321290" y="660150"/>
                    </a:lnTo>
                    <a:lnTo>
                      <a:pt x="724050" y="1182870"/>
                    </a:lnTo>
                    <a:lnTo>
                      <a:pt x="401040" y="1379160"/>
                    </a:lnTo>
                    <a:lnTo>
                      <a:pt x="0" y="719730"/>
                    </a:lnTo>
                    <a:lnTo>
                      <a:pt x="345150" y="285210"/>
                    </a:lnTo>
                    <a:lnTo>
                      <a:pt x="490320" y="144900"/>
                    </a:lnTo>
                    <a:lnTo>
                      <a:pt x="502470" y="138690"/>
                    </a:lnTo>
                    <a:lnTo>
                      <a:pt x="539100" y="135000"/>
                    </a:lnTo>
                    <a:lnTo>
                      <a:pt x="643320" y="80820"/>
                    </a:lnTo>
                    <a:lnTo>
                      <a:pt x="638460" y="71190"/>
                    </a:lnTo>
                    <a:lnTo>
                      <a:pt x="612000" y="1953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52" name="Контур"/>
              <p:cNvSpPr/>
              <p:nvPr/>
            </p:nvSpPr>
            <p:spPr>
              <a:xfrm>
                <a:off x="585918" y="5788708"/>
                <a:ext cx="1263909" cy="1285904"/>
              </a:xfrm>
              <a:custGeom>
                <a:avLst/>
                <a:gdLst/>
                <a:ahLst/>
                <a:cxnLst/>
                <a:rect l="l" t="t" r="r" b="b"/>
                <a:pathLst>
                  <a:path w="1263909" h="1285904" fill="none">
                    <a:moveTo>
                      <a:pt x="1593" y="612920"/>
                    </a:moveTo>
                    <a:lnTo>
                      <a:pt x="549276" y="65237"/>
                    </a:lnTo>
                    <a:moveTo>
                      <a:pt x="582378" y="32135"/>
                    </a:moveTo>
                    <a:lnTo>
                      <a:pt x="614513" y="0"/>
                    </a:lnTo>
                    <a:moveTo>
                      <a:pt x="0" y="773357"/>
                    </a:moveTo>
                    <a:lnTo>
                      <a:pt x="695687" y="77670"/>
                    </a:lnTo>
                    <a:moveTo>
                      <a:pt x="60070" y="872131"/>
                    </a:moveTo>
                    <a:lnTo>
                      <a:pt x="776862" y="155339"/>
                    </a:lnTo>
                    <a:moveTo>
                      <a:pt x="120141" y="970904"/>
                    </a:moveTo>
                    <a:lnTo>
                      <a:pt x="858036" y="233009"/>
                    </a:lnTo>
                    <a:moveTo>
                      <a:pt x="180211" y="1069678"/>
                    </a:moveTo>
                    <a:lnTo>
                      <a:pt x="939211" y="310679"/>
                    </a:lnTo>
                    <a:moveTo>
                      <a:pt x="240282" y="1168452"/>
                    </a:moveTo>
                    <a:lnTo>
                      <a:pt x="1020385" y="388348"/>
                    </a:lnTo>
                    <a:moveTo>
                      <a:pt x="300352" y="1267225"/>
                    </a:moveTo>
                    <a:lnTo>
                      <a:pt x="1101560" y="466018"/>
                    </a:lnTo>
                    <a:moveTo>
                      <a:pt x="440517" y="1285904"/>
                    </a:moveTo>
                    <a:lnTo>
                      <a:pt x="1182734" y="543687"/>
                    </a:lnTo>
                    <a:moveTo>
                      <a:pt x="1222640" y="662626"/>
                    </a:moveTo>
                    <a:lnTo>
                      <a:pt x="1263909" y="62135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53" name="Контур"/>
              <p:cNvSpPr/>
              <p:nvPr/>
            </p:nvSpPr>
            <p:spPr>
              <a:xfrm>
                <a:off x="531347" y="5752604"/>
                <a:ext cx="1321290" cy="1379160"/>
              </a:xfrm>
              <a:custGeom>
                <a:avLst/>
                <a:gdLst/>
                <a:ahLst/>
                <a:cxnLst/>
                <a:rect l="l" t="t" r="r" b="b"/>
                <a:pathLst>
                  <a:path w="1321290" h="1379160" fill="none">
                    <a:moveTo>
                      <a:pt x="612000" y="19530"/>
                    </a:moveTo>
                    <a:lnTo>
                      <a:pt x="631350" y="0"/>
                    </a:lnTo>
                    <a:lnTo>
                      <a:pt x="1321290" y="660150"/>
                    </a:lnTo>
                    <a:lnTo>
                      <a:pt x="724050" y="1182870"/>
                    </a:lnTo>
                    <a:lnTo>
                      <a:pt x="401040" y="1379160"/>
                    </a:lnTo>
                    <a:lnTo>
                      <a:pt x="0" y="719730"/>
                    </a:lnTo>
                    <a:lnTo>
                      <a:pt x="345150" y="285210"/>
                    </a:lnTo>
                    <a:lnTo>
                      <a:pt x="490320" y="144900"/>
                    </a:lnTo>
                    <a:lnTo>
                      <a:pt x="502470" y="138690"/>
                    </a:lnTo>
                    <a:lnTo>
                      <a:pt x="539100" y="135000"/>
                    </a:lnTo>
                    <a:lnTo>
                      <a:pt x="643320" y="80820"/>
                    </a:lnTo>
                    <a:lnTo>
                      <a:pt x="638460" y="71190"/>
                    </a:lnTo>
                    <a:lnTo>
                      <a:pt x="612000" y="1953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54" name="Контур"/>
              <p:cNvSpPr/>
              <p:nvPr/>
            </p:nvSpPr>
            <p:spPr>
              <a:xfrm>
                <a:off x="394763" y="6463294"/>
                <a:ext cx="131082" cy="131082"/>
              </a:xfrm>
              <a:custGeom>
                <a:avLst/>
                <a:gdLst/>
                <a:ahLst/>
                <a:cxnLst/>
                <a:rect l="l" t="t" r="r" b="b"/>
                <a:pathLst>
                  <a:path w="131082" h="131082" fill="none">
                    <a:moveTo>
                      <a:pt x="0" y="131082"/>
                    </a:moveTo>
                    <a:lnTo>
                      <a:pt x="131082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55" name="Контур"/>
              <p:cNvSpPr/>
              <p:nvPr/>
            </p:nvSpPr>
            <p:spPr>
              <a:xfrm>
                <a:off x="368447" y="6392774"/>
                <a:ext cx="162900" cy="232470"/>
              </a:xfrm>
              <a:custGeom>
                <a:avLst/>
                <a:gdLst/>
                <a:ahLst/>
                <a:cxnLst/>
                <a:rect l="l" t="t" r="r" b="b"/>
                <a:pathLst>
                  <a:path w="162900" h="232470" fill="none">
                    <a:moveTo>
                      <a:pt x="114480" y="0"/>
                    </a:moveTo>
                    <a:lnTo>
                      <a:pt x="162900" y="79560"/>
                    </a:lnTo>
                    <a:lnTo>
                      <a:pt x="65610" y="202050"/>
                    </a:lnTo>
                    <a:lnTo>
                      <a:pt x="45090" y="232470"/>
                    </a:lnTo>
                    <a:lnTo>
                      <a:pt x="1080" y="160110"/>
                    </a:lnTo>
                    <a:lnTo>
                      <a:pt x="0" y="157410"/>
                    </a:lnTo>
                    <a:lnTo>
                      <a:pt x="59670" y="78120"/>
                    </a:lnTo>
                    <a:lnTo>
                      <a:pt x="11448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56" name="Контур"/>
              <p:cNvSpPr/>
              <p:nvPr/>
            </p:nvSpPr>
            <p:spPr>
              <a:xfrm>
                <a:off x="525845" y="5768349"/>
                <a:ext cx="642449" cy="694945"/>
              </a:xfrm>
              <a:custGeom>
                <a:avLst/>
                <a:gdLst/>
                <a:ahLst/>
                <a:cxnLst/>
                <a:rect l="l" t="t" r="r" b="b"/>
                <a:pathLst>
                  <a:path w="642449" h="694945" fill="none">
                    <a:moveTo>
                      <a:pt x="59563" y="476538"/>
                    </a:moveTo>
                    <a:lnTo>
                      <a:pt x="536101" y="0"/>
                    </a:lnTo>
                    <a:moveTo>
                      <a:pt x="0" y="694945"/>
                    </a:moveTo>
                    <a:lnTo>
                      <a:pt x="61666" y="633279"/>
                    </a:lnTo>
                    <a:moveTo>
                      <a:pt x="609338" y="85607"/>
                    </a:moveTo>
                    <a:lnTo>
                      <a:pt x="642449" y="5249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57" name="Контур"/>
              <p:cNvSpPr/>
              <p:nvPr/>
            </p:nvSpPr>
            <p:spPr>
              <a:xfrm>
                <a:off x="482927" y="5727224"/>
                <a:ext cx="691740" cy="745110"/>
              </a:xfrm>
              <a:custGeom>
                <a:avLst/>
                <a:gdLst/>
                <a:ahLst/>
                <a:cxnLst/>
                <a:rect l="l" t="t" r="r" b="b"/>
                <a:pathLst>
                  <a:path w="691740" h="745110" fill="none">
                    <a:moveTo>
                      <a:pt x="660600" y="45360"/>
                    </a:moveTo>
                    <a:lnTo>
                      <a:pt x="686880" y="96570"/>
                    </a:lnTo>
                    <a:lnTo>
                      <a:pt x="691740" y="106200"/>
                    </a:lnTo>
                    <a:lnTo>
                      <a:pt x="669420" y="117810"/>
                    </a:lnTo>
                    <a:lnTo>
                      <a:pt x="587520" y="160380"/>
                    </a:lnTo>
                    <a:lnTo>
                      <a:pt x="550890" y="164070"/>
                    </a:lnTo>
                    <a:lnTo>
                      <a:pt x="538740" y="170280"/>
                    </a:lnTo>
                    <a:lnTo>
                      <a:pt x="393570" y="310590"/>
                    </a:lnTo>
                    <a:lnTo>
                      <a:pt x="48420" y="745110"/>
                    </a:lnTo>
                    <a:lnTo>
                      <a:pt x="0" y="665550"/>
                    </a:lnTo>
                    <a:lnTo>
                      <a:pt x="19620" y="637650"/>
                    </a:lnTo>
                    <a:lnTo>
                      <a:pt x="92160" y="530550"/>
                    </a:lnTo>
                    <a:lnTo>
                      <a:pt x="227880" y="361080"/>
                    </a:lnTo>
                    <a:lnTo>
                      <a:pt x="366300" y="185400"/>
                    </a:lnTo>
                    <a:lnTo>
                      <a:pt x="416970" y="120150"/>
                    </a:lnTo>
                    <a:lnTo>
                      <a:pt x="436410" y="135450"/>
                    </a:lnTo>
                    <a:lnTo>
                      <a:pt x="535950" y="0"/>
                    </a:lnTo>
                    <a:lnTo>
                      <a:pt x="623700" y="83790"/>
                    </a:lnTo>
                    <a:lnTo>
                      <a:pt x="660600" y="45360"/>
                    </a:lnTo>
                    <a:close/>
                    <a:moveTo>
                      <a:pt x="562590" y="119880"/>
                    </a:moveTo>
                    <a:lnTo>
                      <a:pt x="535500" y="140670"/>
                    </a:lnTo>
                    <a:lnTo>
                      <a:pt x="552510" y="162810"/>
                    </a:lnTo>
                    <a:lnTo>
                      <a:pt x="579600" y="141930"/>
                    </a:lnTo>
                    <a:lnTo>
                      <a:pt x="562590" y="11988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58" name="Контур"/>
              <p:cNvSpPr/>
              <p:nvPr/>
            </p:nvSpPr>
            <p:spPr>
              <a:xfrm>
                <a:off x="1166845" y="5496331"/>
                <a:ext cx="861045" cy="902862"/>
              </a:xfrm>
              <a:custGeom>
                <a:avLst/>
                <a:gdLst/>
                <a:ahLst/>
                <a:cxnLst/>
                <a:rect l="l" t="t" r="r" b="b"/>
                <a:pathLst>
                  <a:path w="861045" h="902862" fill="none">
                    <a:moveTo>
                      <a:pt x="0" y="167119"/>
                    </a:moveTo>
                    <a:lnTo>
                      <a:pt x="167119" y="0"/>
                    </a:lnTo>
                    <a:moveTo>
                      <a:pt x="77094" y="248869"/>
                    </a:moveTo>
                    <a:lnTo>
                      <a:pt x="244222" y="81741"/>
                    </a:lnTo>
                    <a:moveTo>
                      <a:pt x="154189" y="330618"/>
                    </a:moveTo>
                    <a:lnTo>
                      <a:pt x="321325" y="163482"/>
                    </a:lnTo>
                    <a:moveTo>
                      <a:pt x="231284" y="412367"/>
                    </a:moveTo>
                    <a:lnTo>
                      <a:pt x="398428" y="245223"/>
                    </a:lnTo>
                    <a:moveTo>
                      <a:pt x="308379" y="494116"/>
                    </a:moveTo>
                    <a:lnTo>
                      <a:pt x="475531" y="326964"/>
                    </a:lnTo>
                    <a:moveTo>
                      <a:pt x="385474" y="575865"/>
                    </a:moveTo>
                    <a:lnTo>
                      <a:pt x="552634" y="408705"/>
                    </a:lnTo>
                    <a:moveTo>
                      <a:pt x="462569" y="657615"/>
                    </a:moveTo>
                    <a:lnTo>
                      <a:pt x="629737" y="490447"/>
                    </a:lnTo>
                    <a:moveTo>
                      <a:pt x="539663" y="739364"/>
                    </a:moveTo>
                    <a:lnTo>
                      <a:pt x="706840" y="572188"/>
                    </a:lnTo>
                    <a:moveTo>
                      <a:pt x="616758" y="821113"/>
                    </a:moveTo>
                    <a:lnTo>
                      <a:pt x="783943" y="653929"/>
                    </a:lnTo>
                    <a:moveTo>
                      <a:pt x="693853" y="902862"/>
                    </a:moveTo>
                    <a:lnTo>
                      <a:pt x="861045" y="73567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59" name="Контур"/>
              <p:cNvSpPr/>
              <p:nvPr/>
            </p:nvSpPr>
            <p:spPr>
              <a:xfrm>
                <a:off x="1148477" y="5468744"/>
                <a:ext cx="914760" cy="979830"/>
              </a:xfrm>
              <a:custGeom>
                <a:avLst/>
                <a:gdLst/>
                <a:ahLst/>
                <a:cxnLst/>
                <a:rect l="l" t="t" r="r" b="b"/>
                <a:pathLst>
                  <a:path w="914760" h="979830" fill="none">
                    <a:moveTo>
                      <a:pt x="158940" y="0"/>
                    </a:moveTo>
                    <a:lnTo>
                      <a:pt x="168210" y="9270"/>
                    </a:lnTo>
                    <a:lnTo>
                      <a:pt x="914760" y="800730"/>
                    </a:lnTo>
                    <a:lnTo>
                      <a:pt x="758790" y="979830"/>
                    </a:lnTo>
                    <a:lnTo>
                      <a:pt x="0" y="175230"/>
                    </a:lnTo>
                    <a:lnTo>
                      <a:pt x="76590" y="85320"/>
                    </a:lnTo>
                    <a:lnTo>
                      <a:pt x="15894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60" name="Контур"/>
              <p:cNvSpPr/>
              <p:nvPr/>
            </p:nvSpPr>
            <p:spPr>
              <a:xfrm>
                <a:off x="1166845" y="5496331"/>
                <a:ext cx="861045" cy="902862"/>
              </a:xfrm>
              <a:custGeom>
                <a:avLst/>
                <a:gdLst/>
                <a:ahLst/>
                <a:cxnLst/>
                <a:rect l="l" t="t" r="r" b="b"/>
                <a:pathLst>
                  <a:path w="861045" h="902862" fill="none">
                    <a:moveTo>
                      <a:pt x="0" y="167119"/>
                    </a:moveTo>
                    <a:lnTo>
                      <a:pt x="167119" y="0"/>
                    </a:lnTo>
                    <a:moveTo>
                      <a:pt x="77094" y="248869"/>
                    </a:moveTo>
                    <a:lnTo>
                      <a:pt x="244222" y="81741"/>
                    </a:lnTo>
                    <a:moveTo>
                      <a:pt x="154189" y="330618"/>
                    </a:moveTo>
                    <a:lnTo>
                      <a:pt x="321325" y="163482"/>
                    </a:lnTo>
                    <a:moveTo>
                      <a:pt x="231284" y="412367"/>
                    </a:moveTo>
                    <a:lnTo>
                      <a:pt x="398428" y="245223"/>
                    </a:lnTo>
                    <a:moveTo>
                      <a:pt x="308379" y="494116"/>
                    </a:moveTo>
                    <a:lnTo>
                      <a:pt x="475531" y="326964"/>
                    </a:lnTo>
                    <a:moveTo>
                      <a:pt x="385474" y="575865"/>
                    </a:moveTo>
                    <a:lnTo>
                      <a:pt x="552634" y="408705"/>
                    </a:lnTo>
                    <a:moveTo>
                      <a:pt x="462569" y="657615"/>
                    </a:moveTo>
                    <a:lnTo>
                      <a:pt x="629737" y="490447"/>
                    </a:lnTo>
                    <a:moveTo>
                      <a:pt x="539663" y="739364"/>
                    </a:moveTo>
                    <a:lnTo>
                      <a:pt x="706840" y="572188"/>
                    </a:lnTo>
                    <a:moveTo>
                      <a:pt x="616758" y="821113"/>
                    </a:moveTo>
                    <a:lnTo>
                      <a:pt x="783943" y="653929"/>
                    </a:lnTo>
                    <a:moveTo>
                      <a:pt x="693853" y="902862"/>
                    </a:moveTo>
                    <a:lnTo>
                      <a:pt x="861045" y="73567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61" name="Контур"/>
              <p:cNvSpPr/>
              <p:nvPr/>
            </p:nvSpPr>
            <p:spPr>
              <a:xfrm>
                <a:off x="1148477" y="5468744"/>
                <a:ext cx="914760" cy="979830"/>
              </a:xfrm>
              <a:custGeom>
                <a:avLst/>
                <a:gdLst/>
                <a:ahLst/>
                <a:cxnLst/>
                <a:rect l="l" t="t" r="r" b="b"/>
                <a:pathLst>
                  <a:path w="914760" h="979830" fill="none">
                    <a:moveTo>
                      <a:pt x="158940" y="0"/>
                    </a:moveTo>
                    <a:lnTo>
                      <a:pt x="168210" y="9270"/>
                    </a:lnTo>
                    <a:lnTo>
                      <a:pt x="914760" y="800730"/>
                    </a:lnTo>
                    <a:lnTo>
                      <a:pt x="758790" y="979830"/>
                    </a:lnTo>
                    <a:lnTo>
                      <a:pt x="0" y="175230"/>
                    </a:lnTo>
                    <a:lnTo>
                      <a:pt x="76590" y="85320"/>
                    </a:lnTo>
                    <a:lnTo>
                      <a:pt x="15894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62" name="Контур"/>
              <p:cNvSpPr/>
              <p:nvPr/>
            </p:nvSpPr>
            <p:spPr>
              <a:xfrm>
                <a:off x="1166845" y="5496331"/>
                <a:ext cx="861045" cy="902862"/>
              </a:xfrm>
              <a:custGeom>
                <a:avLst/>
                <a:gdLst/>
                <a:ahLst/>
                <a:cxnLst/>
                <a:rect l="l" t="t" r="r" b="b"/>
                <a:pathLst>
                  <a:path w="861045" h="902862" fill="none">
                    <a:moveTo>
                      <a:pt x="0" y="167119"/>
                    </a:moveTo>
                    <a:lnTo>
                      <a:pt x="167119" y="0"/>
                    </a:lnTo>
                    <a:moveTo>
                      <a:pt x="77094" y="248869"/>
                    </a:moveTo>
                    <a:lnTo>
                      <a:pt x="244222" y="81741"/>
                    </a:lnTo>
                    <a:moveTo>
                      <a:pt x="154189" y="330618"/>
                    </a:moveTo>
                    <a:lnTo>
                      <a:pt x="321325" y="163482"/>
                    </a:lnTo>
                    <a:moveTo>
                      <a:pt x="231284" y="412367"/>
                    </a:moveTo>
                    <a:lnTo>
                      <a:pt x="398428" y="245223"/>
                    </a:lnTo>
                    <a:moveTo>
                      <a:pt x="308379" y="494116"/>
                    </a:moveTo>
                    <a:lnTo>
                      <a:pt x="475531" y="326964"/>
                    </a:lnTo>
                    <a:moveTo>
                      <a:pt x="385474" y="575865"/>
                    </a:moveTo>
                    <a:lnTo>
                      <a:pt x="552634" y="408705"/>
                    </a:lnTo>
                    <a:moveTo>
                      <a:pt x="462569" y="657615"/>
                    </a:moveTo>
                    <a:lnTo>
                      <a:pt x="629737" y="490447"/>
                    </a:lnTo>
                    <a:moveTo>
                      <a:pt x="539663" y="739364"/>
                    </a:moveTo>
                    <a:lnTo>
                      <a:pt x="706840" y="572188"/>
                    </a:lnTo>
                    <a:moveTo>
                      <a:pt x="616758" y="821113"/>
                    </a:moveTo>
                    <a:lnTo>
                      <a:pt x="783943" y="653929"/>
                    </a:lnTo>
                    <a:moveTo>
                      <a:pt x="693853" y="902862"/>
                    </a:moveTo>
                    <a:lnTo>
                      <a:pt x="861045" y="73567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63" name="Контур"/>
              <p:cNvSpPr/>
              <p:nvPr/>
            </p:nvSpPr>
            <p:spPr>
              <a:xfrm>
                <a:off x="1148477" y="5468744"/>
                <a:ext cx="914760" cy="979830"/>
              </a:xfrm>
              <a:custGeom>
                <a:avLst/>
                <a:gdLst/>
                <a:ahLst/>
                <a:cxnLst/>
                <a:rect l="l" t="t" r="r" b="b"/>
                <a:pathLst>
                  <a:path w="914760" h="979830" fill="none">
                    <a:moveTo>
                      <a:pt x="158940" y="0"/>
                    </a:moveTo>
                    <a:lnTo>
                      <a:pt x="168210" y="9270"/>
                    </a:lnTo>
                    <a:lnTo>
                      <a:pt x="914760" y="800730"/>
                    </a:lnTo>
                    <a:lnTo>
                      <a:pt x="758790" y="979830"/>
                    </a:lnTo>
                    <a:lnTo>
                      <a:pt x="0" y="175230"/>
                    </a:lnTo>
                    <a:lnTo>
                      <a:pt x="76590" y="85320"/>
                    </a:lnTo>
                    <a:lnTo>
                      <a:pt x="15894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64" name="Контур"/>
              <p:cNvSpPr/>
              <p:nvPr/>
            </p:nvSpPr>
            <p:spPr>
              <a:xfrm>
                <a:off x="465759" y="5690699"/>
                <a:ext cx="514993" cy="673837"/>
              </a:xfrm>
              <a:custGeom>
                <a:avLst/>
                <a:gdLst/>
                <a:ahLst/>
                <a:cxnLst/>
                <a:rect l="l" t="t" r="r" b="b"/>
                <a:pathLst>
                  <a:path w="514993" h="673837" fill="none">
                    <a:moveTo>
                      <a:pt x="116294" y="398699"/>
                    </a:moveTo>
                    <a:lnTo>
                      <a:pt x="514993" y="0"/>
                    </a:lnTo>
                    <a:moveTo>
                      <a:pt x="0" y="673837"/>
                    </a:moveTo>
                    <a:lnTo>
                      <a:pt x="119649" y="55418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65" name="Контур"/>
              <p:cNvSpPr/>
              <p:nvPr/>
            </p:nvSpPr>
            <p:spPr>
              <a:xfrm>
                <a:off x="408677" y="5682044"/>
                <a:ext cx="610200" cy="710730"/>
              </a:xfrm>
              <a:custGeom>
                <a:avLst/>
                <a:gdLst/>
                <a:ahLst/>
                <a:cxnLst/>
                <a:rect l="l" t="t" r="r" b="b"/>
                <a:pathLst>
                  <a:path w="610200" h="710730" fill="none">
                    <a:moveTo>
                      <a:pt x="0" y="588600"/>
                    </a:moveTo>
                    <a:lnTo>
                      <a:pt x="563040" y="0"/>
                    </a:lnTo>
                    <a:lnTo>
                      <a:pt x="610200" y="45180"/>
                    </a:lnTo>
                    <a:lnTo>
                      <a:pt x="510660" y="180630"/>
                    </a:lnTo>
                    <a:lnTo>
                      <a:pt x="491220" y="165330"/>
                    </a:lnTo>
                    <a:lnTo>
                      <a:pt x="440550" y="230580"/>
                    </a:lnTo>
                    <a:lnTo>
                      <a:pt x="302130" y="406260"/>
                    </a:lnTo>
                    <a:lnTo>
                      <a:pt x="166410" y="575730"/>
                    </a:lnTo>
                    <a:lnTo>
                      <a:pt x="93870" y="682830"/>
                    </a:lnTo>
                    <a:lnTo>
                      <a:pt x="74250" y="710730"/>
                    </a:lnTo>
                    <a:lnTo>
                      <a:pt x="0" y="58860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66" name="Контур"/>
              <p:cNvSpPr/>
              <p:nvPr/>
            </p:nvSpPr>
            <p:spPr>
              <a:xfrm>
                <a:off x="1333964" y="4223421"/>
                <a:ext cx="2073466" cy="2048549"/>
              </a:xfrm>
              <a:custGeom>
                <a:avLst/>
                <a:gdLst/>
                <a:ahLst/>
                <a:cxnLst/>
                <a:rect l="l" t="t" r="r" b="b"/>
                <a:pathLst>
                  <a:path w="2073466" h="2048549" fill="none">
                    <a:moveTo>
                      <a:pt x="0" y="1272910"/>
                    </a:moveTo>
                    <a:lnTo>
                      <a:pt x="1272910" y="0"/>
                    </a:lnTo>
                    <a:moveTo>
                      <a:pt x="77103" y="1354651"/>
                    </a:moveTo>
                    <a:lnTo>
                      <a:pt x="1379543" y="52211"/>
                    </a:lnTo>
                    <a:moveTo>
                      <a:pt x="154206" y="1436392"/>
                    </a:moveTo>
                    <a:lnTo>
                      <a:pt x="1001426" y="589173"/>
                    </a:lnTo>
                    <a:moveTo>
                      <a:pt x="231309" y="1518133"/>
                    </a:moveTo>
                    <a:lnTo>
                      <a:pt x="1078528" y="670914"/>
                    </a:lnTo>
                    <a:moveTo>
                      <a:pt x="308412" y="1599874"/>
                    </a:moveTo>
                    <a:lnTo>
                      <a:pt x="1155631" y="752655"/>
                    </a:lnTo>
                    <a:moveTo>
                      <a:pt x="385515" y="1681615"/>
                    </a:moveTo>
                    <a:lnTo>
                      <a:pt x="1232734" y="834396"/>
                    </a:lnTo>
                    <a:moveTo>
                      <a:pt x="462618" y="1763357"/>
                    </a:moveTo>
                    <a:lnTo>
                      <a:pt x="1309837" y="916138"/>
                    </a:lnTo>
                    <a:moveTo>
                      <a:pt x="539721" y="1845098"/>
                    </a:moveTo>
                    <a:lnTo>
                      <a:pt x="1386940" y="997879"/>
                    </a:lnTo>
                    <a:moveTo>
                      <a:pt x="616824" y="1926839"/>
                    </a:moveTo>
                    <a:lnTo>
                      <a:pt x="1464042" y="1079620"/>
                    </a:lnTo>
                    <a:moveTo>
                      <a:pt x="693926" y="2008580"/>
                    </a:moveTo>
                    <a:lnTo>
                      <a:pt x="1996351" y="706155"/>
                    </a:lnTo>
                    <a:moveTo>
                      <a:pt x="812802" y="2048549"/>
                    </a:moveTo>
                    <a:lnTo>
                      <a:pt x="2073466" y="78788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67" name="Контур"/>
              <p:cNvSpPr/>
              <p:nvPr/>
            </p:nvSpPr>
            <p:spPr>
              <a:xfrm>
                <a:off x="1018427" y="4223054"/>
                <a:ext cx="2402730" cy="2049840"/>
              </a:xfrm>
              <a:custGeom>
                <a:avLst/>
                <a:gdLst/>
                <a:ahLst/>
                <a:cxnLst/>
                <a:rect l="l" t="t" r="r" b="b"/>
                <a:pathLst>
                  <a:path w="2402730" h="2049840" fill="none">
                    <a:moveTo>
                      <a:pt x="1289250" y="560160"/>
                    </a:moveTo>
                    <a:lnTo>
                      <a:pt x="1820340" y="1123200"/>
                    </a:lnTo>
                    <a:lnTo>
                      <a:pt x="2288430" y="681660"/>
                    </a:lnTo>
                    <a:lnTo>
                      <a:pt x="2402730" y="802800"/>
                    </a:lnTo>
                    <a:lnTo>
                      <a:pt x="2400480" y="879120"/>
                    </a:lnTo>
                    <a:lnTo>
                      <a:pt x="1159290" y="2049840"/>
                    </a:lnTo>
                    <a:lnTo>
                      <a:pt x="1044810" y="2046420"/>
                    </a:lnTo>
                    <a:lnTo>
                      <a:pt x="298260" y="1254960"/>
                    </a:lnTo>
                    <a:lnTo>
                      <a:pt x="300060" y="1138680"/>
                    </a:lnTo>
                    <a:lnTo>
                      <a:pt x="402930" y="1033200"/>
                    </a:lnTo>
                    <a:lnTo>
                      <a:pt x="1263420" y="242820"/>
                    </a:lnTo>
                    <a:lnTo>
                      <a:pt x="1351710" y="180450"/>
                    </a:lnTo>
                    <a:lnTo>
                      <a:pt x="1430910" y="108090"/>
                    </a:lnTo>
                    <a:lnTo>
                      <a:pt x="1528470" y="0"/>
                    </a:lnTo>
                    <a:lnTo>
                      <a:pt x="1646190" y="720"/>
                    </a:lnTo>
                    <a:lnTo>
                      <a:pt x="1757340" y="118620"/>
                    </a:lnTo>
                    <a:lnTo>
                      <a:pt x="1289250" y="560160"/>
                    </a:lnTo>
                    <a:close/>
                    <a:moveTo>
                      <a:pt x="27090" y="1624050"/>
                    </a:moveTo>
                    <a:lnTo>
                      <a:pt x="44100" y="1646100"/>
                    </a:lnTo>
                    <a:lnTo>
                      <a:pt x="17010" y="1666980"/>
                    </a:lnTo>
                    <a:lnTo>
                      <a:pt x="0" y="1644840"/>
                    </a:lnTo>
                    <a:lnTo>
                      <a:pt x="27090" y="162405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68" name="Контур"/>
              <p:cNvSpPr/>
              <p:nvPr/>
            </p:nvSpPr>
            <p:spPr>
              <a:xfrm>
                <a:off x="980752" y="5628755"/>
                <a:ext cx="61944" cy="61944"/>
              </a:xfrm>
              <a:custGeom>
                <a:avLst/>
                <a:gdLst/>
                <a:ahLst/>
                <a:cxnLst/>
                <a:rect l="l" t="t" r="r" b="b"/>
                <a:pathLst>
                  <a:path w="61944" h="61944" fill="none">
                    <a:moveTo>
                      <a:pt x="0" y="61944"/>
                    </a:moveTo>
                    <a:lnTo>
                      <a:pt x="61944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69" name="Контур"/>
              <p:cNvSpPr/>
              <p:nvPr/>
            </p:nvSpPr>
            <p:spPr>
              <a:xfrm>
                <a:off x="971717" y="5628674"/>
                <a:ext cx="117270" cy="98550"/>
              </a:xfrm>
              <a:custGeom>
                <a:avLst/>
                <a:gdLst/>
                <a:ahLst/>
                <a:cxnLst/>
                <a:rect l="l" t="t" r="r" b="b"/>
                <a:pathLst>
                  <a:path w="117270" h="98550" fill="none">
                    <a:moveTo>
                      <a:pt x="0" y="53370"/>
                    </a:moveTo>
                    <a:lnTo>
                      <a:pt x="51120" y="0"/>
                    </a:lnTo>
                    <a:lnTo>
                      <a:pt x="117270" y="270"/>
                    </a:lnTo>
                    <a:lnTo>
                      <a:pt x="80640" y="53010"/>
                    </a:lnTo>
                    <a:lnTo>
                      <a:pt x="47160" y="98550"/>
                    </a:lnTo>
                    <a:lnTo>
                      <a:pt x="0" y="5337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70" name="Контур"/>
              <p:cNvSpPr/>
              <p:nvPr/>
            </p:nvSpPr>
            <p:spPr>
              <a:xfrm>
                <a:off x="1163838" y="5416158"/>
                <a:ext cx="91455" cy="91455"/>
              </a:xfrm>
              <a:custGeom>
                <a:avLst/>
                <a:gdLst/>
                <a:ahLst/>
                <a:cxnLst/>
                <a:rect l="l" t="t" r="r" b="b"/>
                <a:pathLst>
                  <a:path w="91455" h="91455" fill="none">
                    <a:moveTo>
                      <a:pt x="0" y="91455"/>
                    </a:moveTo>
                    <a:lnTo>
                      <a:pt x="91455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71" name="Контур"/>
              <p:cNvSpPr/>
              <p:nvPr/>
            </p:nvSpPr>
            <p:spPr>
              <a:xfrm>
                <a:off x="1088987" y="5376674"/>
                <a:ext cx="218430" cy="267300"/>
              </a:xfrm>
              <a:custGeom>
                <a:avLst/>
                <a:gdLst/>
                <a:ahLst/>
                <a:cxnLst/>
                <a:rect l="l" t="t" r="r" b="b"/>
                <a:pathLst>
                  <a:path w="218430" h="267300" fill="none">
                    <a:moveTo>
                      <a:pt x="218430" y="92070"/>
                    </a:moveTo>
                    <a:lnTo>
                      <a:pt x="136080" y="177390"/>
                    </a:lnTo>
                    <a:lnTo>
                      <a:pt x="59490" y="267300"/>
                    </a:lnTo>
                    <a:lnTo>
                      <a:pt x="45450" y="252360"/>
                    </a:lnTo>
                    <a:lnTo>
                      <a:pt x="20520" y="222120"/>
                    </a:lnTo>
                    <a:lnTo>
                      <a:pt x="50850" y="176130"/>
                    </a:lnTo>
                    <a:lnTo>
                      <a:pt x="107730" y="69030"/>
                    </a:lnTo>
                    <a:lnTo>
                      <a:pt x="127170" y="0"/>
                    </a:lnTo>
                    <a:lnTo>
                      <a:pt x="218430" y="92070"/>
                    </a:lnTo>
                    <a:close/>
                    <a:moveTo>
                      <a:pt x="20520" y="222120"/>
                    </a:moveTo>
                    <a:lnTo>
                      <a:pt x="45450" y="252360"/>
                    </a:lnTo>
                    <a:lnTo>
                      <a:pt x="0" y="252270"/>
                    </a:lnTo>
                    <a:lnTo>
                      <a:pt x="12510" y="234180"/>
                    </a:lnTo>
                    <a:lnTo>
                      <a:pt x="20520" y="22212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72" name="Контур"/>
              <p:cNvSpPr/>
              <p:nvPr/>
            </p:nvSpPr>
            <p:spPr>
              <a:xfrm>
                <a:off x="1255293" y="5253853"/>
                <a:ext cx="162304" cy="162305"/>
              </a:xfrm>
              <a:custGeom>
                <a:avLst/>
                <a:gdLst/>
                <a:ahLst/>
                <a:cxnLst/>
                <a:rect l="l" t="t" r="r" b="b"/>
                <a:pathLst>
                  <a:path w="162304" h="162305" fill="none">
                    <a:moveTo>
                      <a:pt x="0" y="162305"/>
                    </a:moveTo>
                    <a:lnTo>
                      <a:pt x="162304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73" name="Контур"/>
              <p:cNvSpPr/>
              <p:nvPr/>
            </p:nvSpPr>
            <p:spPr>
              <a:xfrm>
                <a:off x="1216157" y="5227004"/>
                <a:ext cx="205200" cy="251010"/>
              </a:xfrm>
              <a:custGeom>
                <a:avLst/>
                <a:gdLst/>
                <a:ahLst/>
                <a:cxnLst/>
                <a:rect l="l" t="t" r="r" b="b"/>
                <a:pathLst>
                  <a:path w="205200" h="251010" fill="none">
                    <a:moveTo>
                      <a:pt x="205200" y="29250"/>
                    </a:moveTo>
                    <a:lnTo>
                      <a:pt x="131670" y="105300"/>
                    </a:lnTo>
                    <a:lnTo>
                      <a:pt x="102330" y="134730"/>
                    </a:lnTo>
                    <a:lnTo>
                      <a:pt x="100530" y="251010"/>
                    </a:lnTo>
                    <a:lnTo>
                      <a:pt x="91260" y="241740"/>
                    </a:lnTo>
                    <a:lnTo>
                      <a:pt x="0" y="149670"/>
                    </a:lnTo>
                    <a:lnTo>
                      <a:pt x="8100" y="120960"/>
                    </a:lnTo>
                    <a:lnTo>
                      <a:pt x="61020" y="141120"/>
                    </a:lnTo>
                    <a:lnTo>
                      <a:pt x="159390" y="0"/>
                    </a:lnTo>
                    <a:lnTo>
                      <a:pt x="205200" y="2925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74" name="Контур"/>
              <p:cNvSpPr/>
              <p:nvPr/>
            </p:nvSpPr>
            <p:spPr>
              <a:xfrm>
                <a:off x="3125695" y="9206494"/>
                <a:ext cx="683835" cy="821648"/>
              </a:xfrm>
              <a:custGeom>
                <a:avLst/>
                <a:gdLst/>
                <a:ahLst/>
                <a:cxnLst/>
                <a:rect l="l" t="t" r="r" b="b"/>
                <a:pathLst>
                  <a:path w="683835" h="821648" fill="none">
                    <a:moveTo>
                      <a:pt x="0" y="216492"/>
                    </a:moveTo>
                    <a:lnTo>
                      <a:pt x="186650" y="29842"/>
                    </a:lnTo>
                    <a:moveTo>
                      <a:pt x="51417" y="323920"/>
                    </a:moveTo>
                    <a:lnTo>
                      <a:pt x="375336" y="0"/>
                    </a:lnTo>
                    <a:moveTo>
                      <a:pt x="102833" y="431347"/>
                    </a:moveTo>
                    <a:lnTo>
                      <a:pt x="426753" y="107428"/>
                    </a:lnTo>
                    <a:moveTo>
                      <a:pt x="154250" y="538775"/>
                    </a:moveTo>
                    <a:lnTo>
                      <a:pt x="478169" y="214855"/>
                    </a:lnTo>
                    <a:moveTo>
                      <a:pt x="205666" y="646202"/>
                    </a:moveTo>
                    <a:lnTo>
                      <a:pt x="529586" y="322283"/>
                    </a:lnTo>
                    <a:moveTo>
                      <a:pt x="257083" y="753630"/>
                    </a:moveTo>
                    <a:lnTo>
                      <a:pt x="581002" y="429711"/>
                    </a:lnTo>
                    <a:moveTo>
                      <a:pt x="347909" y="821648"/>
                    </a:moveTo>
                    <a:lnTo>
                      <a:pt x="632419" y="537138"/>
                    </a:lnTo>
                    <a:moveTo>
                      <a:pt x="652512" y="675889"/>
                    </a:moveTo>
                    <a:lnTo>
                      <a:pt x="683835" y="64456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75" name="Контур"/>
              <p:cNvSpPr/>
              <p:nvPr/>
            </p:nvSpPr>
            <p:spPr>
              <a:xfrm>
                <a:off x="3087791" y="9157310"/>
                <a:ext cx="728100" cy="893520"/>
              </a:xfrm>
              <a:custGeom>
                <a:avLst/>
                <a:gdLst/>
                <a:ahLst/>
                <a:cxnLst/>
                <a:rect l="l" t="t" r="r" b="b"/>
                <a:pathLst>
                  <a:path w="728100" h="893520" fill="none">
                    <a:moveTo>
                      <a:pt x="389700" y="0"/>
                    </a:moveTo>
                    <a:lnTo>
                      <a:pt x="728100" y="707040"/>
                    </a:lnTo>
                    <a:lnTo>
                      <a:pt x="338400" y="893520"/>
                    </a:lnTo>
                    <a:lnTo>
                      <a:pt x="0" y="186480"/>
                    </a:lnTo>
                    <a:lnTo>
                      <a:pt x="38970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76" name="Контур"/>
              <p:cNvSpPr/>
              <p:nvPr/>
            </p:nvSpPr>
            <p:spPr>
              <a:xfrm>
                <a:off x="2553190" y="8563756"/>
                <a:ext cx="671845" cy="576063"/>
              </a:xfrm>
              <a:custGeom>
                <a:avLst/>
                <a:gdLst/>
                <a:ahLst/>
                <a:cxnLst/>
                <a:rect l="l" t="t" r="r" b="b"/>
                <a:pathLst>
                  <a:path w="671845" h="576063" fill="none">
                    <a:moveTo>
                      <a:pt x="0" y="319827"/>
                    </a:moveTo>
                    <a:lnTo>
                      <a:pt x="49754" y="270073"/>
                    </a:lnTo>
                    <a:moveTo>
                      <a:pt x="57654" y="421017"/>
                    </a:moveTo>
                    <a:lnTo>
                      <a:pt x="478671" y="0"/>
                    </a:lnTo>
                    <a:moveTo>
                      <a:pt x="115286" y="522229"/>
                    </a:moveTo>
                    <a:lnTo>
                      <a:pt x="551896" y="85619"/>
                    </a:lnTo>
                    <a:moveTo>
                      <a:pt x="220296" y="576063"/>
                    </a:moveTo>
                    <a:lnTo>
                      <a:pt x="611870" y="184489"/>
                    </a:lnTo>
                    <a:moveTo>
                      <a:pt x="636886" y="318317"/>
                    </a:moveTo>
                    <a:lnTo>
                      <a:pt x="671845" y="28335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77" name="Контур"/>
              <p:cNvSpPr/>
              <p:nvPr/>
            </p:nvSpPr>
            <p:spPr>
              <a:xfrm>
                <a:off x="2545451" y="8554040"/>
                <a:ext cx="685350" cy="619200"/>
              </a:xfrm>
              <a:custGeom>
                <a:avLst/>
                <a:gdLst/>
                <a:ahLst/>
                <a:cxnLst/>
                <a:rect l="l" t="t" r="r" b="b"/>
                <a:pathLst>
                  <a:path w="685350" h="619200" fill="none">
                    <a:moveTo>
                      <a:pt x="501840" y="0"/>
                    </a:moveTo>
                    <a:lnTo>
                      <a:pt x="523260" y="35370"/>
                    </a:lnTo>
                    <a:lnTo>
                      <a:pt x="685350" y="302580"/>
                    </a:lnTo>
                    <a:lnTo>
                      <a:pt x="353430" y="510030"/>
                    </a:lnTo>
                    <a:lnTo>
                      <a:pt x="172710" y="619200"/>
                    </a:lnTo>
                    <a:lnTo>
                      <a:pt x="19890" y="350820"/>
                    </a:lnTo>
                    <a:lnTo>
                      <a:pt x="0" y="315990"/>
                    </a:lnTo>
                    <a:lnTo>
                      <a:pt x="50184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78" name="Контур"/>
              <p:cNvSpPr/>
              <p:nvPr/>
            </p:nvSpPr>
            <p:spPr>
              <a:xfrm>
                <a:off x="1981777" y="5077839"/>
                <a:ext cx="2061601" cy="1676807"/>
              </a:xfrm>
              <a:custGeom>
                <a:avLst/>
                <a:gdLst/>
                <a:ahLst/>
                <a:cxnLst/>
                <a:rect l="l" t="t" r="r" b="b"/>
                <a:pathLst>
                  <a:path w="2061601" h="1676807" fill="none">
                    <a:moveTo>
                      <a:pt x="0" y="1676807"/>
                    </a:moveTo>
                    <a:lnTo>
                      <a:pt x="1106339" y="570469"/>
                    </a:lnTo>
                    <a:moveTo>
                      <a:pt x="286900" y="1548752"/>
                    </a:moveTo>
                    <a:lnTo>
                      <a:pt x="1674529" y="161123"/>
                    </a:lnTo>
                    <a:moveTo>
                      <a:pt x="855112" y="1139384"/>
                    </a:moveTo>
                    <a:lnTo>
                      <a:pt x="1087942" y="906554"/>
                    </a:lnTo>
                    <a:moveTo>
                      <a:pt x="1186827" y="807669"/>
                    </a:moveTo>
                    <a:lnTo>
                      <a:pt x="1994496" y="0"/>
                    </a:lnTo>
                    <a:moveTo>
                      <a:pt x="1771191" y="382149"/>
                    </a:moveTo>
                    <a:lnTo>
                      <a:pt x="2061601" y="91739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79" name="Контур"/>
              <p:cNvSpPr/>
              <p:nvPr/>
            </p:nvSpPr>
            <p:spPr>
              <a:xfrm>
                <a:off x="1932011" y="5034140"/>
                <a:ext cx="2137320" cy="1742670"/>
              </a:xfrm>
              <a:custGeom>
                <a:avLst/>
                <a:gdLst/>
                <a:ahLst/>
                <a:cxnLst/>
                <a:rect l="l" t="t" r="r" b="b"/>
                <a:pathLst>
                  <a:path w="2137320" h="1742670" fill="none">
                    <a:moveTo>
                      <a:pt x="72810" y="1742670"/>
                    </a:moveTo>
                    <a:lnTo>
                      <a:pt x="0" y="1672650"/>
                    </a:lnTo>
                    <a:lnTo>
                      <a:pt x="198540" y="1485990"/>
                    </a:lnTo>
                    <a:lnTo>
                      <a:pt x="886950" y="813150"/>
                    </a:lnTo>
                    <a:lnTo>
                      <a:pt x="892440" y="788040"/>
                    </a:lnTo>
                    <a:lnTo>
                      <a:pt x="942300" y="740160"/>
                    </a:lnTo>
                    <a:lnTo>
                      <a:pt x="1174140" y="603540"/>
                    </a:lnTo>
                    <a:lnTo>
                      <a:pt x="2006910" y="0"/>
                    </a:lnTo>
                    <a:lnTo>
                      <a:pt x="2062530" y="65070"/>
                    </a:lnTo>
                    <a:lnTo>
                      <a:pt x="2127240" y="158310"/>
                    </a:lnTo>
                    <a:lnTo>
                      <a:pt x="2137320" y="195480"/>
                    </a:lnTo>
                    <a:lnTo>
                      <a:pt x="1122840" y="934200"/>
                    </a:lnTo>
                    <a:lnTo>
                      <a:pt x="1163520" y="978120"/>
                    </a:lnTo>
                    <a:lnTo>
                      <a:pt x="457110" y="1537920"/>
                    </a:lnTo>
                    <a:lnTo>
                      <a:pt x="334260" y="1593540"/>
                    </a:lnTo>
                    <a:lnTo>
                      <a:pt x="184680" y="1686690"/>
                    </a:lnTo>
                    <a:lnTo>
                      <a:pt x="72810" y="174267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80" name="Контур"/>
              <p:cNvSpPr/>
              <p:nvPr/>
            </p:nvSpPr>
            <p:spPr>
              <a:xfrm>
                <a:off x="1981777" y="5077839"/>
                <a:ext cx="2061601" cy="1676807"/>
              </a:xfrm>
              <a:custGeom>
                <a:avLst/>
                <a:gdLst/>
                <a:ahLst/>
                <a:cxnLst/>
                <a:rect l="l" t="t" r="r" b="b"/>
                <a:pathLst>
                  <a:path w="2061601" h="1676807" fill="none">
                    <a:moveTo>
                      <a:pt x="0" y="1676807"/>
                    </a:moveTo>
                    <a:lnTo>
                      <a:pt x="1106339" y="570469"/>
                    </a:lnTo>
                    <a:moveTo>
                      <a:pt x="286900" y="1548752"/>
                    </a:moveTo>
                    <a:lnTo>
                      <a:pt x="1674529" y="161123"/>
                    </a:lnTo>
                    <a:moveTo>
                      <a:pt x="855112" y="1139384"/>
                    </a:moveTo>
                    <a:lnTo>
                      <a:pt x="1087942" y="906554"/>
                    </a:lnTo>
                    <a:moveTo>
                      <a:pt x="1186827" y="807669"/>
                    </a:moveTo>
                    <a:lnTo>
                      <a:pt x="1994496" y="0"/>
                    </a:lnTo>
                    <a:moveTo>
                      <a:pt x="1771191" y="382149"/>
                    </a:moveTo>
                    <a:lnTo>
                      <a:pt x="2061601" y="91739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81" name="Контур"/>
              <p:cNvSpPr/>
              <p:nvPr/>
            </p:nvSpPr>
            <p:spPr>
              <a:xfrm>
                <a:off x="1932011" y="5034140"/>
                <a:ext cx="2137320" cy="1742670"/>
              </a:xfrm>
              <a:custGeom>
                <a:avLst/>
                <a:gdLst/>
                <a:ahLst/>
                <a:cxnLst/>
                <a:rect l="l" t="t" r="r" b="b"/>
                <a:pathLst>
                  <a:path w="2137320" h="1742670" fill="none">
                    <a:moveTo>
                      <a:pt x="72810" y="1742670"/>
                    </a:moveTo>
                    <a:lnTo>
                      <a:pt x="0" y="1672650"/>
                    </a:lnTo>
                    <a:lnTo>
                      <a:pt x="198540" y="1485990"/>
                    </a:lnTo>
                    <a:lnTo>
                      <a:pt x="886950" y="813150"/>
                    </a:lnTo>
                    <a:lnTo>
                      <a:pt x="892440" y="788040"/>
                    </a:lnTo>
                    <a:lnTo>
                      <a:pt x="942300" y="740160"/>
                    </a:lnTo>
                    <a:lnTo>
                      <a:pt x="1174140" y="603540"/>
                    </a:lnTo>
                    <a:lnTo>
                      <a:pt x="2006910" y="0"/>
                    </a:lnTo>
                    <a:lnTo>
                      <a:pt x="2062530" y="65070"/>
                    </a:lnTo>
                    <a:lnTo>
                      <a:pt x="2127240" y="158310"/>
                    </a:lnTo>
                    <a:lnTo>
                      <a:pt x="2137320" y="195480"/>
                    </a:lnTo>
                    <a:lnTo>
                      <a:pt x="1122840" y="934200"/>
                    </a:lnTo>
                    <a:lnTo>
                      <a:pt x="1163520" y="978120"/>
                    </a:lnTo>
                    <a:lnTo>
                      <a:pt x="457110" y="1537920"/>
                    </a:lnTo>
                    <a:lnTo>
                      <a:pt x="334260" y="1593540"/>
                    </a:lnTo>
                    <a:lnTo>
                      <a:pt x="184680" y="1686690"/>
                    </a:lnTo>
                    <a:lnTo>
                      <a:pt x="72810" y="174267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82" name="Контур"/>
              <p:cNvSpPr/>
              <p:nvPr/>
            </p:nvSpPr>
            <p:spPr>
              <a:xfrm>
                <a:off x="1981777" y="5077839"/>
                <a:ext cx="2061601" cy="1676807"/>
              </a:xfrm>
              <a:custGeom>
                <a:avLst/>
                <a:gdLst/>
                <a:ahLst/>
                <a:cxnLst/>
                <a:rect l="l" t="t" r="r" b="b"/>
                <a:pathLst>
                  <a:path w="2061601" h="1676807" fill="none">
                    <a:moveTo>
                      <a:pt x="0" y="1676807"/>
                    </a:moveTo>
                    <a:lnTo>
                      <a:pt x="1106339" y="570469"/>
                    </a:lnTo>
                    <a:moveTo>
                      <a:pt x="286900" y="1548752"/>
                    </a:moveTo>
                    <a:lnTo>
                      <a:pt x="1674529" y="161123"/>
                    </a:lnTo>
                    <a:moveTo>
                      <a:pt x="855112" y="1139384"/>
                    </a:moveTo>
                    <a:lnTo>
                      <a:pt x="1087942" y="906554"/>
                    </a:lnTo>
                    <a:moveTo>
                      <a:pt x="1186827" y="807669"/>
                    </a:moveTo>
                    <a:lnTo>
                      <a:pt x="1994496" y="0"/>
                    </a:lnTo>
                    <a:moveTo>
                      <a:pt x="1771191" y="382149"/>
                    </a:moveTo>
                    <a:lnTo>
                      <a:pt x="2061601" y="91739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83" name="Контур"/>
              <p:cNvSpPr/>
              <p:nvPr/>
            </p:nvSpPr>
            <p:spPr>
              <a:xfrm>
                <a:off x="1932011" y="5034140"/>
                <a:ext cx="2137320" cy="1742670"/>
              </a:xfrm>
              <a:custGeom>
                <a:avLst/>
                <a:gdLst/>
                <a:ahLst/>
                <a:cxnLst/>
                <a:rect l="l" t="t" r="r" b="b"/>
                <a:pathLst>
                  <a:path w="2137320" h="1742670" fill="none">
                    <a:moveTo>
                      <a:pt x="72810" y="1742670"/>
                    </a:moveTo>
                    <a:lnTo>
                      <a:pt x="0" y="1672650"/>
                    </a:lnTo>
                    <a:lnTo>
                      <a:pt x="198540" y="1485990"/>
                    </a:lnTo>
                    <a:lnTo>
                      <a:pt x="886950" y="813150"/>
                    </a:lnTo>
                    <a:lnTo>
                      <a:pt x="892440" y="788040"/>
                    </a:lnTo>
                    <a:lnTo>
                      <a:pt x="942300" y="740160"/>
                    </a:lnTo>
                    <a:lnTo>
                      <a:pt x="1174140" y="603540"/>
                    </a:lnTo>
                    <a:lnTo>
                      <a:pt x="2006910" y="0"/>
                    </a:lnTo>
                    <a:lnTo>
                      <a:pt x="2062530" y="65070"/>
                    </a:lnTo>
                    <a:lnTo>
                      <a:pt x="2127240" y="158310"/>
                    </a:lnTo>
                    <a:lnTo>
                      <a:pt x="2137320" y="195480"/>
                    </a:lnTo>
                    <a:lnTo>
                      <a:pt x="1122840" y="934200"/>
                    </a:lnTo>
                    <a:lnTo>
                      <a:pt x="1163520" y="978120"/>
                    </a:lnTo>
                    <a:lnTo>
                      <a:pt x="457110" y="1537920"/>
                    </a:lnTo>
                    <a:lnTo>
                      <a:pt x="334260" y="1593540"/>
                    </a:lnTo>
                    <a:lnTo>
                      <a:pt x="184680" y="1686690"/>
                    </a:lnTo>
                    <a:lnTo>
                      <a:pt x="72810" y="174267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84" name="Контур"/>
              <p:cNvSpPr/>
              <p:nvPr/>
            </p:nvSpPr>
            <p:spPr>
              <a:xfrm>
                <a:off x="1952164" y="7070586"/>
                <a:ext cx="1106462" cy="1136385"/>
              </a:xfrm>
              <a:custGeom>
                <a:avLst/>
                <a:gdLst/>
                <a:ahLst/>
                <a:cxnLst/>
                <a:rect l="l" t="t" r="r" b="b"/>
                <a:pathLst>
                  <a:path w="1106462" h="1136385" fill="none">
                    <a:moveTo>
                      <a:pt x="0" y="507894"/>
                    </a:moveTo>
                    <a:lnTo>
                      <a:pt x="113255" y="394639"/>
                    </a:lnTo>
                    <a:moveTo>
                      <a:pt x="54314" y="612424"/>
                    </a:moveTo>
                    <a:lnTo>
                      <a:pt x="561971" y="104767"/>
                    </a:lnTo>
                    <a:moveTo>
                      <a:pt x="108627" y="716955"/>
                    </a:moveTo>
                    <a:lnTo>
                      <a:pt x="825582" y="0"/>
                    </a:lnTo>
                    <a:moveTo>
                      <a:pt x="162844" y="821583"/>
                    </a:moveTo>
                    <a:lnTo>
                      <a:pt x="967874" y="16553"/>
                    </a:lnTo>
                    <a:moveTo>
                      <a:pt x="216754" y="926517"/>
                    </a:moveTo>
                    <a:lnTo>
                      <a:pt x="1047375" y="95896"/>
                    </a:lnTo>
                    <a:moveTo>
                      <a:pt x="270663" y="1031451"/>
                    </a:moveTo>
                    <a:lnTo>
                      <a:pt x="1106462" y="195653"/>
                    </a:lnTo>
                    <a:moveTo>
                      <a:pt x="324573" y="1136385"/>
                    </a:moveTo>
                    <a:lnTo>
                      <a:pt x="1027380" y="433578"/>
                    </a:lnTo>
                    <a:moveTo>
                      <a:pt x="527158" y="1092644"/>
                    </a:moveTo>
                    <a:lnTo>
                      <a:pt x="1086509" y="53329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85" name="Контур"/>
              <p:cNvSpPr/>
              <p:nvPr/>
            </p:nvSpPr>
            <p:spPr>
              <a:xfrm>
                <a:off x="1939751" y="7015850"/>
                <a:ext cx="1146330" cy="1253610"/>
              </a:xfrm>
              <a:custGeom>
                <a:avLst/>
                <a:gdLst/>
                <a:ahLst/>
                <a:cxnLst/>
                <a:rect l="l" t="t" r="r" b="b"/>
                <a:pathLst>
                  <a:path w="1146330" h="1253610" fill="none">
                    <a:moveTo>
                      <a:pt x="809550" y="8460"/>
                    </a:moveTo>
                    <a:lnTo>
                      <a:pt x="839700" y="57510"/>
                    </a:lnTo>
                    <a:lnTo>
                      <a:pt x="929970" y="0"/>
                    </a:lnTo>
                    <a:lnTo>
                      <a:pt x="1018890" y="125910"/>
                    </a:lnTo>
                    <a:lnTo>
                      <a:pt x="1041840" y="120330"/>
                    </a:lnTo>
                    <a:lnTo>
                      <a:pt x="1125000" y="260730"/>
                    </a:lnTo>
                    <a:lnTo>
                      <a:pt x="1128870" y="273960"/>
                    </a:lnTo>
                    <a:lnTo>
                      <a:pt x="1122210" y="286110"/>
                    </a:lnTo>
                    <a:lnTo>
                      <a:pt x="1065780" y="319590"/>
                    </a:lnTo>
                    <a:lnTo>
                      <a:pt x="1030950" y="473400"/>
                    </a:lnTo>
                    <a:lnTo>
                      <a:pt x="1146330" y="667980"/>
                    </a:lnTo>
                    <a:lnTo>
                      <a:pt x="1039050" y="735030"/>
                    </a:lnTo>
                    <a:lnTo>
                      <a:pt x="1045620" y="745560"/>
                    </a:lnTo>
                    <a:lnTo>
                      <a:pt x="1021680" y="760590"/>
                    </a:lnTo>
                    <a:lnTo>
                      <a:pt x="1015110" y="750060"/>
                    </a:lnTo>
                    <a:lnTo>
                      <a:pt x="912510" y="814860"/>
                    </a:lnTo>
                    <a:lnTo>
                      <a:pt x="946350" y="876600"/>
                    </a:lnTo>
                    <a:lnTo>
                      <a:pt x="772560" y="983700"/>
                    </a:lnTo>
                    <a:lnTo>
                      <a:pt x="715590" y="1037700"/>
                    </a:lnTo>
                    <a:lnTo>
                      <a:pt x="369090" y="1253610"/>
                    </a:lnTo>
                    <a:lnTo>
                      <a:pt x="0" y="538740"/>
                    </a:lnTo>
                    <a:lnTo>
                      <a:pt x="21060" y="526050"/>
                    </a:lnTo>
                    <a:lnTo>
                      <a:pt x="17730" y="519300"/>
                    </a:lnTo>
                    <a:lnTo>
                      <a:pt x="809550" y="846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86" name="Контур"/>
              <p:cNvSpPr/>
              <p:nvPr/>
            </p:nvSpPr>
            <p:spPr>
              <a:xfrm>
                <a:off x="1333964" y="4223421"/>
                <a:ext cx="2073466" cy="2048549"/>
              </a:xfrm>
              <a:custGeom>
                <a:avLst/>
                <a:gdLst/>
                <a:ahLst/>
                <a:cxnLst/>
                <a:rect l="l" t="t" r="r" b="b"/>
                <a:pathLst>
                  <a:path w="2073466" h="2048549" fill="none">
                    <a:moveTo>
                      <a:pt x="0" y="1272910"/>
                    </a:moveTo>
                    <a:lnTo>
                      <a:pt x="1272910" y="0"/>
                    </a:lnTo>
                    <a:moveTo>
                      <a:pt x="77103" y="1354651"/>
                    </a:moveTo>
                    <a:lnTo>
                      <a:pt x="1379543" y="52211"/>
                    </a:lnTo>
                    <a:moveTo>
                      <a:pt x="154206" y="1436392"/>
                    </a:moveTo>
                    <a:lnTo>
                      <a:pt x="1001426" y="589173"/>
                    </a:lnTo>
                    <a:moveTo>
                      <a:pt x="231309" y="1518133"/>
                    </a:moveTo>
                    <a:lnTo>
                      <a:pt x="1078528" y="670914"/>
                    </a:lnTo>
                    <a:moveTo>
                      <a:pt x="308412" y="1599874"/>
                    </a:moveTo>
                    <a:lnTo>
                      <a:pt x="1155631" y="752655"/>
                    </a:lnTo>
                    <a:moveTo>
                      <a:pt x="385515" y="1681615"/>
                    </a:moveTo>
                    <a:lnTo>
                      <a:pt x="1232734" y="834396"/>
                    </a:lnTo>
                    <a:moveTo>
                      <a:pt x="462618" y="1763357"/>
                    </a:moveTo>
                    <a:lnTo>
                      <a:pt x="1309837" y="916138"/>
                    </a:lnTo>
                    <a:moveTo>
                      <a:pt x="539721" y="1845098"/>
                    </a:moveTo>
                    <a:lnTo>
                      <a:pt x="1386940" y="997879"/>
                    </a:lnTo>
                    <a:moveTo>
                      <a:pt x="616824" y="1926839"/>
                    </a:moveTo>
                    <a:lnTo>
                      <a:pt x="1464042" y="1079620"/>
                    </a:lnTo>
                    <a:moveTo>
                      <a:pt x="693926" y="2008580"/>
                    </a:moveTo>
                    <a:lnTo>
                      <a:pt x="1996351" y="706155"/>
                    </a:lnTo>
                    <a:moveTo>
                      <a:pt x="812802" y="2048549"/>
                    </a:moveTo>
                    <a:lnTo>
                      <a:pt x="2073466" y="78788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87" name="Контур"/>
              <p:cNvSpPr/>
              <p:nvPr/>
            </p:nvSpPr>
            <p:spPr>
              <a:xfrm>
                <a:off x="1316687" y="4223054"/>
                <a:ext cx="2104470" cy="2049840"/>
              </a:xfrm>
              <a:custGeom>
                <a:avLst/>
                <a:gdLst/>
                <a:ahLst/>
                <a:cxnLst/>
                <a:rect l="l" t="t" r="r" b="b"/>
                <a:pathLst>
                  <a:path w="2104470" h="2049840" fill="none">
                    <a:moveTo>
                      <a:pt x="990990" y="560160"/>
                    </a:moveTo>
                    <a:lnTo>
                      <a:pt x="1522080" y="1123200"/>
                    </a:lnTo>
                    <a:lnTo>
                      <a:pt x="1990170" y="681660"/>
                    </a:lnTo>
                    <a:lnTo>
                      <a:pt x="2104470" y="802800"/>
                    </a:lnTo>
                    <a:lnTo>
                      <a:pt x="2102220" y="879120"/>
                    </a:lnTo>
                    <a:lnTo>
                      <a:pt x="861030" y="2049840"/>
                    </a:lnTo>
                    <a:lnTo>
                      <a:pt x="746550" y="2046420"/>
                    </a:lnTo>
                    <a:lnTo>
                      <a:pt x="0" y="1254960"/>
                    </a:lnTo>
                    <a:lnTo>
                      <a:pt x="1800" y="1138680"/>
                    </a:lnTo>
                    <a:lnTo>
                      <a:pt x="104670" y="1033200"/>
                    </a:lnTo>
                    <a:lnTo>
                      <a:pt x="965160" y="242820"/>
                    </a:lnTo>
                    <a:lnTo>
                      <a:pt x="1053450" y="180450"/>
                    </a:lnTo>
                    <a:lnTo>
                      <a:pt x="1132650" y="108090"/>
                    </a:lnTo>
                    <a:lnTo>
                      <a:pt x="1230210" y="0"/>
                    </a:lnTo>
                    <a:lnTo>
                      <a:pt x="1347930" y="720"/>
                    </a:lnTo>
                    <a:lnTo>
                      <a:pt x="1459080" y="118620"/>
                    </a:lnTo>
                    <a:lnTo>
                      <a:pt x="990990" y="56016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88" name="Контур"/>
              <p:cNvSpPr/>
              <p:nvPr/>
            </p:nvSpPr>
            <p:spPr>
              <a:xfrm>
                <a:off x="1333964" y="4223421"/>
                <a:ext cx="2073466" cy="2048549"/>
              </a:xfrm>
              <a:custGeom>
                <a:avLst/>
                <a:gdLst/>
                <a:ahLst/>
                <a:cxnLst/>
                <a:rect l="l" t="t" r="r" b="b"/>
                <a:pathLst>
                  <a:path w="2073466" h="2048549" fill="none">
                    <a:moveTo>
                      <a:pt x="0" y="1272910"/>
                    </a:moveTo>
                    <a:lnTo>
                      <a:pt x="1272910" y="0"/>
                    </a:lnTo>
                    <a:moveTo>
                      <a:pt x="77103" y="1354651"/>
                    </a:moveTo>
                    <a:lnTo>
                      <a:pt x="1379543" y="52211"/>
                    </a:lnTo>
                    <a:moveTo>
                      <a:pt x="154206" y="1436392"/>
                    </a:moveTo>
                    <a:lnTo>
                      <a:pt x="1001426" y="589173"/>
                    </a:lnTo>
                    <a:moveTo>
                      <a:pt x="231309" y="1518133"/>
                    </a:moveTo>
                    <a:lnTo>
                      <a:pt x="1078528" y="670914"/>
                    </a:lnTo>
                    <a:moveTo>
                      <a:pt x="308412" y="1599874"/>
                    </a:moveTo>
                    <a:lnTo>
                      <a:pt x="1155631" y="752655"/>
                    </a:lnTo>
                    <a:moveTo>
                      <a:pt x="385515" y="1681615"/>
                    </a:moveTo>
                    <a:lnTo>
                      <a:pt x="1232734" y="834396"/>
                    </a:lnTo>
                    <a:moveTo>
                      <a:pt x="462618" y="1763357"/>
                    </a:moveTo>
                    <a:lnTo>
                      <a:pt x="1309837" y="916138"/>
                    </a:lnTo>
                    <a:moveTo>
                      <a:pt x="539721" y="1845098"/>
                    </a:moveTo>
                    <a:lnTo>
                      <a:pt x="1386940" y="997879"/>
                    </a:lnTo>
                    <a:moveTo>
                      <a:pt x="616824" y="1926839"/>
                    </a:moveTo>
                    <a:lnTo>
                      <a:pt x="1464042" y="1079620"/>
                    </a:lnTo>
                    <a:moveTo>
                      <a:pt x="693926" y="2008580"/>
                    </a:moveTo>
                    <a:lnTo>
                      <a:pt x="1996351" y="706155"/>
                    </a:lnTo>
                    <a:moveTo>
                      <a:pt x="812802" y="2048549"/>
                    </a:moveTo>
                    <a:lnTo>
                      <a:pt x="2073466" y="78788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89" name="Контур"/>
              <p:cNvSpPr/>
              <p:nvPr/>
            </p:nvSpPr>
            <p:spPr>
              <a:xfrm>
                <a:off x="1316687" y="4223054"/>
                <a:ext cx="2104470" cy="2049840"/>
              </a:xfrm>
              <a:custGeom>
                <a:avLst/>
                <a:gdLst/>
                <a:ahLst/>
                <a:cxnLst/>
                <a:rect l="l" t="t" r="r" b="b"/>
                <a:pathLst>
                  <a:path w="2104470" h="2049840" fill="none">
                    <a:moveTo>
                      <a:pt x="990990" y="560160"/>
                    </a:moveTo>
                    <a:lnTo>
                      <a:pt x="1522080" y="1123200"/>
                    </a:lnTo>
                    <a:lnTo>
                      <a:pt x="1990170" y="681660"/>
                    </a:lnTo>
                    <a:lnTo>
                      <a:pt x="2104470" y="802800"/>
                    </a:lnTo>
                    <a:lnTo>
                      <a:pt x="2102220" y="879120"/>
                    </a:lnTo>
                    <a:lnTo>
                      <a:pt x="861030" y="2049840"/>
                    </a:lnTo>
                    <a:lnTo>
                      <a:pt x="746550" y="2046420"/>
                    </a:lnTo>
                    <a:lnTo>
                      <a:pt x="0" y="1254960"/>
                    </a:lnTo>
                    <a:lnTo>
                      <a:pt x="1800" y="1138680"/>
                    </a:lnTo>
                    <a:lnTo>
                      <a:pt x="104670" y="1033200"/>
                    </a:lnTo>
                    <a:lnTo>
                      <a:pt x="965160" y="242820"/>
                    </a:lnTo>
                    <a:lnTo>
                      <a:pt x="1053450" y="180450"/>
                    </a:lnTo>
                    <a:lnTo>
                      <a:pt x="1132650" y="108090"/>
                    </a:lnTo>
                    <a:lnTo>
                      <a:pt x="1230210" y="0"/>
                    </a:lnTo>
                    <a:lnTo>
                      <a:pt x="1347930" y="720"/>
                    </a:lnTo>
                    <a:lnTo>
                      <a:pt x="1459080" y="118620"/>
                    </a:lnTo>
                    <a:lnTo>
                      <a:pt x="990990" y="56016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90" name="Контур"/>
              <p:cNvSpPr/>
              <p:nvPr/>
            </p:nvSpPr>
            <p:spPr>
              <a:xfrm>
                <a:off x="2398162" y="2628238"/>
                <a:ext cx="2392438" cy="2907993"/>
              </a:xfrm>
              <a:custGeom>
                <a:avLst/>
                <a:gdLst/>
                <a:ahLst/>
                <a:cxnLst/>
                <a:rect l="l" t="t" r="r" b="b"/>
                <a:pathLst>
                  <a:path w="2392438" h="2907993" fill="none">
                    <a:moveTo>
                      <a:pt x="871035" y="138640"/>
                    </a:moveTo>
                    <a:lnTo>
                      <a:pt x="1009675" y="0"/>
                    </a:lnTo>
                    <a:moveTo>
                      <a:pt x="721826" y="446693"/>
                    </a:moveTo>
                    <a:lnTo>
                      <a:pt x="1086387" y="82131"/>
                    </a:lnTo>
                    <a:moveTo>
                      <a:pt x="656064" y="671299"/>
                    </a:moveTo>
                    <a:lnTo>
                      <a:pt x="1163100" y="164263"/>
                    </a:lnTo>
                    <a:moveTo>
                      <a:pt x="584829" y="901378"/>
                    </a:moveTo>
                    <a:lnTo>
                      <a:pt x="1239812" y="246395"/>
                    </a:lnTo>
                    <a:moveTo>
                      <a:pt x="495050" y="1150001"/>
                    </a:moveTo>
                    <a:lnTo>
                      <a:pt x="1316524" y="328526"/>
                    </a:lnTo>
                    <a:moveTo>
                      <a:pt x="293473" y="1510422"/>
                    </a:moveTo>
                    <a:lnTo>
                      <a:pt x="1393237" y="410658"/>
                    </a:lnTo>
                    <a:moveTo>
                      <a:pt x="0" y="1962739"/>
                    </a:moveTo>
                    <a:lnTo>
                      <a:pt x="1469949" y="492790"/>
                    </a:lnTo>
                    <a:moveTo>
                      <a:pt x="69522" y="2052061"/>
                    </a:moveTo>
                    <a:lnTo>
                      <a:pt x="1546662" y="574921"/>
                    </a:lnTo>
                    <a:moveTo>
                      <a:pt x="139070" y="2141357"/>
                    </a:moveTo>
                    <a:lnTo>
                      <a:pt x="1648534" y="631893"/>
                    </a:lnTo>
                    <a:moveTo>
                      <a:pt x="236947" y="2202324"/>
                    </a:moveTo>
                    <a:lnTo>
                      <a:pt x="1709301" y="729970"/>
                    </a:lnTo>
                    <a:moveTo>
                      <a:pt x="296884" y="2301231"/>
                    </a:moveTo>
                    <a:lnTo>
                      <a:pt x="1801887" y="796228"/>
                    </a:lnTo>
                    <a:moveTo>
                      <a:pt x="326372" y="2430587"/>
                    </a:moveTo>
                    <a:lnTo>
                      <a:pt x="1854781" y="902179"/>
                    </a:lnTo>
                    <a:moveTo>
                      <a:pt x="316821" y="2598982"/>
                    </a:moveTo>
                    <a:lnTo>
                      <a:pt x="1931589" y="984215"/>
                    </a:lnTo>
                    <a:moveTo>
                      <a:pt x="373073" y="2701575"/>
                    </a:moveTo>
                    <a:lnTo>
                      <a:pt x="2008397" y="1066250"/>
                    </a:lnTo>
                    <a:moveTo>
                      <a:pt x="429324" y="2804167"/>
                    </a:moveTo>
                    <a:lnTo>
                      <a:pt x="2085205" y="1148286"/>
                    </a:lnTo>
                    <a:moveTo>
                      <a:pt x="484343" y="2907993"/>
                    </a:moveTo>
                    <a:lnTo>
                      <a:pt x="2162013" y="1230322"/>
                    </a:lnTo>
                    <a:moveTo>
                      <a:pt x="687448" y="2863732"/>
                    </a:moveTo>
                    <a:lnTo>
                      <a:pt x="2238821" y="1312358"/>
                    </a:lnTo>
                    <a:moveTo>
                      <a:pt x="1290979" y="2419045"/>
                    </a:moveTo>
                    <a:lnTo>
                      <a:pt x="2315630" y="1394394"/>
                    </a:lnTo>
                    <a:moveTo>
                      <a:pt x="1894185" y="1974682"/>
                    </a:moveTo>
                    <a:lnTo>
                      <a:pt x="2392438" y="147643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91" name="Контур"/>
              <p:cNvSpPr/>
              <p:nvPr/>
            </p:nvSpPr>
            <p:spPr>
              <a:xfrm>
                <a:off x="2337641" y="2624570"/>
                <a:ext cx="2501010" cy="2972700"/>
              </a:xfrm>
              <a:custGeom>
                <a:avLst/>
                <a:gdLst/>
                <a:ahLst/>
                <a:cxnLst/>
                <a:rect l="l" t="t" r="r" b="b"/>
                <a:pathLst>
                  <a:path w="2501010" h="2972700" fill="none">
                    <a:moveTo>
                      <a:pt x="1066770" y="0"/>
                    </a:moveTo>
                    <a:lnTo>
                      <a:pt x="1680840" y="657450"/>
                    </a:lnTo>
                    <a:lnTo>
                      <a:pt x="1706490" y="632790"/>
                    </a:lnTo>
                    <a:lnTo>
                      <a:pt x="1784250" y="715050"/>
                    </a:lnTo>
                    <a:lnTo>
                      <a:pt x="1768590" y="732330"/>
                    </a:lnTo>
                    <a:lnTo>
                      <a:pt x="1842570" y="810900"/>
                    </a:lnTo>
                    <a:lnTo>
                      <a:pt x="1861110" y="797040"/>
                    </a:lnTo>
                    <a:lnTo>
                      <a:pt x="1891170" y="830430"/>
                    </a:lnTo>
                    <a:lnTo>
                      <a:pt x="1866600" y="853830"/>
                    </a:lnTo>
                    <a:lnTo>
                      <a:pt x="2501010" y="1531350"/>
                    </a:lnTo>
                    <a:lnTo>
                      <a:pt x="2260350" y="1755630"/>
                    </a:lnTo>
                    <a:lnTo>
                      <a:pt x="1741860" y="2133450"/>
                    </a:lnTo>
                    <a:lnTo>
                      <a:pt x="826290" y="2811870"/>
                    </a:lnTo>
                    <a:lnTo>
                      <a:pt x="612270" y="2963610"/>
                    </a:lnTo>
                    <a:lnTo>
                      <a:pt x="598410" y="2961450"/>
                    </a:lnTo>
                    <a:lnTo>
                      <a:pt x="572400" y="2972700"/>
                    </a:lnTo>
                    <a:lnTo>
                      <a:pt x="535680" y="2891430"/>
                    </a:lnTo>
                    <a:lnTo>
                      <a:pt x="355860" y="2563470"/>
                    </a:lnTo>
                    <a:lnTo>
                      <a:pt x="397620" y="2389590"/>
                    </a:lnTo>
                    <a:lnTo>
                      <a:pt x="329670" y="2246490"/>
                    </a:lnTo>
                    <a:lnTo>
                      <a:pt x="261900" y="2161260"/>
                    </a:lnTo>
                    <a:lnTo>
                      <a:pt x="227610" y="2180070"/>
                    </a:lnTo>
                    <a:lnTo>
                      <a:pt x="0" y="1888650"/>
                    </a:lnTo>
                    <a:lnTo>
                      <a:pt x="178380" y="1724580"/>
                    </a:lnTo>
                    <a:lnTo>
                      <a:pt x="268380" y="1624050"/>
                    </a:lnTo>
                    <a:lnTo>
                      <a:pt x="351630" y="1517580"/>
                    </a:lnTo>
                    <a:lnTo>
                      <a:pt x="427590" y="1405440"/>
                    </a:lnTo>
                    <a:lnTo>
                      <a:pt x="494640" y="1287900"/>
                    </a:lnTo>
                    <a:lnTo>
                      <a:pt x="572670" y="1116000"/>
                    </a:lnTo>
                    <a:lnTo>
                      <a:pt x="669600" y="834660"/>
                    </a:lnTo>
                    <a:lnTo>
                      <a:pt x="806400" y="368100"/>
                    </a:lnTo>
                    <a:lnTo>
                      <a:pt x="869400" y="244260"/>
                    </a:lnTo>
                    <a:lnTo>
                      <a:pt x="936450" y="134280"/>
                    </a:lnTo>
                    <a:lnTo>
                      <a:pt x="930780" y="127890"/>
                    </a:lnTo>
                    <a:lnTo>
                      <a:pt x="106677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92" name="Контур"/>
              <p:cNvSpPr/>
              <p:nvPr/>
            </p:nvSpPr>
            <p:spPr>
              <a:xfrm>
                <a:off x="3022905" y="8915968"/>
                <a:ext cx="2674781" cy="1272032"/>
              </a:xfrm>
              <a:custGeom>
                <a:avLst/>
                <a:gdLst/>
                <a:ahLst/>
                <a:cxnLst/>
                <a:rect l="l" t="t" r="r" b="b"/>
                <a:pathLst>
                  <a:path w="2674781" h="1272032" fill="none">
                    <a:moveTo>
                      <a:pt x="0" y="292121"/>
                    </a:moveTo>
                    <a:lnTo>
                      <a:pt x="40133" y="251988"/>
                    </a:lnTo>
                    <a:moveTo>
                      <a:pt x="51383" y="399582"/>
                    </a:moveTo>
                    <a:lnTo>
                      <a:pt x="421429" y="29535"/>
                    </a:lnTo>
                    <a:moveTo>
                      <a:pt x="102790" y="507018"/>
                    </a:moveTo>
                    <a:lnTo>
                      <a:pt x="534141" y="75668"/>
                    </a:lnTo>
                    <a:moveTo>
                      <a:pt x="154207" y="614446"/>
                    </a:moveTo>
                    <a:lnTo>
                      <a:pt x="587146" y="181507"/>
                    </a:lnTo>
                    <a:moveTo>
                      <a:pt x="205623" y="721873"/>
                    </a:moveTo>
                    <a:lnTo>
                      <a:pt x="640151" y="287346"/>
                    </a:lnTo>
                    <a:moveTo>
                      <a:pt x="257040" y="829301"/>
                    </a:moveTo>
                    <a:lnTo>
                      <a:pt x="693156" y="393185"/>
                    </a:lnTo>
                    <a:moveTo>
                      <a:pt x="308456" y="936728"/>
                    </a:moveTo>
                    <a:lnTo>
                      <a:pt x="745063" y="500121"/>
                    </a:lnTo>
                    <a:moveTo>
                      <a:pt x="359873" y="1044156"/>
                    </a:moveTo>
                    <a:lnTo>
                      <a:pt x="796479" y="607550"/>
                    </a:lnTo>
                    <a:moveTo>
                      <a:pt x="411290" y="1151583"/>
                    </a:moveTo>
                    <a:lnTo>
                      <a:pt x="847895" y="714978"/>
                    </a:lnTo>
                    <a:moveTo>
                      <a:pt x="462710" y="1259007"/>
                    </a:moveTo>
                    <a:lnTo>
                      <a:pt x="899311" y="822406"/>
                    </a:lnTo>
                    <a:moveTo>
                      <a:pt x="608529" y="1272032"/>
                    </a:moveTo>
                    <a:lnTo>
                      <a:pt x="950726" y="929835"/>
                    </a:lnTo>
                    <a:moveTo>
                      <a:pt x="767373" y="1272032"/>
                    </a:moveTo>
                    <a:lnTo>
                      <a:pt x="1002142" y="1037263"/>
                    </a:lnTo>
                    <a:moveTo>
                      <a:pt x="926217" y="1272032"/>
                    </a:moveTo>
                    <a:lnTo>
                      <a:pt x="1053558" y="1144691"/>
                    </a:lnTo>
                    <a:moveTo>
                      <a:pt x="1899210" y="299039"/>
                    </a:moveTo>
                    <a:lnTo>
                      <a:pt x="1962025" y="236224"/>
                    </a:lnTo>
                    <a:moveTo>
                      <a:pt x="1085061" y="1272032"/>
                    </a:moveTo>
                    <a:lnTo>
                      <a:pt x="1257668" y="1099425"/>
                    </a:lnTo>
                    <a:moveTo>
                      <a:pt x="1950599" y="406494"/>
                    </a:moveTo>
                    <a:lnTo>
                      <a:pt x="2155972" y="201121"/>
                    </a:lnTo>
                    <a:moveTo>
                      <a:pt x="1243905" y="1272032"/>
                    </a:moveTo>
                    <a:lnTo>
                      <a:pt x="2421113" y="94824"/>
                    </a:lnTo>
                    <a:moveTo>
                      <a:pt x="1402749" y="1272032"/>
                    </a:moveTo>
                    <a:lnTo>
                      <a:pt x="1519429" y="1155352"/>
                    </a:lnTo>
                    <a:moveTo>
                      <a:pt x="2476193" y="198588"/>
                    </a:moveTo>
                    <a:lnTo>
                      <a:pt x="2674781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93" name="Контур"/>
              <p:cNvSpPr/>
              <p:nvPr/>
            </p:nvSpPr>
            <p:spPr>
              <a:xfrm>
                <a:off x="3016871" y="8884790"/>
                <a:ext cx="2723130" cy="1303210"/>
              </a:xfrm>
              <a:custGeom>
                <a:avLst/>
                <a:gdLst/>
                <a:ahLst/>
                <a:cxnLst/>
                <a:rect l="l" t="t" r="r" b="b"/>
                <a:pathLst>
                  <a:path w="2723130" h="1303210" fill="none">
                    <a:moveTo>
                      <a:pt x="2658330" y="0"/>
                    </a:moveTo>
                    <a:lnTo>
                      <a:pt x="2723130" y="105030"/>
                    </a:lnTo>
                    <a:lnTo>
                      <a:pt x="2402190" y="271170"/>
                    </a:lnTo>
                    <a:lnTo>
                      <a:pt x="2389320" y="272160"/>
                    </a:lnTo>
                    <a:lnTo>
                      <a:pt x="2058390" y="520110"/>
                    </a:lnTo>
                    <a:lnTo>
                      <a:pt x="1656090" y="938970"/>
                    </a:lnTo>
                    <a:lnTo>
                      <a:pt x="1598580" y="1026810"/>
                    </a:lnTo>
                    <a:lnTo>
                      <a:pt x="1550610" y="1121580"/>
                    </a:lnTo>
                    <a:lnTo>
                      <a:pt x="1480288" y="1303210"/>
                    </a:lnTo>
                    <a:moveTo>
                      <a:pt x="474986" y="1303210"/>
                    </a:moveTo>
                    <a:lnTo>
                      <a:pt x="0" y="310680"/>
                    </a:lnTo>
                    <a:lnTo>
                      <a:pt x="420390" y="60210"/>
                    </a:lnTo>
                    <a:lnTo>
                      <a:pt x="520380" y="67320"/>
                    </a:lnTo>
                    <a:lnTo>
                      <a:pt x="715590" y="457110"/>
                    </a:lnTo>
                    <a:lnTo>
                      <a:pt x="1080000" y="1218510"/>
                    </a:lnTo>
                    <a:lnTo>
                      <a:pt x="1413270" y="1059030"/>
                    </a:lnTo>
                    <a:lnTo>
                      <a:pt x="1968210" y="461880"/>
                    </a:lnTo>
                    <a:lnTo>
                      <a:pt x="1881180" y="279900"/>
                    </a:lnTo>
                    <a:lnTo>
                      <a:pt x="2149020" y="238860"/>
                    </a:lnTo>
                    <a:lnTo>
                      <a:pt x="2199870" y="213030"/>
                    </a:lnTo>
                    <a:lnTo>
                      <a:pt x="2404260" y="136530"/>
                    </a:lnTo>
                    <a:lnTo>
                      <a:pt x="2606760" y="43380"/>
                    </a:lnTo>
                    <a:lnTo>
                      <a:pt x="2626200" y="16110"/>
                    </a:lnTo>
                    <a:lnTo>
                      <a:pt x="2658330" y="0"/>
                    </a:lnTo>
                    <a:lnTo>
                      <a:pt x="265833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94" name="Контур"/>
              <p:cNvSpPr/>
              <p:nvPr/>
            </p:nvSpPr>
            <p:spPr>
              <a:xfrm>
                <a:off x="3022905" y="8915968"/>
                <a:ext cx="2674781" cy="1272032"/>
              </a:xfrm>
              <a:custGeom>
                <a:avLst/>
                <a:gdLst/>
                <a:ahLst/>
                <a:cxnLst/>
                <a:rect l="l" t="t" r="r" b="b"/>
                <a:pathLst>
                  <a:path w="2674781" h="1272032" fill="none">
                    <a:moveTo>
                      <a:pt x="0" y="292121"/>
                    </a:moveTo>
                    <a:lnTo>
                      <a:pt x="40133" y="251988"/>
                    </a:lnTo>
                    <a:moveTo>
                      <a:pt x="51383" y="399582"/>
                    </a:moveTo>
                    <a:lnTo>
                      <a:pt x="421429" y="29535"/>
                    </a:lnTo>
                    <a:moveTo>
                      <a:pt x="102790" y="507018"/>
                    </a:moveTo>
                    <a:lnTo>
                      <a:pt x="534141" y="75668"/>
                    </a:lnTo>
                    <a:moveTo>
                      <a:pt x="154207" y="614446"/>
                    </a:moveTo>
                    <a:lnTo>
                      <a:pt x="587146" y="181507"/>
                    </a:lnTo>
                    <a:moveTo>
                      <a:pt x="205623" y="721873"/>
                    </a:moveTo>
                    <a:lnTo>
                      <a:pt x="640151" y="287346"/>
                    </a:lnTo>
                    <a:moveTo>
                      <a:pt x="257040" y="829301"/>
                    </a:moveTo>
                    <a:lnTo>
                      <a:pt x="693156" y="393185"/>
                    </a:lnTo>
                    <a:moveTo>
                      <a:pt x="308456" y="936728"/>
                    </a:moveTo>
                    <a:lnTo>
                      <a:pt x="745063" y="500121"/>
                    </a:lnTo>
                    <a:moveTo>
                      <a:pt x="359873" y="1044156"/>
                    </a:moveTo>
                    <a:lnTo>
                      <a:pt x="796479" y="607550"/>
                    </a:lnTo>
                    <a:moveTo>
                      <a:pt x="411290" y="1151583"/>
                    </a:moveTo>
                    <a:lnTo>
                      <a:pt x="847895" y="714978"/>
                    </a:lnTo>
                    <a:moveTo>
                      <a:pt x="462710" y="1259007"/>
                    </a:moveTo>
                    <a:lnTo>
                      <a:pt x="899311" y="822406"/>
                    </a:lnTo>
                    <a:moveTo>
                      <a:pt x="608529" y="1272032"/>
                    </a:moveTo>
                    <a:lnTo>
                      <a:pt x="950726" y="929835"/>
                    </a:lnTo>
                    <a:moveTo>
                      <a:pt x="767373" y="1272032"/>
                    </a:moveTo>
                    <a:lnTo>
                      <a:pt x="1002142" y="1037263"/>
                    </a:lnTo>
                    <a:moveTo>
                      <a:pt x="926217" y="1272032"/>
                    </a:moveTo>
                    <a:lnTo>
                      <a:pt x="1053558" y="1144691"/>
                    </a:lnTo>
                    <a:moveTo>
                      <a:pt x="1899210" y="299039"/>
                    </a:moveTo>
                    <a:lnTo>
                      <a:pt x="1962025" y="236224"/>
                    </a:lnTo>
                    <a:moveTo>
                      <a:pt x="1085061" y="1272032"/>
                    </a:moveTo>
                    <a:lnTo>
                      <a:pt x="1257668" y="1099425"/>
                    </a:lnTo>
                    <a:moveTo>
                      <a:pt x="1950599" y="406494"/>
                    </a:moveTo>
                    <a:lnTo>
                      <a:pt x="2155972" y="201121"/>
                    </a:lnTo>
                    <a:moveTo>
                      <a:pt x="1243905" y="1272032"/>
                    </a:moveTo>
                    <a:lnTo>
                      <a:pt x="2421113" y="94824"/>
                    </a:lnTo>
                    <a:moveTo>
                      <a:pt x="1402749" y="1272032"/>
                    </a:moveTo>
                    <a:lnTo>
                      <a:pt x="1519429" y="1155352"/>
                    </a:lnTo>
                    <a:moveTo>
                      <a:pt x="2476193" y="198588"/>
                    </a:moveTo>
                    <a:lnTo>
                      <a:pt x="2674781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95" name="Контур"/>
              <p:cNvSpPr/>
              <p:nvPr/>
            </p:nvSpPr>
            <p:spPr>
              <a:xfrm>
                <a:off x="3016871" y="8884790"/>
                <a:ext cx="2723130" cy="1303210"/>
              </a:xfrm>
              <a:custGeom>
                <a:avLst/>
                <a:gdLst/>
                <a:ahLst/>
                <a:cxnLst/>
                <a:rect l="l" t="t" r="r" b="b"/>
                <a:pathLst>
                  <a:path w="2723130" h="1303210" fill="none">
                    <a:moveTo>
                      <a:pt x="2658330" y="0"/>
                    </a:moveTo>
                    <a:lnTo>
                      <a:pt x="2723130" y="105030"/>
                    </a:lnTo>
                    <a:lnTo>
                      <a:pt x="2402190" y="271170"/>
                    </a:lnTo>
                    <a:lnTo>
                      <a:pt x="2389320" y="272160"/>
                    </a:lnTo>
                    <a:lnTo>
                      <a:pt x="2058390" y="520110"/>
                    </a:lnTo>
                    <a:lnTo>
                      <a:pt x="1656090" y="938970"/>
                    </a:lnTo>
                    <a:lnTo>
                      <a:pt x="1598580" y="1026810"/>
                    </a:lnTo>
                    <a:lnTo>
                      <a:pt x="1550610" y="1121580"/>
                    </a:lnTo>
                    <a:lnTo>
                      <a:pt x="1480288" y="1303210"/>
                    </a:lnTo>
                    <a:moveTo>
                      <a:pt x="474986" y="1303210"/>
                    </a:moveTo>
                    <a:lnTo>
                      <a:pt x="0" y="310680"/>
                    </a:lnTo>
                    <a:lnTo>
                      <a:pt x="420390" y="60210"/>
                    </a:lnTo>
                    <a:lnTo>
                      <a:pt x="520380" y="67320"/>
                    </a:lnTo>
                    <a:lnTo>
                      <a:pt x="715590" y="457110"/>
                    </a:lnTo>
                    <a:lnTo>
                      <a:pt x="1080000" y="1218510"/>
                    </a:lnTo>
                    <a:lnTo>
                      <a:pt x="1413270" y="1059030"/>
                    </a:lnTo>
                    <a:lnTo>
                      <a:pt x="1968210" y="461880"/>
                    </a:lnTo>
                    <a:lnTo>
                      <a:pt x="1881180" y="279900"/>
                    </a:lnTo>
                    <a:lnTo>
                      <a:pt x="2149020" y="238860"/>
                    </a:lnTo>
                    <a:lnTo>
                      <a:pt x="2199870" y="213030"/>
                    </a:lnTo>
                    <a:lnTo>
                      <a:pt x="2404260" y="136530"/>
                    </a:lnTo>
                    <a:lnTo>
                      <a:pt x="2606760" y="43380"/>
                    </a:lnTo>
                    <a:lnTo>
                      <a:pt x="2626200" y="16110"/>
                    </a:lnTo>
                    <a:lnTo>
                      <a:pt x="2658330" y="0"/>
                    </a:lnTo>
                    <a:lnTo>
                      <a:pt x="265833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96" name="Контур"/>
              <p:cNvSpPr/>
              <p:nvPr/>
            </p:nvSpPr>
            <p:spPr>
              <a:xfrm>
                <a:off x="3022911" y="8915962"/>
                <a:ext cx="2674782" cy="1272038"/>
              </a:xfrm>
              <a:custGeom>
                <a:avLst/>
                <a:gdLst/>
                <a:ahLst/>
                <a:cxnLst/>
                <a:rect l="l" t="t" r="r" b="b"/>
                <a:pathLst>
                  <a:path w="2674782" h="1272038" fill="none">
                    <a:moveTo>
                      <a:pt x="0" y="292120"/>
                    </a:moveTo>
                    <a:lnTo>
                      <a:pt x="40132" y="251988"/>
                    </a:lnTo>
                    <a:moveTo>
                      <a:pt x="51383" y="399581"/>
                    </a:moveTo>
                    <a:lnTo>
                      <a:pt x="421429" y="29535"/>
                    </a:lnTo>
                    <a:moveTo>
                      <a:pt x="102791" y="507018"/>
                    </a:moveTo>
                    <a:lnTo>
                      <a:pt x="534141" y="75667"/>
                    </a:lnTo>
                    <a:moveTo>
                      <a:pt x="154207" y="614445"/>
                    </a:moveTo>
                    <a:lnTo>
                      <a:pt x="587146" y="181506"/>
                    </a:lnTo>
                    <a:moveTo>
                      <a:pt x="205623" y="721873"/>
                    </a:moveTo>
                    <a:lnTo>
                      <a:pt x="640151" y="287345"/>
                    </a:lnTo>
                    <a:moveTo>
                      <a:pt x="257040" y="829301"/>
                    </a:moveTo>
                    <a:lnTo>
                      <a:pt x="693156" y="393185"/>
                    </a:lnTo>
                    <a:moveTo>
                      <a:pt x="308456" y="936728"/>
                    </a:moveTo>
                    <a:lnTo>
                      <a:pt x="745063" y="500121"/>
                    </a:lnTo>
                    <a:moveTo>
                      <a:pt x="359873" y="1044156"/>
                    </a:moveTo>
                    <a:lnTo>
                      <a:pt x="796479" y="607549"/>
                    </a:lnTo>
                    <a:moveTo>
                      <a:pt x="411290" y="1151583"/>
                    </a:moveTo>
                    <a:lnTo>
                      <a:pt x="847895" y="714978"/>
                    </a:lnTo>
                    <a:moveTo>
                      <a:pt x="462710" y="1259007"/>
                    </a:moveTo>
                    <a:lnTo>
                      <a:pt x="899311" y="822406"/>
                    </a:lnTo>
                    <a:moveTo>
                      <a:pt x="608523" y="1272038"/>
                    </a:moveTo>
                    <a:lnTo>
                      <a:pt x="950726" y="929834"/>
                    </a:lnTo>
                    <a:moveTo>
                      <a:pt x="767367" y="1272038"/>
                    </a:moveTo>
                    <a:lnTo>
                      <a:pt x="1002142" y="1037263"/>
                    </a:lnTo>
                    <a:moveTo>
                      <a:pt x="926211" y="1272038"/>
                    </a:moveTo>
                    <a:lnTo>
                      <a:pt x="1053558" y="1144691"/>
                    </a:lnTo>
                    <a:moveTo>
                      <a:pt x="1899210" y="299039"/>
                    </a:moveTo>
                    <a:lnTo>
                      <a:pt x="1962025" y="236224"/>
                    </a:lnTo>
                    <a:moveTo>
                      <a:pt x="1085055" y="1272038"/>
                    </a:moveTo>
                    <a:lnTo>
                      <a:pt x="1257668" y="1099425"/>
                    </a:lnTo>
                    <a:moveTo>
                      <a:pt x="1950599" y="406494"/>
                    </a:moveTo>
                    <a:lnTo>
                      <a:pt x="2155972" y="201121"/>
                    </a:lnTo>
                    <a:moveTo>
                      <a:pt x="1243899" y="1272038"/>
                    </a:moveTo>
                    <a:lnTo>
                      <a:pt x="2421113" y="94824"/>
                    </a:lnTo>
                    <a:moveTo>
                      <a:pt x="1402743" y="1272038"/>
                    </a:moveTo>
                    <a:lnTo>
                      <a:pt x="1519430" y="1155351"/>
                    </a:lnTo>
                    <a:moveTo>
                      <a:pt x="2476193" y="198588"/>
                    </a:moveTo>
                    <a:lnTo>
                      <a:pt x="2674782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97" name="Контур"/>
              <p:cNvSpPr/>
              <p:nvPr/>
            </p:nvSpPr>
            <p:spPr>
              <a:xfrm>
                <a:off x="3016877" y="8884784"/>
                <a:ext cx="2723130" cy="1303216"/>
              </a:xfrm>
              <a:custGeom>
                <a:avLst/>
                <a:gdLst/>
                <a:ahLst/>
                <a:cxnLst/>
                <a:rect l="l" t="t" r="r" b="b"/>
                <a:pathLst>
                  <a:path w="2723130" h="1303216" fill="none">
                    <a:moveTo>
                      <a:pt x="2658330" y="0"/>
                    </a:moveTo>
                    <a:lnTo>
                      <a:pt x="2723130" y="105030"/>
                    </a:lnTo>
                    <a:lnTo>
                      <a:pt x="2402190" y="271170"/>
                    </a:lnTo>
                    <a:lnTo>
                      <a:pt x="2389320" y="272160"/>
                    </a:lnTo>
                    <a:lnTo>
                      <a:pt x="2058390" y="520110"/>
                    </a:lnTo>
                    <a:lnTo>
                      <a:pt x="1656090" y="938970"/>
                    </a:lnTo>
                    <a:lnTo>
                      <a:pt x="1598580" y="1026810"/>
                    </a:lnTo>
                    <a:lnTo>
                      <a:pt x="1550610" y="1121580"/>
                    </a:lnTo>
                    <a:lnTo>
                      <a:pt x="1480286" y="1303216"/>
                    </a:lnTo>
                    <a:moveTo>
                      <a:pt x="474990" y="1303216"/>
                    </a:moveTo>
                    <a:lnTo>
                      <a:pt x="0" y="310680"/>
                    </a:lnTo>
                    <a:lnTo>
                      <a:pt x="420390" y="60210"/>
                    </a:lnTo>
                    <a:lnTo>
                      <a:pt x="520380" y="67320"/>
                    </a:lnTo>
                    <a:lnTo>
                      <a:pt x="715590" y="457110"/>
                    </a:lnTo>
                    <a:lnTo>
                      <a:pt x="1080000" y="1218510"/>
                    </a:lnTo>
                    <a:lnTo>
                      <a:pt x="1413270" y="1059030"/>
                    </a:lnTo>
                    <a:lnTo>
                      <a:pt x="1968210" y="461880"/>
                    </a:lnTo>
                    <a:lnTo>
                      <a:pt x="1881180" y="279900"/>
                    </a:lnTo>
                    <a:lnTo>
                      <a:pt x="2149020" y="238860"/>
                    </a:lnTo>
                    <a:lnTo>
                      <a:pt x="2199870" y="213030"/>
                    </a:lnTo>
                    <a:lnTo>
                      <a:pt x="2404260" y="136530"/>
                    </a:lnTo>
                    <a:lnTo>
                      <a:pt x="2606760" y="43380"/>
                    </a:lnTo>
                    <a:lnTo>
                      <a:pt x="2626200" y="16110"/>
                    </a:lnTo>
                    <a:lnTo>
                      <a:pt x="2658330" y="0"/>
                    </a:lnTo>
                    <a:lnTo>
                      <a:pt x="265833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98" name="Контур"/>
              <p:cNvSpPr/>
              <p:nvPr/>
            </p:nvSpPr>
            <p:spPr>
              <a:xfrm>
                <a:off x="1785550" y="9339765"/>
                <a:ext cx="1394791" cy="848235"/>
              </a:xfrm>
              <a:custGeom>
                <a:avLst/>
                <a:gdLst/>
                <a:ahLst/>
                <a:cxnLst/>
                <a:rect l="l" t="t" r="r" b="b"/>
                <a:pathLst>
                  <a:path w="1394791" h="848235" fill="none">
                    <a:moveTo>
                      <a:pt x="0" y="629146"/>
                    </a:moveTo>
                    <a:lnTo>
                      <a:pt x="338068" y="291078"/>
                    </a:lnTo>
                    <a:moveTo>
                      <a:pt x="51415" y="736575"/>
                    </a:moveTo>
                    <a:lnTo>
                      <a:pt x="642451" y="145539"/>
                    </a:lnTo>
                    <a:moveTo>
                      <a:pt x="102829" y="844005"/>
                    </a:moveTo>
                    <a:lnTo>
                      <a:pt x="946835" y="0"/>
                    </a:lnTo>
                    <a:moveTo>
                      <a:pt x="257443" y="848235"/>
                    </a:moveTo>
                    <a:lnTo>
                      <a:pt x="1034896" y="70782"/>
                    </a:lnTo>
                    <a:moveTo>
                      <a:pt x="416287" y="848235"/>
                    </a:moveTo>
                    <a:lnTo>
                      <a:pt x="1086310" y="178212"/>
                    </a:lnTo>
                    <a:moveTo>
                      <a:pt x="575131" y="848235"/>
                    </a:moveTo>
                    <a:lnTo>
                      <a:pt x="1137723" y="285643"/>
                    </a:lnTo>
                    <a:moveTo>
                      <a:pt x="733975" y="848235"/>
                    </a:moveTo>
                    <a:lnTo>
                      <a:pt x="1189137" y="393073"/>
                    </a:lnTo>
                    <a:moveTo>
                      <a:pt x="892819" y="848235"/>
                    </a:moveTo>
                    <a:lnTo>
                      <a:pt x="1240550" y="500504"/>
                    </a:lnTo>
                    <a:moveTo>
                      <a:pt x="1051664" y="848235"/>
                    </a:moveTo>
                    <a:lnTo>
                      <a:pt x="1291964" y="607934"/>
                    </a:lnTo>
                    <a:moveTo>
                      <a:pt x="1210508" y="848235"/>
                    </a:moveTo>
                    <a:lnTo>
                      <a:pt x="1343378" y="715365"/>
                    </a:lnTo>
                    <a:moveTo>
                      <a:pt x="1369352" y="848235"/>
                    </a:moveTo>
                    <a:lnTo>
                      <a:pt x="1394791" y="82279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99" name="Контур"/>
              <p:cNvSpPr/>
              <p:nvPr/>
            </p:nvSpPr>
            <p:spPr>
              <a:xfrm>
                <a:off x="1736801" y="9318680"/>
                <a:ext cx="1455715" cy="869320"/>
              </a:xfrm>
              <a:custGeom>
                <a:avLst/>
                <a:gdLst/>
                <a:ahLst/>
                <a:cxnLst/>
                <a:rect l="l" t="t" r="r" b="b"/>
                <a:pathLst>
                  <a:path w="1455715" h="869320" fill="none">
                    <a:moveTo>
                      <a:pt x="1039680" y="0"/>
                    </a:moveTo>
                    <a:lnTo>
                      <a:pt x="1455715" y="869320"/>
                    </a:lnTo>
                    <a:moveTo>
                      <a:pt x="153603" y="869320"/>
                    </a:moveTo>
                    <a:lnTo>
                      <a:pt x="0" y="548370"/>
                    </a:lnTo>
                    <a:lnTo>
                      <a:pt x="145260" y="457290"/>
                    </a:lnTo>
                    <a:lnTo>
                      <a:pt x="133740" y="433170"/>
                    </a:lnTo>
                    <a:lnTo>
                      <a:pt x="1039680" y="0"/>
                    </a:lnTo>
                    <a:lnTo>
                      <a:pt x="103968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00" name="Контур"/>
              <p:cNvSpPr/>
              <p:nvPr/>
            </p:nvSpPr>
            <p:spPr>
              <a:xfrm>
                <a:off x="1954401" y="9546205"/>
                <a:ext cx="987469" cy="641795"/>
              </a:xfrm>
              <a:custGeom>
                <a:avLst/>
                <a:gdLst/>
                <a:ahLst/>
                <a:cxnLst/>
                <a:rect l="l" t="t" r="r" b="b"/>
                <a:pathLst>
                  <a:path w="987469" h="641795" fill="none">
                    <a:moveTo>
                      <a:pt x="0" y="412699"/>
                    </a:moveTo>
                    <a:lnTo>
                      <a:pt x="139477" y="273222"/>
                    </a:lnTo>
                    <a:moveTo>
                      <a:pt x="51421" y="520122"/>
                    </a:moveTo>
                    <a:lnTo>
                      <a:pt x="444058" y="127485"/>
                    </a:lnTo>
                    <a:moveTo>
                      <a:pt x="102843" y="627544"/>
                    </a:moveTo>
                    <a:lnTo>
                      <a:pt x="730387" y="0"/>
                    </a:lnTo>
                    <a:moveTo>
                      <a:pt x="247436" y="641795"/>
                    </a:moveTo>
                    <a:lnTo>
                      <a:pt x="781803" y="107428"/>
                    </a:lnTo>
                    <a:moveTo>
                      <a:pt x="406280" y="641795"/>
                    </a:moveTo>
                    <a:lnTo>
                      <a:pt x="833220" y="214855"/>
                    </a:lnTo>
                    <a:moveTo>
                      <a:pt x="565124" y="641795"/>
                    </a:moveTo>
                    <a:lnTo>
                      <a:pt x="884636" y="322283"/>
                    </a:lnTo>
                    <a:moveTo>
                      <a:pt x="723968" y="641795"/>
                    </a:moveTo>
                    <a:lnTo>
                      <a:pt x="936053" y="429711"/>
                    </a:lnTo>
                    <a:moveTo>
                      <a:pt x="882813" y="641795"/>
                    </a:moveTo>
                    <a:lnTo>
                      <a:pt x="987469" y="53713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01" name="Контур"/>
              <p:cNvSpPr/>
              <p:nvPr/>
            </p:nvSpPr>
            <p:spPr>
              <a:xfrm>
                <a:off x="1926071" y="9538460"/>
                <a:ext cx="1065890" cy="649540"/>
              </a:xfrm>
              <a:custGeom>
                <a:avLst/>
                <a:gdLst/>
                <a:ahLst/>
                <a:cxnLst/>
                <a:rect l="l" t="t" r="r" b="b"/>
                <a:pathLst>
                  <a:path w="1065890" h="649540" fill="none">
                    <a:moveTo>
                      <a:pt x="755010" y="0"/>
                    </a:moveTo>
                    <a:lnTo>
                      <a:pt x="1065890" y="649540"/>
                    </a:lnTo>
                    <a:moveTo>
                      <a:pt x="137994" y="649540"/>
                    </a:moveTo>
                    <a:lnTo>
                      <a:pt x="0" y="361260"/>
                    </a:lnTo>
                    <a:lnTo>
                      <a:pt x="755010" y="0"/>
                    </a:lnTo>
                    <a:lnTo>
                      <a:pt x="75501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02" name="Контур"/>
              <p:cNvSpPr/>
              <p:nvPr/>
            </p:nvSpPr>
            <p:spPr>
              <a:xfrm>
                <a:off x="1785556" y="9339759"/>
                <a:ext cx="1394791" cy="848241"/>
              </a:xfrm>
              <a:custGeom>
                <a:avLst/>
                <a:gdLst/>
                <a:ahLst/>
                <a:cxnLst/>
                <a:rect l="l" t="t" r="r" b="b"/>
                <a:pathLst>
                  <a:path w="1394791" h="848241" fill="none">
                    <a:moveTo>
                      <a:pt x="0" y="629146"/>
                    </a:moveTo>
                    <a:lnTo>
                      <a:pt x="338068" y="291078"/>
                    </a:lnTo>
                    <a:moveTo>
                      <a:pt x="51415" y="736575"/>
                    </a:moveTo>
                    <a:lnTo>
                      <a:pt x="642451" y="145539"/>
                    </a:lnTo>
                    <a:moveTo>
                      <a:pt x="102829" y="844005"/>
                    </a:moveTo>
                    <a:lnTo>
                      <a:pt x="946834" y="0"/>
                    </a:lnTo>
                    <a:moveTo>
                      <a:pt x="257437" y="848241"/>
                    </a:moveTo>
                    <a:lnTo>
                      <a:pt x="1034896" y="70782"/>
                    </a:lnTo>
                    <a:moveTo>
                      <a:pt x="416281" y="848241"/>
                    </a:moveTo>
                    <a:lnTo>
                      <a:pt x="1086310" y="178212"/>
                    </a:lnTo>
                    <a:moveTo>
                      <a:pt x="575125" y="848241"/>
                    </a:moveTo>
                    <a:lnTo>
                      <a:pt x="1137724" y="285643"/>
                    </a:lnTo>
                    <a:moveTo>
                      <a:pt x="733969" y="848241"/>
                    </a:moveTo>
                    <a:lnTo>
                      <a:pt x="1189137" y="393073"/>
                    </a:lnTo>
                    <a:moveTo>
                      <a:pt x="892813" y="848241"/>
                    </a:moveTo>
                    <a:lnTo>
                      <a:pt x="1240551" y="500504"/>
                    </a:lnTo>
                    <a:moveTo>
                      <a:pt x="1051658" y="848241"/>
                    </a:moveTo>
                    <a:lnTo>
                      <a:pt x="1291964" y="607934"/>
                    </a:lnTo>
                    <a:moveTo>
                      <a:pt x="1210502" y="848241"/>
                    </a:moveTo>
                    <a:lnTo>
                      <a:pt x="1343378" y="715365"/>
                    </a:lnTo>
                    <a:moveTo>
                      <a:pt x="1369346" y="848241"/>
                    </a:moveTo>
                    <a:lnTo>
                      <a:pt x="1394791" y="82279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03" name="Контур"/>
              <p:cNvSpPr/>
              <p:nvPr/>
            </p:nvSpPr>
            <p:spPr>
              <a:xfrm>
                <a:off x="1736807" y="9318674"/>
                <a:ext cx="1455718" cy="869326"/>
              </a:xfrm>
              <a:custGeom>
                <a:avLst/>
                <a:gdLst/>
                <a:ahLst/>
                <a:cxnLst/>
                <a:rect l="l" t="t" r="r" b="b"/>
                <a:pathLst>
                  <a:path w="1455718" h="869326" fill="none">
                    <a:moveTo>
                      <a:pt x="1039680" y="0"/>
                    </a:moveTo>
                    <a:lnTo>
                      <a:pt x="1455718" y="869326"/>
                    </a:lnTo>
                    <a:moveTo>
                      <a:pt x="153606" y="869326"/>
                    </a:moveTo>
                    <a:lnTo>
                      <a:pt x="0" y="548370"/>
                    </a:lnTo>
                    <a:lnTo>
                      <a:pt x="145260" y="457290"/>
                    </a:lnTo>
                    <a:lnTo>
                      <a:pt x="133740" y="433170"/>
                    </a:lnTo>
                    <a:lnTo>
                      <a:pt x="1039680" y="0"/>
                    </a:lnTo>
                    <a:lnTo>
                      <a:pt x="103968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04" name="Контур"/>
              <p:cNvSpPr/>
              <p:nvPr/>
            </p:nvSpPr>
            <p:spPr>
              <a:xfrm>
                <a:off x="3767968" y="9178069"/>
                <a:ext cx="1205536" cy="882590"/>
              </a:xfrm>
              <a:custGeom>
                <a:avLst/>
                <a:gdLst/>
                <a:ahLst/>
                <a:cxnLst/>
                <a:rect l="l" t="t" r="r" b="b"/>
                <a:pathLst>
                  <a:path w="1205536" h="882590" fill="none">
                    <a:moveTo>
                      <a:pt x="0" y="238020"/>
                    </a:moveTo>
                    <a:lnTo>
                      <a:pt x="111851" y="126169"/>
                    </a:lnTo>
                    <a:moveTo>
                      <a:pt x="51416" y="345449"/>
                    </a:moveTo>
                    <a:lnTo>
                      <a:pt x="320076" y="76789"/>
                    </a:lnTo>
                    <a:moveTo>
                      <a:pt x="102832" y="452877"/>
                    </a:moveTo>
                    <a:lnTo>
                      <a:pt x="496882" y="58827"/>
                    </a:lnTo>
                    <a:moveTo>
                      <a:pt x="154248" y="560305"/>
                    </a:moveTo>
                    <a:lnTo>
                      <a:pt x="673397" y="41156"/>
                    </a:lnTo>
                    <a:moveTo>
                      <a:pt x="205663" y="667734"/>
                    </a:moveTo>
                    <a:lnTo>
                      <a:pt x="850450" y="22947"/>
                    </a:lnTo>
                    <a:moveTo>
                      <a:pt x="257079" y="775162"/>
                    </a:moveTo>
                    <a:lnTo>
                      <a:pt x="1032241" y="0"/>
                    </a:lnTo>
                    <a:moveTo>
                      <a:pt x="308495" y="882590"/>
                    </a:moveTo>
                    <a:lnTo>
                      <a:pt x="1154147" y="36938"/>
                    </a:lnTo>
                    <a:moveTo>
                      <a:pt x="512605" y="837324"/>
                    </a:moveTo>
                    <a:lnTo>
                      <a:pt x="1205536" y="14439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05" name="Контур"/>
              <p:cNvSpPr/>
              <p:nvPr/>
            </p:nvSpPr>
            <p:spPr>
              <a:xfrm>
                <a:off x="3732461" y="9164690"/>
                <a:ext cx="1252620" cy="938610"/>
              </a:xfrm>
              <a:custGeom>
                <a:avLst/>
                <a:gdLst/>
                <a:ahLst/>
                <a:cxnLst/>
                <a:rect l="l" t="t" r="r" b="b"/>
                <a:pathLst>
                  <a:path w="1252620" h="938610" fill="none">
                    <a:moveTo>
                      <a:pt x="1165590" y="0"/>
                    </a:moveTo>
                    <a:lnTo>
                      <a:pt x="1252620" y="181980"/>
                    </a:lnTo>
                    <a:lnTo>
                      <a:pt x="697680" y="779130"/>
                    </a:lnTo>
                    <a:lnTo>
                      <a:pt x="364410" y="938610"/>
                    </a:lnTo>
                    <a:lnTo>
                      <a:pt x="0" y="177210"/>
                    </a:lnTo>
                    <a:lnTo>
                      <a:pt x="330660" y="92700"/>
                    </a:lnTo>
                    <a:lnTo>
                      <a:pt x="663750" y="58860"/>
                    </a:lnTo>
                    <a:lnTo>
                      <a:pt x="834750" y="42480"/>
                    </a:lnTo>
                    <a:lnTo>
                      <a:pt x="998010" y="22860"/>
                    </a:lnTo>
                    <a:lnTo>
                      <a:pt x="1156230" y="1350"/>
                    </a:lnTo>
                    <a:lnTo>
                      <a:pt x="116559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06" name="Контур"/>
              <p:cNvSpPr/>
              <p:nvPr/>
            </p:nvSpPr>
            <p:spPr>
              <a:xfrm>
                <a:off x="1248773" y="9882337"/>
                <a:ext cx="640083" cy="305663"/>
              </a:xfrm>
              <a:custGeom>
                <a:avLst/>
                <a:gdLst/>
                <a:ahLst/>
                <a:cxnLst/>
                <a:rect l="l" t="t" r="r" b="b"/>
                <a:pathLst>
                  <a:path w="640083" h="305663" fill="none">
                    <a:moveTo>
                      <a:pt x="0" y="305663"/>
                    </a:moveTo>
                    <a:lnTo>
                      <a:pt x="39724" y="265939"/>
                    </a:lnTo>
                    <a:moveTo>
                      <a:pt x="158844" y="305663"/>
                    </a:moveTo>
                    <a:lnTo>
                      <a:pt x="464507" y="0"/>
                    </a:lnTo>
                    <a:moveTo>
                      <a:pt x="317688" y="305663"/>
                    </a:moveTo>
                    <a:lnTo>
                      <a:pt x="537349" y="86002"/>
                    </a:lnTo>
                    <a:moveTo>
                      <a:pt x="476532" y="305663"/>
                    </a:moveTo>
                    <a:lnTo>
                      <a:pt x="588718" y="193477"/>
                    </a:lnTo>
                    <a:moveTo>
                      <a:pt x="635376" y="305663"/>
                    </a:moveTo>
                    <a:lnTo>
                      <a:pt x="640083" y="30095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07" name="Контур"/>
              <p:cNvSpPr/>
              <p:nvPr/>
            </p:nvSpPr>
            <p:spPr>
              <a:xfrm>
                <a:off x="1225046" y="9867044"/>
                <a:ext cx="666059" cy="320956"/>
              </a:xfrm>
              <a:custGeom>
                <a:avLst/>
                <a:gdLst/>
                <a:ahLst/>
                <a:cxnLst/>
                <a:rect l="l" t="t" r="r" b="b"/>
                <a:pathLst>
                  <a:path w="666059" h="320956" fill="none">
                    <a:moveTo>
                      <a:pt x="512661" y="0"/>
                    </a:moveTo>
                    <a:lnTo>
                      <a:pt x="637581" y="261360"/>
                    </a:lnTo>
                    <a:lnTo>
                      <a:pt x="641361" y="269280"/>
                    </a:lnTo>
                    <a:lnTo>
                      <a:pt x="666059" y="320956"/>
                    </a:lnTo>
                    <a:moveTo>
                      <a:pt x="0" y="320956"/>
                    </a:moveTo>
                    <a:lnTo>
                      <a:pt x="512661" y="0"/>
                    </a:lnTo>
                    <a:lnTo>
                      <a:pt x="512661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08" name="Контур"/>
              <p:cNvSpPr/>
              <p:nvPr/>
            </p:nvSpPr>
            <p:spPr>
              <a:xfrm>
                <a:off x="1248773" y="9880860"/>
                <a:ext cx="639612" cy="307140"/>
              </a:xfrm>
              <a:custGeom>
                <a:avLst/>
                <a:gdLst/>
                <a:ahLst/>
                <a:cxnLst/>
                <a:rect l="l" t="t" r="r" b="b"/>
                <a:pathLst>
                  <a:path w="639612" h="307140" fill="none">
                    <a:moveTo>
                      <a:pt x="0" y="307140"/>
                    </a:moveTo>
                    <a:lnTo>
                      <a:pt x="40638" y="266502"/>
                    </a:lnTo>
                    <a:moveTo>
                      <a:pt x="158844" y="307140"/>
                    </a:moveTo>
                    <a:lnTo>
                      <a:pt x="465984" y="0"/>
                    </a:lnTo>
                    <a:moveTo>
                      <a:pt x="317688" y="307140"/>
                    </a:moveTo>
                    <a:lnTo>
                      <a:pt x="536783" y="88045"/>
                    </a:lnTo>
                    <a:moveTo>
                      <a:pt x="476532" y="307140"/>
                    </a:moveTo>
                    <a:lnTo>
                      <a:pt x="588198" y="195474"/>
                    </a:lnTo>
                    <a:moveTo>
                      <a:pt x="635376" y="307140"/>
                    </a:moveTo>
                    <a:lnTo>
                      <a:pt x="639612" y="30290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09" name="Контур"/>
              <p:cNvSpPr/>
              <p:nvPr/>
            </p:nvSpPr>
            <p:spPr>
              <a:xfrm>
                <a:off x="1224551" y="9867044"/>
                <a:ext cx="665862" cy="320956"/>
              </a:xfrm>
              <a:custGeom>
                <a:avLst/>
                <a:gdLst/>
                <a:ahLst/>
                <a:cxnLst/>
                <a:rect l="l" t="t" r="r" b="b"/>
                <a:pathLst>
                  <a:path w="665862" h="320956" fill="none">
                    <a:moveTo>
                      <a:pt x="512256" y="0"/>
                    </a:moveTo>
                    <a:lnTo>
                      <a:pt x="665862" y="320956"/>
                    </a:lnTo>
                    <a:moveTo>
                      <a:pt x="0" y="320956"/>
                    </a:moveTo>
                    <a:lnTo>
                      <a:pt x="512256" y="0"/>
                    </a:lnTo>
                    <a:lnTo>
                      <a:pt x="512256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10" name="Контур"/>
              <p:cNvSpPr/>
              <p:nvPr/>
            </p:nvSpPr>
            <p:spPr>
              <a:xfrm>
                <a:off x="1248773" y="9880860"/>
                <a:ext cx="639612" cy="307140"/>
              </a:xfrm>
              <a:custGeom>
                <a:avLst/>
                <a:gdLst/>
                <a:ahLst/>
                <a:cxnLst/>
                <a:rect l="l" t="t" r="r" b="b"/>
                <a:pathLst>
                  <a:path w="639612" h="307140" fill="none">
                    <a:moveTo>
                      <a:pt x="0" y="307140"/>
                    </a:moveTo>
                    <a:lnTo>
                      <a:pt x="40638" y="266502"/>
                    </a:lnTo>
                    <a:moveTo>
                      <a:pt x="158844" y="307140"/>
                    </a:moveTo>
                    <a:lnTo>
                      <a:pt x="465984" y="0"/>
                    </a:lnTo>
                    <a:moveTo>
                      <a:pt x="317688" y="307140"/>
                    </a:moveTo>
                    <a:lnTo>
                      <a:pt x="536783" y="88045"/>
                    </a:lnTo>
                    <a:moveTo>
                      <a:pt x="476532" y="307140"/>
                    </a:moveTo>
                    <a:lnTo>
                      <a:pt x="588198" y="195474"/>
                    </a:lnTo>
                    <a:moveTo>
                      <a:pt x="635376" y="307140"/>
                    </a:moveTo>
                    <a:lnTo>
                      <a:pt x="639612" y="30290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11" name="Контур"/>
              <p:cNvSpPr/>
              <p:nvPr/>
            </p:nvSpPr>
            <p:spPr>
              <a:xfrm>
                <a:off x="1224551" y="9867044"/>
                <a:ext cx="665862" cy="320956"/>
              </a:xfrm>
              <a:custGeom>
                <a:avLst/>
                <a:gdLst/>
                <a:ahLst/>
                <a:cxnLst/>
                <a:rect l="l" t="t" r="r" b="b"/>
                <a:pathLst>
                  <a:path w="665862" h="320956" fill="none">
                    <a:moveTo>
                      <a:pt x="0" y="320956"/>
                    </a:moveTo>
                    <a:lnTo>
                      <a:pt x="512256" y="0"/>
                    </a:lnTo>
                    <a:lnTo>
                      <a:pt x="665862" y="320956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12" name="Контур"/>
              <p:cNvSpPr/>
              <p:nvPr/>
            </p:nvSpPr>
            <p:spPr>
              <a:xfrm>
                <a:off x="567249" y="8089135"/>
                <a:ext cx="1622999" cy="1263944"/>
              </a:xfrm>
              <a:custGeom>
                <a:avLst/>
                <a:gdLst/>
                <a:ahLst/>
                <a:cxnLst/>
                <a:rect l="l" t="t" r="r" b="b"/>
                <a:pathLst>
                  <a:path w="1622999" h="1263944" fill="none">
                    <a:moveTo>
                      <a:pt x="0" y="397728"/>
                    </a:moveTo>
                    <a:lnTo>
                      <a:pt x="54067" y="343661"/>
                    </a:lnTo>
                    <a:moveTo>
                      <a:pt x="70267" y="486305"/>
                    </a:moveTo>
                    <a:lnTo>
                      <a:pt x="430276" y="126296"/>
                    </a:lnTo>
                    <a:moveTo>
                      <a:pt x="170909" y="544506"/>
                    </a:moveTo>
                    <a:lnTo>
                      <a:pt x="494791" y="220625"/>
                    </a:lnTo>
                    <a:moveTo>
                      <a:pt x="196154" y="678106"/>
                    </a:moveTo>
                    <a:lnTo>
                      <a:pt x="647331" y="226929"/>
                    </a:lnTo>
                    <a:moveTo>
                      <a:pt x="262570" y="770534"/>
                    </a:moveTo>
                    <a:lnTo>
                      <a:pt x="854018" y="179086"/>
                    </a:lnTo>
                    <a:moveTo>
                      <a:pt x="328986" y="862962"/>
                    </a:moveTo>
                    <a:lnTo>
                      <a:pt x="1152876" y="39072"/>
                    </a:lnTo>
                    <a:moveTo>
                      <a:pt x="392990" y="957802"/>
                    </a:moveTo>
                    <a:lnTo>
                      <a:pt x="1350792" y="0"/>
                    </a:lnTo>
                    <a:moveTo>
                      <a:pt x="454146" y="1055491"/>
                    </a:moveTo>
                    <a:lnTo>
                      <a:pt x="1470074" y="39562"/>
                    </a:lnTo>
                    <a:moveTo>
                      <a:pt x="515301" y="1153179"/>
                    </a:moveTo>
                    <a:lnTo>
                      <a:pt x="1520498" y="147982"/>
                    </a:lnTo>
                    <a:moveTo>
                      <a:pt x="580066" y="1247259"/>
                    </a:moveTo>
                    <a:lnTo>
                      <a:pt x="1571334" y="255991"/>
                    </a:lnTo>
                    <a:moveTo>
                      <a:pt x="742667" y="1243501"/>
                    </a:moveTo>
                    <a:lnTo>
                      <a:pt x="1536310" y="449859"/>
                    </a:lnTo>
                    <a:moveTo>
                      <a:pt x="1598393" y="387776"/>
                    </a:moveTo>
                    <a:lnTo>
                      <a:pt x="1622999" y="363169"/>
                    </a:lnTo>
                    <a:moveTo>
                      <a:pt x="881069" y="1263944"/>
                    </a:moveTo>
                    <a:lnTo>
                      <a:pt x="1592831" y="552181"/>
                    </a:lnTo>
                    <a:moveTo>
                      <a:pt x="1264241" y="1039616"/>
                    </a:moveTo>
                    <a:lnTo>
                      <a:pt x="1568696" y="735161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13" name="Контур"/>
              <p:cNvSpPr/>
              <p:nvPr/>
            </p:nvSpPr>
            <p:spPr>
              <a:xfrm>
                <a:off x="557711" y="8077850"/>
                <a:ext cx="1637370" cy="1297170"/>
              </a:xfrm>
              <a:custGeom>
                <a:avLst/>
                <a:gdLst/>
                <a:ahLst/>
                <a:cxnLst/>
                <a:rect l="l" t="t" r="r" b="b"/>
                <a:pathLst>
                  <a:path w="1637370" h="1297170" fill="none">
                    <a:moveTo>
                      <a:pt x="0" y="396990"/>
                    </a:moveTo>
                    <a:lnTo>
                      <a:pt x="40950" y="366390"/>
                    </a:lnTo>
                    <a:lnTo>
                      <a:pt x="110790" y="331110"/>
                    </a:lnTo>
                    <a:lnTo>
                      <a:pt x="115110" y="334530"/>
                    </a:lnTo>
                    <a:lnTo>
                      <a:pt x="428400" y="120870"/>
                    </a:lnTo>
                    <a:lnTo>
                      <a:pt x="525960" y="260460"/>
                    </a:lnTo>
                    <a:lnTo>
                      <a:pt x="626850" y="235710"/>
                    </a:lnTo>
                    <a:lnTo>
                      <a:pt x="742320" y="245340"/>
                    </a:lnTo>
                    <a:lnTo>
                      <a:pt x="740610" y="241200"/>
                    </a:lnTo>
                    <a:lnTo>
                      <a:pt x="844830" y="193230"/>
                    </a:lnTo>
                    <a:lnTo>
                      <a:pt x="847080" y="198090"/>
                    </a:lnTo>
                    <a:lnTo>
                      <a:pt x="1269900" y="0"/>
                    </a:lnTo>
                    <a:lnTo>
                      <a:pt x="1441260" y="18630"/>
                    </a:lnTo>
                    <a:lnTo>
                      <a:pt x="1469520" y="29160"/>
                    </a:lnTo>
                    <a:lnTo>
                      <a:pt x="1637370" y="384480"/>
                    </a:lnTo>
                    <a:lnTo>
                      <a:pt x="1532520" y="436410"/>
                    </a:lnTo>
                    <a:lnTo>
                      <a:pt x="1632510" y="613170"/>
                    </a:lnTo>
                    <a:lnTo>
                      <a:pt x="1533780" y="671760"/>
                    </a:lnTo>
                    <a:lnTo>
                      <a:pt x="1627740" y="829620"/>
                    </a:lnTo>
                    <a:lnTo>
                      <a:pt x="1338390" y="1011780"/>
                    </a:lnTo>
                    <a:lnTo>
                      <a:pt x="900540" y="1277460"/>
                    </a:lnTo>
                    <a:lnTo>
                      <a:pt x="875700" y="1271880"/>
                    </a:lnTo>
                    <a:lnTo>
                      <a:pt x="827190" y="1243440"/>
                    </a:lnTo>
                    <a:lnTo>
                      <a:pt x="800460" y="1238400"/>
                    </a:lnTo>
                    <a:lnTo>
                      <a:pt x="627390" y="1297170"/>
                    </a:lnTo>
                    <a:lnTo>
                      <a:pt x="604080" y="1284030"/>
                    </a:lnTo>
                    <a:lnTo>
                      <a:pt x="584910" y="1250280"/>
                    </a:lnTo>
                    <a:lnTo>
                      <a:pt x="580140" y="1252800"/>
                    </a:lnTo>
                    <a:lnTo>
                      <a:pt x="374490" y="924300"/>
                    </a:lnTo>
                    <a:lnTo>
                      <a:pt x="199620" y="680940"/>
                    </a:lnTo>
                    <a:lnTo>
                      <a:pt x="244530" y="646560"/>
                    </a:lnTo>
                    <a:lnTo>
                      <a:pt x="179910" y="555030"/>
                    </a:lnTo>
                    <a:lnTo>
                      <a:pt x="135270" y="587250"/>
                    </a:lnTo>
                    <a:lnTo>
                      <a:pt x="105120" y="538560"/>
                    </a:lnTo>
                    <a:lnTo>
                      <a:pt x="109800" y="535410"/>
                    </a:lnTo>
                    <a:lnTo>
                      <a:pt x="0" y="39699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14" name="Контур"/>
              <p:cNvSpPr/>
              <p:nvPr/>
            </p:nvSpPr>
            <p:spPr>
              <a:xfrm>
                <a:off x="454821" y="6562065"/>
                <a:ext cx="491448" cy="708625"/>
              </a:xfrm>
              <a:custGeom>
                <a:avLst/>
                <a:gdLst/>
                <a:ahLst/>
                <a:cxnLst/>
                <a:rect l="l" t="t" r="r" b="b"/>
                <a:pathLst>
                  <a:path w="491448" h="708625" fill="none">
                    <a:moveTo>
                      <a:pt x="0" y="131097"/>
                    </a:moveTo>
                    <a:lnTo>
                      <a:pt x="131097" y="0"/>
                    </a:lnTo>
                    <a:moveTo>
                      <a:pt x="60050" y="229891"/>
                    </a:moveTo>
                    <a:lnTo>
                      <a:pt x="191167" y="98774"/>
                    </a:lnTo>
                    <a:moveTo>
                      <a:pt x="120101" y="328685"/>
                    </a:moveTo>
                    <a:lnTo>
                      <a:pt x="251238" y="197547"/>
                    </a:lnTo>
                    <a:moveTo>
                      <a:pt x="180151" y="427478"/>
                    </a:moveTo>
                    <a:lnTo>
                      <a:pt x="311308" y="296321"/>
                    </a:lnTo>
                    <a:moveTo>
                      <a:pt x="240201" y="526272"/>
                    </a:moveTo>
                    <a:lnTo>
                      <a:pt x="371379" y="395095"/>
                    </a:lnTo>
                    <a:moveTo>
                      <a:pt x="300252" y="625065"/>
                    </a:moveTo>
                    <a:lnTo>
                      <a:pt x="431449" y="493868"/>
                    </a:lnTo>
                    <a:moveTo>
                      <a:pt x="375536" y="708625"/>
                    </a:moveTo>
                    <a:lnTo>
                      <a:pt x="491448" y="59271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15" name="Контур"/>
              <p:cNvSpPr/>
              <p:nvPr/>
            </p:nvSpPr>
            <p:spPr>
              <a:xfrm>
                <a:off x="413537" y="6472334"/>
                <a:ext cx="563040" cy="806400"/>
              </a:xfrm>
              <a:custGeom>
                <a:avLst/>
                <a:gdLst/>
                <a:ahLst/>
                <a:cxnLst/>
                <a:rect l="l" t="t" r="r" b="b"/>
                <a:pathLst>
                  <a:path w="563040" h="806400" fill="none">
                    <a:moveTo>
                      <a:pt x="388080" y="791370"/>
                    </a:moveTo>
                    <a:lnTo>
                      <a:pt x="0" y="152910"/>
                    </a:lnTo>
                    <a:lnTo>
                      <a:pt x="20520" y="122490"/>
                    </a:lnTo>
                    <a:lnTo>
                      <a:pt x="117810" y="0"/>
                    </a:lnTo>
                    <a:lnTo>
                      <a:pt x="518850" y="659430"/>
                    </a:lnTo>
                    <a:lnTo>
                      <a:pt x="563040" y="732690"/>
                    </a:lnTo>
                    <a:lnTo>
                      <a:pt x="516780" y="765810"/>
                    </a:lnTo>
                    <a:lnTo>
                      <a:pt x="511200" y="769770"/>
                    </a:lnTo>
                    <a:lnTo>
                      <a:pt x="449910" y="806400"/>
                    </a:lnTo>
                    <a:lnTo>
                      <a:pt x="388080" y="79137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16" name="Контур"/>
              <p:cNvSpPr/>
              <p:nvPr/>
            </p:nvSpPr>
            <p:spPr>
              <a:xfrm>
                <a:off x="454821" y="6562065"/>
                <a:ext cx="491448" cy="708625"/>
              </a:xfrm>
              <a:custGeom>
                <a:avLst/>
                <a:gdLst/>
                <a:ahLst/>
                <a:cxnLst/>
                <a:rect l="l" t="t" r="r" b="b"/>
                <a:pathLst>
                  <a:path w="491448" h="708625" fill="none">
                    <a:moveTo>
                      <a:pt x="0" y="131097"/>
                    </a:moveTo>
                    <a:lnTo>
                      <a:pt x="131097" y="0"/>
                    </a:lnTo>
                    <a:moveTo>
                      <a:pt x="60050" y="229891"/>
                    </a:moveTo>
                    <a:lnTo>
                      <a:pt x="191167" y="98774"/>
                    </a:lnTo>
                    <a:moveTo>
                      <a:pt x="120101" y="328685"/>
                    </a:moveTo>
                    <a:lnTo>
                      <a:pt x="251238" y="197547"/>
                    </a:lnTo>
                    <a:moveTo>
                      <a:pt x="180151" y="427478"/>
                    </a:moveTo>
                    <a:lnTo>
                      <a:pt x="311308" y="296321"/>
                    </a:lnTo>
                    <a:moveTo>
                      <a:pt x="240201" y="526272"/>
                    </a:moveTo>
                    <a:lnTo>
                      <a:pt x="371379" y="395095"/>
                    </a:lnTo>
                    <a:moveTo>
                      <a:pt x="300252" y="625065"/>
                    </a:moveTo>
                    <a:lnTo>
                      <a:pt x="431449" y="493868"/>
                    </a:lnTo>
                    <a:moveTo>
                      <a:pt x="375536" y="708625"/>
                    </a:moveTo>
                    <a:lnTo>
                      <a:pt x="491448" y="59271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17" name="Контур"/>
              <p:cNvSpPr/>
              <p:nvPr/>
            </p:nvSpPr>
            <p:spPr>
              <a:xfrm>
                <a:off x="413537" y="6472334"/>
                <a:ext cx="563040" cy="806400"/>
              </a:xfrm>
              <a:custGeom>
                <a:avLst/>
                <a:gdLst/>
                <a:ahLst/>
                <a:cxnLst/>
                <a:rect l="l" t="t" r="r" b="b"/>
                <a:pathLst>
                  <a:path w="563040" h="806400" fill="none">
                    <a:moveTo>
                      <a:pt x="388080" y="791370"/>
                    </a:moveTo>
                    <a:lnTo>
                      <a:pt x="0" y="152910"/>
                    </a:lnTo>
                    <a:lnTo>
                      <a:pt x="20520" y="122490"/>
                    </a:lnTo>
                    <a:lnTo>
                      <a:pt x="117810" y="0"/>
                    </a:lnTo>
                    <a:lnTo>
                      <a:pt x="518850" y="659430"/>
                    </a:lnTo>
                    <a:lnTo>
                      <a:pt x="563040" y="732690"/>
                    </a:lnTo>
                    <a:lnTo>
                      <a:pt x="516780" y="765810"/>
                    </a:lnTo>
                    <a:lnTo>
                      <a:pt x="511200" y="769770"/>
                    </a:lnTo>
                    <a:lnTo>
                      <a:pt x="449910" y="806400"/>
                    </a:lnTo>
                    <a:lnTo>
                      <a:pt x="388080" y="79137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18" name="Контур"/>
              <p:cNvSpPr/>
              <p:nvPr/>
            </p:nvSpPr>
            <p:spPr>
              <a:xfrm>
                <a:off x="454821" y="6562065"/>
                <a:ext cx="491448" cy="708625"/>
              </a:xfrm>
              <a:custGeom>
                <a:avLst/>
                <a:gdLst/>
                <a:ahLst/>
                <a:cxnLst/>
                <a:rect l="l" t="t" r="r" b="b"/>
                <a:pathLst>
                  <a:path w="491448" h="708625" fill="none">
                    <a:moveTo>
                      <a:pt x="0" y="131097"/>
                    </a:moveTo>
                    <a:lnTo>
                      <a:pt x="131097" y="0"/>
                    </a:lnTo>
                    <a:moveTo>
                      <a:pt x="60050" y="229891"/>
                    </a:moveTo>
                    <a:lnTo>
                      <a:pt x="191167" y="98774"/>
                    </a:lnTo>
                    <a:moveTo>
                      <a:pt x="120101" y="328685"/>
                    </a:moveTo>
                    <a:lnTo>
                      <a:pt x="251238" y="197547"/>
                    </a:lnTo>
                    <a:moveTo>
                      <a:pt x="180151" y="427478"/>
                    </a:moveTo>
                    <a:lnTo>
                      <a:pt x="311308" y="296321"/>
                    </a:lnTo>
                    <a:moveTo>
                      <a:pt x="240201" y="526272"/>
                    </a:moveTo>
                    <a:lnTo>
                      <a:pt x="371379" y="395095"/>
                    </a:lnTo>
                    <a:moveTo>
                      <a:pt x="300252" y="625065"/>
                    </a:moveTo>
                    <a:lnTo>
                      <a:pt x="431449" y="493868"/>
                    </a:lnTo>
                    <a:moveTo>
                      <a:pt x="375536" y="708625"/>
                    </a:moveTo>
                    <a:lnTo>
                      <a:pt x="491448" y="59271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19" name="Контур"/>
              <p:cNvSpPr/>
              <p:nvPr/>
            </p:nvSpPr>
            <p:spPr>
              <a:xfrm>
                <a:off x="413537" y="6472334"/>
                <a:ext cx="563040" cy="806400"/>
              </a:xfrm>
              <a:custGeom>
                <a:avLst/>
                <a:gdLst/>
                <a:ahLst/>
                <a:cxnLst/>
                <a:rect l="l" t="t" r="r" b="b"/>
                <a:pathLst>
                  <a:path w="563040" h="806400" fill="none">
                    <a:moveTo>
                      <a:pt x="388080" y="791370"/>
                    </a:moveTo>
                    <a:lnTo>
                      <a:pt x="0" y="152910"/>
                    </a:lnTo>
                    <a:lnTo>
                      <a:pt x="20520" y="122490"/>
                    </a:lnTo>
                    <a:lnTo>
                      <a:pt x="117810" y="0"/>
                    </a:lnTo>
                    <a:lnTo>
                      <a:pt x="518850" y="659430"/>
                    </a:lnTo>
                    <a:lnTo>
                      <a:pt x="563040" y="732690"/>
                    </a:lnTo>
                    <a:lnTo>
                      <a:pt x="516780" y="765810"/>
                    </a:lnTo>
                    <a:lnTo>
                      <a:pt x="511200" y="769770"/>
                    </a:lnTo>
                    <a:lnTo>
                      <a:pt x="449910" y="806400"/>
                    </a:lnTo>
                    <a:lnTo>
                      <a:pt x="388080" y="79137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20" name="Контур"/>
              <p:cNvSpPr/>
              <p:nvPr/>
            </p:nvSpPr>
            <p:spPr>
              <a:xfrm>
                <a:off x="252000" y="5092318"/>
                <a:ext cx="617677" cy="773991"/>
              </a:xfrm>
              <a:custGeom>
                <a:avLst/>
                <a:gdLst/>
                <a:ahLst/>
                <a:cxnLst/>
                <a:rect l="l" t="t" r="r" b="b"/>
                <a:pathLst>
                  <a:path w="617677" h="773991" fill="none">
                    <a:moveTo>
                      <a:pt x="0" y="374068"/>
                    </a:moveTo>
                    <a:lnTo>
                      <a:pt x="374068" y="0"/>
                    </a:lnTo>
                    <a:moveTo>
                      <a:pt x="0" y="532912"/>
                    </a:moveTo>
                    <a:lnTo>
                      <a:pt x="455271" y="77642"/>
                    </a:lnTo>
                    <a:moveTo>
                      <a:pt x="0" y="691757"/>
                    </a:moveTo>
                    <a:lnTo>
                      <a:pt x="536474" y="155283"/>
                    </a:lnTo>
                    <a:moveTo>
                      <a:pt x="76609" y="773991"/>
                    </a:moveTo>
                    <a:lnTo>
                      <a:pt x="617677" y="23292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21" name="Контур"/>
              <p:cNvSpPr/>
              <p:nvPr/>
            </p:nvSpPr>
            <p:spPr>
              <a:xfrm>
                <a:off x="252000" y="5057084"/>
                <a:ext cx="642947" cy="845100"/>
              </a:xfrm>
              <a:custGeom>
                <a:avLst/>
                <a:gdLst/>
                <a:ahLst/>
                <a:cxnLst/>
                <a:rect l="l" t="t" r="r" b="b"/>
                <a:pathLst>
                  <a:path w="642947" h="845100" fill="none">
                    <a:moveTo>
                      <a:pt x="337217" y="0"/>
                    </a:moveTo>
                    <a:lnTo>
                      <a:pt x="642947" y="292320"/>
                    </a:lnTo>
                    <a:lnTo>
                      <a:pt x="114107" y="845100"/>
                    </a:lnTo>
                    <a:lnTo>
                      <a:pt x="0" y="735932"/>
                    </a:lnTo>
                    <a:moveTo>
                      <a:pt x="0" y="352486"/>
                    </a:moveTo>
                    <a:lnTo>
                      <a:pt x="337217" y="0"/>
                    </a:lnTo>
                    <a:lnTo>
                      <a:pt x="337217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22" name="Контур"/>
              <p:cNvSpPr/>
              <p:nvPr/>
            </p:nvSpPr>
            <p:spPr>
              <a:xfrm>
                <a:off x="258637" y="5866309"/>
                <a:ext cx="151164" cy="154011"/>
              </a:xfrm>
              <a:custGeom>
                <a:avLst/>
                <a:gdLst/>
                <a:ahLst/>
                <a:cxnLst/>
                <a:rect l="l" t="t" r="r" b="b"/>
                <a:pathLst>
                  <a:path w="151164" h="154011" fill="none">
                    <a:moveTo>
                      <a:pt x="0" y="69973"/>
                    </a:moveTo>
                    <a:lnTo>
                      <a:pt x="69972" y="0"/>
                    </a:lnTo>
                    <a:moveTo>
                      <a:pt x="74806" y="154011"/>
                    </a:moveTo>
                    <a:lnTo>
                      <a:pt x="151164" y="7765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23" name="Контур"/>
              <p:cNvSpPr/>
              <p:nvPr/>
            </p:nvSpPr>
            <p:spPr>
              <a:xfrm>
                <a:off x="252000" y="5793016"/>
                <a:ext cx="222827" cy="291148"/>
              </a:xfrm>
              <a:custGeom>
                <a:avLst/>
                <a:gdLst/>
                <a:ahLst/>
                <a:cxnLst/>
                <a:rect l="l" t="t" r="r" b="b"/>
                <a:pathLst>
                  <a:path w="222827" h="291148" fill="none">
                    <a:moveTo>
                      <a:pt x="0" y="0"/>
                    </a:moveTo>
                    <a:lnTo>
                      <a:pt x="114107" y="109168"/>
                    </a:lnTo>
                    <a:lnTo>
                      <a:pt x="222827" y="213118"/>
                    </a:lnTo>
                    <a:lnTo>
                      <a:pt x="148217" y="291148"/>
                    </a:lnTo>
                    <a:lnTo>
                      <a:pt x="39497" y="187198"/>
                    </a:lnTo>
                    <a:lnTo>
                      <a:pt x="45707" y="180628"/>
                    </a:lnTo>
                    <a:lnTo>
                      <a:pt x="0" y="136919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24" name="Контур"/>
              <p:cNvSpPr/>
              <p:nvPr/>
            </p:nvSpPr>
            <p:spPr>
              <a:xfrm>
                <a:off x="252000" y="4781750"/>
                <a:ext cx="292866" cy="525792"/>
              </a:xfrm>
              <a:custGeom>
                <a:avLst/>
                <a:gdLst/>
                <a:ahLst/>
                <a:cxnLst/>
                <a:rect l="l" t="t" r="r" b="b"/>
                <a:pathLst>
                  <a:path w="292866" h="525792" fill="none">
                    <a:moveTo>
                      <a:pt x="0" y="49260"/>
                    </a:moveTo>
                    <a:lnTo>
                      <a:pt x="49260" y="0"/>
                    </a:lnTo>
                    <a:moveTo>
                      <a:pt x="0" y="208104"/>
                    </a:moveTo>
                    <a:lnTo>
                      <a:pt x="130462" y="77643"/>
                    </a:lnTo>
                    <a:moveTo>
                      <a:pt x="0" y="366948"/>
                    </a:moveTo>
                    <a:lnTo>
                      <a:pt x="211664" y="155285"/>
                    </a:lnTo>
                    <a:moveTo>
                      <a:pt x="0" y="525792"/>
                    </a:moveTo>
                    <a:lnTo>
                      <a:pt x="292866" y="23292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25" name="Контур"/>
              <p:cNvSpPr/>
              <p:nvPr/>
            </p:nvSpPr>
            <p:spPr>
              <a:xfrm>
                <a:off x="252000" y="4734650"/>
                <a:ext cx="337217" cy="674878"/>
              </a:xfrm>
              <a:custGeom>
                <a:avLst/>
                <a:gdLst/>
                <a:ahLst/>
                <a:cxnLst/>
                <a:rect l="l" t="t" r="r" b="b"/>
                <a:pathLst>
                  <a:path w="337217" h="674878" fill="none">
                    <a:moveTo>
                      <a:pt x="0" y="0"/>
                    </a:moveTo>
                    <a:lnTo>
                      <a:pt x="337217" y="322434"/>
                    </a:lnTo>
                    <a:lnTo>
                      <a:pt x="0" y="674878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26" name="Контур"/>
              <p:cNvSpPr/>
              <p:nvPr/>
            </p:nvSpPr>
            <p:spPr>
              <a:xfrm>
                <a:off x="252000" y="5936282"/>
                <a:ext cx="6637" cy="6637"/>
              </a:xfrm>
              <a:custGeom>
                <a:avLst/>
                <a:gdLst/>
                <a:ahLst/>
                <a:cxnLst/>
                <a:rect l="l" t="t" r="r" b="b"/>
                <a:pathLst>
                  <a:path w="6637" h="6637" fill="none">
                    <a:moveTo>
                      <a:pt x="0" y="6637"/>
                    </a:moveTo>
                    <a:lnTo>
                      <a:pt x="6637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27" name="Контур"/>
              <p:cNvSpPr/>
              <p:nvPr/>
            </p:nvSpPr>
            <p:spPr>
              <a:xfrm>
                <a:off x="252000" y="5929935"/>
                <a:ext cx="45707" cy="91572"/>
              </a:xfrm>
              <a:custGeom>
                <a:avLst/>
                <a:gdLst/>
                <a:ahLst/>
                <a:cxnLst/>
                <a:rect l="l" t="t" r="r" b="b"/>
                <a:pathLst>
                  <a:path w="45707" h="91572" fill="none">
                    <a:moveTo>
                      <a:pt x="0" y="0"/>
                    </a:moveTo>
                    <a:lnTo>
                      <a:pt x="45707" y="43709"/>
                    </a:lnTo>
                    <a:lnTo>
                      <a:pt x="39497" y="50279"/>
                    </a:lnTo>
                    <a:lnTo>
                      <a:pt x="0" y="91572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28" name="Контур"/>
              <p:cNvSpPr/>
              <p:nvPr/>
            </p:nvSpPr>
            <p:spPr>
              <a:xfrm>
                <a:off x="252000" y="4481054"/>
                <a:ext cx="924197" cy="1097523"/>
              </a:xfrm>
              <a:custGeom>
                <a:avLst/>
                <a:gdLst/>
                <a:ahLst/>
                <a:cxnLst/>
                <a:rect l="l" t="t" r="r" b="b"/>
                <a:pathLst>
                  <a:path w="924197" h="1097523" fill="none">
                    <a:moveTo>
                      <a:pt x="0" y="32268"/>
                    </a:moveTo>
                    <a:lnTo>
                      <a:pt x="32268" y="0"/>
                    </a:lnTo>
                    <a:moveTo>
                      <a:pt x="0" y="191112"/>
                    </a:moveTo>
                    <a:lnTo>
                      <a:pt x="113609" y="77503"/>
                    </a:lnTo>
                    <a:moveTo>
                      <a:pt x="49260" y="300696"/>
                    </a:moveTo>
                    <a:lnTo>
                      <a:pt x="194951" y="155005"/>
                    </a:lnTo>
                    <a:moveTo>
                      <a:pt x="130462" y="378339"/>
                    </a:moveTo>
                    <a:lnTo>
                      <a:pt x="279494" y="229307"/>
                    </a:lnTo>
                    <a:moveTo>
                      <a:pt x="211664" y="455981"/>
                    </a:moveTo>
                    <a:lnTo>
                      <a:pt x="377947" y="289697"/>
                    </a:lnTo>
                    <a:moveTo>
                      <a:pt x="292866" y="533623"/>
                    </a:moveTo>
                    <a:lnTo>
                      <a:pt x="466105" y="360384"/>
                    </a:lnTo>
                    <a:moveTo>
                      <a:pt x="374068" y="611264"/>
                    </a:moveTo>
                    <a:lnTo>
                      <a:pt x="547479" y="437854"/>
                    </a:lnTo>
                    <a:moveTo>
                      <a:pt x="455271" y="688906"/>
                    </a:moveTo>
                    <a:lnTo>
                      <a:pt x="628853" y="515323"/>
                    </a:lnTo>
                    <a:moveTo>
                      <a:pt x="536474" y="766547"/>
                    </a:moveTo>
                    <a:lnTo>
                      <a:pt x="703533" y="599488"/>
                    </a:lnTo>
                    <a:moveTo>
                      <a:pt x="617677" y="844188"/>
                    </a:moveTo>
                    <a:lnTo>
                      <a:pt x="768120" y="693745"/>
                    </a:lnTo>
                    <a:moveTo>
                      <a:pt x="697480" y="923229"/>
                    </a:moveTo>
                    <a:lnTo>
                      <a:pt x="845077" y="775632"/>
                    </a:lnTo>
                    <a:moveTo>
                      <a:pt x="769177" y="1010376"/>
                    </a:moveTo>
                    <a:lnTo>
                      <a:pt x="924197" y="855355"/>
                    </a:lnTo>
                    <a:moveTo>
                      <a:pt x="840874" y="1097523"/>
                    </a:moveTo>
                    <a:lnTo>
                      <a:pt x="911838" y="1026559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29" name="Контур"/>
              <p:cNvSpPr/>
              <p:nvPr/>
            </p:nvSpPr>
            <p:spPr>
              <a:xfrm>
                <a:off x="252000" y="4450310"/>
                <a:ext cx="964157" cy="1148484"/>
              </a:xfrm>
              <a:custGeom>
                <a:avLst/>
                <a:gdLst/>
                <a:ahLst/>
                <a:cxnLst/>
                <a:rect l="l" t="t" r="r" b="b"/>
                <a:pathLst>
                  <a:path w="964157" h="1148484" fill="none">
                    <a:moveTo>
                      <a:pt x="0" y="0"/>
                    </a:moveTo>
                    <a:lnTo>
                      <a:pt x="261077" y="248754"/>
                    </a:lnTo>
                    <a:lnTo>
                      <a:pt x="417047" y="344424"/>
                    </a:lnTo>
                    <a:lnTo>
                      <a:pt x="677777" y="592644"/>
                    </a:lnTo>
                    <a:lnTo>
                      <a:pt x="770837" y="728454"/>
                    </a:lnTo>
                    <a:lnTo>
                      <a:pt x="782447" y="745554"/>
                    </a:lnTo>
                    <a:lnTo>
                      <a:pt x="822497" y="783624"/>
                    </a:lnTo>
                    <a:lnTo>
                      <a:pt x="964157" y="926364"/>
                    </a:lnTo>
                    <a:lnTo>
                      <a:pt x="944717" y="995394"/>
                    </a:lnTo>
                    <a:lnTo>
                      <a:pt x="887837" y="1102494"/>
                    </a:lnTo>
                    <a:lnTo>
                      <a:pt x="857507" y="1148484"/>
                    </a:lnTo>
                    <a:lnTo>
                      <a:pt x="686687" y="940854"/>
                    </a:lnTo>
                    <a:lnTo>
                      <a:pt x="642947" y="899094"/>
                    </a:lnTo>
                    <a:lnTo>
                      <a:pt x="337217" y="606774"/>
                    </a:lnTo>
                    <a:lnTo>
                      <a:pt x="0" y="28434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30" name="Контур"/>
              <p:cNvSpPr/>
              <p:nvPr/>
            </p:nvSpPr>
            <p:spPr>
              <a:xfrm>
                <a:off x="409801" y="5414562"/>
                <a:ext cx="529399" cy="529399"/>
              </a:xfrm>
              <a:custGeom>
                <a:avLst/>
                <a:gdLst/>
                <a:ahLst/>
                <a:cxnLst/>
                <a:rect l="l" t="t" r="r" b="b"/>
                <a:pathLst>
                  <a:path w="529399" h="529399" fill="none">
                    <a:moveTo>
                      <a:pt x="0" y="529399"/>
                    </a:moveTo>
                    <a:lnTo>
                      <a:pt x="529399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31" name="Контур"/>
              <p:cNvSpPr/>
              <p:nvPr/>
            </p:nvSpPr>
            <p:spPr>
              <a:xfrm>
                <a:off x="366107" y="5349404"/>
                <a:ext cx="575370" cy="656730"/>
              </a:xfrm>
              <a:custGeom>
                <a:avLst/>
                <a:gdLst/>
                <a:ahLst/>
                <a:cxnLst/>
                <a:rect l="l" t="t" r="r" b="b"/>
                <a:pathLst>
                  <a:path w="575370" h="656730" fill="none">
                    <a:moveTo>
                      <a:pt x="0" y="552780"/>
                    </a:moveTo>
                    <a:lnTo>
                      <a:pt x="528840" y="0"/>
                    </a:lnTo>
                    <a:lnTo>
                      <a:pt x="572580" y="41760"/>
                    </a:lnTo>
                    <a:lnTo>
                      <a:pt x="575370" y="169020"/>
                    </a:lnTo>
                    <a:lnTo>
                      <a:pt x="500670" y="247140"/>
                    </a:lnTo>
                    <a:lnTo>
                      <a:pt x="389790" y="324000"/>
                    </a:lnTo>
                    <a:lnTo>
                      <a:pt x="230490" y="490410"/>
                    </a:lnTo>
                    <a:lnTo>
                      <a:pt x="156690" y="606690"/>
                    </a:lnTo>
                    <a:lnTo>
                      <a:pt x="108720" y="656730"/>
                    </a:lnTo>
                    <a:lnTo>
                      <a:pt x="0" y="55278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32" name="Контур"/>
              <p:cNvSpPr/>
              <p:nvPr/>
            </p:nvSpPr>
            <p:spPr>
              <a:xfrm>
                <a:off x="252000" y="3043924"/>
                <a:ext cx="1138135" cy="3534371"/>
              </a:xfrm>
              <a:custGeom>
                <a:avLst/>
                <a:gdLst/>
                <a:ahLst/>
                <a:cxnLst/>
                <a:rect l="l" t="t" r="r" b="b"/>
                <a:pathLst>
                  <a:path w="1138135" h="3534371" fill="none">
                    <a:moveTo>
                      <a:pt x="0" y="39801"/>
                    </a:moveTo>
                    <a:lnTo>
                      <a:pt x="39801" y="0"/>
                    </a:lnTo>
                    <a:moveTo>
                      <a:pt x="0" y="198645"/>
                    </a:moveTo>
                    <a:lnTo>
                      <a:pt x="116501" y="82144"/>
                    </a:lnTo>
                    <a:moveTo>
                      <a:pt x="0" y="357490"/>
                    </a:moveTo>
                    <a:lnTo>
                      <a:pt x="192980" y="164509"/>
                    </a:lnTo>
                    <a:moveTo>
                      <a:pt x="0" y="516334"/>
                    </a:moveTo>
                    <a:lnTo>
                      <a:pt x="269460" y="246874"/>
                    </a:lnTo>
                    <a:moveTo>
                      <a:pt x="0" y="675178"/>
                    </a:moveTo>
                    <a:lnTo>
                      <a:pt x="345596" y="329582"/>
                    </a:lnTo>
                    <a:moveTo>
                      <a:pt x="0" y="834022"/>
                    </a:moveTo>
                    <a:lnTo>
                      <a:pt x="421823" y="412199"/>
                    </a:lnTo>
                    <a:moveTo>
                      <a:pt x="0" y="992866"/>
                    </a:moveTo>
                    <a:lnTo>
                      <a:pt x="498346" y="494520"/>
                    </a:lnTo>
                    <a:moveTo>
                      <a:pt x="0" y="1151710"/>
                    </a:moveTo>
                    <a:lnTo>
                      <a:pt x="572599" y="579111"/>
                    </a:lnTo>
                    <a:moveTo>
                      <a:pt x="0" y="1310554"/>
                    </a:moveTo>
                    <a:lnTo>
                      <a:pt x="640278" y="670276"/>
                    </a:lnTo>
                    <a:moveTo>
                      <a:pt x="0" y="1469398"/>
                    </a:moveTo>
                    <a:lnTo>
                      <a:pt x="706370" y="763028"/>
                    </a:lnTo>
                    <a:moveTo>
                      <a:pt x="0" y="1628242"/>
                    </a:moveTo>
                    <a:lnTo>
                      <a:pt x="769455" y="858787"/>
                    </a:lnTo>
                    <a:moveTo>
                      <a:pt x="0" y="1787086"/>
                    </a:moveTo>
                    <a:lnTo>
                      <a:pt x="826462" y="960624"/>
                    </a:lnTo>
                    <a:moveTo>
                      <a:pt x="0" y="1945930"/>
                    </a:moveTo>
                    <a:lnTo>
                      <a:pt x="879470" y="1066461"/>
                    </a:lnTo>
                    <a:moveTo>
                      <a:pt x="0" y="2104774"/>
                    </a:moveTo>
                    <a:lnTo>
                      <a:pt x="931441" y="1173333"/>
                    </a:lnTo>
                    <a:moveTo>
                      <a:pt x="0" y="2263618"/>
                    </a:moveTo>
                    <a:lnTo>
                      <a:pt x="983544" y="1280074"/>
                    </a:lnTo>
                    <a:moveTo>
                      <a:pt x="0" y="2422462"/>
                    </a:moveTo>
                    <a:lnTo>
                      <a:pt x="1061063" y="1361399"/>
                    </a:lnTo>
                    <a:moveTo>
                      <a:pt x="0" y="2581306"/>
                    </a:moveTo>
                    <a:lnTo>
                      <a:pt x="1138135" y="1443171"/>
                    </a:lnTo>
                    <a:moveTo>
                      <a:pt x="0" y="2740151"/>
                    </a:moveTo>
                    <a:lnTo>
                      <a:pt x="1109265" y="1630886"/>
                    </a:lnTo>
                    <a:moveTo>
                      <a:pt x="0" y="2898995"/>
                    </a:moveTo>
                    <a:lnTo>
                      <a:pt x="1079611" y="1819384"/>
                    </a:lnTo>
                    <a:moveTo>
                      <a:pt x="0" y="3057839"/>
                    </a:moveTo>
                    <a:lnTo>
                      <a:pt x="1034412" y="2023426"/>
                    </a:lnTo>
                    <a:moveTo>
                      <a:pt x="0" y="3216683"/>
                    </a:moveTo>
                    <a:lnTo>
                      <a:pt x="989214" y="2227469"/>
                    </a:lnTo>
                    <a:moveTo>
                      <a:pt x="0" y="3375527"/>
                    </a:moveTo>
                    <a:lnTo>
                      <a:pt x="911831" y="2463695"/>
                    </a:lnTo>
                    <a:moveTo>
                      <a:pt x="0" y="3534371"/>
                    </a:moveTo>
                    <a:lnTo>
                      <a:pt x="333400" y="320097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33" name="Контур"/>
              <p:cNvSpPr/>
              <p:nvPr/>
            </p:nvSpPr>
            <p:spPr>
              <a:xfrm>
                <a:off x="252000" y="3002999"/>
                <a:ext cx="1149911" cy="3647271"/>
              </a:xfrm>
              <a:custGeom>
                <a:avLst/>
                <a:gdLst/>
                <a:ahLst/>
                <a:cxnLst/>
                <a:rect l="l" t="t" r="r" b="b"/>
                <a:pathLst>
                  <a:path w="1149911" h="3647271" fill="none">
                    <a:moveTo>
                      <a:pt x="0" y="0"/>
                    </a:moveTo>
                    <a:lnTo>
                      <a:pt x="49211" y="50601"/>
                    </a:lnTo>
                    <a:lnTo>
                      <a:pt x="554471" y="595821"/>
                    </a:lnTo>
                    <a:lnTo>
                      <a:pt x="628991" y="695361"/>
                    </a:lnTo>
                    <a:lnTo>
                      <a:pt x="730511" y="837831"/>
                    </a:lnTo>
                    <a:lnTo>
                      <a:pt x="797291" y="943941"/>
                    </a:lnTo>
                    <a:lnTo>
                      <a:pt x="1023191" y="1397811"/>
                    </a:lnTo>
                    <a:lnTo>
                      <a:pt x="1149911" y="1407531"/>
                    </a:lnTo>
                    <a:lnTo>
                      <a:pt x="1081781" y="1850511"/>
                    </a:lnTo>
                    <a:lnTo>
                      <a:pt x="972251" y="2344971"/>
                    </a:lnTo>
                    <a:lnTo>
                      <a:pt x="944711" y="2442711"/>
                    </a:lnTo>
                    <a:lnTo>
                      <a:pt x="887831" y="2549811"/>
                    </a:lnTo>
                    <a:lnTo>
                      <a:pt x="800351" y="2678691"/>
                    </a:lnTo>
                    <a:lnTo>
                      <a:pt x="667331" y="2859681"/>
                    </a:lnTo>
                    <a:lnTo>
                      <a:pt x="647891" y="2844381"/>
                    </a:lnTo>
                    <a:lnTo>
                      <a:pt x="323081" y="3254781"/>
                    </a:lnTo>
                    <a:lnTo>
                      <a:pt x="176111" y="3467901"/>
                    </a:lnTo>
                    <a:lnTo>
                      <a:pt x="41201" y="3647271"/>
                    </a:lnTo>
                    <a:lnTo>
                      <a:pt x="6641" y="3638361"/>
                    </a:lnTo>
                    <a:lnTo>
                      <a:pt x="0" y="363386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34" name="Контур"/>
              <p:cNvSpPr/>
              <p:nvPr/>
            </p:nvSpPr>
            <p:spPr>
              <a:xfrm>
                <a:off x="252000" y="3043924"/>
                <a:ext cx="1138135" cy="3534371"/>
              </a:xfrm>
              <a:custGeom>
                <a:avLst/>
                <a:gdLst/>
                <a:ahLst/>
                <a:cxnLst/>
                <a:rect l="l" t="t" r="r" b="b"/>
                <a:pathLst>
                  <a:path w="1138135" h="3534371" fill="none">
                    <a:moveTo>
                      <a:pt x="0" y="39801"/>
                    </a:moveTo>
                    <a:lnTo>
                      <a:pt x="39801" y="0"/>
                    </a:lnTo>
                    <a:moveTo>
                      <a:pt x="0" y="198645"/>
                    </a:moveTo>
                    <a:lnTo>
                      <a:pt x="116501" y="82144"/>
                    </a:lnTo>
                    <a:moveTo>
                      <a:pt x="0" y="357490"/>
                    </a:moveTo>
                    <a:lnTo>
                      <a:pt x="192980" y="164509"/>
                    </a:lnTo>
                    <a:moveTo>
                      <a:pt x="0" y="516334"/>
                    </a:moveTo>
                    <a:lnTo>
                      <a:pt x="269460" y="246874"/>
                    </a:lnTo>
                    <a:moveTo>
                      <a:pt x="0" y="675178"/>
                    </a:moveTo>
                    <a:lnTo>
                      <a:pt x="345596" y="329582"/>
                    </a:lnTo>
                    <a:moveTo>
                      <a:pt x="0" y="834022"/>
                    </a:moveTo>
                    <a:lnTo>
                      <a:pt x="421823" y="412199"/>
                    </a:lnTo>
                    <a:moveTo>
                      <a:pt x="0" y="992866"/>
                    </a:moveTo>
                    <a:lnTo>
                      <a:pt x="498346" y="494520"/>
                    </a:lnTo>
                    <a:moveTo>
                      <a:pt x="0" y="1151710"/>
                    </a:moveTo>
                    <a:lnTo>
                      <a:pt x="572599" y="579111"/>
                    </a:lnTo>
                    <a:moveTo>
                      <a:pt x="0" y="1310554"/>
                    </a:moveTo>
                    <a:lnTo>
                      <a:pt x="640278" y="670276"/>
                    </a:lnTo>
                    <a:moveTo>
                      <a:pt x="0" y="1469398"/>
                    </a:moveTo>
                    <a:lnTo>
                      <a:pt x="706370" y="763028"/>
                    </a:lnTo>
                    <a:moveTo>
                      <a:pt x="0" y="1628242"/>
                    </a:moveTo>
                    <a:lnTo>
                      <a:pt x="769455" y="858787"/>
                    </a:lnTo>
                    <a:moveTo>
                      <a:pt x="0" y="1787086"/>
                    </a:moveTo>
                    <a:lnTo>
                      <a:pt x="826462" y="960624"/>
                    </a:lnTo>
                    <a:moveTo>
                      <a:pt x="0" y="1945930"/>
                    </a:moveTo>
                    <a:lnTo>
                      <a:pt x="879470" y="1066461"/>
                    </a:lnTo>
                    <a:moveTo>
                      <a:pt x="0" y="2104774"/>
                    </a:moveTo>
                    <a:lnTo>
                      <a:pt x="931441" y="1173333"/>
                    </a:lnTo>
                    <a:moveTo>
                      <a:pt x="0" y="2263618"/>
                    </a:moveTo>
                    <a:lnTo>
                      <a:pt x="983544" y="1280074"/>
                    </a:lnTo>
                    <a:moveTo>
                      <a:pt x="0" y="2422462"/>
                    </a:moveTo>
                    <a:lnTo>
                      <a:pt x="1061063" y="1361399"/>
                    </a:lnTo>
                    <a:moveTo>
                      <a:pt x="0" y="2581306"/>
                    </a:moveTo>
                    <a:lnTo>
                      <a:pt x="1138135" y="1443171"/>
                    </a:lnTo>
                    <a:moveTo>
                      <a:pt x="0" y="2740151"/>
                    </a:moveTo>
                    <a:lnTo>
                      <a:pt x="1109265" y="1630886"/>
                    </a:lnTo>
                    <a:moveTo>
                      <a:pt x="0" y="2898995"/>
                    </a:moveTo>
                    <a:lnTo>
                      <a:pt x="1079611" y="1819384"/>
                    </a:lnTo>
                    <a:moveTo>
                      <a:pt x="0" y="3057839"/>
                    </a:moveTo>
                    <a:lnTo>
                      <a:pt x="1034412" y="2023426"/>
                    </a:lnTo>
                    <a:moveTo>
                      <a:pt x="0" y="3216683"/>
                    </a:moveTo>
                    <a:lnTo>
                      <a:pt x="989214" y="2227469"/>
                    </a:lnTo>
                    <a:moveTo>
                      <a:pt x="0" y="3375527"/>
                    </a:moveTo>
                    <a:lnTo>
                      <a:pt x="911831" y="2463695"/>
                    </a:lnTo>
                    <a:moveTo>
                      <a:pt x="0" y="3534371"/>
                    </a:moveTo>
                    <a:lnTo>
                      <a:pt x="333400" y="320097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35" name="Контур"/>
              <p:cNvSpPr/>
              <p:nvPr/>
            </p:nvSpPr>
            <p:spPr>
              <a:xfrm>
                <a:off x="252000" y="3002999"/>
                <a:ext cx="1149911" cy="3647271"/>
              </a:xfrm>
              <a:custGeom>
                <a:avLst/>
                <a:gdLst/>
                <a:ahLst/>
                <a:cxnLst/>
                <a:rect l="l" t="t" r="r" b="b"/>
                <a:pathLst>
                  <a:path w="1149911" h="3647271" fill="none">
                    <a:moveTo>
                      <a:pt x="0" y="0"/>
                    </a:moveTo>
                    <a:lnTo>
                      <a:pt x="49211" y="50601"/>
                    </a:lnTo>
                    <a:lnTo>
                      <a:pt x="554471" y="595821"/>
                    </a:lnTo>
                    <a:lnTo>
                      <a:pt x="628991" y="695361"/>
                    </a:lnTo>
                    <a:lnTo>
                      <a:pt x="730511" y="837831"/>
                    </a:lnTo>
                    <a:lnTo>
                      <a:pt x="797291" y="943941"/>
                    </a:lnTo>
                    <a:lnTo>
                      <a:pt x="1023191" y="1397811"/>
                    </a:lnTo>
                    <a:lnTo>
                      <a:pt x="1149911" y="1407531"/>
                    </a:lnTo>
                    <a:lnTo>
                      <a:pt x="1081781" y="1850511"/>
                    </a:lnTo>
                    <a:lnTo>
                      <a:pt x="972251" y="2344971"/>
                    </a:lnTo>
                    <a:lnTo>
                      <a:pt x="944711" y="2442711"/>
                    </a:lnTo>
                    <a:lnTo>
                      <a:pt x="887831" y="2549811"/>
                    </a:lnTo>
                    <a:lnTo>
                      <a:pt x="800351" y="2678691"/>
                    </a:lnTo>
                    <a:lnTo>
                      <a:pt x="667331" y="2859681"/>
                    </a:lnTo>
                    <a:lnTo>
                      <a:pt x="647891" y="2844381"/>
                    </a:lnTo>
                    <a:lnTo>
                      <a:pt x="323081" y="3254781"/>
                    </a:lnTo>
                    <a:lnTo>
                      <a:pt x="176111" y="3467901"/>
                    </a:lnTo>
                    <a:lnTo>
                      <a:pt x="41201" y="3647271"/>
                    </a:lnTo>
                    <a:lnTo>
                      <a:pt x="6641" y="3638361"/>
                    </a:lnTo>
                    <a:lnTo>
                      <a:pt x="0" y="363386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36" name="Контур"/>
              <p:cNvSpPr/>
              <p:nvPr/>
            </p:nvSpPr>
            <p:spPr>
              <a:xfrm>
                <a:off x="252000" y="6020320"/>
                <a:ext cx="81443" cy="81443"/>
              </a:xfrm>
              <a:custGeom>
                <a:avLst/>
                <a:gdLst/>
                <a:ahLst/>
                <a:cxnLst/>
                <a:rect l="l" t="t" r="r" b="b"/>
                <a:pathLst>
                  <a:path w="81443" h="81443" fill="none">
                    <a:moveTo>
                      <a:pt x="0" y="81443"/>
                    </a:moveTo>
                    <a:lnTo>
                      <a:pt x="81443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37" name="Контур"/>
              <p:cNvSpPr/>
              <p:nvPr/>
            </p:nvSpPr>
            <p:spPr>
              <a:xfrm>
                <a:off x="252000" y="5980214"/>
                <a:ext cx="148217" cy="279620"/>
              </a:xfrm>
              <a:custGeom>
                <a:avLst/>
                <a:gdLst/>
                <a:ahLst/>
                <a:cxnLst/>
                <a:rect l="l" t="t" r="r" b="b"/>
                <a:pathLst>
                  <a:path w="148217" h="279620" fill="none">
                    <a:moveTo>
                      <a:pt x="0" y="41293"/>
                    </a:moveTo>
                    <a:lnTo>
                      <a:pt x="39497" y="0"/>
                    </a:lnTo>
                    <a:lnTo>
                      <a:pt x="148217" y="103950"/>
                    </a:lnTo>
                    <a:lnTo>
                      <a:pt x="49667" y="206910"/>
                    </a:lnTo>
                    <a:lnTo>
                      <a:pt x="0" y="27962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38" name="Контур"/>
              <p:cNvSpPr/>
              <p:nvPr/>
            </p:nvSpPr>
            <p:spPr>
              <a:xfrm>
                <a:off x="296541" y="6594376"/>
                <a:ext cx="98222" cy="98222"/>
              </a:xfrm>
              <a:custGeom>
                <a:avLst/>
                <a:gdLst/>
                <a:ahLst/>
                <a:cxnLst/>
                <a:rect l="l" t="t" r="r" b="b"/>
                <a:pathLst>
                  <a:path w="98222" h="98222" fill="none">
                    <a:moveTo>
                      <a:pt x="0" y="98222"/>
                    </a:moveTo>
                    <a:lnTo>
                      <a:pt x="98222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39" name="Контур"/>
              <p:cNvSpPr/>
              <p:nvPr/>
            </p:nvSpPr>
            <p:spPr>
              <a:xfrm>
                <a:off x="266657" y="6550184"/>
                <a:ext cx="146880" cy="160920"/>
              </a:xfrm>
              <a:custGeom>
                <a:avLst/>
                <a:gdLst/>
                <a:ahLst/>
                <a:cxnLst/>
                <a:rect l="l" t="t" r="r" b="b"/>
                <a:pathLst>
                  <a:path w="146880" h="160920" fill="none">
                    <a:moveTo>
                      <a:pt x="101790" y="0"/>
                    </a:moveTo>
                    <a:lnTo>
                      <a:pt x="102870" y="2700"/>
                    </a:lnTo>
                    <a:lnTo>
                      <a:pt x="146880" y="75060"/>
                    </a:lnTo>
                    <a:lnTo>
                      <a:pt x="115650" y="121410"/>
                    </a:lnTo>
                    <a:lnTo>
                      <a:pt x="90000" y="102510"/>
                    </a:lnTo>
                    <a:lnTo>
                      <a:pt x="41130" y="160920"/>
                    </a:lnTo>
                    <a:lnTo>
                      <a:pt x="0" y="93240"/>
                    </a:lnTo>
                    <a:lnTo>
                      <a:pt x="26550" y="100080"/>
                    </a:lnTo>
                    <a:lnTo>
                      <a:pt x="10179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40" name="Контур"/>
              <p:cNvSpPr/>
              <p:nvPr/>
            </p:nvSpPr>
            <p:spPr>
              <a:xfrm>
                <a:off x="252000" y="6692598"/>
                <a:ext cx="44541" cy="44541"/>
              </a:xfrm>
              <a:custGeom>
                <a:avLst/>
                <a:gdLst/>
                <a:ahLst/>
                <a:cxnLst/>
                <a:rect l="l" t="t" r="r" b="b"/>
                <a:pathLst>
                  <a:path w="44541" h="44541" fill="none">
                    <a:moveTo>
                      <a:pt x="0" y="44541"/>
                    </a:moveTo>
                    <a:lnTo>
                      <a:pt x="44541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41" name="Контур"/>
              <p:cNvSpPr/>
              <p:nvPr/>
            </p:nvSpPr>
            <p:spPr>
              <a:xfrm>
                <a:off x="252000" y="6636837"/>
                <a:ext cx="55787" cy="140898"/>
              </a:xfrm>
              <a:custGeom>
                <a:avLst/>
                <a:gdLst/>
                <a:ahLst/>
                <a:cxnLst/>
                <a:rect l="l" t="t" r="r" b="b"/>
                <a:pathLst>
                  <a:path w="55787" h="140898" fill="none">
                    <a:moveTo>
                      <a:pt x="14657" y="6587"/>
                    </a:moveTo>
                    <a:lnTo>
                      <a:pt x="55787" y="74267"/>
                    </a:lnTo>
                    <a:lnTo>
                      <a:pt x="0" y="140898"/>
                    </a:lnTo>
                    <a:moveTo>
                      <a:pt x="0" y="0"/>
                    </a:moveTo>
                    <a:lnTo>
                      <a:pt x="6647" y="4517"/>
                    </a:lnTo>
                    <a:lnTo>
                      <a:pt x="14657" y="6587"/>
                    </a:lnTo>
                    <a:lnTo>
                      <a:pt x="14657" y="6587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42" name="Контур"/>
              <p:cNvSpPr/>
              <p:nvPr/>
            </p:nvSpPr>
            <p:spPr>
              <a:xfrm>
                <a:off x="252000" y="5404283"/>
                <a:ext cx="840874" cy="1174012"/>
              </a:xfrm>
              <a:custGeom>
                <a:avLst/>
                <a:gdLst/>
                <a:ahLst/>
                <a:cxnLst/>
                <a:rect l="l" t="t" r="r" b="b"/>
                <a:pathLst>
                  <a:path w="840874" h="1174012" fill="none">
                    <a:moveTo>
                      <a:pt x="687200" y="10279"/>
                    </a:moveTo>
                    <a:lnTo>
                      <a:pt x="697480" y="0"/>
                    </a:lnTo>
                    <a:moveTo>
                      <a:pt x="0" y="856324"/>
                    </a:moveTo>
                    <a:lnTo>
                      <a:pt x="769177" y="87147"/>
                    </a:lnTo>
                    <a:moveTo>
                      <a:pt x="0" y="1015168"/>
                    </a:moveTo>
                    <a:lnTo>
                      <a:pt x="330053" y="685115"/>
                    </a:lnTo>
                    <a:moveTo>
                      <a:pt x="790696" y="224472"/>
                    </a:moveTo>
                    <a:lnTo>
                      <a:pt x="840874" y="174294"/>
                    </a:lnTo>
                    <a:moveTo>
                      <a:pt x="0" y="1174012"/>
                    </a:moveTo>
                    <a:lnTo>
                      <a:pt x="91109" y="108290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43" name="Контур"/>
              <p:cNvSpPr/>
              <p:nvPr/>
            </p:nvSpPr>
            <p:spPr>
              <a:xfrm>
                <a:off x="252000" y="5391164"/>
                <a:ext cx="857507" cy="1259100"/>
              </a:xfrm>
              <a:custGeom>
                <a:avLst/>
                <a:gdLst/>
                <a:ahLst/>
                <a:cxnLst/>
                <a:rect l="l" t="t" r="r" b="b"/>
                <a:pathLst>
                  <a:path w="857507" h="1259100" fill="none">
                    <a:moveTo>
                      <a:pt x="270797" y="564930"/>
                    </a:moveTo>
                    <a:lnTo>
                      <a:pt x="344597" y="448650"/>
                    </a:lnTo>
                    <a:lnTo>
                      <a:pt x="503897" y="282240"/>
                    </a:lnTo>
                    <a:lnTo>
                      <a:pt x="614777" y="205380"/>
                    </a:lnTo>
                    <a:lnTo>
                      <a:pt x="689477" y="127260"/>
                    </a:lnTo>
                    <a:lnTo>
                      <a:pt x="686687" y="0"/>
                    </a:lnTo>
                    <a:lnTo>
                      <a:pt x="857507" y="207630"/>
                    </a:lnTo>
                    <a:lnTo>
                      <a:pt x="836987" y="237780"/>
                    </a:lnTo>
                    <a:lnTo>
                      <a:pt x="770837" y="237510"/>
                    </a:lnTo>
                    <a:lnTo>
                      <a:pt x="147227" y="889290"/>
                    </a:lnTo>
                    <a:lnTo>
                      <a:pt x="105917" y="949860"/>
                    </a:lnTo>
                    <a:lnTo>
                      <a:pt x="86117" y="1020420"/>
                    </a:lnTo>
                    <a:lnTo>
                      <a:pt x="90167" y="1093680"/>
                    </a:lnTo>
                    <a:lnTo>
                      <a:pt x="116447" y="1159020"/>
                    </a:lnTo>
                    <a:lnTo>
                      <a:pt x="41207" y="1259100"/>
                    </a:lnTo>
                    <a:lnTo>
                      <a:pt x="14657" y="1252260"/>
                    </a:lnTo>
                    <a:lnTo>
                      <a:pt x="2237" y="1231830"/>
                    </a:lnTo>
                    <a:lnTo>
                      <a:pt x="0" y="1226271"/>
                    </a:lnTo>
                    <a:moveTo>
                      <a:pt x="0" y="868670"/>
                    </a:moveTo>
                    <a:lnTo>
                      <a:pt x="49667" y="795960"/>
                    </a:lnTo>
                    <a:lnTo>
                      <a:pt x="270797" y="564930"/>
                    </a:lnTo>
                    <a:lnTo>
                      <a:pt x="270797" y="56493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44" name="Контур"/>
              <p:cNvSpPr/>
              <p:nvPr/>
            </p:nvSpPr>
            <p:spPr>
              <a:xfrm>
                <a:off x="343109" y="6364536"/>
                <a:ext cx="122650" cy="122650"/>
              </a:xfrm>
              <a:custGeom>
                <a:avLst/>
                <a:gdLst/>
                <a:ahLst/>
                <a:cxnLst/>
                <a:rect l="l" t="t" r="r" b="b"/>
                <a:pathLst>
                  <a:path w="122650" h="122650" fill="none">
                    <a:moveTo>
                      <a:pt x="0" y="122650"/>
                    </a:moveTo>
                    <a:lnTo>
                      <a:pt x="122650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45" name="Контур"/>
              <p:cNvSpPr/>
              <p:nvPr/>
            </p:nvSpPr>
            <p:spPr>
              <a:xfrm>
                <a:off x="338117" y="6270644"/>
                <a:ext cx="144810" cy="279540"/>
              </a:xfrm>
              <a:custGeom>
                <a:avLst/>
                <a:gdLst/>
                <a:ahLst/>
                <a:cxnLst/>
                <a:rect l="l" t="t" r="r" b="b"/>
                <a:pathLst>
                  <a:path w="144810" h="279540" fill="none">
                    <a:moveTo>
                      <a:pt x="61110" y="9810"/>
                    </a:moveTo>
                    <a:lnTo>
                      <a:pt x="70560" y="0"/>
                    </a:lnTo>
                    <a:lnTo>
                      <a:pt x="144810" y="122130"/>
                    </a:lnTo>
                    <a:lnTo>
                      <a:pt x="90000" y="200250"/>
                    </a:lnTo>
                    <a:lnTo>
                      <a:pt x="30330" y="279540"/>
                    </a:lnTo>
                    <a:lnTo>
                      <a:pt x="4050" y="214200"/>
                    </a:lnTo>
                    <a:lnTo>
                      <a:pt x="0" y="140940"/>
                    </a:lnTo>
                    <a:lnTo>
                      <a:pt x="19800" y="70380"/>
                    </a:lnTo>
                    <a:lnTo>
                      <a:pt x="61110" y="981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46" name="Контур"/>
              <p:cNvSpPr/>
              <p:nvPr/>
            </p:nvSpPr>
            <p:spPr>
              <a:xfrm>
                <a:off x="252000" y="4590977"/>
                <a:ext cx="2609197" cy="3004277"/>
              </a:xfrm>
              <a:custGeom>
                <a:avLst/>
                <a:gdLst/>
                <a:ahLst/>
                <a:cxnLst/>
                <a:rect l="l" t="t" r="r" b="b"/>
                <a:pathLst>
                  <a:path w="2609197" h="3004277" fill="none">
                    <a:moveTo>
                      <a:pt x="866135" y="1121183"/>
                    </a:moveTo>
                    <a:lnTo>
                      <a:pt x="1785123" y="202195"/>
                    </a:lnTo>
                    <a:moveTo>
                      <a:pt x="335525" y="1810637"/>
                    </a:moveTo>
                    <a:lnTo>
                      <a:pt x="883189" y="1262973"/>
                    </a:lnTo>
                    <a:moveTo>
                      <a:pt x="916252" y="1229910"/>
                    </a:moveTo>
                    <a:lnTo>
                      <a:pt x="2146162" y="0"/>
                    </a:lnTo>
                    <a:moveTo>
                      <a:pt x="0" y="2305006"/>
                    </a:moveTo>
                    <a:lnTo>
                      <a:pt x="2215684" y="89322"/>
                    </a:lnTo>
                    <a:moveTo>
                      <a:pt x="0" y="2463850"/>
                    </a:moveTo>
                    <a:lnTo>
                      <a:pt x="2285232" y="178618"/>
                    </a:lnTo>
                    <a:moveTo>
                      <a:pt x="0" y="2622694"/>
                    </a:moveTo>
                    <a:lnTo>
                      <a:pt x="2383109" y="239585"/>
                    </a:lnTo>
                    <a:moveTo>
                      <a:pt x="0" y="2781538"/>
                    </a:moveTo>
                    <a:lnTo>
                      <a:pt x="2443046" y="338492"/>
                    </a:lnTo>
                    <a:moveTo>
                      <a:pt x="0" y="2940382"/>
                    </a:moveTo>
                    <a:lnTo>
                      <a:pt x="2472534" y="467848"/>
                    </a:lnTo>
                    <a:moveTo>
                      <a:pt x="94950" y="3004277"/>
                    </a:moveTo>
                    <a:lnTo>
                      <a:pt x="2462983" y="636243"/>
                    </a:lnTo>
                    <a:moveTo>
                      <a:pt x="484849" y="2773222"/>
                    </a:moveTo>
                    <a:lnTo>
                      <a:pt x="2519235" y="738836"/>
                    </a:lnTo>
                    <a:moveTo>
                      <a:pt x="920568" y="2496347"/>
                    </a:moveTo>
                    <a:lnTo>
                      <a:pt x="2575486" y="841428"/>
                    </a:lnTo>
                    <a:moveTo>
                      <a:pt x="1326226" y="2249533"/>
                    </a:moveTo>
                    <a:lnTo>
                      <a:pt x="2609197" y="96656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47" name="Контур"/>
              <p:cNvSpPr/>
              <p:nvPr/>
            </p:nvSpPr>
            <p:spPr>
              <a:xfrm>
                <a:off x="252000" y="4513220"/>
                <a:ext cx="2631851" cy="3138301"/>
              </a:xfrm>
              <a:custGeom>
                <a:avLst/>
                <a:gdLst/>
                <a:ahLst/>
                <a:cxnLst/>
                <a:rect l="l" t="t" r="r" b="b"/>
                <a:pathLst>
                  <a:path w="2631851" h="3138301" fill="none">
                    <a:moveTo>
                      <a:pt x="2085641" y="0"/>
                    </a:moveTo>
                    <a:lnTo>
                      <a:pt x="2313251" y="291420"/>
                    </a:lnTo>
                    <a:lnTo>
                      <a:pt x="2347541" y="272610"/>
                    </a:lnTo>
                    <a:lnTo>
                      <a:pt x="2415311" y="357840"/>
                    </a:lnTo>
                    <a:lnTo>
                      <a:pt x="2483261" y="500940"/>
                    </a:lnTo>
                    <a:lnTo>
                      <a:pt x="2441501" y="674820"/>
                    </a:lnTo>
                    <a:lnTo>
                      <a:pt x="2621321" y="1002780"/>
                    </a:lnTo>
                    <a:lnTo>
                      <a:pt x="2595761" y="1014120"/>
                    </a:lnTo>
                    <a:lnTo>
                      <a:pt x="2631851" y="1095030"/>
                    </a:lnTo>
                    <a:lnTo>
                      <a:pt x="2581091" y="1157130"/>
                    </a:lnTo>
                    <a:lnTo>
                      <a:pt x="1733471" y="1972710"/>
                    </a:lnTo>
                    <a:lnTo>
                      <a:pt x="1687931" y="2032740"/>
                    </a:lnTo>
                    <a:lnTo>
                      <a:pt x="1540151" y="2170890"/>
                    </a:lnTo>
                    <a:lnTo>
                      <a:pt x="1422521" y="2265570"/>
                    </a:lnTo>
                    <a:lnTo>
                      <a:pt x="907721" y="2581920"/>
                    </a:lnTo>
                    <a:lnTo>
                      <a:pt x="786311" y="2647710"/>
                    </a:lnTo>
                    <a:lnTo>
                      <a:pt x="584711" y="2791800"/>
                    </a:lnTo>
                    <a:lnTo>
                      <a:pt x="0" y="3138301"/>
                    </a:lnTo>
                    <a:moveTo>
                      <a:pt x="0" y="2264462"/>
                    </a:moveTo>
                    <a:lnTo>
                      <a:pt x="104651" y="2139480"/>
                    </a:lnTo>
                    <a:lnTo>
                      <a:pt x="130301" y="2158380"/>
                    </a:lnTo>
                    <a:lnTo>
                      <a:pt x="182051" y="2081610"/>
                    </a:lnTo>
                    <a:lnTo>
                      <a:pt x="624491" y="1524600"/>
                    </a:lnTo>
                    <a:lnTo>
                      <a:pt x="769661" y="1384290"/>
                    </a:lnTo>
                    <a:lnTo>
                      <a:pt x="781811" y="1378080"/>
                    </a:lnTo>
                    <a:lnTo>
                      <a:pt x="818441" y="1374390"/>
                    </a:lnTo>
                    <a:lnTo>
                      <a:pt x="922661" y="1320210"/>
                    </a:lnTo>
                    <a:lnTo>
                      <a:pt x="856961" y="1177110"/>
                    </a:lnTo>
                    <a:lnTo>
                      <a:pt x="973061" y="1040850"/>
                    </a:lnTo>
                    <a:lnTo>
                      <a:pt x="1252781" y="751050"/>
                    </a:lnTo>
                    <a:lnTo>
                      <a:pt x="1763441" y="300150"/>
                    </a:lnTo>
                    <a:lnTo>
                      <a:pt x="2085641" y="0"/>
                    </a:lnTo>
                    <a:lnTo>
                      <a:pt x="2085641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48" name="Контур"/>
              <p:cNvSpPr/>
              <p:nvPr/>
            </p:nvSpPr>
            <p:spPr>
              <a:xfrm>
                <a:off x="356585" y="6693162"/>
                <a:ext cx="473772" cy="649411"/>
              </a:xfrm>
              <a:custGeom>
                <a:avLst/>
                <a:gdLst/>
                <a:ahLst/>
                <a:cxnLst/>
                <a:rect l="l" t="t" r="r" b="b"/>
                <a:pathLst>
                  <a:path w="473772" h="649411" fill="none">
                    <a:moveTo>
                      <a:pt x="0" y="98236"/>
                    </a:moveTo>
                    <a:lnTo>
                      <a:pt x="98236" y="0"/>
                    </a:lnTo>
                    <a:moveTo>
                      <a:pt x="60045" y="197035"/>
                    </a:moveTo>
                    <a:lnTo>
                      <a:pt x="158286" y="98794"/>
                    </a:lnTo>
                    <a:moveTo>
                      <a:pt x="120090" y="295834"/>
                    </a:moveTo>
                    <a:lnTo>
                      <a:pt x="218337" y="197588"/>
                    </a:lnTo>
                    <a:moveTo>
                      <a:pt x="180135" y="394633"/>
                    </a:moveTo>
                    <a:lnTo>
                      <a:pt x="278387" y="296381"/>
                    </a:lnTo>
                    <a:moveTo>
                      <a:pt x="240180" y="493432"/>
                    </a:moveTo>
                    <a:lnTo>
                      <a:pt x="338437" y="395175"/>
                    </a:lnTo>
                    <a:moveTo>
                      <a:pt x="300225" y="592232"/>
                    </a:moveTo>
                    <a:lnTo>
                      <a:pt x="398488" y="493968"/>
                    </a:lnTo>
                    <a:moveTo>
                      <a:pt x="401889" y="649411"/>
                    </a:moveTo>
                    <a:lnTo>
                      <a:pt x="473772" y="57752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49" name="Контур"/>
              <p:cNvSpPr/>
              <p:nvPr/>
            </p:nvSpPr>
            <p:spPr>
              <a:xfrm>
                <a:off x="307787" y="6625244"/>
                <a:ext cx="555660" cy="770400"/>
              </a:xfrm>
              <a:custGeom>
                <a:avLst/>
                <a:gdLst/>
                <a:ahLst/>
                <a:cxnLst/>
                <a:rect l="l" t="t" r="r" b="b"/>
                <a:pathLst>
                  <a:path w="555660" h="770400" fill="none">
                    <a:moveTo>
                      <a:pt x="105750" y="0"/>
                    </a:moveTo>
                    <a:lnTo>
                      <a:pt x="493830" y="638460"/>
                    </a:lnTo>
                    <a:lnTo>
                      <a:pt x="555660" y="653490"/>
                    </a:lnTo>
                    <a:lnTo>
                      <a:pt x="363420" y="770400"/>
                    </a:lnTo>
                    <a:lnTo>
                      <a:pt x="378450" y="708570"/>
                    </a:lnTo>
                    <a:lnTo>
                      <a:pt x="0" y="85860"/>
                    </a:lnTo>
                    <a:lnTo>
                      <a:pt x="48870" y="27450"/>
                    </a:lnTo>
                    <a:lnTo>
                      <a:pt x="74520" y="46350"/>
                    </a:lnTo>
                    <a:lnTo>
                      <a:pt x="10575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50" name="Контур"/>
              <p:cNvSpPr/>
              <p:nvPr/>
            </p:nvSpPr>
            <p:spPr>
              <a:xfrm>
                <a:off x="252000" y="6791398"/>
                <a:ext cx="404810" cy="797707"/>
              </a:xfrm>
              <a:custGeom>
                <a:avLst/>
                <a:gdLst/>
                <a:ahLst/>
                <a:cxnLst/>
                <a:rect l="l" t="t" r="r" b="b"/>
                <a:pathLst>
                  <a:path w="404810" h="797707" fill="none">
                    <a:moveTo>
                      <a:pt x="0" y="104585"/>
                    </a:moveTo>
                    <a:lnTo>
                      <a:pt x="104585" y="0"/>
                    </a:lnTo>
                    <a:moveTo>
                      <a:pt x="0" y="263429"/>
                    </a:moveTo>
                    <a:lnTo>
                      <a:pt x="164630" y="98799"/>
                    </a:lnTo>
                    <a:moveTo>
                      <a:pt x="0" y="422273"/>
                    </a:moveTo>
                    <a:lnTo>
                      <a:pt x="224675" y="197598"/>
                    </a:lnTo>
                    <a:moveTo>
                      <a:pt x="0" y="581117"/>
                    </a:moveTo>
                    <a:lnTo>
                      <a:pt x="284720" y="296397"/>
                    </a:lnTo>
                    <a:moveTo>
                      <a:pt x="0" y="739961"/>
                    </a:moveTo>
                    <a:lnTo>
                      <a:pt x="344765" y="395196"/>
                    </a:lnTo>
                    <a:moveTo>
                      <a:pt x="101099" y="797707"/>
                    </a:moveTo>
                    <a:lnTo>
                      <a:pt x="404810" y="49399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51" name="Контур"/>
              <p:cNvSpPr/>
              <p:nvPr/>
            </p:nvSpPr>
            <p:spPr>
              <a:xfrm>
                <a:off x="252000" y="6711104"/>
                <a:ext cx="434237" cy="937426"/>
              </a:xfrm>
              <a:custGeom>
                <a:avLst/>
                <a:gdLst/>
                <a:ahLst/>
                <a:cxnLst/>
                <a:rect l="l" t="t" r="r" b="b"/>
                <a:pathLst>
                  <a:path w="434237" h="937426" fill="none">
                    <a:moveTo>
                      <a:pt x="55787" y="0"/>
                    </a:moveTo>
                    <a:lnTo>
                      <a:pt x="434237" y="622710"/>
                    </a:lnTo>
                    <a:lnTo>
                      <a:pt x="419207" y="684540"/>
                    </a:lnTo>
                    <a:lnTo>
                      <a:pt x="33107" y="919350"/>
                    </a:lnTo>
                    <a:lnTo>
                      <a:pt x="0" y="937426"/>
                    </a:lnTo>
                    <a:moveTo>
                      <a:pt x="0" y="66618"/>
                    </a:moveTo>
                    <a:lnTo>
                      <a:pt x="55787" y="0"/>
                    </a:lnTo>
                    <a:lnTo>
                      <a:pt x="55787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52" name="Контур"/>
              <p:cNvSpPr/>
              <p:nvPr/>
            </p:nvSpPr>
            <p:spPr>
              <a:xfrm>
                <a:off x="252000" y="6791398"/>
                <a:ext cx="404810" cy="797707"/>
              </a:xfrm>
              <a:custGeom>
                <a:avLst/>
                <a:gdLst/>
                <a:ahLst/>
                <a:cxnLst/>
                <a:rect l="l" t="t" r="r" b="b"/>
                <a:pathLst>
                  <a:path w="404810" h="797707" fill="none">
                    <a:moveTo>
                      <a:pt x="0" y="104585"/>
                    </a:moveTo>
                    <a:lnTo>
                      <a:pt x="104585" y="0"/>
                    </a:lnTo>
                    <a:moveTo>
                      <a:pt x="0" y="263429"/>
                    </a:moveTo>
                    <a:lnTo>
                      <a:pt x="164630" y="98799"/>
                    </a:lnTo>
                    <a:moveTo>
                      <a:pt x="0" y="422273"/>
                    </a:moveTo>
                    <a:lnTo>
                      <a:pt x="224675" y="197598"/>
                    </a:lnTo>
                    <a:moveTo>
                      <a:pt x="0" y="581117"/>
                    </a:moveTo>
                    <a:lnTo>
                      <a:pt x="284720" y="296397"/>
                    </a:lnTo>
                    <a:moveTo>
                      <a:pt x="0" y="739961"/>
                    </a:moveTo>
                    <a:lnTo>
                      <a:pt x="344765" y="395196"/>
                    </a:lnTo>
                    <a:moveTo>
                      <a:pt x="101099" y="797707"/>
                    </a:moveTo>
                    <a:lnTo>
                      <a:pt x="404810" y="49399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53" name="Контур"/>
              <p:cNvSpPr/>
              <p:nvPr/>
            </p:nvSpPr>
            <p:spPr>
              <a:xfrm>
                <a:off x="252000" y="6711104"/>
                <a:ext cx="434237" cy="937426"/>
              </a:xfrm>
              <a:custGeom>
                <a:avLst/>
                <a:gdLst/>
                <a:ahLst/>
                <a:cxnLst/>
                <a:rect l="l" t="t" r="r" b="b"/>
                <a:pathLst>
                  <a:path w="434237" h="937426" fill="none">
                    <a:moveTo>
                      <a:pt x="55787" y="0"/>
                    </a:moveTo>
                    <a:lnTo>
                      <a:pt x="434237" y="622710"/>
                    </a:lnTo>
                    <a:lnTo>
                      <a:pt x="419207" y="684540"/>
                    </a:lnTo>
                    <a:lnTo>
                      <a:pt x="33107" y="919350"/>
                    </a:lnTo>
                    <a:lnTo>
                      <a:pt x="0" y="937426"/>
                    </a:lnTo>
                    <a:moveTo>
                      <a:pt x="0" y="66618"/>
                    </a:moveTo>
                    <a:lnTo>
                      <a:pt x="55787" y="0"/>
                    </a:lnTo>
                    <a:lnTo>
                      <a:pt x="55787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54" name="Контур"/>
              <p:cNvSpPr/>
              <p:nvPr/>
            </p:nvSpPr>
            <p:spPr>
              <a:xfrm>
                <a:off x="356585" y="6693162"/>
                <a:ext cx="473772" cy="649411"/>
              </a:xfrm>
              <a:custGeom>
                <a:avLst/>
                <a:gdLst/>
                <a:ahLst/>
                <a:cxnLst/>
                <a:rect l="l" t="t" r="r" b="b"/>
                <a:pathLst>
                  <a:path w="473772" h="649411" fill="none">
                    <a:moveTo>
                      <a:pt x="0" y="98236"/>
                    </a:moveTo>
                    <a:lnTo>
                      <a:pt x="98236" y="0"/>
                    </a:lnTo>
                    <a:moveTo>
                      <a:pt x="60045" y="197035"/>
                    </a:moveTo>
                    <a:lnTo>
                      <a:pt x="158286" y="98794"/>
                    </a:lnTo>
                    <a:moveTo>
                      <a:pt x="120090" y="295834"/>
                    </a:moveTo>
                    <a:lnTo>
                      <a:pt x="218337" y="197588"/>
                    </a:lnTo>
                    <a:moveTo>
                      <a:pt x="180135" y="394633"/>
                    </a:moveTo>
                    <a:lnTo>
                      <a:pt x="278387" y="296381"/>
                    </a:lnTo>
                    <a:moveTo>
                      <a:pt x="240180" y="493432"/>
                    </a:moveTo>
                    <a:lnTo>
                      <a:pt x="338437" y="395175"/>
                    </a:lnTo>
                    <a:moveTo>
                      <a:pt x="300225" y="592232"/>
                    </a:moveTo>
                    <a:lnTo>
                      <a:pt x="398488" y="493968"/>
                    </a:lnTo>
                    <a:moveTo>
                      <a:pt x="401889" y="649411"/>
                    </a:moveTo>
                    <a:lnTo>
                      <a:pt x="473772" y="57752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55" name="Контур"/>
              <p:cNvSpPr/>
              <p:nvPr/>
            </p:nvSpPr>
            <p:spPr>
              <a:xfrm>
                <a:off x="307787" y="6625244"/>
                <a:ext cx="555660" cy="770400"/>
              </a:xfrm>
              <a:custGeom>
                <a:avLst/>
                <a:gdLst/>
                <a:ahLst/>
                <a:cxnLst/>
                <a:rect l="l" t="t" r="r" b="b"/>
                <a:pathLst>
                  <a:path w="555660" h="770400" fill="none">
                    <a:moveTo>
                      <a:pt x="105750" y="0"/>
                    </a:moveTo>
                    <a:lnTo>
                      <a:pt x="493830" y="638460"/>
                    </a:lnTo>
                    <a:lnTo>
                      <a:pt x="555660" y="653490"/>
                    </a:lnTo>
                    <a:lnTo>
                      <a:pt x="363420" y="770400"/>
                    </a:lnTo>
                    <a:lnTo>
                      <a:pt x="378450" y="708570"/>
                    </a:lnTo>
                    <a:lnTo>
                      <a:pt x="0" y="85860"/>
                    </a:lnTo>
                    <a:lnTo>
                      <a:pt x="48870" y="27450"/>
                    </a:lnTo>
                    <a:lnTo>
                      <a:pt x="74520" y="46350"/>
                    </a:lnTo>
                    <a:lnTo>
                      <a:pt x="10575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56" name="Контур"/>
              <p:cNvSpPr/>
              <p:nvPr/>
            </p:nvSpPr>
            <p:spPr>
              <a:xfrm>
                <a:off x="356585" y="6693162"/>
                <a:ext cx="473772" cy="649411"/>
              </a:xfrm>
              <a:custGeom>
                <a:avLst/>
                <a:gdLst/>
                <a:ahLst/>
                <a:cxnLst/>
                <a:rect l="l" t="t" r="r" b="b"/>
                <a:pathLst>
                  <a:path w="473772" h="649411" fill="none">
                    <a:moveTo>
                      <a:pt x="0" y="98236"/>
                    </a:moveTo>
                    <a:lnTo>
                      <a:pt x="98236" y="0"/>
                    </a:lnTo>
                    <a:moveTo>
                      <a:pt x="60045" y="197035"/>
                    </a:moveTo>
                    <a:lnTo>
                      <a:pt x="158286" y="98794"/>
                    </a:lnTo>
                    <a:moveTo>
                      <a:pt x="120090" y="295834"/>
                    </a:moveTo>
                    <a:lnTo>
                      <a:pt x="218337" y="197588"/>
                    </a:lnTo>
                    <a:moveTo>
                      <a:pt x="180135" y="394633"/>
                    </a:moveTo>
                    <a:lnTo>
                      <a:pt x="278387" y="296381"/>
                    </a:lnTo>
                    <a:moveTo>
                      <a:pt x="240180" y="493432"/>
                    </a:moveTo>
                    <a:lnTo>
                      <a:pt x="338437" y="395175"/>
                    </a:lnTo>
                    <a:moveTo>
                      <a:pt x="300225" y="592232"/>
                    </a:moveTo>
                    <a:lnTo>
                      <a:pt x="398488" y="493968"/>
                    </a:lnTo>
                    <a:moveTo>
                      <a:pt x="401889" y="649411"/>
                    </a:moveTo>
                    <a:lnTo>
                      <a:pt x="473772" y="57752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57" name="Контур"/>
              <p:cNvSpPr/>
              <p:nvPr/>
            </p:nvSpPr>
            <p:spPr>
              <a:xfrm>
                <a:off x="307787" y="6625244"/>
                <a:ext cx="555660" cy="770400"/>
              </a:xfrm>
              <a:custGeom>
                <a:avLst/>
                <a:gdLst/>
                <a:ahLst/>
                <a:cxnLst/>
                <a:rect l="l" t="t" r="r" b="b"/>
                <a:pathLst>
                  <a:path w="555660" h="770400" fill="none">
                    <a:moveTo>
                      <a:pt x="105750" y="0"/>
                    </a:moveTo>
                    <a:lnTo>
                      <a:pt x="493830" y="638460"/>
                    </a:lnTo>
                    <a:lnTo>
                      <a:pt x="555660" y="653490"/>
                    </a:lnTo>
                    <a:lnTo>
                      <a:pt x="363420" y="770400"/>
                    </a:lnTo>
                    <a:lnTo>
                      <a:pt x="378450" y="708570"/>
                    </a:lnTo>
                    <a:lnTo>
                      <a:pt x="0" y="85860"/>
                    </a:lnTo>
                    <a:lnTo>
                      <a:pt x="48870" y="27450"/>
                    </a:lnTo>
                    <a:lnTo>
                      <a:pt x="74520" y="46350"/>
                    </a:lnTo>
                    <a:lnTo>
                      <a:pt x="10575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58" name="Контур"/>
              <p:cNvSpPr/>
              <p:nvPr/>
            </p:nvSpPr>
            <p:spPr>
              <a:xfrm>
                <a:off x="252000" y="3043924"/>
                <a:ext cx="1138135" cy="3534371"/>
              </a:xfrm>
              <a:custGeom>
                <a:avLst/>
                <a:gdLst/>
                <a:ahLst/>
                <a:cxnLst/>
                <a:rect l="l" t="t" r="r" b="b"/>
                <a:pathLst>
                  <a:path w="1138135" h="3534371" fill="none">
                    <a:moveTo>
                      <a:pt x="0" y="39801"/>
                    </a:moveTo>
                    <a:lnTo>
                      <a:pt x="39801" y="0"/>
                    </a:lnTo>
                    <a:moveTo>
                      <a:pt x="0" y="198645"/>
                    </a:moveTo>
                    <a:lnTo>
                      <a:pt x="116501" y="82144"/>
                    </a:lnTo>
                    <a:moveTo>
                      <a:pt x="0" y="357490"/>
                    </a:moveTo>
                    <a:lnTo>
                      <a:pt x="192980" y="164509"/>
                    </a:lnTo>
                    <a:moveTo>
                      <a:pt x="0" y="516334"/>
                    </a:moveTo>
                    <a:lnTo>
                      <a:pt x="269460" y="246874"/>
                    </a:lnTo>
                    <a:moveTo>
                      <a:pt x="0" y="675178"/>
                    </a:moveTo>
                    <a:lnTo>
                      <a:pt x="345596" y="329582"/>
                    </a:lnTo>
                    <a:moveTo>
                      <a:pt x="0" y="834022"/>
                    </a:moveTo>
                    <a:lnTo>
                      <a:pt x="421823" y="412199"/>
                    </a:lnTo>
                    <a:moveTo>
                      <a:pt x="0" y="992866"/>
                    </a:moveTo>
                    <a:lnTo>
                      <a:pt x="498346" y="494520"/>
                    </a:lnTo>
                    <a:moveTo>
                      <a:pt x="0" y="1151710"/>
                    </a:moveTo>
                    <a:lnTo>
                      <a:pt x="572599" y="579111"/>
                    </a:lnTo>
                    <a:moveTo>
                      <a:pt x="0" y="1310554"/>
                    </a:moveTo>
                    <a:lnTo>
                      <a:pt x="640278" y="670276"/>
                    </a:lnTo>
                    <a:moveTo>
                      <a:pt x="0" y="1469398"/>
                    </a:moveTo>
                    <a:lnTo>
                      <a:pt x="706370" y="763028"/>
                    </a:lnTo>
                    <a:moveTo>
                      <a:pt x="0" y="1628242"/>
                    </a:moveTo>
                    <a:lnTo>
                      <a:pt x="769455" y="858787"/>
                    </a:lnTo>
                    <a:moveTo>
                      <a:pt x="0" y="1787086"/>
                    </a:moveTo>
                    <a:lnTo>
                      <a:pt x="826462" y="960624"/>
                    </a:lnTo>
                    <a:moveTo>
                      <a:pt x="0" y="1945930"/>
                    </a:moveTo>
                    <a:lnTo>
                      <a:pt x="879470" y="1066461"/>
                    </a:lnTo>
                    <a:moveTo>
                      <a:pt x="0" y="2104774"/>
                    </a:moveTo>
                    <a:lnTo>
                      <a:pt x="931441" y="1173333"/>
                    </a:lnTo>
                    <a:moveTo>
                      <a:pt x="0" y="2263618"/>
                    </a:moveTo>
                    <a:lnTo>
                      <a:pt x="983544" y="1280074"/>
                    </a:lnTo>
                    <a:moveTo>
                      <a:pt x="0" y="2422462"/>
                    </a:moveTo>
                    <a:lnTo>
                      <a:pt x="1061063" y="1361399"/>
                    </a:lnTo>
                    <a:moveTo>
                      <a:pt x="0" y="2581306"/>
                    </a:moveTo>
                    <a:lnTo>
                      <a:pt x="1138135" y="1443171"/>
                    </a:lnTo>
                    <a:moveTo>
                      <a:pt x="0" y="2740151"/>
                    </a:moveTo>
                    <a:lnTo>
                      <a:pt x="1109265" y="1630886"/>
                    </a:lnTo>
                    <a:moveTo>
                      <a:pt x="0" y="2898995"/>
                    </a:moveTo>
                    <a:lnTo>
                      <a:pt x="1079611" y="1819384"/>
                    </a:lnTo>
                    <a:moveTo>
                      <a:pt x="0" y="3057839"/>
                    </a:moveTo>
                    <a:lnTo>
                      <a:pt x="1034412" y="2023426"/>
                    </a:lnTo>
                    <a:moveTo>
                      <a:pt x="0" y="3216683"/>
                    </a:moveTo>
                    <a:lnTo>
                      <a:pt x="989214" y="2227469"/>
                    </a:lnTo>
                    <a:moveTo>
                      <a:pt x="0" y="3375527"/>
                    </a:moveTo>
                    <a:lnTo>
                      <a:pt x="911831" y="2463695"/>
                    </a:lnTo>
                    <a:moveTo>
                      <a:pt x="0" y="3534371"/>
                    </a:moveTo>
                    <a:lnTo>
                      <a:pt x="333400" y="320097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59" name="Контур"/>
              <p:cNvSpPr/>
              <p:nvPr/>
            </p:nvSpPr>
            <p:spPr>
              <a:xfrm>
                <a:off x="252000" y="3002999"/>
                <a:ext cx="1149911" cy="3647271"/>
              </a:xfrm>
              <a:custGeom>
                <a:avLst/>
                <a:gdLst/>
                <a:ahLst/>
                <a:cxnLst/>
                <a:rect l="l" t="t" r="r" b="b"/>
                <a:pathLst>
                  <a:path w="1149911" h="3647271" fill="none">
                    <a:moveTo>
                      <a:pt x="0" y="0"/>
                    </a:moveTo>
                    <a:lnTo>
                      <a:pt x="49211" y="50601"/>
                    </a:lnTo>
                    <a:lnTo>
                      <a:pt x="554471" y="595821"/>
                    </a:lnTo>
                    <a:lnTo>
                      <a:pt x="628991" y="695361"/>
                    </a:lnTo>
                    <a:lnTo>
                      <a:pt x="730511" y="837831"/>
                    </a:lnTo>
                    <a:lnTo>
                      <a:pt x="797291" y="943941"/>
                    </a:lnTo>
                    <a:lnTo>
                      <a:pt x="1023191" y="1397811"/>
                    </a:lnTo>
                    <a:lnTo>
                      <a:pt x="1149911" y="1407531"/>
                    </a:lnTo>
                    <a:lnTo>
                      <a:pt x="1081781" y="1850511"/>
                    </a:lnTo>
                    <a:lnTo>
                      <a:pt x="972251" y="2344971"/>
                    </a:lnTo>
                    <a:lnTo>
                      <a:pt x="944711" y="2442711"/>
                    </a:lnTo>
                    <a:lnTo>
                      <a:pt x="887831" y="2549811"/>
                    </a:lnTo>
                    <a:lnTo>
                      <a:pt x="800351" y="2678691"/>
                    </a:lnTo>
                    <a:lnTo>
                      <a:pt x="667331" y="2859681"/>
                    </a:lnTo>
                    <a:lnTo>
                      <a:pt x="647891" y="2844381"/>
                    </a:lnTo>
                    <a:lnTo>
                      <a:pt x="323081" y="3254781"/>
                    </a:lnTo>
                    <a:lnTo>
                      <a:pt x="176111" y="3467901"/>
                    </a:lnTo>
                    <a:lnTo>
                      <a:pt x="41201" y="3647271"/>
                    </a:lnTo>
                    <a:lnTo>
                      <a:pt x="6641" y="3638361"/>
                    </a:lnTo>
                    <a:lnTo>
                      <a:pt x="0" y="363386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</p:grpSp>
        <p:sp>
          <p:nvSpPr>
            <p:cNvPr id="1761" name="Железная дорога, главные пути (Яндекс)"/>
            <p:cNvSpPr/>
            <p:nvPr/>
          </p:nvSpPr>
          <p:spPr>
            <a:xfrm>
              <a:off x="252000" y="1584000"/>
              <a:ext cx="8804645" cy="6265587"/>
            </a:xfrm>
            <a:custGeom>
              <a:avLst/>
              <a:gdLst/>
              <a:ahLst/>
              <a:cxnLst/>
              <a:rect l="l" t="t" r="r" b="b"/>
              <a:pathLst>
                <a:path w="8804645" h="6265587" fill="none">
                  <a:moveTo>
                    <a:pt x="0" y="6265587"/>
                  </a:moveTo>
                  <a:lnTo>
                    <a:pt x="733293" y="5826607"/>
                  </a:lnTo>
                  <a:lnTo>
                    <a:pt x="948603" y="5701252"/>
                  </a:lnTo>
                  <a:lnTo>
                    <a:pt x="1761370" y="5269807"/>
                  </a:lnTo>
                  <a:lnTo>
                    <a:pt x="2643892" y="4777369"/>
                  </a:lnTo>
                  <a:lnTo>
                    <a:pt x="3071303" y="4483995"/>
                  </a:lnTo>
                  <a:lnTo>
                    <a:pt x="3647084" y="4053488"/>
                  </a:lnTo>
                  <a:lnTo>
                    <a:pt x="4435134" y="3503580"/>
                  </a:lnTo>
                  <a:lnTo>
                    <a:pt x="5222932" y="2917249"/>
                  </a:lnTo>
                  <a:moveTo>
                    <a:pt x="5286605" y="2871423"/>
                  </a:moveTo>
                  <a:lnTo>
                    <a:pt x="6253293" y="2174981"/>
                  </a:lnTo>
                  <a:lnTo>
                    <a:pt x="6735078" y="1817728"/>
                  </a:lnTo>
                  <a:lnTo>
                    <a:pt x="6968243" y="1622389"/>
                  </a:lnTo>
                  <a:lnTo>
                    <a:pt x="7252887" y="1359987"/>
                  </a:lnTo>
                  <a:lnTo>
                    <a:pt x="7625411" y="1027451"/>
                  </a:lnTo>
                  <a:lnTo>
                    <a:pt x="8500412" y="218973"/>
                  </a:lnTo>
                  <a:lnTo>
                    <a:pt x="8688169" y="75444"/>
                  </a:lnTo>
                  <a:lnTo>
                    <a:pt x="8804645" y="0"/>
                  </a:lnTo>
                  <a:moveTo>
                    <a:pt x="5222932" y="2917249"/>
                  </a:moveTo>
                  <a:lnTo>
                    <a:pt x="5286605" y="2871423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round/>
            </a:ln>
          </p:spPr>
        </p:sp>
        <p:sp>
          <p:nvSpPr>
            <p:cNvPr id="1762" name="Железная дорога: штрихи"/>
            <p:cNvSpPr/>
            <p:nvPr/>
          </p:nvSpPr>
          <p:spPr>
            <a:xfrm>
              <a:off x="252000" y="1584000"/>
              <a:ext cx="8804645" cy="6265587"/>
            </a:xfrm>
            <a:custGeom>
              <a:avLst/>
              <a:gdLst/>
              <a:ahLst/>
              <a:cxnLst/>
              <a:rect l="l" t="t" r="r" b="b"/>
              <a:pathLst>
                <a:path w="8804645" h="6265587" fill="none">
                  <a:moveTo>
                    <a:pt x="0" y="6265587"/>
                  </a:moveTo>
                  <a:lnTo>
                    <a:pt x="733293" y="5826607"/>
                  </a:lnTo>
                  <a:lnTo>
                    <a:pt x="948603" y="5701252"/>
                  </a:lnTo>
                  <a:lnTo>
                    <a:pt x="1761370" y="5269807"/>
                  </a:lnTo>
                  <a:lnTo>
                    <a:pt x="2643892" y="4777369"/>
                  </a:lnTo>
                  <a:lnTo>
                    <a:pt x="3071303" y="4483995"/>
                  </a:lnTo>
                  <a:lnTo>
                    <a:pt x="3647084" y="4053488"/>
                  </a:lnTo>
                  <a:lnTo>
                    <a:pt x="4435134" y="3503580"/>
                  </a:lnTo>
                  <a:lnTo>
                    <a:pt x="5222932" y="2917249"/>
                  </a:lnTo>
                  <a:moveTo>
                    <a:pt x="5286605" y="2871423"/>
                  </a:moveTo>
                  <a:lnTo>
                    <a:pt x="6253293" y="2174981"/>
                  </a:lnTo>
                  <a:lnTo>
                    <a:pt x="6735078" y="1817728"/>
                  </a:lnTo>
                  <a:lnTo>
                    <a:pt x="6968243" y="1622389"/>
                  </a:lnTo>
                  <a:lnTo>
                    <a:pt x="7252887" y="1359987"/>
                  </a:lnTo>
                  <a:lnTo>
                    <a:pt x="7625411" y="1027451"/>
                  </a:lnTo>
                  <a:lnTo>
                    <a:pt x="8500412" y="218973"/>
                  </a:lnTo>
                  <a:lnTo>
                    <a:pt x="8688169" y="75444"/>
                  </a:lnTo>
                  <a:lnTo>
                    <a:pt x="8804645" y="0"/>
                  </a:lnTo>
                  <a:moveTo>
                    <a:pt x="5222932" y="2917249"/>
                  </a:moveTo>
                  <a:lnTo>
                    <a:pt x="5286605" y="2871423"/>
                  </a:lnTo>
                </a:path>
              </a:pathLst>
            </a:custGeom>
            <a:noFill/>
            <a:ln w="14976" cap="flat">
              <a:solidFill>
                <a:srgbClr val="FFFFFF"/>
              </a:solidFill>
              <a:custDash>
                <a:ds d="481250" sp="481250"/>
              </a:custDash>
              <a:round/>
            </a:ln>
          </p:spPr>
        </p:sp>
        <p:sp>
          <p:nvSpPr>
            <p:cNvPr id="1763" name="Граница района"/>
            <p:cNvSpPr/>
            <p:nvPr/>
          </p:nvSpPr>
          <p:spPr>
            <a:xfrm>
              <a:off x="252000" y="1584000"/>
              <a:ext cx="8790320" cy="6226254"/>
            </a:xfrm>
            <a:custGeom>
              <a:avLst/>
              <a:gdLst/>
              <a:ahLst/>
              <a:cxnLst/>
              <a:rect l="l" t="t" r="r" b="b"/>
              <a:pathLst>
                <a:path w="8790320" h="6226254" fill="none">
                  <a:moveTo>
                    <a:pt x="8790320" y="0"/>
                  </a:moveTo>
                  <a:lnTo>
                    <a:pt x="8270831" y="390103"/>
                  </a:lnTo>
                  <a:lnTo>
                    <a:pt x="6900457" y="1744054"/>
                  </a:lnTo>
                  <a:lnTo>
                    <a:pt x="5248403" y="2936674"/>
                  </a:lnTo>
                  <a:lnTo>
                    <a:pt x="2776979" y="4745490"/>
                  </a:lnTo>
                  <a:lnTo>
                    <a:pt x="2048221" y="5122920"/>
                  </a:lnTo>
                  <a:lnTo>
                    <a:pt x="0" y="6226254"/>
                  </a:lnTo>
                </a:path>
              </a:pathLst>
            </a:custGeom>
            <a:noFill/>
            <a:ln w="43056" cap="flat">
              <a:solidFill>
                <a:srgbClr val="E30613"/>
              </a:solidFill>
              <a:round/>
            </a:ln>
          </p:spPr>
        </p:sp>
        <p:sp>
          <p:nvSpPr>
            <p:cNvPr id="1764" name="Граница территории"/>
            <p:cNvSpPr/>
            <p:nvPr/>
          </p:nvSpPr>
          <p:spPr>
            <a:xfrm>
              <a:off x="4180217" y="5032154"/>
              <a:ext cx="1837620" cy="1603260"/>
            </a:xfrm>
            <a:custGeom>
              <a:avLst/>
              <a:gdLst/>
              <a:ahLst/>
              <a:cxnLst/>
              <a:rect l="l" t="t" r="r" b="b"/>
              <a:pathLst>
                <a:path w="1837620" h="1603260" fill="none">
                  <a:moveTo>
                    <a:pt x="1275660" y="908370"/>
                  </a:moveTo>
                  <a:lnTo>
                    <a:pt x="244260" y="1565190"/>
                  </a:lnTo>
                  <a:lnTo>
                    <a:pt x="227970" y="1603260"/>
                  </a:lnTo>
                  <a:lnTo>
                    <a:pt x="49230" y="1358910"/>
                  </a:lnTo>
                  <a:lnTo>
                    <a:pt x="81810" y="1337310"/>
                  </a:lnTo>
                  <a:lnTo>
                    <a:pt x="59040" y="1302570"/>
                  </a:lnTo>
                  <a:lnTo>
                    <a:pt x="107100" y="1267560"/>
                  </a:lnTo>
                  <a:lnTo>
                    <a:pt x="5670" y="1127430"/>
                  </a:lnTo>
                  <a:lnTo>
                    <a:pt x="91170" y="1065330"/>
                  </a:lnTo>
                  <a:lnTo>
                    <a:pt x="7830" y="951390"/>
                  </a:lnTo>
                  <a:lnTo>
                    <a:pt x="0" y="930960"/>
                  </a:lnTo>
                  <a:lnTo>
                    <a:pt x="93870" y="854280"/>
                  </a:lnTo>
                  <a:lnTo>
                    <a:pt x="318510" y="689310"/>
                  </a:lnTo>
                  <a:lnTo>
                    <a:pt x="1174410" y="76140"/>
                  </a:lnTo>
                  <a:lnTo>
                    <a:pt x="1195740" y="68580"/>
                  </a:lnTo>
                  <a:lnTo>
                    <a:pt x="1570590" y="0"/>
                  </a:lnTo>
                  <a:lnTo>
                    <a:pt x="1697670" y="263070"/>
                  </a:lnTo>
                  <a:lnTo>
                    <a:pt x="1666440" y="312120"/>
                  </a:lnTo>
                  <a:lnTo>
                    <a:pt x="1735290" y="420930"/>
                  </a:lnTo>
                  <a:lnTo>
                    <a:pt x="1776600" y="425070"/>
                  </a:lnTo>
                  <a:lnTo>
                    <a:pt x="1837620" y="551520"/>
                  </a:lnTo>
                  <a:lnTo>
                    <a:pt x="1275660" y="908370"/>
                  </a:lnTo>
                  <a:close/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0000" sp="100000"/>
              </a:custDash>
              <a:round/>
            </a:ln>
          </p:spPr>
        </p:sp>
        <p:grpSp>
          <p:nvGrpSpPr>
            <p:cNvPr id="1821" name="Подписи"/>
            <p:cNvGrpSpPr/>
            <p:nvPr/>
          </p:nvGrpSpPr>
          <p:grpSpPr>
            <a:xfrm>
              <a:off x="267250" y="1737172"/>
              <a:ext cx="9978802" cy="7927370"/>
              <a:chOff x="267250" y="1737172"/>
              <a:chExt cx="9978802" cy="7927370"/>
            </a:xfrm>
          </p:grpSpPr>
          <p:sp>
            <p:nvSpPr>
              <p:cNvPr id="1765" name="Надпись"/>
              <p:cNvSpPr txBox="1"/>
              <p:nvPr/>
            </p:nvSpPr>
            <p:spPr>
              <a:xfrm>
                <a:off x="4445325" y="4037889"/>
                <a:ext cx="1400143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ст. ж/д Калошино</a:t>
                </a:r>
              </a:p>
            </p:txBody>
          </p:sp>
          <p:sp>
            <p:nvSpPr>
              <p:cNvPr id="1766" name="Надпись"/>
              <p:cNvSpPr txBox="1"/>
              <p:nvPr/>
            </p:nvSpPr>
            <p:spPr>
              <a:xfrm rot="19355389">
                <a:off x="6534073" y="5477554"/>
                <a:ext cx="162820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2-й Иртышский пр-д</a:t>
                </a:r>
              </a:p>
            </p:txBody>
          </p:sp>
          <p:sp>
            <p:nvSpPr>
              <p:cNvPr id="1767" name="Надпись"/>
              <p:cNvSpPr txBox="1"/>
              <p:nvPr/>
            </p:nvSpPr>
            <p:spPr>
              <a:xfrm rot="3862311">
                <a:off x="6203876" y="6693771"/>
                <a:ext cx="116937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 Тагильская</a:t>
                </a:r>
              </a:p>
            </p:txBody>
          </p:sp>
          <p:sp>
            <p:nvSpPr>
              <p:cNvPr id="1768" name="Надпись"/>
              <p:cNvSpPr txBox="1"/>
              <p:nvPr/>
            </p:nvSpPr>
            <p:spPr>
              <a:xfrm rot="19476446">
                <a:off x="2599361" y="6356664"/>
                <a:ext cx="16000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1-й Иртышский пр-д</a:t>
                </a:r>
              </a:p>
            </p:txBody>
          </p:sp>
          <p:sp>
            <p:nvSpPr>
              <p:cNvPr id="1769" name="Надпись"/>
              <p:cNvSpPr txBox="1"/>
              <p:nvPr/>
            </p:nvSpPr>
            <p:spPr>
              <a:xfrm rot="2833325">
                <a:off x="267250" y="3499176"/>
                <a:ext cx="228037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 № 1286</a:t>
                </a:r>
              </a:p>
            </p:txBody>
          </p:sp>
          <p:sp>
            <p:nvSpPr>
              <p:cNvPr id="1770" name="Надпись"/>
              <p:cNvSpPr txBox="1"/>
              <p:nvPr/>
            </p:nvSpPr>
            <p:spPr>
              <a:xfrm rot="19636716">
                <a:off x="2935559" y="7713769"/>
                <a:ext cx="22425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 № 1913</a:t>
                </a:r>
              </a:p>
            </p:txBody>
          </p:sp>
          <p:sp>
            <p:nvSpPr>
              <p:cNvPr id="1771" name="Надпись"/>
              <p:cNvSpPr txBox="1"/>
              <p:nvPr/>
            </p:nvSpPr>
            <p:spPr>
              <a:xfrm>
                <a:off x="2985877" y="437797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772" name="Надпись"/>
              <p:cNvSpPr txBox="1"/>
              <p:nvPr/>
            </p:nvSpPr>
            <p:spPr>
              <a:xfrm>
                <a:off x="2294648" y="4542136"/>
                <a:ext cx="166789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«Квартал Метроном»</a:t>
                </a:r>
              </a:p>
            </p:txBody>
          </p:sp>
          <p:sp>
            <p:nvSpPr>
              <p:cNvPr id="1773" name="Надпись"/>
              <p:cNvSpPr txBox="1"/>
              <p:nvPr/>
            </p:nvSpPr>
            <p:spPr>
              <a:xfrm>
                <a:off x="9403972" y="4863933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774" name="Надпись"/>
              <p:cNvSpPr txBox="1"/>
              <p:nvPr/>
            </p:nvSpPr>
            <p:spPr>
              <a:xfrm>
                <a:off x="8847332" y="5028093"/>
                <a:ext cx="139872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«2-й Иртышский»</a:t>
                </a:r>
              </a:p>
            </p:txBody>
          </p:sp>
          <p:sp>
            <p:nvSpPr>
              <p:cNvPr id="1775" name="Надпись"/>
              <p:cNvSpPr txBox="1"/>
              <p:nvPr/>
            </p:nvSpPr>
            <p:spPr>
              <a:xfrm>
                <a:off x="5832834" y="9294998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776" name="Надпись"/>
              <p:cNvSpPr txBox="1"/>
              <p:nvPr/>
            </p:nvSpPr>
            <p:spPr>
              <a:xfrm>
                <a:off x="5280961" y="9459158"/>
                <a:ext cx="138918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«Level Амурская»</a:t>
                </a:r>
              </a:p>
            </p:txBody>
          </p:sp>
          <p:sp>
            <p:nvSpPr>
              <p:cNvPr id="1777" name="Надпись"/>
              <p:cNvSpPr txBox="1"/>
              <p:nvPr/>
            </p:nvSpPr>
            <p:spPr>
              <a:xfrm>
                <a:off x="5144947" y="240851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778" name="Надпись"/>
              <p:cNvSpPr txBox="1"/>
              <p:nvPr/>
            </p:nvSpPr>
            <p:spPr>
              <a:xfrm>
                <a:off x="4582546" y="2572676"/>
                <a:ext cx="141024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«Открытый парк»</a:t>
                </a:r>
              </a:p>
            </p:txBody>
          </p:sp>
          <p:sp>
            <p:nvSpPr>
              <p:cNvPr id="1779" name="Надпись"/>
              <p:cNvSpPr txBox="1"/>
              <p:nvPr/>
            </p:nvSpPr>
            <p:spPr>
              <a:xfrm>
                <a:off x="7565798" y="2499465"/>
                <a:ext cx="124307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Объединённый</a:t>
                </a:r>
              </a:p>
            </p:txBody>
          </p:sp>
          <p:sp>
            <p:nvSpPr>
              <p:cNvPr id="1780" name="Надпись"/>
              <p:cNvSpPr txBox="1"/>
              <p:nvPr/>
            </p:nvSpPr>
            <p:spPr>
              <a:xfrm>
                <a:off x="7944455" y="2663625"/>
                <a:ext cx="48576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архив</a:t>
                </a:r>
              </a:p>
            </p:txBody>
          </p:sp>
          <p:sp>
            <p:nvSpPr>
              <p:cNvPr id="1781" name="Надпись"/>
              <p:cNvSpPr txBox="1"/>
              <p:nvPr/>
            </p:nvSpPr>
            <p:spPr>
              <a:xfrm>
                <a:off x="5114333" y="6545088"/>
                <a:ext cx="673986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НИКИЭТ</a:t>
                </a:r>
              </a:p>
            </p:txBody>
          </p:sp>
          <p:sp>
            <p:nvSpPr>
              <p:cNvPr id="1782" name="Надпись"/>
              <p:cNvSpPr txBox="1"/>
              <p:nvPr/>
            </p:nvSpPr>
            <p:spPr>
              <a:xfrm>
                <a:off x="6876008" y="2286886"/>
                <a:ext cx="108856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«Эврика»</a:t>
                </a:r>
              </a:p>
            </p:txBody>
          </p:sp>
          <p:sp>
            <p:nvSpPr>
              <p:cNvPr id="1783" name="Надпись"/>
              <p:cNvSpPr txBox="1"/>
              <p:nvPr/>
            </p:nvSpPr>
            <p:spPr>
              <a:xfrm>
                <a:off x="6304468" y="8718816"/>
                <a:ext cx="6482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Димари</a:t>
                </a:r>
              </a:p>
            </p:txBody>
          </p:sp>
          <p:sp>
            <p:nvSpPr>
              <p:cNvPr id="1784" name="Надпись"/>
              <p:cNvSpPr txBox="1"/>
              <p:nvPr/>
            </p:nvSpPr>
            <p:spPr>
              <a:xfrm>
                <a:off x="5641453" y="2814380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Строитель-4</a:t>
                </a:r>
              </a:p>
            </p:txBody>
          </p:sp>
          <p:sp>
            <p:nvSpPr>
              <p:cNvPr id="1785" name="Надпись"/>
              <p:cNvSpPr txBox="1"/>
              <p:nvPr/>
            </p:nvSpPr>
            <p:spPr>
              <a:xfrm>
                <a:off x="5407180" y="3579364"/>
                <a:ext cx="1054706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«Статор»</a:t>
                </a:r>
              </a:p>
            </p:txBody>
          </p:sp>
          <p:sp>
            <p:nvSpPr>
              <p:cNvPr id="1786" name="Надпись"/>
              <p:cNvSpPr txBox="1"/>
              <p:nvPr/>
            </p:nvSpPr>
            <p:spPr>
              <a:xfrm>
                <a:off x="4351346" y="4598472"/>
                <a:ext cx="572262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Гранит</a:t>
                </a:r>
              </a:p>
            </p:txBody>
          </p:sp>
          <p:sp>
            <p:nvSpPr>
              <p:cNvPr id="1787" name="Надпись"/>
              <p:cNvSpPr txBox="1"/>
              <p:nvPr/>
            </p:nvSpPr>
            <p:spPr>
              <a:xfrm>
                <a:off x="3830604" y="9497783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Детский сад</a:t>
                </a:r>
              </a:p>
            </p:txBody>
          </p:sp>
          <p:sp>
            <p:nvSpPr>
              <p:cNvPr id="1788" name="Надпись"/>
              <p:cNvSpPr txBox="1"/>
              <p:nvPr/>
            </p:nvSpPr>
            <p:spPr>
              <a:xfrm>
                <a:off x="7852117" y="1737172"/>
                <a:ext cx="119768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«Иртыш 2»</a:t>
                </a:r>
              </a:p>
            </p:txBody>
          </p:sp>
          <p:sp>
            <p:nvSpPr>
              <p:cNvPr id="1789" name="Контур"/>
              <p:cNvSpPr/>
              <p:nvPr/>
            </p:nvSpPr>
            <p:spPr>
              <a:xfrm>
                <a:off x="5231125" y="6333160"/>
                <a:ext cx="121374" cy="121373"/>
              </a:xfrm>
              <a:custGeom>
                <a:avLst/>
                <a:gdLst/>
                <a:ahLst/>
                <a:cxnLst/>
                <a:rect l="l" t="t" r="r" b="b"/>
                <a:pathLst>
                  <a:path w="121374" h="121373" fill="none">
                    <a:moveTo>
                      <a:pt x="121374" y="0"/>
                    </a:moveTo>
                    <a:lnTo>
                      <a:pt x="0" y="121373"/>
                    </a:lnTo>
                  </a:path>
                </a:pathLst>
              </a:custGeom>
              <a:noFill/>
              <a:ln w="46800" cap="flat">
                <a:solidFill>
                  <a:srgbClr val="FFFFFF"/>
                </a:solidFill>
                <a:round/>
              </a:ln>
            </p:spPr>
          </p:sp>
          <p:sp>
            <p:nvSpPr>
              <p:cNvPr id="1791" name="Контур"/>
              <p:cNvSpPr/>
              <p:nvPr/>
            </p:nvSpPr>
            <p:spPr>
              <a:xfrm>
                <a:off x="5231125" y="6333160"/>
                <a:ext cx="121374" cy="121373"/>
              </a:xfrm>
              <a:custGeom>
                <a:avLst/>
                <a:gdLst/>
                <a:ahLst/>
                <a:cxnLst/>
                <a:rect l="l" t="t" r="r" b="b"/>
                <a:pathLst>
                  <a:path w="121374" h="121373" fill="none">
                    <a:moveTo>
                      <a:pt x="121374" y="0"/>
                    </a:moveTo>
                    <a:lnTo>
                      <a:pt x="0" y="121373"/>
                    </a:lnTo>
                  </a:path>
                </a:pathLst>
              </a:custGeom>
              <a:noFill/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790" name="Значок"/>
              <p:cNvSpPr/>
              <p:nvPr/>
            </p:nvSpPr>
            <p:spPr>
              <a:xfrm>
                <a:off x="5195125" y="6418533"/>
                <a:ext cx="72000" cy="72000"/>
              </a:xfrm>
              <a:prstGeom prst="ellipse">
                <a:avLst/>
              </a:prstGeom>
              <a:solidFill>
                <a:srgbClr val="141414"/>
              </a:solidFill>
              <a:ln w="12600" cap="flat">
                <a:solidFill>
                  <a:srgbClr val="FFFFFF"/>
                </a:solidFill>
                <a:round/>
              </a:ln>
            </p:spPr>
          </p:sp>
          <p:sp>
            <p:nvSpPr>
              <p:cNvPr id="1792" name="Значок"/>
              <p:cNvSpPr/>
              <p:nvPr/>
            </p:nvSpPr>
            <p:spPr>
              <a:xfrm>
                <a:off x="5328964" y="6195991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793" name="Надпись"/>
              <p:cNvSpPr txBox="1"/>
              <p:nvPr/>
            </p:nvSpPr>
            <p:spPr>
              <a:xfrm>
                <a:off x="5369939" y="6196250"/>
                <a:ext cx="78755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1</a:t>
                </a:r>
              </a:p>
            </p:txBody>
          </p:sp>
          <p:sp>
            <p:nvSpPr>
              <p:cNvPr id="1794" name="Значок"/>
              <p:cNvSpPr/>
              <p:nvPr/>
            </p:nvSpPr>
            <p:spPr>
              <a:xfrm>
                <a:off x="6074115" y="6354034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795" name="Надпись"/>
              <p:cNvSpPr txBox="1"/>
              <p:nvPr/>
            </p:nvSpPr>
            <p:spPr>
              <a:xfrm>
                <a:off x="6101746" y="6354293"/>
                <a:ext cx="105443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2</a:t>
                </a:r>
              </a:p>
            </p:txBody>
          </p:sp>
          <p:sp>
            <p:nvSpPr>
              <p:cNvPr id="1796" name="Контур"/>
              <p:cNvSpPr/>
              <p:nvPr/>
            </p:nvSpPr>
            <p:spPr>
              <a:xfrm>
                <a:off x="4857905" y="7028354"/>
                <a:ext cx="148651" cy="85824"/>
              </a:xfrm>
              <a:custGeom>
                <a:avLst/>
                <a:gdLst/>
                <a:ahLst/>
                <a:cxnLst/>
                <a:rect l="l" t="t" r="r" b="b"/>
                <a:pathLst>
                  <a:path w="148651" h="85824" fill="none">
                    <a:moveTo>
                      <a:pt x="148651" y="0"/>
                    </a:moveTo>
                    <a:lnTo>
                      <a:pt x="0" y="85824"/>
                    </a:lnTo>
                  </a:path>
                </a:pathLst>
              </a:custGeom>
              <a:noFill/>
              <a:ln w="46800" cap="flat">
                <a:solidFill>
                  <a:srgbClr val="FFFFFF"/>
                </a:solidFill>
                <a:round/>
              </a:ln>
            </p:spPr>
          </p:sp>
          <p:sp>
            <p:nvSpPr>
              <p:cNvPr id="1798" name="Контур"/>
              <p:cNvSpPr/>
              <p:nvPr/>
            </p:nvSpPr>
            <p:spPr>
              <a:xfrm>
                <a:off x="4857905" y="7028354"/>
                <a:ext cx="148651" cy="85824"/>
              </a:xfrm>
              <a:custGeom>
                <a:avLst/>
                <a:gdLst/>
                <a:ahLst/>
                <a:cxnLst/>
                <a:rect l="l" t="t" r="r" b="b"/>
                <a:pathLst>
                  <a:path w="148651" h="85824" fill="none">
                    <a:moveTo>
                      <a:pt x="148651" y="0"/>
                    </a:moveTo>
                    <a:lnTo>
                      <a:pt x="0" y="85824"/>
                    </a:lnTo>
                  </a:path>
                </a:pathLst>
              </a:custGeom>
              <a:noFill/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797" name="Значок"/>
              <p:cNvSpPr/>
              <p:nvPr/>
            </p:nvSpPr>
            <p:spPr>
              <a:xfrm>
                <a:off x="4821905" y="7078178"/>
                <a:ext cx="72000" cy="72000"/>
              </a:xfrm>
              <a:prstGeom prst="ellipse">
                <a:avLst/>
              </a:prstGeom>
              <a:solidFill>
                <a:srgbClr val="141414"/>
              </a:solidFill>
              <a:ln w="12600" cap="flat">
                <a:solidFill>
                  <a:srgbClr val="FFFFFF"/>
                </a:solidFill>
                <a:round/>
              </a:ln>
            </p:spPr>
          </p:sp>
          <p:sp>
            <p:nvSpPr>
              <p:cNvPr id="1799" name="Значок"/>
              <p:cNvSpPr/>
              <p:nvPr/>
            </p:nvSpPr>
            <p:spPr>
              <a:xfrm>
                <a:off x="4995791" y="6907826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800" name="Надпись"/>
              <p:cNvSpPr txBox="1"/>
              <p:nvPr/>
            </p:nvSpPr>
            <p:spPr>
              <a:xfrm>
                <a:off x="5023287" y="6908085"/>
                <a:ext cx="105712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3</a:t>
                </a:r>
              </a:p>
            </p:txBody>
          </p:sp>
          <p:sp>
            <p:nvSpPr>
              <p:cNvPr id="1801" name="Контур"/>
              <p:cNvSpPr/>
              <p:nvPr/>
            </p:nvSpPr>
            <p:spPr>
              <a:xfrm>
                <a:off x="7102616" y="6148829"/>
                <a:ext cx="121374" cy="121373"/>
              </a:xfrm>
              <a:custGeom>
                <a:avLst/>
                <a:gdLst/>
                <a:ahLst/>
                <a:cxnLst/>
                <a:rect l="l" t="t" r="r" b="b"/>
                <a:pathLst>
                  <a:path w="121374" h="121373" fill="none">
                    <a:moveTo>
                      <a:pt x="121374" y="121373"/>
                    </a:moveTo>
                    <a:lnTo>
                      <a:pt x="0" y="0"/>
                    </a:lnTo>
                  </a:path>
                </a:pathLst>
              </a:custGeom>
              <a:noFill/>
              <a:ln w="46800" cap="flat">
                <a:solidFill>
                  <a:srgbClr val="FFFFFF"/>
                </a:solidFill>
                <a:round/>
              </a:ln>
            </p:spPr>
          </p:sp>
          <p:sp>
            <p:nvSpPr>
              <p:cNvPr id="1803" name="Контур"/>
              <p:cNvSpPr/>
              <p:nvPr/>
            </p:nvSpPr>
            <p:spPr>
              <a:xfrm>
                <a:off x="7102616" y="6148829"/>
                <a:ext cx="121374" cy="121373"/>
              </a:xfrm>
              <a:custGeom>
                <a:avLst/>
                <a:gdLst/>
                <a:ahLst/>
                <a:cxnLst/>
                <a:rect l="l" t="t" r="r" b="b"/>
                <a:pathLst>
                  <a:path w="121374" h="121373" fill="none">
                    <a:moveTo>
                      <a:pt x="121374" y="121373"/>
                    </a:moveTo>
                    <a:lnTo>
                      <a:pt x="0" y="0"/>
                    </a:lnTo>
                  </a:path>
                </a:pathLst>
              </a:custGeom>
              <a:noFill/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802" name="Значок"/>
              <p:cNvSpPr/>
              <p:nvPr/>
            </p:nvSpPr>
            <p:spPr>
              <a:xfrm>
                <a:off x="7066616" y="6112829"/>
                <a:ext cx="72000" cy="72000"/>
              </a:xfrm>
              <a:prstGeom prst="ellipse">
                <a:avLst/>
              </a:prstGeom>
              <a:solidFill>
                <a:srgbClr val="141414"/>
              </a:solidFill>
              <a:ln w="12600" cap="flat">
                <a:solidFill>
                  <a:srgbClr val="FFFFFF"/>
                </a:solidFill>
                <a:round/>
              </a:ln>
            </p:spPr>
          </p:sp>
          <p:sp>
            <p:nvSpPr>
              <p:cNvPr id="1804" name="Значок"/>
              <p:cNvSpPr/>
              <p:nvPr/>
            </p:nvSpPr>
            <p:spPr>
              <a:xfrm>
                <a:off x="7200455" y="6246668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805" name="Надпись"/>
              <p:cNvSpPr txBox="1"/>
              <p:nvPr/>
            </p:nvSpPr>
            <p:spPr>
              <a:xfrm>
                <a:off x="7221414" y="6246927"/>
                <a:ext cx="118786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4</a:t>
                </a:r>
              </a:p>
            </p:txBody>
          </p:sp>
          <p:sp>
            <p:nvSpPr>
              <p:cNvPr id="1806" name="Контур"/>
              <p:cNvSpPr/>
              <p:nvPr/>
            </p:nvSpPr>
            <p:spPr>
              <a:xfrm>
                <a:off x="2825030" y="5768530"/>
                <a:ext cx="121373" cy="121373"/>
              </a:xfrm>
              <a:custGeom>
                <a:avLst/>
                <a:gdLst/>
                <a:ahLst/>
                <a:cxnLst/>
                <a:rect l="l" t="t" r="r" b="b"/>
                <a:pathLst>
                  <a:path w="121373" h="121373" fill="none">
                    <a:moveTo>
                      <a:pt x="0" y="0"/>
                    </a:moveTo>
                    <a:lnTo>
                      <a:pt x="121373" y="121373"/>
                    </a:lnTo>
                  </a:path>
                </a:pathLst>
              </a:custGeom>
              <a:noFill/>
              <a:ln w="46800" cap="flat">
                <a:solidFill>
                  <a:srgbClr val="FFFFFF"/>
                </a:solidFill>
                <a:round/>
              </a:ln>
            </p:spPr>
          </p:sp>
          <p:sp>
            <p:nvSpPr>
              <p:cNvPr id="1808" name="Контур"/>
              <p:cNvSpPr/>
              <p:nvPr/>
            </p:nvSpPr>
            <p:spPr>
              <a:xfrm>
                <a:off x="2825030" y="5768530"/>
                <a:ext cx="121373" cy="121373"/>
              </a:xfrm>
              <a:custGeom>
                <a:avLst/>
                <a:gdLst/>
                <a:ahLst/>
                <a:cxnLst/>
                <a:rect l="l" t="t" r="r" b="b"/>
                <a:pathLst>
                  <a:path w="121373" h="121373" fill="none">
                    <a:moveTo>
                      <a:pt x="0" y="0"/>
                    </a:moveTo>
                    <a:lnTo>
                      <a:pt x="121373" y="121373"/>
                    </a:lnTo>
                  </a:path>
                </a:pathLst>
              </a:custGeom>
              <a:noFill/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807" name="Значок"/>
              <p:cNvSpPr/>
              <p:nvPr/>
            </p:nvSpPr>
            <p:spPr>
              <a:xfrm>
                <a:off x="2910403" y="5853903"/>
                <a:ext cx="72000" cy="72000"/>
              </a:xfrm>
              <a:prstGeom prst="ellipse">
                <a:avLst/>
              </a:prstGeom>
              <a:solidFill>
                <a:srgbClr val="141414"/>
              </a:solidFill>
              <a:ln w="12600" cap="flat">
                <a:solidFill>
                  <a:srgbClr val="FFFFFF"/>
                </a:solidFill>
                <a:round/>
              </a:ln>
            </p:spPr>
          </p:sp>
          <p:sp>
            <p:nvSpPr>
              <p:cNvPr id="1809" name="Значок"/>
              <p:cNvSpPr/>
              <p:nvPr/>
            </p:nvSpPr>
            <p:spPr>
              <a:xfrm>
                <a:off x="2687860" y="5631360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810" name="Надпись"/>
              <p:cNvSpPr txBox="1"/>
              <p:nvPr/>
            </p:nvSpPr>
            <p:spPr>
              <a:xfrm>
                <a:off x="2715154" y="5631619"/>
                <a:ext cx="106116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5</a:t>
                </a:r>
              </a:p>
            </p:txBody>
          </p:sp>
          <p:sp>
            <p:nvSpPr>
              <p:cNvPr id="1811" name="Контур"/>
              <p:cNvSpPr/>
              <p:nvPr/>
            </p:nvSpPr>
            <p:spPr>
              <a:xfrm>
                <a:off x="2445154" y="6148405"/>
                <a:ext cx="121374" cy="121373"/>
              </a:xfrm>
              <a:custGeom>
                <a:avLst/>
                <a:gdLst/>
                <a:ahLst/>
                <a:cxnLst/>
                <a:rect l="l" t="t" r="r" b="b"/>
                <a:pathLst>
                  <a:path w="121374" h="121373" fill="none">
                    <a:moveTo>
                      <a:pt x="0" y="0"/>
                    </a:moveTo>
                    <a:lnTo>
                      <a:pt x="121374" y="121373"/>
                    </a:lnTo>
                  </a:path>
                </a:pathLst>
              </a:custGeom>
              <a:noFill/>
              <a:ln w="46800" cap="flat">
                <a:solidFill>
                  <a:srgbClr val="FFFFFF"/>
                </a:solidFill>
                <a:round/>
              </a:ln>
            </p:spPr>
          </p:sp>
          <p:sp>
            <p:nvSpPr>
              <p:cNvPr id="1813" name="Контур"/>
              <p:cNvSpPr/>
              <p:nvPr/>
            </p:nvSpPr>
            <p:spPr>
              <a:xfrm>
                <a:off x="2445154" y="6148405"/>
                <a:ext cx="121374" cy="121373"/>
              </a:xfrm>
              <a:custGeom>
                <a:avLst/>
                <a:gdLst/>
                <a:ahLst/>
                <a:cxnLst/>
                <a:rect l="l" t="t" r="r" b="b"/>
                <a:pathLst>
                  <a:path w="121374" h="121373" fill="none">
                    <a:moveTo>
                      <a:pt x="0" y="0"/>
                    </a:moveTo>
                    <a:lnTo>
                      <a:pt x="121374" y="121373"/>
                    </a:lnTo>
                  </a:path>
                </a:pathLst>
              </a:custGeom>
              <a:noFill/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812" name="Значок"/>
              <p:cNvSpPr/>
              <p:nvPr/>
            </p:nvSpPr>
            <p:spPr>
              <a:xfrm>
                <a:off x="2530528" y="6233778"/>
                <a:ext cx="72000" cy="72000"/>
              </a:xfrm>
              <a:prstGeom prst="ellipse">
                <a:avLst/>
              </a:prstGeom>
              <a:solidFill>
                <a:srgbClr val="141414"/>
              </a:solidFill>
              <a:ln w="12600" cap="flat">
                <a:solidFill>
                  <a:srgbClr val="FFFFFF"/>
                </a:solidFill>
                <a:round/>
              </a:ln>
            </p:spPr>
          </p:sp>
          <p:sp>
            <p:nvSpPr>
              <p:cNvPr id="1814" name="Значок"/>
              <p:cNvSpPr/>
              <p:nvPr/>
            </p:nvSpPr>
            <p:spPr>
              <a:xfrm>
                <a:off x="2307985" y="6011235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815" name="Надпись"/>
              <p:cNvSpPr txBox="1"/>
              <p:nvPr/>
            </p:nvSpPr>
            <p:spPr>
              <a:xfrm>
                <a:off x="2332448" y="6011495"/>
                <a:ext cx="111777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6</a:t>
                </a:r>
              </a:p>
            </p:txBody>
          </p:sp>
          <p:sp>
            <p:nvSpPr>
              <p:cNvPr id="1816" name="Контур"/>
              <p:cNvSpPr/>
              <p:nvPr/>
            </p:nvSpPr>
            <p:spPr>
              <a:xfrm>
                <a:off x="2476913" y="5912999"/>
                <a:ext cx="223197" cy="223197"/>
              </a:xfrm>
              <a:custGeom>
                <a:avLst/>
                <a:gdLst/>
                <a:ahLst/>
                <a:cxnLst/>
                <a:rect l="l" t="t" r="r" b="b"/>
                <a:pathLst>
                  <a:path w="223197" h="223197" fill="none">
                    <a:moveTo>
                      <a:pt x="0" y="0"/>
                    </a:moveTo>
                    <a:lnTo>
                      <a:pt x="223197" y="223197"/>
                    </a:lnTo>
                  </a:path>
                </a:pathLst>
              </a:custGeom>
              <a:noFill/>
              <a:ln w="46800" cap="flat">
                <a:solidFill>
                  <a:srgbClr val="FFFFFF"/>
                </a:solidFill>
                <a:round/>
              </a:ln>
            </p:spPr>
          </p:sp>
          <p:sp>
            <p:nvSpPr>
              <p:cNvPr id="1818" name="Контур"/>
              <p:cNvSpPr/>
              <p:nvPr/>
            </p:nvSpPr>
            <p:spPr>
              <a:xfrm>
                <a:off x="2476913" y="5912999"/>
                <a:ext cx="223197" cy="223197"/>
              </a:xfrm>
              <a:custGeom>
                <a:avLst/>
                <a:gdLst/>
                <a:ahLst/>
                <a:cxnLst/>
                <a:rect l="l" t="t" r="r" b="b"/>
                <a:pathLst>
                  <a:path w="223197" h="223197" fill="none">
                    <a:moveTo>
                      <a:pt x="0" y="0"/>
                    </a:moveTo>
                    <a:lnTo>
                      <a:pt x="223197" y="223197"/>
                    </a:lnTo>
                  </a:path>
                </a:pathLst>
              </a:custGeom>
              <a:noFill/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817" name="Значок"/>
              <p:cNvSpPr/>
              <p:nvPr/>
            </p:nvSpPr>
            <p:spPr>
              <a:xfrm>
                <a:off x="2664110" y="6100196"/>
                <a:ext cx="72000" cy="72000"/>
              </a:xfrm>
              <a:prstGeom prst="ellipse">
                <a:avLst/>
              </a:prstGeom>
              <a:solidFill>
                <a:srgbClr val="141414"/>
              </a:solidFill>
              <a:ln w="12600" cap="flat">
                <a:solidFill>
                  <a:srgbClr val="FFFFFF"/>
                </a:solidFill>
                <a:round/>
              </a:ln>
            </p:spPr>
          </p:sp>
          <p:sp>
            <p:nvSpPr>
              <p:cNvPr id="1819" name="Значок"/>
              <p:cNvSpPr/>
              <p:nvPr/>
            </p:nvSpPr>
            <p:spPr>
              <a:xfrm>
                <a:off x="2339744" y="5775829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820" name="Надпись"/>
              <p:cNvSpPr txBox="1"/>
              <p:nvPr/>
            </p:nvSpPr>
            <p:spPr>
              <a:xfrm>
                <a:off x="2365353" y="5776089"/>
                <a:ext cx="109486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7</a:t>
                </a:r>
              </a:p>
            </p:txBody>
          </p:sp>
        </p:grpSp>
      </p:grpSp>
      <p:grpSp>
        <p:nvGrpSpPr>
          <p:cNvPr id="1870" name="Легенда"/>
          <p:cNvGrpSpPr/>
          <p:nvPr/>
        </p:nvGrpSpPr>
        <p:grpSpPr>
          <a:xfrm>
            <a:off x="10532378" y="1588999"/>
            <a:ext cx="4368407" cy="7059621"/>
            <a:chOff x="10532378" y="1588999"/>
            <a:chExt cx="4368407" cy="7059621"/>
          </a:xfrm>
        </p:grpSpPr>
        <p:sp>
          <p:nvSpPr>
            <p:cNvPr id="1823" name="Надпись"/>
            <p:cNvSpPr txBox="1"/>
            <p:nvPr/>
          </p:nvSpPr>
          <p:spPr>
            <a:xfrm>
              <a:off x="10532378" y="1588999"/>
              <a:ext cx="2124977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Условные обозначения</a:t>
              </a:r>
            </a:p>
          </p:txBody>
        </p:sp>
        <p:sp>
          <p:nvSpPr>
            <p:cNvPr id="1824" name="Надпись"/>
            <p:cNvSpPr txBox="1"/>
            <p:nvPr/>
          </p:nvSpPr>
          <p:spPr>
            <a:xfrm>
              <a:off x="10535299" y="1905276"/>
              <a:ext cx="64265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Границы</a:t>
              </a:r>
            </a:p>
          </p:txBody>
        </p:sp>
        <p:sp>
          <p:nvSpPr>
            <p:cNvPr id="1826" name="Контур"/>
            <p:cNvSpPr/>
            <p:nvPr/>
          </p:nvSpPr>
          <p:spPr>
            <a:xfrm>
              <a:off x="10548000" y="2215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8333" sp="108333"/>
              </a:custDash>
              <a:miter lim="1000000"/>
            </a:ln>
          </p:spPr>
        </p:sp>
        <p:sp>
          <p:nvSpPr>
            <p:cNvPr id="1825" name="Надпись"/>
            <p:cNvSpPr txBox="1"/>
            <p:nvPr/>
          </p:nvSpPr>
          <p:spPr>
            <a:xfrm>
              <a:off x="11093299" y="2139276"/>
              <a:ext cx="268169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разрабатываемой территории (1,66 га)</a:t>
              </a:r>
            </a:p>
          </p:txBody>
        </p:sp>
        <p:sp>
          <p:nvSpPr>
            <p:cNvPr id="1828" name="Контур"/>
            <p:cNvSpPr/>
            <p:nvPr/>
          </p:nvSpPr>
          <p:spPr>
            <a:xfrm>
              <a:off x="10548000" y="2449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43200" cap="flat">
              <a:solidFill>
                <a:srgbClr val="E30613"/>
              </a:solidFill>
              <a:miter lim="1000000"/>
            </a:ln>
          </p:spPr>
        </p:sp>
        <p:sp>
          <p:nvSpPr>
            <p:cNvPr id="1827" name="Надпись"/>
            <p:cNvSpPr txBox="1"/>
            <p:nvPr/>
          </p:nvSpPr>
          <p:spPr>
            <a:xfrm>
              <a:off x="11093299" y="2373276"/>
              <a:ext cx="53407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района</a:t>
              </a:r>
            </a:p>
          </p:txBody>
        </p:sp>
        <p:sp>
          <p:nvSpPr>
            <p:cNvPr id="1830" name="Контур"/>
            <p:cNvSpPr/>
            <p:nvPr/>
          </p:nvSpPr>
          <p:spPr>
            <a:xfrm>
              <a:off x="10548000" y="2683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2600" cap="flat">
              <a:solidFill>
                <a:srgbClr val="1F3FBF"/>
              </a:solidFill>
              <a:miter lim="1000000"/>
            </a:ln>
          </p:spPr>
        </p:sp>
        <p:sp>
          <p:nvSpPr>
            <p:cNvPr id="1829" name="Надпись"/>
            <p:cNvSpPr txBox="1"/>
            <p:nvPr/>
          </p:nvSpPr>
          <p:spPr>
            <a:xfrm>
              <a:off x="11093299" y="2607276"/>
              <a:ext cx="247247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земельных участков, поставленных</a:t>
              </a:r>
            </a:p>
          </p:txBody>
        </p:sp>
        <p:sp>
          <p:nvSpPr>
            <p:cNvPr id="1831" name="Надпись"/>
            <p:cNvSpPr txBox="1"/>
            <p:nvPr/>
          </p:nvSpPr>
          <p:spPr>
            <a:xfrm>
              <a:off x="11093299" y="2758476"/>
              <a:ext cx="1460805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на кадастровый учёт</a:t>
              </a:r>
            </a:p>
          </p:txBody>
        </p:sp>
        <p:sp>
          <p:nvSpPr>
            <p:cNvPr id="1832" name="Надпись"/>
            <p:cNvSpPr txBox="1"/>
            <p:nvPr/>
          </p:nvSpPr>
          <p:spPr>
            <a:xfrm>
              <a:off x="10535299" y="2992476"/>
              <a:ext cx="211120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Разработанная документация</a:t>
              </a:r>
            </a:p>
          </p:txBody>
        </p:sp>
        <p:sp>
          <p:nvSpPr>
            <p:cNvPr id="1833" name="Контур"/>
            <p:cNvSpPr/>
            <p:nvPr/>
          </p:nvSpPr>
          <p:spPr>
            <a:xfrm>
              <a:off x="10548000" y="324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413"/>
                  </a:moveTo>
                  <a:lnTo>
                    <a:pt x="413" y="0"/>
                  </a:lnTo>
                  <a:moveTo>
                    <a:pt x="0" y="51324"/>
                  </a:moveTo>
                  <a:lnTo>
                    <a:pt x="51324" y="0"/>
                  </a:lnTo>
                  <a:moveTo>
                    <a:pt x="0" y="102236"/>
                  </a:moveTo>
                  <a:lnTo>
                    <a:pt x="102236" y="0"/>
                  </a:lnTo>
                  <a:moveTo>
                    <a:pt x="45148" y="108000"/>
                  </a:moveTo>
                  <a:lnTo>
                    <a:pt x="153148" y="0"/>
                  </a:lnTo>
                  <a:moveTo>
                    <a:pt x="96059" y="108000"/>
                  </a:moveTo>
                  <a:lnTo>
                    <a:pt x="204059" y="0"/>
                  </a:lnTo>
                  <a:moveTo>
                    <a:pt x="146971" y="108000"/>
                  </a:moveTo>
                  <a:lnTo>
                    <a:pt x="254971" y="0"/>
                  </a:lnTo>
                  <a:moveTo>
                    <a:pt x="197882" y="108000"/>
                  </a:moveTo>
                  <a:lnTo>
                    <a:pt x="305882" y="0"/>
                  </a:lnTo>
                  <a:moveTo>
                    <a:pt x="248794" y="108000"/>
                  </a:moveTo>
                  <a:lnTo>
                    <a:pt x="356794" y="0"/>
                  </a:lnTo>
                  <a:moveTo>
                    <a:pt x="299705" y="108000"/>
                  </a:moveTo>
                  <a:lnTo>
                    <a:pt x="407705" y="0"/>
                  </a:lnTo>
                  <a:moveTo>
                    <a:pt x="350617" y="108000"/>
                  </a:moveTo>
                  <a:lnTo>
                    <a:pt x="458617" y="0"/>
                  </a:lnTo>
                  <a:moveTo>
                    <a:pt x="401529" y="108000"/>
                  </a:moveTo>
                  <a:lnTo>
                    <a:pt x="468000" y="41528"/>
                  </a:lnTo>
                  <a:moveTo>
                    <a:pt x="452440" y="108000"/>
                  </a:moveTo>
                  <a:lnTo>
                    <a:pt x="468000" y="92440"/>
                  </a:lnTo>
                </a:path>
              </a:pathLst>
            </a:custGeom>
            <a:noFill/>
            <a:ln w="5400" cap="flat">
              <a:solidFill>
                <a:srgbClr val="7B7BF2"/>
              </a:solidFill>
              <a:miter lim="1000000"/>
            </a:ln>
          </p:spPr>
        </p:sp>
        <p:sp>
          <p:nvSpPr>
            <p:cNvPr id="1835" name="Контур"/>
            <p:cNvSpPr/>
            <p:nvPr/>
          </p:nvSpPr>
          <p:spPr>
            <a:xfrm>
              <a:off x="10548000" y="324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B7BF2"/>
              </a:solidFill>
              <a:miter lim="1000000"/>
            </a:ln>
          </p:spPr>
        </p:sp>
        <p:sp>
          <p:nvSpPr>
            <p:cNvPr id="1834" name="Надпись"/>
            <p:cNvSpPr txBox="1"/>
            <p:nvPr/>
          </p:nvSpPr>
          <p:spPr>
            <a:xfrm>
              <a:off x="11093299" y="3226476"/>
              <a:ext cx="3192615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градостроительный план земельного участка</a:t>
              </a:r>
            </a:p>
          </p:txBody>
        </p:sp>
        <p:sp>
          <p:nvSpPr>
            <p:cNvPr id="1836" name="Надпись"/>
            <p:cNvSpPr txBox="1"/>
            <p:nvPr/>
          </p:nvSpPr>
          <p:spPr>
            <a:xfrm>
              <a:off x="10535299" y="3460476"/>
              <a:ext cx="408117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Линии градостроительного регулирования, действующие</a:t>
              </a:r>
            </a:p>
          </p:txBody>
        </p:sp>
        <p:sp>
          <p:nvSpPr>
            <p:cNvPr id="1838" name="Контур"/>
            <p:cNvSpPr/>
            <p:nvPr/>
          </p:nvSpPr>
          <p:spPr>
            <a:xfrm>
              <a:off x="10548000" y="37706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37800" y="0"/>
                  </a:lnTo>
                  <a:moveTo>
                    <a:pt x="37800" y="0"/>
                  </a:moveTo>
                  <a:lnTo>
                    <a:pt x="75600" y="0"/>
                  </a:lnTo>
                  <a:moveTo>
                    <a:pt x="75600" y="0"/>
                  </a:moveTo>
                  <a:lnTo>
                    <a:pt x="113400" y="0"/>
                  </a:lnTo>
                  <a:moveTo>
                    <a:pt x="113400" y="0"/>
                  </a:moveTo>
                  <a:lnTo>
                    <a:pt x="151200" y="0"/>
                  </a:lnTo>
                  <a:moveTo>
                    <a:pt x="151200" y="0"/>
                  </a:moveTo>
                  <a:lnTo>
                    <a:pt x="189000" y="0"/>
                  </a:lnTo>
                  <a:moveTo>
                    <a:pt x="189000" y="0"/>
                  </a:moveTo>
                  <a:lnTo>
                    <a:pt x="226800" y="0"/>
                  </a:lnTo>
                  <a:moveTo>
                    <a:pt x="226800" y="0"/>
                  </a:moveTo>
                  <a:lnTo>
                    <a:pt x="264600" y="0"/>
                  </a:lnTo>
                  <a:moveTo>
                    <a:pt x="264600" y="0"/>
                  </a:moveTo>
                  <a:lnTo>
                    <a:pt x="302400" y="0"/>
                  </a:lnTo>
                  <a:moveTo>
                    <a:pt x="302400" y="0"/>
                  </a:moveTo>
                  <a:lnTo>
                    <a:pt x="340200" y="0"/>
                  </a:lnTo>
                  <a:moveTo>
                    <a:pt x="340200" y="0"/>
                  </a:moveTo>
                  <a:lnTo>
                    <a:pt x="378000" y="0"/>
                  </a:lnTo>
                  <a:moveTo>
                    <a:pt x="378000" y="0"/>
                  </a:moveTo>
                  <a:lnTo>
                    <a:pt x="415800" y="0"/>
                  </a:lnTo>
                  <a:moveTo>
                    <a:pt x="415800" y="0"/>
                  </a:moveTo>
                  <a:lnTo>
                    <a:pt x="453600" y="0"/>
                  </a:lnTo>
                  <a:moveTo>
                    <a:pt x="453600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F0000"/>
              </a:solidFill>
              <a:miter lim="1000000"/>
            </a:ln>
          </p:spPr>
        </p:sp>
        <p:sp>
          <p:nvSpPr>
            <p:cNvPr id="1837" name="Надпись"/>
            <p:cNvSpPr txBox="1"/>
            <p:nvPr/>
          </p:nvSpPr>
          <p:spPr>
            <a:xfrm>
              <a:off x="11093299" y="3694476"/>
              <a:ext cx="3727177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красные линии, обозначающие границы территорий</a:t>
              </a:r>
            </a:p>
          </p:txBody>
        </p:sp>
        <p:sp>
          <p:nvSpPr>
            <p:cNvPr id="1839" name="Надпись"/>
            <p:cNvSpPr txBox="1"/>
            <p:nvPr/>
          </p:nvSpPr>
          <p:spPr>
            <a:xfrm>
              <a:off x="11093299" y="3845676"/>
              <a:ext cx="313211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общего пользования улично-дорожной сети</a:t>
              </a:r>
            </a:p>
          </p:txBody>
        </p:sp>
        <p:sp>
          <p:nvSpPr>
            <p:cNvPr id="1840" name="Надпись"/>
            <p:cNvSpPr txBox="1"/>
            <p:nvPr/>
          </p:nvSpPr>
          <p:spPr>
            <a:xfrm>
              <a:off x="11093299" y="3996876"/>
              <a:ext cx="109069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города Москвы</a:t>
              </a:r>
            </a:p>
          </p:txBody>
        </p:sp>
        <p:sp>
          <p:nvSpPr>
            <p:cNvPr id="1842" name="Контур"/>
            <p:cNvSpPr/>
            <p:nvPr/>
          </p:nvSpPr>
          <p:spPr>
            <a:xfrm>
              <a:off x="10548000" y="4307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75600" y="0"/>
                  </a:lnTo>
                  <a:moveTo>
                    <a:pt x="88200" y="0"/>
                  </a:moveTo>
                  <a:lnTo>
                    <a:pt x="94500" y="0"/>
                  </a:lnTo>
                  <a:moveTo>
                    <a:pt x="107100" y="0"/>
                  </a:moveTo>
                  <a:lnTo>
                    <a:pt x="113400" y="0"/>
                  </a:lnTo>
                  <a:moveTo>
                    <a:pt x="126000" y="0"/>
                  </a:moveTo>
                  <a:lnTo>
                    <a:pt x="201600" y="0"/>
                  </a:lnTo>
                  <a:moveTo>
                    <a:pt x="214200" y="0"/>
                  </a:moveTo>
                  <a:lnTo>
                    <a:pt x="220500" y="0"/>
                  </a:lnTo>
                  <a:moveTo>
                    <a:pt x="233100" y="0"/>
                  </a:moveTo>
                  <a:lnTo>
                    <a:pt x="239400" y="0"/>
                  </a:lnTo>
                  <a:moveTo>
                    <a:pt x="252000" y="0"/>
                  </a:moveTo>
                  <a:lnTo>
                    <a:pt x="327600" y="0"/>
                  </a:lnTo>
                  <a:moveTo>
                    <a:pt x="340200" y="0"/>
                  </a:moveTo>
                  <a:lnTo>
                    <a:pt x="346500" y="0"/>
                  </a:lnTo>
                  <a:moveTo>
                    <a:pt x="359100" y="0"/>
                  </a:moveTo>
                  <a:lnTo>
                    <a:pt x="365400" y="0"/>
                  </a:lnTo>
                  <a:moveTo>
                    <a:pt x="378000" y="0"/>
                  </a:moveTo>
                  <a:lnTo>
                    <a:pt x="453600" y="0"/>
                  </a:lnTo>
                  <a:moveTo>
                    <a:pt x="466200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E0004"/>
              </a:solidFill>
              <a:miter lim="1000000"/>
            </a:ln>
          </p:spPr>
        </p:sp>
        <p:sp>
          <p:nvSpPr>
            <p:cNvPr id="1841" name="Надпись"/>
            <p:cNvSpPr txBox="1"/>
            <p:nvPr/>
          </p:nvSpPr>
          <p:spPr>
            <a:xfrm>
              <a:off x="11093299" y="4230876"/>
              <a:ext cx="272634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полос отвода железных дорог</a:t>
              </a:r>
            </a:p>
          </p:txBody>
        </p:sp>
        <p:sp>
          <p:nvSpPr>
            <p:cNvPr id="1843" name="Контур"/>
            <p:cNvSpPr/>
            <p:nvPr/>
          </p:nvSpPr>
          <p:spPr>
            <a:xfrm>
              <a:off x="10548000" y="4541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114146" y="0"/>
                  </a:lnTo>
                  <a:moveTo>
                    <a:pt x="114146" y="0"/>
                  </a:moveTo>
                  <a:lnTo>
                    <a:pt x="228293" y="0"/>
                  </a:lnTo>
                  <a:moveTo>
                    <a:pt x="228293" y="0"/>
                  </a:moveTo>
                  <a:lnTo>
                    <a:pt x="342439" y="0"/>
                  </a:lnTo>
                  <a:moveTo>
                    <a:pt x="342439" y="0"/>
                  </a:moveTo>
                  <a:lnTo>
                    <a:pt x="456585" y="0"/>
                  </a:lnTo>
                  <a:moveTo>
                    <a:pt x="456585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F0101"/>
              </a:solidFill>
              <a:miter lim="1000000"/>
            </a:ln>
          </p:spPr>
        </p:sp>
        <p:sp>
          <p:nvSpPr>
            <p:cNvPr id="1845" name="Контур"/>
            <p:cNvSpPr/>
            <p:nvPr/>
          </p:nvSpPr>
          <p:spPr>
            <a:xfrm>
              <a:off x="10647483" y="4487020"/>
              <a:ext cx="271493" cy="43200"/>
            </a:xfrm>
            <a:custGeom>
              <a:avLst/>
              <a:gdLst/>
              <a:ahLst/>
              <a:cxnLst/>
              <a:rect l="l" t="t" r="r" b="b"/>
              <a:pathLst>
                <a:path w="271493" h="43200" fill="none">
                  <a:moveTo>
                    <a:pt x="43200" y="0"/>
                  </a:moveTo>
                  <a:lnTo>
                    <a:pt x="21600" y="43200"/>
                  </a:lnTo>
                  <a:lnTo>
                    <a:pt x="0" y="0"/>
                  </a:lnTo>
                  <a:lnTo>
                    <a:pt x="43200" y="0"/>
                  </a:lnTo>
                  <a:lnTo>
                    <a:pt x="37800" y="0"/>
                  </a:lnTo>
                  <a:lnTo>
                    <a:pt x="21600" y="32400"/>
                  </a:lnTo>
                  <a:lnTo>
                    <a:pt x="5400" y="0"/>
                  </a:lnTo>
                  <a:lnTo>
                    <a:pt x="5400" y="5400"/>
                  </a:lnTo>
                  <a:lnTo>
                    <a:pt x="37800" y="5400"/>
                  </a:lnTo>
                  <a:lnTo>
                    <a:pt x="37800" y="0"/>
                  </a:lnTo>
                  <a:lnTo>
                    <a:pt x="43200" y="0"/>
                  </a:lnTo>
                  <a:lnTo>
                    <a:pt x="32400" y="10800"/>
                  </a:lnTo>
                  <a:lnTo>
                    <a:pt x="37800" y="10800"/>
                  </a:lnTo>
                  <a:lnTo>
                    <a:pt x="27000" y="21600"/>
                  </a:lnTo>
                  <a:lnTo>
                    <a:pt x="32400" y="21600"/>
                  </a:lnTo>
                  <a:lnTo>
                    <a:pt x="21600" y="32400"/>
                  </a:lnTo>
                  <a:lnTo>
                    <a:pt x="27000" y="32400"/>
                  </a:lnTo>
                  <a:lnTo>
                    <a:pt x="21600" y="37800"/>
                  </a:lnTo>
                  <a:lnTo>
                    <a:pt x="16200" y="32400"/>
                  </a:lnTo>
                  <a:lnTo>
                    <a:pt x="21600" y="32400"/>
                  </a:lnTo>
                  <a:lnTo>
                    <a:pt x="10800" y="21600"/>
                  </a:lnTo>
                  <a:lnTo>
                    <a:pt x="16200" y="21600"/>
                  </a:lnTo>
                  <a:lnTo>
                    <a:pt x="5400" y="10800"/>
                  </a:lnTo>
                  <a:lnTo>
                    <a:pt x="10800" y="10800"/>
                  </a:lnTo>
                  <a:lnTo>
                    <a:pt x="0" y="0"/>
                  </a:lnTo>
                  <a:lnTo>
                    <a:pt x="10800" y="5400"/>
                  </a:lnTo>
                  <a:lnTo>
                    <a:pt x="16200" y="0"/>
                  </a:lnTo>
                  <a:lnTo>
                    <a:pt x="21600" y="5400"/>
                  </a:lnTo>
                  <a:lnTo>
                    <a:pt x="27000" y="0"/>
                  </a:lnTo>
                  <a:lnTo>
                    <a:pt x="32400" y="5400"/>
                  </a:lnTo>
                  <a:lnTo>
                    <a:pt x="43200" y="0"/>
                  </a:lnTo>
                  <a:lnTo>
                    <a:pt x="37800" y="5400"/>
                  </a:lnTo>
                  <a:lnTo>
                    <a:pt x="32400" y="0"/>
                  </a:lnTo>
                  <a:lnTo>
                    <a:pt x="27000" y="5400"/>
                  </a:lnTo>
                  <a:lnTo>
                    <a:pt x="21600" y="0"/>
                  </a:lnTo>
                  <a:lnTo>
                    <a:pt x="16200" y="5400"/>
                  </a:lnTo>
                  <a:lnTo>
                    <a:pt x="10800" y="0"/>
                  </a:lnTo>
                  <a:lnTo>
                    <a:pt x="5400" y="5400"/>
                  </a:lnTo>
                  <a:lnTo>
                    <a:pt x="5400" y="10800"/>
                  </a:lnTo>
                  <a:lnTo>
                    <a:pt x="10800" y="10800"/>
                  </a:lnTo>
                  <a:lnTo>
                    <a:pt x="10800" y="21600"/>
                  </a:lnTo>
                  <a:lnTo>
                    <a:pt x="16200" y="21600"/>
                  </a:lnTo>
                  <a:lnTo>
                    <a:pt x="16200" y="32400"/>
                  </a:lnTo>
                  <a:lnTo>
                    <a:pt x="21600" y="43200"/>
                  </a:lnTo>
                  <a:lnTo>
                    <a:pt x="21600" y="32400"/>
                  </a:lnTo>
                  <a:lnTo>
                    <a:pt x="27000" y="32400"/>
                  </a:lnTo>
                  <a:lnTo>
                    <a:pt x="27000" y="21600"/>
                  </a:lnTo>
                  <a:lnTo>
                    <a:pt x="32400" y="21600"/>
                  </a:lnTo>
                  <a:lnTo>
                    <a:pt x="32400" y="10800"/>
                  </a:lnTo>
                  <a:lnTo>
                    <a:pt x="37800" y="10800"/>
                  </a:lnTo>
                  <a:lnTo>
                    <a:pt x="37800" y="5400"/>
                  </a:lnTo>
                  <a:moveTo>
                    <a:pt x="271493" y="0"/>
                  </a:moveTo>
                  <a:lnTo>
                    <a:pt x="249893" y="43200"/>
                  </a:lnTo>
                  <a:lnTo>
                    <a:pt x="228293" y="0"/>
                  </a:lnTo>
                  <a:lnTo>
                    <a:pt x="271493" y="0"/>
                  </a:lnTo>
                  <a:lnTo>
                    <a:pt x="266093" y="0"/>
                  </a:lnTo>
                  <a:lnTo>
                    <a:pt x="249893" y="32400"/>
                  </a:lnTo>
                  <a:lnTo>
                    <a:pt x="233693" y="0"/>
                  </a:lnTo>
                  <a:lnTo>
                    <a:pt x="233693" y="5400"/>
                  </a:lnTo>
                  <a:lnTo>
                    <a:pt x="266093" y="5400"/>
                  </a:lnTo>
                  <a:lnTo>
                    <a:pt x="266093" y="0"/>
                  </a:lnTo>
                  <a:lnTo>
                    <a:pt x="271493" y="0"/>
                  </a:lnTo>
                  <a:lnTo>
                    <a:pt x="260693" y="10800"/>
                  </a:lnTo>
                  <a:lnTo>
                    <a:pt x="266093" y="10800"/>
                  </a:lnTo>
                  <a:lnTo>
                    <a:pt x="255293" y="21600"/>
                  </a:lnTo>
                  <a:lnTo>
                    <a:pt x="260693" y="21600"/>
                  </a:lnTo>
                  <a:lnTo>
                    <a:pt x="249893" y="32400"/>
                  </a:lnTo>
                  <a:lnTo>
                    <a:pt x="255293" y="32400"/>
                  </a:lnTo>
                  <a:lnTo>
                    <a:pt x="249893" y="37800"/>
                  </a:lnTo>
                  <a:lnTo>
                    <a:pt x="244493" y="32400"/>
                  </a:lnTo>
                  <a:lnTo>
                    <a:pt x="249893" y="32400"/>
                  </a:lnTo>
                  <a:lnTo>
                    <a:pt x="239093" y="21600"/>
                  </a:lnTo>
                  <a:lnTo>
                    <a:pt x="244493" y="21600"/>
                  </a:lnTo>
                  <a:lnTo>
                    <a:pt x="233693" y="10800"/>
                  </a:lnTo>
                  <a:lnTo>
                    <a:pt x="239093" y="10800"/>
                  </a:lnTo>
                  <a:lnTo>
                    <a:pt x="228293" y="0"/>
                  </a:lnTo>
                  <a:lnTo>
                    <a:pt x="239093" y="5400"/>
                  </a:lnTo>
                  <a:lnTo>
                    <a:pt x="244493" y="0"/>
                  </a:lnTo>
                  <a:lnTo>
                    <a:pt x="249893" y="5400"/>
                  </a:lnTo>
                  <a:lnTo>
                    <a:pt x="255293" y="0"/>
                  </a:lnTo>
                  <a:lnTo>
                    <a:pt x="260693" y="5400"/>
                  </a:lnTo>
                  <a:lnTo>
                    <a:pt x="271493" y="0"/>
                  </a:lnTo>
                  <a:lnTo>
                    <a:pt x="266093" y="5400"/>
                  </a:lnTo>
                  <a:lnTo>
                    <a:pt x="260693" y="0"/>
                  </a:lnTo>
                  <a:lnTo>
                    <a:pt x="255293" y="5400"/>
                  </a:lnTo>
                  <a:lnTo>
                    <a:pt x="249893" y="0"/>
                  </a:lnTo>
                  <a:lnTo>
                    <a:pt x="244493" y="5400"/>
                  </a:lnTo>
                  <a:lnTo>
                    <a:pt x="239093" y="0"/>
                  </a:lnTo>
                  <a:lnTo>
                    <a:pt x="233693" y="5400"/>
                  </a:lnTo>
                  <a:lnTo>
                    <a:pt x="233693" y="10800"/>
                  </a:lnTo>
                  <a:lnTo>
                    <a:pt x="239093" y="10800"/>
                  </a:lnTo>
                  <a:lnTo>
                    <a:pt x="239093" y="21600"/>
                  </a:lnTo>
                  <a:lnTo>
                    <a:pt x="244493" y="21600"/>
                  </a:lnTo>
                  <a:lnTo>
                    <a:pt x="244493" y="32400"/>
                  </a:lnTo>
                  <a:lnTo>
                    <a:pt x="249893" y="43200"/>
                  </a:lnTo>
                  <a:lnTo>
                    <a:pt x="249893" y="32400"/>
                  </a:lnTo>
                  <a:lnTo>
                    <a:pt x="255293" y="32400"/>
                  </a:lnTo>
                  <a:lnTo>
                    <a:pt x="255293" y="21600"/>
                  </a:lnTo>
                  <a:lnTo>
                    <a:pt x="260693" y="21600"/>
                  </a:lnTo>
                  <a:lnTo>
                    <a:pt x="260693" y="10800"/>
                  </a:lnTo>
                  <a:lnTo>
                    <a:pt x="266093" y="10800"/>
                  </a:lnTo>
                  <a:lnTo>
                    <a:pt x="266093" y="5400"/>
                  </a:lnTo>
                </a:path>
              </a:pathLst>
            </a:custGeom>
            <a:noFill/>
            <a:ln w="5184" cap="flat">
              <a:solidFill>
                <a:srgbClr val="FF0101"/>
              </a:solidFill>
              <a:round/>
            </a:ln>
          </p:spPr>
        </p:sp>
        <p:sp>
          <p:nvSpPr>
            <p:cNvPr id="1844" name="Надпись"/>
            <p:cNvSpPr txBox="1"/>
            <p:nvPr/>
          </p:nvSpPr>
          <p:spPr>
            <a:xfrm>
              <a:off x="11093299" y="4464876"/>
              <a:ext cx="294362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объектов природного комплекса</a:t>
              </a:r>
            </a:p>
          </p:txBody>
        </p:sp>
        <p:sp>
          <p:nvSpPr>
            <p:cNvPr id="1847" name="Контур"/>
            <p:cNvSpPr/>
            <p:nvPr/>
          </p:nvSpPr>
          <p:spPr>
            <a:xfrm>
              <a:off x="10548000" y="4775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37800" y="0"/>
                  </a:lnTo>
                  <a:moveTo>
                    <a:pt x="37800" y="0"/>
                  </a:moveTo>
                  <a:lnTo>
                    <a:pt x="75600" y="0"/>
                  </a:lnTo>
                  <a:moveTo>
                    <a:pt x="75600" y="0"/>
                  </a:moveTo>
                  <a:lnTo>
                    <a:pt x="113400" y="0"/>
                  </a:lnTo>
                  <a:moveTo>
                    <a:pt x="113400" y="0"/>
                  </a:moveTo>
                  <a:lnTo>
                    <a:pt x="151200" y="0"/>
                  </a:lnTo>
                  <a:moveTo>
                    <a:pt x="151200" y="0"/>
                  </a:moveTo>
                  <a:lnTo>
                    <a:pt x="189000" y="0"/>
                  </a:lnTo>
                  <a:moveTo>
                    <a:pt x="189000" y="0"/>
                  </a:moveTo>
                  <a:lnTo>
                    <a:pt x="226800" y="0"/>
                  </a:lnTo>
                  <a:moveTo>
                    <a:pt x="226800" y="0"/>
                  </a:moveTo>
                  <a:lnTo>
                    <a:pt x="264600" y="0"/>
                  </a:lnTo>
                  <a:moveTo>
                    <a:pt x="264600" y="0"/>
                  </a:moveTo>
                  <a:lnTo>
                    <a:pt x="302400" y="0"/>
                  </a:lnTo>
                  <a:moveTo>
                    <a:pt x="302400" y="0"/>
                  </a:moveTo>
                  <a:lnTo>
                    <a:pt x="340200" y="0"/>
                  </a:lnTo>
                  <a:moveTo>
                    <a:pt x="340200" y="0"/>
                  </a:moveTo>
                  <a:lnTo>
                    <a:pt x="378000" y="0"/>
                  </a:lnTo>
                  <a:moveTo>
                    <a:pt x="378000" y="0"/>
                  </a:moveTo>
                  <a:lnTo>
                    <a:pt x="415800" y="0"/>
                  </a:lnTo>
                  <a:moveTo>
                    <a:pt x="415800" y="0"/>
                  </a:moveTo>
                  <a:lnTo>
                    <a:pt x="453600" y="0"/>
                  </a:lnTo>
                  <a:moveTo>
                    <a:pt x="453600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E0004"/>
              </a:solidFill>
              <a:miter lim="1000000"/>
            </a:ln>
          </p:spPr>
        </p:sp>
        <p:sp>
          <p:nvSpPr>
            <p:cNvPr id="1846" name="Надпись"/>
            <p:cNvSpPr txBox="1"/>
            <p:nvPr/>
          </p:nvSpPr>
          <p:spPr>
            <a:xfrm>
              <a:off x="11093299" y="4698876"/>
              <a:ext cx="183514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линии застройки</a:t>
              </a:r>
            </a:p>
          </p:txBody>
        </p:sp>
        <p:sp>
          <p:nvSpPr>
            <p:cNvPr id="1849" name="Контур"/>
            <p:cNvSpPr/>
            <p:nvPr/>
          </p:nvSpPr>
          <p:spPr>
            <a:xfrm>
              <a:off x="10548000" y="5009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21600" cap="flat">
              <a:solidFill>
                <a:srgbClr val="FE0004"/>
              </a:solidFill>
              <a:custDash>
                <a:ds d="250000" sp="83333"/>
              </a:custDash>
              <a:miter lim="1000000"/>
            </a:ln>
          </p:spPr>
        </p:sp>
        <p:sp>
          <p:nvSpPr>
            <p:cNvPr id="1848" name="Надпись"/>
            <p:cNvSpPr txBox="1"/>
            <p:nvPr/>
          </p:nvSpPr>
          <p:spPr>
            <a:xfrm>
              <a:off x="10561752" y="4949260"/>
              <a:ext cx="440496" cy="548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354" dirty="0">
                  <a:solidFill>
                    <a:srgbClr val="FE0004"/>
                  </a:solidFill>
                  <a:latin typeface="Montserrat"/>
                  <a:cs typeface="Montserrat"/>
                </a:rPr>
                <a:t>техническая зона</a:t>
              </a:r>
            </a:p>
          </p:txBody>
        </p:sp>
        <p:sp>
          <p:nvSpPr>
            <p:cNvPr id="1850" name="Надпись"/>
            <p:cNvSpPr txBox="1"/>
            <p:nvPr/>
          </p:nvSpPr>
          <p:spPr>
            <a:xfrm>
              <a:off x="11093299" y="4932876"/>
              <a:ext cx="380748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техническых зон инженерных коммуникаций</a:t>
              </a:r>
            </a:p>
          </p:txBody>
        </p:sp>
        <p:sp>
          <p:nvSpPr>
            <p:cNvPr id="1851" name="Надпись"/>
            <p:cNvSpPr txBox="1"/>
            <p:nvPr/>
          </p:nvSpPr>
          <p:spPr>
            <a:xfrm>
              <a:off x="10535299" y="5166876"/>
              <a:ext cx="76034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Транспорт</a:t>
              </a:r>
            </a:p>
          </p:txBody>
        </p:sp>
        <p:sp>
          <p:nvSpPr>
            <p:cNvPr id="1852" name="Контур"/>
            <p:cNvSpPr/>
            <p:nvPr/>
          </p:nvSpPr>
          <p:spPr>
            <a:xfrm>
              <a:off x="10548000" y="5477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miter lim="1000000"/>
            </a:ln>
          </p:spPr>
        </p:sp>
        <p:sp>
          <p:nvSpPr>
            <p:cNvPr id="1854" name="Контур"/>
            <p:cNvSpPr/>
            <p:nvPr/>
          </p:nvSpPr>
          <p:spPr>
            <a:xfrm>
              <a:off x="10548000" y="5477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5120" cap="flat">
              <a:solidFill>
                <a:srgbClr val="FFFFFF"/>
              </a:solidFill>
              <a:custDash>
                <a:ds d="442176" sp="442176"/>
              </a:custDash>
              <a:miter lim="1000000"/>
            </a:ln>
          </p:spPr>
        </p:sp>
        <p:sp>
          <p:nvSpPr>
            <p:cNvPr id="1853" name="Надпись"/>
            <p:cNvSpPr txBox="1"/>
            <p:nvPr/>
          </p:nvSpPr>
          <p:spPr>
            <a:xfrm>
              <a:off x="11093299" y="5400876"/>
              <a:ext cx="170384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железнодорожные пути</a:t>
              </a:r>
            </a:p>
          </p:txBody>
        </p:sp>
        <p:sp>
          <p:nvSpPr>
            <p:cNvPr id="1855" name="Надпись"/>
            <p:cNvSpPr txBox="1"/>
            <p:nvPr/>
          </p:nvSpPr>
          <p:spPr>
            <a:xfrm>
              <a:off x="10532378" y="5858599"/>
              <a:ext cx="483069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ГПЗУ</a:t>
              </a:r>
            </a:p>
          </p:txBody>
        </p:sp>
        <p:sp>
          <p:nvSpPr>
            <p:cNvPr id="1857" name="Контур"/>
            <p:cNvSpPr/>
            <p:nvPr/>
          </p:nvSpPr>
          <p:spPr>
            <a:xfrm>
              <a:off x="10548000" y="6243820"/>
              <a:ext cx="4320000" cy="244800"/>
            </a:xfrm>
            <a:custGeom>
              <a:avLst/>
              <a:gdLst/>
              <a:ahLst/>
              <a:cxnLst/>
              <a:rect l="l" t="t" r="r" b="b"/>
              <a:pathLst>
                <a:path w="4320000" h="244800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244800"/>
                  </a:lnTo>
                  <a:lnTo>
                    <a:pt x="0" y="244800"/>
                  </a:lnTo>
                  <a:close/>
                </a:path>
              </a:pathLst>
            </a:custGeom>
            <a:noFill/>
            <a:ln w="10800" cap="flat">
              <a:solidFill>
                <a:srgbClr val="231F20"/>
              </a:solidFill>
              <a:miter lim="1000000"/>
            </a:ln>
          </p:spPr>
        </p:sp>
        <p:sp>
          <p:nvSpPr>
            <p:cNvPr id="1856" name="Надпись"/>
            <p:cNvSpPr txBox="1"/>
            <p:nvPr/>
          </p:nvSpPr>
          <p:spPr>
            <a:xfrm>
              <a:off x="10600099" y="6287729"/>
              <a:ext cx="3054055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1. ГПЗУ № RU77-125000-006693 от 13.12.2012 г.</a:t>
              </a:r>
            </a:p>
          </p:txBody>
        </p:sp>
        <p:sp>
          <p:nvSpPr>
            <p:cNvPr id="1859" name="Контур"/>
            <p:cNvSpPr/>
            <p:nvPr/>
          </p:nvSpPr>
          <p:spPr>
            <a:xfrm>
              <a:off x="10548000" y="6603820"/>
              <a:ext cx="4320000" cy="244800"/>
            </a:xfrm>
            <a:custGeom>
              <a:avLst/>
              <a:gdLst/>
              <a:ahLst/>
              <a:cxnLst/>
              <a:rect l="l" t="t" r="r" b="b"/>
              <a:pathLst>
                <a:path w="4320000" h="244800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244800"/>
                  </a:lnTo>
                  <a:lnTo>
                    <a:pt x="0" y="244800"/>
                  </a:lnTo>
                  <a:close/>
                </a:path>
              </a:pathLst>
            </a:custGeom>
            <a:noFill/>
            <a:ln w="10800" cap="flat">
              <a:solidFill>
                <a:srgbClr val="231F20"/>
              </a:solidFill>
              <a:miter lim="1000000"/>
            </a:ln>
          </p:spPr>
        </p:sp>
        <p:sp>
          <p:nvSpPr>
            <p:cNvPr id="1858" name="Надпись"/>
            <p:cNvSpPr txBox="1"/>
            <p:nvPr/>
          </p:nvSpPr>
          <p:spPr>
            <a:xfrm>
              <a:off x="10600099" y="6647729"/>
              <a:ext cx="363088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2. ГПЗУ № РФ-77-4-53-3-05-2022-2007 от 05.04.2022 г.</a:t>
              </a:r>
            </a:p>
          </p:txBody>
        </p:sp>
        <p:sp>
          <p:nvSpPr>
            <p:cNvPr id="1861" name="Контур"/>
            <p:cNvSpPr/>
            <p:nvPr/>
          </p:nvSpPr>
          <p:spPr>
            <a:xfrm>
              <a:off x="10548000" y="6963820"/>
              <a:ext cx="4320000" cy="244800"/>
            </a:xfrm>
            <a:custGeom>
              <a:avLst/>
              <a:gdLst/>
              <a:ahLst/>
              <a:cxnLst/>
              <a:rect l="l" t="t" r="r" b="b"/>
              <a:pathLst>
                <a:path w="4320000" h="244800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244800"/>
                  </a:lnTo>
                  <a:lnTo>
                    <a:pt x="0" y="244800"/>
                  </a:lnTo>
                  <a:close/>
                </a:path>
              </a:pathLst>
            </a:custGeom>
            <a:noFill/>
            <a:ln w="10800" cap="flat">
              <a:solidFill>
                <a:srgbClr val="231F20"/>
              </a:solidFill>
              <a:miter lim="1000000"/>
            </a:ln>
          </p:spPr>
        </p:sp>
        <p:sp>
          <p:nvSpPr>
            <p:cNvPr id="1860" name="Надпись"/>
            <p:cNvSpPr txBox="1"/>
            <p:nvPr/>
          </p:nvSpPr>
          <p:spPr>
            <a:xfrm>
              <a:off x="10600099" y="7007729"/>
              <a:ext cx="3587295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3. ГПЗУ № РФ-77-4-53-3-05-2022-2031 от 05.04.2022 г.</a:t>
              </a:r>
            </a:p>
          </p:txBody>
        </p:sp>
        <p:sp>
          <p:nvSpPr>
            <p:cNvPr id="1863" name="Контур"/>
            <p:cNvSpPr/>
            <p:nvPr/>
          </p:nvSpPr>
          <p:spPr>
            <a:xfrm>
              <a:off x="10548000" y="7323820"/>
              <a:ext cx="4320000" cy="244800"/>
            </a:xfrm>
            <a:custGeom>
              <a:avLst/>
              <a:gdLst/>
              <a:ahLst/>
              <a:cxnLst/>
              <a:rect l="l" t="t" r="r" b="b"/>
              <a:pathLst>
                <a:path w="4320000" h="244800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244800"/>
                  </a:lnTo>
                  <a:lnTo>
                    <a:pt x="0" y="244800"/>
                  </a:lnTo>
                  <a:close/>
                </a:path>
              </a:pathLst>
            </a:custGeom>
            <a:noFill/>
            <a:ln w="10800" cap="flat">
              <a:solidFill>
                <a:srgbClr val="231F20"/>
              </a:solidFill>
              <a:miter lim="1000000"/>
            </a:ln>
          </p:spPr>
        </p:sp>
        <p:sp>
          <p:nvSpPr>
            <p:cNvPr id="1862" name="Надпись"/>
            <p:cNvSpPr txBox="1"/>
            <p:nvPr/>
          </p:nvSpPr>
          <p:spPr>
            <a:xfrm>
              <a:off x="10600099" y="7367729"/>
              <a:ext cx="307862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4. ГПЗУ № RU77125000-038752 от 12.07.2018 г.</a:t>
              </a:r>
            </a:p>
          </p:txBody>
        </p:sp>
        <p:sp>
          <p:nvSpPr>
            <p:cNvPr id="1865" name="Контур"/>
            <p:cNvSpPr/>
            <p:nvPr/>
          </p:nvSpPr>
          <p:spPr>
            <a:xfrm>
              <a:off x="10548000" y="7683820"/>
              <a:ext cx="4320000" cy="244800"/>
            </a:xfrm>
            <a:custGeom>
              <a:avLst/>
              <a:gdLst/>
              <a:ahLst/>
              <a:cxnLst/>
              <a:rect l="l" t="t" r="r" b="b"/>
              <a:pathLst>
                <a:path w="4320000" h="244800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244800"/>
                  </a:lnTo>
                  <a:lnTo>
                    <a:pt x="0" y="244800"/>
                  </a:lnTo>
                  <a:close/>
                </a:path>
              </a:pathLst>
            </a:custGeom>
            <a:noFill/>
            <a:ln w="10800" cap="flat">
              <a:solidFill>
                <a:srgbClr val="231F20"/>
              </a:solidFill>
              <a:miter lim="1000000"/>
            </a:ln>
          </p:spPr>
        </p:sp>
        <p:sp>
          <p:nvSpPr>
            <p:cNvPr id="1864" name="Надпись"/>
            <p:cNvSpPr txBox="1"/>
            <p:nvPr/>
          </p:nvSpPr>
          <p:spPr>
            <a:xfrm>
              <a:off x="10600099" y="7727729"/>
              <a:ext cx="302988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5. ГПЗУ № RU77157000-048115 от 04.12.2019 г.</a:t>
              </a:r>
            </a:p>
          </p:txBody>
        </p:sp>
        <p:sp>
          <p:nvSpPr>
            <p:cNvPr id="1867" name="Контур"/>
            <p:cNvSpPr/>
            <p:nvPr/>
          </p:nvSpPr>
          <p:spPr>
            <a:xfrm>
              <a:off x="10548000" y="8043820"/>
              <a:ext cx="4320000" cy="244800"/>
            </a:xfrm>
            <a:custGeom>
              <a:avLst/>
              <a:gdLst/>
              <a:ahLst/>
              <a:cxnLst/>
              <a:rect l="l" t="t" r="r" b="b"/>
              <a:pathLst>
                <a:path w="4320000" h="244800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244800"/>
                  </a:lnTo>
                  <a:lnTo>
                    <a:pt x="0" y="244800"/>
                  </a:lnTo>
                  <a:close/>
                </a:path>
              </a:pathLst>
            </a:custGeom>
            <a:noFill/>
            <a:ln w="10800" cap="flat">
              <a:solidFill>
                <a:srgbClr val="231F20"/>
              </a:solidFill>
              <a:miter lim="1000000"/>
            </a:ln>
          </p:spPr>
        </p:sp>
        <p:sp>
          <p:nvSpPr>
            <p:cNvPr id="1866" name="Надпись"/>
            <p:cNvSpPr txBox="1"/>
            <p:nvPr/>
          </p:nvSpPr>
          <p:spPr>
            <a:xfrm>
              <a:off x="10600099" y="8087729"/>
              <a:ext cx="311323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6. ГПЗУ № RU77157000-046491 от 30.08.2019 г.</a:t>
              </a:r>
            </a:p>
          </p:txBody>
        </p:sp>
        <p:sp>
          <p:nvSpPr>
            <p:cNvPr id="1869" name="Контур"/>
            <p:cNvSpPr/>
            <p:nvPr/>
          </p:nvSpPr>
          <p:spPr>
            <a:xfrm>
              <a:off x="10548000" y="8403820"/>
              <a:ext cx="4320000" cy="244800"/>
            </a:xfrm>
            <a:custGeom>
              <a:avLst/>
              <a:gdLst/>
              <a:ahLst/>
              <a:cxnLst/>
              <a:rect l="l" t="t" r="r" b="b"/>
              <a:pathLst>
                <a:path w="4320000" h="244800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244800"/>
                  </a:lnTo>
                  <a:lnTo>
                    <a:pt x="0" y="244800"/>
                  </a:lnTo>
                  <a:close/>
                </a:path>
              </a:pathLst>
            </a:custGeom>
            <a:noFill/>
            <a:ln w="10800" cap="flat">
              <a:solidFill>
                <a:srgbClr val="231F20"/>
              </a:solidFill>
              <a:miter lim="1000000"/>
            </a:ln>
          </p:spPr>
        </p:sp>
        <p:sp>
          <p:nvSpPr>
            <p:cNvPr id="1868" name="Надпись"/>
            <p:cNvSpPr txBox="1"/>
            <p:nvPr/>
          </p:nvSpPr>
          <p:spPr>
            <a:xfrm>
              <a:off x="10600099" y="8447729"/>
              <a:ext cx="3101342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7. ГПЗУ № RU77157000-044932 от 10.06.2019 г.</a:t>
              </a:r>
            </a:p>
          </p:txBody>
        </p:sp>
      </p:grpSp>
      <p:grpSp>
        <p:nvGrpSpPr>
          <p:cNvPr id="1874" name="Округ и район"/>
          <p:cNvGrpSpPr/>
          <p:nvPr/>
        </p:nvGrpSpPr>
        <p:grpSpPr>
          <a:xfrm>
            <a:off x="693690" y="1685390"/>
            <a:ext cx="2716621" cy="610197"/>
            <a:chOff x="693690" y="1685390"/>
            <a:chExt cx="2716621" cy="610197"/>
          </a:xfrm>
        </p:grpSpPr>
        <p:sp>
          <p:nvSpPr>
            <p:cNvPr id="1871" name="Надпись"/>
            <p:cNvSpPr txBox="1"/>
            <p:nvPr/>
          </p:nvSpPr>
          <p:spPr>
            <a:xfrm>
              <a:off x="1459907" y="1685390"/>
              <a:ext cx="1184186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Восточный</a:t>
              </a:r>
            </a:p>
          </p:txBody>
        </p:sp>
        <p:sp>
          <p:nvSpPr>
            <p:cNvPr id="1872" name="Надпись"/>
            <p:cNvSpPr txBox="1"/>
            <p:nvPr/>
          </p:nvSpPr>
          <p:spPr>
            <a:xfrm>
              <a:off x="693690" y="1879790"/>
              <a:ext cx="2716621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административный округ</a:t>
              </a:r>
            </a:p>
          </p:txBody>
        </p:sp>
        <p:sp>
          <p:nvSpPr>
            <p:cNvPr id="1873" name="Надпись"/>
            <p:cNvSpPr txBox="1"/>
            <p:nvPr/>
          </p:nvSpPr>
          <p:spPr>
            <a:xfrm>
              <a:off x="934425" y="2074190"/>
              <a:ext cx="2235150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район Метрогородок</a:t>
              </a:r>
            </a:p>
          </p:txBody>
        </p:sp>
      </p:grpSp>
      <p:sp>
        <p:nvSpPr>
          <p:cNvPr id="1875" name="Округ и район"/>
          <p:cNvSpPr txBox="1"/>
          <p:nvPr/>
        </p:nvSpPr>
        <p:spPr>
          <a:xfrm>
            <a:off x="7589222" y="9904190"/>
            <a:ext cx="1813555" cy="22139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/>
            <a:r>
              <a:rPr lang="ru-RU" sz="1430" b="1" dirty="0">
                <a:solidFill>
                  <a:srgbClr val="9E1717"/>
                </a:solidFill>
                <a:effectLst>
                  <a:glow rad="34560">
                    <a:srgbClr val="FFFFFF"/>
                  </a:glow>
                </a:effectLst>
                <a:latin typeface="Montserrat"/>
                <a:cs typeface="Montserrat"/>
              </a:rPr>
              <a:t>район Гольяново</a:t>
            </a:r>
          </a:p>
        </p:txBody>
      </p:sp>
      <p:grpSp>
        <p:nvGrpSpPr>
          <p:cNvPr id="1886" name="Оформление"/>
          <p:cNvGrpSpPr/>
          <p:nvPr/>
        </p:nvGrpSpPr>
        <p:grpSpPr>
          <a:xfrm>
            <a:off x="0" y="0"/>
            <a:ext cx="15120000" cy="10490400"/>
            <a:chOff x="0" y="0"/>
            <a:chExt cx="15120000" cy="10490400"/>
          </a:xfrm>
        </p:grpSpPr>
        <p:sp>
          <p:nvSpPr>
            <p:cNvPr id="1876" name="Контур"/>
            <p:cNvSpPr/>
            <p:nvPr/>
          </p:nvSpPr>
          <p:spPr>
            <a:xfrm>
              <a:off x="9522000" y="0"/>
              <a:ext cx="5598000" cy="1002600"/>
            </a:xfrm>
            <a:custGeom>
              <a:avLst/>
              <a:gdLst/>
              <a:ahLst/>
              <a:cxnLst/>
              <a:rect l="l" t="t" r="r" b="b"/>
              <a:pathLst>
                <a:path w="5598000" h="1002600">
                  <a:moveTo>
                    <a:pt x="0" y="0"/>
                  </a:moveTo>
                  <a:lnTo>
                    <a:pt x="5598000" y="0"/>
                  </a:lnTo>
                  <a:lnTo>
                    <a:pt x="5598000" y="1002600"/>
                  </a:lnTo>
                  <a:lnTo>
                    <a:pt x="0" y="100260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pic>
          <p:nvPicPr>
            <p:cNvPr id="1877" name="Рисунок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543600" cy="1000800"/>
            </a:xfrm>
            <a:prstGeom prst="rect">
              <a:avLst/>
            </a:prstGeom>
          </p:spPr>
        </p:pic>
        <p:sp>
          <p:nvSpPr>
            <p:cNvPr id="1878" name="Надпись"/>
            <p:cNvSpPr txBox="1"/>
            <p:nvPr/>
          </p:nvSpPr>
          <p:spPr>
            <a:xfrm>
              <a:off x="12722390" y="354701"/>
              <a:ext cx="2145610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ППТ КРТ № 3229</a:t>
              </a:r>
            </a:p>
          </p:txBody>
        </p:sp>
        <p:sp>
          <p:nvSpPr>
            <p:cNvPr id="1879" name="Надпись"/>
            <p:cNvSpPr txBox="1"/>
            <p:nvPr/>
          </p:nvSpPr>
          <p:spPr>
            <a:xfrm>
              <a:off x="11718334" y="642701"/>
              <a:ext cx="314966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1880" name="Контур"/>
            <p:cNvSpPr/>
            <p:nvPr/>
          </p:nvSpPr>
          <p:spPr>
            <a:xfrm>
              <a:off x="0" y="1260000"/>
              <a:ext cx="1638000" cy="1"/>
            </a:xfrm>
            <a:custGeom>
              <a:avLst/>
              <a:gdLst/>
              <a:ahLst/>
              <a:cxnLst/>
              <a:rect l="l" t="t" r="r" b="b"/>
              <a:pathLst>
                <a:path w="1638000" h="1" fill="none">
                  <a:moveTo>
                    <a:pt x="0" y="0"/>
                  </a:moveTo>
                  <a:lnTo>
                    <a:pt x="1638000" y="0"/>
                  </a:lnTo>
                </a:path>
              </a:pathLst>
            </a:custGeom>
            <a:noFill/>
            <a:ln w="38160" cap="flat">
              <a:solidFill>
                <a:srgbClr val="E93939"/>
              </a:solidFill>
              <a:miter lim="1000000"/>
            </a:ln>
          </p:spPr>
        </p:sp>
        <p:sp>
          <p:nvSpPr>
            <p:cNvPr id="1881" name="Контур"/>
            <p:cNvSpPr/>
            <p:nvPr/>
          </p:nvSpPr>
          <p:spPr>
            <a:xfrm>
              <a:off x="1584000" y="1188000"/>
              <a:ext cx="180000" cy="144000"/>
            </a:xfrm>
            <a:custGeom>
              <a:avLst/>
              <a:gdLst/>
              <a:ahLst/>
              <a:cxnLst/>
              <a:rect l="l" t="t" r="r" b="b"/>
              <a:pathLst>
                <a:path w="180000" h="144000">
                  <a:moveTo>
                    <a:pt x="0" y="0"/>
                  </a:moveTo>
                  <a:lnTo>
                    <a:pt x="180000" y="72000"/>
                  </a:lnTo>
                  <a:lnTo>
                    <a:pt x="0" y="144000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882" name="Надпись"/>
            <p:cNvSpPr txBox="1"/>
            <p:nvPr/>
          </p:nvSpPr>
          <p:spPr>
            <a:xfrm>
              <a:off x="1813139" y="985516"/>
              <a:ext cx="754725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Схема с отображением границ территорий с выданными</a:t>
              </a:r>
            </a:p>
          </p:txBody>
        </p:sp>
        <p:sp>
          <p:nvSpPr>
            <p:cNvPr id="1883" name="Надпись"/>
            <p:cNvSpPr txBox="1"/>
            <p:nvPr/>
          </p:nvSpPr>
          <p:spPr>
            <a:xfrm>
              <a:off x="1813139" y="1251916"/>
              <a:ext cx="6817574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градостроительными планами земельных участков</a:t>
              </a:r>
            </a:p>
          </p:txBody>
        </p:sp>
        <p:sp>
          <p:nvSpPr>
            <p:cNvPr id="1884" name="Контур"/>
            <p:cNvSpPr/>
            <p:nvPr/>
          </p:nvSpPr>
          <p:spPr>
            <a:xfrm>
              <a:off x="14364000" y="10033200"/>
              <a:ext cx="640800" cy="457200"/>
            </a:xfrm>
            <a:custGeom>
              <a:avLst/>
              <a:gdLst/>
              <a:ahLst/>
              <a:cxnLst/>
              <a:rect l="l" t="t" r="r" b="b"/>
              <a:pathLst>
                <a:path w="640800" h="457200">
                  <a:moveTo>
                    <a:pt x="86868" y="457200"/>
                  </a:moveTo>
                  <a:lnTo>
                    <a:pt x="467064" y="457200"/>
                  </a:lnTo>
                  <a:lnTo>
                    <a:pt x="640800" y="283464"/>
                  </a:lnTo>
                  <a:lnTo>
                    <a:pt x="640800" y="41148"/>
                  </a:lnTo>
                  <a:lnTo>
                    <a:pt x="599652" y="0"/>
                  </a:lnTo>
                  <a:lnTo>
                    <a:pt x="137160" y="0"/>
                  </a:lnTo>
                  <a:lnTo>
                    <a:pt x="0" y="137160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885" name="Надпись"/>
            <p:cNvSpPr txBox="1"/>
            <p:nvPr/>
          </p:nvSpPr>
          <p:spPr>
            <a:xfrm>
              <a:off x="14574858" y="10122113"/>
              <a:ext cx="219084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2000" b="1" dirty="0">
                  <a:solidFill>
                    <a:srgbClr val="FFFFFF"/>
                  </a:solidFill>
                  <a:latin typeface="Montserrat"/>
                  <a:cs typeface="Montserrat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0" name="Карта"/>
          <p:cNvGrpSpPr/>
          <p:nvPr/>
        </p:nvGrpSpPr>
        <p:grpSpPr>
          <a:xfrm>
            <a:off x="1440000" y="2232000"/>
            <a:ext cx="5760000" cy="5760000"/>
            <a:chOff x="1440000" y="2232000"/>
            <a:chExt cx="5760000" cy="5760000"/>
          </a:xfrm>
        </p:grpSpPr>
        <p:grpSp>
          <p:nvGrpSpPr>
            <p:cNvPr id="5" name="Проезжая часть (Яндекс)"/>
            <p:cNvGrpSpPr/>
            <p:nvPr/>
          </p:nvGrpSpPr>
          <p:grpSpPr>
            <a:xfrm>
              <a:off x="1440000" y="2365806"/>
              <a:ext cx="5760000" cy="5478726"/>
              <a:chOff x="1440000" y="2365806"/>
              <a:chExt cx="5760000" cy="5478726"/>
            </a:xfrm>
          </p:grpSpPr>
          <p:sp>
            <p:nvSpPr>
              <p:cNvPr id="2" name="Контур"/>
              <p:cNvSpPr/>
              <p:nvPr/>
            </p:nvSpPr>
            <p:spPr>
              <a:xfrm>
                <a:off x="1440000" y="2377778"/>
                <a:ext cx="5760000" cy="5466754"/>
              </a:xfrm>
              <a:custGeom>
                <a:avLst/>
                <a:gdLst/>
                <a:ahLst/>
                <a:cxnLst/>
                <a:rect l="l" t="t" r="r" b="b"/>
                <a:pathLst>
                  <a:path w="5760000" h="5466754">
                    <a:moveTo>
                      <a:pt x="0" y="4979956"/>
                    </a:moveTo>
                    <a:lnTo>
                      <a:pt x="11188" y="4982192"/>
                    </a:lnTo>
                    <a:lnTo>
                      <a:pt x="124132" y="4981783"/>
                    </a:lnTo>
                    <a:lnTo>
                      <a:pt x="1010993" y="4474437"/>
                    </a:lnTo>
                    <a:lnTo>
                      <a:pt x="1345888" y="4265615"/>
                    </a:lnTo>
                    <a:lnTo>
                      <a:pt x="1356982" y="4247628"/>
                    </a:lnTo>
                    <a:lnTo>
                      <a:pt x="1354978" y="4232870"/>
                    </a:lnTo>
                    <a:lnTo>
                      <a:pt x="1237410" y="3930660"/>
                    </a:lnTo>
                    <a:lnTo>
                      <a:pt x="1073016" y="3624905"/>
                    </a:lnTo>
                    <a:lnTo>
                      <a:pt x="1062340" y="3629799"/>
                    </a:lnTo>
                    <a:lnTo>
                      <a:pt x="1038423" y="3595866"/>
                    </a:lnTo>
                    <a:lnTo>
                      <a:pt x="2588850" y="2482735"/>
                    </a:lnTo>
                    <a:lnTo>
                      <a:pt x="3089310" y="2132731"/>
                    </a:lnTo>
                    <a:lnTo>
                      <a:pt x="3083901" y="2129638"/>
                    </a:lnTo>
                    <a:lnTo>
                      <a:pt x="3086412" y="2119797"/>
                    </a:lnTo>
                    <a:lnTo>
                      <a:pt x="3079594" y="2102004"/>
                    </a:lnTo>
                    <a:lnTo>
                      <a:pt x="2812648" y="1793567"/>
                    </a:lnTo>
                    <a:lnTo>
                      <a:pt x="2791604" y="1785837"/>
                    </a:lnTo>
                    <a:lnTo>
                      <a:pt x="2771518" y="1798676"/>
                    </a:lnTo>
                    <a:lnTo>
                      <a:pt x="2759393" y="1779558"/>
                    </a:lnTo>
                    <a:lnTo>
                      <a:pt x="2730461" y="1812198"/>
                    </a:lnTo>
                    <a:lnTo>
                      <a:pt x="1857411" y="2462690"/>
                    </a:lnTo>
                    <a:lnTo>
                      <a:pt x="1620458" y="2648526"/>
                    </a:lnTo>
                    <a:lnTo>
                      <a:pt x="1626924" y="2659768"/>
                    </a:lnTo>
                    <a:lnTo>
                      <a:pt x="1468417" y="2818067"/>
                    </a:lnTo>
                    <a:lnTo>
                      <a:pt x="1274677" y="3023049"/>
                    </a:lnTo>
                    <a:lnTo>
                      <a:pt x="1105039" y="3163020"/>
                    </a:lnTo>
                    <a:lnTo>
                      <a:pt x="859363" y="3348665"/>
                    </a:lnTo>
                    <a:lnTo>
                      <a:pt x="741317" y="3428510"/>
                    </a:lnTo>
                    <a:lnTo>
                      <a:pt x="576407" y="3524704"/>
                    </a:lnTo>
                    <a:lnTo>
                      <a:pt x="100157" y="3786668"/>
                    </a:lnTo>
                    <a:lnTo>
                      <a:pt x="96457" y="3785042"/>
                    </a:lnTo>
                    <a:lnTo>
                      <a:pt x="0" y="3844825"/>
                    </a:lnTo>
                    <a:lnTo>
                      <a:pt x="0" y="3813914"/>
                    </a:lnTo>
                    <a:lnTo>
                      <a:pt x="75427" y="3766989"/>
                    </a:lnTo>
                    <a:lnTo>
                      <a:pt x="80057" y="3768588"/>
                    </a:lnTo>
                    <a:lnTo>
                      <a:pt x="79299" y="3761159"/>
                    </a:lnTo>
                    <a:lnTo>
                      <a:pt x="560100" y="3485844"/>
                    </a:lnTo>
                    <a:lnTo>
                      <a:pt x="815567" y="3327720"/>
                    </a:lnTo>
                    <a:lnTo>
                      <a:pt x="1104939" y="3114322"/>
                    </a:lnTo>
                    <a:lnTo>
                      <a:pt x="1142190" y="3081635"/>
                    </a:lnTo>
                    <a:lnTo>
                      <a:pt x="1154872" y="3058643"/>
                    </a:lnTo>
                    <a:lnTo>
                      <a:pt x="1149811" y="3037845"/>
                    </a:lnTo>
                    <a:lnTo>
                      <a:pt x="1140063" y="3025035"/>
                    </a:lnTo>
                    <a:lnTo>
                      <a:pt x="914025" y="2777936"/>
                    </a:lnTo>
                    <a:lnTo>
                      <a:pt x="678136" y="2530869"/>
                    </a:lnTo>
                    <a:lnTo>
                      <a:pt x="662956" y="2523068"/>
                    </a:lnTo>
                    <a:lnTo>
                      <a:pt x="463307" y="2714773"/>
                    </a:lnTo>
                    <a:lnTo>
                      <a:pt x="324104" y="2856858"/>
                    </a:lnTo>
                    <a:lnTo>
                      <a:pt x="306718" y="2901790"/>
                    </a:lnTo>
                    <a:lnTo>
                      <a:pt x="270022" y="3063983"/>
                    </a:lnTo>
                    <a:lnTo>
                      <a:pt x="252342" y="3104545"/>
                    </a:lnTo>
                    <a:lnTo>
                      <a:pt x="232955" y="3131991"/>
                    </a:lnTo>
                    <a:lnTo>
                      <a:pt x="207039" y="3102967"/>
                    </a:lnTo>
                    <a:lnTo>
                      <a:pt x="229523" y="3055875"/>
                    </a:lnTo>
                    <a:lnTo>
                      <a:pt x="271028" y="2888862"/>
                    </a:lnTo>
                    <a:lnTo>
                      <a:pt x="292011" y="2843368"/>
                    </a:lnTo>
                    <a:lnTo>
                      <a:pt x="632758" y="2504970"/>
                    </a:lnTo>
                    <a:lnTo>
                      <a:pt x="637410" y="2491887"/>
                    </a:lnTo>
                    <a:lnTo>
                      <a:pt x="627696" y="2477563"/>
                    </a:lnTo>
                    <a:lnTo>
                      <a:pt x="0" y="1872768"/>
                    </a:lnTo>
                    <a:lnTo>
                      <a:pt x="0" y="1773889"/>
                    </a:lnTo>
                    <a:lnTo>
                      <a:pt x="152522" y="1910468"/>
                    </a:lnTo>
                    <a:lnTo>
                      <a:pt x="320043" y="2086544"/>
                    </a:lnTo>
                    <a:lnTo>
                      <a:pt x="671447" y="2430489"/>
                    </a:lnTo>
                    <a:lnTo>
                      <a:pt x="696922" y="2444664"/>
                    </a:lnTo>
                    <a:lnTo>
                      <a:pt x="708802" y="2441469"/>
                    </a:lnTo>
                    <a:lnTo>
                      <a:pt x="943565" y="2235532"/>
                    </a:lnTo>
                    <a:lnTo>
                      <a:pt x="911944" y="2205824"/>
                    </a:lnTo>
                    <a:lnTo>
                      <a:pt x="905440" y="2179938"/>
                    </a:lnTo>
                    <a:lnTo>
                      <a:pt x="921497" y="2132942"/>
                    </a:lnTo>
                    <a:lnTo>
                      <a:pt x="957113" y="2116604"/>
                    </a:lnTo>
                    <a:lnTo>
                      <a:pt x="1011656" y="2118062"/>
                    </a:lnTo>
                    <a:lnTo>
                      <a:pt x="1038248" y="2106405"/>
                    </a:lnTo>
                    <a:lnTo>
                      <a:pt x="1197621" y="1951274"/>
                    </a:lnTo>
                    <a:lnTo>
                      <a:pt x="1192648" y="1938735"/>
                    </a:lnTo>
                    <a:lnTo>
                      <a:pt x="84239" y="748198"/>
                    </a:lnTo>
                    <a:lnTo>
                      <a:pt x="0" y="830722"/>
                    </a:lnTo>
                    <a:lnTo>
                      <a:pt x="0" y="780292"/>
                    </a:lnTo>
                    <a:lnTo>
                      <a:pt x="64617" y="713147"/>
                    </a:lnTo>
                    <a:lnTo>
                      <a:pt x="0" y="643234"/>
                    </a:lnTo>
                    <a:lnTo>
                      <a:pt x="0" y="590555"/>
                    </a:lnTo>
                    <a:lnTo>
                      <a:pt x="322413" y="944022"/>
                    </a:lnTo>
                    <a:lnTo>
                      <a:pt x="1161847" y="1848467"/>
                    </a:lnTo>
                    <a:lnTo>
                      <a:pt x="1210772" y="1896991"/>
                    </a:lnTo>
                    <a:lnTo>
                      <a:pt x="1225556" y="1903353"/>
                    </a:lnTo>
                    <a:lnTo>
                      <a:pt x="1248235" y="1899685"/>
                    </a:lnTo>
                    <a:lnTo>
                      <a:pt x="1286793" y="1867419"/>
                    </a:lnTo>
                    <a:lnTo>
                      <a:pt x="1383630" y="1768222"/>
                    </a:lnTo>
                    <a:lnTo>
                      <a:pt x="1422407" y="1725885"/>
                    </a:lnTo>
                    <a:lnTo>
                      <a:pt x="1469160" y="1662366"/>
                    </a:lnTo>
                    <a:lnTo>
                      <a:pt x="1512570" y="1579702"/>
                    </a:lnTo>
                    <a:lnTo>
                      <a:pt x="1527019" y="1542402"/>
                    </a:lnTo>
                    <a:lnTo>
                      <a:pt x="1554236" y="1456405"/>
                    </a:lnTo>
                    <a:lnTo>
                      <a:pt x="1622916" y="1192051"/>
                    </a:lnTo>
                    <a:lnTo>
                      <a:pt x="1658251" y="1101221"/>
                    </a:lnTo>
                    <a:lnTo>
                      <a:pt x="1701750" y="1015081"/>
                    </a:lnTo>
                    <a:lnTo>
                      <a:pt x="1733960" y="966369"/>
                    </a:lnTo>
                    <a:lnTo>
                      <a:pt x="1851836" y="826371"/>
                    </a:lnTo>
                    <a:lnTo>
                      <a:pt x="1863920" y="804010"/>
                    </a:lnTo>
                    <a:lnTo>
                      <a:pt x="1485150" y="402264"/>
                    </a:lnTo>
                    <a:lnTo>
                      <a:pt x="1120652" y="4383"/>
                    </a:lnTo>
                    <a:lnTo>
                      <a:pt x="1184143" y="4225"/>
                    </a:lnTo>
                    <a:lnTo>
                      <a:pt x="1521846" y="374235"/>
                    </a:lnTo>
                    <a:lnTo>
                      <a:pt x="1543514" y="375949"/>
                    </a:lnTo>
                    <a:lnTo>
                      <a:pt x="1592263" y="353745"/>
                    </a:lnTo>
                    <a:lnTo>
                      <a:pt x="1833324" y="112765"/>
                    </a:lnTo>
                    <a:lnTo>
                      <a:pt x="1954578" y="1332"/>
                    </a:lnTo>
                    <a:lnTo>
                      <a:pt x="2018417" y="1163"/>
                    </a:lnTo>
                    <a:lnTo>
                      <a:pt x="1609840" y="382731"/>
                    </a:lnTo>
                    <a:lnTo>
                      <a:pt x="1592807" y="404172"/>
                    </a:lnTo>
                    <a:lnTo>
                      <a:pt x="1589609" y="428661"/>
                    </a:lnTo>
                    <a:lnTo>
                      <a:pt x="1596830" y="454965"/>
                    </a:lnTo>
                    <a:lnTo>
                      <a:pt x="1659516" y="520337"/>
                    </a:lnTo>
                    <a:lnTo>
                      <a:pt x="1707855" y="512863"/>
                    </a:lnTo>
                    <a:lnTo>
                      <a:pt x="1734957" y="499651"/>
                    </a:lnTo>
                    <a:lnTo>
                      <a:pt x="2265875" y="185"/>
                    </a:lnTo>
                    <a:lnTo>
                      <a:pt x="2333744" y="0"/>
                    </a:lnTo>
                    <a:lnTo>
                      <a:pt x="1755822" y="546666"/>
                    </a:lnTo>
                    <a:lnTo>
                      <a:pt x="1737344" y="568367"/>
                    </a:lnTo>
                    <a:lnTo>
                      <a:pt x="1727471" y="592333"/>
                    </a:lnTo>
                    <a:lnTo>
                      <a:pt x="2745526" y="1681925"/>
                    </a:lnTo>
                    <a:lnTo>
                      <a:pt x="2764549" y="1703998"/>
                    </a:lnTo>
                    <a:lnTo>
                      <a:pt x="2769566" y="1719154"/>
                    </a:lnTo>
                    <a:lnTo>
                      <a:pt x="2790210" y="1701107"/>
                    </a:lnTo>
                    <a:lnTo>
                      <a:pt x="3104169" y="2069905"/>
                    </a:lnTo>
                    <a:lnTo>
                      <a:pt x="3127186" y="2092556"/>
                    </a:lnTo>
                    <a:lnTo>
                      <a:pt x="3138545" y="2094075"/>
                    </a:lnTo>
                    <a:lnTo>
                      <a:pt x="3137486" y="2101737"/>
                    </a:lnTo>
                    <a:lnTo>
                      <a:pt x="3144827" y="2098750"/>
                    </a:lnTo>
                    <a:lnTo>
                      <a:pt x="3313731" y="2420317"/>
                    </a:lnTo>
                    <a:lnTo>
                      <a:pt x="3514274" y="2856010"/>
                    </a:lnTo>
                    <a:lnTo>
                      <a:pt x="3554702" y="2838238"/>
                    </a:lnTo>
                    <a:lnTo>
                      <a:pt x="5648391" y="1227440"/>
                    </a:lnTo>
                    <a:lnTo>
                      <a:pt x="5760000" y="1138351"/>
                    </a:lnTo>
                    <a:lnTo>
                      <a:pt x="5760000" y="1239196"/>
                    </a:lnTo>
                    <a:lnTo>
                      <a:pt x="5388494" y="1526358"/>
                    </a:lnTo>
                    <a:lnTo>
                      <a:pt x="5323089" y="1570794"/>
                    </a:lnTo>
                    <a:lnTo>
                      <a:pt x="5329446" y="1574638"/>
                    </a:lnTo>
                    <a:lnTo>
                      <a:pt x="5332390" y="1599787"/>
                    </a:lnTo>
                    <a:lnTo>
                      <a:pt x="5363212" y="1640040"/>
                    </a:lnTo>
                    <a:lnTo>
                      <a:pt x="5722412" y="2375903"/>
                    </a:lnTo>
                    <a:lnTo>
                      <a:pt x="5683648" y="2393779"/>
                    </a:lnTo>
                    <a:lnTo>
                      <a:pt x="5428809" y="1871271"/>
                    </a:lnTo>
                    <a:lnTo>
                      <a:pt x="5352255" y="1757859"/>
                    </a:lnTo>
                    <a:lnTo>
                      <a:pt x="5096955" y="1945612"/>
                    </a:lnTo>
                    <a:lnTo>
                      <a:pt x="4846199" y="2139741"/>
                    </a:lnTo>
                    <a:lnTo>
                      <a:pt x="4830309" y="2163948"/>
                    </a:lnTo>
                    <a:lnTo>
                      <a:pt x="4830623" y="2206222"/>
                    </a:lnTo>
                    <a:lnTo>
                      <a:pt x="4841992" y="2233448"/>
                    </a:lnTo>
                    <a:lnTo>
                      <a:pt x="5078732" y="2704166"/>
                    </a:lnTo>
                    <a:lnTo>
                      <a:pt x="5039939" y="2723587"/>
                    </a:lnTo>
                    <a:lnTo>
                      <a:pt x="4755893" y="2155961"/>
                    </a:lnTo>
                    <a:lnTo>
                      <a:pt x="5315068" y="1725671"/>
                    </a:lnTo>
                    <a:lnTo>
                      <a:pt x="5332752" y="1706067"/>
                    </a:lnTo>
                    <a:lnTo>
                      <a:pt x="5334120" y="1676502"/>
                    </a:lnTo>
                    <a:lnTo>
                      <a:pt x="5302862" y="1630255"/>
                    </a:lnTo>
                    <a:lnTo>
                      <a:pt x="5288409" y="1619027"/>
                    </a:lnTo>
                    <a:lnTo>
                      <a:pt x="5272028" y="1616518"/>
                    </a:lnTo>
                    <a:lnTo>
                      <a:pt x="5271329" y="1607039"/>
                    </a:lnTo>
                    <a:lnTo>
                      <a:pt x="3550556" y="2931439"/>
                    </a:lnTo>
                    <a:lnTo>
                      <a:pt x="3574264" y="2981163"/>
                    </a:lnTo>
                    <a:lnTo>
                      <a:pt x="3591983" y="2957562"/>
                    </a:lnTo>
                    <a:lnTo>
                      <a:pt x="3600786" y="2976565"/>
                    </a:lnTo>
                    <a:lnTo>
                      <a:pt x="3622876" y="2967427"/>
                    </a:lnTo>
                    <a:lnTo>
                      <a:pt x="3676640" y="3075730"/>
                    </a:lnTo>
                    <a:lnTo>
                      <a:pt x="3654906" y="3090368"/>
                    </a:lnTo>
                    <a:lnTo>
                      <a:pt x="3664490" y="3107495"/>
                    </a:lnTo>
                    <a:lnTo>
                      <a:pt x="3686529" y="3096844"/>
                    </a:lnTo>
                    <a:lnTo>
                      <a:pt x="3807316" y="3349208"/>
                    </a:lnTo>
                    <a:lnTo>
                      <a:pt x="3788603" y="3366718"/>
                    </a:lnTo>
                    <a:lnTo>
                      <a:pt x="3795963" y="3385025"/>
                    </a:lnTo>
                    <a:lnTo>
                      <a:pt x="3768493" y="3384868"/>
                    </a:lnTo>
                    <a:lnTo>
                      <a:pt x="4578830" y="5064901"/>
                    </a:lnTo>
                    <a:lnTo>
                      <a:pt x="4601784" y="5098066"/>
                    </a:lnTo>
                    <a:lnTo>
                      <a:pt x="4618062" y="5110243"/>
                    </a:lnTo>
                    <a:lnTo>
                      <a:pt x="4648051" y="5121092"/>
                    </a:lnTo>
                    <a:lnTo>
                      <a:pt x="4663805" y="5119979"/>
                    </a:lnTo>
                    <a:lnTo>
                      <a:pt x="4865878" y="5023163"/>
                    </a:lnTo>
                    <a:lnTo>
                      <a:pt x="5037088" y="4952594"/>
                    </a:lnTo>
                    <a:lnTo>
                      <a:pt x="5760000" y="4607808"/>
                    </a:lnTo>
                    <a:lnTo>
                      <a:pt x="5760000" y="4658157"/>
                    </a:lnTo>
                    <a:lnTo>
                      <a:pt x="4705917" y="5160926"/>
                    </a:lnTo>
                    <a:lnTo>
                      <a:pt x="4081942" y="5466357"/>
                    </a:lnTo>
                    <a:lnTo>
                      <a:pt x="3966323" y="5466754"/>
                    </a:lnTo>
                    <a:lnTo>
                      <a:pt x="4549558" y="5187168"/>
                    </a:lnTo>
                    <a:lnTo>
                      <a:pt x="4559612" y="5172890"/>
                    </a:lnTo>
                    <a:lnTo>
                      <a:pt x="4560569" y="5136174"/>
                    </a:lnTo>
                    <a:lnTo>
                      <a:pt x="3763551" y="3471791"/>
                    </a:lnTo>
                    <a:lnTo>
                      <a:pt x="3483722" y="2900066"/>
                    </a:lnTo>
                    <a:lnTo>
                      <a:pt x="3158152" y="3108543"/>
                    </a:lnTo>
                    <a:lnTo>
                      <a:pt x="3109746" y="3157286"/>
                    </a:lnTo>
                    <a:lnTo>
                      <a:pt x="3032335" y="3254759"/>
                    </a:lnTo>
                    <a:lnTo>
                      <a:pt x="2954809" y="3331257"/>
                    </a:lnTo>
                    <a:lnTo>
                      <a:pt x="2259643" y="3792507"/>
                    </a:lnTo>
                    <a:lnTo>
                      <a:pt x="1071147" y="4532601"/>
                    </a:lnTo>
                    <a:lnTo>
                      <a:pt x="0" y="5173347"/>
                    </a:lnTo>
                    <a:close/>
                    <a:moveTo>
                      <a:pt x="1122820" y="3597281"/>
                    </a:moveTo>
                    <a:lnTo>
                      <a:pt x="1124717" y="3621798"/>
                    </a:lnTo>
                    <a:lnTo>
                      <a:pt x="1186561" y="3733239"/>
                    </a:lnTo>
                    <a:lnTo>
                      <a:pt x="1222431" y="3809301"/>
                    </a:lnTo>
                    <a:lnTo>
                      <a:pt x="1399009" y="4202542"/>
                    </a:lnTo>
                    <a:lnTo>
                      <a:pt x="1423453" y="4228354"/>
                    </a:lnTo>
                    <a:lnTo>
                      <a:pt x="1448056" y="4229609"/>
                    </a:lnTo>
                    <a:lnTo>
                      <a:pt x="2091350" y="3844886"/>
                    </a:lnTo>
                    <a:lnTo>
                      <a:pt x="2552136" y="3543380"/>
                    </a:lnTo>
                    <a:lnTo>
                      <a:pt x="2948241" y="3271217"/>
                    </a:lnTo>
                    <a:lnTo>
                      <a:pt x="3132323" y="3097138"/>
                    </a:lnTo>
                    <a:lnTo>
                      <a:pt x="3472822" y="2875213"/>
                    </a:lnTo>
                    <a:lnTo>
                      <a:pt x="3147067" y="2206763"/>
                    </a:lnTo>
                    <a:lnTo>
                      <a:pt x="3121776" y="2171918"/>
                    </a:lnTo>
                    <a:lnTo>
                      <a:pt x="3067456" y="2194581"/>
                    </a:lnTo>
                    <a:lnTo>
                      <a:pt x="2900140" y="2323994"/>
                    </a:lnTo>
                    <a:lnTo>
                      <a:pt x="2239547" y="2788815"/>
                    </a:lnTo>
                    <a:lnTo>
                      <a:pt x="1116570" y="3595473"/>
                    </a:lnTo>
                    <a:close/>
                    <a:moveTo>
                      <a:pt x="1473171" y="1807100"/>
                    </a:moveTo>
                    <a:lnTo>
                      <a:pt x="1492632" y="1826364"/>
                    </a:lnTo>
                    <a:lnTo>
                      <a:pt x="1505643" y="1827456"/>
                    </a:lnTo>
                    <a:lnTo>
                      <a:pt x="1577970" y="1731852"/>
                    </a:lnTo>
                    <a:lnTo>
                      <a:pt x="2140005" y="1204779"/>
                    </a:lnTo>
                    <a:lnTo>
                      <a:pt x="2283080" y="1343649"/>
                    </a:lnTo>
                    <a:lnTo>
                      <a:pt x="2680340" y="1797669"/>
                    </a:lnTo>
                    <a:lnTo>
                      <a:pt x="2685775" y="1799587"/>
                    </a:lnTo>
                    <a:lnTo>
                      <a:pt x="2712062" y="1774142"/>
                    </a:lnTo>
                    <a:lnTo>
                      <a:pt x="2729649" y="1737287"/>
                    </a:lnTo>
                    <a:lnTo>
                      <a:pt x="2723980" y="1717972"/>
                    </a:lnTo>
                    <a:lnTo>
                      <a:pt x="2701732" y="1690080"/>
                    </a:lnTo>
                    <a:lnTo>
                      <a:pt x="1922803" y="867119"/>
                    </a:lnTo>
                    <a:lnTo>
                      <a:pt x="1803707" y="1001911"/>
                    </a:lnTo>
                    <a:lnTo>
                      <a:pt x="1771418" y="1047446"/>
                    </a:lnTo>
                    <a:lnTo>
                      <a:pt x="1740923" y="1105794"/>
                    </a:lnTo>
                    <a:lnTo>
                      <a:pt x="1708802" y="1177225"/>
                    </a:lnTo>
                    <a:lnTo>
                      <a:pt x="1679891" y="1260023"/>
                    </a:lnTo>
                    <a:lnTo>
                      <a:pt x="1617600" y="1513005"/>
                    </a:lnTo>
                    <a:lnTo>
                      <a:pt x="1601554" y="1561702"/>
                    </a:lnTo>
                    <a:lnTo>
                      <a:pt x="1562966" y="1649372"/>
                    </a:lnTo>
                    <a:lnTo>
                      <a:pt x="1469719" y="1792804"/>
                    </a:lnTo>
                    <a:close/>
                    <a:moveTo>
                      <a:pt x="985285" y="2754989"/>
                    </a:moveTo>
                    <a:lnTo>
                      <a:pt x="1178922" y="2969975"/>
                    </a:lnTo>
                    <a:lnTo>
                      <a:pt x="1210233" y="2995866"/>
                    </a:lnTo>
                    <a:lnTo>
                      <a:pt x="1221565" y="3000545"/>
                    </a:lnTo>
                    <a:lnTo>
                      <a:pt x="1237755" y="2998627"/>
                    </a:lnTo>
                    <a:lnTo>
                      <a:pt x="1308424" y="2925603"/>
                    </a:lnTo>
                    <a:lnTo>
                      <a:pt x="1610901" y="2645216"/>
                    </a:lnTo>
                    <a:lnTo>
                      <a:pt x="1592145" y="2622897"/>
                    </a:lnTo>
                    <a:lnTo>
                      <a:pt x="2243274" y="2133590"/>
                    </a:lnTo>
                    <a:lnTo>
                      <a:pt x="2515554" y="1934667"/>
                    </a:lnTo>
                    <a:lnTo>
                      <a:pt x="2659321" y="1820618"/>
                    </a:lnTo>
                    <a:lnTo>
                      <a:pt x="2612955" y="1768395"/>
                    </a:lnTo>
                    <a:lnTo>
                      <a:pt x="2597070" y="1763901"/>
                    </a:lnTo>
                    <a:lnTo>
                      <a:pt x="2584312" y="1770420"/>
                    </a:lnTo>
                    <a:lnTo>
                      <a:pt x="2130612" y="2196603"/>
                    </a:lnTo>
                    <a:lnTo>
                      <a:pt x="1954425" y="2334892"/>
                    </a:lnTo>
                    <a:lnTo>
                      <a:pt x="1848488" y="2236631"/>
                    </a:lnTo>
                    <a:lnTo>
                      <a:pt x="1824359" y="2246445"/>
                    </a:lnTo>
                    <a:lnTo>
                      <a:pt x="1591808" y="2454545"/>
                    </a:lnTo>
                    <a:lnTo>
                      <a:pt x="1313702" y="2157447"/>
                    </a:lnTo>
                    <a:lnTo>
                      <a:pt x="1295722" y="2144566"/>
                    </a:lnTo>
                    <a:lnTo>
                      <a:pt x="1279338" y="2143112"/>
                    </a:lnTo>
                    <a:lnTo>
                      <a:pt x="838597" y="2554552"/>
                    </a:lnTo>
                    <a:lnTo>
                      <a:pt x="817554" y="2531974"/>
                    </a:lnTo>
                    <a:lnTo>
                      <a:pt x="1495987" y="1893825"/>
                    </a:lnTo>
                    <a:lnTo>
                      <a:pt x="1499093" y="1885663"/>
                    </a:lnTo>
                    <a:lnTo>
                      <a:pt x="1495228" y="1872827"/>
                    </a:lnTo>
                    <a:lnTo>
                      <a:pt x="1453807" y="1829901"/>
                    </a:lnTo>
                    <a:lnTo>
                      <a:pt x="1435366" y="1828133"/>
                    </a:lnTo>
                    <a:lnTo>
                      <a:pt x="1094836" y="2146961"/>
                    </a:lnTo>
                    <a:lnTo>
                      <a:pt x="726372" y="2464611"/>
                    </a:lnTo>
                    <a:lnTo>
                      <a:pt x="723402" y="2475919"/>
                    </a:lnTo>
                    <a:close/>
                    <a:moveTo>
                      <a:pt x="1565644" y="1837602"/>
                    </a:moveTo>
                    <a:lnTo>
                      <a:pt x="1736190" y="2016548"/>
                    </a:lnTo>
                    <a:lnTo>
                      <a:pt x="1765549" y="2057003"/>
                    </a:lnTo>
                    <a:lnTo>
                      <a:pt x="1809755" y="2146122"/>
                    </a:lnTo>
                    <a:lnTo>
                      <a:pt x="1941507" y="2281682"/>
                    </a:lnTo>
                    <a:lnTo>
                      <a:pt x="1960305" y="2289620"/>
                    </a:lnTo>
                    <a:lnTo>
                      <a:pt x="1983579" y="2278018"/>
                    </a:lnTo>
                    <a:lnTo>
                      <a:pt x="2109521" y="2180458"/>
                    </a:lnTo>
                    <a:lnTo>
                      <a:pt x="2393727" y="1908721"/>
                    </a:lnTo>
                    <a:lnTo>
                      <a:pt x="2573860" y="1726605"/>
                    </a:lnTo>
                    <a:lnTo>
                      <a:pt x="2390583" y="1510092"/>
                    </a:lnTo>
                    <a:lnTo>
                      <a:pt x="2223008" y="1332478"/>
                    </a:lnTo>
                    <a:lnTo>
                      <a:pt x="2146245" y="1260624"/>
                    </a:lnTo>
                    <a:lnTo>
                      <a:pt x="1573165" y="1777334"/>
                    </a:lnTo>
                    <a:lnTo>
                      <a:pt x="1557111" y="1803725"/>
                    </a:lnTo>
                    <a:lnTo>
                      <a:pt x="1557366" y="1821464"/>
                    </a:lnTo>
                    <a:close/>
                    <a:moveTo>
                      <a:pt x="1338022" y="2138049"/>
                    </a:moveTo>
                    <a:lnTo>
                      <a:pt x="1590362" y="2401122"/>
                    </a:lnTo>
                    <a:lnTo>
                      <a:pt x="1608123" y="2394367"/>
                    </a:lnTo>
                    <a:lnTo>
                      <a:pt x="1797055" y="2224901"/>
                    </a:lnTo>
                    <a:lnTo>
                      <a:pt x="1806563" y="2203789"/>
                    </a:lnTo>
                    <a:lnTo>
                      <a:pt x="1807474" y="2190740"/>
                    </a:lnTo>
                    <a:lnTo>
                      <a:pt x="1694093" y="2057132"/>
                    </a:lnTo>
                    <a:lnTo>
                      <a:pt x="1544036" y="1898931"/>
                    </a:lnTo>
                    <a:lnTo>
                      <a:pt x="1525024" y="1910393"/>
                    </a:lnTo>
                    <a:lnTo>
                      <a:pt x="1329541" y="2093106"/>
                    </a:lnTo>
                    <a:lnTo>
                      <a:pt x="1325209" y="2111062"/>
                    </a:lnTo>
                    <a:close/>
                    <a:moveTo>
                      <a:pt x="0" y="5051472"/>
                    </a:moveTo>
                    <a:lnTo>
                      <a:pt x="57699" y="5017885"/>
                    </a:lnTo>
                    <a:lnTo>
                      <a:pt x="55621" y="5015473"/>
                    </a:lnTo>
                    <a:lnTo>
                      <a:pt x="29022" y="5017764"/>
                    </a:lnTo>
                    <a:lnTo>
                      <a:pt x="0" y="5015659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</p:sp>
          <p:sp>
            <p:nvSpPr>
              <p:cNvPr id="3" name="Контур"/>
              <p:cNvSpPr/>
              <p:nvPr/>
            </p:nvSpPr>
            <p:spPr>
              <a:xfrm>
                <a:off x="6858041" y="2365806"/>
                <a:ext cx="341959" cy="413356"/>
              </a:xfrm>
              <a:custGeom>
                <a:avLst/>
                <a:gdLst/>
                <a:ahLst/>
                <a:cxnLst/>
                <a:rect l="l" t="t" r="r" b="b"/>
                <a:pathLst>
                  <a:path w="341959" h="413356">
                    <a:moveTo>
                      <a:pt x="0" y="285"/>
                    </a:moveTo>
                    <a:lnTo>
                      <a:pt x="227294" y="258533"/>
                    </a:lnTo>
                    <a:lnTo>
                      <a:pt x="275047" y="335790"/>
                    </a:lnTo>
                    <a:lnTo>
                      <a:pt x="341959" y="413356"/>
                    </a:lnTo>
                    <a:lnTo>
                      <a:pt x="341959" y="286152"/>
                    </a:lnTo>
                    <a:lnTo>
                      <a:pt x="92213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</p:sp>
          <p:sp>
            <p:nvSpPr>
              <p:cNvPr id="4" name="Контур"/>
              <p:cNvSpPr/>
              <p:nvPr/>
            </p:nvSpPr>
            <p:spPr>
              <a:xfrm>
                <a:off x="2922062" y="6652605"/>
                <a:ext cx="584911" cy="1084250"/>
              </a:xfrm>
              <a:custGeom>
                <a:avLst/>
                <a:gdLst/>
                <a:ahLst/>
                <a:cxnLst/>
                <a:rect l="l" t="t" r="r" b="b"/>
                <a:pathLst>
                  <a:path w="584911" h="1084250">
                    <a:moveTo>
                      <a:pt x="0" y="45606"/>
                    </a:moveTo>
                    <a:lnTo>
                      <a:pt x="505154" y="1084250"/>
                    </a:lnTo>
                    <a:lnTo>
                      <a:pt x="584911" y="1084038"/>
                    </a:lnTo>
                    <a:lnTo>
                      <a:pt x="570979" y="1054945"/>
                    </a:lnTo>
                    <a:lnTo>
                      <a:pt x="559074" y="1061367"/>
                    </a:lnTo>
                    <a:lnTo>
                      <a:pt x="546878" y="1056848"/>
                    </a:lnTo>
                    <a:lnTo>
                      <a:pt x="375238" y="702371"/>
                    </a:lnTo>
                    <a:lnTo>
                      <a:pt x="374934" y="694652"/>
                    </a:lnTo>
                    <a:lnTo>
                      <a:pt x="396070" y="682832"/>
                    </a:lnTo>
                    <a:lnTo>
                      <a:pt x="373360" y="635875"/>
                    </a:lnTo>
                    <a:lnTo>
                      <a:pt x="349827" y="644001"/>
                    </a:lnTo>
                    <a:lnTo>
                      <a:pt x="337670" y="626335"/>
                    </a:lnTo>
                    <a:lnTo>
                      <a:pt x="323156" y="592966"/>
                    </a:lnTo>
                    <a:lnTo>
                      <a:pt x="342207" y="579241"/>
                    </a:lnTo>
                    <a:lnTo>
                      <a:pt x="329255" y="550160"/>
                    </a:lnTo>
                    <a:lnTo>
                      <a:pt x="306539" y="557905"/>
                    </a:lnTo>
                    <a:lnTo>
                      <a:pt x="283934" y="514996"/>
                    </a:lnTo>
                    <a:lnTo>
                      <a:pt x="284251" y="506186"/>
                    </a:lnTo>
                    <a:lnTo>
                      <a:pt x="304613" y="496701"/>
                    </a:lnTo>
                    <a:lnTo>
                      <a:pt x="260683" y="406166"/>
                    </a:lnTo>
                    <a:lnTo>
                      <a:pt x="244022" y="414265"/>
                    </a:lnTo>
                    <a:lnTo>
                      <a:pt x="233167" y="409564"/>
                    </a:lnTo>
                    <a:lnTo>
                      <a:pt x="130232" y="199216"/>
                    </a:lnTo>
                    <a:lnTo>
                      <a:pt x="129988" y="186431"/>
                    </a:lnTo>
                    <a:lnTo>
                      <a:pt x="149467" y="173150"/>
                    </a:lnTo>
                    <a:lnTo>
                      <a:pt x="128345" y="132753"/>
                    </a:lnTo>
                    <a:lnTo>
                      <a:pt x="106457" y="140822"/>
                    </a:lnTo>
                    <a:lnTo>
                      <a:pt x="100756" y="129964"/>
                    </a:lnTo>
                    <a:lnTo>
                      <a:pt x="108839" y="119760"/>
                    </a:lnTo>
                    <a:lnTo>
                      <a:pt x="137862" y="103446"/>
                    </a:lnTo>
                    <a:lnTo>
                      <a:pt x="85726" y="0"/>
                    </a:lnTo>
                    <a:lnTo>
                      <a:pt x="0" y="45606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</p:sp>
        </p:grpSp>
        <p:grpSp>
          <p:nvGrpSpPr>
            <p:cNvPr id="795" name="Здания (ЕГКО)"/>
            <p:cNvGrpSpPr/>
            <p:nvPr/>
          </p:nvGrpSpPr>
          <p:grpSpPr>
            <a:xfrm>
              <a:off x="1440000" y="2366392"/>
              <a:ext cx="5760000" cy="5491759"/>
              <a:chOff x="1440000" y="2366392"/>
              <a:chExt cx="5760000" cy="5491759"/>
            </a:xfrm>
          </p:grpSpPr>
          <p:sp>
            <p:nvSpPr>
              <p:cNvPr id="6" name="Контур"/>
              <p:cNvSpPr/>
              <p:nvPr/>
            </p:nvSpPr>
            <p:spPr>
              <a:xfrm>
                <a:off x="5408336" y="3967576"/>
                <a:ext cx="230572" cy="283872"/>
              </a:xfrm>
              <a:custGeom>
                <a:avLst/>
                <a:gdLst/>
                <a:ahLst/>
                <a:cxnLst/>
                <a:rect l="l" t="t" r="r" b="b"/>
                <a:pathLst>
                  <a:path w="230572" h="283872">
                    <a:moveTo>
                      <a:pt x="181401" y="283872"/>
                    </a:moveTo>
                    <a:lnTo>
                      <a:pt x="0" y="36480"/>
                    </a:lnTo>
                    <a:lnTo>
                      <a:pt x="47918" y="0"/>
                    </a:lnTo>
                    <a:lnTo>
                      <a:pt x="199795" y="207024"/>
                    </a:lnTo>
                    <a:lnTo>
                      <a:pt x="230572" y="248174"/>
                    </a:lnTo>
                    <a:lnTo>
                      <a:pt x="181401" y="2838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" name="Контур"/>
              <p:cNvSpPr/>
              <p:nvPr/>
            </p:nvSpPr>
            <p:spPr>
              <a:xfrm>
                <a:off x="5023721" y="3976504"/>
                <a:ext cx="259651" cy="214348"/>
              </a:xfrm>
              <a:custGeom>
                <a:avLst/>
                <a:gdLst/>
                <a:ahLst/>
                <a:cxnLst/>
                <a:rect l="l" t="t" r="r" b="b"/>
                <a:pathLst>
                  <a:path w="259651" h="214348">
                    <a:moveTo>
                      <a:pt x="259651" y="39115"/>
                    </a:moveTo>
                    <a:lnTo>
                      <a:pt x="30907" y="214348"/>
                    </a:lnTo>
                    <a:lnTo>
                      <a:pt x="0" y="172800"/>
                    </a:lnTo>
                    <a:lnTo>
                      <a:pt x="230400" y="0"/>
                    </a:lnTo>
                    <a:lnTo>
                      <a:pt x="259651" y="391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" name="Контур"/>
              <p:cNvSpPr/>
              <p:nvPr/>
            </p:nvSpPr>
            <p:spPr>
              <a:xfrm>
                <a:off x="4895685" y="3797726"/>
                <a:ext cx="432433" cy="361989"/>
              </a:xfrm>
              <a:custGeom>
                <a:avLst/>
                <a:gdLst/>
                <a:ahLst/>
                <a:cxnLst/>
                <a:rect l="l" t="t" r="r" b="b"/>
                <a:pathLst>
                  <a:path w="432433" h="361989">
                    <a:moveTo>
                      <a:pt x="46835" y="361989"/>
                    </a:moveTo>
                    <a:lnTo>
                      <a:pt x="0" y="299496"/>
                    </a:lnTo>
                    <a:lnTo>
                      <a:pt x="399625" y="0"/>
                    </a:lnTo>
                    <a:lnTo>
                      <a:pt x="416633" y="22695"/>
                    </a:lnTo>
                    <a:lnTo>
                      <a:pt x="402606" y="33207"/>
                    </a:lnTo>
                    <a:lnTo>
                      <a:pt x="432433" y="73005"/>
                    </a:lnTo>
                    <a:lnTo>
                      <a:pt x="46835" y="3619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" name="Контур"/>
              <p:cNvSpPr/>
              <p:nvPr/>
            </p:nvSpPr>
            <p:spPr>
              <a:xfrm>
                <a:off x="4958426" y="4025193"/>
                <a:ext cx="456490" cy="562365"/>
              </a:xfrm>
              <a:custGeom>
                <a:avLst/>
                <a:gdLst/>
                <a:ahLst/>
                <a:cxnLst/>
                <a:rect l="l" t="t" r="r" b="b"/>
                <a:pathLst>
                  <a:path w="456490" h="562365">
                    <a:moveTo>
                      <a:pt x="456490" y="16336"/>
                    </a:moveTo>
                    <a:lnTo>
                      <a:pt x="435217" y="31874"/>
                    </a:lnTo>
                    <a:lnTo>
                      <a:pt x="35516" y="323733"/>
                    </a:lnTo>
                    <a:lnTo>
                      <a:pt x="87054" y="394312"/>
                    </a:lnTo>
                    <a:lnTo>
                      <a:pt x="103599" y="416877"/>
                    </a:lnTo>
                    <a:lnTo>
                      <a:pt x="174476" y="513938"/>
                    </a:lnTo>
                    <a:lnTo>
                      <a:pt x="196352" y="497631"/>
                    </a:lnTo>
                    <a:lnTo>
                      <a:pt x="222815" y="532416"/>
                    </a:lnTo>
                    <a:lnTo>
                      <a:pt x="177536" y="562365"/>
                    </a:lnTo>
                    <a:lnTo>
                      <a:pt x="80036" y="432807"/>
                    </a:lnTo>
                    <a:lnTo>
                      <a:pt x="0" y="322991"/>
                    </a:lnTo>
                    <a:lnTo>
                      <a:pt x="443870" y="0"/>
                    </a:lnTo>
                    <a:lnTo>
                      <a:pt x="456490" y="163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" name="Контур"/>
              <p:cNvSpPr/>
              <p:nvPr/>
            </p:nvSpPr>
            <p:spPr>
              <a:xfrm>
                <a:off x="5062025" y="4134707"/>
                <a:ext cx="487171" cy="404424"/>
              </a:xfrm>
              <a:custGeom>
                <a:avLst/>
                <a:gdLst/>
                <a:ahLst/>
                <a:cxnLst/>
                <a:rect l="l" t="t" r="r" b="b"/>
                <a:pathLst>
                  <a:path w="487171" h="404424">
                    <a:moveTo>
                      <a:pt x="420931" y="0"/>
                    </a:moveTo>
                    <a:lnTo>
                      <a:pt x="487171" y="95611"/>
                    </a:lnTo>
                    <a:lnTo>
                      <a:pt x="322851" y="217613"/>
                    </a:lnTo>
                    <a:lnTo>
                      <a:pt x="202798" y="306732"/>
                    </a:lnTo>
                    <a:lnTo>
                      <a:pt x="92753" y="388117"/>
                    </a:lnTo>
                    <a:lnTo>
                      <a:pt x="70877" y="404424"/>
                    </a:lnTo>
                    <a:lnTo>
                      <a:pt x="0" y="307363"/>
                    </a:lnTo>
                    <a:lnTo>
                      <a:pt x="7575" y="301829"/>
                    </a:lnTo>
                    <a:lnTo>
                      <a:pt x="23722" y="290045"/>
                    </a:lnTo>
                    <a:lnTo>
                      <a:pt x="42093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" name="Контур"/>
              <p:cNvSpPr/>
              <p:nvPr/>
            </p:nvSpPr>
            <p:spPr>
              <a:xfrm>
                <a:off x="5264823" y="4352320"/>
                <a:ext cx="133729" cy="107542"/>
              </a:xfrm>
              <a:custGeom>
                <a:avLst/>
                <a:gdLst/>
                <a:ahLst/>
                <a:cxnLst/>
                <a:rect l="l" t="t" r="r" b="b"/>
                <a:pathLst>
                  <a:path w="133729" h="107542">
                    <a:moveTo>
                      <a:pt x="0" y="89119"/>
                    </a:moveTo>
                    <a:lnTo>
                      <a:pt x="120053" y="0"/>
                    </a:lnTo>
                    <a:lnTo>
                      <a:pt x="133729" y="18423"/>
                    </a:lnTo>
                    <a:lnTo>
                      <a:pt x="13676" y="107542"/>
                    </a:lnTo>
                    <a:lnTo>
                      <a:pt x="0" y="891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" name="Контур"/>
              <p:cNvSpPr/>
              <p:nvPr/>
            </p:nvSpPr>
            <p:spPr>
              <a:xfrm>
                <a:off x="5045480" y="4402153"/>
                <a:ext cx="40267" cy="39917"/>
              </a:xfrm>
              <a:custGeom>
                <a:avLst/>
                <a:gdLst/>
                <a:ahLst/>
                <a:cxnLst/>
                <a:rect l="l" t="t" r="r" b="b"/>
                <a:pathLst>
                  <a:path w="40267" h="39917">
                    <a:moveTo>
                      <a:pt x="24120" y="34383"/>
                    </a:moveTo>
                    <a:lnTo>
                      <a:pt x="16545" y="39917"/>
                    </a:lnTo>
                    <a:lnTo>
                      <a:pt x="0" y="17352"/>
                    </a:lnTo>
                    <a:lnTo>
                      <a:pt x="23769" y="0"/>
                    </a:lnTo>
                    <a:lnTo>
                      <a:pt x="40267" y="22599"/>
                    </a:lnTo>
                    <a:lnTo>
                      <a:pt x="24120" y="343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" name="Контур"/>
              <p:cNvSpPr/>
              <p:nvPr/>
            </p:nvSpPr>
            <p:spPr>
              <a:xfrm>
                <a:off x="4993942" y="4057067"/>
                <a:ext cx="489014" cy="367685"/>
              </a:xfrm>
              <a:custGeom>
                <a:avLst/>
                <a:gdLst/>
                <a:ahLst/>
                <a:cxnLst/>
                <a:rect l="l" t="t" r="r" b="b"/>
                <a:pathLst>
                  <a:path w="489014" h="367685">
                    <a:moveTo>
                      <a:pt x="489014" y="77640"/>
                    </a:moveTo>
                    <a:lnTo>
                      <a:pt x="91805" y="367685"/>
                    </a:lnTo>
                    <a:lnTo>
                      <a:pt x="75307" y="345086"/>
                    </a:lnTo>
                    <a:lnTo>
                      <a:pt x="51538" y="362438"/>
                    </a:lnTo>
                    <a:lnTo>
                      <a:pt x="0" y="291859"/>
                    </a:lnTo>
                    <a:lnTo>
                      <a:pt x="399701" y="0"/>
                    </a:lnTo>
                    <a:lnTo>
                      <a:pt x="415997" y="22315"/>
                    </a:lnTo>
                    <a:lnTo>
                      <a:pt x="437270" y="6777"/>
                    </a:lnTo>
                    <a:lnTo>
                      <a:pt x="489014" y="776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" name="Контур"/>
              <p:cNvSpPr/>
              <p:nvPr/>
            </p:nvSpPr>
            <p:spPr>
              <a:xfrm>
                <a:off x="4837865" y="4149304"/>
                <a:ext cx="216763" cy="179784"/>
              </a:xfrm>
              <a:custGeom>
                <a:avLst/>
                <a:gdLst/>
                <a:ahLst/>
                <a:cxnLst/>
                <a:rect l="l" t="t" r="r" b="b"/>
                <a:pathLst>
                  <a:path w="216763" h="179784">
                    <a:moveTo>
                      <a:pt x="216763" y="41548"/>
                    </a:moveTo>
                    <a:lnTo>
                      <a:pt x="30912" y="179784"/>
                    </a:lnTo>
                    <a:lnTo>
                      <a:pt x="0" y="138240"/>
                    </a:lnTo>
                    <a:lnTo>
                      <a:pt x="185856" y="0"/>
                    </a:lnTo>
                    <a:lnTo>
                      <a:pt x="216763" y="415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" name="Контур"/>
              <p:cNvSpPr/>
              <p:nvPr/>
            </p:nvSpPr>
            <p:spPr>
              <a:xfrm>
                <a:off x="4633966" y="4993336"/>
                <a:ext cx="153211" cy="147120"/>
              </a:xfrm>
              <a:custGeom>
                <a:avLst/>
                <a:gdLst/>
                <a:ahLst/>
                <a:cxnLst/>
                <a:rect l="l" t="t" r="r" b="b"/>
                <a:pathLst>
                  <a:path w="153211" h="147120">
                    <a:moveTo>
                      <a:pt x="120" y="83995"/>
                    </a:moveTo>
                    <a:lnTo>
                      <a:pt x="8323" y="78700"/>
                    </a:lnTo>
                    <a:lnTo>
                      <a:pt x="0" y="66580"/>
                    </a:lnTo>
                    <a:lnTo>
                      <a:pt x="106363" y="0"/>
                    </a:lnTo>
                    <a:lnTo>
                      <a:pt x="153211" y="75264"/>
                    </a:lnTo>
                    <a:lnTo>
                      <a:pt x="39926" y="147120"/>
                    </a:lnTo>
                    <a:lnTo>
                      <a:pt x="120" y="839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" name="Контур"/>
              <p:cNvSpPr/>
              <p:nvPr/>
            </p:nvSpPr>
            <p:spPr>
              <a:xfrm>
                <a:off x="5433440" y="4932581"/>
                <a:ext cx="122636" cy="112590"/>
              </a:xfrm>
              <a:custGeom>
                <a:avLst/>
                <a:gdLst/>
                <a:ahLst/>
                <a:cxnLst/>
                <a:rect l="l" t="t" r="r" b="b"/>
                <a:pathLst>
                  <a:path w="122636" h="112590">
                    <a:moveTo>
                      <a:pt x="89066" y="0"/>
                    </a:moveTo>
                    <a:lnTo>
                      <a:pt x="122636" y="42908"/>
                    </a:lnTo>
                    <a:lnTo>
                      <a:pt x="33570" y="112590"/>
                    </a:lnTo>
                    <a:lnTo>
                      <a:pt x="0" y="69682"/>
                    </a:lnTo>
                    <a:lnTo>
                      <a:pt x="8906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" name="Контур"/>
              <p:cNvSpPr/>
              <p:nvPr/>
            </p:nvSpPr>
            <p:spPr>
              <a:xfrm>
                <a:off x="4755756" y="4696478"/>
                <a:ext cx="23090" cy="31934"/>
              </a:xfrm>
              <a:custGeom>
                <a:avLst/>
                <a:gdLst/>
                <a:ahLst/>
                <a:cxnLst/>
                <a:rect l="l" t="t" r="r" b="b"/>
                <a:pathLst>
                  <a:path w="23090" h="31934">
                    <a:moveTo>
                      <a:pt x="0" y="4928"/>
                    </a:moveTo>
                    <a:lnTo>
                      <a:pt x="11091" y="0"/>
                    </a:lnTo>
                    <a:lnTo>
                      <a:pt x="23090" y="27005"/>
                    </a:lnTo>
                    <a:lnTo>
                      <a:pt x="11999" y="31934"/>
                    </a:lnTo>
                    <a:lnTo>
                      <a:pt x="0" y="49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" name="Контур"/>
              <p:cNvSpPr/>
              <p:nvPr/>
            </p:nvSpPr>
            <p:spPr>
              <a:xfrm>
                <a:off x="5296361" y="4491832"/>
                <a:ext cx="289531" cy="232920"/>
              </a:xfrm>
              <a:custGeom>
                <a:avLst/>
                <a:gdLst/>
                <a:ahLst/>
                <a:cxnLst/>
                <a:rect l="l" t="t" r="r" b="b"/>
                <a:pathLst>
                  <a:path w="289531" h="232920">
                    <a:moveTo>
                      <a:pt x="289531" y="46300"/>
                    </a:moveTo>
                    <a:lnTo>
                      <a:pt x="33792" y="232920"/>
                    </a:lnTo>
                    <a:lnTo>
                      <a:pt x="0" y="186624"/>
                    </a:lnTo>
                    <a:lnTo>
                      <a:pt x="255744" y="0"/>
                    </a:lnTo>
                    <a:lnTo>
                      <a:pt x="289531" y="463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" name="Контур"/>
              <p:cNvSpPr/>
              <p:nvPr/>
            </p:nvSpPr>
            <p:spPr>
              <a:xfrm>
                <a:off x="4728687" y="4637466"/>
                <a:ext cx="36828" cy="34993"/>
              </a:xfrm>
              <a:custGeom>
                <a:avLst/>
                <a:gdLst/>
                <a:ahLst/>
                <a:cxnLst/>
                <a:rect l="l" t="t" r="r" b="b"/>
                <a:pathLst>
                  <a:path w="36828" h="34993">
                    <a:moveTo>
                      <a:pt x="12292" y="34993"/>
                    </a:moveTo>
                    <a:lnTo>
                      <a:pt x="0" y="6418"/>
                    </a:lnTo>
                    <a:lnTo>
                      <a:pt x="33678" y="0"/>
                    </a:lnTo>
                    <a:lnTo>
                      <a:pt x="36828" y="14097"/>
                    </a:lnTo>
                    <a:lnTo>
                      <a:pt x="29202" y="15590"/>
                    </a:lnTo>
                    <a:lnTo>
                      <a:pt x="32020" y="31843"/>
                    </a:lnTo>
                    <a:lnTo>
                      <a:pt x="12292" y="349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" name="Контур"/>
              <p:cNvSpPr/>
              <p:nvPr/>
            </p:nvSpPr>
            <p:spPr>
              <a:xfrm>
                <a:off x="4717540" y="4625376"/>
                <a:ext cx="44825" cy="18508"/>
              </a:xfrm>
              <a:custGeom>
                <a:avLst/>
                <a:gdLst/>
                <a:ahLst/>
                <a:cxnLst/>
                <a:rect l="l" t="t" r="r" b="b"/>
                <a:pathLst>
                  <a:path w="44825" h="18508">
                    <a:moveTo>
                      <a:pt x="11147" y="18508"/>
                    </a:moveTo>
                    <a:lnTo>
                      <a:pt x="0" y="8365"/>
                    </a:lnTo>
                    <a:lnTo>
                      <a:pt x="39971" y="0"/>
                    </a:lnTo>
                    <a:lnTo>
                      <a:pt x="44825" y="12090"/>
                    </a:lnTo>
                    <a:lnTo>
                      <a:pt x="11147" y="185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" name="Контур"/>
              <p:cNvSpPr/>
              <p:nvPr/>
            </p:nvSpPr>
            <p:spPr>
              <a:xfrm>
                <a:off x="4456809" y="4203651"/>
                <a:ext cx="56107" cy="47459"/>
              </a:xfrm>
              <a:custGeom>
                <a:avLst/>
                <a:gdLst/>
                <a:ahLst/>
                <a:cxnLst/>
                <a:rect l="l" t="t" r="r" b="b"/>
                <a:pathLst>
                  <a:path w="56107" h="47459">
                    <a:moveTo>
                      <a:pt x="45664" y="0"/>
                    </a:moveTo>
                    <a:lnTo>
                      <a:pt x="56107" y="14443"/>
                    </a:lnTo>
                    <a:lnTo>
                      <a:pt x="10442" y="47459"/>
                    </a:lnTo>
                    <a:lnTo>
                      <a:pt x="0" y="33015"/>
                    </a:lnTo>
                    <a:lnTo>
                      <a:pt x="4566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" name="Контур"/>
              <p:cNvSpPr/>
              <p:nvPr/>
            </p:nvSpPr>
            <p:spPr>
              <a:xfrm>
                <a:off x="4204650" y="4220311"/>
                <a:ext cx="27440" cy="30691"/>
              </a:xfrm>
              <a:custGeom>
                <a:avLst/>
                <a:gdLst/>
                <a:ahLst/>
                <a:cxnLst/>
                <a:rect l="l" t="t" r="r" b="b"/>
                <a:pathLst>
                  <a:path w="27440" h="30691">
                    <a:moveTo>
                      <a:pt x="0" y="7240"/>
                    </a:moveTo>
                    <a:lnTo>
                      <a:pt x="9423" y="0"/>
                    </a:lnTo>
                    <a:lnTo>
                      <a:pt x="27440" y="23451"/>
                    </a:lnTo>
                    <a:lnTo>
                      <a:pt x="18017" y="30691"/>
                    </a:lnTo>
                    <a:lnTo>
                      <a:pt x="0" y="72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" name="Контур"/>
              <p:cNvSpPr/>
              <p:nvPr/>
            </p:nvSpPr>
            <p:spPr>
              <a:xfrm>
                <a:off x="4361398" y="3948697"/>
                <a:ext cx="320203" cy="254722"/>
              </a:xfrm>
              <a:custGeom>
                <a:avLst/>
                <a:gdLst/>
                <a:ahLst/>
                <a:cxnLst/>
                <a:rect l="l" t="t" r="r" b="b"/>
                <a:pathLst>
                  <a:path w="320203" h="254722">
                    <a:moveTo>
                      <a:pt x="320203" y="43973"/>
                    </a:moveTo>
                    <a:lnTo>
                      <a:pt x="32174" y="254722"/>
                    </a:lnTo>
                    <a:lnTo>
                      <a:pt x="0" y="210749"/>
                    </a:lnTo>
                    <a:lnTo>
                      <a:pt x="288029" y="0"/>
                    </a:lnTo>
                    <a:lnTo>
                      <a:pt x="320203" y="439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" name="Контур"/>
              <p:cNvSpPr/>
              <p:nvPr/>
            </p:nvSpPr>
            <p:spPr>
              <a:xfrm>
                <a:off x="4589455" y="4105259"/>
                <a:ext cx="61157" cy="51300"/>
              </a:xfrm>
              <a:custGeom>
                <a:avLst/>
                <a:gdLst/>
                <a:ahLst/>
                <a:cxnLst/>
                <a:rect l="l" t="t" r="r" b="b"/>
                <a:pathLst>
                  <a:path w="61157" h="51300">
                    <a:moveTo>
                      <a:pt x="50419" y="0"/>
                    </a:moveTo>
                    <a:lnTo>
                      <a:pt x="61157" y="14855"/>
                    </a:lnTo>
                    <a:lnTo>
                      <a:pt x="10738" y="51300"/>
                    </a:lnTo>
                    <a:lnTo>
                      <a:pt x="0" y="36445"/>
                    </a:lnTo>
                    <a:lnTo>
                      <a:pt x="5041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" name="Контур"/>
              <p:cNvSpPr/>
              <p:nvPr/>
            </p:nvSpPr>
            <p:spPr>
              <a:xfrm>
                <a:off x="4526266" y="4153883"/>
                <a:ext cx="56677" cy="48178"/>
              </a:xfrm>
              <a:custGeom>
                <a:avLst/>
                <a:gdLst/>
                <a:ahLst/>
                <a:cxnLst/>
                <a:rect l="l" t="t" r="r" b="b"/>
                <a:pathLst>
                  <a:path w="56677" h="48178">
                    <a:moveTo>
                      <a:pt x="45615" y="0"/>
                    </a:moveTo>
                    <a:lnTo>
                      <a:pt x="56677" y="15388"/>
                    </a:lnTo>
                    <a:lnTo>
                      <a:pt x="11062" y="48178"/>
                    </a:lnTo>
                    <a:lnTo>
                      <a:pt x="0" y="32790"/>
                    </a:lnTo>
                    <a:lnTo>
                      <a:pt x="456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" name="Контур"/>
              <p:cNvSpPr/>
              <p:nvPr/>
            </p:nvSpPr>
            <p:spPr>
              <a:xfrm>
                <a:off x="4269258" y="4116169"/>
                <a:ext cx="30318" cy="33946"/>
              </a:xfrm>
              <a:custGeom>
                <a:avLst/>
                <a:gdLst/>
                <a:ahLst/>
                <a:cxnLst/>
                <a:rect l="l" t="t" r="r" b="b"/>
                <a:pathLst>
                  <a:path w="30318" h="33946">
                    <a:moveTo>
                      <a:pt x="10972" y="33946"/>
                    </a:moveTo>
                    <a:lnTo>
                      <a:pt x="0" y="24990"/>
                    </a:lnTo>
                    <a:lnTo>
                      <a:pt x="16170" y="0"/>
                    </a:lnTo>
                    <a:lnTo>
                      <a:pt x="30318" y="11556"/>
                    </a:lnTo>
                    <a:lnTo>
                      <a:pt x="10972" y="339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" name="Контур"/>
              <p:cNvSpPr/>
              <p:nvPr/>
            </p:nvSpPr>
            <p:spPr>
              <a:xfrm>
                <a:off x="4234512" y="4171638"/>
                <a:ext cx="123848" cy="143862"/>
              </a:xfrm>
              <a:custGeom>
                <a:avLst/>
                <a:gdLst/>
                <a:ahLst/>
                <a:cxnLst/>
                <a:rect l="l" t="t" r="r" b="b"/>
                <a:pathLst>
                  <a:path w="123848" h="143862">
                    <a:moveTo>
                      <a:pt x="123848" y="127498"/>
                    </a:moveTo>
                    <a:lnTo>
                      <a:pt x="104792" y="143862"/>
                    </a:lnTo>
                    <a:lnTo>
                      <a:pt x="0" y="21839"/>
                    </a:lnTo>
                    <a:lnTo>
                      <a:pt x="16126" y="0"/>
                    </a:lnTo>
                    <a:lnTo>
                      <a:pt x="123848" y="1274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" name="Контур"/>
              <p:cNvSpPr/>
              <p:nvPr/>
            </p:nvSpPr>
            <p:spPr>
              <a:xfrm>
                <a:off x="4385838" y="4253697"/>
                <a:ext cx="57777" cy="49968"/>
              </a:xfrm>
              <a:custGeom>
                <a:avLst/>
                <a:gdLst/>
                <a:ahLst/>
                <a:cxnLst/>
                <a:rect l="l" t="t" r="r" b="b"/>
                <a:pathLst>
                  <a:path w="57777" h="49968">
                    <a:moveTo>
                      <a:pt x="47505" y="0"/>
                    </a:moveTo>
                    <a:lnTo>
                      <a:pt x="57777" y="14012"/>
                    </a:lnTo>
                    <a:lnTo>
                      <a:pt x="11153" y="49968"/>
                    </a:lnTo>
                    <a:lnTo>
                      <a:pt x="0" y="35090"/>
                    </a:lnTo>
                    <a:lnTo>
                      <a:pt x="22180" y="19039"/>
                    </a:lnTo>
                    <a:lnTo>
                      <a:pt x="4750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" name="Контур"/>
              <p:cNvSpPr/>
              <p:nvPr/>
            </p:nvSpPr>
            <p:spPr>
              <a:xfrm>
                <a:off x="3921184" y="4225053"/>
                <a:ext cx="87051" cy="87397"/>
              </a:xfrm>
              <a:custGeom>
                <a:avLst/>
                <a:gdLst/>
                <a:ahLst/>
                <a:cxnLst/>
                <a:rect l="l" t="t" r="r" b="b"/>
                <a:pathLst>
                  <a:path w="87051" h="87397">
                    <a:moveTo>
                      <a:pt x="0" y="40014"/>
                    </a:moveTo>
                    <a:lnTo>
                      <a:pt x="49803" y="0"/>
                    </a:lnTo>
                    <a:lnTo>
                      <a:pt x="87051" y="38280"/>
                    </a:lnTo>
                    <a:lnTo>
                      <a:pt x="34355" y="87397"/>
                    </a:lnTo>
                    <a:lnTo>
                      <a:pt x="0" y="400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" name="Контур"/>
              <p:cNvSpPr/>
              <p:nvPr/>
            </p:nvSpPr>
            <p:spPr>
              <a:xfrm>
                <a:off x="4284017" y="4153144"/>
                <a:ext cx="124001" cy="135643"/>
              </a:xfrm>
              <a:custGeom>
                <a:avLst/>
                <a:gdLst/>
                <a:ahLst/>
                <a:cxnLst/>
                <a:rect l="l" t="t" r="r" b="b"/>
                <a:pathLst>
                  <a:path w="124001" h="135643">
                    <a:moveTo>
                      <a:pt x="101821" y="135643"/>
                    </a:moveTo>
                    <a:lnTo>
                      <a:pt x="0" y="14452"/>
                    </a:lnTo>
                    <a:lnTo>
                      <a:pt x="17016" y="0"/>
                    </a:lnTo>
                    <a:lnTo>
                      <a:pt x="105222" y="96807"/>
                    </a:lnTo>
                    <a:lnTo>
                      <a:pt x="124001" y="119592"/>
                    </a:lnTo>
                    <a:lnTo>
                      <a:pt x="101821" y="1356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" name="Контур"/>
              <p:cNvSpPr/>
              <p:nvPr/>
            </p:nvSpPr>
            <p:spPr>
              <a:xfrm>
                <a:off x="4389239" y="4230529"/>
                <a:ext cx="44104" cy="42207"/>
              </a:xfrm>
              <a:custGeom>
                <a:avLst/>
                <a:gdLst/>
                <a:ahLst/>
                <a:cxnLst/>
                <a:rect l="l" t="t" r="r" b="b"/>
                <a:pathLst>
                  <a:path w="44104" h="42207">
                    <a:moveTo>
                      <a:pt x="27512" y="0"/>
                    </a:moveTo>
                    <a:lnTo>
                      <a:pt x="37300" y="14091"/>
                    </a:lnTo>
                    <a:lnTo>
                      <a:pt x="44104" y="23168"/>
                    </a:lnTo>
                    <a:lnTo>
                      <a:pt x="18779" y="42207"/>
                    </a:lnTo>
                    <a:lnTo>
                      <a:pt x="0" y="19422"/>
                    </a:lnTo>
                    <a:lnTo>
                      <a:pt x="275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" name="Контур"/>
              <p:cNvSpPr/>
              <p:nvPr/>
            </p:nvSpPr>
            <p:spPr>
              <a:xfrm>
                <a:off x="4416751" y="4011845"/>
                <a:ext cx="317930" cy="241852"/>
              </a:xfrm>
              <a:custGeom>
                <a:avLst/>
                <a:gdLst/>
                <a:ahLst/>
                <a:cxnLst/>
                <a:rect l="l" t="t" r="r" b="b"/>
                <a:pathLst>
                  <a:path w="317930" h="241852">
                    <a:moveTo>
                      <a:pt x="317930" y="25652"/>
                    </a:moveTo>
                    <a:lnTo>
                      <a:pt x="292123" y="44241"/>
                    </a:lnTo>
                    <a:lnTo>
                      <a:pt x="272773" y="58043"/>
                    </a:lnTo>
                    <a:lnTo>
                      <a:pt x="249258" y="74671"/>
                    </a:lnTo>
                    <a:lnTo>
                      <a:pt x="223123" y="93414"/>
                    </a:lnTo>
                    <a:lnTo>
                      <a:pt x="172704" y="129859"/>
                    </a:lnTo>
                    <a:lnTo>
                      <a:pt x="155130" y="142038"/>
                    </a:lnTo>
                    <a:lnTo>
                      <a:pt x="109515" y="174828"/>
                    </a:lnTo>
                    <a:lnTo>
                      <a:pt x="85722" y="191806"/>
                    </a:lnTo>
                    <a:lnTo>
                      <a:pt x="40058" y="224821"/>
                    </a:lnTo>
                    <a:lnTo>
                      <a:pt x="16592" y="241852"/>
                    </a:lnTo>
                    <a:lnTo>
                      <a:pt x="9788" y="232775"/>
                    </a:lnTo>
                    <a:lnTo>
                      <a:pt x="0" y="218684"/>
                    </a:lnTo>
                    <a:lnTo>
                      <a:pt x="298113" y="0"/>
                    </a:lnTo>
                    <a:lnTo>
                      <a:pt x="305881" y="10053"/>
                    </a:lnTo>
                    <a:lnTo>
                      <a:pt x="317930" y="256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" name="Контур"/>
              <p:cNvSpPr/>
              <p:nvPr/>
            </p:nvSpPr>
            <p:spPr>
              <a:xfrm>
                <a:off x="4409398" y="5049798"/>
                <a:ext cx="84802" cy="73875"/>
              </a:xfrm>
              <a:custGeom>
                <a:avLst/>
                <a:gdLst/>
                <a:ahLst/>
                <a:cxnLst/>
                <a:rect l="l" t="t" r="r" b="b"/>
                <a:pathLst>
                  <a:path w="84802" h="73875">
                    <a:moveTo>
                      <a:pt x="4656" y="53038"/>
                    </a:moveTo>
                    <a:lnTo>
                      <a:pt x="53931" y="23281"/>
                    </a:lnTo>
                    <a:lnTo>
                      <a:pt x="47160" y="12070"/>
                    </a:lnTo>
                    <a:lnTo>
                      <a:pt x="67145" y="0"/>
                    </a:lnTo>
                    <a:lnTo>
                      <a:pt x="84802" y="29238"/>
                    </a:lnTo>
                    <a:lnTo>
                      <a:pt x="10885" y="73875"/>
                    </a:lnTo>
                    <a:lnTo>
                      <a:pt x="0" y="55850"/>
                    </a:lnTo>
                    <a:lnTo>
                      <a:pt x="4656" y="5303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" name="Контур"/>
              <p:cNvSpPr/>
              <p:nvPr/>
            </p:nvSpPr>
            <p:spPr>
              <a:xfrm>
                <a:off x="4036985" y="4747888"/>
                <a:ext cx="446151" cy="357955"/>
              </a:xfrm>
              <a:custGeom>
                <a:avLst/>
                <a:gdLst/>
                <a:ahLst/>
                <a:cxnLst/>
                <a:rect l="l" t="t" r="r" b="b"/>
                <a:pathLst>
                  <a:path w="446151" h="357955">
                    <a:moveTo>
                      <a:pt x="390327" y="0"/>
                    </a:moveTo>
                    <a:lnTo>
                      <a:pt x="446151" y="77760"/>
                    </a:lnTo>
                    <a:lnTo>
                      <a:pt x="168440" y="278668"/>
                    </a:lnTo>
                    <a:lnTo>
                      <a:pt x="55824" y="357955"/>
                    </a:lnTo>
                    <a:lnTo>
                      <a:pt x="0" y="280195"/>
                    </a:lnTo>
                    <a:lnTo>
                      <a:pt x="14844" y="268723"/>
                    </a:lnTo>
                    <a:lnTo>
                      <a:pt x="309589" y="55550"/>
                    </a:lnTo>
                    <a:lnTo>
                      <a:pt x="39032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" name="Контур"/>
              <p:cNvSpPr/>
              <p:nvPr/>
            </p:nvSpPr>
            <p:spPr>
              <a:xfrm>
                <a:off x="4037455" y="4759977"/>
                <a:ext cx="309119" cy="256634"/>
              </a:xfrm>
              <a:custGeom>
                <a:avLst/>
                <a:gdLst/>
                <a:ahLst/>
                <a:cxnLst/>
                <a:rect l="l" t="t" r="r" b="b"/>
                <a:pathLst>
                  <a:path w="309119" h="256634">
                    <a:moveTo>
                      <a:pt x="14374" y="256634"/>
                    </a:moveTo>
                    <a:lnTo>
                      <a:pt x="0" y="238005"/>
                    </a:lnTo>
                    <a:lnTo>
                      <a:pt x="66403" y="190969"/>
                    </a:lnTo>
                    <a:lnTo>
                      <a:pt x="48309" y="167609"/>
                    </a:lnTo>
                    <a:lnTo>
                      <a:pt x="278275" y="0"/>
                    </a:lnTo>
                    <a:lnTo>
                      <a:pt x="309119" y="43461"/>
                    </a:lnTo>
                    <a:lnTo>
                      <a:pt x="14374" y="2566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" name="Контур"/>
              <p:cNvSpPr/>
              <p:nvPr/>
            </p:nvSpPr>
            <p:spPr>
              <a:xfrm>
                <a:off x="4611525" y="4849435"/>
                <a:ext cx="50000" cy="49991"/>
              </a:xfrm>
              <a:custGeom>
                <a:avLst/>
                <a:gdLst/>
                <a:ahLst/>
                <a:cxnLst/>
                <a:rect l="l" t="t" r="r" b="b"/>
                <a:pathLst>
                  <a:path w="50000" h="49991">
                    <a:moveTo>
                      <a:pt x="19639" y="49991"/>
                    </a:moveTo>
                    <a:lnTo>
                      <a:pt x="0" y="19654"/>
                    </a:lnTo>
                    <a:lnTo>
                      <a:pt x="30361" y="0"/>
                    </a:lnTo>
                    <a:lnTo>
                      <a:pt x="50000" y="30337"/>
                    </a:lnTo>
                    <a:lnTo>
                      <a:pt x="19639" y="499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" name="Контур"/>
              <p:cNvSpPr/>
              <p:nvPr/>
            </p:nvSpPr>
            <p:spPr>
              <a:xfrm>
                <a:off x="4330217" y="4299136"/>
                <a:ext cx="51418" cy="47568"/>
              </a:xfrm>
              <a:custGeom>
                <a:avLst/>
                <a:gdLst/>
                <a:ahLst/>
                <a:cxnLst/>
                <a:rect l="l" t="t" r="r" b="b"/>
                <a:pathLst>
                  <a:path w="51418" h="47568">
                    <a:moveTo>
                      <a:pt x="0" y="23736"/>
                    </a:moveTo>
                    <a:lnTo>
                      <a:pt x="9087" y="16364"/>
                    </a:lnTo>
                    <a:lnTo>
                      <a:pt x="28143" y="0"/>
                    </a:lnTo>
                    <a:lnTo>
                      <a:pt x="51418" y="27484"/>
                    </a:lnTo>
                    <a:lnTo>
                      <a:pt x="38093" y="38731"/>
                    </a:lnTo>
                    <a:lnTo>
                      <a:pt x="34968" y="35030"/>
                    </a:lnTo>
                    <a:lnTo>
                      <a:pt x="20107" y="47568"/>
                    </a:lnTo>
                    <a:lnTo>
                      <a:pt x="0" y="237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" name="Контур"/>
              <p:cNvSpPr/>
              <p:nvPr/>
            </p:nvSpPr>
            <p:spPr>
              <a:xfrm>
                <a:off x="4427312" y="4727523"/>
                <a:ext cx="89861" cy="98125"/>
              </a:xfrm>
              <a:custGeom>
                <a:avLst/>
                <a:gdLst/>
                <a:ahLst/>
                <a:cxnLst/>
                <a:rect l="l" t="t" r="r" b="b"/>
                <a:pathLst>
                  <a:path w="89861" h="98125">
                    <a:moveTo>
                      <a:pt x="0" y="20365"/>
                    </a:moveTo>
                    <a:lnTo>
                      <a:pt x="32693" y="0"/>
                    </a:lnTo>
                    <a:lnTo>
                      <a:pt x="89861" y="79419"/>
                    </a:lnTo>
                    <a:lnTo>
                      <a:pt x="55824" y="98125"/>
                    </a:lnTo>
                    <a:lnTo>
                      <a:pt x="0" y="203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" name="Контур"/>
              <p:cNvSpPr/>
              <p:nvPr/>
            </p:nvSpPr>
            <p:spPr>
              <a:xfrm>
                <a:off x="3567267" y="4171028"/>
                <a:ext cx="86429" cy="90190"/>
              </a:xfrm>
              <a:custGeom>
                <a:avLst/>
                <a:gdLst/>
                <a:ahLst/>
                <a:cxnLst/>
                <a:rect l="l" t="t" r="r" b="b"/>
                <a:pathLst>
                  <a:path w="86429" h="90190">
                    <a:moveTo>
                      <a:pt x="14933" y="0"/>
                    </a:moveTo>
                    <a:lnTo>
                      <a:pt x="41933" y="28925"/>
                    </a:lnTo>
                    <a:lnTo>
                      <a:pt x="86429" y="76594"/>
                    </a:lnTo>
                    <a:lnTo>
                      <a:pt x="77702" y="84515"/>
                    </a:lnTo>
                    <a:lnTo>
                      <a:pt x="71176" y="90190"/>
                    </a:lnTo>
                    <a:lnTo>
                      <a:pt x="0" y="13940"/>
                    </a:lnTo>
                    <a:lnTo>
                      <a:pt x="1493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" name="Контур"/>
              <p:cNvSpPr/>
              <p:nvPr/>
            </p:nvSpPr>
            <p:spPr>
              <a:xfrm>
                <a:off x="3582200" y="4135292"/>
                <a:ext cx="65284" cy="64661"/>
              </a:xfrm>
              <a:custGeom>
                <a:avLst/>
                <a:gdLst/>
                <a:ahLst/>
                <a:cxnLst/>
                <a:rect l="l" t="t" r="r" b="b"/>
                <a:pathLst>
                  <a:path w="65284" h="64661">
                    <a:moveTo>
                      <a:pt x="65284" y="28925"/>
                    </a:moveTo>
                    <a:lnTo>
                      <a:pt x="27000" y="64661"/>
                    </a:lnTo>
                    <a:lnTo>
                      <a:pt x="0" y="35736"/>
                    </a:lnTo>
                    <a:lnTo>
                      <a:pt x="38280" y="0"/>
                    </a:lnTo>
                    <a:lnTo>
                      <a:pt x="65284" y="28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" name="Контур"/>
              <p:cNvSpPr/>
              <p:nvPr/>
            </p:nvSpPr>
            <p:spPr>
              <a:xfrm>
                <a:off x="3678468" y="4078624"/>
                <a:ext cx="105207" cy="104337"/>
              </a:xfrm>
              <a:custGeom>
                <a:avLst/>
                <a:gdLst/>
                <a:ahLst/>
                <a:cxnLst/>
                <a:rect l="l" t="t" r="r" b="b"/>
                <a:pathLst>
                  <a:path w="105207" h="104337">
                    <a:moveTo>
                      <a:pt x="0" y="56668"/>
                    </a:moveTo>
                    <a:lnTo>
                      <a:pt x="60711" y="0"/>
                    </a:lnTo>
                    <a:lnTo>
                      <a:pt x="105207" y="47668"/>
                    </a:lnTo>
                    <a:lnTo>
                      <a:pt x="44496" y="104337"/>
                    </a:lnTo>
                    <a:lnTo>
                      <a:pt x="0" y="566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" name="Контур"/>
              <p:cNvSpPr/>
              <p:nvPr/>
            </p:nvSpPr>
            <p:spPr>
              <a:xfrm>
                <a:off x="3609200" y="4135292"/>
                <a:ext cx="113764" cy="112330"/>
              </a:xfrm>
              <a:custGeom>
                <a:avLst/>
                <a:gdLst/>
                <a:ahLst/>
                <a:cxnLst/>
                <a:rect l="l" t="t" r="r" b="b"/>
                <a:pathLst>
                  <a:path w="113764" h="112330">
                    <a:moveTo>
                      <a:pt x="38284" y="28925"/>
                    </a:moveTo>
                    <a:lnTo>
                      <a:pt x="69268" y="0"/>
                    </a:lnTo>
                    <a:lnTo>
                      <a:pt x="113764" y="47669"/>
                    </a:lnTo>
                    <a:lnTo>
                      <a:pt x="99356" y="61195"/>
                    </a:lnTo>
                    <a:lnTo>
                      <a:pt x="44496" y="112330"/>
                    </a:lnTo>
                    <a:lnTo>
                      <a:pt x="0" y="64661"/>
                    </a:lnTo>
                    <a:lnTo>
                      <a:pt x="38284" y="28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" name="Контур"/>
              <p:cNvSpPr/>
              <p:nvPr/>
            </p:nvSpPr>
            <p:spPr>
              <a:xfrm>
                <a:off x="3331863" y="4094875"/>
                <a:ext cx="103881" cy="98417"/>
              </a:xfrm>
              <a:custGeom>
                <a:avLst/>
                <a:gdLst/>
                <a:ahLst/>
                <a:cxnLst/>
                <a:rect l="l" t="t" r="r" b="b"/>
                <a:pathLst>
                  <a:path w="103881" h="98417">
                    <a:moveTo>
                      <a:pt x="0" y="76505"/>
                    </a:moveTo>
                    <a:lnTo>
                      <a:pt x="82010" y="0"/>
                    </a:lnTo>
                    <a:lnTo>
                      <a:pt x="103881" y="23043"/>
                    </a:lnTo>
                    <a:lnTo>
                      <a:pt x="23131" y="98417"/>
                    </a:lnTo>
                    <a:lnTo>
                      <a:pt x="8826" y="83081"/>
                    </a:lnTo>
                    <a:lnTo>
                      <a:pt x="7342" y="84375"/>
                    </a:lnTo>
                    <a:lnTo>
                      <a:pt x="0" y="765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" name="Контур"/>
              <p:cNvSpPr/>
              <p:nvPr/>
            </p:nvSpPr>
            <p:spPr>
              <a:xfrm>
                <a:off x="3620480" y="4105072"/>
                <a:ext cx="57988" cy="59145"/>
              </a:xfrm>
              <a:custGeom>
                <a:avLst/>
                <a:gdLst/>
                <a:ahLst/>
                <a:cxnLst/>
                <a:rect l="l" t="t" r="r" b="b"/>
                <a:pathLst>
                  <a:path w="57988" h="59145">
                    <a:moveTo>
                      <a:pt x="57988" y="30220"/>
                    </a:moveTo>
                    <a:lnTo>
                      <a:pt x="27004" y="59145"/>
                    </a:lnTo>
                    <a:lnTo>
                      <a:pt x="0" y="30220"/>
                    </a:lnTo>
                    <a:lnTo>
                      <a:pt x="29779" y="0"/>
                    </a:lnTo>
                    <a:lnTo>
                      <a:pt x="57988" y="302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" name="Контур"/>
              <p:cNvSpPr/>
              <p:nvPr/>
            </p:nvSpPr>
            <p:spPr>
              <a:xfrm>
                <a:off x="3659950" y="4268699"/>
                <a:ext cx="576912" cy="447610"/>
              </a:xfrm>
              <a:custGeom>
                <a:avLst/>
                <a:gdLst/>
                <a:ahLst/>
                <a:cxnLst/>
                <a:rect l="l" t="t" r="r" b="b"/>
                <a:pathLst>
                  <a:path w="576912" h="447610">
                    <a:moveTo>
                      <a:pt x="0" y="398481"/>
                    </a:moveTo>
                    <a:lnTo>
                      <a:pt x="540706" y="0"/>
                    </a:lnTo>
                    <a:lnTo>
                      <a:pt x="576912" y="49128"/>
                    </a:lnTo>
                    <a:lnTo>
                      <a:pt x="36206" y="447610"/>
                    </a:lnTo>
                    <a:lnTo>
                      <a:pt x="0" y="3984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" name="Контур"/>
              <p:cNvSpPr/>
              <p:nvPr/>
            </p:nvSpPr>
            <p:spPr>
              <a:xfrm>
                <a:off x="3617148" y="4229689"/>
                <a:ext cx="554096" cy="406085"/>
              </a:xfrm>
              <a:custGeom>
                <a:avLst/>
                <a:gdLst/>
                <a:ahLst/>
                <a:cxnLst/>
                <a:rect l="l" t="t" r="r" b="b"/>
                <a:pathLst>
                  <a:path w="554096" h="406085">
                    <a:moveTo>
                      <a:pt x="0" y="382287"/>
                    </a:moveTo>
                    <a:lnTo>
                      <a:pt x="537159" y="0"/>
                    </a:lnTo>
                    <a:lnTo>
                      <a:pt x="551239" y="19785"/>
                    </a:lnTo>
                    <a:lnTo>
                      <a:pt x="554096" y="23799"/>
                    </a:lnTo>
                    <a:lnTo>
                      <a:pt x="16938" y="406085"/>
                    </a:lnTo>
                    <a:lnTo>
                      <a:pt x="0" y="3822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" name="Контур"/>
              <p:cNvSpPr/>
              <p:nvPr/>
            </p:nvSpPr>
            <p:spPr>
              <a:xfrm>
                <a:off x="3611058" y="4457688"/>
                <a:ext cx="59479" cy="66892"/>
              </a:xfrm>
              <a:custGeom>
                <a:avLst/>
                <a:gdLst/>
                <a:ahLst/>
                <a:cxnLst/>
                <a:rect l="l" t="t" r="r" b="b"/>
                <a:pathLst>
                  <a:path w="59479" h="66892">
                    <a:moveTo>
                      <a:pt x="0" y="17701"/>
                    </a:moveTo>
                    <a:lnTo>
                      <a:pt x="26036" y="0"/>
                    </a:lnTo>
                    <a:lnTo>
                      <a:pt x="59479" y="49191"/>
                    </a:lnTo>
                    <a:lnTo>
                      <a:pt x="33443" y="66892"/>
                    </a:lnTo>
                    <a:lnTo>
                      <a:pt x="11720" y="34940"/>
                    </a:lnTo>
                    <a:lnTo>
                      <a:pt x="0" y="177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" name="Контур"/>
              <p:cNvSpPr/>
              <p:nvPr/>
            </p:nvSpPr>
            <p:spPr>
              <a:xfrm>
                <a:off x="3642534" y="4256018"/>
                <a:ext cx="313005" cy="255346"/>
              </a:xfrm>
              <a:custGeom>
                <a:avLst/>
                <a:gdLst/>
                <a:ahLst/>
                <a:cxnLst/>
                <a:rect l="l" t="t" r="r" b="b"/>
                <a:pathLst>
                  <a:path w="313005" h="255346">
                    <a:moveTo>
                      <a:pt x="0" y="198866"/>
                    </a:moveTo>
                    <a:lnTo>
                      <a:pt x="271699" y="0"/>
                    </a:lnTo>
                    <a:lnTo>
                      <a:pt x="278650" y="9049"/>
                    </a:lnTo>
                    <a:lnTo>
                      <a:pt x="313005" y="56432"/>
                    </a:lnTo>
                    <a:lnTo>
                      <a:pt x="40721" y="255346"/>
                    </a:lnTo>
                    <a:lnTo>
                      <a:pt x="0" y="1988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" name="Контур"/>
              <p:cNvSpPr/>
              <p:nvPr/>
            </p:nvSpPr>
            <p:spPr>
              <a:xfrm>
                <a:off x="3644969" y="4196487"/>
                <a:ext cx="124188" cy="124744"/>
              </a:xfrm>
              <a:custGeom>
                <a:avLst/>
                <a:gdLst/>
                <a:ahLst/>
                <a:cxnLst/>
                <a:rect l="l" t="t" r="r" b="b"/>
                <a:pathLst>
                  <a:path w="124188" h="124744">
                    <a:moveTo>
                      <a:pt x="0" y="59056"/>
                    </a:moveTo>
                    <a:lnTo>
                      <a:pt x="8727" y="51135"/>
                    </a:lnTo>
                    <a:lnTo>
                      <a:pt x="63587" y="0"/>
                    </a:lnTo>
                    <a:lnTo>
                      <a:pt x="124188" y="66650"/>
                    </a:lnTo>
                    <a:lnTo>
                      <a:pt x="60184" y="124744"/>
                    </a:lnTo>
                    <a:lnTo>
                      <a:pt x="0" y="590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" name="Контур"/>
              <p:cNvSpPr/>
              <p:nvPr/>
            </p:nvSpPr>
            <p:spPr>
              <a:xfrm>
                <a:off x="3730472" y="3883307"/>
                <a:ext cx="357462" cy="380026"/>
              </a:xfrm>
              <a:custGeom>
                <a:avLst/>
                <a:gdLst/>
                <a:ahLst/>
                <a:cxnLst/>
                <a:rect l="l" t="t" r="r" b="b"/>
                <a:pathLst>
                  <a:path w="357462" h="380026">
                    <a:moveTo>
                      <a:pt x="0" y="66014"/>
                    </a:moveTo>
                    <a:lnTo>
                      <a:pt x="70440" y="0"/>
                    </a:lnTo>
                    <a:lnTo>
                      <a:pt x="357462" y="306501"/>
                    </a:lnTo>
                    <a:lnTo>
                      <a:pt x="277763" y="380026"/>
                    </a:lnTo>
                    <a:lnTo>
                      <a:pt x="240515" y="341746"/>
                    </a:lnTo>
                    <a:lnTo>
                      <a:pt x="194827" y="291168"/>
                    </a:lnTo>
                    <a:lnTo>
                      <a:pt x="184286" y="279365"/>
                    </a:lnTo>
                    <a:lnTo>
                      <a:pt x="179510" y="274022"/>
                    </a:lnTo>
                    <a:lnTo>
                      <a:pt x="133209" y="222177"/>
                    </a:lnTo>
                    <a:lnTo>
                      <a:pt x="141163" y="214622"/>
                    </a:lnTo>
                    <a:lnTo>
                      <a:pt x="0" y="660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" name="Контур"/>
              <p:cNvSpPr/>
              <p:nvPr/>
            </p:nvSpPr>
            <p:spPr>
              <a:xfrm>
                <a:off x="3643762" y="5195956"/>
                <a:ext cx="51458" cy="48511"/>
              </a:xfrm>
              <a:custGeom>
                <a:avLst/>
                <a:gdLst/>
                <a:ahLst/>
                <a:cxnLst/>
                <a:rect l="l" t="t" r="r" b="b"/>
                <a:pathLst>
                  <a:path w="51458" h="48511">
                    <a:moveTo>
                      <a:pt x="16822" y="48511"/>
                    </a:moveTo>
                    <a:lnTo>
                      <a:pt x="0" y="26635"/>
                    </a:lnTo>
                    <a:lnTo>
                      <a:pt x="34636" y="0"/>
                    </a:lnTo>
                    <a:lnTo>
                      <a:pt x="51458" y="21876"/>
                    </a:lnTo>
                    <a:lnTo>
                      <a:pt x="16822" y="485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" name="Контур"/>
              <p:cNvSpPr/>
              <p:nvPr/>
            </p:nvSpPr>
            <p:spPr>
              <a:xfrm>
                <a:off x="3694265" y="5162889"/>
                <a:ext cx="88171" cy="94775"/>
              </a:xfrm>
              <a:custGeom>
                <a:avLst/>
                <a:gdLst/>
                <a:ahLst/>
                <a:cxnLst/>
                <a:rect l="l" t="t" r="r" b="b"/>
                <a:pathLst>
                  <a:path w="88171" h="94775">
                    <a:moveTo>
                      <a:pt x="43192" y="94775"/>
                    </a:moveTo>
                    <a:lnTo>
                      <a:pt x="0" y="32784"/>
                    </a:lnTo>
                    <a:lnTo>
                      <a:pt x="44383" y="0"/>
                    </a:lnTo>
                    <a:lnTo>
                      <a:pt x="88171" y="62289"/>
                    </a:lnTo>
                    <a:lnTo>
                      <a:pt x="43192" y="947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" name="Контур"/>
              <p:cNvSpPr/>
              <p:nvPr/>
            </p:nvSpPr>
            <p:spPr>
              <a:xfrm>
                <a:off x="3312714" y="5040757"/>
                <a:ext cx="42084" cy="41177"/>
              </a:xfrm>
              <a:custGeom>
                <a:avLst/>
                <a:gdLst/>
                <a:ahLst/>
                <a:cxnLst/>
                <a:rect l="l" t="t" r="r" b="b"/>
                <a:pathLst>
                  <a:path w="42084" h="41177">
                    <a:moveTo>
                      <a:pt x="15188" y="41177"/>
                    </a:moveTo>
                    <a:lnTo>
                      <a:pt x="0" y="20932"/>
                    </a:lnTo>
                    <a:lnTo>
                      <a:pt x="27359" y="0"/>
                    </a:lnTo>
                    <a:lnTo>
                      <a:pt x="42084" y="19644"/>
                    </a:lnTo>
                    <a:lnTo>
                      <a:pt x="15188" y="411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" name="Контур"/>
              <p:cNvSpPr/>
              <p:nvPr/>
            </p:nvSpPr>
            <p:spPr>
              <a:xfrm>
                <a:off x="3892159" y="5010316"/>
                <a:ext cx="65988" cy="57153"/>
              </a:xfrm>
              <a:custGeom>
                <a:avLst/>
                <a:gdLst/>
                <a:ahLst/>
                <a:cxnLst/>
                <a:rect l="l" t="t" r="r" b="b"/>
                <a:pathLst>
                  <a:path w="65988" h="57153">
                    <a:moveTo>
                      <a:pt x="15765" y="57153"/>
                    </a:moveTo>
                    <a:lnTo>
                      <a:pt x="0" y="36605"/>
                    </a:lnTo>
                    <a:lnTo>
                      <a:pt x="51288" y="0"/>
                    </a:lnTo>
                    <a:lnTo>
                      <a:pt x="65988" y="20263"/>
                    </a:lnTo>
                    <a:lnTo>
                      <a:pt x="15765" y="571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" name="Контур"/>
              <p:cNvSpPr/>
              <p:nvPr/>
            </p:nvSpPr>
            <p:spPr>
              <a:xfrm>
                <a:off x="3340506" y="4989867"/>
                <a:ext cx="47640" cy="41969"/>
              </a:xfrm>
              <a:custGeom>
                <a:avLst/>
                <a:gdLst/>
                <a:ahLst/>
                <a:cxnLst/>
                <a:rect l="l" t="t" r="r" b="b"/>
                <a:pathLst>
                  <a:path w="47640" h="41969">
                    <a:moveTo>
                      <a:pt x="0" y="22285"/>
                    </a:moveTo>
                    <a:lnTo>
                      <a:pt x="35166" y="0"/>
                    </a:lnTo>
                    <a:lnTo>
                      <a:pt x="47640" y="19684"/>
                    </a:lnTo>
                    <a:lnTo>
                      <a:pt x="12473" y="41969"/>
                    </a:lnTo>
                    <a:lnTo>
                      <a:pt x="0" y="222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" name="Контур"/>
              <p:cNvSpPr/>
              <p:nvPr/>
            </p:nvSpPr>
            <p:spPr>
              <a:xfrm>
                <a:off x="3679525" y="4327627"/>
                <a:ext cx="628520" cy="463836"/>
              </a:xfrm>
              <a:custGeom>
                <a:avLst/>
                <a:gdLst/>
                <a:ahLst/>
                <a:cxnLst/>
                <a:rect l="l" t="t" r="r" b="b"/>
                <a:pathLst>
                  <a:path w="628520" h="463836">
                    <a:moveTo>
                      <a:pt x="628520" y="22025"/>
                    </a:moveTo>
                    <a:lnTo>
                      <a:pt x="17071" y="463836"/>
                    </a:lnTo>
                    <a:lnTo>
                      <a:pt x="0" y="440014"/>
                    </a:lnTo>
                    <a:lnTo>
                      <a:pt x="610551" y="0"/>
                    </a:lnTo>
                    <a:lnTo>
                      <a:pt x="628520" y="220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" name="Контур"/>
              <p:cNvSpPr/>
              <p:nvPr/>
            </p:nvSpPr>
            <p:spPr>
              <a:xfrm>
                <a:off x="4930716" y="3305440"/>
                <a:ext cx="301274" cy="306264"/>
              </a:xfrm>
              <a:custGeom>
                <a:avLst/>
                <a:gdLst/>
                <a:ahLst/>
                <a:cxnLst/>
                <a:rect l="l" t="t" r="r" b="b"/>
                <a:pathLst>
                  <a:path w="301274" h="306264">
                    <a:moveTo>
                      <a:pt x="301274" y="43803"/>
                    </a:moveTo>
                    <a:lnTo>
                      <a:pt x="56141" y="306264"/>
                    </a:lnTo>
                    <a:lnTo>
                      <a:pt x="0" y="251640"/>
                    </a:lnTo>
                    <a:lnTo>
                      <a:pt x="243730" y="1166"/>
                    </a:lnTo>
                    <a:lnTo>
                      <a:pt x="254808" y="11942"/>
                    </a:lnTo>
                    <a:lnTo>
                      <a:pt x="266429" y="0"/>
                    </a:lnTo>
                    <a:lnTo>
                      <a:pt x="280503" y="13052"/>
                    </a:lnTo>
                    <a:lnTo>
                      <a:pt x="275030" y="19231"/>
                    </a:lnTo>
                    <a:lnTo>
                      <a:pt x="301274" y="438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" name="Контур"/>
              <p:cNvSpPr/>
              <p:nvPr/>
            </p:nvSpPr>
            <p:spPr>
              <a:xfrm>
                <a:off x="4778356" y="3504153"/>
                <a:ext cx="82706" cy="90018"/>
              </a:xfrm>
              <a:custGeom>
                <a:avLst/>
                <a:gdLst/>
                <a:ahLst/>
                <a:cxnLst/>
                <a:rect l="l" t="t" r="r" b="b"/>
                <a:pathLst>
                  <a:path w="82706" h="90018">
                    <a:moveTo>
                      <a:pt x="3315" y="38806"/>
                    </a:moveTo>
                    <a:lnTo>
                      <a:pt x="25970" y="16575"/>
                    </a:lnTo>
                    <a:lnTo>
                      <a:pt x="51081" y="0"/>
                    </a:lnTo>
                    <a:lnTo>
                      <a:pt x="64220" y="12189"/>
                    </a:lnTo>
                    <a:lnTo>
                      <a:pt x="69563" y="6950"/>
                    </a:lnTo>
                    <a:lnTo>
                      <a:pt x="82706" y="20528"/>
                    </a:lnTo>
                    <a:lnTo>
                      <a:pt x="57702" y="46508"/>
                    </a:lnTo>
                    <a:lnTo>
                      <a:pt x="12716" y="90018"/>
                    </a:lnTo>
                    <a:lnTo>
                      <a:pt x="0" y="78259"/>
                    </a:lnTo>
                    <a:lnTo>
                      <a:pt x="5877" y="72379"/>
                    </a:lnTo>
                    <a:lnTo>
                      <a:pt x="20944" y="56768"/>
                    </a:lnTo>
                    <a:lnTo>
                      <a:pt x="3315" y="388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" name="Контур"/>
              <p:cNvSpPr/>
              <p:nvPr/>
            </p:nvSpPr>
            <p:spPr>
              <a:xfrm>
                <a:off x="4820201" y="3011896"/>
                <a:ext cx="418560" cy="486912"/>
              </a:xfrm>
              <a:custGeom>
                <a:avLst/>
                <a:gdLst/>
                <a:ahLst/>
                <a:cxnLst/>
                <a:rect l="l" t="t" r="r" b="b"/>
                <a:pathLst>
                  <a:path w="418560" h="486912">
                    <a:moveTo>
                      <a:pt x="0" y="463872"/>
                    </a:moveTo>
                    <a:lnTo>
                      <a:pt x="181939" y="278016"/>
                    </a:lnTo>
                    <a:lnTo>
                      <a:pt x="369567" y="93124"/>
                    </a:lnTo>
                    <a:lnTo>
                      <a:pt x="302904" y="24211"/>
                    </a:lnTo>
                    <a:lnTo>
                      <a:pt x="327936" y="0"/>
                    </a:lnTo>
                    <a:lnTo>
                      <a:pt x="418560" y="93696"/>
                    </a:lnTo>
                    <a:lnTo>
                      <a:pt x="205056" y="304128"/>
                    </a:lnTo>
                    <a:lnTo>
                      <a:pt x="23808" y="486912"/>
                    </a:lnTo>
                    <a:lnTo>
                      <a:pt x="0" y="4638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" name="Контур"/>
              <p:cNvSpPr/>
              <p:nvPr/>
            </p:nvSpPr>
            <p:spPr>
              <a:xfrm>
                <a:off x="4956512" y="3765553"/>
                <a:ext cx="66729" cy="63651"/>
              </a:xfrm>
              <a:custGeom>
                <a:avLst/>
                <a:gdLst/>
                <a:ahLst/>
                <a:cxnLst/>
                <a:rect l="l" t="t" r="r" b="b"/>
                <a:pathLst>
                  <a:path w="66729" h="63651">
                    <a:moveTo>
                      <a:pt x="0" y="38472"/>
                    </a:moveTo>
                    <a:lnTo>
                      <a:pt x="43060" y="0"/>
                    </a:lnTo>
                    <a:lnTo>
                      <a:pt x="66729" y="24072"/>
                    </a:lnTo>
                    <a:lnTo>
                      <a:pt x="53649" y="35933"/>
                    </a:lnTo>
                    <a:lnTo>
                      <a:pt x="23435" y="63651"/>
                    </a:lnTo>
                    <a:lnTo>
                      <a:pt x="15583" y="54305"/>
                    </a:lnTo>
                    <a:lnTo>
                      <a:pt x="0" y="384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" name="Контур"/>
              <p:cNvSpPr/>
              <p:nvPr/>
            </p:nvSpPr>
            <p:spPr>
              <a:xfrm>
                <a:off x="4999572" y="3378232"/>
                <a:ext cx="384341" cy="411393"/>
              </a:xfrm>
              <a:custGeom>
                <a:avLst/>
                <a:gdLst/>
                <a:ahLst/>
                <a:cxnLst/>
                <a:rect l="l" t="t" r="r" b="b"/>
                <a:pathLst>
                  <a:path w="384341" h="411393">
                    <a:moveTo>
                      <a:pt x="0" y="387321"/>
                    </a:moveTo>
                    <a:lnTo>
                      <a:pt x="146472" y="234744"/>
                    </a:lnTo>
                    <a:lnTo>
                      <a:pt x="359765" y="0"/>
                    </a:lnTo>
                    <a:lnTo>
                      <a:pt x="384341" y="24576"/>
                    </a:lnTo>
                    <a:lnTo>
                      <a:pt x="168663" y="258542"/>
                    </a:lnTo>
                    <a:lnTo>
                      <a:pt x="23669" y="411393"/>
                    </a:lnTo>
                    <a:lnTo>
                      <a:pt x="0" y="3873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" name="Контур"/>
              <p:cNvSpPr/>
              <p:nvPr/>
            </p:nvSpPr>
            <p:spPr>
              <a:xfrm>
                <a:off x="5082089" y="3157816"/>
                <a:ext cx="654216" cy="627734"/>
              </a:xfrm>
              <a:custGeom>
                <a:avLst/>
                <a:gdLst/>
                <a:ahLst/>
                <a:cxnLst/>
                <a:rect l="l" t="t" r="r" b="b"/>
                <a:pathLst>
                  <a:path w="654216" h="627734">
                    <a:moveTo>
                      <a:pt x="654216" y="24878"/>
                    </a:moveTo>
                    <a:lnTo>
                      <a:pt x="479799" y="185524"/>
                    </a:lnTo>
                    <a:lnTo>
                      <a:pt x="427195" y="239678"/>
                    </a:lnTo>
                    <a:lnTo>
                      <a:pt x="348581" y="307502"/>
                    </a:lnTo>
                    <a:lnTo>
                      <a:pt x="23751" y="627734"/>
                    </a:lnTo>
                    <a:lnTo>
                      <a:pt x="0" y="603648"/>
                    </a:lnTo>
                    <a:lnTo>
                      <a:pt x="325632" y="282624"/>
                    </a:lnTo>
                    <a:lnTo>
                      <a:pt x="403968" y="215040"/>
                    </a:lnTo>
                    <a:lnTo>
                      <a:pt x="456192" y="161280"/>
                    </a:lnTo>
                    <a:lnTo>
                      <a:pt x="631296" y="0"/>
                    </a:lnTo>
                    <a:lnTo>
                      <a:pt x="654216" y="248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" name="Контур"/>
              <p:cNvSpPr/>
              <p:nvPr/>
            </p:nvSpPr>
            <p:spPr>
              <a:xfrm>
                <a:off x="4881493" y="3567833"/>
                <a:ext cx="147821" cy="145477"/>
              </a:xfrm>
              <a:custGeom>
                <a:avLst/>
                <a:gdLst/>
                <a:ahLst/>
                <a:cxnLst/>
                <a:rect l="l" t="t" r="r" b="b"/>
                <a:pathLst>
                  <a:path w="147821" h="145477">
                    <a:moveTo>
                      <a:pt x="0" y="24722"/>
                    </a:moveTo>
                    <a:lnTo>
                      <a:pt x="24137" y="0"/>
                    </a:lnTo>
                    <a:lnTo>
                      <a:pt x="147821" y="120755"/>
                    </a:lnTo>
                    <a:lnTo>
                      <a:pt x="123683" y="145477"/>
                    </a:lnTo>
                    <a:lnTo>
                      <a:pt x="62209" y="85780"/>
                    </a:lnTo>
                    <a:lnTo>
                      <a:pt x="32750" y="56794"/>
                    </a:lnTo>
                    <a:lnTo>
                      <a:pt x="8063" y="32618"/>
                    </a:lnTo>
                    <a:lnTo>
                      <a:pt x="0" y="24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" name="Контур"/>
              <p:cNvSpPr/>
              <p:nvPr/>
            </p:nvSpPr>
            <p:spPr>
              <a:xfrm>
                <a:off x="5417672" y="3625793"/>
                <a:ext cx="78613" cy="75283"/>
              </a:xfrm>
              <a:custGeom>
                <a:avLst/>
                <a:gdLst/>
                <a:ahLst/>
                <a:cxnLst/>
                <a:rect l="l" t="t" r="r" b="b"/>
                <a:pathLst>
                  <a:path w="78613" h="75283">
                    <a:moveTo>
                      <a:pt x="61090" y="0"/>
                    </a:moveTo>
                    <a:lnTo>
                      <a:pt x="78613" y="19030"/>
                    </a:lnTo>
                    <a:lnTo>
                      <a:pt x="17523" y="75283"/>
                    </a:lnTo>
                    <a:lnTo>
                      <a:pt x="0" y="56254"/>
                    </a:lnTo>
                    <a:lnTo>
                      <a:pt x="6109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" name="Контур"/>
              <p:cNvSpPr/>
              <p:nvPr/>
            </p:nvSpPr>
            <p:spPr>
              <a:xfrm>
                <a:off x="5016809" y="3347512"/>
                <a:ext cx="301469" cy="316416"/>
              </a:xfrm>
              <a:custGeom>
                <a:avLst/>
                <a:gdLst/>
                <a:ahLst/>
                <a:cxnLst/>
                <a:rect l="l" t="t" r="r" b="b"/>
                <a:pathLst>
                  <a:path w="301469" h="316416">
                    <a:moveTo>
                      <a:pt x="274176" y="0"/>
                    </a:moveTo>
                    <a:lnTo>
                      <a:pt x="301469" y="25137"/>
                    </a:lnTo>
                    <a:lnTo>
                      <a:pt x="26112" y="316416"/>
                    </a:lnTo>
                    <a:lnTo>
                      <a:pt x="0" y="290304"/>
                    </a:lnTo>
                    <a:lnTo>
                      <a:pt x="2741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" name="Контур"/>
              <p:cNvSpPr/>
              <p:nvPr/>
            </p:nvSpPr>
            <p:spPr>
              <a:xfrm>
                <a:off x="5393643" y="4041529"/>
                <a:ext cx="37569" cy="37853"/>
              </a:xfrm>
              <a:custGeom>
                <a:avLst/>
                <a:gdLst/>
                <a:ahLst/>
                <a:cxnLst/>
                <a:rect l="l" t="t" r="r" b="b"/>
                <a:pathLst>
                  <a:path w="37569" h="37853">
                    <a:moveTo>
                      <a:pt x="16296" y="37853"/>
                    </a:moveTo>
                    <a:lnTo>
                      <a:pt x="0" y="15538"/>
                    </a:lnTo>
                    <a:lnTo>
                      <a:pt x="21273" y="0"/>
                    </a:lnTo>
                    <a:lnTo>
                      <a:pt x="37569" y="22315"/>
                    </a:lnTo>
                    <a:lnTo>
                      <a:pt x="16296" y="378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" name="Контур"/>
              <p:cNvSpPr/>
              <p:nvPr/>
            </p:nvSpPr>
            <p:spPr>
              <a:xfrm>
                <a:off x="5395472" y="3950680"/>
                <a:ext cx="60782" cy="53376"/>
              </a:xfrm>
              <a:custGeom>
                <a:avLst/>
                <a:gdLst/>
                <a:ahLst/>
                <a:cxnLst/>
                <a:rect l="l" t="t" r="r" b="b"/>
                <a:pathLst>
                  <a:path w="60782" h="53376">
                    <a:moveTo>
                      <a:pt x="60782" y="16896"/>
                    </a:moveTo>
                    <a:lnTo>
                      <a:pt x="12864" y="53376"/>
                    </a:lnTo>
                    <a:lnTo>
                      <a:pt x="0" y="36480"/>
                    </a:lnTo>
                    <a:lnTo>
                      <a:pt x="47918" y="0"/>
                    </a:lnTo>
                    <a:lnTo>
                      <a:pt x="60782" y="168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" name="Контур"/>
              <p:cNvSpPr/>
              <p:nvPr/>
            </p:nvSpPr>
            <p:spPr>
              <a:xfrm>
                <a:off x="4802224" y="3819858"/>
                <a:ext cx="200169" cy="178153"/>
              </a:xfrm>
              <a:custGeom>
                <a:avLst/>
                <a:gdLst/>
                <a:ahLst/>
                <a:cxnLst/>
                <a:rect l="l" t="t" r="r" b="b"/>
                <a:pathLst>
                  <a:path w="200169" h="178153">
                    <a:moveTo>
                      <a:pt x="4234" y="130125"/>
                    </a:moveTo>
                    <a:lnTo>
                      <a:pt x="0" y="124388"/>
                    </a:lnTo>
                    <a:lnTo>
                      <a:pt x="169871" y="0"/>
                    </a:lnTo>
                    <a:lnTo>
                      <a:pt x="177723" y="9346"/>
                    </a:lnTo>
                    <a:lnTo>
                      <a:pt x="200169" y="39982"/>
                    </a:lnTo>
                    <a:lnTo>
                      <a:pt x="179383" y="56951"/>
                    </a:lnTo>
                    <a:lnTo>
                      <a:pt x="185142" y="65135"/>
                    </a:lnTo>
                    <a:lnTo>
                      <a:pt x="39782" y="178153"/>
                    </a:lnTo>
                    <a:lnTo>
                      <a:pt x="4234" y="1301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" name="Контур"/>
              <p:cNvSpPr/>
              <p:nvPr/>
            </p:nvSpPr>
            <p:spPr>
              <a:xfrm>
                <a:off x="5347280" y="3888433"/>
                <a:ext cx="69657" cy="94983"/>
              </a:xfrm>
              <a:custGeom>
                <a:avLst/>
                <a:gdLst/>
                <a:ahLst/>
                <a:cxnLst/>
                <a:rect l="l" t="t" r="r" b="b"/>
                <a:pathLst>
                  <a:path w="69657" h="94983">
                    <a:moveTo>
                      <a:pt x="0" y="13157"/>
                    </a:moveTo>
                    <a:lnTo>
                      <a:pt x="17606" y="0"/>
                    </a:lnTo>
                    <a:lnTo>
                      <a:pt x="69657" y="75015"/>
                    </a:lnTo>
                    <a:lnTo>
                      <a:pt x="42777" y="94983"/>
                    </a:lnTo>
                    <a:lnTo>
                      <a:pt x="29678" y="77352"/>
                    </a:lnTo>
                    <a:lnTo>
                      <a:pt x="39494" y="70061"/>
                    </a:lnTo>
                    <a:lnTo>
                      <a:pt x="0" y="131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" name="Контур"/>
              <p:cNvSpPr/>
              <p:nvPr/>
            </p:nvSpPr>
            <p:spPr>
              <a:xfrm>
                <a:off x="4979947" y="3801486"/>
                <a:ext cx="55141" cy="58354"/>
              </a:xfrm>
              <a:custGeom>
                <a:avLst/>
                <a:gdLst/>
                <a:ahLst/>
                <a:cxnLst/>
                <a:rect l="l" t="t" r="r" b="b"/>
                <a:pathLst>
                  <a:path w="55141" h="58354">
                    <a:moveTo>
                      <a:pt x="30214" y="0"/>
                    </a:moveTo>
                    <a:lnTo>
                      <a:pt x="55141" y="30575"/>
                    </a:lnTo>
                    <a:lnTo>
                      <a:pt x="22446" y="58354"/>
                    </a:lnTo>
                    <a:lnTo>
                      <a:pt x="0" y="27718"/>
                    </a:lnTo>
                    <a:lnTo>
                      <a:pt x="302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" name="Контур"/>
              <p:cNvSpPr/>
              <p:nvPr/>
            </p:nvSpPr>
            <p:spPr>
              <a:xfrm>
                <a:off x="4853672" y="3768851"/>
                <a:ext cx="83611" cy="88953"/>
              </a:xfrm>
              <a:custGeom>
                <a:avLst/>
                <a:gdLst/>
                <a:ahLst/>
                <a:cxnLst/>
                <a:rect l="l" t="t" r="r" b="b"/>
                <a:pathLst>
                  <a:path w="83611" h="88953">
                    <a:moveTo>
                      <a:pt x="0" y="73728"/>
                    </a:moveTo>
                    <a:lnTo>
                      <a:pt x="66816" y="0"/>
                    </a:lnTo>
                    <a:lnTo>
                      <a:pt x="83611" y="14597"/>
                    </a:lnTo>
                    <a:lnTo>
                      <a:pt x="70603" y="29227"/>
                    </a:lnTo>
                    <a:lnTo>
                      <a:pt x="78619" y="36355"/>
                    </a:lnTo>
                    <a:lnTo>
                      <a:pt x="41323" y="78297"/>
                    </a:lnTo>
                    <a:lnTo>
                      <a:pt x="33412" y="71265"/>
                    </a:lnTo>
                    <a:lnTo>
                      <a:pt x="17683" y="88953"/>
                    </a:lnTo>
                    <a:lnTo>
                      <a:pt x="0" y="737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" name="Контур"/>
              <p:cNvSpPr/>
              <p:nvPr/>
            </p:nvSpPr>
            <p:spPr>
              <a:xfrm>
                <a:off x="4410990" y="3771969"/>
                <a:ext cx="124803" cy="105637"/>
              </a:xfrm>
              <a:custGeom>
                <a:avLst/>
                <a:gdLst/>
                <a:ahLst/>
                <a:cxnLst/>
                <a:rect l="l" t="t" r="r" b="b"/>
                <a:pathLst>
                  <a:path w="124803" h="105637">
                    <a:moveTo>
                      <a:pt x="97662" y="105637"/>
                    </a:moveTo>
                    <a:lnTo>
                      <a:pt x="0" y="26304"/>
                    </a:lnTo>
                    <a:lnTo>
                      <a:pt x="21371" y="4920"/>
                    </a:lnTo>
                    <a:lnTo>
                      <a:pt x="38465" y="19459"/>
                    </a:lnTo>
                    <a:lnTo>
                      <a:pt x="61333" y="0"/>
                    </a:lnTo>
                    <a:lnTo>
                      <a:pt x="79929" y="19461"/>
                    </a:lnTo>
                    <a:lnTo>
                      <a:pt x="59196" y="34641"/>
                    </a:lnTo>
                    <a:lnTo>
                      <a:pt x="90188" y="55811"/>
                    </a:lnTo>
                    <a:lnTo>
                      <a:pt x="124803" y="83514"/>
                    </a:lnTo>
                    <a:lnTo>
                      <a:pt x="118605" y="90892"/>
                    </a:lnTo>
                    <a:lnTo>
                      <a:pt x="114008" y="87149"/>
                    </a:lnTo>
                    <a:lnTo>
                      <a:pt x="97662" y="1056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" name="Контур"/>
              <p:cNvSpPr/>
              <p:nvPr/>
            </p:nvSpPr>
            <p:spPr>
              <a:xfrm>
                <a:off x="4501178" y="3675855"/>
                <a:ext cx="170113" cy="180700"/>
              </a:xfrm>
              <a:custGeom>
                <a:avLst/>
                <a:gdLst/>
                <a:ahLst/>
                <a:cxnLst/>
                <a:rect l="l" t="t" r="r" b="b"/>
                <a:pathLst>
                  <a:path w="170113" h="180700">
                    <a:moveTo>
                      <a:pt x="157183" y="36889"/>
                    </a:moveTo>
                    <a:lnTo>
                      <a:pt x="137639" y="59945"/>
                    </a:lnTo>
                    <a:lnTo>
                      <a:pt x="98522" y="102214"/>
                    </a:lnTo>
                    <a:lnTo>
                      <a:pt x="76502" y="125743"/>
                    </a:lnTo>
                    <a:lnTo>
                      <a:pt x="88684" y="138146"/>
                    </a:lnTo>
                    <a:lnTo>
                      <a:pt x="50215" y="180700"/>
                    </a:lnTo>
                    <a:lnTo>
                      <a:pt x="40920" y="173427"/>
                    </a:lnTo>
                    <a:lnTo>
                      <a:pt x="34615" y="179628"/>
                    </a:lnTo>
                    <a:lnTo>
                      <a:pt x="0" y="151925"/>
                    </a:lnTo>
                    <a:lnTo>
                      <a:pt x="142758" y="0"/>
                    </a:lnTo>
                    <a:lnTo>
                      <a:pt x="165625" y="19031"/>
                    </a:lnTo>
                    <a:lnTo>
                      <a:pt x="170113" y="22667"/>
                    </a:lnTo>
                    <a:lnTo>
                      <a:pt x="157183" y="368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" name="Контур"/>
              <p:cNvSpPr/>
              <p:nvPr/>
            </p:nvSpPr>
            <p:spPr>
              <a:xfrm>
                <a:off x="4718409" y="3555898"/>
                <a:ext cx="65824" cy="106163"/>
              </a:xfrm>
              <a:custGeom>
                <a:avLst/>
                <a:gdLst/>
                <a:ahLst/>
                <a:cxnLst/>
                <a:rect l="l" t="t" r="r" b="b"/>
                <a:pathLst>
                  <a:path w="65824" h="106163">
                    <a:moveTo>
                      <a:pt x="5771" y="36457"/>
                    </a:moveTo>
                    <a:lnTo>
                      <a:pt x="43599" y="0"/>
                    </a:lnTo>
                    <a:lnTo>
                      <a:pt x="65824" y="20634"/>
                    </a:lnTo>
                    <a:lnTo>
                      <a:pt x="59947" y="26514"/>
                    </a:lnTo>
                    <a:lnTo>
                      <a:pt x="39109" y="49073"/>
                    </a:lnTo>
                    <a:lnTo>
                      <a:pt x="53855" y="61047"/>
                    </a:lnTo>
                    <a:lnTo>
                      <a:pt x="16884" y="106163"/>
                    </a:lnTo>
                    <a:lnTo>
                      <a:pt x="0" y="92161"/>
                    </a:lnTo>
                    <a:lnTo>
                      <a:pt x="7907" y="82219"/>
                    </a:lnTo>
                    <a:lnTo>
                      <a:pt x="20089" y="68958"/>
                    </a:lnTo>
                    <a:lnTo>
                      <a:pt x="5771" y="364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" name="Контур"/>
              <p:cNvSpPr/>
              <p:nvPr/>
            </p:nvSpPr>
            <p:spPr>
              <a:xfrm>
                <a:off x="4599700" y="3735800"/>
                <a:ext cx="48515" cy="50966"/>
              </a:xfrm>
              <a:custGeom>
                <a:avLst/>
                <a:gdLst/>
                <a:ahLst/>
                <a:cxnLst/>
                <a:rect l="l" t="t" r="r" b="b"/>
                <a:pathLst>
                  <a:path w="48515" h="50966">
                    <a:moveTo>
                      <a:pt x="0" y="42269"/>
                    </a:moveTo>
                    <a:lnTo>
                      <a:pt x="39117" y="0"/>
                    </a:lnTo>
                    <a:lnTo>
                      <a:pt x="48515" y="8697"/>
                    </a:lnTo>
                    <a:lnTo>
                      <a:pt x="9398" y="50966"/>
                    </a:lnTo>
                    <a:lnTo>
                      <a:pt x="0" y="422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" name="Контур"/>
              <p:cNvSpPr/>
              <p:nvPr/>
            </p:nvSpPr>
            <p:spPr>
              <a:xfrm>
                <a:off x="4658361" y="3669552"/>
                <a:ext cx="55989" cy="57305"/>
              </a:xfrm>
              <a:custGeom>
                <a:avLst/>
                <a:gdLst/>
                <a:ahLst/>
                <a:cxnLst/>
                <a:rect l="l" t="t" r="r" b="b"/>
                <a:pathLst>
                  <a:path w="55989" h="57305">
                    <a:moveTo>
                      <a:pt x="12930" y="28970"/>
                    </a:moveTo>
                    <a:lnTo>
                      <a:pt x="40068" y="0"/>
                    </a:lnTo>
                    <a:lnTo>
                      <a:pt x="55989" y="14861"/>
                    </a:lnTo>
                    <a:lnTo>
                      <a:pt x="15600" y="57305"/>
                    </a:lnTo>
                    <a:lnTo>
                      <a:pt x="0" y="43192"/>
                    </a:lnTo>
                    <a:lnTo>
                      <a:pt x="12930" y="289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" name="Контур"/>
              <p:cNvSpPr/>
              <p:nvPr/>
            </p:nvSpPr>
            <p:spPr>
              <a:xfrm>
                <a:off x="4660388" y="3616200"/>
                <a:ext cx="65928" cy="82322"/>
              </a:xfrm>
              <a:custGeom>
                <a:avLst/>
                <a:gdLst/>
                <a:ahLst/>
                <a:cxnLst/>
                <a:rect l="l" t="t" r="r" b="b"/>
                <a:pathLst>
                  <a:path w="65928" h="82322">
                    <a:moveTo>
                      <a:pt x="65928" y="21917"/>
                    </a:moveTo>
                    <a:lnTo>
                      <a:pt x="58021" y="31859"/>
                    </a:lnTo>
                    <a:lnTo>
                      <a:pt x="38041" y="53352"/>
                    </a:lnTo>
                    <a:lnTo>
                      <a:pt x="10903" y="82322"/>
                    </a:lnTo>
                    <a:lnTo>
                      <a:pt x="6415" y="78686"/>
                    </a:lnTo>
                    <a:lnTo>
                      <a:pt x="21482" y="61793"/>
                    </a:lnTo>
                    <a:lnTo>
                      <a:pt x="0" y="43085"/>
                    </a:lnTo>
                    <a:lnTo>
                      <a:pt x="40070" y="0"/>
                    </a:lnTo>
                    <a:lnTo>
                      <a:pt x="65928" y="219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" name="Контур"/>
              <p:cNvSpPr/>
              <p:nvPr/>
            </p:nvSpPr>
            <p:spPr>
              <a:xfrm>
                <a:off x="4763554" y="3949983"/>
                <a:ext cx="78452" cy="77681"/>
              </a:xfrm>
              <a:custGeom>
                <a:avLst/>
                <a:gdLst/>
                <a:ahLst/>
                <a:cxnLst/>
                <a:rect l="l" t="t" r="r" b="b"/>
                <a:pathLst>
                  <a:path w="78452" h="77681">
                    <a:moveTo>
                      <a:pt x="32634" y="77681"/>
                    </a:moveTo>
                    <a:lnTo>
                      <a:pt x="3970" y="38076"/>
                    </a:lnTo>
                    <a:lnTo>
                      <a:pt x="0" y="32865"/>
                    </a:lnTo>
                    <a:lnTo>
                      <a:pt x="42904" y="0"/>
                    </a:lnTo>
                    <a:lnTo>
                      <a:pt x="78452" y="48028"/>
                    </a:lnTo>
                    <a:lnTo>
                      <a:pt x="32634" y="776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" name="Контур"/>
              <p:cNvSpPr/>
              <p:nvPr/>
            </p:nvSpPr>
            <p:spPr>
              <a:xfrm>
                <a:off x="4705769" y="3695492"/>
                <a:ext cx="261067" cy="283248"/>
              </a:xfrm>
              <a:custGeom>
                <a:avLst/>
                <a:gdLst/>
                <a:ahLst/>
                <a:cxnLst/>
                <a:rect l="l" t="t" r="r" b="b"/>
                <a:pathLst>
                  <a:path w="261067" h="283248">
                    <a:moveTo>
                      <a:pt x="0" y="261044"/>
                    </a:moveTo>
                    <a:lnTo>
                      <a:pt x="236549" y="0"/>
                    </a:lnTo>
                    <a:lnTo>
                      <a:pt x="261067" y="22220"/>
                    </a:lnTo>
                    <a:lnTo>
                      <a:pt x="214719" y="73359"/>
                    </a:lnTo>
                    <a:lnTo>
                      <a:pt x="147903" y="147087"/>
                    </a:lnTo>
                    <a:lnTo>
                      <a:pt x="24495" y="283248"/>
                    </a:lnTo>
                    <a:lnTo>
                      <a:pt x="0" y="2610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" name="Контур"/>
              <p:cNvSpPr/>
              <p:nvPr/>
            </p:nvSpPr>
            <p:spPr>
              <a:xfrm>
                <a:off x="4399187" y="3920442"/>
                <a:ext cx="52647" cy="49400"/>
              </a:xfrm>
              <a:custGeom>
                <a:avLst/>
                <a:gdLst/>
                <a:ahLst/>
                <a:cxnLst/>
                <a:rect l="l" t="t" r="r" b="b"/>
                <a:pathLst>
                  <a:path w="52647" h="49400">
                    <a:moveTo>
                      <a:pt x="0" y="35852"/>
                    </a:moveTo>
                    <a:lnTo>
                      <a:pt x="40718" y="0"/>
                    </a:lnTo>
                    <a:lnTo>
                      <a:pt x="52647" y="13549"/>
                    </a:lnTo>
                    <a:lnTo>
                      <a:pt x="11929" y="49400"/>
                    </a:lnTo>
                    <a:lnTo>
                      <a:pt x="0" y="358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" name="Контур"/>
              <p:cNvSpPr/>
              <p:nvPr/>
            </p:nvSpPr>
            <p:spPr>
              <a:xfrm>
                <a:off x="4652662" y="3624627"/>
                <a:ext cx="291040" cy="311941"/>
              </a:xfrm>
              <a:custGeom>
                <a:avLst/>
                <a:gdLst/>
                <a:ahLst/>
                <a:cxnLst/>
                <a:rect l="l" t="t" r="r" b="b"/>
                <a:pathLst>
                  <a:path w="291040" h="311941">
                    <a:moveTo>
                      <a:pt x="26227" y="311941"/>
                    </a:moveTo>
                    <a:lnTo>
                      <a:pt x="0" y="288440"/>
                    </a:lnTo>
                    <a:lnTo>
                      <a:pt x="218145" y="46666"/>
                    </a:lnTo>
                    <a:lnTo>
                      <a:pt x="261581" y="0"/>
                    </a:lnTo>
                    <a:lnTo>
                      <a:pt x="291040" y="28986"/>
                    </a:lnTo>
                    <a:lnTo>
                      <a:pt x="267403" y="55126"/>
                    </a:lnTo>
                    <a:lnTo>
                      <a:pt x="261077" y="49462"/>
                    </a:lnTo>
                    <a:lnTo>
                      <a:pt x="26227" y="3119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" name="Контур"/>
              <p:cNvSpPr/>
              <p:nvPr/>
            </p:nvSpPr>
            <p:spPr>
              <a:xfrm>
                <a:off x="4626954" y="3654337"/>
                <a:ext cx="243853" cy="265755"/>
              </a:xfrm>
              <a:custGeom>
                <a:avLst/>
                <a:gdLst/>
                <a:ahLst/>
                <a:cxnLst/>
                <a:rect l="l" t="t" r="r" b="b"/>
                <a:pathLst>
                  <a:path w="243853" h="265755">
                    <a:moveTo>
                      <a:pt x="19105" y="265755"/>
                    </a:moveTo>
                    <a:lnTo>
                      <a:pt x="0" y="248395"/>
                    </a:lnTo>
                    <a:lnTo>
                      <a:pt x="225690" y="0"/>
                    </a:lnTo>
                    <a:lnTo>
                      <a:pt x="243853" y="16956"/>
                    </a:lnTo>
                    <a:lnTo>
                      <a:pt x="25708" y="258730"/>
                    </a:lnTo>
                    <a:lnTo>
                      <a:pt x="19105" y="2657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" name="Контур"/>
              <p:cNvSpPr/>
              <p:nvPr/>
            </p:nvSpPr>
            <p:spPr>
              <a:xfrm>
                <a:off x="4338665" y="3813625"/>
                <a:ext cx="88003" cy="88066"/>
              </a:xfrm>
              <a:custGeom>
                <a:avLst/>
                <a:gdLst/>
                <a:ahLst/>
                <a:cxnLst/>
                <a:rect l="l" t="t" r="r" b="b"/>
                <a:pathLst>
                  <a:path w="88003" h="88066">
                    <a:moveTo>
                      <a:pt x="0" y="42303"/>
                    </a:moveTo>
                    <a:lnTo>
                      <a:pt x="44698" y="0"/>
                    </a:lnTo>
                    <a:lnTo>
                      <a:pt x="88003" y="45763"/>
                    </a:lnTo>
                    <a:lnTo>
                      <a:pt x="43301" y="88066"/>
                    </a:lnTo>
                    <a:lnTo>
                      <a:pt x="0" y="42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" name="Контур"/>
              <p:cNvSpPr/>
              <p:nvPr/>
            </p:nvSpPr>
            <p:spPr>
              <a:xfrm>
                <a:off x="4708874" y="4037497"/>
                <a:ext cx="41649" cy="40065"/>
              </a:xfrm>
              <a:custGeom>
                <a:avLst/>
                <a:gdLst/>
                <a:ahLst/>
                <a:cxnLst/>
                <a:rect l="l" t="t" r="r" b="b"/>
                <a:pathLst>
                  <a:path w="41649" h="40065">
                    <a:moveTo>
                      <a:pt x="0" y="18589"/>
                    </a:moveTo>
                    <a:lnTo>
                      <a:pt x="25807" y="0"/>
                    </a:lnTo>
                    <a:lnTo>
                      <a:pt x="41649" y="21021"/>
                    </a:lnTo>
                    <a:lnTo>
                      <a:pt x="16484" y="40065"/>
                    </a:lnTo>
                    <a:lnTo>
                      <a:pt x="0" y="185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" name="Контур"/>
              <p:cNvSpPr/>
              <p:nvPr/>
            </p:nvSpPr>
            <p:spPr>
              <a:xfrm>
                <a:off x="4299209" y="4095596"/>
                <a:ext cx="37337" cy="34044"/>
              </a:xfrm>
              <a:custGeom>
                <a:avLst/>
                <a:gdLst/>
                <a:ahLst/>
                <a:cxnLst/>
                <a:rect l="l" t="t" r="r" b="b"/>
                <a:pathLst>
                  <a:path w="37337" h="34044">
                    <a:moveTo>
                      <a:pt x="0" y="17900"/>
                    </a:moveTo>
                    <a:lnTo>
                      <a:pt x="2618" y="16157"/>
                    </a:lnTo>
                    <a:lnTo>
                      <a:pt x="24137" y="1474"/>
                    </a:lnTo>
                    <a:lnTo>
                      <a:pt x="26383" y="0"/>
                    </a:lnTo>
                    <a:lnTo>
                      <a:pt x="37337" y="16145"/>
                    </a:lnTo>
                    <a:lnTo>
                      <a:pt x="10953" y="34044"/>
                    </a:lnTo>
                    <a:lnTo>
                      <a:pt x="0" y="179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" name="Контур"/>
              <p:cNvSpPr/>
              <p:nvPr/>
            </p:nvSpPr>
            <p:spPr>
              <a:xfrm>
                <a:off x="4666009" y="4069888"/>
                <a:ext cx="34510" cy="32177"/>
              </a:xfrm>
              <a:custGeom>
                <a:avLst/>
                <a:gdLst/>
                <a:ahLst/>
                <a:cxnLst/>
                <a:rect l="l" t="t" r="r" b="b"/>
                <a:pathLst>
                  <a:path w="34510" h="32177">
                    <a:moveTo>
                      <a:pt x="0" y="16628"/>
                    </a:moveTo>
                    <a:lnTo>
                      <a:pt x="23515" y="0"/>
                    </a:lnTo>
                    <a:lnTo>
                      <a:pt x="34510" y="15549"/>
                    </a:lnTo>
                    <a:lnTo>
                      <a:pt x="10995" y="32177"/>
                    </a:lnTo>
                    <a:lnTo>
                      <a:pt x="0" y="166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" name="Контур"/>
              <p:cNvSpPr/>
              <p:nvPr/>
            </p:nvSpPr>
            <p:spPr>
              <a:xfrm>
                <a:off x="4310888" y="3924827"/>
                <a:ext cx="221640" cy="147638"/>
              </a:xfrm>
              <a:custGeom>
                <a:avLst/>
                <a:gdLst/>
                <a:ahLst/>
                <a:cxnLst/>
                <a:rect l="l" t="t" r="r" b="b"/>
                <a:pathLst>
                  <a:path w="221640" h="147638">
                    <a:moveTo>
                      <a:pt x="208147" y="0"/>
                    </a:moveTo>
                    <a:lnTo>
                      <a:pt x="221640" y="16349"/>
                    </a:lnTo>
                    <a:lnTo>
                      <a:pt x="106838" y="101313"/>
                    </a:lnTo>
                    <a:lnTo>
                      <a:pt x="22862" y="143486"/>
                    </a:lnTo>
                    <a:lnTo>
                      <a:pt x="9043" y="147638"/>
                    </a:lnTo>
                    <a:lnTo>
                      <a:pt x="0" y="129696"/>
                    </a:lnTo>
                    <a:lnTo>
                      <a:pt x="89510" y="84485"/>
                    </a:lnTo>
                    <a:lnTo>
                      <a:pt x="2081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" name="Контур"/>
              <p:cNvSpPr/>
              <p:nvPr/>
            </p:nvSpPr>
            <p:spPr>
              <a:xfrm>
                <a:off x="4264827" y="4058196"/>
                <a:ext cx="58519" cy="53557"/>
              </a:xfrm>
              <a:custGeom>
                <a:avLst/>
                <a:gdLst/>
                <a:ahLst/>
                <a:cxnLst/>
                <a:rect l="l" t="t" r="r" b="b"/>
                <a:pathLst>
                  <a:path w="58519" h="53557">
                    <a:moveTo>
                      <a:pt x="0" y="20005"/>
                    </a:moveTo>
                    <a:lnTo>
                      <a:pt x="38915" y="0"/>
                    </a:lnTo>
                    <a:lnTo>
                      <a:pt x="58519" y="38874"/>
                    </a:lnTo>
                    <a:lnTo>
                      <a:pt x="37000" y="53557"/>
                    </a:lnTo>
                    <a:lnTo>
                      <a:pt x="0" y="200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" name="Контур"/>
              <p:cNvSpPr/>
              <p:nvPr/>
            </p:nvSpPr>
            <p:spPr>
              <a:xfrm>
                <a:off x="4722632" y="3988059"/>
                <a:ext cx="73556" cy="70459"/>
              </a:xfrm>
              <a:custGeom>
                <a:avLst/>
                <a:gdLst/>
                <a:ahLst/>
                <a:cxnLst/>
                <a:rect l="l" t="t" r="r" b="b"/>
                <a:pathLst>
                  <a:path w="73556" h="70459">
                    <a:moveTo>
                      <a:pt x="0" y="33839"/>
                    </a:moveTo>
                    <a:lnTo>
                      <a:pt x="44892" y="0"/>
                    </a:lnTo>
                    <a:lnTo>
                      <a:pt x="73556" y="39605"/>
                    </a:lnTo>
                    <a:lnTo>
                      <a:pt x="27891" y="70459"/>
                    </a:lnTo>
                    <a:lnTo>
                      <a:pt x="12049" y="49438"/>
                    </a:lnTo>
                    <a:lnTo>
                      <a:pt x="0" y="338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" name="Контур"/>
              <p:cNvSpPr/>
              <p:nvPr/>
            </p:nvSpPr>
            <p:spPr>
              <a:xfrm>
                <a:off x="3898024" y="3691806"/>
                <a:ext cx="31510" cy="30911"/>
              </a:xfrm>
              <a:custGeom>
                <a:avLst/>
                <a:gdLst/>
                <a:ahLst/>
                <a:cxnLst/>
                <a:rect l="l" t="t" r="r" b="b"/>
                <a:pathLst>
                  <a:path w="31510" h="30911">
                    <a:moveTo>
                      <a:pt x="0" y="12048"/>
                    </a:moveTo>
                    <a:lnTo>
                      <a:pt x="11178" y="0"/>
                    </a:lnTo>
                    <a:lnTo>
                      <a:pt x="31510" y="18863"/>
                    </a:lnTo>
                    <a:lnTo>
                      <a:pt x="20333" y="30911"/>
                    </a:lnTo>
                    <a:lnTo>
                      <a:pt x="0" y="120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" name="Контур"/>
              <p:cNvSpPr/>
              <p:nvPr/>
            </p:nvSpPr>
            <p:spPr>
              <a:xfrm>
                <a:off x="3918179" y="3678621"/>
                <a:ext cx="33780" cy="36272"/>
              </a:xfrm>
              <a:custGeom>
                <a:avLst/>
                <a:gdLst/>
                <a:ahLst/>
                <a:cxnLst/>
                <a:rect l="l" t="t" r="r" b="b"/>
                <a:pathLst>
                  <a:path w="33780" h="36272">
                    <a:moveTo>
                      <a:pt x="0" y="10186"/>
                    </a:moveTo>
                    <a:lnTo>
                      <a:pt x="12467" y="0"/>
                    </a:lnTo>
                    <a:lnTo>
                      <a:pt x="33780" y="26085"/>
                    </a:lnTo>
                    <a:lnTo>
                      <a:pt x="21313" y="36272"/>
                    </a:lnTo>
                    <a:lnTo>
                      <a:pt x="0" y="101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" name="Контур"/>
              <p:cNvSpPr/>
              <p:nvPr/>
            </p:nvSpPr>
            <p:spPr>
              <a:xfrm>
                <a:off x="4032214" y="3260622"/>
                <a:ext cx="121762" cy="128568"/>
              </a:xfrm>
              <a:custGeom>
                <a:avLst/>
                <a:gdLst/>
                <a:ahLst/>
                <a:cxnLst/>
                <a:rect l="l" t="t" r="r" b="b"/>
                <a:pathLst>
                  <a:path w="121762" h="128568">
                    <a:moveTo>
                      <a:pt x="97349" y="128568"/>
                    </a:moveTo>
                    <a:lnTo>
                      <a:pt x="0" y="22378"/>
                    </a:lnTo>
                    <a:lnTo>
                      <a:pt x="24413" y="0"/>
                    </a:lnTo>
                    <a:lnTo>
                      <a:pt x="121762" y="106190"/>
                    </a:lnTo>
                    <a:lnTo>
                      <a:pt x="97349" y="1285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" name="Контур"/>
              <p:cNvSpPr/>
              <p:nvPr/>
            </p:nvSpPr>
            <p:spPr>
              <a:xfrm>
                <a:off x="3762368" y="3311689"/>
                <a:ext cx="188419" cy="181037"/>
              </a:xfrm>
              <a:custGeom>
                <a:avLst/>
                <a:gdLst/>
                <a:ahLst/>
                <a:cxnLst/>
                <a:rect l="l" t="t" r="r" b="b"/>
                <a:pathLst>
                  <a:path w="188419" h="181037">
                    <a:moveTo>
                      <a:pt x="52593" y="181037"/>
                    </a:moveTo>
                    <a:lnTo>
                      <a:pt x="0" y="125040"/>
                    </a:lnTo>
                    <a:lnTo>
                      <a:pt x="5318" y="120043"/>
                    </a:lnTo>
                    <a:lnTo>
                      <a:pt x="48475" y="79512"/>
                    </a:lnTo>
                    <a:lnTo>
                      <a:pt x="133128" y="0"/>
                    </a:lnTo>
                    <a:lnTo>
                      <a:pt x="188419" y="58867"/>
                    </a:lnTo>
                    <a:lnTo>
                      <a:pt x="52593" y="1810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" name="Контур"/>
              <p:cNvSpPr/>
              <p:nvPr/>
            </p:nvSpPr>
            <p:spPr>
              <a:xfrm>
                <a:off x="3691914" y="3279995"/>
                <a:ext cx="123259" cy="122037"/>
              </a:xfrm>
              <a:custGeom>
                <a:avLst/>
                <a:gdLst/>
                <a:ahLst/>
                <a:cxnLst/>
                <a:rect l="l" t="t" r="r" b="b"/>
                <a:pathLst>
                  <a:path w="123259" h="122037">
                    <a:moveTo>
                      <a:pt x="72833" y="0"/>
                    </a:moveTo>
                    <a:lnTo>
                      <a:pt x="123259" y="53907"/>
                    </a:lnTo>
                    <a:lnTo>
                      <a:pt x="50427" y="122037"/>
                    </a:lnTo>
                    <a:lnTo>
                      <a:pt x="0" y="68130"/>
                    </a:lnTo>
                    <a:lnTo>
                      <a:pt x="36305" y="34170"/>
                    </a:lnTo>
                    <a:lnTo>
                      <a:pt x="7283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" name="Контур"/>
              <p:cNvSpPr/>
              <p:nvPr/>
            </p:nvSpPr>
            <p:spPr>
              <a:xfrm>
                <a:off x="3852010" y="3548106"/>
                <a:ext cx="68794" cy="71722"/>
              </a:xfrm>
              <a:custGeom>
                <a:avLst/>
                <a:gdLst/>
                <a:ahLst/>
                <a:cxnLst/>
                <a:rect l="l" t="t" r="r" b="b"/>
                <a:pathLst>
                  <a:path w="68794" h="71722">
                    <a:moveTo>
                      <a:pt x="49152" y="71722"/>
                    </a:moveTo>
                    <a:lnTo>
                      <a:pt x="0" y="17957"/>
                    </a:lnTo>
                    <a:lnTo>
                      <a:pt x="19642" y="0"/>
                    </a:lnTo>
                    <a:lnTo>
                      <a:pt x="68794" y="53760"/>
                    </a:lnTo>
                    <a:lnTo>
                      <a:pt x="49152" y="71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" name="Контур"/>
              <p:cNvSpPr/>
              <p:nvPr/>
            </p:nvSpPr>
            <p:spPr>
              <a:xfrm>
                <a:off x="3936838" y="3736120"/>
                <a:ext cx="261173" cy="279542"/>
              </a:xfrm>
              <a:custGeom>
                <a:avLst/>
                <a:gdLst/>
                <a:ahLst/>
                <a:cxnLst/>
                <a:rect l="l" t="t" r="r" b="b"/>
                <a:pathLst>
                  <a:path w="261173" h="279542">
                    <a:moveTo>
                      <a:pt x="9638" y="37233"/>
                    </a:moveTo>
                    <a:lnTo>
                      <a:pt x="12888" y="34142"/>
                    </a:lnTo>
                    <a:lnTo>
                      <a:pt x="0" y="20563"/>
                    </a:lnTo>
                    <a:lnTo>
                      <a:pt x="21667" y="0"/>
                    </a:lnTo>
                    <a:lnTo>
                      <a:pt x="37354" y="16512"/>
                    </a:lnTo>
                    <a:lnTo>
                      <a:pt x="59741" y="43473"/>
                    </a:lnTo>
                    <a:lnTo>
                      <a:pt x="261173" y="255590"/>
                    </a:lnTo>
                    <a:lnTo>
                      <a:pt x="235949" y="279542"/>
                    </a:lnTo>
                    <a:lnTo>
                      <a:pt x="9638" y="372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" name="Контур"/>
              <p:cNvSpPr/>
              <p:nvPr/>
            </p:nvSpPr>
            <p:spPr>
              <a:xfrm>
                <a:off x="3407969" y="3804035"/>
                <a:ext cx="206424" cy="200155"/>
              </a:xfrm>
              <a:custGeom>
                <a:avLst/>
                <a:gdLst/>
                <a:ahLst/>
                <a:cxnLst/>
                <a:rect l="l" t="t" r="r" b="b"/>
                <a:pathLst>
                  <a:path w="206424" h="200155">
                    <a:moveTo>
                      <a:pt x="151613" y="26477"/>
                    </a:moveTo>
                    <a:lnTo>
                      <a:pt x="179179" y="0"/>
                    </a:lnTo>
                    <a:lnTo>
                      <a:pt x="206424" y="28637"/>
                    </a:lnTo>
                    <a:lnTo>
                      <a:pt x="26155" y="200155"/>
                    </a:lnTo>
                    <a:lnTo>
                      <a:pt x="0" y="172109"/>
                    </a:lnTo>
                    <a:lnTo>
                      <a:pt x="23146" y="149880"/>
                    </a:lnTo>
                    <a:lnTo>
                      <a:pt x="118589" y="58200"/>
                    </a:lnTo>
                    <a:lnTo>
                      <a:pt x="148891" y="29093"/>
                    </a:lnTo>
                    <a:lnTo>
                      <a:pt x="151613" y="264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" name="Контур"/>
              <p:cNvSpPr/>
              <p:nvPr/>
            </p:nvSpPr>
            <p:spPr>
              <a:xfrm>
                <a:off x="3418054" y="3819496"/>
                <a:ext cx="138806" cy="134419"/>
              </a:xfrm>
              <a:custGeom>
                <a:avLst/>
                <a:gdLst/>
                <a:ahLst/>
                <a:cxnLst/>
                <a:rect l="l" t="t" r="r" b="b"/>
                <a:pathLst>
                  <a:path w="138806" h="134419">
                    <a:moveTo>
                      <a:pt x="138806" y="13632"/>
                    </a:moveTo>
                    <a:lnTo>
                      <a:pt x="108504" y="42739"/>
                    </a:lnTo>
                    <a:lnTo>
                      <a:pt x="13061" y="134419"/>
                    </a:lnTo>
                    <a:lnTo>
                      <a:pt x="0" y="120820"/>
                    </a:lnTo>
                    <a:lnTo>
                      <a:pt x="126014" y="0"/>
                    </a:lnTo>
                    <a:lnTo>
                      <a:pt x="138806" y="136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" name="Контур"/>
              <p:cNvSpPr/>
              <p:nvPr/>
            </p:nvSpPr>
            <p:spPr>
              <a:xfrm>
                <a:off x="3646313" y="3706201"/>
                <a:ext cx="40579" cy="40282"/>
              </a:xfrm>
              <a:custGeom>
                <a:avLst/>
                <a:gdLst/>
                <a:ahLst/>
                <a:cxnLst/>
                <a:rect l="l" t="t" r="r" b="b"/>
                <a:pathLst>
                  <a:path w="40579" h="40282">
                    <a:moveTo>
                      <a:pt x="27173" y="40282"/>
                    </a:moveTo>
                    <a:lnTo>
                      <a:pt x="0" y="11434"/>
                    </a:lnTo>
                    <a:lnTo>
                      <a:pt x="13483" y="0"/>
                    </a:lnTo>
                    <a:lnTo>
                      <a:pt x="40579" y="27653"/>
                    </a:lnTo>
                    <a:lnTo>
                      <a:pt x="27173" y="402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" name="Контур"/>
              <p:cNvSpPr/>
              <p:nvPr/>
            </p:nvSpPr>
            <p:spPr>
              <a:xfrm>
                <a:off x="4169974" y="3069496"/>
                <a:ext cx="712258" cy="721934"/>
              </a:xfrm>
              <a:custGeom>
                <a:avLst/>
                <a:gdLst/>
                <a:ahLst/>
                <a:cxnLst/>
                <a:rect l="l" t="t" r="r" b="b"/>
                <a:pathLst>
                  <a:path w="712258" h="721934">
                    <a:moveTo>
                      <a:pt x="430584" y="33590"/>
                    </a:moveTo>
                    <a:lnTo>
                      <a:pt x="712258" y="339096"/>
                    </a:lnTo>
                    <a:lnTo>
                      <a:pt x="320945" y="721934"/>
                    </a:lnTo>
                    <a:lnTo>
                      <a:pt x="302349" y="702473"/>
                    </a:lnTo>
                    <a:lnTo>
                      <a:pt x="0" y="378105"/>
                    </a:lnTo>
                    <a:lnTo>
                      <a:pt x="315365" y="79010"/>
                    </a:lnTo>
                    <a:lnTo>
                      <a:pt x="328991" y="65382"/>
                    </a:lnTo>
                    <a:lnTo>
                      <a:pt x="337939" y="56630"/>
                    </a:lnTo>
                    <a:lnTo>
                      <a:pt x="399859" y="0"/>
                    </a:lnTo>
                    <a:lnTo>
                      <a:pt x="430584" y="335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" name="Контур"/>
              <p:cNvSpPr/>
              <p:nvPr/>
            </p:nvSpPr>
            <p:spPr>
              <a:xfrm>
                <a:off x="3359362" y="3798836"/>
                <a:ext cx="93783" cy="92762"/>
              </a:xfrm>
              <a:custGeom>
                <a:avLst/>
                <a:gdLst/>
                <a:ahLst/>
                <a:cxnLst/>
                <a:rect l="l" t="t" r="r" b="b"/>
                <a:pathLst>
                  <a:path w="93783" h="92762">
                    <a:moveTo>
                      <a:pt x="57012" y="0"/>
                    </a:moveTo>
                    <a:lnTo>
                      <a:pt x="93783" y="38979"/>
                    </a:lnTo>
                    <a:lnTo>
                      <a:pt x="36770" y="92762"/>
                    </a:lnTo>
                    <a:lnTo>
                      <a:pt x="0" y="53783"/>
                    </a:lnTo>
                    <a:lnTo>
                      <a:pt x="570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" name="Контур"/>
              <p:cNvSpPr/>
              <p:nvPr/>
            </p:nvSpPr>
            <p:spPr>
              <a:xfrm>
                <a:off x="3484030" y="3883571"/>
                <a:ext cx="203818" cy="199800"/>
              </a:xfrm>
              <a:custGeom>
                <a:avLst/>
                <a:gdLst/>
                <a:ahLst/>
                <a:cxnLst/>
                <a:rect l="l" t="t" r="r" b="b"/>
                <a:pathLst>
                  <a:path w="203818" h="199800">
                    <a:moveTo>
                      <a:pt x="24398" y="199800"/>
                    </a:moveTo>
                    <a:lnTo>
                      <a:pt x="0" y="173136"/>
                    </a:lnTo>
                    <a:lnTo>
                      <a:pt x="180797" y="0"/>
                    </a:lnTo>
                    <a:lnTo>
                      <a:pt x="199042" y="20208"/>
                    </a:lnTo>
                    <a:lnTo>
                      <a:pt x="203818" y="25497"/>
                    </a:lnTo>
                    <a:lnTo>
                      <a:pt x="198562" y="30609"/>
                    </a:lnTo>
                    <a:lnTo>
                      <a:pt x="171979" y="56486"/>
                    </a:lnTo>
                    <a:lnTo>
                      <a:pt x="165480" y="62798"/>
                    </a:lnTo>
                    <a:lnTo>
                      <a:pt x="46910" y="177941"/>
                    </a:lnTo>
                    <a:lnTo>
                      <a:pt x="43824" y="180936"/>
                    </a:lnTo>
                    <a:lnTo>
                      <a:pt x="24398" y="1998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" name="Контур"/>
              <p:cNvSpPr/>
              <p:nvPr/>
            </p:nvSpPr>
            <p:spPr>
              <a:xfrm>
                <a:off x="3650259" y="4053203"/>
                <a:ext cx="88920" cy="82089"/>
              </a:xfrm>
              <a:custGeom>
                <a:avLst/>
                <a:gdLst/>
                <a:ahLst/>
                <a:cxnLst/>
                <a:rect l="l" t="t" r="r" b="b"/>
                <a:pathLst>
                  <a:path w="88920" h="82089">
                    <a:moveTo>
                      <a:pt x="88920" y="25421"/>
                    </a:moveTo>
                    <a:lnTo>
                      <a:pt x="28209" y="82089"/>
                    </a:lnTo>
                    <a:lnTo>
                      <a:pt x="0" y="51869"/>
                    </a:lnTo>
                    <a:lnTo>
                      <a:pt x="33782" y="21278"/>
                    </a:lnTo>
                    <a:lnTo>
                      <a:pt x="39878" y="23625"/>
                    </a:lnTo>
                    <a:lnTo>
                      <a:pt x="65193" y="0"/>
                    </a:lnTo>
                    <a:lnTo>
                      <a:pt x="88920" y="254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" name="Контур"/>
              <p:cNvSpPr/>
              <p:nvPr/>
            </p:nvSpPr>
            <p:spPr>
              <a:xfrm>
                <a:off x="3527854" y="3909068"/>
                <a:ext cx="343781" cy="203410"/>
              </a:xfrm>
              <a:custGeom>
                <a:avLst/>
                <a:gdLst/>
                <a:ahLst/>
                <a:cxnLst/>
                <a:rect l="l" t="t" r="r" b="b"/>
                <a:pathLst>
                  <a:path w="343781" h="203410">
                    <a:moveTo>
                      <a:pt x="159994" y="0"/>
                    </a:moveTo>
                    <a:lnTo>
                      <a:pt x="202618" y="40253"/>
                    </a:lnTo>
                    <a:lnTo>
                      <a:pt x="343781" y="188861"/>
                    </a:lnTo>
                    <a:lnTo>
                      <a:pt x="335827" y="196416"/>
                    </a:lnTo>
                    <a:lnTo>
                      <a:pt x="328464" y="203410"/>
                    </a:lnTo>
                    <a:lnTo>
                      <a:pt x="205363" y="73791"/>
                    </a:lnTo>
                    <a:lnTo>
                      <a:pt x="182078" y="95900"/>
                    </a:lnTo>
                    <a:lnTo>
                      <a:pt x="146404" y="58329"/>
                    </a:lnTo>
                    <a:lnTo>
                      <a:pt x="85923" y="114837"/>
                    </a:lnTo>
                    <a:lnTo>
                      <a:pt x="75412" y="105021"/>
                    </a:lnTo>
                    <a:lnTo>
                      <a:pt x="10241" y="166372"/>
                    </a:lnTo>
                    <a:lnTo>
                      <a:pt x="0" y="155439"/>
                    </a:lnTo>
                    <a:lnTo>
                      <a:pt x="3086" y="152444"/>
                    </a:lnTo>
                    <a:lnTo>
                      <a:pt x="121656" y="37301"/>
                    </a:lnTo>
                    <a:lnTo>
                      <a:pt x="128155" y="30989"/>
                    </a:lnTo>
                    <a:lnTo>
                      <a:pt x="154738" y="5112"/>
                    </a:lnTo>
                    <a:lnTo>
                      <a:pt x="1599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" name="Контур"/>
              <p:cNvSpPr/>
              <p:nvPr/>
            </p:nvSpPr>
            <p:spPr>
              <a:xfrm>
                <a:off x="4209641" y="4034872"/>
                <a:ext cx="29621" cy="28075"/>
              </a:xfrm>
              <a:custGeom>
                <a:avLst/>
                <a:gdLst/>
                <a:ahLst/>
                <a:cxnLst/>
                <a:rect l="l" t="t" r="r" b="b"/>
                <a:pathLst>
                  <a:path w="29621" h="28075">
                    <a:moveTo>
                      <a:pt x="29621" y="11947"/>
                    </a:moveTo>
                    <a:lnTo>
                      <a:pt x="9653" y="28075"/>
                    </a:lnTo>
                    <a:lnTo>
                      <a:pt x="0" y="16128"/>
                    </a:lnTo>
                    <a:lnTo>
                      <a:pt x="19968" y="0"/>
                    </a:lnTo>
                    <a:lnTo>
                      <a:pt x="29621" y="11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" name="Контур"/>
              <p:cNvSpPr/>
              <p:nvPr/>
            </p:nvSpPr>
            <p:spPr>
              <a:xfrm>
                <a:off x="3434124" y="3690592"/>
                <a:ext cx="366788" cy="366115"/>
              </a:xfrm>
              <a:custGeom>
                <a:avLst/>
                <a:gdLst/>
                <a:ahLst/>
                <a:cxnLst/>
                <a:rect l="l" t="t" r="r" b="b"/>
                <a:pathLst>
                  <a:path w="366788" h="366115">
                    <a:moveTo>
                      <a:pt x="296348" y="258729"/>
                    </a:moveTo>
                    <a:lnTo>
                      <a:pt x="230703" y="192979"/>
                    </a:lnTo>
                    <a:lnTo>
                      <a:pt x="49906" y="366115"/>
                    </a:lnTo>
                    <a:lnTo>
                      <a:pt x="0" y="313598"/>
                    </a:lnTo>
                    <a:lnTo>
                      <a:pt x="180269" y="142080"/>
                    </a:lnTo>
                    <a:lnTo>
                      <a:pt x="112157" y="70492"/>
                    </a:lnTo>
                    <a:lnTo>
                      <a:pt x="186720" y="0"/>
                    </a:lnTo>
                    <a:lnTo>
                      <a:pt x="239362" y="55891"/>
                    </a:lnTo>
                    <a:lnTo>
                      <a:pt x="252768" y="43262"/>
                    </a:lnTo>
                    <a:lnTo>
                      <a:pt x="269429" y="60950"/>
                    </a:lnTo>
                    <a:lnTo>
                      <a:pt x="256757" y="72552"/>
                    </a:lnTo>
                    <a:lnTo>
                      <a:pt x="297682" y="115008"/>
                    </a:lnTo>
                    <a:lnTo>
                      <a:pt x="310983" y="103459"/>
                    </a:lnTo>
                    <a:lnTo>
                      <a:pt x="327533" y="121838"/>
                    </a:lnTo>
                    <a:lnTo>
                      <a:pt x="313690" y="133896"/>
                    </a:lnTo>
                    <a:lnTo>
                      <a:pt x="366788" y="192715"/>
                    </a:lnTo>
                    <a:lnTo>
                      <a:pt x="296348" y="2587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" name="Контур"/>
              <p:cNvSpPr/>
              <p:nvPr/>
            </p:nvSpPr>
            <p:spPr>
              <a:xfrm>
                <a:off x="4177916" y="3892537"/>
                <a:ext cx="153196" cy="148831"/>
              </a:xfrm>
              <a:custGeom>
                <a:avLst/>
                <a:gdLst/>
                <a:ahLst/>
                <a:cxnLst/>
                <a:rect l="l" t="t" r="r" b="b"/>
                <a:pathLst>
                  <a:path w="153196" h="148831">
                    <a:moveTo>
                      <a:pt x="131045" y="0"/>
                    </a:moveTo>
                    <a:lnTo>
                      <a:pt x="153196" y="23084"/>
                    </a:lnTo>
                    <a:lnTo>
                      <a:pt x="22151" y="148831"/>
                    </a:lnTo>
                    <a:lnTo>
                      <a:pt x="0" y="125747"/>
                    </a:lnTo>
                    <a:lnTo>
                      <a:pt x="24038" y="102936"/>
                    </a:lnTo>
                    <a:lnTo>
                      <a:pt x="1310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" name="Контур"/>
              <p:cNvSpPr/>
              <p:nvPr/>
            </p:nvSpPr>
            <p:spPr>
              <a:xfrm>
                <a:off x="4814153" y="2472824"/>
                <a:ext cx="39927" cy="40642"/>
              </a:xfrm>
              <a:custGeom>
                <a:avLst/>
                <a:gdLst/>
                <a:ahLst/>
                <a:cxnLst/>
                <a:rect l="l" t="t" r="r" b="b"/>
                <a:pathLst>
                  <a:path w="39927" h="40642">
                    <a:moveTo>
                      <a:pt x="0" y="20213"/>
                    </a:moveTo>
                    <a:lnTo>
                      <a:pt x="20381" y="0"/>
                    </a:lnTo>
                    <a:lnTo>
                      <a:pt x="39927" y="21802"/>
                    </a:lnTo>
                    <a:lnTo>
                      <a:pt x="20117" y="40642"/>
                    </a:lnTo>
                    <a:lnTo>
                      <a:pt x="0" y="202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" name="Контур"/>
              <p:cNvSpPr/>
              <p:nvPr/>
            </p:nvSpPr>
            <p:spPr>
              <a:xfrm>
                <a:off x="5176270" y="2372044"/>
                <a:ext cx="120441" cy="105928"/>
              </a:xfrm>
              <a:custGeom>
                <a:avLst/>
                <a:gdLst/>
                <a:ahLst/>
                <a:cxnLst/>
                <a:rect l="l" t="t" r="r" b="b"/>
                <a:pathLst>
                  <a:path w="120441" h="105928">
                    <a:moveTo>
                      <a:pt x="7906" y="105928"/>
                    </a:moveTo>
                    <a:lnTo>
                      <a:pt x="0" y="97639"/>
                    </a:lnTo>
                    <a:lnTo>
                      <a:pt x="102356" y="68"/>
                    </a:lnTo>
                    <a:lnTo>
                      <a:pt x="120441" y="0"/>
                    </a:lnTo>
                    <a:lnTo>
                      <a:pt x="91253" y="27477"/>
                    </a:lnTo>
                    <a:lnTo>
                      <a:pt x="7906" y="1059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" name="Контур"/>
              <p:cNvSpPr/>
              <p:nvPr/>
            </p:nvSpPr>
            <p:spPr>
              <a:xfrm>
                <a:off x="5157492" y="2372112"/>
                <a:ext cx="121134" cy="97571"/>
              </a:xfrm>
              <a:custGeom>
                <a:avLst/>
                <a:gdLst/>
                <a:ahLst/>
                <a:cxnLst/>
                <a:rect l="l" t="t" r="r" b="b"/>
                <a:pathLst>
                  <a:path w="121134" h="97571">
                    <a:moveTo>
                      <a:pt x="81535" y="149"/>
                    </a:moveTo>
                    <a:lnTo>
                      <a:pt x="121134" y="0"/>
                    </a:lnTo>
                    <a:lnTo>
                      <a:pt x="18778" y="97571"/>
                    </a:lnTo>
                    <a:lnTo>
                      <a:pt x="0" y="77872"/>
                    </a:lnTo>
                    <a:lnTo>
                      <a:pt x="81535" y="1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" name="Контур"/>
              <p:cNvSpPr/>
              <p:nvPr/>
            </p:nvSpPr>
            <p:spPr>
              <a:xfrm>
                <a:off x="5303736" y="2789991"/>
                <a:ext cx="293642" cy="326376"/>
              </a:xfrm>
              <a:custGeom>
                <a:avLst/>
                <a:gdLst/>
                <a:ahLst/>
                <a:cxnLst/>
                <a:rect l="l" t="t" r="r" b="b"/>
                <a:pathLst>
                  <a:path w="293642" h="326376">
                    <a:moveTo>
                      <a:pt x="272000" y="0"/>
                    </a:moveTo>
                    <a:lnTo>
                      <a:pt x="284934" y="11335"/>
                    </a:lnTo>
                    <a:lnTo>
                      <a:pt x="293642" y="19142"/>
                    </a:lnTo>
                    <a:lnTo>
                      <a:pt x="41896" y="314400"/>
                    </a:lnTo>
                    <a:lnTo>
                      <a:pt x="12826" y="326376"/>
                    </a:lnTo>
                    <a:lnTo>
                      <a:pt x="0" y="319960"/>
                    </a:lnTo>
                    <a:lnTo>
                      <a:pt x="2720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" name="Контур"/>
              <p:cNvSpPr/>
              <p:nvPr/>
            </p:nvSpPr>
            <p:spPr>
              <a:xfrm>
                <a:off x="5196216" y="2666348"/>
                <a:ext cx="380053" cy="424572"/>
              </a:xfrm>
              <a:custGeom>
                <a:avLst/>
                <a:gdLst/>
                <a:ahLst/>
                <a:cxnLst/>
                <a:rect l="l" t="t" r="r" b="b"/>
                <a:pathLst>
                  <a:path w="380053" h="424572">
                    <a:moveTo>
                      <a:pt x="77593" y="424572"/>
                    </a:moveTo>
                    <a:lnTo>
                      <a:pt x="51087" y="409173"/>
                    </a:lnTo>
                    <a:lnTo>
                      <a:pt x="53866" y="405966"/>
                    </a:lnTo>
                    <a:lnTo>
                      <a:pt x="0" y="354209"/>
                    </a:lnTo>
                    <a:lnTo>
                      <a:pt x="44033" y="309509"/>
                    </a:lnTo>
                    <a:lnTo>
                      <a:pt x="92770" y="356133"/>
                    </a:lnTo>
                    <a:lnTo>
                      <a:pt x="110297" y="336457"/>
                    </a:lnTo>
                    <a:lnTo>
                      <a:pt x="58143" y="283842"/>
                    </a:lnTo>
                    <a:lnTo>
                      <a:pt x="101535" y="237646"/>
                    </a:lnTo>
                    <a:lnTo>
                      <a:pt x="153263" y="288975"/>
                    </a:lnTo>
                    <a:lnTo>
                      <a:pt x="171860" y="268444"/>
                    </a:lnTo>
                    <a:lnTo>
                      <a:pt x="128468" y="227808"/>
                    </a:lnTo>
                    <a:lnTo>
                      <a:pt x="171007" y="182680"/>
                    </a:lnTo>
                    <a:lnTo>
                      <a:pt x="209056" y="219680"/>
                    </a:lnTo>
                    <a:lnTo>
                      <a:pt x="225301" y="199790"/>
                    </a:lnTo>
                    <a:lnTo>
                      <a:pt x="202643" y="180969"/>
                    </a:lnTo>
                    <a:lnTo>
                      <a:pt x="353148" y="0"/>
                    </a:lnTo>
                    <a:lnTo>
                      <a:pt x="377950" y="21068"/>
                    </a:lnTo>
                    <a:lnTo>
                      <a:pt x="356112" y="45595"/>
                    </a:lnTo>
                    <a:lnTo>
                      <a:pt x="380053" y="65271"/>
                    </a:lnTo>
                    <a:lnTo>
                      <a:pt x="341791" y="109115"/>
                    </a:lnTo>
                    <a:lnTo>
                      <a:pt x="319135" y="90935"/>
                    </a:lnTo>
                    <a:lnTo>
                      <a:pt x="268261" y="150819"/>
                    </a:lnTo>
                    <a:lnTo>
                      <a:pt x="290491" y="171351"/>
                    </a:lnTo>
                    <a:lnTo>
                      <a:pt x="77593" y="4245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" name="Контур"/>
              <p:cNvSpPr/>
              <p:nvPr/>
            </p:nvSpPr>
            <p:spPr>
              <a:xfrm>
                <a:off x="4877590" y="2738248"/>
                <a:ext cx="282437" cy="287712"/>
              </a:xfrm>
              <a:custGeom>
                <a:avLst/>
                <a:gdLst/>
                <a:ahLst/>
                <a:cxnLst/>
                <a:rect l="l" t="t" r="r" b="b"/>
                <a:pathLst>
                  <a:path w="282437" h="287712">
                    <a:moveTo>
                      <a:pt x="282437" y="258312"/>
                    </a:moveTo>
                    <a:lnTo>
                      <a:pt x="250958" y="287712"/>
                    </a:lnTo>
                    <a:lnTo>
                      <a:pt x="0" y="29390"/>
                    </a:lnTo>
                    <a:lnTo>
                      <a:pt x="30086" y="0"/>
                    </a:lnTo>
                    <a:lnTo>
                      <a:pt x="282437" y="2583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" name="Контур"/>
              <p:cNvSpPr/>
              <p:nvPr/>
            </p:nvSpPr>
            <p:spPr>
              <a:xfrm>
                <a:off x="4907676" y="2370035"/>
                <a:ext cx="920077" cy="626525"/>
              </a:xfrm>
              <a:custGeom>
                <a:avLst/>
                <a:gdLst/>
                <a:ahLst/>
                <a:cxnLst/>
                <a:rect l="l" t="t" r="r" b="b"/>
                <a:pathLst>
                  <a:path w="920077" h="626525">
                    <a:moveTo>
                      <a:pt x="0" y="368213"/>
                    </a:moveTo>
                    <a:lnTo>
                      <a:pt x="276500" y="107937"/>
                    </a:lnTo>
                    <a:lnTo>
                      <a:pt x="359847" y="29486"/>
                    </a:lnTo>
                    <a:lnTo>
                      <a:pt x="389035" y="2009"/>
                    </a:lnTo>
                    <a:lnTo>
                      <a:pt x="920077" y="0"/>
                    </a:lnTo>
                    <a:lnTo>
                      <a:pt x="252351" y="626525"/>
                    </a:lnTo>
                    <a:lnTo>
                      <a:pt x="0" y="3682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" name="Контур"/>
              <p:cNvSpPr/>
              <p:nvPr/>
            </p:nvSpPr>
            <p:spPr>
              <a:xfrm>
                <a:off x="4647066" y="2663418"/>
                <a:ext cx="45124" cy="45441"/>
              </a:xfrm>
              <a:custGeom>
                <a:avLst/>
                <a:gdLst/>
                <a:ahLst/>
                <a:cxnLst/>
                <a:rect l="l" t="t" r="r" b="b"/>
                <a:pathLst>
                  <a:path w="45124" h="45441">
                    <a:moveTo>
                      <a:pt x="26987" y="0"/>
                    </a:moveTo>
                    <a:lnTo>
                      <a:pt x="45124" y="27892"/>
                    </a:lnTo>
                    <a:lnTo>
                      <a:pt x="18138" y="45441"/>
                    </a:lnTo>
                    <a:lnTo>
                      <a:pt x="0" y="17549"/>
                    </a:lnTo>
                    <a:lnTo>
                      <a:pt x="2698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" name="Контур"/>
              <p:cNvSpPr/>
              <p:nvPr/>
            </p:nvSpPr>
            <p:spPr>
              <a:xfrm>
                <a:off x="4881253" y="2542367"/>
                <a:ext cx="40209" cy="39879"/>
              </a:xfrm>
              <a:custGeom>
                <a:avLst/>
                <a:gdLst/>
                <a:ahLst/>
                <a:cxnLst/>
                <a:rect l="l" t="t" r="r" b="b"/>
                <a:pathLst>
                  <a:path w="40209" h="39879">
                    <a:moveTo>
                      <a:pt x="20971" y="0"/>
                    </a:moveTo>
                    <a:lnTo>
                      <a:pt x="40209" y="19699"/>
                    </a:lnTo>
                    <a:lnTo>
                      <a:pt x="19886" y="39879"/>
                    </a:lnTo>
                    <a:lnTo>
                      <a:pt x="0" y="20343"/>
                    </a:lnTo>
                    <a:lnTo>
                      <a:pt x="2097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" name="Контур"/>
              <p:cNvSpPr/>
              <p:nvPr/>
            </p:nvSpPr>
            <p:spPr>
              <a:xfrm>
                <a:off x="5378537" y="3115499"/>
                <a:ext cx="253858" cy="264619"/>
              </a:xfrm>
              <a:custGeom>
                <a:avLst/>
                <a:gdLst/>
                <a:ahLst/>
                <a:cxnLst/>
                <a:rect l="l" t="t" r="r" b="b"/>
                <a:pathLst>
                  <a:path w="253858" h="264619">
                    <a:moveTo>
                      <a:pt x="0" y="241229"/>
                    </a:moveTo>
                    <a:lnTo>
                      <a:pt x="205627" y="14198"/>
                    </a:lnTo>
                    <a:lnTo>
                      <a:pt x="202925" y="11755"/>
                    </a:lnTo>
                    <a:lnTo>
                      <a:pt x="213571" y="0"/>
                    </a:lnTo>
                    <a:lnTo>
                      <a:pt x="235647" y="20001"/>
                    </a:lnTo>
                    <a:lnTo>
                      <a:pt x="224923" y="31833"/>
                    </a:lnTo>
                    <a:lnTo>
                      <a:pt x="230127" y="36552"/>
                    </a:lnTo>
                    <a:lnTo>
                      <a:pt x="242991" y="48206"/>
                    </a:lnTo>
                    <a:lnTo>
                      <a:pt x="253858" y="58056"/>
                    </a:lnTo>
                    <a:lnTo>
                      <a:pt x="99010" y="228931"/>
                    </a:lnTo>
                    <a:lnTo>
                      <a:pt x="91896" y="222485"/>
                    </a:lnTo>
                    <a:lnTo>
                      <a:pt x="71722" y="244742"/>
                    </a:lnTo>
                    <a:lnTo>
                      <a:pt x="56405" y="230856"/>
                    </a:lnTo>
                    <a:lnTo>
                      <a:pt x="25795" y="264619"/>
                    </a:lnTo>
                    <a:lnTo>
                      <a:pt x="0" y="2412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" name="Контур"/>
              <p:cNvSpPr/>
              <p:nvPr/>
            </p:nvSpPr>
            <p:spPr>
              <a:xfrm>
                <a:off x="5238540" y="3041348"/>
                <a:ext cx="251189" cy="270682"/>
              </a:xfrm>
              <a:custGeom>
                <a:avLst/>
                <a:gdLst/>
                <a:ahLst/>
                <a:cxnLst/>
                <a:rect l="l" t="t" r="r" b="b"/>
                <a:pathLst>
                  <a:path w="251189" h="270682">
                    <a:moveTo>
                      <a:pt x="251189" y="22944"/>
                    </a:moveTo>
                    <a:lnTo>
                      <a:pt x="27061" y="270682"/>
                    </a:lnTo>
                    <a:lnTo>
                      <a:pt x="0" y="248352"/>
                    </a:lnTo>
                    <a:lnTo>
                      <a:pt x="88325" y="151234"/>
                    </a:lnTo>
                    <a:lnTo>
                      <a:pt x="139527" y="94940"/>
                    </a:lnTo>
                    <a:lnTo>
                      <a:pt x="225869" y="0"/>
                    </a:lnTo>
                    <a:lnTo>
                      <a:pt x="251189" y="229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" name="Контур"/>
              <p:cNvSpPr/>
              <p:nvPr/>
            </p:nvSpPr>
            <p:spPr>
              <a:xfrm>
                <a:off x="5205746" y="3289700"/>
                <a:ext cx="59855" cy="59543"/>
              </a:xfrm>
              <a:custGeom>
                <a:avLst/>
                <a:gdLst/>
                <a:ahLst/>
                <a:cxnLst/>
                <a:rect l="l" t="t" r="r" b="b"/>
                <a:pathLst>
                  <a:path w="59855" h="59543">
                    <a:moveTo>
                      <a:pt x="32794" y="0"/>
                    </a:moveTo>
                    <a:lnTo>
                      <a:pt x="59855" y="22330"/>
                    </a:lnTo>
                    <a:lnTo>
                      <a:pt x="26244" y="59543"/>
                    </a:lnTo>
                    <a:lnTo>
                      <a:pt x="0" y="34971"/>
                    </a:lnTo>
                    <a:lnTo>
                      <a:pt x="5473" y="28792"/>
                    </a:lnTo>
                    <a:lnTo>
                      <a:pt x="327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" name="Контур"/>
              <p:cNvSpPr/>
              <p:nvPr/>
            </p:nvSpPr>
            <p:spPr>
              <a:xfrm>
                <a:off x="5326289" y="2694640"/>
                <a:ext cx="580565" cy="653107"/>
              </a:xfrm>
              <a:custGeom>
                <a:avLst/>
                <a:gdLst/>
                <a:ahLst/>
                <a:cxnLst/>
                <a:rect l="l" t="t" r="r" b="b"/>
                <a:pathLst>
                  <a:path w="580565" h="653107">
                    <a:moveTo>
                      <a:pt x="513130" y="54384"/>
                    </a:moveTo>
                    <a:lnTo>
                      <a:pt x="555264" y="0"/>
                    </a:lnTo>
                    <a:lnTo>
                      <a:pt x="580565" y="23361"/>
                    </a:lnTo>
                    <a:lnTo>
                      <a:pt x="539218" y="77592"/>
                    </a:lnTo>
                    <a:lnTo>
                      <a:pt x="23136" y="653107"/>
                    </a:lnTo>
                    <a:lnTo>
                      <a:pt x="0" y="631142"/>
                    </a:lnTo>
                    <a:lnTo>
                      <a:pt x="513130" y="543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1" name="Контур"/>
              <p:cNvSpPr/>
              <p:nvPr/>
            </p:nvSpPr>
            <p:spPr>
              <a:xfrm>
                <a:off x="5207441" y="3142148"/>
                <a:ext cx="59921" cy="57100"/>
              </a:xfrm>
              <a:custGeom>
                <a:avLst/>
                <a:gdLst/>
                <a:ahLst/>
                <a:cxnLst/>
                <a:rect l="l" t="t" r="r" b="b"/>
                <a:pathLst>
                  <a:path w="59921" h="57100">
                    <a:moveTo>
                      <a:pt x="0" y="40029"/>
                    </a:moveTo>
                    <a:lnTo>
                      <a:pt x="44600" y="0"/>
                    </a:lnTo>
                    <a:lnTo>
                      <a:pt x="59921" y="17072"/>
                    </a:lnTo>
                    <a:lnTo>
                      <a:pt x="15321" y="57100"/>
                    </a:lnTo>
                    <a:lnTo>
                      <a:pt x="0" y="400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" name="Контур"/>
              <p:cNvSpPr/>
              <p:nvPr/>
            </p:nvSpPr>
            <p:spPr>
              <a:xfrm>
                <a:off x="5310204" y="3120985"/>
                <a:ext cx="67863" cy="71597"/>
              </a:xfrm>
              <a:custGeom>
                <a:avLst/>
                <a:gdLst/>
                <a:ahLst/>
                <a:cxnLst/>
                <a:rect l="l" t="t" r="r" b="b"/>
                <a:pathLst>
                  <a:path w="67863" h="71597">
                    <a:moveTo>
                      <a:pt x="67863" y="15303"/>
                    </a:moveTo>
                    <a:lnTo>
                      <a:pt x="16661" y="71597"/>
                    </a:lnTo>
                    <a:lnTo>
                      <a:pt x="0" y="56655"/>
                    </a:lnTo>
                    <a:lnTo>
                      <a:pt x="50799" y="0"/>
                    </a:lnTo>
                    <a:lnTo>
                      <a:pt x="67863" y="15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" name="Контур"/>
              <p:cNvSpPr/>
              <p:nvPr/>
            </p:nvSpPr>
            <p:spPr>
              <a:xfrm>
                <a:off x="4237435" y="2692887"/>
                <a:ext cx="211359" cy="88244"/>
              </a:xfrm>
              <a:custGeom>
                <a:avLst/>
                <a:gdLst/>
                <a:ahLst/>
                <a:cxnLst/>
                <a:rect l="l" t="t" r="r" b="b"/>
                <a:pathLst>
                  <a:path w="211359" h="88244">
                    <a:moveTo>
                      <a:pt x="0" y="59156"/>
                    </a:moveTo>
                    <a:lnTo>
                      <a:pt x="202539" y="0"/>
                    </a:lnTo>
                    <a:lnTo>
                      <a:pt x="211359" y="28761"/>
                    </a:lnTo>
                    <a:lnTo>
                      <a:pt x="8820" y="88244"/>
                    </a:lnTo>
                    <a:lnTo>
                      <a:pt x="0" y="591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" name="Контур"/>
              <p:cNvSpPr/>
              <p:nvPr/>
            </p:nvSpPr>
            <p:spPr>
              <a:xfrm>
                <a:off x="4412676" y="2495732"/>
                <a:ext cx="185597" cy="145210"/>
              </a:xfrm>
              <a:custGeom>
                <a:avLst/>
                <a:gdLst/>
                <a:ahLst/>
                <a:cxnLst/>
                <a:rect l="l" t="t" r="r" b="b"/>
                <a:pathLst>
                  <a:path w="185597" h="145210">
                    <a:moveTo>
                      <a:pt x="0" y="59693"/>
                    </a:moveTo>
                    <a:lnTo>
                      <a:pt x="149924" y="0"/>
                    </a:lnTo>
                    <a:lnTo>
                      <a:pt x="178277" y="71218"/>
                    </a:lnTo>
                    <a:lnTo>
                      <a:pt x="185597" y="89602"/>
                    </a:lnTo>
                    <a:lnTo>
                      <a:pt x="45936" y="145210"/>
                    </a:lnTo>
                    <a:lnTo>
                      <a:pt x="42000" y="135327"/>
                    </a:lnTo>
                    <a:lnTo>
                      <a:pt x="31743" y="139412"/>
                    </a:lnTo>
                    <a:lnTo>
                      <a:pt x="0" y="596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" name="Контур"/>
              <p:cNvSpPr/>
              <p:nvPr/>
            </p:nvSpPr>
            <p:spPr>
              <a:xfrm>
                <a:off x="4157345" y="2375042"/>
                <a:ext cx="339761" cy="274487"/>
              </a:xfrm>
              <a:custGeom>
                <a:avLst/>
                <a:gdLst/>
                <a:ahLst/>
                <a:cxnLst/>
                <a:rect l="l" t="t" r="r" b="b"/>
                <a:pathLst>
                  <a:path w="339761" h="274487">
                    <a:moveTo>
                      <a:pt x="38607" y="271127"/>
                    </a:moveTo>
                    <a:lnTo>
                      <a:pt x="30427" y="262247"/>
                    </a:lnTo>
                    <a:lnTo>
                      <a:pt x="0" y="229209"/>
                    </a:lnTo>
                    <a:lnTo>
                      <a:pt x="249235" y="338"/>
                    </a:lnTo>
                    <a:lnTo>
                      <a:pt x="339761" y="0"/>
                    </a:lnTo>
                    <a:lnTo>
                      <a:pt x="41698" y="274487"/>
                    </a:lnTo>
                    <a:lnTo>
                      <a:pt x="38607" y="2711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6" name="Контур"/>
              <p:cNvSpPr/>
              <p:nvPr/>
            </p:nvSpPr>
            <p:spPr>
              <a:xfrm>
                <a:off x="4372985" y="2555425"/>
                <a:ext cx="71434" cy="95525"/>
              </a:xfrm>
              <a:custGeom>
                <a:avLst/>
                <a:gdLst/>
                <a:ahLst/>
                <a:cxnLst/>
                <a:rect l="l" t="t" r="r" b="b"/>
                <a:pathLst>
                  <a:path w="71434" h="95525">
                    <a:moveTo>
                      <a:pt x="71434" y="79719"/>
                    </a:moveTo>
                    <a:lnTo>
                      <a:pt x="31743" y="95525"/>
                    </a:lnTo>
                    <a:lnTo>
                      <a:pt x="0" y="15807"/>
                    </a:lnTo>
                    <a:lnTo>
                      <a:pt x="39691" y="0"/>
                    </a:lnTo>
                    <a:lnTo>
                      <a:pt x="71434" y="797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" name="Контур"/>
              <p:cNvSpPr/>
              <p:nvPr/>
            </p:nvSpPr>
            <p:spPr>
              <a:xfrm>
                <a:off x="4562600" y="2455297"/>
                <a:ext cx="124728" cy="111653"/>
              </a:xfrm>
              <a:custGeom>
                <a:avLst/>
                <a:gdLst/>
                <a:ahLst/>
                <a:cxnLst/>
                <a:rect l="l" t="t" r="r" b="b"/>
                <a:pathLst>
                  <a:path w="124728" h="111653">
                    <a:moveTo>
                      <a:pt x="0" y="40435"/>
                    </a:moveTo>
                    <a:lnTo>
                      <a:pt x="8654" y="36663"/>
                    </a:lnTo>
                    <a:lnTo>
                      <a:pt x="29937" y="27389"/>
                    </a:lnTo>
                    <a:lnTo>
                      <a:pt x="92798" y="0"/>
                    </a:lnTo>
                    <a:lnTo>
                      <a:pt x="124728" y="73282"/>
                    </a:lnTo>
                    <a:lnTo>
                      <a:pt x="28353" y="111653"/>
                    </a:lnTo>
                    <a:lnTo>
                      <a:pt x="0" y="404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" name="Контур"/>
              <p:cNvSpPr/>
              <p:nvPr/>
            </p:nvSpPr>
            <p:spPr>
              <a:xfrm>
                <a:off x="4563742" y="2465444"/>
                <a:ext cx="28795" cy="26516"/>
              </a:xfrm>
              <a:custGeom>
                <a:avLst/>
                <a:gdLst/>
                <a:ahLst/>
                <a:cxnLst/>
                <a:rect l="l" t="t" r="r" b="b"/>
                <a:pathLst>
                  <a:path w="28795" h="26516">
                    <a:moveTo>
                      <a:pt x="28795" y="17242"/>
                    </a:moveTo>
                    <a:lnTo>
                      <a:pt x="7512" y="26516"/>
                    </a:lnTo>
                    <a:lnTo>
                      <a:pt x="0" y="9274"/>
                    </a:lnTo>
                    <a:lnTo>
                      <a:pt x="21283" y="0"/>
                    </a:lnTo>
                    <a:lnTo>
                      <a:pt x="28795" y="172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9" name="Контур"/>
              <p:cNvSpPr/>
              <p:nvPr/>
            </p:nvSpPr>
            <p:spPr>
              <a:xfrm>
                <a:off x="4454256" y="2711599"/>
                <a:ext cx="208454" cy="196070"/>
              </a:xfrm>
              <a:custGeom>
                <a:avLst/>
                <a:gdLst/>
                <a:ahLst/>
                <a:cxnLst/>
                <a:rect l="l" t="t" r="r" b="b"/>
                <a:pathLst>
                  <a:path w="208454" h="196070">
                    <a:moveTo>
                      <a:pt x="208454" y="41479"/>
                    </a:moveTo>
                    <a:lnTo>
                      <a:pt x="37396" y="196070"/>
                    </a:lnTo>
                    <a:lnTo>
                      <a:pt x="0" y="154591"/>
                    </a:lnTo>
                    <a:lnTo>
                      <a:pt x="169562" y="0"/>
                    </a:lnTo>
                    <a:lnTo>
                      <a:pt x="208454" y="414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" name="Контур"/>
              <p:cNvSpPr/>
              <p:nvPr/>
            </p:nvSpPr>
            <p:spPr>
              <a:xfrm>
                <a:off x="4221704" y="2794841"/>
                <a:ext cx="91659" cy="107419"/>
              </a:xfrm>
              <a:custGeom>
                <a:avLst/>
                <a:gdLst/>
                <a:ahLst/>
                <a:cxnLst/>
                <a:rect l="l" t="t" r="r" b="b"/>
                <a:pathLst>
                  <a:path w="91659" h="107419">
                    <a:moveTo>
                      <a:pt x="59318" y="107419"/>
                    </a:moveTo>
                    <a:lnTo>
                      <a:pt x="0" y="40800"/>
                    </a:lnTo>
                    <a:lnTo>
                      <a:pt x="45820" y="0"/>
                    </a:lnTo>
                    <a:lnTo>
                      <a:pt x="66624" y="23364"/>
                    </a:lnTo>
                    <a:lnTo>
                      <a:pt x="53144" y="35367"/>
                    </a:lnTo>
                    <a:lnTo>
                      <a:pt x="91659" y="78622"/>
                    </a:lnTo>
                    <a:lnTo>
                      <a:pt x="59318" y="1074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" name="Контур"/>
              <p:cNvSpPr/>
              <p:nvPr/>
            </p:nvSpPr>
            <p:spPr>
              <a:xfrm>
                <a:off x="4207749" y="2790818"/>
                <a:ext cx="41579" cy="40725"/>
              </a:xfrm>
              <a:custGeom>
                <a:avLst/>
                <a:gdLst/>
                <a:ahLst/>
                <a:cxnLst/>
                <a:rect l="l" t="t" r="r" b="b"/>
                <a:pathLst>
                  <a:path w="41579" h="40725">
                    <a:moveTo>
                      <a:pt x="0" y="25274"/>
                    </a:moveTo>
                    <a:lnTo>
                      <a:pt x="27246" y="0"/>
                    </a:lnTo>
                    <a:lnTo>
                      <a:pt x="41579" y="15451"/>
                    </a:lnTo>
                    <a:lnTo>
                      <a:pt x="14332" y="40725"/>
                    </a:lnTo>
                    <a:lnTo>
                      <a:pt x="0" y="252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" name="Контур"/>
              <p:cNvSpPr/>
              <p:nvPr/>
            </p:nvSpPr>
            <p:spPr>
              <a:xfrm>
                <a:off x="4296999" y="2830093"/>
                <a:ext cx="316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1605" h="32170">
                    <a:moveTo>
                      <a:pt x="11473" y="0"/>
                    </a:moveTo>
                    <a:lnTo>
                      <a:pt x="31605" y="21352"/>
                    </a:lnTo>
                    <a:lnTo>
                      <a:pt x="20132" y="32170"/>
                    </a:lnTo>
                    <a:lnTo>
                      <a:pt x="0" y="10818"/>
                    </a:lnTo>
                    <a:lnTo>
                      <a:pt x="114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" name="Контур"/>
              <p:cNvSpPr/>
              <p:nvPr/>
            </p:nvSpPr>
            <p:spPr>
              <a:xfrm>
                <a:off x="4384039" y="2797929"/>
                <a:ext cx="30944" cy="26229"/>
              </a:xfrm>
              <a:custGeom>
                <a:avLst/>
                <a:gdLst/>
                <a:ahLst/>
                <a:cxnLst/>
                <a:rect l="l" t="t" r="r" b="b"/>
                <a:pathLst>
                  <a:path w="30944" h="26229">
                    <a:moveTo>
                      <a:pt x="24777" y="0"/>
                    </a:moveTo>
                    <a:lnTo>
                      <a:pt x="30944" y="7392"/>
                    </a:lnTo>
                    <a:lnTo>
                      <a:pt x="8364" y="26229"/>
                    </a:lnTo>
                    <a:lnTo>
                      <a:pt x="0" y="16203"/>
                    </a:lnTo>
                    <a:lnTo>
                      <a:pt x="8835" y="8833"/>
                    </a:lnTo>
                    <a:lnTo>
                      <a:pt x="11032" y="11467"/>
                    </a:lnTo>
                    <a:lnTo>
                      <a:pt x="2477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" name="Контур"/>
              <p:cNvSpPr/>
              <p:nvPr/>
            </p:nvSpPr>
            <p:spPr>
              <a:xfrm>
                <a:off x="4381993" y="2773163"/>
                <a:ext cx="37721" cy="36233"/>
              </a:xfrm>
              <a:custGeom>
                <a:avLst/>
                <a:gdLst/>
                <a:ahLst/>
                <a:cxnLst/>
                <a:rect l="l" t="t" r="r" b="b"/>
                <a:pathLst>
                  <a:path w="37721" h="36233">
                    <a:moveTo>
                      <a:pt x="0" y="20558"/>
                    </a:moveTo>
                    <a:lnTo>
                      <a:pt x="24644" y="0"/>
                    </a:lnTo>
                    <a:lnTo>
                      <a:pt x="37721" y="15675"/>
                    </a:lnTo>
                    <a:lnTo>
                      <a:pt x="26823" y="24766"/>
                    </a:lnTo>
                    <a:lnTo>
                      <a:pt x="13078" y="36233"/>
                    </a:lnTo>
                    <a:lnTo>
                      <a:pt x="10881" y="33599"/>
                    </a:lnTo>
                    <a:lnTo>
                      <a:pt x="0" y="205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" name="Контур"/>
              <p:cNvSpPr/>
              <p:nvPr/>
            </p:nvSpPr>
            <p:spPr>
              <a:xfrm>
                <a:off x="4420065" y="2866190"/>
                <a:ext cx="71587" cy="71840"/>
              </a:xfrm>
              <a:custGeom>
                <a:avLst/>
                <a:gdLst/>
                <a:ahLst/>
                <a:cxnLst/>
                <a:rect l="l" t="t" r="r" b="b"/>
                <a:pathLst>
                  <a:path w="71587" h="71840">
                    <a:moveTo>
                      <a:pt x="71587" y="41479"/>
                    </a:moveTo>
                    <a:lnTo>
                      <a:pt x="38037" y="71840"/>
                    </a:lnTo>
                    <a:lnTo>
                      <a:pt x="0" y="30147"/>
                    </a:lnTo>
                    <a:lnTo>
                      <a:pt x="34191" y="0"/>
                    </a:lnTo>
                    <a:lnTo>
                      <a:pt x="71587" y="414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" name="Контур"/>
              <p:cNvSpPr/>
              <p:nvPr/>
            </p:nvSpPr>
            <p:spPr>
              <a:xfrm>
                <a:off x="4221752" y="3001350"/>
                <a:ext cx="154737" cy="148771"/>
              </a:xfrm>
              <a:custGeom>
                <a:avLst/>
                <a:gdLst/>
                <a:ahLst/>
                <a:cxnLst/>
                <a:rect l="l" t="t" r="r" b="b"/>
                <a:pathLst>
                  <a:path w="154737" h="148771">
                    <a:moveTo>
                      <a:pt x="110904" y="0"/>
                    </a:moveTo>
                    <a:lnTo>
                      <a:pt x="154737" y="48466"/>
                    </a:lnTo>
                    <a:lnTo>
                      <a:pt x="143797" y="58574"/>
                    </a:lnTo>
                    <a:lnTo>
                      <a:pt x="128752" y="72202"/>
                    </a:lnTo>
                    <a:lnTo>
                      <a:pt x="43833" y="148771"/>
                    </a:lnTo>
                    <a:lnTo>
                      <a:pt x="0" y="100306"/>
                    </a:lnTo>
                    <a:lnTo>
                      <a:pt x="1109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" name="Контур"/>
              <p:cNvSpPr/>
              <p:nvPr/>
            </p:nvSpPr>
            <p:spPr>
              <a:xfrm>
                <a:off x="4429793" y="2997086"/>
                <a:ext cx="41453" cy="41448"/>
              </a:xfrm>
              <a:custGeom>
                <a:avLst/>
                <a:gdLst/>
                <a:ahLst/>
                <a:cxnLst/>
                <a:rect l="l" t="t" r="r" b="b"/>
                <a:pathLst>
                  <a:path w="41453" h="41448">
                    <a:moveTo>
                      <a:pt x="0" y="20117"/>
                    </a:moveTo>
                    <a:lnTo>
                      <a:pt x="20112" y="0"/>
                    </a:lnTo>
                    <a:lnTo>
                      <a:pt x="41453" y="21336"/>
                    </a:lnTo>
                    <a:lnTo>
                      <a:pt x="21331" y="41448"/>
                    </a:lnTo>
                    <a:lnTo>
                      <a:pt x="0" y="201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" name="Контур"/>
              <p:cNvSpPr/>
              <p:nvPr/>
            </p:nvSpPr>
            <p:spPr>
              <a:xfrm>
                <a:off x="4350504" y="3059924"/>
                <a:ext cx="148461" cy="88582"/>
              </a:xfrm>
              <a:custGeom>
                <a:avLst/>
                <a:gdLst/>
                <a:ahLst/>
                <a:cxnLst/>
                <a:rect l="l" t="t" r="r" b="b"/>
                <a:pathLst>
                  <a:path w="148461" h="88582">
                    <a:moveTo>
                      <a:pt x="0" y="13628"/>
                    </a:moveTo>
                    <a:lnTo>
                      <a:pt x="15045" y="0"/>
                    </a:lnTo>
                    <a:lnTo>
                      <a:pt x="45418" y="32366"/>
                    </a:lnTo>
                    <a:lnTo>
                      <a:pt x="148461" y="74954"/>
                    </a:lnTo>
                    <a:lnTo>
                      <a:pt x="134835" y="88582"/>
                    </a:lnTo>
                    <a:lnTo>
                      <a:pt x="36902" y="47982"/>
                    </a:lnTo>
                    <a:lnTo>
                      <a:pt x="0" y="136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" name="Контур"/>
              <p:cNvSpPr/>
              <p:nvPr/>
            </p:nvSpPr>
            <p:spPr>
              <a:xfrm>
                <a:off x="4349825" y="2915896"/>
                <a:ext cx="84840" cy="84883"/>
              </a:xfrm>
              <a:custGeom>
                <a:avLst/>
                <a:gdLst/>
                <a:ahLst/>
                <a:cxnLst/>
                <a:rect l="l" t="t" r="r" b="b"/>
                <a:pathLst>
                  <a:path w="84840" h="84883">
                    <a:moveTo>
                      <a:pt x="42245" y="84883"/>
                    </a:moveTo>
                    <a:lnTo>
                      <a:pt x="0" y="41102"/>
                    </a:lnTo>
                    <a:lnTo>
                      <a:pt x="42600" y="0"/>
                    </a:lnTo>
                    <a:lnTo>
                      <a:pt x="84840" y="43776"/>
                    </a:lnTo>
                    <a:lnTo>
                      <a:pt x="42245" y="848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" name="Контур"/>
              <p:cNvSpPr/>
              <p:nvPr/>
            </p:nvSpPr>
            <p:spPr>
              <a:xfrm>
                <a:off x="3935062" y="2882104"/>
                <a:ext cx="98918" cy="55545"/>
              </a:xfrm>
              <a:custGeom>
                <a:avLst/>
                <a:gdLst/>
                <a:ahLst/>
                <a:cxnLst/>
                <a:rect l="l" t="t" r="r" b="b"/>
                <a:pathLst>
                  <a:path w="98918" h="55545">
                    <a:moveTo>
                      <a:pt x="98918" y="33561"/>
                    </a:moveTo>
                    <a:lnTo>
                      <a:pt x="6048" y="55545"/>
                    </a:lnTo>
                    <a:lnTo>
                      <a:pt x="0" y="22056"/>
                    </a:lnTo>
                    <a:lnTo>
                      <a:pt x="4915" y="20856"/>
                    </a:lnTo>
                    <a:lnTo>
                      <a:pt x="22013" y="16684"/>
                    </a:lnTo>
                    <a:lnTo>
                      <a:pt x="90259" y="0"/>
                    </a:lnTo>
                    <a:lnTo>
                      <a:pt x="98918" y="335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" name="Контур"/>
              <p:cNvSpPr/>
              <p:nvPr/>
            </p:nvSpPr>
            <p:spPr>
              <a:xfrm>
                <a:off x="3826415" y="2967605"/>
                <a:ext cx="43869" cy="43478"/>
              </a:xfrm>
              <a:custGeom>
                <a:avLst/>
                <a:gdLst/>
                <a:ahLst/>
                <a:cxnLst/>
                <a:rect l="l" t="t" r="r" b="b"/>
                <a:pathLst>
                  <a:path w="43869" h="43478">
                    <a:moveTo>
                      <a:pt x="0" y="22192"/>
                    </a:moveTo>
                    <a:lnTo>
                      <a:pt x="24425" y="0"/>
                    </a:lnTo>
                    <a:lnTo>
                      <a:pt x="43869" y="21400"/>
                    </a:lnTo>
                    <a:lnTo>
                      <a:pt x="19569" y="43478"/>
                    </a:lnTo>
                    <a:lnTo>
                      <a:pt x="0" y="221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" name="Контур"/>
              <p:cNvSpPr/>
              <p:nvPr/>
            </p:nvSpPr>
            <p:spPr>
              <a:xfrm>
                <a:off x="3912267" y="2951227"/>
                <a:ext cx="28785" cy="29309"/>
              </a:xfrm>
              <a:custGeom>
                <a:avLst/>
                <a:gdLst/>
                <a:ahLst/>
                <a:cxnLst/>
                <a:rect l="l" t="t" r="r" b="b"/>
                <a:pathLst>
                  <a:path w="28785" h="29309">
                    <a:moveTo>
                      <a:pt x="0" y="8947"/>
                    </a:moveTo>
                    <a:lnTo>
                      <a:pt x="9403" y="0"/>
                    </a:lnTo>
                    <a:lnTo>
                      <a:pt x="28785" y="20352"/>
                    </a:lnTo>
                    <a:lnTo>
                      <a:pt x="19377" y="29309"/>
                    </a:lnTo>
                    <a:lnTo>
                      <a:pt x="0" y="8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" name="Контур"/>
              <p:cNvSpPr/>
              <p:nvPr/>
            </p:nvSpPr>
            <p:spPr>
              <a:xfrm>
                <a:off x="3847059" y="2577908"/>
                <a:ext cx="126787" cy="129216"/>
              </a:xfrm>
              <a:custGeom>
                <a:avLst/>
                <a:gdLst/>
                <a:ahLst/>
                <a:cxnLst/>
                <a:rect l="l" t="t" r="r" b="b"/>
                <a:pathLst>
                  <a:path w="126787" h="129216">
                    <a:moveTo>
                      <a:pt x="0" y="42605"/>
                    </a:moveTo>
                    <a:lnTo>
                      <a:pt x="43435" y="0"/>
                    </a:lnTo>
                    <a:lnTo>
                      <a:pt x="126787" y="84980"/>
                    </a:lnTo>
                    <a:lnTo>
                      <a:pt x="81691" y="129216"/>
                    </a:lnTo>
                    <a:lnTo>
                      <a:pt x="69624" y="116424"/>
                    </a:lnTo>
                    <a:lnTo>
                      <a:pt x="9120" y="52277"/>
                    </a:lnTo>
                    <a:lnTo>
                      <a:pt x="0" y="426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" name="Контур"/>
              <p:cNvSpPr/>
              <p:nvPr/>
            </p:nvSpPr>
            <p:spPr>
              <a:xfrm>
                <a:off x="3570712" y="2378285"/>
                <a:ext cx="52279" cy="26242"/>
              </a:xfrm>
              <a:custGeom>
                <a:avLst/>
                <a:gdLst/>
                <a:ahLst/>
                <a:cxnLst/>
                <a:rect l="l" t="t" r="r" b="b"/>
                <a:pathLst>
                  <a:path w="52279" h="26242">
                    <a:moveTo>
                      <a:pt x="0" y="193"/>
                    </a:moveTo>
                    <a:lnTo>
                      <a:pt x="52265" y="0"/>
                    </a:lnTo>
                    <a:lnTo>
                      <a:pt x="52279" y="15"/>
                    </a:lnTo>
                    <a:lnTo>
                      <a:pt x="25810" y="26242"/>
                    </a:lnTo>
                    <a:lnTo>
                      <a:pt x="0" y="1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" name="Контур"/>
              <p:cNvSpPr/>
              <p:nvPr/>
            </p:nvSpPr>
            <p:spPr>
              <a:xfrm>
                <a:off x="3746078" y="2439262"/>
                <a:ext cx="43014" cy="42328"/>
              </a:xfrm>
              <a:custGeom>
                <a:avLst/>
                <a:gdLst/>
                <a:ahLst/>
                <a:cxnLst/>
                <a:rect l="l" t="t" r="r" b="b"/>
                <a:pathLst>
                  <a:path w="43014" h="42328">
                    <a:moveTo>
                      <a:pt x="15877" y="42328"/>
                    </a:moveTo>
                    <a:lnTo>
                      <a:pt x="0" y="25291"/>
                    </a:lnTo>
                    <a:lnTo>
                      <a:pt x="27137" y="0"/>
                    </a:lnTo>
                    <a:lnTo>
                      <a:pt x="43014" y="17037"/>
                    </a:lnTo>
                    <a:lnTo>
                      <a:pt x="15877" y="423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" name="Контур"/>
              <p:cNvSpPr/>
              <p:nvPr/>
            </p:nvSpPr>
            <p:spPr>
              <a:xfrm>
                <a:off x="3930080" y="2376706"/>
                <a:ext cx="254798" cy="215060"/>
              </a:xfrm>
              <a:custGeom>
                <a:avLst/>
                <a:gdLst/>
                <a:ahLst/>
                <a:cxnLst/>
                <a:rect l="l" t="t" r="r" b="b"/>
                <a:pathLst>
                  <a:path w="254798" h="215060">
                    <a:moveTo>
                      <a:pt x="0" y="29295"/>
                    </a:moveTo>
                    <a:lnTo>
                      <a:pt x="30305" y="332"/>
                    </a:lnTo>
                    <a:lnTo>
                      <a:pt x="119830" y="0"/>
                    </a:lnTo>
                    <a:lnTo>
                      <a:pt x="254798" y="141222"/>
                    </a:lnTo>
                    <a:lnTo>
                      <a:pt x="177538" y="215060"/>
                    </a:lnTo>
                    <a:lnTo>
                      <a:pt x="0" y="292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" name="Контур"/>
              <p:cNvSpPr/>
              <p:nvPr/>
            </p:nvSpPr>
            <p:spPr>
              <a:xfrm>
                <a:off x="3853001" y="2987833"/>
                <a:ext cx="176227" cy="184853"/>
              </a:xfrm>
              <a:custGeom>
                <a:avLst/>
                <a:gdLst/>
                <a:ahLst/>
                <a:cxnLst/>
                <a:rect l="l" t="t" r="r" b="b"/>
                <a:pathLst>
                  <a:path w="176227" h="184853">
                    <a:moveTo>
                      <a:pt x="136834" y="184853"/>
                    </a:moveTo>
                    <a:lnTo>
                      <a:pt x="2880" y="39408"/>
                    </a:lnTo>
                    <a:lnTo>
                      <a:pt x="0" y="36283"/>
                    </a:lnTo>
                    <a:lnTo>
                      <a:pt x="39394" y="0"/>
                    </a:lnTo>
                    <a:lnTo>
                      <a:pt x="176227" y="148575"/>
                    </a:lnTo>
                    <a:lnTo>
                      <a:pt x="136834" y="1848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" name="Контур"/>
              <p:cNvSpPr/>
              <p:nvPr/>
            </p:nvSpPr>
            <p:spPr>
              <a:xfrm>
                <a:off x="3378195" y="3105353"/>
                <a:ext cx="52480" cy="53427"/>
              </a:xfrm>
              <a:custGeom>
                <a:avLst/>
                <a:gdLst/>
                <a:ahLst/>
                <a:cxnLst/>
                <a:rect l="l" t="t" r="r" b="b"/>
                <a:pathLst>
                  <a:path w="52480" h="53427">
                    <a:moveTo>
                      <a:pt x="39349" y="53427"/>
                    </a:moveTo>
                    <a:lnTo>
                      <a:pt x="0" y="12681"/>
                    </a:lnTo>
                    <a:lnTo>
                      <a:pt x="13131" y="0"/>
                    </a:lnTo>
                    <a:lnTo>
                      <a:pt x="52480" y="40747"/>
                    </a:lnTo>
                    <a:lnTo>
                      <a:pt x="39349" y="534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" name="Контур"/>
              <p:cNvSpPr/>
              <p:nvPr/>
            </p:nvSpPr>
            <p:spPr>
              <a:xfrm>
                <a:off x="3477449" y="3090174"/>
                <a:ext cx="31642" cy="31406"/>
              </a:xfrm>
              <a:custGeom>
                <a:avLst/>
                <a:gdLst/>
                <a:ahLst/>
                <a:cxnLst/>
                <a:rect l="l" t="t" r="r" b="b"/>
                <a:pathLst>
                  <a:path w="31642" h="31406">
                    <a:moveTo>
                      <a:pt x="18187" y="0"/>
                    </a:moveTo>
                    <a:lnTo>
                      <a:pt x="31642" y="14309"/>
                    </a:lnTo>
                    <a:lnTo>
                      <a:pt x="13455" y="31406"/>
                    </a:lnTo>
                    <a:lnTo>
                      <a:pt x="0" y="17098"/>
                    </a:lnTo>
                    <a:lnTo>
                      <a:pt x="1818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" name="Контур"/>
              <p:cNvSpPr/>
              <p:nvPr/>
            </p:nvSpPr>
            <p:spPr>
              <a:xfrm>
                <a:off x="3417819" y="2630185"/>
                <a:ext cx="498864" cy="477087"/>
              </a:xfrm>
              <a:custGeom>
                <a:avLst/>
                <a:gdLst/>
                <a:ahLst/>
                <a:cxnLst/>
                <a:rect l="l" t="t" r="r" b="b"/>
                <a:pathLst>
                  <a:path w="498864" h="477087">
                    <a:moveTo>
                      <a:pt x="438360" y="0"/>
                    </a:moveTo>
                    <a:lnTo>
                      <a:pt x="498864" y="64147"/>
                    </a:lnTo>
                    <a:lnTo>
                      <a:pt x="95688" y="443189"/>
                    </a:lnTo>
                    <a:lnTo>
                      <a:pt x="90931" y="447658"/>
                    </a:lnTo>
                    <a:lnTo>
                      <a:pt x="77817" y="459989"/>
                    </a:lnTo>
                    <a:lnTo>
                      <a:pt x="59630" y="477087"/>
                    </a:lnTo>
                    <a:lnTo>
                      <a:pt x="0" y="413477"/>
                    </a:lnTo>
                    <a:lnTo>
                      <a:pt x="4383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" name="Контур"/>
              <p:cNvSpPr/>
              <p:nvPr/>
            </p:nvSpPr>
            <p:spPr>
              <a:xfrm>
                <a:off x="3495636" y="3073374"/>
                <a:ext cx="31325" cy="31109"/>
              </a:xfrm>
              <a:custGeom>
                <a:avLst/>
                <a:gdLst/>
                <a:ahLst/>
                <a:cxnLst/>
                <a:rect l="l" t="t" r="r" b="b"/>
                <a:pathLst>
                  <a:path w="31325" h="31109">
                    <a:moveTo>
                      <a:pt x="13114" y="4469"/>
                    </a:moveTo>
                    <a:lnTo>
                      <a:pt x="17871" y="0"/>
                    </a:lnTo>
                    <a:lnTo>
                      <a:pt x="31325" y="14314"/>
                    </a:lnTo>
                    <a:lnTo>
                      <a:pt x="13455" y="31109"/>
                    </a:lnTo>
                    <a:lnTo>
                      <a:pt x="0" y="16800"/>
                    </a:lnTo>
                    <a:lnTo>
                      <a:pt x="13114" y="44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" name="Контур"/>
              <p:cNvSpPr/>
              <p:nvPr/>
            </p:nvSpPr>
            <p:spPr>
              <a:xfrm>
                <a:off x="3330075" y="2547784"/>
                <a:ext cx="560419" cy="495878"/>
              </a:xfrm>
              <a:custGeom>
                <a:avLst/>
                <a:gdLst/>
                <a:ahLst/>
                <a:cxnLst/>
                <a:rect l="l" t="t" r="r" b="b"/>
                <a:pathLst>
                  <a:path w="560419" h="495878">
                    <a:moveTo>
                      <a:pt x="516984" y="72729"/>
                    </a:moveTo>
                    <a:lnTo>
                      <a:pt x="526104" y="82401"/>
                    </a:lnTo>
                    <a:lnTo>
                      <a:pt x="87744" y="495878"/>
                    </a:lnTo>
                    <a:lnTo>
                      <a:pt x="0" y="402854"/>
                    </a:lnTo>
                    <a:lnTo>
                      <a:pt x="427195" y="0"/>
                    </a:lnTo>
                    <a:lnTo>
                      <a:pt x="486677" y="60643"/>
                    </a:lnTo>
                    <a:lnTo>
                      <a:pt x="539520" y="8817"/>
                    </a:lnTo>
                    <a:lnTo>
                      <a:pt x="560419" y="30124"/>
                    </a:lnTo>
                    <a:lnTo>
                      <a:pt x="516984" y="727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" name="Контур"/>
              <p:cNvSpPr/>
              <p:nvPr/>
            </p:nvSpPr>
            <p:spPr>
              <a:xfrm>
                <a:off x="3523366" y="3151312"/>
                <a:ext cx="187666" cy="191894"/>
              </a:xfrm>
              <a:custGeom>
                <a:avLst/>
                <a:gdLst/>
                <a:ahLst/>
                <a:cxnLst/>
                <a:rect l="l" t="t" r="r" b="b"/>
                <a:pathLst>
                  <a:path w="187666" h="191894">
                    <a:moveTo>
                      <a:pt x="0" y="63600"/>
                    </a:moveTo>
                    <a:lnTo>
                      <a:pt x="68434" y="0"/>
                    </a:lnTo>
                    <a:lnTo>
                      <a:pt x="187666" y="128294"/>
                    </a:lnTo>
                    <a:lnTo>
                      <a:pt x="179266" y="136099"/>
                    </a:lnTo>
                    <a:lnTo>
                      <a:pt x="119232" y="191894"/>
                    </a:lnTo>
                    <a:lnTo>
                      <a:pt x="0" y="63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" name="Контур"/>
              <p:cNvSpPr/>
              <p:nvPr/>
            </p:nvSpPr>
            <p:spPr>
              <a:xfrm>
                <a:off x="3755001" y="3188938"/>
                <a:ext cx="109303" cy="109111"/>
              </a:xfrm>
              <a:custGeom>
                <a:avLst/>
                <a:gdLst/>
                <a:ahLst/>
                <a:cxnLst/>
                <a:rect l="l" t="t" r="r" b="b"/>
                <a:pathLst>
                  <a:path w="109303" h="109111">
                    <a:moveTo>
                      <a:pt x="0" y="55606"/>
                    </a:moveTo>
                    <a:lnTo>
                      <a:pt x="58060" y="0"/>
                    </a:lnTo>
                    <a:lnTo>
                      <a:pt x="109303" y="53505"/>
                    </a:lnTo>
                    <a:lnTo>
                      <a:pt x="51243" y="109111"/>
                    </a:lnTo>
                    <a:lnTo>
                      <a:pt x="17978" y="74468"/>
                    </a:lnTo>
                    <a:lnTo>
                      <a:pt x="0" y="556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" name="Контур"/>
              <p:cNvSpPr/>
              <p:nvPr/>
            </p:nvSpPr>
            <p:spPr>
              <a:xfrm>
                <a:off x="3639785" y="3086118"/>
                <a:ext cx="132031" cy="139454"/>
              </a:xfrm>
              <a:custGeom>
                <a:avLst/>
                <a:gdLst/>
                <a:ahLst/>
                <a:cxnLst/>
                <a:rect l="l" t="t" r="r" b="b"/>
                <a:pathLst>
                  <a:path w="132031" h="139454">
                    <a:moveTo>
                      <a:pt x="0" y="13330"/>
                    </a:moveTo>
                    <a:lnTo>
                      <a:pt x="14285" y="0"/>
                    </a:lnTo>
                    <a:lnTo>
                      <a:pt x="36067" y="23338"/>
                    </a:lnTo>
                    <a:lnTo>
                      <a:pt x="132031" y="126137"/>
                    </a:lnTo>
                    <a:lnTo>
                      <a:pt x="117768" y="139454"/>
                    </a:lnTo>
                    <a:lnTo>
                      <a:pt x="0" y="133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" name="Контур"/>
              <p:cNvSpPr/>
              <p:nvPr/>
            </p:nvSpPr>
            <p:spPr>
              <a:xfrm>
                <a:off x="3702632" y="3240850"/>
                <a:ext cx="70347" cy="69117"/>
              </a:xfrm>
              <a:custGeom>
                <a:avLst/>
                <a:gdLst/>
                <a:ahLst/>
                <a:cxnLst/>
                <a:rect l="l" t="t" r="r" b="b"/>
                <a:pathLst>
                  <a:path w="70347" h="69117">
                    <a:moveTo>
                      <a:pt x="70347" y="22556"/>
                    </a:moveTo>
                    <a:lnTo>
                      <a:pt x="50934" y="41062"/>
                    </a:lnTo>
                    <a:lnTo>
                      <a:pt x="21501" y="69117"/>
                    </a:lnTo>
                    <a:lnTo>
                      <a:pt x="0" y="46561"/>
                    </a:lnTo>
                    <a:lnTo>
                      <a:pt x="8400" y="38756"/>
                    </a:lnTo>
                    <a:lnTo>
                      <a:pt x="48846" y="0"/>
                    </a:lnTo>
                    <a:lnTo>
                      <a:pt x="52369" y="3694"/>
                    </a:lnTo>
                    <a:lnTo>
                      <a:pt x="70347" y="225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" name="Контур"/>
              <p:cNvSpPr/>
              <p:nvPr/>
            </p:nvSpPr>
            <p:spPr>
              <a:xfrm>
                <a:off x="3785518" y="2994167"/>
                <a:ext cx="207197" cy="227042"/>
              </a:xfrm>
              <a:custGeom>
                <a:avLst/>
                <a:gdLst/>
                <a:ahLst/>
                <a:cxnLst/>
                <a:rect l="l" t="t" r="r" b="b"/>
                <a:pathLst>
                  <a:path w="207197" h="227042">
                    <a:moveTo>
                      <a:pt x="0" y="52362"/>
                    </a:moveTo>
                    <a:lnTo>
                      <a:pt x="24369" y="31124"/>
                    </a:lnTo>
                    <a:lnTo>
                      <a:pt x="13476" y="19102"/>
                    </a:lnTo>
                    <a:lnTo>
                      <a:pt x="34363" y="0"/>
                    </a:lnTo>
                    <a:lnTo>
                      <a:pt x="45930" y="12023"/>
                    </a:lnTo>
                    <a:lnTo>
                      <a:pt x="48738" y="9551"/>
                    </a:lnTo>
                    <a:lnTo>
                      <a:pt x="67483" y="29949"/>
                    </a:lnTo>
                    <a:lnTo>
                      <a:pt x="70363" y="33074"/>
                    </a:lnTo>
                    <a:lnTo>
                      <a:pt x="204317" y="178519"/>
                    </a:lnTo>
                    <a:lnTo>
                      <a:pt x="207197" y="181649"/>
                    </a:lnTo>
                    <a:lnTo>
                      <a:pt x="157910" y="227042"/>
                    </a:lnTo>
                    <a:lnTo>
                      <a:pt x="0" y="523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" name="Контур"/>
              <p:cNvSpPr/>
              <p:nvPr/>
            </p:nvSpPr>
            <p:spPr>
              <a:xfrm>
                <a:off x="3675852" y="3086135"/>
                <a:ext cx="120946" cy="126120"/>
              </a:xfrm>
              <a:custGeom>
                <a:avLst/>
                <a:gdLst/>
                <a:ahLst/>
                <a:cxnLst/>
                <a:rect l="l" t="t" r="r" b="b"/>
                <a:pathLst>
                  <a:path w="120946" h="126120">
                    <a:moveTo>
                      <a:pt x="120946" y="102799"/>
                    </a:moveTo>
                    <a:lnTo>
                      <a:pt x="95964" y="126120"/>
                    </a:lnTo>
                    <a:lnTo>
                      <a:pt x="0" y="23321"/>
                    </a:lnTo>
                    <a:lnTo>
                      <a:pt x="24982" y="0"/>
                    </a:lnTo>
                    <a:lnTo>
                      <a:pt x="120946" y="1027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" name="Контур"/>
              <p:cNvSpPr/>
              <p:nvPr/>
            </p:nvSpPr>
            <p:spPr>
              <a:xfrm>
                <a:off x="5464409" y="2989412"/>
                <a:ext cx="73983" cy="75884"/>
              </a:xfrm>
              <a:custGeom>
                <a:avLst/>
                <a:gdLst/>
                <a:ahLst/>
                <a:cxnLst/>
                <a:rect l="l" t="t" r="r" b="b"/>
                <a:pathLst>
                  <a:path w="73983" h="75884">
                    <a:moveTo>
                      <a:pt x="47059" y="0"/>
                    </a:moveTo>
                    <a:lnTo>
                      <a:pt x="73983" y="25296"/>
                    </a:lnTo>
                    <a:lnTo>
                      <a:pt x="26453" y="75884"/>
                    </a:lnTo>
                    <a:lnTo>
                      <a:pt x="25320" y="74880"/>
                    </a:lnTo>
                    <a:lnTo>
                      <a:pt x="0" y="51936"/>
                    </a:lnTo>
                    <a:lnTo>
                      <a:pt x="4705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" name="Контур"/>
              <p:cNvSpPr/>
              <p:nvPr/>
            </p:nvSpPr>
            <p:spPr>
              <a:xfrm>
                <a:off x="5678331" y="2969516"/>
                <a:ext cx="83803" cy="83674"/>
              </a:xfrm>
              <a:custGeom>
                <a:avLst/>
                <a:gdLst/>
                <a:ahLst/>
                <a:cxnLst/>
                <a:rect l="l" t="t" r="r" b="b"/>
                <a:pathLst>
                  <a:path w="83803" h="83674">
                    <a:moveTo>
                      <a:pt x="0" y="42514"/>
                    </a:moveTo>
                    <a:lnTo>
                      <a:pt x="39504" y="0"/>
                    </a:lnTo>
                    <a:lnTo>
                      <a:pt x="83803" y="41160"/>
                    </a:lnTo>
                    <a:lnTo>
                      <a:pt x="44299" y="83674"/>
                    </a:lnTo>
                    <a:lnTo>
                      <a:pt x="0" y="425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" name="Контур"/>
              <p:cNvSpPr/>
              <p:nvPr/>
            </p:nvSpPr>
            <p:spPr>
              <a:xfrm>
                <a:off x="5511468" y="2934496"/>
                <a:ext cx="75711" cy="80212"/>
              </a:xfrm>
              <a:custGeom>
                <a:avLst/>
                <a:gdLst/>
                <a:ahLst/>
                <a:cxnLst/>
                <a:rect l="l" t="t" r="r" b="b"/>
                <a:pathLst>
                  <a:path w="75711" h="80212">
                    <a:moveTo>
                      <a:pt x="49896" y="0"/>
                    </a:moveTo>
                    <a:lnTo>
                      <a:pt x="75711" y="24643"/>
                    </a:lnTo>
                    <a:lnTo>
                      <a:pt x="26924" y="80212"/>
                    </a:lnTo>
                    <a:lnTo>
                      <a:pt x="0" y="54916"/>
                    </a:lnTo>
                    <a:lnTo>
                      <a:pt x="4989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" name="Контур"/>
              <p:cNvSpPr/>
              <p:nvPr/>
            </p:nvSpPr>
            <p:spPr>
              <a:xfrm>
                <a:off x="5739526" y="2899364"/>
                <a:ext cx="108163" cy="95900"/>
              </a:xfrm>
              <a:custGeom>
                <a:avLst/>
                <a:gdLst/>
                <a:ahLst/>
                <a:cxnLst/>
                <a:rect l="l" t="t" r="r" b="b"/>
                <a:pathLst>
                  <a:path w="108163" h="95900">
                    <a:moveTo>
                      <a:pt x="108163" y="65986"/>
                    </a:moveTo>
                    <a:lnTo>
                      <a:pt x="89126" y="85791"/>
                    </a:lnTo>
                    <a:lnTo>
                      <a:pt x="75907" y="73085"/>
                    </a:lnTo>
                    <a:lnTo>
                      <a:pt x="53981" y="95900"/>
                    </a:lnTo>
                    <a:lnTo>
                      <a:pt x="0" y="44636"/>
                    </a:lnTo>
                    <a:lnTo>
                      <a:pt x="39509" y="0"/>
                    </a:lnTo>
                    <a:lnTo>
                      <a:pt x="108163" y="659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" name="Контур"/>
              <p:cNvSpPr/>
              <p:nvPr/>
            </p:nvSpPr>
            <p:spPr>
              <a:xfrm>
                <a:off x="5561364" y="2616635"/>
                <a:ext cx="315994" cy="342504"/>
              </a:xfrm>
              <a:custGeom>
                <a:avLst/>
                <a:gdLst/>
                <a:ahLst/>
                <a:cxnLst/>
                <a:rect l="l" t="t" r="r" b="b"/>
                <a:pathLst>
                  <a:path w="315994" h="342504">
                    <a:moveTo>
                      <a:pt x="25815" y="342504"/>
                    </a:moveTo>
                    <a:lnTo>
                      <a:pt x="0" y="317861"/>
                    </a:lnTo>
                    <a:lnTo>
                      <a:pt x="289988" y="0"/>
                    </a:lnTo>
                    <a:lnTo>
                      <a:pt x="315994" y="23669"/>
                    </a:lnTo>
                    <a:lnTo>
                      <a:pt x="25815" y="3425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4" name="Контур"/>
              <p:cNvSpPr/>
              <p:nvPr/>
            </p:nvSpPr>
            <p:spPr>
              <a:xfrm>
                <a:off x="5803400" y="2834099"/>
                <a:ext cx="117964" cy="105235"/>
              </a:xfrm>
              <a:custGeom>
                <a:avLst/>
                <a:gdLst/>
                <a:ahLst/>
                <a:cxnLst/>
                <a:rect l="l" t="t" r="r" b="b"/>
                <a:pathLst>
                  <a:path w="117964" h="105235">
                    <a:moveTo>
                      <a:pt x="117964" y="75667"/>
                    </a:moveTo>
                    <a:lnTo>
                      <a:pt x="98606" y="94857"/>
                    </a:lnTo>
                    <a:lnTo>
                      <a:pt x="86563" y="83861"/>
                    </a:lnTo>
                    <a:lnTo>
                      <a:pt x="65697" y="105235"/>
                    </a:lnTo>
                    <a:lnTo>
                      <a:pt x="0" y="41102"/>
                    </a:lnTo>
                    <a:lnTo>
                      <a:pt x="39782" y="0"/>
                    </a:lnTo>
                    <a:lnTo>
                      <a:pt x="117964" y="756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5" name="Контур"/>
              <p:cNvSpPr/>
              <p:nvPr/>
            </p:nvSpPr>
            <p:spPr>
              <a:xfrm>
                <a:off x="5867792" y="2768785"/>
                <a:ext cx="120864" cy="117687"/>
              </a:xfrm>
              <a:custGeom>
                <a:avLst/>
                <a:gdLst/>
                <a:ahLst/>
                <a:cxnLst/>
                <a:rect l="l" t="t" r="r" b="b"/>
                <a:pathLst>
                  <a:path w="120864" h="117687">
                    <a:moveTo>
                      <a:pt x="0" y="37243"/>
                    </a:moveTo>
                    <a:lnTo>
                      <a:pt x="34819" y="0"/>
                    </a:lnTo>
                    <a:lnTo>
                      <a:pt x="120864" y="80443"/>
                    </a:lnTo>
                    <a:lnTo>
                      <a:pt x="86044" y="117687"/>
                    </a:lnTo>
                    <a:lnTo>
                      <a:pt x="0" y="372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" name="Контур"/>
              <p:cNvSpPr/>
              <p:nvPr/>
            </p:nvSpPr>
            <p:spPr>
              <a:xfrm>
                <a:off x="5919416" y="2699968"/>
                <a:ext cx="138172" cy="131870"/>
              </a:xfrm>
              <a:custGeom>
                <a:avLst/>
                <a:gdLst/>
                <a:ahLst/>
                <a:cxnLst/>
                <a:rect l="l" t="t" r="r" b="b"/>
                <a:pathLst>
                  <a:path w="138172" h="131870">
                    <a:moveTo>
                      <a:pt x="0" y="40483"/>
                    </a:moveTo>
                    <a:lnTo>
                      <a:pt x="36326" y="0"/>
                    </a:lnTo>
                    <a:lnTo>
                      <a:pt x="138172" y="91387"/>
                    </a:lnTo>
                    <a:lnTo>
                      <a:pt x="101846" y="131870"/>
                    </a:lnTo>
                    <a:lnTo>
                      <a:pt x="0" y="404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" name="Контур"/>
              <p:cNvSpPr/>
              <p:nvPr/>
            </p:nvSpPr>
            <p:spPr>
              <a:xfrm>
                <a:off x="5982848" y="2633243"/>
                <a:ext cx="143870" cy="140045"/>
              </a:xfrm>
              <a:custGeom>
                <a:avLst/>
                <a:gdLst/>
                <a:ahLst/>
                <a:cxnLst/>
                <a:rect l="l" t="t" r="r" b="b"/>
                <a:pathLst>
                  <a:path w="143870" h="140045">
                    <a:moveTo>
                      <a:pt x="104956" y="140045"/>
                    </a:moveTo>
                    <a:lnTo>
                      <a:pt x="0" y="41409"/>
                    </a:lnTo>
                    <a:lnTo>
                      <a:pt x="38913" y="0"/>
                    </a:lnTo>
                    <a:lnTo>
                      <a:pt x="143870" y="98635"/>
                    </a:lnTo>
                    <a:lnTo>
                      <a:pt x="104956" y="1400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" name="Контур"/>
              <p:cNvSpPr/>
              <p:nvPr/>
            </p:nvSpPr>
            <p:spPr>
              <a:xfrm>
                <a:off x="5567081" y="2494264"/>
                <a:ext cx="279936" cy="307062"/>
              </a:xfrm>
              <a:custGeom>
                <a:avLst/>
                <a:gdLst/>
                <a:ahLst/>
                <a:cxnLst/>
                <a:rect l="l" t="t" r="r" b="b"/>
                <a:pathLst>
                  <a:path w="279936" h="307062">
                    <a:moveTo>
                      <a:pt x="279936" y="23040"/>
                    </a:moveTo>
                    <a:lnTo>
                      <a:pt x="21589" y="307062"/>
                    </a:lnTo>
                    <a:lnTo>
                      <a:pt x="8655" y="295727"/>
                    </a:lnTo>
                    <a:lnTo>
                      <a:pt x="0" y="288241"/>
                    </a:lnTo>
                    <a:lnTo>
                      <a:pt x="253824" y="0"/>
                    </a:lnTo>
                    <a:lnTo>
                      <a:pt x="279936" y="230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" name="Контур"/>
              <p:cNvSpPr/>
              <p:nvPr/>
            </p:nvSpPr>
            <p:spPr>
              <a:xfrm>
                <a:off x="6046476" y="2563451"/>
                <a:ext cx="167256" cy="161971"/>
              </a:xfrm>
              <a:custGeom>
                <a:avLst/>
                <a:gdLst/>
                <a:ahLst/>
                <a:cxnLst/>
                <a:rect l="l" t="t" r="r" b="b"/>
                <a:pathLst>
                  <a:path w="167256" h="161971">
                    <a:moveTo>
                      <a:pt x="129658" y="161971"/>
                    </a:moveTo>
                    <a:lnTo>
                      <a:pt x="0" y="39950"/>
                    </a:lnTo>
                    <a:lnTo>
                      <a:pt x="37599" y="0"/>
                    </a:lnTo>
                    <a:lnTo>
                      <a:pt x="167256" y="122021"/>
                    </a:lnTo>
                    <a:lnTo>
                      <a:pt x="129658" y="1619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" name="Контур"/>
              <p:cNvSpPr/>
              <p:nvPr/>
            </p:nvSpPr>
            <p:spPr>
              <a:xfrm>
                <a:off x="5881553" y="2634644"/>
                <a:ext cx="80703" cy="83357"/>
              </a:xfrm>
              <a:custGeom>
                <a:avLst/>
                <a:gdLst/>
                <a:ahLst/>
                <a:cxnLst/>
                <a:rect l="l" t="t" r="r" b="b"/>
                <a:pathLst>
                  <a:path w="80703" h="83357">
                    <a:moveTo>
                      <a:pt x="25301" y="83357"/>
                    </a:moveTo>
                    <a:lnTo>
                      <a:pt x="0" y="59996"/>
                    </a:lnTo>
                    <a:lnTo>
                      <a:pt x="55402" y="0"/>
                    </a:lnTo>
                    <a:lnTo>
                      <a:pt x="80703" y="23362"/>
                    </a:lnTo>
                    <a:lnTo>
                      <a:pt x="25301" y="833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" name="Контур"/>
              <p:cNvSpPr/>
              <p:nvPr/>
            </p:nvSpPr>
            <p:spPr>
              <a:xfrm>
                <a:off x="5582176" y="2474904"/>
                <a:ext cx="203495" cy="202323"/>
              </a:xfrm>
              <a:custGeom>
                <a:avLst/>
                <a:gdLst/>
                <a:ahLst/>
                <a:cxnLst/>
                <a:rect l="l" t="t" r="r" b="b"/>
                <a:pathLst>
                  <a:path w="203495" h="202323">
                    <a:moveTo>
                      <a:pt x="0" y="178369"/>
                    </a:moveTo>
                    <a:lnTo>
                      <a:pt x="44888" y="128323"/>
                    </a:lnTo>
                    <a:lnTo>
                      <a:pt x="59851" y="142011"/>
                    </a:lnTo>
                    <a:lnTo>
                      <a:pt x="79944" y="119340"/>
                    </a:lnTo>
                    <a:lnTo>
                      <a:pt x="66691" y="106508"/>
                    </a:lnTo>
                    <a:lnTo>
                      <a:pt x="107305" y="62022"/>
                    </a:lnTo>
                    <a:lnTo>
                      <a:pt x="122268" y="76138"/>
                    </a:lnTo>
                    <a:lnTo>
                      <a:pt x="143216" y="55179"/>
                    </a:lnTo>
                    <a:lnTo>
                      <a:pt x="128681" y="41063"/>
                    </a:lnTo>
                    <a:lnTo>
                      <a:pt x="168439" y="0"/>
                    </a:lnTo>
                    <a:lnTo>
                      <a:pt x="181264" y="13687"/>
                    </a:lnTo>
                    <a:lnTo>
                      <a:pt x="190670" y="4705"/>
                    </a:lnTo>
                    <a:lnTo>
                      <a:pt x="203495" y="16254"/>
                    </a:lnTo>
                    <a:lnTo>
                      <a:pt x="185539" y="35075"/>
                    </a:lnTo>
                    <a:lnTo>
                      <a:pt x="173142" y="23525"/>
                    </a:lnTo>
                    <a:lnTo>
                      <a:pt x="149201" y="49190"/>
                    </a:lnTo>
                    <a:lnTo>
                      <a:pt x="167156" y="67156"/>
                    </a:lnTo>
                    <a:lnTo>
                      <a:pt x="32918" y="202323"/>
                    </a:lnTo>
                    <a:lnTo>
                      <a:pt x="17528" y="186924"/>
                    </a:lnTo>
                    <a:lnTo>
                      <a:pt x="13680" y="190774"/>
                    </a:lnTo>
                    <a:lnTo>
                      <a:pt x="0" y="1783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" name="Контур"/>
              <p:cNvSpPr/>
              <p:nvPr/>
            </p:nvSpPr>
            <p:spPr>
              <a:xfrm>
                <a:off x="6110638" y="2495089"/>
                <a:ext cx="172819" cy="166099"/>
              </a:xfrm>
              <a:custGeom>
                <a:avLst/>
                <a:gdLst/>
                <a:ahLst/>
                <a:cxnLst/>
                <a:rect l="l" t="t" r="r" b="b"/>
                <a:pathLst>
                  <a:path w="172819" h="166099">
                    <a:moveTo>
                      <a:pt x="137194" y="166099"/>
                    </a:moveTo>
                    <a:lnTo>
                      <a:pt x="0" y="38227"/>
                    </a:lnTo>
                    <a:lnTo>
                      <a:pt x="35626" y="0"/>
                    </a:lnTo>
                    <a:lnTo>
                      <a:pt x="172819" y="127872"/>
                    </a:lnTo>
                    <a:lnTo>
                      <a:pt x="137194" y="1660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" name="Контур"/>
              <p:cNvSpPr/>
              <p:nvPr/>
            </p:nvSpPr>
            <p:spPr>
              <a:xfrm>
                <a:off x="5977764" y="2368509"/>
                <a:ext cx="251250" cy="260572"/>
              </a:xfrm>
              <a:custGeom>
                <a:avLst/>
                <a:gdLst/>
                <a:ahLst/>
                <a:cxnLst/>
                <a:rect l="l" t="t" r="r" b="b"/>
                <a:pathLst>
                  <a:path w="251250" h="260572">
                    <a:moveTo>
                      <a:pt x="0" y="251659"/>
                    </a:moveTo>
                    <a:lnTo>
                      <a:pt x="8266" y="211017"/>
                    </a:lnTo>
                    <a:lnTo>
                      <a:pt x="203320" y="183"/>
                    </a:lnTo>
                    <a:lnTo>
                      <a:pt x="251250" y="0"/>
                    </a:lnTo>
                    <a:lnTo>
                      <a:pt x="11693" y="260572"/>
                    </a:lnTo>
                    <a:lnTo>
                      <a:pt x="0" y="2516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4" name="Контур"/>
              <p:cNvSpPr/>
              <p:nvPr/>
            </p:nvSpPr>
            <p:spPr>
              <a:xfrm>
                <a:off x="5881457" y="2368893"/>
                <a:ext cx="246765" cy="235607"/>
              </a:xfrm>
              <a:custGeom>
                <a:avLst/>
                <a:gdLst/>
                <a:ahLst/>
                <a:cxnLst/>
                <a:rect l="l" t="t" r="r" b="b"/>
                <a:pathLst>
                  <a:path w="246765" h="235607">
                    <a:moveTo>
                      <a:pt x="195813" y="194"/>
                    </a:moveTo>
                    <a:lnTo>
                      <a:pt x="246765" y="0"/>
                    </a:lnTo>
                    <a:lnTo>
                      <a:pt x="27168" y="235607"/>
                    </a:lnTo>
                    <a:lnTo>
                      <a:pt x="0" y="210283"/>
                    </a:lnTo>
                    <a:lnTo>
                      <a:pt x="195813" y="1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5" name="Контур"/>
              <p:cNvSpPr/>
              <p:nvPr/>
            </p:nvSpPr>
            <p:spPr>
              <a:xfrm>
                <a:off x="5792873" y="2406328"/>
                <a:ext cx="37306" cy="37569"/>
              </a:xfrm>
              <a:custGeom>
                <a:avLst/>
                <a:gdLst/>
                <a:ahLst/>
                <a:cxnLst/>
                <a:rect l="l" t="t" r="r" b="b"/>
                <a:pathLst>
                  <a:path w="37306" h="37569">
                    <a:moveTo>
                      <a:pt x="37306" y="14529"/>
                    </a:moveTo>
                    <a:lnTo>
                      <a:pt x="15034" y="37569"/>
                    </a:lnTo>
                    <a:lnTo>
                      <a:pt x="0" y="23040"/>
                    </a:lnTo>
                    <a:lnTo>
                      <a:pt x="22272" y="0"/>
                    </a:lnTo>
                    <a:lnTo>
                      <a:pt x="37306" y="145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6" name="Контур"/>
              <p:cNvSpPr/>
              <p:nvPr/>
            </p:nvSpPr>
            <p:spPr>
              <a:xfrm>
                <a:off x="5847218" y="2369422"/>
                <a:ext cx="141948" cy="126054"/>
              </a:xfrm>
              <a:custGeom>
                <a:avLst/>
                <a:gdLst/>
                <a:ahLst/>
                <a:cxnLst/>
                <a:rect l="l" t="t" r="r" b="b"/>
                <a:pathLst>
                  <a:path w="141948" h="126054">
                    <a:moveTo>
                      <a:pt x="141948" y="0"/>
                    </a:moveTo>
                    <a:lnTo>
                      <a:pt x="24797" y="126054"/>
                    </a:lnTo>
                    <a:lnTo>
                      <a:pt x="0" y="104666"/>
                    </a:lnTo>
                    <a:lnTo>
                      <a:pt x="96833" y="172"/>
                    </a:lnTo>
                    <a:lnTo>
                      <a:pt x="14194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7" name="Контур"/>
              <p:cNvSpPr/>
              <p:nvPr/>
            </p:nvSpPr>
            <p:spPr>
              <a:xfrm>
                <a:off x="6554341" y="3003623"/>
                <a:ext cx="34598" cy="42871"/>
              </a:xfrm>
              <a:custGeom>
                <a:avLst/>
                <a:gdLst/>
                <a:ahLst/>
                <a:cxnLst/>
                <a:rect l="l" t="t" r="r" b="b"/>
                <a:pathLst>
                  <a:path w="34598" h="42871">
                    <a:moveTo>
                      <a:pt x="13609" y="42871"/>
                    </a:moveTo>
                    <a:lnTo>
                      <a:pt x="0" y="8251"/>
                    </a:lnTo>
                    <a:lnTo>
                      <a:pt x="20989" y="0"/>
                    </a:lnTo>
                    <a:lnTo>
                      <a:pt x="34598" y="34620"/>
                    </a:lnTo>
                    <a:lnTo>
                      <a:pt x="13609" y="428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8" name="Контур"/>
              <p:cNvSpPr/>
              <p:nvPr/>
            </p:nvSpPr>
            <p:spPr>
              <a:xfrm>
                <a:off x="6418409" y="2926648"/>
                <a:ext cx="106464" cy="93523"/>
              </a:xfrm>
              <a:custGeom>
                <a:avLst/>
                <a:gdLst/>
                <a:ahLst/>
                <a:cxnLst/>
                <a:rect l="l" t="t" r="r" b="b"/>
                <a:pathLst>
                  <a:path w="106464" h="93523">
                    <a:moveTo>
                      <a:pt x="106464" y="63576"/>
                    </a:moveTo>
                    <a:lnTo>
                      <a:pt x="22757" y="93523"/>
                    </a:lnTo>
                    <a:lnTo>
                      <a:pt x="0" y="29952"/>
                    </a:lnTo>
                    <a:lnTo>
                      <a:pt x="83712" y="0"/>
                    </a:lnTo>
                    <a:lnTo>
                      <a:pt x="106464" y="635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9" name="Контур"/>
              <p:cNvSpPr/>
              <p:nvPr/>
            </p:nvSpPr>
            <p:spPr>
              <a:xfrm>
                <a:off x="6502670" y="2897440"/>
                <a:ext cx="75490" cy="108455"/>
              </a:xfrm>
              <a:custGeom>
                <a:avLst/>
                <a:gdLst/>
                <a:ahLst/>
                <a:cxnLst/>
                <a:rect l="l" t="t" r="r" b="b"/>
                <a:pathLst>
                  <a:path w="75490" h="108455">
                    <a:moveTo>
                      <a:pt x="36326" y="108455"/>
                    </a:moveTo>
                    <a:lnTo>
                      <a:pt x="0" y="15267"/>
                    </a:lnTo>
                    <a:lnTo>
                      <a:pt x="39164" y="0"/>
                    </a:lnTo>
                    <a:lnTo>
                      <a:pt x="75490" y="93188"/>
                    </a:lnTo>
                    <a:lnTo>
                      <a:pt x="36326" y="1084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0" name="Контур"/>
              <p:cNvSpPr/>
              <p:nvPr/>
            </p:nvSpPr>
            <p:spPr>
              <a:xfrm>
                <a:off x="6542150" y="2797231"/>
                <a:ext cx="105132" cy="182649"/>
              </a:xfrm>
              <a:custGeom>
                <a:avLst/>
                <a:gdLst/>
                <a:ahLst/>
                <a:cxnLst/>
                <a:rect l="l" t="t" r="r" b="b"/>
                <a:pathLst>
                  <a:path w="105132" h="182649">
                    <a:moveTo>
                      <a:pt x="41771" y="182649"/>
                    </a:moveTo>
                    <a:lnTo>
                      <a:pt x="0" y="72308"/>
                    </a:lnTo>
                    <a:lnTo>
                      <a:pt x="26283" y="63857"/>
                    </a:lnTo>
                    <a:lnTo>
                      <a:pt x="19243" y="44606"/>
                    </a:lnTo>
                    <a:lnTo>
                      <a:pt x="39894" y="38032"/>
                    </a:lnTo>
                    <a:lnTo>
                      <a:pt x="38016" y="31928"/>
                    </a:lnTo>
                    <a:lnTo>
                      <a:pt x="85420" y="0"/>
                    </a:lnTo>
                    <a:lnTo>
                      <a:pt x="105132" y="4226"/>
                    </a:lnTo>
                    <a:lnTo>
                      <a:pt x="66646" y="172318"/>
                    </a:lnTo>
                    <a:lnTo>
                      <a:pt x="41771" y="1826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1" name="Контур"/>
              <p:cNvSpPr/>
              <p:nvPr/>
            </p:nvSpPr>
            <p:spPr>
              <a:xfrm>
                <a:off x="6235206" y="2928140"/>
                <a:ext cx="38645" cy="39673"/>
              </a:xfrm>
              <a:custGeom>
                <a:avLst/>
                <a:gdLst/>
                <a:ahLst/>
                <a:cxnLst/>
                <a:rect l="l" t="t" r="r" b="b"/>
                <a:pathLst>
                  <a:path w="38645" h="39673">
                    <a:moveTo>
                      <a:pt x="22769" y="0"/>
                    </a:moveTo>
                    <a:lnTo>
                      <a:pt x="38645" y="22169"/>
                    </a:lnTo>
                    <a:lnTo>
                      <a:pt x="17969" y="39673"/>
                    </a:lnTo>
                    <a:lnTo>
                      <a:pt x="0" y="17853"/>
                    </a:lnTo>
                    <a:lnTo>
                      <a:pt x="227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2" name="Контур"/>
              <p:cNvSpPr/>
              <p:nvPr/>
            </p:nvSpPr>
            <p:spPr>
              <a:xfrm>
                <a:off x="6244016" y="2811189"/>
                <a:ext cx="170622" cy="145746"/>
              </a:xfrm>
              <a:custGeom>
                <a:avLst/>
                <a:gdLst/>
                <a:ahLst/>
                <a:cxnLst/>
                <a:rect l="l" t="t" r="r" b="b"/>
                <a:pathLst>
                  <a:path w="170622" h="145746">
                    <a:moveTo>
                      <a:pt x="0" y="96788"/>
                    </a:moveTo>
                    <a:lnTo>
                      <a:pt x="135704" y="0"/>
                    </a:lnTo>
                    <a:lnTo>
                      <a:pt x="165388" y="41277"/>
                    </a:lnTo>
                    <a:lnTo>
                      <a:pt x="170622" y="48958"/>
                    </a:lnTo>
                    <a:lnTo>
                      <a:pt x="34918" y="145746"/>
                    </a:lnTo>
                    <a:lnTo>
                      <a:pt x="29835" y="139120"/>
                    </a:lnTo>
                    <a:lnTo>
                      <a:pt x="13959" y="116951"/>
                    </a:lnTo>
                    <a:lnTo>
                      <a:pt x="0" y="967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3" name="Контур"/>
              <p:cNvSpPr/>
              <p:nvPr/>
            </p:nvSpPr>
            <p:spPr>
              <a:xfrm>
                <a:off x="6379720" y="2800455"/>
                <a:ext cx="44347" cy="52011"/>
              </a:xfrm>
              <a:custGeom>
                <a:avLst/>
                <a:gdLst/>
                <a:ahLst/>
                <a:cxnLst/>
                <a:rect l="l" t="t" r="r" b="b"/>
                <a:pathLst>
                  <a:path w="44347" h="52011">
                    <a:moveTo>
                      <a:pt x="0" y="10734"/>
                    </a:moveTo>
                    <a:lnTo>
                      <a:pt x="15560" y="0"/>
                    </a:lnTo>
                    <a:lnTo>
                      <a:pt x="44347" y="41372"/>
                    </a:lnTo>
                    <a:lnTo>
                      <a:pt x="29684" y="52011"/>
                    </a:lnTo>
                    <a:lnTo>
                      <a:pt x="0" y="107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4" name="Контур"/>
              <p:cNvSpPr/>
              <p:nvPr/>
            </p:nvSpPr>
            <p:spPr>
              <a:xfrm>
                <a:off x="6448828" y="2696403"/>
                <a:ext cx="163205" cy="144338"/>
              </a:xfrm>
              <a:custGeom>
                <a:avLst/>
                <a:gdLst/>
                <a:ahLst/>
                <a:cxnLst/>
                <a:rect l="l" t="t" r="r" b="b"/>
                <a:pathLst>
                  <a:path w="163205" h="144338">
                    <a:moveTo>
                      <a:pt x="163205" y="62404"/>
                    </a:moveTo>
                    <a:lnTo>
                      <a:pt x="42285" y="144338"/>
                    </a:lnTo>
                    <a:lnTo>
                      <a:pt x="0" y="81934"/>
                    </a:lnTo>
                    <a:lnTo>
                      <a:pt x="120921" y="0"/>
                    </a:lnTo>
                    <a:lnTo>
                      <a:pt x="163205" y="624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5" name="Контур"/>
              <p:cNvSpPr/>
              <p:nvPr/>
            </p:nvSpPr>
            <p:spPr>
              <a:xfrm>
                <a:off x="6724343" y="2581805"/>
                <a:ext cx="92048" cy="105787"/>
              </a:xfrm>
              <a:custGeom>
                <a:avLst/>
                <a:gdLst/>
                <a:ahLst/>
                <a:cxnLst/>
                <a:rect l="l" t="t" r="r" b="b"/>
                <a:pathLst>
                  <a:path w="92048" h="105787">
                    <a:moveTo>
                      <a:pt x="0" y="26098"/>
                    </a:moveTo>
                    <a:lnTo>
                      <a:pt x="52231" y="0"/>
                    </a:lnTo>
                    <a:lnTo>
                      <a:pt x="92048" y="79690"/>
                    </a:lnTo>
                    <a:lnTo>
                      <a:pt x="39817" y="105787"/>
                    </a:lnTo>
                    <a:lnTo>
                      <a:pt x="0" y="260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6" name="Контур"/>
              <p:cNvSpPr/>
              <p:nvPr/>
            </p:nvSpPr>
            <p:spPr>
              <a:xfrm>
                <a:off x="6660721" y="2617087"/>
                <a:ext cx="92140" cy="105878"/>
              </a:xfrm>
              <a:custGeom>
                <a:avLst/>
                <a:gdLst/>
                <a:ahLst/>
                <a:cxnLst/>
                <a:rect l="l" t="t" r="r" b="b"/>
                <a:pathLst>
                  <a:path w="92140" h="105878">
                    <a:moveTo>
                      <a:pt x="39678" y="105878"/>
                    </a:moveTo>
                    <a:lnTo>
                      <a:pt x="0" y="26028"/>
                    </a:lnTo>
                    <a:lnTo>
                      <a:pt x="52462" y="0"/>
                    </a:lnTo>
                    <a:lnTo>
                      <a:pt x="92140" y="79409"/>
                    </a:lnTo>
                    <a:lnTo>
                      <a:pt x="39678" y="1058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7" name="Контур"/>
              <p:cNvSpPr/>
              <p:nvPr/>
            </p:nvSpPr>
            <p:spPr>
              <a:xfrm>
                <a:off x="6792961" y="2549985"/>
                <a:ext cx="92048" cy="105787"/>
              </a:xfrm>
              <a:custGeom>
                <a:avLst/>
                <a:gdLst/>
                <a:ahLst/>
                <a:cxnLst/>
                <a:rect l="l" t="t" r="r" b="b"/>
                <a:pathLst>
                  <a:path w="92048" h="105787">
                    <a:moveTo>
                      <a:pt x="0" y="26097"/>
                    </a:moveTo>
                    <a:lnTo>
                      <a:pt x="52231" y="0"/>
                    </a:lnTo>
                    <a:lnTo>
                      <a:pt x="92048" y="79689"/>
                    </a:lnTo>
                    <a:lnTo>
                      <a:pt x="39817" y="105787"/>
                    </a:lnTo>
                    <a:lnTo>
                      <a:pt x="0" y="260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8" name="Контур"/>
              <p:cNvSpPr/>
              <p:nvPr/>
            </p:nvSpPr>
            <p:spPr>
              <a:xfrm>
                <a:off x="6168507" y="2424140"/>
                <a:ext cx="195427" cy="184464"/>
              </a:xfrm>
              <a:custGeom>
                <a:avLst/>
                <a:gdLst/>
                <a:ahLst/>
                <a:cxnLst/>
                <a:rect l="l" t="t" r="r" b="b"/>
                <a:pathLst>
                  <a:path w="195427" h="184464">
                    <a:moveTo>
                      <a:pt x="157915" y="184464"/>
                    </a:moveTo>
                    <a:lnTo>
                      <a:pt x="0" y="44189"/>
                    </a:lnTo>
                    <a:lnTo>
                      <a:pt x="39499" y="0"/>
                    </a:lnTo>
                    <a:lnTo>
                      <a:pt x="195427" y="142234"/>
                    </a:lnTo>
                    <a:lnTo>
                      <a:pt x="157915" y="1844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9" name="Контур"/>
              <p:cNvSpPr/>
              <p:nvPr/>
            </p:nvSpPr>
            <p:spPr>
              <a:xfrm>
                <a:off x="6233969" y="2368298"/>
                <a:ext cx="203722" cy="180426"/>
              </a:xfrm>
              <a:custGeom>
                <a:avLst/>
                <a:gdLst/>
                <a:ahLst/>
                <a:cxnLst/>
                <a:rect l="l" t="t" r="r" b="b"/>
                <a:pathLst>
                  <a:path w="203722" h="180426">
                    <a:moveTo>
                      <a:pt x="166051" y="180426"/>
                    </a:moveTo>
                    <a:lnTo>
                      <a:pt x="0" y="30105"/>
                    </a:lnTo>
                    <a:lnTo>
                      <a:pt x="27174" y="88"/>
                    </a:lnTo>
                    <a:lnTo>
                      <a:pt x="50381" y="0"/>
                    </a:lnTo>
                    <a:lnTo>
                      <a:pt x="203722" y="138815"/>
                    </a:lnTo>
                    <a:lnTo>
                      <a:pt x="166051" y="1804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0" name="Контур"/>
              <p:cNvSpPr/>
              <p:nvPr/>
            </p:nvSpPr>
            <p:spPr>
              <a:xfrm>
                <a:off x="6577769" y="2426272"/>
                <a:ext cx="156610" cy="101928"/>
              </a:xfrm>
              <a:custGeom>
                <a:avLst/>
                <a:gdLst/>
                <a:ahLst/>
                <a:cxnLst/>
                <a:rect l="l" t="t" r="r" b="b"/>
                <a:pathLst>
                  <a:path w="156610" h="101928">
                    <a:moveTo>
                      <a:pt x="156610" y="19718"/>
                    </a:moveTo>
                    <a:lnTo>
                      <a:pt x="14928" y="101928"/>
                    </a:lnTo>
                    <a:lnTo>
                      <a:pt x="0" y="76440"/>
                    </a:lnTo>
                    <a:lnTo>
                      <a:pt x="14832" y="67512"/>
                    </a:lnTo>
                    <a:lnTo>
                      <a:pt x="19080" y="74664"/>
                    </a:lnTo>
                    <a:lnTo>
                      <a:pt x="144907" y="0"/>
                    </a:lnTo>
                    <a:lnTo>
                      <a:pt x="156610" y="197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1" name="Контур"/>
              <p:cNvSpPr/>
              <p:nvPr/>
            </p:nvSpPr>
            <p:spPr>
              <a:xfrm>
                <a:off x="6693226" y="2366475"/>
                <a:ext cx="67152" cy="50809"/>
              </a:xfrm>
              <a:custGeom>
                <a:avLst/>
                <a:gdLst/>
                <a:ahLst/>
                <a:cxnLst/>
                <a:rect l="l" t="t" r="r" b="b"/>
                <a:pathLst>
                  <a:path w="67152" h="50809">
                    <a:moveTo>
                      <a:pt x="67152" y="0"/>
                    </a:moveTo>
                    <a:lnTo>
                      <a:pt x="13848" y="50809"/>
                    </a:lnTo>
                    <a:lnTo>
                      <a:pt x="0" y="36281"/>
                    </a:lnTo>
                    <a:lnTo>
                      <a:pt x="37891" y="165"/>
                    </a:lnTo>
                    <a:lnTo>
                      <a:pt x="37841" y="113"/>
                    </a:lnTo>
                    <a:lnTo>
                      <a:pt x="6715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2" name="Контур"/>
              <p:cNvSpPr/>
              <p:nvPr/>
            </p:nvSpPr>
            <p:spPr>
              <a:xfrm>
                <a:off x="6340575" y="2367748"/>
                <a:ext cx="192372" cy="139404"/>
              </a:xfrm>
              <a:custGeom>
                <a:avLst/>
                <a:gdLst/>
                <a:ahLst/>
                <a:cxnLst/>
                <a:rect l="l" t="t" r="r" b="b"/>
                <a:pathLst>
                  <a:path w="192372" h="139404">
                    <a:moveTo>
                      <a:pt x="153401" y="139404"/>
                    </a:moveTo>
                    <a:lnTo>
                      <a:pt x="0" y="335"/>
                    </a:lnTo>
                    <a:lnTo>
                      <a:pt x="87622" y="0"/>
                    </a:lnTo>
                    <a:lnTo>
                      <a:pt x="192372" y="92916"/>
                    </a:lnTo>
                    <a:lnTo>
                      <a:pt x="153401" y="1394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3" name="Контур"/>
              <p:cNvSpPr/>
              <p:nvPr/>
            </p:nvSpPr>
            <p:spPr>
              <a:xfrm>
                <a:off x="6745379" y="2366392"/>
                <a:ext cx="52373" cy="47548"/>
              </a:xfrm>
              <a:custGeom>
                <a:avLst/>
                <a:gdLst/>
                <a:ahLst/>
                <a:cxnLst/>
                <a:rect l="l" t="t" r="r" b="b"/>
                <a:pathLst>
                  <a:path w="52373" h="47548">
                    <a:moveTo>
                      <a:pt x="0" y="26945"/>
                    </a:moveTo>
                    <a:lnTo>
                      <a:pt x="28502" y="32"/>
                    </a:lnTo>
                    <a:lnTo>
                      <a:pt x="36825" y="0"/>
                    </a:lnTo>
                    <a:lnTo>
                      <a:pt x="52373" y="16465"/>
                    </a:lnTo>
                    <a:lnTo>
                      <a:pt x="19454" y="47548"/>
                    </a:lnTo>
                    <a:lnTo>
                      <a:pt x="0" y="269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4" name="Контур"/>
              <p:cNvSpPr/>
              <p:nvPr/>
            </p:nvSpPr>
            <p:spPr>
              <a:xfrm>
                <a:off x="6482634" y="2367221"/>
                <a:ext cx="123426" cy="77540"/>
              </a:xfrm>
              <a:custGeom>
                <a:avLst/>
                <a:gdLst/>
                <a:ahLst/>
                <a:cxnLst/>
                <a:rect l="l" t="t" r="r" b="b"/>
                <a:pathLst>
                  <a:path w="123426" h="77540">
                    <a:moveTo>
                      <a:pt x="86178" y="77540"/>
                    </a:moveTo>
                    <a:lnTo>
                      <a:pt x="0" y="319"/>
                    </a:lnTo>
                    <a:lnTo>
                      <a:pt x="83282" y="0"/>
                    </a:lnTo>
                    <a:lnTo>
                      <a:pt x="123426" y="35972"/>
                    </a:lnTo>
                    <a:lnTo>
                      <a:pt x="86178" y="775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5" name="Контур"/>
              <p:cNvSpPr/>
              <p:nvPr/>
            </p:nvSpPr>
            <p:spPr>
              <a:xfrm>
                <a:off x="6928900" y="2615175"/>
                <a:ext cx="24422" cy="24444"/>
              </a:xfrm>
              <a:custGeom>
                <a:avLst/>
                <a:gdLst/>
                <a:ahLst/>
                <a:cxnLst/>
                <a:rect l="l" t="t" r="r" b="b"/>
                <a:pathLst>
                  <a:path w="24422" h="24444">
                    <a:moveTo>
                      <a:pt x="3138" y="24444"/>
                    </a:moveTo>
                    <a:lnTo>
                      <a:pt x="0" y="18066"/>
                    </a:lnTo>
                    <a:lnTo>
                      <a:pt x="6803" y="12218"/>
                    </a:lnTo>
                    <a:lnTo>
                      <a:pt x="4535" y="7506"/>
                    </a:lnTo>
                    <a:lnTo>
                      <a:pt x="16137" y="0"/>
                    </a:lnTo>
                    <a:lnTo>
                      <a:pt x="24422" y="13537"/>
                    </a:lnTo>
                    <a:lnTo>
                      <a:pt x="3138" y="24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6" name="Контур"/>
              <p:cNvSpPr/>
              <p:nvPr/>
            </p:nvSpPr>
            <p:spPr>
              <a:xfrm>
                <a:off x="6870634" y="2564291"/>
                <a:ext cx="50244" cy="43289"/>
              </a:xfrm>
              <a:custGeom>
                <a:avLst/>
                <a:gdLst/>
                <a:ahLst/>
                <a:cxnLst/>
                <a:rect l="l" t="t" r="r" b="b"/>
                <a:pathLst>
                  <a:path w="50244" h="43289">
                    <a:moveTo>
                      <a:pt x="0" y="15535"/>
                    </a:moveTo>
                    <a:lnTo>
                      <a:pt x="31751" y="0"/>
                    </a:lnTo>
                    <a:lnTo>
                      <a:pt x="50244" y="26357"/>
                    </a:lnTo>
                    <a:lnTo>
                      <a:pt x="16399" y="43289"/>
                    </a:lnTo>
                    <a:lnTo>
                      <a:pt x="0" y="155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7" name="Контур"/>
              <p:cNvSpPr/>
              <p:nvPr/>
            </p:nvSpPr>
            <p:spPr>
              <a:xfrm>
                <a:off x="7185982" y="2958876"/>
                <a:ext cx="14018" cy="28230"/>
              </a:xfrm>
              <a:custGeom>
                <a:avLst/>
                <a:gdLst/>
                <a:ahLst/>
                <a:cxnLst/>
                <a:rect l="l" t="t" r="r" b="b"/>
                <a:pathLst>
                  <a:path w="14018" h="28230">
                    <a:moveTo>
                      <a:pt x="14018" y="0"/>
                    </a:moveTo>
                    <a:lnTo>
                      <a:pt x="14018" y="28230"/>
                    </a:lnTo>
                    <a:lnTo>
                      <a:pt x="0" y="155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8" name="Контур"/>
              <p:cNvSpPr/>
              <p:nvPr/>
            </p:nvSpPr>
            <p:spPr>
              <a:xfrm>
                <a:off x="7185982" y="2958876"/>
                <a:ext cx="14018" cy="28230"/>
              </a:xfrm>
              <a:custGeom>
                <a:avLst/>
                <a:gdLst/>
                <a:ahLst/>
                <a:cxnLst/>
                <a:rect l="l" t="t" r="r" b="b"/>
                <a:pathLst>
                  <a:path w="14018" h="28230" fill="none">
                    <a:moveTo>
                      <a:pt x="14018" y="28230"/>
                    </a:moveTo>
                    <a:lnTo>
                      <a:pt x="0" y="15536"/>
                    </a:lnTo>
                    <a:lnTo>
                      <a:pt x="14018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9" name="Контур"/>
              <p:cNvSpPr/>
              <p:nvPr/>
            </p:nvSpPr>
            <p:spPr>
              <a:xfrm>
                <a:off x="6871680" y="2628712"/>
                <a:ext cx="134333" cy="116411"/>
              </a:xfrm>
              <a:custGeom>
                <a:avLst/>
                <a:gdLst/>
                <a:ahLst/>
                <a:cxnLst/>
                <a:rect l="l" t="t" r="r" b="b"/>
                <a:pathLst>
                  <a:path w="134333" h="116411">
                    <a:moveTo>
                      <a:pt x="81642" y="0"/>
                    </a:moveTo>
                    <a:lnTo>
                      <a:pt x="134333" y="60130"/>
                    </a:lnTo>
                    <a:lnTo>
                      <a:pt x="59123" y="116411"/>
                    </a:lnTo>
                    <a:lnTo>
                      <a:pt x="0" y="42241"/>
                    </a:lnTo>
                    <a:lnTo>
                      <a:pt x="60358" y="10907"/>
                    </a:lnTo>
                    <a:lnTo>
                      <a:pt x="8164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0" name="Контур"/>
              <p:cNvSpPr/>
              <p:nvPr/>
            </p:nvSpPr>
            <p:spPr>
              <a:xfrm>
                <a:off x="5500527" y="3580595"/>
                <a:ext cx="331357" cy="253412"/>
              </a:xfrm>
              <a:custGeom>
                <a:avLst/>
                <a:gdLst/>
                <a:ahLst/>
                <a:cxnLst/>
                <a:rect l="l" t="t" r="r" b="b"/>
                <a:pathLst>
                  <a:path w="331357" h="253412">
                    <a:moveTo>
                      <a:pt x="0" y="222256"/>
                    </a:moveTo>
                    <a:lnTo>
                      <a:pt x="308943" y="0"/>
                    </a:lnTo>
                    <a:lnTo>
                      <a:pt x="331357" y="31156"/>
                    </a:lnTo>
                    <a:lnTo>
                      <a:pt x="22414" y="253412"/>
                    </a:lnTo>
                    <a:lnTo>
                      <a:pt x="0" y="2222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1" name="Контур"/>
              <p:cNvSpPr/>
              <p:nvPr/>
            </p:nvSpPr>
            <p:spPr>
              <a:xfrm>
                <a:off x="5990392" y="3631495"/>
                <a:ext cx="206455" cy="183512"/>
              </a:xfrm>
              <a:custGeom>
                <a:avLst/>
                <a:gdLst/>
                <a:ahLst/>
                <a:cxnLst/>
                <a:rect l="l" t="t" r="r" b="b"/>
                <a:pathLst>
                  <a:path w="206455" h="183512">
                    <a:moveTo>
                      <a:pt x="0" y="159361"/>
                    </a:moveTo>
                    <a:lnTo>
                      <a:pt x="21740" y="144414"/>
                    </a:lnTo>
                    <a:lnTo>
                      <a:pt x="5460" y="121629"/>
                    </a:lnTo>
                    <a:lnTo>
                      <a:pt x="172188" y="0"/>
                    </a:lnTo>
                    <a:lnTo>
                      <a:pt x="206455" y="45454"/>
                    </a:lnTo>
                    <a:lnTo>
                      <a:pt x="18958" y="183512"/>
                    </a:lnTo>
                    <a:lnTo>
                      <a:pt x="0" y="1593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2" name="Контур"/>
              <p:cNvSpPr/>
              <p:nvPr/>
            </p:nvSpPr>
            <p:spPr>
              <a:xfrm>
                <a:off x="5883694" y="3511960"/>
                <a:ext cx="278886" cy="278896"/>
              </a:xfrm>
              <a:custGeom>
                <a:avLst/>
                <a:gdLst/>
                <a:ahLst/>
                <a:cxnLst/>
                <a:rect l="l" t="t" r="r" b="b"/>
                <a:pathLst>
                  <a:path w="278886" h="278896">
                    <a:moveTo>
                      <a:pt x="106698" y="278896"/>
                    </a:moveTo>
                    <a:lnTo>
                      <a:pt x="87739" y="252835"/>
                    </a:lnTo>
                    <a:lnTo>
                      <a:pt x="0" y="139464"/>
                    </a:lnTo>
                    <a:lnTo>
                      <a:pt x="68222" y="89590"/>
                    </a:lnTo>
                    <a:lnTo>
                      <a:pt x="96235" y="69147"/>
                    </a:lnTo>
                    <a:lnTo>
                      <a:pt x="144096" y="34227"/>
                    </a:lnTo>
                    <a:lnTo>
                      <a:pt x="190354" y="0"/>
                    </a:lnTo>
                    <a:lnTo>
                      <a:pt x="278886" y="119535"/>
                    </a:lnTo>
                    <a:lnTo>
                      <a:pt x="112158" y="241164"/>
                    </a:lnTo>
                    <a:lnTo>
                      <a:pt x="128438" y="263949"/>
                    </a:lnTo>
                    <a:lnTo>
                      <a:pt x="106698" y="2788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3" name="Контур"/>
              <p:cNvSpPr/>
              <p:nvPr/>
            </p:nvSpPr>
            <p:spPr>
              <a:xfrm>
                <a:off x="5709129" y="3975270"/>
                <a:ext cx="50153" cy="49333"/>
              </a:xfrm>
              <a:custGeom>
                <a:avLst/>
                <a:gdLst/>
                <a:ahLst/>
                <a:cxnLst/>
                <a:rect l="l" t="t" r="r" b="b"/>
                <a:pathLst>
                  <a:path w="50153" h="49333">
                    <a:moveTo>
                      <a:pt x="30542" y="0"/>
                    </a:moveTo>
                    <a:lnTo>
                      <a:pt x="50153" y="27031"/>
                    </a:lnTo>
                    <a:lnTo>
                      <a:pt x="19681" y="49333"/>
                    </a:lnTo>
                    <a:lnTo>
                      <a:pt x="16909" y="45548"/>
                    </a:lnTo>
                    <a:lnTo>
                      <a:pt x="0" y="22163"/>
                    </a:lnTo>
                    <a:lnTo>
                      <a:pt x="3054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4" name="Контур"/>
              <p:cNvSpPr/>
              <p:nvPr/>
            </p:nvSpPr>
            <p:spPr>
              <a:xfrm>
                <a:off x="5559905" y="3651424"/>
                <a:ext cx="430487" cy="403507"/>
              </a:xfrm>
              <a:custGeom>
                <a:avLst/>
                <a:gdLst/>
                <a:ahLst/>
                <a:cxnLst/>
                <a:rect l="l" t="t" r="r" b="b"/>
                <a:pathLst>
                  <a:path w="430487" h="403507">
                    <a:moveTo>
                      <a:pt x="323789" y="0"/>
                    </a:moveTo>
                    <a:lnTo>
                      <a:pt x="411528" y="113371"/>
                    </a:lnTo>
                    <a:lnTo>
                      <a:pt x="430487" y="139432"/>
                    </a:lnTo>
                    <a:lnTo>
                      <a:pt x="179766" y="323846"/>
                    </a:lnTo>
                    <a:lnTo>
                      <a:pt x="149224" y="346009"/>
                    </a:lnTo>
                    <a:lnTo>
                      <a:pt x="166133" y="369394"/>
                    </a:lnTo>
                    <a:lnTo>
                      <a:pt x="118085" y="403507"/>
                    </a:lnTo>
                    <a:lnTo>
                      <a:pt x="98430" y="374094"/>
                    </a:lnTo>
                    <a:lnTo>
                      <a:pt x="67239" y="332505"/>
                    </a:lnTo>
                    <a:lnTo>
                      <a:pt x="48288" y="346784"/>
                    </a:lnTo>
                    <a:lnTo>
                      <a:pt x="17339" y="305104"/>
                    </a:lnTo>
                    <a:lnTo>
                      <a:pt x="37844" y="290043"/>
                    </a:lnTo>
                    <a:lnTo>
                      <a:pt x="0" y="235918"/>
                    </a:lnTo>
                    <a:lnTo>
                      <a:pt x="313659" y="7387"/>
                    </a:lnTo>
                    <a:lnTo>
                      <a:pt x="3237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5" name="Контур"/>
              <p:cNvSpPr/>
              <p:nvPr/>
            </p:nvSpPr>
            <p:spPr>
              <a:xfrm>
                <a:off x="5548308" y="3473240"/>
                <a:ext cx="244434" cy="204635"/>
              </a:xfrm>
              <a:custGeom>
                <a:avLst/>
                <a:gdLst/>
                <a:ahLst/>
                <a:cxnLst/>
                <a:rect l="l" t="t" r="r" b="b"/>
                <a:pathLst>
                  <a:path w="244434" h="204635">
                    <a:moveTo>
                      <a:pt x="200525" y="0"/>
                    </a:moveTo>
                    <a:lnTo>
                      <a:pt x="222008" y="29084"/>
                    </a:lnTo>
                    <a:lnTo>
                      <a:pt x="244434" y="57550"/>
                    </a:lnTo>
                    <a:lnTo>
                      <a:pt x="43152" y="204635"/>
                    </a:lnTo>
                    <a:lnTo>
                      <a:pt x="0" y="142167"/>
                    </a:lnTo>
                    <a:lnTo>
                      <a:pt x="2005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6" name="Контур"/>
              <p:cNvSpPr/>
              <p:nvPr/>
            </p:nvSpPr>
            <p:spPr>
              <a:xfrm>
                <a:off x="5862274" y="3586151"/>
                <a:ext cx="89642" cy="72660"/>
              </a:xfrm>
              <a:custGeom>
                <a:avLst/>
                <a:gdLst/>
                <a:ahLst/>
                <a:cxnLst/>
                <a:rect l="l" t="t" r="r" b="b"/>
                <a:pathLst>
                  <a:path w="89642" h="72660">
                    <a:moveTo>
                      <a:pt x="89642" y="15399"/>
                    </a:moveTo>
                    <a:lnTo>
                      <a:pt x="21420" y="65273"/>
                    </a:lnTo>
                    <a:lnTo>
                      <a:pt x="11290" y="72660"/>
                    </a:lnTo>
                    <a:lnTo>
                      <a:pt x="0" y="57546"/>
                    </a:lnTo>
                    <a:lnTo>
                      <a:pt x="78403" y="0"/>
                    </a:lnTo>
                    <a:lnTo>
                      <a:pt x="89642" y="153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7" name="Контур"/>
              <p:cNvSpPr/>
              <p:nvPr/>
            </p:nvSpPr>
            <p:spPr>
              <a:xfrm>
                <a:off x="5940677" y="3565459"/>
                <a:ext cx="39252" cy="36091"/>
              </a:xfrm>
              <a:custGeom>
                <a:avLst/>
                <a:gdLst/>
                <a:ahLst/>
                <a:cxnLst/>
                <a:rect l="l" t="t" r="r" b="b"/>
                <a:pathLst>
                  <a:path w="39252" h="36091">
                    <a:moveTo>
                      <a:pt x="0" y="20692"/>
                    </a:moveTo>
                    <a:lnTo>
                      <a:pt x="27833" y="0"/>
                    </a:lnTo>
                    <a:lnTo>
                      <a:pt x="39252" y="15648"/>
                    </a:lnTo>
                    <a:lnTo>
                      <a:pt x="11239" y="36091"/>
                    </a:lnTo>
                    <a:lnTo>
                      <a:pt x="0" y="206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8" name="Контур"/>
              <p:cNvSpPr/>
              <p:nvPr/>
            </p:nvSpPr>
            <p:spPr>
              <a:xfrm>
                <a:off x="5968510" y="3506182"/>
                <a:ext cx="59280" cy="74925"/>
              </a:xfrm>
              <a:custGeom>
                <a:avLst/>
                <a:gdLst/>
                <a:ahLst/>
                <a:cxnLst/>
                <a:rect l="l" t="t" r="r" b="b"/>
                <a:pathLst>
                  <a:path w="59280" h="74925">
                    <a:moveTo>
                      <a:pt x="0" y="59277"/>
                    </a:moveTo>
                    <a:lnTo>
                      <a:pt x="20076" y="45245"/>
                    </a:lnTo>
                    <a:lnTo>
                      <a:pt x="4307" y="20621"/>
                    </a:lnTo>
                    <a:lnTo>
                      <a:pt x="32041" y="0"/>
                    </a:lnTo>
                    <a:lnTo>
                      <a:pt x="59280" y="40005"/>
                    </a:lnTo>
                    <a:lnTo>
                      <a:pt x="11419" y="74925"/>
                    </a:lnTo>
                    <a:lnTo>
                      <a:pt x="0" y="592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9" name="Контур"/>
              <p:cNvSpPr/>
              <p:nvPr/>
            </p:nvSpPr>
            <p:spPr>
              <a:xfrm>
                <a:off x="5634581" y="3335409"/>
                <a:ext cx="176976" cy="166457"/>
              </a:xfrm>
              <a:custGeom>
                <a:avLst/>
                <a:gdLst/>
                <a:ahLst/>
                <a:cxnLst/>
                <a:rect l="l" t="t" r="r" b="b"/>
                <a:pathLst>
                  <a:path w="176976" h="166457">
                    <a:moveTo>
                      <a:pt x="0" y="141921"/>
                    </a:moveTo>
                    <a:lnTo>
                      <a:pt x="88162" y="74892"/>
                    </a:lnTo>
                    <a:lnTo>
                      <a:pt x="130660" y="0"/>
                    </a:lnTo>
                    <a:lnTo>
                      <a:pt x="176976" y="52727"/>
                    </a:lnTo>
                    <a:lnTo>
                      <a:pt x="20885" y="166457"/>
                    </a:lnTo>
                    <a:lnTo>
                      <a:pt x="0" y="1419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0" name="Контур"/>
              <p:cNvSpPr/>
              <p:nvPr/>
            </p:nvSpPr>
            <p:spPr>
              <a:xfrm>
                <a:off x="5784679" y="3313166"/>
                <a:ext cx="32506" cy="32092"/>
              </a:xfrm>
              <a:custGeom>
                <a:avLst/>
                <a:gdLst/>
                <a:ahLst/>
                <a:cxnLst/>
                <a:rect l="l" t="t" r="r" b="b"/>
                <a:pathLst>
                  <a:path w="32506" h="32092">
                    <a:moveTo>
                      <a:pt x="0" y="17250"/>
                    </a:moveTo>
                    <a:lnTo>
                      <a:pt x="19107" y="0"/>
                    </a:lnTo>
                    <a:lnTo>
                      <a:pt x="32506" y="14843"/>
                    </a:lnTo>
                    <a:lnTo>
                      <a:pt x="13399" y="32092"/>
                    </a:lnTo>
                    <a:lnTo>
                      <a:pt x="0" y="172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1" name="Контур"/>
              <p:cNvSpPr/>
              <p:nvPr/>
            </p:nvSpPr>
            <p:spPr>
              <a:xfrm>
                <a:off x="5820060" y="3157769"/>
                <a:ext cx="210197" cy="182384"/>
              </a:xfrm>
              <a:custGeom>
                <a:avLst/>
                <a:gdLst/>
                <a:ahLst/>
                <a:cxnLst/>
                <a:rect l="l" t="t" r="r" b="b"/>
                <a:pathLst>
                  <a:path w="210197" h="182384">
                    <a:moveTo>
                      <a:pt x="210197" y="50019"/>
                    </a:moveTo>
                    <a:lnTo>
                      <a:pt x="38590" y="182384"/>
                    </a:lnTo>
                    <a:lnTo>
                      <a:pt x="0" y="132363"/>
                    </a:lnTo>
                    <a:lnTo>
                      <a:pt x="171612" y="0"/>
                    </a:lnTo>
                    <a:lnTo>
                      <a:pt x="210197" y="500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2" name="Контур"/>
              <p:cNvSpPr/>
              <p:nvPr/>
            </p:nvSpPr>
            <p:spPr>
              <a:xfrm>
                <a:off x="6061193" y="3213352"/>
                <a:ext cx="50275" cy="46608"/>
              </a:xfrm>
              <a:custGeom>
                <a:avLst/>
                <a:gdLst/>
                <a:ahLst/>
                <a:cxnLst/>
                <a:rect l="l" t="t" r="r" b="b"/>
                <a:pathLst>
                  <a:path w="50275" h="46608">
                    <a:moveTo>
                      <a:pt x="26208" y="46608"/>
                    </a:moveTo>
                    <a:lnTo>
                      <a:pt x="0" y="10128"/>
                    </a:lnTo>
                    <a:lnTo>
                      <a:pt x="14093" y="0"/>
                    </a:lnTo>
                    <a:lnTo>
                      <a:pt x="22781" y="12086"/>
                    </a:lnTo>
                    <a:lnTo>
                      <a:pt x="32751" y="4924"/>
                    </a:lnTo>
                    <a:lnTo>
                      <a:pt x="50275" y="29308"/>
                    </a:lnTo>
                    <a:lnTo>
                      <a:pt x="26208" y="466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3" name="Контур"/>
              <p:cNvSpPr/>
              <p:nvPr/>
            </p:nvSpPr>
            <p:spPr>
              <a:xfrm>
                <a:off x="5737961" y="2409784"/>
                <a:ext cx="1117723" cy="804408"/>
              </a:xfrm>
              <a:custGeom>
                <a:avLst/>
                <a:gdLst/>
                <a:ahLst/>
                <a:cxnLst/>
                <a:rect l="l" t="t" r="r" b="b"/>
                <a:pathLst>
                  <a:path w="1117723" h="804408">
                    <a:moveTo>
                      <a:pt x="1117723" y="29001"/>
                    </a:moveTo>
                    <a:lnTo>
                      <a:pt x="872813" y="180537"/>
                    </a:lnTo>
                    <a:lnTo>
                      <a:pt x="480903" y="456100"/>
                    </a:lnTo>
                    <a:lnTo>
                      <a:pt x="20583" y="804408"/>
                    </a:lnTo>
                    <a:lnTo>
                      <a:pt x="0" y="777216"/>
                    </a:lnTo>
                    <a:lnTo>
                      <a:pt x="460800" y="428544"/>
                    </a:lnTo>
                    <a:lnTo>
                      <a:pt x="854016" y="152064"/>
                    </a:lnTo>
                    <a:lnTo>
                      <a:pt x="1099776" y="0"/>
                    </a:lnTo>
                    <a:lnTo>
                      <a:pt x="1117723" y="290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4" name="Контур"/>
              <p:cNvSpPr/>
              <p:nvPr/>
            </p:nvSpPr>
            <p:spPr>
              <a:xfrm>
                <a:off x="5991672" y="3077133"/>
                <a:ext cx="128888" cy="130655"/>
              </a:xfrm>
              <a:custGeom>
                <a:avLst/>
                <a:gdLst/>
                <a:ahLst/>
                <a:cxnLst/>
                <a:rect l="l" t="t" r="r" b="b"/>
                <a:pathLst>
                  <a:path w="128888" h="130655">
                    <a:moveTo>
                      <a:pt x="0" y="80636"/>
                    </a:moveTo>
                    <a:lnTo>
                      <a:pt x="87662" y="0"/>
                    </a:lnTo>
                    <a:lnTo>
                      <a:pt x="120219" y="39427"/>
                    </a:lnTo>
                    <a:lnTo>
                      <a:pt x="128888" y="51400"/>
                    </a:lnTo>
                    <a:lnTo>
                      <a:pt x="38585" y="130655"/>
                    </a:lnTo>
                    <a:lnTo>
                      <a:pt x="0" y="806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5" name="Контур"/>
              <p:cNvSpPr/>
              <p:nvPr/>
            </p:nvSpPr>
            <p:spPr>
              <a:xfrm>
                <a:off x="5737961" y="2499640"/>
                <a:ext cx="854736" cy="638140"/>
              </a:xfrm>
              <a:custGeom>
                <a:avLst/>
                <a:gdLst/>
                <a:ahLst/>
                <a:cxnLst/>
                <a:rect l="l" t="t" r="r" b="b"/>
                <a:pathLst>
                  <a:path w="854736" h="638140">
                    <a:moveTo>
                      <a:pt x="839808" y="3072"/>
                    </a:moveTo>
                    <a:lnTo>
                      <a:pt x="854736" y="28560"/>
                    </a:lnTo>
                    <a:lnTo>
                      <a:pt x="386559" y="355977"/>
                    </a:lnTo>
                    <a:lnTo>
                      <a:pt x="20055" y="638140"/>
                    </a:lnTo>
                    <a:lnTo>
                      <a:pt x="0" y="612096"/>
                    </a:lnTo>
                    <a:lnTo>
                      <a:pt x="367104" y="329472"/>
                    </a:lnTo>
                    <a:lnTo>
                      <a:pt x="838080" y="0"/>
                    </a:lnTo>
                    <a:lnTo>
                      <a:pt x="839808" y="30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6" name="Контур"/>
              <p:cNvSpPr/>
              <p:nvPr/>
            </p:nvSpPr>
            <p:spPr>
              <a:xfrm>
                <a:off x="5611952" y="3040902"/>
                <a:ext cx="76512" cy="76718"/>
              </a:xfrm>
              <a:custGeom>
                <a:avLst/>
                <a:gdLst/>
                <a:ahLst/>
                <a:cxnLst/>
                <a:rect l="l" t="t" r="r" b="b"/>
                <a:pathLst>
                  <a:path w="76512" h="76718">
                    <a:moveTo>
                      <a:pt x="37065" y="76718"/>
                    </a:moveTo>
                    <a:lnTo>
                      <a:pt x="0" y="41400"/>
                    </a:lnTo>
                    <a:lnTo>
                      <a:pt x="39446" y="0"/>
                    </a:lnTo>
                    <a:lnTo>
                      <a:pt x="76512" y="35318"/>
                    </a:lnTo>
                    <a:lnTo>
                      <a:pt x="37065" y="767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7" name="Контур"/>
              <p:cNvSpPr/>
              <p:nvPr/>
            </p:nvSpPr>
            <p:spPr>
              <a:xfrm>
                <a:off x="6065129" y="2930488"/>
                <a:ext cx="204197" cy="186072"/>
              </a:xfrm>
              <a:custGeom>
                <a:avLst/>
                <a:gdLst/>
                <a:ahLst/>
                <a:cxnLst/>
                <a:rect l="l" t="t" r="r" b="b"/>
                <a:pathLst>
                  <a:path w="204197" h="186072">
                    <a:moveTo>
                      <a:pt x="204197" y="57052"/>
                    </a:moveTo>
                    <a:lnTo>
                      <a:pt x="46762" y="186072"/>
                    </a:lnTo>
                    <a:lnTo>
                      <a:pt x="14205" y="146645"/>
                    </a:lnTo>
                    <a:lnTo>
                      <a:pt x="0" y="129024"/>
                    </a:lnTo>
                    <a:lnTo>
                      <a:pt x="157440" y="0"/>
                    </a:lnTo>
                    <a:lnTo>
                      <a:pt x="170077" y="15505"/>
                    </a:lnTo>
                    <a:lnTo>
                      <a:pt x="188046" y="37325"/>
                    </a:lnTo>
                    <a:lnTo>
                      <a:pt x="204197" y="570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8" name="Контур"/>
              <p:cNvSpPr/>
              <p:nvPr/>
            </p:nvSpPr>
            <p:spPr>
              <a:xfrm>
                <a:off x="6486128" y="3929954"/>
                <a:ext cx="53497" cy="56852"/>
              </a:xfrm>
              <a:custGeom>
                <a:avLst/>
                <a:gdLst/>
                <a:ahLst/>
                <a:cxnLst/>
                <a:rect l="l" t="t" r="r" b="b"/>
                <a:pathLst>
                  <a:path w="53497" h="56852">
                    <a:moveTo>
                      <a:pt x="30975" y="56852"/>
                    </a:moveTo>
                    <a:lnTo>
                      <a:pt x="0" y="17918"/>
                    </a:lnTo>
                    <a:lnTo>
                      <a:pt x="22520" y="0"/>
                    </a:lnTo>
                    <a:lnTo>
                      <a:pt x="53497" y="38929"/>
                    </a:lnTo>
                    <a:lnTo>
                      <a:pt x="30975" y="568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9" name="Контур"/>
              <p:cNvSpPr/>
              <p:nvPr/>
            </p:nvSpPr>
            <p:spPr>
              <a:xfrm>
                <a:off x="6454380" y="3871672"/>
                <a:ext cx="69245" cy="70401"/>
              </a:xfrm>
              <a:custGeom>
                <a:avLst/>
                <a:gdLst/>
                <a:ahLst/>
                <a:cxnLst/>
                <a:rect l="l" t="t" r="r" b="b"/>
                <a:pathLst>
                  <a:path w="69245" h="70401">
                    <a:moveTo>
                      <a:pt x="32640" y="70401"/>
                    </a:moveTo>
                    <a:lnTo>
                      <a:pt x="0" y="28540"/>
                    </a:lnTo>
                    <a:lnTo>
                      <a:pt x="36605" y="0"/>
                    </a:lnTo>
                    <a:lnTo>
                      <a:pt x="69245" y="41856"/>
                    </a:lnTo>
                    <a:lnTo>
                      <a:pt x="32640" y="704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0" name="Контур"/>
              <p:cNvSpPr/>
              <p:nvPr/>
            </p:nvSpPr>
            <p:spPr>
              <a:xfrm>
                <a:off x="6358491" y="3821752"/>
                <a:ext cx="94862" cy="112814"/>
              </a:xfrm>
              <a:custGeom>
                <a:avLst/>
                <a:gdLst/>
                <a:ahLst/>
                <a:cxnLst/>
                <a:rect l="l" t="t" r="r" b="b"/>
                <a:pathLst>
                  <a:path w="94862" h="112814">
                    <a:moveTo>
                      <a:pt x="69509" y="112814"/>
                    </a:moveTo>
                    <a:lnTo>
                      <a:pt x="0" y="18729"/>
                    </a:lnTo>
                    <a:lnTo>
                      <a:pt x="25358" y="0"/>
                    </a:lnTo>
                    <a:lnTo>
                      <a:pt x="94862" y="94080"/>
                    </a:lnTo>
                    <a:lnTo>
                      <a:pt x="69509" y="1128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1" name="Контур"/>
              <p:cNvSpPr/>
              <p:nvPr/>
            </p:nvSpPr>
            <p:spPr>
              <a:xfrm>
                <a:off x="6516697" y="3876503"/>
                <a:ext cx="40128" cy="41880"/>
              </a:xfrm>
              <a:custGeom>
                <a:avLst/>
                <a:gdLst/>
                <a:ahLst/>
                <a:cxnLst/>
                <a:rect l="l" t="t" r="r" b="b"/>
                <a:pathLst>
                  <a:path w="40128" h="41880">
                    <a:moveTo>
                      <a:pt x="19767" y="41880"/>
                    </a:moveTo>
                    <a:lnTo>
                      <a:pt x="0" y="14940"/>
                    </a:lnTo>
                    <a:lnTo>
                      <a:pt x="20361" y="0"/>
                    </a:lnTo>
                    <a:lnTo>
                      <a:pt x="40128" y="26940"/>
                    </a:lnTo>
                    <a:lnTo>
                      <a:pt x="19767" y="418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2" name="Контур"/>
              <p:cNvSpPr/>
              <p:nvPr/>
            </p:nvSpPr>
            <p:spPr>
              <a:xfrm>
                <a:off x="6537058" y="3726476"/>
                <a:ext cx="214582" cy="176967"/>
              </a:xfrm>
              <a:custGeom>
                <a:avLst/>
                <a:gdLst/>
                <a:ahLst/>
                <a:cxnLst/>
                <a:rect l="l" t="t" r="r" b="b"/>
                <a:pathLst>
                  <a:path w="214582" h="176967">
                    <a:moveTo>
                      <a:pt x="0" y="150027"/>
                    </a:moveTo>
                    <a:lnTo>
                      <a:pt x="195262" y="0"/>
                    </a:lnTo>
                    <a:lnTo>
                      <a:pt x="214582" y="25066"/>
                    </a:lnTo>
                    <a:lnTo>
                      <a:pt x="19767" y="176967"/>
                    </a:lnTo>
                    <a:lnTo>
                      <a:pt x="0" y="1500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3" name="Контур"/>
              <p:cNvSpPr/>
              <p:nvPr/>
            </p:nvSpPr>
            <p:spPr>
              <a:xfrm>
                <a:off x="6219929" y="3256787"/>
                <a:ext cx="591125" cy="619716"/>
              </a:xfrm>
              <a:custGeom>
                <a:avLst/>
                <a:gdLst/>
                <a:ahLst/>
                <a:cxnLst/>
                <a:rect l="l" t="t" r="r" b="b"/>
                <a:pathLst>
                  <a:path w="591125" h="619716">
                    <a:moveTo>
                      <a:pt x="145195" y="98136"/>
                    </a:moveTo>
                    <a:lnTo>
                      <a:pt x="168514" y="80549"/>
                    </a:lnTo>
                    <a:lnTo>
                      <a:pt x="275314" y="0"/>
                    </a:lnTo>
                    <a:lnTo>
                      <a:pt x="570240" y="383059"/>
                    </a:lnTo>
                    <a:lnTo>
                      <a:pt x="591125" y="410184"/>
                    </a:lnTo>
                    <a:lnTo>
                      <a:pt x="570096" y="426077"/>
                    </a:lnTo>
                    <a:lnTo>
                      <a:pt x="512391" y="469689"/>
                    </a:lnTo>
                    <a:lnTo>
                      <a:pt x="317129" y="619716"/>
                    </a:lnTo>
                    <a:lnTo>
                      <a:pt x="0" y="207648"/>
                    </a:lnTo>
                    <a:lnTo>
                      <a:pt x="51255" y="168989"/>
                    </a:lnTo>
                    <a:lnTo>
                      <a:pt x="103686" y="129312"/>
                    </a:lnTo>
                    <a:lnTo>
                      <a:pt x="111791" y="123156"/>
                    </a:lnTo>
                    <a:lnTo>
                      <a:pt x="120471" y="116789"/>
                    </a:lnTo>
                    <a:lnTo>
                      <a:pt x="145195" y="981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4" name="Контур"/>
              <p:cNvSpPr/>
              <p:nvPr/>
            </p:nvSpPr>
            <p:spPr>
              <a:xfrm>
                <a:off x="6323499" y="3684827"/>
                <a:ext cx="71203" cy="65745"/>
              </a:xfrm>
              <a:custGeom>
                <a:avLst/>
                <a:gdLst/>
                <a:ahLst/>
                <a:cxnLst/>
                <a:rect l="l" t="t" r="r" b="b"/>
                <a:pathLst>
                  <a:path w="71203" h="65745">
                    <a:moveTo>
                      <a:pt x="0" y="37521"/>
                    </a:moveTo>
                    <a:lnTo>
                      <a:pt x="50035" y="0"/>
                    </a:lnTo>
                    <a:lnTo>
                      <a:pt x="71203" y="28224"/>
                    </a:lnTo>
                    <a:lnTo>
                      <a:pt x="21168" y="65745"/>
                    </a:lnTo>
                    <a:lnTo>
                      <a:pt x="0" y="375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5" name="Контур"/>
              <p:cNvSpPr/>
              <p:nvPr/>
            </p:nvSpPr>
            <p:spPr>
              <a:xfrm>
                <a:off x="6107048" y="3408952"/>
                <a:ext cx="158049" cy="194044"/>
              </a:xfrm>
              <a:custGeom>
                <a:avLst/>
                <a:gdLst/>
                <a:ahLst/>
                <a:cxnLst/>
                <a:rect l="l" t="t" r="r" b="b"/>
                <a:pathLst>
                  <a:path w="158049" h="194044">
                    <a:moveTo>
                      <a:pt x="0" y="19651"/>
                    </a:moveTo>
                    <a:lnTo>
                      <a:pt x="26049" y="0"/>
                    </a:lnTo>
                    <a:lnTo>
                      <a:pt x="62073" y="47164"/>
                    </a:lnTo>
                    <a:lnTo>
                      <a:pt x="158049" y="172358"/>
                    </a:lnTo>
                    <a:lnTo>
                      <a:pt x="129758" y="194044"/>
                    </a:lnTo>
                    <a:lnTo>
                      <a:pt x="0" y="196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6" name="Контур"/>
              <p:cNvSpPr/>
              <p:nvPr/>
            </p:nvSpPr>
            <p:spPr>
              <a:xfrm>
                <a:off x="6257513" y="3608545"/>
                <a:ext cx="99821" cy="93903"/>
              </a:xfrm>
              <a:custGeom>
                <a:avLst/>
                <a:gdLst/>
                <a:ahLst/>
                <a:cxnLst/>
                <a:rect l="l" t="t" r="r" b="b"/>
                <a:pathLst>
                  <a:path w="99821" h="93903">
                    <a:moveTo>
                      <a:pt x="0" y="45399"/>
                    </a:moveTo>
                    <a:lnTo>
                      <a:pt x="49263" y="7594"/>
                    </a:lnTo>
                    <a:lnTo>
                      <a:pt x="51288" y="10234"/>
                    </a:lnTo>
                    <a:lnTo>
                      <a:pt x="64627" y="0"/>
                    </a:lnTo>
                    <a:lnTo>
                      <a:pt x="99821" y="45869"/>
                    </a:lnTo>
                    <a:lnTo>
                      <a:pt x="37205" y="93903"/>
                    </a:lnTo>
                    <a:lnTo>
                      <a:pt x="0" y="453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7" name="Контур"/>
              <p:cNvSpPr/>
              <p:nvPr/>
            </p:nvSpPr>
            <p:spPr>
              <a:xfrm>
                <a:off x="6202371" y="3402500"/>
                <a:ext cx="68813" cy="61935"/>
              </a:xfrm>
              <a:custGeom>
                <a:avLst/>
                <a:gdLst/>
                <a:ahLst/>
                <a:cxnLst/>
                <a:rect l="l" t="t" r="r" b="b"/>
                <a:pathLst>
                  <a:path w="68813" h="61935">
                    <a:moveTo>
                      <a:pt x="68813" y="23276"/>
                    </a:moveTo>
                    <a:lnTo>
                      <a:pt x="17558" y="61935"/>
                    </a:lnTo>
                    <a:lnTo>
                      <a:pt x="0" y="38660"/>
                    </a:lnTo>
                    <a:lnTo>
                      <a:pt x="51254" y="0"/>
                    </a:lnTo>
                    <a:lnTo>
                      <a:pt x="68813" y="232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8" name="Контур"/>
              <p:cNvSpPr/>
              <p:nvPr/>
            </p:nvSpPr>
            <p:spPr>
              <a:xfrm>
                <a:off x="6133097" y="3389438"/>
                <a:ext cx="61392" cy="66678"/>
              </a:xfrm>
              <a:custGeom>
                <a:avLst/>
                <a:gdLst/>
                <a:ahLst/>
                <a:cxnLst/>
                <a:rect l="l" t="t" r="r" b="b"/>
                <a:pathLst>
                  <a:path w="61392" h="66678">
                    <a:moveTo>
                      <a:pt x="0" y="19514"/>
                    </a:moveTo>
                    <a:lnTo>
                      <a:pt x="11983" y="10493"/>
                    </a:lnTo>
                    <a:lnTo>
                      <a:pt x="25781" y="0"/>
                    </a:lnTo>
                    <a:lnTo>
                      <a:pt x="41755" y="21443"/>
                    </a:lnTo>
                    <a:lnTo>
                      <a:pt x="61392" y="47882"/>
                    </a:lnTo>
                    <a:lnTo>
                      <a:pt x="36024" y="66678"/>
                    </a:lnTo>
                    <a:lnTo>
                      <a:pt x="0" y="195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9" name="Контур"/>
              <p:cNvSpPr/>
              <p:nvPr/>
            </p:nvSpPr>
            <p:spPr>
              <a:xfrm>
                <a:off x="6101390" y="3392748"/>
                <a:ext cx="43690" cy="35855"/>
              </a:xfrm>
              <a:custGeom>
                <a:avLst/>
                <a:gdLst/>
                <a:ahLst/>
                <a:cxnLst/>
                <a:rect l="l" t="t" r="r" b="b"/>
                <a:pathLst>
                  <a:path w="43690" h="35855">
                    <a:moveTo>
                      <a:pt x="31707" y="16204"/>
                    </a:moveTo>
                    <a:lnTo>
                      <a:pt x="5658" y="35855"/>
                    </a:lnTo>
                    <a:lnTo>
                      <a:pt x="0" y="28543"/>
                    </a:lnTo>
                    <a:lnTo>
                      <a:pt x="38128" y="0"/>
                    </a:lnTo>
                    <a:lnTo>
                      <a:pt x="43690" y="7183"/>
                    </a:lnTo>
                    <a:lnTo>
                      <a:pt x="31707" y="162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0" name="Контур"/>
              <p:cNvSpPr/>
              <p:nvPr/>
            </p:nvSpPr>
            <p:spPr>
              <a:xfrm>
                <a:off x="6314370" y="3367771"/>
                <a:ext cx="17350" cy="18328"/>
              </a:xfrm>
              <a:custGeom>
                <a:avLst/>
                <a:gdLst/>
                <a:ahLst/>
                <a:cxnLst/>
                <a:rect l="l" t="t" r="r" b="b"/>
                <a:pathLst>
                  <a:path w="17350" h="18328">
                    <a:moveTo>
                      <a:pt x="0" y="6156"/>
                    </a:moveTo>
                    <a:lnTo>
                      <a:pt x="8105" y="0"/>
                    </a:lnTo>
                    <a:lnTo>
                      <a:pt x="17350" y="12172"/>
                    </a:lnTo>
                    <a:lnTo>
                      <a:pt x="9245" y="18328"/>
                    </a:lnTo>
                    <a:lnTo>
                      <a:pt x="0" y="61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1" name="Контур"/>
              <p:cNvSpPr/>
              <p:nvPr/>
            </p:nvSpPr>
            <p:spPr>
              <a:xfrm>
                <a:off x="6315896" y="3304849"/>
                <a:ext cx="72547" cy="68727"/>
              </a:xfrm>
              <a:custGeom>
                <a:avLst/>
                <a:gdLst/>
                <a:ahLst/>
                <a:cxnLst/>
                <a:rect l="l" t="t" r="r" b="b"/>
                <a:pathLst>
                  <a:path w="72547" h="68727">
                    <a:moveTo>
                      <a:pt x="49228" y="50074"/>
                    </a:moveTo>
                    <a:lnTo>
                      <a:pt x="24504" y="68727"/>
                    </a:lnTo>
                    <a:lnTo>
                      <a:pt x="0" y="36240"/>
                    </a:lnTo>
                    <a:lnTo>
                      <a:pt x="48043" y="0"/>
                    </a:lnTo>
                    <a:lnTo>
                      <a:pt x="72547" y="32487"/>
                    </a:lnTo>
                    <a:lnTo>
                      <a:pt x="49228" y="500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2" name="Контур"/>
              <p:cNvSpPr/>
              <p:nvPr/>
            </p:nvSpPr>
            <p:spPr>
              <a:xfrm>
                <a:off x="6504081" y="3026745"/>
                <a:ext cx="56773" cy="34955"/>
              </a:xfrm>
              <a:custGeom>
                <a:avLst/>
                <a:gdLst/>
                <a:ahLst/>
                <a:cxnLst/>
                <a:rect l="l" t="t" r="r" b="b"/>
                <a:pathLst>
                  <a:path w="56773" h="34955">
                    <a:moveTo>
                      <a:pt x="0" y="23440"/>
                    </a:moveTo>
                    <a:lnTo>
                      <a:pt x="5237" y="0"/>
                    </a:lnTo>
                    <a:lnTo>
                      <a:pt x="56773" y="11516"/>
                    </a:lnTo>
                    <a:lnTo>
                      <a:pt x="51535" y="34955"/>
                    </a:lnTo>
                    <a:lnTo>
                      <a:pt x="0" y="234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3" name="Контур"/>
              <p:cNvSpPr/>
              <p:nvPr/>
            </p:nvSpPr>
            <p:spPr>
              <a:xfrm>
                <a:off x="6573848" y="3146982"/>
                <a:ext cx="92707" cy="73291"/>
              </a:xfrm>
              <a:custGeom>
                <a:avLst/>
                <a:gdLst/>
                <a:ahLst/>
                <a:cxnLst/>
                <a:rect l="l" t="t" r="r" b="b"/>
                <a:pathLst>
                  <a:path w="92707" h="73291">
                    <a:moveTo>
                      <a:pt x="61065" y="65078"/>
                    </a:moveTo>
                    <a:lnTo>
                      <a:pt x="9806" y="73291"/>
                    </a:lnTo>
                    <a:lnTo>
                      <a:pt x="0" y="10819"/>
                    </a:lnTo>
                    <a:lnTo>
                      <a:pt x="82896" y="0"/>
                    </a:lnTo>
                    <a:lnTo>
                      <a:pt x="86352" y="21154"/>
                    </a:lnTo>
                    <a:lnTo>
                      <a:pt x="92707" y="60010"/>
                    </a:lnTo>
                    <a:lnTo>
                      <a:pt x="87105" y="60907"/>
                    </a:lnTo>
                    <a:lnTo>
                      <a:pt x="80923" y="61896"/>
                    </a:lnTo>
                    <a:lnTo>
                      <a:pt x="61065" y="650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4" name="Контур"/>
              <p:cNvSpPr/>
              <p:nvPr/>
            </p:nvSpPr>
            <p:spPr>
              <a:xfrm>
                <a:off x="6147176" y="2999305"/>
                <a:ext cx="231264" cy="189039"/>
              </a:xfrm>
              <a:custGeom>
                <a:avLst/>
                <a:gdLst/>
                <a:ahLst/>
                <a:cxnLst/>
                <a:rect l="l" t="t" r="r" b="b"/>
                <a:pathLst>
                  <a:path w="231264" h="189039">
                    <a:moveTo>
                      <a:pt x="193651" y="0"/>
                    </a:moveTo>
                    <a:lnTo>
                      <a:pt x="231264" y="52589"/>
                    </a:lnTo>
                    <a:lnTo>
                      <a:pt x="41092" y="189039"/>
                    </a:lnTo>
                    <a:lnTo>
                      <a:pt x="0" y="138495"/>
                    </a:lnTo>
                    <a:lnTo>
                      <a:pt x="19365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5" name="Контур"/>
              <p:cNvSpPr/>
              <p:nvPr/>
            </p:nvSpPr>
            <p:spPr>
              <a:xfrm>
                <a:off x="6378838" y="3100349"/>
                <a:ext cx="165609" cy="141673"/>
              </a:xfrm>
              <a:custGeom>
                <a:avLst/>
                <a:gdLst/>
                <a:ahLst/>
                <a:cxnLst/>
                <a:rect l="l" t="t" r="r" b="b"/>
                <a:pathLst>
                  <a:path w="165609" h="141673">
                    <a:moveTo>
                      <a:pt x="19361" y="141673"/>
                    </a:moveTo>
                    <a:lnTo>
                      <a:pt x="0" y="117593"/>
                    </a:lnTo>
                    <a:lnTo>
                      <a:pt x="146247" y="0"/>
                    </a:lnTo>
                    <a:lnTo>
                      <a:pt x="165609" y="24080"/>
                    </a:lnTo>
                    <a:lnTo>
                      <a:pt x="19361" y="1416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6" name="Контур"/>
              <p:cNvSpPr/>
              <p:nvPr/>
            </p:nvSpPr>
            <p:spPr>
              <a:xfrm>
                <a:off x="6638796" y="2829880"/>
                <a:ext cx="275741" cy="321763"/>
              </a:xfrm>
              <a:custGeom>
                <a:avLst/>
                <a:gdLst/>
                <a:ahLst/>
                <a:cxnLst/>
                <a:rect l="l" t="t" r="r" b="b"/>
                <a:pathLst>
                  <a:path w="275741" h="321763">
                    <a:moveTo>
                      <a:pt x="205829" y="321763"/>
                    </a:moveTo>
                    <a:lnTo>
                      <a:pt x="0" y="54489"/>
                    </a:lnTo>
                    <a:lnTo>
                      <a:pt x="69917" y="0"/>
                    </a:lnTo>
                    <a:lnTo>
                      <a:pt x="275741" y="266496"/>
                    </a:lnTo>
                    <a:lnTo>
                      <a:pt x="205829" y="3217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7" name="Контур"/>
              <p:cNvSpPr/>
              <p:nvPr/>
            </p:nvSpPr>
            <p:spPr>
              <a:xfrm>
                <a:off x="6721457" y="3232120"/>
                <a:ext cx="257007" cy="292800"/>
              </a:xfrm>
              <a:custGeom>
                <a:avLst/>
                <a:gdLst/>
                <a:ahLst/>
                <a:cxnLst/>
                <a:rect l="l" t="t" r="r" b="b"/>
                <a:pathLst>
                  <a:path w="257007" h="292800">
                    <a:moveTo>
                      <a:pt x="91704" y="292800"/>
                    </a:moveTo>
                    <a:lnTo>
                      <a:pt x="0" y="174518"/>
                    </a:lnTo>
                    <a:lnTo>
                      <a:pt x="91695" y="103416"/>
                    </a:lnTo>
                    <a:lnTo>
                      <a:pt x="55762" y="57076"/>
                    </a:lnTo>
                    <a:lnTo>
                      <a:pt x="129360" y="0"/>
                    </a:lnTo>
                    <a:lnTo>
                      <a:pt x="257007" y="164572"/>
                    </a:lnTo>
                    <a:lnTo>
                      <a:pt x="91704" y="2928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8" name="Контур"/>
              <p:cNvSpPr/>
              <p:nvPr/>
            </p:nvSpPr>
            <p:spPr>
              <a:xfrm>
                <a:off x="6990359" y="3369343"/>
                <a:ext cx="105071" cy="102460"/>
              </a:xfrm>
              <a:custGeom>
                <a:avLst/>
                <a:gdLst/>
                <a:ahLst/>
                <a:cxnLst/>
                <a:rect l="l" t="t" r="r" b="b"/>
                <a:pathLst>
                  <a:path w="105071" h="102460">
                    <a:moveTo>
                      <a:pt x="19990" y="102460"/>
                    </a:moveTo>
                    <a:lnTo>
                      <a:pt x="0" y="76105"/>
                    </a:lnTo>
                    <a:lnTo>
                      <a:pt x="57210" y="32713"/>
                    </a:lnTo>
                    <a:lnTo>
                      <a:pt x="48432" y="21140"/>
                    </a:lnTo>
                    <a:lnTo>
                      <a:pt x="76304" y="0"/>
                    </a:lnTo>
                    <a:lnTo>
                      <a:pt x="105071" y="37929"/>
                    </a:lnTo>
                    <a:lnTo>
                      <a:pt x="19990" y="1024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9" name="Контур"/>
              <p:cNvSpPr/>
              <p:nvPr/>
            </p:nvSpPr>
            <p:spPr>
              <a:xfrm>
                <a:off x="7095935" y="3325203"/>
                <a:ext cx="41456" cy="38613"/>
              </a:xfrm>
              <a:custGeom>
                <a:avLst/>
                <a:gdLst/>
                <a:ahLst/>
                <a:cxnLst/>
                <a:rect l="l" t="t" r="r" b="b"/>
                <a:pathLst>
                  <a:path w="41456" h="38613">
                    <a:moveTo>
                      <a:pt x="11502" y="38613"/>
                    </a:moveTo>
                    <a:lnTo>
                      <a:pt x="0" y="24619"/>
                    </a:lnTo>
                    <a:lnTo>
                      <a:pt x="29954" y="0"/>
                    </a:lnTo>
                    <a:lnTo>
                      <a:pt x="41456" y="13994"/>
                    </a:lnTo>
                    <a:lnTo>
                      <a:pt x="11502" y="386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0" name="Контур"/>
              <p:cNvSpPr/>
              <p:nvPr/>
            </p:nvSpPr>
            <p:spPr>
              <a:xfrm>
                <a:off x="6790025" y="3407272"/>
                <a:ext cx="341290" cy="298252"/>
              </a:xfrm>
              <a:custGeom>
                <a:avLst/>
                <a:gdLst/>
                <a:ahLst/>
                <a:cxnLst/>
                <a:rect l="l" t="t" r="r" b="b"/>
                <a:pathLst>
                  <a:path w="341290" h="298252">
                    <a:moveTo>
                      <a:pt x="21029" y="259699"/>
                    </a:moveTo>
                    <a:lnTo>
                      <a:pt x="144" y="232574"/>
                    </a:lnTo>
                    <a:lnTo>
                      <a:pt x="48519" y="194841"/>
                    </a:lnTo>
                    <a:lnTo>
                      <a:pt x="40109" y="183734"/>
                    </a:lnTo>
                    <a:lnTo>
                      <a:pt x="82680" y="151444"/>
                    </a:lnTo>
                    <a:lnTo>
                      <a:pt x="91095" y="162547"/>
                    </a:lnTo>
                    <a:lnTo>
                      <a:pt x="220324" y="64531"/>
                    </a:lnTo>
                    <a:lnTo>
                      <a:pt x="305405" y="0"/>
                    </a:lnTo>
                    <a:lnTo>
                      <a:pt x="341290" y="45787"/>
                    </a:lnTo>
                    <a:lnTo>
                      <a:pt x="163758" y="184255"/>
                    </a:lnTo>
                    <a:lnTo>
                      <a:pt x="80571" y="249139"/>
                    </a:lnTo>
                    <a:lnTo>
                      <a:pt x="17602" y="298252"/>
                    </a:lnTo>
                    <a:lnTo>
                      <a:pt x="0" y="275592"/>
                    </a:lnTo>
                    <a:lnTo>
                      <a:pt x="21029" y="2596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1" name="Контур"/>
              <p:cNvSpPr/>
              <p:nvPr/>
            </p:nvSpPr>
            <p:spPr>
              <a:xfrm>
                <a:off x="6870596" y="3591527"/>
                <a:ext cx="95188" cy="79652"/>
              </a:xfrm>
              <a:custGeom>
                <a:avLst/>
                <a:gdLst/>
                <a:ahLst/>
                <a:cxnLst/>
                <a:rect l="l" t="t" r="r" b="b"/>
                <a:pathLst>
                  <a:path w="95188" h="79652">
                    <a:moveTo>
                      <a:pt x="0" y="64884"/>
                    </a:moveTo>
                    <a:lnTo>
                      <a:pt x="83187" y="0"/>
                    </a:lnTo>
                    <a:lnTo>
                      <a:pt x="95188" y="14996"/>
                    </a:lnTo>
                    <a:lnTo>
                      <a:pt x="11181" y="79652"/>
                    </a:lnTo>
                    <a:lnTo>
                      <a:pt x="0" y="648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2" name="Контур"/>
              <p:cNvSpPr/>
              <p:nvPr/>
            </p:nvSpPr>
            <p:spPr>
              <a:xfrm>
                <a:off x="5978919" y="5221340"/>
                <a:ext cx="30934" cy="35585"/>
              </a:xfrm>
              <a:custGeom>
                <a:avLst/>
                <a:gdLst/>
                <a:ahLst/>
                <a:cxnLst/>
                <a:rect l="l" t="t" r="r" b="b"/>
                <a:pathLst>
                  <a:path w="30934" h="35585">
                    <a:moveTo>
                      <a:pt x="30934" y="27045"/>
                    </a:moveTo>
                    <a:lnTo>
                      <a:pt x="12615" y="35585"/>
                    </a:lnTo>
                    <a:lnTo>
                      <a:pt x="0" y="8522"/>
                    </a:lnTo>
                    <a:lnTo>
                      <a:pt x="18260" y="0"/>
                    </a:lnTo>
                    <a:lnTo>
                      <a:pt x="30934" y="270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3" name="Контур"/>
              <p:cNvSpPr/>
              <p:nvPr/>
            </p:nvSpPr>
            <p:spPr>
              <a:xfrm>
                <a:off x="6022753" y="5103544"/>
                <a:ext cx="81380" cy="64167"/>
              </a:xfrm>
              <a:custGeom>
                <a:avLst/>
                <a:gdLst/>
                <a:ahLst/>
                <a:cxnLst/>
                <a:rect l="l" t="t" r="r" b="b"/>
                <a:pathLst>
                  <a:path w="81380" h="64167">
                    <a:moveTo>
                      <a:pt x="15641" y="64167"/>
                    </a:moveTo>
                    <a:lnTo>
                      <a:pt x="0" y="30993"/>
                    </a:lnTo>
                    <a:lnTo>
                      <a:pt x="65740" y="0"/>
                    </a:lnTo>
                    <a:lnTo>
                      <a:pt x="81380" y="33174"/>
                    </a:lnTo>
                    <a:lnTo>
                      <a:pt x="15641" y="641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4" name="Контур"/>
              <p:cNvSpPr/>
              <p:nvPr/>
            </p:nvSpPr>
            <p:spPr>
              <a:xfrm>
                <a:off x="5632150" y="5026316"/>
                <a:ext cx="104562" cy="135672"/>
              </a:xfrm>
              <a:custGeom>
                <a:avLst/>
                <a:gdLst/>
                <a:ahLst/>
                <a:cxnLst/>
                <a:rect l="l" t="t" r="r" b="b"/>
                <a:pathLst>
                  <a:path w="104562" h="135672">
                    <a:moveTo>
                      <a:pt x="46421" y="135672"/>
                    </a:moveTo>
                    <a:lnTo>
                      <a:pt x="0" y="25906"/>
                    </a:lnTo>
                    <a:lnTo>
                      <a:pt x="55469" y="0"/>
                    </a:lnTo>
                    <a:lnTo>
                      <a:pt x="104562" y="108981"/>
                    </a:lnTo>
                    <a:lnTo>
                      <a:pt x="46421" y="135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5" name="Контур"/>
              <p:cNvSpPr/>
              <p:nvPr/>
            </p:nvSpPr>
            <p:spPr>
              <a:xfrm>
                <a:off x="5717035" y="4808843"/>
                <a:ext cx="398201" cy="318945"/>
              </a:xfrm>
              <a:custGeom>
                <a:avLst/>
                <a:gdLst/>
                <a:ahLst/>
                <a:cxnLst/>
                <a:rect l="l" t="t" r="r" b="b"/>
                <a:pathLst>
                  <a:path w="398201" h="318945">
                    <a:moveTo>
                      <a:pt x="40912" y="318945"/>
                    </a:moveTo>
                    <a:lnTo>
                      <a:pt x="0" y="235759"/>
                    </a:lnTo>
                    <a:lnTo>
                      <a:pt x="132235" y="170724"/>
                    </a:lnTo>
                    <a:lnTo>
                      <a:pt x="102707" y="110685"/>
                    </a:lnTo>
                    <a:lnTo>
                      <a:pt x="327761" y="0"/>
                    </a:lnTo>
                    <a:lnTo>
                      <a:pt x="398201" y="143225"/>
                    </a:lnTo>
                    <a:lnTo>
                      <a:pt x="342828" y="171758"/>
                    </a:lnTo>
                    <a:lnTo>
                      <a:pt x="329628" y="178309"/>
                    </a:lnTo>
                    <a:lnTo>
                      <a:pt x="249949" y="216253"/>
                    </a:lnTo>
                    <a:lnTo>
                      <a:pt x="40912" y="3189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6" name="Контур"/>
              <p:cNvSpPr/>
              <p:nvPr/>
            </p:nvSpPr>
            <p:spPr>
              <a:xfrm>
                <a:off x="5966984" y="4987152"/>
                <a:ext cx="97817" cy="76032"/>
              </a:xfrm>
              <a:custGeom>
                <a:avLst/>
                <a:gdLst/>
                <a:ahLst/>
                <a:cxnLst/>
                <a:rect l="l" t="t" r="r" b="b"/>
                <a:pathLst>
                  <a:path w="97817" h="76032">
                    <a:moveTo>
                      <a:pt x="0" y="37944"/>
                    </a:moveTo>
                    <a:lnTo>
                      <a:pt x="79679" y="0"/>
                    </a:lnTo>
                    <a:lnTo>
                      <a:pt x="97817" y="38087"/>
                    </a:lnTo>
                    <a:lnTo>
                      <a:pt x="18138" y="76032"/>
                    </a:lnTo>
                    <a:lnTo>
                      <a:pt x="0" y="379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7" name="Контур"/>
              <p:cNvSpPr/>
              <p:nvPr/>
            </p:nvSpPr>
            <p:spPr>
              <a:xfrm>
                <a:off x="6059863" y="4952068"/>
                <a:ext cx="93860" cy="105780"/>
              </a:xfrm>
              <a:custGeom>
                <a:avLst/>
                <a:gdLst/>
                <a:ahLst/>
                <a:cxnLst/>
                <a:rect l="l" t="t" r="r" b="b"/>
                <a:pathLst>
                  <a:path w="93860" h="105780">
                    <a:moveTo>
                      <a:pt x="55373" y="0"/>
                    </a:moveTo>
                    <a:lnTo>
                      <a:pt x="93860" y="78319"/>
                    </a:lnTo>
                    <a:lnTo>
                      <a:pt x="37522" y="105780"/>
                    </a:lnTo>
                    <a:lnTo>
                      <a:pt x="0" y="28533"/>
                    </a:lnTo>
                    <a:lnTo>
                      <a:pt x="553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8" name="Контур"/>
              <p:cNvSpPr/>
              <p:nvPr/>
            </p:nvSpPr>
            <p:spPr>
              <a:xfrm>
                <a:off x="6044796" y="4770314"/>
                <a:ext cx="199469" cy="281486"/>
              </a:xfrm>
              <a:custGeom>
                <a:avLst/>
                <a:gdLst/>
                <a:ahLst/>
                <a:cxnLst/>
                <a:rect l="l" t="t" r="r" b="b"/>
                <a:pathLst>
                  <a:path w="199469" h="281486">
                    <a:moveTo>
                      <a:pt x="194890" y="232352"/>
                    </a:moveTo>
                    <a:lnTo>
                      <a:pt x="199469" y="242145"/>
                    </a:lnTo>
                    <a:lnTo>
                      <a:pt x="119458" y="281486"/>
                    </a:lnTo>
                    <a:lnTo>
                      <a:pt x="108927" y="260073"/>
                    </a:lnTo>
                    <a:lnTo>
                      <a:pt x="70440" y="181754"/>
                    </a:lnTo>
                    <a:lnTo>
                      <a:pt x="0" y="38529"/>
                    </a:lnTo>
                    <a:lnTo>
                      <a:pt x="52215" y="13238"/>
                    </a:lnTo>
                    <a:lnTo>
                      <a:pt x="80283" y="0"/>
                    </a:lnTo>
                    <a:lnTo>
                      <a:pt x="161280" y="161082"/>
                    </a:lnTo>
                    <a:lnTo>
                      <a:pt x="194890" y="2323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9" name="Контур"/>
              <p:cNvSpPr/>
              <p:nvPr/>
            </p:nvSpPr>
            <p:spPr>
              <a:xfrm>
                <a:off x="5621565" y="4999768"/>
                <a:ext cx="66054" cy="52454"/>
              </a:xfrm>
              <a:custGeom>
                <a:avLst/>
                <a:gdLst/>
                <a:ahLst/>
                <a:cxnLst/>
                <a:rect l="l" t="t" r="r" b="b"/>
                <a:pathLst>
                  <a:path w="66054" h="52454">
                    <a:moveTo>
                      <a:pt x="10585" y="52454"/>
                    </a:moveTo>
                    <a:lnTo>
                      <a:pt x="0" y="30068"/>
                    </a:lnTo>
                    <a:lnTo>
                      <a:pt x="38547" y="0"/>
                    </a:lnTo>
                    <a:lnTo>
                      <a:pt x="66054" y="26548"/>
                    </a:lnTo>
                    <a:lnTo>
                      <a:pt x="10585" y="524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0" name="Контур"/>
              <p:cNvSpPr/>
              <p:nvPr/>
            </p:nvSpPr>
            <p:spPr>
              <a:xfrm>
                <a:off x="5598227" y="4982796"/>
                <a:ext cx="61885" cy="47040"/>
              </a:xfrm>
              <a:custGeom>
                <a:avLst/>
                <a:gdLst/>
                <a:ahLst/>
                <a:cxnLst/>
                <a:rect l="l" t="t" r="r" b="b"/>
                <a:pathLst>
                  <a:path w="61885" h="47040">
                    <a:moveTo>
                      <a:pt x="23338" y="47040"/>
                    </a:moveTo>
                    <a:lnTo>
                      <a:pt x="0" y="17122"/>
                    </a:lnTo>
                    <a:lnTo>
                      <a:pt x="21950" y="0"/>
                    </a:lnTo>
                    <a:lnTo>
                      <a:pt x="33871" y="15282"/>
                    </a:lnTo>
                    <a:lnTo>
                      <a:pt x="50469" y="2335"/>
                    </a:lnTo>
                    <a:lnTo>
                      <a:pt x="61885" y="16972"/>
                    </a:lnTo>
                    <a:lnTo>
                      <a:pt x="23338" y="470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1" name="Контур"/>
              <p:cNvSpPr/>
              <p:nvPr/>
            </p:nvSpPr>
            <p:spPr>
              <a:xfrm>
                <a:off x="5560274" y="4889484"/>
                <a:ext cx="98548" cy="82744"/>
              </a:xfrm>
              <a:custGeom>
                <a:avLst/>
                <a:gdLst/>
                <a:ahLst/>
                <a:cxnLst/>
                <a:rect l="l" t="t" r="r" b="b"/>
                <a:pathLst>
                  <a:path w="98548" h="82744">
                    <a:moveTo>
                      <a:pt x="33734" y="82744"/>
                    </a:moveTo>
                    <a:lnTo>
                      <a:pt x="19599" y="62221"/>
                    </a:lnTo>
                    <a:lnTo>
                      <a:pt x="0" y="37088"/>
                    </a:lnTo>
                    <a:lnTo>
                      <a:pt x="48259" y="0"/>
                    </a:lnTo>
                    <a:lnTo>
                      <a:pt x="98548" y="64204"/>
                    </a:lnTo>
                    <a:lnTo>
                      <a:pt x="75975" y="81883"/>
                    </a:lnTo>
                    <a:lnTo>
                      <a:pt x="60677" y="61806"/>
                    </a:lnTo>
                    <a:lnTo>
                      <a:pt x="33734" y="827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2" name="Контур"/>
              <p:cNvSpPr/>
              <p:nvPr/>
            </p:nvSpPr>
            <p:spPr>
              <a:xfrm>
                <a:off x="5595912" y="4857244"/>
                <a:ext cx="33048" cy="32240"/>
              </a:xfrm>
              <a:custGeom>
                <a:avLst/>
                <a:gdLst/>
                <a:ahLst/>
                <a:cxnLst/>
                <a:rect l="l" t="t" r="r" b="b"/>
                <a:pathLst>
                  <a:path w="33048" h="32240">
                    <a:moveTo>
                      <a:pt x="0" y="14686"/>
                    </a:moveTo>
                    <a:lnTo>
                      <a:pt x="20427" y="0"/>
                    </a:lnTo>
                    <a:lnTo>
                      <a:pt x="33048" y="17554"/>
                    </a:lnTo>
                    <a:lnTo>
                      <a:pt x="12621" y="32240"/>
                    </a:lnTo>
                    <a:lnTo>
                      <a:pt x="0" y="146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3" name="Контур"/>
              <p:cNvSpPr/>
              <p:nvPr/>
            </p:nvSpPr>
            <p:spPr>
              <a:xfrm>
                <a:off x="5787881" y="4368184"/>
                <a:ext cx="97380" cy="76913"/>
              </a:xfrm>
              <a:custGeom>
                <a:avLst/>
                <a:gdLst/>
                <a:ahLst/>
                <a:cxnLst/>
                <a:rect l="l" t="t" r="r" b="b"/>
                <a:pathLst>
                  <a:path w="97380" h="76913">
                    <a:moveTo>
                      <a:pt x="0" y="44544"/>
                    </a:moveTo>
                    <a:lnTo>
                      <a:pt x="62976" y="0"/>
                    </a:lnTo>
                    <a:lnTo>
                      <a:pt x="97380" y="48639"/>
                    </a:lnTo>
                    <a:lnTo>
                      <a:pt x="57407" y="76913"/>
                    </a:lnTo>
                    <a:lnTo>
                      <a:pt x="39345" y="51377"/>
                    </a:lnTo>
                    <a:lnTo>
                      <a:pt x="16342" y="67647"/>
                    </a:lnTo>
                    <a:lnTo>
                      <a:pt x="0" y="445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4" name="Контур"/>
              <p:cNvSpPr/>
              <p:nvPr/>
            </p:nvSpPr>
            <p:spPr>
              <a:xfrm>
                <a:off x="5510150" y="4349110"/>
                <a:ext cx="32024" cy="31311"/>
              </a:xfrm>
              <a:custGeom>
                <a:avLst/>
                <a:gdLst/>
                <a:ahLst/>
                <a:cxnLst/>
                <a:rect l="l" t="t" r="r" b="b"/>
                <a:pathLst>
                  <a:path w="32024" h="31311">
                    <a:moveTo>
                      <a:pt x="0" y="14091"/>
                    </a:moveTo>
                    <a:lnTo>
                      <a:pt x="19717" y="0"/>
                    </a:lnTo>
                    <a:lnTo>
                      <a:pt x="32024" y="17220"/>
                    </a:lnTo>
                    <a:lnTo>
                      <a:pt x="12307" y="31311"/>
                    </a:lnTo>
                    <a:lnTo>
                      <a:pt x="0" y="140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5" name="Контур"/>
              <p:cNvSpPr/>
              <p:nvPr/>
            </p:nvSpPr>
            <p:spPr>
              <a:xfrm>
                <a:off x="5941212" y="4264225"/>
                <a:ext cx="64330" cy="56674"/>
              </a:xfrm>
              <a:custGeom>
                <a:avLst/>
                <a:gdLst/>
                <a:ahLst/>
                <a:cxnLst/>
                <a:rect l="l" t="t" r="r" b="b"/>
                <a:pathLst>
                  <a:path w="64330" h="56674">
                    <a:moveTo>
                      <a:pt x="0" y="34834"/>
                    </a:moveTo>
                    <a:lnTo>
                      <a:pt x="48740" y="0"/>
                    </a:lnTo>
                    <a:lnTo>
                      <a:pt x="64330" y="21351"/>
                    </a:lnTo>
                    <a:lnTo>
                      <a:pt x="15951" y="56674"/>
                    </a:lnTo>
                    <a:lnTo>
                      <a:pt x="0" y="348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6" name="Контур"/>
              <p:cNvSpPr/>
              <p:nvPr/>
            </p:nvSpPr>
            <p:spPr>
              <a:xfrm>
                <a:off x="5814925" y="4046814"/>
                <a:ext cx="183494" cy="263832"/>
              </a:xfrm>
              <a:custGeom>
                <a:avLst/>
                <a:gdLst/>
                <a:ahLst/>
                <a:cxnLst/>
                <a:rect l="l" t="t" r="r" b="b"/>
                <a:pathLst>
                  <a:path w="183494" h="263832">
                    <a:moveTo>
                      <a:pt x="45462" y="77326"/>
                    </a:moveTo>
                    <a:lnTo>
                      <a:pt x="4475" y="19980"/>
                    </a:lnTo>
                    <a:lnTo>
                      <a:pt x="32428" y="0"/>
                    </a:lnTo>
                    <a:lnTo>
                      <a:pt x="183494" y="211358"/>
                    </a:lnTo>
                    <a:lnTo>
                      <a:pt x="175027" y="217411"/>
                    </a:lnTo>
                    <a:lnTo>
                      <a:pt x="126287" y="252245"/>
                    </a:lnTo>
                    <a:lnTo>
                      <a:pt x="110078" y="263832"/>
                    </a:lnTo>
                    <a:lnTo>
                      <a:pt x="0" y="109820"/>
                    </a:lnTo>
                    <a:lnTo>
                      <a:pt x="45462" y="773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7" name="Контур"/>
              <p:cNvSpPr/>
              <p:nvPr/>
            </p:nvSpPr>
            <p:spPr>
              <a:xfrm>
                <a:off x="5773937" y="4066794"/>
                <a:ext cx="86450" cy="89840"/>
              </a:xfrm>
              <a:custGeom>
                <a:avLst/>
                <a:gdLst/>
                <a:ahLst/>
                <a:cxnLst/>
                <a:rect l="l" t="t" r="r" b="b"/>
                <a:pathLst>
                  <a:path w="86450" h="89840">
                    <a:moveTo>
                      <a:pt x="0" y="32494"/>
                    </a:moveTo>
                    <a:lnTo>
                      <a:pt x="45463" y="0"/>
                    </a:lnTo>
                    <a:lnTo>
                      <a:pt x="86450" y="57346"/>
                    </a:lnTo>
                    <a:lnTo>
                      <a:pt x="40988" y="89840"/>
                    </a:lnTo>
                    <a:lnTo>
                      <a:pt x="0" y="324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8" name="Контур"/>
              <p:cNvSpPr/>
              <p:nvPr/>
            </p:nvSpPr>
            <p:spPr>
              <a:xfrm>
                <a:off x="5589737" y="4164928"/>
                <a:ext cx="82176" cy="114168"/>
              </a:xfrm>
              <a:custGeom>
                <a:avLst/>
                <a:gdLst/>
                <a:ahLst/>
                <a:cxnLst/>
                <a:rect l="l" t="t" r="r" b="b"/>
                <a:pathLst>
                  <a:path w="82176" h="114168">
                    <a:moveTo>
                      <a:pt x="31325" y="0"/>
                    </a:moveTo>
                    <a:lnTo>
                      <a:pt x="82176" y="68856"/>
                    </a:lnTo>
                    <a:lnTo>
                      <a:pt x="20736" y="114168"/>
                    </a:lnTo>
                    <a:lnTo>
                      <a:pt x="0" y="86520"/>
                    </a:lnTo>
                    <a:lnTo>
                      <a:pt x="49171" y="50822"/>
                    </a:lnTo>
                    <a:lnTo>
                      <a:pt x="18394" y="9672"/>
                    </a:lnTo>
                    <a:lnTo>
                      <a:pt x="313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9" name="Контур"/>
              <p:cNvSpPr/>
              <p:nvPr/>
            </p:nvSpPr>
            <p:spPr>
              <a:xfrm>
                <a:off x="5847353" y="3747352"/>
                <a:ext cx="559560" cy="517987"/>
              </a:xfrm>
              <a:custGeom>
                <a:avLst/>
                <a:gdLst/>
                <a:ahLst/>
                <a:cxnLst/>
                <a:rect l="l" t="t" r="r" b="b"/>
                <a:pathLst>
                  <a:path w="559560" h="517987">
                    <a:moveTo>
                      <a:pt x="0" y="299462"/>
                    </a:moveTo>
                    <a:lnTo>
                      <a:pt x="401669" y="0"/>
                    </a:lnTo>
                    <a:lnTo>
                      <a:pt x="559560" y="222230"/>
                    </a:lnTo>
                    <a:lnTo>
                      <a:pt x="156187" y="517987"/>
                    </a:lnTo>
                    <a:lnTo>
                      <a:pt x="151066" y="510820"/>
                    </a:lnTo>
                    <a:lnTo>
                      <a:pt x="0" y="2994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0" name="Контур"/>
              <p:cNvSpPr/>
              <p:nvPr/>
            </p:nvSpPr>
            <p:spPr>
              <a:xfrm>
                <a:off x="6122100" y="5051800"/>
                <a:ext cx="94061" cy="129176"/>
              </a:xfrm>
              <a:custGeom>
                <a:avLst/>
                <a:gdLst/>
                <a:ahLst/>
                <a:cxnLst/>
                <a:rect l="l" t="t" r="r" b="b"/>
                <a:pathLst>
                  <a:path w="94061" h="129176">
                    <a:moveTo>
                      <a:pt x="42154" y="0"/>
                    </a:moveTo>
                    <a:lnTo>
                      <a:pt x="94061" y="108724"/>
                    </a:lnTo>
                    <a:lnTo>
                      <a:pt x="48622" y="129176"/>
                    </a:lnTo>
                    <a:lnTo>
                      <a:pt x="0" y="20121"/>
                    </a:lnTo>
                    <a:lnTo>
                      <a:pt x="4215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1" name="Контур"/>
              <p:cNvSpPr/>
              <p:nvPr/>
            </p:nvSpPr>
            <p:spPr>
              <a:xfrm>
                <a:off x="6191849" y="5203148"/>
                <a:ext cx="58699" cy="51682"/>
              </a:xfrm>
              <a:custGeom>
                <a:avLst/>
                <a:gdLst/>
                <a:ahLst/>
                <a:cxnLst/>
                <a:rect l="l" t="t" r="r" b="b"/>
                <a:pathLst>
                  <a:path w="58699" h="51682">
                    <a:moveTo>
                      <a:pt x="58699" y="29410"/>
                    </a:moveTo>
                    <a:lnTo>
                      <a:pt x="43253" y="37512"/>
                    </a:lnTo>
                    <a:lnTo>
                      <a:pt x="14650" y="51682"/>
                    </a:lnTo>
                    <a:lnTo>
                      <a:pt x="0" y="22124"/>
                    </a:lnTo>
                    <a:lnTo>
                      <a:pt x="44659" y="0"/>
                    </a:lnTo>
                    <a:lnTo>
                      <a:pt x="58699" y="294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2" name="Контур"/>
              <p:cNvSpPr/>
              <p:nvPr/>
            </p:nvSpPr>
            <p:spPr>
              <a:xfrm>
                <a:off x="6239686" y="4959059"/>
                <a:ext cx="177533" cy="231725"/>
              </a:xfrm>
              <a:custGeom>
                <a:avLst/>
                <a:gdLst/>
                <a:ahLst/>
                <a:cxnLst/>
                <a:rect l="l" t="t" r="r" b="b"/>
                <a:pathLst>
                  <a:path w="177533" h="231725">
                    <a:moveTo>
                      <a:pt x="88814" y="231725"/>
                    </a:moveTo>
                    <a:lnTo>
                      <a:pt x="4579" y="53400"/>
                    </a:lnTo>
                    <a:lnTo>
                      <a:pt x="0" y="43607"/>
                    </a:lnTo>
                    <a:lnTo>
                      <a:pt x="13477" y="37252"/>
                    </a:lnTo>
                    <a:lnTo>
                      <a:pt x="19459" y="34109"/>
                    </a:lnTo>
                    <a:lnTo>
                      <a:pt x="88814" y="0"/>
                    </a:lnTo>
                    <a:lnTo>
                      <a:pt x="177533" y="186494"/>
                    </a:lnTo>
                    <a:lnTo>
                      <a:pt x="138034" y="206630"/>
                    </a:lnTo>
                    <a:lnTo>
                      <a:pt x="88814" y="2317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3" name="Контур"/>
              <p:cNvSpPr/>
              <p:nvPr/>
            </p:nvSpPr>
            <p:spPr>
              <a:xfrm>
                <a:off x="6170722" y="5160524"/>
                <a:ext cx="65786" cy="64748"/>
              </a:xfrm>
              <a:custGeom>
                <a:avLst/>
                <a:gdLst/>
                <a:ahLst/>
                <a:cxnLst/>
                <a:rect l="l" t="t" r="r" b="b"/>
                <a:pathLst>
                  <a:path w="65786" h="64748">
                    <a:moveTo>
                      <a:pt x="65786" y="42624"/>
                    </a:moveTo>
                    <a:lnTo>
                      <a:pt x="21127" y="64748"/>
                    </a:lnTo>
                    <a:lnTo>
                      <a:pt x="0" y="20452"/>
                    </a:lnTo>
                    <a:lnTo>
                      <a:pt x="45439" y="0"/>
                    </a:lnTo>
                    <a:lnTo>
                      <a:pt x="65786" y="426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4" name="Контур"/>
              <p:cNvSpPr/>
              <p:nvPr/>
            </p:nvSpPr>
            <p:spPr>
              <a:xfrm>
                <a:off x="6206076" y="4925041"/>
                <a:ext cx="47087" cy="77625"/>
              </a:xfrm>
              <a:custGeom>
                <a:avLst/>
                <a:gdLst/>
                <a:ahLst/>
                <a:cxnLst/>
                <a:rect l="l" t="t" r="r" b="b"/>
                <a:pathLst>
                  <a:path w="47087" h="77625">
                    <a:moveTo>
                      <a:pt x="33610" y="77625"/>
                    </a:moveTo>
                    <a:lnTo>
                      <a:pt x="0" y="6355"/>
                    </a:lnTo>
                    <a:lnTo>
                      <a:pt x="13477" y="0"/>
                    </a:lnTo>
                    <a:lnTo>
                      <a:pt x="47087" y="71270"/>
                    </a:lnTo>
                    <a:lnTo>
                      <a:pt x="33610" y="776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5" name="Контур"/>
              <p:cNvSpPr/>
              <p:nvPr/>
            </p:nvSpPr>
            <p:spPr>
              <a:xfrm>
                <a:off x="6247374" y="4928593"/>
                <a:ext cx="18861" cy="23433"/>
              </a:xfrm>
              <a:custGeom>
                <a:avLst/>
                <a:gdLst/>
                <a:ahLst/>
                <a:cxnLst/>
                <a:rect l="l" t="t" r="r" b="b"/>
                <a:pathLst>
                  <a:path w="18861" h="23433">
                    <a:moveTo>
                      <a:pt x="8839" y="23433"/>
                    </a:moveTo>
                    <a:lnTo>
                      <a:pt x="0" y="4738"/>
                    </a:lnTo>
                    <a:lnTo>
                      <a:pt x="10022" y="0"/>
                    </a:lnTo>
                    <a:lnTo>
                      <a:pt x="18861" y="18694"/>
                    </a:lnTo>
                    <a:lnTo>
                      <a:pt x="8839" y="234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6" name="Контур"/>
              <p:cNvSpPr/>
              <p:nvPr/>
            </p:nvSpPr>
            <p:spPr>
              <a:xfrm>
                <a:off x="6321214" y="4764787"/>
                <a:ext cx="75181" cy="61659"/>
              </a:xfrm>
              <a:custGeom>
                <a:avLst/>
                <a:gdLst/>
                <a:ahLst/>
                <a:cxnLst/>
                <a:rect l="l" t="t" r="r" b="b"/>
                <a:pathLst>
                  <a:path w="75181" h="61659">
                    <a:moveTo>
                      <a:pt x="15696" y="61659"/>
                    </a:moveTo>
                    <a:lnTo>
                      <a:pt x="0" y="26735"/>
                    </a:lnTo>
                    <a:lnTo>
                      <a:pt x="59485" y="0"/>
                    </a:lnTo>
                    <a:lnTo>
                      <a:pt x="75181" y="34923"/>
                    </a:lnTo>
                    <a:lnTo>
                      <a:pt x="15696" y="616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7" name="Контур"/>
              <p:cNvSpPr/>
              <p:nvPr/>
            </p:nvSpPr>
            <p:spPr>
              <a:xfrm>
                <a:off x="6426857" y="4667704"/>
                <a:ext cx="495528" cy="273460"/>
              </a:xfrm>
              <a:custGeom>
                <a:avLst/>
                <a:gdLst/>
                <a:ahLst/>
                <a:cxnLst/>
                <a:rect l="l" t="t" r="r" b="b"/>
                <a:pathLst>
                  <a:path w="495528" h="273460">
                    <a:moveTo>
                      <a:pt x="495528" y="40430"/>
                    </a:moveTo>
                    <a:lnTo>
                      <a:pt x="22675" y="273460"/>
                    </a:lnTo>
                    <a:lnTo>
                      <a:pt x="0" y="228096"/>
                    </a:lnTo>
                    <a:lnTo>
                      <a:pt x="476160" y="0"/>
                    </a:lnTo>
                    <a:lnTo>
                      <a:pt x="495528" y="404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8" name="Контур"/>
              <p:cNvSpPr/>
              <p:nvPr/>
            </p:nvSpPr>
            <p:spPr>
              <a:xfrm>
                <a:off x="6088400" y="4752055"/>
                <a:ext cx="36679" cy="31497"/>
              </a:xfrm>
              <a:custGeom>
                <a:avLst/>
                <a:gdLst/>
                <a:ahLst/>
                <a:cxnLst/>
                <a:rect l="l" t="t" r="r" b="b"/>
                <a:pathLst>
                  <a:path w="36679" h="31497">
                    <a:moveTo>
                      <a:pt x="8611" y="31497"/>
                    </a:moveTo>
                    <a:lnTo>
                      <a:pt x="0" y="13238"/>
                    </a:lnTo>
                    <a:lnTo>
                      <a:pt x="28068" y="0"/>
                    </a:lnTo>
                    <a:lnTo>
                      <a:pt x="36679" y="18259"/>
                    </a:lnTo>
                    <a:lnTo>
                      <a:pt x="8611" y="314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9" name="Контур"/>
              <p:cNvSpPr/>
              <p:nvPr/>
            </p:nvSpPr>
            <p:spPr>
              <a:xfrm>
                <a:off x="6496745" y="4574598"/>
                <a:ext cx="251895" cy="182962"/>
              </a:xfrm>
              <a:custGeom>
                <a:avLst/>
                <a:gdLst/>
                <a:ahLst/>
                <a:cxnLst/>
                <a:rect l="l" t="t" r="r" b="b"/>
                <a:pathLst>
                  <a:path w="251895" h="182962">
                    <a:moveTo>
                      <a:pt x="0" y="100786"/>
                    </a:moveTo>
                    <a:lnTo>
                      <a:pt x="211027" y="0"/>
                    </a:lnTo>
                    <a:lnTo>
                      <a:pt x="251895" y="80923"/>
                    </a:lnTo>
                    <a:lnTo>
                      <a:pt x="38400" y="182962"/>
                    </a:lnTo>
                    <a:lnTo>
                      <a:pt x="0" y="1007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0" name="Контур"/>
              <p:cNvSpPr/>
              <p:nvPr/>
            </p:nvSpPr>
            <p:spPr>
              <a:xfrm>
                <a:off x="7028909" y="4034694"/>
                <a:ext cx="171091" cy="434951"/>
              </a:xfrm>
              <a:custGeom>
                <a:avLst/>
                <a:gdLst/>
                <a:ahLst/>
                <a:cxnLst/>
                <a:rect l="l" t="t" r="r" b="b"/>
                <a:pathLst>
                  <a:path w="171091" h="434951">
                    <a:moveTo>
                      <a:pt x="0" y="77309"/>
                    </a:moveTo>
                    <a:lnTo>
                      <a:pt x="171091" y="0"/>
                    </a:lnTo>
                    <a:lnTo>
                      <a:pt x="171091" y="434951"/>
                    </a:lnTo>
                    <a:lnTo>
                      <a:pt x="82075" y="2440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1" name="Контур"/>
              <p:cNvSpPr/>
              <p:nvPr/>
            </p:nvSpPr>
            <p:spPr>
              <a:xfrm>
                <a:off x="7028909" y="4034694"/>
                <a:ext cx="171091" cy="434951"/>
              </a:xfrm>
              <a:custGeom>
                <a:avLst/>
                <a:gdLst/>
                <a:ahLst/>
                <a:cxnLst/>
                <a:rect l="l" t="t" r="r" b="b"/>
                <a:pathLst>
                  <a:path w="171091" h="434951" fill="none">
                    <a:moveTo>
                      <a:pt x="0" y="77309"/>
                    </a:moveTo>
                    <a:lnTo>
                      <a:pt x="171091" y="0"/>
                    </a:lnTo>
                    <a:moveTo>
                      <a:pt x="171091" y="434951"/>
                    </a:moveTo>
                    <a:lnTo>
                      <a:pt x="82075" y="244056"/>
                    </a:lnTo>
                    <a:lnTo>
                      <a:pt x="0" y="77309"/>
                    </a:lnTo>
                    <a:lnTo>
                      <a:pt x="0" y="7730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2" name="Контур"/>
              <p:cNvSpPr/>
              <p:nvPr/>
            </p:nvSpPr>
            <p:spPr>
              <a:xfrm>
                <a:off x="7028909" y="4034694"/>
                <a:ext cx="171091" cy="434951"/>
              </a:xfrm>
              <a:custGeom>
                <a:avLst/>
                <a:gdLst/>
                <a:ahLst/>
                <a:cxnLst/>
                <a:rect l="l" t="t" r="r" b="b"/>
                <a:pathLst>
                  <a:path w="171091" h="434951">
                    <a:moveTo>
                      <a:pt x="0" y="77309"/>
                    </a:moveTo>
                    <a:lnTo>
                      <a:pt x="171091" y="0"/>
                    </a:lnTo>
                    <a:lnTo>
                      <a:pt x="171091" y="434951"/>
                    </a:lnTo>
                    <a:lnTo>
                      <a:pt x="82075" y="2440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3" name="Контур"/>
              <p:cNvSpPr/>
              <p:nvPr/>
            </p:nvSpPr>
            <p:spPr>
              <a:xfrm>
                <a:off x="7028909" y="4034694"/>
                <a:ext cx="171091" cy="434951"/>
              </a:xfrm>
              <a:custGeom>
                <a:avLst/>
                <a:gdLst/>
                <a:ahLst/>
                <a:cxnLst/>
                <a:rect l="l" t="t" r="r" b="b"/>
                <a:pathLst>
                  <a:path w="171091" h="434951" fill="none">
                    <a:moveTo>
                      <a:pt x="0" y="77309"/>
                    </a:moveTo>
                    <a:lnTo>
                      <a:pt x="171091" y="0"/>
                    </a:lnTo>
                    <a:moveTo>
                      <a:pt x="171091" y="434951"/>
                    </a:moveTo>
                    <a:lnTo>
                      <a:pt x="82075" y="244056"/>
                    </a:lnTo>
                    <a:lnTo>
                      <a:pt x="0" y="77309"/>
                    </a:lnTo>
                    <a:lnTo>
                      <a:pt x="0" y="7730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4" name="Контур"/>
              <p:cNvSpPr/>
              <p:nvPr/>
            </p:nvSpPr>
            <p:spPr>
              <a:xfrm>
                <a:off x="6772083" y="4559416"/>
                <a:ext cx="50294" cy="58444"/>
              </a:xfrm>
              <a:custGeom>
                <a:avLst/>
                <a:gdLst/>
                <a:ahLst/>
                <a:cxnLst/>
                <a:rect l="l" t="t" r="r" b="b"/>
                <a:pathLst>
                  <a:path w="50294" h="58444">
                    <a:moveTo>
                      <a:pt x="21504" y="58444"/>
                    </a:moveTo>
                    <a:lnTo>
                      <a:pt x="0" y="13896"/>
                    </a:lnTo>
                    <a:lnTo>
                      <a:pt x="28790" y="0"/>
                    </a:lnTo>
                    <a:lnTo>
                      <a:pt x="50294" y="44544"/>
                    </a:lnTo>
                    <a:lnTo>
                      <a:pt x="21504" y="58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5" name="Контур"/>
              <p:cNvSpPr/>
              <p:nvPr/>
            </p:nvSpPr>
            <p:spPr>
              <a:xfrm>
                <a:off x="6825631" y="4529667"/>
                <a:ext cx="65425" cy="62096"/>
              </a:xfrm>
              <a:custGeom>
                <a:avLst/>
                <a:gdLst/>
                <a:ahLst/>
                <a:cxnLst/>
                <a:rect l="l" t="t" r="r" b="b"/>
                <a:pathLst>
                  <a:path w="65425" h="62096">
                    <a:moveTo>
                      <a:pt x="19480" y="62096"/>
                    </a:moveTo>
                    <a:lnTo>
                      <a:pt x="0" y="22744"/>
                    </a:lnTo>
                    <a:lnTo>
                      <a:pt x="45945" y="0"/>
                    </a:lnTo>
                    <a:lnTo>
                      <a:pt x="65425" y="39351"/>
                    </a:lnTo>
                    <a:lnTo>
                      <a:pt x="19480" y="620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6" name="Контур"/>
              <p:cNvSpPr/>
              <p:nvPr/>
            </p:nvSpPr>
            <p:spPr>
              <a:xfrm>
                <a:off x="6925805" y="4337936"/>
                <a:ext cx="116476" cy="148931"/>
              </a:xfrm>
              <a:custGeom>
                <a:avLst/>
                <a:gdLst/>
                <a:ahLst/>
                <a:cxnLst/>
                <a:rect l="l" t="t" r="r" b="b"/>
                <a:pathLst>
                  <a:path w="116476" h="148931">
                    <a:moveTo>
                      <a:pt x="0" y="27970"/>
                    </a:moveTo>
                    <a:lnTo>
                      <a:pt x="61140" y="0"/>
                    </a:lnTo>
                    <a:lnTo>
                      <a:pt x="116476" y="120961"/>
                    </a:lnTo>
                    <a:lnTo>
                      <a:pt x="55336" y="148931"/>
                    </a:lnTo>
                    <a:lnTo>
                      <a:pt x="0" y="279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7" name="Контур"/>
              <p:cNvSpPr/>
              <p:nvPr/>
            </p:nvSpPr>
            <p:spPr>
              <a:xfrm>
                <a:off x="1530207" y="2758126"/>
                <a:ext cx="80901" cy="82397"/>
              </a:xfrm>
              <a:custGeom>
                <a:avLst/>
                <a:gdLst/>
                <a:ahLst/>
                <a:cxnLst/>
                <a:rect l="l" t="t" r="r" b="b"/>
                <a:pathLst>
                  <a:path w="80901" h="82397">
                    <a:moveTo>
                      <a:pt x="80901" y="50774"/>
                    </a:moveTo>
                    <a:lnTo>
                      <a:pt x="45987" y="82397"/>
                    </a:lnTo>
                    <a:lnTo>
                      <a:pt x="0" y="31622"/>
                    </a:lnTo>
                    <a:lnTo>
                      <a:pt x="34914" y="0"/>
                    </a:lnTo>
                    <a:lnTo>
                      <a:pt x="80901" y="507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8" name="Контур"/>
              <p:cNvSpPr/>
              <p:nvPr/>
            </p:nvSpPr>
            <p:spPr>
              <a:xfrm>
                <a:off x="1483104" y="2789748"/>
                <a:ext cx="93090" cy="95161"/>
              </a:xfrm>
              <a:custGeom>
                <a:avLst/>
                <a:gdLst/>
                <a:ahLst/>
                <a:cxnLst/>
                <a:rect l="l" t="t" r="r" b="b"/>
                <a:pathLst>
                  <a:path w="93090" h="95161">
                    <a:moveTo>
                      <a:pt x="93090" y="50775"/>
                    </a:moveTo>
                    <a:lnTo>
                      <a:pt x="45561" y="95161"/>
                    </a:lnTo>
                    <a:lnTo>
                      <a:pt x="0" y="43966"/>
                    </a:lnTo>
                    <a:lnTo>
                      <a:pt x="47103" y="0"/>
                    </a:lnTo>
                    <a:lnTo>
                      <a:pt x="93090" y="507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9" name="Контур"/>
              <p:cNvSpPr/>
              <p:nvPr/>
            </p:nvSpPr>
            <p:spPr>
              <a:xfrm>
                <a:off x="1483104" y="2789748"/>
                <a:ext cx="93090" cy="95161"/>
              </a:xfrm>
              <a:custGeom>
                <a:avLst/>
                <a:gdLst/>
                <a:ahLst/>
                <a:cxnLst/>
                <a:rect l="l" t="t" r="r" b="b"/>
                <a:pathLst>
                  <a:path w="93090" h="95161">
                    <a:moveTo>
                      <a:pt x="93090" y="50775"/>
                    </a:moveTo>
                    <a:lnTo>
                      <a:pt x="45561" y="95161"/>
                    </a:lnTo>
                    <a:lnTo>
                      <a:pt x="0" y="43966"/>
                    </a:lnTo>
                    <a:lnTo>
                      <a:pt x="47103" y="0"/>
                    </a:lnTo>
                    <a:lnTo>
                      <a:pt x="93090" y="507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0" name="Контур"/>
              <p:cNvSpPr/>
              <p:nvPr/>
            </p:nvSpPr>
            <p:spPr>
              <a:xfrm>
                <a:off x="1530207" y="2758126"/>
                <a:ext cx="80901" cy="82397"/>
              </a:xfrm>
              <a:custGeom>
                <a:avLst/>
                <a:gdLst/>
                <a:ahLst/>
                <a:cxnLst/>
                <a:rect l="l" t="t" r="r" b="b"/>
                <a:pathLst>
                  <a:path w="80901" h="82397">
                    <a:moveTo>
                      <a:pt x="80901" y="50774"/>
                    </a:moveTo>
                    <a:lnTo>
                      <a:pt x="45987" y="82397"/>
                    </a:lnTo>
                    <a:lnTo>
                      <a:pt x="0" y="31622"/>
                    </a:lnTo>
                    <a:lnTo>
                      <a:pt x="34914" y="0"/>
                    </a:lnTo>
                    <a:lnTo>
                      <a:pt x="80901" y="507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1" name="Контур"/>
              <p:cNvSpPr/>
              <p:nvPr/>
            </p:nvSpPr>
            <p:spPr>
              <a:xfrm>
                <a:off x="1517382" y="2612534"/>
                <a:ext cx="186001" cy="196366"/>
              </a:xfrm>
              <a:custGeom>
                <a:avLst/>
                <a:gdLst/>
                <a:ahLst/>
                <a:cxnLst/>
                <a:rect l="l" t="t" r="r" b="b"/>
                <a:pathLst>
                  <a:path w="186001" h="196366">
                    <a:moveTo>
                      <a:pt x="50776" y="27557"/>
                    </a:moveTo>
                    <a:lnTo>
                      <a:pt x="82913" y="0"/>
                    </a:lnTo>
                    <a:lnTo>
                      <a:pt x="186001" y="109480"/>
                    </a:lnTo>
                    <a:lnTo>
                      <a:pt x="93726" y="196366"/>
                    </a:lnTo>
                    <a:lnTo>
                      <a:pt x="47739" y="145592"/>
                    </a:lnTo>
                    <a:lnTo>
                      <a:pt x="56505" y="137042"/>
                    </a:lnTo>
                    <a:lnTo>
                      <a:pt x="0" y="75368"/>
                    </a:lnTo>
                    <a:lnTo>
                      <a:pt x="50776" y="275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2" name="Контур"/>
              <p:cNvSpPr/>
              <p:nvPr/>
            </p:nvSpPr>
            <p:spPr>
              <a:xfrm>
                <a:off x="1517382" y="2612534"/>
                <a:ext cx="186001" cy="196366"/>
              </a:xfrm>
              <a:custGeom>
                <a:avLst/>
                <a:gdLst/>
                <a:ahLst/>
                <a:cxnLst/>
                <a:rect l="l" t="t" r="r" b="b"/>
                <a:pathLst>
                  <a:path w="186001" h="196366">
                    <a:moveTo>
                      <a:pt x="50776" y="27557"/>
                    </a:moveTo>
                    <a:lnTo>
                      <a:pt x="82913" y="0"/>
                    </a:lnTo>
                    <a:lnTo>
                      <a:pt x="186001" y="109480"/>
                    </a:lnTo>
                    <a:lnTo>
                      <a:pt x="93726" y="196366"/>
                    </a:lnTo>
                    <a:lnTo>
                      <a:pt x="47739" y="145592"/>
                    </a:lnTo>
                    <a:lnTo>
                      <a:pt x="56505" y="137042"/>
                    </a:lnTo>
                    <a:lnTo>
                      <a:pt x="0" y="75368"/>
                    </a:lnTo>
                    <a:lnTo>
                      <a:pt x="50776" y="275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3" name="Контур"/>
              <p:cNvSpPr/>
              <p:nvPr/>
            </p:nvSpPr>
            <p:spPr>
              <a:xfrm>
                <a:off x="1696504" y="2484357"/>
                <a:ext cx="162009" cy="163642"/>
              </a:xfrm>
              <a:custGeom>
                <a:avLst/>
                <a:gdLst/>
                <a:ahLst/>
                <a:cxnLst/>
                <a:rect l="l" t="t" r="r" b="b"/>
                <a:pathLst>
                  <a:path w="162009" h="163642">
                    <a:moveTo>
                      <a:pt x="83554" y="163642"/>
                    </a:moveTo>
                    <a:lnTo>
                      <a:pt x="0" y="73986"/>
                    </a:lnTo>
                    <a:lnTo>
                      <a:pt x="52530" y="25799"/>
                    </a:lnTo>
                    <a:lnTo>
                      <a:pt x="80213" y="0"/>
                    </a:lnTo>
                    <a:lnTo>
                      <a:pt x="116753" y="39209"/>
                    </a:lnTo>
                    <a:lnTo>
                      <a:pt x="162009" y="90528"/>
                    </a:lnTo>
                    <a:lnTo>
                      <a:pt x="83554" y="1636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4" name="Контур"/>
              <p:cNvSpPr/>
              <p:nvPr/>
            </p:nvSpPr>
            <p:spPr>
              <a:xfrm>
                <a:off x="1483557" y="2521058"/>
                <a:ext cx="116738" cy="119033"/>
              </a:xfrm>
              <a:custGeom>
                <a:avLst/>
                <a:gdLst/>
                <a:ahLst/>
                <a:cxnLst/>
                <a:rect l="l" t="t" r="r" b="b"/>
                <a:pathLst>
                  <a:path w="116738" h="119033">
                    <a:moveTo>
                      <a:pt x="0" y="29185"/>
                    </a:moveTo>
                    <a:lnTo>
                      <a:pt x="30604" y="0"/>
                    </a:lnTo>
                    <a:lnTo>
                      <a:pt x="116738" y="91476"/>
                    </a:lnTo>
                    <a:lnTo>
                      <a:pt x="84601" y="119033"/>
                    </a:lnTo>
                    <a:lnTo>
                      <a:pt x="0" y="291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5" name="Контур"/>
              <p:cNvSpPr/>
              <p:nvPr/>
            </p:nvSpPr>
            <p:spPr>
              <a:xfrm>
                <a:off x="1483557" y="2521058"/>
                <a:ext cx="116738" cy="119033"/>
              </a:xfrm>
              <a:custGeom>
                <a:avLst/>
                <a:gdLst/>
                <a:ahLst/>
                <a:cxnLst/>
                <a:rect l="l" t="t" r="r" b="b"/>
                <a:pathLst>
                  <a:path w="116738" h="119033">
                    <a:moveTo>
                      <a:pt x="0" y="29185"/>
                    </a:moveTo>
                    <a:lnTo>
                      <a:pt x="30604" y="0"/>
                    </a:lnTo>
                    <a:lnTo>
                      <a:pt x="116738" y="91476"/>
                    </a:lnTo>
                    <a:lnTo>
                      <a:pt x="84601" y="119033"/>
                    </a:lnTo>
                    <a:lnTo>
                      <a:pt x="0" y="291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6" name="Контур"/>
              <p:cNvSpPr/>
              <p:nvPr/>
            </p:nvSpPr>
            <p:spPr>
              <a:xfrm>
                <a:off x="1440000" y="2474486"/>
                <a:ext cx="74161" cy="116770"/>
              </a:xfrm>
              <a:custGeom>
                <a:avLst/>
                <a:gdLst/>
                <a:ahLst/>
                <a:cxnLst/>
                <a:rect l="l" t="t" r="r" b="b"/>
                <a:pathLst>
                  <a:path w="74161" h="116770">
                    <a:moveTo>
                      <a:pt x="0" y="28547"/>
                    </a:moveTo>
                    <a:lnTo>
                      <a:pt x="30310" y="0"/>
                    </a:lnTo>
                    <a:lnTo>
                      <a:pt x="74161" y="46572"/>
                    </a:lnTo>
                    <a:lnTo>
                      <a:pt x="43557" y="75757"/>
                    </a:lnTo>
                    <a:lnTo>
                      <a:pt x="0" y="11677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7" name="Контур"/>
              <p:cNvSpPr/>
              <p:nvPr/>
            </p:nvSpPr>
            <p:spPr>
              <a:xfrm>
                <a:off x="1440000" y="2474486"/>
                <a:ext cx="74161" cy="116770"/>
              </a:xfrm>
              <a:custGeom>
                <a:avLst/>
                <a:gdLst/>
                <a:ahLst/>
                <a:cxnLst/>
                <a:rect l="l" t="t" r="r" b="b"/>
                <a:pathLst>
                  <a:path w="74161" h="116770" fill="none">
                    <a:moveTo>
                      <a:pt x="30310" y="0"/>
                    </a:moveTo>
                    <a:lnTo>
                      <a:pt x="74161" y="46572"/>
                    </a:lnTo>
                    <a:lnTo>
                      <a:pt x="43557" y="75757"/>
                    </a:lnTo>
                    <a:lnTo>
                      <a:pt x="0" y="116770"/>
                    </a:lnTo>
                    <a:moveTo>
                      <a:pt x="0" y="28547"/>
                    </a:moveTo>
                    <a:lnTo>
                      <a:pt x="30310" y="0"/>
                    </a:lnTo>
                    <a:lnTo>
                      <a:pt x="3031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8" name="Контур"/>
              <p:cNvSpPr/>
              <p:nvPr/>
            </p:nvSpPr>
            <p:spPr>
              <a:xfrm>
                <a:off x="1654813" y="2465009"/>
                <a:ext cx="94221" cy="93334"/>
              </a:xfrm>
              <a:custGeom>
                <a:avLst/>
                <a:gdLst/>
                <a:ahLst/>
                <a:cxnLst/>
                <a:rect l="l" t="t" r="r" b="b"/>
                <a:pathLst>
                  <a:path w="94221" h="93334">
                    <a:moveTo>
                      <a:pt x="94221" y="45147"/>
                    </a:moveTo>
                    <a:lnTo>
                      <a:pt x="41691" y="93334"/>
                    </a:lnTo>
                    <a:lnTo>
                      <a:pt x="0" y="48597"/>
                    </a:lnTo>
                    <a:lnTo>
                      <a:pt x="52147" y="0"/>
                    </a:lnTo>
                    <a:lnTo>
                      <a:pt x="94221" y="451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9" name="Контур"/>
              <p:cNvSpPr/>
              <p:nvPr/>
            </p:nvSpPr>
            <p:spPr>
              <a:xfrm>
                <a:off x="1654813" y="2465009"/>
                <a:ext cx="94221" cy="93334"/>
              </a:xfrm>
              <a:custGeom>
                <a:avLst/>
                <a:gdLst/>
                <a:ahLst/>
                <a:cxnLst/>
                <a:rect l="l" t="t" r="r" b="b"/>
                <a:pathLst>
                  <a:path w="94221" h="93334">
                    <a:moveTo>
                      <a:pt x="94221" y="45147"/>
                    </a:moveTo>
                    <a:lnTo>
                      <a:pt x="41691" y="93334"/>
                    </a:lnTo>
                    <a:lnTo>
                      <a:pt x="0" y="48597"/>
                    </a:lnTo>
                    <a:lnTo>
                      <a:pt x="52147" y="0"/>
                    </a:lnTo>
                    <a:lnTo>
                      <a:pt x="94221" y="451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0" name="Контур"/>
              <p:cNvSpPr/>
              <p:nvPr/>
            </p:nvSpPr>
            <p:spPr>
              <a:xfrm>
                <a:off x="1627185" y="2435248"/>
                <a:ext cx="79775" cy="78358"/>
              </a:xfrm>
              <a:custGeom>
                <a:avLst/>
                <a:gdLst/>
                <a:ahLst/>
                <a:cxnLst/>
                <a:rect l="l" t="t" r="r" b="b"/>
                <a:pathLst>
                  <a:path w="79775" h="78358">
                    <a:moveTo>
                      <a:pt x="0" y="46671"/>
                    </a:moveTo>
                    <a:lnTo>
                      <a:pt x="50506" y="0"/>
                    </a:lnTo>
                    <a:lnTo>
                      <a:pt x="79775" y="29761"/>
                    </a:lnTo>
                    <a:lnTo>
                      <a:pt x="27628" y="78358"/>
                    </a:lnTo>
                    <a:lnTo>
                      <a:pt x="0" y="466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1" name="Контур"/>
              <p:cNvSpPr/>
              <p:nvPr/>
            </p:nvSpPr>
            <p:spPr>
              <a:xfrm>
                <a:off x="1627185" y="2435248"/>
                <a:ext cx="79775" cy="78358"/>
              </a:xfrm>
              <a:custGeom>
                <a:avLst/>
                <a:gdLst/>
                <a:ahLst/>
                <a:cxnLst/>
                <a:rect l="l" t="t" r="r" b="b"/>
                <a:pathLst>
                  <a:path w="79775" h="78358">
                    <a:moveTo>
                      <a:pt x="0" y="46671"/>
                    </a:moveTo>
                    <a:lnTo>
                      <a:pt x="50506" y="0"/>
                    </a:lnTo>
                    <a:lnTo>
                      <a:pt x="79775" y="29761"/>
                    </a:lnTo>
                    <a:lnTo>
                      <a:pt x="27628" y="78358"/>
                    </a:lnTo>
                    <a:lnTo>
                      <a:pt x="0" y="466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2" name="Контур"/>
              <p:cNvSpPr/>
              <p:nvPr/>
            </p:nvSpPr>
            <p:spPr>
              <a:xfrm>
                <a:off x="1546815" y="2385533"/>
                <a:ext cx="130876" cy="96386"/>
              </a:xfrm>
              <a:custGeom>
                <a:avLst/>
                <a:gdLst/>
                <a:ahLst/>
                <a:cxnLst/>
                <a:rect l="l" t="t" r="r" b="b"/>
                <a:pathLst>
                  <a:path w="130876" h="96386">
                    <a:moveTo>
                      <a:pt x="0" y="9412"/>
                    </a:moveTo>
                    <a:lnTo>
                      <a:pt x="9891" y="272"/>
                    </a:lnTo>
                    <a:lnTo>
                      <a:pt x="85691" y="0"/>
                    </a:lnTo>
                    <a:lnTo>
                      <a:pt x="96829" y="12871"/>
                    </a:lnTo>
                    <a:lnTo>
                      <a:pt x="130876" y="49715"/>
                    </a:lnTo>
                    <a:lnTo>
                      <a:pt x="80370" y="96386"/>
                    </a:lnTo>
                    <a:lnTo>
                      <a:pt x="0" y="94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3" name="Контур"/>
              <p:cNvSpPr/>
              <p:nvPr/>
            </p:nvSpPr>
            <p:spPr>
              <a:xfrm>
                <a:off x="1546815" y="2385533"/>
                <a:ext cx="130876" cy="96386"/>
              </a:xfrm>
              <a:custGeom>
                <a:avLst/>
                <a:gdLst/>
                <a:ahLst/>
                <a:cxnLst/>
                <a:rect l="l" t="t" r="r" b="b"/>
                <a:pathLst>
                  <a:path w="130876" h="96386">
                    <a:moveTo>
                      <a:pt x="0" y="9412"/>
                    </a:moveTo>
                    <a:lnTo>
                      <a:pt x="9891" y="272"/>
                    </a:lnTo>
                    <a:lnTo>
                      <a:pt x="85691" y="0"/>
                    </a:lnTo>
                    <a:lnTo>
                      <a:pt x="96829" y="12871"/>
                    </a:lnTo>
                    <a:lnTo>
                      <a:pt x="130876" y="49715"/>
                    </a:lnTo>
                    <a:lnTo>
                      <a:pt x="80370" y="96386"/>
                    </a:lnTo>
                    <a:lnTo>
                      <a:pt x="0" y="94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4" name="Контур"/>
              <p:cNvSpPr/>
              <p:nvPr/>
            </p:nvSpPr>
            <p:spPr>
              <a:xfrm>
                <a:off x="1632506" y="2385442"/>
                <a:ext cx="25165" cy="12962"/>
              </a:xfrm>
              <a:custGeom>
                <a:avLst/>
                <a:gdLst/>
                <a:ahLst/>
                <a:cxnLst/>
                <a:rect l="l" t="t" r="r" b="b"/>
                <a:pathLst>
                  <a:path w="25165" h="12962">
                    <a:moveTo>
                      <a:pt x="25165" y="0"/>
                    </a:moveTo>
                    <a:lnTo>
                      <a:pt x="11138" y="12962"/>
                    </a:lnTo>
                    <a:lnTo>
                      <a:pt x="0" y="91"/>
                    </a:lnTo>
                    <a:lnTo>
                      <a:pt x="251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5" name="Контур"/>
              <p:cNvSpPr/>
              <p:nvPr/>
            </p:nvSpPr>
            <p:spPr>
              <a:xfrm>
                <a:off x="1632506" y="2385442"/>
                <a:ext cx="25165" cy="12962"/>
              </a:xfrm>
              <a:custGeom>
                <a:avLst/>
                <a:gdLst/>
                <a:ahLst/>
                <a:cxnLst/>
                <a:rect l="l" t="t" r="r" b="b"/>
                <a:pathLst>
                  <a:path w="25165" h="12962">
                    <a:moveTo>
                      <a:pt x="25165" y="0"/>
                    </a:moveTo>
                    <a:lnTo>
                      <a:pt x="11138" y="12962"/>
                    </a:lnTo>
                    <a:lnTo>
                      <a:pt x="0" y="91"/>
                    </a:lnTo>
                    <a:lnTo>
                      <a:pt x="251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6" name="Контур"/>
              <p:cNvSpPr/>
              <p:nvPr/>
            </p:nvSpPr>
            <p:spPr>
              <a:xfrm>
                <a:off x="2502341" y="2529895"/>
                <a:ext cx="193807" cy="195961"/>
              </a:xfrm>
              <a:custGeom>
                <a:avLst/>
                <a:gdLst/>
                <a:ahLst/>
                <a:cxnLst/>
                <a:rect l="l" t="t" r="r" b="b"/>
                <a:pathLst>
                  <a:path w="193807" h="195961">
                    <a:moveTo>
                      <a:pt x="0" y="75159"/>
                    </a:moveTo>
                    <a:lnTo>
                      <a:pt x="79270" y="0"/>
                    </a:lnTo>
                    <a:lnTo>
                      <a:pt x="193807" y="120802"/>
                    </a:lnTo>
                    <a:lnTo>
                      <a:pt x="114538" y="195961"/>
                    </a:lnTo>
                    <a:lnTo>
                      <a:pt x="0" y="751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7" name="Контур"/>
              <p:cNvSpPr/>
              <p:nvPr/>
            </p:nvSpPr>
            <p:spPr>
              <a:xfrm>
                <a:off x="1813257" y="2453414"/>
                <a:ext cx="124200" cy="121471"/>
              </a:xfrm>
              <a:custGeom>
                <a:avLst/>
                <a:gdLst/>
                <a:ahLst/>
                <a:cxnLst/>
                <a:rect l="l" t="t" r="r" b="b"/>
                <a:pathLst>
                  <a:path w="124200" h="121471">
                    <a:moveTo>
                      <a:pt x="0" y="70152"/>
                    </a:moveTo>
                    <a:lnTo>
                      <a:pt x="75275" y="0"/>
                    </a:lnTo>
                    <a:lnTo>
                      <a:pt x="124200" y="47900"/>
                    </a:lnTo>
                    <a:lnTo>
                      <a:pt x="45256" y="121471"/>
                    </a:lnTo>
                    <a:lnTo>
                      <a:pt x="0" y="701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8" name="Контур"/>
              <p:cNvSpPr/>
              <p:nvPr/>
            </p:nvSpPr>
            <p:spPr>
              <a:xfrm>
                <a:off x="1813257" y="2453414"/>
                <a:ext cx="124200" cy="121471"/>
              </a:xfrm>
              <a:custGeom>
                <a:avLst/>
                <a:gdLst/>
                <a:ahLst/>
                <a:cxnLst/>
                <a:rect l="l" t="t" r="r" b="b"/>
                <a:pathLst>
                  <a:path w="124200" h="121471">
                    <a:moveTo>
                      <a:pt x="0" y="70152"/>
                    </a:moveTo>
                    <a:lnTo>
                      <a:pt x="75275" y="0"/>
                    </a:lnTo>
                    <a:lnTo>
                      <a:pt x="124200" y="47900"/>
                    </a:lnTo>
                    <a:lnTo>
                      <a:pt x="45256" y="121471"/>
                    </a:lnTo>
                    <a:lnTo>
                      <a:pt x="0" y="701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9" name="Контур"/>
              <p:cNvSpPr/>
              <p:nvPr/>
            </p:nvSpPr>
            <p:spPr>
              <a:xfrm>
                <a:off x="2893232" y="2380260"/>
                <a:ext cx="208795" cy="169967"/>
              </a:xfrm>
              <a:custGeom>
                <a:avLst/>
                <a:gdLst/>
                <a:ahLst/>
                <a:cxnLst/>
                <a:rect l="l" t="t" r="r" b="b"/>
                <a:pathLst>
                  <a:path w="208795" h="169967">
                    <a:moveTo>
                      <a:pt x="1593" y="120916"/>
                    </a:moveTo>
                    <a:lnTo>
                      <a:pt x="132042" y="222"/>
                    </a:lnTo>
                    <a:lnTo>
                      <a:pt x="192586" y="0"/>
                    </a:lnTo>
                    <a:lnTo>
                      <a:pt x="208795" y="17524"/>
                    </a:lnTo>
                    <a:lnTo>
                      <a:pt x="56611" y="158308"/>
                    </a:lnTo>
                    <a:lnTo>
                      <a:pt x="44006" y="169967"/>
                    </a:lnTo>
                    <a:lnTo>
                      <a:pt x="0" y="122389"/>
                    </a:lnTo>
                    <a:lnTo>
                      <a:pt x="1593" y="1209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0" name="Контур"/>
              <p:cNvSpPr/>
              <p:nvPr/>
            </p:nvSpPr>
            <p:spPr>
              <a:xfrm>
                <a:off x="1696504" y="2484357"/>
                <a:ext cx="162009" cy="163642"/>
              </a:xfrm>
              <a:custGeom>
                <a:avLst/>
                <a:gdLst/>
                <a:ahLst/>
                <a:cxnLst/>
                <a:rect l="l" t="t" r="r" b="b"/>
                <a:pathLst>
                  <a:path w="162009" h="163642">
                    <a:moveTo>
                      <a:pt x="83554" y="163642"/>
                    </a:moveTo>
                    <a:lnTo>
                      <a:pt x="0" y="73986"/>
                    </a:lnTo>
                    <a:lnTo>
                      <a:pt x="52530" y="25799"/>
                    </a:lnTo>
                    <a:lnTo>
                      <a:pt x="80213" y="0"/>
                    </a:lnTo>
                    <a:lnTo>
                      <a:pt x="116753" y="39209"/>
                    </a:lnTo>
                    <a:lnTo>
                      <a:pt x="162009" y="90528"/>
                    </a:lnTo>
                    <a:lnTo>
                      <a:pt x="83554" y="1636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1" name="Контур"/>
              <p:cNvSpPr/>
              <p:nvPr/>
            </p:nvSpPr>
            <p:spPr>
              <a:xfrm>
                <a:off x="2949843" y="2380114"/>
                <a:ext cx="231710" cy="201702"/>
              </a:xfrm>
              <a:custGeom>
                <a:avLst/>
                <a:gdLst/>
                <a:ahLst/>
                <a:cxnLst/>
                <a:rect l="l" t="t" r="r" b="b"/>
                <a:pathLst>
                  <a:path w="231710" h="201702">
                    <a:moveTo>
                      <a:pt x="78614" y="201702"/>
                    </a:moveTo>
                    <a:lnTo>
                      <a:pt x="40392" y="160129"/>
                    </a:lnTo>
                    <a:lnTo>
                      <a:pt x="19027" y="179775"/>
                    </a:lnTo>
                    <a:lnTo>
                      <a:pt x="0" y="158454"/>
                    </a:lnTo>
                    <a:lnTo>
                      <a:pt x="152184" y="17670"/>
                    </a:lnTo>
                    <a:lnTo>
                      <a:pt x="135975" y="146"/>
                    </a:lnTo>
                    <a:lnTo>
                      <a:pt x="175733" y="0"/>
                    </a:lnTo>
                    <a:lnTo>
                      <a:pt x="215508" y="43237"/>
                    </a:lnTo>
                    <a:lnTo>
                      <a:pt x="231710" y="60850"/>
                    </a:lnTo>
                    <a:lnTo>
                      <a:pt x="78614" y="2017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2" name="Контур"/>
              <p:cNvSpPr/>
              <p:nvPr/>
            </p:nvSpPr>
            <p:spPr>
              <a:xfrm>
                <a:off x="1888532" y="2384184"/>
                <a:ext cx="144591" cy="117130"/>
              </a:xfrm>
              <a:custGeom>
                <a:avLst/>
                <a:gdLst/>
                <a:ahLst/>
                <a:cxnLst/>
                <a:rect l="l" t="t" r="r" b="b"/>
                <a:pathLst>
                  <a:path w="144591" h="117130">
                    <a:moveTo>
                      <a:pt x="64946" y="8705"/>
                    </a:moveTo>
                    <a:lnTo>
                      <a:pt x="74078" y="160"/>
                    </a:lnTo>
                    <a:lnTo>
                      <a:pt x="118520" y="0"/>
                    </a:lnTo>
                    <a:lnTo>
                      <a:pt x="144591" y="27975"/>
                    </a:lnTo>
                    <a:lnTo>
                      <a:pt x="48925" y="117130"/>
                    </a:lnTo>
                    <a:lnTo>
                      <a:pt x="0" y="69230"/>
                    </a:lnTo>
                    <a:lnTo>
                      <a:pt x="64946" y="87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3" name="Контур"/>
              <p:cNvSpPr/>
              <p:nvPr/>
            </p:nvSpPr>
            <p:spPr>
              <a:xfrm>
                <a:off x="2299147" y="2382614"/>
                <a:ext cx="141315" cy="70800"/>
              </a:xfrm>
              <a:custGeom>
                <a:avLst/>
                <a:gdLst/>
                <a:ahLst/>
                <a:cxnLst/>
                <a:rect l="l" t="t" r="r" b="b"/>
                <a:pathLst>
                  <a:path w="141315" h="70800">
                    <a:moveTo>
                      <a:pt x="0" y="513"/>
                    </a:moveTo>
                    <a:lnTo>
                      <a:pt x="141315" y="0"/>
                    </a:lnTo>
                    <a:lnTo>
                      <a:pt x="66642" y="70800"/>
                    </a:lnTo>
                    <a:lnTo>
                      <a:pt x="0" y="5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4" name="Контур"/>
              <p:cNvSpPr/>
              <p:nvPr/>
            </p:nvSpPr>
            <p:spPr>
              <a:xfrm>
                <a:off x="3212562" y="2379593"/>
                <a:ext cx="71318" cy="45167"/>
              </a:xfrm>
              <a:custGeom>
                <a:avLst/>
                <a:gdLst/>
                <a:ahLst/>
                <a:cxnLst/>
                <a:rect l="l" t="t" r="r" b="b"/>
                <a:pathLst>
                  <a:path w="71318" h="45167">
                    <a:moveTo>
                      <a:pt x="258" y="483"/>
                    </a:moveTo>
                    <a:lnTo>
                      <a:pt x="0" y="202"/>
                    </a:lnTo>
                    <a:lnTo>
                      <a:pt x="55091" y="0"/>
                    </a:lnTo>
                    <a:lnTo>
                      <a:pt x="71318" y="17619"/>
                    </a:lnTo>
                    <a:lnTo>
                      <a:pt x="41404" y="45167"/>
                    </a:lnTo>
                    <a:lnTo>
                      <a:pt x="258" y="4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5" name="Контур"/>
              <p:cNvSpPr/>
              <p:nvPr/>
            </p:nvSpPr>
            <p:spPr>
              <a:xfrm>
                <a:off x="2660099" y="2381600"/>
                <a:ext cx="59092" cy="37269"/>
              </a:xfrm>
              <a:custGeom>
                <a:avLst/>
                <a:gdLst/>
                <a:ahLst/>
                <a:cxnLst/>
                <a:rect l="l" t="t" r="r" b="b"/>
                <a:pathLst>
                  <a:path w="59092" h="37269">
                    <a:moveTo>
                      <a:pt x="59092" y="0"/>
                    </a:moveTo>
                    <a:lnTo>
                      <a:pt x="21702" y="37269"/>
                    </a:lnTo>
                    <a:lnTo>
                      <a:pt x="0" y="15496"/>
                    </a:lnTo>
                    <a:lnTo>
                      <a:pt x="15387" y="159"/>
                    </a:lnTo>
                    <a:lnTo>
                      <a:pt x="5909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6" name="Контур"/>
              <p:cNvSpPr/>
              <p:nvPr/>
            </p:nvSpPr>
            <p:spPr>
              <a:xfrm>
                <a:off x="1888532" y="2384184"/>
                <a:ext cx="144591" cy="117130"/>
              </a:xfrm>
              <a:custGeom>
                <a:avLst/>
                <a:gdLst/>
                <a:ahLst/>
                <a:cxnLst/>
                <a:rect l="l" t="t" r="r" b="b"/>
                <a:pathLst>
                  <a:path w="144591" h="117130">
                    <a:moveTo>
                      <a:pt x="64946" y="8705"/>
                    </a:moveTo>
                    <a:lnTo>
                      <a:pt x="74078" y="160"/>
                    </a:lnTo>
                    <a:lnTo>
                      <a:pt x="118520" y="0"/>
                    </a:lnTo>
                    <a:lnTo>
                      <a:pt x="144591" y="27975"/>
                    </a:lnTo>
                    <a:lnTo>
                      <a:pt x="48925" y="117130"/>
                    </a:lnTo>
                    <a:lnTo>
                      <a:pt x="0" y="69230"/>
                    </a:lnTo>
                    <a:lnTo>
                      <a:pt x="64946" y="87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7" name="Контур"/>
              <p:cNvSpPr/>
              <p:nvPr/>
            </p:nvSpPr>
            <p:spPr>
              <a:xfrm>
                <a:off x="3167731" y="2386953"/>
                <a:ext cx="21327" cy="22027"/>
              </a:xfrm>
              <a:custGeom>
                <a:avLst/>
                <a:gdLst/>
                <a:ahLst/>
                <a:cxnLst/>
                <a:rect l="l" t="t" r="r" b="b"/>
                <a:pathLst>
                  <a:path w="21327" h="22027">
                    <a:moveTo>
                      <a:pt x="7976" y="0"/>
                    </a:moveTo>
                    <a:lnTo>
                      <a:pt x="21327" y="14861"/>
                    </a:lnTo>
                    <a:lnTo>
                      <a:pt x="13351" y="22027"/>
                    </a:lnTo>
                    <a:lnTo>
                      <a:pt x="0" y="7166"/>
                    </a:lnTo>
                    <a:lnTo>
                      <a:pt x="79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8" name="Контур"/>
              <p:cNvSpPr/>
              <p:nvPr/>
            </p:nvSpPr>
            <p:spPr>
              <a:xfrm>
                <a:off x="3174451" y="2379879"/>
                <a:ext cx="25676" cy="18975"/>
              </a:xfrm>
              <a:custGeom>
                <a:avLst/>
                <a:gdLst/>
                <a:ahLst/>
                <a:cxnLst/>
                <a:rect l="l" t="t" r="r" b="b"/>
                <a:pathLst>
                  <a:path w="25676" h="18975">
                    <a:moveTo>
                      <a:pt x="0" y="56"/>
                    </a:moveTo>
                    <a:lnTo>
                      <a:pt x="15239" y="0"/>
                    </a:lnTo>
                    <a:lnTo>
                      <a:pt x="25676" y="11357"/>
                    </a:lnTo>
                    <a:lnTo>
                      <a:pt x="17387" y="18975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9" name="Контур"/>
              <p:cNvSpPr/>
              <p:nvPr/>
            </p:nvSpPr>
            <p:spPr>
              <a:xfrm>
                <a:off x="1945571" y="2384344"/>
                <a:ext cx="17039" cy="8545"/>
              </a:xfrm>
              <a:custGeom>
                <a:avLst/>
                <a:gdLst/>
                <a:ahLst/>
                <a:cxnLst/>
                <a:rect l="l" t="t" r="r" b="b"/>
                <a:pathLst>
                  <a:path w="17039" h="8545">
                    <a:moveTo>
                      <a:pt x="17039" y="0"/>
                    </a:moveTo>
                    <a:lnTo>
                      <a:pt x="7907" y="8545"/>
                    </a:lnTo>
                    <a:lnTo>
                      <a:pt x="0" y="62"/>
                    </a:lnTo>
                    <a:lnTo>
                      <a:pt x="170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0" name="Контур"/>
              <p:cNvSpPr/>
              <p:nvPr/>
            </p:nvSpPr>
            <p:spPr>
              <a:xfrm>
                <a:off x="1945571" y="2384344"/>
                <a:ext cx="17039" cy="8545"/>
              </a:xfrm>
              <a:custGeom>
                <a:avLst/>
                <a:gdLst/>
                <a:ahLst/>
                <a:cxnLst/>
                <a:rect l="l" t="t" r="r" b="b"/>
                <a:pathLst>
                  <a:path w="17039" h="8545">
                    <a:moveTo>
                      <a:pt x="17039" y="0"/>
                    </a:moveTo>
                    <a:lnTo>
                      <a:pt x="7907" y="8545"/>
                    </a:lnTo>
                    <a:lnTo>
                      <a:pt x="0" y="62"/>
                    </a:lnTo>
                    <a:lnTo>
                      <a:pt x="170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1" name="Контур"/>
              <p:cNvSpPr/>
              <p:nvPr/>
            </p:nvSpPr>
            <p:spPr>
              <a:xfrm>
                <a:off x="1440000" y="2474486"/>
                <a:ext cx="74161" cy="116770"/>
              </a:xfrm>
              <a:custGeom>
                <a:avLst/>
                <a:gdLst/>
                <a:ahLst/>
                <a:cxnLst/>
                <a:rect l="l" t="t" r="r" b="b"/>
                <a:pathLst>
                  <a:path w="74161" h="116770">
                    <a:moveTo>
                      <a:pt x="0" y="28547"/>
                    </a:moveTo>
                    <a:lnTo>
                      <a:pt x="30310" y="0"/>
                    </a:lnTo>
                    <a:lnTo>
                      <a:pt x="74161" y="46572"/>
                    </a:lnTo>
                    <a:lnTo>
                      <a:pt x="43557" y="75757"/>
                    </a:lnTo>
                    <a:lnTo>
                      <a:pt x="0" y="11677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2" name="Контур"/>
              <p:cNvSpPr/>
              <p:nvPr/>
            </p:nvSpPr>
            <p:spPr>
              <a:xfrm>
                <a:off x="1440000" y="2474486"/>
                <a:ext cx="74161" cy="116770"/>
              </a:xfrm>
              <a:custGeom>
                <a:avLst/>
                <a:gdLst/>
                <a:ahLst/>
                <a:cxnLst/>
                <a:rect l="l" t="t" r="r" b="b"/>
                <a:pathLst>
                  <a:path w="74161" h="116770" fill="none">
                    <a:moveTo>
                      <a:pt x="30310" y="0"/>
                    </a:moveTo>
                    <a:lnTo>
                      <a:pt x="74161" y="46572"/>
                    </a:lnTo>
                    <a:lnTo>
                      <a:pt x="43557" y="75757"/>
                    </a:lnTo>
                    <a:lnTo>
                      <a:pt x="0" y="116770"/>
                    </a:lnTo>
                    <a:moveTo>
                      <a:pt x="0" y="28547"/>
                    </a:moveTo>
                    <a:lnTo>
                      <a:pt x="30310" y="0"/>
                    </a:lnTo>
                    <a:lnTo>
                      <a:pt x="3031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3" name="Контур"/>
              <p:cNvSpPr/>
              <p:nvPr/>
            </p:nvSpPr>
            <p:spPr>
              <a:xfrm>
                <a:off x="1440000" y="2850009"/>
                <a:ext cx="11951" cy="23799"/>
              </a:xfrm>
              <a:custGeom>
                <a:avLst/>
                <a:gdLst/>
                <a:ahLst/>
                <a:cxnLst/>
                <a:rect l="l" t="t" r="r" b="b"/>
                <a:pathLst>
                  <a:path w="11951" h="23799">
                    <a:moveTo>
                      <a:pt x="0" y="0"/>
                    </a:moveTo>
                    <a:lnTo>
                      <a:pt x="11951" y="12798"/>
                    </a:lnTo>
                    <a:lnTo>
                      <a:pt x="0" y="237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4" name="Контур"/>
              <p:cNvSpPr/>
              <p:nvPr/>
            </p:nvSpPr>
            <p:spPr>
              <a:xfrm>
                <a:off x="1440000" y="2850009"/>
                <a:ext cx="11951" cy="23799"/>
              </a:xfrm>
              <a:custGeom>
                <a:avLst/>
                <a:gdLst/>
                <a:ahLst/>
                <a:cxnLst/>
                <a:rect l="l" t="t" r="r" b="b"/>
                <a:pathLst>
                  <a:path w="11951" h="23799" fill="none">
                    <a:moveTo>
                      <a:pt x="11951" y="12798"/>
                    </a:moveTo>
                    <a:lnTo>
                      <a:pt x="0" y="23799"/>
                    </a:lnTo>
                    <a:moveTo>
                      <a:pt x="0" y="0"/>
                    </a:moveTo>
                    <a:lnTo>
                      <a:pt x="11951" y="12798"/>
                    </a:lnTo>
                    <a:lnTo>
                      <a:pt x="11951" y="1279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5" name="Контур"/>
              <p:cNvSpPr/>
              <p:nvPr/>
            </p:nvSpPr>
            <p:spPr>
              <a:xfrm>
                <a:off x="2728671" y="3969964"/>
                <a:ext cx="59065" cy="62098"/>
              </a:xfrm>
              <a:custGeom>
                <a:avLst/>
                <a:gdLst/>
                <a:ahLst/>
                <a:cxnLst/>
                <a:rect l="l" t="t" r="r" b="b"/>
                <a:pathLst>
                  <a:path w="59065" h="62098">
                    <a:moveTo>
                      <a:pt x="9098" y="0"/>
                    </a:moveTo>
                    <a:lnTo>
                      <a:pt x="59065" y="53563"/>
                    </a:lnTo>
                    <a:lnTo>
                      <a:pt x="50009" y="62098"/>
                    </a:lnTo>
                    <a:lnTo>
                      <a:pt x="0" y="8490"/>
                    </a:lnTo>
                    <a:lnTo>
                      <a:pt x="909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6" name="Контур"/>
              <p:cNvSpPr/>
              <p:nvPr/>
            </p:nvSpPr>
            <p:spPr>
              <a:xfrm>
                <a:off x="2737769" y="3858561"/>
                <a:ext cx="168048" cy="164966"/>
              </a:xfrm>
              <a:custGeom>
                <a:avLst/>
                <a:gdLst/>
                <a:ahLst/>
                <a:cxnLst/>
                <a:rect l="l" t="t" r="r" b="b"/>
                <a:pathLst>
                  <a:path w="168048" h="164966">
                    <a:moveTo>
                      <a:pt x="168048" y="53684"/>
                    </a:moveTo>
                    <a:lnTo>
                      <a:pt x="49967" y="164966"/>
                    </a:lnTo>
                    <a:lnTo>
                      <a:pt x="0" y="111403"/>
                    </a:lnTo>
                    <a:lnTo>
                      <a:pt x="119368" y="0"/>
                    </a:lnTo>
                    <a:lnTo>
                      <a:pt x="153632" y="37019"/>
                    </a:lnTo>
                    <a:lnTo>
                      <a:pt x="168048" y="53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7" name="Контур"/>
              <p:cNvSpPr/>
              <p:nvPr/>
            </p:nvSpPr>
            <p:spPr>
              <a:xfrm>
                <a:off x="2240989" y="3768049"/>
                <a:ext cx="152564" cy="158934"/>
              </a:xfrm>
              <a:custGeom>
                <a:avLst/>
                <a:gdLst/>
                <a:ahLst/>
                <a:cxnLst/>
                <a:rect l="l" t="t" r="r" b="b"/>
                <a:pathLst>
                  <a:path w="152564" h="158934">
                    <a:moveTo>
                      <a:pt x="152564" y="106921"/>
                    </a:moveTo>
                    <a:lnTo>
                      <a:pt x="98779" y="158934"/>
                    </a:lnTo>
                    <a:lnTo>
                      <a:pt x="0" y="52167"/>
                    </a:lnTo>
                    <a:lnTo>
                      <a:pt x="52751" y="0"/>
                    </a:lnTo>
                    <a:lnTo>
                      <a:pt x="152564" y="1069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8" name="Контур"/>
              <p:cNvSpPr/>
              <p:nvPr/>
            </p:nvSpPr>
            <p:spPr>
              <a:xfrm>
                <a:off x="2392615" y="3580134"/>
                <a:ext cx="181331" cy="216291"/>
              </a:xfrm>
              <a:custGeom>
                <a:avLst/>
                <a:gdLst/>
                <a:ahLst/>
                <a:cxnLst/>
                <a:rect l="l" t="t" r="r" b="b"/>
                <a:pathLst>
                  <a:path w="181331" h="216291">
                    <a:moveTo>
                      <a:pt x="103618" y="0"/>
                    </a:moveTo>
                    <a:lnTo>
                      <a:pt x="153921" y="52845"/>
                    </a:lnTo>
                    <a:lnTo>
                      <a:pt x="119636" y="85480"/>
                    </a:lnTo>
                    <a:lnTo>
                      <a:pt x="181331" y="150293"/>
                    </a:lnTo>
                    <a:lnTo>
                      <a:pt x="111998" y="216291"/>
                    </a:lnTo>
                    <a:lnTo>
                      <a:pt x="0" y="98634"/>
                    </a:lnTo>
                    <a:lnTo>
                      <a:pt x="10361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9" name="Контур"/>
              <p:cNvSpPr/>
              <p:nvPr/>
            </p:nvSpPr>
            <p:spPr>
              <a:xfrm>
                <a:off x="2830162" y="3809680"/>
                <a:ext cx="82428" cy="85900"/>
              </a:xfrm>
              <a:custGeom>
                <a:avLst/>
                <a:gdLst/>
                <a:ahLst/>
                <a:cxnLst/>
                <a:rect l="l" t="t" r="r" b="b"/>
                <a:pathLst>
                  <a:path w="82428" h="85900">
                    <a:moveTo>
                      <a:pt x="21189" y="0"/>
                    </a:moveTo>
                    <a:lnTo>
                      <a:pt x="82428" y="66340"/>
                    </a:lnTo>
                    <a:lnTo>
                      <a:pt x="61239" y="85900"/>
                    </a:lnTo>
                    <a:lnTo>
                      <a:pt x="26975" y="48881"/>
                    </a:lnTo>
                    <a:lnTo>
                      <a:pt x="0" y="19560"/>
                    </a:lnTo>
                    <a:lnTo>
                      <a:pt x="211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0" name="Контур"/>
              <p:cNvSpPr/>
              <p:nvPr/>
            </p:nvSpPr>
            <p:spPr>
              <a:xfrm>
                <a:off x="2817358" y="3582040"/>
                <a:ext cx="166184" cy="167596"/>
              </a:xfrm>
              <a:custGeom>
                <a:avLst/>
                <a:gdLst/>
                <a:ahLst/>
                <a:cxnLst/>
                <a:rect l="l" t="t" r="r" b="b"/>
                <a:pathLst>
                  <a:path w="166184" h="167596">
                    <a:moveTo>
                      <a:pt x="90371" y="167596"/>
                    </a:moveTo>
                    <a:lnTo>
                      <a:pt x="0" y="70724"/>
                    </a:lnTo>
                    <a:lnTo>
                      <a:pt x="75814" y="0"/>
                    </a:lnTo>
                    <a:lnTo>
                      <a:pt x="166184" y="96872"/>
                    </a:lnTo>
                    <a:lnTo>
                      <a:pt x="90371" y="1675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1" name="Контур"/>
              <p:cNvSpPr/>
              <p:nvPr/>
            </p:nvSpPr>
            <p:spPr>
              <a:xfrm>
                <a:off x="2496233" y="3326104"/>
                <a:ext cx="323016" cy="306875"/>
              </a:xfrm>
              <a:custGeom>
                <a:avLst/>
                <a:gdLst/>
                <a:ahLst/>
                <a:cxnLst/>
                <a:rect l="l" t="t" r="r" b="b"/>
                <a:pathLst>
                  <a:path w="323016" h="306875">
                    <a:moveTo>
                      <a:pt x="0" y="254030"/>
                    </a:moveTo>
                    <a:lnTo>
                      <a:pt x="271253" y="0"/>
                    </a:lnTo>
                    <a:lnTo>
                      <a:pt x="323016" y="56346"/>
                    </a:lnTo>
                    <a:lnTo>
                      <a:pt x="50303" y="306875"/>
                    </a:lnTo>
                    <a:lnTo>
                      <a:pt x="0" y="2540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2" name="Контур"/>
              <p:cNvSpPr/>
              <p:nvPr/>
            </p:nvSpPr>
            <p:spPr>
              <a:xfrm>
                <a:off x="2884573" y="3340763"/>
                <a:ext cx="161277" cy="186269"/>
              </a:xfrm>
              <a:custGeom>
                <a:avLst/>
                <a:gdLst/>
                <a:ahLst/>
                <a:cxnLst/>
                <a:rect l="l" t="t" r="r" b="b"/>
                <a:pathLst>
                  <a:path w="161277" h="186269">
                    <a:moveTo>
                      <a:pt x="0" y="67401"/>
                    </a:moveTo>
                    <a:lnTo>
                      <a:pt x="69067" y="0"/>
                    </a:lnTo>
                    <a:lnTo>
                      <a:pt x="161277" y="98846"/>
                    </a:lnTo>
                    <a:lnTo>
                      <a:pt x="93012" y="162529"/>
                    </a:lnTo>
                    <a:lnTo>
                      <a:pt x="67564" y="186269"/>
                    </a:lnTo>
                    <a:lnTo>
                      <a:pt x="24017" y="139588"/>
                    </a:lnTo>
                    <a:lnTo>
                      <a:pt x="47181" y="117978"/>
                    </a:lnTo>
                    <a:lnTo>
                      <a:pt x="0" y="674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3" name="Контур"/>
              <p:cNvSpPr/>
              <p:nvPr/>
            </p:nvSpPr>
            <p:spPr>
              <a:xfrm>
                <a:off x="2354465" y="3352146"/>
                <a:ext cx="79057" cy="70687"/>
              </a:xfrm>
              <a:custGeom>
                <a:avLst/>
                <a:gdLst/>
                <a:ahLst/>
                <a:cxnLst/>
                <a:rect l="l" t="t" r="r" b="b"/>
                <a:pathLst>
                  <a:path w="79057" h="70687">
                    <a:moveTo>
                      <a:pt x="35415" y="54410"/>
                    </a:moveTo>
                    <a:lnTo>
                      <a:pt x="25714" y="64370"/>
                    </a:lnTo>
                    <a:lnTo>
                      <a:pt x="19560" y="70687"/>
                    </a:lnTo>
                    <a:lnTo>
                      <a:pt x="0" y="50806"/>
                    </a:lnTo>
                    <a:lnTo>
                      <a:pt x="39931" y="2033"/>
                    </a:lnTo>
                    <a:lnTo>
                      <a:pt x="42469" y="0"/>
                    </a:lnTo>
                    <a:lnTo>
                      <a:pt x="79057" y="38402"/>
                    </a:lnTo>
                    <a:lnTo>
                      <a:pt x="50310" y="67163"/>
                    </a:lnTo>
                    <a:lnTo>
                      <a:pt x="35415" y="544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4" name="Контур"/>
              <p:cNvSpPr/>
              <p:nvPr/>
            </p:nvSpPr>
            <p:spPr>
              <a:xfrm>
                <a:off x="2204576" y="3214652"/>
                <a:ext cx="189820" cy="188300"/>
              </a:xfrm>
              <a:custGeom>
                <a:avLst/>
                <a:gdLst/>
                <a:ahLst/>
                <a:cxnLst/>
                <a:rect l="l" t="t" r="r" b="b"/>
                <a:pathLst>
                  <a:path w="189820" h="188300">
                    <a:moveTo>
                      <a:pt x="189820" y="139527"/>
                    </a:moveTo>
                    <a:lnTo>
                      <a:pt x="149889" y="188300"/>
                    </a:lnTo>
                    <a:lnTo>
                      <a:pt x="140064" y="178316"/>
                    </a:lnTo>
                    <a:lnTo>
                      <a:pt x="0" y="35948"/>
                    </a:lnTo>
                    <a:lnTo>
                      <a:pt x="48753" y="0"/>
                    </a:lnTo>
                    <a:lnTo>
                      <a:pt x="189820" y="1395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5" name="Контур"/>
              <p:cNvSpPr/>
              <p:nvPr/>
            </p:nvSpPr>
            <p:spPr>
              <a:xfrm>
                <a:off x="2790634" y="3241652"/>
                <a:ext cx="163006" cy="166512"/>
              </a:xfrm>
              <a:custGeom>
                <a:avLst/>
                <a:gdLst/>
                <a:ahLst/>
                <a:cxnLst/>
                <a:rect l="l" t="t" r="r" b="b"/>
                <a:pathLst>
                  <a:path w="163006" h="166512">
                    <a:moveTo>
                      <a:pt x="163006" y="99111"/>
                    </a:moveTo>
                    <a:lnTo>
                      <a:pt x="93939" y="166512"/>
                    </a:lnTo>
                    <a:lnTo>
                      <a:pt x="0" y="65813"/>
                    </a:lnTo>
                    <a:lnTo>
                      <a:pt x="70548" y="0"/>
                    </a:lnTo>
                    <a:lnTo>
                      <a:pt x="163006" y="991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6" name="Контур"/>
              <p:cNvSpPr/>
              <p:nvPr/>
            </p:nvSpPr>
            <p:spPr>
              <a:xfrm>
                <a:off x="1986728" y="3114395"/>
                <a:ext cx="161444" cy="161537"/>
              </a:xfrm>
              <a:custGeom>
                <a:avLst/>
                <a:gdLst/>
                <a:ahLst/>
                <a:cxnLst/>
                <a:rect l="l" t="t" r="r" b="b"/>
                <a:pathLst>
                  <a:path w="161444" h="161537">
                    <a:moveTo>
                      <a:pt x="30701" y="44672"/>
                    </a:moveTo>
                    <a:lnTo>
                      <a:pt x="79242" y="0"/>
                    </a:lnTo>
                    <a:lnTo>
                      <a:pt x="161444" y="88674"/>
                    </a:lnTo>
                    <a:lnTo>
                      <a:pt x="82845" y="161537"/>
                    </a:lnTo>
                    <a:lnTo>
                      <a:pt x="36902" y="112940"/>
                    </a:lnTo>
                    <a:lnTo>
                      <a:pt x="0" y="73134"/>
                    </a:lnTo>
                    <a:lnTo>
                      <a:pt x="30701" y="44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7" name="Контур"/>
              <p:cNvSpPr/>
              <p:nvPr/>
            </p:nvSpPr>
            <p:spPr>
              <a:xfrm>
                <a:off x="2189417" y="3186491"/>
                <a:ext cx="70992" cy="64109"/>
              </a:xfrm>
              <a:custGeom>
                <a:avLst/>
                <a:gdLst/>
                <a:ahLst/>
                <a:cxnLst/>
                <a:rect l="l" t="t" r="r" b="b"/>
                <a:pathLst>
                  <a:path w="70992" h="64109">
                    <a:moveTo>
                      <a:pt x="63912" y="28161"/>
                    </a:moveTo>
                    <a:lnTo>
                      <a:pt x="15159" y="64109"/>
                    </a:lnTo>
                    <a:lnTo>
                      <a:pt x="11146" y="60029"/>
                    </a:lnTo>
                    <a:lnTo>
                      <a:pt x="8679" y="57523"/>
                    </a:lnTo>
                    <a:lnTo>
                      <a:pt x="0" y="48701"/>
                    </a:lnTo>
                    <a:lnTo>
                      <a:pt x="47539" y="0"/>
                    </a:lnTo>
                    <a:lnTo>
                      <a:pt x="70992" y="22896"/>
                    </a:lnTo>
                    <a:lnTo>
                      <a:pt x="63912" y="28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8" name="Контур"/>
              <p:cNvSpPr/>
              <p:nvPr/>
            </p:nvSpPr>
            <p:spPr>
              <a:xfrm>
                <a:off x="2325008" y="3085770"/>
                <a:ext cx="91218" cy="91052"/>
              </a:xfrm>
              <a:custGeom>
                <a:avLst/>
                <a:gdLst/>
                <a:ahLst/>
                <a:cxnLst/>
                <a:rect l="l" t="t" r="r" b="b"/>
                <a:pathLst>
                  <a:path w="91218" h="91052">
                    <a:moveTo>
                      <a:pt x="0" y="49762"/>
                    </a:moveTo>
                    <a:lnTo>
                      <a:pt x="50661" y="0"/>
                    </a:lnTo>
                    <a:lnTo>
                      <a:pt x="91218" y="41290"/>
                    </a:lnTo>
                    <a:lnTo>
                      <a:pt x="40557" y="91052"/>
                    </a:lnTo>
                    <a:lnTo>
                      <a:pt x="0" y="497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9" name="Контур"/>
              <p:cNvSpPr/>
              <p:nvPr/>
            </p:nvSpPr>
            <p:spPr>
              <a:xfrm>
                <a:off x="2873638" y="2987799"/>
                <a:ext cx="91463" cy="88566"/>
              </a:xfrm>
              <a:custGeom>
                <a:avLst/>
                <a:gdLst/>
                <a:ahLst/>
                <a:cxnLst/>
                <a:rect l="l" t="t" r="r" b="b"/>
                <a:pathLst>
                  <a:path w="91463" h="88566">
                    <a:moveTo>
                      <a:pt x="0" y="62600"/>
                    </a:moveTo>
                    <a:lnTo>
                      <a:pt x="67315" y="0"/>
                    </a:lnTo>
                    <a:lnTo>
                      <a:pt x="91463" y="25967"/>
                    </a:lnTo>
                    <a:lnTo>
                      <a:pt x="24148" y="88566"/>
                    </a:lnTo>
                    <a:lnTo>
                      <a:pt x="0" y="62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0" name="Контур"/>
              <p:cNvSpPr/>
              <p:nvPr/>
            </p:nvSpPr>
            <p:spPr>
              <a:xfrm>
                <a:off x="1994326" y="2743096"/>
                <a:ext cx="279360" cy="282994"/>
              </a:xfrm>
              <a:custGeom>
                <a:avLst/>
                <a:gdLst/>
                <a:ahLst/>
                <a:cxnLst/>
                <a:rect l="l" t="t" r="r" b="b"/>
                <a:pathLst>
                  <a:path w="279360" h="282994">
                    <a:moveTo>
                      <a:pt x="83347" y="0"/>
                    </a:moveTo>
                    <a:lnTo>
                      <a:pt x="279360" y="203275"/>
                    </a:lnTo>
                    <a:lnTo>
                      <a:pt x="196585" y="282994"/>
                    </a:lnTo>
                    <a:lnTo>
                      <a:pt x="98592" y="183078"/>
                    </a:lnTo>
                    <a:lnTo>
                      <a:pt x="0" y="82550"/>
                    </a:lnTo>
                    <a:lnTo>
                      <a:pt x="833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1" name="Контур"/>
              <p:cNvSpPr/>
              <p:nvPr/>
            </p:nvSpPr>
            <p:spPr>
              <a:xfrm>
                <a:off x="2750005" y="2794964"/>
                <a:ext cx="193808" cy="195961"/>
              </a:xfrm>
              <a:custGeom>
                <a:avLst/>
                <a:gdLst/>
                <a:ahLst/>
                <a:cxnLst/>
                <a:rect l="l" t="t" r="r" b="b"/>
                <a:pathLst>
                  <a:path w="193808" h="195961">
                    <a:moveTo>
                      <a:pt x="0" y="75159"/>
                    </a:moveTo>
                    <a:lnTo>
                      <a:pt x="79269" y="0"/>
                    </a:lnTo>
                    <a:lnTo>
                      <a:pt x="193808" y="120802"/>
                    </a:lnTo>
                    <a:lnTo>
                      <a:pt x="114537" y="195961"/>
                    </a:lnTo>
                    <a:lnTo>
                      <a:pt x="0" y="751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2" name="Контур"/>
              <p:cNvSpPr/>
              <p:nvPr/>
            </p:nvSpPr>
            <p:spPr>
              <a:xfrm>
                <a:off x="1994326" y="2743096"/>
                <a:ext cx="279360" cy="282994"/>
              </a:xfrm>
              <a:custGeom>
                <a:avLst/>
                <a:gdLst/>
                <a:ahLst/>
                <a:cxnLst/>
                <a:rect l="l" t="t" r="r" b="b"/>
                <a:pathLst>
                  <a:path w="279360" h="282994">
                    <a:moveTo>
                      <a:pt x="83347" y="0"/>
                    </a:moveTo>
                    <a:lnTo>
                      <a:pt x="279360" y="203275"/>
                    </a:lnTo>
                    <a:lnTo>
                      <a:pt x="196585" y="282994"/>
                    </a:lnTo>
                    <a:lnTo>
                      <a:pt x="98592" y="183078"/>
                    </a:lnTo>
                    <a:lnTo>
                      <a:pt x="0" y="82550"/>
                    </a:lnTo>
                    <a:lnTo>
                      <a:pt x="833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3" name="Контур"/>
              <p:cNvSpPr/>
              <p:nvPr/>
            </p:nvSpPr>
            <p:spPr>
              <a:xfrm>
                <a:off x="3181054" y="3970301"/>
                <a:ext cx="19461" cy="19495"/>
              </a:xfrm>
              <a:custGeom>
                <a:avLst/>
                <a:gdLst/>
                <a:ahLst/>
                <a:cxnLst/>
                <a:rect l="l" t="t" r="r" b="b"/>
                <a:pathLst>
                  <a:path w="19461" h="19495">
                    <a:moveTo>
                      <a:pt x="10332" y="19495"/>
                    </a:moveTo>
                    <a:lnTo>
                      <a:pt x="0" y="8919"/>
                    </a:lnTo>
                    <a:lnTo>
                      <a:pt x="9129" y="0"/>
                    </a:lnTo>
                    <a:lnTo>
                      <a:pt x="19461" y="10576"/>
                    </a:lnTo>
                    <a:lnTo>
                      <a:pt x="10332" y="194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4" name="Контур"/>
              <p:cNvSpPr/>
              <p:nvPr/>
            </p:nvSpPr>
            <p:spPr>
              <a:xfrm>
                <a:off x="3218237" y="3440852"/>
                <a:ext cx="368911" cy="392276"/>
              </a:xfrm>
              <a:custGeom>
                <a:avLst/>
                <a:gdLst/>
                <a:ahLst/>
                <a:cxnLst/>
                <a:rect l="l" t="t" r="r" b="b"/>
                <a:pathLst>
                  <a:path w="368911" h="392276">
                    <a:moveTo>
                      <a:pt x="332796" y="315495"/>
                    </a:moveTo>
                    <a:lnTo>
                      <a:pt x="328044" y="320232"/>
                    </a:lnTo>
                    <a:lnTo>
                      <a:pt x="368911" y="363183"/>
                    </a:lnTo>
                    <a:lnTo>
                      <a:pt x="341345" y="389660"/>
                    </a:lnTo>
                    <a:lnTo>
                      <a:pt x="338623" y="392276"/>
                    </a:lnTo>
                    <a:lnTo>
                      <a:pt x="325831" y="378644"/>
                    </a:lnTo>
                    <a:lnTo>
                      <a:pt x="314518" y="366203"/>
                    </a:lnTo>
                    <a:lnTo>
                      <a:pt x="300405" y="379645"/>
                    </a:lnTo>
                    <a:lnTo>
                      <a:pt x="83426" y="149207"/>
                    </a:lnTo>
                    <a:lnTo>
                      <a:pt x="67598" y="132913"/>
                    </a:lnTo>
                    <a:lnTo>
                      <a:pt x="0" y="64143"/>
                    </a:lnTo>
                    <a:lnTo>
                      <a:pt x="35633" y="0"/>
                    </a:lnTo>
                    <a:lnTo>
                      <a:pt x="332796" y="3154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5" name="Контур"/>
              <p:cNvSpPr/>
              <p:nvPr/>
            </p:nvSpPr>
            <p:spPr>
              <a:xfrm>
                <a:off x="3109097" y="3844038"/>
                <a:ext cx="205339" cy="188386"/>
              </a:xfrm>
              <a:custGeom>
                <a:avLst/>
                <a:gdLst/>
                <a:ahLst/>
                <a:cxnLst/>
                <a:rect l="l" t="t" r="r" b="b"/>
                <a:pathLst>
                  <a:path w="205339" h="188386">
                    <a:moveTo>
                      <a:pt x="0" y="68722"/>
                    </a:moveTo>
                    <a:lnTo>
                      <a:pt x="69471" y="0"/>
                    </a:lnTo>
                    <a:lnTo>
                      <a:pt x="205339" y="137362"/>
                    </a:lnTo>
                    <a:lnTo>
                      <a:pt x="153754" y="188386"/>
                    </a:lnTo>
                    <a:lnTo>
                      <a:pt x="111283" y="145445"/>
                    </a:lnTo>
                    <a:lnTo>
                      <a:pt x="125304" y="131582"/>
                    </a:lnTo>
                    <a:lnTo>
                      <a:pt x="77304" y="83038"/>
                    </a:lnTo>
                    <a:lnTo>
                      <a:pt x="43849" y="116118"/>
                    </a:lnTo>
                    <a:lnTo>
                      <a:pt x="36576" y="108541"/>
                    </a:lnTo>
                    <a:lnTo>
                      <a:pt x="31365" y="113399"/>
                    </a:lnTo>
                    <a:lnTo>
                      <a:pt x="11854" y="93656"/>
                    </a:lnTo>
                    <a:lnTo>
                      <a:pt x="18322" y="87264"/>
                    </a:lnTo>
                    <a:lnTo>
                      <a:pt x="0" y="68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6" name="Контур"/>
              <p:cNvSpPr/>
              <p:nvPr/>
            </p:nvSpPr>
            <p:spPr>
              <a:xfrm>
                <a:off x="3245768" y="3776896"/>
                <a:ext cx="62212" cy="59414"/>
              </a:xfrm>
              <a:custGeom>
                <a:avLst/>
                <a:gdLst/>
                <a:ahLst/>
                <a:cxnLst/>
                <a:rect l="l" t="t" r="r" b="b"/>
                <a:pathLst>
                  <a:path w="62212" h="59414">
                    <a:moveTo>
                      <a:pt x="0" y="36988"/>
                    </a:moveTo>
                    <a:lnTo>
                      <a:pt x="42854" y="0"/>
                    </a:lnTo>
                    <a:lnTo>
                      <a:pt x="62212" y="22425"/>
                    </a:lnTo>
                    <a:lnTo>
                      <a:pt x="37137" y="44068"/>
                    </a:lnTo>
                    <a:lnTo>
                      <a:pt x="19358" y="59414"/>
                    </a:lnTo>
                    <a:lnTo>
                      <a:pt x="0" y="369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7" name="Контур"/>
              <p:cNvSpPr/>
              <p:nvPr/>
            </p:nvSpPr>
            <p:spPr>
              <a:xfrm>
                <a:off x="3127747" y="3952579"/>
                <a:ext cx="34304" cy="34272"/>
              </a:xfrm>
              <a:custGeom>
                <a:avLst/>
                <a:gdLst/>
                <a:ahLst/>
                <a:cxnLst/>
                <a:rect l="l" t="t" r="r" b="b"/>
                <a:pathLst>
                  <a:path w="34304" h="34272">
                    <a:moveTo>
                      <a:pt x="17926" y="0"/>
                    </a:moveTo>
                    <a:lnTo>
                      <a:pt x="25199" y="7577"/>
                    </a:lnTo>
                    <a:lnTo>
                      <a:pt x="34304" y="17290"/>
                    </a:lnTo>
                    <a:lnTo>
                      <a:pt x="16378" y="34272"/>
                    </a:lnTo>
                    <a:lnTo>
                      <a:pt x="0" y="16982"/>
                    </a:lnTo>
                    <a:lnTo>
                      <a:pt x="12715" y="4858"/>
                    </a:lnTo>
                    <a:lnTo>
                      <a:pt x="1792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8" name="Контур"/>
              <p:cNvSpPr/>
              <p:nvPr/>
            </p:nvSpPr>
            <p:spPr>
              <a:xfrm>
                <a:off x="3282905" y="3799321"/>
                <a:ext cx="46541" cy="40387"/>
              </a:xfrm>
              <a:custGeom>
                <a:avLst/>
                <a:gdLst/>
                <a:ahLst/>
                <a:cxnLst/>
                <a:rect l="l" t="t" r="r" b="b"/>
                <a:pathLst>
                  <a:path w="46541" h="40387">
                    <a:moveTo>
                      <a:pt x="25075" y="0"/>
                    </a:moveTo>
                    <a:lnTo>
                      <a:pt x="46541" y="24869"/>
                    </a:lnTo>
                    <a:lnTo>
                      <a:pt x="28560" y="40387"/>
                    </a:lnTo>
                    <a:lnTo>
                      <a:pt x="19421" y="29799"/>
                    </a:lnTo>
                    <a:lnTo>
                      <a:pt x="12322" y="35923"/>
                    </a:lnTo>
                    <a:lnTo>
                      <a:pt x="0" y="21643"/>
                    </a:lnTo>
                    <a:lnTo>
                      <a:pt x="250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9" name="Контур"/>
              <p:cNvSpPr/>
              <p:nvPr/>
            </p:nvSpPr>
            <p:spPr>
              <a:xfrm>
                <a:off x="3186214" y="3707900"/>
                <a:ext cx="102408" cy="105984"/>
              </a:xfrm>
              <a:custGeom>
                <a:avLst/>
                <a:gdLst/>
                <a:ahLst/>
                <a:cxnLst/>
                <a:rect l="l" t="t" r="r" b="b"/>
                <a:pathLst>
                  <a:path w="102408" h="105984">
                    <a:moveTo>
                      <a:pt x="59554" y="105984"/>
                    </a:moveTo>
                    <a:lnTo>
                      <a:pt x="0" y="36989"/>
                    </a:lnTo>
                    <a:lnTo>
                      <a:pt x="42854" y="0"/>
                    </a:lnTo>
                    <a:lnTo>
                      <a:pt x="102408" y="68996"/>
                    </a:lnTo>
                    <a:lnTo>
                      <a:pt x="59554" y="1059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0" name="Контур"/>
              <p:cNvSpPr/>
              <p:nvPr/>
            </p:nvSpPr>
            <p:spPr>
              <a:xfrm>
                <a:off x="3142322" y="3618283"/>
                <a:ext cx="94125" cy="99280"/>
              </a:xfrm>
              <a:custGeom>
                <a:avLst/>
                <a:gdLst/>
                <a:ahLst/>
                <a:cxnLst/>
                <a:rect l="l" t="t" r="r" b="b"/>
                <a:pathLst>
                  <a:path w="94125" h="99280">
                    <a:moveTo>
                      <a:pt x="22828" y="561"/>
                    </a:moveTo>
                    <a:lnTo>
                      <a:pt x="22974" y="0"/>
                    </a:lnTo>
                    <a:lnTo>
                      <a:pt x="48700" y="6652"/>
                    </a:lnTo>
                    <a:lnTo>
                      <a:pt x="94125" y="18391"/>
                    </a:lnTo>
                    <a:lnTo>
                      <a:pt x="81638" y="66700"/>
                    </a:lnTo>
                    <a:lnTo>
                      <a:pt x="62197" y="61675"/>
                    </a:lnTo>
                    <a:lnTo>
                      <a:pt x="57068" y="81523"/>
                    </a:lnTo>
                    <a:lnTo>
                      <a:pt x="45591" y="78557"/>
                    </a:lnTo>
                    <a:lnTo>
                      <a:pt x="40234" y="99280"/>
                    </a:lnTo>
                    <a:lnTo>
                      <a:pt x="0" y="88880"/>
                    </a:lnTo>
                    <a:lnTo>
                      <a:pt x="22828" y="5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1" name="Контур"/>
              <p:cNvSpPr/>
              <p:nvPr/>
            </p:nvSpPr>
            <p:spPr>
              <a:xfrm>
                <a:off x="3248451" y="3369347"/>
                <a:ext cx="372393" cy="387000"/>
              </a:xfrm>
              <a:custGeom>
                <a:avLst/>
                <a:gdLst/>
                <a:ahLst/>
                <a:cxnLst/>
                <a:rect l="l" t="t" r="r" b="b"/>
                <a:pathLst>
                  <a:path w="372393" h="387000">
                    <a:moveTo>
                      <a:pt x="5419" y="71505"/>
                    </a:moveTo>
                    <a:lnTo>
                      <a:pt x="0" y="65755"/>
                    </a:lnTo>
                    <a:lnTo>
                      <a:pt x="69811" y="0"/>
                    </a:lnTo>
                    <a:lnTo>
                      <a:pt x="372393" y="321245"/>
                    </a:lnTo>
                    <a:lnTo>
                      <a:pt x="302582" y="387000"/>
                    </a:lnTo>
                    <a:lnTo>
                      <a:pt x="5419" y="715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2" name="Контур"/>
              <p:cNvSpPr/>
              <p:nvPr/>
            </p:nvSpPr>
            <p:spPr>
              <a:xfrm>
                <a:off x="3191022" y="3605944"/>
                <a:ext cx="50416" cy="30730"/>
              </a:xfrm>
              <a:custGeom>
                <a:avLst/>
                <a:gdLst/>
                <a:ahLst/>
                <a:cxnLst/>
                <a:rect l="l" t="t" r="r" b="b"/>
                <a:pathLst>
                  <a:path w="50416" h="30730">
                    <a:moveTo>
                      <a:pt x="0" y="18991"/>
                    </a:moveTo>
                    <a:lnTo>
                      <a:pt x="4912" y="0"/>
                    </a:lnTo>
                    <a:lnTo>
                      <a:pt x="50416" y="11878"/>
                    </a:lnTo>
                    <a:lnTo>
                      <a:pt x="45425" y="30730"/>
                    </a:lnTo>
                    <a:lnTo>
                      <a:pt x="0" y="189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3" name="Контур"/>
              <p:cNvSpPr/>
              <p:nvPr/>
            </p:nvSpPr>
            <p:spPr>
              <a:xfrm>
                <a:off x="3271782" y="3573765"/>
                <a:ext cx="29881" cy="29945"/>
              </a:xfrm>
              <a:custGeom>
                <a:avLst/>
                <a:gdLst/>
                <a:ahLst/>
                <a:cxnLst/>
                <a:rect l="l" t="t" r="r" b="b"/>
                <a:pathLst>
                  <a:path w="29881" h="29945">
                    <a:moveTo>
                      <a:pt x="14053" y="0"/>
                    </a:moveTo>
                    <a:lnTo>
                      <a:pt x="29881" y="16294"/>
                    </a:lnTo>
                    <a:lnTo>
                      <a:pt x="15828" y="29945"/>
                    </a:lnTo>
                    <a:lnTo>
                      <a:pt x="0" y="13652"/>
                    </a:lnTo>
                    <a:lnTo>
                      <a:pt x="1405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4" name="Контур"/>
              <p:cNvSpPr/>
              <p:nvPr/>
            </p:nvSpPr>
            <p:spPr>
              <a:xfrm>
                <a:off x="2952137" y="3503292"/>
                <a:ext cx="56912" cy="59612"/>
              </a:xfrm>
              <a:custGeom>
                <a:avLst/>
                <a:gdLst/>
                <a:ahLst/>
                <a:cxnLst/>
                <a:rect l="l" t="t" r="r" b="b"/>
                <a:pathLst>
                  <a:path w="56912" h="59612">
                    <a:moveTo>
                      <a:pt x="0" y="23740"/>
                    </a:moveTo>
                    <a:lnTo>
                      <a:pt x="25448" y="0"/>
                    </a:lnTo>
                    <a:lnTo>
                      <a:pt x="56912" y="37021"/>
                    </a:lnTo>
                    <a:lnTo>
                      <a:pt x="32598" y="59612"/>
                    </a:lnTo>
                    <a:lnTo>
                      <a:pt x="0" y="237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5" name="Контур"/>
              <p:cNvSpPr/>
              <p:nvPr/>
            </p:nvSpPr>
            <p:spPr>
              <a:xfrm>
                <a:off x="2982064" y="3097391"/>
                <a:ext cx="254459" cy="233672"/>
              </a:xfrm>
              <a:custGeom>
                <a:avLst/>
                <a:gdLst/>
                <a:ahLst/>
                <a:cxnLst/>
                <a:rect l="l" t="t" r="r" b="b"/>
                <a:pathLst>
                  <a:path w="254459" h="233672">
                    <a:moveTo>
                      <a:pt x="191950" y="109079"/>
                    </a:moveTo>
                    <a:lnTo>
                      <a:pt x="215794" y="86842"/>
                    </a:lnTo>
                    <a:lnTo>
                      <a:pt x="254459" y="128289"/>
                    </a:lnTo>
                    <a:lnTo>
                      <a:pt x="141384" y="233672"/>
                    </a:lnTo>
                    <a:lnTo>
                      <a:pt x="0" y="83302"/>
                    </a:lnTo>
                    <a:lnTo>
                      <a:pt x="90747" y="0"/>
                    </a:lnTo>
                    <a:lnTo>
                      <a:pt x="191950" y="1090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6" name="Контур"/>
              <p:cNvSpPr/>
              <p:nvPr/>
            </p:nvSpPr>
            <p:spPr>
              <a:xfrm>
                <a:off x="3034415" y="3011321"/>
                <a:ext cx="183013" cy="195149"/>
              </a:xfrm>
              <a:custGeom>
                <a:avLst/>
                <a:gdLst/>
                <a:ahLst/>
                <a:cxnLst/>
                <a:rect l="l" t="t" r="r" b="b"/>
                <a:pathLst>
                  <a:path w="183013" h="195149">
                    <a:moveTo>
                      <a:pt x="163443" y="172912"/>
                    </a:moveTo>
                    <a:lnTo>
                      <a:pt x="139599" y="195149"/>
                    </a:lnTo>
                    <a:lnTo>
                      <a:pt x="38396" y="86070"/>
                    </a:lnTo>
                    <a:lnTo>
                      <a:pt x="0" y="40491"/>
                    </a:lnTo>
                    <a:lnTo>
                      <a:pt x="40439" y="0"/>
                    </a:lnTo>
                    <a:lnTo>
                      <a:pt x="183013" y="152709"/>
                    </a:lnTo>
                    <a:lnTo>
                      <a:pt x="163443" y="1729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7" name="Контур"/>
              <p:cNvSpPr/>
              <p:nvPr/>
            </p:nvSpPr>
            <p:spPr>
              <a:xfrm>
                <a:off x="3232521" y="2925663"/>
                <a:ext cx="34218" cy="33408"/>
              </a:xfrm>
              <a:custGeom>
                <a:avLst/>
                <a:gdLst/>
                <a:ahLst/>
                <a:cxnLst/>
                <a:rect l="l" t="t" r="r" b="b"/>
                <a:pathLst>
                  <a:path w="34218" h="33408">
                    <a:moveTo>
                      <a:pt x="0" y="20609"/>
                    </a:moveTo>
                    <a:lnTo>
                      <a:pt x="22489" y="0"/>
                    </a:lnTo>
                    <a:lnTo>
                      <a:pt x="34218" y="12798"/>
                    </a:lnTo>
                    <a:lnTo>
                      <a:pt x="11729" y="33408"/>
                    </a:lnTo>
                    <a:lnTo>
                      <a:pt x="0" y="206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8" name="Контур"/>
              <p:cNvSpPr/>
              <p:nvPr/>
            </p:nvSpPr>
            <p:spPr>
              <a:xfrm>
                <a:off x="1440000" y="2833714"/>
                <a:ext cx="88665" cy="125182"/>
              </a:xfrm>
              <a:custGeom>
                <a:avLst/>
                <a:gdLst/>
                <a:ahLst/>
                <a:cxnLst/>
                <a:rect l="l" t="t" r="r" b="b"/>
                <a:pathLst>
                  <a:path w="88665" h="125182">
                    <a:moveTo>
                      <a:pt x="43104" y="0"/>
                    </a:moveTo>
                    <a:lnTo>
                      <a:pt x="88665" y="51195"/>
                    </a:lnTo>
                    <a:lnTo>
                      <a:pt x="9439" y="125182"/>
                    </a:lnTo>
                    <a:lnTo>
                      <a:pt x="0" y="115075"/>
                    </a:lnTo>
                    <a:lnTo>
                      <a:pt x="0" y="40094"/>
                    </a:lnTo>
                    <a:lnTo>
                      <a:pt x="11951" y="2909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49" name="Контур"/>
              <p:cNvSpPr/>
              <p:nvPr/>
            </p:nvSpPr>
            <p:spPr>
              <a:xfrm>
                <a:off x="1440000" y="2833714"/>
                <a:ext cx="88665" cy="125182"/>
              </a:xfrm>
              <a:custGeom>
                <a:avLst/>
                <a:gdLst/>
                <a:ahLst/>
                <a:cxnLst/>
                <a:rect l="l" t="t" r="r" b="b"/>
                <a:pathLst>
                  <a:path w="88665" h="125182" fill="none">
                    <a:moveTo>
                      <a:pt x="43104" y="0"/>
                    </a:moveTo>
                    <a:lnTo>
                      <a:pt x="88665" y="51195"/>
                    </a:lnTo>
                    <a:lnTo>
                      <a:pt x="9439" y="125182"/>
                    </a:lnTo>
                    <a:lnTo>
                      <a:pt x="0" y="115075"/>
                    </a:lnTo>
                    <a:moveTo>
                      <a:pt x="0" y="40094"/>
                    </a:moveTo>
                    <a:lnTo>
                      <a:pt x="11951" y="29093"/>
                    </a:lnTo>
                    <a:lnTo>
                      <a:pt x="43104" y="0"/>
                    </a:lnTo>
                    <a:lnTo>
                      <a:pt x="43104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0" name="Контур"/>
              <p:cNvSpPr/>
              <p:nvPr/>
            </p:nvSpPr>
            <p:spPr>
              <a:xfrm>
                <a:off x="1440000" y="2833714"/>
                <a:ext cx="88665" cy="125182"/>
              </a:xfrm>
              <a:custGeom>
                <a:avLst/>
                <a:gdLst/>
                <a:ahLst/>
                <a:cxnLst/>
                <a:rect l="l" t="t" r="r" b="b"/>
                <a:pathLst>
                  <a:path w="88665" h="125182">
                    <a:moveTo>
                      <a:pt x="43104" y="0"/>
                    </a:moveTo>
                    <a:lnTo>
                      <a:pt x="88665" y="51195"/>
                    </a:lnTo>
                    <a:lnTo>
                      <a:pt x="9439" y="125182"/>
                    </a:lnTo>
                    <a:lnTo>
                      <a:pt x="0" y="115075"/>
                    </a:lnTo>
                    <a:lnTo>
                      <a:pt x="0" y="40094"/>
                    </a:lnTo>
                    <a:lnTo>
                      <a:pt x="11951" y="2909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51" name="Контур"/>
              <p:cNvSpPr/>
              <p:nvPr/>
            </p:nvSpPr>
            <p:spPr>
              <a:xfrm>
                <a:off x="1440000" y="2833714"/>
                <a:ext cx="88665" cy="125182"/>
              </a:xfrm>
              <a:custGeom>
                <a:avLst/>
                <a:gdLst/>
                <a:ahLst/>
                <a:cxnLst/>
                <a:rect l="l" t="t" r="r" b="b"/>
                <a:pathLst>
                  <a:path w="88665" h="125182" fill="none">
                    <a:moveTo>
                      <a:pt x="43104" y="0"/>
                    </a:moveTo>
                    <a:lnTo>
                      <a:pt x="88665" y="51195"/>
                    </a:lnTo>
                    <a:lnTo>
                      <a:pt x="9439" y="125182"/>
                    </a:lnTo>
                    <a:lnTo>
                      <a:pt x="0" y="115075"/>
                    </a:lnTo>
                    <a:moveTo>
                      <a:pt x="0" y="40094"/>
                    </a:moveTo>
                    <a:lnTo>
                      <a:pt x="11951" y="29093"/>
                    </a:lnTo>
                    <a:lnTo>
                      <a:pt x="43104" y="0"/>
                    </a:lnTo>
                    <a:lnTo>
                      <a:pt x="43104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2" name="Контур"/>
              <p:cNvSpPr/>
              <p:nvPr/>
            </p:nvSpPr>
            <p:spPr>
              <a:xfrm>
                <a:off x="1792134" y="2871044"/>
                <a:ext cx="125376" cy="129012"/>
              </a:xfrm>
              <a:custGeom>
                <a:avLst/>
                <a:gdLst/>
                <a:ahLst/>
                <a:cxnLst/>
                <a:rect l="l" t="t" r="r" b="b"/>
                <a:pathLst>
                  <a:path w="125376" h="129012">
                    <a:moveTo>
                      <a:pt x="50559" y="99531"/>
                    </a:moveTo>
                    <a:lnTo>
                      <a:pt x="0" y="44723"/>
                    </a:lnTo>
                    <a:lnTo>
                      <a:pt x="48244" y="0"/>
                    </a:lnTo>
                    <a:lnTo>
                      <a:pt x="125376" y="83204"/>
                    </a:lnTo>
                    <a:lnTo>
                      <a:pt x="77889" y="129012"/>
                    </a:lnTo>
                    <a:lnTo>
                      <a:pt x="50559" y="995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3" name="Контур"/>
              <p:cNvSpPr/>
              <p:nvPr/>
            </p:nvSpPr>
            <p:spPr>
              <a:xfrm>
                <a:off x="1440000" y="2850009"/>
                <a:ext cx="11951" cy="23799"/>
              </a:xfrm>
              <a:custGeom>
                <a:avLst/>
                <a:gdLst/>
                <a:ahLst/>
                <a:cxnLst/>
                <a:rect l="l" t="t" r="r" b="b"/>
                <a:pathLst>
                  <a:path w="11951" h="23799">
                    <a:moveTo>
                      <a:pt x="0" y="0"/>
                    </a:moveTo>
                    <a:lnTo>
                      <a:pt x="11951" y="12798"/>
                    </a:lnTo>
                    <a:lnTo>
                      <a:pt x="0" y="237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54" name="Контур"/>
              <p:cNvSpPr/>
              <p:nvPr/>
            </p:nvSpPr>
            <p:spPr>
              <a:xfrm>
                <a:off x="1440000" y="2850009"/>
                <a:ext cx="11951" cy="23799"/>
              </a:xfrm>
              <a:custGeom>
                <a:avLst/>
                <a:gdLst/>
                <a:ahLst/>
                <a:cxnLst/>
                <a:rect l="l" t="t" r="r" b="b"/>
                <a:pathLst>
                  <a:path w="11951" h="23799" fill="none">
                    <a:moveTo>
                      <a:pt x="11951" y="12798"/>
                    </a:moveTo>
                    <a:lnTo>
                      <a:pt x="0" y="23799"/>
                    </a:lnTo>
                    <a:moveTo>
                      <a:pt x="0" y="0"/>
                    </a:moveTo>
                    <a:lnTo>
                      <a:pt x="11951" y="12798"/>
                    </a:lnTo>
                    <a:lnTo>
                      <a:pt x="11951" y="1279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5" name="Контур"/>
              <p:cNvSpPr/>
              <p:nvPr/>
            </p:nvSpPr>
            <p:spPr>
              <a:xfrm>
                <a:off x="1712887" y="3193748"/>
                <a:ext cx="95761" cy="96330"/>
              </a:xfrm>
              <a:custGeom>
                <a:avLst/>
                <a:gdLst/>
                <a:ahLst/>
                <a:cxnLst/>
                <a:rect l="l" t="t" r="r" b="b"/>
                <a:pathLst>
                  <a:path w="95761" h="96330">
                    <a:moveTo>
                      <a:pt x="95761" y="50959"/>
                    </a:moveTo>
                    <a:lnTo>
                      <a:pt x="47602" y="96330"/>
                    </a:lnTo>
                    <a:lnTo>
                      <a:pt x="0" y="44980"/>
                    </a:lnTo>
                    <a:lnTo>
                      <a:pt x="48521" y="0"/>
                    </a:lnTo>
                    <a:lnTo>
                      <a:pt x="95761" y="509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6" name="Контур"/>
              <p:cNvSpPr/>
              <p:nvPr/>
            </p:nvSpPr>
            <p:spPr>
              <a:xfrm>
                <a:off x="1948123" y="3038811"/>
                <a:ext cx="117847" cy="120256"/>
              </a:xfrm>
              <a:custGeom>
                <a:avLst/>
                <a:gdLst/>
                <a:ahLst/>
                <a:cxnLst/>
                <a:rect l="l" t="t" r="r" b="b"/>
                <a:pathLst>
                  <a:path w="117847" h="120256">
                    <a:moveTo>
                      <a:pt x="0" y="45494"/>
                    </a:moveTo>
                    <a:lnTo>
                      <a:pt x="47779" y="0"/>
                    </a:lnTo>
                    <a:lnTo>
                      <a:pt x="117847" y="75584"/>
                    </a:lnTo>
                    <a:lnTo>
                      <a:pt x="69306" y="120256"/>
                    </a:lnTo>
                    <a:lnTo>
                      <a:pt x="0" y="454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7" name="Контур"/>
              <p:cNvSpPr/>
              <p:nvPr/>
            </p:nvSpPr>
            <p:spPr>
              <a:xfrm>
                <a:off x="1587604" y="2915767"/>
                <a:ext cx="255089" cy="214099"/>
              </a:xfrm>
              <a:custGeom>
                <a:avLst/>
                <a:gdLst/>
                <a:ahLst/>
                <a:cxnLst/>
                <a:rect l="l" t="t" r="r" b="b"/>
                <a:pathLst>
                  <a:path w="255089" h="214099">
                    <a:moveTo>
                      <a:pt x="0" y="189604"/>
                    </a:moveTo>
                    <a:lnTo>
                      <a:pt x="204530" y="0"/>
                    </a:lnTo>
                    <a:lnTo>
                      <a:pt x="255089" y="54808"/>
                    </a:lnTo>
                    <a:lnTo>
                      <a:pt x="140445" y="161086"/>
                    </a:lnTo>
                    <a:lnTo>
                      <a:pt x="112459" y="130896"/>
                    </a:lnTo>
                    <a:lnTo>
                      <a:pt x="22707" y="214099"/>
                    </a:lnTo>
                    <a:lnTo>
                      <a:pt x="0" y="189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8" name="Контур"/>
              <p:cNvSpPr/>
              <p:nvPr/>
            </p:nvSpPr>
            <p:spPr>
              <a:xfrm>
                <a:off x="1870023" y="2954248"/>
                <a:ext cx="125879" cy="130057"/>
              </a:xfrm>
              <a:custGeom>
                <a:avLst/>
                <a:gdLst/>
                <a:ahLst/>
                <a:cxnLst/>
                <a:rect l="l" t="t" r="r" b="b"/>
                <a:pathLst>
                  <a:path w="125879" h="130057">
                    <a:moveTo>
                      <a:pt x="125879" y="84563"/>
                    </a:moveTo>
                    <a:lnTo>
                      <a:pt x="78100" y="130057"/>
                    </a:lnTo>
                    <a:lnTo>
                      <a:pt x="0" y="45808"/>
                    </a:lnTo>
                    <a:lnTo>
                      <a:pt x="47487" y="0"/>
                    </a:lnTo>
                    <a:lnTo>
                      <a:pt x="125879" y="845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9" name="Контур"/>
              <p:cNvSpPr/>
              <p:nvPr/>
            </p:nvSpPr>
            <p:spPr>
              <a:xfrm>
                <a:off x="1961605" y="3227335"/>
                <a:ext cx="107968" cy="105949"/>
              </a:xfrm>
              <a:custGeom>
                <a:avLst/>
                <a:gdLst/>
                <a:ahLst/>
                <a:cxnLst/>
                <a:rect l="l" t="t" r="r" b="b"/>
                <a:pathLst>
                  <a:path w="107968" h="105949">
                    <a:moveTo>
                      <a:pt x="46101" y="105949"/>
                    </a:moveTo>
                    <a:lnTo>
                      <a:pt x="0" y="57497"/>
                    </a:lnTo>
                    <a:lnTo>
                      <a:pt x="62025" y="0"/>
                    </a:lnTo>
                    <a:lnTo>
                      <a:pt x="107968" y="48597"/>
                    </a:lnTo>
                    <a:lnTo>
                      <a:pt x="46101" y="1059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0" name="Контур"/>
              <p:cNvSpPr/>
              <p:nvPr/>
            </p:nvSpPr>
            <p:spPr>
              <a:xfrm>
                <a:off x="1471917" y="3942250"/>
                <a:ext cx="37306" cy="37223"/>
              </a:xfrm>
              <a:custGeom>
                <a:avLst/>
                <a:gdLst/>
                <a:ahLst/>
                <a:cxnLst/>
                <a:rect l="l" t="t" r="r" b="b"/>
                <a:pathLst>
                  <a:path w="37306" h="37223">
                    <a:moveTo>
                      <a:pt x="17324" y="0"/>
                    </a:moveTo>
                    <a:lnTo>
                      <a:pt x="37306" y="19068"/>
                    </a:lnTo>
                    <a:lnTo>
                      <a:pt x="19982" y="37223"/>
                    </a:lnTo>
                    <a:lnTo>
                      <a:pt x="0" y="18155"/>
                    </a:lnTo>
                    <a:lnTo>
                      <a:pt x="1732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1" name="Контур"/>
              <p:cNvSpPr/>
              <p:nvPr/>
            </p:nvSpPr>
            <p:spPr>
              <a:xfrm>
                <a:off x="1760489" y="3244707"/>
                <a:ext cx="138858" cy="141752"/>
              </a:xfrm>
              <a:custGeom>
                <a:avLst/>
                <a:gdLst/>
                <a:ahLst/>
                <a:cxnLst/>
                <a:rect l="l" t="t" r="r" b="b"/>
                <a:pathLst>
                  <a:path w="138858" h="141752">
                    <a:moveTo>
                      <a:pt x="138858" y="97840"/>
                    </a:moveTo>
                    <a:lnTo>
                      <a:pt x="89347" y="141752"/>
                    </a:lnTo>
                    <a:lnTo>
                      <a:pt x="0" y="45371"/>
                    </a:lnTo>
                    <a:lnTo>
                      <a:pt x="48159" y="0"/>
                    </a:lnTo>
                    <a:lnTo>
                      <a:pt x="138858" y="978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2" name="Контур"/>
              <p:cNvSpPr/>
              <p:nvPr/>
            </p:nvSpPr>
            <p:spPr>
              <a:xfrm>
                <a:off x="1849836" y="3284832"/>
                <a:ext cx="157870" cy="151737"/>
              </a:xfrm>
              <a:custGeom>
                <a:avLst/>
                <a:gdLst/>
                <a:ahLst/>
                <a:cxnLst/>
                <a:rect l="l" t="t" r="r" b="b"/>
                <a:pathLst>
                  <a:path w="157870" h="151737">
                    <a:moveTo>
                      <a:pt x="111769" y="0"/>
                    </a:moveTo>
                    <a:lnTo>
                      <a:pt x="157870" y="48452"/>
                    </a:lnTo>
                    <a:lnTo>
                      <a:pt x="46453" y="151737"/>
                    </a:lnTo>
                    <a:lnTo>
                      <a:pt x="0" y="101627"/>
                    </a:lnTo>
                    <a:lnTo>
                      <a:pt x="49511" y="57715"/>
                    </a:lnTo>
                    <a:lnTo>
                      <a:pt x="1117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3" name="Контур"/>
              <p:cNvSpPr/>
              <p:nvPr/>
            </p:nvSpPr>
            <p:spPr>
              <a:xfrm>
                <a:off x="2301761" y="5167619"/>
                <a:ext cx="81696" cy="76358"/>
              </a:xfrm>
              <a:custGeom>
                <a:avLst/>
                <a:gdLst/>
                <a:ahLst/>
                <a:cxnLst/>
                <a:rect l="l" t="t" r="r" b="b"/>
                <a:pathLst>
                  <a:path w="81696" h="76358">
                    <a:moveTo>
                      <a:pt x="0" y="50371"/>
                    </a:moveTo>
                    <a:lnTo>
                      <a:pt x="59808" y="0"/>
                    </a:lnTo>
                    <a:lnTo>
                      <a:pt x="81696" y="25987"/>
                    </a:lnTo>
                    <a:lnTo>
                      <a:pt x="21888" y="76358"/>
                    </a:lnTo>
                    <a:lnTo>
                      <a:pt x="0" y="503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4" name="Контур"/>
              <p:cNvSpPr/>
              <p:nvPr/>
            </p:nvSpPr>
            <p:spPr>
              <a:xfrm>
                <a:off x="2545068" y="4811843"/>
                <a:ext cx="425799" cy="394147"/>
              </a:xfrm>
              <a:custGeom>
                <a:avLst/>
                <a:gdLst/>
                <a:ahLst/>
                <a:cxnLst/>
                <a:rect l="l" t="t" r="r" b="b"/>
                <a:pathLst>
                  <a:path w="425799" h="394147">
                    <a:moveTo>
                      <a:pt x="229949" y="253536"/>
                    </a:moveTo>
                    <a:lnTo>
                      <a:pt x="133959" y="337940"/>
                    </a:lnTo>
                    <a:lnTo>
                      <a:pt x="110355" y="358180"/>
                    </a:lnTo>
                    <a:lnTo>
                      <a:pt x="69840" y="394147"/>
                    </a:lnTo>
                    <a:lnTo>
                      <a:pt x="0" y="315547"/>
                    </a:lnTo>
                    <a:lnTo>
                      <a:pt x="229949" y="118713"/>
                    </a:lnTo>
                    <a:lnTo>
                      <a:pt x="357072" y="0"/>
                    </a:lnTo>
                    <a:lnTo>
                      <a:pt x="425799" y="72969"/>
                    </a:lnTo>
                    <a:lnTo>
                      <a:pt x="403436" y="94032"/>
                    </a:lnTo>
                    <a:lnTo>
                      <a:pt x="244580" y="240081"/>
                    </a:lnTo>
                    <a:lnTo>
                      <a:pt x="229949" y="2535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5" name="Контур"/>
              <p:cNvSpPr/>
              <p:nvPr/>
            </p:nvSpPr>
            <p:spPr>
              <a:xfrm>
                <a:off x="2511824" y="5127390"/>
                <a:ext cx="105278" cy="110606"/>
              </a:xfrm>
              <a:custGeom>
                <a:avLst/>
                <a:gdLst/>
                <a:ahLst/>
                <a:cxnLst/>
                <a:rect l="l" t="t" r="r" b="b"/>
                <a:pathLst>
                  <a:path w="105278" h="110606">
                    <a:moveTo>
                      <a:pt x="105278" y="81067"/>
                    </a:moveTo>
                    <a:lnTo>
                      <a:pt x="72033" y="110606"/>
                    </a:lnTo>
                    <a:lnTo>
                      <a:pt x="0" y="29539"/>
                    </a:lnTo>
                    <a:lnTo>
                      <a:pt x="33244" y="0"/>
                    </a:lnTo>
                    <a:lnTo>
                      <a:pt x="103084" y="78600"/>
                    </a:lnTo>
                    <a:lnTo>
                      <a:pt x="105278" y="810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6" name="Контур"/>
              <p:cNvSpPr/>
              <p:nvPr/>
            </p:nvSpPr>
            <p:spPr>
              <a:xfrm>
                <a:off x="2181828" y="5027660"/>
                <a:ext cx="195947" cy="190330"/>
              </a:xfrm>
              <a:custGeom>
                <a:avLst/>
                <a:gdLst/>
                <a:ahLst/>
                <a:cxnLst/>
                <a:rect l="l" t="t" r="r" b="b"/>
                <a:pathLst>
                  <a:path w="195947" h="190330">
                    <a:moveTo>
                      <a:pt x="195947" y="125572"/>
                    </a:moveTo>
                    <a:lnTo>
                      <a:pt x="179741" y="139959"/>
                    </a:lnTo>
                    <a:lnTo>
                      <a:pt x="119933" y="190330"/>
                    </a:lnTo>
                    <a:lnTo>
                      <a:pt x="0" y="51072"/>
                    </a:lnTo>
                    <a:lnTo>
                      <a:pt x="59386" y="0"/>
                    </a:lnTo>
                    <a:lnTo>
                      <a:pt x="73167" y="16028"/>
                    </a:lnTo>
                    <a:lnTo>
                      <a:pt x="87288" y="4010"/>
                    </a:lnTo>
                    <a:lnTo>
                      <a:pt x="107931" y="28197"/>
                    </a:lnTo>
                    <a:lnTo>
                      <a:pt x="150154" y="74326"/>
                    </a:lnTo>
                    <a:lnTo>
                      <a:pt x="195947" y="1255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7" name="Контур"/>
              <p:cNvSpPr/>
              <p:nvPr/>
            </p:nvSpPr>
            <p:spPr>
              <a:xfrm>
                <a:off x="2361569" y="5147102"/>
                <a:ext cx="48963" cy="46504"/>
              </a:xfrm>
              <a:custGeom>
                <a:avLst/>
                <a:gdLst/>
                <a:ahLst/>
                <a:cxnLst/>
                <a:rect l="l" t="t" r="r" b="b"/>
                <a:pathLst>
                  <a:path w="48963" h="46504">
                    <a:moveTo>
                      <a:pt x="0" y="20517"/>
                    </a:moveTo>
                    <a:lnTo>
                      <a:pt x="16206" y="6130"/>
                    </a:lnTo>
                    <a:lnTo>
                      <a:pt x="23561" y="0"/>
                    </a:lnTo>
                    <a:lnTo>
                      <a:pt x="48963" y="26398"/>
                    </a:lnTo>
                    <a:lnTo>
                      <a:pt x="21888" y="46504"/>
                    </a:lnTo>
                    <a:lnTo>
                      <a:pt x="0" y="205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8" name="Контур"/>
              <p:cNvSpPr/>
              <p:nvPr/>
            </p:nvSpPr>
            <p:spPr>
              <a:xfrm>
                <a:off x="2385130" y="5055161"/>
                <a:ext cx="127462" cy="118339"/>
              </a:xfrm>
              <a:custGeom>
                <a:avLst/>
                <a:gdLst/>
                <a:ahLst/>
                <a:cxnLst/>
                <a:rect l="l" t="t" r="r" b="b"/>
                <a:pathLst>
                  <a:path w="127462" h="118339">
                    <a:moveTo>
                      <a:pt x="0" y="91941"/>
                    </a:moveTo>
                    <a:lnTo>
                      <a:pt x="102538" y="0"/>
                    </a:lnTo>
                    <a:lnTo>
                      <a:pt x="127462" y="29629"/>
                    </a:lnTo>
                    <a:lnTo>
                      <a:pt x="25402" y="118339"/>
                    </a:lnTo>
                    <a:lnTo>
                      <a:pt x="0" y="919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9" name="Контур"/>
              <p:cNvSpPr/>
              <p:nvPr/>
            </p:nvSpPr>
            <p:spPr>
              <a:xfrm>
                <a:off x="2043223" y="5090128"/>
                <a:ext cx="24699" cy="23887"/>
              </a:xfrm>
              <a:custGeom>
                <a:avLst/>
                <a:gdLst/>
                <a:ahLst/>
                <a:cxnLst/>
                <a:rect l="l" t="t" r="r" b="b"/>
                <a:pathLst>
                  <a:path w="24699" h="23887">
                    <a:moveTo>
                      <a:pt x="0" y="11112"/>
                    </a:moveTo>
                    <a:lnTo>
                      <a:pt x="15598" y="0"/>
                    </a:lnTo>
                    <a:lnTo>
                      <a:pt x="24699" y="12775"/>
                    </a:lnTo>
                    <a:lnTo>
                      <a:pt x="9101" y="23887"/>
                    </a:lnTo>
                    <a:lnTo>
                      <a:pt x="0" y="111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0" name="Контур"/>
              <p:cNvSpPr/>
              <p:nvPr/>
            </p:nvSpPr>
            <p:spPr>
              <a:xfrm>
                <a:off x="2368217" y="4843323"/>
                <a:ext cx="245511" cy="241467"/>
              </a:xfrm>
              <a:custGeom>
                <a:avLst/>
                <a:gdLst/>
                <a:ahLst/>
                <a:cxnLst/>
                <a:rect l="l" t="t" r="r" b="b"/>
                <a:pathLst>
                  <a:path w="245511" h="241467">
                    <a:moveTo>
                      <a:pt x="16085" y="89350"/>
                    </a:moveTo>
                    <a:lnTo>
                      <a:pt x="0" y="70275"/>
                    </a:lnTo>
                    <a:lnTo>
                      <a:pt x="74549" y="6733"/>
                    </a:lnTo>
                    <a:lnTo>
                      <a:pt x="111267" y="50010"/>
                    </a:lnTo>
                    <a:lnTo>
                      <a:pt x="168233" y="0"/>
                    </a:lnTo>
                    <a:lnTo>
                      <a:pt x="245511" y="88274"/>
                    </a:lnTo>
                    <a:lnTo>
                      <a:pt x="187235" y="138572"/>
                    </a:lnTo>
                    <a:lnTo>
                      <a:pt x="219451" y="175299"/>
                    </a:lnTo>
                    <a:lnTo>
                      <a:pt x="144375" y="241467"/>
                    </a:lnTo>
                    <a:lnTo>
                      <a:pt x="119451" y="211838"/>
                    </a:lnTo>
                    <a:lnTo>
                      <a:pt x="16085" y="893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1" name="Контур"/>
              <p:cNvSpPr/>
              <p:nvPr/>
            </p:nvSpPr>
            <p:spPr>
              <a:xfrm>
                <a:off x="2521577" y="4766262"/>
                <a:ext cx="205738" cy="216322"/>
              </a:xfrm>
              <a:custGeom>
                <a:avLst/>
                <a:gdLst/>
                <a:ahLst/>
                <a:cxnLst/>
                <a:rect l="l" t="t" r="r" b="b"/>
                <a:pathLst>
                  <a:path w="205738" h="216322">
                    <a:moveTo>
                      <a:pt x="197751" y="96173"/>
                    </a:moveTo>
                    <a:lnTo>
                      <a:pt x="172853" y="118296"/>
                    </a:lnTo>
                    <a:lnTo>
                      <a:pt x="205738" y="155822"/>
                    </a:lnTo>
                    <a:lnTo>
                      <a:pt x="136704" y="216322"/>
                    </a:lnTo>
                    <a:lnTo>
                      <a:pt x="92151" y="165335"/>
                    </a:lnTo>
                    <a:lnTo>
                      <a:pt x="14873" y="77061"/>
                    </a:lnTo>
                    <a:lnTo>
                      <a:pt x="0" y="60235"/>
                    </a:lnTo>
                    <a:lnTo>
                      <a:pt x="68765" y="0"/>
                    </a:lnTo>
                    <a:lnTo>
                      <a:pt x="113396" y="52259"/>
                    </a:lnTo>
                    <a:lnTo>
                      <a:pt x="138375" y="30966"/>
                    </a:lnTo>
                    <a:lnTo>
                      <a:pt x="154354" y="48019"/>
                    </a:lnTo>
                    <a:lnTo>
                      <a:pt x="197751" y="961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2" name="Контур"/>
              <p:cNvSpPr/>
              <p:nvPr/>
            </p:nvSpPr>
            <p:spPr>
              <a:xfrm>
                <a:off x="2613051" y="4638102"/>
                <a:ext cx="279245" cy="224333"/>
              </a:xfrm>
              <a:custGeom>
                <a:avLst/>
                <a:gdLst/>
                <a:ahLst/>
                <a:cxnLst/>
                <a:rect l="l" t="t" r="r" b="b"/>
                <a:pathLst>
                  <a:path w="279245" h="224333">
                    <a:moveTo>
                      <a:pt x="45019" y="65808"/>
                    </a:moveTo>
                    <a:lnTo>
                      <a:pt x="89645" y="115310"/>
                    </a:lnTo>
                    <a:lnTo>
                      <a:pt x="217560" y="0"/>
                    </a:lnTo>
                    <a:lnTo>
                      <a:pt x="279245" y="68438"/>
                    </a:lnTo>
                    <a:lnTo>
                      <a:pt x="106277" y="224333"/>
                    </a:lnTo>
                    <a:lnTo>
                      <a:pt x="62880" y="176179"/>
                    </a:lnTo>
                    <a:lnTo>
                      <a:pt x="46901" y="159126"/>
                    </a:lnTo>
                    <a:lnTo>
                      <a:pt x="0" y="106406"/>
                    </a:lnTo>
                    <a:lnTo>
                      <a:pt x="45019" y="658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3" name="Контур"/>
              <p:cNvSpPr/>
              <p:nvPr/>
            </p:nvSpPr>
            <p:spPr>
              <a:xfrm>
                <a:off x="2252906" y="4218978"/>
                <a:ext cx="125497" cy="380525"/>
              </a:xfrm>
              <a:custGeom>
                <a:avLst/>
                <a:gdLst/>
                <a:ahLst/>
                <a:cxnLst/>
                <a:rect l="l" t="t" r="r" b="b"/>
                <a:pathLst>
                  <a:path w="125497" h="380525">
                    <a:moveTo>
                      <a:pt x="0" y="369907"/>
                    </a:moveTo>
                    <a:lnTo>
                      <a:pt x="65878" y="0"/>
                    </a:lnTo>
                    <a:lnTo>
                      <a:pt x="125497" y="10618"/>
                    </a:lnTo>
                    <a:lnTo>
                      <a:pt x="59619" y="380525"/>
                    </a:lnTo>
                    <a:lnTo>
                      <a:pt x="0" y="3699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4" name="Контур"/>
              <p:cNvSpPr/>
              <p:nvPr/>
            </p:nvSpPr>
            <p:spPr>
              <a:xfrm>
                <a:off x="2535046" y="4544265"/>
                <a:ext cx="55282" cy="51661"/>
              </a:xfrm>
              <a:custGeom>
                <a:avLst/>
                <a:gdLst/>
                <a:ahLst/>
                <a:cxnLst/>
                <a:rect l="l" t="t" r="r" b="b"/>
                <a:pathLst>
                  <a:path w="55282" h="51661">
                    <a:moveTo>
                      <a:pt x="0" y="38925"/>
                    </a:moveTo>
                    <a:lnTo>
                      <a:pt x="44019" y="0"/>
                    </a:lnTo>
                    <a:lnTo>
                      <a:pt x="55282" y="12736"/>
                    </a:lnTo>
                    <a:lnTo>
                      <a:pt x="11262" y="51661"/>
                    </a:lnTo>
                    <a:lnTo>
                      <a:pt x="0" y="38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5" name="Контур"/>
              <p:cNvSpPr/>
              <p:nvPr/>
            </p:nvSpPr>
            <p:spPr>
              <a:xfrm>
                <a:off x="1993375" y="4481525"/>
                <a:ext cx="84364" cy="88162"/>
              </a:xfrm>
              <a:custGeom>
                <a:avLst/>
                <a:gdLst/>
                <a:ahLst/>
                <a:cxnLst/>
                <a:rect l="l" t="t" r="r" b="b"/>
                <a:pathLst>
                  <a:path w="84364" h="88162">
                    <a:moveTo>
                      <a:pt x="61496" y="0"/>
                    </a:moveTo>
                    <a:lnTo>
                      <a:pt x="84364" y="20754"/>
                    </a:lnTo>
                    <a:lnTo>
                      <a:pt x="22540" y="88162"/>
                    </a:lnTo>
                    <a:lnTo>
                      <a:pt x="0" y="67245"/>
                    </a:lnTo>
                    <a:lnTo>
                      <a:pt x="6149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6" name="Контур"/>
              <p:cNvSpPr/>
              <p:nvPr/>
            </p:nvSpPr>
            <p:spPr>
              <a:xfrm>
                <a:off x="2607944" y="4467087"/>
                <a:ext cx="78201" cy="80425"/>
              </a:xfrm>
              <a:custGeom>
                <a:avLst/>
                <a:gdLst/>
                <a:ahLst/>
                <a:cxnLst/>
                <a:rect l="l" t="t" r="r" b="b"/>
                <a:pathLst>
                  <a:path w="78201" h="80425">
                    <a:moveTo>
                      <a:pt x="2293" y="50189"/>
                    </a:moveTo>
                    <a:lnTo>
                      <a:pt x="57079" y="0"/>
                    </a:lnTo>
                    <a:lnTo>
                      <a:pt x="78201" y="22096"/>
                    </a:lnTo>
                    <a:lnTo>
                      <a:pt x="10865" y="80425"/>
                    </a:lnTo>
                    <a:lnTo>
                      <a:pt x="0" y="67565"/>
                    </a:lnTo>
                    <a:lnTo>
                      <a:pt x="9182" y="59145"/>
                    </a:lnTo>
                    <a:lnTo>
                      <a:pt x="2293" y="501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7" name="Контур"/>
              <p:cNvSpPr/>
              <p:nvPr/>
            </p:nvSpPr>
            <p:spPr>
              <a:xfrm>
                <a:off x="2392441" y="4409429"/>
                <a:ext cx="52336" cy="53573"/>
              </a:xfrm>
              <a:custGeom>
                <a:avLst/>
                <a:gdLst/>
                <a:ahLst/>
                <a:cxnLst/>
                <a:rect l="l" t="t" r="r" b="b"/>
                <a:pathLst>
                  <a:path w="52336" h="53573">
                    <a:moveTo>
                      <a:pt x="17411" y="0"/>
                    </a:moveTo>
                    <a:lnTo>
                      <a:pt x="52336" y="37247"/>
                    </a:lnTo>
                    <a:lnTo>
                      <a:pt x="34925" y="53573"/>
                    </a:lnTo>
                    <a:lnTo>
                      <a:pt x="0" y="16327"/>
                    </a:lnTo>
                    <a:lnTo>
                      <a:pt x="174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8" name="Контур"/>
              <p:cNvSpPr/>
              <p:nvPr/>
            </p:nvSpPr>
            <p:spPr>
              <a:xfrm>
                <a:off x="2339768" y="3874970"/>
                <a:ext cx="354930" cy="329119"/>
              </a:xfrm>
              <a:custGeom>
                <a:avLst/>
                <a:gdLst/>
                <a:ahLst/>
                <a:cxnLst/>
                <a:rect l="l" t="t" r="r" b="b"/>
                <a:pathLst>
                  <a:path w="354930" h="329119">
                    <a:moveTo>
                      <a:pt x="0" y="52013"/>
                    </a:moveTo>
                    <a:lnTo>
                      <a:pt x="53785" y="0"/>
                    </a:lnTo>
                    <a:lnTo>
                      <a:pt x="261440" y="222443"/>
                    </a:lnTo>
                    <a:lnTo>
                      <a:pt x="306084" y="180777"/>
                    </a:lnTo>
                    <a:lnTo>
                      <a:pt x="354930" y="236237"/>
                    </a:lnTo>
                    <a:lnTo>
                      <a:pt x="256373" y="329119"/>
                    </a:lnTo>
                    <a:lnTo>
                      <a:pt x="0" y="520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9" name="Контур"/>
              <p:cNvSpPr/>
              <p:nvPr/>
            </p:nvSpPr>
            <p:spPr>
              <a:xfrm>
                <a:off x="1990212" y="3832868"/>
                <a:ext cx="295618" cy="297725"/>
              </a:xfrm>
              <a:custGeom>
                <a:avLst/>
                <a:gdLst/>
                <a:ahLst/>
                <a:cxnLst/>
                <a:rect l="l" t="t" r="r" b="b"/>
                <a:pathLst>
                  <a:path w="295618" h="297725">
                    <a:moveTo>
                      <a:pt x="245213" y="297725"/>
                    </a:moveTo>
                    <a:lnTo>
                      <a:pt x="0" y="53823"/>
                    </a:lnTo>
                    <a:lnTo>
                      <a:pt x="55176" y="0"/>
                    </a:lnTo>
                    <a:lnTo>
                      <a:pt x="295618" y="243903"/>
                    </a:lnTo>
                    <a:lnTo>
                      <a:pt x="245213" y="2977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0" name="Контур"/>
              <p:cNvSpPr/>
              <p:nvPr/>
            </p:nvSpPr>
            <p:spPr>
              <a:xfrm>
                <a:off x="2645852" y="3978454"/>
                <a:ext cx="132828" cy="132753"/>
              </a:xfrm>
              <a:custGeom>
                <a:avLst/>
                <a:gdLst/>
                <a:ahLst/>
                <a:cxnLst/>
                <a:rect l="l" t="t" r="r" b="b"/>
                <a:pathLst>
                  <a:path w="132828" h="132753">
                    <a:moveTo>
                      <a:pt x="48846" y="132753"/>
                    </a:moveTo>
                    <a:lnTo>
                      <a:pt x="0" y="77293"/>
                    </a:lnTo>
                    <a:lnTo>
                      <a:pt x="82819" y="0"/>
                    </a:lnTo>
                    <a:lnTo>
                      <a:pt x="132828" y="53608"/>
                    </a:lnTo>
                    <a:lnTo>
                      <a:pt x="48846" y="1327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1" name="Контур"/>
              <p:cNvSpPr/>
              <p:nvPr/>
            </p:nvSpPr>
            <p:spPr>
              <a:xfrm>
                <a:off x="3147514" y="5058169"/>
                <a:ext cx="33990" cy="34006"/>
              </a:xfrm>
              <a:custGeom>
                <a:avLst/>
                <a:gdLst/>
                <a:ahLst/>
                <a:cxnLst/>
                <a:rect l="l" t="t" r="r" b="b"/>
                <a:pathLst>
                  <a:path w="33990" h="34006">
                    <a:moveTo>
                      <a:pt x="0" y="16484"/>
                    </a:moveTo>
                    <a:lnTo>
                      <a:pt x="17033" y="0"/>
                    </a:lnTo>
                    <a:lnTo>
                      <a:pt x="33990" y="17522"/>
                    </a:lnTo>
                    <a:lnTo>
                      <a:pt x="16956" y="34006"/>
                    </a:lnTo>
                    <a:lnTo>
                      <a:pt x="0" y="164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2" name="Контур"/>
              <p:cNvSpPr/>
              <p:nvPr/>
            </p:nvSpPr>
            <p:spPr>
              <a:xfrm>
                <a:off x="2789648" y="4896625"/>
                <a:ext cx="224217" cy="200991"/>
              </a:xfrm>
              <a:custGeom>
                <a:avLst/>
                <a:gdLst/>
                <a:ahLst/>
                <a:cxnLst/>
                <a:rect l="l" t="t" r="r" b="b"/>
                <a:pathLst>
                  <a:path w="224217" h="200991">
                    <a:moveTo>
                      <a:pt x="0" y="155299"/>
                    </a:moveTo>
                    <a:lnTo>
                      <a:pt x="158856" y="9250"/>
                    </a:lnTo>
                    <a:lnTo>
                      <a:pt x="169982" y="21063"/>
                    </a:lnTo>
                    <a:lnTo>
                      <a:pt x="192345" y="0"/>
                    </a:lnTo>
                    <a:lnTo>
                      <a:pt x="224217" y="39111"/>
                    </a:lnTo>
                    <a:lnTo>
                      <a:pt x="44376" y="200991"/>
                    </a:lnTo>
                    <a:lnTo>
                      <a:pt x="0" y="1552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3" name="Контур"/>
              <p:cNvSpPr/>
              <p:nvPr/>
            </p:nvSpPr>
            <p:spPr>
              <a:xfrm>
                <a:off x="3276566" y="5061689"/>
                <a:ext cx="51336" cy="53135"/>
              </a:xfrm>
              <a:custGeom>
                <a:avLst/>
                <a:gdLst/>
                <a:ahLst/>
                <a:cxnLst/>
                <a:rect l="l" t="t" r="r" b="b"/>
                <a:pathLst>
                  <a:path w="51336" h="53135">
                    <a:moveTo>
                      <a:pt x="0" y="25621"/>
                    </a:moveTo>
                    <a:lnTo>
                      <a:pt x="13644" y="21611"/>
                    </a:lnTo>
                    <a:lnTo>
                      <a:pt x="11169" y="17108"/>
                    </a:lnTo>
                    <a:lnTo>
                      <a:pt x="36148" y="0"/>
                    </a:lnTo>
                    <a:lnTo>
                      <a:pt x="51336" y="20245"/>
                    </a:lnTo>
                    <a:lnTo>
                      <a:pt x="11715" y="53135"/>
                    </a:lnTo>
                    <a:lnTo>
                      <a:pt x="0" y="256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4" name="Контур"/>
              <p:cNvSpPr/>
              <p:nvPr/>
            </p:nvSpPr>
            <p:spPr>
              <a:xfrm>
                <a:off x="3261603" y="5087310"/>
                <a:ext cx="26678" cy="33885"/>
              </a:xfrm>
              <a:custGeom>
                <a:avLst/>
                <a:gdLst/>
                <a:ahLst/>
                <a:cxnLst/>
                <a:rect l="l" t="t" r="r" b="b"/>
                <a:pathLst>
                  <a:path w="26678" h="33885">
                    <a:moveTo>
                      <a:pt x="11716" y="33885"/>
                    </a:moveTo>
                    <a:lnTo>
                      <a:pt x="3709" y="15082"/>
                    </a:lnTo>
                    <a:lnTo>
                      <a:pt x="0" y="6371"/>
                    </a:lnTo>
                    <a:lnTo>
                      <a:pt x="14963" y="0"/>
                    </a:lnTo>
                    <a:lnTo>
                      <a:pt x="26678" y="27514"/>
                    </a:lnTo>
                    <a:lnTo>
                      <a:pt x="11716" y="338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5" name="Контур"/>
              <p:cNvSpPr/>
              <p:nvPr/>
            </p:nvSpPr>
            <p:spPr>
              <a:xfrm>
                <a:off x="2980635" y="4993057"/>
                <a:ext cx="32972" cy="32970"/>
              </a:xfrm>
              <a:custGeom>
                <a:avLst/>
                <a:gdLst/>
                <a:ahLst/>
                <a:cxnLst/>
                <a:rect l="l" t="t" r="r" b="b"/>
                <a:pathLst>
                  <a:path w="32972" h="32970">
                    <a:moveTo>
                      <a:pt x="20856" y="0"/>
                    </a:moveTo>
                    <a:lnTo>
                      <a:pt x="32972" y="12119"/>
                    </a:lnTo>
                    <a:lnTo>
                      <a:pt x="12116" y="32970"/>
                    </a:lnTo>
                    <a:lnTo>
                      <a:pt x="0" y="20851"/>
                    </a:lnTo>
                    <a:lnTo>
                      <a:pt x="2085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6" name="Контур"/>
              <p:cNvSpPr/>
              <p:nvPr/>
            </p:nvSpPr>
            <p:spPr>
              <a:xfrm>
                <a:off x="3043199" y="4910876"/>
                <a:ext cx="36257" cy="50787"/>
              </a:xfrm>
              <a:custGeom>
                <a:avLst/>
                <a:gdLst/>
                <a:ahLst/>
                <a:cxnLst/>
                <a:rect l="l" t="t" r="r" b="b"/>
                <a:pathLst>
                  <a:path w="36257" h="50787">
                    <a:moveTo>
                      <a:pt x="36257" y="43268"/>
                    </a:moveTo>
                    <a:lnTo>
                      <a:pt x="19951" y="50787"/>
                    </a:lnTo>
                    <a:lnTo>
                      <a:pt x="0" y="7519"/>
                    </a:lnTo>
                    <a:lnTo>
                      <a:pt x="16307" y="0"/>
                    </a:lnTo>
                    <a:lnTo>
                      <a:pt x="36257" y="432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7" name="Контур"/>
              <p:cNvSpPr/>
              <p:nvPr/>
            </p:nvSpPr>
            <p:spPr>
              <a:xfrm>
                <a:off x="2948504" y="4884812"/>
                <a:ext cx="33489" cy="32876"/>
              </a:xfrm>
              <a:custGeom>
                <a:avLst/>
                <a:gdLst/>
                <a:ahLst/>
                <a:cxnLst/>
                <a:rect l="l" t="t" r="r" b="b"/>
                <a:pathLst>
                  <a:path w="33489" h="32876">
                    <a:moveTo>
                      <a:pt x="0" y="21063"/>
                    </a:moveTo>
                    <a:lnTo>
                      <a:pt x="22363" y="0"/>
                    </a:lnTo>
                    <a:lnTo>
                      <a:pt x="33489" y="11813"/>
                    </a:lnTo>
                    <a:lnTo>
                      <a:pt x="11126" y="32876"/>
                    </a:lnTo>
                    <a:lnTo>
                      <a:pt x="0" y="210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8" name="Контур"/>
              <p:cNvSpPr/>
              <p:nvPr/>
            </p:nvSpPr>
            <p:spPr>
              <a:xfrm>
                <a:off x="2836673" y="4560901"/>
                <a:ext cx="130417" cy="158687"/>
              </a:xfrm>
              <a:custGeom>
                <a:avLst/>
                <a:gdLst/>
                <a:ahLst/>
                <a:cxnLst/>
                <a:rect l="l" t="t" r="r" b="b"/>
                <a:pathLst>
                  <a:path w="130417" h="158687">
                    <a:moveTo>
                      <a:pt x="0" y="43979"/>
                    </a:moveTo>
                    <a:lnTo>
                      <a:pt x="47482" y="0"/>
                    </a:lnTo>
                    <a:lnTo>
                      <a:pt x="79129" y="30896"/>
                    </a:lnTo>
                    <a:lnTo>
                      <a:pt x="92523" y="20111"/>
                    </a:lnTo>
                    <a:lnTo>
                      <a:pt x="130417" y="86458"/>
                    </a:lnTo>
                    <a:lnTo>
                      <a:pt x="106243" y="158687"/>
                    </a:lnTo>
                    <a:lnTo>
                      <a:pt x="0" y="439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9" name="Контур"/>
              <p:cNvSpPr/>
              <p:nvPr/>
            </p:nvSpPr>
            <p:spPr>
              <a:xfrm>
                <a:off x="3151892" y="4849467"/>
                <a:ext cx="28313" cy="12492"/>
              </a:xfrm>
              <a:custGeom>
                <a:avLst/>
                <a:gdLst/>
                <a:ahLst/>
                <a:cxnLst/>
                <a:rect l="l" t="t" r="r" b="b"/>
                <a:pathLst>
                  <a:path w="28313" h="12492">
                    <a:moveTo>
                      <a:pt x="248" y="12492"/>
                    </a:moveTo>
                    <a:lnTo>
                      <a:pt x="0" y="584"/>
                    </a:lnTo>
                    <a:lnTo>
                      <a:pt x="28065" y="0"/>
                    </a:lnTo>
                    <a:lnTo>
                      <a:pt x="28313" y="11906"/>
                    </a:lnTo>
                    <a:lnTo>
                      <a:pt x="248" y="124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0" name="Контур"/>
              <p:cNvSpPr/>
              <p:nvPr/>
            </p:nvSpPr>
            <p:spPr>
              <a:xfrm>
                <a:off x="2866235" y="4526431"/>
                <a:ext cx="34135" cy="34470"/>
              </a:xfrm>
              <a:custGeom>
                <a:avLst/>
                <a:gdLst/>
                <a:ahLst/>
                <a:cxnLst/>
                <a:rect l="l" t="t" r="r" b="b"/>
                <a:pathLst>
                  <a:path w="34135" h="34470">
                    <a:moveTo>
                      <a:pt x="17920" y="34470"/>
                    </a:moveTo>
                    <a:lnTo>
                      <a:pt x="0" y="14691"/>
                    </a:lnTo>
                    <a:lnTo>
                      <a:pt x="16214" y="0"/>
                    </a:lnTo>
                    <a:lnTo>
                      <a:pt x="34135" y="19779"/>
                    </a:lnTo>
                    <a:lnTo>
                      <a:pt x="17920" y="344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1" name="Контур"/>
              <p:cNvSpPr/>
              <p:nvPr/>
            </p:nvSpPr>
            <p:spPr>
              <a:xfrm>
                <a:off x="3230384" y="4205867"/>
                <a:ext cx="340200" cy="297499"/>
              </a:xfrm>
              <a:custGeom>
                <a:avLst/>
                <a:gdLst/>
                <a:ahLst/>
                <a:cxnLst/>
                <a:rect l="l" t="t" r="r" b="b"/>
                <a:pathLst>
                  <a:path w="340200" h="297499">
                    <a:moveTo>
                      <a:pt x="31348" y="248169"/>
                    </a:moveTo>
                    <a:lnTo>
                      <a:pt x="25137" y="241382"/>
                    </a:lnTo>
                    <a:lnTo>
                      <a:pt x="198048" y="83102"/>
                    </a:lnTo>
                    <a:lnTo>
                      <a:pt x="184281" y="68064"/>
                    </a:lnTo>
                    <a:lnTo>
                      <a:pt x="208416" y="45974"/>
                    </a:lnTo>
                    <a:lnTo>
                      <a:pt x="222182" y="61008"/>
                    </a:lnTo>
                    <a:lnTo>
                      <a:pt x="288830" y="0"/>
                    </a:lnTo>
                    <a:lnTo>
                      <a:pt x="340200" y="56117"/>
                    </a:lnTo>
                    <a:lnTo>
                      <a:pt x="76507" y="297499"/>
                    </a:lnTo>
                    <a:lnTo>
                      <a:pt x="48873" y="267312"/>
                    </a:lnTo>
                    <a:lnTo>
                      <a:pt x="22036" y="291873"/>
                    </a:lnTo>
                    <a:lnTo>
                      <a:pt x="0" y="267801"/>
                    </a:lnTo>
                    <a:lnTo>
                      <a:pt x="22036" y="247632"/>
                    </a:lnTo>
                    <a:lnTo>
                      <a:pt x="26548" y="252561"/>
                    </a:lnTo>
                    <a:lnTo>
                      <a:pt x="31348" y="2481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2" name="Контур"/>
              <p:cNvSpPr/>
              <p:nvPr/>
            </p:nvSpPr>
            <p:spPr>
              <a:xfrm>
                <a:off x="3173950" y="4141556"/>
                <a:ext cx="345264" cy="310728"/>
              </a:xfrm>
              <a:custGeom>
                <a:avLst/>
                <a:gdLst/>
                <a:ahLst/>
                <a:cxnLst/>
                <a:rect l="l" t="t" r="r" b="b"/>
                <a:pathLst>
                  <a:path w="345264" h="310728">
                    <a:moveTo>
                      <a:pt x="240715" y="132375"/>
                    </a:moveTo>
                    <a:lnTo>
                      <a:pt x="254482" y="147413"/>
                    </a:lnTo>
                    <a:lnTo>
                      <a:pt x="81571" y="305693"/>
                    </a:lnTo>
                    <a:lnTo>
                      <a:pt x="76070" y="310728"/>
                    </a:lnTo>
                    <a:lnTo>
                      <a:pt x="71558" y="305799"/>
                    </a:lnTo>
                    <a:lnTo>
                      <a:pt x="31618" y="262167"/>
                    </a:lnTo>
                    <a:lnTo>
                      <a:pt x="14414" y="277916"/>
                    </a:lnTo>
                    <a:lnTo>
                      <a:pt x="0" y="262167"/>
                    </a:lnTo>
                    <a:lnTo>
                      <a:pt x="286392" y="0"/>
                    </a:lnTo>
                    <a:lnTo>
                      <a:pt x="345264" y="64311"/>
                    </a:lnTo>
                    <a:lnTo>
                      <a:pt x="278616" y="125319"/>
                    </a:lnTo>
                    <a:lnTo>
                      <a:pt x="264850" y="110285"/>
                    </a:lnTo>
                    <a:lnTo>
                      <a:pt x="240715" y="1323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3" name="Контур"/>
              <p:cNvSpPr/>
              <p:nvPr/>
            </p:nvSpPr>
            <p:spPr>
              <a:xfrm>
                <a:off x="3217347" y="4060506"/>
                <a:ext cx="150337" cy="123561"/>
              </a:xfrm>
              <a:custGeom>
                <a:avLst/>
                <a:gdLst/>
                <a:ahLst/>
                <a:cxnLst/>
                <a:rect l="l" t="t" r="r" b="b"/>
                <a:pathLst>
                  <a:path w="150337" h="123561">
                    <a:moveTo>
                      <a:pt x="119766" y="0"/>
                    </a:moveTo>
                    <a:lnTo>
                      <a:pt x="150337" y="31337"/>
                    </a:lnTo>
                    <a:lnTo>
                      <a:pt x="87360" y="92776"/>
                    </a:lnTo>
                    <a:lnTo>
                      <a:pt x="77907" y="83086"/>
                    </a:lnTo>
                    <a:lnTo>
                      <a:pt x="36417" y="123561"/>
                    </a:lnTo>
                    <a:lnTo>
                      <a:pt x="0" y="86232"/>
                    </a:lnTo>
                    <a:lnTo>
                      <a:pt x="49051" y="38380"/>
                    </a:lnTo>
                    <a:lnTo>
                      <a:pt x="64350" y="54062"/>
                    </a:lnTo>
                    <a:lnTo>
                      <a:pt x="11976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4" name="Контур"/>
              <p:cNvSpPr/>
              <p:nvPr/>
            </p:nvSpPr>
            <p:spPr>
              <a:xfrm>
                <a:off x="3023796" y="3943480"/>
                <a:ext cx="97277" cy="208905"/>
              </a:xfrm>
              <a:custGeom>
                <a:avLst/>
                <a:gdLst/>
                <a:ahLst/>
                <a:cxnLst/>
                <a:rect l="l" t="t" r="r" b="b"/>
                <a:pathLst>
                  <a:path w="97277" h="208905">
                    <a:moveTo>
                      <a:pt x="53045" y="0"/>
                    </a:moveTo>
                    <a:lnTo>
                      <a:pt x="94767" y="11174"/>
                    </a:lnTo>
                    <a:lnTo>
                      <a:pt x="72125" y="95678"/>
                    </a:lnTo>
                    <a:lnTo>
                      <a:pt x="97277" y="102417"/>
                    </a:lnTo>
                    <a:lnTo>
                      <a:pt x="83900" y="152337"/>
                    </a:lnTo>
                    <a:lnTo>
                      <a:pt x="58512" y="145531"/>
                    </a:lnTo>
                    <a:lnTo>
                      <a:pt x="41520" y="208905"/>
                    </a:lnTo>
                    <a:lnTo>
                      <a:pt x="0" y="197774"/>
                    </a:lnTo>
                    <a:lnTo>
                      <a:pt x="530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5" name="Контур"/>
              <p:cNvSpPr/>
              <p:nvPr/>
            </p:nvSpPr>
            <p:spPr>
              <a:xfrm>
                <a:off x="3170455" y="4084181"/>
                <a:ext cx="20691" cy="19165"/>
              </a:xfrm>
              <a:custGeom>
                <a:avLst/>
                <a:gdLst/>
                <a:ahLst/>
                <a:cxnLst/>
                <a:rect l="l" t="t" r="r" b="b"/>
                <a:pathLst>
                  <a:path w="20691" h="19165">
                    <a:moveTo>
                      <a:pt x="0" y="12711"/>
                    </a:moveTo>
                    <a:lnTo>
                      <a:pt x="15344" y="0"/>
                    </a:lnTo>
                    <a:lnTo>
                      <a:pt x="20691" y="6454"/>
                    </a:lnTo>
                    <a:lnTo>
                      <a:pt x="5346" y="19165"/>
                    </a:lnTo>
                    <a:lnTo>
                      <a:pt x="0" y="127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6" name="Контур"/>
              <p:cNvSpPr/>
              <p:nvPr/>
            </p:nvSpPr>
            <p:spPr>
              <a:xfrm>
                <a:off x="1615336" y="4396448"/>
                <a:ext cx="55890" cy="68901"/>
              </a:xfrm>
              <a:custGeom>
                <a:avLst/>
                <a:gdLst/>
                <a:ahLst/>
                <a:cxnLst/>
                <a:rect l="l" t="t" r="r" b="b"/>
                <a:pathLst>
                  <a:path w="55890" h="68901">
                    <a:moveTo>
                      <a:pt x="0" y="10108"/>
                    </a:moveTo>
                    <a:lnTo>
                      <a:pt x="14282" y="0"/>
                    </a:lnTo>
                    <a:lnTo>
                      <a:pt x="55890" y="58794"/>
                    </a:lnTo>
                    <a:lnTo>
                      <a:pt x="41608" y="68901"/>
                    </a:lnTo>
                    <a:lnTo>
                      <a:pt x="0" y="101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7" name="Контур"/>
              <p:cNvSpPr/>
              <p:nvPr/>
            </p:nvSpPr>
            <p:spPr>
              <a:xfrm>
                <a:off x="1521222" y="4351019"/>
                <a:ext cx="46621" cy="45373"/>
              </a:xfrm>
              <a:custGeom>
                <a:avLst/>
                <a:gdLst/>
                <a:ahLst/>
                <a:cxnLst/>
                <a:rect l="l" t="t" r="r" b="b"/>
                <a:pathLst>
                  <a:path w="46621" h="45373">
                    <a:moveTo>
                      <a:pt x="17371" y="0"/>
                    </a:moveTo>
                    <a:lnTo>
                      <a:pt x="46621" y="25246"/>
                    </a:lnTo>
                    <a:lnTo>
                      <a:pt x="29250" y="45373"/>
                    </a:lnTo>
                    <a:lnTo>
                      <a:pt x="0" y="20128"/>
                    </a:lnTo>
                    <a:lnTo>
                      <a:pt x="1737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8" name="Контур"/>
              <p:cNvSpPr/>
              <p:nvPr/>
            </p:nvSpPr>
            <p:spPr>
              <a:xfrm>
                <a:off x="1508204" y="4300622"/>
                <a:ext cx="45319" cy="45392"/>
              </a:xfrm>
              <a:custGeom>
                <a:avLst/>
                <a:gdLst/>
                <a:ahLst/>
                <a:cxnLst/>
                <a:rect l="l" t="t" r="r" b="b"/>
                <a:pathLst>
                  <a:path w="45319" h="45392">
                    <a:moveTo>
                      <a:pt x="22659" y="45392"/>
                    </a:moveTo>
                    <a:lnTo>
                      <a:pt x="0" y="23983"/>
                    </a:lnTo>
                    <a:lnTo>
                      <a:pt x="22659" y="0"/>
                    </a:lnTo>
                    <a:lnTo>
                      <a:pt x="45319" y="21409"/>
                    </a:lnTo>
                    <a:lnTo>
                      <a:pt x="22659" y="453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9" name="Контур"/>
              <p:cNvSpPr/>
              <p:nvPr/>
            </p:nvSpPr>
            <p:spPr>
              <a:xfrm>
                <a:off x="1544617" y="4470834"/>
                <a:ext cx="58381" cy="59614"/>
              </a:xfrm>
              <a:custGeom>
                <a:avLst/>
                <a:gdLst/>
                <a:ahLst/>
                <a:cxnLst/>
                <a:rect l="l" t="t" r="r" b="b"/>
                <a:pathLst>
                  <a:path w="58381" h="59614">
                    <a:moveTo>
                      <a:pt x="0" y="40233"/>
                    </a:moveTo>
                    <a:lnTo>
                      <a:pt x="37159" y="0"/>
                    </a:lnTo>
                    <a:lnTo>
                      <a:pt x="58381" y="19381"/>
                    </a:lnTo>
                    <a:lnTo>
                      <a:pt x="21222" y="59614"/>
                    </a:lnTo>
                    <a:lnTo>
                      <a:pt x="0" y="402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0" name="Контур"/>
              <p:cNvSpPr/>
              <p:nvPr/>
            </p:nvSpPr>
            <p:spPr>
              <a:xfrm>
                <a:off x="1956406" y="5193937"/>
                <a:ext cx="86386" cy="77367"/>
              </a:xfrm>
              <a:custGeom>
                <a:avLst/>
                <a:gdLst/>
                <a:ahLst/>
                <a:cxnLst/>
                <a:rect l="l" t="t" r="r" b="b"/>
                <a:pathLst>
                  <a:path w="86386" h="77367">
                    <a:moveTo>
                      <a:pt x="69149" y="77367"/>
                    </a:moveTo>
                    <a:lnTo>
                      <a:pt x="0" y="21231"/>
                    </a:lnTo>
                    <a:lnTo>
                      <a:pt x="17237" y="0"/>
                    </a:lnTo>
                    <a:lnTo>
                      <a:pt x="86386" y="56136"/>
                    </a:lnTo>
                    <a:lnTo>
                      <a:pt x="69149" y="773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1" name="Контур"/>
              <p:cNvSpPr/>
              <p:nvPr/>
            </p:nvSpPr>
            <p:spPr>
              <a:xfrm>
                <a:off x="3231938" y="6616897"/>
                <a:ext cx="70834" cy="62088"/>
              </a:xfrm>
              <a:custGeom>
                <a:avLst/>
                <a:gdLst/>
                <a:ahLst/>
                <a:cxnLst/>
                <a:rect l="l" t="t" r="r" b="b"/>
                <a:pathLst>
                  <a:path w="70834" h="62088">
                    <a:moveTo>
                      <a:pt x="70834" y="26760"/>
                    </a:moveTo>
                    <a:lnTo>
                      <a:pt x="17847" y="62088"/>
                    </a:lnTo>
                    <a:lnTo>
                      <a:pt x="0" y="35328"/>
                    </a:lnTo>
                    <a:lnTo>
                      <a:pt x="52992" y="0"/>
                    </a:lnTo>
                    <a:lnTo>
                      <a:pt x="70834" y="267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2" name="Контур"/>
              <p:cNvSpPr/>
              <p:nvPr/>
            </p:nvSpPr>
            <p:spPr>
              <a:xfrm>
                <a:off x="3284930" y="6577742"/>
                <a:ext cx="81140" cy="72771"/>
              </a:xfrm>
              <a:custGeom>
                <a:avLst/>
                <a:gdLst/>
                <a:ahLst/>
                <a:cxnLst/>
                <a:rect l="l" t="t" r="r" b="b"/>
                <a:pathLst>
                  <a:path w="81140" h="72771">
                    <a:moveTo>
                      <a:pt x="0" y="39155"/>
                    </a:moveTo>
                    <a:lnTo>
                      <a:pt x="58728" y="0"/>
                    </a:lnTo>
                    <a:lnTo>
                      <a:pt x="81140" y="33616"/>
                    </a:lnTo>
                    <a:lnTo>
                      <a:pt x="22413" y="72771"/>
                    </a:lnTo>
                    <a:lnTo>
                      <a:pt x="17842" y="65915"/>
                    </a:lnTo>
                    <a:lnTo>
                      <a:pt x="0" y="391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3" name="Контур"/>
              <p:cNvSpPr/>
              <p:nvPr/>
            </p:nvSpPr>
            <p:spPr>
              <a:xfrm>
                <a:off x="3148769" y="6447865"/>
                <a:ext cx="208822" cy="164882"/>
              </a:xfrm>
              <a:custGeom>
                <a:avLst/>
                <a:gdLst/>
                <a:ahLst/>
                <a:cxnLst/>
                <a:rect l="l" t="t" r="r" b="b"/>
                <a:pathLst>
                  <a:path w="208822" h="164882">
                    <a:moveTo>
                      <a:pt x="0" y="110616"/>
                    </a:moveTo>
                    <a:lnTo>
                      <a:pt x="174403" y="0"/>
                    </a:lnTo>
                    <a:lnTo>
                      <a:pt x="208822" y="54266"/>
                    </a:lnTo>
                    <a:lnTo>
                      <a:pt x="34419" y="164882"/>
                    </a:lnTo>
                    <a:lnTo>
                      <a:pt x="0" y="1106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4" name="Контур"/>
              <p:cNvSpPr/>
              <p:nvPr/>
            </p:nvSpPr>
            <p:spPr>
              <a:xfrm>
                <a:off x="2899434" y="6810968"/>
                <a:ext cx="42861" cy="46013"/>
              </a:xfrm>
              <a:custGeom>
                <a:avLst/>
                <a:gdLst/>
                <a:ahLst/>
                <a:cxnLst/>
                <a:rect l="l" t="t" r="r" b="b"/>
                <a:pathLst>
                  <a:path w="42861" h="46013">
                    <a:moveTo>
                      <a:pt x="24291" y="0"/>
                    </a:moveTo>
                    <a:lnTo>
                      <a:pt x="42861" y="31849"/>
                    </a:lnTo>
                    <a:lnTo>
                      <a:pt x="18571" y="46013"/>
                    </a:lnTo>
                    <a:lnTo>
                      <a:pt x="0" y="14164"/>
                    </a:lnTo>
                    <a:lnTo>
                      <a:pt x="2429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5" name="Контур"/>
              <p:cNvSpPr/>
              <p:nvPr/>
            </p:nvSpPr>
            <p:spPr>
              <a:xfrm>
                <a:off x="2734330" y="6763095"/>
                <a:ext cx="102984" cy="86279"/>
              </a:xfrm>
              <a:custGeom>
                <a:avLst/>
                <a:gdLst/>
                <a:ahLst/>
                <a:cxnLst/>
                <a:rect l="l" t="t" r="r" b="b"/>
                <a:pathLst>
                  <a:path w="102984" h="86279">
                    <a:moveTo>
                      <a:pt x="0" y="56394"/>
                    </a:moveTo>
                    <a:lnTo>
                      <a:pt x="82802" y="0"/>
                    </a:lnTo>
                    <a:lnTo>
                      <a:pt x="102984" y="29632"/>
                    </a:lnTo>
                    <a:lnTo>
                      <a:pt x="18774" y="86279"/>
                    </a:lnTo>
                    <a:lnTo>
                      <a:pt x="0" y="563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6" name="Контур"/>
              <p:cNvSpPr/>
              <p:nvPr/>
            </p:nvSpPr>
            <p:spPr>
              <a:xfrm>
                <a:off x="2906805" y="6742069"/>
                <a:ext cx="65535" cy="81567"/>
              </a:xfrm>
              <a:custGeom>
                <a:avLst/>
                <a:gdLst/>
                <a:ahLst/>
                <a:cxnLst/>
                <a:rect l="l" t="t" r="r" b="b"/>
                <a:pathLst>
                  <a:path w="65535" h="81567">
                    <a:moveTo>
                      <a:pt x="0" y="15973"/>
                    </a:moveTo>
                    <a:lnTo>
                      <a:pt x="29788" y="0"/>
                    </a:lnTo>
                    <a:lnTo>
                      <a:pt x="65535" y="64131"/>
                    </a:lnTo>
                    <a:lnTo>
                      <a:pt x="35558" y="81567"/>
                    </a:lnTo>
                    <a:lnTo>
                      <a:pt x="0" y="159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7" name="Контур"/>
              <p:cNvSpPr/>
              <p:nvPr/>
            </p:nvSpPr>
            <p:spPr>
              <a:xfrm>
                <a:off x="2887977" y="6707952"/>
                <a:ext cx="40274" cy="39739"/>
              </a:xfrm>
              <a:custGeom>
                <a:avLst/>
                <a:gdLst/>
                <a:ahLst/>
                <a:cxnLst/>
                <a:rect l="l" t="t" r="r" b="b"/>
                <a:pathLst>
                  <a:path w="40274" h="39739">
                    <a:moveTo>
                      <a:pt x="0" y="15280"/>
                    </a:moveTo>
                    <a:lnTo>
                      <a:pt x="25775" y="0"/>
                    </a:lnTo>
                    <a:lnTo>
                      <a:pt x="40274" y="24459"/>
                    </a:lnTo>
                    <a:lnTo>
                      <a:pt x="14499" y="39739"/>
                    </a:lnTo>
                    <a:lnTo>
                      <a:pt x="0" y="152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8" name="Контур"/>
              <p:cNvSpPr/>
              <p:nvPr/>
            </p:nvSpPr>
            <p:spPr>
              <a:xfrm>
                <a:off x="3251340" y="6700323"/>
                <a:ext cx="38245" cy="37546"/>
              </a:xfrm>
              <a:custGeom>
                <a:avLst/>
                <a:gdLst/>
                <a:ahLst/>
                <a:cxnLst/>
                <a:rect l="l" t="t" r="r" b="b"/>
                <a:pathLst>
                  <a:path w="38245" h="37546">
                    <a:moveTo>
                      <a:pt x="13732" y="37546"/>
                    </a:moveTo>
                    <a:lnTo>
                      <a:pt x="0" y="14796"/>
                    </a:lnTo>
                    <a:lnTo>
                      <a:pt x="24514" y="0"/>
                    </a:lnTo>
                    <a:lnTo>
                      <a:pt x="38245" y="22751"/>
                    </a:lnTo>
                    <a:lnTo>
                      <a:pt x="13732" y="375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9" name="Контур"/>
              <p:cNvSpPr/>
              <p:nvPr/>
            </p:nvSpPr>
            <p:spPr>
              <a:xfrm>
                <a:off x="3161705" y="6682898"/>
                <a:ext cx="67774" cy="51068"/>
              </a:xfrm>
              <a:custGeom>
                <a:avLst/>
                <a:gdLst/>
                <a:ahLst/>
                <a:cxnLst/>
                <a:rect l="l" t="t" r="r" b="b"/>
                <a:pathLst>
                  <a:path w="67774" h="51068">
                    <a:moveTo>
                      <a:pt x="20588" y="51068"/>
                    </a:moveTo>
                    <a:lnTo>
                      <a:pt x="0" y="17112"/>
                    </a:lnTo>
                    <a:lnTo>
                      <a:pt x="28224" y="0"/>
                    </a:lnTo>
                    <a:lnTo>
                      <a:pt x="35968" y="12773"/>
                    </a:lnTo>
                    <a:lnTo>
                      <a:pt x="54930" y="1276"/>
                    </a:lnTo>
                    <a:lnTo>
                      <a:pt x="67774" y="22459"/>
                    </a:lnTo>
                    <a:lnTo>
                      <a:pt x="20588" y="510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0" name="Контур"/>
              <p:cNvSpPr/>
              <p:nvPr/>
            </p:nvSpPr>
            <p:spPr>
              <a:xfrm>
                <a:off x="3386690" y="7701435"/>
                <a:ext cx="130354" cy="150672"/>
              </a:xfrm>
              <a:custGeom>
                <a:avLst/>
                <a:gdLst/>
                <a:ahLst/>
                <a:cxnLst/>
                <a:rect l="l" t="t" r="r" b="b"/>
                <a:pathLst>
                  <a:path w="130354" h="150672">
                    <a:moveTo>
                      <a:pt x="130354" y="25586"/>
                    </a:moveTo>
                    <a:lnTo>
                      <a:pt x="59203" y="150455"/>
                    </a:lnTo>
                    <a:lnTo>
                      <a:pt x="0" y="150672"/>
                    </a:lnTo>
                    <a:lnTo>
                      <a:pt x="88974" y="0"/>
                    </a:lnTo>
                    <a:lnTo>
                      <a:pt x="105550" y="10553"/>
                    </a:lnTo>
                    <a:lnTo>
                      <a:pt x="130354" y="255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1" name="Контур"/>
              <p:cNvSpPr/>
              <p:nvPr/>
            </p:nvSpPr>
            <p:spPr>
              <a:xfrm>
                <a:off x="2793989" y="7776333"/>
                <a:ext cx="163265" cy="77945"/>
              </a:xfrm>
              <a:custGeom>
                <a:avLst/>
                <a:gdLst/>
                <a:ahLst/>
                <a:cxnLst/>
                <a:rect l="l" t="t" r="r" b="b"/>
                <a:pathLst>
                  <a:path w="163265" h="77945">
                    <a:moveTo>
                      <a:pt x="0" y="77945"/>
                    </a:moveTo>
                    <a:lnTo>
                      <a:pt x="92462" y="28171"/>
                    </a:lnTo>
                    <a:lnTo>
                      <a:pt x="87257" y="18502"/>
                    </a:lnTo>
                    <a:lnTo>
                      <a:pt x="121628" y="0"/>
                    </a:lnTo>
                    <a:lnTo>
                      <a:pt x="163265" y="77349"/>
                    </a:lnTo>
                    <a:lnTo>
                      <a:pt x="0" y="779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2" name="Контур"/>
              <p:cNvSpPr/>
              <p:nvPr/>
            </p:nvSpPr>
            <p:spPr>
              <a:xfrm>
                <a:off x="3081628" y="7442027"/>
                <a:ext cx="437358" cy="333534"/>
              </a:xfrm>
              <a:custGeom>
                <a:avLst/>
                <a:gdLst/>
                <a:ahLst/>
                <a:cxnLst/>
                <a:rect l="l" t="t" r="r" b="b"/>
                <a:pathLst>
                  <a:path w="437358" h="333534">
                    <a:moveTo>
                      <a:pt x="0" y="253342"/>
                    </a:moveTo>
                    <a:lnTo>
                      <a:pt x="384524" y="0"/>
                    </a:lnTo>
                    <a:lnTo>
                      <a:pt x="437358" y="80192"/>
                    </a:lnTo>
                    <a:lnTo>
                      <a:pt x="52834" y="333534"/>
                    </a:lnTo>
                    <a:lnTo>
                      <a:pt x="0" y="2533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3" name="Контур"/>
              <p:cNvSpPr/>
              <p:nvPr/>
            </p:nvSpPr>
            <p:spPr>
              <a:xfrm>
                <a:off x="2734759" y="7761353"/>
                <a:ext cx="180858" cy="93141"/>
              </a:xfrm>
              <a:custGeom>
                <a:avLst/>
                <a:gdLst/>
                <a:ahLst/>
                <a:cxnLst/>
                <a:rect l="l" t="t" r="r" b="b"/>
                <a:pathLst>
                  <a:path w="180858" h="93141">
                    <a:moveTo>
                      <a:pt x="0" y="93141"/>
                    </a:moveTo>
                    <a:lnTo>
                      <a:pt x="172794" y="0"/>
                    </a:lnTo>
                    <a:lnTo>
                      <a:pt x="180858" y="14980"/>
                    </a:lnTo>
                    <a:lnTo>
                      <a:pt x="146487" y="33482"/>
                    </a:lnTo>
                    <a:lnTo>
                      <a:pt x="151692" y="43151"/>
                    </a:lnTo>
                    <a:lnTo>
                      <a:pt x="59230" y="92925"/>
                    </a:lnTo>
                    <a:lnTo>
                      <a:pt x="0" y="931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4" name="Контур"/>
              <p:cNvSpPr/>
              <p:nvPr/>
            </p:nvSpPr>
            <p:spPr>
              <a:xfrm>
                <a:off x="2726689" y="7433271"/>
                <a:ext cx="23194" cy="17682"/>
              </a:xfrm>
              <a:custGeom>
                <a:avLst/>
                <a:gdLst/>
                <a:ahLst/>
                <a:cxnLst/>
                <a:rect l="l" t="t" r="r" b="b"/>
                <a:pathLst>
                  <a:path w="23194" h="17682">
                    <a:moveTo>
                      <a:pt x="0" y="6797"/>
                    </a:moveTo>
                    <a:lnTo>
                      <a:pt x="19376" y="0"/>
                    </a:lnTo>
                    <a:lnTo>
                      <a:pt x="23194" y="10885"/>
                    </a:lnTo>
                    <a:lnTo>
                      <a:pt x="3818" y="17682"/>
                    </a:lnTo>
                    <a:lnTo>
                      <a:pt x="0" y="67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5" name="Контур"/>
              <p:cNvSpPr/>
              <p:nvPr/>
            </p:nvSpPr>
            <p:spPr>
              <a:xfrm>
                <a:off x="2837689" y="6881178"/>
                <a:ext cx="143299" cy="113188"/>
              </a:xfrm>
              <a:custGeom>
                <a:avLst/>
                <a:gdLst/>
                <a:ahLst/>
                <a:cxnLst/>
                <a:rect l="l" t="t" r="r" b="b"/>
                <a:pathLst>
                  <a:path w="143299" h="113188">
                    <a:moveTo>
                      <a:pt x="119213" y="0"/>
                    </a:moveTo>
                    <a:lnTo>
                      <a:pt x="143299" y="38387"/>
                    </a:lnTo>
                    <a:lnTo>
                      <a:pt x="24085" y="113188"/>
                    </a:lnTo>
                    <a:lnTo>
                      <a:pt x="0" y="74803"/>
                    </a:lnTo>
                    <a:lnTo>
                      <a:pt x="1192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6" name="Контур"/>
              <p:cNvSpPr/>
              <p:nvPr/>
            </p:nvSpPr>
            <p:spPr>
              <a:xfrm>
                <a:off x="2418279" y="7003852"/>
                <a:ext cx="40954" cy="49153"/>
              </a:xfrm>
              <a:custGeom>
                <a:avLst/>
                <a:gdLst/>
                <a:ahLst/>
                <a:cxnLst/>
                <a:rect l="l" t="t" r="r" b="b"/>
                <a:pathLst>
                  <a:path w="40954" h="49153">
                    <a:moveTo>
                      <a:pt x="16524" y="0"/>
                    </a:moveTo>
                    <a:lnTo>
                      <a:pt x="40954" y="38731"/>
                    </a:lnTo>
                    <a:lnTo>
                      <a:pt x="24430" y="49153"/>
                    </a:lnTo>
                    <a:lnTo>
                      <a:pt x="17110" y="37549"/>
                    </a:lnTo>
                    <a:lnTo>
                      <a:pt x="0" y="10422"/>
                    </a:lnTo>
                    <a:lnTo>
                      <a:pt x="1652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7" name="Контур"/>
              <p:cNvSpPr/>
              <p:nvPr/>
            </p:nvSpPr>
            <p:spPr>
              <a:xfrm>
                <a:off x="2552200" y="6946437"/>
                <a:ext cx="46153" cy="44190"/>
              </a:xfrm>
              <a:custGeom>
                <a:avLst/>
                <a:gdLst/>
                <a:ahLst/>
                <a:cxnLst/>
                <a:rect l="l" t="t" r="r" b="b"/>
                <a:pathLst>
                  <a:path w="46153" h="44190">
                    <a:moveTo>
                      <a:pt x="46153" y="27066"/>
                    </a:moveTo>
                    <a:lnTo>
                      <a:pt x="17420" y="44190"/>
                    </a:lnTo>
                    <a:lnTo>
                      <a:pt x="0" y="18209"/>
                    </a:lnTo>
                    <a:lnTo>
                      <a:pt x="29377" y="0"/>
                    </a:lnTo>
                    <a:lnTo>
                      <a:pt x="46153" y="270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8" name="Контур"/>
              <p:cNvSpPr/>
              <p:nvPr/>
            </p:nvSpPr>
            <p:spPr>
              <a:xfrm>
                <a:off x="2567456" y="6819489"/>
                <a:ext cx="185648" cy="154014"/>
              </a:xfrm>
              <a:custGeom>
                <a:avLst/>
                <a:gdLst/>
                <a:ahLst/>
                <a:cxnLst/>
                <a:rect l="l" t="t" r="r" b="b"/>
                <a:pathLst>
                  <a:path w="185648" h="154014">
                    <a:moveTo>
                      <a:pt x="14121" y="126948"/>
                    </a:moveTo>
                    <a:lnTo>
                      <a:pt x="0" y="104833"/>
                    </a:lnTo>
                    <a:lnTo>
                      <a:pt x="166874" y="0"/>
                    </a:lnTo>
                    <a:lnTo>
                      <a:pt x="185648" y="29885"/>
                    </a:lnTo>
                    <a:lnTo>
                      <a:pt x="152187" y="50906"/>
                    </a:lnTo>
                    <a:lnTo>
                      <a:pt x="164309" y="70201"/>
                    </a:lnTo>
                    <a:lnTo>
                      <a:pt x="30897" y="154014"/>
                    </a:lnTo>
                    <a:lnTo>
                      <a:pt x="14121" y="1269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9" name="Контур"/>
              <p:cNvSpPr/>
              <p:nvPr/>
            </p:nvSpPr>
            <p:spPr>
              <a:xfrm>
                <a:off x="2133629" y="6582044"/>
                <a:ext cx="395842" cy="324996"/>
              </a:xfrm>
              <a:custGeom>
                <a:avLst/>
                <a:gdLst/>
                <a:ahLst/>
                <a:cxnLst/>
                <a:rect l="l" t="t" r="r" b="b"/>
                <a:pathLst>
                  <a:path w="395842" h="324996">
                    <a:moveTo>
                      <a:pt x="65157" y="315968"/>
                    </a:moveTo>
                    <a:lnTo>
                      <a:pt x="0" y="209695"/>
                    </a:lnTo>
                    <a:lnTo>
                      <a:pt x="319596" y="0"/>
                    </a:lnTo>
                    <a:lnTo>
                      <a:pt x="326115" y="10311"/>
                    </a:lnTo>
                    <a:lnTo>
                      <a:pt x="395842" y="121232"/>
                    </a:lnTo>
                    <a:lnTo>
                      <a:pt x="70364" y="324996"/>
                    </a:lnTo>
                    <a:lnTo>
                      <a:pt x="65157" y="3159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0" name="Контур"/>
              <p:cNvSpPr/>
              <p:nvPr/>
            </p:nvSpPr>
            <p:spPr>
              <a:xfrm>
                <a:off x="2459744" y="6563060"/>
                <a:ext cx="116390" cy="140216"/>
              </a:xfrm>
              <a:custGeom>
                <a:avLst/>
                <a:gdLst/>
                <a:ahLst/>
                <a:cxnLst/>
                <a:rect l="l" t="t" r="r" b="b"/>
                <a:pathLst>
                  <a:path w="116390" h="140216">
                    <a:moveTo>
                      <a:pt x="0" y="29295"/>
                    </a:moveTo>
                    <a:lnTo>
                      <a:pt x="44443" y="0"/>
                    </a:lnTo>
                    <a:lnTo>
                      <a:pt x="116390" y="107144"/>
                    </a:lnTo>
                    <a:lnTo>
                      <a:pt x="69727" y="140216"/>
                    </a:lnTo>
                    <a:lnTo>
                      <a:pt x="0" y="292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1" name="Контур"/>
              <p:cNvSpPr/>
              <p:nvPr/>
            </p:nvSpPr>
            <p:spPr>
              <a:xfrm>
                <a:off x="2600681" y="6563156"/>
                <a:ext cx="75653" cy="72260"/>
              </a:xfrm>
              <a:custGeom>
                <a:avLst/>
                <a:gdLst/>
                <a:ahLst/>
                <a:cxnLst/>
                <a:rect l="l" t="t" r="r" b="b"/>
                <a:pathLst>
                  <a:path w="75653" h="72260">
                    <a:moveTo>
                      <a:pt x="0" y="29924"/>
                    </a:moveTo>
                    <a:lnTo>
                      <a:pt x="50640" y="0"/>
                    </a:lnTo>
                    <a:lnTo>
                      <a:pt x="75653" y="42336"/>
                    </a:lnTo>
                    <a:lnTo>
                      <a:pt x="25008" y="72260"/>
                    </a:lnTo>
                    <a:lnTo>
                      <a:pt x="0" y="299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2" name="Контур"/>
              <p:cNvSpPr/>
              <p:nvPr/>
            </p:nvSpPr>
            <p:spPr>
              <a:xfrm>
                <a:off x="2413226" y="7191106"/>
                <a:ext cx="181031" cy="175838"/>
              </a:xfrm>
              <a:custGeom>
                <a:avLst/>
                <a:gdLst/>
                <a:ahLst/>
                <a:cxnLst/>
                <a:rect l="l" t="t" r="r" b="b"/>
                <a:pathLst>
                  <a:path w="181031" h="175838">
                    <a:moveTo>
                      <a:pt x="108960" y="0"/>
                    </a:moveTo>
                    <a:lnTo>
                      <a:pt x="142953" y="40873"/>
                    </a:lnTo>
                    <a:lnTo>
                      <a:pt x="176782" y="83543"/>
                    </a:lnTo>
                    <a:lnTo>
                      <a:pt x="181031" y="89756"/>
                    </a:lnTo>
                    <a:lnTo>
                      <a:pt x="76172" y="175838"/>
                    </a:lnTo>
                    <a:lnTo>
                      <a:pt x="0" y="85398"/>
                    </a:lnTo>
                    <a:lnTo>
                      <a:pt x="1089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3" name="Контур"/>
              <p:cNvSpPr/>
              <p:nvPr/>
            </p:nvSpPr>
            <p:spPr>
              <a:xfrm>
                <a:off x="2666167" y="7196915"/>
                <a:ext cx="47690" cy="47564"/>
              </a:xfrm>
              <a:custGeom>
                <a:avLst/>
                <a:gdLst/>
                <a:ahLst/>
                <a:cxnLst/>
                <a:rect l="l" t="t" r="r" b="b"/>
                <a:pathLst>
                  <a:path w="47690" h="47564">
                    <a:moveTo>
                      <a:pt x="29083" y="0"/>
                    </a:moveTo>
                    <a:lnTo>
                      <a:pt x="47690" y="28729"/>
                    </a:lnTo>
                    <a:lnTo>
                      <a:pt x="18606" y="47564"/>
                    </a:lnTo>
                    <a:lnTo>
                      <a:pt x="0" y="18835"/>
                    </a:lnTo>
                    <a:lnTo>
                      <a:pt x="2908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4" name="Контур"/>
              <p:cNvSpPr/>
              <p:nvPr/>
            </p:nvSpPr>
            <p:spPr>
              <a:xfrm>
                <a:off x="2645408" y="6974311"/>
                <a:ext cx="200854" cy="218352"/>
              </a:xfrm>
              <a:custGeom>
                <a:avLst/>
                <a:gdLst/>
                <a:ahLst/>
                <a:cxnLst/>
                <a:rect l="l" t="t" r="r" b="b"/>
                <a:pathLst>
                  <a:path w="200854" h="218352">
                    <a:moveTo>
                      <a:pt x="200854" y="30249"/>
                    </a:moveTo>
                    <a:lnTo>
                      <a:pt x="84820" y="146983"/>
                    </a:lnTo>
                    <a:lnTo>
                      <a:pt x="79590" y="144367"/>
                    </a:lnTo>
                    <a:lnTo>
                      <a:pt x="44863" y="178459"/>
                    </a:lnTo>
                    <a:lnTo>
                      <a:pt x="66762" y="200695"/>
                    </a:lnTo>
                    <a:lnTo>
                      <a:pt x="49439" y="218352"/>
                    </a:lnTo>
                    <a:lnTo>
                      <a:pt x="27376" y="196117"/>
                    </a:lnTo>
                    <a:lnTo>
                      <a:pt x="25578" y="197915"/>
                    </a:lnTo>
                    <a:lnTo>
                      <a:pt x="0" y="172975"/>
                    </a:lnTo>
                    <a:lnTo>
                      <a:pt x="174215" y="0"/>
                    </a:lnTo>
                    <a:lnTo>
                      <a:pt x="200854" y="302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5" name="Контур"/>
              <p:cNvSpPr/>
              <p:nvPr/>
            </p:nvSpPr>
            <p:spPr>
              <a:xfrm>
                <a:off x="2424566" y="7090930"/>
                <a:ext cx="75508" cy="84639"/>
              </a:xfrm>
              <a:custGeom>
                <a:avLst/>
                <a:gdLst/>
                <a:ahLst/>
                <a:cxnLst/>
                <a:rect l="l" t="t" r="r" b="b"/>
                <a:pathLst>
                  <a:path w="75508" h="84639">
                    <a:moveTo>
                      <a:pt x="0" y="23199"/>
                    </a:moveTo>
                    <a:lnTo>
                      <a:pt x="37820" y="0"/>
                    </a:lnTo>
                    <a:lnTo>
                      <a:pt x="75508" y="61440"/>
                    </a:lnTo>
                    <a:lnTo>
                      <a:pt x="37688" y="84639"/>
                    </a:lnTo>
                    <a:lnTo>
                      <a:pt x="0" y="231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6" name="Контур"/>
              <p:cNvSpPr/>
              <p:nvPr/>
            </p:nvSpPr>
            <p:spPr>
              <a:xfrm>
                <a:off x="2434803" y="6920591"/>
                <a:ext cx="146774" cy="132333"/>
              </a:xfrm>
              <a:custGeom>
                <a:avLst/>
                <a:gdLst/>
                <a:ahLst/>
                <a:cxnLst/>
                <a:rect l="l" t="t" r="r" b="b"/>
                <a:pathLst>
                  <a:path w="146774" h="132333">
                    <a:moveTo>
                      <a:pt x="24430" y="121992"/>
                    </a:moveTo>
                    <a:lnTo>
                      <a:pt x="0" y="83261"/>
                    </a:lnTo>
                    <a:lnTo>
                      <a:pt x="130252" y="0"/>
                    </a:lnTo>
                    <a:lnTo>
                      <a:pt x="132653" y="3731"/>
                    </a:lnTo>
                    <a:lnTo>
                      <a:pt x="146774" y="25846"/>
                    </a:lnTo>
                    <a:lnTo>
                      <a:pt x="117397" y="44055"/>
                    </a:lnTo>
                    <a:lnTo>
                      <a:pt x="91551" y="61146"/>
                    </a:lnTo>
                    <a:lnTo>
                      <a:pt x="106398" y="84373"/>
                    </a:lnTo>
                    <a:lnTo>
                      <a:pt x="31369" y="132333"/>
                    </a:lnTo>
                    <a:lnTo>
                      <a:pt x="24430" y="1219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7" name="Контур"/>
              <p:cNvSpPr/>
              <p:nvPr/>
            </p:nvSpPr>
            <p:spPr>
              <a:xfrm>
                <a:off x="2382894" y="7014274"/>
                <a:ext cx="52495" cy="49781"/>
              </a:xfrm>
              <a:custGeom>
                <a:avLst/>
                <a:gdLst/>
                <a:ahLst/>
                <a:cxnLst/>
                <a:rect l="l" t="t" r="r" b="b"/>
                <a:pathLst>
                  <a:path w="52495" h="49781">
                    <a:moveTo>
                      <a:pt x="35385" y="0"/>
                    </a:moveTo>
                    <a:lnTo>
                      <a:pt x="52495" y="27127"/>
                    </a:lnTo>
                    <a:lnTo>
                      <a:pt x="17489" y="49781"/>
                    </a:lnTo>
                    <a:lnTo>
                      <a:pt x="0" y="24059"/>
                    </a:lnTo>
                    <a:lnTo>
                      <a:pt x="3538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8" name="Контур"/>
              <p:cNvSpPr/>
              <p:nvPr/>
            </p:nvSpPr>
            <p:spPr>
              <a:xfrm>
                <a:off x="2642626" y="7448925"/>
                <a:ext cx="70930" cy="78765"/>
              </a:xfrm>
              <a:custGeom>
                <a:avLst/>
                <a:gdLst/>
                <a:ahLst/>
                <a:cxnLst/>
                <a:rect l="l" t="t" r="r" b="b"/>
                <a:pathLst>
                  <a:path w="70930" h="78765">
                    <a:moveTo>
                      <a:pt x="70930" y="65480"/>
                    </a:moveTo>
                    <a:lnTo>
                      <a:pt x="44329" y="78765"/>
                    </a:lnTo>
                    <a:lnTo>
                      <a:pt x="27214" y="44471"/>
                    </a:lnTo>
                    <a:lnTo>
                      <a:pt x="11851" y="52319"/>
                    </a:lnTo>
                    <a:lnTo>
                      <a:pt x="0" y="24932"/>
                    </a:lnTo>
                    <a:lnTo>
                      <a:pt x="14383" y="18066"/>
                    </a:lnTo>
                    <a:lnTo>
                      <a:pt x="12258" y="12997"/>
                    </a:lnTo>
                    <a:lnTo>
                      <a:pt x="39308" y="0"/>
                    </a:lnTo>
                    <a:lnTo>
                      <a:pt x="70930" y="654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9" name="Контур"/>
              <p:cNvSpPr/>
              <p:nvPr/>
            </p:nvSpPr>
            <p:spPr>
              <a:xfrm>
                <a:off x="2237494" y="7664276"/>
                <a:ext cx="306863" cy="171125"/>
              </a:xfrm>
              <a:custGeom>
                <a:avLst/>
                <a:gdLst/>
                <a:ahLst/>
                <a:cxnLst/>
                <a:rect l="l" t="t" r="r" b="b"/>
                <a:pathLst>
                  <a:path w="306863" h="171125">
                    <a:moveTo>
                      <a:pt x="0" y="146023"/>
                    </a:moveTo>
                    <a:lnTo>
                      <a:pt x="288200" y="5649"/>
                    </a:lnTo>
                    <a:lnTo>
                      <a:pt x="287154" y="3792"/>
                    </a:lnTo>
                    <a:lnTo>
                      <a:pt x="294262" y="0"/>
                    </a:lnTo>
                    <a:lnTo>
                      <a:pt x="306863" y="25581"/>
                    </a:lnTo>
                    <a:lnTo>
                      <a:pt x="293226" y="32769"/>
                    </a:lnTo>
                    <a:lnTo>
                      <a:pt x="12285" y="171125"/>
                    </a:lnTo>
                    <a:lnTo>
                      <a:pt x="0" y="1460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0" name="Контур"/>
              <p:cNvSpPr/>
              <p:nvPr/>
            </p:nvSpPr>
            <p:spPr>
              <a:xfrm>
                <a:off x="2619125" y="7560144"/>
                <a:ext cx="60891" cy="62953"/>
              </a:xfrm>
              <a:custGeom>
                <a:avLst/>
                <a:gdLst/>
                <a:ahLst/>
                <a:cxnLst/>
                <a:rect l="l" t="t" r="r" b="b"/>
                <a:pathLst>
                  <a:path w="60891" h="62953">
                    <a:moveTo>
                      <a:pt x="42913" y="9325"/>
                    </a:moveTo>
                    <a:lnTo>
                      <a:pt x="57622" y="38755"/>
                    </a:lnTo>
                    <a:lnTo>
                      <a:pt x="60891" y="46276"/>
                    </a:lnTo>
                    <a:lnTo>
                      <a:pt x="27059" y="62953"/>
                    </a:lnTo>
                    <a:lnTo>
                      <a:pt x="0" y="7307"/>
                    </a:lnTo>
                    <a:lnTo>
                      <a:pt x="15784" y="0"/>
                    </a:lnTo>
                    <a:lnTo>
                      <a:pt x="24500" y="17914"/>
                    </a:lnTo>
                    <a:lnTo>
                      <a:pt x="42913" y="93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1" name="Контур"/>
              <p:cNvSpPr/>
              <p:nvPr/>
            </p:nvSpPr>
            <p:spPr>
              <a:xfrm>
                <a:off x="2650592" y="7439653"/>
                <a:ext cx="192865" cy="159246"/>
              </a:xfrm>
              <a:custGeom>
                <a:avLst/>
                <a:gdLst/>
                <a:ahLst/>
                <a:cxnLst/>
                <a:rect l="l" t="t" r="r" b="b"/>
                <a:pathLst>
                  <a:path w="192865" h="159246">
                    <a:moveTo>
                      <a:pt x="26155" y="159246"/>
                    </a:moveTo>
                    <a:lnTo>
                      <a:pt x="11446" y="129816"/>
                    </a:lnTo>
                    <a:lnTo>
                      <a:pt x="0" y="105942"/>
                    </a:lnTo>
                    <a:lnTo>
                      <a:pt x="36363" y="88037"/>
                    </a:lnTo>
                    <a:lnTo>
                      <a:pt x="62964" y="74752"/>
                    </a:lnTo>
                    <a:lnTo>
                      <a:pt x="80982" y="66132"/>
                    </a:lnTo>
                    <a:lnTo>
                      <a:pt x="69304" y="41203"/>
                    </a:lnTo>
                    <a:lnTo>
                      <a:pt x="155601" y="0"/>
                    </a:lnTo>
                    <a:lnTo>
                      <a:pt x="192865" y="75212"/>
                    </a:lnTo>
                    <a:lnTo>
                      <a:pt x="132230" y="106761"/>
                    </a:lnTo>
                    <a:lnTo>
                      <a:pt x="26155" y="1592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2" name="Контур"/>
              <p:cNvSpPr/>
              <p:nvPr/>
            </p:nvSpPr>
            <p:spPr>
              <a:xfrm>
                <a:off x="2237494" y="7664276"/>
                <a:ext cx="306863" cy="171125"/>
              </a:xfrm>
              <a:custGeom>
                <a:avLst/>
                <a:gdLst/>
                <a:ahLst/>
                <a:cxnLst/>
                <a:rect l="l" t="t" r="r" b="b"/>
                <a:pathLst>
                  <a:path w="306863" h="171125">
                    <a:moveTo>
                      <a:pt x="0" y="146023"/>
                    </a:moveTo>
                    <a:lnTo>
                      <a:pt x="288200" y="5649"/>
                    </a:lnTo>
                    <a:lnTo>
                      <a:pt x="287154" y="3792"/>
                    </a:lnTo>
                    <a:lnTo>
                      <a:pt x="294262" y="0"/>
                    </a:lnTo>
                    <a:lnTo>
                      <a:pt x="306863" y="25581"/>
                    </a:lnTo>
                    <a:lnTo>
                      <a:pt x="293226" y="32769"/>
                    </a:lnTo>
                    <a:lnTo>
                      <a:pt x="12285" y="171125"/>
                    </a:lnTo>
                    <a:lnTo>
                      <a:pt x="0" y="1460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3" name="Контур"/>
              <p:cNvSpPr/>
              <p:nvPr/>
            </p:nvSpPr>
            <p:spPr>
              <a:xfrm>
                <a:off x="2354283" y="7480904"/>
                <a:ext cx="117367" cy="67471"/>
              </a:xfrm>
              <a:custGeom>
                <a:avLst/>
                <a:gdLst/>
                <a:ahLst/>
                <a:cxnLst/>
                <a:rect l="l" t="t" r="r" b="b"/>
                <a:pathLst>
                  <a:path w="117367" h="67471">
                    <a:moveTo>
                      <a:pt x="117367" y="13533"/>
                    </a:moveTo>
                    <a:lnTo>
                      <a:pt x="92168" y="25802"/>
                    </a:lnTo>
                    <a:lnTo>
                      <a:pt x="78146" y="32640"/>
                    </a:lnTo>
                    <a:lnTo>
                      <a:pt x="6588" y="67471"/>
                    </a:lnTo>
                    <a:lnTo>
                      <a:pt x="0" y="53938"/>
                    </a:lnTo>
                    <a:lnTo>
                      <a:pt x="110779" y="0"/>
                    </a:lnTo>
                    <a:lnTo>
                      <a:pt x="117367" y="13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4" name="Контур"/>
              <p:cNvSpPr/>
              <p:nvPr/>
            </p:nvSpPr>
            <p:spPr>
              <a:xfrm>
                <a:off x="1501697" y="6625336"/>
                <a:ext cx="77230" cy="110502"/>
              </a:xfrm>
              <a:custGeom>
                <a:avLst/>
                <a:gdLst/>
                <a:ahLst/>
                <a:cxnLst/>
                <a:rect l="l" t="t" r="r" b="b"/>
                <a:pathLst>
                  <a:path w="77230" h="110502">
                    <a:moveTo>
                      <a:pt x="42216" y="0"/>
                    </a:moveTo>
                    <a:lnTo>
                      <a:pt x="77230" y="47633"/>
                    </a:lnTo>
                    <a:lnTo>
                      <a:pt x="49957" y="67681"/>
                    </a:lnTo>
                    <a:lnTo>
                      <a:pt x="66092" y="89632"/>
                    </a:lnTo>
                    <a:lnTo>
                      <a:pt x="37701" y="110502"/>
                    </a:lnTo>
                    <a:lnTo>
                      <a:pt x="7153" y="68944"/>
                    </a:lnTo>
                    <a:lnTo>
                      <a:pt x="20602" y="59058"/>
                    </a:lnTo>
                    <a:lnTo>
                      <a:pt x="0" y="31032"/>
                    </a:lnTo>
                    <a:lnTo>
                      <a:pt x="4221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5" name="Контур"/>
              <p:cNvSpPr/>
              <p:nvPr/>
            </p:nvSpPr>
            <p:spPr>
              <a:xfrm>
                <a:off x="1852788" y="6609483"/>
                <a:ext cx="59819" cy="69093"/>
              </a:xfrm>
              <a:custGeom>
                <a:avLst/>
                <a:gdLst/>
                <a:ahLst/>
                <a:cxnLst/>
                <a:rect l="l" t="t" r="r" b="b"/>
                <a:pathLst>
                  <a:path w="59819" h="69093">
                    <a:moveTo>
                      <a:pt x="34876" y="0"/>
                    </a:moveTo>
                    <a:lnTo>
                      <a:pt x="59819" y="35465"/>
                    </a:lnTo>
                    <a:lnTo>
                      <a:pt x="12033" y="69093"/>
                    </a:lnTo>
                    <a:lnTo>
                      <a:pt x="2267" y="56704"/>
                    </a:lnTo>
                    <a:lnTo>
                      <a:pt x="0" y="24775"/>
                    </a:lnTo>
                    <a:lnTo>
                      <a:pt x="348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6" name="Контур"/>
              <p:cNvSpPr/>
              <p:nvPr/>
            </p:nvSpPr>
            <p:spPr>
              <a:xfrm>
                <a:off x="1996856" y="6661432"/>
                <a:ext cx="59206" cy="67465"/>
              </a:xfrm>
              <a:custGeom>
                <a:avLst/>
                <a:gdLst/>
                <a:ahLst/>
                <a:cxnLst/>
                <a:rect l="l" t="t" r="r" b="b"/>
                <a:pathLst>
                  <a:path w="59206" h="67465">
                    <a:moveTo>
                      <a:pt x="59206" y="51839"/>
                    </a:moveTo>
                    <a:lnTo>
                      <a:pt x="33802" y="67465"/>
                    </a:lnTo>
                    <a:lnTo>
                      <a:pt x="0" y="16444"/>
                    </a:lnTo>
                    <a:lnTo>
                      <a:pt x="24753" y="0"/>
                    </a:lnTo>
                    <a:lnTo>
                      <a:pt x="59206" y="518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7" name="Контур"/>
              <p:cNvSpPr/>
              <p:nvPr/>
            </p:nvSpPr>
            <p:spPr>
              <a:xfrm>
                <a:off x="1954961" y="6540088"/>
                <a:ext cx="135850" cy="109593"/>
              </a:xfrm>
              <a:custGeom>
                <a:avLst/>
                <a:gdLst/>
                <a:ahLst/>
                <a:cxnLst/>
                <a:rect l="l" t="t" r="r" b="b"/>
                <a:pathLst>
                  <a:path w="135850" h="109593">
                    <a:moveTo>
                      <a:pt x="110040" y="0"/>
                    </a:moveTo>
                    <a:lnTo>
                      <a:pt x="135850" y="42067"/>
                    </a:lnTo>
                    <a:lnTo>
                      <a:pt x="25810" y="109593"/>
                    </a:lnTo>
                    <a:lnTo>
                      <a:pt x="0" y="67540"/>
                    </a:lnTo>
                    <a:lnTo>
                      <a:pt x="11004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8" name="Контур"/>
              <p:cNvSpPr/>
              <p:nvPr/>
            </p:nvSpPr>
            <p:spPr>
              <a:xfrm>
                <a:off x="1877725" y="6578346"/>
                <a:ext cx="59059" cy="66602"/>
              </a:xfrm>
              <a:custGeom>
                <a:avLst/>
                <a:gdLst/>
                <a:ahLst/>
                <a:cxnLst/>
                <a:rect l="l" t="t" r="r" b="b"/>
                <a:pathLst>
                  <a:path w="59059" h="66602">
                    <a:moveTo>
                      <a:pt x="0" y="17004"/>
                    </a:moveTo>
                    <a:lnTo>
                      <a:pt x="24176" y="0"/>
                    </a:lnTo>
                    <a:lnTo>
                      <a:pt x="59059" y="49599"/>
                    </a:lnTo>
                    <a:lnTo>
                      <a:pt x="34882" y="66602"/>
                    </a:lnTo>
                    <a:lnTo>
                      <a:pt x="9939" y="31137"/>
                    </a:lnTo>
                    <a:lnTo>
                      <a:pt x="0" y="170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9" name="Контур"/>
              <p:cNvSpPr/>
              <p:nvPr/>
            </p:nvSpPr>
            <p:spPr>
              <a:xfrm>
                <a:off x="1500619" y="6811062"/>
                <a:ext cx="112371" cy="108081"/>
              </a:xfrm>
              <a:custGeom>
                <a:avLst/>
                <a:gdLst/>
                <a:ahLst/>
                <a:cxnLst/>
                <a:rect l="l" t="t" r="r" b="b"/>
                <a:pathLst>
                  <a:path w="112371" h="108081">
                    <a:moveTo>
                      <a:pt x="112371" y="56554"/>
                    </a:moveTo>
                    <a:lnTo>
                      <a:pt x="39786" y="108081"/>
                    </a:lnTo>
                    <a:lnTo>
                      <a:pt x="0" y="48377"/>
                    </a:lnTo>
                    <a:lnTo>
                      <a:pt x="75013" y="0"/>
                    </a:lnTo>
                    <a:lnTo>
                      <a:pt x="112371" y="565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0" name="Контур"/>
              <p:cNvSpPr/>
              <p:nvPr/>
            </p:nvSpPr>
            <p:spPr>
              <a:xfrm>
                <a:off x="1575632" y="6637685"/>
                <a:ext cx="270953" cy="229931"/>
              </a:xfrm>
              <a:custGeom>
                <a:avLst/>
                <a:gdLst/>
                <a:ahLst/>
                <a:cxnLst/>
                <a:rect l="l" t="t" r="r" b="b"/>
                <a:pathLst>
                  <a:path w="270953" h="229931">
                    <a:moveTo>
                      <a:pt x="253516" y="81947"/>
                    </a:moveTo>
                    <a:lnTo>
                      <a:pt x="204534" y="114764"/>
                    </a:lnTo>
                    <a:lnTo>
                      <a:pt x="159810" y="146235"/>
                    </a:lnTo>
                    <a:lnTo>
                      <a:pt x="111444" y="179614"/>
                    </a:lnTo>
                    <a:lnTo>
                      <a:pt x="37358" y="229931"/>
                    </a:lnTo>
                    <a:lnTo>
                      <a:pt x="0" y="173377"/>
                    </a:lnTo>
                    <a:lnTo>
                      <a:pt x="34915" y="149449"/>
                    </a:lnTo>
                    <a:lnTo>
                      <a:pt x="26798" y="137607"/>
                    </a:lnTo>
                    <a:lnTo>
                      <a:pt x="127939" y="68291"/>
                    </a:lnTo>
                    <a:lnTo>
                      <a:pt x="162072" y="43815"/>
                    </a:lnTo>
                    <a:lnTo>
                      <a:pt x="171220" y="56766"/>
                    </a:lnTo>
                    <a:lnTo>
                      <a:pt x="216201" y="27438"/>
                    </a:lnTo>
                    <a:lnTo>
                      <a:pt x="206471" y="11106"/>
                    </a:lnTo>
                    <a:lnTo>
                      <a:pt x="223122" y="0"/>
                    </a:lnTo>
                    <a:lnTo>
                      <a:pt x="257240" y="50632"/>
                    </a:lnTo>
                    <a:lnTo>
                      <a:pt x="270953" y="68925"/>
                    </a:lnTo>
                    <a:lnTo>
                      <a:pt x="253516" y="81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1" name="Контур"/>
              <p:cNvSpPr/>
              <p:nvPr/>
            </p:nvSpPr>
            <p:spPr>
              <a:xfrm>
                <a:off x="1711060" y="6830903"/>
                <a:ext cx="49853" cy="43600"/>
              </a:xfrm>
              <a:custGeom>
                <a:avLst/>
                <a:gdLst/>
                <a:ahLst/>
                <a:cxnLst/>
                <a:rect l="l" t="t" r="r" b="b"/>
                <a:pathLst>
                  <a:path w="49853" h="43600">
                    <a:moveTo>
                      <a:pt x="12607" y="43600"/>
                    </a:moveTo>
                    <a:lnTo>
                      <a:pt x="0" y="24181"/>
                    </a:lnTo>
                    <a:lnTo>
                      <a:pt x="37245" y="0"/>
                    </a:lnTo>
                    <a:lnTo>
                      <a:pt x="49853" y="19420"/>
                    </a:lnTo>
                    <a:lnTo>
                      <a:pt x="12607" y="43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2" name="Контур"/>
              <p:cNvSpPr/>
              <p:nvPr/>
            </p:nvSpPr>
            <p:spPr>
              <a:xfrm>
                <a:off x="1864821" y="6644948"/>
                <a:ext cx="118245" cy="133754"/>
              </a:xfrm>
              <a:custGeom>
                <a:avLst/>
                <a:gdLst/>
                <a:ahLst/>
                <a:cxnLst/>
                <a:rect l="l" t="t" r="r" b="b"/>
                <a:pathLst>
                  <a:path w="118245" h="133754">
                    <a:moveTo>
                      <a:pt x="0" y="33628"/>
                    </a:moveTo>
                    <a:lnTo>
                      <a:pt x="47786" y="0"/>
                    </a:lnTo>
                    <a:lnTo>
                      <a:pt x="118245" y="100127"/>
                    </a:lnTo>
                    <a:lnTo>
                      <a:pt x="70458" y="133754"/>
                    </a:lnTo>
                    <a:lnTo>
                      <a:pt x="0" y="336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3" name="Контур"/>
              <p:cNvSpPr/>
              <p:nvPr/>
            </p:nvSpPr>
            <p:spPr>
              <a:xfrm>
                <a:off x="1735442" y="6752449"/>
                <a:ext cx="53023" cy="42413"/>
              </a:xfrm>
              <a:custGeom>
                <a:avLst/>
                <a:gdLst/>
                <a:ahLst/>
                <a:cxnLst/>
                <a:rect l="l" t="t" r="r" b="b"/>
                <a:pathLst>
                  <a:path w="53023" h="42413">
                    <a:moveTo>
                      <a:pt x="0" y="31471"/>
                    </a:moveTo>
                    <a:lnTo>
                      <a:pt x="44724" y="0"/>
                    </a:lnTo>
                    <a:lnTo>
                      <a:pt x="53023" y="11678"/>
                    </a:lnTo>
                    <a:lnTo>
                      <a:pt x="7551" y="42413"/>
                    </a:lnTo>
                    <a:lnTo>
                      <a:pt x="0" y="314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4" name="Контур"/>
              <p:cNvSpPr/>
              <p:nvPr/>
            </p:nvSpPr>
            <p:spPr>
              <a:xfrm>
                <a:off x="2077558" y="6672540"/>
                <a:ext cx="73193" cy="75451"/>
              </a:xfrm>
              <a:custGeom>
                <a:avLst/>
                <a:gdLst/>
                <a:ahLst/>
                <a:cxnLst/>
                <a:rect l="l" t="t" r="r" b="b"/>
                <a:pathLst>
                  <a:path w="73193" h="75451">
                    <a:moveTo>
                      <a:pt x="29284" y="75451"/>
                    </a:moveTo>
                    <a:lnTo>
                      <a:pt x="0" y="27620"/>
                    </a:lnTo>
                    <a:lnTo>
                      <a:pt x="42079" y="0"/>
                    </a:lnTo>
                    <a:lnTo>
                      <a:pt x="73193" y="46902"/>
                    </a:lnTo>
                    <a:lnTo>
                      <a:pt x="29284" y="754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5" name="Контур"/>
              <p:cNvSpPr/>
              <p:nvPr/>
            </p:nvSpPr>
            <p:spPr>
              <a:xfrm>
                <a:off x="1724704" y="7506706"/>
                <a:ext cx="800990" cy="351445"/>
              </a:xfrm>
              <a:custGeom>
                <a:avLst/>
                <a:gdLst/>
                <a:ahLst/>
                <a:cxnLst/>
                <a:rect l="l" t="t" r="r" b="b"/>
                <a:pathLst>
                  <a:path w="800990" h="351445">
                    <a:moveTo>
                      <a:pt x="0" y="351445"/>
                    </a:moveTo>
                    <a:lnTo>
                      <a:pt x="155639" y="275991"/>
                    </a:lnTo>
                    <a:lnTo>
                      <a:pt x="194432" y="256700"/>
                    </a:lnTo>
                    <a:lnTo>
                      <a:pt x="220161" y="243907"/>
                    </a:lnTo>
                    <a:lnTo>
                      <a:pt x="294880" y="206751"/>
                    </a:lnTo>
                    <a:lnTo>
                      <a:pt x="423559" y="145569"/>
                    </a:lnTo>
                    <a:lnTo>
                      <a:pt x="636167" y="41669"/>
                    </a:lnTo>
                    <a:lnTo>
                      <a:pt x="707725" y="6838"/>
                    </a:lnTo>
                    <a:lnTo>
                      <a:pt x="721747" y="0"/>
                    </a:lnTo>
                    <a:lnTo>
                      <a:pt x="799944" y="161362"/>
                    </a:lnTo>
                    <a:lnTo>
                      <a:pt x="800990" y="163219"/>
                    </a:lnTo>
                    <a:lnTo>
                      <a:pt x="512790" y="303593"/>
                    </a:lnTo>
                    <a:lnTo>
                      <a:pt x="525075" y="328695"/>
                    </a:lnTo>
                    <a:lnTo>
                      <a:pt x="530348" y="339403"/>
                    </a:lnTo>
                    <a:lnTo>
                      <a:pt x="509639" y="349606"/>
                    </a:lnTo>
                    <a:lnTo>
                      <a:pt x="0" y="3514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6" name="Контур"/>
              <p:cNvSpPr/>
              <p:nvPr/>
            </p:nvSpPr>
            <p:spPr>
              <a:xfrm>
                <a:off x="1458156" y="7660691"/>
                <a:ext cx="133474" cy="120672"/>
              </a:xfrm>
              <a:custGeom>
                <a:avLst/>
                <a:gdLst/>
                <a:ahLst/>
                <a:cxnLst/>
                <a:rect l="l" t="t" r="r" b="b"/>
                <a:pathLst>
                  <a:path w="133474" h="120672">
                    <a:moveTo>
                      <a:pt x="106661" y="0"/>
                    </a:moveTo>
                    <a:lnTo>
                      <a:pt x="133474" y="52569"/>
                    </a:lnTo>
                    <a:lnTo>
                      <a:pt x="106661" y="68697"/>
                    </a:lnTo>
                    <a:lnTo>
                      <a:pt x="119170" y="90206"/>
                    </a:lnTo>
                    <a:lnTo>
                      <a:pt x="63759" y="120672"/>
                    </a:lnTo>
                    <a:lnTo>
                      <a:pt x="50055" y="96777"/>
                    </a:lnTo>
                    <a:lnTo>
                      <a:pt x="27408" y="108725"/>
                    </a:lnTo>
                    <a:lnTo>
                      <a:pt x="0" y="53765"/>
                    </a:lnTo>
                    <a:lnTo>
                      <a:pt x="1066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7" name="Контур"/>
              <p:cNvSpPr/>
              <p:nvPr/>
            </p:nvSpPr>
            <p:spPr>
              <a:xfrm>
                <a:off x="1440000" y="7091143"/>
                <a:ext cx="52451" cy="87781"/>
              </a:xfrm>
              <a:custGeom>
                <a:avLst/>
                <a:gdLst/>
                <a:ahLst/>
                <a:cxnLst/>
                <a:rect l="l" t="t" r="r" b="b"/>
                <a:pathLst>
                  <a:path w="52451" h="87781">
                    <a:moveTo>
                      <a:pt x="52451" y="70222"/>
                    </a:moveTo>
                    <a:lnTo>
                      <a:pt x="19919" y="87781"/>
                    </a:lnTo>
                    <a:lnTo>
                      <a:pt x="0" y="50880"/>
                    </a:lnTo>
                    <a:lnTo>
                      <a:pt x="0" y="7852"/>
                    </a:lnTo>
                    <a:lnTo>
                      <a:pt x="1454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48" name="Контур"/>
              <p:cNvSpPr/>
              <p:nvPr/>
            </p:nvSpPr>
            <p:spPr>
              <a:xfrm>
                <a:off x="1440000" y="7091143"/>
                <a:ext cx="52451" cy="87781"/>
              </a:xfrm>
              <a:custGeom>
                <a:avLst/>
                <a:gdLst/>
                <a:ahLst/>
                <a:cxnLst/>
                <a:rect l="l" t="t" r="r" b="b"/>
                <a:pathLst>
                  <a:path w="52451" h="87781" fill="none">
                    <a:moveTo>
                      <a:pt x="52451" y="70222"/>
                    </a:moveTo>
                    <a:lnTo>
                      <a:pt x="19919" y="87781"/>
                    </a:lnTo>
                    <a:lnTo>
                      <a:pt x="0" y="50880"/>
                    </a:lnTo>
                    <a:moveTo>
                      <a:pt x="0" y="7852"/>
                    </a:moveTo>
                    <a:lnTo>
                      <a:pt x="14546" y="0"/>
                    </a:lnTo>
                    <a:lnTo>
                      <a:pt x="52451" y="70222"/>
                    </a:lnTo>
                    <a:lnTo>
                      <a:pt x="52451" y="70222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9" name="Контур"/>
              <p:cNvSpPr/>
              <p:nvPr/>
            </p:nvSpPr>
            <p:spPr>
              <a:xfrm>
                <a:off x="2004252" y="6700160"/>
                <a:ext cx="194534" cy="242768"/>
              </a:xfrm>
              <a:custGeom>
                <a:avLst/>
                <a:gdLst/>
                <a:ahLst/>
                <a:cxnLst/>
                <a:rect l="l" t="t" r="r" b="b"/>
                <a:pathLst>
                  <a:path w="194534" h="242768">
                    <a:moveTo>
                      <a:pt x="121229" y="242768"/>
                    </a:moveTo>
                    <a:lnTo>
                      <a:pt x="0" y="44916"/>
                    </a:lnTo>
                    <a:lnTo>
                      <a:pt x="26406" y="28737"/>
                    </a:lnTo>
                    <a:lnTo>
                      <a:pt x="51810" y="13111"/>
                    </a:lnTo>
                    <a:lnTo>
                      <a:pt x="73306" y="0"/>
                    </a:lnTo>
                    <a:lnTo>
                      <a:pt x="102590" y="47831"/>
                    </a:lnTo>
                    <a:lnTo>
                      <a:pt x="129377" y="91579"/>
                    </a:lnTo>
                    <a:lnTo>
                      <a:pt x="194534" y="197852"/>
                    </a:lnTo>
                    <a:lnTo>
                      <a:pt x="121229" y="2427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0" name="Контур"/>
              <p:cNvSpPr/>
              <p:nvPr/>
            </p:nvSpPr>
            <p:spPr>
              <a:xfrm>
                <a:off x="1869285" y="6814777"/>
                <a:ext cx="81188" cy="113006"/>
              </a:xfrm>
              <a:custGeom>
                <a:avLst/>
                <a:gdLst/>
                <a:ahLst/>
                <a:cxnLst/>
                <a:rect l="l" t="t" r="r" b="b"/>
                <a:pathLst>
                  <a:path w="81188" h="113006">
                    <a:moveTo>
                      <a:pt x="57528" y="113006"/>
                    </a:moveTo>
                    <a:lnTo>
                      <a:pt x="3028" y="34690"/>
                    </a:lnTo>
                    <a:lnTo>
                      <a:pt x="12133" y="28854"/>
                    </a:lnTo>
                    <a:lnTo>
                      <a:pt x="0" y="9928"/>
                    </a:lnTo>
                    <a:lnTo>
                      <a:pt x="16397" y="0"/>
                    </a:lnTo>
                    <a:lnTo>
                      <a:pt x="81188" y="96874"/>
                    </a:lnTo>
                    <a:lnTo>
                      <a:pt x="57528" y="1130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1" name="Контур"/>
              <p:cNvSpPr/>
              <p:nvPr/>
            </p:nvSpPr>
            <p:spPr>
              <a:xfrm>
                <a:off x="1723667" y="6842390"/>
                <a:ext cx="81857" cy="82006"/>
              </a:xfrm>
              <a:custGeom>
                <a:avLst/>
                <a:gdLst/>
                <a:ahLst/>
                <a:cxnLst/>
                <a:rect l="l" t="t" r="r" b="b"/>
                <a:pathLst>
                  <a:path w="81857" h="82006">
                    <a:moveTo>
                      <a:pt x="0" y="32113"/>
                    </a:moveTo>
                    <a:lnTo>
                      <a:pt x="37246" y="7933"/>
                    </a:lnTo>
                    <a:lnTo>
                      <a:pt x="49465" y="0"/>
                    </a:lnTo>
                    <a:lnTo>
                      <a:pt x="81857" y="49892"/>
                    </a:lnTo>
                    <a:lnTo>
                      <a:pt x="32392" y="82006"/>
                    </a:lnTo>
                    <a:lnTo>
                      <a:pt x="0" y="321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2" name="Контур"/>
              <p:cNvSpPr/>
              <p:nvPr/>
            </p:nvSpPr>
            <p:spPr>
              <a:xfrm>
                <a:off x="5305531" y="7010067"/>
                <a:ext cx="204896" cy="139388"/>
              </a:xfrm>
              <a:custGeom>
                <a:avLst/>
                <a:gdLst/>
                <a:ahLst/>
                <a:cxnLst/>
                <a:rect l="l" t="t" r="r" b="b"/>
                <a:pathLst>
                  <a:path w="204896" h="139388">
                    <a:moveTo>
                      <a:pt x="0" y="81339"/>
                    </a:moveTo>
                    <a:lnTo>
                      <a:pt x="178304" y="0"/>
                    </a:lnTo>
                    <a:lnTo>
                      <a:pt x="204896" y="56617"/>
                    </a:lnTo>
                    <a:lnTo>
                      <a:pt x="27220" y="139388"/>
                    </a:lnTo>
                    <a:lnTo>
                      <a:pt x="0" y="813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3" name="Контур"/>
              <p:cNvSpPr/>
              <p:nvPr/>
            </p:nvSpPr>
            <p:spPr>
              <a:xfrm>
                <a:off x="5832080" y="6694465"/>
                <a:ext cx="315345" cy="399615"/>
              </a:xfrm>
              <a:custGeom>
                <a:avLst/>
                <a:gdLst/>
                <a:ahLst/>
                <a:cxnLst/>
                <a:rect l="l" t="t" r="r" b="b"/>
                <a:pathLst>
                  <a:path w="315345" h="399615">
                    <a:moveTo>
                      <a:pt x="158260" y="0"/>
                    </a:moveTo>
                    <a:lnTo>
                      <a:pt x="315345" y="322479"/>
                    </a:lnTo>
                    <a:lnTo>
                      <a:pt x="157195" y="399615"/>
                    </a:lnTo>
                    <a:lnTo>
                      <a:pt x="0" y="77347"/>
                    </a:lnTo>
                    <a:lnTo>
                      <a:pt x="77347" y="38760"/>
                    </a:lnTo>
                    <a:lnTo>
                      <a:pt x="1582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4" name="Контур"/>
              <p:cNvSpPr/>
              <p:nvPr/>
            </p:nvSpPr>
            <p:spPr>
              <a:xfrm>
                <a:off x="5507544" y="6953136"/>
                <a:ext cx="82553" cy="58138"/>
              </a:xfrm>
              <a:custGeom>
                <a:avLst/>
                <a:gdLst/>
                <a:ahLst/>
                <a:cxnLst/>
                <a:rect l="l" t="t" r="r" b="b"/>
                <a:pathLst>
                  <a:path w="82553" h="58138">
                    <a:moveTo>
                      <a:pt x="3515" y="44757"/>
                    </a:moveTo>
                    <a:lnTo>
                      <a:pt x="0" y="36268"/>
                    </a:lnTo>
                    <a:lnTo>
                      <a:pt x="41549" y="19069"/>
                    </a:lnTo>
                    <a:lnTo>
                      <a:pt x="38652" y="12072"/>
                    </a:lnTo>
                    <a:lnTo>
                      <a:pt x="67815" y="0"/>
                    </a:lnTo>
                    <a:lnTo>
                      <a:pt x="82553" y="35603"/>
                    </a:lnTo>
                    <a:lnTo>
                      <a:pt x="53033" y="47824"/>
                    </a:lnTo>
                    <a:lnTo>
                      <a:pt x="50244" y="41087"/>
                    </a:lnTo>
                    <a:lnTo>
                      <a:pt x="9054" y="58138"/>
                    </a:lnTo>
                    <a:lnTo>
                      <a:pt x="3515" y="447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5" name="Контур"/>
              <p:cNvSpPr/>
              <p:nvPr/>
            </p:nvSpPr>
            <p:spPr>
              <a:xfrm>
                <a:off x="5402985" y="7527735"/>
                <a:ext cx="29147" cy="35780"/>
              </a:xfrm>
              <a:custGeom>
                <a:avLst/>
                <a:gdLst/>
                <a:ahLst/>
                <a:cxnLst/>
                <a:rect l="l" t="t" r="r" b="b"/>
                <a:pathLst>
                  <a:path w="29147" h="35780">
                    <a:moveTo>
                      <a:pt x="0" y="7493"/>
                    </a:moveTo>
                    <a:lnTo>
                      <a:pt x="13903" y="0"/>
                    </a:lnTo>
                    <a:lnTo>
                      <a:pt x="29147" y="28287"/>
                    </a:lnTo>
                    <a:lnTo>
                      <a:pt x="15243" y="35780"/>
                    </a:lnTo>
                    <a:lnTo>
                      <a:pt x="0" y="74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6" name="Контур"/>
              <p:cNvSpPr/>
              <p:nvPr/>
            </p:nvSpPr>
            <p:spPr>
              <a:xfrm>
                <a:off x="5778366" y="7407281"/>
                <a:ext cx="104934" cy="136638"/>
              </a:xfrm>
              <a:custGeom>
                <a:avLst/>
                <a:gdLst/>
                <a:ahLst/>
                <a:cxnLst/>
                <a:rect l="l" t="t" r="r" b="b"/>
                <a:pathLst>
                  <a:path w="104934" h="136638">
                    <a:moveTo>
                      <a:pt x="51035" y="0"/>
                    </a:moveTo>
                    <a:lnTo>
                      <a:pt x="104934" y="112100"/>
                    </a:lnTo>
                    <a:lnTo>
                      <a:pt x="53900" y="136638"/>
                    </a:lnTo>
                    <a:lnTo>
                      <a:pt x="0" y="24539"/>
                    </a:lnTo>
                    <a:lnTo>
                      <a:pt x="510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7" name="Контур"/>
              <p:cNvSpPr/>
              <p:nvPr/>
            </p:nvSpPr>
            <p:spPr>
              <a:xfrm>
                <a:off x="5559200" y="7200459"/>
                <a:ext cx="241078" cy="128254"/>
              </a:xfrm>
              <a:custGeom>
                <a:avLst/>
                <a:gdLst/>
                <a:ahLst/>
                <a:cxnLst/>
                <a:rect l="l" t="t" r="r" b="b"/>
                <a:pathLst>
                  <a:path w="241078" h="128254">
                    <a:moveTo>
                      <a:pt x="71873" y="128254"/>
                    </a:moveTo>
                    <a:lnTo>
                      <a:pt x="57546" y="96722"/>
                    </a:lnTo>
                    <a:lnTo>
                      <a:pt x="31758" y="107711"/>
                    </a:lnTo>
                    <a:lnTo>
                      <a:pt x="25789" y="95289"/>
                    </a:lnTo>
                    <a:lnTo>
                      <a:pt x="19819" y="98394"/>
                    </a:lnTo>
                    <a:lnTo>
                      <a:pt x="16715" y="92423"/>
                    </a:lnTo>
                    <a:lnTo>
                      <a:pt x="11462" y="94811"/>
                    </a:lnTo>
                    <a:lnTo>
                      <a:pt x="0" y="70684"/>
                    </a:lnTo>
                    <a:lnTo>
                      <a:pt x="39756" y="53187"/>
                    </a:lnTo>
                    <a:lnTo>
                      <a:pt x="50620" y="75761"/>
                    </a:lnTo>
                    <a:lnTo>
                      <a:pt x="145220" y="31917"/>
                    </a:lnTo>
                    <a:lnTo>
                      <a:pt x="209667" y="2599"/>
                    </a:lnTo>
                    <a:lnTo>
                      <a:pt x="215866" y="0"/>
                    </a:lnTo>
                    <a:lnTo>
                      <a:pt x="241078" y="58735"/>
                    </a:lnTo>
                    <a:lnTo>
                      <a:pt x="71873" y="1282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8" name="Контур"/>
              <p:cNvSpPr/>
              <p:nvPr/>
            </p:nvSpPr>
            <p:spPr>
              <a:xfrm>
                <a:off x="5596926" y="7206440"/>
                <a:ext cx="107494" cy="69780"/>
              </a:xfrm>
              <a:custGeom>
                <a:avLst/>
                <a:gdLst/>
                <a:ahLst/>
                <a:cxnLst/>
                <a:rect l="l" t="t" r="r" b="b"/>
                <a:pathLst>
                  <a:path w="107494" h="69780">
                    <a:moveTo>
                      <a:pt x="12894" y="69780"/>
                    </a:moveTo>
                    <a:lnTo>
                      <a:pt x="2030" y="47206"/>
                    </a:lnTo>
                    <a:lnTo>
                      <a:pt x="0" y="43265"/>
                    </a:lnTo>
                    <a:lnTo>
                      <a:pt x="95695" y="0"/>
                    </a:lnTo>
                    <a:lnTo>
                      <a:pt x="107494" y="25936"/>
                    </a:lnTo>
                    <a:lnTo>
                      <a:pt x="12894" y="697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9" name="Контур"/>
              <p:cNvSpPr/>
              <p:nvPr/>
            </p:nvSpPr>
            <p:spPr>
              <a:xfrm>
                <a:off x="5692621" y="7177122"/>
                <a:ext cx="76246" cy="55254"/>
              </a:xfrm>
              <a:custGeom>
                <a:avLst/>
                <a:gdLst/>
                <a:ahLst/>
                <a:cxnLst/>
                <a:rect l="l" t="t" r="r" b="b"/>
                <a:pathLst>
                  <a:path w="76246" h="55254">
                    <a:moveTo>
                      <a:pt x="11799" y="55254"/>
                    </a:moveTo>
                    <a:lnTo>
                      <a:pt x="0" y="29318"/>
                    </a:lnTo>
                    <a:lnTo>
                      <a:pt x="64448" y="0"/>
                    </a:lnTo>
                    <a:lnTo>
                      <a:pt x="76246" y="25936"/>
                    </a:lnTo>
                    <a:lnTo>
                      <a:pt x="11799" y="552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0" name="Контур"/>
              <p:cNvSpPr/>
              <p:nvPr/>
            </p:nvSpPr>
            <p:spPr>
              <a:xfrm>
                <a:off x="5711892" y="7098202"/>
                <a:ext cx="46706" cy="53122"/>
              </a:xfrm>
              <a:custGeom>
                <a:avLst/>
                <a:gdLst/>
                <a:ahLst/>
                <a:cxnLst/>
                <a:rect l="l" t="t" r="r" b="b"/>
                <a:pathLst>
                  <a:path w="46706" h="53122">
                    <a:moveTo>
                      <a:pt x="0" y="12907"/>
                    </a:moveTo>
                    <a:lnTo>
                      <a:pt x="28481" y="0"/>
                    </a:lnTo>
                    <a:lnTo>
                      <a:pt x="46706" y="40214"/>
                    </a:lnTo>
                    <a:lnTo>
                      <a:pt x="18226" y="53122"/>
                    </a:lnTo>
                    <a:lnTo>
                      <a:pt x="0" y="129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1" name="Контур"/>
              <p:cNvSpPr/>
              <p:nvPr/>
            </p:nvSpPr>
            <p:spPr>
              <a:xfrm>
                <a:off x="5817598" y="7724753"/>
                <a:ext cx="131760" cy="100184"/>
              </a:xfrm>
              <a:custGeom>
                <a:avLst/>
                <a:gdLst/>
                <a:ahLst/>
                <a:cxnLst/>
                <a:rect l="l" t="t" r="r" b="b"/>
                <a:pathLst>
                  <a:path w="131760" h="100184">
                    <a:moveTo>
                      <a:pt x="109067" y="0"/>
                    </a:moveTo>
                    <a:lnTo>
                      <a:pt x="126993" y="36106"/>
                    </a:lnTo>
                    <a:lnTo>
                      <a:pt x="131760" y="48283"/>
                    </a:lnTo>
                    <a:lnTo>
                      <a:pt x="22046" y="100184"/>
                    </a:lnTo>
                    <a:lnTo>
                      <a:pt x="0" y="53314"/>
                    </a:lnTo>
                    <a:lnTo>
                      <a:pt x="10906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2" name="Контур"/>
              <p:cNvSpPr/>
              <p:nvPr/>
            </p:nvSpPr>
            <p:spPr>
              <a:xfrm>
                <a:off x="5252708" y="7832270"/>
                <a:ext cx="20830" cy="12883"/>
              </a:xfrm>
              <a:custGeom>
                <a:avLst/>
                <a:gdLst/>
                <a:ahLst/>
                <a:cxnLst/>
                <a:rect l="l" t="t" r="r" b="b"/>
                <a:pathLst>
                  <a:path w="20830" h="12883">
                    <a:moveTo>
                      <a:pt x="2846" y="12883"/>
                    </a:moveTo>
                    <a:lnTo>
                      <a:pt x="0" y="7262"/>
                    </a:lnTo>
                    <a:lnTo>
                      <a:pt x="14340" y="0"/>
                    </a:lnTo>
                    <a:lnTo>
                      <a:pt x="20830" y="12816"/>
                    </a:lnTo>
                    <a:lnTo>
                      <a:pt x="2846" y="128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3" name="Контур"/>
              <p:cNvSpPr/>
              <p:nvPr/>
            </p:nvSpPr>
            <p:spPr>
              <a:xfrm>
                <a:off x="5236267" y="7388029"/>
                <a:ext cx="513733" cy="411079"/>
              </a:xfrm>
              <a:custGeom>
                <a:avLst/>
                <a:gdLst/>
                <a:ahLst/>
                <a:cxnLst/>
                <a:rect l="l" t="t" r="r" b="b"/>
                <a:pathLst>
                  <a:path w="513733" h="411079">
                    <a:moveTo>
                      <a:pt x="39402" y="247618"/>
                    </a:moveTo>
                    <a:lnTo>
                      <a:pt x="25066" y="215607"/>
                    </a:lnTo>
                    <a:lnTo>
                      <a:pt x="137492" y="165950"/>
                    </a:lnTo>
                    <a:lnTo>
                      <a:pt x="152639" y="194789"/>
                    </a:lnTo>
                    <a:lnTo>
                      <a:pt x="357070" y="105853"/>
                    </a:lnTo>
                    <a:lnTo>
                      <a:pt x="319297" y="26395"/>
                    </a:lnTo>
                    <a:lnTo>
                      <a:pt x="374820" y="0"/>
                    </a:lnTo>
                    <a:lnTo>
                      <a:pt x="450189" y="158542"/>
                    </a:lnTo>
                    <a:lnTo>
                      <a:pt x="476379" y="146091"/>
                    </a:lnTo>
                    <a:lnTo>
                      <a:pt x="513733" y="224665"/>
                    </a:lnTo>
                    <a:lnTo>
                      <a:pt x="439572" y="259921"/>
                    </a:lnTo>
                    <a:lnTo>
                      <a:pt x="445945" y="273326"/>
                    </a:lnTo>
                    <a:lnTo>
                      <a:pt x="416775" y="287192"/>
                    </a:lnTo>
                    <a:lnTo>
                      <a:pt x="409800" y="272519"/>
                    </a:lnTo>
                    <a:lnTo>
                      <a:pt x="118334" y="411079"/>
                    </a:lnTo>
                    <a:lnTo>
                      <a:pt x="105792" y="384696"/>
                    </a:lnTo>
                    <a:lnTo>
                      <a:pt x="51747" y="410388"/>
                    </a:lnTo>
                    <a:lnTo>
                      <a:pt x="38782" y="383115"/>
                    </a:lnTo>
                    <a:lnTo>
                      <a:pt x="47983" y="378740"/>
                    </a:lnTo>
                    <a:lnTo>
                      <a:pt x="21992" y="324068"/>
                    </a:lnTo>
                    <a:lnTo>
                      <a:pt x="11953" y="328840"/>
                    </a:lnTo>
                    <a:lnTo>
                      <a:pt x="0" y="303698"/>
                    </a:lnTo>
                    <a:lnTo>
                      <a:pt x="53242" y="278387"/>
                    </a:lnTo>
                    <a:lnTo>
                      <a:pt x="39402" y="2476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4" name="Контур"/>
              <p:cNvSpPr/>
              <p:nvPr/>
            </p:nvSpPr>
            <p:spPr>
              <a:xfrm>
                <a:off x="5809289" y="7705822"/>
                <a:ext cx="117376" cy="72245"/>
              </a:xfrm>
              <a:custGeom>
                <a:avLst/>
                <a:gdLst/>
                <a:ahLst/>
                <a:cxnLst/>
                <a:rect l="l" t="t" r="r" b="b"/>
                <a:pathLst>
                  <a:path w="117376" h="72245">
                    <a:moveTo>
                      <a:pt x="8309" y="72245"/>
                    </a:moveTo>
                    <a:lnTo>
                      <a:pt x="0" y="54116"/>
                    </a:lnTo>
                    <a:lnTo>
                      <a:pt x="107899" y="0"/>
                    </a:lnTo>
                    <a:lnTo>
                      <a:pt x="113926" y="11949"/>
                    </a:lnTo>
                    <a:lnTo>
                      <a:pt x="117376" y="18931"/>
                    </a:lnTo>
                    <a:lnTo>
                      <a:pt x="8309" y="722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5" name="Контур"/>
              <p:cNvSpPr/>
              <p:nvPr/>
            </p:nvSpPr>
            <p:spPr>
              <a:xfrm>
                <a:off x="5258966" y="7635647"/>
                <a:ext cx="30543" cy="38282"/>
              </a:xfrm>
              <a:custGeom>
                <a:avLst/>
                <a:gdLst/>
                <a:ahLst/>
                <a:cxnLst/>
                <a:rect l="l" t="t" r="r" b="b"/>
                <a:pathLst>
                  <a:path w="30543" h="38282">
                    <a:moveTo>
                      <a:pt x="30543" y="30769"/>
                    </a:moveTo>
                    <a:lnTo>
                      <a:pt x="13840" y="38282"/>
                    </a:lnTo>
                    <a:lnTo>
                      <a:pt x="0" y="7513"/>
                    </a:lnTo>
                    <a:lnTo>
                      <a:pt x="16703" y="0"/>
                    </a:lnTo>
                    <a:lnTo>
                      <a:pt x="30543" y="307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6" name="Контур"/>
              <p:cNvSpPr/>
              <p:nvPr/>
            </p:nvSpPr>
            <p:spPr>
              <a:xfrm>
                <a:off x="5312731" y="7519560"/>
                <a:ext cx="61028" cy="54749"/>
              </a:xfrm>
              <a:custGeom>
                <a:avLst/>
                <a:gdLst/>
                <a:ahLst/>
                <a:cxnLst/>
                <a:rect l="l" t="t" r="r" b="b"/>
                <a:pathLst>
                  <a:path w="61028" h="54749">
                    <a:moveTo>
                      <a:pt x="0" y="20330"/>
                    </a:moveTo>
                    <a:lnTo>
                      <a:pt x="45724" y="0"/>
                    </a:lnTo>
                    <a:lnTo>
                      <a:pt x="61028" y="34419"/>
                    </a:lnTo>
                    <a:lnTo>
                      <a:pt x="15303" y="54749"/>
                    </a:lnTo>
                    <a:lnTo>
                      <a:pt x="0" y="203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7" name="Контур"/>
              <p:cNvSpPr/>
              <p:nvPr/>
            </p:nvSpPr>
            <p:spPr>
              <a:xfrm>
                <a:off x="4733507" y="7026065"/>
                <a:ext cx="65508" cy="47765"/>
              </a:xfrm>
              <a:custGeom>
                <a:avLst/>
                <a:gdLst/>
                <a:ahLst/>
                <a:cxnLst/>
                <a:rect l="l" t="t" r="r" b="b"/>
                <a:pathLst>
                  <a:path w="65508" h="47765">
                    <a:moveTo>
                      <a:pt x="10234" y="47765"/>
                    </a:moveTo>
                    <a:lnTo>
                      <a:pt x="0" y="26054"/>
                    </a:lnTo>
                    <a:lnTo>
                      <a:pt x="55275" y="0"/>
                    </a:lnTo>
                    <a:lnTo>
                      <a:pt x="65508" y="21711"/>
                    </a:lnTo>
                    <a:lnTo>
                      <a:pt x="10234" y="477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8" name="Контур"/>
              <p:cNvSpPr/>
              <p:nvPr/>
            </p:nvSpPr>
            <p:spPr>
              <a:xfrm>
                <a:off x="4819932" y="6874941"/>
                <a:ext cx="131139" cy="146601"/>
              </a:xfrm>
              <a:custGeom>
                <a:avLst/>
                <a:gdLst/>
                <a:ahLst/>
                <a:cxnLst/>
                <a:rect l="l" t="t" r="r" b="b"/>
                <a:pathLst>
                  <a:path w="131139" h="146601">
                    <a:moveTo>
                      <a:pt x="131139" y="112272"/>
                    </a:moveTo>
                    <a:lnTo>
                      <a:pt x="51116" y="146601"/>
                    </a:lnTo>
                    <a:lnTo>
                      <a:pt x="38708" y="119270"/>
                    </a:lnTo>
                    <a:lnTo>
                      <a:pt x="20146" y="78379"/>
                    </a:lnTo>
                    <a:lnTo>
                      <a:pt x="12591" y="61732"/>
                    </a:lnTo>
                    <a:lnTo>
                      <a:pt x="0" y="34003"/>
                    </a:lnTo>
                    <a:lnTo>
                      <a:pt x="80756" y="0"/>
                    </a:lnTo>
                    <a:lnTo>
                      <a:pt x="90308" y="21201"/>
                    </a:lnTo>
                    <a:lnTo>
                      <a:pt x="131139" y="1122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9" name="Контур"/>
              <p:cNvSpPr/>
              <p:nvPr/>
            </p:nvSpPr>
            <p:spPr>
              <a:xfrm>
                <a:off x="4625730" y="6947396"/>
                <a:ext cx="53248" cy="47059"/>
              </a:xfrm>
              <a:custGeom>
                <a:avLst/>
                <a:gdLst/>
                <a:ahLst/>
                <a:cxnLst/>
                <a:rect l="l" t="t" r="r" b="b"/>
                <a:pathLst>
                  <a:path w="53248" h="47059">
                    <a:moveTo>
                      <a:pt x="0" y="19588"/>
                    </a:moveTo>
                    <a:lnTo>
                      <a:pt x="40115" y="0"/>
                    </a:lnTo>
                    <a:lnTo>
                      <a:pt x="48472" y="18633"/>
                    </a:lnTo>
                    <a:lnTo>
                      <a:pt x="53248" y="28188"/>
                    </a:lnTo>
                    <a:lnTo>
                      <a:pt x="12417" y="47059"/>
                    </a:lnTo>
                    <a:lnTo>
                      <a:pt x="0" y="19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0" name="Контур"/>
              <p:cNvSpPr/>
              <p:nvPr/>
            </p:nvSpPr>
            <p:spPr>
              <a:xfrm>
                <a:off x="4674202" y="6940109"/>
                <a:ext cx="92648" cy="61630"/>
              </a:xfrm>
              <a:custGeom>
                <a:avLst/>
                <a:gdLst/>
                <a:ahLst/>
                <a:cxnLst/>
                <a:rect l="l" t="t" r="r" b="b"/>
                <a:pathLst>
                  <a:path w="92648" h="61630">
                    <a:moveTo>
                      <a:pt x="0" y="25920"/>
                    </a:moveTo>
                    <a:lnTo>
                      <a:pt x="53726" y="2388"/>
                    </a:lnTo>
                    <a:lnTo>
                      <a:pt x="57547" y="9555"/>
                    </a:lnTo>
                    <a:lnTo>
                      <a:pt x="79992" y="0"/>
                    </a:lnTo>
                    <a:lnTo>
                      <a:pt x="92648" y="25560"/>
                    </a:lnTo>
                    <a:lnTo>
                      <a:pt x="17670" y="61630"/>
                    </a:lnTo>
                    <a:lnTo>
                      <a:pt x="4776" y="35475"/>
                    </a:lnTo>
                    <a:lnTo>
                      <a:pt x="0" y="259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1" name="Контур"/>
              <p:cNvSpPr/>
              <p:nvPr/>
            </p:nvSpPr>
            <p:spPr>
              <a:xfrm>
                <a:off x="4559308" y="6951001"/>
                <a:ext cx="28326" cy="36020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20">
                    <a:moveTo>
                      <a:pt x="0" y="6685"/>
                    </a:moveTo>
                    <a:lnTo>
                      <a:pt x="16287" y="0"/>
                    </a:lnTo>
                    <a:lnTo>
                      <a:pt x="28326" y="29335"/>
                    </a:lnTo>
                    <a:lnTo>
                      <a:pt x="12039" y="36020"/>
                    </a:lnTo>
                    <a:lnTo>
                      <a:pt x="0" y="66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2" name="Контур"/>
              <p:cNvSpPr/>
              <p:nvPr/>
            </p:nvSpPr>
            <p:spPr>
              <a:xfrm>
                <a:off x="4945002" y="6935800"/>
                <a:ext cx="42943" cy="44908"/>
              </a:xfrm>
              <a:custGeom>
                <a:avLst/>
                <a:gdLst/>
                <a:ahLst/>
                <a:cxnLst/>
                <a:rect l="l" t="t" r="r" b="b"/>
                <a:pathLst>
                  <a:path w="42943" h="44908">
                    <a:moveTo>
                      <a:pt x="27680" y="0"/>
                    </a:moveTo>
                    <a:lnTo>
                      <a:pt x="42943" y="31493"/>
                    </a:lnTo>
                    <a:lnTo>
                      <a:pt x="15263" y="44908"/>
                    </a:lnTo>
                    <a:lnTo>
                      <a:pt x="0" y="13415"/>
                    </a:lnTo>
                    <a:lnTo>
                      <a:pt x="2768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3" name="Контур"/>
              <p:cNvSpPr/>
              <p:nvPr/>
            </p:nvSpPr>
            <p:spPr>
              <a:xfrm>
                <a:off x="4985217" y="7215501"/>
                <a:ext cx="538673" cy="355108"/>
              </a:xfrm>
              <a:custGeom>
                <a:avLst/>
                <a:gdLst/>
                <a:ahLst/>
                <a:cxnLst/>
                <a:rect l="l" t="t" r="r" b="b"/>
                <a:pathLst>
                  <a:path w="538673" h="355108">
                    <a:moveTo>
                      <a:pt x="6797" y="221441"/>
                    </a:moveTo>
                    <a:lnTo>
                      <a:pt x="113767" y="171580"/>
                    </a:lnTo>
                    <a:lnTo>
                      <a:pt x="476245" y="0"/>
                    </a:lnTo>
                    <a:lnTo>
                      <a:pt x="538673" y="132346"/>
                    </a:lnTo>
                    <a:lnTo>
                      <a:pt x="66425" y="355108"/>
                    </a:lnTo>
                    <a:lnTo>
                      <a:pt x="39324" y="297656"/>
                    </a:lnTo>
                    <a:lnTo>
                      <a:pt x="9025" y="311948"/>
                    </a:lnTo>
                    <a:lnTo>
                      <a:pt x="0" y="290891"/>
                    </a:lnTo>
                    <a:lnTo>
                      <a:pt x="11103" y="285755"/>
                    </a:lnTo>
                    <a:lnTo>
                      <a:pt x="32375" y="275664"/>
                    </a:lnTo>
                    <a:lnTo>
                      <a:pt x="6797" y="2214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4" name="Контур"/>
              <p:cNvSpPr/>
              <p:nvPr/>
            </p:nvSpPr>
            <p:spPr>
              <a:xfrm>
                <a:off x="5003290" y="7528390"/>
                <a:ext cx="19092" cy="16711"/>
              </a:xfrm>
              <a:custGeom>
                <a:avLst/>
                <a:gdLst/>
                <a:ahLst/>
                <a:cxnLst/>
                <a:rect l="l" t="t" r="r" b="b"/>
                <a:pathLst>
                  <a:path w="19092" h="16711">
                    <a:moveTo>
                      <a:pt x="0" y="6575"/>
                    </a:moveTo>
                    <a:lnTo>
                      <a:pt x="14494" y="0"/>
                    </a:lnTo>
                    <a:lnTo>
                      <a:pt x="19092" y="10136"/>
                    </a:lnTo>
                    <a:lnTo>
                      <a:pt x="4598" y="16711"/>
                    </a:lnTo>
                    <a:lnTo>
                      <a:pt x="0" y="65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5" name="Контур"/>
              <p:cNvSpPr/>
              <p:nvPr/>
            </p:nvSpPr>
            <p:spPr>
              <a:xfrm>
                <a:off x="4946884" y="7330757"/>
                <a:ext cx="152100" cy="170499"/>
              </a:xfrm>
              <a:custGeom>
                <a:avLst/>
                <a:gdLst/>
                <a:ahLst/>
                <a:cxnLst/>
                <a:rect l="l" t="t" r="r" b="b"/>
                <a:pathLst>
                  <a:path w="152100" h="170499">
                    <a:moveTo>
                      <a:pt x="0" y="61158"/>
                    </a:moveTo>
                    <a:lnTo>
                      <a:pt x="124412" y="0"/>
                    </a:lnTo>
                    <a:lnTo>
                      <a:pt x="152100" y="56324"/>
                    </a:lnTo>
                    <a:lnTo>
                      <a:pt x="45130" y="106185"/>
                    </a:lnTo>
                    <a:lnTo>
                      <a:pt x="70708" y="160408"/>
                    </a:lnTo>
                    <a:lnTo>
                      <a:pt x="49436" y="170499"/>
                    </a:lnTo>
                    <a:lnTo>
                      <a:pt x="0" y="611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6" name="Контур"/>
              <p:cNvSpPr/>
              <p:nvPr/>
            </p:nvSpPr>
            <p:spPr>
              <a:xfrm>
                <a:off x="4627600" y="7156360"/>
                <a:ext cx="83829" cy="67890"/>
              </a:xfrm>
              <a:custGeom>
                <a:avLst/>
                <a:gdLst/>
                <a:ahLst/>
                <a:cxnLst/>
                <a:rect l="l" t="t" r="r" b="b"/>
                <a:pathLst>
                  <a:path w="83829" h="67890">
                    <a:moveTo>
                      <a:pt x="66057" y="0"/>
                    </a:moveTo>
                    <a:lnTo>
                      <a:pt x="83829" y="37194"/>
                    </a:lnTo>
                    <a:lnTo>
                      <a:pt x="16540" y="67890"/>
                    </a:lnTo>
                    <a:lnTo>
                      <a:pt x="0" y="31633"/>
                    </a:lnTo>
                    <a:lnTo>
                      <a:pt x="6605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7" name="Контур"/>
              <p:cNvSpPr/>
              <p:nvPr/>
            </p:nvSpPr>
            <p:spPr>
              <a:xfrm>
                <a:off x="4896261" y="7091406"/>
                <a:ext cx="458458" cy="300509"/>
              </a:xfrm>
              <a:custGeom>
                <a:avLst/>
                <a:gdLst/>
                <a:ahLst/>
                <a:cxnLst/>
                <a:rect l="l" t="t" r="r" b="b"/>
                <a:pathLst>
                  <a:path w="458458" h="300509">
                    <a:moveTo>
                      <a:pt x="409270" y="0"/>
                    </a:moveTo>
                    <a:lnTo>
                      <a:pt x="436490" y="58049"/>
                    </a:lnTo>
                    <a:lnTo>
                      <a:pt x="458458" y="103436"/>
                    </a:lnTo>
                    <a:lnTo>
                      <a:pt x="175035" y="239351"/>
                    </a:lnTo>
                    <a:lnTo>
                      <a:pt x="50623" y="300509"/>
                    </a:lnTo>
                    <a:lnTo>
                      <a:pt x="0" y="192296"/>
                    </a:lnTo>
                    <a:lnTo>
                      <a:pt x="171985" y="111489"/>
                    </a:lnTo>
                    <a:lnTo>
                      <a:pt x="40927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8" name="Контур"/>
              <p:cNvSpPr/>
              <p:nvPr/>
            </p:nvSpPr>
            <p:spPr>
              <a:xfrm>
                <a:off x="5096457" y="6874512"/>
                <a:ext cx="367636" cy="244689"/>
              </a:xfrm>
              <a:custGeom>
                <a:avLst/>
                <a:gdLst/>
                <a:ahLst/>
                <a:cxnLst/>
                <a:rect l="l" t="t" r="r" b="b"/>
                <a:pathLst>
                  <a:path w="367636" h="244689">
                    <a:moveTo>
                      <a:pt x="0" y="155891"/>
                    </a:moveTo>
                    <a:lnTo>
                      <a:pt x="325050" y="0"/>
                    </a:lnTo>
                    <a:lnTo>
                      <a:pt x="367636" y="88798"/>
                    </a:lnTo>
                    <a:lnTo>
                      <a:pt x="42586" y="244689"/>
                    </a:lnTo>
                    <a:lnTo>
                      <a:pt x="0" y="1558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9" name="Контур"/>
              <p:cNvSpPr/>
              <p:nvPr/>
            </p:nvSpPr>
            <p:spPr>
              <a:xfrm>
                <a:off x="4715722" y="7773231"/>
                <a:ext cx="311347" cy="73877"/>
              </a:xfrm>
              <a:custGeom>
                <a:avLst/>
                <a:gdLst/>
                <a:ahLst/>
                <a:cxnLst/>
                <a:rect l="l" t="t" r="r" b="b"/>
                <a:pathLst>
                  <a:path w="311347" h="73877">
                    <a:moveTo>
                      <a:pt x="19148" y="73877"/>
                    </a:moveTo>
                    <a:lnTo>
                      <a:pt x="0" y="33384"/>
                    </a:lnTo>
                    <a:lnTo>
                      <a:pt x="69753" y="0"/>
                    </a:lnTo>
                    <a:lnTo>
                      <a:pt x="104955" y="73555"/>
                    </a:lnTo>
                    <a:lnTo>
                      <a:pt x="227234" y="73097"/>
                    </a:lnTo>
                    <a:lnTo>
                      <a:pt x="208020" y="32951"/>
                    </a:lnTo>
                    <a:lnTo>
                      <a:pt x="276515" y="169"/>
                    </a:lnTo>
                    <a:lnTo>
                      <a:pt x="311347" y="72781"/>
                    </a:lnTo>
                    <a:lnTo>
                      <a:pt x="19148" y="738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0" name="Контур"/>
              <p:cNvSpPr/>
              <p:nvPr/>
            </p:nvSpPr>
            <p:spPr>
              <a:xfrm>
                <a:off x="5057883" y="7688198"/>
                <a:ext cx="128585" cy="157476"/>
              </a:xfrm>
              <a:custGeom>
                <a:avLst/>
                <a:gdLst/>
                <a:ahLst/>
                <a:cxnLst/>
                <a:rect l="l" t="t" r="r" b="b"/>
                <a:pathLst>
                  <a:path w="128585" h="157476">
                    <a:moveTo>
                      <a:pt x="59266" y="157476"/>
                    </a:moveTo>
                    <a:lnTo>
                      <a:pt x="0" y="31211"/>
                    </a:lnTo>
                    <a:lnTo>
                      <a:pt x="66495" y="0"/>
                    </a:lnTo>
                    <a:lnTo>
                      <a:pt x="89477" y="48963"/>
                    </a:lnTo>
                    <a:lnTo>
                      <a:pt x="128585" y="132282"/>
                    </a:lnTo>
                    <a:lnTo>
                      <a:pt x="75037" y="157417"/>
                    </a:lnTo>
                    <a:lnTo>
                      <a:pt x="59266" y="1574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1" name="Контур"/>
              <p:cNvSpPr/>
              <p:nvPr/>
            </p:nvSpPr>
            <p:spPr>
              <a:xfrm>
                <a:off x="4907565" y="7735087"/>
                <a:ext cx="84672" cy="71095"/>
              </a:xfrm>
              <a:custGeom>
                <a:avLst/>
                <a:gdLst/>
                <a:ahLst/>
                <a:cxnLst/>
                <a:rect l="l" t="t" r="r" b="b"/>
                <a:pathLst>
                  <a:path w="84672" h="71095">
                    <a:moveTo>
                      <a:pt x="16177" y="71095"/>
                    </a:moveTo>
                    <a:lnTo>
                      <a:pt x="0" y="33380"/>
                    </a:lnTo>
                    <a:lnTo>
                      <a:pt x="66492" y="0"/>
                    </a:lnTo>
                    <a:lnTo>
                      <a:pt x="84672" y="38313"/>
                    </a:lnTo>
                    <a:lnTo>
                      <a:pt x="16177" y="710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2" name="Контур"/>
              <p:cNvSpPr/>
              <p:nvPr/>
            </p:nvSpPr>
            <p:spPr>
              <a:xfrm>
                <a:off x="4699558" y="7738352"/>
                <a:ext cx="8591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85917" h="68263">
                    <a:moveTo>
                      <a:pt x="0" y="34488"/>
                    </a:moveTo>
                    <a:lnTo>
                      <a:pt x="68957" y="0"/>
                    </a:lnTo>
                    <a:lnTo>
                      <a:pt x="85917" y="34879"/>
                    </a:lnTo>
                    <a:lnTo>
                      <a:pt x="16164" y="68263"/>
                    </a:lnTo>
                    <a:lnTo>
                      <a:pt x="0" y="34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3" name="Контур"/>
              <p:cNvSpPr/>
              <p:nvPr/>
            </p:nvSpPr>
            <p:spPr>
              <a:xfrm>
                <a:off x="4665514" y="7587362"/>
                <a:ext cx="308543" cy="185478"/>
              </a:xfrm>
              <a:custGeom>
                <a:avLst/>
                <a:gdLst/>
                <a:ahLst/>
                <a:cxnLst/>
                <a:rect l="l" t="t" r="r" b="b"/>
                <a:pathLst>
                  <a:path w="308543" h="185478">
                    <a:moveTo>
                      <a:pt x="34044" y="185478"/>
                    </a:moveTo>
                    <a:lnTo>
                      <a:pt x="0" y="117662"/>
                    </a:lnTo>
                    <a:lnTo>
                      <a:pt x="234384" y="0"/>
                    </a:lnTo>
                    <a:lnTo>
                      <a:pt x="308543" y="147725"/>
                    </a:lnTo>
                    <a:lnTo>
                      <a:pt x="242051" y="181105"/>
                    </a:lnTo>
                    <a:lnTo>
                      <a:pt x="201936" y="101196"/>
                    </a:lnTo>
                    <a:lnTo>
                      <a:pt x="103001" y="150990"/>
                    </a:lnTo>
                    <a:lnTo>
                      <a:pt x="34044" y="1854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4" name="Контур"/>
              <p:cNvSpPr/>
              <p:nvPr/>
            </p:nvSpPr>
            <p:spPr>
              <a:xfrm>
                <a:off x="5016658" y="7556287"/>
                <a:ext cx="19987" cy="16870"/>
              </a:xfrm>
              <a:custGeom>
                <a:avLst/>
                <a:gdLst/>
                <a:ahLst/>
                <a:cxnLst/>
                <a:rect l="l" t="t" r="r" b="b"/>
                <a:pathLst>
                  <a:path w="19987" h="16870">
                    <a:moveTo>
                      <a:pt x="0" y="7127"/>
                    </a:moveTo>
                    <a:lnTo>
                      <a:pt x="15510" y="0"/>
                    </a:lnTo>
                    <a:lnTo>
                      <a:pt x="19987" y="9743"/>
                    </a:lnTo>
                    <a:lnTo>
                      <a:pt x="4476" y="16870"/>
                    </a:lnTo>
                    <a:lnTo>
                      <a:pt x="0" y="71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5" name="Контур"/>
              <p:cNvSpPr/>
              <p:nvPr/>
            </p:nvSpPr>
            <p:spPr>
              <a:xfrm>
                <a:off x="4420288" y="7084910"/>
                <a:ext cx="273369" cy="348645"/>
              </a:xfrm>
              <a:custGeom>
                <a:avLst/>
                <a:gdLst/>
                <a:ahLst/>
                <a:cxnLst/>
                <a:rect l="l" t="t" r="r" b="b"/>
                <a:pathLst>
                  <a:path w="273369" h="348645">
                    <a:moveTo>
                      <a:pt x="0" y="114467"/>
                    </a:moveTo>
                    <a:lnTo>
                      <a:pt x="239174" y="0"/>
                    </a:lnTo>
                    <a:lnTo>
                      <a:pt x="273369" y="71450"/>
                    </a:lnTo>
                    <a:lnTo>
                      <a:pt x="207312" y="103083"/>
                    </a:lnTo>
                    <a:lnTo>
                      <a:pt x="103948" y="152534"/>
                    </a:lnTo>
                    <a:lnTo>
                      <a:pt x="181829" y="315262"/>
                    </a:lnTo>
                    <a:lnTo>
                      <a:pt x="112076" y="348645"/>
                    </a:lnTo>
                    <a:lnTo>
                      <a:pt x="0" y="1144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6" name="Контур"/>
              <p:cNvSpPr/>
              <p:nvPr/>
            </p:nvSpPr>
            <p:spPr>
              <a:xfrm>
                <a:off x="4510446" y="6971054"/>
                <a:ext cx="28326" cy="36020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20">
                    <a:moveTo>
                      <a:pt x="0" y="6685"/>
                    </a:moveTo>
                    <a:lnTo>
                      <a:pt x="16288" y="0"/>
                    </a:lnTo>
                    <a:lnTo>
                      <a:pt x="28326" y="29335"/>
                    </a:lnTo>
                    <a:lnTo>
                      <a:pt x="12040" y="36020"/>
                    </a:lnTo>
                    <a:lnTo>
                      <a:pt x="0" y="66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7" name="Контур"/>
              <p:cNvSpPr/>
              <p:nvPr/>
            </p:nvSpPr>
            <p:spPr>
              <a:xfrm>
                <a:off x="4526734" y="6964370"/>
                <a:ext cx="28326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19">
                    <a:moveTo>
                      <a:pt x="0" y="6684"/>
                    </a:moveTo>
                    <a:lnTo>
                      <a:pt x="16286" y="0"/>
                    </a:lnTo>
                    <a:lnTo>
                      <a:pt x="28326" y="29335"/>
                    </a:lnTo>
                    <a:lnTo>
                      <a:pt x="12038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8" name="Контур"/>
              <p:cNvSpPr/>
              <p:nvPr/>
            </p:nvSpPr>
            <p:spPr>
              <a:xfrm>
                <a:off x="4339875" y="7222118"/>
                <a:ext cx="88637" cy="124453"/>
              </a:xfrm>
              <a:custGeom>
                <a:avLst/>
                <a:gdLst/>
                <a:ahLst/>
                <a:cxnLst/>
                <a:rect l="l" t="t" r="r" b="b"/>
                <a:pathLst>
                  <a:path w="88637" h="124453">
                    <a:moveTo>
                      <a:pt x="50923" y="124453"/>
                    </a:moveTo>
                    <a:lnTo>
                      <a:pt x="0" y="18050"/>
                    </a:lnTo>
                    <a:lnTo>
                      <a:pt x="37713" y="0"/>
                    </a:lnTo>
                    <a:lnTo>
                      <a:pt x="88637" y="106403"/>
                    </a:lnTo>
                    <a:lnTo>
                      <a:pt x="50923" y="1244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9" name="Контур"/>
              <p:cNvSpPr/>
              <p:nvPr/>
            </p:nvSpPr>
            <p:spPr>
              <a:xfrm>
                <a:off x="4484956" y="6976593"/>
                <a:ext cx="24788" cy="20073"/>
              </a:xfrm>
              <a:custGeom>
                <a:avLst/>
                <a:gdLst/>
                <a:ahLst/>
                <a:cxnLst/>
                <a:rect l="l" t="t" r="r" b="b"/>
                <a:pathLst>
                  <a:path w="24788" h="20073">
                    <a:moveTo>
                      <a:pt x="5051" y="20073"/>
                    </a:moveTo>
                    <a:lnTo>
                      <a:pt x="0" y="9015"/>
                    </a:lnTo>
                    <a:lnTo>
                      <a:pt x="19737" y="0"/>
                    </a:lnTo>
                    <a:lnTo>
                      <a:pt x="24788" y="11059"/>
                    </a:lnTo>
                    <a:lnTo>
                      <a:pt x="5051" y="200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0" name="Контур"/>
              <p:cNvSpPr/>
              <p:nvPr/>
            </p:nvSpPr>
            <p:spPr>
              <a:xfrm>
                <a:off x="4543020" y="6957686"/>
                <a:ext cx="28327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7" h="36019">
                    <a:moveTo>
                      <a:pt x="0" y="6684"/>
                    </a:moveTo>
                    <a:lnTo>
                      <a:pt x="16288" y="0"/>
                    </a:lnTo>
                    <a:lnTo>
                      <a:pt x="28327" y="29335"/>
                    </a:lnTo>
                    <a:lnTo>
                      <a:pt x="12040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1" name="Контур"/>
              <p:cNvSpPr/>
              <p:nvPr/>
            </p:nvSpPr>
            <p:spPr>
              <a:xfrm>
                <a:off x="4334905" y="7498341"/>
                <a:ext cx="84052" cy="66378"/>
              </a:xfrm>
              <a:custGeom>
                <a:avLst/>
                <a:gdLst/>
                <a:ahLst/>
                <a:cxnLst/>
                <a:rect l="l" t="t" r="r" b="b"/>
                <a:pathLst>
                  <a:path w="84052" h="66378">
                    <a:moveTo>
                      <a:pt x="16162" y="66378"/>
                    </a:moveTo>
                    <a:lnTo>
                      <a:pt x="0" y="31096"/>
                    </a:lnTo>
                    <a:lnTo>
                      <a:pt x="66979" y="0"/>
                    </a:lnTo>
                    <a:lnTo>
                      <a:pt x="84052" y="34162"/>
                    </a:lnTo>
                    <a:lnTo>
                      <a:pt x="16162" y="663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2" name="Контур"/>
              <p:cNvSpPr/>
              <p:nvPr/>
            </p:nvSpPr>
            <p:spPr>
              <a:xfrm>
                <a:off x="4548907" y="7193554"/>
                <a:ext cx="270635" cy="345661"/>
              </a:xfrm>
              <a:custGeom>
                <a:avLst/>
                <a:gdLst/>
                <a:ahLst/>
                <a:cxnLst/>
                <a:rect l="l" t="t" r="r" b="b"/>
                <a:pathLst>
                  <a:path w="270635" h="345661">
                    <a:moveTo>
                      <a:pt x="0" y="274566"/>
                    </a:moveTo>
                    <a:lnTo>
                      <a:pt x="70424" y="242586"/>
                    </a:lnTo>
                    <a:lnTo>
                      <a:pt x="170913" y="196600"/>
                    </a:lnTo>
                    <a:lnTo>
                      <a:pt x="95233" y="30696"/>
                    </a:lnTo>
                    <a:lnTo>
                      <a:pt x="162522" y="0"/>
                    </a:lnTo>
                    <a:lnTo>
                      <a:pt x="270635" y="236999"/>
                    </a:lnTo>
                    <a:lnTo>
                      <a:pt x="32431" y="345661"/>
                    </a:lnTo>
                    <a:lnTo>
                      <a:pt x="0" y="2745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3" name="Контур"/>
              <p:cNvSpPr/>
              <p:nvPr/>
            </p:nvSpPr>
            <p:spPr>
              <a:xfrm>
                <a:off x="4052822" y="7264929"/>
                <a:ext cx="349062" cy="264508"/>
              </a:xfrm>
              <a:custGeom>
                <a:avLst/>
                <a:gdLst/>
                <a:ahLst/>
                <a:cxnLst/>
                <a:rect l="l" t="t" r="r" b="b"/>
                <a:pathLst>
                  <a:path w="349062" h="264508">
                    <a:moveTo>
                      <a:pt x="34943" y="186887"/>
                    </a:moveTo>
                    <a:lnTo>
                      <a:pt x="0" y="115211"/>
                    </a:lnTo>
                    <a:lnTo>
                      <a:pt x="236325" y="0"/>
                    </a:lnTo>
                    <a:lnTo>
                      <a:pt x="349062" y="233412"/>
                    </a:lnTo>
                    <a:lnTo>
                      <a:pt x="282083" y="264508"/>
                    </a:lnTo>
                    <a:lnTo>
                      <a:pt x="204849" y="101178"/>
                    </a:lnTo>
                    <a:lnTo>
                      <a:pt x="101995" y="150147"/>
                    </a:lnTo>
                    <a:lnTo>
                      <a:pt x="103913" y="154174"/>
                    </a:lnTo>
                    <a:lnTo>
                      <a:pt x="34943" y="1868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4" name="Контур"/>
              <p:cNvSpPr/>
              <p:nvPr/>
            </p:nvSpPr>
            <p:spPr>
              <a:xfrm>
                <a:off x="4087765" y="7419103"/>
                <a:ext cx="85008" cy="66252"/>
              </a:xfrm>
              <a:custGeom>
                <a:avLst/>
                <a:gdLst/>
                <a:ahLst/>
                <a:cxnLst/>
                <a:rect l="l" t="t" r="r" b="b"/>
                <a:pathLst>
                  <a:path w="85008" h="66252">
                    <a:moveTo>
                      <a:pt x="16351" y="66252"/>
                    </a:moveTo>
                    <a:lnTo>
                      <a:pt x="0" y="32713"/>
                    </a:lnTo>
                    <a:lnTo>
                      <a:pt x="68970" y="0"/>
                    </a:lnTo>
                    <a:lnTo>
                      <a:pt x="85008" y="33687"/>
                    </a:lnTo>
                    <a:lnTo>
                      <a:pt x="16351" y="662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5" name="Контур"/>
              <p:cNvSpPr/>
              <p:nvPr/>
            </p:nvSpPr>
            <p:spPr>
              <a:xfrm>
                <a:off x="4532364" y="7400172"/>
                <a:ext cx="86967" cy="67948"/>
              </a:xfrm>
              <a:custGeom>
                <a:avLst/>
                <a:gdLst/>
                <a:ahLst/>
                <a:cxnLst/>
                <a:rect l="l" t="t" r="r" b="b"/>
                <a:pathLst>
                  <a:path w="86967" h="67948">
                    <a:moveTo>
                      <a:pt x="16543" y="67948"/>
                    </a:moveTo>
                    <a:lnTo>
                      <a:pt x="0" y="33383"/>
                    </a:lnTo>
                    <a:lnTo>
                      <a:pt x="69753" y="0"/>
                    </a:lnTo>
                    <a:lnTo>
                      <a:pt x="86967" y="35968"/>
                    </a:lnTo>
                    <a:lnTo>
                      <a:pt x="16543" y="679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6" name="Контур"/>
              <p:cNvSpPr/>
              <p:nvPr/>
            </p:nvSpPr>
            <p:spPr>
              <a:xfrm>
                <a:off x="3454791" y="7404641"/>
                <a:ext cx="38112" cy="39866"/>
              </a:xfrm>
              <a:custGeom>
                <a:avLst/>
                <a:gdLst/>
                <a:ahLst/>
                <a:cxnLst/>
                <a:rect l="l" t="t" r="r" b="b"/>
                <a:pathLst>
                  <a:path w="38112" h="39866">
                    <a:moveTo>
                      <a:pt x="0" y="14054"/>
                    </a:moveTo>
                    <a:lnTo>
                      <a:pt x="19639" y="0"/>
                    </a:lnTo>
                    <a:lnTo>
                      <a:pt x="38112" y="25811"/>
                    </a:lnTo>
                    <a:lnTo>
                      <a:pt x="18474" y="39866"/>
                    </a:lnTo>
                    <a:lnTo>
                      <a:pt x="0" y="140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7" name="Контур"/>
              <p:cNvSpPr/>
              <p:nvPr/>
            </p:nvSpPr>
            <p:spPr>
              <a:xfrm>
                <a:off x="4079036" y="7820854"/>
                <a:ext cx="73266" cy="28697"/>
              </a:xfrm>
              <a:custGeom>
                <a:avLst/>
                <a:gdLst/>
                <a:ahLst/>
                <a:cxnLst/>
                <a:rect l="l" t="t" r="r" b="b"/>
                <a:pathLst>
                  <a:path w="73266" h="28697">
                    <a:moveTo>
                      <a:pt x="0" y="28697"/>
                    </a:moveTo>
                    <a:lnTo>
                      <a:pt x="59573" y="0"/>
                    </a:lnTo>
                    <a:lnTo>
                      <a:pt x="73266" y="28425"/>
                    </a:lnTo>
                    <a:lnTo>
                      <a:pt x="0" y="286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8" name="Контур"/>
              <p:cNvSpPr/>
              <p:nvPr/>
            </p:nvSpPr>
            <p:spPr>
              <a:xfrm>
                <a:off x="4353807" y="7763348"/>
                <a:ext cx="215861" cy="85182"/>
              </a:xfrm>
              <a:custGeom>
                <a:avLst/>
                <a:gdLst/>
                <a:ahLst/>
                <a:cxnLst/>
                <a:rect l="l" t="t" r="r" b="b"/>
                <a:pathLst>
                  <a:path w="215861" h="85182">
                    <a:moveTo>
                      <a:pt x="0" y="85182"/>
                    </a:moveTo>
                    <a:lnTo>
                      <a:pt x="174727" y="0"/>
                    </a:lnTo>
                    <a:lnTo>
                      <a:pt x="215861" y="84377"/>
                    </a:lnTo>
                    <a:lnTo>
                      <a:pt x="0" y="851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9" name="Контур"/>
              <p:cNvSpPr/>
              <p:nvPr/>
            </p:nvSpPr>
            <p:spPr>
              <a:xfrm>
                <a:off x="3492240" y="7507565"/>
                <a:ext cx="147081" cy="223114"/>
              </a:xfrm>
              <a:custGeom>
                <a:avLst/>
                <a:gdLst/>
                <a:ahLst/>
                <a:cxnLst/>
                <a:rect l="l" t="t" r="r" b="b"/>
                <a:pathLst>
                  <a:path w="147081" h="223114">
                    <a:moveTo>
                      <a:pt x="32119" y="223114"/>
                    </a:moveTo>
                    <a:lnTo>
                      <a:pt x="24804" y="219456"/>
                    </a:lnTo>
                    <a:lnTo>
                      <a:pt x="0" y="204423"/>
                    </a:lnTo>
                    <a:lnTo>
                      <a:pt x="122143" y="0"/>
                    </a:lnTo>
                    <a:lnTo>
                      <a:pt x="147081" y="14121"/>
                    </a:lnTo>
                    <a:lnTo>
                      <a:pt x="143147" y="20419"/>
                    </a:lnTo>
                    <a:lnTo>
                      <a:pt x="115279" y="68277"/>
                    </a:lnTo>
                    <a:lnTo>
                      <a:pt x="120511" y="71324"/>
                    </a:lnTo>
                    <a:lnTo>
                      <a:pt x="32119" y="2231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0" name="Контур"/>
              <p:cNvSpPr/>
              <p:nvPr/>
            </p:nvSpPr>
            <p:spPr>
              <a:xfrm>
                <a:off x="3445893" y="7527984"/>
                <a:ext cx="273100" cy="323906"/>
              </a:xfrm>
              <a:custGeom>
                <a:avLst/>
                <a:gdLst/>
                <a:ahLst/>
                <a:cxnLst/>
                <a:rect l="l" t="t" r="r" b="b"/>
                <a:pathLst>
                  <a:path w="273100" h="323906">
                    <a:moveTo>
                      <a:pt x="78466" y="202695"/>
                    </a:moveTo>
                    <a:lnTo>
                      <a:pt x="166858" y="50905"/>
                    </a:lnTo>
                    <a:lnTo>
                      <a:pt x="161626" y="47858"/>
                    </a:lnTo>
                    <a:lnTo>
                      <a:pt x="189494" y="0"/>
                    </a:lnTo>
                    <a:lnTo>
                      <a:pt x="240341" y="29610"/>
                    </a:lnTo>
                    <a:lnTo>
                      <a:pt x="213866" y="75074"/>
                    </a:lnTo>
                    <a:lnTo>
                      <a:pt x="273100" y="109568"/>
                    </a:lnTo>
                    <a:lnTo>
                      <a:pt x="184462" y="261783"/>
                    </a:lnTo>
                    <a:lnTo>
                      <a:pt x="189049" y="264454"/>
                    </a:lnTo>
                    <a:lnTo>
                      <a:pt x="154761" y="323336"/>
                    </a:lnTo>
                    <a:lnTo>
                      <a:pt x="0" y="323906"/>
                    </a:lnTo>
                    <a:lnTo>
                      <a:pt x="71151" y="199037"/>
                    </a:lnTo>
                    <a:lnTo>
                      <a:pt x="78466" y="2026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1" name="Контур"/>
              <p:cNvSpPr/>
              <p:nvPr/>
            </p:nvSpPr>
            <p:spPr>
              <a:xfrm>
                <a:off x="3445893" y="7527984"/>
                <a:ext cx="273100" cy="323906"/>
              </a:xfrm>
              <a:custGeom>
                <a:avLst/>
                <a:gdLst/>
                <a:ahLst/>
                <a:cxnLst/>
                <a:rect l="l" t="t" r="r" b="b"/>
                <a:pathLst>
                  <a:path w="273100" h="323906">
                    <a:moveTo>
                      <a:pt x="78466" y="202695"/>
                    </a:moveTo>
                    <a:lnTo>
                      <a:pt x="166858" y="50905"/>
                    </a:lnTo>
                    <a:lnTo>
                      <a:pt x="161626" y="47858"/>
                    </a:lnTo>
                    <a:lnTo>
                      <a:pt x="189494" y="0"/>
                    </a:lnTo>
                    <a:lnTo>
                      <a:pt x="240341" y="29610"/>
                    </a:lnTo>
                    <a:lnTo>
                      <a:pt x="213866" y="75074"/>
                    </a:lnTo>
                    <a:lnTo>
                      <a:pt x="273100" y="109568"/>
                    </a:lnTo>
                    <a:lnTo>
                      <a:pt x="184462" y="261783"/>
                    </a:lnTo>
                    <a:lnTo>
                      <a:pt x="189049" y="264454"/>
                    </a:lnTo>
                    <a:lnTo>
                      <a:pt x="154761" y="323336"/>
                    </a:lnTo>
                    <a:lnTo>
                      <a:pt x="0" y="323906"/>
                    </a:lnTo>
                    <a:lnTo>
                      <a:pt x="71151" y="199037"/>
                    </a:lnTo>
                    <a:lnTo>
                      <a:pt x="78466" y="2026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2" name="Контур"/>
              <p:cNvSpPr/>
              <p:nvPr/>
            </p:nvSpPr>
            <p:spPr>
              <a:xfrm>
                <a:off x="4104116" y="7452790"/>
                <a:ext cx="351564" cy="268947"/>
              </a:xfrm>
              <a:custGeom>
                <a:avLst/>
                <a:gdLst/>
                <a:ahLst/>
                <a:cxnLst/>
                <a:rect l="l" t="t" r="r" b="b"/>
                <a:pathLst>
                  <a:path w="351564" h="268947">
                    <a:moveTo>
                      <a:pt x="115238" y="268947"/>
                    </a:moveTo>
                    <a:lnTo>
                      <a:pt x="0" y="32565"/>
                    </a:lnTo>
                    <a:lnTo>
                      <a:pt x="68657" y="0"/>
                    </a:lnTo>
                    <a:lnTo>
                      <a:pt x="147646" y="165906"/>
                    </a:lnTo>
                    <a:lnTo>
                      <a:pt x="250500" y="116936"/>
                    </a:lnTo>
                    <a:lnTo>
                      <a:pt x="246951" y="111929"/>
                    </a:lnTo>
                    <a:lnTo>
                      <a:pt x="314841" y="79713"/>
                    </a:lnTo>
                    <a:lnTo>
                      <a:pt x="351564" y="153735"/>
                    </a:lnTo>
                    <a:lnTo>
                      <a:pt x="115238" y="268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3" name="Контур"/>
              <p:cNvSpPr/>
              <p:nvPr/>
            </p:nvSpPr>
            <p:spPr>
              <a:xfrm>
                <a:off x="5753832" y="6167075"/>
                <a:ext cx="289295" cy="448670"/>
              </a:xfrm>
              <a:custGeom>
                <a:avLst/>
                <a:gdLst/>
                <a:ahLst/>
                <a:cxnLst/>
                <a:rect l="l" t="t" r="r" b="b"/>
                <a:pathLst>
                  <a:path w="289295" h="448670">
                    <a:moveTo>
                      <a:pt x="0" y="391743"/>
                    </a:moveTo>
                    <a:lnTo>
                      <a:pt x="239308" y="0"/>
                    </a:lnTo>
                    <a:lnTo>
                      <a:pt x="276005" y="21788"/>
                    </a:lnTo>
                    <a:lnTo>
                      <a:pt x="289295" y="29875"/>
                    </a:lnTo>
                    <a:lnTo>
                      <a:pt x="65121" y="401424"/>
                    </a:lnTo>
                    <a:lnTo>
                      <a:pt x="22295" y="448670"/>
                    </a:lnTo>
                    <a:lnTo>
                      <a:pt x="0" y="3917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4" name="Контур"/>
              <p:cNvSpPr/>
              <p:nvPr/>
            </p:nvSpPr>
            <p:spPr>
              <a:xfrm>
                <a:off x="5403307" y="6522227"/>
                <a:ext cx="33989" cy="28487"/>
              </a:xfrm>
              <a:custGeom>
                <a:avLst/>
                <a:gdLst/>
                <a:ahLst/>
                <a:cxnLst/>
                <a:rect l="l" t="t" r="r" b="b"/>
                <a:pathLst>
                  <a:path w="33989" h="28487">
                    <a:moveTo>
                      <a:pt x="0" y="13866"/>
                    </a:moveTo>
                    <a:lnTo>
                      <a:pt x="26272" y="0"/>
                    </a:lnTo>
                    <a:lnTo>
                      <a:pt x="33989" y="14622"/>
                    </a:lnTo>
                    <a:lnTo>
                      <a:pt x="7717" y="28487"/>
                    </a:lnTo>
                    <a:lnTo>
                      <a:pt x="0" y="138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5" name="Контур"/>
              <p:cNvSpPr/>
              <p:nvPr/>
            </p:nvSpPr>
            <p:spPr>
              <a:xfrm>
                <a:off x="5382232" y="6466714"/>
                <a:ext cx="46353" cy="63457"/>
              </a:xfrm>
              <a:custGeom>
                <a:avLst/>
                <a:gdLst/>
                <a:ahLst/>
                <a:cxnLst/>
                <a:rect l="l" t="t" r="r" b="b"/>
                <a:pathLst>
                  <a:path w="46353" h="63457">
                    <a:moveTo>
                      <a:pt x="0" y="10016"/>
                    </a:moveTo>
                    <a:lnTo>
                      <a:pt x="21813" y="0"/>
                    </a:lnTo>
                    <a:lnTo>
                      <a:pt x="46353" y="53441"/>
                    </a:lnTo>
                    <a:lnTo>
                      <a:pt x="24540" y="63457"/>
                    </a:lnTo>
                    <a:lnTo>
                      <a:pt x="0" y="100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6" name="Контур"/>
              <p:cNvSpPr/>
              <p:nvPr/>
            </p:nvSpPr>
            <p:spPr>
              <a:xfrm>
                <a:off x="5127649" y="6763168"/>
                <a:ext cx="41071" cy="36873"/>
              </a:xfrm>
              <a:custGeom>
                <a:avLst/>
                <a:gdLst/>
                <a:ahLst/>
                <a:cxnLst/>
                <a:rect l="l" t="t" r="r" b="b"/>
                <a:pathLst>
                  <a:path w="41071" h="36873">
                    <a:moveTo>
                      <a:pt x="0" y="13778"/>
                    </a:moveTo>
                    <a:lnTo>
                      <a:pt x="30708" y="0"/>
                    </a:lnTo>
                    <a:lnTo>
                      <a:pt x="41071" y="23094"/>
                    </a:lnTo>
                    <a:lnTo>
                      <a:pt x="10363" y="36873"/>
                    </a:lnTo>
                    <a:lnTo>
                      <a:pt x="0" y="137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7" name="Контур"/>
              <p:cNvSpPr/>
              <p:nvPr/>
            </p:nvSpPr>
            <p:spPr>
              <a:xfrm>
                <a:off x="5376417" y="6715305"/>
                <a:ext cx="105555" cy="70061"/>
              </a:xfrm>
              <a:custGeom>
                <a:avLst/>
                <a:gdLst/>
                <a:ahLst/>
                <a:cxnLst/>
                <a:rect l="l" t="t" r="r" b="b"/>
                <a:pathLst>
                  <a:path w="105555" h="70061">
                    <a:moveTo>
                      <a:pt x="12569" y="70061"/>
                    </a:moveTo>
                    <a:lnTo>
                      <a:pt x="0" y="42666"/>
                    </a:lnTo>
                    <a:lnTo>
                      <a:pt x="92986" y="0"/>
                    </a:lnTo>
                    <a:lnTo>
                      <a:pt x="105555" y="27395"/>
                    </a:lnTo>
                    <a:lnTo>
                      <a:pt x="12569" y="700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8" name="Контур"/>
              <p:cNvSpPr/>
              <p:nvPr/>
            </p:nvSpPr>
            <p:spPr>
              <a:xfrm>
                <a:off x="5698678" y="6642232"/>
                <a:ext cx="41587" cy="42768"/>
              </a:xfrm>
              <a:custGeom>
                <a:avLst/>
                <a:gdLst/>
                <a:ahLst/>
                <a:cxnLst/>
                <a:rect l="l" t="t" r="r" b="b"/>
                <a:pathLst>
                  <a:path w="41587" h="42768">
                    <a:moveTo>
                      <a:pt x="13824" y="42768"/>
                    </a:moveTo>
                    <a:lnTo>
                      <a:pt x="0" y="12811"/>
                    </a:lnTo>
                    <a:lnTo>
                      <a:pt x="27763" y="0"/>
                    </a:lnTo>
                    <a:lnTo>
                      <a:pt x="41587" y="29952"/>
                    </a:lnTo>
                    <a:lnTo>
                      <a:pt x="13824" y="427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9" name="Контур"/>
              <p:cNvSpPr/>
              <p:nvPr/>
            </p:nvSpPr>
            <p:spPr>
              <a:xfrm>
                <a:off x="5488049" y="6666520"/>
                <a:ext cx="30603" cy="35106"/>
              </a:xfrm>
              <a:custGeom>
                <a:avLst/>
                <a:gdLst/>
                <a:ahLst/>
                <a:cxnLst/>
                <a:rect l="l" t="t" r="r" b="b"/>
                <a:pathLst>
                  <a:path w="30603" h="35106">
                    <a:moveTo>
                      <a:pt x="0" y="8526"/>
                    </a:moveTo>
                    <a:lnTo>
                      <a:pt x="18042" y="0"/>
                    </a:lnTo>
                    <a:lnTo>
                      <a:pt x="30603" y="26580"/>
                    </a:lnTo>
                    <a:lnTo>
                      <a:pt x="12561" y="35106"/>
                    </a:lnTo>
                    <a:lnTo>
                      <a:pt x="0" y="85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0" name="Контур"/>
              <p:cNvSpPr/>
              <p:nvPr/>
            </p:nvSpPr>
            <p:spPr>
              <a:xfrm>
                <a:off x="5667623" y="6558818"/>
                <a:ext cx="108504" cy="90689"/>
              </a:xfrm>
              <a:custGeom>
                <a:avLst/>
                <a:gdLst/>
                <a:ahLst/>
                <a:cxnLst/>
                <a:rect l="l" t="t" r="r" b="b"/>
                <a:pathLst>
                  <a:path w="108504" h="90689">
                    <a:moveTo>
                      <a:pt x="0" y="33762"/>
                    </a:moveTo>
                    <a:lnTo>
                      <a:pt x="86209" y="0"/>
                    </a:lnTo>
                    <a:lnTo>
                      <a:pt x="108504" y="56927"/>
                    </a:lnTo>
                    <a:lnTo>
                      <a:pt x="22295" y="90689"/>
                    </a:lnTo>
                    <a:lnTo>
                      <a:pt x="0" y="337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1" name="Контур"/>
              <p:cNvSpPr/>
              <p:nvPr/>
            </p:nvSpPr>
            <p:spPr>
              <a:xfrm>
                <a:off x="5790185" y="6339640"/>
                <a:ext cx="362251" cy="433152"/>
              </a:xfrm>
              <a:custGeom>
                <a:avLst/>
                <a:gdLst/>
                <a:ahLst/>
                <a:cxnLst/>
                <a:rect l="l" t="t" r="r" b="b"/>
                <a:pathLst>
                  <a:path w="362251" h="433152">
                    <a:moveTo>
                      <a:pt x="206592" y="351744"/>
                    </a:moveTo>
                    <a:lnTo>
                      <a:pt x="200155" y="354825"/>
                    </a:lnTo>
                    <a:lnTo>
                      <a:pt x="119242" y="393585"/>
                    </a:lnTo>
                    <a:lnTo>
                      <a:pt x="41895" y="432172"/>
                    </a:lnTo>
                    <a:lnTo>
                      <a:pt x="39936" y="433152"/>
                    </a:lnTo>
                    <a:lnTo>
                      <a:pt x="29184" y="412416"/>
                    </a:lnTo>
                    <a:lnTo>
                      <a:pt x="49152" y="378624"/>
                    </a:lnTo>
                    <a:lnTo>
                      <a:pt x="0" y="347136"/>
                    </a:lnTo>
                    <a:lnTo>
                      <a:pt x="207591" y="7214"/>
                    </a:lnTo>
                    <a:lnTo>
                      <a:pt x="211968" y="0"/>
                    </a:lnTo>
                    <a:lnTo>
                      <a:pt x="234984" y="13852"/>
                    </a:lnTo>
                    <a:lnTo>
                      <a:pt x="242098" y="18230"/>
                    </a:lnTo>
                    <a:lnTo>
                      <a:pt x="362251" y="96351"/>
                    </a:lnTo>
                    <a:lnTo>
                      <a:pt x="206592" y="3517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2" name="Контур"/>
              <p:cNvSpPr/>
              <p:nvPr/>
            </p:nvSpPr>
            <p:spPr>
              <a:xfrm>
                <a:off x="5004235" y="6838813"/>
                <a:ext cx="60338" cy="41687"/>
              </a:xfrm>
              <a:custGeom>
                <a:avLst/>
                <a:gdLst/>
                <a:ahLst/>
                <a:cxnLst/>
                <a:rect l="l" t="t" r="r" b="b"/>
                <a:pathLst>
                  <a:path w="60338" h="41687">
                    <a:moveTo>
                      <a:pt x="7604" y="41687"/>
                    </a:moveTo>
                    <a:lnTo>
                      <a:pt x="0" y="26626"/>
                    </a:lnTo>
                    <a:lnTo>
                      <a:pt x="52733" y="0"/>
                    </a:lnTo>
                    <a:lnTo>
                      <a:pt x="60338" y="15061"/>
                    </a:lnTo>
                    <a:lnTo>
                      <a:pt x="7604" y="416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3" name="Контур"/>
              <p:cNvSpPr/>
              <p:nvPr/>
            </p:nvSpPr>
            <p:spPr>
              <a:xfrm>
                <a:off x="5011839" y="6842280"/>
                <a:ext cx="102848" cy="95025"/>
              </a:xfrm>
              <a:custGeom>
                <a:avLst/>
                <a:gdLst/>
                <a:ahLst/>
                <a:cxnLst/>
                <a:rect l="l" t="t" r="r" b="b"/>
                <a:pathLst>
                  <a:path w="102848" h="95025">
                    <a:moveTo>
                      <a:pt x="0" y="38220"/>
                    </a:moveTo>
                    <a:lnTo>
                      <a:pt x="52734" y="11594"/>
                    </a:lnTo>
                    <a:lnTo>
                      <a:pt x="75694" y="0"/>
                    </a:lnTo>
                    <a:lnTo>
                      <a:pt x="102848" y="53778"/>
                    </a:lnTo>
                    <a:lnTo>
                      <a:pt x="81557" y="64529"/>
                    </a:lnTo>
                    <a:lnTo>
                      <a:pt x="88591" y="78459"/>
                    </a:lnTo>
                    <a:lnTo>
                      <a:pt x="55782" y="95025"/>
                    </a:lnTo>
                    <a:lnTo>
                      <a:pt x="48404" y="80413"/>
                    </a:lnTo>
                    <a:lnTo>
                      <a:pt x="26810" y="91316"/>
                    </a:lnTo>
                    <a:lnTo>
                      <a:pt x="0" y="382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4" name="Контур"/>
              <p:cNvSpPr/>
              <p:nvPr/>
            </p:nvSpPr>
            <p:spPr>
              <a:xfrm>
                <a:off x="5605596" y="6871679"/>
                <a:ext cx="37143" cy="42623"/>
              </a:xfrm>
              <a:custGeom>
                <a:avLst/>
                <a:gdLst/>
                <a:ahLst/>
                <a:cxnLst/>
                <a:rect l="l" t="t" r="r" b="b"/>
                <a:pathLst>
                  <a:path w="37143" h="42623">
                    <a:moveTo>
                      <a:pt x="16070" y="42623"/>
                    </a:moveTo>
                    <a:lnTo>
                      <a:pt x="0" y="10562"/>
                    </a:lnTo>
                    <a:lnTo>
                      <a:pt x="21073" y="0"/>
                    </a:lnTo>
                    <a:lnTo>
                      <a:pt x="37143" y="32061"/>
                    </a:lnTo>
                    <a:lnTo>
                      <a:pt x="16070" y="426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5" name="Контур"/>
              <p:cNvSpPr/>
              <p:nvPr/>
            </p:nvSpPr>
            <p:spPr>
              <a:xfrm>
                <a:off x="5167050" y="6737532"/>
                <a:ext cx="101721" cy="128634"/>
              </a:xfrm>
              <a:custGeom>
                <a:avLst/>
                <a:gdLst/>
                <a:ahLst/>
                <a:cxnLst/>
                <a:rect l="l" t="t" r="r" b="b"/>
                <a:pathLst>
                  <a:path w="101721" h="128634">
                    <a:moveTo>
                      <a:pt x="101721" y="102597"/>
                    </a:moveTo>
                    <a:lnTo>
                      <a:pt x="48234" y="128634"/>
                    </a:lnTo>
                    <a:lnTo>
                      <a:pt x="0" y="23290"/>
                    </a:lnTo>
                    <a:lnTo>
                      <a:pt x="51097" y="0"/>
                    </a:lnTo>
                    <a:lnTo>
                      <a:pt x="77248" y="52812"/>
                    </a:lnTo>
                    <a:lnTo>
                      <a:pt x="89271" y="78110"/>
                    </a:lnTo>
                    <a:lnTo>
                      <a:pt x="101721" y="1025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6" name="Контур"/>
              <p:cNvSpPr/>
              <p:nvPr/>
            </p:nvSpPr>
            <p:spPr>
              <a:xfrm>
                <a:off x="5244298" y="6757599"/>
                <a:ext cx="80230" cy="58043"/>
              </a:xfrm>
              <a:custGeom>
                <a:avLst/>
                <a:gdLst/>
                <a:ahLst/>
                <a:cxnLst/>
                <a:rect l="l" t="t" r="r" b="b"/>
                <a:pathLst>
                  <a:path w="80230" h="58043">
                    <a:moveTo>
                      <a:pt x="68595" y="0"/>
                    </a:moveTo>
                    <a:lnTo>
                      <a:pt x="80230" y="25810"/>
                    </a:lnTo>
                    <a:lnTo>
                      <a:pt x="12023" y="58043"/>
                    </a:lnTo>
                    <a:lnTo>
                      <a:pt x="0" y="32745"/>
                    </a:lnTo>
                    <a:lnTo>
                      <a:pt x="6859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7" name="Контур"/>
              <p:cNvSpPr/>
              <p:nvPr/>
            </p:nvSpPr>
            <p:spPr>
              <a:xfrm>
                <a:off x="5285372" y="6671777"/>
                <a:ext cx="103614" cy="139021"/>
              </a:xfrm>
              <a:custGeom>
                <a:avLst/>
                <a:gdLst/>
                <a:ahLst/>
                <a:cxnLst/>
                <a:rect l="l" t="t" r="r" b="b"/>
                <a:pathLst>
                  <a:path w="103614" h="139021">
                    <a:moveTo>
                      <a:pt x="51296" y="139021"/>
                    </a:moveTo>
                    <a:lnTo>
                      <a:pt x="39156" y="111632"/>
                    </a:lnTo>
                    <a:lnTo>
                      <a:pt x="27521" y="85822"/>
                    </a:lnTo>
                    <a:lnTo>
                      <a:pt x="0" y="23630"/>
                    </a:lnTo>
                    <a:lnTo>
                      <a:pt x="51795" y="0"/>
                    </a:lnTo>
                    <a:lnTo>
                      <a:pt x="91045" y="86194"/>
                    </a:lnTo>
                    <a:lnTo>
                      <a:pt x="103614" y="113589"/>
                    </a:lnTo>
                    <a:lnTo>
                      <a:pt x="51296" y="1390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8" name="Контур"/>
              <p:cNvSpPr/>
              <p:nvPr/>
            </p:nvSpPr>
            <p:spPr>
              <a:xfrm>
                <a:off x="4848508" y="6650856"/>
                <a:ext cx="29839" cy="23979"/>
              </a:xfrm>
              <a:custGeom>
                <a:avLst/>
                <a:gdLst/>
                <a:ahLst/>
                <a:cxnLst/>
                <a:rect l="l" t="t" r="r" b="b"/>
                <a:pathLst>
                  <a:path w="29839" h="23979">
                    <a:moveTo>
                      <a:pt x="0" y="12604"/>
                    </a:moveTo>
                    <a:lnTo>
                      <a:pt x="23821" y="0"/>
                    </a:lnTo>
                    <a:lnTo>
                      <a:pt x="29839" y="11374"/>
                    </a:lnTo>
                    <a:lnTo>
                      <a:pt x="6019" y="23979"/>
                    </a:lnTo>
                    <a:lnTo>
                      <a:pt x="0" y="12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9" name="Контур"/>
              <p:cNvSpPr/>
              <p:nvPr/>
            </p:nvSpPr>
            <p:spPr>
              <a:xfrm>
                <a:off x="4872329" y="6638252"/>
                <a:ext cx="29838" cy="23978"/>
              </a:xfrm>
              <a:custGeom>
                <a:avLst/>
                <a:gdLst/>
                <a:ahLst/>
                <a:cxnLst/>
                <a:rect l="l" t="t" r="r" b="b"/>
                <a:pathLst>
                  <a:path w="29838" h="23978">
                    <a:moveTo>
                      <a:pt x="0" y="12604"/>
                    </a:moveTo>
                    <a:lnTo>
                      <a:pt x="23820" y="0"/>
                    </a:lnTo>
                    <a:lnTo>
                      <a:pt x="29838" y="11374"/>
                    </a:lnTo>
                    <a:lnTo>
                      <a:pt x="6018" y="23978"/>
                    </a:lnTo>
                    <a:lnTo>
                      <a:pt x="0" y="12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0" name="Контур"/>
              <p:cNvSpPr/>
              <p:nvPr/>
            </p:nvSpPr>
            <p:spPr>
              <a:xfrm>
                <a:off x="4615932" y="6407039"/>
                <a:ext cx="297099" cy="214526"/>
              </a:xfrm>
              <a:custGeom>
                <a:avLst/>
                <a:gdLst/>
                <a:ahLst/>
                <a:cxnLst/>
                <a:rect l="l" t="t" r="r" b="b"/>
                <a:pathLst>
                  <a:path w="297099" h="214526">
                    <a:moveTo>
                      <a:pt x="0" y="141931"/>
                    </a:moveTo>
                    <a:lnTo>
                      <a:pt x="257010" y="0"/>
                    </a:lnTo>
                    <a:lnTo>
                      <a:pt x="297099" y="72594"/>
                    </a:lnTo>
                    <a:lnTo>
                      <a:pt x="40090" y="214526"/>
                    </a:lnTo>
                    <a:lnTo>
                      <a:pt x="0" y="141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1" name="Контур"/>
              <p:cNvSpPr/>
              <p:nvPr/>
            </p:nvSpPr>
            <p:spPr>
              <a:xfrm>
                <a:off x="4432039" y="6282144"/>
                <a:ext cx="156830" cy="170204"/>
              </a:xfrm>
              <a:custGeom>
                <a:avLst/>
                <a:gdLst/>
                <a:ahLst/>
                <a:cxnLst/>
                <a:rect l="l" t="t" r="r" b="b"/>
                <a:pathLst>
                  <a:path w="156830" h="170204">
                    <a:moveTo>
                      <a:pt x="156830" y="69141"/>
                    </a:moveTo>
                    <a:lnTo>
                      <a:pt x="135085" y="118017"/>
                    </a:lnTo>
                    <a:lnTo>
                      <a:pt x="33378" y="170204"/>
                    </a:lnTo>
                    <a:lnTo>
                      <a:pt x="25985" y="155426"/>
                    </a:lnTo>
                    <a:lnTo>
                      <a:pt x="0" y="104605"/>
                    </a:lnTo>
                    <a:lnTo>
                      <a:pt x="118703" y="44108"/>
                    </a:lnTo>
                    <a:lnTo>
                      <a:pt x="86235" y="14008"/>
                    </a:lnTo>
                    <a:lnTo>
                      <a:pt x="114235" y="0"/>
                    </a:lnTo>
                    <a:lnTo>
                      <a:pt x="156830" y="691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2" name="Контур"/>
              <p:cNvSpPr/>
              <p:nvPr/>
            </p:nvSpPr>
            <p:spPr>
              <a:xfrm>
                <a:off x="4955216" y="6269277"/>
                <a:ext cx="274246" cy="175187"/>
              </a:xfrm>
              <a:custGeom>
                <a:avLst/>
                <a:gdLst/>
                <a:ahLst/>
                <a:cxnLst/>
                <a:rect l="l" t="t" r="r" b="b"/>
                <a:pathLst>
                  <a:path w="274246" h="175187">
                    <a:moveTo>
                      <a:pt x="18558" y="175187"/>
                    </a:moveTo>
                    <a:lnTo>
                      <a:pt x="0" y="140429"/>
                    </a:lnTo>
                    <a:lnTo>
                      <a:pt x="255621" y="0"/>
                    </a:lnTo>
                    <a:lnTo>
                      <a:pt x="274246" y="33645"/>
                    </a:lnTo>
                    <a:lnTo>
                      <a:pt x="18558" y="1751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3" name="Контур"/>
              <p:cNvSpPr/>
              <p:nvPr/>
            </p:nvSpPr>
            <p:spPr>
              <a:xfrm>
                <a:off x="4880161" y="6133816"/>
                <a:ext cx="330676" cy="275890"/>
              </a:xfrm>
              <a:custGeom>
                <a:avLst/>
                <a:gdLst/>
                <a:ahLst/>
                <a:cxnLst/>
                <a:rect l="l" t="t" r="r" b="b"/>
                <a:pathLst>
                  <a:path w="330676" h="275890">
                    <a:moveTo>
                      <a:pt x="330676" y="135461"/>
                    </a:moveTo>
                    <a:lnTo>
                      <a:pt x="75055" y="275890"/>
                    </a:lnTo>
                    <a:lnTo>
                      <a:pt x="0" y="141542"/>
                    </a:lnTo>
                    <a:lnTo>
                      <a:pt x="255688" y="0"/>
                    </a:lnTo>
                    <a:lnTo>
                      <a:pt x="261316" y="9426"/>
                    </a:lnTo>
                    <a:lnTo>
                      <a:pt x="330676" y="1354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4" name="Контур"/>
              <p:cNvSpPr/>
              <p:nvPr/>
            </p:nvSpPr>
            <p:spPr>
              <a:xfrm>
                <a:off x="4802441" y="6764817"/>
                <a:ext cx="81377" cy="89818"/>
              </a:xfrm>
              <a:custGeom>
                <a:avLst/>
                <a:gdLst/>
                <a:ahLst/>
                <a:cxnLst/>
                <a:rect l="l" t="t" r="r" b="b"/>
                <a:pathLst>
                  <a:path w="81377" h="89818">
                    <a:moveTo>
                      <a:pt x="51673" y="0"/>
                    </a:moveTo>
                    <a:lnTo>
                      <a:pt x="81377" y="66862"/>
                    </a:lnTo>
                    <a:lnTo>
                      <a:pt x="29705" y="89818"/>
                    </a:lnTo>
                    <a:lnTo>
                      <a:pt x="0" y="22957"/>
                    </a:lnTo>
                    <a:lnTo>
                      <a:pt x="516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5" name="Контур"/>
              <p:cNvSpPr/>
              <p:nvPr/>
            </p:nvSpPr>
            <p:spPr>
              <a:xfrm>
                <a:off x="4694423" y="6539444"/>
                <a:ext cx="437676" cy="305219"/>
              </a:xfrm>
              <a:custGeom>
                <a:avLst/>
                <a:gdLst/>
                <a:ahLst/>
                <a:cxnLst/>
                <a:rect l="l" t="t" r="r" b="b"/>
                <a:pathLst>
                  <a:path w="437676" h="305219">
                    <a:moveTo>
                      <a:pt x="0" y="220445"/>
                    </a:moveTo>
                    <a:lnTo>
                      <a:pt x="250550" y="94858"/>
                    </a:lnTo>
                    <a:lnTo>
                      <a:pt x="235892" y="65615"/>
                    </a:lnTo>
                    <a:lnTo>
                      <a:pt x="366795" y="0"/>
                    </a:lnTo>
                    <a:lnTo>
                      <a:pt x="376662" y="19684"/>
                    </a:lnTo>
                    <a:lnTo>
                      <a:pt x="388644" y="13678"/>
                    </a:lnTo>
                    <a:lnTo>
                      <a:pt x="395429" y="27213"/>
                    </a:lnTo>
                    <a:lnTo>
                      <a:pt x="384144" y="32870"/>
                    </a:lnTo>
                    <a:lnTo>
                      <a:pt x="437676" y="139668"/>
                    </a:lnTo>
                    <a:lnTo>
                      <a:pt x="379088" y="169035"/>
                    </a:lnTo>
                    <a:lnTo>
                      <a:pt x="351941" y="114875"/>
                    </a:lnTo>
                    <a:lnTo>
                      <a:pt x="47033" y="267708"/>
                    </a:lnTo>
                    <a:lnTo>
                      <a:pt x="61149" y="295869"/>
                    </a:lnTo>
                    <a:lnTo>
                      <a:pt x="42492" y="305219"/>
                    </a:lnTo>
                    <a:lnTo>
                      <a:pt x="0" y="2204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6" name="Контур"/>
              <p:cNvSpPr/>
              <p:nvPr/>
            </p:nvSpPr>
            <p:spPr>
              <a:xfrm>
                <a:off x="4769790" y="6792843"/>
                <a:ext cx="34895" cy="39360"/>
              </a:xfrm>
              <a:custGeom>
                <a:avLst/>
                <a:gdLst/>
                <a:ahLst/>
                <a:cxnLst/>
                <a:rect l="l" t="t" r="r" b="b"/>
                <a:pathLst>
                  <a:path w="34895" h="39360">
                    <a:moveTo>
                      <a:pt x="19693" y="0"/>
                    </a:moveTo>
                    <a:lnTo>
                      <a:pt x="34895" y="29056"/>
                    </a:lnTo>
                    <a:lnTo>
                      <a:pt x="15203" y="39360"/>
                    </a:lnTo>
                    <a:lnTo>
                      <a:pt x="0" y="10303"/>
                    </a:lnTo>
                    <a:lnTo>
                      <a:pt x="1969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7" name="Контур"/>
              <p:cNvSpPr/>
              <p:nvPr/>
            </p:nvSpPr>
            <p:spPr>
              <a:xfrm>
                <a:off x="4522164" y="6740795"/>
                <a:ext cx="101136" cy="70469"/>
              </a:xfrm>
              <a:custGeom>
                <a:avLst/>
                <a:gdLst/>
                <a:ahLst/>
                <a:cxnLst/>
                <a:rect l="l" t="t" r="r" b="b"/>
                <a:pathLst>
                  <a:path w="101136" h="70469">
                    <a:moveTo>
                      <a:pt x="101136" y="21835"/>
                    </a:moveTo>
                    <a:lnTo>
                      <a:pt x="11904" y="70469"/>
                    </a:lnTo>
                    <a:lnTo>
                      <a:pt x="0" y="48633"/>
                    </a:lnTo>
                    <a:lnTo>
                      <a:pt x="89232" y="0"/>
                    </a:lnTo>
                    <a:lnTo>
                      <a:pt x="101136" y="218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8" name="Контур"/>
              <p:cNvSpPr/>
              <p:nvPr/>
            </p:nvSpPr>
            <p:spPr>
              <a:xfrm>
                <a:off x="4252742" y="6498078"/>
                <a:ext cx="317952" cy="262935"/>
              </a:xfrm>
              <a:custGeom>
                <a:avLst/>
                <a:gdLst/>
                <a:ahLst/>
                <a:cxnLst/>
                <a:rect l="l" t="t" r="r" b="b"/>
                <a:pathLst>
                  <a:path w="317952" h="262935">
                    <a:moveTo>
                      <a:pt x="248514" y="0"/>
                    </a:moveTo>
                    <a:lnTo>
                      <a:pt x="317952" y="126242"/>
                    </a:lnTo>
                    <a:lnTo>
                      <a:pt x="69438" y="262935"/>
                    </a:lnTo>
                    <a:lnTo>
                      <a:pt x="0" y="136693"/>
                    </a:lnTo>
                    <a:lnTo>
                      <a:pt x="2485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9" name="Контур"/>
              <p:cNvSpPr/>
              <p:nvPr/>
            </p:nvSpPr>
            <p:spPr>
              <a:xfrm>
                <a:off x="4660091" y="6702715"/>
                <a:ext cx="52067" cy="40683"/>
              </a:xfrm>
              <a:custGeom>
                <a:avLst/>
                <a:gdLst/>
                <a:ahLst/>
                <a:cxnLst/>
                <a:rect l="l" t="t" r="r" b="b"/>
                <a:pathLst>
                  <a:path w="52067" h="40683">
                    <a:moveTo>
                      <a:pt x="0" y="21743"/>
                    </a:moveTo>
                    <a:lnTo>
                      <a:pt x="42342" y="0"/>
                    </a:lnTo>
                    <a:lnTo>
                      <a:pt x="52067" y="18940"/>
                    </a:lnTo>
                    <a:lnTo>
                      <a:pt x="9726" y="40683"/>
                    </a:lnTo>
                    <a:lnTo>
                      <a:pt x="0" y="217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0" name="Контур"/>
              <p:cNvSpPr/>
              <p:nvPr/>
            </p:nvSpPr>
            <p:spPr>
              <a:xfrm>
                <a:off x="4591882" y="6937633"/>
                <a:ext cx="28326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19">
                    <a:moveTo>
                      <a:pt x="0" y="6684"/>
                    </a:moveTo>
                    <a:lnTo>
                      <a:pt x="16287" y="0"/>
                    </a:lnTo>
                    <a:lnTo>
                      <a:pt x="28326" y="29335"/>
                    </a:lnTo>
                    <a:lnTo>
                      <a:pt x="12039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1" name="Контур"/>
              <p:cNvSpPr/>
              <p:nvPr/>
            </p:nvSpPr>
            <p:spPr>
              <a:xfrm>
                <a:off x="4784264" y="6908944"/>
                <a:ext cx="48259" cy="43924"/>
              </a:xfrm>
              <a:custGeom>
                <a:avLst/>
                <a:gdLst/>
                <a:ahLst/>
                <a:cxnLst/>
                <a:rect l="l" t="t" r="r" b="b"/>
                <a:pathLst>
                  <a:path w="48259" h="43924">
                    <a:moveTo>
                      <a:pt x="12590" y="43924"/>
                    </a:moveTo>
                    <a:lnTo>
                      <a:pt x="0" y="16190"/>
                    </a:lnTo>
                    <a:lnTo>
                      <a:pt x="35668" y="0"/>
                    </a:lnTo>
                    <a:lnTo>
                      <a:pt x="48259" y="27729"/>
                    </a:lnTo>
                    <a:lnTo>
                      <a:pt x="12590" y="439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2" name="Контур"/>
              <p:cNvSpPr/>
              <p:nvPr/>
            </p:nvSpPr>
            <p:spPr>
              <a:xfrm>
                <a:off x="4476720" y="6959742"/>
                <a:ext cx="25490" cy="20017"/>
              </a:xfrm>
              <a:custGeom>
                <a:avLst/>
                <a:gdLst/>
                <a:ahLst/>
                <a:cxnLst/>
                <a:rect l="l" t="t" r="r" b="b"/>
                <a:pathLst>
                  <a:path w="25490" h="20017">
                    <a:moveTo>
                      <a:pt x="4792" y="20017"/>
                    </a:moveTo>
                    <a:lnTo>
                      <a:pt x="0" y="9011"/>
                    </a:lnTo>
                    <a:lnTo>
                      <a:pt x="20699" y="0"/>
                    </a:lnTo>
                    <a:lnTo>
                      <a:pt x="25490" y="11006"/>
                    </a:lnTo>
                    <a:lnTo>
                      <a:pt x="4792" y="200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3" name="Контур"/>
              <p:cNvSpPr/>
              <p:nvPr/>
            </p:nvSpPr>
            <p:spPr>
              <a:xfrm>
                <a:off x="4796854" y="6936673"/>
                <a:ext cx="43224" cy="32842"/>
              </a:xfrm>
              <a:custGeom>
                <a:avLst/>
                <a:gdLst/>
                <a:ahLst/>
                <a:cxnLst/>
                <a:rect l="l" t="t" r="r" b="b"/>
                <a:pathLst>
                  <a:path w="43224" h="32842">
                    <a:moveTo>
                      <a:pt x="35669" y="0"/>
                    </a:moveTo>
                    <a:lnTo>
                      <a:pt x="43224" y="16647"/>
                    </a:lnTo>
                    <a:lnTo>
                      <a:pt x="7555" y="32842"/>
                    </a:lnTo>
                    <a:lnTo>
                      <a:pt x="0" y="16195"/>
                    </a:lnTo>
                    <a:lnTo>
                      <a:pt x="356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4" name="Контур"/>
              <p:cNvSpPr/>
              <p:nvPr/>
            </p:nvSpPr>
            <p:spPr>
              <a:xfrm>
                <a:off x="4575595" y="6944317"/>
                <a:ext cx="28326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19">
                    <a:moveTo>
                      <a:pt x="0" y="6684"/>
                    </a:moveTo>
                    <a:lnTo>
                      <a:pt x="16287" y="0"/>
                    </a:lnTo>
                    <a:lnTo>
                      <a:pt x="28326" y="29335"/>
                    </a:lnTo>
                    <a:lnTo>
                      <a:pt x="12039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5" name="Контур"/>
              <p:cNvSpPr/>
              <p:nvPr/>
            </p:nvSpPr>
            <p:spPr>
              <a:xfrm>
                <a:off x="4900688" y="6840900"/>
                <a:ext cx="104347" cy="99494"/>
              </a:xfrm>
              <a:custGeom>
                <a:avLst/>
                <a:gdLst/>
                <a:ahLst/>
                <a:cxnLst/>
                <a:rect l="l" t="t" r="r" b="b"/>
                <a:pathLst>
                  <a:path w="104347" h="99494">
                    <a:moveTo>
                      <a:pt x="0" y="34041"/>
                    </a:moveTo>
                    <a:lnTo>
                      <a:pt x="70202" y="0"/>
                    </a:lnTo>
                    <a:lnTo>
                      <a:pt x="104347" y="69395"/>
                    </a:lnTo>
                    <a:lnTo>
                      <a:pt x="39399" y="99494"/>
                    </a:lnTo>
                    <a:lnTo>
                      <a:pt x="16238" y="51898"/>
                    </a:lnTo>
                    <a:lnTo>
                      <a:pt x="9552" y="55242"/>
                    </a:lnTo>
                    <a:lnTo>
                      <a:pt x="0" y="340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6" name="Контур"/>
              <p:cNvSpPr/>
              <p:nvPr/>
            </p:nvSpPr>
            <p:spPr>
              <a:xfrm>
                <a:off x="3826352" y="6520720"/>
                <a:ext cx="66349" cy="78077"/>
              </a:xfrm>
              <a:custGeom>
                <a:avLst/>
                <a:gdLst/>
                <a:ahLst/>
                <a:cxnLst/>
                <a:rect l="l" t="t" r="r" b="b"/>
                <a:pathLst>
                  <a:path w="66349" h="78077">
                    <a:moveTo>
                      <a:pt x="37903" y="78077"/>
                    </a:moveTo>
                    <a:lnTo>
                      <a:pt x="0" y="17583"/>
                    </a:lnTo>
                    <a:lnTo>
                      <a:pt x="28593" y="0"/>
                    </a:lnTo>
                    <a:lnTo>
                      <a:pt x="66349" y="60501"/>
                    </a:lnTo>
                    <a:lnTo>
                      <a:pt x="37903" y="780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7" name="Контур"/>
              <p:cNvSpPr/>
              <p:nvPr/>
            </p:nvSpPr>
            <p:spPr>
              <a:xfrm>
                <a:off x="4038427" y="6401283"/>
                <a:ext cx="110513" cy="129221"/>
              </a:xfrm>
              <a:custGeom>
                <a:avLst/>
                <a:gdLst/>
                <a:ahLst/>
                <a:cxnLst/>
                <a:rect l="l" t="t" r="r" b="b"/>
                <a:pathLst>
                  <a:path w="110513" h="129221">
                    <a:moveTo>
                      <a:pt x="0" y="15506"/>
                    </a:moveTo>
                    <a:lnTo>
                      <a:pt x="29425" y="0"/>
                    </a:lnTo>
                    <a:lnTo>
                      <a:pt x="69855" y="1348"/>
                    </a:lnTo>
                    <a:lnTo>
                      <a:pt x="110513" y="83152"/>
                    </a:lnTo>
                    <a:lnTo>
                      <a:pt x="88503" y="114613"/>
                    </a:lnTo>
                    <a:lnTo>
                      <a:pt x="61324" y="129221"/>
                    </a:lnTo>
                    <a:lnTo>
                      <a:pt x="0" y="155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8" name="Контур"/>
              <p:cNvSpPr/>
              <p:nvPr/>
            </p:nvSpPr>
            <p:spPr>
              <a:xfrm>
                <a:off x="3747878" y="6365160"/>
                <a:ext cx="215072" cy="160622"/>
              </a:xfrm>
              <a:custGeom>
                <a:avLst/>
                <a:gdLst/>
                <a:ahLst/>
                <a:cxnLst/>
                <a:rect l="l" t="t" r="r" b="b"/>
                <a:pathLst>
                  <a:path w="215072" h="160622">
                    <a:moveTo>
                      <a:pt x="0" y="117411"/>
                    </a:moveTo>
                    <a:lnTo>
                      <a:pt x="189756" y="0"/>
                    </a:lnTo>
                    <a:lnTo>
                      <a:pt x="215072" y="46488"/>
                    </a:lnTo>
                    <a:lnTo>
                      <a:pt x="58891" y="142445"/>
                    </a:lnTo>
                    <a:lnTo>
                      <a:pt x="29934" y="160622"/>
                    </a:lnTo>
                    <a:lnTo>
                      <a:pt x="9531" y="130821"/>
                    </a:lnTo>
                    <a:lnTo>
                      <a:pt x="0" y="1174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9" name="Контур"/>
              <p:cNvSpPr/>
              <p:nvPr/>
            </p:nvSpPr>
            <p:spPr>
              <a:xfrm>
                <a:off x="3933929" y="6507064"/>
                <a:ext cx="68400" cy="59500"/>
              </a:xfrm>
              <a:custGeom>
                <a:avLst/>
                <a:gdLst/>
                <a:ahLst/>
                <a:cxnLst/>
                <a:rect l="l" t="t" r="r" b="b"/>
                <a:pathLst>
                  <a:path w="68400" h="59500">
                    <a:moveTo>
                      <a:pt x="68400" y="33388"/>
                    </a:moveTo>
                    <a:lnTo>
                      <a:pt x="16949" y="59500"/>
                    </a:lnTo>
                    <a:lnTo>
                      <a:pt x="0" y="26112"/>
                    </a:lnTo>
                    <a:lnTo>
                      <a:pt x="51456" y="0"/>
                    </a:lnTo>
                    <a:lnTo>
                      <a:pt x="68400" y="333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0" name="Контур"/>
              <p:cNvSpPr/>
              <p:nvPr/>
            </p:nvSpPr>
            <p:spPr>
              <a:xfrm>
                <a:off x="3412929" y="6240461"/>
                <a:ext cx="258210" cy="188934"/>
              </a:xfrm>
              <a:custGeom>
                <a:avLst/>
                <a:gdLst/>
                <a:ahLst/>
                <a:cxnLst/>
                <a:rect l="l" t="t" r="r" b="b"/>
                <a:pathLst>
                  <a:path w="258210" h="188934">
                    <a:moveTo>
                      <a:pt x="25469" y="188934"/>
                    </a:moveTo>
                    <a:lnTo>
                      <a:pt x="0" y="149205"/>
                    </a:lnTo>
                    <a:lnTo>
                      <a:pt x="232741" y="0"/>
                    </a:lnTo>
                    <a:lnTo>
                      <a:pt x="258210" y="39729"/>
                    </a:lnTo>
                    <a:lnTo>
                      <a:pt x="25469" y="1889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1" name="Контур"/>
              <p:cNvSpPr/>
              <p:nvPr/>
            </p:nvSpPr>
            <p:spPr>
              <a:xfrm>
                <a:off x="3987180" y="6228683"/>
                <a:ext cx="173445" cy="188106"/>
              </a:xfrm>
              <a:custGeom>
                <a:avLst/>
                <a:gdLst/>
                <a:ahLst/>
                <a:cxnLst/>
                <a:rect l="l" t="t" r="r" b="b"/>
                <a:pathLst>
                  <a:path w="173445" h="188106">
                    <a:moveTo>
                      <a:pt x="0" y="89808"/>
                    </a:moveTo>
                    <a:lnTo>
                      <a:pt x="146042" y="0"/>
                    </a:lnTo>
                    <a:lnTo>
                      <a:pt x="173445" y="48992"/>
                    </a:lnTo>
                    <a:lnTo>
                      <a:pt x="54729" y="119411"/>
                    </a:lnTo>
                    <a:lnTo>
                      <a:pt x="80672" y="172600"/>
                    </a:lnTo>
                    <a:lnTo>
                      <a:pt x="51247" y="188106"/>
                    </a:lnTo>
                    <a:lnTo>
                      <a:pt x="0" y="898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2" name="Контур"/>
              <p:cNvSpPr/>
              <p:nvPr/>
            </p:nvSpPr>
            <p:spPr>
              <a:xfrm>
                <a:off x="3416511" y="6735222"/>
                <a:ext cx="35270" cy="37655"/>
              </a:xfrm>
              <a:custGeom>
                <a:avLst/>
                <a:gdLst/>
                <a:ahLst/>
                <a:cxnLst/>
                <a:rect l="l" t="t" r="r" b="b"/>
                <a:pathLst>
                  <a:path w="35270" h="37655">
                    <a:moveTo>
                      <a:pt x="0" y="11436"/>
                    </a:moveTo>
                    <a:lnTo>
                      <a:pt x="20975" y="0"/>
                    </a:lnTo>
                    <a:lnTo>
                      <a:pt x="35270" y="26218"/>
                    </a:lnTo>
                    <a:lnTo>
                      <a:pt x="14295" y="37655"/>
                    </a:lnTo>
                    <a:lnTo>
                      <a:pt x="0" y="114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3" name="Контур"/>
              <p:cNvSpPr/>
              <p:nvPr/>
            </p:nvSpPr>
            <p:spPr>
              <a:xfrm>
                <a:off x="3416511" y="6735222"/>
                <a:ext cx="35270" cy="37655"/>
              </a:xfrm>
              <a:custGeom>
                <a:avLst/>
                <a:gdLst/>
                <a:ahLst/>
                <a:cxnLst/>
                <a:rect l="l" t="t" r="r" b="b"/>
                <a:pathLst>
                  <a:path w="35270" h="37655">
                    <a:moveTo>
                      <a:pt x="0" y="11436"/>
                    </a:moveTo>
                    <a:lnTo>
                      <a:pt x="20975" y="0"/>
                    </a:lnTo>
                    <a:lnTo>
                      <a:pt x="35270" y="26218"/>
                    </a:lnTo>
                    <a:lnTo>
                      <a:pt x="14295" y="37655"/>
                    </a:lnTo>
                    <a:lnTo>
                      <a:pt x="0" y="114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4" name="Контур"/>
              <p:cNvSpPr/>
              <p:nvPr/>
            </p:nvSpPr>
            <p:spPr>
              <a:xfrm>
                <a:off x="3510414" y="6471843"/>
                <a:ext cx="356634" cy="260697"/>
              </a:xfrm>
              <a:custGeom>
                <a:avLst/>
                <a:gdLst/>
                <a:ahLst/>
                <a:cxnLst/>
                <a:rect l="l" t="t" r="r" b="b"/>
                <a:pathLst>
                  <a:path w="356634" h="260697">
                    <a:moveTo>
                      <a:pt x="0" y="143335"/>
                    </a:moveTo>
                    <a:lnTo>
                      <a:pt x="230018" y="0"/>
                    </a:lnTo>
                    <a:lnTo>
                      <a:pt x="237464" y="10728"/>
                    </a:lnTo>
                    <a:lnTo>
                      <a:pt x="246995" y="24138"/>
                    </a:lnTo>
                    <a:lnTo>
                      <a:pt x="267398" y="53939"/>
                    </a:lnTo>
                    <a:lnTo>
                      <a:pt x="322648" y="145128"/>
                    </a:lnTo>
                    <a:lnTo>
                      <a:pt x="329871" y="140506"/>
                    </a:lnTo>
                    <a:lnTo>
                      <a:pt x="356634" y="182600"/>
                    </a:lnTo>
                    <a:lnTo>
                      <a:pt x="323124" y="204278"/>
                    </a:lnTo>
                    <a:lnTo>
                      <a:pt x="291334" y="155136"/>
                    </a:lnTo>
                    <a:lnTo>
                      <a:pt x="128157" y="260697"/>
                    </a:lnTo>
                    <a:lnTo>
                      <a:pt x="60762" y="162706"/>
                    </a:lnTo>
                    <a:lnTo>
                      <a:pt x="44678" y="173136"/>
                    </a:lnTo>
                    <a:lnTo>
                      <a:pt x="53316" y="187441"/>
                    </a:lnTo>
                    <a:lnTo>
                      <a:pt x="35445" y="198467"/>
                    </a:lnTo>
                    <a:lnTo>
                      <a:pt x="0" y="1433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5" name="Контур"/>
              <p:cNvSpPr/>
              <p:nvPr/>
            </p:nvSpPr>
            <p:spPr>
              <a:xfrm>
                <a:off x="3777812" y="6507605"/>
                <a:ext cx="86443" cy="109366"/>
              </a:xfrm>
              <a:custGeom>
                <a:avLst/>
                <a:gdLst/>
                <a:ahLst/>
                <a:cxnLst/>
                <a:rect l="l" t="t" r="r" b="b"/>
                <a:pathLst>
                  <a:path w="86443" h="109366">
                    <a:moveTo>
                      <a:pt x="28957" y="0"/>
                    </a:moveTo>
                    <a:lnTo>
                      <a:pt x="48540" y="30698"/>
                    </a:lnTo>
                    <a:lnTo>
                      <a:pt x="86443" y="91192"/>
                    </a:lnTo>
                    <a:lnTo>
                      <a:pt x="62473" y="104744"/>
                    </a:lnTo>
                    <a:lnTo>
                      <a:pt x="55250" y="109366"/>
                    </a:lnTo>
                    <a:lnTo>
                      <a:pt x="0" y="18177"/>
                    </a:lnTo>
                    <a:lnTo>
                      <a:pt x="2895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6" name="Контур"/>
              <p:cNvSpPr/>
              <p:nvPr/>
            </p:nvSpPr>
            <p:spPr>
              <a:xfrm>
                <a:off x="3972405" y="6547773"/>
                <a:ext cx="139317" cy="161912"/>
              </a:xfrm>
              <a:custGeom>
                <a:avLst/>
                <a:gdLst/>
                <a:ahLst/>
                <a:cxnLst/>
                <a:rect l="l" t="t" r="r" b="b"/>
                <a:pathLst>
                  <a:path w="139317" h="161912">
                    <a:moveTo>
                      <a:pt x="139317" y="122647"/>
                    </a:moveTo>
                    <a:lnTo>
                      <a:pt x="75390" y="161912"/>
                    </a:lnTo>
                    <a:lnTo>
                      <a:pt x="0" y="39706"/>
                    </a:lnTo>
                    <a:lnTo>
                      <a:pt x="63486" y="0"/>
                    </a:lnTo>
                    <a:lnTo>
                      <a:pt x="139317" y="1226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7" name="Контур"/>
              <p:cNvSpPr/>
              <p:nvPr/>
            </p:nvSpPr>
            <p:spPr>
              <a:xfrm>
                <a:off x="4099751" y="6495996"/>
                <a:ext cx="180498" cy="116986"/>
              </a:xfrm>
              <a:custGeom>
                <a:avLst/>
                <a:gdLst/>
                <a:ahLst/>
                <a:cxnLst/>
                <a:rect l="l" t="t" r="r" b="b"/>
                <a:pathLst>
                  <a:path w="180498" h="116986">
                    <a:moveTo>
                      <a:pt x="0" y="34508"/>
                    </a:moveTo>
                    <a:lnTo>
                      <a:pt x="27179" y="19900"/>
                    </a:lnTo>
                    <a:lnTo>
                      <a:pt x="53909" y="72264"/>
                    </a:lnTo>
                    <a:lnTo>
                      <a:pt x="125056" y="37906"/>
                    </a:lnTo>
                    <a:lnTo>
                      <a:pt x="115972" y="17746"/>
                    </a:lnTo>
                    <a:lnTo>
                      <a:pt x="153019" y="0"/>
                    </a:lnTo>
                    <a:lnTo>
                      <a:pt x="180498" y="56012"/>
                    </a:lnTo>
                    <a:lnTo>
                      <a:pt x="148093" y="73879"/>
                    </a:lnTo>
                    <a:lnTo>
                      <a:pt x="143243" y="65276"/>
                    </a:lnTo>
                    <a:lnTo>
                      <a:pt x="44924" y="116986"/>
                    </a:lnTo>
                    <a:lnTo>
                      <a:pt x="0" y="345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8" name="Контур"/>
              <p:cNvSpPr/>
              <p:nvPr/>
            </p:nvSpPr>
            <p:spPr>
              <a:xfrm>
                <a:off x="3510977" y="6881796"/>
                <a:ext cx="63414" cy="51755"/>
              </a:xfrm>
              <a:custGeom>
                <a:avLst/>
                <a:gdLst/>
                <a:ahLst/>
                <a:cxnLst/>
                <a:rect l="l" t="t" r="r" b="b"/>
                <a:pathLst>
                  <a:path w="63414" h="51755">
                    <a:moveTo>
                      <a:pt x="51562" y="0"/>
                    </a:moveTo>
                    <a:lnTo>
                      <a:pt x="63414" y="18227"/>
                    </a:lnTo>
                    <a:lnTo>
                      <a:pt x="11851" y="51755"/>
                    </a:lnTo>
                    <a:lnTo>
                      <a:pt x="0" y="33528"/>
                    </a:lnTo>
                    <a:lnTo>
                      <a:pt x="5156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9" name="Контур"/>
              <p:cNvSpPr/>
              <p:nvPr/>
            </p:nvSpPr>
            <p:spPr>
              <a:xfrm>
                <a:off x="3495870" y="6848187"/>
                <a:ext cx="80459" cy="67137"/>
              </a:xfrm>
              <a:custGeom>
                <a:avLst/>
                <a:gdLst/>
                <a:ahLst/>
                <a:cxnLst/>
                <a:rect l="l" t="t" r="r" b="b"/>
                <a:pathLst>
                  <a:path w="80459" h="67137">
                    <a:moveTo>
                      <a:pt x="15107" y="67137"/>
                    </a:moveTo>
                    <a:lnTo>
                      <a:pt x="0" y="42659"/>
                    </a:lnTo>
                    <a:lnTo>
                      <a:pt x="65655" y="0"/>
                    </a:lnTo>
                    <a:lnTo>
                      <a:pt x="80459" y="24146"/>
                    </a:lnTo>
                    <a:lnTo>
                      <a:pt x="66669" y="33609"/>
                    </a:lnTo>
                    <a:lnTo>
                      <a:pt x="15107" y="671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0" name="Контур"/>
              <p:cNvSpPr/>
              <p:nvPr/>
            </p:nvSpPr>
            <p:spPr>
              <a:xfrm>
                <a:off x="3698725" y="6802257"/>
                <a:ext cx="88638" cy="88928"/>
              </a:xfrm>
              <a:custGeom>
                <a:avLst/>
                <a:gdLst/>
                <a:ahLst/>
                <a:cxnLst/>
                <a:rect l="l" t="t" r="r" b="b"/>
                <a:pathLst>
                  <a:path w="88638" h="88928">
                    <a:moveTo>
                      <a:pt x="53137" y="0"/>
                    </a:moveTo>
                    <a:lnTo>
                      <a:pt x="88638" y="53984"/>
                    </a:lnTo>
                    <a:lnTo>
                      <a:pt x="35502" y="88928"/>
                    </a:lnTo>
                    <a:lnTo>
                      <a:pt x="0" y="34945"/>
                    </a:lnTo>
                    <a:lnTo>
                      <a:pt x="5313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1" name="Контур"/>
              <p:cNvSpPr/>
              <p:nvPr/>
            </p:nvSpPr>
            <p:spPr>
              <a:xfrm>
                <a:off x="3437998" y="6763388"/>
                <a:ext cx="81979" cy="81574"/>
              </a:xfrm>
              <a:custGeom>
                <a:avLst/>
                <a:gdLst/>
                <a:ahLst/>
                <a:cxnLst/>
                <a:rect l="l" t="t" r="r" b="b"/>
                <a:pathLst>
                  <a:path w="81979" h="81574">
                    <a:moveTo>
                      <a:pt x="0" y="31132"/>
                    </a:moveTo>
                    <a:lnTo>
                      <a:pt x="51467" y="0"/>
                    </a:lnTo>
                    <a:lnTo>
                      <a:pt x="81979" y="50443"/>
                    </a:lnTo>
                    <a:lnTo>
                      <a:pt x="30512" y="81574"/>
                    </a:lnTo>
                    <a:lnTo>
                      <a:pt x="0" y="311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2" name="Контур"/>
              <p:cNvSpPr/>
              <p:nvPr/>
            </p:nvSpPr>
            <p:spPr>
              <a:xfrm>
                <a:off x="4234362" y="6792565"/>
                <a:ext cx="50829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50829" h="38725">
                    <a:moveTo>
                      <a:pt x="6103" y="38725"/>
                    </a:moveTo>
                    <a:lnTo>
                      <a:pt x="0" y="9265"/>
                    </a:lnTo>
                    <a:lnTo>
                      <a:pt x="44726" y="0"/>
                    </a:lnTo>
                    <a:lnTo>
                      <a:pt x="50829" y="29459"/>
                    </a:lnTo>
                    <a:lnTo>
                      <a:pt x="6103" y="387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3" name="Контур"/>
              <p:cNvSpPr/>
              <p:nvPr/>
            </p:nvSpPr>
            <p:spPr>
              <a:xfrm>
                <a:off x="3638571" y="6626979"/>
                <a:ext cx="194967" cy="147205"/>
              </a:xfrm>
              <a:custGeom>
                <a:avLst/>
                <a:gdLst/>
                <a:ahLst/>
                <a:cxnLst/>
                <a:rect l="l" t="t" r="r" b="b"/>
                <a:pathLst>
                  <a:path w="194967" h="147205">
                    <a:moveTo>
                      <a:pt x="0" y="105561"/>
                    </a:moveTo>
                    <a:lnTo>
                      <a:pt x="163177" y="0"/>
                    </a:lnTo>
                    <a:lnTo>
                      <a:pt x="194967" y="49142"/>
                    </a:lnTo>
                    <a:lnTo>
                      <a:pt x="28910" y="147205"/>
                    </a:lnTo>
                    <a:lnTo>
                      <a:pt x="0" y="1055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4" name="Контур"/>
              <p:cNvSpPr/>
              <p:nvPr/>
            </p:nvSpPr>
            <p:spPr>
              <a:xfrm>
                <a:off x="5200606" y="5592490"/>
                <a:ext cx="134816" cy="168161"/>
              </a:xfrm>
              <a:custGeom>
                <a:avLst/>
                <a:gdLst/>
                <a:ahLst/>
                <a:cxnLst/>
                <a:rect l="l" t="t" r="r" b="b"/>
                <a:pathLst>
                  <a:path w="134816" h="168161">
                    <a:moveTo>
                      <a:pt x="66315" y="168161"/>
                    </a:moveTo>
                    <a:lnTo>
                      <a:pt x="0" y="33744"/>
                    </a:lnTo>
                    <a:lnTo>
                      <a:pt x="68722" y="0"/>
                    </a:lnTo>
                    <a:lnTo>
                      <a:pt x="134816" y="134500"/>
                    </a:lnTo>
                    <a:lnTo>
                      <a:pt x="66315" y="168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5" name="Контур"/>
              <p:cNvSpPr/>
              <p:nvPr/>
            </p:nvSpPr>
            <p:spPr>
              <a:xfrm>
                <a:off x="5757947" y="5025096"/>
                <a:ext cx="305990" cy="407190"/>
              </a:xfrm>
              <a:custGeom>
                <a:avLst/>
                <a:gdLst/>
                <a:ahLst/>
                <a:cxnLst/>
                <a:rect l="l" t="t" r="r" b="b"/>
                <a:pathLst>
                  <a:path w="305990" h="407190">
                    <a:moveTo>
                      <a:pt x="182622" y="407190"/>
                    </a:moveTo>
                    <a:lnTo>
                      <a:pt x="152814" y="344368"/>
                    </a:lnTo>
                    <a:lnTo>
                      <a:pt x="120558" y="359920"/>
                    </a:lnTo>
                    <a:lnTo>
                      <a:pt x="0" y="102692"/>
                    </a:lnTo>
                    <a:lnTo>
                      <a:pt x="209037" y="0"/>
                    </a:lnTo>
                    <a:lnTo>
                      <a:pt x="227175" y="38088"/>
                    </a:lnTo>
                    <a:lnTo>
                      <a:pt x="185728" y="58528"/>
                    </a:lnTo>
                    <a:lnTo>
                      <a:pt x="248719" y="191870"/>
                    </a:lnTo>
                    <a:lnTo>
                      <a:pt x="239232" y="196244"/>
                    </a:lnTo>
                    <a:lnTo>
                      <a:pt x="220972" y="204766"/>
                    </a:lnTo>
                    <a:lnTo>
                      <a:pt x="233587" y="231829"/>
                    </a:lnTo>
                    <a:lnTo>
                      <a:pt x="241099" y="247948"/>
                    </a:lnTo>
                    <a:lnTo>
                      <a:pt x="253217" y="273994"/>
                    </a:lnTo>
                    <a:lnTo>
                      <a:pt x="271297" y="265439"/>
                    </a:lnTo>
                    <a:lnTo>
                      <a:pt x="305990" y="342888"/>
                    </a:lnTo>
                    <a:lnTo>
                      <a:pt x="292358" y="349561"/>
                    </a:lnTo>
                    <a:lnTo>
                      <a:pt x="295007" y="354860"/>
                    </a:lnTo>
                    <a:lnTo>
                      <a:pt x="182622" y="4071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6" name="Контур"/>
              <p:cNvSpPr/>
              <p:nvPr/>
            </p:nvSpPr>
            <p:spPr>
              <a:xfrm>
                <a:off x="5438204" y="5135297"/>
                <a:ext cx="461104" cy="534450"/>
              </a:xfrm>
              <a:custGeom>
                <a:avLst/>
                <a:gdLst/>
                <a:ahLst/>
                <a:cxnLst/>
                <a:rect l="l" t="t" r="r" b="b"/>
                <a:pathLst>
                  <a:path w="461104" h="534450">
                    <a:moveTo>
                      <a:pt x="147002" y="534450"/>
                    </a:moveTo>
                    <a:lnTo>
                      <a:pt x="0" y="221413"/>
                    </a:lnTo>
                    <a:lnTo>
                      <a:pt x="51156" y="197658"/>
                    </a:lnTo>
                    <a:lnTo>
                      <a:pt x="19596" y="129675"/>
                    </a:lnTo>
                    <a:lnTo>
                      <a:pt x="191508" y="46770"/>
                    </a:lnTo>
                    <a:lnTo>
                      <a:pt x="185872" y="34880"/>
                    </a:lnTo>
                    <a:lnTo>
                      <a:pt x="211768" y="22712"/>
                    </a:lnTo>
                    <a:lnTo>
                      <a:pt x="218359" y="36887"/>
                    </a:lnTo>
                    <a:lnTo>
                      <a:pt x="240367" y="26691"/>
                    </a:lnTo>
                    <a:lnTo>
                      <a:pt x="298508" y="0"/>
                    </a:lnTo>
                    <a:lnTo>
                      <a:pt x="318304" y="43419"/>
                    </a:lnTo>
                    <a:lnTo>
                      <a:pt x="299714" y="52559"/>
                    </a:lnTo>
                    <a:lnTo>
                      <a:pt x="461104" y="384488"/>
                    </a:lnTo>
                    <a:lnTo>
                      <a:pt x="147002" y="5344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7" name="Контур"/>
              <p:cNvSpPr/>
              <p:nvPr/>
            </p:nvSpPr>
            <p:spPr>
              <a:xfrm>
                <a:off x="5415370" y="5722936"/>
                <a:ext cx="265870" cy="250540"/>
              </a:xfrm>
              <a:custGeom>
                <a:avLst/>
                <a:gdLst/>
                <a:ahLst/>
                <a:cxnLst/>
                <a:rect l="l" t="t" r="r" b="b"/>
                <a:pathLst>
                  <a:path w="265870" h="250540">
                    <a:moveTo>
                      <a:pt x="265870" y="47520"/>
                    </a:moveTo>
                    <a:lnTo>
                      <a:pt x="93842" y="198043"/>
                    </a:lnTo>
                    <a:lnTo>
                      <a:pt x="30718" y="250540"/>
                    </a:lnTo>
                    <a:lnTo>
                      <a:pt x="0" y="189193"/>
                    </a:lnTo>
                    <a:lnTo>
                      <a:pt x="52255" y="150528"/>
                    </a:lnTo>
                    <a:lnTo>
                      <a:pt x="224287" y="0"/>
                    </a:lnTo>
                    <a:lnTo>
                      <a:pt x="265870" y="475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8" name="Контур"/>
              <p:cNvSpPr/>
              <p:nvPr/>
            </p:nvSpPr>
            <p:spPr>
              <a:xfrm>
                <a:off x="5787633" y="5698579"/>
                <a:ext cx="132252" cy="131706"/>
              </a:xfrm>
              <a:custGeom>
                <a:avLst/>
                <a:gdLst/>
                <a:ahLst/>
                <a:cxnLst/>
                <a:rect l="l" t="t" r="r" b="b"/>
                <a:pathLst>
                  <a:path w="132252" h="131706">
                    <a:moveTo>
                      <a:pt x="76897" y="43488"/>
                    </a:moveTo>
                    <a:lnTo>
                      <a:pt x="74673" y="38573"/>
                    </a:lnTo>
                    <a:lnTo>
                      <a:pt x="29435" y="60478"/>
                    </a:lnTo>
                    <a:lnTo>
                      <a:pt x="54995" y="85615"/>
                    </a:lnTo>
                    <a:lnTo>
                      <a:pt x="61902" y="82490"/>
                    </a:lnTo>
                    <a:lnTo>
                      <a:pt x="68541" y="97164"/>
                    </a:lnTo>
                    <a:lnTo>
                      <a:pt x="79171" y="92355"/>
                    </a:lnTo>
                    <a:lnTo>
                      <a:pt x="75357" y="83926"/>
                    </a:lnTo>
                    <a:lnTo>
                      <a:pt x="95181" y="73689"/>
                    </a:lnTo>
                    <a:lnTo>
                      <a:pt x="110875" y="104080"/>
                    </a:lnTo>
                    <a:lnTo>
                      <a:pt x="57380" y="131706"/>
                    </a:lnTo>
                    <a:lnTo>
                      <a:pt x="43932" y="105664"/>
                    </a:lnTo>
                    <a:lnTo>
                      <a:pt x="26016" y="80808"/>
                    </a:lnTo>
                    <a:lnTo>
                      <a:pt x="11253" y="87488"/>
                    </a:lnTo>
                    <a:lnTo>
                      <a:pt x="0" y="59357"/>
                    </a:lnTo>
                    <a:lnTo>
                      <a:pt x="126354" y="0"/>
                    </a:lnTo>
                    <a:lnTo>
                      <a:pt x="132252" y="15609"/>
                    </a:lnTo>
                    <a:lnTo>
                      <a:pt x="76897" y="43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9" name="Контур"/>
              <p:cNvSpPr/>
              <p:nvPr/>
            </p:nvSpPr>
            <p:spPr>
              <a:xfrm>
                <a:off x="5772537" y="5789549"/>
                <a:ext cx="39412" cy="38154"/>
              </a:xfrm>
              <a:custGeom>
                <a:avLst/>
                <a:gdLst/>
                <a:ahLst/>
                <a:cxnLst/>
                <a:rect l="l" t="t" r="r" b="b"/>
                <a:pathLst>
                  <a:path w="39412" h="38154">
                    <a:moveTo>
                      <a:pt x="27925" y="0"/>
                    </a:moveTo>
                    <a:lnTo>
                      <a:pt x="39412" y="25390"/>
                    </a:lnTo>
                    <a:lnTo>
                      <a:pt x="11202" y="38154"/>
                    </a:lnTo>
                    <a:lnTo>
                      <a:pt x="0" y="13397"/>
                    </a:lnTo>
                    <a:lnTo>
                      <a:pt x="279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0" name="Контур"/>
              <p:cNvSpPr/>
              <p:nvPr/>
            </p:nvSpPr>
            <p:spPr>
              <a:xfrm>
                <a:off x="5293323" y="5798569"/>
                <a:ext cx="26371" cy="22047"/>
              </a:xfrm>
              <a:custGeom>
                <a:avLst/>
                <a:gdLst/>
                <a:ahLst/>
                <a:cxnLst/>
                <a:rect l="l" t="t" r="r" b="b"/>
                <a:pathLst>
                  <a:path w="26371" h="22047">
                    <a:moveTo>
                      <a:pt x="26371" y="11923"/>
                    </a:moveTo>
                    <a:lnTo>
                      <a:pt x="5894" y="22047"/>
                    </a:lnTo>
                    <a:lnTo>
                      <a:pt x="0" y="10123"/>
                    </a:lnTo>
                    <a:lnTo>
                      <a:pt x="20477" y="0"/>
                    </a:lnTo>
                    <a:lnTo>
                      <a:pt x="26371" y="119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1" name="Контур"/>
              <p:cNvSpPr/>
              <p:nvPr/>
            </p:nvSpPr>
            <p:spPr>
              <a:xfrm>
                <a:off x="5798886" y="5779387"/>
                <a:ext cx="32679" cy="35552"/>
              </a:xfrm>
              <a:custGeom>
                <a:avLst/>
                <a:gdLst/>
                <a:ahLst/>
                <a:cxnLst/>
                <a:rect l="l" t="t" r="r" b="b"/>
                <a:pathLst>
                  <a:path w="32679" h="35552">
                    <a:moveTo>
                      <a:pt x="0" y="6680"/>
                    </a:moveTo>
                    <a:lnTo>
                      <a:pt x="14763" y="0"/>
                    </a:lnTo>
                    <a:lnTo>
                      <a:pt x="32679" y="24856"/>
                    </a:lnTo>
                    <a:lnTo>
                      <a:pt x="13063" y="35552"/>
                    </a:lnTo>
                    <a:lnTo>
                      <a:pt x="1576" y="10162"/>
                    </a:lnTo>
                    <a:lnTo>
                      <a:pt x="0" y="66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2" name="Контур"/>
              <p:cNvSpPr/>
              <p:nvPr/>
            </p:nvSpPr>
            <p:spPr>
              <a:xfrm>
                <a:off x="5817068" y="5737152"/>
                <a:ext cx="59561" cy="58591"/>
              </a:xfrm>
              <a:custGeom>
                <a:avLst/>
                <a:gdLst/>
                <a:ahLst/>
                <a:cxnLst/>
                <a:rect l="l" t="t" r="r" b="b"/>
                <a:pathLst>
                  <a:path w="59561" h="58591">
                    <a:moveTo>
                      <a:pt x="45238" y="0"/>
                    </a:moveTo>
                    <a:lnTo>
                      <a:pt x="47462" y="4915"/>
                    </a:lnTo>
                    <a:lnTo>
                      <a:pt x="59561" y="31659"/>
                    </a:lnTo>
                    <a:lnTo>
                      <a:pt x="43097" y="39108"/>
                    </a:lnTo>
                    <a:lnTo>
                      <a:pt x="45922" y="45353"/>
                    </a:lnTo>
                    <a:lnTo>
                      <a:pt x="49736" y="53782"/>
                    </a:lnTo>
                    <a:lnTo>
                      <a:pt x="39106" y="58591"/>
                    </a:lnTo>
                    <a:lnTo>
                      <a:pt x="32467" y="43917"/>
                    </a:lnTo>
                    <a:lnTo>
                      <a:pt x="25560" y="47042"/>
                    </a:lnTo>
                    <a:lnTo>
                      <a:pt x="0" y="21905"/>
                    </a:lnTo>
                    <a:lnTo>
                      <a:pt x="4523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3" name="Контур"/>
              <p:cNvSpPr/>
              <p:nvPr/>
            </p:nvSpPr>
            <p:spPr>
              <a:xfrm>
                <a:off x="5471914" y="6196226"/>
                <a:ext cx="31916" cy="33320"/>
              </a:xfrm>
              <a:custGeom>
                <a:avLst/>
                <a:gdLst/>
                <a:ahLst/>
                <a:cxnLst/>
                <a:rect l="l" t="t" r="r" b="b"/>
                <a:pathLst>
                  <a:path w="31916" h="33320">
                    <a:moveTo>
                      <a:pt x="0" y="10696"/>
                    </a:moveTo>
                    <a:lnTo>
                      <a:pt x="19516" y="0"/>
                    </a:lnTo>
                    <a:lnTo>
                      <a:pt x="31916" y="22623"/>
                    </a:lnTo>
                    <a:lnTo>
                      <a:pt x="12400" y="33320"/>
                    </a:lnTo>
                    <a:lnTo>
                      <a:pt x="0" y="106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4" name="Контур"/>
              <p:cNvSpPr/>
              <p:nvPr/>
            </p:nvSpPr>
            <p:spPr>
              <a:xfrm>
                <a:off x="5444436" y="6200632"/>
                <a:ext cx="22568" cy="21555"/>
              </a:xfrm>
              <a:custGeom>
                <a:avLst/>
                <a:gdLst/>
                <a:ahLst/>
                <a:cxnLst/>
                <a:rect l="l" t="t" r="r" b="b"/>
                <a:pathLst>
                  <a:path w="22568" h="21555">
                    <a:moveTo>
                      <a:pt x="0" y="7318"/>
                    </a:moveTo>
                    <a:lnTo>
                      <a:pt x="16094" y="0"/>
                    </a:lnTo>
                    <a:lnTo>
                      <a:pt x="22568" y="14237"/>
                    </a:lnTo>
                    <a:lnTo>
                      <a:pt x="6474" y="21555"/>
                    </a:lnTo>
                    <a:lnTo>
                      <a:pt x="0" y="73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5" name="Контур"/>
              <p:cNvSpPr/>
              <p:nvPr/>
            </p:nvSpPr>
            <p:spPr>
              <a:xfrm>
                <a:off x="5744364" y="6003201"/>
                <a:ext cx="104382" cy="96804"/>
              </a:xfrm>
              <a:custGeom>
                <a:avLst/>
                <a:gdLst/>
                <a:ahLst/>
                <a:cxnLst/>
                <a:rect l="l" t="t" r="r" b="b"/>
                <a:pathLst>
                  <a:path w="104382" h="96804">
                    <a:moveTo>
                      <a:pt x="0" y="46717"/>
                    </a:moveTo>
                    <a:lnTo>
                      <a:pt x="71785" y="0"/>
                    </a:lnTo>
                    <a:lnTo>
                      <a:pt x="98462" y="40841"/>
                    </a:lnTo>
                    <a:lnTo>
                      <a:pt x="104382" y="50087"/>
                    </a:lnTo>
                    <a:lnTo>
                      <a:pt x="32597" y="96804"/>
                    </a:lnTo>
                    <a:lnTo>
                      <a:pt x="0" y="467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6" name="Контур"/>
              <p:cNvSpPr/>
              <p:nvPr/>
            </p:nvSpPr>
            <p:spPr>
              <a:xfrm>
                <a:off x="5385057" y="5989763"/>
                <a:ext cx="45139" cy="31027"/>
              </a:xfrm>
              <a:custGeom>
                <a:avLst/>
                <a:gdLst/>
                <a:ahLst/>
                <a:cxnLst/>
                <a:rect l="l" t="t" r="r" b="b"/>
                <a:pathLst>
                  <a:path w="45139" h="31027">
                    <a:moveTo>
                      <a:pt x="5707" y="31027"/>
                    </a:moveTo>
                    <a:lnTo>
                      <a:pt x="0" y="19325"/>
                    </a:lnTo>
                    <a:lnTo>
                      <a:pt x="2942" y="17847"/>
                    </a:lnTo>
                    <a:lnTo>
                      <a:pt x="39437" y="0"/>
                    </a:lnTo>
                    <a:lnTo>
                      <a:pt x="45139" y="11664"/>
                    </a:lnTo>
                    <a:lnTo>
                      <a:pt x="5707" y="310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7" name="Контур"/>
              <p:cNvSpPr/>
              <p:nvPr/>
            </p:nvSpPr>
            <p:spPr>
              <a:xfrm>
                <a:off x="5689313" y="5848177"/>
                <a:ext cx="215976" cy="163099"/>
              </a:xfrm>
              <a:custGeom>
                <a:avLst/>
                <a:gdLst/>
                <a:ahLst/>
                <a:cxnLst/>
                <a:rect l="l" t="t" r="r" b="b"/>
                <a:pathLst>
                  <a:path w="215976" h="163099">
                    <a:moveTo>
                      <a:pt x="197559" y="0"/>
                    </a:moveTo>
                    <a:lnTo>
                      <a:pt x="215976" y="39399"/>
                    </a:lnTo>
                    <a:lnTo>
                      <a:pt x="23477" y="163099"/>
                    </a:lnTo>
                    <a:lnTo>
                      <a:pt x="0" y="126403"/>
                    </a:lnTo>
                    <a:lnTo>
                      <a:pt x="19755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8" name="Контур"/>
              <p:cNvSpPr/>
              <p:nvPr/>
            </p:nvSpPr>
            <p:spPr>
              <a:xfrm>
                <a:off x="5299217" y="5792291"/>
                <a:ext cx="149088" cy="215319"/>
              </a:xfrm>
              <a:custGeom>
                <a:avLst/>
                <a:gdLst/>
                <a:ahLst/>
                <a:cxnLst/>
                <a:rect l="l" t="t" r="r" b="b"/>
                <a:pathLst>
                  <a:path w="149088" h="215319">
                    <a:moveTo>
                      <a:pt x="20477" y="18201"/>
                    </a:moveTo>
                    <a:lnTo>
                      <a:pt x="57293" y="0"/>
                    </a:lnTo>
                    <a:lnTo>
                      <a:pt x="116153" y="119838"/>
                    </a:lnTo>
                    <a:lnTo>
                      <a:pt x="146871" y="181185"/>
                    </a:lnTo>
                    <a:lnTo>
                      <a:pt x="149088" y="185753"/>
                    </a:lnTo>
                    <a:lnTo>
                      <a:pt x="125277" y="197472"/>
                    </a:lnTo>
                    <a:lnTo>
                      <a:pt x="88782" y="215319"/>
                    </a:lnTo>
                    <a:lnTo>
                      <a:pt x="0" y="28325"/>
                    </a:lnTo>
                    <a:lnTo>
                      <a:pt x="20477" y="182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9" name="Контур"/>
              <p:cNvSpPr/>
              <p:nvPr/>
            </p:nvSpPr>
            <p:spPr>
              <a:xfrm>
                <a:off x="4431845" y="5826243"/>
                <a:ext cx="36580" cy="39180"/>
              </a:xfrm>
              <a:custGeom>
                <a:avLst/>
                <a:gdLst/>
                <a:ahLst/>
                <a:cxnLst/>
                <a:rect l="l" t="t" r="r" b="b"/>
                <a:pathLst>
                  <a:path w="36580" h="39180">
                    <a:moveTo>
                      <a:pt x="18290" y="39180"/>
                    </a:moveTo>
                    <a:lnTo>
                      <a:pt x="0" y="12572"/>
                    </a:lnTo>
                    <a:lnTo>
                      <a:pt x="18290" y="0"/>
                    </a:lnTo>
                    <a:lnTo>
                      <a:pt x="36580" y="26608"/>
                    </a:lnTo>
                    <a:lnTo>
                      <a:pt x="18290" y="391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0" name="Контур"/>
              <p:cNvSpPr/>
              <p:nvPr/>
            </p:nvSpPr>
            <p:spPr>
              <a:xfrm>
                <a:off x="4978558" y="5582742"/>
                <a:ext cx="41126" cy="42588"/>
              </a:xfrm>
              <a:custGeom>
                <a:avLst/>
                <a:gdLst/>
                <a:ahLst/>
                <a:cxnLst/>
                <a:rect l="l" t="t" r="r" b="b"/>
                <a:pathLst>
                  <a:path w="41126" h="42588">
                    <a:moveTo>
                      <a:pt x="16730" y="42588"/>
                    </a:moveTo>
                    <a:lnTo>
                      <a:pt x="0" y="14565"/>
                    </a:lnTo>
                    <a:lnTo>
                      <a:pt x="24397" y="0"/>
                    </a:lnTo>
                    <a:lnTo>
                      <a:pt x="41126" y="28024"/>
                    </a:lnTo>
                    <a:lnTo>
                      <a:pt x="16730" y="42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1" name="Контур"/>
              <p:cNvSpPr/>
              <p:nvPr/>
            </p:nvSpPr>
            <p:spPr>
              <a:xfrm>
                <a:off x="5185097" y="5509468"/>
                <a:ext cx="52647" cy="55384"/>
              </a:xfrm>
              <a:custGeom>
                <a:avLst/>
                <a:gdLst/>
                <a:ahLst/>
                <a:cxnLst/>
                <a:rect l="l" t="t" r="r" b="b"/>
                <a:pathLst>
                  <a:path w="52647" h="55384">
                    <a:moveTo>
                      <a:pt x="0" y="16454"/>
                    </a:moveTo>
                    <a:lnTo>
                      <a:pt x="33560" y="0"/>
                    </a:lnTo>
                    <a:lnTo>
                      <a:pt x="52647" y="38929"/>
                    </a:lnTo>
                    <a:lnTo>
                      <a:pt x="19086" y="55384"/>
                    </a:lnTo>
                    <a:lnTo>
                      <a:pt x="0" y="164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2" name="Контур"/>
              <p:cNvSpPr/>
              <p:nvPr/>
            </p:nvSpPr>
            <p:spPr>
              <a:xfrm>
                <a:off x="4737704" y="5289532"/>
                <a:ext cx="66407" cy="53244"/>
              </a:xfrm>
              <a:custGeom>
                <a:avLst/>
                <a:gdLst/>
                <a:ahLst/>
                <a:cxnLst/>
                <a:rect l="l" t="t" r="r" b="b"/>
                <a:pathLst>
                  <a:path w="66407" h="53244">
                    <a:moveTo>
                      <a:pt x="52943" y="0"/>
                    </a:moveTo>
                    <a:lnTo>
                      <a:pt x="59630" y="9985"/>
                    </a:lnTo>
                    <a:lnTo>
                      <a:pt x="66407" y="20107"/>
                    </a:lnTo>
                    <a:lnTo>
                      <a:pt x="12230" y="53244"/>
                    </a:lnTo>
                    <a:lnTo>
                      <a:pt x="0" y="33060"/>
                    </a:lnTo>
                    <a:lnTo>
                      <a:pt x="5491" y="29594"/>
                    </a:lnTo>
                    <a:lnTo>
                      <a:pt x="36523" y="10024"/>
                    </a:lnTo>
                    <a:lnTo>
                      <a:pt x="529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3" name="Контур"/>
              <p:cNvSpPr/>
              <p:nvPr/>
            </p:nvSpPr>
            <p:spPr>
              <a:xfrm>
                <a:off x="5103391" y="5405834"/>
                <a:ext cx="32325" cy="35092"/>
              </a:xfrm>
              <a:custGeom>
                <a:avLst/>
                <a:gdLst/>
                <a:ahLst/>
                <a:cxnLst/>
                <a:rect l="l" t="t" r="r" b="b"/>
                <a:pathLst>
                  <a:path w="32325" h="35092">
                    <a:moveTo>
                      <a:pt x="19904" y="0"/>
                    </a:moveTo>
                    <a:lnTo>
                      <a:pt x="32325" y="25334"/>
                    </a:lnTo>
                    <a:lnTo>
                      <a:pt x="12422" y="35092"/>
                    </a:lnTo>
                    <a:lnTo>
                      <a:pt x="0" y="9758"/>
                    </a:lnTo>
                    <a:lnTo>
                      <a:pt x="199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4" name="Контур"/>
              <p:cNvSpPr/>
              <p:nvPr/>
            </p:nvSpPr>
            <p:spPr>
              <a:xfrm>
                <a:off x="4603044" y="5077331"/>
                <a:ext cx="171183" cy="241795"/>
              </a:xfrm>
              <a:custGeom>
                <a:avLst/>
                <a:gdLst/>
                <a:ahLst/>
                <a:cxnLst/>
                <a:rect l="l" t="t" r="r" b="b"/>
                <a:pathLst>
                  <a:path w="171183" h="241795">
                    <a:moveTo>
                      <a:pt x="27255" y="2390"/>
                    </a:moveTo>
                    <a:lnTo>
                      <a:pt x="31042" y="0"/>
                    </a:lnTo>
                    <a:lnTo>
                      <a:pt x="70848" y="63125"/>
                    </a:lnTo>
                    <a:lnTo>
                      <a:pt x="171183" y="222225"/>
                    </a:lnTo>
                    <a:lnTo>
                      <a:pt x="140151" y="241795"/>
                    </a:lnTo>
                    <a:lnTo>
                      <a:pt x="131127" y="227481"/>
                    </a:lnTo>
                    <a:lnTo>
                      <a:pt x="0" y="19574"/>
                    </a:lnTo>
                    <a:lnTo>
                      <a:pt x="27255" y="23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5" name="Контур"/>
              <p:cNvSpPr/>
              <p:nvPr/>
            </p:nvSpPr>
            <p:spPr>
              <a:xfrm>
                <a:off x="4617785" y="5791984"/>
                <a:ext cx="401871" cy="281376"/>
              </a:xfrm>
              <a:custGeom>
                <a:avLst/>
                <a:gdLst/>
                <a:ahLst/>
                <a:cxnLst/>
                <a:rect l="l" t="t" r="r" b="b"/>
                <a:pathLst>
                  <a:path w="401871" h="281376">
                    <a:moveTo>
                      <a:pt x="370119" y="0"/>
                    </a:moveTo>
                    <a:lnTo>
                      <a:pt x="395703" y="41107"/>
                    </a:lnTo>
                    <a:lnTo>
                      <a:pt x="401871" y="51019"/>
                    </a:lnTo>
                    <a:lnTo>
                      <a:pt x="224946" y="160980"/>
                    </a:lnTo>
                    <a:lnTo>
                      <a:pt x="78622" y="252176"/>
                    </a:lnTo>
                    <a:lnTo>
                      <a:pt x="31699" y="281376"/>
                    </a:lnTo>
                    <a:lnTo>
                      <a:pt x="0" y="230548"/>
                    </a:lnTo>
                    <a:lnTo>
                      <a:pt x="249922" y="74803"/>
                    </a:lnTo>
                    <a:lnTo>
                      <a:pt x="37011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6" name="Контур"/>
              <p:cNvSpPr/>
              <p:nvPr/>
            </p:nvSpPr>
            <p:spPr>
              <a:xfrm>
                <a:off x="4541499" y="5647432"/>
                <a:ext cx="519893" cy="383968"/>
              </a:xfrm>
              <a:custGeom>
                <a:avLst/>
                <a:gdLst/>
                <a:ahLst/>
                <a:cxnLst/>
                <a:rect l="l" t="t" r="r" b="b"/>
                <a:pathLst>
                  <a:path w="519893" h="383968">
                    <a:moveTo>
                      <a:pt x="62482" y="383968"/>
                    </a:moveTo>
                    <a:lnTo>
                      <a:pt x="0" y="285254"/>
                    </a:lnTo>
                    <a:lnTo>
                      <a:pt x="458395" y="0"/>
                    </a:lnTo>
                    <a:lnTo>
                      <a:pt x="519893" y="98812"/>
                    </a:lnTo>
                    <a:lnTo>
                      <a:pt x="446405" y="144552"/>
                    </a:lnTo>
                    <a:lnTo>
                      <a:pt x="326208" y="219355"/>
                    </a:lnTo>
                    <a:lnTo>
                      <a:pt x="76286" y="375100"/>
                    </a:lnTo>
                    <a:lnTo>
                      <a:pt x="62482" y="3839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7" name="Контур"/>
              <p:cNvSpPr/>
              <p:nvPr/>
            </p:nvSpPr>
            <p:spPr>
              <a:xfrm>
                <a:off x="4115177" y="5885913"/>
                <a:ext cx="123506" cy="112861"/>
              </a:xfrm>
              <a:custGeom>
                <a:avLst/>
                <a:gdLst/>
                <a:ahLst/>
                <a:cxnLst/>
                <a:rect l="l" t="t" r="r" b="b"/>
                <a:pathLst>
                  <a:path w="123506" h="112861">
                    <a:moveTo>
                      <a:pt x="86061" y="0"/>
                    </a:moveTo>
                    <a:lnTo>
                      <a:pt x="123506" y="58788"/>
                    </a:lnTo>
                    <a:lnTo>
                      <a:pt x="37047" y="112861"/>
                    </a:lnTo>
                    <a:lnTo>
                      <a:pt x="0" y="55903"/>
                    </a:lnTo>
                    <a:lnTo>
                      <a:pt x="44938" y="26911"/>
                    </a:lnTo>
                    <a:lnTo>
                      <a:pt x="860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8" name="Контур"/>
              <p:cNvSpPr/>
              <p:nvPr/>
            </p:nvSpPr>
            <p:spPr>
              <a:xfrm>
                <a:off x="4285830" y="5772987"/>
                <a:ext cx="139164" cy="141518"/>
              </a:xfrm>
              <a:custGeom>
                <a:avLst/>
                <a:gdLst/>
                <a:ahLst/>
                <a:cxnLst/>
                <a:rect l="l" t="t" r="r" b="b"/>
                <a:pathLst>
                  <a:path w="139164" h="141518">
                    <a:moveTo>
                      <a:pt x="0" y="66674"/>
                    </a:moveTo>
                    <a:lnTo>
                      <a:pt x="105189" y="0"/>
                    </a:lnTo>
                    <a:lnTo>
                      <a:pt x="139164" y="50659"/>
                    </a:lnTo>
                    <a:lnTo>
                      <a:pt x="116296" y="66347"/>
                    </a:lnTo>
                    <a:lnTo>
                      <a:pt x="130017" y="90532"/>
                    </a:lnTo>
                    <a:lnTo>
                      <a:pt x="48348" y="141518"/>
                    </a:lnTo>
                    <a:lnTo>
                      <a:pt x="0" y="666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9" name="Контур"/>
              <p:cNvSpPr/>
              <p:nvPr/>
            </p:nvSpPr>
            <p:spPr>
              <a:xfrm>
                <a:off x="4987904" y="5746244"/>
                <a:ext cx="199401" cy="248564"/>
              </a:xfrm>
              <a:custGeom>
                <a:avLst/>
                <a:gdLst/>
                <a:ahLst/>
                <a:cxnLst/>
                <a:rect l="l" t="t" r="r" b="b"/>
                <a:pathLst>
                  <a:path w="199401" h="248564">
                    <a:moveTo>
                      <a:pt x="199401" y="203252"/>
                    </a:moveTo>
                    <a:lnTo>
                      <a:pt x="129312" y="246783"/>
                    </a:lnTo>
                    <a:lnTo>
                      <a:pt x="126441" y="248564"/>
                    </a:lnTo>
                    <a:lnTo>
                      <a:pt x="31752" y="96759"/>
                    </a:lnTo>
                    <a:lnTo>
                      <a:pt x="25584" y="86847"/>
                    </a:lnTo>
                    <a:lnTo>
                      <a:pt x="0" y="45740"/>
                    </a:lnTo>
                    <a:lnTo>
                      <a:pt x="73488" y="0"/>
                    </a:lnTo>
                    <a:lnTo>
                      <a:pt x="199401" y="2032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0" name="Контур"/>
              <p:cNvSpPr/>
              <p:nvPr/>
            </p:nvSpPr>
            <p:spPr>
              <a:xfrm>
                <a:off x="4219950" y="5850168"/>
                <a:ext cx="60274" cy="57194"/>
              </a:xfrm>
              <a:custGeom>
                <a:avLst/>
                <a:gdLst/>
                <a:ahLst/>
                <a:cxnLst/>
                <a:rect l="l" t="t" r="r" b="b"/>
                <a:pathLst>
                  <a:path w="60274" h="57194">
                    <a:moveTo>
                      <a:pt x="0" y="24029"/>
                    </a:moveTo>
                    <a:lnTo>
                      <a:pt x="40687" y="0"/>
                    </a:lnTo>
                    <a:lnTo>
                      <a:pt x="60274" y="33166"/>
                    </a:lnTo>
                    <a:lnTo>
                      <a:pt x="19588" y="57194"/>
                    </a:lnTo>
                    <a:lnTo>
                      <a:pt x="0" y="240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1" name="Контур"/>
              <p:cNvSpPr/>
              <p:nvPr/>
            </p:nvSpPr>
            <p:spPr>
              <a:xfrm>
                <a:off x="4133222" y="6109124"/>
                <a:ext cx="219220" cy="168551"/>
              </a:xfrm>
              <a:custGeom>
                <a:avLst/>
                <a:gdLst/>
                <a:ahLst/>
                <a:cxnLst/>
                <a:rect l="l" t="t" r="r" b="b"/>
                <a:pathLst>
                  <a:path w="219220" h="168551">
                    <a:moveTo>
                      <a:pt x="27403" y="168551"/>
                    </a:moveTo>
                    <a:lnTo>
                      <a:pt x="0" y="119559"/>
                    </a:lnTo>
                    <a:lnTo>
                      <a:pt x="181037" y="0"/>
                    </a:lnTo>
                    <a:lnTo>
                      <a:pt x="219220" y="57082"/>
                    </a:lnTo>
                    <a:lnTo>
                      <a:pt x="209112" y="64273"/>
                    </a:lnTo>
                    <a:lnTo>
                      <a:pt x="217872" y="77983"/>
                    </a:lnTo>
                    <a:lnTo>
                      <a:pt x="191592" y="93714"/>
                    </a:lnTo>
                    <a:lnTo>
                      <a:pt x="181934" y="78657"/>
                    </a:lnTo>
                    <a:lnTo>
                      <a:pt x="27403" y="1685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2" name="Контур"/>
              <p:cNvSpPr/>
              <p:nvPr/>
            </p:nvSpPr>
            <p:spPr>
              <a:xfrm>
                <a:off x="5141477" y="6134300"/>
                <a:ext cx="85609" cy="134977"/>
              </a:xfrm>
              <a:custGeom>
                <a:avLst/>
                <a:gdLst/>
                <a:ahLst/>
                <a:cxnLst/>
                <a:rect l="l" t="t" r="r" b="b"/>
                <a:pathLst>
                  <a:path w="85609" h="134977">
                    <a:moveTo>
                      <a:pt x="0" y="8942"/>
                    </a:moveTo>
                    <a:lnTo>
                      <a:pt x="16248" y="0"/>
                    </a:lnTo>
                    <a:lnTo>
                      <a:pt x="85609" y="126035"/>
                    </a:lnTo>
                    <a:lnTo>
                      <a:pt x="69360" y="134977"/>
                    </a:lnTo>
                    <a:lnTo>
                      <a:pt x="0" y="89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3" name="Контур"/>
              <p:cNvSpPr/>
              <p:nvPr/>
            </p:nvSpPr>
            <p:spPr>
              <a:xfrm>
                <a:off x="4340404" y="6113883"/>
                <a:ext cx="59867" cy="64986"/>
              </a:xfrm>
              <a:custGeom>
                <a:avLst/>
                <a:gdLst/>
                <a:ahLst/>
                <a:cxnLst/>
                <a:rect l="l" t="t" r="r" b="b"/>
                <a:pathLst>
                  <a:path w="59867" h="64986">
                    <a:moveTo>
                      <a:pt x="29192" y="64986"/>
                    </a:moveTo>
                    <a:lnTo>
                      <a:pt x="0" y="19831"/>
                    </a:lnTo>
                    <a:lnTo>
                      <a:pt x="30674" y="0"/>
                    </a:lnTo>
                    <a:lnTo>
                      <a:pt x="59867" y="45155"/>
                    </a:lnTo>
                    <a:lnTo>
                      <a:pt x="29192" y="649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4" name="Контур"/>
              <p:cNvSpPr/>
              <p:nvPr/>
            </p:nvSpPr>
            <p:spPr>
              <a:xfrm>
                <a:off x="4414313" y="5932686"/>
                <a:ext cx="220584" cy="307267"/>
              </a:xfrm>
              <a:custGeom>
                <a:avLst/>
                <a:gdLst/>
                <a:ahLst/>
                <a:cxnLst/>
                <a:rect l="l" t="t" r="r" b="b"/>
                <a:pathLst>
                  <a:path w="220584" h="307267">
                    <a:moveTo>
                      <a:pt x="0" y="81706"/>
                    </a:moveTo>
                    <a:lnTo>
                      <a:pt x="118719" y="5438"/>
                    </a:lnTo>
                    <a:lnTo>
                      <a:pt x="127186" y="0"/>
                    </a:lnTo>
                    <a:lnTo>
                      <a:pt x="189668" y="98714"/>
                    </a:lnTo>
                    <a:lnTo>
                      <a:pt x="197093" y="110274"/>
                    </a:lnTo>
                    <a:lnTo>
                      <a:pt x="168640" y="128482"/>
                    </a:lnTo>
                    <a:lnTo>
                      <a:pt x="146270" y="142922"/>
                    </a:lnTo>
                    <a:lnTo>
                      <a:pt x="155507" y="156929"/>
                    </a:lnTo>
                    <a:lnTo>
                      <a:pt x="220584" y="258606"/>
                    </a:lnTo>
                    <a:lnTo>
                      <a:pt x="144831" y="307267"/>
                    </a:lnTo>
                    <a:lnTo>
                      <a:pt x="0" y="817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5" name="Контур"/>
              <p:cNvSpPr/>
              <p:nvPr/>
            </p:nvSpPr>
            <p:spPr>
              <a:xfrm>
                <a:off x="4696407" y="5952964"/>
                <a:ext cx="168310" cy="126103"/>
              </a:xfrm>
              <a:custGeom>
                <a:avLst/>
                <a:gdLst/>
                <a:ahLst/>
                <a:cxnLst/>
                <a:rect l="l" t="t" r="r" b="b"/>
                <a:pathLst>
                  <a:path w="168310" h="126103">
                    <a:moveTo>
                      <a:pt x="21722" y="126103"/>
                    </a:moveTo>
                    <a:lnTo>
                      <a:pt x="0" y="91196"/>
                    </a:lnTo>
                    <a:lnTo>
                      <a:pt x="146324" y="0"/>
                    </a:lnTo>
                    <a:lnTo>
                      <a:pt x="168310" y="34882"/>
                    </a:lnTo>
                    <a:lnTo>
                      <a:pt x="21722" y="1261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6" name="Контур"/>
              <p:cNvSpPr/>
              <p:nvPr/>
            </p:nvSpPr>
            <p:spPr>
              <a:xfrm>
                <a:off x="4560583" y="6061168"/>
                <a:ext cx="31328" cy="28447"/>
              </a:xfrm>
              <a:custGeom>
                <a:avLst/>
                <a:gdLst/>
                <a:ahLst/>
                <a:cxnLst/>
                <a:rect l="l" t="t" r="r" b="b"/>
                <a:pathLst>
                  <a:path w="31328" h="28447">
                    <a:moveTo>
                      <a:pt x="22370" y="0"/>
                    </a:moveTo>
                    <a:lnTo>
                      <a:pt x="31328" y="13615"/>
                    </a:lnTo>
                    <a:lnTo>
                      <a:pt x="9237" y="28447"/>
                    </a:lnTo>
                    <a:lnTo>
                      <a:pt x="0" y="14440"/>
                    </a:lnTo>
                    <a:lnTo>
                      <a:pt x="2237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7" name="Контур"/>
              <p:cNvSpPr/>
              <p:nvPr/>
            </p:nvSpPr>
            <p:spPr>
              <a:xfrm>
                <a:off x="3959962" y="5495466"/>
                <a:ext cx="65150" cy="74830"/>
              </a:xfrm>
              <a:custGeom>
                <a:avLst/>
                <a:gdLst/>
                <a:ahLst/>
                <a:cxnLst/>
                <a:rect l="l" t="t" r="r" b="b"/>
                <a:pathLst>
                  <a:path w="65150" h="74830">
                    <a:moveTo>
                      <a:pt x="34453" y="0"/>
                    </a:moveTo>
                    <a:lnTo>
                      <a:pt x="65150" y="46072"/>
                    </a:lnTo>
                    <a:lnTo>
                      <a:pt x="21988" y="74830"/>
                    </a:lnTo>
                    <a:lnTo>
                      <a:pt x="0" y="41830"/>
                    </a:lnTo>
                    <a:lnTo>
                      <a:pt x="9422" y="35552"/>
                    </a:lnTo>
                    <a:lnTo>
                      <a:pt x="713" y="22482"/>
                    </a:lnTo>
                    <a:lnTo>
                      <a:pt x="3445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8" name="Контур"/>
              <p:cNvSpPr/>
              <p:nvPr/>
            </p:nvSpPr>
            <p:spPr>
              <a:xfrm>
                <a:off x="3822244" y="5257787"/>
                <a:ext cx="310597" cy="231462"/>
              </a:xfrm>
              <a:custGeom>
                <a:avLst/>
                <a:gdLst/>
                <a:ahLst/>
                <a:cxnLst/>
                <a:rect l="l" t="t" r="r" b="b"/>
                <a:pathLst>
                  <a:path w="310597" h="231462">
                    <a:moveTo>
                      <a:pt x="310597" y="54269"/>
                    </a:moveTo>
                    <a:lnTo>
                      <a:pt x="31954" y="231462"/>
                    </a:lnTo>
                    <a:lnTo>
                      <a:pt x="0" y="182684"/>
                    </a:lnTo>
                    <a:lnTo>
                      <a:pt x="20530" y="169166"/>
                    </a:lnTo>
                    <a:lnTo>
                      <a:pt x="46916" y="151649"/>
                    </a:lnTo>
                    <a:lnTo>
                      <a:pt x="120096" y="103653"/>
                    </a:lnTo>
                    <a:lnTo>
                      <a:pt x="145187" y="86146"/>
                    </a:lnTo>
                    <a:lnTo>
                      <a:pt x="276162" y="0"/>
                    </a:lnTo>
                    <a:lnTo>
                      <a:pt x="310597" y="542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9" name="Контур"/>
              <p:cNvSpPr/>
              <p:nvPr/>
            </p:nvSpPr>
            <p:spPr>
              <a:xfrm>
                <a:off x="3763821" y="5268527"/>
                <a:ext cx="35746" cy="38469"/>
              </a:xfrm>
              <a:custGeom>
                <a:avLst/>
                <a:gdLst/>
                <a:ahLst/>
                <a:cxnLst/>
                <a:rect l="l" t="t" r="r" b="b"/>
                <a:pathLst>
                  <a:path w="35746" h="38469">
                    <a:moveTo>
                      <a:pt x="0" y="12082"/>
                    </a:moveTo>
                    <a:lnTo>
                      <a:pt x="17077" y="0"/>
                    </a:lnTo>
                    <a:lnTo>
                      <a:pt x="35746" y="26387"/>
                    </a:lnTo>
                    <a:lnTo>
                      <a:pt x="18669" y="38469"/>
                    </a:lnTo>
                    <a:lnTo>
                      <a:pt x="0" y="120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0" name="Контур"/>
              <p:cNvSpPr/>
              <p:nvPr/>
            </p:nvSpPr>
            <p:spPr>
              <a:xfrm>
                <a:off x="3774338" y="5348900"/>
                <a:ext cx="68436" cy="91571"/>
              </a:xfrm>
              <a:custGeom>
                <a:avLst/>
                <a:gdLst/>
                <a:ahLst/>
                <a:cxnLst/>
                <a:rect l="l" t="t" r="r" b="b"/>
                <a:pathLst>
                  <a:path w="68436" h="91571">
                    <a:moveTo>
                      <a:pt x="47906" y="91571"/>
                    </a:moveTo>
                    <a:lnTo>
                      <a:pt x="0" y="13961"/>
                    </a:lnTo>
                    <a:lnTo>
                      <a:pt x="21341" y="0"/>
                    </a:lnTo>
                    <a:lnTo>
                      <a:pt x="68436" y="78053"/>
                    </a:lnTo>
                    <a:lnTo>
                      <a:pt x="47906" y="915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1" name="Контур"/>
              <p:cNvSpPr/>
              <p:nvPr/>
            </p:nvSpPr>
            <p:spPr>
              <a:xfrm>
                <a:off x="3807784" y="5014543"/>
                <a:ext cx="442851" cy="313582"/>
              </a:xfrm>
              <a:custGeom>
                <a:avLst/>
                <a:gdLst/>
                <a:ahLst/>
                <a:cxnLst/>
                <a:rect l="l" t="t" r="r" b="b"/>
                <a:pathLst>
                  <a:path w="442851" h="313582">
                    <a:moveTo>
                      <a:pt x="229201" y="13540"/>
                    </a:moveTo>
                    <a:lnTo>
                      <a:pt x="285025" y="91300"/>
                    </a:lnTo>
                    <a:lnTo>
                      <a:pt x="397641" y="12013"/>
                    </a:lnTo>
                    <a:lnTo>
                      <a:pt x="442851" y="73822"/>
                    </a:lnTo>
                    <a:lnTo>
                      <a:pt x="136401" y="296074"/>
                    </a:lnTo>
                    <a:lnTo>
                      <a:pt x="111310" y="313582"/>
                    </a:lnTo>
                    <a:lnTo>
                      <a:pt x="0" y="161274"/>
                    </a:lnTo>
                    <a:lnTo>
                      <a:pt x="220290" y="0"/>
                    </a:lnTo>
                    <a:lnTo>
                      <a:pt x="229201" y="135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2" name="Контур"/>
              <p:cNvSpPr/>
              <p:nvPr/>
            </p:nvSpPr>
            <p:spPr>
              <a:xfrm>
                <a:off x="4098406" y="5069512"/>
                <a:ext cx="306170" cy="242544"/>
              </a:xfrm>
              <a:custGeom>
                <a:avLst/>
                <a:gdLst/>
                <a:ahLst/>
                <a:cxnLst/>
                <a:rect l="l" t="t" r="r" b="b"/>
                <a:pathLst>
                  <a:path w="306170" h="242544">
                    <a:moveTo>
                      <a:pt x="0" y="188275"/>
                    </a:moveTo>
                    <a:lnTo>
                      <a:pt x="259975" y="0"/>
                    </a:lnTo>
                    <a:lnTo>
                      <a:pt x="306170" y="63265"/>
                    </a:lnTo>
                    <a:lnTo>
                      <a:pt x="34435" y="242544"/>
                    </a:lnTo>
                    <a:lnTo>
                      <a:pt x="0" y="1882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3" name="Контур"/>
              <p:cNvSpPr/>
              <p:nvPr/>
            </p:nvSpPr>
            <p:spPr>
              <a:xfrm>
                <a:off x="3768809" y="5662561"/>
                <a:ext cx="243120" cy="216975"/>
              </a:xfrm>
              <a:custGeom>
                <a:avLst/>
                <a:gdLst/>
                <a:ahLst/>
                <a:cxnLst/>
                <a:rect l="l" t="t" r="r" b="b"/>
                <a:pathLst>
                  <a:path w="243120" h="216975">
                    <a:moveTo>
                      <a:pt x="0" y="111831"/>
                    </a:moveTo>
                    <a:lnTo>
                      <a:pt x="176496" y="0"/>
                    </a:lnTo>
                    <a:lnTo>
                      <a:pt x="243120" y="105154"/>
                    </a:lnTo>
                    <a:lnTo>
                      <a:pt x="66600" y="216975"/>
                    </a:lnTo>
                    <a:lnTo>
                      <a:pt x="0" y="1118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4" name="Контур"/>
              <p:cNvSpPr/>
              <p:nvPr/>
            </p:nvSpPr>
            <p:spPr>
              <a:xfrm>
                <a:off x="3399960" y="5449897"/>
                <a:ext cx="453012" cy="351307"/>
              </a:xfrm>
              <a:custGeom>
                <a:avLst/>
                <a:gdLst/>
                <a:ahLst/>
                <a:cxnLst/>
                <a:rect l="l" t="t" r="r" b="b"/>
                <a:pathLst>
                  <a:path w="453012" h="351307">
                    <a:moveTo>
                      <a:pt x="186948" y="351307"/>
                    </a:moveTo>
                    <a:lnTo>
                      <a:pt x="132579" y="266727"/>
                    </a:lnTo>
                    <a:lnTo>
                      <a:pt x="129588" y="268651"/>
                    </a:lnTo>
                    <a:lnTo>
                      <a:pt x="71604" y="305919"/>
                    </a:lnTo>
                    <a:lnTo>
                      <a:pt x="0" y="208415"/>
                    </a:lnTo>
                    <a:lnTo>
                      <a:pt x="5677" y="204724"/>
                    </a:lnTo>
                    <a:lnTo>
                      <a:pt x="22993" y="193084"/>
                    </a:lnTo>
                    <a:lnTo>
                      <a:pt x="47825" y="226959"/>
                    </a:lnTo>
                    <a:lnTo>
                      <a:pt x="359124" y="0"/>
                    </a:lnTo>
                    <a:lnTo>
                      <a:pt x="453012" y="128794"/>
                    </a:lnTo>
                    <a:lnTo>
                      <a:pt x="438891" y="139085"/>
                    </a:lnTo>
                    <a:lnTo>
                      <a:pt x="452374" y="157579"/>
                    </a:lnTo>
                    <a:lnTo>
                      <a:pt x="186948" y="3513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5" name="Контур"/>
              <p:cNvSpPr/>
              <p:nvPr/>
            </p:nvSpPr>
            <p:spPr>
              <a:xfrm>
                <a:off x="4000681" y="5586534"/>
                <a:ext cx="110013" cy="136540"/>
              </a:xfrm>
              <a:custGeom>
                <a:avLst/>
                <a:gdLst/>
                <a:ahLst/>
                <a:cxnLst/>
                <a:rect l="l" t="t" r="r" b="b"/>
                <a:pathLst>
                  <a:path w="110013" h="136540">
                    <a:moveTo>
                      <a:pt x="0" y="24780"/>
                    </a:moveTo>
                    <a:lnTo>
                      <a:pt x="38998" y="0"/>
                    </a:lnTo>
                    <a:lnTo>
                      <a:pt x="110013" y="111760"/>
                    </a:lnTo>
                    <a:lnTo>
                      <a:pt x="71015" y="136540"/>
                    </a:lnTo>
                    <a:lnTo>
                      <a:pt x="0" y="247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6" name="Контур"/>
              <p:cNvSpPr/>
              <p:nvPr/>
            </p:nvSpPr>
            <p:spPr>
              <a:xfrm>
                <a:off x="4098291" y="5096905"/>
                <a:ext cx="644904" cy="540567"/>
              </a:xfrm>
              <a:custGeom>
                <a:avLst/>
                <a:gdLst/>
                <a:ahLst/>
                <a:cxnLst/>
                <a:rect l="l" t="t" r="r" b="b"/>
                <a:pathLst>
                  <a:path w="644904" h="540567">
                    <a:moveTo>
                      <a:pt x="140150" y="540567"/>
                    </a:moveTo>
                    <a:lnTo>
                      <a:pt x="129201" y="523205"/>
                    </a:lnTo>
                    <a:lnTo>
                      <a:pt x="0" y="318346"/>
                    </a:lnTo>
                    <a:lnTo>
                      <a:pt x="419832" y="53559"/>
                    </a:lnTo>
                    <a:lnTo>
                      <a:pt x="432441" y="45605"/>
                    </a:lnTo>
                    <a:lnTo>
                      <a:pt x="440006" y="40834"/>
                    </a:lnTo>
                    <a:lnTo>
                      <a:pt x="504753" y="0"/>
                    </a:lnTo>
                    <a:lnTo>
                      <a:pt x="635880" y="207907"/>
                    </a:lnTo>
                    <a:lnTo>
                      <a:pt x="644904" y="222221"/>
                    </a:lnTo>
                    <a:lnTo>
                      <a:pt x="639413" y="225687"/>
                    </a:lnTo>
                    <a:lnTo>
                      <a:pt x="140150" y="5405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7" name="Контур"/>
              <p:cNvSpPr/>
              <p:nvPr/>
            </p:nvSpPr>
            <p:spPr>
              <a:xfrm>
                <a:off x="3454385" y="5551336"/>
                <a:ext cx="30413" cy="27878"/>
              </a:xfrm>
              <a:custGeom>
                <a:avLst/>
                <a:gdLst/>
                <a:ahLst/>
                <a:cxnLst/>
                <a:rect l="l" t="t" r="r" b="b"/>
                <a:pathLst>
                  <a:path w="30413" h="27878">
                    <a:moveTo>
                      <a:pt x="0" y="15408"/>
                    </a:moveTo>
                    <a:lnTo>
                      <a:pt x="21466" y="0"/>
                    </a:lnTo>
                    <a:lnTo>
                      <a:pt x="30413" y="12518"/>
                    </a:lnTo>
                    <a:lnTo>
                      <a:pt x="8909" y="27878"/>
                    </a:lnTo>
                    <a:lnTo>
                      <a:pt x="0" y="154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8" name="Контур"/>
              <p:cNvSpPr/>
              <p:nvPr/>
            </p:nvSpPr>
            <p:spPr>
              <a:xfrm>
                <a:off x="4058100" y="5415251"/>
                <a:ext cx="180341" cy="247152"/>
              </a:xfrm>
              <a:custGeom>
                <a:avLst/>
                <a:gdLst/>
                <a:ahLst/>
                <a:cxnLst/>
                <a:rect l="l" t="t" r="r" b="b"/>
                <a:pathLst>
                  <a:path w="180341" h="247152">
                    <a:moveTo>
                      <a:pt x="0" y="25344"/>
                    </a:moveTo>
                    <a:lnTo>
                      <a:pt x="40191" y="0"/>
                    </a:lnTo>
                    <a:lnTo>
                      <a:pt x="169392" y="204859"/>
                    </a:lnTo>
                    <a:lnTo>
                      <a:pt x="180341" y="222221"/>
                    </a:lnTo>
                    <a:lnTo>
                      <a:pt x="140813" y="247152"/>
                    </a:lnTo>
                    <a:lnTo>
                      <a:pt x="0" y="253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9" name="Контур"/>
              <p:cNvSpPr/>
              <p:nvPr/>
            </p:nvSpPr>
            <p:spPr>
              <a:xfrm>
                <a:off x="3458278" y="6119727"/>
                <a:ext cx="110787" cy="86875"/>
              </a:xfrm>
              <a:custGeom>
                <a:avLst/>
                <a:gdLst/>
                <a:ahLst/>
                <a:cxnLst/>
                <a:rect l="l" t="t" r="r" b="b"/>
                <a:pathLst>
                  <a:path w="110787" h="86875">
                    <a:moveTo>
                      <a:pt x="0" y="61325"/>
                    </a:moveTo>
                    <a:lnTo>
                      <a:pt x="94144" y="0"/>
                    </a:lnTo>
                    <a:lnTo>
                      <a:pt x="110787" y="25550"/>
                    </a:lnTo>
                    <a:lnTo>
                      <a:pt x="16643" y="86875"/>
                    </a:lnTo>
                    <a:lnTo>
                      <a:pt x="0" y="613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0" name="Контур"/>
              <p:cNvSpPr/>
              <p:nvPr/>
            </p:nvSpPr>
            <p:spPr>
              <a:xfrm>
                <a:off x="4074303" y="5941816"/>
                <a:ext cx="77921" cy="67078"/>
              </a:xfrm>
              <a:custGeom>
                <a:avLst/>
                <a:gdLst/>
                <a:ahLst/>
                <a:cxnLst/>
                <a:rect l="l" t="t" r="r" b="b"/>
                <a:pathLst>
                  <a:path w="77921" h="67078">
                    <a:moveTo>
                      <a:pt x="40874" y="0"/>
                    </a:moveTo>
                    <a:lnTo>
                      <a:pt x="77921" y="56958"/>
                    </a:lnTo>
                    <a:lnTo>
                      <a:pt x="66403" y="64450"/>
                    </a:lnTo>
                    <a:lnTo>
                      <a:pt x="55693" y="47983"/>
                    </a:lnTo>
                    <a:lnTo>
                      <a:pt x="26336" y="67078"/>
                    </a:lnTo>
                    <a:lnTo>
                      <a:pt x="0" y="26585"/>
                    </a:lnTo>
                    <a:lnTo>
                      <a:pt x="4087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1" name="Контур"/>
              <p:cNvSpPr/>
              <p:nvPr/>
            </p:nvSpPr>
            <p:spPr>
              <a:xfrm>
                <a:off x="3634635" y="5814225"/>
                <a:ext cx="182443" cy="186481"/>
              </a:xfrm>
              <a:custGeom>
                <a:avLst/>
                <a:gdLst/>
                <a:ahLst/>
                <a:cxnLst/>
                <a:rect l="l" t="t" r="r" b="b"/>
                <a:pathLst>
                  <a:path w="182443" h="186481">
                    <a:moveTo>
                      <a:pt x="121974" y="0"/>
                    </a:moveTo>
                    <a:lnTo>
                      <a:pt x="182443" y="92752"/>
                    </a:lnTo>
                    <a:lnTo>
                      <a:pt x="37311" y="186481"/>
                    </a:lnTo>
                    <a:lnTo>
                      <a:pt x="3796" y="136570"/>
                    </a:lnTo>
                    <a:lnTo>
                      <a:pt x="27058" y="120950"/>
                    </a:lnTo>
                    <a:lnTo>
                      <a:pt x="0" y="78573"/>
                    </a:lnTo>
                    <a:lnTo>
                      <a:pt x="18306" y="67266"/>
                    </a:lnTo>
                    <a:lnTo>
                      <a:pt x="12197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2" name="Контур"/>
              <p:cNvSpPr/>
              <p:nvPr/>
            </p:nvSpPr>
            <p:spPr>
              <a:xfrm>
                <a:off x="3456593" y="5716624"/>
                <a:ext cx="163147" cy="184488"/>
              </a:xfrm>
              <a:custGeom>
                <a:avLst/>
                <a:gdLst/>
                <a:ahLst/>
                <a:cxnLst/>
                <a:rect l="l" t="t" r="r" b="b"/>
                <a:pathLst>
                  <a:path w="163147" h="184488">
                    <a:moveTo>
                      <a:pt x="87192" y="184488"/>
                    </a:moveTo>
                    <a:lnTo>
                      <a:pt x="0" y="48816"/>
                    </a:lnTo>
                    <a:lnTo>
                      <a:pt x="14971" y="39192"/>
                    </a:lnTo>
                    <a:lnTo>
                      <a:pt x="72955" y="1924"/>
                    </a:lnTo>
                    <a:lnTo>
                      <a:pt x="75946" y="0"/>
                    </a:lnTo>
                    <a:lnTo>
                      <a:pt x="130315" y="84580"/>
                    </a:lnTo>
                    <a:lnTo>
                      <a:pt x="163147" y="135657"/>
                    </a:lnTo>
                    <a:lnTo>
                      <a:pt x="87192" y="184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3" name="Контур"/>
              <p:cNvSpPr/>
              <p:nvPr/>
            </p:nvSpPr>
            <p:spPr>
              <a:xfrm>
                <a:off x="3565848" y="5912625"/>
                <a:ext cx="58075" cy="70141"/>
              </a:xfrm>
              <a:custGeom>
                <a:avLst/>
                <a:gdLst/>
                <a:ahLst/>
                <a:cxnLst/>
                <a:rect l="l" t="t" r="r" b="b"/>
                <a:pathLst>
                  <a:path w="58075" h="70141">
                    <a:moveTo>
                      <a:pt x="0" y="12733"/>
                    </a:moveTo>
                    <a:lnTo>
                      <a:pt x="18444" y="0"/>
                    </a:lnTo>
                    <a:lnTo>
                      <a:pt x="58075" y="57409"/>
                    </a:lnTo>
                    <a:lnTo>
                      <a:pt x="39631" y="70141"/>
                    </a:lnTo>
                    <a:lnTo>
                      <a:pt x="0" y="127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4" name="Контур"/>
              <p:cNvSpPr/>
              <p:nvPr/>
            </p:nvSpPr>
            <p:spPr>
              <a:xfrm>
                <a:off x="3394049" y="5840473"/>
                <a:ext cx="95208" cy="81859"/>
              </a:xfrm>
              <a:custGeom>
                <a:avLst/>
                <a:gdLst/>
                <a:ahLst/>
                <a:cxnLst/>
                <a:rect l="l" t="t" r="r" b="b"/>
                <a:pathLst>
                  <a:path w="95208" h="81859">
                    <a:moveTo>
                      <a:pt x="72197" y="0"/>
                    </a:moveTo>
                    <a:lnTo>
                      <a:pt x="95208" y="36063"/>
                    </a:lnTo>
                    <a:lnTo>
                      <a:pt x="22853" y="81859"/>
                    </a:lnTo>
                    <a:lnTo>
                      <a:pt x="0" y="46003"/>
                    </a:lnTo>
                    <a:lnTo>
                      <a:pt x="7219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5" name="Контур"/>
              <p:cNvSpPr/>
              <p:nvPr/>
            </p:nvSpPr>
            <p:spPr>
              <a:xfrm>
                <a:off x="6305073" y="5639992"/>
                <a:ext cx="30407" cy="37240"/>
              </a:xfrm>
              <a:custGeom>
                <a:avLst/>
                <a:gdLst/>
                <a:ahLst/>
                <a:cxnLst/>
                <a:rect l="l" t="t" r="r" b="b"/>
                <a:pathLst>
                  <a:path w="30407" h="37240">
                    <a:moveTo>
                      <a:pt x="16568" y="0"/>
                    </a:moveTo>
                    <a:lnTo>
                      <a:pt x="30407" y="29179"/>
                    </a:lnTo>
                    <a:lnTo>
                      <a:pt x="13410" y="37240"/>
                    </a:lnTo>
                    <a:lnTo>
                      <a:pt x="8017" y="25653"/>
                    </a:lnTo>
                    <a:lnTo>
                      <a:pt x="0" y="7635"/>
                    </a:lnTo>
                    <a:lnTo>
                      <a:pt x="1656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6" name="Контур"/>
              <p:cNvSpPr/>
              <p:nvPr/>
            </p:nvSpPr>
            <p:spPr>
              <a:xfrm>
                <a:off x="5940569" y="5379956"/>
                <a:ext cx="131867" cy="91064"/>
              </a:xfrm>
              <a:custGeom>
                <a:avLst/>
                <a:gdLst/>
                <a:ahLst/>
                <a:cxnLst/>
                <a:rect l="l" t="t" r="r" b="b"/>
                <a:pathLst>
                  <a:path w="131867" h="91064">
                    <a:moveTo>
                      <a:pt x="0" y="52330"/>
                    </a:moveTo>
                    <a:lnTo>
                      <a:pt x="112385" y="0"/>
                    </a:lnTo>
                    <a:lnTo>
                      <a:pt x="131867" y="38728"/>
                    </a:lnTo>
                    <a:lnTo>
                      <a:pt x="19529" y="91064"/>
                    </a:lnTo>
                    <a:lnTo>
                      <a:pt x="0" y="523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7" name="Контур"/>
              <p:cNvSpPr/>
              <p:nvPr/>
            </p:nvSpPr>
            <p:spPr>
              <a:xfrm>
                <a:off x="6367236" y="5419066"/>
                <a:ext cx="87347" cy="72428"/>
              </a:xfrm>
              <a:custGeom>
                <a:avLst/>
                <a:gdLst/>
                <a:ahLst/>
                <a:cxnLst/>
                <a:rect l="l" t="t" r="r" b="b"/>
                <a:pathLst>
                  <a:path w="87347" h="72428">
                    <a:moveTo>
                      <a:pt x="40864" y="72428"/>
                    </a:moveTo>
                    <a:lnTo>
                      <a:pt x="30357" y="48773"/>
                    </a:lnTo>
                    <a:lnTo>
                      <a:pt x="12551" y="56658"/>
                    </a:lnTo>
                    <a:lnTo>
                      <a:pt x="0" y="30957"/>
                    </a:lnTo>
                    <a:lnTo>
                      <a:pt x="63339" y="0"/>
                    </a:lnTo>
                    <a:lnTo>
                      <a:pt x="75500" y="25253"/>
                    </a:lnTo>
                    <a:lnTo>
                      <a:pt x="87347" y="49647"/>
                    </a:lnTo>
                    <a:lnTo>
                      <a:pt x="40864" y="724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8" name="Контур"/>
              <p:cNvSpPr/>
              <p:nvPr/>
            </p:nvSpPr>
            <p:spPr>
              <a:xfrm>
                <a:off x="6321641" y="5527864"/>
                <a:ext cx="250378" cy="141307"/>
              </a:xfrm>
              <a:custGeom>
                <a:avLst/>
                <a:gdLst/>
                <a:ahLst/>
                <a:cxnLst/>
                <a:rect l="l" t="t" r="r" b="b"/>
                <a:pathLst>
                  <a:path w="250378" h="141307">
                    <a:moveTo>
                      <a:pt x="250378" y="29179"/>
                    </a:moveTo>
                    <a:lnTo>
                      <a:pt x="13839" y="141307"/>
                    </a:lnTo>
                    <a:lnTo>
                      <a:pt x="0" y="112128"/>
                    </a:lnTo>
                    <a:lnTo>
                      <a:pt x="236544" y="0"/>
                    </a:lnTo>
                    <a:lnTo>
                      <a:pt x="250378" y="291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9" name="Контур"/>
              <p:cNvSpPr/>
              <p:nvPr/>
            </p:nvSpPr>
            <p:spPr>
              <a:xfrm>
                <a:off x="6271418" y="5647627"/>
                <a:ext cx="41672" cy="33860"/>
              </a:xfrm>
              <a:custGeom>
                <a:avLst/>
                <a:gdLst/>
                <a:ahLst/>
                <a:cxnLst/>
                <a:rect l="l" t="t" r="r" b="b"/>
                <a:pathLst>
                  <a:path w="41672" h="33860">
                    <a:moveTo>
                      <a:pt x="33655" y="0"/>
                    </a:moveTo>
                    <a:lnTo>
                      <a:pt x="41672" y="18018"/>
                    </a:lnTo>
                    <a:lnTo>
                      <a:pt x="8500" y="33860"/>
                    </a:lnTo>
                    <a:lnTo>
                      <a:pt x="0" y="16186"/>
                    </a:lnTo>
                    <a:lnTo>
                      <a:pt x="336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0" name="Контур"/>
              <p:cNvSpPr/>
              <p:nvPr/>
            </p:nvSpPr>
            <p:spPr>
              <a:xfrm>
                <a:off x="5839480" y="5546309"/>
                <a:ext cx="62530" cy="76032"/>
              </a:xfrm>
              <a:custGeom>
                <a:avLst/>
                <a:gdLst/>
                <a:ahLst/>
                <a:cxnLst/>
                <a:rect l="l" t="t" r="r" b="b"/>
                <a:pathLst>
                  <a:path w="62530" h="76032">
                    <a:moveTo>
                      <a:pt x="19104" y="14337"/>
                    </a:moveTo>
                    <a:lnTo>
                      <a:pt x="52978" y="0"/>
                    </a:lnTo>
                    <a:lnTo>
                      <a:pt x="62530" y="37368"/>
                    </a:lnTo>
                    <a:lnTo>
                      <a:pt x="13896" y="76032"/>
                    </a:lnTo>
                    <a:lnTo>
                      <a:pt x="0" y="56481"/>
                    </a:lnTo>
                    <a:lnTo>
                      <a:pt x="25186" y="30412"/>
                    </a:lnTo>
                    <a:lnTo>
                      <a:pt x="19104" y="143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1" name="Контур"/>
              <p:cNvSpPr/>
              <p:nvPr/>
            </p:nvSpPr>
            <p:spPr>
              <a:xfrm>
                <a:off x="6308422" y="5329595"/>
                <a:ext cx="105134" cy="83712"/>
              </a:xfrm>
              <a:custGeom>
                <a:avLst/>
                <a:gdLst/>
                <a:ahLst/>
                <a:cxnLst/>
                <a:rect l="l" t="t" r="r" b="b"/>
                <a:pathLst>
                  <a:path w="105134" h="83712">
                    <a:moveTo>
                      <a:pt x="85651" y="0"/>
                    </a:moveTo>
                    <a:lnTo>
                      <a:pt x="105134" y="41246"/>
                    </a:lnTo>
                    <a:lnTo>
                      <a:pt x="21725" y="83712"/>
                    </a:lnTo>
                    <a:lnTo>
                      <a:pt x="0" y="40493"/>
                    </a:lnTo>
                    <a:lnTo>
                      <a:pt x="6355" y="37488"/>
                    </a:lnTo>
                    <a:lnTo>
                      <a:pt x="8565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2" name="Контур"/>
              <p:cNvSpPr/>
              <p:nvPr/>
            </p:nvSpPr>
            <p:spPr>
              <a:xfrm>
                <a:off x="6328500" y="5165689"/>
                <a:ext cx="134727" cy="205152"/>
              </a:xfrm>
              <a:custGeom>
                <a:avLst/>
                <a:gdLst/>
                <a:ahLst/>
                <a:cxnLst/>
                <a:rect l="l" t="t" r="r" b="b"/>
                <a:pathLst>
                  <a:path w="134727" h="205152">
                    <a:moveTo>
                      <a:pt x="0" y="25095"/>
                    </a:moveTo>
                    <a:lnTo>
                      <a:pt x="49220" y="0"/>
                    </a:lnTo>
                    <a:lnTo>
                      <a:pt x="134727" y="181781"/>
                    </a:lnTo>
                    <a:lnTo>
                      <a:pt x="85056" y="205152"/>
                    </a:lnTo>
                    <a:lnTo>
                      <a:pt x="65573" y="163906"/>
                    </a:lnTo>
                    <a:lnTo>
                      <a:pt x="0" y="250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3" name="Контур"/>
              <p:cNvSpPr/>
              <p:nvPr/>
            </p:nvSpPr>
            <p:spPr>
              <a:xfrm>
                <a:off x="6164254" y="5012459"/>
                <a:ext cx="229819" cy="360653"/>
              </a:xfrm>
              <a:custGeom>
                <a:avLst/>
                <a:gdLst/>
                <a:ahLst/>
                <a:cxnLst/>
                <a:rect l="l" t="t" r="r" b="b"/>
                <a:pathLst>
                  <a:path w="229819" h="360653">
                    <a:moveTo>
                      <a:pt x="80011" y="0"/>
                    </a:moveTo>
                    <a:lnTo>
                      <a:pt x="164246" y="178325"/>
                    </a:lnTo>
                    <a:lnTo>
                      <a:pt x="229819" y="317136"/>
                    </a:lnTo>
                    <a:lnTo>
                      <a:pt x="150523" y="354624"/>
                    </a:lnTo>
                    <a:lnTo>
                      <a:pt x="144168" y="357629"/>
                    </a:lnTo>
                    <a:lnTo>
                      <a:pt x="138955" y="360653"/>
                    </a:lnTo>
                    <a:lnTo>
                      <a:pt x="112075" y="304973"/>
                    </a:lnTo>
                    <a:lnTo>
                      <a:pt x="124094" y="299275"/>
                    </a:lnTo>
                    <a:lnTo>
                      <a:pt x="112565" y="275121"/>
                    </a:lnTo>
                    <a:lnTo>
                      <a:pt x="110491" y="270777"/>
                    </a:lnTo>
                    <a:lnTo>
                      <a:pt x="86294" y="220099"/>
                    </a:lnTo>
                    <a:lnTo>
                      <a:pt x="72254" y="190689"/>
                    </a:lnTo>
                    <a:lnTo>
                      <a:pt x="51907" y="148065"/>
                    </a:lnTo>
                    <a:lnTo>
                      <a:pt x="0" y="39341"/>
                    </a:lnTo>
                    <a:lnTo>
                      <a:pt x="800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4" name="Контур"/>
              <p:cNvSpPr/>
              <p:nvPr/>
            </p:nvSpPr>
            <p:spPr>
              <a:xfrm>
                <a:off x="6377720" y="5145553"/>
                <a:ext cx="124612" cy="201917"/>
              </a:xfrm>
              <a:custGeom>
                <a:avLst/>
                <a:gdLst/>
                <a:ahLst/>
                <a:cxnLst/>
                <a:rect l="l" t="t" r="r" b="b"/>
                <a:pathLst>
                  <a:path w="124612" h="201917">
                    <a:moveTo>
                      <a:pt x="39499" y="0"/>
                    </a:moveTo>
                    <a:lnTo>
                      <a:pt x="124612" y="183523"/>
                    </a:lnTo>
                    <a:lnTo>
                      <a:pt x="85507" y="201917"/>
                    </a:lnTo>
                    <a:lnTo>
                      <a:pt x="0" y="20136"/>
                    </a:lnTo>
                    <a:lnTo>
                      <a:pt x="3949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5" name="Контур"/>
              <p:cNvSpPr/>
              <p:nvPr/>
            </p:nvSpPr>
            <p:spPr>
              <a:xfrm>
                <a:off x="6106476" y="5264238"/>
                <a:ext cx="80722" cy="81941"/>
              </a:xfrm>
              <a:custGeom>
                <a:avLst/>
                <a:gdLst/>
                <a:ahLst/>
                <a:cxnLst/>
                <a:rect l="l" t="t" r="r" b="b"/>
                <a:pathLst>
                  <a:path w="80722" h="81941">
                    <a:moveTo>
                      <a:pt x="52844" y="0"/>
                    </a:moveTo>
                    <a:lnTo>
                      <a:pt x="80722" y="55306"/>
                    </a:lnTo>
                    <a:lnTo>
                      <a:pt x="27879" y="81941"/>
                    </a:lnTo>
                    <a:lnTo>
                      <a:pt x="6711" y="39950"/>
                    </a:lnTo>
                    <a:lnTo>
                      <a:pt x="0" y="26635"/>
                    </a:lnTo>
                    <a:lnTo>
                      <a:pt x="5284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6" name="Контур"/>
              <p:cNvSpPr/>
              <p:nvPr/>
            </p:nvSpPr>
            <p:spPr>
              <a:xfrm>
                <a:off x="6204137" y="5240660"/>
                <a:ext cx="70464" cy="97508"/>
              </a:xfrm>
              <a:custGeom>
                <a:avLst/>
                <a:gdLst/>
                <a:ahLst/>
                <a:cxnLst/>
                <a:rect l="l" t="t" r="r" b="b"/>
                <a:pathLst>
                  <a:path w="70464" h="97508">
                    <a:moveTo>
                      <a:pt x="2362" y="14170"/>
                    </a:moveTo>
                    <a:lnTo>
                      <a:pt x="30965" y="0"/>
                    </a:lnTo>
                    <a:lnTo>
                      <a:pt x="70464" y="82527"/>
                    </a:lnTo>
                    <a:lnTo>
                      <a:pt x="39168" y="97508"/>
                    </a:lnTo>
                    <a:lnTo>
                      <a:pt x="0" y="16100"/>
                    </a:lnTo>
                    <a:lnTo>
                      <a:pt x="2362" y="141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7" name="Контур"/>
              <p:cNvSpPr/>
              <p:nvPr/>
            </p:nvSpPr>
            <p:spPr>
              <a:xfrm>
                <a:off x="6328500" y="4949833"/>
                <a:ext cx="192341" cy="379243"/>
              </a:xfrm>
              <a:custGeom>
                <a:avLst/>
                <a:gdLst/>
                <a:ahLst/>
                <a:cxnLst/>
                <a:rect l="l" t="t" r="r" b="b"/>
                <a:pathLst>
                  <a:path w="192341" h="379243">
                    <a:moveTo>
                      <a:pt x="88719" y="195720"/>
                    </a:moveTo>
                    <a:lnTo>
                      <a:pt x="0" y="9226"/>
                    </a:lnTo>
                    <a:lnTo>
                      <a:pt x="19469" y="0"/>
                    </a:lnTo>
                    <a:lnTo>
                      <a:pt x="192341" y="370656"/>
                    </a:lnTo>
                    <a:lnTo>
                      <a:pt x="173832" y="379243"/>
                    </a:lnTo>
                    <a:lnTo>
                      <a:pt x="88719" y="1957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8" name="Контур"/>
              <p:cNvSpPr/>
              <p:nvPr/>
            </p:nvSpPr>
            <p:spPr>
              <a:xfrm>
                <a:off x="6066108" y="5256745"/>
                <a:ext cx="47079" cy="59919"/>
              </a:xfrm>
              <a:custGeom>
                <a:avLst/>
                <a:gdLst/>
                <a:ahLst/>
                <a:cxnLst/>
                <a:rect l="l" t="t" r="r" b="b"/>
                <a:pathLst>
                  <a:path w="47079" h="59919">
                    <a:moveTo>
                      <a:pt x="23170" y="0"/>
                    </a:moveTo>
                    <a:lnTo>
                      <a:pt x="34296" y="22080"/>
                    </a:lnTo>
                    <a:lnTo>
                      <a:pt x="40368" y="34128"/>
                    </a:lnTo>
                    <a:lnTo>
                      <a:pt x="47079" y="47443"/>
                    </a:lnTo>
                    <a:lnTo>
                      <a:pt x="22330" y="59919"/>
                    </a:lnTo>
                    <a:lnTo>
                      <a:pt x="0" y="11679"/>
                    </a:lnTo>
                    <a:lnTo>
                      <a:pt x="2317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9" name="Контур"/>
              <p:cNvSpPr/>
              <p:nvPr/>
            </p:nvSpPr>
            <p:spPr>
              <a:xfrm>
                <a:off x="5999046" y="5264556"/>
                <a:ext cx="30198" cy="34534"/>
              </a:xfrm>
              <a:custGeom>
                <a:avLst/>
                <a:gdLst/>
                <a:ahLst/>
                <a:cxnLst/>
                <a:rect l="l" t="t" r="r" b="b"/>
                <a:pathLst>
                  <a:path w="30198" h="34534">
                    <a:moveTo>
                      <a:pt x="0" y="8488"/>
                    </a:moveTo>
                    <a:lnTo>
                      <a:pt x="18212" y="0"/>
                    </a:lnTo>
                    <a:lnTo>
                      <a:pt x="30198" y="25979"/>
                    </a:lnTo>
                    <a:lnTo>
                      <a:pt x="12118" y="34534"/>
                    </a:lnTo>
                    <a:lnTo>
                      <a:pt x="0" y="8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0" name="Контур"/>
              <p:cNvSpPr/>
              <p:nvPr/>
            </p:nvSpPr>
            <p:spPr>
              <a:xfrm>
                <a:off x="6069118" y="5190116"/>
                <a:ext cx="90202" cy="100757"/>
              </a:xfrm>
              <a:custGeom>
                <a:avLst/>
                <a:gdLst/>
                <a:ahLst/>
                <a:cxnLst/>
                <a:rect l="l" t="t" r="r" b="b"/>
                <a:pathLst>
                  <a:path w="90202" h="100757">
                    <a:moveTo>
                      <a:pt x="37358" y="100757"/>
                    </a:moveTo>
                    <a:lnTo>
                      <a:pt x="31286" y="88709"/>
                    </a:lnTo>
                    <a:lnTo>
                      <a:pt x="20160" y="66629"/>
                    </a:lnTo>
                    <a:lnTo>
                      <a:pt x="17525" y="61407"/>
                    </a:lnTo>
                    <a:lnTo>
                      <a:pt x="0" y="26636"/>
                    </a:lnTo>
                    <a:lnTo>
                      <a:pt x="52843" y="0"/>
                    </a:lnTo>
                    <a:lnTo>
                      <a:pt x="90202" y="74122"/>
                    </a:lnTo>
                    <a:lnTo>
                      <a:pt x="37358" y="1007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1" name="Контур"/>
              <p:cNvSpPr/>
              <p:nvPr/>
            </p:nvSpPr>
            <p:spPr>
              <a:xfrm>
                <a:off x="5991534" y="5248385"/>
                <a:ext cx="25724" cy="24659"/>
              </a:xfrm>
              <a:custGeom>
                <a:avLst/>
                <a:gdLst/>
                <a:ahLst/>
                <a:cxnLst/>
                <a:rect l="l" t="t" r="r" b="b"/>
                <a:pathLst>
                  <a:path w="25724" h="24659">
                    <a:moveTo>
                      <a:pt x="0" y="8540"/>
                    </a:moveTo>
                    <a:lnTo>
                      <a:pt x="18319" y="0"/>
                    </a:lnTo>
                    <a:lnTo>
                      <a:pt x="25724" y="16171"/>
                    </a:lnTo>
                    <a:lnTo>
                      <a:pt x="7512" y="24659"/>
                    </a:lnTo>
                    <a:lnTo>
                      <a:pt x="0" y="85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2" name="Контур"/>
              <p:cNvSpPr/>
              <p:nvPr/>
            </p:nvSpPr>
            <p:spPr>
              <a:xfrm>
                <a:off x="6045948" y="5216752"/>
                <a:ext cx="43330" cy="51672"/>
              </a:xfrm>
              <a:custGeom>
                <a:avLst/>
                <a:gdLst/>
                <a:ahLst/>
                <a:cxnLst/>
                <a:rect l="l" t="t" r="r" b="b"/>
                <a:pathLst>
                  <a:path w="43330" h="51672">
                    <a:moveTo>
                      <a:pt x="0" y="11678"/>
                    </a:moveTo>
                    <a:lnTo>
                      <a:pt x="23170" y="0"/>
                    </a:lnTo>
                    <a:lnTo>
                      <a:pt x="40695" y="34771"/>
                    </a:lnTo>
                    <a:lnTo>
                      <a:pt x="43330" y="39993"/>
                    </a:lnTo>
                    <a:lnTo>
                      <a:pt x="20160" y="51672"/>
                    </a:lnTo>
                    <a:lnTo>
                      <a:pt x="0" y="116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3" name="Контур"/>
              <p:cNvSpPr/>
              <p:nvPr/>
            </p:nvSpPr>
            <p:spPr>
              <a:xfrm>
                <a:off x="6696341" y="5586956"/>
                <a:ext cx="46797" cy="112385"/>
              </a:xfrm>
              <a:custGeom>
                <a:avLst/>
                <a:gdLst/>
                <a:ahLst/>
                <a:cxnLst/>
                <a:rect l="l" t="t" r="r" b="b"/>
                <a:pathLst>
                  <a:path w="46797" h="112385">
                    <a:moveTo>
                      <a:pt x="0" y="5593"/>
                    </a:moveTo>
                    <a:lnTo>
                      <a:pt x="14285" y="0"/>
                    </a:lnTo>
                    <a:lnTo>
                      <a:pt x="24665" y="26510"/>
                    </a:lnTo>
                    <a:lnTo>
                      <a:pt x="18617" y="28634"/>
                    </a:lnTo>
                    <a:lnTo>
                      <a:pt x="46797" y="95062"/>
                    </a:lnTo>
                    <a:lnTo>
                      <a:pt x="9229" y="112385"/>
                    </a:lnTo>
                    <a:lnTo>
                      <a:pt x="4819" y="102090"/>
                    </a:lnTo>
                    <a:lnTo>
                      <a:pt x="30463" y="89670"/>
                    </a:lnTo>
                    <a:lnTo>
                      <a:pt x="6371" y="33864"/>
                    </a:lnTo>
                    <a:lnTo>
                      <a:pt x="10380" y="32103"/>
                    </a:lnTo>
                    <a:lnTo>
                      <a:pt x="0" y="55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4" name="Контур"/>
              <p:cNvSpPr/>
              <p:nvPr/>
            </p:nvSpPr>
            <p:spPr>
              <a:xfrm>
                <a:off x="6547262" y="5587623"/>
                <a:ext cx="127712" cy="134921"/>
              </a:xfrm>
              <a:custGeom>
                <a:avLst/>
                <a:gdLst/>
                <a:ahLst/>
                <a:cxnLst/>
                <a:rect l="l" t="t" r="r" b="b"/>
                <a:pathLst>
                  <a:path w="127712" h="134921">
                    <a:moveTo>
                      <a:pt x="0" y="30672"/>
                    </a:moveTo>
                    <a:lnTo>
                      <a:pt x="58311" y="0"/>
                    </a:lnTo>
                    <a:lnTo>
                      <a:pt x="74081" y="29979"/>
                    </a:lnTo>
                    <a:lnTo>
                      <a:pt x="85128" y="24169"/>
                    </a:lnTo>
                    <a:lnTo>
                      <a:pt x="127712" y="105125"/>
                    </a:lnTo>
                    <a:lnTo>
                      <a:pt x="71067" y="134921"/>
                    </a:lnTo>
                    <a:lnTo>
                      <a:pt x="53622" y="101758"/>
                    </a:lnTo>
                    <a:lnTo>
                      <a:pt x="40910" y="108445"/>
                    </a:lnTo>
                    <a:lnTo>
                      <a:pt x="0" y="30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5" name="Контур"/>
              <p:cNvSpPr/>
              <p:nvPr/>
            </p:nvSpPr>
            <p:spPr>
              <a:xfrm>
                <a:off x="6796019" y="5529275"/>
                <a:ext cx="123691" cy="70202"/>
              </a:xfrm>
              <a:custGeom>
                <a:avLst/>
                <a:gdLst/>
                <a:ahLst/>
                <a:cxnLst/>
                <a:rect l="l" t="t" r="r" b="b"/>
                <a:pathLst>
                  <a:path w="123691" h="70202">
                    <a:moveTo>
                      <a:pt x="0" y="43779"/>
                    </a:moveTo>
                    <a:lnTo>
                      <a:pt x="113499" y="0"/>
                    </a:lnTo>
                    <a:lnTo>
                      <a:pt x="123691" y="26423"/>
                    </a:lnTo>
                    <a:lnTo>
                      <a:pt x="10192" y="70202"/>
                    </a:lnTo>
                    <a:lnTo>
                      <a:pt x="0" y="437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6" name="Контур"/>
              <p:cNvSpPr/>
              <p:nvPr/>
            </p:nvSpPr>
            <p:spPr>
              <a:xfrm>
                <a:off x="6668697" y="5468147"/>
                <a:ext cx="57168" cy="58176"/>
              </a:xfrm>
              <a:custGeom>
                <a:avLst/>
                <a:gdLst/>
                <a:ahLst/>
                <a:cxnLst/>
                <a:rect l="l" t="t" r="r" b="b"/>
                <a:pathLst>
                  <a:path w="57168" h="58176">
                    <a:moveTo>
                      <a:pt x="29891" y="55888"/>
                    </a:moveTo>
                    <a:lnTo>
                      <a:pt x="27440" y="50822"/>
                    </a:lnTo>
                    <a:lnTo>
                      <a:pt x="13067" y="58176"/>
                    </a:lnTo>
                    <a:lnTo>
                      <a:pt x="0" y="32193"/>
                    </a:lnTo>
                    <a:lnTo>
                      <a:pt x="22744" y="20712"/>
                    </a:lnTo>
                    <a:lnTo>
                      <a:pt x="17109" y="9354"/>
                    </a:lnTo>
                    <a:lnTo>
                      <a:pt x="36587" y="0"/>
                    </a:lnTo>
                    <a:lnTo>
                      <a:pt x="57168" y="42325"/>
                    </a:lnTo>
                    <a:lnTo>
                      <a:pt x="29891" y="558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7" name="Контур"/>
              <p:cNvSpPr/>
              <p:nvPr/>
            </p:nvSpPr>
            <p:spPr>
              <a:xfrm>
                <a:off x="6914994" y="5492805"/>
                <a:ext cx="110881" cy="61798"/>
              </a:xfrm>
              <a:custGeom>
                <a:avLst/>
                <a:gdLst/>
                <a:ahLst/>
                <a:cxnLst/>
                <a:rect l="l" t="t" r="r" b="b"/>
                <a:pathLst>
                  <a:path w="110881" h="61798">
                    <a:moveTo>
                      <a:pt x="0" y="36478"/>
                    </a:moveTo>
                    <a:lnTo>
                      <a:pt x="101809" y="0"/>
                    </a:lnTo>
                    <a:lnTo>
                      <a:pt x="110881" y="25319"/>
                    </a:lnTo>
                    <a:lnTo>
                      <a:pt x="9072" y="61798"/>
                    </a:lnTo>
                    <a:lnTo>
                      <a:pt x="0" y="364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8" name="Контур"/>
              <p:cNvSpPr/>
              <p:nvPr/>
            </p:nvSpPr>
            <p:spPr>
              <a:xfrm>
                <a:off x="6475487" y="5469330"/>
                <a:ext cx="65657" cy="52049"/>
              </a:xfrm>
              <a:custGeom>
                <a:avLst/>
                <a:gdLst/>
                <a:ahLst/>
                <a:cxnLst/>
                <a:rect l="l" t="t" r="r" b="b"/>
                <a:pathLst>
                  <a:path w="65657" h="52049">
                    <a:moveTo>
                      <a:pt x="0" y="25548"/>
                    </a:moveTo>
                    <a:lnTo>
                      <a:pt x="6030" y="22470"/>
                    </a:lnTo>
                    <a:lnTo>
                      <a:pt x="47375" y="2422"/>
                    </a:lnTo>
                    <a:lnTo>
                      <a:pt x="52977" y="0"/>
                    </a:lnTo>
                    <a:lnTo>
                      <a:pt x="65657" y="26978"/>
                    </a:lnTo>
                    <a:lnTo>
                      <a:pt x="12872" y="52049"/>
                    </a:lnTo>
                    <a:lnTo>
                      <a:pt x="0" y="255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9" name="Контур"/>
              <p:cNvSpPr/>
              <p:nvPr/>
            </p:nvSpPr>
            <p:spPr>
              <a:xfrm>
                <a:off x="6462065" y="5431637"/>
                <a:ext cx="60797" cy="60163"/>
              </a:xfrm>
              <a:custGeom>
                <a:avLst/>
                <a:gdLst/>
                <a:ahLst/>
                <a:cxnLst/>
                <a:rect l="l" t="t" r="r" b="b"/>
                <a:pathLst>
                  <a:path w="60797" h="60163">
                    <a:moveTo>
                      <a:pt x="19452" y="60163"/>
                    </a:moveTo>
                    <a:lnTo>
                      <a:pt x="0" y="20048"/>
                    </a:lnTo>
                    <a:lnTo>
                      <a:pt x="41345" y="0"/>
                    </a:lnTo>
                    <a:lnTo>
                      <a:pt x="60797" y="40115"/>
                    </a:lnTo>
                    <a:lnTo>
                      <a:pt x="19452" y="601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0" name="Контур"/>
              <p:cNvSpPr/>
              <p:nvPr/>
            </p:nvSpPr>
            <p:spPr>
              <a:xfrm>
                <a:off x="7037187" y="5409049"/>
                <a:ext cx="65083" cy="54354"/>
              </a:xfrm>
              <a:custGeom>
                <a:avLst/>
                <a:gdLst/>
                <a:ahLst/>
                <a:cxnLst/>
                <a:rect l="l" t="t" r="r" b="b"/>
                <a:pathLst>
                  <a:path w="65083" h="54354">
                    <a:moveTo>
                      <a:pt x="0" y="19906"/>
                    </a:moveTo>
                    <a:lnTo>
                      <a:pt x="51864" y="0"/>
                    </a:lnTo>
                    <a:lnTo>
                      <a:pt x="65083" y="34450"/>
                    </a:lnTo>
                    <a:lnTo>
                      <a:pt x="13221" y="54354"/>
                    </a:lnTo>
                    <a:lnTo>
                      <a:pt x="0" y="199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1" name="Контур"/>
              <p:cNvSpPr/>
              <p:nvPr/>
            </p:nvSpPr>
            <p:spPr>
              <a:xfrm>
                <a:off x="6445827" y="5426944"/>
                <a:ext cx="24428" cy="21770"/>
              </a:xfrm>
              <a:custGeom>
                <a:avLst/>
                <a:gdLst/>
                <a:ahLst/>
                <a:cxnLst/>
                <a:rect l="l" t="t" r="r" b="b"/>
                <a:pathLst>
                  <a:path w="24428" h="21770">
                    <a:moveTo>
                      <a:pt x="0" y="9890"/>
                    </a:moveTo>
                    <a:lnTo>
                      <a:pt x="19774" y="0"/>
                    </a:lnTo>
                    <a:lnTo>
                      <a:pt x="23108" y="4013"/>
                    </a:lnTo>
                    <a:lnTo>
                      <a:pt x="24428" y="8918"/>
                    </a:lnTo>
                    <a:lnTo>
                      <a:pt x="23637" y="13937"/>
                    </a:lnTo>
                    <a:lnTo>
                      <a:pt x="20875" y="18200"/>
                    </a:lnTo>
                    <a:lnTo>
                      <a:pt x="16616" y="20971"/>
                    </a:lnTo>
                    <a:lnTo>
                      <a:pt x="11599" y="21770"/>
                    </a:lnTo>
                    <a:lnTo>
                      <a:pt x="6691" y="20459"/>
                    </a:lnTo>
                    <a:lnTo>
                      <a:pt x="2740" y="17266"/>
                    </a:lnTo>
                    <a:lnTo>
                      <a:pt x="430" y="12741"/>
                    </a:lnTo>
                    <a:lnTo>
                      <a:pt x="0" y="98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2" name="Контур"/>
              <p:cNvSpPr/>
              <p:nvPr/>
            </p:nvSpPr>
            <p:spPr>
              <a:xfrm>
                <a:off x="7008233" y="5318195"/>
                <a:ext cx="145800" cy="125304"/>
              </a:xfrm>
              <a:custGeom>
                <a:avLst/>
                <a:gdLst/>
                <a:ahLst/>
                <a:cxnLst/>
                <a:rect l="l" t="t" r="r" b="b"/>
                <a:pathLst>
                  <a:path w="145800" h="125304">
                    <a:moveTo>
                      <a:pt x="0" y="35333"/>
                    </a:moveTo>
                    <a:lnTo>
                      <a:pt x="52205" y="15317"/>
                    </a:lnTo>
                    <a:lnTo>
                      <a:pt x="53189" y="17885"/>
                    </a:lnTo>
                    <a:lnTo>
                      <a:pt x="99840" y="0"/>
                    </a:lnTo>
                    <a:lnTo>
                      <a:pt x="107362" y="19622"/>
                    </a:lnTo>
                    <a:lnTo>
                      <a:pt x="112171" y="17779"/>
                    </a:lnTo>
                    <a:lnTo>
                      <a:pt x="145800" y="105446"/>
                    </a:lnTo>
                    <a:lnTo>
                      <a:pt x="94037" y="125304"/>
                    </a:lnTo>
                    <a:lnTo>
                      <a:pt x="80818" y="90854"/>
                    </a:lnTo>
                    <a:lnTo>
                      <a:pt x="28954" y="110760"/>
                    </a:lnTo>
                    <a:lnTo>
                      <a:pt x="0" y="353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3" name="Контур"/>
              <p:cNvSpPr/>
              <p:nvPr/>
            </p:nvSpPr>
            <p:spPr>
              <a:xfrm>
                <a:off x="6502808" y="5385443"/>
                <a:ext cx="42691" cy="58651"/>
              </a:xfrm>
              <a:custGeom>
                <a:avLst/>
                <a:gdLst/>
                <a:ahLst/>
                <a:cxnLst/>
                <a:rect l="l" t="t" r="r" b="b"/>
                <a:pathLst>
                  <a:path w="42691" h="58651">
                    <a:moveTo>
                      <a:pt x="0" y="9158"/>
                    </a:moveTo>
                    <a:lnTo>
                      <a:pt x="19785" y="0"/>
                    </a:lnTo>
                    <a:lnTo>
                      <a:pt x="42691" y="49493"/>
                    </a:lnTo>
                    <a:lnTo>
                      <a:pt x="22905" y="58651"/>
                    </a:lnTo>
                    <a:lnTo>
                      <a:pt x="0" y="91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4" name="Контур"/>
              <p:cNvSpPr/>
              <p:nvPr/>
            </p:nvSpPr>
            <p:spPr>
              <a:xfrm>
                <a:off x="6978958" y="5353528"/>
                <a:ext cx="58229" cy="86866"/>
              </a:xfrm>
              <a:custGeom>
                <a:avLst/>
                <a:gdLst/>
                <a:ahLst/>
                <a:cxnLst/>
                <a:rect l="l" t="t" r="r" b="b"/>
                <a:pathLst>
                  <a:path w="58229" h="86866">
                    <a:moveTo>
                      <a:pt x="29275" y="0"/>
                    </a:moveTo>
                    <a:lnTo>
                      <a:pt x="58229" y="75427"/>
                    </a:lnTo>
                    <a:lnTo>
                      <a:pt x="29031" y="86866"/>
                    </a:lnTo>
                    <a:lnTo>
                      <a:pt x="0" y="11237"/>
                    </a:lnTo>
                    <a:lnTo>
                      <a:pt x="292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5" name="Контур"/>
              <p:cNvSpPr/>
              <p:nvPr/>
            </p:nvSpPr>
            <p:spPr>
              <a:xfrm>
                <a:off x="6434221" y="5401025"/>
                <a:ext cx="36808" cy="35809"/>
              </a:xfrm>
              <a:custGeom>
                <a:avLst/>
                <a:gdLst/>
                <a:ahLst/>
                <a:cxnLst/>
                <a:rect l="l" t="t" r="r" b="b"/>
                <a:pathLst>
                  <a:path w="36808" h="35809">
                    <a:moveTo>
                      <a:pt x="11606" y="35809"/>
                    </a:moveTo>
                    <a:lnTo>
                      <a:pt x="0" y="12604"/>
                    </a:lnTo>
                    <a:lnTo>
                      <a:pt x="25201" y="0"/>
                    </a:lnTo>
                    <a:lnTo>
                      <a:pt x="36808" y="23204"/>
                    </a:lnTo>
                    <a:lnTo>
                      <a:pt x="31380" y="25919"/>
                    </a:lnTo>
                    <a:lnTo>
                      <a:pt x="11606" y="358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6" name="Контур"/>
              <p:cNvSpPr/>
              <p:nvPr/>
            </p:nvSpPr>
            <p:spPr>
              <a:xfrm>
                <a:off x="6471210" y="5407178"/>
                <a:ext cx="25837" cy="25724"/>
              </a:xfrm>
              <a:custGeom>
                <a:avLst/>
                <a:gdLst/>
                <a:ahLst/>
                <a:cxnLst/>
                <a:rect l="l" t="t" r="r" b="b"/>
                <a:pathLst>
                  <a:path w="25837" h="25724">
                    <a:moveTo>
                      <a:pt x="20651" y="23416"/>
                    </a:moveTo>
                    <a:lnTo>
                      <a:pt x="15740" y="25666"/>
                    </a:lnTo>
                    <a:lnTo>
                      <a:pt x="10339" y="25724"/>
                    </a:lnTo>
                    <a:lnTo>
                      <a:pt x="5381" y="23580"/>
                    </a:lnTo>
                    <a:lnTo>
                      <a:pt x="1724" y="19604"/>
                    </a:lnTo>
                    <a:lnTo>
                      <a:pt x="0" y="14485"/>
                    </a:lnTo>
                    <a:lnTo>
                      <a:pt x="507" y="9108"/>
                    </a:lnTo>
                    <a:lnTo>
                      <a:pt x="3158" y="4401"/>
                    </a:lnTo>
                    <a:lnTo>
                      <a:pt x="7494" y="1179"/>
                    </a:lnTo>
                    <a:lnTo>
                      <a:pt x="12765" y="0"/>
                    </a:lnTo>
                    <a:lnTo>
                      <a:pt x="18060" y="1067"/>
                    </a:lnTo>
                    <a:lnTo>
                      <a:pt x="22464" y="4195"/>
                    </a:lnTo>
                    <a:lnTo>
                      <a:pt x="25215" y="8844"/>
                    </a:lnTo>
                    <a:lnTo>
                      <a:pt x="25837" y="14209"/>
                    </a:lnTo>
                    <a:lnTo>
                      <a:pt x="24222" y="19364"/>
                    </a:lnTo>
                    <a:lnTo>
                      <a:pt x="20651" y="234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7" name="Контур"/>
              <p:cNvSpPr/>
              <p:nvPr/>
            </p:nvSpPr>
            <p:spPr>
              <a:xfrm>
                <a:off x="6449532" y="4684715"/>
                <a:ext cx="723375" cy="671395"/>
              </a:xfrm>
              <a:custGeom>
                <a:avLst/>
                <a:gdLst/>
                <a:ahLst/>
                <a:cxnLst/>
                <a:rect l="l" t="t" r="r" b="b"/>
                <a:pathLst>
                  <a:path w="723375" h="671395">
                    <a:moveTo>
                      <a:pt x="520373" y="0"/>
                    </a:moveTo>
                    <a:lnTo>
                      <a:pt x="723375" y="415353"/>
                    </a:lnTo>
                    <a:lnTo>
                      <a:pt x="205488" y="671395"/>
                    </a:lnTo>
                    <a:lnTo>
                      <a:pt x="0" y="256449"/>
                    </a:lnTo>
                    <a:lnTo>
                      <a:pt x="472853" y="23419"/>
                    </a:lnTo>
                    <a:lnTo>
                      <a:pt x="5203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8" name="Контур"/>
              <p:cNvSpPr/>
              <p:nvPr/>
            </p:nvSpPr>
            <p:spPr>
              <a:xfrm>
                <a:off x="7120404" y="5316698"/>
                <a:ext cx="79596" cy="106943"/>
              </a:xfrm>
              <a:custGeom>
                <a:avLst/>
                <a:gdLst/>
                <a:ahLst/>
                <a:cxnLst/>
                <a:rect l="l" t="t" r="r" b="b"/>
                <a:pathLst>
                  <a:path w="79596" h="106943">
                    <a:moveTo>
                      <a:pt x="0" y="19276"/>
                    </a:moveTo>
                    <a:lnTo>
                      <a:pt x="48660" y="0"/>
                    </a:lnTo>
                    <a:lnTo>
                      <a:pt x="79596" y="79170"/>
                    </a:lnTo>
                    <a:lnTo>
                      <a:pt x="79596" y="88715"/>
                    </a:lnTo>
                    <a:lnTo>
                      <a:pt x="33629" y="1069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39" name="Контур"/>
              <p:cNvSpPr/>
              <p:nvPr/>
            </p:nvSpPr>
            <p:spPr>
              <a:xfrm>
                <a:off x="7120404" y="5316698"/>
                <a:ext cx="79596" cy="106943"/>
              </a:xfrm>
              <a:custGeom>
                <a:avLst/>
                <a:gdLst/>
                <a:ahLst/>
                <a:cxnLst/>
                <a:rect l="l" t="t" r="r" b="b"/>
                <a:pathLst>
                  <a:path w="79596" h="106943" fill="none">
                    <a:moveTo>
                      <a:pt x="0" y="19276"/>
                    </a:moveTo>
                    <a:lnTo>
                      <a:pt x="48660" y="0"/>
                    </a:lnTo>
                    <a:lnTo>
                      <a:pt x="79596" y="79170"/>
                    </a:lnTo>
                    <a:moveTo>
                      <a:pt x="79596" y="88715"/>
                    </a:moveTo>
                    <a:lnTo>
                      <a:pt x="33629" y="106943"/>
                    </a:lnTo>
                    <a:lnTo>
                      <a:pt x="0" y="19276"/>
                    </a:lnTo>
                    <a:lnTo>
                      <a:pt x="0" y="1927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0" name="Контур"/>
              <p:cNvSpPr/>
              <p:nvPr/>
            </p:nvSpPr>
            <p:spPr>
              <a:xfrm>
                <a:off x="6655020" y="5100068"/>
                <a:ext cx="537533" cy="295700"/>
              </a:xfrm>
              <a:custGeom>
                <a:avLst/>
                <a:gdLst/>
                <a:ahLst/>
                <a:cxnLst/>
                <a:rect l="l" t="t" r="r" b="b"/>
                <a:pathLst>
                  <a:path w="537533" h="295700">
                    <a:moveTo>
                      <a:pt x="517887" y="0"/>
                    </a:moveTo>
                    <a:lnTo>
                      <a:pt x="537533" y="39188"/>
                    </a:lnTo>
                    <a:lnTo>
                      <a:pt x="18365" y="295700"/>
                    </a:lnTo>
                    <a:lnTo>
                      <a:pt x="0" y="256042"/>
                    </a:lnTo>
                    <a:lnTo>
                      <a:pt x="51788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1" name="Контур"/>
              <p:cNvSpPr/>
              <p:nvPr/>
            </p:nvSpPr>
            <p:spPr>
              <a:xfrm>
                <a:off x="6268113" y="6413331"/>
                <a:ext cx="304472" cy="226793"/>
              </a:xfrm>
              <a:custGeom>
                <a:avLst/>
                <a:gdLst/>
                <a:ahLst/>
                <a:cxnLst/>
                <a:rect l="l" t="t" r="r" b="b"/>
                <a:pathLst>
                  <a:path w="304472" h="226793">
                    <a:moveTo>
                      <a:pt x="0" y="127136"/>
                    </a:moveTo>
                    <a:lnTo>
                      <a:pt x="109194" y="73301"/>
                    </a:lnTo>
                    <a:lnTo>
                      <a:pt x="257233" y="0"/>
                    </a:lnTo>
                    <a:lnTo>
                      <a:pt x="304472" y="98734"/>
                    </a:lnTo>
                    <a:lnTo>
                      <a:pt x="50853" y="226793"/>
                    </a:lnTo>
                    <a:lnTo>
                      <a:pt x="0" y="1271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2" name="Контур"/>
              <p:cNvSpPr/>
              <p:nvPr/>
            </p:nvSpPr>
            <p:spPr>
              <a:xfrm>
                <a:off x="5842826" y="6004914"/>
                <a:ext cx="94776" cy="64032"/>
              </a:xfrm>
              <a:custGeom>
                <a:avLst/>
                <a:gdLst/>
                <a:ahLst/>
                <a:cxnLst/>
                <a:rect l="l" t="t" r="r" b="b"/>
                <a:pathLst>
                  <a:path w="94776" h="64032">
                    <a:moveTo>
                      <a:pt x="0" y="39128"/>
                    </a:moveTo>
                    <a:lnTo>
                      <a:pt x="80607" y="0"/>
                    </a:lnTo>
                    <a:lnTo>
                      <a:pt x="94776" y="25550"/>
                    </a:lnTo>
                    <a:lnTo>
                      <a:pt x="16004" y="64032"/>
                    </a:lnTo>
                    <a:lnTo>
                      <a:pt x="5920" y="48374"/>
                    </a:lnTo>
                    <a:lnTo>
                      <a:pt x="0" y="391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3" name="Контур"/>
              <p:cNvSpPr/>
              <p:nvPr/>
            </p:nvSpPr>
            <p:spPr>
              <a:xfrm>
                <a:off x="5897757" y="5920712"/>
                <a:ext cx="99069" cy="109752"/>
              </a:xfrm>
              <a:custGeom>
                <a:avLst/>
                <a:gdLst/>
                <a:ahLst/>
                <a:cxnLst/>
                <a:rect l="l" t="t" r="r" b="b"/>
                <a:pathLst>
                  <a:path w="99069" h="109752">
                    <a:moveTo>
                      <a:pt x="39845" y="109752"/>
                    </a:moveTo>
                    <a:lnTo>
                      <a:pt x="25676" y="84202"/>
                    </a:lnTo>
                    <a:lnTo>
                      <a:pt x="0" y="35365"/>
                    </a:lnTo>
                    <a:lnTo>
                      <a:pt x="69858" y="0"/>
                    </a:lnTo>
                    <a:lnTo>
                      <a:pt x="99069" y="52474"/>
                    </a:lnTo>
                    <a:lnTo>
                      <a:pt x="79335" y="63386"/>
                    </a:lnTo>
                    <a:lnTo>
                      <a:pt x="91539" y="89365"/>
                    </a:lnTo>
                    <a:lnTo>
                      <a:pt x="39845" y="1097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4" name="Контур"/>
              <p:cNvSpPr/>
              <p:nvPr/>
            </p:nvSpPr>
            <p:spPr>
              <a:xfrm>
                <a:off x="6117595" y="5922401"/>
                <a:ext cx="73234" cy="55224"/>
              </a:xfrm>
              <a:custGeom>
                <a:avLst/>
                <a:gdLst/>
                <a:ahLst/>
                <a:cxnLst/>
                <a:rect l="l" t="t" r="r" b="b"/>
                <a:pathLst>
                  <a:path w="73234" h="55224">
                    <a:moveTo>
                      <a:pt x="12471" y="55224"/>
                    </a:moveTo>
                    <a:lnTo>
                      <a:pt x="0" y="29762"/>
                    </a:lnTo>
                    <a:lnTo>
                      <a:pt x="60762" y="0"/>
                    </a:lnTo>
                    <a:lnTo>
                      <a:pt x="73234" y="25462"/>
                    </a:lnTo>
                    <a:lnTo>
                      <a:pt x="12471" y="552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5" name="Контур"/>
              <p:cNvSpPr/>
              <p:nvPr/>
            </p:nvSpPr>
            <p:spPr>
              <a:xfrm>
                <a:off x="6002153" y="6243193"/>
                <a:ext cx="100253" cy="114677"/>
              </a:xfrm>
              <a:custGeom>
                <a:avLst/>
                <a:gdLst/>
                <a:ahLst/>
                <a:cxnLst/>
                <a:rect l="l" t="t" r="r" b="b"/>
                <a:pathLst>
                  <a:path w="100253" h="114677">
                    <a:moveTo>
                      <a:pt x="30130" y="114677"/>
                    </a:moveTo>
                    <a:lnTo>
                      <a:pt x="23016" y="110299"/>
                    </a:lnTo>
                    <a:lnTo>
                      <a:pt x="0" y="96447"/>
                    </a:lnTo>
                    <a:lnTo>
                      <a:pt x="59472" y="0"/>
                    </a:lnTo>
                    <a:lnTo>
                      <a:pt x="100253" y="25123"/>
                    </a:lnTo>
                    <a:lnTo>
                      <a:pt x="84979" y="49906"/>
                    </a:lnTo>
                    <a:lnTo>
                      <a:pt x="74155" y="43239"/>
                    </a:lnTo>
                    <a:lnTo>
                      <a:pt x="30130" y="1146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6" name="Контур"/>
              <p:cNvSpPr/>
              <p:nvPr/>
            </p:nvSpPr>
            <p:spPr>
              <a:xfrm>
                <a:off x="6123074" y="6091383"/>
                <a:ext cx="278673" cy="202253"/>
              </a:xfrm>
              <a:custGeom>
                <a:avLst/>
                <a:gdLst/>
                <a:ahLst/>
                <a:cxnLst/>
                <a:rect l="l" t="t" r="r" b="b"/>
                <a:pathLst>
                  <a:path w="278673" h="202253">
                    <a:moveTo>
                      <a:pt x="248738" y="135922"/>
                    </a:moveTo>
                    <a:lnTo>
                      <a:pt x="268506" y="148027"/>
                    </a:lnTo>
                    <a:lnTo>
                      <a:pt x="235300" y="202253"/>
                    </a:lnTo>
                    <a:lnTo>
                      <a:pt x="0" y="58168"/>
                    </a:lnTo>
                    <a:lnTo>
                      <a:pt x="32732" y="4713"/>
                    </a:lnTo>
                    <a:lnTo>
                      <a:pt x="106131" y="49658"/>
                    </a:lnTo>
                    <a:lnTo>
                      <a:pt x="136539" y="0"/>
                    </a:lnTo>
                    <a:lnTo>
                      <a:pt x="278673" y="87036"/>
                    </a:lnTo>
                    <a:lnTo>
                      <a:pt x="248738" y="1359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7" name="Контур"/>
              <p:cNvSpPr/>
              <p:nvPr/>
            </p:nvSpPr>
            <p:spPr>
              <a:xfrm>
                <a:off x="6024766" y="5932336"/>
                <a:ext cx="28625" cy="23741"/>
              </a:xfrm>
              <a:custGeom>
                <a:avLst/>
                <a:gdLst/>
                <a:ahLst/>
                <a:cxnLst/>
                <a:rect l="l" t="t" r="r" b="b"/>
                <a:pathLst>
                  <a:path w="28625" h="23741">
                    <a:moveTo>
                      <a:pt x="6287" y="23741"/>
                    </a:moveTo>
                    <a:lnTo>
                      <a:pt x="0" y="11175"/>
                    </a:lnTo>
                    <a:lnTo>
                      <a:pt x="22338" y="0"/>
                    </a:lnTo>
                    <a:lnTo>
                      <a:pt x="28625" y="12565"/>
                    </a:lnTo>
                    <a:lnTo>
                      <a:pt x="6287" y="237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8" name="Контур"/>
              <p:cNvSpPr/>
              <p:nvPr/>
            </p:nvSpPr>
            <p:spPr>
              <a:xfrm>
                <a:off x="6049212" y="5902033"/>
                <a:ext cx="57701" cy="43469"/>
              </a:xfrm>
              <a:custGeom>
                <a:avLst/>
                <a:gdLst/>
                <a:ahLst/>
                <a:cxnLst/>
                <a:rect l="l" t="t" r="r" b="b"/>
                <a:pathLst>
                  <a:path w="57701" h="43469">
                    <a:moveTo>
                      <a:pt x="0" y="23463"/>
                    </a:moveTo>
                    <a:lnTo>
                      <a:pt x="47866" y="0"/>
                    </a:lnTo>
                    <a:lnTo>
                      <a:pt x="57701" y="19666"/>
                    </a:lnTo>
                    <a:lnTo>
                      <a:pt x="10080" y="43469"/>
                    </a:lnTo>
                    <a:lnTo>
                      <a:pt x="0" y="234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9" name="Контур"/>
              <p:cNvSpPr/>
              <p:nvPr/>
            </p:nvSpPr>
            <p:spPr>
              <a:xfrm>
                <a:off x="6016878" y="5843032"/>
                <a:ext cx="111446" cy="66524"/>
              </a:xfrm>
              <a:custGeom>
                <a:avLst/>
                <a:gdLst/>
                <a:ahLst/>
                <a:cxnLst/>
                <a:rect l="l" t="t" r="r" b="b"/>
                <a:pathLst>
                  <a:path w="111446" h="66524">
                    <a:moveTo>
                      <a:pt x="0" y="40085"/>
                    </a:moveTo>
                    <a:lnTo>
                      <a:pt x="83745" y="0"/>
                    </a:lnTo>
                    <a:lnTo>
                      <a:pt x="111446" y="57872"/>
                    </a:lnTo>
                    <a:lnTo>
                      <a:pt x="93370" y="66524"/>
                    </a:lnTo>
                    <a:lnTo>
                      <a:pt x="76060" y="30360"/>
                    </a:lnTo>
                    <a:lnTo>
                      <a:pt x="10391" y="61792"/>
                    </a:lnTo>
                    <a:lnTo>
                      <a:pt x="0" y="400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0" name="Контур"/>
              <p:cNvSpPr/>
              <p:nvPr/>
            </p:nvSpPr>
            <p:spPr>
              <a:xfrm>
                <a:off x="6201118" y="5868156"/>
                <a:ext cx="76445" cy="61753"/>
              </a:xfrm>
              <a:custGeom>
                <a:avLst/>
                <a:gdLst/>
                <a:ahLst/>
                <a:cxnLst/>
                <a:rect l="l" t="t" r="r" b="b"/>
                <a:pathLst>
                  <a:path w="76445" h="61753">
                    <a:moveTo>
                      <a:pt x="60093" y="0"/>
                    </a:moveTo>
                    <a:lnTo>
                      <a:pt x="76445" y="31490"/>
                    </a:lnTo>
                    <a:lnTo>
                      <a:pt x="16352" y="61753"/>
                    </a:lnTo>
                    <a:lnTo>
                      <a:pt x="0" y="31490"/>
                    </a:lnTo>
                    <a:lnTo>
                      <a:pt x="6009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1" name="Контур"/>
              <p:cNvSpPr/>
              <p:nvPr/>
            </p:nvSpPr>
            <p:spPr>
              <a:xfrm>
                <a:off x="5886872" y="5801099"/>
                <a:ext cx="119140" cy="86477"/>
              </a:xfrm>
              <a:custGeom>
                <a:avLst/>
                <a:gdLst/>
                <a:ahLst/>
                <a:cxnLst/>
                <a:rect l="l" t="t" r="r" b="b"/>
                <a:pathLst>
                  <a:path w="119140" h="86477">
                    <a:moveTo>
                      <a:pt x="100728" y="0"/>
                    </a:moveTo>
                    <a:lnTo>
                      <a:pt x="119140" y="39389"/>
                    </a:lnTo>
                    <a:lnTo>
                      <a:pt x="18417" y="86477"/>
                    </a:lnTo>
                    <a:lnTo>
                      <a:pt x="0" y="47078"/>
                    </a:lnTo>
                    <a:lnTo>
                      <a:pt x="10072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2" name="Контур"/>
              <p:cNvSpPr/>
              <p:nvPr/>
            </p:nvSpPr>
            <p:spPr>
              <a:xfrm>
                <a:off x="5887986" y="5899929"/>
                <a:ext cx="79629" cy="56148"/>
              </a:xfrm>
              <a:custGeom>
                <a:avLst/>
                <a:gdLst/>
                <a:ahLst/>
                <a:cxnLst/>
                <a:rect l="l" t="t" r="r" b="b"/>
                <a:pathLst>
                  <a:path w="79629" h="56148">
                    <a:moveTo>
                      <a:pt x="9771" y="56148"/>
                    </a:moveTo>
                    <a:lnTo>
                      <a:pt x="0" y="36596"/>
                    </a:lnTo>
                    <a:lnTo>
                      <a:pt x="68853" y="0"/>
                    </a:lnTo>
                    <a:lnTo>
                      <a:pt x="79629" y="20783"/>
                    </a:lnTo>
                    <a:lnTo>
                      <a:pt x="9771" y="561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3" name="Контур"/>
              <p:cNvSpPr/>
              <p:nvPr/>
            </p:nvSpPr>
            <p:spPr>
              <a:xfrm>
                <a:off x="6185870" y="5856223"/>
                <a:ext cx="25351" cy="27931"/>
              </a:xfrm>
              <a:custGeom>
                <a:avLst/>
                <a:gdLst/>
                <a:ahLst/>
                <a:cxnLst/>
                <a:rect l="l" t="t" r="r" b="b"/>
                <a:pathLst>
                  <a:path w="25351" h="27931">
                    <a:moveTo>
                      <a:pt x="10581" y="27931"/>
                    </a:moveTo>
                    <a:lnTo>
                      <a:pt x="0" y="7740"/>
                    </a:lnTo>
                    <a:lnTo>
                      <a:pt x="14769" y="0"/>
                    </a:lnTo>
                    <a:lnTo>
                      <a:pt x="25351" y="20190"/>
                    </a:lnTo>
                    <a:lnTo>
                      <a:pt x="10581" y="27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4" name="Контур"/>
              <p:cNvSpPr/>
              <p:nvPr/>
            </p:nvSpPr>
            <p:spPr>
              <a:xfrm>
                <a:off x="6129274" y="5816079"/>
                <a:ext cx="45608" cy="43918"/>
              </a:xfrm>
              <a:custGeom>
                <a:avLst/>
                <a:gdLst/>
                <a:ahLst/>
                <a:cxnLst/>
                <a:rect l="l" t="t" r="r" b="b"/>
                <a:pathLst>
                  <a:path w="45608" h="43918">
                    <a:moveTo>
                      <a:pt x="0" y="15177"/>
                    </a:moveTo>
                    <a:lnTo>
                      <a:pt x="31290" y="0"/>
                    </a:lnTo>
                    <a:lnTo>
                      <a:pt x="42888" y="23018"/>
                    </a:lnTo>
                    <a:lnTo>
                      <a:pt x="45608" y="28608"/>
                    </a:lnTo>
                    <a:lnTo>
                      <a:pt x="13886" y="43918"/>
                    </a:lnTo>
                    <a:lnTo>
                      <a:pt x="0" y="151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5" name="Контур"/>
              <p:cNvSpPr/>
              <p:nvPr/>
            </p:nvSpPr>
            <p:spPr>
              <a:xfrm>
                <a:off x="6172162" y="5833447"/>
                <a:ext cx="20675" cy="24305"/>
              </a:xfrm>
              <a:custGeom>
                <a:avLst/>
                <a:gdLst/>
                <a:ahLst/>
                <a:cxnLst/>
                <a:rect l="l" t="t" r="r" b="b"/>
                <a:pathLst>
                  <a:path w="20675" h="24305">
                    <a:moveTo>
                      <a:pt x="9135" y="24305"/>
                    </a:moveTo>
                    <a:lnTo>
                      <a:pt x="2720" y="11240"/>
                    </a:lnTo>
                    <a:lnTo>
                      <a:pt x="0" y="5650"/>
                    </a:lnTo>
                    <a:lnTo>
                      <a:pt x="11541" y="0"/>
                    </a:lnTo>
                    <a:lnTo>
                      <a:pt x="20675" y="18654"/>
                    </a:lnTo>
                    <a:lnTo>
                      <a:pt x="9135" y="243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6" name="Контур"/>
              <p:cNvSpPr/>
              <p:nvPr/>
            </p:nvSpPr>
            <p:spPr>
              <a:xfrm>
                <a:off x="5983678" y="5705122"/>
                <a:ext cx="210246" cy="135366"/>
              </a:xfrm>
              <a:custGeom>
                <a:avLst/>
                <a:gdLst/>
                <a:ahLst/>
                <a:cxnLst/>
                <a:rect l="l" t="t" r="r" b="b"/>
                <a:pathLst>
                  <a:path w="210246" h="135366">
                    <a:moveTo>
                      <a:pt x="0" y="87588"/>
                    </a:moveTo>
                    <a:lnTo>
                      <a:pt x="187374" y="0"/>
                    </a:lnTo>
                    <a:lnTo>
                      <a:pt x="190071" y="5042"/>
                    </a:lnTo>
                    <a:lnTo>
                      <a:pt x="209024" y="45284"/>
                    </a:lnTo>
                    <a:lnTo>
                      <a:pt x="210246" y="47726"/>
                    </a:lnTo>
                    <a:lnTo>
                      <a:pt x="29722" y="131910"/>
                    </a:lnTo>
                    <a:lnTo>
                      <a:pt x="22334" y="135366"/>
                    </a:lnTo>
                    <a:lnTo>
                      <a:pt x="3922" y="95977"/>
                    </a:lnTo>
                    <a:lnTo>
                      <a:pt x="0" y="87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7" name="Контур"/>
              <p:cNvSpPr/>
              <p:nvPr/>
            </p:nvSpPr>
            <p:spPr>
              <a:xfrm>
                <a:off x="6174169" y="5798964"/>
                <a:ext cx="25025" cy="21646"/>
              </a:xfrm>
              <a:custGeom>
                <a:avLst/>
                <a:gdLst/>
                <a:ahLst/>
                <a:cxnLst/>
                <a:rect l="l" t="t" r="r" b="b"/>
                <a:pathLst>
                  <a:path w="25025" h="21646">
                    <a:moveTo>
                      <a:pt x="6231" y="21646"/>
                    </a:moveTo>
                    <a:lnTo>
                      <a:pt x="0" y="10628"/>
                    </a:lnTo>
                    <a:lnTo>
                      <a:pt x="18793" y="0"/>
                    </a:lnTo>
                    <a:lnTo>
                      <a:pt x="25025" y="11018"/>
                    </a:lnTo>
                    <a:lnTo>
                      <a:pt x="6231" y="216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8" name="Контур"/>
              <p:cNvSpPr/>
              <p:nvPr/>
            </p:nvSpPr>
            <p:spPr>
              <a:xfrm>
                <a:off x="6173749" y="5702704"/>
                <a:ext cx="34792" cy="47702"/>
              </a:xfrm>
              <a:custGeom>
                <a:avLst/>
                <a:gdLst/>
                <a:ahLst/>
                <a:cxnLst/>
                <a:rect l="l" t="t" r="r" b="b"/>
                <a:pathLst>
                  <a:path w="34792" h="47702">
                    <a:moveTo>
                      <a:pt x="0" y="7460"/>
                    </a:moveTo>
                    <a:lnTo>
                      <a:pt x="15839" y="0"/>
                    </a:lnTo>
                    <a:lnTo>
                      <a:pt x="34792" y="40243"/>
                    </a:lnTo>
                    <a:lnTo>
                      <a:pt x="18953" y="47702"/>
                    </a:lnTo>
                    <a:lnTo>
                      <a:pt x="0" y="74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9" name="Контур"/>
              <p:cNvSpPr/>
              <p:nvPr/>
            </p:nvSpPr>
            <p:spPr>
              <a:xfrm>
                <a:off x="6677510" y="6609263"/>
                <a:ext cx="107408" cy="107379"/>
              </a:xfrm>
              <a:custGeom>
                <a:avLst/>
                <a:gdLst/>
                <a:ahLst/>
                <a:cxnLst/>
                <a:rect l="l" t="t" r="r" b="b"/>
                <a:pathLst>
                  <a:path w="107408" h="107379">
                    <a:moveTo>
                      <a:pt x="72914" y="0"/>
                    </a:moveTo>
                    <a:lnTo>
                      <a:pt x="87445" y="30132"/>
                    </a:lnTo>
                    <a:lnTo>
                      <a:pt x="107408" y="72858"/>
                    </a:lnTo>
                    <a:lnTo>
                      <a:pt x="34495" y="107379"/>
                    </a:lnTo>
                    <a:lnTo>
                      <a:pt x="0" y="34520"/>
                    </a:lnTo>
                    <a:lnTo>
                      <a:pt x="729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0" name="Контур"/>
              <p:cNvSpPr/>
              <p:nvPr/>
            </p:nvSpPr>
            <p:spPr>
              <a:xfrm>
                <a:off x="6941271" y="6378904"/>
                <a:ext cx="164000" cy="306633"/>
              </a:xfrm>
              <a:custGeom>
                <a:avLst/>
                <a:gdLst/>
                <a:ahLst/>
                <a:cxnLst/>
                <a:rect l="l" t="t" r="r" b="b"/>
                <a:pathLst>
                  <a:path w="164000" h="306633">
                    <a:moveTo>
                      <a:pt x="21253" y="0"/>
                    </a:moveTo>
                    <a:lnTo>
                      <a:pt x="164000" y="296398"/>
                    </a:lnTo>
                    <a:lnTo>
                      <a:pt x="142748" y="306633"/>
                    </a:lnTo>
                    <a:lnTo>
                      <a:pt x="0" y="10235"/>
                    </a:lnTo>
                    <a:lnTo>
                      <a:pt x="2125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1" name="Контур"/>
              <p:cNvSpPr/>
              <p:nvPr/>
            </p:nvSpPr>
            <p:spPr>
              <a:xfrm>
                <a:off x="6746345" y="6561376"/>
                <a:ext cx="101098" cy="78019"/>
              </a:xfrm>
              <a:custGeom>
                <a:avLst/>
                <a:gdLst/>
                <a:ahLst/>
                <a:cxnLst/>
                <a:rect l="l" t="t" r="r" b="b"/>
                <a:pathLst>
                  <a:path w="101098" h="78019">
                    <a:moveTo>
                      <a:pt x="101098" y="40161"/>
                    </a:moveTo>
                    <a:lnTo>
                      <a:pt x="18610" y="78019"/>
                    </a:lnTo>
                    <a:lnTo>
                      <a:pt x="4079" y="47887"/>
                    </a:lnTo>
                    <a:lnTo>
                      <a:pt x="0" y="39384"/>
                    </a:lnTo>
                    <a:lnTo>
                      <a:pt x="81744" y="0"/>
                    </a:lnTo>
                    <a:lnTo>
                      <a:pt x="101098" y="40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2" name="Контур"/>
              <p:cNvSpPr/>
              <p:nvPr/>
            </p:nvSpPr>
            <p:spPr>
              <a:xfrm>
                <a:off x="6798102" y="6496849"/>
                <a:ext cx="40191" cy="39268"/>
              </a:xfrm>
              <a:custGeom>
                <a:avLst/>
                <a:gdLst/>
                <a:ahLst/>
                <a:cxnLst/>
                <a:rect l="l" t="t" r="r" b="b"/>
                <a:pathLst>
                  <a:path w="40191" h="39268">
                    <a:moveTo>
                      <a:pt x="0" y="13526"/>
                    </a:moveTo>
                    <a:lnTo>
                      <a:pt x="27555" y="0"/>
                    </a:lnTo>
                    <a:lnTo>
                      <a:pt x="40191" y="25743"/>
                    </a:lnTo>
                    <a:lnTo>
                      <a:pt x="12636" y="39268"/>
                    </a:lnTo>
                    <a:lnTo>
                      <a:pt x="0" y="135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3" name="Контур"/>
              <p:cNvSpPr/>
              <p:nvPr/>
            </p:nvSpPr>
            <p:spPr>
              <a:xfrm>
                <a:off x="6596312" y="6404920"/>
                <a:ext cx="181521" cy="205219"/>
              </a:xfrm>
              <a:custGeom>
                <a:avLst/>
                <a:gdLst/>
                <a:ahLst/>
                <a:cxnLst/>
                <a:rect l="l" t="t" r="r" b="b"/>
                <a:pathLst>
                  <a:path w="181521" h="205219">
                    <a:moveTo>
                      <a:pt x="69124" y="205219"/>
                    </a:moveTo>
                    <a:lnTo>
                      <a:pt x="0" y="50073"/>
                    </a:lnTo>
                    <a:lnTo>
                      <a:pt x="112401" y="0"/>
                    </a:lnTo>
                    <a:lnTo>
                      <a:pt x="181521" y="155136"/>
                    </a:lnTo>
                    <a:lnTo>
                      <a:pt x="69124" y="2052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4" name="Контур"/>
              <p:cNvSpPr/>
              <p:nvPr/>
            </p:nvSpPr>
            <p:spPr>
              <a:xfrm>
                <a:off x="6336224" y="6309619"/>
                <a:ext cx="189122" cy="177013"/>
              </a:xfrm>
              <a:custGeom>
                <a:avLst/>
                <a:gdLst/>
                <a:ahLst/>
                <a:cxnLst/>
                <a:rect l="l" t="t" r="r" b="b"/>
                <a:pathLst>
                  <a:path w="189122" h="177013">
                    <a:moveTo>
                      <a:pt x="41083" y="177013"/>
                    </a:moveTo>
                    <a:lnTo>
                      <a:pt x="0" y="104578"/>
                    </a:lnTo>
                    <a:lnTo>
                      <a:pt x="48256" y="80189"/>
                    </a:lnTo>
                    <a:lnTo>
                      <a:pt x="33581" y="51153"/>
                    </a:lnTo>
                    <a:lnTo>
                      <a:pt x="134777" y="0"/>
                    </a:lnTo>
                    <a:lnTo>
                      <a:pt x="189122" y="103712"/>
                    </a:lnTo>
                    <a:lnTo>
                      <a:pt x="41083" y="1770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5" name="Контур"/>
              <p:cNvSpPr/>
              <p:nvPr/>
            </p:nvSpPr>
            <p:spPr>
              <a:xfrm>
                <a:off x="6817769" y="6372875"/>
                <a:ext cx="50295" cy="54456"/>
              </a:xfrm>
              <a:custGeom>
                <a:avLst/>
                <a:gdLst/>
                <a:ahLst/>
                <a:cxnLst/>
                <a:rect l="l" t="t" r="r" b="b"/>
                <a:pathLst>
                  <a:path w="50295" h="54456">
                    <a:moveTo>
                      <a:pt x="0" y="12077"/>
                    </a:moveTo>
                    <a:lnTo>
                      <a:pt x="31397" y="0"/>
                    </a:lnTo>
                    <a:lnTo>
                      <a:pt x="50295" y="49152"/>
                    </a:lnTo>
                    <a:lnTo>
                      <a:pt x="36499" y="54456"/>
                    </a:lnTo>
                    <a:lnTo>
                      <a:pt x="30509" y="38865"/>
                    </a:lnTo>
                    <a:lnTo>
                      <a:pt x="12898" y="45633"/>
                    </a:lnTo>
                    <a:lnTo>
                      <a:pt x="0" y="120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6" name="Контур"/>
              <p:cNvSpPr/>
              <p:nvPr/>
            </p:nvSpPr>
            <p:spPr>
              <a:xfrm>
                <a:off x="6799490" y="6331622"/>
                <a:ext cx="28876" cy="33757"/>
              </a:xfrm>
              <a:custGeom>
                <a:avLst/>
                <a:gdLst/>
                <a:ahLst/>
                <a:cxnLst/>
                <a:rect l="l" t="t" r="r" b="b"/>
                <a:pathLst>
                  <a:path w="28876" h="33757">
                    <a:moveTo>
                      <a:pt x="0" y="7850"/>
                    </a:moveTo>
                    <a:lnTo>
                      <a:pt x="16691" y="0"/>
                    </a:lnTo>
                    <a:lnTo>
                      <a:pt x="28876" y="25907"/>
                    </a:lnTo>
                    <a:lnTo>
                      <a:pt x="12186" y="33757"/>
                    </a:lnTo>
                    <a:lnTo>
                      <a:pt x="0" y="78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7" name="Контур"/>
              <p:cNvSpPr/>
              <p:nvPr/>
            </p:nvSpPr>
            <p:spPr>
              <a:xfrm>
                <a:off x="6741344" y="6165544"/>
                <a:ext cx="106281" cy="148329"/>
              </a:xfrm>
              <a:custGeom>
                <a:avLst/>
                <a:gdLst/>
                <a:ahLst/>
                <a:cxnLst/>
                <a:rect l="l" t="t" r="r" b="b"/>
                <a:pathLst>
                  <a:path w="106281" h="148329">
                    <a:moveTo>
                      <a:pt x="64622" y="148329"/>
                    </a:moveTo>
                    <a:lnTo>
                      <a:pt x="0" y="21172"/>
                    </a:lnTo>
                    <a:lnTo>
                      <a:pt x="41659" y="0"/>
                    </a:lnTo>
                    <a:lnTo>
                      <a:pt x="106281" y="127156"/>
                    </a:lnTo>
                    <a:lnTo>
                      <a:pt x="64622" y="1483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8" name="Контур"/>
              <p:cNvSpPr/>
              <p:nvPr/>
            </p:nvSpPr>
            <p:spPr>
              <a:xfrm>
                <a:off x="7096633" y="6208836"/>
                <a:ext cx="46271" cy="54187"/>
              </a:xfrm>
              <a:custGeom>
                <a:avLst/>
                <a:gdLst/>
                <a:ahLst/>
                <a:cxnLst/>
                <a:rect l="l" t="t" r="r" b="b"/>
                <a:pathLst>
                  <a:path w="46271" h="54187">
                    <a:moveTo>
                      <a:pt x="0" y="11336"/>
                    </a:moveTo>
                    <a:lnTo>
                      <a:pt x="30171" y="0"/>
                    </a:lnTo>
                    <a:lnTo>
                      <a:pt x="46271" y="42851"/>
                    </a:lnTo>
                    <a:lnTo>
                      <a:pt x="16101" y="54187"/>
                    </a:lnTo>
                    <a:lnTo>
                      <a:pt x="0" y="113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9" name="Контур"/>
              <p:cNvSpPr/>
              <p:nvPr/>
            </p:nvSpPr>
            <p:spPr>
              <a:xfrm>
                <a:off x="6856558" y="6188708"/>
                <a:ext cx="22776" cy="25176"/>
              </a:xfrm>
              <a:custGeom>
                <a:avLst/>
                <a:gdLst/>
                <a:ahLst/>
                <a:cxnLst/>
                <a:rect l="l" t="t" r="r" b="b"/>
                <a:pathLst>
                  <a:path w="22776" h="25176">
                    <a:moveTo>
                      <a:pt x="22776" y="18533"/>
                    </a:moveTo>
                    <a:lnTo>
                      <a:pt x="8842" y="25176"/>
                    </a:lnTo>
                    <a:lnTo>
                      <a:pt x="0" y="6624"/>
                    </a:lnTo>
                    <a:lnTo>
                      <a:pt x="13891" y="0"/>
                    </a:lnTo>
                    <a:lnTo>
                      <a:pt x="22776" y="18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0" name="Контур"/>
              <p:cNvSpPr/>
              <p:nvPr/>
            </p:nvSpPr>
            <p:spPr>
              <a:xfrm>
                <a:off x="6398595" y="6100338"/>
                <a:ext cx="92894" cy="69359"/>
              </a:xfrm>
              <a:custGeom>
                <a:avLst/>
                <a:gdLst/>
                <a:ahLst/>
                <a:cxnLst/>
                <a:rect l="l" t="t" r="r" b="b"/>
                <a:pathLst>
                  <a:path w="92894" h="69359">
                    <a:moveTo>
                      <a:pt x="15613" y="69359"/>
                    </a:moveTo>
                    <a:lnTo>
                      <a:pt x="0" y="35015"/>
                    </a:lnTo>
                    <a:lnTo>
                      <a:pt x="76671" y="0"/>
                    </a:lnTo>
                    <a:lnTo>
                      <a:pt x="92894" y="31875"/>
                    </a:lnTo>
                    <a:lnTo>
                      <a:pt x="15613" y="693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1" name="Контур"/>
              <p:cNvSpPr/>
              <p:nvPr/>
            </p:nvSpPr>
            <p:spPr>
              <a:xfrm>
                <a:off x="6961648" y="6022438"/>
                <a:ext cx="44441" cy="64791"/>
              </a:xfrm>
              <a:custGeom>
                <a:avLst/>
                <a:gdLst/>
                <a:ahLst/>
                <a:cxnLst/>
                <a:rect l="l" t="t" r="r" b="b"/>
                <a:pathLst>
                  <a:path w="44441" h="64791">
                    <a:moveTo>
                      <a:pt x="0" y="8335"/>
                    </a:moveTo>
                    <a:lnTo>
                      <a:pt x="17404" y="0"/>
                    </a:lnTo>
                    <a:lnTo>
                      <a:pt x="44441" y="56456"/>
                    </a:lnTo>
                    <a:lnTo>
                      <a:pt x="27036" y="64791"/>
                    </a:lnTo>
                    <a:lnTo>
                      <a:pt x="0" y="83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2" name="Контур"/>
              <p:cNvSpPr/>
              <p:nvPr/>
            </p:nvSpPr>
            <p:spPr>
              <a:xfrm>
                <a:off x="6929077" y="5951843"/>
                <a:ext cx="53878" cy="62835"/>
              </a:xfrm>
              <a:custGeom>
                <a:avLst/>
                <a:gdLst/>
                <a:ahLst/>
                <a:cxnLst/>
                <a:rect l="l" t="t" r="r" b="b"/>
                <a:pathLst>
                  <a:path w="53878" h="62835">
                    <a:moveTo>
                      <a:pt x="0" y="14971"/>
                    </a:moveTo>
                    <a:lnTo>
                      <a:pt x="29960" y="0"/>
                    </a:lnTo>
                    <a:lnTo>
                      <a:pt x="53878" y="47864"/>
                    </a:lnTo>
                    <a:lnTo>
                      <a:pt x="23919" y="62835"/>
                    </a:lnTo>
                    <a:lnTo>
                      <a:pt x="0" y="149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3" name="Контур"/>
              <p:cNvSpPr/>
              <p:nvPr/>
            </p:nvSpPr>
            <p:spPr>
              <a:xfrm>
                <a:off x="6613076" y="5929210"/>
                <a:ext cx="79169" cy="51863"/>
              </a:xfrm>
              <a:custGeom>
                <a:avLst/>
                <a:gdLst/>
                <a:ahLst/>
                <a:cxnLst/>
                <a:rect l="l" t="t" r="r" b="b"/>
                <a:pathLst>
                  <a:path w="79169" h="51863">
                    <a:moveTo>
                      <a:pt x="8254" y="51863"/>
                    </a:moveTo>
                    <a:lnTo>
                      <a:pt x="0" y="35264"/>
                    </a:lnTo>
                    <a:lnTo>
                      <a:pt x="70915" y="0"/>
                    </a:lnTo>
                    <a:lnTo>
                      <a:pt x="79169" y="16599"/>
                    </a:lnTo>
                    <a:lnTo>
                      <a:pt x="8254" y="518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4" name="Контур"/>
              <p:cNvSpPr/>
              <p:nvPr/>
            </p:nvSpPr>
            <p:spPr>
              <a:xfrm>
                <a:off x="6468260" y="5656998"/>
                <a:ext cx="48004" cy="68464"/>
              </a:xfrm>
              <a:custGeom>
                <a:avLst/>
                <a:gdLst/>
                <a:ahLst/>
                <a:cxnLst/>
                <a:rect l="l" t="t" r="r" b="b"/>
                <a:pathLst>
                  <a:path w="48004" h="68464">
                    <a:moveTo>
                      <a:pt x="0" y="8294"/>
                    </a:moveTo>
                    <a:lnTo>
                      <a:pt x="15225" y="0"/>
                    </a:lnTo>
                    <a:lnTo>
                      <a:pt x="48004" y="60170"/>
                    </a:lnTo>
                    <a:lnTo>
                      <a:pt x="32780" y="68464"/>
                    </a:lnTo>
                    <a:lnTo>
                      <a:pt x="0" y="82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5" name="Контур"/>
              <p:cNvSpPr/>
              <p:nvPr/>
            </p:nvSpPr>
            <p:spPr>
              <a:xfrm>
                <a:off x="6636799" y="7576259"/>
                <a:ext cx="132811" cy="263647"/>
              </a:xfrm>
              <a:custGeom>
                <a:avLst/>
                <a:gdLst/>
                <a:ahLst/>
                <a:cxnLst/>
                <a:rect l="l" t="t" r="r" b="b"/>
                <a:pathLst>
                  <a:path w="132811" h="263647">
                    <a:moveTo>
                      <a:pt x="43" y="0"/>
                    </a:moveTo>
                    <a:lnTo>
                      <a:pt x="132811" y="87"/>
                    </a:lnTo>
                    <a:lnTo>
                      <a:pt x="132768" y="66096"/>
                    </a:lnTo>
                    <a:lnTo>
                      <a:pt x="89155" y="66067"/>
                    </a:lnTo>
                    <a:lnTo>
                      <a:pt x="89142" y="85900"/>
                    </a:lnTo>
                    <a:lnTo>
                      <a:pt x="107822" y="85913"/>
                    </a:lnTo>
                    <a:lnTo>
                      <a:pt x="107758" y="184626"/>
                    </a:lnTo>
                    <a:lnTo>
                      <a:pt x="88393" y="184613"/>
                    </a:lnTo>
                    <a:lnTo>
                      <a:pt x="88380" y="203680"/>
                    </a:lnTo>
                    <a:lnTo>
                      <a:pt x="131441" y="203708"/>
                    </a:lnTo>
                    <a:lnTo>
                      <a:pt x="131402" y="263143"/>
                    </a:lnTo>
                    <a:lnTo>
                      <a:pt x="12" y="263647"/>
                    </a:lnTo>
                    <a:lnTo>
                      <a:pt x="51" y="202538"/>
                    </a:lnTo>
                    <a:lnTo>
                      <a:pt x="43819" y="202566"/>
                    </a:lnTo>
                    <a:lnTo>
                      <a:pt x="43831" y="184243"/>
                    </a:lnTo>
                    <a:lnTo>
                      <a:pt x="24326" y="184230"/>
                    </a:lnTo>
                    <a:lnTo>
                      <a:pt x="24390" y="86294"/>
                    </a:lnTo>
                    <a:lnTo>
                      <a:pt x="43437" y="86306"/>
                    </a:lnTo>
                    <a:lnTo>
                      <a:pt x="43450" y="66474"/>
                    </a:lnTo>
                    <a:lnTo>
                      <a:pt x="0" y="66445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6" name="Контур"/>
              <p:cNvSpPr/>
              <p:nvPr/>
            </p:nvSpPr>
            <p:spPr>
              <a:xfrm>
                <a:off x="6396060" y="7685848"/>
                <a:ext cx="57704" cy="154971"/>
              </a:xfrm>
              <a:custGeom>
                <a:avLst/>
                <a:gdLst/>
                <a:ahLst/>
                <a:cxnLst/>
                <a:rect l="l" t="t" r="r" b="b"/>
                <a:pathLst>
                  <a:path w="57704" h="154971">
                    <a:moveTo>
                      <a:pt x="57704" y="154759"/>
                    </a:moveTo>
                    <a:lnTo>
                      <a:pt x="2012" y="154971"/>
                    </a:lnTo>
                    <a:lnTo>
                      <a:pt x="0" y="724"/>
                    </a:lnTo>
                    <a:lnTo>
                      <a:pt x="55685" y="0"/>
                    </a:lnTo>
                    <a:lnTo>
                      <a:pt x="57704" y="1547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7" name="Контур"/>
              <p:cNvSpPr/>
              <p:nvPr/>
            </p:nvSpPr>
            <p:spPr>
              <a:xfrm>
                <a:off x="6123248" y="7818457"/>
                <a:ext cx="55979" cy="23410"/>
              </a:xfrm>
              <a:custGeom>
                <a:avLst/>
                <a:gdLst/>
                <a:ahLst/>
                <a:cxnLst/>
                <a:rect l="l" t="t" r="r" b="b"/>
                <a:pathLst>
                  <a:path w="55979" h="23410">
                    <a:moveTo>
                      <a:pt x="55979" y="23197"/>
                    </a:moveTo>
                    <a:lnTo>
                      <a:pt x="288" y="23410"/>
                    </a:lnTo>
                    <a:lnTo>
                      <a:pt x="0" y="706"/>
                    </a:lnTo>
                    <a:lnTo>
                      <a:pt x="55684" y="0"/>
                    </a:lnTo>
                    <a:lnTo>
                      <a:pt x="55979" y="231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8" name="Контур"/>
              <p:cNvSpPr/>
              <p:nvPr/>
            </p:nvSpPr>
            <p:spPr>
              <a:xfrm>
                <a:off x="6093085" y="7555271"/>
                <a:ext cx="344041" cy="164422"/>
              </a:xfrm>
              <a:custGeom>
                <a:avLst/>
                <a:gdLst/>
                <a:ahLst/>
                <a:cxnLst/>
                <a:rect l="l" t="t" r="r" b="b"/>
                <a:pathLst>
                  <a:path w="344041" h="164422">
                    <a:moveTo>
                      <a:pt x="0" y="140769"/>
                    </a:moveTo>
                    <a:lnTo>
                      <a:pt x="334075" y="0"/>
                    </a:lnTo>
                    <a:lnTo>
                      <a:pt x="344041" y="23653"/>
                    </a:lnTo>
                    <a:lnTo>
                      <a:pt x="9967" y="164422"/>
                    </a:lnTo>
                    <a:lnTo>
                      <a:pt x="0" y="1407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9" name="Контур"/>
              <p:cNvSpPr/>
              <p:nvPr/>
            </p:nvSpPr>
            <p:spPr>
              <a:xfrm>
                <a:off x="5923215" y="7696666"/>
                <a:ext cx="62572" cy="64193"/>
              </a:xfrm>
              <a:custGeom>
                <a:avLst/>
                <a:gdLst/>
                <a:ahLst/>
                <a:cxnLst/>
                <a:rect l="l" t="t" r="r" b="b"/>
                <a:pathLst>
                  <a:path w="62572" h="64193">
                    <a:moveTo>
                      <a:pt x="0" y="21105"/>
                    </a:moveTo>
                    <a:lnTo>
                      <a:pt x="41852" y="0"/>
                    </a:lnTo>
                    <a:lnTo>
                      <a:pt x="62572" y="43652"/>
                    </a:lnTo>
                    <a:lnTo>
                      <a:pt x="21376" y="64193"/>
                    </a:lnTo>
                    <a:lnTo>
                      <a:pt x="3450" y="28087"/>
                    </a:lnTo>
                    <a:lnTo>
                      <a:pt x="0" y="211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0" name="Контур"/>
              <p:cNvSpPr/>
              <p:nvPr/>
            </p:nvSpPr>
            <p:spPr>
              <a:xfrm>
                <a:off x="6033834" y="7443489"/>
                <a:ext cx="514147" cy="240501"/>
              </a:xfrm>
              <a:custGeom>
                <a:avLst/>
                <a:gdLst/>
                <a:ahLst/>
                <a:cxnLst/>
                <a:rect l="l" t="t" r="r" b="b"/>
                <a:pathLst>
                  <a:path w="514147" h="240501">
                    <a:moveTo>
                      <a:pt x="0" y="213823"/>
                    </a:moveTo>
                    <a:lnTo>
                      <a:pt x="502802" y="0"/>
                    </a:lnTo>
                    <a:lnTo>
                      <a:pt x="514147" y="26678"/>
                    </a:lnTo>
                    <a:lnTo>
                      <a:pt x="11345" y="240501"/>
                    </a:lnTo>
                    <a:lnTo>
                      <a:pt x="0" y="2138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1" name="Контур"/>
              <p:cNvSpPr/>
              <p:nvPr/>
            </p:nvSpPr>
            <p:spPr>
              <a:xfrm>
                <a:off x="6647644" y="7425568"/>
                <a:ext cx="29219" cy="23397"/>
              </a:xfrm>
              <a:custGeom>
                <a:avLst/>
                <a:gdLst/>
                <a:ahLst/>
                <a:cxnLst/>
                <a:rect l="l" t="t" r="r" b="b"/>
                <a:pathLst>
                  <a:path w="29219" h="23397">
                    <a:moveTo>
                      <a:pt x="0" y="8998"/>
                    </a:moveTo>
                    <a:lnTo>
                      <a:pt x="23767" y="0"/>
                    </a:lnTo>
                    <a:lnTo>
                      <a:pt x="29219" y="14400"/>
                    </a:lnTo>
                    <a:lnTo>
                      <a:pt x="5451" y="23397"/>
                    </a:lnTo>
                    <a:lnTo>
                      <a:pt x="0" y="89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2" name="Контур"/>
              <p:cNvSpPr/>
              <p:nvPr/>
            </p:nvSpPr>
            <p:spPr>
              <a:xfrm>
                <a:off x="6106656" y="7379029"/>
                <a:ext cx="24521" cy="28530"/>
              </a:xfrm>
              <a:custGeom>
                <a:avLst/>
                <a:gdLst/>
                <a:ahLst/>
                <a:cxnLst/>
                <a:rect l="l" t="t" r="r" b="b"/>
                <a:pathLst>
                  <a:path w="24521" h="28530">
                    <a:moveTo>
                      <a:pt x="24521" y="21987"/>
                    </a:moveTo>
                    <a:lnTo>
                      <a:pt x="9723" y="28530"/>
                    </a:lnTo>
                    <a:lnTo>
                      <a:pt x="0" y="6544"/>
                    </a:lnTo>
                    <a:lnTo>
                      <a:pt x="14799" y="0"/>
                    </a:lnTo>
                    <a:lnTo>
                      <a:pt x="24521" y="219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3" name="Контур"/>
              <p:cNvSpPr/>
              <p:nvPr/>
            </p:nvSpPr>
            <p:spPr>
              <a:xfrm>
                <a:off x="6079721" y="7096969"/>
                <a:ext cx="469224" cy="304047"/>
              </a:xfrm>
              <a:custGeom>
                <a:avLst/>
                <a:gdLst/>
                <a:ahLst/>
                <a:cxnLst/>
                <a:rect l="l" t="t" r="r" b="b"/>
                <a:pathLst>
                  <a:path w="469224" h="304047">
                    <a:moveTo>
                      <a:pt x="41734" y="282060"/>
                    </a:moveTo>
                    <a:lnTo>
                      <a:pt x="0" y="191919"/>
                    </a:lnTo>
                    <a:lnTo>
                      <a:pt x="60749" y="163901"/>
                    </a:lnTo>
                    <a:lnTo>
                      <a:pt x="112792" y="140242"/>
                    </a:lnTo>
                    <a:lnTo>
                      <a:pt x="405255" y="5021"/>
                    </a:lnTo>
                    <a:lnTo>
                      <a:pt x="416141" y="0"/>
                    </a:lnTo>
                    <a:lnTo>
                      <a:pt x="469224" y="110203"/>
                    </a:lnTo>
                    <a:lnTo>
                      <a:pt x="51456" y="304047"/>
                    </a:lnTo>
                    <a:lnTo>
                      <a:pt x="41734" y="2820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4" name="Контур"/>
              <p:cNvSpPr/>
              <p:nvPr/>
            </p:nvSpPr>
            <p:spPr>
              <a:xfrm>
                <a:off x="6108393" y="7166651"/>
                <a:ext cx="84120" cy="94219"/>
              </a:xfrm>
              <a:custGeom>
                <a:avLst/>
                <a:gdLst/>
                <a:ahLst/>
                <a:cxnLst/>
                <a:rect l="l" t="t" r="r" b="b"/>
                <a:pathLst>
                  <a:path w="84120" h="94219">
                    <a:moveTo>
                      <a:pt x="32077" y="94219"/>
                    </a:moveTo>
                    <a:lnTo>
                      <a:pt x="0" y="23659"/>
                    </a:lnTo>
                    <a:lnTo>
                      <a:pt x="52043" y="0"/>
                    </a:lnTo>
                    <a:lnTo>
                      <a:pt x="84120" y="70560"/>
                    </a:lnTo>
                    <a:lnTo>
                      <a:pt x="32077" y="942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5" name="Контур"/>
              <p:cNvSpPr/>
              <p:nvPr/>
            </p:nvSpPr>
            <p:spPr>
              <a:xfrm>
                <a:off x="6718534" y="7205715"/>
                <a:ext cx="318486" cy="170025"/>
              </a:xfrm>
              <a:custGeom>
                <a:avLst/>
                <a:gdLst/>
                <a:ahLst/>
                <a:cxnLst/>
                <a:rect l="l" t="t" r="r" b="b"/>
                <a:pathLst>
                  <a:path w="318486" h="170025">
                    <a:moveTo>
                      <a:pt x="0" y="139388"/>
                    </a:moveTo>
                    <a:lnTo>
                      <a:pt x="304459" y="0"/>
                    </a:lnTo>
                    <a:lnTo>
                      <a:pt x="318486" y="30638"/>
                    </a:lnTo>
                    <a:lnTo>
                      <a:pt x="14027" y="170025"/>
                    </a:lnTo>
                    <a:lnTo>
                      <a:pt x="0" y="1393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6" name="Контур"/>
              <p:cNvSpPr/>
              <p:nvPr/>
            </p:nvSpPr>
            <p:spPr>
              <a:xfrm>
                <a:off x="6012416" y="7064387"/>
                <a:ext cx="173395" cy="111158"/>
              </a:xfrm>
              <a:custGeom>
                <a:avLst/>
                <a:gdLst/>
                <a:ahLst/>
                <a:cxnLst/>
                <a:rect l="l" t="t" r="r" b="b"/>
                <a:pathLst>
                  <a:path w="173395" h="111158">
                    <a:moveTo>
                      <a:pt x="0" y="77136"/>
                    </a:moveTo>
                    <a:lnTo>
                      <a:pt x="158150" y="0"/>
                    </a:lnTo>
                    <a:lnTo>
                      <a:pt x="173395" y="34680"/>
                    </a:lnTo>
                    <a:lnTo>
                      <a:pt x="16593" y="111158"/>
                    </a:lnTo>
                    <a:lnTo>
                      <a:pt x="0" y="771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7" name="Контур"/>
              <p:cNvSpPr/>
              <p:nvPr/>
            </p:nvSpPr>
            <p:spPr>
              <a:xfrm>
                <a:off x="6590098" y="7032132"/>
                <a:ext cx="213198" cy="131904"/>
              </a:xfrm>
              <a:custGeom>
                <a:avLst/>
                <a:gdLst/>
                <a:ahLst/>
                <a:cxnLst/>
                <a:rect l="l" t="t" r="r" b="b"/>
                <a:pathLst>
                  <a:path w="213198" h="131904">
                    <a:moveTo>
                      <a:pt x="36262" y="70708"/>
                    </a:moveTo>
                    <a:lnTo>
                      <a:pt x="188604" y="0"/>
                    </a:lnTo>
                    <a:lnTo>
                      <a:pt x="213198" y="52989"/>
                    </a:lnTo>
                    <a:lnTo>
                      <a:pt x="43173" y="131904"/>
                    </a:lnTo>
                    <a:lnTo>
                      <a:pt x="30419" y="104424"/>
                    </a:lnTo>
                    <a:lnTo>
                      <a:pt x="19277" y="109596"/>
                    </a:lnTo>
                    <a:lnTo>
                      <a:pt x="0" y="68063"/>
                    </a:lnTo>
                    <a:lnTo>
                      <a:pt x="28824" y="54684"/>
                    </a:lnTo>
                    <a:lnTo>
                      <a:pt x="36262" y="707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8" name="Контур"/>
              <p:cNvSpPr/>
              <p:nvPr/>
            </p:nvSpPr>
            <p:spPr>
              <a:xfrm>
                <a:off x="5989275" y="7016944"/>
                <a:ext cx="181291" cy="124579"/>
              </a:xfrm>
              <a:custGeom>
                <a:avLst/>
                <a:gdLst/>
                <a:ahLst/>
                <a:cxnLst/>
                <a:rect l="l" t="t" r="r" b="b"/>
                <a:pathLst>
                  <a:path w="181291" h="124579">
                    <a:moveTo>
                      <a:pt x="158150" y="0"/>
                    </a:moveTo>
                    <a:lnTo>
                      <a:pt x="181291" y="47443"/>
                    </a:lnTo>
                    <a:lnTo>
                      <a:pt x="23141" y="124579"/>
                    </a:lnTo>
                    <a:lnTo>
                      <a:pt x="0" y="77136"/>
                    </a:lnTo>
                    <a:lnTo>
                      <a:pt x="15815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9" name="Контур"/>
              <p:cNvSpPr/>
              <p:nvPr/>
            </p:nvSpPr>
            <p:spPr>
              <a:xfrm>
                <a:off x="6455393" y="7027280"/>
                <a:ext cx="52107" cy="66793"/>
              </a:xfrm>
              <a:custGeom>
                <a:avLst/>
                <a:gdLst/>
                <a:ahLst/>
                <a:cxnLst/>
                <a:rect l="l" t="t" r="r" b="b"/>
                <a:pathLst>
                  <a:path w="52107" h="66793">
                    <a:moveTo>
                      <a:pt x="0" y="12497"/>
                    </a:moveTo>
                    <a:lnTo>
                      <a:pt x="26510" y="0"/>
                    </a:lnTo>
                    <a:lnTo>
                      <a:pt x="52107" y="54296"/>
                    </a:lnTo>
                    <a:lnTo>
                      <a:pt x="25597" y="66793"/>
                    </a:lnTo>
                    <a:lnTo>
                      <a:pt x="0" y="124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0" name="Контур"/>
              <p:cNvSpPr/>
              <p:nvPr/>
            </p:nvSpPr>
            <p:spPr>
              <a:xfrm>
                <a:off x="6733952" y="5835299"/>
                <a:ext cx="466048" cy="975744"/>
              </a:xfrm>
              <a:custGeom>
                <a:avLst/>
                <a:gdLst/>
                <a:ahLst/>
                <a:cxnLst/>
                <a:rect l="l" t="t" r="r" b="b"/>
                <a:pathLst>
                  <a:path w="466048" h="975744">
                    <a:moveTo>
                      <a:pt x="136497" y="353409"/>
                    </a:moveTo>
                    <a:lnTo>
                      <a:pt x="132806" y="345662"/>
                    </a:lnTo>
                    <a:lnTo>
                      <a:pt x="8911" y="86399"/>
                    </a:lnTo>
                    <a:lnTo>
                      <a:pt x="0" y="66950"/>
                    </a:lnTo>
                    <a:lnTo>
                      <a:pt x="130425" y="0"/>
                    </a:lnTo>
                    <a:lnTo>
                      <a:pt x="195125" y="131515"/>
                    </a:lnTo>
                    <a:lnTo>
                      <a:pt x="219044" y="179379"/>
                    </a:lnTo>
                    <a:lnTo>
                      <a:pt x="227696" y="195474"/>
                    </a:lnTo>
                    <a:lnTo>
                      <a:pt x="254732" y="251930"/>
                    </a:lnTo>
                    <a:lnTo>
                      <a:pt x="363715" y="472800"/>
                    </a:lnTo>
                    <a:lnTo>
                      <a:pt x="352704" y="478733"/>
                    </a:lnTo>
                    <a:lnTo>
                      <a:pt x="466048" y="712683"/>
                    </a:lnTo>
                    <a:lnTo>
                      <a:pt x="466048" y="961840"/>
                    </a:lnTo>
                    <a:lnTo>
                      <a:pt x="437611" y="975744"/>
                    </a:lnTo>
                    <a:lnTo>
                      <a:pt x="371319" y="840003"/>
                    </a:lnTo>
                    <a:lnTo>
                      <a:pt x="228572" y="543605"/>
                    </a:lnTo>
                    <a:lnTo>
                      <a:pt x="145382" y="3719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91" name="Контур"/>
              <p:cNvSpPr/>
              <p:nvPr/>
            </p:nvSpPr>
            <p:spPr>
              <a:xfrm>
                <a:off x="6733952" y="5835299"/>
                <a:ext cx="466048" cy="975744"/>
              </a:xfrm>
              <a:custGeom>
                <a:avLst/>
                <a:gdLst/>
                <a:ahLst/>
                <a:cxnLst/>
                <a:rect l="l" t="t" r="r" b="b"/>
                <a:pathLst>
                  <a:path w="466048" h="975744" fill="none">
                    <a:moveTo>
                      <a:pt x="136497" y="353409"/>
                    </a:moveTo>
                    <a:lnTo>
                      <a:pt x="132806" y="345662"/>
                    </a:lnTo>
                    <a:lnTo>
                      <a:pt x="8911" y="86399"/>
                    </a:lnTo>
                    <a:lnTo>
                      <a:pt x="0" y="66950"/>
                    </a:lnTo>
                    <a:lnTo>
                      <a:pt x="130425" y="0"/>
                    </a:lnTo>
                    <a:lnTo>
                      <a:pt x="195125" y="131515"/>
                    </a:lnTo>
                    <a:lnTo>
                      <a:pt x="219044" y="179379"/>
                    </a:lnTo>
                    <a:lnTo>
                      <a:pt x="227696" y="195474"/>
                    </a:lnTo>
                    <a:lnTo>
                      <a:pt x="254732" y="251930"/>
                    </a:lnTo>
                    <a:lnTo>
                      <a:pt x="363715" y="472800"/>
                    </a:lnTo>
                    <a:lnTo>
                      <a:pt x="352704" y="478733"/>
                    </a:lnTo>
                    <a:lnTo>
                      <a:pt x="466048" y="712683"/>
                    </a:lnTo>
                    <a:moveTo>
                      <a:pt x="466048" y="961840"/>
                    </a:moveTo>
                    <a:lnTo>
                      <a:pt x="437611" y="975744"/>
                    </a:lnTo>
                    <a:lnTo>
                      <a:pt x="371319" y="840003"/>
                    </a:lnTo>
                    <a:lnTo>
                      <a:pt x="228572" y="543605"/>
                    </a:lnTo>
                    <a:lnTo>
                      <a:pt x="145382" y="371942"/>
                    </a:lnTo>
                    <a:lnTo>
                      <a:pt x="136497" y="353409"/>
                    </a:lnTo>
                    <a:lnTo>
                      <a:pt x="136497" y="35340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2" name="Контур"/>
              <p:cNvSpPr/>
              <p:nvPr/>
            </p:nvSpPr>
            <p:spPr>
              <a:xfrm>
                <a:off x="6764955" y="6601537"/>
                <a:ext cx="185876" cy="252496"/>
              </a:xfrm>
              <a:custGeom>
                <a:avLst/>
                <a:gdLst/>
                <a:ahLst/>
                <a:cxnLst/>
                <a:rect l="l" t="t" r="r" b="b"/>
                <a:pathLst>
                  <a:path w="185876" h="252496">
                    <a:moveTo>
                      <a:pt x="82488" y="0"/>
                    </a:moveTo>
                    <a:lnTo>
                      <a:pt x="99216" y="34104"/>
                    </a:lnTo>
                    <a:lnTo>
                      <a:pt x="185876" y="214456"/>
                    </a:lnTo>
                    <a:lnTo>
                      <a:pt x="181338" y="216572"/>
                    </a:lnTo>
                    <a:lnTo>
                      <a:pt x="106241" y="252496"/>
                    </a:lnTo>
                    <a:lnTo>
                      <a:pt x="19963" y="80584"/>
                    </a:lnTo>
                    <a:lnTo>
                      <a:pt x="0" y="37858"/>
                    </a:lnTo>
                    <a:lnTo>
                      <a:pt x="8248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3" name="Контур"/>
              <p:cNvSpPr/>
              <p:nvPr/>
            </p:nvSpPr>
            <p:spPr>
              <a:xfrm>
                <a:off x="6846044" y="7011155"/>
                <a:ext cx="77272" cy="55132"/>
              </a:xfrm>
              <a:custGeom>
                <a:avLst/>
                <a:gdLst/>
                <a:ahLst/>
                <a:cxnLst/>
                <a:rect l="l" t="t" r="r" b="b"/>
                <a:pathLst>
                  <a:path w="77272" h="55132">
                    <a:moveTo>
                      <a:pt x="66117" y="0"/>
                    </a:moveTo>
                    <a:lnTo>
                      <a:pt x="77272" y="23208"/>
                    </a:lnTo>
                    <a:lnTo>
                      <a:pt x="10506" y="55132"/>
                    </a:lnTo>
                    <a:lnTo>
                      <a:pt x="0" y="33633"/>
                    </a:lnTo>
                    <a:lnTo>
                      <a:pt x="6611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4" name="Контур"/>
              <p:cNvSpPr/>
              <p:nvPr/>
            </p:nvSpPr>
            <p:spPr>
              <a:xfrm>
                <a:off x="6969209" y="6721163"/>
                <a:ext cx="157709" cy="200429"/>
              </a:xfrm>
              <a:custGeom>
                <a:avLst/>
                <a:gdLst/>
                <a:ahLst/>
                <a:cxnLst/>
                <a:rect l="l" t="t" r="r" b="b"/>
                <a:pathLst>
                  <a:path w="157709" h="200429">
                    <a:moveTo>
                      <a:pt x="157709" y="162043"/>
                    </a:moveTo>
                    <a:lnTo>
                      <a:pt x="77026" y="200429"/>
                    </a:lnTo>
                    <a:lnTo>
                      <a:pt x="0" y="38352"/>
                    </a:lnTo>
                    <a:lnTo>
                      <a:pt x="14244" y="31352"/>
                    </a:lnTo>
                    <a:lnTo>
                      <a:pt x="80698" y="0"/>
                    </a:lnTo>
                    <a:lnTo>
                      <a:pt x="137957" y="120470"/>
                    </a:lnTo>
                    <a:lnTo>
                      <a:pt x="157709" y="1620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5" name="Контур"/>
              <p:cNvSpPr/>
              <p:nvPr/>
            </p:nvSpPr>
            <p:spPr>
              <a:xfrm>
                <a:off x="7107166" y="6811043"/>
                <a:ext cx="85387" cy="72163"/>
              </a:xfrm>
              <a:custGeom>
                <a:avLst/>
                <a:gdLst/>
                <a:ahLst/>
                <a:cxnLst/>
                <a:rect l="l" t="t" r="r" b="b"/>
                <a:pathLst>
                  <a:path w="85387" h="72163">
                    <a:moveTo>
                      <a:pt x="64397" y="0"/>
                    </a:moveTo>
                    <a:lnTo>
                      <a:pt x="85387" y="40853"/>
                    </a:lnTo>
                    <a:lnTo>
                      <a:pt x="19752" y="72163"/>
                    </a:lnTo>
                    <a:lnTo>
                      <a:pt x="0" y="30590"/>
                    </a:lnTo>
                    <a:lnTo>
                      <a:pt x="6439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6" name="Контур"/>
              <p:cNvSpPr/>
              <p:nvPr/>
            </p:nvSpPr>
            <p:spPr>
              <a:xfrm>
                <a:off x="6946293" y="6806736"/>
                <a:ext cx="42572" cy="52553"/>
              </a:xfrm>
              <a:custGeom>
                <a:avLst/>
                <a:gdLst/>
                <a:ahLst/>
                <a:cxnLst/>
                <a:rect l="l" t="t" r="r" b="b"/>
                <a:pathLst>
                  <a:path w="42572" h="52553">
                    <a:moveTo>
                      <a:pt x="24475" y="0"/>
                    </a:moveTo>
                    <a:lnTo>
                      <a:pt x="42572" y="42243"/>
                    </a:lnTo>
                    <a:lnTo>
                      <a:pt x="18505" y="52553"/>
                    </a:lnTo>
                    <a:lnTo>
                      <a:pt x="0" y="11373"/>
                    </a:lnTo>
                    <a:lnTo>
                      <a:pt x="4538" y="9257"/>
                    </a:lnTo>
                    <a:lnTo>
                      <a:pt x="244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7" name="Контур"/>
              <p:cNvSpPr/>
              <p:nvPr/>
            </p:nvSpPr>
            <p:spPr>
              <a:xfrm>
                <a:off x="7171563" y="6797139"/>
                <a:ext cx="28437" cy="54757"/>
              </a:xfrm>
              <a:custGeom>
                <a:avLst/>
                <a:gdLst/>
                <a:ahLst/>
                <a:cxnLst/>
                <a:rect l="l" t="t" r="r" b="b"/>
                <a:pathLst>
                  <a:path w="28437" h="54757">
                    <a:moveTo>
                      <a:pt x="0" y="13904"/>
                    </a:moveTo>
                    <a:lnTo>
                      <a:pt x="28437" y="0"/>
                    </a:lnTo>
                    <a:lnTo>
                      <a:pt x="28437" y="51255"/>
                    </a:lnTo>
                    <a:lnTo>
                      <a:pt x="20990" y="547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98" name="Контур"/>
              <p:cNvSpPr/>
              <p:nvPr/>
            </p:nvSpPr>
            <p:spPr>
              <a:xfrm>
                <a:off x="7171563" y="6797139"/>
                <a:ext cx="28437" cy="54757"/>
              </a:xfrm>
              <a:custGeom>
                <a:avLst/>
                <a:gdLst/>
                <a:ahLst/>
                <a:cxnLst/>
                <a:rect l="l" t="t" r="r" b="b"/>
                <a:pathLst>
                  <a:path w="28437" h="54757" fill="none">
                    <a:moveTo>
                      <a:pt x="0" y="13904"/>
                    </a:moveTo>
                    <a:lnTo>
                      <a:pt x="28437" y="0"/>
                    </a:lnTo>
                    <a:moveTo>
                      <a:pt x="28437" y="51255"/>
                    </a:moveTo>
                    <a:lnTo>
                      <a:pt x="20990" y="54757"/>
                    </a:lnTo>
                    <a:lnTo>
                      <a:pt x="0" y="13904"/>
                    </a:lnTo>
                    <a:lnTo>
                      <a:pt x="0" y="1390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9" name="Контур"/>
              <p:cNvSpPr/>
              <p:nvPr/>
            </p:nvSpPr>
            <p:spPr>
              <a:xfrm>
                <a:off x="6864171" y="6624568"/>
                <a:ext cx="106597" cy="191425"/>
              </a:xfrm>
              <a:custGeom>
                <a:avLst/>
                <a:gdLst/>
                <a:ahLst/>
                <a:cxnLst/>
                <a:rect l="l" t="t" r="r" b="b"/>
                <a:pathLst>
                  <a:path w="106597" h="191425">
                    <a:moveTo>
                      <a:pt x="86660" y="191425"/>
                    </a:moveTo>
                    <a:lnTo>
                      <a:pt x="0" y="11073"/>
                    </a:lnTo>
                    <a:lnTo>
                      <a:pt x="22718" y="0"/>
                    </a:lnTo>
                    <a:lnTo>
                      <a:pt x="106597" y="182168"/>
                    </a:lnTo>
                    <a:lnTo>
                      <a:pt x="86660" y="1914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0" name="Контур"/>
              <p:cNvSpPr/>
              <p:nvPr/>
            </p:nvSpPr>
            <p:spPr>
              <a:xfrm>
                <a:off x="7171049" y="6271088"/>
                <a:ext cx="28951" cy="74540"/>
              </a:xfrm>
              <a:custGeom>
                <a:avLst/>
                <a:gdLst/>
                <a:ahLst/>
                <a:cxnLst/>
                <a:rect l="l" t="t" r="r" b="b"/>
                <a:pathLst>
                  <a:path w="28951" h="74540">
                    <a:moveTo>
                      <a:pt x="28951" y="74540"/>
                    </a:moveTo>
                    <a:lnTo>
                      <a:pt x="0" y="13256"/>
                    </a:lnTo>
                    <a:lnTo>
                      <a:pt x="289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01" name="Контур"/>
              <p:cNvSpPr/>
              <p:nvPr/>
            </p:nvSpPr>
            <p:spPr>
              <a:xfrm>
                <a:off x="7171049" y="6271088"/>
                <a:ext cx="28951" cy="74540"/>
              </a:xfrm>
              <a:custGeom>
                <a:avLst/>
                <a:gdLst/>
                <a:ahLst/>
                <a:cxnLst/>
                <a:rect l="l" t="t" r="r" b="b"/>
                <a:pathLst>
                  <a:path w="28951" h="74540" fill="none">
                    <a:moveTo>
                      <a:pt x="28951" y="74540"/>
                    </a:moveTo>
                    <a:lnTo>
                      <a:pt x="0" y="13256"/>
                    </a:lnTo>
                    <a:lnTo>
                      <a:pt x="28951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2" name="Контур"/>
              <p:cNvSpPr/>
              <p:nvPr/>
            </p:nvSpPr>
            <p:spPr>
              <a:xfrm>
                <a:off x="6896628" y="6928345"/>
                <a:ext cx="131736" cy="106018"/>
              </a:xfrm>
              <a:custGeom>
                <a:avLst/>
                <a:gdLst/>
                <a:ahLst/>
                <a:cxnLst/>
                <a:rect l="l" t="t" r="r" b="b"/>
                <a:pathLst>
                  <a:path w="131736" h="106018">
                    <a:moveTo>
                      <a:pt x="26688" y="106018"/>
                    </a:moveTo>
                    <a:lnTo>
                      <a:pt x="15533" y="82810"/>
                    </a:lnTo>
                    <a:lnTo>
                      <a:pt x="0" y="50496"/>
                    </a:lnTo>
                    <a:lnTo>
                      <a:pt x="103647" y="672"/>
                    </a:lnTo>
                    <a:lnTo>
                      <a:pt x="105048" y="0"/>
                    </a:lnTo>
                    <a:lnTo>
                      <a:pt x="114869" y="20434"/>
                    </a:lnTo>
                    <a:lnTo>
                      <a:pt x="131736" y="55522"/>
                    </a:lnTo>
                    <a:lnTo>
                      <a:pt x="26688" y="1060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3" name="Контур"/>
              <p:cNvSpPr/>
              <p:nvPr/>
            </p:nvSpPr>
            <p:spPr>
              <a:xfrm>
                <a:off x="7011497" y="6935429"/>
                <a:ext cx="46417" cy="52489"/>
              </a:xfrm>
              <a:custGeom>
                <a:avLst/>
                <a:gdLst/>
                <a:ahLst/>
                <a:cxnLst/>
                <a:rect l="l" t="t" r="r" b="b"/>
                <a:pathLst>
                  <a:path w="46417" h="52489">
                    <a:moveTo>
                      <a:pt x="0" y="13350"/>
                    </a:moveTo>
                    <a:lnTo>
                      <a:pt x="27336" y="0"/>
                    </a:lnTo>
                    <a:lnTo>
                      <a:pt x="46417" y="39217"/>
                    </a:lnTo>
                    <a:lnTo>
                      <a:pt x="19139" y="52489"/>
                    </a:lnTo>
                    <a:lnTo>
                      <a:pt x="16867" y="48438"/>
                    </a:lnTo>
                    <a:lnTo>
                      <a:pt x="0" y="133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4" name="Контур"/>
              <p:cNvSpPr/>
              <p:nvPr/>
            </p:nvSpPr>
            <p:spPr>
              <a:xfrm>
                <a:off x="6970217" y="6848099"/>
                <a:ext cx="72720" cy="100680"/>
              </a:xfrm>
              <a:custGeom>
                <a:avLst/>
                <a:gdLst/>
                <a:ahLst/>
                <a:cxnLst/>
                <a:rect l="l" t="t" r="r" b="b"/>
                <a:pathLst>
                  <a:path w="72720" h="100680">
                    <a:moveTo>
                      <a:pt x="41280" y="100680"/>
                    </a:moveTo>
                    <a:lnTo>
                      <a:pt x="31459" y="80246"/>
                    </a:lnTo>
                    <a:lnTo>
                      <a:pt x="0" y="14933"/>
                    </a:lnTo>
                    <a:lnTo>
                      <a:pt x="31373" y="0"/>
                    </a:lnTo>
                    <a:lnTo>
                      <a:pt x="72720" y="85473"/>
                    </a:lnTo>
                    <a:lnTo>
                      <a:pt x="68616" y="87330"/>
                    </a:lnTo>
                    <a:lnTo>
                      <a:pt x="41280" y="1006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5" name="Контур"/>
              <p:cNvSpPr/>
              <p:nvPr/>
            </p:nvSpPr>
            <p:spPr>
              <a:xfrm>
                <a:off x="7144760" y="7331499"/>
                <a:ext cx="55240" cy="506429"/>
              </a:xfrm>
              <a:custGeom>
                <a:avLst/>
                <a:gdLst/>
                <a:ahLst/>
                <a:cxnLst/>
                <a:rect l="l" t="t" r="r" b="b"/>
                <a:pathLst>
                  <a:path w="55240" h="506429">
                    <a:moveTo>
                      <a:pt x="55240" y="506241"/>
                    </a:moveTo>
                    <a:lnTo>
                      <a:pt x="6500" y="506429"/>
                    </a:lnTo>
                    <a:lnTo>
                      <a:pt x="0" y="709"/>
                    </a:lnTo>
                    <a:lnTo>
                      <a:pt x="552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06" name="Контур"/>
              <p:cNvSpPr/>
              <p:nvPr/>
            </p:nvSpPr>
            <p:spPr>
              <a:xfrm>
                <a:off x="7144760" y="7331499"/>
                <a:ext cx="55240" cy="506429"/>
              </a:xfrm>
              <a:custGeom>
                <a:avLst/>
                <a:gdLst/>
                <a:ahLst/>
                <a:cxnLst/>
                <a:rect l="l" t="t" r="r" b="b"/>
                <a:pathLst>
                  <a:path w="55240" h="506429" fill="none">
                    <a:moveTo>
                      <a:pt x="55240" y="506241"/>
                    </a:moveTo>
                    <a:lnTo>
                      <a:pt x="6500" y="506429"/>
                    </a:lnTo>
                    <a:lnTo>
                      <a:pt x="0" y="709"/>
                    </a:lnTo>
                    <a:lnTo>
                      <a:pt x="5524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7" name="Контур"/>
              <p:cNvSpPr/>
              <p:nvPr/>
            </p:nvSpPr>
            <p:spPr>
              <a:xfrm>
                <a:off x="7087040" y="7121741"/>
                <a:ext cx="112960" cy="74132"/>
              </a:xfrm>
              <a:custGeom>
                <a:avLst/>
                <a:gdLst/>
                <a:ahLst/>
                <a:cxnLst/>
                <a:rect l="l" t="t" r="r" b="b"/>
                <a:pathLst>
                  <a:path w="112960" h="74132">
                    <a:moveTo>
                      <a:pt x="0" y="51572"/>
                    </a:moveTo>
                    <a:lnTo>
                      <a:pt x="112960" y="0"/>
                    </a:lnTo>
                    <a:lnTo>
                      <a:pt x="112960" y="27262"/>
                    </a:lnTo>
                    <a:lnTo>
                      <a:pt x="10300" y="7413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08" name="Контур"/>
              <p:cNvSpPr/>
              <p:nvPr/>
            </p:nvSpPr>
            <p:spPr>
              <a:xfrm>
                <a:off x="7087040" y="7121741"/>
                <a:ext cx="112960" cy="74132"/>
              </a:xfrm>
              <a:custGeom>
                <a:avLst/>
                <a:gdLst/>
                <a:ahLst/>
                <a:cxnLst/>
                <a:rect l="l" t="t" r="r" b="b"/>
                <a:pathLst>
                  <a:path w="112960" h="74132" fill="none">
                    <a:moveTo>
                      <a:pt x="0" y="51572"/>
                    </a:moveTo>
                    <a:lnTo>
                      <a:pt x="112960" y="0"/>
                    </a:lnTo>
                    <a:moveTo>
                      <a:pt x="112960" y="27262"/>
                    </a:moveTo>
                    <a:lnTo>
                      <a:pt x="10300" y="74132"/>
                    </a:lnTo>
                    <a:lnTo>
                      <a:pt x="0" y="51572"/>
                    </a:lnTo>
                    <a:lnTo>
                      <a:pt x="0" y="51572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9" name="Контур"/>
              <p:cNvSpPr/>
              <p:nvPr/>
            </p:nvSpPr>
            <p:spPr>
              <a:xfrm>
                <a:off x="7107835" y="7195656"/>
                <a:ext cx="92165" cy="52642"/>
              </a:xfrm>
              <a:custGeom>
                <a:avLst/>
                <a:gdLst/>
                <a:ahLst/>
                <a:cxnLst/>
                <a:rect l="l" t="t" r="r" b="b"/>
                <a:pathLst>
                  <a:path w="92165" h="52642">
                    <a:moveTo>
                      <a:pt x="92165" y="29695"/>
                    </a:moveTo>
                    <a:lnTo>
                      <a:pt x="43647" y="51436"/>
                    </a:lnTo>
                    <a:lnTo>
                      <a:pt x="41144" y="45851"/>
                    </a:lnTo>
                    <a:lnTo>
                      <a:pt x="25988" y="52642"/>
                    </a:lnTo>
                    <a:lnTo>
                      <a:pt x="22129" y="44030"/>
                    </a:lnTo>
                    <a:lnTo>
                      <a:pt x="9234" y="49808"/>
                    </a:lnTo>
                    <a:lnTo>
                      <a:pt x="0" y="29201"/>
                    </a:lnTo>
                    <a:lnTo>
                      <a:pt x="30255" y="15644"/>
                    </a:lnTo>
                    <a:lnTo>
                      <a:pt x="34770" y="25719"/>
                    </a:lnTo>
                    <a:lnTo>
                      <a:pt x="921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10" name="Контур"/>
              <p:cNvSpPr/>
              <p:nvPr/>
            </p:nvSpPr>
            <p:spPr>
              <a:xfrm>
                <a:off x="7107835" y="7195656"/>
                <a:ext cx="92165" cy="52642"/>
              </a:xfrm>
              <a:custGeom>
                <a:avLst/>
                <a:gdLst/>
                <a:ahLst/>
                <a:cxnLst/>
                <a:rect l="l" t="t" r="r" b="b"/>
                <a:pathLst>
                  <a:path w="92165" h="52642" fill="none">
                    <a:moveTo>
                      <a:pt x="43647" y="51436"/>
                    </a:moveTo>
                    <a:lnTo>
                      <a:pt x="41144" y="45851"/>
                    </a:lnTo>
                    <a:lnTo>
                      <a:pt x="25988" y="52642"/>
                    </a:lnTo>
                    <a:lnTo>
                      <a:pt x="22129" y="44030"/>
                    </a:lnTo>
                    <a:lnTo>
                      <a:pt x="9234" y="49808"/>
                    </a:lnTo>
                    <a:lnTo>
                      <a:pt x="0" y="29201"/>
                    </a:lnTo>
                    <a:lnTo>
                      <a:pt x="30255" y="15644"/>
                    </a:lnTo>
                    <a:lnTo>
                      <a:pt x="34770" y="25719"/>
                    </a:lnTo>
                    <a:lnTo>
                      <a:pt x="92165" y="0"/>
                    </a:lnTo>
                    <a:moveTo>
                      <a:pt x="92165" y="29695"/>
                    </a:moveTo>
                    <a:lnTo>
                      <a:pt x="43647" y="51436"/>
                    </a:lnTo>
                    <a:lnTo>
                      <a:pt x="43647" y="5143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1" name="Контур"/>
              <p:cNvSpPr/>
              <p:nvPr/>
            </p:nvSpPr>
            <p:spPr>
              <a:xfrm>
                <a:off x="2458251" y="5698954"/>
                <a:ext cx="269346" cy="221488"/>
              </a:xfrm>
              <a:custGeom>
                <a:avLst/>
                <a:gdLst/>
                <a:ahLst/>
                <a:cxnLst/>
                <a:rect l="l" t="t" r="r" b="b"/>
                <a:pathLst>
                  <a:path w="269346" h="221488">
                    <a:moveTo>
                      <a:pt x="269346" y="48025"/>
                    </a:moveTo>
                    <a:lnTo>
                      <a:pt x="130974" y="150512"/>
                    </a:lnTo>
                    <a:lnTo>
                      <a:pt x="143546" y="168971"/>
                    </a:lnTo>
                    <a:lnTo>
                      <a:pt x="115136" y="188410"/>
                    </a:lnTo>
                    <a:lnTo>
                      <a:pt x="101585" y="171912"/>
                    </a:lnTo>
                    <a:lnTo>
                      <a:pt x="79380" y="187430"/>
                    </a:lnTo>
                    <a:lnTo>
                      <a:pt x="35050" y="221488"/>
                    </a:lnTo>
                    <a:lnTo>
                      <a:pt x="0" y="174370"/>
                    </a:lnTo>
                    <a:lnTo>
                      <a:pt x="66864" y="124834"/>
                    </a:lnTo>
                    <a:lnTo>
                      <a:pt x="95457" y="103652"/>
                    </a:lnTo>
                    <a:lnTo>
                      <a:pt x="237998" y="0"/>
                    </a:lnTo>
                    <a:lnTo>
                      <a:pt x="269346" y="480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2" name="Контур"/>
              <p:cNvSpPr/>
              <p:nvPr/>
            </p:nvSpPr>
            <p:spPr>
              <a:xfrm>
                <a:off x="2537631" y="5870866"/>
                <a:ext cx="35756" cy="33317"/>
              </a:xfrm>
              <a:custGeom>
                <a:avLst/>
                <a:gdLst/>
                <a:ahLst/>
                <a:cxnLst/>
                <a:rect l="l" t="t" r="r" b="b"/>
                <a:pathLst>
                  <a:path w="35756" h="33317">
                    <a:moveTo>
                      <a:pt x="0" y="15518"/>
                    </a:moveTo>
                    <a:lnTo>
                      <a:pt x="22205" y="0"/>
                    </a:lnTo>
                    <a:lnTo>
                      <a:pt x="35756" y="16498"/>
                    </a:lnTo>
                    <a:lnTo>
                      <a:pt x="13888" y="33317"/>
                    </a:lnTo>
                    <a:lnTo>
                      <a:pt x="0" y="155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3" name="Контур"/>
              <p:cNvSpPr/>
              <p:nvPr/>
            </p:nvSpPr>
            <p:spPr>
              <a:xfrm>
                <a:off x="2445305" y="5667889"/>
                <a:ext cx="269978" cy="205435"/>
              </a:xfrm>
              <a:custGeom>
                <a:avLst/>
                <a:gdLst/>
                <a:ahLst/>
                <a:cxnLst/>
                <a:rect l="l" t="t" r="r" b="b"/>
                <a:pathLst>
                  <a:path w="269978" h="205435">
                    <a:moveTo>
                      <a:pt x="12946" y="205435"/>
                    </a:moveTo>
                    <a:lnTo>
                      <a:pt x="0" y="186387"/>
                    </a:lnTo>
                    <a:lnTo>
                      <a:pt x="258140" y="0"/>
                    </a:lnTo>
                    <a:lnTo>
                      <a:pt x="269978" y="17723"/>
                    </a:lnTo>
                    <a:lnTo>
                      <a:pt x="250944" y="31065"/>
                    </a:lnTo>
                    <a:lnTo>
                      <a:pt x="108403" y="134717"/>
                    </a:lnTo>
                    <a:lnTo>
                      <a:pt x="79810" y="155899"/>
                    </a:lnTo>
                    <a:lnTo>
                      <a:pt x="12946" y="2054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4" name="Контур"/>
              <p:cNvSpPr/>
              <p:nvPr/>
            </p:nvSpPr>
            <p:spPr>
              <a:xfrm>
                <a:off x="2390719" y="5813686"/>
                <a:ext cx="43920" cy="44160"/>
              </a:xfrm>
              <a:custGeom>
                <a:avLst/>
                <a:gdLst/>
                <a:ahLst/>
                <a:cxnLst/>
                <a:rect l="l" t="t" r="r" b="b"/>
                <a:pathLst>
                  <a:path w="43920" h="44160">
                    <a:moveTo>
                      <a:pt x="24960" y="0"/>
                    </a:moveTo>
                    <a:lnTo>
                      <a:pt x="43920" y="25920"/>
                    </a:lnTo>
                    <a:lnTo>
                      <a:pt x="18960" y="44160"/>
                    </a:lnTo>
                    <a:lnTo>
                      <a:pt x="0" y="18240"/>
                    </a:lnTo>
                    <a:lnTo>
                      <a:pt x="249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5" name="Контур"/>
              <p:cNvSpPr/>
              <p:nvPr/>
            </p:nvSpPr>
            <p:spPr>
              <a:xfrm>
                <a:off x="1896660" y="5189516"/>
                <a:ext cx="320669" cy="669188"/>
              </a:xfrm>
              <a:custGeom>
                <a:avLst/>
                <a:gdLst/>
                <a:ahLst/>
                <a:cxnLst/>
                <a:rect l="l" t="t" r="r" b="b"/>
                <a:pathLst>
                  <a:path w="320669" h="669188">
                    <a:moveTo>
                      <a:pt x="170756" y="224391"/>
                    </a:moveTo>
                    <a:lnTo>
                      <a:pt x="258264" y="0"/>
                    </a:lnTo>
                    <a:lnTo>
                      <a:pt x="320669" y="24106"/>
                    </a:lnTo>
                    <a:lnTo>
                      <a:pt x="208863" y="307484"/>
                    </a:lnTo>
                    <a:lnTo>
                      <a:pt x="229215" y="315514"/>
                    </a:lnTo>
                    <a:lnTo>
                      <a:pt x="218544" y="342557"/>
                    </a:lnTo>
                    <a:lnTo>
                      <a:pt x="198192" y="334532"/>
                    </a:lnTo>
                    <a:lnTo>
                      <a:pt x="62160" y="669188"/>
                    </a:lnTo>
                    <a:lnTo>
                      <a:pt x="0" y="646167"/>
                    </a:lnTo>
                    <a:lnTo>
                      <a:pt x="139690" y="298560"/>
                    </a:lnTo>
                    <a:lnTo>
                      <a:pt x="131880" y="295421"/>
                    </a:lnTo>
                    <a:lnTo>
                      <a:pt x="161861" y="220815"/>
                    </a:lnTo>
                    <a:lnTo>
                      <a:pt x="170756" y="2243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6" name="Контур"/>
              <p:cNvSpPr/>
              <p:nvPr/>
            </p:nvSpPr>
            <p:spPr>
              <a:xfrm>
                <a:off x="1893972" y="5747176"/>
                <a:ext cx="35818" cy="57609"/>
              </a:xfrm>
              <a:custGeom>
                <a:avLst/>
                <a:gdLst/>
                <a:ahLst/>
                <a:cxnLst/>
                <a:rect l="l" t="t" r="r" b="b"/>
                <a:pathLst>
                  <a:path w="35818" h="57609">
                    <a:moveTo>
                      <a:pt x="15106" y="57609"/>
                    </a:moveTo>
                    <a:lnTo>
                      <a:pt x="0" y="51537"/>
                    </a:lnTo>
                    <a:lnTo>
                      <a:pt x="20712" y="0"/>
                    </a:lnTo>
                    <a:lnTo>
                      <a:pt x="35818" y="6072"/>
                    </a:lnTo>
                    <a:lnTo>
                      <a:pt x="15106" y="576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7" name="Контур"/>
              <p:cNvSpPr/>
              <p:nvPr/>
            </p:nvSpPr>
            <p:spPr>
              <a:xfrm>
                <a:off x="1761233" y="5618132"/>
                <a:ext cx="107875" cy="166959"/>
              </a:xfrm>
              <a:custGeom>
                <a:avLst/>
                <a:gdLst/>
                <a:ahLst/>
                <a:cxnLst/>
                <a:rect l="l" t="t" r="r" b="b"/>
                <a:pathLst>
                  <a:path w="107875" h="166959">
                    <a:moveTo>
                      <a:pt x="0" y="147404"/>
                    </a:moveTo>
                    <a:lnTo>
                      <a:pt x="59088" y="0"/>
                    </a:lnTo>
                    <a:lnTo>
                      <a:pt x="107875" y="19556"/>
                    </a:lnTo>
                    <a:lnTo>
                      <a:pt x="48792" y="166959"/>
                    </a:lnTo>
                    <a:lnTo>
                      <a:pt x="0" y="1474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8" name="Контур"/>
              <p:cNvSpPr/>
              <p:nvPr/>
            </p:nvSpPr>
            <p:spPr>
              <a:xfrm>
                <a:off x="2071120" y="5627717"/>
                <a:ext cx="18198" cy="20505"/>
              </a:xfrm>
              <a:custGeom>
                <a:avLst/>
                <a:gdLst/>
                <a:ahLst/>
                <a:cxnLst/>
                <a:rect l="l" t="t" r="r" b="b"/>
                <a:pathLst>
                  <a:path w="18198" h="20505">
                    <a:moveTo>
                      <a:pt x="0" y="16602"/>
                    </a:moveTo>
                    <a:lnTo>
                      <a:pt x="4858" y="0"/>
                    </a:lnTo>
                    <a:lnTo>
                      <a:pt x="18198" y="3902"/>
                    </a:lnTo>
                    <a:lnTo>
                      <a:pt x="13340" y="20505"/>
                    </a:lnTo>
                    <a:lnTo>
                      <a:pt x="0" y="166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9" name="Контур"/>
              <p:cNvSpPr/>
              <p:nvPr/>
            </p:nvSpPr>
            <p:spPr>
              <a:xfrm>
                <a:off x="2272020" y="5266456"/>
                <a:ext cx="250829" cy="309110"/>
              </a:xfrm>
              <a:custGeom>
                <a:avLst/>
                <a:gdLst/>
                <a:ahLst/>
                <a:cxnLst/>
                <a:rect l="l" t="t" r="r" b="b"/>
                <a:pathLst>
                  <a:path w="250829" h="309110">
                    <a:moveTo>
                      <a:pt x="105063" y="191328"/>
                    </a:moveTo>
                    <a:lnTo>
                      <a:pt x="162202" y="0"/>
                    </a:lnTo>
                    <a:lnTo>
                      <a:pt x="250829" y="24211"/>
                    </a:lnTo>
                    <a:lnTo>
                      <a:pt x="226085" y="114792"/>
                    </a:lnTo>
                    <a:lnTo>
                      <a:pt x="213149" y="111259"/>
                    </a:lnTo>
                    <a:lnTo>
                      <a:pt x="180140" y="236918"/>
                    </a:lnTo>
                    <a:lnTo>
                      <a:pt x="30370" y="309110"/>
                    </a:lnTo>
                    <a:lnTo>
                      <a:pt x="0" y="297187"/>
                    </a:lnTo>
                    <a:lnTo>
                      <a:pt x="30370" y="219830"/>
                    </a:lnTo>
                    <a:lnTo>
                      <a:pt x="40685" y="221188"/>
                    </a:lnTo>
                    <a:lnTo>
                      <a:pt x="105063" y="1913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0" name="Контур"/>
              <p:cNvSpPr/>
              <p:nvPr/>
            </p:nvSpPr>
            <p:spPr>
              <a:xfrm>
                <a:off x="2184537" y="5594729"/>
                <a:ext cx="20736" cy="14091"/>
              </a:xfrm>
              <a:custGeom>
                <a:avLst/>
                <a:gdLst/>
                <a:ahLst/>
                <a:cxnLst/>
                <a:rect l="l" t="t" r="r" b="b"/>
                <a:pathLst>
                  <a:path w="20736" h="14091">
                    <a:moveTo>
                      <a:pt x="0" y="9797"/>
                    </a:moveTo>
                    <a:lnTo>
                      <a:pt x="2279" y="0"/>
                    </a:lnTo>
                    <a:lnTo>
                      <a:pt x="20736" y="4294"/>
                    </a:lnTo>
                    <a:lnTo>
                      <a:pt x="18457" y="14091"/>
                    </a:lnTo>
                    <a:lnTo>
                      <a:pt x="0" y="97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1" name="Контур"/>
              <p:cNvSpPr/>
              <p:nvPr/>
            </p:nvSpPr>
            <p:spPr>
              <a:xfrm>
                <a:off x="1738016" y="5215168"/>
                <a:ext cx="287539" cy="329822"/>
              </a:xfrm>
              <a:custGeom>
                <a:avLst/>
                <a:gdLst/>
                <a:ahLst/>
                <a:cxnLst/>
                <a:rect l="l" t="t" r="r" b="b"/>
                <a:pathLst>
                  <a:path w="287539" h="329822">
                    <a:moveTo>
                      <a:pt x="16968" y="286713"/>
                    </a:moveTo>
                    <a:lnTo>
                      <a:pt x="0" y="272337"/>
                    </a:lnTo>
                    <a:lnTo>
                      <a:pt x="218390" y="0"/>
                    </a:lnTo>
                    <a:lnTo>
                      <a:pt x="287539" y="56136"/>
                    </a:lnTo>
                    <a:lnTo>
                      <a:pt x="67857" y="329822"/>
                    </a:lnTo>
                    <a:lnTo>
                      <a:pt x="16968" y="2867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2" name="Контур"/>
              <p:cNvSpPr/>
              <p:nvPr/>
            </p:nvSpPr>
            <p:spPr>
              <a:xfrm>
                <a:off x="2270451" y="5514414"/>
                <a:ext cx="18941" cy="20899"/>
              </a:xfrm>
              <a:custGeom>
                <a:avLst/>
                <a:gdLst/>
                <a:ahLst/>
                <a:cxnLst/>
                <a:rect l="l" t="t" r="r" b="b"/>
                <a:pathLst>
                  <a:path w="18941" h="20899">
                    <a:moveTo>
                      <a:pt x="15427" y="13930"/>
                    </a:moveTo>
                    <a:lnTo>
                      <a:pt x="12691" y="20899"/>
                    </a:lnTo>
                    <a:lnTo>
                      <a:pt x="0" y="15917"/>
                    </a:lnTo>
                    <a:lnTo>
                      <a:pt x="6249" y="0"/>
                    </a:lnTo>
                    <a:lnTo>
                      <a:pt x="18941" y="4982"/>
                    </a:lnTo>
                    <a:lnTo>
                      <a:pt x="15427" y="139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3" name="Контур"/>
              <p:cNvSpPr/>
              <p:nvPr/>
            </p:nvSpPr>
            <p:spPr>
              <a:xfrm>
                <a:off x="2105523" y="5421836"/>
                <a:ext cx="125793" cy="113712"/>
              </a:xfrm>
              <a:custGeom>
                <a:avLst/>
                <a:gdLst/>
                <a:ahLst/>
                <a:cxnLst/>
                <a:rect l="l" t="t" r="r" b="b"/>
                <a:pathLst>
                  <a:path w="125793" h="113712">
                    <a:moveTo>
                      <a:pt x="0" y="75164"/>
                    </a:moveTo>
                    <a:lnTo>
                      <a:pt x="29654" y="0"/>
                    </a:lnTo>
                    <a:lnTo>
                      <a:pt x="55803" y="10650"/>
                    </a:lnTo>
                    <a:lnTo>
                      <a:pt x="72487" y="17395"/>
                    </a:lnTo>
                    <a:lnTo>
                      <a:pt x="125793" y="37944"/>
                    </a:lnTo>
                    <a:lnTo>
                      <a:pt x="95803" y="113712"/>
                    </a:lnTo>
                    <a:lnTo>
                      <a:pt x="20352" y="83194"/>
                    </a:lnTo>
                    <a:lnTo>
                      <a:pt x="0" y="751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4" name="Контур"/>
              <p:cNvSpPr/>
              <p:nvPr/>
            </p:nvSpPr>
            <p:spPr>
              <a:xfrm>
                <a:off x="2161326" y="5407879"/>
                <a:ext cx="26631" cy="31352"/>
              </a:xfrm>
              <a:custGeom>
                <a:avLst/>
                <a:gdLst/>
                <a:ahLst/>
                <a:cxnLst/>
                <a:rect l="l" t="t" r="r" b="b"/>
                <a:pathLst>
                  <a:path w="26631" h="31352">
                    <a:moveTo>
                      <a:pt x="16684" y="31352"/>
                    </a:moveTo>
                    <a:lnTo>
                      <a:pt x="0" y="24607"/>
                    </a:lnTo>
                    <a:lnTo>
                      <a:pt x="9947" y="0"/>
                    </a:lnTo>
                    <a:lnTo>
                      <a:pt x="26631" y="6745"/>
                    </a:lnTo>
                    <a:lnTo>
                      <a:pt x="16684" y="313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5" name="Контур"/>
              <p:cNvSpPr/>
              <p:nvPr/>
            </p:nvSpPr>
            <p:spPr>
              <a:xfrm>
                <a:off x="2299817" y="5360190"/>
                <a:ext cx="46287" cy="50261"/>
              </a:xfrm>
              <a:custGeom>
                <a:avLst/>
                <a:gdLst/>
                <a:ahLst/>
                <a:cxnLst/>
                <a:rect l="l" t="t" r="r" b="b"/>
                <a:pathLst>
                  <a:path w="46287" h="50261">
                    <a:moveTo>
                      <a:pt x="0" y="37651"/>
                    </a:moveTo>
                    <a:lnTo>
                      <a:pt x="15346" y="0"/>
                    </a:lnTo>
                    <a:lnTo>
                      <a:pt x="46287" y="12610"/>
                    </a:lnTo>
                    <a:lnTo>
                      <a:pt x="30941" y="50261"/>
                    </a:lnTo>
                    <a:lnTo>
                      <a:pt x="0" y="376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6" name="Контур"/>
              <p:cNvSpPr/>
              <p:nvPr/>
            </p:nvSpPr>
            <p:spPr>
              <a:xfrm>
                <a:off x="2151270" y="5352089"/>
                <a:ext cx="37156" cy="38954"/>
              </a:xfrm>
              <a:custGeom>
                <a:avLst/>
                <a:gdLst/>
                <a:ahLst/>
                <a:cxnLst/>
                <a:rect l="l" t="t" r="r" b="b"/>
                <a:pathLst>
                  <a:path w="37156" h="38954">
                    <a:moveTo>
                      <a:pt x="11498" y="0"/>
                    </a:moveTo>
                    <a:lnTo>
                      <a:pt x="37156" y="10612"/>
                    </a:lnTo>
                    <a:lnTo>
                      <a:pt x="25361" y="38954"/>
                    </a:lnTo>
                    <a:lnTo>
                      <a:pt x="0" y="29112"/>
                    </a:lnTo>
                    <a:lnTo>
                      <a:pt x="1149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7" name="Контур"/>
              <p:cNvSpPr/>
              <p:nvPr/>
            </p:nvSpPr>
            <p:spPr>
              <a:xfrm>
                <a:off x="2231943" y="5249776"/>
                <a:ext cx="30549" cy="53390"/>
              </a:xfrm>
              <a:custGeom>
                <a:avLst/>
                <a:gdLst/>
                <a:ahLst/>
                <a:cxnLst/>
                <a:rect l="l" t="t" r="r" b="b"/>
                <a:pathLst>
                  <a:path w="30549" h="53390">
                    <a:moveTo>
                      <a:pt x="10043" y="0"/>
                    </a:moveTo>
                    <a:lnTo>
                      <a:pt x="30549" y="4185"/>
                    </a:lnTo>
                    <a:lnTo>
                      <a:pt x="20506" y="53390"/>
                    </a:lnTo>
                    <a:lnTo>
                      <a:pt x="0" y="49204"/>
                    </a:lnTo>
                    <a:lnTo>
                      <a:pt x="100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8" name="Контур"/>
              <p:cNvSpPr/>
              <p:nvPr/>
            </p:nvSpPr>
            <p:spPr>
              <a:xfrm>
                <a:off x="2162768" y="5326403"/>
                <a:ext cx="35788" cy="36298"/>
              </a:xfrm>
              <a:custGeom>
                <a:avLst/>
                <a:gdLst/>
                <a:ahLst/>
                <a:cxnLst/>
                <a:rect l="l" t="t" r="r" b="b"/>
                <a:pathLst>
                  <a:path w="35788" h="36298">
                    <a:moveTo>
                      <a:pt x="0" y="25686"/>
                    </a:moveTo>
                    <a:lnTo>
                      <a:pt x="1828" y="20875"/>
                    </a:lnTo>
                    <a:lnTo>
                      <a:pt x="10065" y="0"/>
                    </a:lnTo>
                    <a:lnTo>
                      <a:pt x="35788" y="10152"/>
                    </a:lnTo>
                    <a:lnTo>
                      <a:pt x="25658" y="36298"/>
                    </a:lnTo>
                    <a:lnTo>
                      <a:pt x="0" y="256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9" name="Контур"/>
              <p:cNvSpPr/>
              <p:nvPr/>
            </p:nvSpPr>
            <p:spPr>
              <a:xfrm>
                <a:off x="3359792" y="5786708"/>
                <a:ext cx="106454" cy="99768"/>
              </a:xfrm>
              <a:custGeom>
                <a:avLst/>
                <a:gdLst/>
                <a:ahLst/>
                <a:cxnLst/>
                <a:rect l="l" t="t" r="r" b="b"/>
                <a:pathLst>
                  <a:path w="106454" h="99768">
                    <a:moveTo>
                      <a:pt x="106454" y="53765"/>
                    </a:moveTo>
                    <a:lnTo>
                      <a:pt x="34257" y="99768"/>
                    </a:lnTo>
                    <a:lnTo>
                      <a:pt x="0" y="46004"/>
                    </a:lnTo>
                    <a:lnTo>
                      <a:pt x="48465" y="15120"/>
                    </a:lnTo>
                    <a:lnTo>
                      <a:pt x="72196" y="0"/>
                    </a:lnTo>
                    <a:lnTo>
                      <a:pt x="106454" y="537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0" name="Контур"/>
              <p:cNvSpPr/>
              <p:nvPr/>
            </p:nvSpPr>
            <p:spPr>
              <a:xfrm>
                <a:off x="2994088" y="5709066"/>
                <a:ext cx="151005" cy="192718"/>
              </a:xfrm>
              <a:custGeom>
                <a:avLst/>
                <a:gdLst/>
                <a:ahLst/>
                <a:cxnLst/>
                <a:rect l="l" t="t" r="r" b="b"/>
                <a:pathLst>
                  <a:path w="151005" h="192718">
                    <a:moveTo>
                      <a:pt x="0" y="31459"/>
                    </a:moveTo>
                    <a:lnTo>
                      <a:pt x="50452" y="0"/>
                    </a:lnTo>
                    <a:lnTo>
                      <a:pt x="151005" y="161258"/>
                    </a:lnTo>
                    <a:lnTo>
                      <a:pt x="100554" y="192718"/>
                    </a:lnTo>
                    <a:lnTo>
                      <a:pt x="0" y="314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1" name="Контур"/>
              <p:cNvSpPr/>
              <p:nvPr/>
            </p:nvSpPr>
            <p:spPr>
              <a:xfrm>
                <a:off x="2777281" y="5776635"/>
                <a:ext cx="173442" cy="118924"/>
              </a:xfrm>
              <a:custGeom>
                <a:avLst/>
                <a:gdLst/>
                <a:ahLst/>
                <a:cxnLst/>
                <a:rect l="l" t="t" r="r" b="b"/>
                <a:pathLst>
                  <a:path w="173442" h="118924">
                    <a:moveTo>
                      <a:pt x="32532" y="118924"/>
                    </a:moveTo>
                    <a:lnTo>
                      <a:pt x="0" y="67556"/>
                    </a:lnTo>
                    <a:lnTo>
                      <a:pt x="106161" y="325"/>
                    </a:lnTo>
                    <a:lnTo>
                      <a:pt x="119671" y="21658"/>
                    </a:lnTo>
                    <a:lnTo>
                      <a:pt x="153870" y="0"/>
                    </a:lnTo>
                    <a:lnTo>
                      <a:pt x="173442" y="30904"/>
                    </a:lnTo>
                    <a:lnTo>
                      <a:pt x="32532" y="1189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2" name="Контур"/>
              <p:cNvSpPr/>
              <p:nvPr/>
            </p:nvSpPr>
            <p:spPr>
              <a:xfrm>
                <a:off x="3204108" y="5587138"/>
                <a:ext cx="177068" cy="193148"/>
              </a:xfrm>
              <a:custGeom>
                <a:avLst/>
                <a:gdLst/>
                <a:ahLst/>
                <a:cxnLst/>
                <a:rect l="l" t="t" r="r" b="b"/>
                <a:pathLst>
                  <a:path w="177068" h="193148">
                    <a:moveTo>
                      <a:pt x="177068" y="135592"/>
                    </a:moveTo>
                    <a:lnTo>
                      <a:pt x="82690" y="193148"/>
                    </a:lnTo>
                    <a:lnTo>
                      <a:pt x="0" y="57556"/>
                    </a:lnTo>
                    <a:lnTo>
                      <a:pt x="94378" y="0"/>
                    </a:lnTo>
                    <a:lnTo>
                      <a:pt x="177068" y="1355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3" name="Контур"/>
              <p:cNvSpPr/>
              <p:nvPr/>
            </p:nvSpPr>
            <p:spPr>
              <a:xfrm>
                <a:off x="3095268" y="5693948"/>
                <a:ext cx="54850" cy="49791"/>
              </a:xfrm>
              <a:custGeom>
                <a:avLst/>
                <a:gdLst/>
                <a:ahLst/>
                <a:cxnLst/>
                <a:rect l="l" t="t" r="r" b="b"/>
                <a:pathLst>
                  <a:path w="54850" h="49791">
                    <a:moveTo>
                      <a:pt x="21999" y="45735"/>
                    </a:moveTo>
                    <a:lnTo>
                      <a:pt x="15884" y="49791"/>
                    </a:lnTo>
                    <a:lnTo>
                      <a:pt x="0" y="25848"/>
                    </a:lnTo>
                    <a:lnTo>
                      <a:pt x="38967" y="0"/>
                    </a:lnTo>
                    <a:lnTo>
                      <a:pt x="54850" y="23943"/>
                    </a:lnTo>
                    <a:lnTo>
                      <a:pt x="21999" y="457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4" name="Контур"/>
              <p:cNvSpPr/>
              <p:nvPr/>
            </p:nvSpPr>
            <p:spPr>
              <a:xfrm>
                <a:off x="3117267" y="5717891"/>
                <a:ext cx="43958" cy="38534"/>
              </a:xfrm>
              <a:custGeom>
                <a:avLst/>
                <a:gdLst/>
                <a:ahLst/>
                <a:cxnLst/>
                <a:rect l="l" t="t" r="r" b="b"/>
                <a:pathLst>
                  <a:path w="43958" h="38534">
                    <a:moveTo>
                      <a:pt x="0" y="21792"/>
                    </a:moveTo>
                    <a:lnTo>
                      <a:pt x="32851" y="0"/>
                    </a:lnTo>
                    <a:lnTo>
                      <a:pt x="43958" y="16742"/>
                    </a:lnTo>
                    <a:lnTo>
                      <a:pt x="11107" y="38534"/>
                    </a:lnTo>
                    <a:lnTo>
                      <a:pt x="0" y="217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5" name="Контур"/>
              <p:cNvSpPr/>
              <p:nvPr/>
            </p:nvSpPr>
            <p:spPr>
              <a:xfrm>
                <a:off x="2970540" y="5673654"/>
                <a:ext cx="78624" cy="66197"/>
              </a:xfrm>
              <a:custGeom>
                <a:avLst/>
                <a:gdLst/>
                <a:ahLst/>
                <a:cxnLst/>
                <a:rect l="l" t="t" r="r" b="b"/>
                <a:pathLst>
                  <a:path w="78624" h="66197">
                    <a:moveTo>
                      <a:pt x="70882" y="13269"/>
                    </a:moveTo>
                    <a:lnTo>
                      <a:pt x="78624" y="24898"/>
                    </a:lnTo>
                    <a:lnTo>
                      <a:pt x="16575" y="66197"/>
                    </a:lnTo>
                    <a:lnTo>
                      <a:pt x="0" y="41299"/>
                    </a:lnTo>
                    <a:lnTo>
                      <a:pt x="62050" y="0"/>
                    </a:lnTo>
                    <a:lnTo>
                      <a:pt x="70882" y="132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6" name="Контур"/>
              <p:cNvSpPr/>
              <p:nvPr/>
            </p:nvSpPr>
            <p:spPr>
              <a:xfrm>
                <a:off x="3065286" y="5666931"/>
                <a:ext cx="32482" cy="28445"/>
              </a:xfrm>
              <a:custGeom>
                <a:avLst/>
                <a:gdLst/>
                <a:ahLst/>
                <a:cxnLst/>
                <a:rect l="l" t="t" r="r" b="b"/>
                <a:pathLst>
                  <a:path w="32482" h="28445">
                    <a:moveTo>
                      <a:pt x="8392" y="28445"/>
                    </a:moveTo>
                    <a:lnTo>
                      <a:pt x="0" y="13872"/>
                    </a:lnTo>
                    <a:lnTo>
                      <a:pt x="24089" y="0"/>
                    </a:lnTo>
                    <a:lnTo>
                      <a:pt x="32482" y="14573"/>
                    </a:lnTo>
                    <a:lnTo>
                      <a:pt x="8392" y="284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7" name="Контур"/>
              <p:cNvSpPr/>
              <p:nvPr/>
            </p:nvSpPr>
            <p:spPr>
              <a:xfrm>
                <a:off x="3278345" y="5241976"/>
                <a:ext cx="436841" cy="412645"/>
              </a:xfrm>
              <a:custGeom>
                <a:avLst/>
                <a:gdLst/>
                <a:ahLst/>
                <a:cxnLst/>
                <a:rect l="l" t="t" r="r" b="b"/>
                <a:pathLst>
                  <a:path w="436841" h="412645">
                    <a:moveTo>
                      <a:pt x="127292" y="412645"/>
                    </a:moveTo>
                    <a:lnTo>
                      <a:pt x="44304" y="308448"/>
                    </a:lnTo>
                    <a:lnTo>
                      <a:pt x="21812" y="276912"/>
                    </a:lnTo>
                    <a:lnTo>
                      <a:pt x="0" y="246899"/>
                    </a:lnTo>
                    <a:lnTo>
                      <a:pt x="333322" y="0"/>
                    </a:lnTo>
                    <a:lnTo>
                      <a:pt x="335350" y="2766"/>
                    </a:lnTo>
                    <a:lnTo>
                      <a:pt x="436841" y="141041"/>
                    </a:lnTo>
                    <a:lnTo>
                      <a:pt x="281199" y="249278"/>
                    </a:lnTo>
                    <a:lnTo>
                      <a:pt x="197506" y="309360"/>
                    </a:lnTo>
                    <a:lnTo>
                      <a:pt x="176040" y="324768"/>
                    </a:lnTo>
                    <a:lnTo>
                      <a:pt x="156048" y="339120"/>
                    </a:lnTo>
                    <a:lnTo>
                      <a:pt x="180942" y="376021"/>
                    </a:lnTo>
                    <a:lnTo>
                      <a:pt x="144608" y="401005"/>
                    </a:lnTo>
                    <a:lnTo>
                      <a:pt x="127292" y="4126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8" name="Контур"/>
              <p:cNvSpPr/>
              <p:nvPr/>
            </p:nvSpPr>
            <p:spPr>
              <a:xfrm>
                <a:off x="2862504" y="5554999"/>
                <a:ext cx="66004" cy="52713"/>
              </a:xfrm>
              <a:custGeom>
                <a:avLst/>
                <a:gdLst/>
                <a:ahLst/>
                <a:cxnLst/>
                <a:rect l="l" t="t" r="r" b="b"/>
                <a:pathLst>
                  <a:path w="66004" h="52713">
                    <a:moveTo>
                      <a:pt x="0" y="26698"/>
                    </a:moveTo>
                    <a:lnTo>
                      <a:pt x="52866" y="0"/>
                    </a:lnTo>
                    <a:lnTo>
                      <a:pt x="66004" y="26014"/>
                    </a:lnTo>
                    <a:lnTo>
                      <a:pt x="13138" y="52713"/>
                    </a:lnTo>
                    <a:lnTo>
                      <a:pt x="0" y="266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9" name="Контур"/>
              <p:cNvSpPr/>
              <p:nvPr/>
            </p:nvSpPr>
            <p:spPr>
              <a:xfrm>
                <a:off x="2886640" y="5599295"/>
                <a:ext cx="52966" cy="50237"/>
              </a:xfrm>
              <a:custGeom>
                <a:avLst/>
                <a:gdLst/>
                <a:ahLst/>
                <a:cxnLst/>
                <a:rect l="l" t="t" r="r" b="b"/>
                <a:pathLst>
                  <a:path w="52966" h="50237">
                    <a:moveTo>
                      <a:pt x="0" y="23914"/>
                    </a:moveTo>
                    <a:lnTo>
                      <a:pt x="34960" y="0"/>
                    </a:lnTo>
                    <a:lnTo>
                      <a:pt x="52966" y="26323"/>
                    </a:lnTo>
                    <a:lnTo>
                      <a:pt x="18007" y="50237"/>
                    </a:lnTo>
                    <a:lnTo>
                      <a:pt x="0" y="239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0" name="Контур"/>
              <p:cNvSpPr/>
              <p:nvPr/>
            </p:nvSpPr>
            <p:spPr>
              <a:xfrm>
                <a:off x="3019020" y="5497636"/>
                <a:ext cx="69276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69276" h="51114">
                    <a:moveTo>
                      <a:pt x="0" y="26602"/>
                    </a:moveTo>
                    <a:lnTo>
                      <a:pt x="51183" y="0"/>
                    </a:lnTo>
                    <a:lnTo>
                      <a:pt x="69276" y="34812"/>
                    </a:lnTo>
                    <a:lnTo>
                      <a:pt x="47744" y="46004"/>
                    </a:lnTo>
                    <a:lnTo>
                      <a:pt x="42391" y="35703"/>
                    </a:lnTo>
                    <a:lnTo>
                      <a:pt x="12741" y="51114"/>
                    </a:lnTo>
                    <a:lnTo>
                      <a:pt x="0" y="266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1" name="Контур"/>
              <p:cNvSpPr/>
              <p:nvPr/>
            </p:nvSpPr>
            <p:spPr>
              <a:xfrm>
                <a:off x="3025717" y="5403240"/>
                <a:ext cx="176895" cy="106128"/>
              </a:xfrm>
              <a:custGeom>
                <a:avLst/>
                <a:gdLst/>
                <a:ahLst/>
                <a:cxnLst/>
                <a:rect l="l" t="t" r="r" b="b"/>
                <a:pathLst>
                  <a:path w="176895" h="106128">
                    <a:moveTo>
                      <a:pt x="0" y="85865"/>
                    </a:moveTo>
                    <a:lnTo>
                      <a:pt x="166441" y="0"/>
                    </a:lnTo>
                    <a:lnTo>
                      <a:pt x="176895" y="20263"/>
                    </a:lnTo>
                    <a:lnTo>
                      <a:pt x="10453" y="106128"/>
                    </a:lnTo>
                    <a:lnTo>
                      <a:pt x="0" y="858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2" name="Контур"/>
              <p:cNvSpPr/>
              <p:nvPr/>
            </p:nvSpPr>
            <p:spPr>
              <a:xfrm>
                <a:off x="2555459" y="5299811"/>
                <a:ext cx="82303" cy="86386"/>
              </a:xfrm>
              <a:custGeom>
                <a:avLst/>
                <a:gdLst/>
                <a:ahLst/>
                <a:cxnLst/>
                <a:rect l="l" t="t" r="r" b="b"/>
                <a:pathLst>
                  <a:path w="82303" h="86386">
                    <a:moveTo>
                      <a:pt x="57112" y="0"/>
                    </a:moveTo>
                    <a:lnTo>
                      <a:pt x="69565" y="12464"/>
                    </a:lnTo>
                    <a:lnTo>
                      <a:pt x="82303" y="24881"/>
                    </a:lnTo>
                    <a:lnTo>
                      <a:pt x="24333" y="86386"/>
                    </a:lnTo>
                    <a:lnTo>
                      <a:pt x="0" y="61715"/>
                    </a:lnTo>
                    <a:lnTo>
                      <a:pt x="571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3" name="Контур"/>
              <p:cNvSpPr/>
              <p:nvPr/>
            </p:nvSpPr>
            <p:spPr>
              <a:xfrm>
                <a:off x="2949438" y="5083187"/>
                <a:ext cx="196006" cy="193975"/>
              </a:xfrm>
              <a:custGeom>
                <a:avLst/>
                <a:gdLst/>
                <a:ahLst/>
                <a:cxnLst/>
                <a:rect l="l" t="t" r="r" b="b"/>
                <a:pathLst>
                  <a:path w="196006" h="193975">
                    <a:moveTo>
                      <a:pt x="120707" y="0"/>
                    </a:moveTo>
                    <a:lnTo>
                      <a:pt x="196006" y="84160"/>
                    </a:lnTo>
                    <a:lnTo>
                      <a:pt x="77749" y="193975"/>
                    </a:lnTo>
                    <a:lnTo>
                      <a:pt x="0" y="109653"/>
                    </a:lnTo>
                    <a:lnTo>
                      <a:pt x="1207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4" name="Контур"/>
              <p:cNvSpPr/>
              <p:nvPr/>
            </p:nvSpPr>
            <p:spPr>
              <a:xfrm>
                <a:off x="1565958" y="5802344"/>
                <a:ext cx="60951" cy="47806"/>
              </a:xfrm>
              <a:custGeom>
                <a:avLst/>
                <a:gdLst/>
                <a:ahLst/>
                <a:cxnLst/>
                <a:rect l="l" t="t" r="r" b="b"/>
                <a:pathLst>
                  <a:path w="60951" h="47806">
                    <a:moveTo>
                      <a:pt x="8504" y="47806"/>
                    </a:moveTo>
                    <a:lnTo>
                      <a:pt x="0" y="35100"/>
                    </a:lnTo>
                    <a:lnTo>
                      <a:pt x="52447" y="0"/>
                    </a:lnTo>
                    <a:lnTo>
                      <a:pt x="60951" y="12706"/>
                    </a:lnTo>
                    <a:lnTo>
                      <a:pt x="8504" y="478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5" name="Контур"/>
              <p:cNvSpPr/>
              <p:nvPr/>
            </p:nvSpPr>
            <p:spPr>
              <a:xfrm>
                <a:off x="1622567" y="5473092"/>
                <a:ext cx="39791" cy="41328"/>
              </a:xfrm>
              <a:custGeom>
                <a:avLst/>
                <a:gdLst/>
                <a:ahLst/>
                <a:cxnLst/>
                <a:rect l="l" t="t" r="r" b="b"/>
                <a:pathLst>
                  <a:path w="39791" h="41328">
                    <a:moveTo>
                      <a:pt x="22327" y="41328"/>
                    </a:moveTo>
                    <a:lnTo>
                      <a:pt x="0" y="26754"/>
                    </a:lnTo>
                    <a:lnTo>
                      <a:pt x="17464" y="0"/>
                    </a:lnTo>
                    <a:lnTo>
                      <a:pt x="39791" y="14573"/>
                    </a:lnTo>
                    <a:lnTo>
                      <a:pt x="22327" y="413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6" name="Контур"/>
              <p:cNvSpPr/>
              <p:nvPr/>
            </p:nvSpPr>
            <p:spPr>
              <a:xfrm>
                <a:off x="1440608" y="5850424"/>
                <a:ext cx="86400" cy="112128"/>
              </a:xfrm>
              <a:custGeom>
                <a:avLst/>
                <a:gdLst/>
                <a:ahLst/>
                <a:cxnLst/>
                <a:rect l="l" t="t" r="r" b="b"/>
                <a:pathLst>
                  <a:path w="86400" h="112128">
                    <a:moveTo>
                      <a:pt x="86400" y="96480"/>
                    </a:moveTo>
                    <a:lnTo>
                      <a:pt x="61262" y="112128"/>
                    </a:lnTo>
                    <a:lnTo>
                      <a:pt x="0" y="15892"/>
                    </a:lnTo>
                    <a:lnTo>
                      <a:pt x="24969" y="0"/>
                    </a:lnTo>
                    <a:lnTo>
                      <a:pt x="86400" y="964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7" name="Контур"/>
              <p:cNvSpPr/>
              <p:nvPr/>
            </p:nvSpPr>
            <p:spPr>
              <a:xfrm>
                <a:off x="1657107" y="5863606"/>
                <a:ext cx="57931" cy="64530"/>
              </a:xfrm>
              <a:custGeom>
                <a:avLst/>
                <a:gdLst/>
                <a:ahLst/>
                <a:cxnLst/>
                <a:rect l="l" t="t" r="r" b="b"/>
                <a:pathLst>
                  <a:path w="57931" h="64530">
                    <a:moveTo>
                      <a:pt x="12581" y="10381"/>
                    </a:moveTo>
                    <a:lnTo>
                      <a:pt x="29028" y="0"/>
                    </a:lnTo>
                    <a:lnTo>
                      <a:pt x="57931" y="45579"/>
                    </a:lnTo>
                    <a:lnTo>
                      <a:pt x="28375" y="64530"/>
                    </a:lnTo>
                    <a:lnTo>
                      <a:pt x="0" y="18814"/>
                    </a:lnTo>
                    <a:lnTo>
                      <a:pt x="12581" y="103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8" name="Контур"/>
              <p:cNvSpPr/>
              <p:nvPr/>
            </p:nvSpPr>
            <p:spPr>
              <a:xfrm>
                <a:off x="1595360" y="5847995"/>
                <a:ext cx="74328" cy="60115"/>
              </a:xfrm>
              <a:custGeom>
                <a:avLst/>
                <a:gdLst/>
                <a:ahLst/>
                <a:cxnLst/>
                <a:rect l="l" t="t" r="r" b="b"/>
                <a:pathLst>
                  <a:path w="74328" h="60115">
                    <a:moveTo>
                      <a:pt x="14884" y="60115"/>
                    </a:moveTo>
                    <a:lnTo>
                      <a:pt x="9043" y="50731"/>
                    </a:lnTo>
                    <a:lnTo>
                      <a:pt x="0" y="36206"/>
                    </a:lnTo>
                    <a:lnTo>
                      <a:pt x="58147" y="0"/>
                    </a:lnTo>
                    <a:lnTo>
                      <a:pt x="74328" y="25992"/>
                    </a:lnTo>
                    <a:lnTo>
                      <a:pt x="61747" y="34425"/>
                    </a:lnTo>
                    <a:lnTo>
                      <a:pt x="60182" y="31910"/>
                    </a:lnTo>
                    <a:lnTo>
                      <a:pt x="19972" y="56947"/>
                    </a:lnTo>
                    <a:lnTo>
                      <a:pt x="14884" y="601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9" name="Контур"/>
              <p:cNvSpPr/>
              <p:nvPr/>
            </p:nvSpPr>
            <p:spPr>
              <a:xfrm>
                <a:off x="1559766" y="5884201"/>
                <a:ext cx="44637" cy="36679"/>
              </a:xfrm>
              <a:custGeom>
                <a:avLst/>
                <a:gdLst/>
                <a:ahLst/>
                <a:cxnLst/>
                <a:rect l="l" t="t" r="r" b="b"/>
                <a:pathLst>
                  <a:path w="44637" h="36679">
                    <a:moveTo>
                      <a:pt x="35594" y="0"/>
                    </a:moveTo>
                    <a:lnTo>
                      <a:pt x="44637" y="14525"/>
                    </a:lnTo>
                    <a:lnTo>
                      <a:pt x="9243" y="36679"/>
                    </a:lnTo>
                    <a:lnTo>
                      <a:pt x="0" y="22096"/>
                    </a:lnTo>
                    <a:lnTo>
                      <a:pt x="355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0" name="Контур"/>
              <p:cNvSpPr/>
              <p:nvPr/>
            </p:nvSpPr>
            <p:spPr>
              <a:xfrm>
                <a:off x="1734561" y="6537702"/>
                <a:ext cx="62373" cy="51635"/>
              </a:xfrm>
              <a:custGeom>
                <a:avLst/>
                <a:gdLst/>
                <a:ahLst/>
                <a:cxnLst/>
                <a:rect l="l" t="t" r="r" b="b"/>
                <a:pathLst>
                  <a:path w="62373" h="51635">
                    <a:moveTo>
                      <a:pt x="0" y="25817"/>
                    </a:moveTo>
                    <a:lnTo>
                      <a:pt x="48681" y="0"/>
                    </a:lnTo>
                    <a:lnTo>
                      <a:pt x="62373" y="25817"/>
                    </a:lnTo>
                    <a:lnTo>
                      <a:pt x="13692" y="51635"/>
                    </a:lnTo>
                    <a:lnTo>
                      <a:pt x="0" y="258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1" name="Контур"/>
              <p:cNvSpPr/>
              <p:nvPr/>
            </p:nvSpPr>
            <p:spPr>
              <a:xfrm>
                <a:off x="1832728" y="6455165"/>
                <a:ext cx="74743" cy="80704"/>
              </a:xfrm>
              <a:custGeom>
                <a:avLst/>
                <a:gdLst/>
                <a:ahLst/>
                <a:cxnLst/>
                <a:rect l="l" t="t" r="r" b="b"/>
                <a:pathLst>
                  <a:path w="74743" h="80704">
                    <a:moveTo>
                      <a:pt x="0" y="20091"/>
                    </a:moveTo>
                    <a:lnTo>
                      <a:pt x="37554" y="0"/>
                    </a:lnTo>
                    <a:lnTo>
                      <a:pt x="74743" y="58531"/>
                    </a:lnTo>
                    <a:lnTo>
                      <a:pt x="43895" y="80704"/>
                    </a:lnTo>
                    <a:lnTo>
                      <a:pt x="0" y="200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2" name="Контур"/>
              <p:cNvSpPr/>
              <p:nvPr/>
            </p:nvSpPr>
            <p:spPr>
              <a:xfrm>
                <a:off x="1805117" y="6475256"/>
                <a:ext cx="81378" cy="93040"/>
              </a:xfrm>
              <a:custGeom>
                <a:avLst/>
                <a:gdLst/>
                <a:ahLst/>
                <a:cxnLst/>
                <a:rect l="l" t="t" r="r" b="b"/>
                <a:pathLst>
                  <a:path w="81378" h="93040">
                    <a:moveTo>
                      <a:pt x="27611" y="0"/>
                    </a:moveTo>
                    <a:lnTo>
                      <a:pt x="71506" y="60613"/>
                    </a:lnTo>
                    <a:lnTo>
                      <a:pt x="81378" y="73017"/>
                    </a:lnTo>
                    <a:lnTo>
                      <a:pt x="54602" y="93040"/>
                    </a:lnTo>
                    <a:lnTo>
                      <a:pt x="0" y="20023"/>
                    </a:lnTo>
                    <a:lnTo>
                      <a:pt x="276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3" name="Контур"/>
              <p:cNvSpPr/>
              <p:nvPr/>
            </p:nvSpPr>
            <p:spPr>
              <a:xfrm>
                <a:off x="1440000" y="6364206"/>
                <a:ext cx="132651" cy="144106"/>
              </a:xfrm>
              <a:custGeom>
                <a:avLst/>
                <a:gdLst/>
                <a:ahLst/>
                <a:cxnLst/>
                <a:rect l="l" t="t" r="r" b="b"/>
                <a:pathLst>
                  <a:path w="132651" h="144106">
                    <a:moveTo>
                      <a:pt x="21536" y="144106"/>
                    </a:moveTo>
                    <a:lnTo>
                      <a:pt x="0" y="113778"/>
                    </a:lnTo>
                    <a:lnTo>
                      <a:pt x="0" y="61352"/>
                    </a:lnTo>
                    <a:lnTo>
                      <a:pt x="87833" y="0"/>
                    </a:lnTo>
                    <a:lnTo>
                      <a:pt x="132651" y="6519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54" name="Контур"/>
              <p:cNvSpPr/>
              <p:nvPr/>
            </p:nvSpPr>
            <p:spPr>
              <a:xfrm>
                <a:off x="1440000" y="6364206"/>
                <a:ext cx="132651" cy="144106"/>
              </a:xfrm>
              <a:custGeom>
                <a:avLst/>
                <a:gdLst/>
                <a:ahLst/>
                <a:cxnLst/>
                <a:rect l="l" t="t" r="r" b="b"/>
                <a:pathLst>
                  <a:path w="132651" h="144106" fill="none">
                    <a:moveTo>
                      <a:pt x="21536" y="144106"/>
                    </a:moveTo>
                    <a:lnTo>
                      <a:pt x="0" y="113778"/>
                    </a:lnTo>
                    <a:moveTo>
                      <a:pt x="0" y="61352"/>
                    </a:moveTo>
                    <a:lnTo>
                      <a:pt x="87833" y="0"/>
                    </a:lnTo>
                    <a:lnTo>
                      <a:pt x="132651" y="65198"/>
                    </a:lnTo>
                    <a:lnTo>
                      <a:pt x="21536" y="144106"/>
                    </a:lnTo>
                    <a:lnTo>
                      <a:pt x="21536" y="14410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5" name="Контур"/>
              <p:cNvSpPr/>
              <p:nvPr/>
            </p:nvSpPr>
            <p:spPr>
              <a:xfrm>
                <a:off x="1697355" y="6058153"/>
                <a:ext cx="597182" cy="427929"/>
              </a:xfrm>
              <a:custGeom>
                <a:avLst/>
                <a:gdLst/>
                <a:ahLst/>
                <a:cxnLst/>
                <a:rect l="l" t="t" r="r" b="b"/>
                <a:pathLst>
                  <a:path w="597182" h="427929">
                    <a:moveTo>
                      <a:pt x="314654" y="90567"/>
                    </a:moveTo>
                    <a:lnTo>
                      <a:pt x="464539" y="0"/>
                    </a:lnTo>
                    <a:lnTo>
                      <a:pt x="597182" y="223047"/>
                    </a:lnTo>
                    <a:lnTo>
                      <a:pt x="394008" y="345970"/>
                    </a:lnTo>
                    <a:lnTo>
                      <a:pt x="348542" y="270826"/>
                    </a:lnTo>
                    <a:lnTo>
                      <a:pt x="85029" y="427929"/>
                    </a:lnTo>
                    <a:lnTo>
                      <a:pt x="0" y="280695"/>
                    </a:lnTo>
                    <a:lnTo>
                      <a:pt x="214795" y="150907"/>
                    </a:lnTo>
                    <a:lnTo>
                      <a:pt x="253502" y="127517"/>
                    </a:lnTo>
                    <a:lnTo>
                      <a:pt x="264129" y="121095"/>
                    </a:lnTo>
                    <a:lnTo>
                      <a:pt x="279542" y="111783"/>
                    </a:lnTo>
                    <a:lnTo>
                      <a:pt x="282926" y="109738"/>
                    </a:lnTo>
                    <a:lnTo>
                      <a:pt x="314654" y="905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6" name="Контур"/>
              <p:cNvSpPr/>
              <p:nvPr/>
            </p:nvSpPr>
            <p:spPr>
              <a:xfrm>
                <a:off x="1534856" y="6310297"/>
                <a:ext cx="82310" cy="83122"/>
              </a:xfrm>
              <a:custGeom>
                <a:avLst/>
                <a:gdLst/>
                <a:ahLst/>
                <a:cxnLst/>
                <a:rect l="l" t="t" r="r" b="b"/>
                <a:pathLst>
                  <a:path w="82310" h="83122">
                    <a:moveTo>
                      <a:pt x="34756" y="83122"/>
                    </a:moveTo>
                    <a:lnTo>
                      <a:pt x="0" y="32938"/>
                    </a:lnTo>
                    <a:lnTo>
                      <a:pt x="47553" y="0"/>
                    </a:lnTo>
                    <a:lnTo>
                      <a:pt x="82310" y="50184"/>
                    </a:lnTo>
                    <a:lnTo>
                      <a:pt x="34756" y="831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7" name="Контур"/>
              <p:cNvSpPr/>
              <p:nvPr/>
            </p:nvSpPr>
            <p:spPr>
              <a:xfrm>
                <a:off x="1858356" y="6194312"/>
                <a:ext cx="33853" cy="28485"/>
              </a:xfrm>
              <a:custGeom>
                <a:avLst/>
                <a:gdLst/>
                <a:ahLst/>
                <a:cxnLst/>
                <a:rect l="l" t="t" r="r" b="b"/>
                <a:pathLst>
                  <a:path w="33853" h="28485">
                    <a:moveTo>
                      <a:pt x="0" y="15314"/>
                    </a:moveTo>
                    <a:lnTo>
                      <a:pt x="26136" y="0"/>
                    </a:lnTo>
                    <a:lnTo>
                      <a:pt x="33853" y="13172"/>
                    </a:lnTo>
                    <a:lnTo>
                      <a:pt x="7717" y="28485"/>
                    </a:lnTo>
                    <a:lnTo>
                      <a:pt x="0" y="153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8" name="Контур"/>
              <p:cNvSpPr/>
              <p:nvPr/>
            </p:nvSpPr>
            <p:spPr>
              <a:xfrm>
                <a:off x="2230427" y="6384252"/>
                <a:ext cx="41519" cy="44946"/>
              </a:xfrm>
              <a:custGeom>
                <a:avLst/>
                <a:gdLst/>
                <a:ahLst/>
                <a:cxnLst/>
                <a:rect l="l" t="t" r="r" b="b"/>
                <a:pathLst>
                  <a:path w="41519" h="44946">
                    <a:moveTo>
                      <a:pt x="0" y="11874"/>
                    </a:moveTo>
                    <a:lnTo>
                      <a:pt x="26944" y="0"/>
                    </a:lnTo>
                    <a:lnTo>
                      <a:pt x="41519" y="33071"/>
                    </a:lnTo>
                    <a:lnTo>
                      <a:pt x="14575" y="44946"/>
                    </a:lnTo>
                    <a:lnTo>
                      <a:pt x="0" y="118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9" name="Контур"/>
              <p:cNvSpPr/>
              <p:nvPr/>
            </p:nvSpPr>
            <p:spPr>
              <a:xfrm>
                <a:off x="2498936" y="6314358"/>
                <a:ext cx="145176" cy="213422"/>
              </a:xfrm>
              <a:custGeom>
                <a:avLst/>
                <a:gdLst/>
                <a:ahLst/>
                <a:cxnLst/>
                <a:rect l="l" t="t" r="r" b="b"/>
                <a:pathLst>
                  <a:path w="145176" h="213422">
                    <a:moveTo>
                      <a:pt x="121475" y="197696"/>
                    </a:moveTo>
                    <a:lnTo>
                      <a:pt x="88243" y="213422"/>
                    </a:lnTo>
                    <a:lnTo>
                      <a:pt x="0" y="26942"/>
                    </a:lnTo>
                    <a:lnTo>
                      <a:pt x="35505" y="10138"/>
                    </a:lnTo>
                    <a:lnTo>
                      <a:pt x="56928" y="0"/>
                    </a:lnTo>
                    <a:lnTo>
                      <a:pt x="145176" y="186480"/>
                    </a:lnTo>
                    <a:lnTo>
                      <a:pt x="121475" y="1976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0" name="Контур"/>
              <p:cNvSpPr/>
              <p:nvPr/>
            </p:nvSpPr>
            <p:spPr>
              <a:xfrm>
                <a:off x="1870282" y="6437842"/>
                <a:ext cx="64453" cy="75854"/>
              </a:xfrm>
              <a:custGeom>
                <a:avLst/>
                <a:gdLst/>
                <a:ahLst/>
                <a:cxnLst/>
                <a:rect l="l" t="t" r="r" b="b"/>
                <a:pathLst>
                  <a:path w="64453" h="75854">
                    <a:moveTo>
                      <a:pt x="0" y="17323"/>
                    </a:moveTo>
                    <a:lnTo>
                      <a:pt x="27265" y="0"/>
                    </a:lnTo>
                    <a:lnTo>
                      <a:pt x="49126" y="34423"/>
                    </a:lnTo>
                    <a:lnTo>
                      <a:pt x="64453" y="58531"/>
                    </a:lnTo>
                    <a:lnTo>
                      <a:pt x="37189" y="75854"/>
                    </a:lnTo>
                    <a:lnTo>
                      <a:pt x="0" y="173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1" name="Контур"/>
              <p:cNvSpPr/>
              <p:nvPr/>
            </p:nvSpPr>
            <p:spPr>
              <a:xfrm>
                <a:off x="2140799" y="6359157"/>
                <a:ext cx="280529" cy="175133"/>
              </a:xfrm>
              <a:custGeom>
                <a:avLst/>
                <a:gdLst/>
                <a:ahLst/>
                <a:cxnLst/>
                <a:rect l="l" t="t" r="r" b="b"/>
                <a:pathLst>
                  <a:path w="280529" h="175133">
                    <a:moveTo>
                      <a:pt x="252960" y="0"/>
                    </a:moveTo>
                    <a:lnTo>
                      <a:pt x="258178" y="10707"/>
                    </a:lnTo>
                    <a:lnTo>
                      <a:pt x="276606" y="46670"/>
                    </a:lnTo>
                    <a:lnTo>
                      <a:pt x="280529" y="54883"/>
                    </a:lnTo>
                    <a:lnTo>
                      <a:pt x="26750" y="175133"/>
                    </a:lnTo>
                    <a:lnTo>
                      <a:pt x="0" y="120489"/>
                    </a:lnTo>
                    <a:lnTo>
                      <a:pt x="104203" y="70041"/>
                    </a:lnTo>
                    <a:lnTo>
                      <a:pt x="131147" y="58166"/>
                    </a:lnTo>
                    <a:lnTo>
                      <a:pt x="2529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2" name="Контур"/>
              <p:cNvSpPr/>
              <p:nvPr/>
            </p:nvSpPr>
            <p:spPr>
              <a:xfrm>
                <a:off x="2398977" y="6339045"/>
                <a:ext cx="60782" cy="74995"/>
              </a:xfrm>
              <a:custGeom>
                <a:avLst/>
                <a:gdLst/>
                <a:ahLst/>
                <a:cxnLst/>
                <a:rect l="l" t="t" r="r" b="b"/>
                <a:pathLst>
                  <a:path w="60782" h="74995">
                    <a:moveTo>
                      <a:pt x="0" y="30819"/>
                    </a:moveTo>
                    <a:lnTo>
                      <a:pt x="20091" y="20720"/>
                    </a:lnTo>
                    <a:lnTo>
                      <a:pt x="14513" y="9190"/>
                    </a:lnTo>
                    <a:lnTo>
                      <a:pt x="32900" y="0"/>
                    </a:lnTo>
                    <a:lnTo>
                      <a:pt x="60782" y="55787"/>
                    </a:lnTo>
                    <a:lnTo>
                      <a:pt x="22351" y="74995"/>
                    </a:lnTo>
                    <a:lnTo>
                      <a:pt x="18428" y="66782"/>
                    </a:lnTo>
                    <a:lnTo>
                      <a:pt x="0" y="308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3" name="Контур"/>
              <p:cNvSpPr/>
              <p:nvPr/>
            </p:nvSpPr>
            <p:spPr>
              <a:xfrm>
                <a:off x="2187156" y="6355289"/>
                <a:ext cx="70215" cy="54336"/>
              </a:xfrm>
              <a:custGeom>
                <a:avLst/>
                <a:gdLst/>
                <a:ahLst/>
                <a:cxnLst/>
                <a:rect l="l" t="t" r="r" b="b"/>
                <a:pathLst>
                  <a:path w="70215" h="54336">
                    <a:moveTo>
                      <a:pt x="57418" y="0"/>
                    </a:moveTo>
                    <a:lnTo>
                      <a:pt x="70215" y="28963"/>
                    </a:lnTo>
                    <a:lnTo>
                      <a:pt x="43271" y="40837"/>
                    </a:lnTo>
                    <a:lnTo>
                      <a:pt x="12802" y="54336"/>
                    </a:lnTo>
                    <a:lnTo>
                      <a:pt x="0" y="25372"/>
                    </a:lnTo>
                    <a:lnTo>
                      <a:pt x="5741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4" name="Контур"/>
              <p:cNvSpPr/>
              <p:nvPr/>
            </p:nvSpPr>
            <p:spPr>
              <a:xfrm>
                <a:off x="2262751" y="6337303"/>
                <a:ext cx="23715" cy="26508"/>
              </a:xfrm>
              <a:custGeom>
                <a:avLst/>
                <a:gdLst/>
                <a:ahLst/>
                <a:cxnLst/>
                <a:rect l="l" t="t" r="r" b="b"/>
                <a:pathLst>
                  <a:path w="23715" h="26508">
                    <a:moveTo>
                      <a:pt x="0" y="7148"/>
                    </a:moveTo>
                    <a:lnTo>
                      <a:pt x="13349" y="0"/>
                    </a:lnTo>
                    <a:lnTo>
                      <a:pt x="23715" y="19361"/>
                    </a:lnTo>
                    <a:lnTo>
                      <a:pt x="10366" y="26508"/>
                    </a:lnTo>
                    <a:lnTo>
                      <a:pt x="0" y="71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5" name="Контур"/>
              <p:cNvSpPr/>
              <p:nvPr/>
            </p:nvSpPr>
            <p:spPr>
              <a:xfrm>
                <a:off x="2527904" y="6300544"/>
                <a:ext cx="27960" cy="23952"/>
              </a:xfrm>
              <a:custGeom>
                <a:avLst/>
                <a:gdLst/>
                <a:ahLst/>
                <a:cxnLst/>
                <a:rect l="l" t="t" r="r" b="b"/>
                <a:pathLst>
                  <a:path w="27960" h="23952">
                    <a:moveTo>
                      <a:pt x="6537" y="23952"/>
                    </a:moveTo>
                    <a:lnTo>
                      <a:pt x="0" y="10137"/>
                    </a:lnTo>
                    <a:lnTo>
                      <a:pt x="21422" y="0"/>
                    </a:lnTo>
                    <a:lnTo>
                      <a:pt x="27960" y="13814"/>
                    </a:lnTo>
                    <a:lnTo>
                      <a:pt x="6537" y="239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6" name="Контур"/>
              <p:cNvSpPr/>
              <p:nvPr/>
            </p:nvSpPr>
            <p:spPr>
              <a:xfrm>
                <a:off x="2385321" y="6277407"/>
                <a:ext cx="38937" cy="37466"/>
              </a:xfrm>
              <a:custGeom>
                <a:avLst/>
                <a:gdLst/>
                <a:ahLst/>
                <a:cxnLst/>
                <a:rect l="l" t="t" r="r" b="b"/>
                <a:pathLst>
                  <a:path w="38937" h="37466">
                    <a:moveTo>
                      <a:pt x="12003" y="37466"/>
                    </a:moveTo>
                    <a:lnTo>
                      <a:pt x="0" y="13474"/>
                    </a:lnTo>
                    <a:lnTo>
                      <a:pt x="26934" y="0"/>
                    </a:lnTo>
                    <a:lnTo>
                      <a:pt x="38937" y="23992"/>
                    </a:lnTo>
                    <a:lnTo>
                      <a:pt x="12003" y="374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7" name="Контур"/>
              <p:cNvSpPr/>
              <p:nvPr/>
            </p:nvSpPr>
            <p:spPr>
              <a:xfrm>
                <a:off x="2418988" y="6248801"/>
                <a:ext cx="62776" cy="53439"/>
              </a:xfrm>
              <a:custGeom>
                <a:avLst/>
                <a:gdLst/>
                <a:ahLst/>
                <a:cxnLst/>
                <a:rect l="l" t="t" r="r" b="b"/>
                <a:pathLst>
                  <a:path w="62776" h="53439">
                    <a:moveTo>
                      <a:pt x="0" y="27069"/>
                    </a:moveTo>
                    <a:lnTo>
                      <a:pt x="47863" y="0"/>
                    </a:lnTo>
                    <a:lnTo>
                      <a:pt x="62776" y="26371"/>
                    </a:lnTo>
                    <a:lnTo>
                      <a:pt x="14913" y="53439"/>
                    </a:lnTo>
                    <a:lnTo>
                      <a:pt x="0" y="270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8" name="Контур"/>
              <p:cNvSpPr/>
              <p:nvPr/>
            </p:nvSpPr>
            <p:spPr>
              <a:xfrm>
                <a:off x="2161894" y="6032089"/>
                <a:ext cx="173150" cy="249111"/>
              </a:xfrm>
              <a:custGeom>
                <a:avLst/>
                <a:gdLst/>
                <a:ahLst/>
                <a:cxnLst/>
                <a:rect l="l" t="t" r="r" b="b"/>
                <a:pathLst>
                  <a:path w="173150" h="249111">
                    <a:moveTo>
                      <a:pt x="132643" y="249111"/>
                    </a:moveTo>
                    <a:lnTo>
                      <a:pt x="0" y="26064"/>
                    </a:lnTo>
                    <a:lnTo>
                      <a:pt x="41299" y="0"/>
                    </a:lnTo>
                    <a:lnTo>
                      <a:pt x="173150" y="225024"/>
                    </a:lnTo>
                    <a:lnTo>
                      <a:pt x="132643" y="2491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9" name="Контур"/>
              <p:cNvSpPr/>
              <p:nvPr/>
            </p:nvSpPr>
            <p:spPr>
              <a:xfrm>
                <a:off x="2419315" y="6058826"/>
                <a:ext cx="182738" cy="206925"/>
              </a:xfrm>
              <a:custGeom>
                <a:avLst/>
                <a:gdLst/>
                <a:ahLst/>
                <a:cxnLst/>
                <a:rect l="l" t="t" r="r" b="b"/>
                <a:pathLst>
                  <a:path w="182738" h="206925">
                    <a:moveTo>
                      <a:pt x="70048" y="16007"/>
                    </a:moveTo>
                    <a:lnTo>
                      <a:pt x="100578" y="0"/>
                    </a:lnTo>
                    <a:lnTo>
                      <a:pt x="182738" y="145422"/>
                    </a:lnTo>
                    <a:lnTo>
                      <a:pt x="164857" y="155872"/>
                    </a:lnTo>
                    <a:lnTo>
                      <a:pt x="150914" y="162934"/>
                    </a:lnTo>
                    <a:lnTo>
                      <a:pt x="153906" y="168372"/>
                    </a:lnTo>
                    <a:lnTo>
                      <a:pt x="83845" y="206925"/>
                    </a:lnTo>
                    <a:lnTo>
                      <a:pt x="0" y="54553"/>
                    </a:lnTo>
                    <a:lnTo>
                      <a:pt x="70048" y="160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0" name="Контур"/>
              <p:cNvSpPr/>
              <p:nvPr/>
            </p:nvSpPr>
            <p:spPr>
              <a:xfrm>
                <a:off x="1878060" y="6128440"/>
                <a:ext cx="83424" cy="80620"/>
              </a:xfrm>
              <a:custGeom>
                <a:avLst/>
                <a:gdLst/>
                <a:ahLst/>
                <a:cxnLst/>
                <a:rect l="l" t="t" r="r" b="b"/>
                <a:pathLst>
                  <a:path w="83424" h="80620">
                    <a:moveTo>
                      <a:pt x="34090" y="80620"/>
                    </a:moveTo>
                    <a:lnTo>
                      <a:pt x="0" y="30681"/>
                    </a:lnTo>
                    <a:lnTo>
                      <a:pt x="52157" y="0"/>
                    </a:lnTo>
                    <a:lnTo>
                      <a:pt x="70272" y="29438"/>
                    </a:lnTo>
                    <a:lnTo>
                      <a:pt x="83424" y="50808"/>
                    </a:lnTo>
                    <a:lnTo>
                      <a:pt x="72797" y="57230"/>
                    </a:lnTo>
                    <a:lnTo>
                      <a:pt x="34090" y="806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1" name="Контур"/>
              <p:cNvSpPr/>
              <p:nvPr/>
            </p:nvSpPr>
            <p:spPr>
              <a:xfrm>
                <a:off x="2607576" y="5778404"/>
                <a:ext cx="453695" cy="344241"/>
              </a:xfrm>
              <a:custGeom>
                <a:avLst/>
                <a:gdLst/>
                <a:ahLst/>
                <a:cxnLst/>
                <a:rect l="l" t="t" r="r" b="b"/>
                <a:pathLst>
                  <a:path w="453695" h="344241">
                    <a:moveTo>
                      <a:pt x="202237" y="117155"/>
                    </a:moveTo>
                    <a:lnTo>
                      <a:pt x="343147" y="29135"/>
                    </a:lnTo>
                    <a:lnTo>
                      <a:pt x="389153" y="0"/>
                    </a:lnTo>
                    <a:lnTo>
                      <a:pt x="453695" y="101915"/>
                    </a:lnTo>
                    <a:lnTo>
                      <a:pt x="407330" y="131279"/>
                    </a:lnTo>
                    <a:lnTo>
                      <a:pt x="418284" y="148575"/>
                    </a:lnTo>
                    <a:lnTo>
                      <a:pt x="170857" y="305271"/>
                    </a:lnTo>
                    <a:lnTo>
                      <a:pt x="157576" y="284301"/>
                    </a:lnTo>
                    <a:lnTo>
                      <a:pt x="112767" y="312180"/>
                    </a:lnTo>
                    <a:lnTo>
                      <a:pt x="91285" y="325701"/>
                    </a:lnTo>
                    <a:lnTo>
                      <a:pt x="62237" y="344241"/>
                    </a:lnTo>
                    <a:lnTo>
                      <a:pt x="24184" y="283093"/>
                    </a:lnTo>
                    <a:lnTo>
                      <a:pt x="3402" y="250590"/>
                    </a:lnTo>
                    <a:lnTo>
                      <a:pt x="0" y="244561"/>
                    </a:lnTo>
                    <a:lnTo>
                      <a:pt x="28275" y="227325"/>
                    </a:lnTo>
                    <a:lnTo>
                      <a:pt x="202237" y="1171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2" name="Контур"/>
              <p:cNvSpPr/>
              <p:nvPr/>
            </p:nvSpPr>
            <p:spPr>
              <a:xfrm>
                <a:off x="2406837" y="6051228"/>
                <a:ext cx="82526" cy="62151"/>
              </a:xfrm>
              <a:custGeom>
                <a:avLst/>
                <a:gdLst/>
                <a:ahLst/>
                <a:cxnLst/>
                <a:rect l="l" t="t" r="r" b="b"/>
                <a:pathLst>
                  <a:path w="82526" h="62151">
                    <a:moveTo>
                      <a:pt x="12478" y="62151"/>
                    </a:moveTo>
                    <a:lnTo>
                      <a:pt x="0" y="38384"/>
                    </a:lnTo>
                    <a:lnTo>
                      <a:pt x="70367" y="0"/>
                    </a:lnTo>
                    <a:lnTo>
                      <a:pt x="82526" y="23605"/>
                    </a:lnTo>
                    <a:lnTo>
                      <a:pt x="12478" y="621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3" name="Контур"/>
              <p:cNvSpPr/>
              <p:nvPr/>
            </p:nvSpPr>
            <p:spPr>
              <a:xfrm>
                <a:off x="2573228" y="5965914"/>
                <a:ext cx="43589" cy="33500"/>
              </a:xfrm>
              <a:custGeom>
                <a:avLst/>
                <a:gdLst/>
                <a:ahLst/>
                <a:cxnLst/>
                <a:rect l="l" t="t" r="r" b="b"/>
                <a:pathLst>
                  <a:path w="43589" h="33500">
                    <a:moveTo>
                      <a:pt x="7059" y="33500"/>
                    </a:moveTo>
                    <a:lnTo>
                      <a:pt x="0" y="21511"/>
                    </a:lnTo>
                    <a:lnTo>
                      <a:pt x="36530" y="0"/>
                    </a:lnTo>
                    <a:lnTo>
                      <a:pt x="43589" y="11989"/>
                    </a:lnTo>
                    <a:lnTo>
                      <a:pt x="7059" y="335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4" name="Контур"/>
              <p:cNvSpPr/>
              <p:nvPr/>
            </p:nvSpPr>
            <p:spPr>
              <a:xfrm>
                <a:off x="2595775" y="6028994"/>
                <a:ext cx="35985" cy="42224"/>
              </a:xfrm>
              <a:custGeom>
                <a:avLst/>
                <a:gdLst/>
                <a:ahLst/>
                <a:cxnLst/>
                <a:rect l="l" t="t" r="r" b="b"/>
                <a:pathLst>
                  <a:path w="35985" h="42224">
                    <a:moveTo>
                      <a:pt x="15203" y="0"/>
                    </a:moveTo>
                    <a:lnTo>
                      <a:pt x="35985" y="32503"/>
                    </a:lnTo>
                    <a:lnTo>
                      <a:pt x="20783" y="42224"/>
                    </a:lnTo>
                    <a:lnTo>
                      <a:pt x="0" y="9721"/>
                    </a:lnTo>
                    <a:lnTo>
                      <a:pt x="1520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5" name="Контур"/>
              <p:cNvSpPr/>
              <p:nvPr/>
            </p:nvSpPr>
            <p:spPr>
              <a:xfrm>
                <a:off x="2403077" y="5954906"/>
                <a:ext cx="30340" cy="34893"/>
              </a:xfrm>
              <a:custGeom>
                <a:avLst/>
                <a:gdLst/>
                <a:ahLst/>
                <a:cxnLst/>
                <a:rect l="l" t="t" r="r" b="b"/>
                <a:pathLst>
                  <a:path w="30340" h="34893">
                    <a:moveTo>
                      <a:pt x="0" y="8420"/>
                    </a:moveTo>
                    <a:lnTo>
                      <a:pt x="12478" y="0"/>
                    </a:lnTo>
                    <a:lnTo>
                      <a:pt x="30340" y="26473"/>
                    </a:lnTo>
                    <a:lnTo>
                      <a:pt x="17862" y="34893"/>
                    </a:lnTo>
                    <a:lnTo>
                      <a:pt x="0" y="84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6" name="Контур"/>
              <p:cNvSpPr/>
              <p:nvPr/>
            </p:nvSpPr>
            <p:spPr>
              <a:xfrm>
                <a:off x="3359158" y="6573159"/>
                <a:ext cx="30210" cy="24435"/>
              </a:xfrm>
              <a:custGeom>
                <a:avLst/>
                <a:gdLst/>
                <a:ahLst/>
                <a:cxnLst/>
                <a:rect l="l" t="t" r="r" b="b"/>
                <a:pathLst>
                  <a:path w="30210" h="24435">
                    <a:moveTo>
                      <a:pt x="6021" y="24435"/>
                    </a:moveTo>
                    <a:lnTo>
                      <a:pt x="0" y="14130"/>
                    </a:lnTo>
                    <a:lnTo>
                      <a:pt x="24189" y="0"/>
                    </a:lnTo>
                    <a:lnTo>
                      <a:pt x="30210" y="10306"/>
                    </a:lnTo>
                    <a:lnTo>
                      <a:pt x="6021" y="244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7" name="Контур"/>
              <p:cNvSpPr/>
              <p:nvPr/>
            </p:nvSpPr>
            <p:spPr>
              <a:xfrm>
                <a:off x="2794102" y="6498707"/>
                <a:ext cx="118265" cy="106069"/>
              </a:xfrm>
              <a:custGeom>
                <a:avLst/>
                <a:gdLst/>
                <a:ahLst/>
                <a:cxnLst/>
                <a:rect l="l" t="t" r="r" b="b"/>
                <a:pathLst>
                  <a:path w="118265" h="106069">
                    <a:moveTo>
                      <a:pt x="40388" y="94056"/>
                    </a:moveTo>
                    <a:lnTo>
                      <a:pt x="0" y="17011"/>
                    </a:lnTo>
                    <a:lnTo>
                      <a:pt x="33721" y="0"/>
                    </a:lnTo>
                    <a:lnTo>
                      <a:pt x="48245" y="24496"/>
                    </a:lnTo>
                    <a:lnTo>
                      <a:pt x="80612" y="11211"/>
                    </a:lnTo>
                    <a:lnTo>
                      <a:pt x="118265" y="79170"/>
                    </a:lnTo>
                    <a:lnTo>
                      <a:pt x="67455" y="106069"/>
                    </a:lnTo>
                    <a:lnTo>
                      <a:pt x="40388" y="940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8" name="Контур"/>
              <p:cNvSpPr/>
              <p:nvPr/>
            </p:nvSpPr>
            <p:spPr>
              <a:xfrm>
                <a:off x="2918985" y="6399777"/>
                <a:ext cx="218031" cy="158932"/>
              </a:xfrm>
              <a:custGeom>
                <a:avLst/>
                <a:gdLst/>
                <a:ahLst/>
                <a:cxnLst/>
                <a:rect l="l" t="t" r="r" b="b"/>
                <a:pathLst>
                  <a:path w="218031" h="158932">
                    <a:moveTo>
                      <a:pt x="0" y="127234"/>
                    </a:moveTo>
                    <a:lnTo>
                      <a:pt x="197623" y="0"/>
                    </a:lnTo>
                    <a:lnTo>
                      <a:pt x="218031" y="31698"/>
                    </a:lnTo>
                    <a:lnTo>
                      <a:pt x="20408" y="158932"/>
                    </a:lnTo>
                    <a:lnTo>
                      <a:pt x="0" y="1272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9" name="Контур"/>
              <p:cNvSpPr/>
              <p:nvPr/>
            </p:nvSpPr>
            <p:spPr>
              <a:xfrm>
                <a:off x="2787642" y="6456680"/>
                <a:ext cx="32269" cy="31499"/>
              </a:xfrm>
              <a:custGeom>
                <a:avLst/>
                <a:gdLst/>
                <a:ahLst/>
                <a:cxnLst/>
                <a:rect l="l" t="t" r="r" b="b"/>
                <a:pathLst>
                  <a:path w="32269" h="31499">
                    <a:moveTo>
                      <a:pt x="9767" y="31499"/>
                    </a:moveTo>
                    <a:lnTo>
                      <a:pt x="0" y="23472"/>
                    </a:lnTo>
                    <a:lnTo>
                      <a:pt x="0" y="10908"/>
                    </a:lnTo>
                    <a:lnTo>
                      <a:pt x="7852" y="698"/>
                    </a:lnTo>
                    <a:lnTo>
                      <a:pt x="22851" y="0"/>
                    </a:lnTo>
                    <a:lnTo>
                      <a:pt x="32269" y="12216"/>
                    </a:lnTo>
                    <a:lnTo>
                      <a:pt x="31393" y="22076"/>
                    </a:lnTo>
                    <a:lnTo>
                      <a:pt x="21627" y="31150"/>
                    </a:lnTo>
                    <a:lnTo>
                      <a:pt x="9767" y="314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0" name="Контур"/>
              <p:cNvSpPr/>
              <p:nvPr/>
            </p:nvSpPr>
            <p:spPr>
              <a:xfrm>
                <a:off x="2826425" y="5943582"/>
                <a:ext cx="749179" cy="517733"/>
              </a:xfrm>
              <a:custGeom>
                <a:avLst/>
                <a:gdLst/>
                <a:ahLst/>
                <a:cxnLst/>
                <a:rect l="l" t="t" r="r" b="b"/>
                <a:pathLst>
                  <a:path w="749179" h="517733">
                    <a:moveTo>
                      <a:pt x="703474" y="0"/>
                    </a:moveTo>
                    <a:lnTo>
                      <a:pt x="749179" y="72158"/>
                    </a:lnTo>
                    <a:lnTo>
                      <a:pt x="45706" y="517733"/>
                    </a:lnTo>
                    <a:lnTo>
                      <a:pt x="0" y="445574"/>
                    </a:lnTo>
                    <a:lnTo>
                      <a:pt x="70347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1" name="Контур"/>
              <p:cNvSpPr/>
              <p:nvPr/>
            </p:nvSpPr>
            <p:spPr>
              <a:xfrm>
                <a:off x="2784334" y="6208251"/>
                <a:ext cx="174051" cy="132273"/>
              </a:xfrm>
              <a:custGeom>
                <a:avLst/>
                <a:gdLst/>
                <a:ahLst/>
                <a:cxnLst/>
                <a:rect l="l" t="t" r="r" b="b"/>
                <a:pathLst>
                  <a:path w="174051" h="132273">
                    <a:moveTo>
                      <a:pt x="0" y="96662"/>
                    </a:moveTo>
                    <a:lnTo>
                      <a:pt x="151299" y="0"/>
                    </a:lnTo>
                    <a:lnTo>
                      <a:pt x="174051" y="35611"/>
                    </a:lnTo>
                    <a:lnTo>
                      <a:pt x="22752" y="132273"/>
                    </a:lnTo>
                    <a:lnTo>
                      <a:pt x="0" y="966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2" name="Контур"/>
              <p:cNvSpPr/>
              <p:nvPr/>
            </p:nvSpPr>
            <p:spPr>
              <a:xfrm>
                <a:off x="2668517" y="6227479"/>
                <a:ext cx="79528" cy="100832"/>
              </a:xfrm>
              <a:custGeom>
                <a:avLst/>
                <a:gdLst/>
                <a:ahLst/>
                <a:cxnLst/>
                <a:rect l="l" t="t" r="r" b="b"/>
                <a:pathLst>
                  <a:path w="79528" h="100832">
                    <a:moveTo>
                      <a:pt x="32742" y="0"/>
                    </a:moveTo>
                    <a:lnTo>
                      <a:pt x="79528" y="75596"/>
                    </a:lnTo>
                    <a:lnTo>
                      <a:pt x="38712" y="100832"/>
                    </a:lnTo>
                    <a:lnTo>
                      <a:pt x="0" y="20049"/>
                    </a:lnTo>
                    <a:lnTo>
                      <a:pt x="3274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3" name="Контур"/>
              <p:cNvSpPr/>
              <p:nvPr/>
            </p:nvSpPr>
            <p:spPr>
              <a:xfrm>
                <a:off x="2701259" y="6031176"/>
                <a:ext cx="352448" cy="273737"/>
              </a:xfrm>
              <a:custGeom>
                <a:avLst/>
                <a:gdLst/>
                <a:ahLst/>
                <a:cxnLst/>
                <a:rect l="l" t="t" r="r" b="b"/>
                <a:pathLst>
                  <a:path w="352448" h="273737">
                    <a:moveTo>
                      <a:pt x="287435" y="0"/>
                    </a:moveTo>
                    <a:lnTo>
                      <a:pt x="352448" y="102382"/>
                    </a:lnTo>
                    <a:lnTo>
                      <a:pt x="329503" y="117329"/>
                    </a:lnTo>
                    <a:lnTo>
                      <a:pt x="252928" y="165175"/>
                    </a:lnTo>
                    <a:lnTo>
                      <a:pt x="234374" y="177075"/>
                    </a:lnTo>
                    <a:lnTo>
                      <a:pt x="83075" y="273737"/>
                    </a:lnTo>
                    <a:lnTo>
                      <a:pt x="71841" y="256202"/>
                    </a:lnTo>
                    <a:lnTo>
                      <a:pt x="46786" y="271899"/>
                    </a:lnTo>
                    <a:lnTo>
                      <a:pt x="0" y="196303"/>
                    </a:lnTo>
                    <a:lnTo>
                      <a:pt x="24066" y="181355"/>
                    </a:lnTo>
                    <a:lnTo>
                      <a:pt x="17249" y="170704"/>
                    </a:lnTo>
                    <a:lnTo>
                      <a:pt x="174323" y="70480"/>
                    </a:lnTo>
                    <a:lnTo>
                      <a:pt x="2874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4" name="Контур"/>
              <p:cNvSpPr/>
              <p:nvPr/>
            </p:nvSpPr>
            <p:spPr>
              <a:xfrm>
                <a:off x="2954187" y="6148505"/>
                <a:ext cx="94798" cy="79910"/>
              </a:xfrm>
              <a:custGeom>
                <a:avLst/>
                <a:gdLst/>
                <a:ahLst/>
                <a:cxnLst/>
                <a:rect l="l" t="t" r="r" b="b"/>
                <a:pathLst>
                  <a:path w="94798" h="79910">
                    <a:moveTo>
                      <a:pt x="22296" y="79910"/>
                    </a:moveTo>
                    <a:lnTo>
                      <a:pt x="0" y="47846"/>
                    </a:lnTo>
                    <a:lnTo>
                      <a:pt x="76575" y="0"/>
                    </a:lnTo>
                    <a:lnTo>
                      <a:pt x="94798" y="34766"/>
                    </a:lnTo>
                    <a:lnTo>
                      <a:pt x="22296" y="799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5" name="Контур"/>
              <p:cNvSpPr/>
              <p:nvPr/>
            </p:nvSpPr>
            <p:spPr>
              <a:xfrm>
                <a:off x="2685691" y="6081014"/>
                <a:ext cx="189891" cy="146465"/>
              </a:xfrm>
              <a:custGeom>
                <a:avLst/>
                <a:gdLst/>
                <a:ahLst/>
                <a:cxnLst/>
                <a:rect l="l" t="t" r="r" b="b"/>
                <a:pathLst>
                  <a:path w="189891" h="146465">
                    <a:moveTo>
                      <a:pt x="189891" y="20642"/>
                    </a:moveTo>
                    <a:lnTo>
                      <a:pt x="32817" y="120866"/>
                    </a:lnTo>
                    <a:lnTo>
                      <a:pt x="39634" y="131517"/>
                    </a:lnTo>
                    <a:lnTo>
                      <a:pt x="15568" y="146465"/>
                    </a:lnTo>
                    <a:lnTo>
                      <a:pt x="0" y="115588"/>
                    </a:lnTo>
                    <a:lnTo>
                      <a:pt x="29464" y="97199"/>
                    </a:lnTo>
                    <a:lnTo>
                      <a:pt x="26839" y="92529"/>
                    </a:lnTo>
                    <a:lnTo>
                      <a:pt x="177223" y="0"/>
                    </a:lnTo>
                    <a:lnTo>
                      <a:pt x="189891" y="206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6" name="Контур"/>
              <p:cNvSpPr/>
              <p:nvPr/>
            </p:nvSpPr>
            <p:spPr>
              <a:xfrm>
                <a:off x="2988694" y="5983816"/>
                <a:ext cx="140612" cy="149742"/>
              </a:xfrm>
              <a:custGeom>
                <a:avLst/>
                <a:gdLst/>
                <a:ahLst/>
                <a:cxnLst/>
                <a:rect l="l" t="t" r="r" b="b"/>
                <a:pathLst>
                  <a:path w="140612" h="149742">
                    <a:moveTo>
                      <a:pt x="0" y="47360"/>
                    </a:moveTo>
                    <a:lnTo>
                      <a:pt x="76822" y="0"/>
                    </a:lnTo>
                    <a:lnTo>
                      <a:pt x="114926" y="60948"/>
                    </a:lnTo>
                    <a:lnTo>
                      <a:pt x="140612" y="102532"/>
                    </a:lnTo>
                    <a:lnTo>
                      <a:pt x="65013" y="149742"/>
                    </a:lnTo>
                    <a:lnTo>
                      <a:pt x="0" y="473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7" name="Контур"/>
              <p:cNvSpPr/>
              <p:nvPr/>
            </p:nvSpPr>
            <p:spPr>
              <a:xfrm>
                <a:off x="2698861" y="6090584"/>
                <a:ext cx="35922" cy="36464"/>
              </a:xfrm>
              <a:custGeom>
                <a:avLst/>
                <a:gdLst/>
                <a:ahLst/>
                <a:cxnLst/>
                <a:rect l="l" t="t" r="r" b="b"/>
                <a:pathLst>
                  <a:path w="35922" h="36464">
                    <a:moveTo>
                      <a:pt x="0" y="13521"/>
                    </a:moveTo>
                    <a:lnTo>
                      <a:pt x="21482" y="0"/>
                    </a:lnTo>
                    <a:lnTo>
                      <a:pt x="35922" y="22943"/>
                    </a:lnTo>
                    <a:lnTo>
                      <a:pt x="14440" y="36464"/>
                    </a:lnTo>
                    <a:lnTo>
                      <a:pt x="0" y="135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8" name="Контур"/>
              <p:cNvSpPr/>
              <p:nvPr/>
            </p:nvSpPr>
            <p:spPr>
              <a:xfrm>
                <a:off x="3065516" y="5970593"/>
                <a:ext cx="59254" cy="74171"/>
              </a:xfrm>
              <a:custGeom>
                <a:avLst/>
                <a:gdLst/>
                <a:ahLst/>
                <a:cxnLst/>
                <a:rect l="l" t="t" r="r" b="b"/>
                <a:pathLst>
                  <a:path w="59254" h="74171">
                    <a:moveTo>
                      <a:pt x="0" y="13223"/>
                    </a:moveTo>
                    <a:lnTo>
                      <a:pt x="21149" y="0"/>
                    </a:lnTo>
                    <a:lnTo>
                      <a:pt x="59254" y="60948"/>
                    </a:lnTo>
                    <a:lnTo>
                      <a:pt x="38104" y="74171"/>
                    </a:lnTo>
                    <a:lnTo>
                      <a:pt x="0" y="132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9" name="Контур"/>
              <p:cNvSpPr/>
              <p:nvPr/>
            </p:nvSpPr>
            <p:spPr>
              <a:xfrm>
                <a:off x="3205738" y="5805211"/>
                <a:ext cx="156711" cy="216198"/>
              </a:xfrm>
              <a:custGeom>
                <a:avLst/>
                <a:gdLst/>
                <a:ahLst/>
                <a:cxnLst/>
                <a:rect l="l" t="t" r="r" b="b"/>
                <a:pathLst>
                  <a:path w="156711" h="216198">
                    <a:moveTo>
                      <a:pt x="98727" y="216198"/>
                    </a:moveTo>
                    <a:lnTo>
                      <a:pt x="0" y="64208"/>
                    </a:lnTo>
                    <a:lnTo>
                      <a:pt x="105752" y="0"/>
                    </a:lnTo>
                    <a:lnTo>
                      <a:pt x="124861" y="32846"/>
                    </a:lnTo>
                    <a:lnTo>
                      <a:pt x="92847" y="53437"/>
                    </a:lnTo>
                    <a:lnTo>
                      <a:pt x="156711" y="155897"/>
                    </a:lnTo>
                    <a:lnTo>
                      <a:pt x="119961" y="180247"/>
                    </a:lnTo>
                    <a:lnTo>
                      <a:pt x="128454" y="195608"/>
                    </a:lnTo>
                    <a:lnTo>
                      <a:pt x="98727" y="2161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0" name="Контур"/>
              <p:cNvSpPr/>
              <p:nvPr/>
            </p:nvSpPr>
            <p:spPr>
              <a:xfrm>
                <a:off x="2607879" y="5844191"/>
                <a:ext cx="201934" cy="161538"/>
              </a:xfrm>
              <a:custGeom>
                <a:avLst/>
                <a:gdLst/>
                <a:ahLst/>
                <a:cxnLst/>
                <a:rect l="l" t="t" r="r" b="b"/>
                <a:pathLst>
                  <a:path w="201934" h="161538">
                    <a:moveTo>
                      <a:pt x="0" y="113607"/>
                    </a:moveTo>
                    <a:lnTo>
                      <a:pt x="169402" y="0"/>
                    </a:lnTo>
                    <a:lnTo>
                      <a:pt x="201934" y="51368"/>
                    </a:lnTo>
                    <a:lnTo>
                      <a:pt x="27972" y="161538"/>
                    </a:lnTo>
                    <a:lnTo>
                      <a:pt x="0" y="1136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1" name="Контур"/>
              <p:cNvSpPr/>
              <p:nvPr/>
            </p:nvSpPr>
            <p:spPr>
              <a:xfrm>
                <a:off x="1499167" y="5898726"/>
                <a:ext cx="158660" cy="152937"/>
              </a:xfrm>
              <a:custGeom>
                <a:avLst/>
                <a:gdLst/>
                <a:ahLst/>
                <a:cxnLst/>
                <a:rect l="l" t="t" r="r" b="b"/>
                <a:pathLst>
                  <a:path w="158660" h="152937">
                    <a:moveTo>
                      <a:pt x="0" y="65483"/>
                    </a:moveTo>
                    <a:lnTo>
                      <a:pt x="2703" y="63826"/>
                    </a:lnTo>
                    <a:lnTo>
                      <a:pt x="27841" y="48178"/>
                    </a:lnTo>
                    <a:lnTo>
                      <a:pt x="69842" y="22154"/>
                    </a:lnTo>
                    <a:lnTo>
                      <a:pt x="105236" y="0"/>
                    </a:lnTo>
                    <a:lnTo>
                      <a:pt x="111077" y="9384"/>
                    </a:lnTo>
                    <a:lnTo>
                      <a:pt x="116165" y="6216"/>
                    </a:lnTo>
                    <a:lnTo>
                      <a:pt x="158660" y="74467"/>
                    </a:lnTo>
                    <a:lnTo>
                      <a:pt x="148522" y="80621"/>
                    </a:lnTo>
                    <a:lnTo>
                      <a:pt x="156101" y="92419"/>
                    </a:lnTo>
                    <a:lnTo>
                      <a:pt x="54971" y="152937"/>
                    </a:lnTo>
                    <a:lnTo>
                      <a:pt x="0" y="654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2" name="Контур"/>
              <p:cNvSpPr/>
              <p:nvPr/>
            </p:nvSpPr>
            <p:spPr>
              <a:xfrm>
                <a:off x="1647689" y="5940313"/>
                <a:ext cx="79133" cy="64791"/>
              </a:xfrm>
              <a:custGeom>
                <a:avLst/>
                <a:gdLst/>
                <a:ahLst/>
                <a:cxnLst/>
                <a:rect l="l" t="t" r="r" b="b"/>
                <a:pathLst>
                  <a:path w="79133" h="64791">
                    <a:moveTo>
                      <a:pt x="0" y="39034"/>
                    </a:moveTo>
                    <a:lnTo>
                      <a:pt x="10138" y="32880"/>
                    </a:lnTo>
                    <a:lnTo>
                      <a:pt x="50347" y="7843"/>
                    </a:lnTo>
                    <a:lnTo>
                      <a:pt x="62947" y="0"/>
                    </a:lnTo>
                    <a:lnTo>
                      <a:pt x="79133" y="25997"/>
                    </a:lnTo>
                    <a:lnTo>
                      <a:pt x="16546" y="64791"/>
                    </a:lnTo>
                    <a:lnTo>
                      <a:pt x="7579" y="50832"/>
                    </a:lnTo>
                    <a:lnTo>
                      <a:pt x="0" y="390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3" name="Контур"/>
              <p:cNvSpPr/>
              <p:nvPr/>
            </p:nvSpPr>
            <p:spPr>
              <a:xfrm>
                <a:off x="1615332" y="5879905"/>
                <a:ext cx="82704" cy="93288"/>
              </a:xfrm>
              <a:custGeom>
                <a:avLst/>
                <a:gdLst/>
                <a:ahLst/>
                <a:cxnLst/>
                <a:rect l="l" t="t" r="r" b="b"/>
                <a:pathLst>
                  <a:path w="82704" h="93288">
                    <a:moveTo>
                      <a:pt x="0" y="25037"/>
                    </a:moveTo>
                    <a:lnTo>
                      <a:pt x="40210" y="0"/>
                    </a:lnTo>
                    <a:lnTo>
                      <a:pt x="41775" y="2515"/>
                    </a:lnTo>
                    <a:lnTo>
                      <a:pt x="70150" y="48231"/>
                    </a:lnTo>
                    <a:lnTo>
                      <a:pt x="82704" y="68251"/>
                    </a:lnTo>
                    <a:lnTo>
                      <a:pt x="42495" y="93288"/>
                    </a:lnTo>
                    <a:lnTo>
                      <a:pt x="0" y="250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4" name="Контур"/>
              <p:cNvSpPr/>
              <p:nvPr/>
            </p:nvSpPr>
            <p:spPr>
              <a:xfrm>
                <a:off x="1779774" y="5943384"/>
                <a:ext cx="20371" cy="21028"/>
              </a:xfrm>
              <a:custGeom>
                <a:avLst/>
                <a:gdLst/>
                <a:ahLst/>
                <a:cxnLst/>
                <a:rect l="l" t="t" r="r" b="b"/>
                <a:pathLst>
                  <a:path w="20371" h="21028">
                    <a:moveTo>
                      <a:pt x="11789" y="0"/>
                    </a:moveTo>
                    <a:lnTo>
                      <a:pt x="20371" y="13573"/>
                    </a:lnTo>
                    <a:lnTo>
                      <a:pt x="8583" y="21028"/>
                    </a:lnTo>
                    <a:lnTo>
                      <a:pt x="0" y="7455"/>
                    </a:lnTo>
                    <a:lnTo>
                      <a:pt x="117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</p:grpSp>
        <p:grpSp>
          <p:nvGrpSpPr>
            <p:cNvPr id="820" name="Комплексное развитие территорий (ОГД)"/>
            <p:cNvGrpSpPr/>
            <p:nvPr/>
          </p:nvGrpSpPr>
          <p:grpSpPr>
            <a:xfrm>
              <a:off x="1440000" y="2232000"/>
              <a:ext cx="5760000" cy="5685112"/>
              <a:chOff x="1440000" y="2232000"/>
              <a:chExt cx="5760000" cy="5685112"/>
            </a:xfrm>
          </p:grpSpPr>
          <p:sp>
            <p:nvSpPr>
              <p:cNvPr id="796" name="Контур"/>
              <p:cNvSpPr/>
              <p:nvPr/>
            </p:nvSpPr>
            <p:spPr>
              <a:xfrm>
                <a:off x="3741176" y="4678438"/>
                <a:ext cx="974087" cy="773176"/>
              </a:xfrm>
              <a:custGeom>
                <a:avLst/>
                <a:gdLst/>
                <a:ahLst/>
                <a:cxnLst/>
                <a:rect l="l" t="t" r="r" b="b"/>
                <a:pathLst>
                  <a:path w="974087" h="773176" fill="none">
                    <a:moveTo>
                      <a:pt x="0" y="581550"/>
                    </a:moveTo>
                    <a:lnTo>
                      <a:pt x="11574" y="569975"/>
                    </a:lnTo>
                    <a:moveTo>
                      <a:pt x="40337" y="541213"/>
                    </a:moveTo>
                    <a:lnTo>
                      <a:pt x="417765" y="163785"/>
                    </a:lnTo>
                    <a:moveTo>
                      <a:pt x="32535" y="681385"/>
                    </a:moveTo>
                    <a:lnTo>
                      <a:pt x="713920" y="0"/>
                    </a:lnTo>
                    <a:moveTo>
                      <a:pt x="73114" y="773176"/>
                    </a:moveTo>
                    <a:lnTo>
                      <a:pt x="844519" y="1771"/>
                    </a:lnTo>
                    <a:moveTo>
                      <a:pt x="235800" y="742860"/>
                    </a:moveTo>
                    <a:lnTo>
                      <a:pt x="887634" y="91026"/>
                    </a:lnTo>
                    <a:moveTo>
                      <a:pt x="600279" y="510751"/>
                    </a:moveTo>
                    <a:lnTo>
                      <a:pt x="916063" y="194967"/>
                    </a:lnTo>
                    <a:moveTo>
                      <a:pt x="964740" y="278660"/>
                    </a:moveTo>
                    <a:lnTo>
                      <a:pt x="974087" y="269313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797" name="Контур"/>
              <p:cNvSpPr/>
              <p:nvPr/>
            </p:nvSpPr>
            <p:spPr>
              <a:xfrm>
                <a:off x="3736649" y="4656616"/>
                <a:ext cx="980064" cy="855072"/>
              </a:xfrm>
              <a:custGeom>
                <a:avLst/>
                <a:gdLst/>
                <a:ahLst/>
                <a:cxnLst/>
                <a:rect l="l" t="t" r="r" b="b"/>
                <a:pathLst>
                  <a:path w="980064" h="855072" fill="none">
                    <a:moveTo>
                      <a:pt x="680352" y="484464"/>
                    </a:moveTo>
                    <a:lnTo>
                      <a:pt x="130272" y="834768"/>
                    </a:lnTo>
                    <a:lnTo>
                      <a:pt x="121584" y="855072"/>
                    </a:lnTo>
                    <a:lnTo>
                      <a:pt x="26256" y="724752"/>
                    </a:lnTo>
                    <a:lnTo>
                      <a:pt x="43632" y="713232"/>
                    </a:lnTo>
                    <a:lnTo>
                      <a:pt x="31488" y="694704"/>
                    </a:lnTo>
                    <a:lnTo>
                      <a:pt x="57120" y="676032"/>
                    </a:lnTo>
                    <a:lnTo>
                      <a:pt x="3024" y="601296"/>
                    </a:lnTo>
                    <a:lnTo>
                      <a:pt x="48624" y="568176"/>
                    </a:lnTo>
                    <a:lnTo>
                      <a:pt x="0" y="496512"/>
                    </a:lnTo>
                    <a:lnTo>
                      <a:pt x="169872" y="367632"/>
                    </a:lnTo>
                    <a:lnTo>
                      <a:pt x="626352" y="40608"/>
                    </a:lnTo>
                    <a:lnTo>
                      <a:pt x="837648" y="0"/>
                    </a:lnTo>
                    <a:lnTo>
                      <a:pt x="905424" y="140304"/>
                    </a:lnTo>
                    <a:lnTo>
                      <a:pt x="888768" y="166464"/>
                    </a:lnTo>
                    <a:lnTo>
                      <a:pt x="925488" y="224496"/>
                    </a:lnTo>
                    <a:lnTo>
                      <a:pt x="947520" y="226704"/>
                    </a:lnTo>
                    <a:lnTo>
                      <a:pt x="980064" y="294144"/>
                    </a:lnTo>
                    <a:lnTo>
                      <a:pt x="680352" y="484464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798" name="Контур"/>
              <p:cNvSpPr/>
              <p:nvPr/>
            </p:nvSpPr>
            <p:spPr>
              <a:xfrm>
                <a:off x="4455096" y="3897591"/>
                <a:ext cx="1348915" cy="1287139"/>
              </a:xfrm>
              <a:custGeom>
                <a:avLst/>
                <a:gdLst/>
                <a:ahLst/>
                <a:cxnLst/>
                <a:rect l="l" t="t" r="r" b="b"/>
                <a:pathLst>
                  <a:path w="1348915" h="1287139" fill="none">
                    <a:moveTo>
                      <a:pt x="0" y="780847"/>
                    </a:moveTo>
                    <a:lnTo>
                      <a:pt x="376311" y="404536"/>
                    </a:lnTo>
                    <a:moveTo>
                      <a:pt x="130599" y="782618"/>
                    </a:moveTo>
                    <a:lnTo>
                      <a:pt x="913217" y="0"/>
                    </a:lnTo>
                    <a:moveTo>
                      <a:pt x="173714" y="871873"/>
                    </a:moveTo>
                    <a:lnTo>
                      <a:pt x="988898" y="56689"/>
                    </a:lnTo>
                    <a:moveTo>
                      <a:pt x="202143" y="975814"/>
                    </a:moveTo>
                    <a:lnTo>
                      <a:pt x="1046147" y="131810"/>
                    </a:lnTo>
                    <a:moveTo>
                      <a:pt x="260167" y="1050160"/>
                    </a:moveTo>
                    <a:lnTo>
                      <a:pt x="1103396" y="206931"/>
                    </a:lnTo>
                    <a:moveTo>
                      <a:pt x="337560" y="1105138"/>
                    </a:moveTo>
                    <a:lnTo>
                      <a:pt x="1170462" y="272235"/>
                    </a:lnTo>
                    <a:moveTo>
                      <a:pt x="379794" y="1195274"/>
                    </a:moveTo>
                    <a:lnTo>
                      <a:pt x="1171521" y="403546"/>
                    </a:lnTo>
                    <a:moveTo>
                      <a:pt x="420298" y="1287139"/>
                    </a:moveTo>
                    <a:lnTo>
                      <a:pt x="1231391" y="476047"/>
                    </a:lnTo>
                    <a:moveTo>
                      <a:pt x="606035" y="1233773"/>
                    </a:moveTo>
                    <a:lnTo>
                      <a:pt x="1290155" y="549652"/>
                    </a:lnTo>
                    <a:moveTo>
                      <a:pt x="1162958" y="809219"/>
                    </a:moveTo>
                    <a:lnTo>
                      <a:pt x="1348915" y="623262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799" name="Контур"/>
              <p:cNvSpPr/>
              <p:nvPr/>
            </p:nvSpPr>
            <p:spPr>
              <a:xfrm>
                <a:off x="4342601" y="3895768"/>
                <a:ext cx="1482192" cy="1338096"/>
              </a:xfrm>
              <a:custGeom>
                <a:avLst/>
                <a:gdLst/>
                <a:ahLst/>
                <a:cxnLst/>
                <a:rect l="l" t="t" r="r" b="b"/>
                <a:pathLst>
                  <a:path w="1482192" h="1338096" fill="none">
                    <a:moveTo>
                      <a:pt x="1429440" y="691920"/>
                    </a:moveTo>
                    <a:lnTo>
                      <a:pt x="760992" y="1209024"/>
                    </a:lnTo>
                    <a:lnTo>
                      <a:pt x="554880" y="1338096"/>
                    </a:lnTo>
                    <a:lnTo>
                      <a:pt x="502608" y="1225248"/>
                    </a:lnTo>
                    <a:lnTo>
                      <a:pt x="482496" y="1170384"/>
                    </a:lnTo>
                    <a:lnTo>
                      <a:pt x="414240" y="1036944"/>
                    </a:lnTo>
                    <a:lnTo>
                      <a:pt x="371232" y="1056288"/>
                    </a:lnTo>
                    <a:lnTo>
                      <a:pt x="341568" y="987552"/>
                    </a:lnTo>
                    <a:lnTo>
                      <a:pt x="319536" y="985344"/>
                    </a:lnTo>
                    <a:lnTo>
                      <a:pt x="282816" y="927312"/>
                    </a:lnTo>
                    <a:lnTo>
                      <a:pt x="299472" y="901152"/>
                    </a:lnTo>
                    <a:lnTo>
                      <a:pt x="231696" y="760848"/>
                    </a:lnTo>
                    <a:lnTo>
                      <a:pt x="31776" y="797424"/>
                    </a:lnTo>
                    <a:lnTo>
                      <a:pt x="0" y="814032"/>
                    </a:lnTo>
                    <a:lnTo>
                      <a:pt x="188352" y="661680"/>
                    </a:lnTo>
                    <a:lnTo>
                      <a:pt x="478656" y="411984"/>
                    </a:lnTo>
                    <a:lnTo>
                      <a:pt x="653088" y="278928"/>
                    </a:lnTo>
                    <a:lnTo>
                      <a:pt x="669456" y="261648"/>
                    </a:lnTo>
                    <a:lnTo>
                      <a:pt x="1024320" y="0"/>
                    </a:lnTo>
                    <a:lnTo>
                      <a:pt x="1076256" y="72864"/>
                    </a:lnTo>
                    <a:lnTo>
                      <a:pt x="1100112" y="56832"/>
                    </a:lnTo>
                    <a:lnTo>
                      <a:pt x="1264176" y="272112"/>
                    </a:lnTo>
                    <a:lnTo>
                      <a:pt x="1275456" y="263904"/>
                    </a:lnTo>
                    <a:lnTo>
                      <a:pt x="1328352" y="335520"/>
                    </a:lnTo>
                    <a:lnTo>
                      <a:pt x="1267152" y="380784"/>
                    </a:lnTo>
                    <a:lnTo>
                      <a:pt x="1482192" y="651120"/>
                    </a:lnTo>
                    <a:lnTo>
                      <a:pt x="1429440" y="69192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800" name="Контур"/>
              <p:cNvSpPr/>
              <p:nvPr/>
            </p:nvSpPr>
            <p:spPr>
              <a:xfrm>
                <a:off x="3586891" y="2232000"/>
                <a:ext cx="3231432" cy="2540265"/>
              </a:xfrm>
              <a:custGeom>
                <a:avLst/>
                <a:gdLst/>
                <a:ahLst/>
                <a:cxnLst/>
                <a:rect l="l" t="t" r="r" b="b"/>
                <a:pathLst>
                  <a:path w="3231432" h="2540265" fill="none">
                    <a:moveTo>
                      <a:pt x="0" y="2388052"/>
                    </a:moveTo>
                    <a:lnTo>
                      <a:pt x="144661" y="2243392"/>
                    </a:lnTo>
                    <a:moveTo>
                      <a:pt x="622219" y="1765833"/>
                    </a:moveTo>
                    <a:lnTo>
                      <a:pt x="790109" y="1597943"/>
                    </a:lnTo>
                    <a:moveTo>
                      <a:pt x="1561632" y="826420"/>
                    </a:moveTo>
                    <a:lnTo>
                      <a:pt x="2363874" y="24179"/>
                    </a:lnTo>
                    <a:moveTo>
                      <a:pt x="53775" y="2466648"/>
                    </a:moveTo>
                    <a:lnTo>
                      <a:pt x="663377" y="1857045"/>
                    </a:lnTo>
                    <a:moveTo>
                      <a:pt x="676416" y="1844007"/>
                    </a:moveTo>
                    <a:lnTo>
                      <a:pt x="2520423" y="0"/>
                    </a:lnTo>
                    <a:moveTo>
                      <a:pt x="112528" y="2540265"/>
                    </a:moveTo>
                    <a:lnTo>
                      <a:pt x="2652793" y="0"/>
                    </a:lnTo>
                    <a:moveTo>
                      <a:pt x="373062" y="2412100"/>
                    </a:moveTo>
                    <a:lnTo>
                      <a:pt x="2785163" y="0"/>
                    </a:lnTo>
                    <a:moveTo>
                      <a:pt x="850570" y="2066963"/>
                    </a:moveTo>
                    <a:lnTo>
                      <a:pt x="2917533" y="0"/>
                    </a:lnTo>
                    <a:moveTo>
                      <a:pt x="1370821" y="1679081"/>
                    </a:moveTo>
                    <a:lnTo>
                      <a:pt x="3043250" y="6653"/>
                    </a:lnTo>
                    <a:moveTo>
                      <a:pt x="2265015" y="917257"/>
                    </a:moveTo>
                    <a:lnTo>
                      <a:pt x="3105978" y="76295"/>
                    </a:lnTo>
                    <a:moveTo>
                      <a:pt x="2743279" y="571364"/>
                    </a:moveTo>
                    <a:lnTo>
                      <a:pt x="3168705" y="145938"/>
                    </a:lnTo>
                    <a:moveTo>
                      <a:pt x="3106375" y="340638"/>
                    </a:moveTo>
                    <a:lnTo>
                      <a:pt x="3231432" y="215581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801" name="Контур"/>
              <p:cNvSpPr/>
              <p:nvPr/>
            </p:nvSpPr>
            <p:spPr>
              <a:xfrm>
                <a:off x="3579606" y="2232000"/>
                <a:ext cx="3273679" cy="2577351"/>
              </a:xfrm>
              <a:custGeom>
                <a:avLst/>
                <a:gdLst/>
                <a:ahLst/>
                <a:cxnLst/>
                <a:rect l="l" t="t" r="r" b="b"/>
                <a:pathLst>
                  <a:path w="3273679" h="2577351" fill="none">
                    <a:moveTo>
                      <a:pt x="3273679" y="254397"/>
                    </a:moveTo>
                    <a:lnTo>
                      <a:pt x="2979156" y="419032"/>
                    </a:lnTo>
                    <a:lnTo>
                      <a:pt x="2789364" y="543303"/>
                    </a:lnTo>
                    <a:lnTo>
                      <a:pt x="2182020" y="982551"/>
                    </a:lnTo>
                    <a:lnTo>
                      <a:pt x="1551299" y="1549192"/>
                    </a:lnTo>
                    <a:lnTo>
                      <a:pt x="726899" y="2164119"/>
                    </a:lnTo>
                    <a:lnTo>
                      <a:pt x="149411" y="2577351"/>
                    </a:lnTo>
                    <a:lnTo>
                      <a:pt x="28356" y="2425671"/>
                    </a:lnTo>
                    <a:lnTo>
                      <a:pt x="0" y="2375046"/>
                    </a:lnTo>
                    <a:lnTo>
                      <a:pt x="103649" y="2279364"/>
                    </a:lnTo>
                    <a:lnTo>
                      <a:pt x="685222" y="1846201"/>
                    </a:lnTo>
                    <a:lnTo>
                      <a:pt x="624899" y="1759192"/>
                    </a:lnTo>
                    <a:lnTo>
                      <a:pt x="851748" y="1544632"/>
                    </a:lnTo>
                    <a:lnTo>
                      <a:pt x="893028" y="1576408"/>
                    </a:lnTo>
                    <a:lnTo>
                      <a:pt x="1309667" y="1182039"/>
                    </a:lnTo>
                    <a:lnTo>
                      <a:pt x="1617588" y="878487"/>
                    </a:lnTo>
                    <a:lnTo>
                      <a:pt x="1546739" y="802696"/>
                    </a:lnTo>
                    <a:lnTo>
                      <a:pt x="2396768" y="0"/>
                    </a:lnTo>
                    <a:moveTo>
                      <a:pt x="2420889" y="0"/>
                    </a:moveTo>
                    <a:lnTo>
                      <a:pt x="2428739" y="1576"/>
                    </a:lnTo>
                    <a:lnTo>
                      <a:pt x="2430435" y="0"/>
                    </a:lnTo>
                    <a:moveTo>
                      <a:pt x="3044543" y="0"/>
                    </a:moveTo>
                    <a:lnTo>
                      <a:pt x="3273679" y="254397"/>
                    </a:lnTo>
                    <a:lnTo>
                      <a:pt x="3273679" y="254397"/>
                    </a:lnTo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802" name="Контур"/>
              <p:cNvSpPr/>
              <p:nvPr/>
            </p:nvSpPr>
            <p:spPr>
              <a:xfrm>
                <a:off x="5443994" y="2668862"/>
                <a:ext cx="1202177" cy="1851980"/>
              </a:xfrm>
              <a:custGeom>
                <a:avLst/>
                <a:gdLst/>
                <a:ahLst/>
                <a:cxnLst/>
                <a:rect l="l" t="t" r="r" b="b"/>
                <a:pathLst>
                  <a:path w="1202177" h="1851980" fill="none">
                    <a:moveTo>
                      <a:pt x="324166" y="828882"/>
                    </a:moveTo>
                    <a:lnTo>
                      <a:pt x="628984" y="524064"/>
                    </a:lnTo>
                    <a:moveTo>
                      <a:pt x="694674" y="458374"/>
                    </a:moveTo>
                    <a:lnTo>
                      <a:pt x="828291" y="324757"/>
                    </a:lnTo>
                    <a:moveTo>
                      <a:pt x="995629" y="157419"/>
                    </a:moveTo>
                    <a:lnTo>
                      <a:pt x="1153047" y="0"/>
                    </a:lnTo>
                    <a:moveTo>
                      <a:pt x="0" y="1285418"/>
                    </a:moveTo>
                    <a:lnTo>
                      <a:pt x="156333" y="1129085"/>
                    </a:lnTo>
                    <a:moveTo>
                      <a:pt x="381023" y="904395"/>
                    </a:moveTo>
                    <a:lnTo>
                      <a:pt x="930767" y="354651"/>
                    </a:lnTo>
                    <a:moveTo>
                      <a:pt x="1090039" y="195378"/>
                    </a:moveTo>
                    <a:lnTo>
                      <a:pt x="1202177" y="83241"/>
                    </a:lnTo>
                    <a:moveTo>
                      <a:pt x="57249" y="1360539"/>
                    </a:moveTo>
                    <a:lnTo>
                      <a:pt x="1089041" y="328747"/>
                    </a:lnTo>
                    <a:moveTo>
                      <a:pt x="1125939" y="291849"/>
                    </a:moveTo>
                    <a:lnTo>
                      <a:pt x="1195938" y="221850"/>
                    </a:lnTo>
                    <a:moveTo>
                      <a:pt x="114498" y="1435660"/>
                    </a:moveTo>
                    <a:lnTo>
                      <a:pt x="764285" y="785873"/>
                    </a:lnTo>
                    <a:moveTo>
                      <a:pt x="181564" y="1500964"/>
                    </a:moveTo>
                    <a:lnTo>
                      <a:pt x="821865" y="860663"/>
                    </a:lnTo>
                    <a:moveTo>
                      <a:pt x="182623" y="1632275"/>
                    </a:moveTo>
                    <a:lnTo>
                      <a:pt x="879444" y="935454"/>
                    </a:lnTo>
                    <a:moveTo>
                      <a:pt x="242493" y="1704776"/>
                    </a:moveTo>
                    <a:lnTo>
                      <a:pt x="937024" y="1010244"/>
                    </a:lnTo>
                    <a:moveTo>
                      <a:pt x="301261" y="1778378"/>
                    </a:moveTo>
                    <a:lnTo>
                      <a:pt x="994604" y="1085035"/>
                    </a:lnTo>
                    <a:moveTo>
                      <a:pt x="360028" y="1851980"/>
                    </a:moveTo>
                    <a:lnTo>
                      <a:pt x="1052183" y="1159825"/>
                    </a:lnTo>
                    <a:moveTo>
                      <a:pt x="758643" y="1585736"/>
                    </a:moveTo>
                    <a:lnTo>
                      <a:pt x="1045795" y="1298583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803" name="Контур"/>
              <p:cNvSpPr/>
              <p:nvPr/>
            </p:nvSpPr>
            <p:spPr>
              <a:xfrm>
                <a:off x="5400713" y="2657132"/>
                <a:ext cx="1261729" cy="1889744"/>
              </a:xfrm>
              <a:custGeom>
                <a:avLst/>
                <a:gdLst/>
                <a:ahLst/>
                <a:cxnLst/>
                <a:rect l="l" t="t" r="r" b="b"/>
                <a:pathLst>
                  <a:path w="1261729" h="1889744" fill="none">
                    <a:moveTo>
                      <a:pt x="1261729" y="122539"/>
                    </a:moveTo>
                    <a:lnTo>
                      <a:pt x="1211952" y="379003"/>
                    </a:lnTo>
                    <a:lnTo>
                      <a:pt x="759649" y="740539"/>
                    </a:lnTo>
                    <a:lnTo>
                      <a:pt x="1133952" y="1221548"/>
                    </a:lnTo>
                    <a:lnTo>
                      <a:pt x="1108368" y="1240651"/>
                    </a:lnTo>
                    <a:lnTo>
                      <a:pt x="1121808" y="1258651"/>
                    </a:lnTo>
                    <a:lnTo>
                      <a:pt x="1077360" y="1295516"/>
                    </a:lnTo>
                    <a:lnTo>
                      <a:pt x="1121449" y="1350288"/>
                    </a:lnTo>
                    <a:lnTo>
                      <a:pt x="424097" y="1889744"/>
                    </a:lnTo>
                    <a:lnTo>
                      <a:pt x="211728" y="1625324"/>
                    </a:lnTo>
                    <a:lnTo>
                      <a:pt x="209055" y="1619397"/>
                    </a:lnTo>
                    <a:lnTo>
                      <a:pt x="270240" y="1574156"/>
                    </a:lnTo>
                    <a:lnTo>
                      <a:pt x="217344" y="1502540"/>
                    </a:lnTo>
                    <a:lnTo>
                      <a:pt x="206064" y="1510748"/>
                    </a:lnTo>
                    <a:lnTo>
                      <a:pt x="42000" y="1295468"/>
                    </a:lnTo>
                    <a:lnTo>
                      <a:pt x="18144" y="1311500"/>
                    </a:lnTo>
                    <a:lnTo>
                      <a:pt x="0" y="1282892"/>
                    </a:lnTo>
                    <a:lnTo>
                      <a:pt x="454368" y="956300"/>
                    </a:lnTo>
                    <a:lnTo>
                      <a:pt x="344064" y="809564"/>
                    </a:lnTo>
                    <a:lnTo>
                      <a:pt x="321648" y="787628"/>
                    </a:lnTo>
                    <a:lnTo>
                      <a:pt x="461328" y="691196"/>
                    </a:lnTo>
                    <a:lnTo>
                      <a:pt x="635136" y="559484"/>
                    </a:lnTo>
                    <a:lnTo>
                      <a:pt x="749712" y="486380"/>
                    </a:lnTo>
                    <a:lnTo>
                      <a:pt x="726480" y="454220"/>
                    </a:lnTo>
                    <a:lnTo>
                      <a:pt x="869810" y="334317"/>
                    </a:lnTo>
                    <a:lnTo>
                      <a:pt x="885402" y="353523"/>
                    </a:lnTo>
                    <a:lnTo>
                      <a:pt x="938590" y="316025"/>
                    </a:lnTo>
                    <a:lnTo>
                      <a:pt x="988506" y="386915"/>
                    </a:lnTo>
                    <a:lnTo>
                      <a:pt x="1129822" y="334697"/>
                    </a:lnTo>
                    <a:lnTo>
                      <a:pt x="1136445" y="350015"/>
                    </a:lnTo>
                    <a:lnTo>
                      <a:pt x="1180411" y="333653"/>
                    </a:lnTo>
                    <a:lnTo>
                      <a:pt x="1131840" y="203131"/>
                    </a:lnTo>
                    <a:lnTo>
                      <a:pt x="1076112" y="221757"/>
                    </a:lnTo>
                    <a:lnTo>
                      <a:pt x="1012229" y="131420"/>
                    </a:lnTo>
                    <a:lnTo>
                      <a:pt x="1176003" y="14728"/>
                    </a:lnTo>
                    <a:lnTo>
                      <a:pt x="1175515" y="7446"/>
                    </a:lnTo>
                    <a:lnTo>
                      <a:pt x="1189409" y="0"/>
                    </a:lnTo>
                    <a:lnTo>
                      <a:pt x="1261729" y="122539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804" name="Контур"/>
              <p:cNvSpPr/>
              <p:nvPr/>
            </p:nvSpPr>
            <p:spPr>
              <a:xfrm>
                <a:off x="6673580" y="2517508"/>
                <a:ext cx="526420" cy="1284883"/>
              </a:xfrm>
              <a:custGeom>
                <a:avLst/>
                <a:gdLst/>
                <a:ahLst/>
                <a:cxnLst/>
                <a:rect l="l" t="t" r="r" b="b"/>
                <a:pathLst>
                  <a:path w="526420" h="1284883" fill="none">
                    <a:moveTo>
                      <a:pt x="0" y="207186"/>
                    </a:moveTo>
                    <a:lnTo>
                      <a:pt x="19145" y="188041"/>
                    </a:lnTo>
                    <a:moveTo>
                      <a:pt x="177150" y="30036"/>
                    </a:moveTo>
                    <a:lnTo>
                      <a:pt x="207186" y="0"/>
                    </a:lnTo>
                    <a:moveTo>
                      <a:pt x="170771" y="168785"/>
                    </a:moveTo>
                    <a:lnTo>
                      <a:pt x="269073" y="70483"/>
                    </a:lnTo>
                    <a:moveTo>
                      <a:pt x="319033" y="152893"/>
                    </a:moveTo>
                    <a:lnTo>
                      <a:pt x="330959" y="140967"/>
                    </a:lnTo>
                    <a:moveTo>
                      <a:pt x="335943" y="268353"/>
                    </a:moveTo>
                    <a:lnTo>
                      <a:pt x="392836" y="211461"/>
                    </a:lnTo>
                    <a:moveTo>
                      <a:pt x="396471" y="340195"/>
                    </a:moveTo>
                    <a:lnTo>
                      <a:pt x="454707" y="281959"/>
                    </a:lnTo>
                    <a:moveTo>
                      <a:pt x="456999" y="412037"/>
                    </a:moveTo>
                    <a:lnTo>
                      <a:pt x="516579" y="352458"/>
                    </a:lnTo>
                    <a:moveTo>
                      <a:pt x="517527" y="483879"/>
                    </a:moveTo>
                    <a:lnTo>
                      <a:pt x="526420" y="474986"/>
                    </a:lnTo>
                    <a:moveTo>
                      <a:pt x="113634" y="1284883"/>
                    </a:moveTo>
                    <a:lnTo>
                      <a:pt x="458552" y="939965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805" name="Контур"/>
              <p:cNvSpPr/>
              <p:nvPr/>
            </p:nvSpPr>
            <p:spPr>
              <a:xfrm>
                <a:off x="6510377" y="2506552"/>
                <a:ext cx="689623" cy="1500864"/>
              </a:xfrm>
              <a:custGeom>
                <a:avLst/>
                <a:gdLst/>
                <a:ahLst/>
                <a:cxnLst/>
                <a:rect l="l" t="t" r="r" b="b"/>
                <a:pathLst>
                  <a:path w="689623" h="1500864" fill="none">
                    <a:moveTo>
                      <a:pt x="169248" y="188304"/>
                    </a:moveTo>
                    <a:lnTo>
                      <a:pt x="174672" y="185328"/>
                    </a:lnTo>
                    <a:lnTo>
                      <a:pt x="188688" y="210288"/>
                    </a:lnTo>
                    <a:lnTo>
                      <a:pt x="368160" y="114336"/>
                    </a:lnTo>
                    <a:lnTo>
                      <a:pt x="330720" y="16224"/>
                    </a:lnTo>
                    <a:lnTo>
                      <a:pt x="360768" y="0"/>
                    </a:lnTo>
                    <a:lnTo>
                      <a:pt x="689623" y="374671"/>
                    </a:lnTo>
                    <a:moveTo>
                      <a:pt x="689623" y="976522"/>
                    </a:moveTo>
                    <a:lnTo>
                      <a:pt x="11808" y="1500864"/>
                    </a:lnTo>
                    <a:lnTo>
                      <a:pt x="0" y="1486896"/>
                    </a:lnTo>
                    <a:lnTo>
                      <a:pt x="277152" y="1270752"/>
                    </a:lnTo>
                    <a:lnTo>
                      <a:pt x="296880" y="1199616"/>
                    </a:lnTo>
                    <a:lnTo>
                      <a:pt x="361632" y="1149552"/>
                    </a:lnTo>
                    <a:lnTo>
                      <a:pt x="373056" y="1164336"/>
                    </a:lnTo>
                    <a:lnTo>
                      <a:pt x="452544" y="1103040"/>
                    </a:lnTo>
                    <a:lnTo>
                      <a:pt x="441024" y="1088112"/>
                    </a:lnTo>
                    <a:lnTo>
                      <a:pt x="689623" y="899862"/>
                    </a:lnTo>
                    <a:moveTo>
                      <a:pt x="689623" y="795838"/>
                    </a:moveTo>
                    <a:lnTo>
                      <a:pt x="687888" y="793392"/>
                    </a:lnTo>
                    <a:lnTo>
                      <a:pt x="689623" y="792129"/>
                    </a:lnTo>
                    <a:moveTo>
                      <a:pt x="689623" y="505390"/>
                    </a:moveTo>
                    <a:lnTo>
                      <a:pt x="460608" y="233568"/>
                    </a:lnTo>
                    <a:lnTo>
                      <a:pt x="507360" y="192336"/>
                    </a:lnTo>
                    <a:lnTo>
                      <a:pt x="445680" y="122400"/>
                    </a:lnTo>
                    <a:lnTo>
                      <a:pt x="152064" y="273120"/>
                    </a:lnTo>
                    <a:lnTo>
                      <a:pt x="169248" y="188304"/>
                    </a:lnTo>
                    <a:lnTo>
                      <a:pt x="169248" y="188304"/>
                    </a:lnTo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806" name="Контур"/>
              <p:cNvSpPr/>
              <p:nvPr/>
            </p:nvSpPr>
            <p:spPr>
              <a:xfrm>
                <a:off x="6926722" y="3184734"/>
                <a:ext cx="140608" cy="155049"/>
              </a:xfrm>
              <a:custGeom>
                <a:avLst/>
                <a:gdLst/>
                <a:ahLst/>
                <a:cxnLst/>
                <a:rect l="l" t="t" r="r" b="b"/>
                <a:pathLst>
                  <a:path w="140608" h="155049" fill="none">
                    <a:moveTo>
                      <a:pt x="0" y="81038"/>
                    </a:moveTo>
                    <a:lnTo>
                      <a:pt x="81038" y="0"/>
                    </a:lnTo>
                    <a:moveTo>
                      <a:pt x="58359" y="155049"/>
                    </a:moveTo>
                    <a:lnTo>
                      <a:pt x="140608" y="72801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807" name="Контур"/>
              <p:cNvSpPr/>
              <p:nvPr/>
            </p:nvSpPr>
            <p:spPr>
              <a:xfrm>
                <a:off x="6918041" y="3167272"/>
                <a:ext cx="166944" cy="186336"/>
              </a:xfrm>
              <a:custGeom>
                <a:avLst/>
                <a:gdLst/>
                <a:ahLst/>
                <a:cxnLst/>
                <a:rect l="l" t="t" r="r" b="b"/>
                <a:pathLst>
                  <a:path w="166944" h="186336" fill="none">
                    <a:moveTo>
                      <a:pt x="0" y="68640"/>
                    </a:moveTo>
                    <a:lnTo>
                      <a:pt x="8544" y="52704"/>
                    </a:lnTo>
                    <a:lnTo>
                      <a:pt x="24768" y="37728"/>
                    </a:lnTo>
                    <a:lnTo>
                      <a:pt x="73728" y="0"/>
                    </a:lnTo>
                    <a:lnTo>
                      <a:pt x="76752" y="3648"/>
                    </a:lnTo>
                    <a:lnTo>
                      <a:pt x="80064" y="5664"/>
                    </a:lnTo>
                    <a:lnTo>
                      <a:pt x="166944" y="111840"/>
                    </a:lnTo>
                    <a:lnTo>
                      <a:pt x="163920" y="121104"/>
                    </a:lnTo>
                    <a:lnTo>
                      <a:pt x="141984" y="138192"/>
                    </a:lnTo>
                    <a:lnTo>
                      <a:pt x="135216" y="140928"/>
                    </a:lnTo>
                    <a:lnTo>
                      <a:pt x="137520" y="149520"/>
                    </a:lnTo>
                    <a:lnTo>
                      <a:pt x="138384" y="164208"/>
                    </a:lnTo>
                    <a:lnTo>
                      <a:pt x="118368" y="177600"/>
                    </a:lnTo>
                    <a:lnTo>
                      <a:pt x="85248" y="186336"/>
                    </a:lnTo>
                    <a:lnTo>
                      <a:pt x="74496" y="181968"/>
                    </a:lnTo>
                    <a:lnTo>
                      <a:pt x="2016" y="90048"/>
                    </a:lnTo>
                    <a:lnTo>
                      <a:pt x="0" y="686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808" name="Контур"/>
              <p:cNvSpPr/>
              <p:nvPr/>
            </p:nvSpPr>
            <p:spPr>
              <a:xfrm>
                <a:off x="4892890" y="6993210"/>
                <a:ext cx="983589" cy="889998"/>
              </a:xfrm>
              <a:custGeom>
                <a:avLst/>
                <a:gdLst/>
                <a:ahLst/>
                <a:cxnLst/>
                <a:rect l="l" t="t" r="r" b="b"/>
                <a:pathLst>
                  <a:path w="983589" h="889998" fill="none">
                    <a:moveTo>
                      <a:pt x="0" y="291945"/>
                    </a:moveTo>
                    <a:lnTo>
                      <a:pt x="14175" y="277770"/>
                    </a:lnTo>
                    <a:moveTo>
                      <a:pt x="42588" y="381727"/>
                    </a:moveTo>
                    <a:lnTo>
                      <a:pt x="267128" y="157187"/>
                    </a:lnTo>
                    <a:moveTo>
                      <a:pt x="79369" y="477316"/>
                    </a:moveTo>
                    <a:lnTo>
                      <a:pt x="498215" y="58471"/>
                    </a:lnTo>
                    <a:moveTo>
                      <a:pt x="143666" y="545390"/>
                    </a:moveTo>
                    <a:lnTo>
                      <a:pt x="689056" y="0"/>
                    </a:lnTo>
                    <a:moveTo>
                      <a:pt x="136947" y="684478"/>
                    </a:moveTo>
                    <a:lnTo>
                      <a:pt x="168706" y="652720"/>
                    </a:lnTo>
                    <a:moveTo>
                      <a:pt x="183198" y="638227"/>
                    </a:moveTo>
                    <a:lnTo>
                      <a:pt x="805847" y="15578"/>
                    </a:lnTo>
                    <a:moveTo>
                      <a:pt x="180364" y="773431"/>
                    </a:moveTo>
                    <a:lnTo>
                      <a:pt x="848730" y="105065"/>
                    </a:lnTo>
                    <a:moveTo>
                      <a:pt x="223781" y="862384"/>
                    </a:moveTo>
                    <a:lnTo>
                      <a:pt x="891614" y="194552"/>
                    </a:lnTo>
                    <a:moveTo>
                      <a:pt x="328538" y="889998"/>
                    </a:moveTo>
                    <a:lnTo>
                      <a:pt x="934467" y="284069"/>
                    </a:lnTo>
                    <a:moveTo>
                      <a:pt x="582135" y="768771"/>
                    </a:moveTo>
                    <a:lnTo>
                      <a:pt x="941003" y="409902"/>
                    </a:lnTo>
                    <a:moveTo>
                      <a:pt x="835289" y="647987"/>
                    </a:moveTo>
                    <a:lnTo>
                      <a:pt x="983589" y="499687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809" name="Контур"/>
              <p:cNvSpPr/>
              <p:nvPr/>
            </p:nvSpPr>
            <p:spPr>
              <a:xfrm>
                <a:off x="4890041" y="6961528"/>
                <a:ext cx="1016448" cy="955584"/>
              </a:xfrm>
              <a:custGeom>
                <a:avLst/>
                <a:gdLst/>
                <a:ahLst/>
                <a:cxnLst/>
                <a:rect l="l" t="t" r="r" b="b"/>
                <a:pathLst>
                  <a:path w="1016448" h="955584" fill="none">
                    <a:moveTo>
                      <a:pt x="1016448" y="594672"/>
                    </a:moveTo>
                    <a:lnTo>
                      <a:pt x="256656" y="955584"/>
                    </a:lnTo>
                    <a:lnTo>
                      <a:pt x="134688" y="705696"/>
                    </a:lnTo>
                    <a:lnTo>
                      <a:pt x="186960" y="675504"/>
                    </a:lnTo>
                    <a:lnTo>
                      <a:pt x="185040" y="663744"/>
                    </a:lnTo>
                    <a:lnTo>
                      <a:pt x="134256" y="552192"/>
                    </a:lnTo>
                    <a:lnTo>
                      <a:pt x="105168" y="566208"/>
                    </a:lnTo>
                    <a:lnTo>
                      <a:pt x="54096" y="431664"/>
                    </a:lnTo>
                    <a:lnTo>
                      <a:pt x="0" y="317568"/>
                    </a:lnTo>
                    <a:lnTo>
                      <a:pt x="411024" y="121632"/>
                    </a:lnTo>
                    <a:lnTo>
                      <a:pt x="412752" y="125328"/>
                    </a:lnTo>
                    <a:lnTo>
                      <a:pt x="450624" y="113472"/>
                    </a:lnTo>
                    <a:lnTo>
                      <a:pt x="512400" y="84912"/>
                    </a:lnTo>
                    <a:lnTo>
                      <a:pt x="616080" y="27456"/>
                    </a:lnTo>
                    <a:lnTo>
                      <a:pt x="625680" y="50832"/>
                    </a:lnTo>
                    <a:lnTo>
                      <a:pt x="667824" y="34128"/>
                    </a:lnTo>
                    <a:lnTo>
                      <a:pt x="670512" y="40272"/>
                    </a:lnTo>
                    <a:lnTo>
                      <a:pt x="786048" y="0"/>
                    </a:lnTo>
                    <a:lnTo>
                      <a:pt x="945360" y="332640"/>
                    </a:lnTo>
                    <a:lnTo>
                      <a:pt x="901968" y="353280"/>
                    </a:lnTo>
                    <a:lnTo>
                      <a:pt x="1016448" y="594672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810" name="Контур"/>
              <p:cNvSpPr/>
              <p:nvPr/>
            </p:nvSpPr>
            <p:spPr>
              <a:xfrm>
                <a:off x="4477998" y="6382321"/>
                <a:ext cx="1050185" cy="620958"/>
              </a:xfrm>
              <a:custGeom>
                <a:avLst/>
                <a:gdLst/>
                <a:ahLst/>
                <a:cxnLst/>
                <a:rect l="l" t="t" r="r" b="b"/>
                <a:pathLst>
                  <a:path w="1050185" h="620958" fill="none">
                    <a:moveTo>
                      <a:pt x="0" y="523506"/>
                    </a:moveTo>
                    <a:lnTo>
                      <a:pt x="188211" y="335295"/>
                    </a:lnTo>
                    <a:moveTo>
                      <a:pt x="41152" y="614724"/>
                    </a:moveTo>
                    <a:lnTo>
                      <a:pt x="460932" y="194943"/>
                    </a:lnTo>
                    <a:moveTo>
                      <a:pt x="189337" y="598908"/>
                    </a:moveTo>
                    <a:lnTo>
                      <a:pt x="760419" y="27827"/>
                    </a:lnTo>
                    <a:moveTo>
                      <a:pt x="302162" y="618454"/>
                    </a:moveTo>
                    <a:lnTo>
                      <a:pt x="920616" y="0"/>
                    </a:lnTo>
                    <a:moveTo>
                      <a:pt x="432028" y="620958"/>
                    </a:moveTo>
                    <a:lnTo>
                      <a:pt x="963805" y="89181"/>
                    </a:lnTo>
                    <a:moveTo>
                      <a:pt x="679440" y="505916"/>
                    </a:moveTo>
                    <a:lnTo>
                      <a:pt x="1006995" y="178361"/>
                    </a:lnTo>
                    <a:moveTo>
                      <a:pt x="926853" y="390874"/>
                    </a:moveTo>
                    <a:lnTo>
                      <a:pt x="1050185" y="267542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811" name="Контур"/>
              <p:cNvSpPr/>
              <p:nvPr/>
            </p:nvSpPr>
            <p:spPr>
              <a:xfrm>
                <a:off x="4444506" y="6330856"/>
                <a:ext cx="1109759" cy="690911"/>
              </a:xfrm>
              <a:custGeom>
                <a:avLst/>
                <a:gdLst/>
                <a:ahLst/>
                <a:cxnLst/>
                <a:rect l="l" t="t" r="r" b="b"/>
                <a:pathLst>
                  <a:path w="1109759" h="690911" fill="none">
                    <a:moveTo>
                      <a:pt x="1109759" y="372864"/>
                    </a:moveTo>
                    <a:lnTo>
                      <a:pt x="864978" y="486682"/>
                    </a:lnTo>
                    <a:lnTo>
                      <a:pt x="425760" y="690911"/>
                    </a:lnTo>
                    <a:lnTo>
                      <a:pt x="414144" y="665999"/>
                    </a:lnTo>
                    <a:lnTo>
                      <a:pt x="392304" y="675743"/>
                    </a:lnTo>
                    <a:lnTo>
                      <a:pt x="387696" y="665375"/>
                    </a:lnTo>
                    <a:lnTo>
                      <a:pt x="342048" y="685631"/>
                    </a:lnTo>
                    <a:lnTo>
                      <a:pt x="321792" y="635855"/>
                    </a:lnTo>
                    <a:lnTo>
                      <a:pt x="244464" y="670271"/>
                    </a:lnTo>
                    <a:lnTo>
                      <a:pt x="233376" y="645887"/>
                    </a:lnTo>
                    <a:lnTo>
                      <a:pt x="194112" y="662591"/>
                    </a:lnTo>
                    <a:lnTo>
                      <a:pt x="181008" y="636287"/>
                    </a:lnTo>
                    <a:lnTo>
                      <a:pt x="79344" y="676607"/>
                    </a:lnTo>
                    <a:lnTo>
                      <a:pt x="0" y="500735"/>
                    </a:lnTo>
                    <a:lnTo>
                      <a:pt x="124079" y="436512"/>
                    </a:lnTo>
                    <a:lnTo>
                      <a:pt x="306047" y="343776"/>
                    </a:lnTo>
                    <a:lnTo>
                      <a:pt x="616127" y="183504"/>
                    </a:lnTo>
                    <a:lnTo>
                      <a:pt x="929183" y="0"/>
                    </a:lnTo>
                    <a:lnTo>
                      <a:pt x="1109759" y="372864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812" name="Контур"/>
              <p:cNvSpPr/>
              <p:nvPr/>
            </p:nvSpPr>
            <p:spPr>
              <a:xfrm>
                <a:off x="1440000" y="6493338"/>
                <a:ext cx="644234" cy="836996"/>
              </a:xfrm>
              <a:custGeom>
                <a:avLst/>
                <a:gdLst/>
                <a:ahLst/>
                <a:cxnLst/>
                <a:rect l="l" t="t" r="r" b="b"/>
                <a:pathLst>
                  <a:path w="644234" h="836996" fill="none">
                    <a:moveTo>
                      <a:pt x="0" y="273605"/>
                    </a:moveTo>
                    <a:lnTo>
                      <a:pt x="273605" y="0"/>
                    </a:lnTo>
                    <a:moveTo>
                      <a:pt x="0" y="405976"/>
                    </a:moveTo>
                    <a:lnTo>
                      <a:pt x="373983" y="31992"/>
                    </a:lnTo>
                    <a:moveTo>
                      <a:pt x="0" y="538346"/>
                    </a:moveTo>
                    <a:lnTo>
                      <a:pt x="433511" y="104834"/>
                    </a:lnTo>
                    <a:moveTo>
                      <a:pt x="0" y="670716"/>
                    </a:moveTo>
                    <a:lnTo>
                      <a:pt x="488719" y="181997"/>
                    </a:lnTo>
                    <a:moveTo>
                      <a:pt x="0" y="803086"/>
                    </a:moveTo>
                    <a:lnTo>
                      <a:pt x="540557" y="262528"/>
                    </a:lnTo>
                    <a:moveTo>
                      <a:pt x="98460" y="836996"/>
                    </a:moveTo>
                    <a:lnTo>
                      <a:pt x="592396" y="343060"/>
                    </a:lnTo>
                    <a:moveTo>
                      <a:pt x="454360" y="613466"/>
                    </a:moveTo>
                    <a:lnTo>
                      <a:pt x="644234" y="423592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813" name="Контур"/>
              <p:cNvSpPr/>
              <p:nvPr/>
            </p:nvSpPr>
            <p:spPr>
              <a:xfrm>
                <a:off x="1440000" y="6459112"/>
                <a:ext cx="676217" cy="931962"/>
              </a:xfrm>
              <a:custGeom>
                <a:avLst/>
                <a:gdLst/>
                <a:ahLst/>
                <a:cxnLst/>
                <a:rect l="l" t="t" r="r" b="b"/>
                <a:pathLst>
                  <a:path w="676217" h="931962" fill="none">
                    <a:moveTo>
                      <a:pt x="676217" y="507504"/>
                    </a:moveTo>
                    <a:lnTo>
                      <a:pt x="189065" y="815328"/>
                    </a:lnTo>
                    <a:lnTo>
                      <a:pt x="0" y="931962"/>
                    </a:lnTo>
                    <a:moveTo>
                      <a:pt x="0" y="212599"/>
                    </a:moveTo>
                    <a:lnTo>
                      <a:pt x="326105" y="0"/>
                    </a:lnTo>
                    <a:lnTo>
                      <a:pt x="344777" y="30480"/>
                    </a:lnTo>
                    <a:lnTo>
                      <a:pt x="459593" y="170976"/>
                    </a:lnTo>
                    <a:lnTo>
                      <a:pt x="676217" y="507504"/>
                    </a:lnTo>
                    <a:lnTo>
                      <a:pt x="676217" y="507504"/>
                    </a:lnTo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814" name="Контур"/>
              <p:cNvSpPr/>
              <p:nvPr/>
            </p:nvSpPr>
            <p:spPr>
              <a:xfrm>
                <a:off x="1440000" y="2969358"/>
                <a:ext cx="4724176" cy="3665215"/>
              </a:xfrm>
              <a:custGeom>
                <a:avLst/>
                <a:gdLst/>
                <a:ahLst/>
                <a:cxnLst/>
                <a:rect l="l" t="t" r="r" b="b"/>
                <a:pathLst>
                  <a:path w="4724176" h="3665215" fill="none">
                    <a:moveTo>
                      <a:pt x="0" y="3400475"/>
                    </a:moveTo>
                    <a:lnTo>
                      <a:pt x="67788" y="3332687"/>
                    </a:lnTo>
                    <a:moveTo>
                      <a:pt x="0" y="3532845"/>
                    </a:moveTo>
                    <a:lnTo>
                      <a:pt x="410852" y="3121993"/>
                    </a:lnTo>
                    <a:moveTo>
                      <a:pt x="0" y="3665215"/>
                    </a:moveTo>
                    <a:lnTo>
                      <a:pt x="753916" y="2911299"/>
                    </a:lnTo>
                    <a:moveTo>
                      <a:pt x="273605" y="3523980"/>
                    </a:moveTo>
                    <a:lnTo>
                      <a:pt x="1118341" y="2679245"/>
                    </a:lnTo>
                    <a:moveTo>
                      <a:pt x="469665" y="3460291"/>
                    </a:moveTo>
                    <a:lnTo>
                      <a:pt x="1394001" y="2535954"/>
                    </a:lnTo>
                    <a:moveTo>
                      <a:pt x="630922" y="3431403"/>
                    </a:moveTo>
                    <a:lnTo>
                      <a:pt x="1620518" y="2441808"/>
                    </a:lnTo>
                    <a:moveTo>
                      <a:pt x="752863" y="3441832"/>
                    </a:moveTo>
                    <a:lnTo>
                      <a:pt x="758139" y="3436557"/>
                    </a:lnTo>
                    <a:moveTo>
                      <a:pt x="804005" y="3390691"/>
                    </a:moveTo>
                    <a:lnTo>
                      <a:pt x="1910190" y="2284506"/>
                    </a:lnTo>
                    <a:moveTo>
                      <a:pt x="992091" y="3334974"/>
                    </a:moveTo>
                    <a:lnTo>
                      <a:pt x="1553961" y="2773105"/>
                    </a:lnTo>
                    <a:moveTo>
                      <a:pt x="1620767" y="2706299"/>
                    </a:moveTo>
                    <a:lnTo>
                      <a:pt x="2455772" y="1871294"/>
                    </a:lnTo>
                    <a:moveTo>
                      <a:pt x="1136639" y="3322797"/>
                    </a:moveTo>
                    <a:lnTo>
                      <a:pt x="1647673" y="2811763"/>
                    </a:lnTo>
                    <a:moveTo>
                      <a:pt x="1880403" y="2579033"/>
                    </a:moveTo>
                    <a:lnTo>
                      <a:pt x="3013609" y="1445827"/>
                    </a:lnTo>
                    <a:moveTo>
                      <a:pt x="1185293" y="3406513"/>
                    </a:moveTo>
                    <a:lnTo>
                      <a:pt x="1668403" y="2923403"/>
                    </a:lnTo>
                    <a:moveTo>
                      <a:pt x="1684855" y="2906951"/>
                    </a:moveTo>
                    <a:lnTo>
                      <a:pt x="1703047" y="2888759"/>
                    </a:lnTo>
                    <a:moveTo>
                      <a:pt x="1934202" y="2657604"/>
                    </a:moveTo>
                    <a:lnTo>
                      <a:pt x="2301176" y="2290630"/>
                    </a:lnTo>
                    <a:moveTo>
                      <a:pt x="2312750" y="2279055"/>
                    </a:moveTo>
                    <a:lnTo>
                      <a:pt x="2341513" y="2250293"/>
                    </a:lnTo>
                    <a:moveTo>
                      <a:pt x="2718941" y="1872865"/>
                    </a:moveTo>
                    <a:lnTo>
                      <a:pt x="3517814" y="1073992"/>
                    </a:lnTo>
                    <a:moveTo>
                      <a:pt x="1329823" y="3394353"/>
                    </a:moveTo>
                    <a:lnTo>
                      <a:pt x="1679456" y="3044720"/>
                    </a:lnTo>
                    <a:moveTo>
                      <a:pt x="1988000" y="2736175"/>
                    </a:moveTo>
                    <a:lnTo>
                      <a:pt x="2333711" y="2390465"/>
                    </a:lnTo>
                    <a:moveTo>
                      <a:pt x="3391407" y="1332769"/>
                    </a:moveTo>
                    <a:lnTo>
                      <a:pt x="4724176" y="0"/>
                    </a:lnTo>
                    <a:moveTo>
                      <a:pt x="2031589" y="2824957"/>
                    </a:moveTo>
                    <a:lnTo>
                      <a:pt x="2374290" y="2482256"/>
                    </a:lnTo>
                    <a:moveTo>
                      <a:pt x="3928313" y="928233"/>
                    </a:moveTo>
                    <a:lnTo>
                      <a:pt x="4328160" y="528386"/>
                    </a:lnTo>
                    <a:moveTo>
                      <a:pt x="4632978" y="223568"/>
                    </a:moveTo>
                    <a:lnTo>
                      <a:pt x="4698668" y="157878"/>
                    </a:lnTo>
                    <a:moveTo>
                      <a:pt x="2084292" y="2904624"/>
                    </a:moveTo>
                    <a:lnTo>
                      <a:pt x="2536959" y="2451957"/>
                    </a:lnTo>
                    <a:moveTo>
                      <a:pt x="4160327" y="828589"/>
                    </a:moveTo>
                    <a:lnTo>
                      <a:pt x="4385017" y="603899"/>
                    </a:lnTo>
                    <a:moveTo>
                      <a:pt x="2136994" y="2984292"/>
                    </a:moveTo>
                    <a:lnTo>
                      <a:pt x="2901382" y="2219904"/>
                    </a:lnTo>
                    <a:moveTo>
                      <a:pt x="2202847" y="3050809"/>
                    </a:moveTo>
                    <a:lnTo>
                      <a:pt x="3265916" y="1987740"/>
                    </a:lnTo>
                    <a:moveTo>
                      <a:pt x="2557486" y="2828540"/>
                    </a:moveTo>
                    <a:lnTo>
                      <a:pt x="3350544" y="2035482"/>
                    </a:lnTo>
                    <a:moveTo>
                      <a:pt x="2911943" y="2606453"/>
                    </a:moveTo>
                    <a:lnTo>
                      <a:pt x="3392678" y="2125718"/>
                    </a:lnTo>
                    <a:moveTo>
                      <a:pt x="3268320" y="2382447"/>
                    </a:moveTo>
                    <a:lnTo>
                      <a:pt x="3434812" y="2215955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815" name="Контур"/>
              <p:cNvSpPr/>
              <p:nvPr/>
            </p:nvSpPr>
            <p:spPr>
              <a:xfrm>
                <a:off x="1440000" y="2925355"/>
                <a:ext cx="4830521" cy="3747031"/>
              </a:xfrm>
              <a:custGeom>
                <a:avLst/>
                <a:gdLst/>
                <a:ahLst/>
                <a:cxnLst/>
                <a:rect l="l" t="t" r="r" b="b"/>
                <a:pathLst>
                  <a:path w="4830521" h="3747031" fill="none">
                    <a:moveTo>
                      <a:pt x="4830521" y="66093"/>
                    </a:moveTo>
                    <a:lnTo>
                      <a:pt x="4687193" y="185997"/>
                    </a:lnTo>
                    <a:lnTo>
                      <a:pt x="4710425" y="218157"/>
                    </a:lnTo>
                    <a:lnTo>
                      <a:pt x="4595849" y="291261"/>
                    </a:lnTo>
                    <a:lnTo>
                      <a:pt x="4422041" y="422973"/>
                    </a:lnTo>
                    <a:lnTo>
                      <a:pt x="4282361" y="519405"/>
                    </a:lnTo>
                    <a:lnTo>
                      <a:pt x="4304777" y="541341"/>
                    </a:lnTo>
                    <a:lnTo>
                      <a:pt x="4415081" y="688077"/>
                    </a:lnTo>
                    <a:lnTo>
                      <a:pt x="3960713" y="1014669"/>
                    </a:lnTo>
                    <a:lnTo>
                      <a:pt x="3926921" y="970413"/>
                    </a:lnTo>
                    <a:lnTo>
                      <a:pt x="3572057" y="1232061"/>
                    </a:lnTo>
                    <a:lnTo>
                      <a:pt x="3555689" y="1249341"/>
                    </a:lnTo>
                    <a:lnTo>
                      <a:pt x="3381257" y="1382397"/>
                    </a:lnTo>
                    <a:lnTo>
                      <a:pt x="3066006" y="1652272"/>
                    </a:lnTo>
                    <a:lnTo>
                      <a:pt x="2902601" y="1784445"/>
                    </a:lnTo>
                    <a:lnTo>
                      <a:pt x="2466521" y="2098893"/>
                    </a:lnTo>
                    <a:lnTo>
                      <a:pt x="2296666" y="2227759"/>
                    </a:lnTo>
                    <a:lnTo>
                      <a:pt x="2345273" y="2299437"/>
                    </a:lnTo>
                    <a:lnTo>
                      <a:pt x="2299673" y="2332557"/>
                    </a:lnTo>
                    <a:lnTo>
                      <a:pt x="2353769" y="2407293"/>
                    </a:lnTo>
                    <a:lnTo>
                      <a:pt x="2328137" y="2425965"/>
                    </a:lnTo>
                    <a:lnTo>
                      <a:pt x="2340281" y="2444493"/>
                    </a:lnTo>
                    <a:lnTo>
                      <a:pt x="2322905" y="2456013"/>
                    </a:lnTo>
                    <a:lnTo>
                      <a:pt x="2418233" y="2586333"/>
                    </a:lnTo>
                    <a:lnTo>
                      <a:pt x="2426921" y="2566029"/>
                    </a:lnTo>
                    <a:lnTo>
                      <a:pt x="3273834" y="2026700"/>
                    </a:lnTo>
                    <a:lnTo>
                      <a:pt x="3316858" y="2007340"/>
                    </a:lnTo>
                    <a:lnTo>
                      <a:pt x="3457481" y="2308509"/>
                    </a:lnTo>
                    <a:lnTo>
                      <a:pt x="2187401" y="3104493"/>
                    </a:lnTo>
                    <a:lnTo>
                      <a:pt x="2018441" y="2849085"/>
                    </a:lnTo>
                    <a:lnTo>
                      <a:pt x="2031209" y="2840685"/>
                    </a:lnTo>
                    <a:lnTo>
                      <a:pt x="1865657" y="2601501"/>
                    </a:lnTo>
                    <a:lnTo>
                      <a:pt x="1642217" y="2735085"/>
                    </a:lnTo>
                    <a:lnTo>
                      <a:pt x="1656569" y="2754957"/>
                    </a:lnTo>
                    <a:lnTo>
                      <a:pt x="1634441" y="2769213"/>
                    </a:lnTo>
                    <a:lnTo>
                      <a:pt x="1619952" y="2749175"/>
                    </a:lnTo>
                    <a:lnTo>
                      <a:pt x="1598681" y="2762877"/>
                    </a:lnTo>
                    <a:lnTo>
                      <a:pt x="1593833" y="2755341"/>
                    </a:lnTo>
                    <a:lnTo>
                      <a:pt x="1533497" y="2793741"/>
                    </a:lnTo>
                    <a:lnTo>
                      <a:pt x="1549577" y="2819901"/>
                    </a:lnTo>
                    <a:lnTo>
                      <a:pt x="1597721" y="2789229"/>
                    </a:lnTo>
                    <a:lnTo>
                      <a:pt x="1645145" y="2856381"/>
                    </a:lnTo>
                    <a:lnTo>
                      <a:pt x="1657385" y="2853405"/>
                    </a:lnTo>
                    <a:lnTo>
                      <a:pt x="1701737" y="2928286"/>
                    </a:lnTo>
                    <a:lnTo>
                      <a:pt x="1700249" y="2941821"/>
                    </a:lnTo>
                    <a:lnTo>
                      <a:pt x="1670153" y="2959677"/>
                    </a:lnTo>
                    <a:lnTo>
                      <a:pt x="1651577" y="3041709"/>
                    </a:lnTo>
                    <a:lnTo>
                      <a:pt x="1713113" y="3145485"/>
                    </a:lnTo>
                    <a:lnTo>
                      <a:pt x="1655897" y="3181245"/>
                    </a:lnTo>
                    <a:lnTo>
                      <a:pt x="1659401" y="3186861"/>
                    </a:lnTo>
                    <a:lnTo>
                      <a:pt x="1646633" y="3194877"/>
                    </a:lnTo>
                    <a:lnTo>
                      <a:pt x="1643129" y="3189261"/>
                    </a:lnTo>
                    <a:lnTo>
                      <a:pt x="1588409" y="3223821"/>
                    </a:lnTo>
                    <a:lnTo>
                      <a:pt x="1606457" y="3256749"/>
                    </a:lnTo>
                    <a:lnTo>
                      <a:pt x="1513769" y="3313869"/>
                    </a:lnTo>
                    <a:lnTo>
                      <a:pt x="1483385" y="3342669"/>
                    </a:lnTo>
                    <a:lnTo>
                      <a:pt x="1292546" y="3461584"/>
                    </a:lnTo>
                    <a:lnTo>
                      <a:pt x="1245881" y="3456189"/>
                    </a:lnTo>
                    <a:lnTo>
                      <a:pt x="1198601" y="3479133"/>
                    </a:lnTo>
                    <a:lnTo>
                      <a:pt x="1148393" y="3371181"/>
                    </a:lnTo>
                    <a:lnTo>
                      <a:pt x="1133321" y="3365565"/>
                    </a:lnTo>
                    <a:lnTo>
                      <a:pt x="1041929" y="3355629"/>
                    </a:lnTo>
                    <a:lnTo>
                      <a:pt x="816426" y="3461277"/>
                    </a:lnTo>
                    <a:lnTo>
                      <a:pt x="802025" y="3430461"/>
                    </a:lnTo>
                    <a:lnTo>
                      <a:pt x="748026" y="3455612"/>
                    </a:lnTo>
                    <a:lnTo>
                      <a:pt x="760554" y="3486477"/>
                    </a:lnTo>
                    <a:lnTo>
                      <a:pt x="698970" y="3481341"/>
                    </a:lnTo>
                    <a:lnTo>
                      <a:pt x="645162" y="3494541"/>
                    </a:lnTo>
                    <a:lnTo>
                      <a:pt x="593129" y="3420093"/>
                    </a:lnTo>
                    <a:lnTo>
                      <a:pt x="426041" y="3534045"/>
                    </a:lnTo>
                    <a:lnTo>
                      <a:pt x="386489" y="3551037"/>
                    </a:lnTo>
                    <a:lnTo>
                      <a:pt x="370265" y="3563181"/>
                    </a:lnTo>
                    <a:lnTo>
                      <a:pt x="363209" y="3553437"/>
                    </a:lnTo>
                    <a:lnTo>
                      <a:pt x="344778" y="3564237"/>
                    </a:lnTo>
                    <a:lnTo>
                      <a:pt x="326105" y="3533757"/>
                    </a:lnTo>
                    <a:lnTo>
                      <a:pt x="0" y="3747031"/>
                    </a:lnTo>
                    <a:moveTo>
                      <a:pt x="0" y="3419992"/>
                    </a:moveTo>
                    <a:lnTo>
                      <a:pt x="953276" y="2832865"/>
                    </a:lnTo>
                    <a:lnTo>
                      <a:pt x="1079325" y="2742910"/>
                    </a:lnTo>
                    <a:lnTo>
                      <a:pt x="1193994" y="2685120"/>
                    </a:lnTo>
                    <a:lnTo>
                      <a:pt x="1300891" y="2638697"/>
                    </a:lnTo>
                    <a:lnTo>
                      <a:pt x="1294341" y="2624197"/>
                    </a:lnTo>
                    <a:lnTo>
                      <a:pt x="1337647" y="2601760"/>
                    </a:lnTo>
                    <a:lnTo>
                      <a:pt x="1526634" y="2528644"/>
                    </a:lnTo>
                    <a:lnTo>
                      <a:pt x="1755589" y="2424186"/>
                    </a:lnTo>
                    <a:lnTo>
                      <a:pt x="1930406" y="2315998"/>
                    </a:lnTo>
                    <a:lnTo>
                      <a:pt x="3184553" y="1359449"/>
                    </a:lnTo>
                    <a:lnTo>
                      <a:pt x="3772649" y="929613"/>
                    </a:lnTo>
                    <a:lnTo>
                      <a:pt x="3867883" y="849365"/>
                    </a:lnTo>
                    <a:lnTo>
                      <a:pt x="4161162" y="583347"/>
                    </a:lnTo>
                    <a:lnTo>
                      <a:pt x="4254233" y="491901"/>
                    </a:lnTo>
                    <a:lnTo>
                      <a:pt x="4368472" y="367348"/>
                    </a:lnTo>
                    <a:lnTo>
                      <a:pt x="4643321" y="105645"/>
                    </a:lnTo>
                    <a:lnTo>
                      <a:pt x="4676441" y="83661"/>
                    </a:lnTo>
                    <a:lnTo>
                      <a:pt x="4777143" y="0"/>
                    </a:lnTo>
                    <a:lnTo>
                      <a:pt x="4830521" y="66093"/>
                    </a:lnTo>
                    <a:lnTo>
                      <a:pt x="4830521" y="66093"/>
                    </a:lnTo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816" name="Контур"/>
              <p:cNvSpPr/>
              <p:nvPr/>
            </p:nvSpPr>
            <p:spPr>
              <a:xfrm>
                <a:off x="1813983" y="6292155"/>
                <a:ext cx="964151" cy="669614"/>
              </a:xfrm>
              <a:custGeom>
                <a:avLst/>
                <a:gdLst/>
                <a:ahLst/>
                <a:cxnLst/>
                <a:rect l="l" t="t" r="r" b="b"/>
                <a:pathLst>
                  <a:path w="964151" h="669614" fill="none">
                    <a:moveTo>
                      <a:pt x="0" y="233175"/>
                    </a:moveTo>
                    <a:lnTo>
                      <a:pt x="95682" y="137493"/>
                    </a:lnTo>
                    <a:moveTo>
                      <a:pt x="59528" y="306017"/>
                    </a:moveTo>
                    <a:lnTo>
                      <a:pt x="256939" y="108606"/>
                    </a:lnTo>
                    <a:moveTo>
                      <a:pt x="114736" y="383180"/>
                    </a:moveTo>
                    <a:lnTo>
                      <a:pt x="378880" y="119035"/>
                    </a:lnTo>
                    <a:moveTo>
                      <a:pt x="384155" y="113761"/>
                    </a:moveTo>
                    <a:lnTo>
                      <a:pt x="430022" y="67894"/>
                    </a:lnTo>
                    <a:moveTo>
                      <a:pt x="166574" y="463711"/>
                    </a:moveTo>
                    <a:lnTo>
                      <a:pt x="618110" y="12176"/>
                    </a:lnTo>
                    <a:moveTo>
                      <a:pt x="218413" y="544243"/>
                    </a:moveTo>
                    <a:lnTo>
                      <a:pt x="762656" y="0"/>
                    </a:lnTo>
                    <a:moveTo>
                      <a:pt x="270251" y="624775"/>
                    </a:moveTo>
                    <a:lnTo>
                      <a:pt x="811311" y="83715"/>
                    </a:lnTo>
                    <a:moveTo>
                      <a:pt x="357782" y="669614"/>
                    </a:moveTo>
                    <a:lnTo>
                      <a:pt x="922937" y="104459"/>
                    </a:lnTo>
                    <a:moveTo>
                      <a:pt x="518654" y="641112"/>
                    </a:moveTo>
                    <a:lnTo>
                      <a:pt x="964151" y="195614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817" name="Контур"/>
              <p:cNvSpPr/>
              <p:nvPr/>
            </p:nvSpPr>
            <p:spPr>
              <a:xfrm>
                <a:off x="1784777" y="6280983"/>
                <a:ext cx="1023843" cy="692727"/>
              </a:xfrm>
              <a:custGeom>
                <a:avLst/>
                <a:gdLst/>
                <a:ahLst/>
                <a:cxnLst/>
                <a:rect l="l" t="t" r="r" b="b"/>
                <a:pathLst>
                  <a:path w="1023843" h="692727" fill="none">
                    <a:moveTo>
                      <a:pt x="811680" y="32881"/>
                    </a:moveTo>
                    <a:lnTo>
                      <a:pt x="853825" y="123504"/>
                    </a:lnTo>
                    <a:lnTo>
                      <a:pt x="901104" y="100561"/>
                    </a:lnTo>
                    <a:lnTo>
                      <a:pt x="947769" y="105956"/>
                    </a:lnTo>
                    <a:lnTo>
                      <a:pt x="999216" y="219745"/>
                    </a:lnTo>
                    <a:lnTo>
                      <a:pt x="1023843" y="261941"/>
                    </a:lnTo>
                    <a:lnTo>
                      <a:pt x="846648" y="372989"/>
                    </a:lnTo>
                    <a:lnTo>
                      <a:pt x="888001" y="442465"/>
                    </a:lnTo>
                    <a:lnTo>
                      <a:pt x="500160" y="681313"/>
                    </a:lnTo>
                    <a:lnTo>
                      <a:pt x="446785" y="660481"/>
                    </a:lnTo>
                    <a:lnTo>
                      <a:pt x="354480" y="691825"/>
                    </a:lnTo>
                    <a:lnTo>
                      <a:pt x="345728" y="686898"/>
                    </a:lnTo>
                    <a:lnTo>
                      <a:pt x="336426" y="692727"/>
                    </a:lnTo>
                    <a:lnTo>
                      <a:pt x="114816" y="349105"/>
                    </a:lnTo>
                    <a:lnTo>
                      <a:pt x="0" y="208609"/>
                    </a:lnTo>
                    <a:lnTo>
                      <a:pt x="18432" y="197809"/>
                    </a:lnTo>
                    <a:lnTo>
                      <a:pt x="25488" y="207552"/>
                    </a:lnTo>
                    <a:lnTo>
                      <a:pt x="41712" y="195409"/>
                    </a:lnTo>
                    <a:lnTo>
                      <a:pt x="81265" y="178416"/>
                    </a:lnTo>
                    <a:lnTo>
                      <a:pt x="248352" y="64465"/>
                    </a:lnTo>
                    <a:lnTo>
                      <a:pt x="300385" y="138913"/>
                    </a:lnTo>
                    <a:lnTo>
                      <a:pt x="354193" y="125713"/>
                    </a:lnTo>
                    <a:lnTo>
                      <a:pt x="415776" y="130849"/>
                    </a:lnTo>
                    <a:lnTo>
                      <a:pt x="403248" y="99985"/>
                    </a:lnTo>
                    <a:lnTo>
                      <a:pt x="457248" y="74833"/>
                    </a:lnTo>
                    <a:lnTo>
                      <a:pt x="471649" y="105649"/>
                    </a:lnTo>
                    <a:lnTo>
                      <a:pt x="697152" y="0"/>
                    </a:lnTo>
                    <a:lnTo>
                      <a:pt x="788544" y="9936"/>
                    </a:lnTo>
                    <a:lnTo>
                      <a:pt x="803617" y="15552"/>
                    </a:lnTo>
                    <a:lnTo>
                      <a:pt x="811680" y="32881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818" name="Контур"/>
              <p:cNvSpPr/>
              <p:nvPr/>
            </p:nvSpPr>
            <p:spPr>
              <a:xfrm>
                <a:off x="2736920" y="5487044"/>
                <a:ext cx="2621740" cy="1466643"/>
              </a:xfrm>
              <a:custGeom>
                <a:avLst/>
                <a:gdLst/>
                <a:ahLst/>
                <a:cxnLst/>
                <a:rect l="l" t="t" r="r" b="b"/>
                <a:pathLst>
                  <a:path w="2621740" h="1466643" fill="none">
                    <a:moveTo>
                      <a:pt x="257041" y="255419"/>
                    </a:moveTo>
                    <a:lnTo>
                      <a:pt x="323847" y="188613"/>
                    </a:lnTo>
                    <a:moveTo>
                      <a:pt x="350753" y="294077"/>
                    </a:moveTo>
                    <a:lnTo>
                      <a:pt x="583483" y="61347"/>
                    </a:lnTo>
                    <a:moveTo>
                      <a:pt x="371483" y="405717"/>
                    </a:moveTo>
                    <a:lnTo>
                      <a:pt x="387935" y="389265"/>
                    </a:lnTo>
                    <a:moveTo>
                      <a:pt x="406970" y="370230"/>
                    </a:moveTo>
                    <a:lnTo>
                      <a:pt x="637282" y="139918"/>
                    </a:lnTo>
                    <a:moveTo>
                      <a:pt x="0" y="909570"/>
                    </a:moveTo>
                    <a:lnTo>
                      <a:pt x="32903" y="876667"/>
                    </a:lnTo>
                    <a:moveTo>
                      <a:pt x="382536" y="527034"/>
                    </a:moveTo>
                    <a:lnTo>
                      <a:pt x="691080" y="218489"/>
                    </a:lnTo>
                    <a:moveTo>
                      <a:pt x="41214" y="1000725"/>
                    </a:moveTo>
                    <a:lnTo>
                      <a:pt x="734669" y="307271"/>
                    </a:lnTo>
                    <a:moveTo>
                      <a:pt x="87449" y="1086861"/>
                    </a:moveTo>
                    <a:lnTo>
                      <a:pt x="787372" y="386938"/>
                    </a:lnTo>
                    <a:moveTo>
                      <a:pt x="119618" y="1187062"/>
                    </a:moveTo>
                    <a:lnTo>
                      <a:pt x="840074" y="466606"/>
                    </a:lnTo>
                    <a:moveTo>
                      <a:pt x="162257" y="1276794"/>
                    </a:moveTo>
                    <a:lnTo>
                      <a:pt x="905927" y="533123"/>
                    </a:lnTo>
                    <a:moveTo>
                      <a:pt x="210283" y="1361137"/>
                    </a:moveTo>
                    <a:lnTo>
                      <a:pt x="1260566" y="310855"/>
                    </a:lnTo>
                    <a:moveTo>
                      <a:pt x="262248" y="1441542"/>
                    </a:moveTo>
                    <a:lnTo>
                      <a:pt x="1361935" y="341855"/>
                    </a:lnTo>
                    <a:moveTo>
                      <a:pt x="544760" y="1291400"/>
                    </a:moveTo>
                    <a:lnTo>
                      <a:pt x="1415849" y="420312"/>
                    </a:lnTo>
                    <a:moveTo>
                      <a:pt x="674003" y="1294527"/>
                    </a:moveTo>
                    <a:lnTo>
                      <a:pt x="1732269" y="236261"/>
                    </a:lnTo>
                    <a:moveTo>
                      <a:pt x="718174" y="1382727"/>
                    </a:moveTo>
                    <a:lnTo>
                      <a:pt x="2086822" y="14079"/>
                    </a:lnTo>
                    <a:moveTo>
                      <a:pt x="766627" y="1466643"/>
                    </a:moveTo>
                    <a:lnTo>
                      <a:pt x="2233270" y="0"/>
                    </a:lnTo>
                    <a:moveTo>
                      <a:pt x="943216" y="1422425"/>
                    </a:moveTo>
                    <a:lnTo>
                      <a:pt x="2277352" y="88288"/>
                    </a:lnTo>
                    <a:moveTo>
                      <a:pt x="1090555" y="1407456"/>
                    </a:moveTo>
                    <a:lnTo>
                      <a:pt x="2320401" y="177609"/>
                    </a:lnTo>
                    <a:moveTo>
                      <a:pt x="1237963" y="1392418"/>
                    </a:moveTo>
                    <a:lnTo>
                      <a:pt x="2363450" y="266931"/>
                    </a:lnTo>
                    <a:moveTo>
                      <a:pt x="1390268" y="1372483"/>
                    </a:moveTo>
                    <a:lnTo>
                      <a:pt x="2406499" y="356252"/>
                    </a:lnTo>
                    <a:moveTo>
                      <a:pt x="1559985" y="1335136"/>
                    </a:moveTo>
                    <a:lnTo>
                      <a:pt x="2449548" y="445573"/>
                    </a:lnTo>
                    <a:moveTo>
                      <a:pt x="1799776" y="1227715"/>
                    </a:moveTo>
                    <a:lnTo>
                      <a:pt x="2492598" y="534893"/>
                    </a:lnTo>
                    <a:moveTo>
                      <a:pt x="1929289" y="1230572"/>
                    </a:moveTo>
                    <a:lnTo>
                      <a:pt x="2535640" y="624221"/>
                    </a:lnTo>
                    <a:moveTo>
                      <a:pt x="2202010" y="1090220"/>
                    </a:moveTo>
                    <a:lnTo>
                      <a:pt x="2578678" y="713553"/>
                    </a:lnTo>
                    <a:moveTo>
                      <a:pt x="2501496" y="923105"/>
                    </a:moveTo>
                    <a:lnTo>
                      <a:pt x="2621740" y="802861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819" name="Контур"/>
              <p:cNvSpPr/>
              <p:nvPr/>
            </p:nvSpPr>
            <p:spPr>
              <a:xfrm>
                <a:off x="2732546" y="5458335"/>
                <a:ext cx="2644833" cy="1496809"/>
              </a:xfrm>
              <a:custGeom>
                <a:avLst/>
                <a:gdLst/>
                <a:ahLst/>
                <a:cxnLst/>
                <a:rect l="l" t="t" r="r" b="b"/>
                <a:pathLst>
                  <a:path w="2644833" h="1496809" fill="none">
                    <a:moveTo>
                      <a:pt x="2644833" y="870358"/>
                    </a:moveTo>
                    <a:lnTo>
                      <a:pt x="2328087" y="1056025"/>
                    </a:lnTo>
                    <a:lnTo>
                      <a:pt x="1836039" y="1309033"/>
                    </a:lnTo>
                    <a:lnTo>
                      <a:pt x="1801452" y="1253030"/>
                    </a:lnTo>
                    <a:lnTo>
                      <a:pt x="1784295" y="1261609"/>
                    </a:lnTo>
                    <a:lnTo>
                      <a:pt x="1773879" y="1276105"/>
                    </a:lnTo>
                    <a:lnTo>
                      <a:pt x="1665927" y="1325785"/>
                    </a:lnTo>
                    <a:lnTo>
                      <a:pt x="1529799" y="1380409"/>
                    </a:lnTo>
                    <a:lnTo>
                      <a:pt x="1297575" y="1414489"/>
                    </a:lnTo>
                    <a:lnTo>
                      <a:pt x="941655" y="1451737"/>
                    </a:lnTo>
                    <a:lnTo>
                      <a:pt x="765303" y="1496809"/>
                    </a:lnTo>
                    <a:lnTo>
                      <a:pt x="661191" y="1288921"/>
                    </a:lnTo>
                    <a:lnTo>
                      <a:pt x="607863" y="1285129"/>
                    </a:lnTo>
                    <a:lnTo>
                      <a:pt x="275297" y="1483259"/>
                    </a:lnTo>
                    <a:lnTo>
                      <a:pt x="224343" y="1406857"/>
                    </a:lnTo>
                    <a:lnTo>
                      <a:pt x="132231" y="1245145"/>
                    </a:lnTo>
                    <a:lnTo>
                      <a:pt x="100887" y="1133401"/>
                    </a:lnTo>
                    <a:lnTo>
                      <a:pt x="51447" y="1042393"/>
                    </a:lnTo>
                    <a:lnTo>
                      <a:pt x="0" y="928604"/>
                    </a:lnTo>
                    <a:lnTo>
                      <a:pt x="190839" y="809689"/>
                    </a:lnTo>
                    <a:lnTo>
                      <a:pt x="221223" y="780889"/>
                    </a:lnTo>
                    <a:lnTo>
                      <a:pt x="313911" y="723769"/>
                    </a:lnTo>
                    <a:lnTo>
                      <a:pt x="295863" y="690841"/>
                    </a:lnTo>
                    <a:lnTo>
                      <a:pt x="350583" y="656281"/>
                    </a:lnTo>
                    <a:lnTo>
                      <a:pt x="354087" y="661897"/>
                    </a:lnTo>
                    <a:lnTo>
                      <a:pt x="366855" y="653881"/>
                    </a:lnTo>
                    <a:lnTo>
                      <a:pt x="363351" y="648265"/>
                    </a:lnTo>
                    <a:lnTo>
                      <a:pt x="420567" y="612505"/>
                    </a:lnTo>
                    <a:lnTo>
                      <a:pt x="359031" y="508729"/>
                    </a:lnTo>
                    <a:lnTo>
                      <a:pt x="377607" y="426697"/>
                    </a:lnTo>
                    <a:lnTo>
                      <a:pt x="407703" y="408841"/>
                    </a:lnTo>
                    <a:lnTo>
                      <a:pt x="412272" y="400506"/>
                    </a:lnTo>
                    <a:lnTo>
                      <a:pt x="364839" y="320425"/>
                    </a:lnTo>
                    <a:lnTo>
                      <a:pt x="352599" y="323401"/>
                    </a:lnTo>
                    <a:lnTo>
                      <a:pt x="305175" y="256249"/>
                    </a:lnTo>
                    <a:lnTo>
                      <a:pt x="257031" y="286921"/>
                    </a:lnTo>
                    <a:lnTo>
                      <a:pt x="240951" y="260761"/>
                    </a:lnTo>
                    <a:lnTo>
                      <a:pt x="301287" y="222361"/>
                    </a:lnTo>
                    <a:lnTo>
                      <a:pt x="306135" y="229897"/>
                    </a:lnTo>
                    <a:lnTo>
                      <a:pt x="327406" y="216195"/>
                    </a:lnTo>
                    <a:lnTo>
                      <a:pt x="341895" y="236233"/>
                    </a:lnTo>
                    <a:lnTo>
                      <a:pt x="364023" y="221977"/>
                    </a:lnTo>
                    <a:lnTo>
                      <a:pt x="349671" y="202105"/>
                    </a:lnTo>
                    <a:lnTo>
                      <a:pt x="461991" y="131353"/>
                    </a:lnTo>
                    <a:lnTo>
                      <a:pt x="573480" y="69059"/>
                    </a:lnTo>
                    <a:lnTo>
                      <a:pt x="738663" y="307705"/>
                    </a:lnTo>
                    <a:lnTo>
                      <a:pt x="725895" y="316105"/>
                    </a:lnTo>
                    <a:lnTo>
                      <a:pt x="894855" y="571513"/>
                    </a:lnTo>
                    <a:lnTo>
                      <a:pt x="1320903" y="304489"/>
                    </a:lnTo>
                    <a:lnTo>
                      <a:pt x="1427061" y="458972"/>
                    </a:lnTo>
                    <a:lnTo>
                      <a:pt x="2141895" y="11017"/>
                    </a:lnTo>
                    <a:lnTo>
                      <a:pt x="2180034" y="0"/>
                    </a:lnTo>
                    <a:lnTo>
                      <a:pt x="2217351" y="10441"/>
                    </a:lnTo>
                    <a:lnTo>
                      <a:pt x="2243223" y="37417"/>
                    </a:lnTo>
                    <a:lnTo>
                      <a:pt x="2644833" y="870358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</p:grpSp>
        <p:grpSp>
          <p:nvGrpSpPr>
            <p:cNvPr id="872" name="ПЗЗ: территориальные зоны и ВРИ (ОГД)"/>
            <p:cNvGrpSpPr/>
            <p:nvPr/>
          </p:nvGrpSpPr>
          <p:grpSpPr>
            <a:xfrm>
              <a:off x="1440000" y="2232000"/>
              <a:ext cx="5760000" cy="5760000"/>
              <a:chOff x="1440000" y="2232000"/>
              <a:chExt cx="5760000" cy="5760000"/>
            </a:xfrm>
          </p:grpSpPr>
          <p:sp>
            <p:nvSpPr>
              <p:cNvPr id="821" name="Контур"/>
              <p:cNvSpPr/>
              <p:nvPr/>
            </p:nvSpPr>
            <p:spPr>
              <a:xfrm>
                <a:off x="2954331" y="2845001"/>
                <a:ext cx="1929182" cy="1760015"/>
              </a:xfrm>
              <a:custGeom>
                <a:avLst/>
                <a:gdLst/>
                <a:ahLst/>
                <a:cxnLst/>
                <a:rect l="l" t="t" r="r" b="b"/>
                <a:pathLst>
                  <a:path w="1929182" h="1760015" fill="none">
                    <a:moveTo>
                      <a:pt x="1011177" y="1222079"/>
                    </a:moveTo>
                    <a:lnTo>
                      <a:pt x="823017" y="1399535"/>
                    </a:lnTo>
                    <a:lnTo>
                      <a:pt x="767299" y="1480170"/>
                    </a:lnTo>
                    <a:lnTo>
                      <a:pt x="470558" y="1760015"/>
                    </a:lnTo>
                    <a:lnTo>
                      <a:pt x="429859" y="1758858"/>
                    </a:lnTo>
                    <a:lnTo>
                      <a:pt x="24782" y="1329363"/>
                    </a:lnTo>
                    <a:lnTo>
                      <a:pt x="600542" y="785994"/>
                    </a:lnTo>
                    <a:lnTo>
                      <a:pt x="1011177" y="1222079"/>
                    </a:lnTo>
                    <a:close/>
                    <a:moveTo>
                      <a:pt x="600541" y="786004"/>
                    </a:moveTo>
                    <a:lnTo>
                      <a:pt x="24762" y="1329336"/>
                    </a:lnTo>
                    <a:lnTo>
                      <a:pt x="8183" y="1311783"/>
                    </a:lnTo>
                    <a:lnTo>
                      <a:pt x="0" y="1262116"/>
                    </a:lnTo>
                    <a:lnTo>
                      <a:pt x="46192" y="1180268"/>
                    </a:lnTo>
                    <a:lnTo>
                      <a:pt x="96782" y="1044767"/>
                    </a:lnTo>
                    <a:lnTo>
                      <a:pt x="165727" y="776899"/>
                    </a:lnTo>
                    <a:lnTo>
                      <a:pt x="185672" y="719864"/>
                    </a:lnTo>
                    <a:lnTo>
                      <a:pt x="244626" y="603128"/>
                    </a:lnTo>
                    <a:lnTo>
                      <a:pt x="326686" y="495194"/>
                    </a:lnTo>
                    <a:lnTo>
                      <a:pt x="600541" y="786004"/>
                    </a:lnTo>
                    <a:close/>
                    <a:moveTo>
                      <a:pt x="758474" y="399765"/>
                    </a:moveTo>
                    <a:lnTo>
                      <a:pt x="1297653" y="979925"/>
                    </a:lnTo>
                    <a:lnTo>
                      <a:pt x="1011197" y="1222067"/>
                    </a:lnTo>
                    <a:lnTo>
                      <a:pt x="326686" y="495194"/>
                    </a:lnTo>
                    <a:lnTo>
                      <a:pt x="272727" y="561341"/>
                    </a:lnTo>
                    <a:lnTo>
                      <a:pt x="229175" y="629098"/>
                    </a:lnTo>
                    <a:lnTo>
                      <a:pt x="193362" y="701244"/>
                    </a:lnTo>
                    <a:lnTo>
                      <a:pt x="165727" y="776899"/>
                    </a:lnTo>
                    <a:lnTo>
                      <a:pt x="188366" y="679967"/>
                    </a:lnTo>
                    <a:lnTo>
                      <a:pt x="209198" y="625919"/>
                    </a:lnTo>
                    <a:lnTo>
                      <a:pt x="222495" y="600238"/>
                    </a:lnTo>
                    <a:lnTo>
                      <a:pt x="311630" y="486382"/>
                    </a:lnTo>
                    <a:lnTo>
                      <a:pt x="306110" y="452735"/>
                    </a:lnTo>
                    <a:lnTo>
                      <a:pt x="351710" y="407806"/>
                    </a:lnTo>
                    <a:lnTo>
                      <a:pt x="161258" y="203608"/>
                    </a:lnTo>
                    <a:lnTo>
                      <a:pt x="377113" y="0"/>
                    </a:lnTo>
                    <a:lnTo>
                      <a:pt x="585216" y="225320"/>
                    </a:lnTo>
                    <a:lnTo>
                      <a:pt x="758474" y="399765"/>
                    </a:lnTo>
                    <a:close/>
                    <a:moveTo>
                      <a:pt x="1855118" y="305663"/>
                    </a:moveTo>
                    <a:lnTo>
                      <a:pt x="1929182" y="384239"/>
                    </a:lnTo>
                    <a:lnTo>
                      <a:pt x="1635518" y="661247"/>
                    </a:lnTo>
                    <a:lnTo>
                      <a:pt x="1297646" y="979919"/>
                    </a:lnTo>
                    <a:lnTo>
                      <a:pt x="1023758" y="685199"/>
                    </a:lnTo>
                    <a:lnTo>
                      <a:pt x="933278" y="587903"/>
                    </a:lnTo>
                    <a:lnTo>
                      <a:pt x="1352654" y="192335"/>
                    </a:lnTo>
                    <a:lnTo>
                      <a:pt x="1645790" y="503135"/>
                    </a:lnTo>
                    <a:lnTo>
                      <a:pt x="1855118" y="305663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22" name="Контур"/>
              <p:cNvSpPr/>
              <p:nvPr/>
            </p:nvSpPr>
            <p:spPr>
              <a:xfrm>
                <a:off x="3825584" y="2232000"/>
                <a:ext cx="1335253" cy="1200880"/>
              </a:xfrm>
              <a:custGeom>
                <a:avLst/>
                <a:gdLst/>
                <a:ahLst/>
                <a:cxnLst/>
                <a:rect l="l" t="t" r="r" b="b"/>
                <a:pathLst>
                  <a:path w="1335253" h="1200880" fill="none">
                    <a:moveTo>
                      <a:pt x="481401" y="805347"/>
                    </a:moveTo>
                    <a:lnTo>
                      <a:pt x="62046" y="1200880"/>
                    </a:lnTo>
                    <a:lnTo>
                      <a:pt x="0" y="1134117"/>
                    </a:lnTo>
                    <a:lnTo>
                      <a:pt x="1179864" y="21200"/>
                    </a:lnTo>
                    <a:lnTo>
                      <a:pt x="1202342" y="0"/>
                    </a:lnTo>
                    <a:moveTo>
                      <a:pt x="1335253" y="0"/>
                    </a:moveTo>
                    <a:lnTo>
                      <a:pt x="481401" y="805347"/>
                    </a:lnTo>
                    <a:lnTo>
                      <a:pt x="481401" y="805347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23" name="Контур"/>
              <p:cNvSpPr/>
              <p:nvPr/>
            </p:nvSpPr>
            <p:spPr>
              <a:xfrm>
                <a:off x="2710869" y="2251159"/>
                <a:ext cx="2225044" cy="1114958"/>
              </a:xfrm>
              <a:custGeom>
                <a:avLst/>
                <a:gdLst/>
                <a:ahLst/>
                <a:cxnLst/>
                <a:rect l="l" t="t" r="r" b="b"/>
                <a:pathLst>
                  <a:path w="2225044" h="1114958" fill="none">
                    <a:moveTo>
                      <a:pt x="1493414" y="757751"/>
                    </a:moveTo>
                    <a:lnTo>
                      <a:pt x="1114715" y="1114958"/>
                    </a:lnTo>
                    <a:lnTo>
                      <a:pt x="1049319" y="1044592"/>
                    </a:lnTo>
                    <a:lnTo>
                      <a:pt x="1427514" y="687882"/>
                    </a:lnTo>
                    <a:lnTo>
                      <a:pt x="1493414" y="757751"/>
                    </a:lnTo>
                    <a:close/>
                    <a:moveTo>
                      <a:pt x="1134298" y="274516"/>
                    </a:moveTo>
                    <a:lnTo>
                      <a:pt x="1439128" y="597751"/>
                    </a:lnTo>
                    <a:lnTo>
                      <a:pt x="1637475" y="410668"/>
                    </a:lnTo>
                    <a:lnTo>
                      <a:pt x="1676997" y="452571"/>
                    </a:lnTo>
                    <a:lnTo>
                      <a:pt x="1476400" y="641773"/>
                    </a:lnTo>
                    <a:lnTo>
                      <a:pt x="1542299" y="711641"/>
                    </a:lnTo>
                    <a:lnTo>
                      <a:pt x="1493414" y="757751"/>
                    </a:lnTo>
                    <a:lnTo>
                      <a:pt x="1427514" y="687882"/>
                    </a:lnTo>
                    <a:lnTo>
                      <a:pt x="1049319" y="1044592"/>
                    </a:lnTo>
                    <a:lnTo>
                      <a:pt x="828678" y="819162"/>
                    </a:lnTo>
                    <a:lnTo>
                      <a:pt x="655921" y="633331"/>
                    </a:lnTo>
                    <a:lnTo>
                      <a:pt x="698343" y="592830"/>
                    </a:lnTo>
                    <a:lnTo>
                      <a:pt x="868132" y="773936"/>
                    </a:lnTo>
                    <a:lnTo>
                      <a:pt x="1205360" y="455855"/>
                    </a:lnTo>
                    <a:lnTo>
                      <a:pt x="1036076" y="276356"/>
                    </a:lnTo>
                    <a:lnTo>
                      <a:pt x="1286336" y="38381"/>
                    </a:lnTo>
                    <a:lnTo>
                      <a:pt x="1332622" y="87454"/>
                    </a:lnTo>
                    <a:lnTo>
                      <a:pt x="1134298" y="274516"/>
                    </a:lnTo>
                    <a:close/>
                    <a:moveTo>
                      <a:pt x="1742889" y="522431"/>
                    </a:moveTo>
                    <a:lnTo>
                      <a:pt x="1542299" y="711641"/>
                    </a:lnTo>
                    <a:lnTo>
                      <a:pt x="1476400" y="641773"/>
                    </a:lnTo>
                    <a:lnTo>
                      <a:pt x="1676997" y="452571"/>
                    </a:lnTo>
                    <a:lnTo>
                      <a:pt x="1742889" y="522431"/>
                    </a:lnTo>
                    <a:close/>
                    <a:moveTo>
                      <a:pt x="1036057" y="276378"/>
                    </a:moveTo>
                    <a:lnTo>
                      <a:pt x="1205353" y="455841"/>
                    </a:lnTo>
                    <a:lnTo>
                      <a:pt x="868148" y="773946"/>
                    </a:lnTo>
                    <a:lnTo>
                      <a:pt x="698319" y="592828"/>
                    </a:lnTo>
                    <a:lnTo>
                      <a:pt x="1036057" y="276378"/>
                    </a:lnTo>
                    <a:close/>
                    <a:moveTo>
                      <a:pt x="1286336" y="38381"/>
                    </a:moveTo>
                    <a:lnTo>
                      <a:pt x="1036076" y="276356"/>
                    </a:lnTo>
                    <a:lnTo>
                      <a:pt x="698343" y="592830"/>
                    </a:lnTo>
                    <a:lnTo>
                      <a:pt x="655921" y="633331"/>
                    </a:lnTo>
                    <a:lnTo>
                      <a:pt x="620575" y="593842"/>
                    </a:lnTo>
                    <a:lnTo>
                      <a:pt x="620924" y="593512"/>
                    </a:lnTo>
                    <a:lnTo>
                      <a:pt x="942513" y="290170"/>
                    </a:lnTo>
                    <a:lnTo>
                      <a:pt x="1049172" y="189562"/>
                    </a:lnTo>
                    <a:lnTo>
                      <a:pt x="1250136" y="0"/>
                    </a:lnTo>
                    <a:lnTo>
                      <a:pt x="1286336" y="38381"/>
                    </a:lnTo>
                    <a:close/>
                    <a:moveTo>
                      <a:pt x="380437" y="103321"/>
                    </a:moveTo>
                    <a:lnTo>
                      <a:pt x="494315" y="100973"/>
                    </a:lnTo>
                    <a:lnTo>
                      <a:pt x="797905" y="75454"/>
                    </a:lnTo>
                    <a:lnTo>
                      <a:pt x="1010593" y="74245"/>
                    </a:lnTo>
                    <a:lnTo>
                      <a:pt x="486886" y="568255"/>
                    </a:lnTo>
                    <a:lnTo>
                      <a:pt x="465909" y="582034"/>
                    </a:lnTo>
                    <a:lnTo>
                      <a:pt x="441477" y="587768"/>
                    </a:lnTo>
                    <a:lnTo>
                      <a:pt x="410617" y="582680"/>
                    </a:lnTo>
                    <a:lnTo>
                      <a:pt x="384823" y="564986"/>
                    </a:lnTo>
                    <a:lnTo>
                      <a:pt x="14919" y="168532"/>
                    </a:lnTo>
                    <a:lnTo>
                      <a:pt x="0" y="137131"/>
                    </a:lnTo>
                    <a:lnTo>
                      <a:pt x="1616" y="113609"/>
                    </a:lnTo>
                    <a:lnTo>
                      <a:pt x="12664" y="92573"/>
                    </a:lnTo>
                    <a:lnTo>
                      <a:pt x="30049" y="78394"/>
                    </a:lnTo>
                    <a:lnTo>
                      <a:pt x="53005" y="71797"/>
                    </a:lnTo>
                    <a:lnTo>
                      <a:pt x="223353" y="94766"/>
                    </a:lnTo>
                    <a:lnTo>
                      <a:pt x="380437" y="103321"/>
                    </a:lnTo>
                    <a:close/>
                    <a:moveTo>
                      <a:pt x="1134313" y="274501"/>
                    </a:moveTo>
                    <a:lnTo>
                      <a:pt x="1332644" y="87436"/>
                    </a:lnTo>
                    <a:lnTo>
                      <a:pt x="1637497" y="410668"/>
                    </a:lnTo>
                    <a:lnTo>
                      <a:pt x="1439108" y="597733"/>
                    </a:lnTo>
                    <a:lnTo>
                      <a:pt x="1134313" y="274501"/>
                    </a:lnTo>
                    <a:close/>
                    <a:moveTo>
                      <a:pt x="2225044" y="928691"/>
                    </a:moveTo>
                    <a:lnTo>
                      <a:pt x="2172666" y="978094"/>
                    </a:lnTo>
                    <a:lnTo>
                      <a:pt x="2098559" y="899523"/>
                    </a:lnTo>
                    <a:lnTo>
                      <a:pt x="1805443" y="588753"/>
                    </a:lnTo>
                    <a:lnTo>
                      <a:pt x="1857817" y="539353"/>
                    </a:lnTo>
                    <a:lnTo>
                      <a:pt x="2225044" y="928691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24" name="Контур"/>
              <p:cNvSpPr/>
              <p:nvPr/>
            </p:nvSpPr>
            <p:spPr>
              <a:xfrm>
                <a:off x="4568676" y="2232000"/>
                <a:ext cx="1196688" cy="947843"/>
              </a:xfrm>
              <a:custGeom>
                <a:avLst/>
                <a:gdLst/>
                <a:ahLst/>
                <a:cxnLst/>
                <a:rect l="l" t="t" r="r" b="b"/>
                <a:pathLst>
                  <a:path w="1196688" h="947843" fill="none">
                    <a:moveTo>
                      <a:pt x="633029" y="697187"/>
                    </a:moveTo>
                    <a:lnTo>
                      <a:pt x="367253" y="947843"/>
                    </a:lnTo>
                    <a:lnTo>
                      <a:pt x="0" y="558515"/>
                    </a:lnTo>
                    <a:lnTo>
                      <a:pt x="380261" y="199854"/>
                    </a:lnTo>
                    <a:lnTo>
                      <a:pt x="395573" y="185420"/>
                    </a:lnTo>
                    <a:lnTo>
                      <a:pt x="592162" y="0"/>
                    </a:lnTo>
                    <a:moveTo>
                      <a:pt x="1077904" y="0"/>
                    </a:moveTo>
                    <a:lnTo>
                      <a:pt x="1196688" y="125934"/>
                    </a:lnTo>
                    <a:lnTo>
                      <a:pt x="1195488" y="166643"/>
                    </a:lnTo>
                    <a:lnTo>
                      <a:pt x="912533" y="433523"/>
                    </a:lnTo>
                    <a:lnTo>
                      <a:pt x="828730" y="484508"/>
                    </a:lnTo>
                    <a:lnTo>
                      <a:pt x="748810" y="559912"/>
                    </a:lnTo>
                    <a:lnTo>
                      <a:pt x="733498" y="574360"/>
                    </a:lnTo>
                    <a:lnTo>
                      <a:pt x="688762" y="616552"/>
                    </a:lnTo>
                    <a:lnTo>
                      <a:pt x="633029" y="697187"/>
                    </a:lnTo>
                    <a:lnTo>
                      <a:pt x="633029" y="697187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25" name="Контур"/>
              <p:cNvSpPr/>
              <p:nvPr/>
            </p:nvSpPr>
            <p:spPr>
              <a:xfrm>
                <a:off x="6217277" y="2788552"/>
                <a:ext cx="363847" cy="255495"/>
              </a:xfrm>
              <a:custGeom>
                <a:avLst/>
                <a:gdLst/>
                <a:ahLst/>
                <a:cxnLst/>
                <a:rect l="l" t="t" r="r" b="b"/>
                <a:pathLst>
                  <a:path w="363847" h="255495" fill="none">
                    <a:moveTo>
                      <a:pt x="53246" y="202897"/>
                    </a:moveTo>
                    <a:lnTo>
                      <a:pt x="0" y="136962"/>
                    </a:lnTo>
                    <a:lnTo>
                      <a:pt x="12" y="136953"/>
                    </a:lnTo>
                    <a:lnTo>
                      <a:pt x="2748" y="134688"/>
                    </a:lnTo>
                    <a:lnTo>
                      <a:pt x="14700" y="125712"/>
                    </a:lnTo>
                    <a:lnTo>
                      <a:pt x="16188" y="127104"/>
                    </a:lnTo>
                    <a:lnTo>
                      <a:pt x="40428" y="111168"/>
                    </a:lnTo>
                    <a:lnTo>
                      <a:pt x="39468" y="110400"/>
                    </a:lnTo>
                    <a:lnTo>
                      <a:pt x="139212" y="40176"/>
                    </a:lnTo>
                    <a:lnTo>
                      <a:pt x="195665" y="0"/>
                    </a:lnTo>
                    <a:lnTo>
                      <a:pt x="259548" y="90337"/>
                    </a:lnTo>
                    <a:lnTo>
                      <a:pt x="315276" y="71711"/>
                    </a:lnTo>
                    <a:lnTo>
                      <a:pt x="363847" y="202233"/>
                    </a:lnTo>
                    <a:lnTo>
                      <a:pt x="319881" y="218595"/>
                    </a:lnTo>
                    <a:lnTo>
                      <a:pt x="313258" y="203277"/>
                    </a:lnTo>
                    <a:lnTo>
                      <a:pt x="171942" y="255495"/>
                    </a:lnTo>
                    <a:lnTo>
                      <a:pt x="122026" y="184605"/>
                    </a:lnTo>
                    <a:lnTo>
                      <a:pt x="68838" y="222103"/>
                    </a:lnTo>
                    <a:lnTo>
                      <a:pt x="53246" y="202897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26" name="Контур"/>
              <p:cNvSpPr/>
              <p:nvPr/>
            </p:nvSpPr>
            <p:spPr>
              <a:xfrm>
                <a:off x="6813257" y="3707648"/>
                <a:ext cx="386743" cy="992840"/>
              </a:xfrm>
              <a:custGeom>
                <a:avLst/>
                <a:gdLst/>
                <a:ahLst/>
                <a:cxnLst/>
                <a:rect l="l" t="t" r="r" b="b"/>
                <a:pathLst>
                  <a:path w="386743" h="992840" fill="none">
                    <a:moveTo>
                      <a:pt x="344784" y="32456"/>
                    </a:moveTo>
                    <a:lnTo>
                      <a:pt x="386743" y="0"/>
                    </a:lnTo>
                    <a:moveTo>
                      <a:pt x="386743" y="966634"/>
                    </a:moveTo>
                    <a:lnTo>
                      <a:pt x="331200" y="992840"/>
                    </a:lnTo>
                    <a:lnTo>
                      <a:pt x="48" y="299096"/>
                    </a:lnTo>
                    <a:lnTo>
                      <a:pt x="0" y="299096"/>
                    </a:lnTo>
                    <a:lnTo>
                      <a:pt x="344784" y="32456"/>
                    </a:lnTo>
                    <a:lnTo>
                      <a:pt x="344784" y="32456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27" name="Контур"/>
              <p:cNvSpPr/>
              <p:nvPr/>
            </p:nvSpPr>
            <p:spPr>
              <a:xfrm>
                <a:off x="5400713" y="2657202"/>
                <a:ext cx="1261729" cy="1889674"/>
              </a:xfrm>
              <a:custGeom>
                <a:avLst/>
                <a:gdLst/>
                <a:ahLst/>
                <a:cxnLst/>
                <a:rect l="l" t="t" r="r" b="b"/>
                <a:pathLst>
                  <a:path w="1261729" h="1889674" fill="none">
                    <a:moveTo>
                      <a:pt x="1189450" y="0"/>
                    </a:moveTo>
                    <a:lnTo>
                      <a:pt x="1261729" y="122469"/>
                    </a:lnTo>
                    <a:lnTo>
                      <a:pt x="1211952" y="378933"/>
                    </a:lnTo>
                    <a:lnTo>
                      <a:pt x="759649" y="740469"/>
                    </a:lnTo>
                    <a:lnTo>
                      <a:pt x="1133952" y="1221478"/>
                    </a:lnTo>
                    <a:lnTo>
                      <a:pt x="1108368" y="1240581"/>
                    </a:lnTo>
                    <a:lnTo>
                      <a:pt x="1121808" y="1258581"/>
                    </a:lnTo>
                    <a:lnTo>
                      <a:pt x="1077360" y="1295446"/>
                    </a:lnTo>
                    <a:lnTo>
                      <a:pt x="1121449" y="1350218"/>
                    </a:lnTo>
                    <a:lnTo>
                      <a:pt x="424097" y="1889674"/>
                    </a:lnTo>
                    <a:lnTo>
                      <a:pt x="211728" y="1625254"/>
                    </a:lnTo>
                    <a:lnTo>
                      <a:pt x="209055" y="1619327"/>
                    </a:lnTo>
                    <a:lnTo>
                      <a:pt x="270240" y="1574086"/>
                    </a:lnTo>
                    <a:lnTo>
                      <a:pt x="217344" y="1502470"/>
                    </a:lnTo>
                    <a:lnTo>
                      <a:pt x="206064" y="1510678"/>
                    </a:lnTo>
                    <a:lnTo>
                      <a:pt x="42000" y="1295398"/>
                    </a:lnTo>
                    <a:lnTo>
                      <a:pt x="18144" y="1311430"/>
                    </a:lnTo>
                    <a:lnTo>
                      <a:pt x="0" y="1282822"/>
                    </a:lnTo>
                    <a:lnTo>
                      <a:pt x="454368" y="956230"/>
                    </a:lnTo>
                    <a:lnTo>
                      <a:pt x="344064" y="809494"/>
                    </a:lnTo>
                    <a:lnTo>
                      <a:pt x="321648" y="787558"/>
                    </a:lnTo>
                    <a:lnTo>
                      <a:pt x="461328" y="691126"/>
                    </a:lnTo>
                    <a:lnTo>
                      <a:pt x="635136" y="559414"/>
                    </a:lnTo>
                    <a:lnTo>
                      <a:pt x="749712" y="486310"/>
                    </a:lnTo>
                    <a:lnTo>
                      <a:pt x="726480" y="454150"/>
                    </a:lnTo>
                    <a:lnTo>
                      <a:pt x="869810" y="334247"/>
                    </a:lnTo>
                    <a:lnTo>
                      <a:pt x="885402" y="353453"/>
                    </a:lnTo>
                    <a:lnTo>
                      <a:pt x="938590" y="315955"/>
                    </a:lnTo>
                    <a:lnTo>
                      <a:pt x="988506" y="386845"/>
                    </a:lnTo>
                    <a:lnTo>
                      <a:pt x="1129822" y="334627"/>
                    </a:lnTo>
                    <a:lnTo>
                      <a:pt x="1136445" y="349945"/>
                    </a:lnTo>
                    <a:lnTo>
                      <a:pt x="1180411" y="333583"/>
                    </a:lnTo>
                    <a:lnTo>
                      <a:pt x="1131840" y="203061"/>
                    </a:lnTo>
                    <a:lnTo>
                      <a:pt x="1076112" y="221687"/>
                    </a:lnTo>
                    <a:lnTo>
                      <a:pt x="1012229" y="131350"/>
                    </a:lnTo>
                    <a:lnTo>
                      <a:pt x="1176003" y="14658"/>
                    </a:lnTo>
                    <a:lnTo>
                      <a:pt x="1175515" y="7376"/>
                    </a:lnTo>
                    <a:lnTo>
                      <a:pt x="1189450" y="0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28" name="Контур"/>
              <p:cNvSpPr/>
              <p:nvPr/>
            </p:nvSpPr>
            <p:spPr>
              <a:xfrm>
                <a:off x="6510377" y="2506548"/>
                <a:ext cx="689623" cy="1500872"/>
              </a:xfrm>
              <a:custGeom>
                <a:avLst/>
                <a:gdLst/>
                <a:ahLst/>
                <a:cxnLst/>
                <a:rect l="l" t="t" r="r" b="b"/>
                <a:pathLst>
                  <a:path w="689623" h="1500872" fill="none">
                    <a:moveTo>
                      <a:pt x="416064" y="62980"/>
                    </a:moveTo>
                    <a:lnTo>
                      <a:pt x="689623" y="374669"/>
                    </a:lnTo>
                    <a:moveTo>
                      <a:pt x="689623" y="976525"/>
                    </a:moveTo>
                    <a:lnTo>
                      <a:pt x="11785" y="1500872"/>
                    </a:lnTo>
                    <a:lnTo>
                      <a:pt x="0" y="1486900"/>
                    </a:lnTo>
                    <a:lnTo>
                      <a:pt x="277152" y="1270756"/>
                    </a:lnTo>
                    <a:lnTo>
                      <a:pt x="296880" y="1199620"/>
                    </a:lnTo>
                    <a:lnTo>
                      <a:pt x="361632" y="1149556"/>
                    </a:lnTo>
                    <a:lnTo>
                      <a:pt x="373056" y="1164340"/>
                    </a:lnTo>
                    <a:lnTo>
                      <a:pt x="452544" y="1103044"/>
                    </a:lnTo>
                    <a:lnTo>
                      <a:pt x="441024" y="1088116"/>
                    </a:lnTo>
                    <a:lnTo>
                      <a:pt x="689623" y="899866"/>
                    </a:lnTo>
                    <a:moveTo>
                      <a:pt x="689623" y="795842"/>
                    </a:moveTo>
                    <a:lnTo>
                      <a:pt x="687888" y="793396"/>
                    </a:lnTo>
                    <a:lnTo>
                      <a:pt x="689623" y="792133"/>
                    </a:lnTo>
                    <a:moveTo>
                      <a:pt x="689623" y="505394"/>
                    </a:moveTo>
                    <a:lnTo>
                      <a:pt x="460608" y="233572"/>
                    </a:lnTo>
                    <a:lnTo>
                      <a:pt x="507360" y="192340"/>
                    </a:lnTo>
                    <a:lnTo>
                      <a:pt x="445680" y="122404"/>
                    </a:lnTo>
                    <a:lnTo>
                      <a:pt x="152065" y="273123"/>
                    </a:lnTo>
                    <a:lnTo>
                      <a:pt x="169245" y="188313"/>
                    </a:lnTo>
                    <a:lnTo>
                      <a:pt x="174674" y="185338"/>
                    </a:lnTo>
                    <a:lnTo>
                      <a:pt x="188687" y="210293"/>
                    </a:lnTo>
                    <a:lnTo>
                      <a:pt x="368156" y="114338"/>
                    </a:lnTo>
                    <a:lnTo>
                      <a:pt x="330697" y="16112"/>
                    </a:lnTo>
                    <a:lnTo>
                      <a:pt x="360767" y="0"/>
                    </a:lnTo>
                    <a:lnTo>
                      <a:pt x="416064" y="62980"/>
                    </a:lnTo>
                    <a:lnTo>
                      <a:pt x="416064" y="6298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29" name="Контур"/>
              <p:cNvSpPr/>
              <p:nvPr/>
            </p:nvSpPr>
            <p:spPr>
              <a:xfrm>
                <a:off x="6918041" y="3167272"/>
                <a:ext cx="166944" cy="186336"/>
              </a:xfrm>
              <a:custGeom>
                <a:avLst/>
                <a:gdLst/>
                <a:ahLst/>
                <a:cxnLst/>
                <a:rect l="l" t="t" r="r" b="b"/>
                <a:pathLst>
                  <a:path w="166944" h="186336" fill="none">
                    <a:moveTo>
                      <a:pt x="118368" y="177600"/>
                    </a:moveTo>
                    <a:lnTo>
                      <a:pt x="85248" y="186336"/>
                    </a:lnTo>
                    <a:lnTo>
                      <a:pt x="74496" y="181968"/>
                    </a:lnTo>
                    <a:lnTo>
                      <a:pt x="2016" y="90048"/>
                    </a:lnTo>
                    <a:lnTo>
                      <a:pt x="0" y="68640"/>
                    </a:lnTo>
                    <a:lnTo>
                      <a:pt x="8544" y="52704"/>
                    </a:lnTo>
                    <a:lnTo>
                      <a:pt x="24768" y="37728"/>
                    </a:lnTo>
                    <a:lnTo>
                      <a:pt x="73728" y="0"/>
                    </a:lnTo>
                    <a:lnTo>
                      <a:pt x="76752" y="3648"/>
                    </a:lnTo>
                    <a:lnTo>
                      <a:pt x="80064" y="5664"/>
                    </a:lnTo>
                    <a:lnTo>
                      <a:pt x="166944" y="111840"/>
                    </a:lnTo>
                    <a:lnTo>
                      <a:pt x="163920" y="121104"/>
                    </a:lnTo>
                    <a:lnTo>
                      <a:pt x="141984" y="138192"/>
                    </a:lnTo>
                    <a:lnTo>
                      <a:pt x="135216" y="140928"/>
                    </a:lnTo>
                    <a:lnTo>
                      <a:pt x="137520" y="149520"/>
                    </a:lnTo>
                    <a:lnTo>
                      <a:pt x="138384" y="164208"/>
                    </a:lnTo>
                    <a:lnTo>
                      <a:pt x="118368" y="177600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30" name="Контур"/>
              <p:cNvSpPr/>
              <p:nvPr/>
            </p:nvSpPr>
            <p:spPr>
              <a:xfrm>
                <a:off x="6160361" y="2628952"/>
                <a:ext cx="1039639" cy="1364496"/>
              </a:xfrm>
              <a:custGeom>
                <a:avLst/>
                <a:gdLst/>
                <a:ahLst/>
                <a:cxnLst/>
                <a:rect l="l" t="t" r="r" b="b"/>
                <a:pathLst>
                  <a:path w="1039639" h="1364496" fill="none">
                    <a:moveTo>
                      <a:pt x="317712" y="1323696"/>
                    </a:moveTo>
                    <a:lnTo>
                      <a:pt x="362160" y="1286832"/>
                    </a:lnTo>
                    <a:lnTo>
                      <a:pt x="348720" y="1268832"/>
                    </a:lnTo>
                    <a:lnTo>
                      <a:pt x="374304" y="1249728"/>
                    </a:lnTo>
                    <a:lnTo>
                      <a:pt x="0" y="768720"/>
                    </a:lnTo>
                    <a:lnTo>
                      <a:pt x="452304" y="407184"/>
                    </a:lnTo>
                    <a:lnTo>
                      <a:pt x="502080" y="150720"/>
                    </a:lnTo>
                    <a:lnTo>
                      <a:pt x="795696" y="0"/>
                    </a:lnTo>
                    <a:lnTo>
                      <a:pt x="857376" y="69936"/>
                    </a:lnTo>
                    <a:lnTo>
                      <a:pt x="810624" y="111168"/>
                    </a:lnTo>
                    <a:lnTo>
                      <a:pt x="1039639" y="382990"/>
                    </a:lnTo>
                    <a:moveTo>
                      <a:pt x="1039639" y="669729"/>
                    </a:moveTo>
                    <a:lnTo>
                      <a:pt x="1037904" y="670992"/>
                    </a:lnTo>
                    <a:lnTo>
                      <a:pt x="1039639" y="673438"/>
                    </a:lnTo>
                    <a:moveTo>
                      <a:pt x="1039639" y="777462"/>
                    </a:moveTo>
                    <a:lnTo>
                      <a:pt x="791040" y="965712"/>
                    </a:lnTo>
                    <a:lnTo>
                      <a:pt x="802560" y="980640"/>
                    </a:lnTo>
                    <a:lnTo>
                      <a:pt x="723072" y="1041936"/>
                    </a:lnTo>
                    <a:lnTo>
                      <a:pt x="711648" y="1027152"/>
                    </a:lnTo>
                    <a:lnTo>
                      <a:pt x="646896" y="1077216"/>
                    </a:lnTo>
                    <a:lnTo>
                      <a:pt x="627168" y="1148352"/>
                    </a:lnTo>
                    <a:lnTo>
                      <a:pt x="350016" y="1364496"/>
                    </a:lnTo>
                    <a:lnTo>
                      <a:pt x="317712" y="1323696"/>
                    </a:lnTo>
                    <a:lnTo>
                      <a:pt x="317712" y="1323696"/>
                    </a:lnTo>
                    <a:moveTo>
                      <a:pt x="832176" y="720288"/>
                    </a:moveTo>
                    <a:lnTo>
                      <a:pt x="842928" y="724656"/>
                    </a:lnTo>
                    <a:lnTo>
                      <a:pt x="876048" y="715920"/>
                    </a:lnTo>
                    <a:lnTo>
                      <a:pt x="896064" y="702528"/>
                    </a:lnTo>
                    <a:lnTo>
                      <a:pt x="895200" y="687840"/>
                    </a:lnTo>
                    <a:lnTo>
                      <a:pt x="892896" y="679248"/>
                    </a:lnTo>
                    <a:lnTo>
                      <a:pt x="899664" y="676512"/>
                    </a:lnTo>
                    <a:lnTo>
                      <a:pt x="921600" y="659424"/>
                    </a:lnTo>
                    <a:lnTo>
                      <a:pt x="924624" y="650160"/>
                    </a:lnTo>
                    <a:lnTo>
                      <a:pt x="837744" y="543984"/>
                    </a:lnTo>
                    <a:lnTo>
                      <a:pt x="834432" y="541968"/>
                    </a:lnTo>
                    <a:lnTo>
                      <a:pt x="831408" y="538320"/>
                    </a:lnTo>
                    <a:lnTo>
                      <a:pt x="782448" y="576048"/>
                    </a:lnTo>
                    <a:lnTo>
                      <a:pt x="766224" y="591024"/>
                    </a:lnTo>
                    <a:lnTo>
                      <a:pt x="757680" y="606960"/>
                    </a:lnTo>
                    <a:lnTo>
                      <a:pt x="759696" y="628368"/>
                    </a:lnTo>
                    <a:lnTo>
                      <a:pt x="832176" y="720288"/>
                    </a:lnTo>
                    <a:lnTo>
                      <a:pt x="832176" y="720288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31" name="Контур"/>
              <p:cNvSpPr/>
              <p:nvPr/>
            </p:nvSpPr>
            <p:spPr>
              <a:xfrm>
                <a:off x="4306985" y="2839912"/>
                <a:ext cx="2116608" cy="2592384"/>
              </a:xfrm>
              <a:custGeom>
                <a:avLst/>
                <a:gdLst/>
                <a:ahLst/>
                <a:cxnLst/>
                <a:rect l="l" t="t" r="r" b="b"/>
                <a:pathLst>
                  <a:path w="2116608" h="2592384" fill="none">
                    <a:moveTo>
                      <a:pt x="777821" y="347964"/>
                    </a:moveTo>
                    <a:lnTo>
                      <a:pt x="809247" y="318323"/>
                    </a:lnTo>
                    <a:lnTo>
                      <a:pt x="875994" y="255368"/>
                    </a:lnTo>
                    <a:lnTo>
                      <a:pt x="890209" y="270575"/>
                    </a:lnTo>
                    <a:lnTo>
                      <a:pt x="824919" y="334938"/>
                    </a:lnTo>
                    <a:lnTo>
                      <a:pt x="794147" y="365274"/>
                    </a:lnTo>
                    <a:lnTo>
                      <a:pt x="582288" y="574127"/>
                    </a:lnTo>
                    <a:lnTo>
                      <a:pt x="182641" y="951743"/>
                    </a:lnTo>
                    <a:lnTo>
                      <a:pt x="165649" y="968496"/>
                    </a:lnTo>
                    <a:lnTo>
                      <a:pt x="150028" y="956471"/>
                    </a:lnTo>
                    <a:lnTo>
                      <a:pt x="186805" y="905405"/>
                    </a:lnTo>
                    <a:lnTo>
                      <a:pt x="777821" y="347964"/>
                    </a:lnTo>
                    <a:close/>
                    <a:moveTo>
                      <a:pt x="502443" y="310770"/>
                    </a:moveTo>
                    <a:lnTo>
                      <a:pt x="293113" y="508210"/>
                    </a:lnTo>
                    <a:lnTo>
                      <a:pt x="0" y="197435"/>
                    </a:lnTo>
                    <a:lnTo>
                      <a:pt x="209327" y="0"/>
                    </a:lnTo>
                    <a:lnTo>
                      <a:pt x="502443" y="310770"/>
                    </a:lnTo>
                    <a:close/>
                    <a:moveTo>
                      <a:pt x="1140960" y="2261616"/>
                    </a:moveTo>
                    <a:lnTo>
                      <a:pt x="1154928" y="2248848"/>
                    </a:lnTo>
                    <a:lnTo>
                      <a:pt x="1136784" y="2226096"/>
                    </a:lnTo>
                    <a:lnTo>
                      <a:pt x="1273440" y="2120400"/>
                    </a:lnTo>
                    <a:lnTo>
                      <a:pt x="1287600" y="2137296"/>
                    </a:lnTo>
                    <a:lnTo>
                      <a:pt x="1315104" y="2115456"/>
                    </a:lnTo>
                    <a:lnTo>
                      <a:pt x="1332528" y="2136960"/>
                    </a:lnTo>
                    <a:lnTo>
                      <a:pt x="1358448" y="2116944"/>
                    </a:lnTo>
                    <a:lnTo>
                      <a:pt x="1326864" y="2079072"/>
                    </a:lnTo>
                    <a:lnTo>
                      <a:pt x="1879248" y="1651824"/>
                    </a:lnTo>
                    <a:lnTo>
                      <a:pt x="1921584" y="1731888"/>
                    </a:lnTo>
                    <a:lnTo>
                      <a:pt x="1912656" y="1756512"/>
                    </a:lnTo>
                    <a:lnTo>
                      <a:pt x="2030304" y="2023344"/>
                    </a:lnTo>
                    <a:lnTo>
                      <a:pt x="2116608" y="2199264"/>
                    </a:lnTo>
                    <a:lnTo>
                      <a:pt x="1300224" y="2592384"/>
                    </a:lnTo>
                    <a:lnTo>
                      <a:pt x="1140960" y="2261616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32" name="Контур"/>
              <p:cNvSpPr/>
              <p:nvPr/>
            </p:nvSpPr>
            <p:spPr>
              <a:xfrm>
                <a:off x="6727817" y="4006744"/>
                <a:ext cx="472183" cy="1055247"/>
              </a:xfrm>
              <a:custGeom>
                <a:avLst/>
                <a:gdLst/>
                <a:ahLst/>
                <a:cxnLst/>
                <a:rect l="l" t="t" r="r" b="b"/>
                <a:pathLst>
                  <a:path w="472183" h="1055247" fill="none">
                    <a:moveTo>
                      <a:pt x="0" y="66096"/>
                    </a:moveTo>
                    <a:lnTo>
                      <a:pt x="85440" y="0"/>
                    </a:lnTo>
                    <a:lnTo>
                      <a:pt x="85488" y="0"/>
                    </a:lnTo>
                    <a:lnTo>
                      <a:pt x="416640" y="693744"/>
                    </a:lnTo>
                    <a:lnTo>
                      <a:pt x="472183" y="810166"/>
                    </a:lnTo>
                    <a:moveTo>
                      <a:pt x="472183" y="1055247"/>
                    </a:moveTo>
                    <a:lnTo>
                      <a:pt x="379872" y="861888"/>
                    </a:lnTo>
                    <a:lnTo>
                      <a:pt x="366048" y="832896"/>
                    </a:lnTo>
                    <a:lnTo>
                      <a:pt x="96" y="66288"/>
                    </a:lnTo>
                    <a:lnTo>
                      <a:pt x="0" y="66096"/>
                    </a:lnTo>
                    <a:lnTo>
                      <a:pt x="0" y="66096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33" name="Контур"/>
              <p:cNvSpPr/>
              <p:nvPr/>
            </p:nvSpPr>
            <p:spPr>
              <a:xfrm>
                <a:off x="4342601" y="3895768"/>
                <a:ext cx="2765088" cy="1338096"/>
              </a:xfrm>
              <a:custGeom>
                <a:avLst/>
                <a:gdLst/>
                <a:ahLst/>
                <a:cxnLst/>
                <a:rect l="l" t="t" r="r" b="b"/>
                <a:pathLst>
                  <a:path w="2765088" h="1338096" fill="none">
                    <a:moveTo>
                      <a:pt x="1067952" y="58224"/>
                    </a:moveTo>
                    <a:lnTo>
                      <a:pt x="1076256" y="72864"/>
                    </a:lnTo>
                    <a:lnTo>
                      <a:pt x="1100112" y="56832"/>
                    </a:lnTo>
                    <a:lnTo>
                      <a:pt x="1264176" y="272112"/>
                    </a:lnTo>
                    <a:lnTo>
                      <a:pt x="1275456" y="263904"/>
                    </a:lnTo>
                    <a:lnTo>
                      <a:pt x="1328352" y="335520"/>
                    </a:lnTo>
                    <a:lnTo>
                      <a:pt x="1267152" y="380784"/>
                    </a:lnTo>
                    <a:lnTo>
                      <a:pt x="1269840" y="386688"/>
                    </a:lnTo>
                    <a:lnTo>
                      <a:pt x="1482192" y="651120"/>
                    </a:lnTo>
                    <a:lnTo>
                      <a:pt x="760992" y="1209024"/>
                    </a:lnTo>
                    <a:lnTo>
                      <a:pt x="554880" y="1338096"/>
                    </a:lnTo>
                    <a:lnTo>
                      <a:pt x="502608" y="1225248"/>
                    </a:lnTo>
                    <a:lnTo>
                      <a:pt x="482496" y="1170384"/>
                    </a:lnTo>
                    <a:lnTo>
                      <a:pt x="414240" y="1036944"/>
                    </a:lnTo>
                    <a:lnTo>
                      <a:pt x="374112" y="1054992"/>
                    </a:lnTo>
                    <a:lnTo>
                      <a:pt x="341568" y="987552"/>
                    </a:lnTo>
                    <a:lnTo>
                      <a:pt x="319536" y="985344"/>
                    </a:lnTo>
                    <a:lnTo>
                      <a:pt x="282816" y="927312"/>
                    </a:lnTo>
                    <a:lnTo>
                      <a:pt x="299472" y="901152"/>
                    </a:lnTo>
                    <a:lnTo>
                      <a:pt x="231696" y="760848"/>
                    </a:lnTo>
                    <a:lnTo>
                      <a:pt x="31776" y="797424"/>
                    </a:lnTo>
                    <a:lnTo>
                      <a:pt x="0" y="814032"/>
                    </a:lnTo>
                    <a:lnTo>
                      <a:pt x="188352" y="661680"/>
                    </a:lnTo>
                    <a:lnTo>
                      <a:pt x="478656" y="411984"/>
                    </a:lnTo>
                    <a:lnTo>
                      <a:pt x="653088" y="278928"/>
                    </a:lnTo>
                    <a:lnTo>
                      <a:pt x="669456" y="261648"/>
                    </a:lnTo>
                    <a:lnTo>
                      <a:pt x="1024320" y="0"/>
                    </a:lnTo>
                    <a:lnTo>
                      <a:pt x="1067952" y="58224"/>
                    </a:lnTo>
                    <a:close/>
                    <a:moveTo>
                      <a:pt x="2128752" y="1240800"/>
                    </a:moveTo>
                    <a:lnTo>
                      <a:pt x="2751264" y="943872"/>
                    </a:lnTo>
                    <a:lnTo>
                      <a:pt x="2765088" y="972864"/>
                    </a:lnTo>
                    <a:lnTo>
                      <a:pt x="2142672" y="1269552"/>
                    </a:lnTo>
                    <a:lnTo>
                      <a:pt x="2128752" y="1240800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34" name="Контур"/>
              <p:cNvSpPr/>
              <p:nvPr/>
            </p:nvSpPr>
            <p:spPr>
              <a:xfrm>
                <a:off x="5474969" y="2394376"/>
                <a:ext cx="1725031" cy="2582832"/>
              </a:xfrm>
              <a:custGeom>
                <a:avLst/>
                <a:gdLst/>
                <a:ahLst/>
                <a:cxnLst/>
                <a:rect l="l" t="t" r="r" b="b"/>
                <a:pathLst>
                  <a:path w="1725031" h="2582832" fill="none">
                    <a:moveTo>
                      <a:pt x="1725031" y="1313267"/>
                    </a:moveTo>
                    <a:lnTo>
                      <a:pt x="158880" y="2524608"/>
                    </a:lnTo>
                    <a:lnTo>
                      <a:pt x="190464" y="2562480"/>
                    </a:lnTo>
                    <a:lnTo>
                      <a:pt x="164544" y="2582496"/>
                    </a:lnTo>
                    <a:lnTo>
                      <a:pt x="147120" y="2560992"/>
                    </a:lnTo>
                    <a:lnTo>
                      <a:pt x="119616" y="2582832"/>
                    </a:lnTo>
                    <a:lnTo>
                      <a:pt x="103968" y="2560560"/>
                    </a:lnTo>
                    <a:lnTo>
                      <a:pt x="77280" y="2568960"/>
                    </a:lnTo>
                    <a:lnTo>
                      <a:pt x="48432" y="2532288"/>
                    </a:lnTo>
                    <a:lnTo>
                      <a:pt x="44496" y="2535264"/>
                    </a:lnTo>
                    <a:lnTo>
                      <a:pt x="0" y="2423136"/>
                    </a:lnTo>
                    <a:lnTo>
                      <a:pt x="1725031" y="1088698"/>
                    </a:lnTo>
                    <a:moveTo>
                      <a:pt x="1725031" y="486857"/>
                    </a:moveTo>
                    <a:lnTo>
                      <a:pt x="1388880" y="103920"/>
                    </a:lnTo>
                    <a:lnTo>
                      <a:pt x="1536048" y="30000"/>
                    </a:lnTo>
                    <a:lnTo>
                      <a:pt x="1610592" y="2256"/>
                    </a:lnTo>
                    <a:lnTo>
                      <a:pt x="1706592" y="0"/>
                    </a:lnTo>
                    <a:lnTo>
                      <a:pt x="1725031" y="21005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35" name="Контур"/>
              <p:cNvSpPr/>
              <p:nvPr/>
            </p:nvSpPr>
            <p:spPr>
              <a:xfrm>
                <a:off x="3256073" y="4072840"/>
                <a:ext cx="3837792" cy="1063728"/>
              </a:xfrm>
              <a:custGeom>
                <a:avLst/>
                <a:gdLst/>
                <a:ahLst/>
                <a:cxnLst/>
                <a:rect l="l" t="t" r="r" b="b"/>
                <a:pathLst>
                  <a:path w="3837792" h="1063728" fill="none">
                    <a:moveTo>
                      <a:pt x="3081216" y="790416"/>
                    </a:moveTo>
                    <a:lnTo>
                      <a:pt x="2963568" y="523584"/>
                    </a:lnTo>
                    <a:lnTo>
                      <a:pt x="2972496" y="498960"/>
                    </a:lnTo>
                    <a:lnTo>
                      <a:pt x="2934336" y="422496"/>
                    </a:lnTo>
                    <a:lnTo>
                      <a:pt x="2930160" y="418896"/>
                    </a:lnTo>
                    <a:lnTo>
                      <a:pt x="3471744" y="0"/>
                    </a:lnTo>
                    <a:lnTo>
                      <a:pt x="3471840" y="192"/>
                    </a:lnTo>
                    <a:lnTo>
                      <a:pt x="3837792" y="766800"/>
                    </a:lnTo>
                    <a:lnTo>
                      <a:pt x="3215280" y="1063728"/>
                    </a:lnTo>
                    <a:lnTo>
                      <a:pt x="3167520" y="966336"/>
                    </a:lnTo>
                    <a:lnTo>
                      <a:pt x="3081216" y="790416"/>
                    </a:lnTo>
                    <a:close/>
                    <a:moveTo>
                      <a:pt x="323712" y="534528"/>
                    </a:moveTo>
                    <a:lnTo>
                      <a:pt x="351888" y="584832"/>
                    </a:lnTo>
                    <a:lnTo>
                      <a:pt x="0" y="839856"/>
                    </a:lnTo>
                    <a:lnTo>
                      <a:pt x="323712" y="534528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36" name="Контур"/>
              <p:cNvSpPr/>
              <p:nvPr/>
            </p:nvSpPr>
            <p:spPr>
              <a:xfrm>
                <a:off x="2524409" y="2232000"/>
                <a:ext cx="3485632" cy="3259576"/>
              </a:xfrm>
              <a:custGeom>
                <a:avLst/>
                <a:gdLst/>
                <a:ahLst/>
                <a:cxnLst/>
                <a:rect l="l" t="t" r="r" b="b"/>
                <a:pathLst>
                  <a:path w="3485632" h="3259576" fill="none">
                    <a:moveTo>
                      <a:pt x="3485632" y="0"/>
                    </a:moveTo>
                    <a:lnTo>
                      <a:pt x="3483936" y="1576"/>
                    </a:lnTo>
                    <a:lnTo>
                      <a:pt x="3476086" y="0"/>
                    </a:lnTo>
                    <a:moveTo>
                      <a:pt x="3451964" y="0"/>
                    </a:moveTo>
                    <a:lnTo>
                      <a:pt x="2601936" y="802696"/>
                    </a:lnTo>
                    <a:lnTo>
                      <a:pt x="2658576" y="863272"/>
                    </a:lnTo>
                    <a:lnTo>
                      <a:pt x="1969392" y="1513336"/>
                    </a:lnTo>
                    <a:lnTo>
                      <a:pt x="1932624" y="1564360"/>
                    </a:lnTo>
                    <a:lnTo>
                      <a:pt x="1906944" y="1544632"/>
                    </a:lnTo>
                    <a:lnTo>
                      <a:pt x="1680096" y="1759192"/>
                    </a:lnTo>
                    <a:lnTo>
                      <a:pt x="1740432" y="1846216"/>
                    </a:lnTo>
                    <a:lnTo>
                      <a:pt x="1158864" y="2279368"/>
                    </a:lnTo>
                    <a:lnTo>
                      <a:pt x="731664" y="2680696"/>
                    </a:lnTo>
                    <a:lnTo>
                      <a:pt x="639408" y="2747560"/>
                    </a:lnTo>
                    <a:lnTo>
                      <a:pt x="515760" y="2820424"/>
                    </a:lnTo>
                    <a:lnTo>
                      <a:pt x="489168" y="2845960"/>
                    </a:lnTo>
                    <a:lnTo>
                      <a:pt x="486240" y="2859352"/>
                    </a:lnTo>
                    <a:lnTo>
                      <a:pt x="75072" y="3259576"/>
                    </a:lnTo>
                    <a:lnTo>
                      <a:pt x="0" y="3180040"/>
                    </a:lnTo>
                    <a:lnTo>
                      <a:pt x="83184" y="3084520"/>
                    </a:lnTo>
                    <a:lnTo>
                      <a:pt x="144240" y="3086344"/>
                    </a:lnTo>
                    <a:lnTo>
                      <a:pt x="1197216" y="2093176"/>
                    </a:lnTo>
                    <a:lnTo>
                      <a:pt x="1252944" y="2012536"/>
                    </a:lnTo>
                    <a:lnTo>
                      <a:pt x="1441104" y="1835080"/>
                    </a:lnTo>
                    <a:lnTo>
                      <a:pt x="1727568" y="1592920"/>
                    </a:lnTo>
                    <a:lnTo>
                      <a:pt x="2677296" y="697192"/>
                    </a:lnTo>
                    <a:lnTo>
                      <a:pt x="2733024" y="616552"/>
                    </a:lnTo>
                    <a:lnTo>
                      <a:pt x="2872992" y="484504"/>
                    </a:lnTo>
                    <a:lnTo>
                      <a:pt x="2956800" y="433528"/>
                    </a:lnTo>
                    <a:lnTo>
                      <a:pt x="3239760" y="166648"/>
                    </a:lnTo>
                    <a:lnTo>
                      <a:pt x="3403187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37" name="Контур"/>
              <p:cNvSpPr/>
              <p:nvPr/>
            </p:nvSpPr>
            <p:spPr>
              <a:xfrm>
                <a:off x="2209446" y="4225084"/>
                <a:ext cx="1122355" cy="1093237"/>
              </a:xfrm>
              <a:custGeom>
                <a:avLst/>
                <a:gdLst/>
                <a:ahLst/>
                <a:cxnLst/>
                <a:rect l="l" t="t" r="r" b="b"/>
                <a:pathLst>
                  <a:path w="1122355" h="1093237" fill="none">
                    <a:moveTo>
                      <a:pt x="778186" y="63265"/>
                    </a:moveTo>
                    <a:lnTo>
                      <a:pt x="528519" y="298749"/>
                    </a:lnTo>
                    <a:lnTo>
                      <a:pt x="811765" y="599055"/>
                    </a:lnTo>
                    <a:lnTo>
                      <a:pt x="1061433" y="363571"/>
                    </a:lnTo>
                    <a:lnTo>
                      <a:pt x="1122355" y="428163"/>
                    </a:lnTo>
                    <a:lnTo>
                      <a:pt x="1121165" y="468875"/>
                    </a:lnTo>
                    <a:lnTo>
                      <a:pt x="459197" y="1093237"/>
                    </a:lnTo>
                    <a:lnTo>
                      <a:pt x="398129" y="1091452"/>
                    </a:lnTo>
                    <a:lnTo>
                      <a:pt x="0" y="669343"/>
                    </a:lnTo>
                    <a:lnTo>
                      <a:pt x="929" y="607319"/>
                    </a:lnTo>
                    <a:lnTo>
                      <a:pt x="55812" y="551051"/>
                    </a:lnTo>
                    <a:lnTo>
                      <a:pt x="514739" y="129516"/>
                    </a:lnTo>
                    <a:lnTo>
                      <a:pt x="561827" y="96252"/>
                    </a:lnTo>
                    <a:lnTo>
                      <a:pt x="604067" y="57660"/>
                    </a:lnTo>
                    <a:lnTo>
                      <a:pt x="656127" y="0"/>
                    </a:lnTo>
                    <a:lnTo>
                      <a:pt x="718885" y="392"/>
                    </a:lnTo>
                    <a:lnTo>
                      <a:pt x="778186" y="63265"/>
                    </a:lnTo>
                    <a:close/>
                    <a:moveTo>
                      <a:pt x="1061433" y="363571"/>
                    </a:moveTo>
                    <a:lnTo>
                      <a:pt x="811765" y="599055"/>
                    </a:lnTo>
                    <a:lnTo>
                      <a:pt x="528519" y="298749"/>
                    </a:lnTo>
                    <a:lnTo>
                      <a:pt x="582468" y="247865"/>
                    </a:lnTo>
                    <a:lnTo>
                      <a:pt x="748891" y="90897"/>
                    </a:lnTo>
                    <a:lnTo>
                      <a:pt x="778186" y="63265"/>
                    </a:lnTo>
                    <a:lnTo>
                      <a:pt x="1061433" y="363571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38" name="Контур"/>
              <p:cNvSpPr/>
              <p:nvPr/>
            </p:nvSpPr>
            <p:spPr>
              <a:xfrm>
                <a:off x="3579606" y="2232000"/>
                <a:ext cx="3273679" cy="2577351"/>
              </a:xfrm>
              <a:custGeom>
                <a:avLst/>
                <a:gdLst/>
                <a:ahLst/>
                <a:cxnLst/>
                <a:rect l="l" t="t" r="r" b="b"/>
                <a:pathLst>
                  <a:path w="3273679" h="2577351" fill="none">
                    <a:moveTo>
                      <a:pt x="3044543" y="0"/>
                    </a:moveTo>
                    <a:lnTo>
                      <a:pt x="3273679" y="254397"/>
                    </a:lnTo>
                    <a:lnTo>
                      <a:pt x="2979156" y="419032"/>
                    </a:lnTo>
                    <a:lnTo>
                      <a:pt x="2789364" y="543303"/>
                    </a:lnTo>
                    <a:lnTo>
                      <a:pt x="2182020" y="982551"/>
                    </a:lnTo>
                    <a:lnTo>
                      <a:pt x="1551299" y="1549192"/>
                    </a:lnTo>
                    <a:lnTo>
                      <a:pt x="726899" y="2164119"/>
                    </a:lnTo>
                    <a:lnTo>
                      <a:pt x="149411" y="2577351"/>
                    </a:lnTo>
                    <a:lnTo>
                      <a:pt x="28357" y="2425672"/>
                    </a:lnTo>
                    <a:lnTo>
                      <a:pt x="0" y="2375046"/>
                    </a:lnTo>
                    <a:lnTo>
                      <a:pt x="103649" y="2279364"/>
                    </a:lnTo>
                    <a:lnTo>
                      <a:pt x="685222" y="1846201"/>
                    </a:lnTo>
                    <a:lnTo>
                      <a:pt x="624899" y="1759192"/>
                    </a:lnTo>
                    <a:lnTo>
                      <a:pt x="851748" y="1544632"/>
                    </a:lnTo>
                    <a:lnTo>
                      <a:pt x="893028" y="1576408"/>
                    </a:lnTo>
                    <a:lnTo>
                      <a:pt x="1309667" y="1182039"/>
                    </a:lnTo>
                    <a:lnTo>
                      <a:pt x="1617588" y="878487"/>
                    </a:lnTo>
                    <a:lnTo>
                      <a:pt x="1546739" y="802696"/>
                    </a:lnTo>
                    <a:lnTo>
                      <a:pt x="2396768" y="0"/>
                    </a:lnTo>
                    <a:moveTo>
                      <a:pt x="2420889" y="0"/>
                    </a:moveTo>
                    <a:lnTo>
                      <a:pt x="2428739" y="1576"/>
                    </a:lnTo>
                    <a:lnTo>
                      <a:pt x="2430435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39" name="Контур"/>
              <p:cNvSpPr/>
              <p:nvPr/>
            </p:nvSpPr>
            <p:spPr>
              <a:xfrm>
                <a:off x="1834540" y="3523889"/>
                <a:ext cx="1590350" cy="1170070"/>
              </a:xfrm>
              <a:custGeom>
                <a:avLst/>
                <a:gdLst/>
                <a:ahLst/>
                <a:cxnLst/>
                <a:rect l="l" t="t" r="r" b="b"/>
                <a:pathLst>
                  <a:path w="1590350" h="1170070" fill="none">
                    <a:moveTo>
                      <a:pt x="1144553" y="650448"/>
                    </a:moveTo>
                    <a:lnTo>
                      <a:pt x="1549638" y="1079956"/>
                    </a:lnTo>
                    <a:lnTo>
                      <a:pt x="1590350" y="1081146"/>
                    </a:lnTo>
                    <a:lnTo>
                      <a:pt x="1496071" y="1170070"/>
                    </a:lnTo>
                    <a:lnTo>
                      <a:pt x="1497261" y="1129358"/>
                    </a:lnTo>
                    <a:lnTo>
                      <a:pt x="1436339" y="1064766"/>
                    </a:lnTo>
                    <a:lnTo>
                      <a:pt x="1153092" y="764460"/>
                    </a:lnTo>
                    <a:lnTo>
                      <a:pt x="1093791" y="701587"/>
                    </a:lnTo>
                    <a:lnTo>
                      <a:pt x="1031033" y="701195"/>
                    </a:lnTo>
                    <a:lnTo>
                      <a:pt x="1092255" y="626134"/>
                    </a:lnTo>
                    <a:lnTo>
                      <a:pt x="1099261" y="619606"/>
                    </a:lnTo>
                    <a:lnTo>
                      <a:pt x="1119791" y="583228"/>
                    </a:lnTo>
                    <a:lnTo>
                      <a:pt x="1127974" y="632895"/>
                    </a:lnTo>
                    <a:lnTo>
                      <a:pt x="1144553" y="650448"/>
                    </a:lnTo>
                    <a:close/>
                    <a:moveTo>
                      <a:pt x="475513" y="509729"/>
                    </a:moveTo>
                    <a:lnTo>
                      <a:pt x="70579" y="75658"/>
                    </a:lnTo>
                    <a:lnTo>
                      <a:pt x="0" y="0"/>
                    </a:lnTo>
                    <a:lnTo>
                      <a:pt x="20128" y="20085"/>
                    </a:lnTo>
                    <a:lnTo>
                      <a:pt x="232902" y="221516"/>
                    </a:lnTo>
                    <a:lnTo>
                      <a:pt x="279422" y="265558"/>
                    </a:lnTo>
                    <a:lnTo>
                      <a:pt x="419201" y="411574"/>
                    </a:lnTo>
                    <a:lnTo>
                      <a:pt x="442771" y="452660"/>
                    </a:lnTo>
                    <a:lnTo>
                      <a:pt x="475513" y="509729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40" name="Контур"/>
              <p:cNvSpPr/>
              <p:nvPr/>
            </p:nvSpPr>
            <p:spPr>
              <a:xfrm>
                <a:off x="1440000" y="2232000"/>
                <a:ext cx="2541302" cy="1682802"/>
              </a:xfrm>
              <a:custGeom>
                <a:avLst/>
                <a:gdLst/>
                <a:ahLst/>
                <a:cxnLst/>
                <a:rect l="l" t="t" r="r" b="b"/>
                <a:pathLst>
                  <a:path w="2541302" h="1682802" fill="none">
                    <a:moveTo>
                      <a:pt x="13811" y="883764"/>
                    </a:moveTo>
                    <a:lnTo>
                      <a:pt x="45869" y="918128"/>
                    </a:lnTo>
                    <a:lnTo>
                      <a:pt x="46606" y="918918"/>
                    </a:lnTo>
                    <a:lnTo>
                      <a:pt x="35742" y="930273"/>
                    </a:lnTo>
                    <a:lnTo>
                      <a:pt x="0" y="967632"/>
                    </a:lnTo>
                    <a:moveTo>
                      <a:pt x="0" y="1049174"/>
                    </a:moveTo>
                    <a:lnTo>
                      <a:pt x="316507" y="1351984"/>
                    </a:lnTo>
                    <a:lnTo>
                      <a:pt x="0" y="1682802"/>
                    </a:lnTo>
                    <a:moveTo>
                      <a:pt x="0" y="898200"/>
                    </a:moveTo>
                    <a:lnTo>
                      <a:pt x="13811" y="883764"/>
                    </a:lnTo>
                    <a:lnTo>
                      <a:pt x="13811" y="883764"/>
                    </a:lnTo>
                    <a:moveTo>
                      <a:pt x="2541302" y="0"/>
                    </a:moveTo>
                    <a:lnTo>
                      <a:pt x="1675577" y="816620"/>
                    </a:lnTo>
                    <a:lnTo>
                      <a:pt x="962922" y="52835"/>
                    </a:lnTo>
                    <a:lnTo>
                      <a:pt x="909288" y="0"/>
                    </a:lnTo>
                    <a:moveTo>
                      <a:pt x="1110584" y="0"/>
                    </a:moveTo>
                    <a:lnTo>
                      <a:pt x="1655705" y="584155"/>
                    </a:lnTo>
                    <a:lnTo>
                      <a:pt x="1675716" y="599224"/>
                    </a:lnTo>
                    <a:lnTo>
                      <a:pt x="1706057" y="606989"/>
                    </a:lnTo>
                    <a:lnTo>
                      <a:pt x="1736778" y="601196"/>
                    </a:lnTo>
                    <a:lnTo>
                      <a:pt x="1757758" y="587410"/>
                    </a:lnTo>
                    <a:lnTo>
                      <a:pt x="2281477" y="93404"/>
                    </a:lnTo>
                    <a:lnTo>
                      <a:pt x="2068798" y="94599"/>
                    </a:lnTo>
                    <a:lnTo>
                      <a:pt x="1939918" y="105452"/>
                    </a:lnTo>
                    <a:lnTo>
                      <a:pt x="2051716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41" name="Контур"/>
              <p:cNvSpPr/>
              <p:nvPr/>
            </p:nvSpPr>
            <p:spPr>
              <a:xfrm>
                <a:off x="1537097" y="2498824"/>
                <a:ext cx="1009488" cy="993552"/>
              </a:xfrm>
              <a:custGeom>
                <a:avLst/>
                <a:gdLst/>
                <a:ahLst/>
                <a:cxnLst/>
                <a:rect l="l" t="t" r="r" b="b"/>
                <a:pathLst>
                  <a:path w="1009488" h="993552" fill="none">
                    <a:moveTo>
                      <a:pt x="373104" y="993552"/>
                    </a:moveTo>
                    <a:lnTo>
                      <a:pt x="348528" y="967248"/>
                    </a:lnTo>
                    <a:lnTo>
                      <a:pt x="0" y="593568"/>
                    </a:lnTo>
                    <a:lnTo>
                      <a:pt x="497856" y="129216"/>
                    </a:lnTo>
                    <a:lnTo>
                      <a:pt x="636384" y="0"/>
                    </a:lnTo>
                    <a:lnTo>
                      <a:pt x="846576" y="225264"/>
                    </a:lnTo>
                    <a:lnTo>
                      <a:pt x="900576" y="283152"/>
                    </a:lnTo>
                    <a:lnTo>
                      <a:pt x="943872" y="329568"/>
                    </a:lnTo>
                    <a:lnTo>
                      <a:pt x="984912" y="373536"/>
                    </a:lnTo>
                    <a:lnTo>
                      <a:pt x="1009488" y="399888"/>
                    </a:lnTo>
                    <a:lnTo>
                      <a:pt x="373104" y="993552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42" name="Контур"/>
              <p:cNvSpPr/>
              <p:nvPr/>
            </p:nvSpPr>
            <p:spPr>
              <a:xfrm>
                <a:off x="1440000" y="2232000"/>
                <a:ext cx="1866041" cy="2603800"/>
              </a:xfrm>
              <a:custGeom>
                <a:avLst/>
                <a:gdLst/>
                <a:ahLst/>
                <a:cxnLst/>
                <a:rect l="l" t="t" r="r" b="b"/>
                <a:pathLst>
                  <a:path w="1866041" h="2603800" fill="none">
                    <a:moveTo>
                      <a:pt x="0" y="967632"/>
                    </a:moveTo>
                    <a:lnTo>
                      <a:pt x="35742" y="930273"/>
                    </a:lnTo>
                    <a:lnTo>
                      <a:pt x="169677" y="1067510"/>
                    </a:lnTo>
                    <a:lnTo>
                      <a:pt x="356464" y="1253894"/>
                    </a:lnTo>
                    <a:lnTo>
                      <a:pt x="354482" y="1312291"/>
                    </a:lnTo>
                    <a:lnTo>
                      <a:pt x="316507" y="1351984"/>
                    </a:lnTo>
                    <a:lnTo>
                      <a:pt x="0" y="1049174"/>
                    </a:lnTo>
                    <a:moveTo>
                      <a:pt x="706848" y="0"/>
                    </a:moveTo>
                    <a:lnTo>
                      <a:pt x="715385" y="7816"/>
                    </a:lnTo>
                    <a:lnTo>
                      <a:pt x="722695" y="0"/>
                    </a:lnTo>
                    <a:moveTo>
                      <a:pt x="902229" y="0"/>
                    </a:moveTo>
                    <a:lnTo>
                      <a:pt x="931673" y="22312"/>
                    </a:lnTo>
                    <a:lnTo>
                      <a:pt x="1866041" y="1020808"/>
                    </a:lnTo>
                    <a:lnTo>
                      <a:pt x="1820441" y="1065736"/>
                    </a:lnTo>
                    <a:lnTo>
                      <a:pt x="1825961" y="1099384"/>
                    </a:lnTo>
                    <a:lnTo>
                      <a:pt x="1736825" y="1213240"/>
                    </a:lnTo>
                    <a:lnTo>
                      <a:pt x="1723529" y="1238920"/>
                    </a:lnTo>
                    <a:lnTo>
                      <a:pt x="1702697" y="1292968"/>
                    </a:lnTo>
                    <a:lnTo>
                      <a:pt x="1611113" y="1657768"/>
                    </a:lnTo>
                    <a:lnTo>
                      <a:pt x="1560521" y="1793272"/>
                    </a:lnTo>
                    <a:lnTo>
                      <a:pt x="1493801" y="1911496"/>
                    </a:lnTo>
                    <a:lnTo>
                      <a:pt x="1373513" y="2050744"/>
                    </a:lnTo>
                    <a:lnTo>
                      <a:pt x="1331273" y="2089336"/>
                    </a:lnTo>
                    <a:lnTo>
                      <a:pt x="1284185" y="2122600"/>
                    </a:lnTo>
                    <a:lnTo>
                      <a:pt x="825257" y="2544136"/>
                    </a:lnTo>
                    <a:lnTo>
                      <a:pt x="800825" y="2528536"/>
                    </a:lnTo>
                    <a:lnTo>
                      <a:pt x="748361" y="2603800"/>
                    </a:lnTo>
                    <a:lnTo>
                      <a:pt x="720137" y="2593048"/>
                    </a:lnTo>
                    <a:lnTo>
                      <a:pt x="778553" y="2329336"/>
                    </a:lnTo>
                    <a:lnTo>
                      <a:pt x="814889" y="2093080"/>
                    </a:lnTo>
                    <a:lnTo>
                      <a:pt x="890873" y="1837912"/>
                    </a:lnTo>
                    <a:lnTo>
                      <a:pt x="813737" y="1703464"/>
                    </a:lnTo>
                    <a:lnTo>
                      <a:pt x="673961" y="1557448"/>
                    </a:lnTo>
                    <a:lnTo>
                      <a:pt x="414665" y="1311976"/>
                    </a:lnTo>
                    <a:lnTo>
                      <a:pt x="35369" y="929896"/>
                    </a:lnTo>
                    <a:lnTo>
                      <a:pt x="64025" y="897784"/>
                    </a:lnTo>
                    <a:lnTo>
                      <a:pt x="3449" y="839416"/>
                    </a:lnTo>
                    <a:lnTo>
                      <a:pt x="0" y="836931"/>
                    </a:lnTo>
                    <a:moveTo>
                      <a:pt x="0" y="68594"/>
                    </a:moveTo>
                    <a:lnTo>
                      <a:pt x="39161" y="26248"/>
                    </a:lnTo>
                    <a:lnTo>
                      <a:pt x="52601" y="40264"/>
                    </a:lnTo>
                    <a:lnTo>
                      <a:pt x="89177" y="2248"/>
                    </a:lnTo>
                    <a:lnTo>
                      <a:pt x="96377" y="9352"/>
                    </a:lnTo>
                    <a:lnTo>
                      <a:pt x="105119" y="0"/>
                    </a:lnTo>
                    <a:moveTo>
                      <a:pt x="1040969" y="596392"/>
                    </a:moveTo>
                    <a:lnTo>
                      <a:pt x="997673" y="549976"/>
                    </a:lnTo>
                    <a:lnTo>
                      <a:pt x="943673" y="492088"/>
                    </a:lnTo>
                    <a:lnTo>
                      <a:pt x="733481" y="266824"/>
                    </a:lnTo>
                    <a:lnTo>
                      <a:pt x="594953" y="396040"/>
                    </a:lnTo>
                    <a:lnTo>
                      <a:pt x="97097" y="860392"/>
                    </a:lnTo>
                    <a:lnTo>
                      <a:pt x="445625" y="1234072"/>
                    </a:lnTo>
                    <a:lnTo>
                      <a:pt x="470201" y="1260376"/>
                    </a:lnTo>
                    <a:lnTo>
                      <a:pt x="1106585" y="666712"/>
                    </a:lnTo>
                    <a:lnTo>
                      <a:pt x="1082009" y="640360"/>
                    </a:lnTo>
                    <a:lnTo>
                      <a:pt x="1040969" y="596392"/>
                    </a:lnTo>
                    <a:lnTo>
                      <a:pt x="1040969" y="596392"/>
                    </a:lnTo>
                    <a:moveTo>
                      <a:pt x="0" y="1793897"/>
                    </a:moveTo>
                    <a:lnTo>
                      <a:pt x="18286" y="1774784"/>
                    </a:lnTo>
                    <a:lnTo>
                      <a:pt x="137253" y="1888602"/>
                    </a:lnTo>
                    <a:lnTo>
                      <a:pt x="404690" y="1609068"/>
                    </a:lnTo>
                    <a:lnTo>
                      <a:pt x="285726" y="1495251"/>
                    </a:lnTo>
                    <a:lnTo>
                      <a:pt x="372000" y="1405075"/>
                    </a:lnTo>
                    <a:lnTo>
                      <a:pt x="876138" y="1887395"/>
                    </a:lnTo>
                    <a:lnTo>
                      <a:pt x="820168" y="2075352"/>
                    </a:lnTo>
                    <a:lnTo>
                      <a:pt x="562218" y="2344941"/>
                    </a:lnTo>
                    <a:lnTo>
                      <a:pt x="726869" y="2502484"/>
                    </a:lnTo>
                    <a:lnTo>
                      <a:pt x="695811" y="2532181"/>
                    </a:lnTo>
                    <a:lnTo>
                      <a:pt x="640255" y="2532231"/>
                    </a:lnTo>
                    <a:lnTo>
                      <a:pt x="618929" y="2511911"/>
                    </a:lnTo>
                    <a:lnTo>
                      <a:pt x="563091" y="2430375"/>
                    </a:lnTo>
                    <a:lnTo>
                      <a:pt x="424047" y="2297970"/>
                    </a:lnTo>
                    <a:lnTo>
                      <a:pt x="340850" y="2246962"/>
                    </a:lnTo>
                    <a:lnTo>
                      <a:pt x="0" y="1922206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43" name="Контур"/>
              <p:cNvSpPr/>
              <p:nvPr/>
            </p:nvSpPr>
            <p:spPr>
              <a:xfrm>
                <a:off x="1458276" y="3599547"/>
                <a:ext cx="872598" cy="1134937"/>
              </a:xfrm>
              <a:custGeom>
                <a:avLst/>
                <a:gdLst/>
                <a:ahLst/>
                <a:cxnLst/>
                <a:rect l="l" t="t" r="r" b="b"/>
                <a:pathLst>
                  <a:path w="872598" h="1134937" fill="none">
                    <a:moveTo>
                      <a:pt x="725506" y="1118765"/>
                    </a:moveTo>
                    <a:lnTo>
                      <a:pt x="708593" y="1134937"/>
                    </a:lnTo>
                    <a:lnTo>
                      <a:pt x="543942" y="977394"/>
                    </a:lnTo>
                    <a:lnTo>
                      <a:pt x="801892" y="707805"/>
                    </a:lnTo>
                    <a:lnTo>
                      <a:pt x="796618" y="725528"/>
                    </a:lnTo>
                    <a:lnTo>
                      <a:pt x="784178" y="806386"/>
                    </a:lnTo>
                    <a:lnTo>
                      <a:pt x="760282" y="961788"/>
                    </a:lnTo>
                    <a:lnTo>
                      <a:pt x="725506" y="1118765"/>
                    </a:lnTo>
                    <a:close/>
                    <a:moveTo>
                      <a:pt x="446843" y="0"/>
                    </a:moveTo>
                    <a:lnTo>
                      <a:pt x="851777" y="434071"/>
                    </a:lnTo>
                    <a:lnTo>
                      <a:pt x="872598" y="470364"/>
                    </a:lnTo>
                    <a:lnTo>
                      <a:pt x="857862" y="519848"/>
                    </a:lnTo>
                    <a:lnTo>
                      <a:pt x="353724" y="37528"/>
                    </a:lnTo>
                    <a:lnTo>
                      <a:pt x="388679" y="993"/>
                    </a:lnTo>
                    <a:lnTo>
                      <a:pt x="446843" y="0"/>
                    </a:lnTo>
                    <a:close/>
                    <a:moveTo>
                      <a:pt x="386410" y="241549"/>
                    </a:moveTo>
                    <a:lnTo>
                      <a:pt x="118997" y="521110"/>
                    </a:lnTo>
                    <a:lnTo>
                      <a:pt x="0" y="407249"/>
                    </a:lnTo>
                    <a:lnTo>
                      <a:pt x="20592" y="385741"/>
                    </a:lnTo>
                    <a:lnTo>
                      <a:pt x="267408" y="127688"/>
                    </a:lnTo>
                    <a:lnTo>
                      <a:pt x="386410" y="241549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44" name="Контур"/>
              <p:cNvSpPr/>
              <p:nvPr/>
            </p:nvSpPr>
            <p:spPr>
              <a:xfrm>
                <a:off x="1440000" y="3485894"/>
                <a:ext cx="1167575" cy="1926127"/>
              </a:xfrm>
              <a:custGeom>
                <a:avLst/>
                <a:gdLst/>
                <a:ahLst/>
                <a:cxnLst/>
                <a:rect l="l" t="t" r="r" b="b"/>
                <a:pathLst>
                  <a:path w="1167575" h="1926127" fill="none">
                    <a:moveTo>
                      <a:pt x="316507" y="98090"/>
                    </a:moveTo>
                    <a:lnTo>
                      <a:pt x="354482" y="58397"/>
                    </a:lnTo>
                    <a:lnTo>
                      <a:pt x="356464" y="0"/>
                    </a:lnTo>
                    <a:lnTo>
                      <a:pt x="394540" y="37995"/>
                    </a:lnTo>
                    <a:lnTo>
                      <a:pt x="465119" y="113653"/>
                    </a:lnTo>
                    <a:lnTo>
                      <a:pt x="406955" y="114646"/>
                    </a:lnTo>
                    <a:lnTo>
                      <a:pt x="372000" y="151181"/>
                    </a:lnTo>
                    <a:lnTo>
                      <a:pt x="285726" y="241357"/>
                    </a:lnTo>
                    <a:lnTo>
                      <a:pt x="38873" y="499371"/>
                    </a:lnTo>
                    <a:lnTo>
                      <a:pt x="18286" y="520890"/>
                    </a:lnTo>
                    <a:lnTo>
                      <a:pt x="0" y="540003"/>
                    </a:lnTo>
                    <a:moveTo>
                      <a:pt x="0" y="428908"/>
                    </a:moveTo>
                    <a:lnTo>
                      <a:pt x="316507" y="98090"/>
                    </a:lnTo>
                    <a:lnTo>
                      <a:pt x="316507" y="98090"/>
                    </a:lnTo>
                    <a:moveTo>
                      <a:pt x="0" y="668312"/>
                    </a:moveTo>
                    <a:lnTo>
                      <a:pt x="340850" y="993068"/>
                    </a:lnTo>
                    <a:lnTo>
                      <a:pt x="424047" y="1044076"/>
                    </a:lnTo>
                    <a:lnTo>
                      <a:pt x="563091" y="1176481"/>
                    </a:lnTo>
                    <a:lnTo>
                      <a:pt x="618929" y="1258017"/>
                    </a:lnTo>
                    <a:lnTo>
                      <a:pt x="640255" y="1278337"/>
                    </a:lnTo>
                    <a:lnTo>
                      <a:pt x="769446" y="1408533"/>
                    </a:lnTo>
                    <a:lnTo>
                      <a:pt x="1167575" y="1830642"/>
                    </a:lnTo>
                    <a:lnTo>
                      <a:pt x="1084433" y="1926127"/>
                    </a:lnTo>
                    <a:lnTo>
                      <a:pt x="672211" y="1489078"/>
                    </a:lnTo>
                    <a:lnTo>
                      <a:pt x="567815" y="1362201"/>
                    </a:lnTo>
                    <a:lnTo>
                      <a:pt x="544518" y="1339912"/>
                    </a:lnTo>
                    <a:lnTo>
                      <a:pt x="381506" y="1183955"/>
                    </a:lnTo>
                    <a:lnTo>
                      <a:pt x="196517" y="1006972"/>
                    </a:lnTo>
                    <a:lnTo>
                      <a:pt x="196256" y="1006946"/>
                    </a:lnTo>
                    <a:lnTo>
                      <a:pt x="0" y="823593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45" name="Контур"/>
              <p:cNvSpPr/>
              <p:nvPr/>
            </p:nvSpPr>
            <p:spPr>
              <a:xfrm>
                <a:off x="1512713" y="4825820"/>
                <a:ext cx="496613" cy="391886"/>
              </a:xfrm>
              <a:custGeom>
                <a:avLst/>
                <a:gdLst/>
                <a:ahLst/>
                <a:cxnLst/>
                <a:rect l="l" t="t" r="r" b="b"/>
                <a:pathLst>
                  <a:path w="496613" h="391886" fill="none">
                    <a:moveTo>
                      <a:pt x="26542" y="291804"/>
                    </a:moveTo>
                    <a:lnTo>
                      <a:pt x="18480" y="236588"/>
                    </a:lnTo>
                    <a:lnTo>
                      <a:pt x="0" y="161036"/>
                    </a:lnTo>
                    <a:lnTo>
                      <a:pt x="26743" y="138837"/>
                    </a:lnTo>
                    <a:lnTo>
                      <a:pt x="189755" y="294794"/>
                    </a:lnTo>
                    <a:lnTo>
                      <a:pt x="247735" y="350266"/>
                    </a:lnTo>
                    <a:lnTo>
                      <a:pt x="207917" y="391886"/>
                    </a:lnTo>
                    <a:lnTo>
                      <a:pt x="149936" y="336415"/>
                    </a:lnTo>
                    <a:lnTo>
                      <a:pt x="153255" y="332947"/>
                    </a:lnTo>
                    <a:lnTo>
                      <a:pt x="66546" y="249990"/>
                    </a:lnTo>
                    <a:lnTo>
                      <a:pt x="40000" y="277737"/>
                    </a:lnTo>
                    <a:lnTo>
                      <a:pt x="26542" y="291804"/>
                    </a:lnTo>
                    <a:close/>
                    <a:moveTo>
                      <a:pt x="39984" y="277719"/>
                    </a:moveTo>
                    <a:lnTo>
                      <a:pt x="66528" y="249980"/>
                    </a:lnTo>
                    <a:lnTo>
                      <a:pt x="153269" y="332928"/>
                    </a:lnTo>
                    <a:lnTo>
                      <a:pt x="149952" y="336423"/>
                    </a:lnTo>
                    <a:lnTo>
                      <a:pt x="126725" y="360720"/>
                    </a:lnTo>
                    <a:lnTo>
                      <a:pt x="39984" y="277719"/>
                    </a:lnTo>
                    <a:close/>
                    <a:moveTo>
                      <a:pt x="189749" y="294812"/>
                    </a:moveTo>
                    <a:lnTo>
                      <a:pt x="471787" y="0"/>
                    </a:lnTo>
                    <a:lnTo>
                      <a:pt x="495120" y="22272"/>
                    </a:lnTo>
                    <a:lnTo>
                      <a:pt x="496613" y="90144"/>
                    </a:lnTo>
                    <a:lnTo>
                      <a:pt x="456768" y="131808"/>
                    </a:lnTo>
                    <a:lnTo>
                      <a:pt x="397627" y="172786"/>
                    </a:lnTo>
                    <a:lnTo>
                      <a:pt x="312677" y="261548"/>
                    </a:lnTo>
                    <a:lnTo>
                      <a:pt x="273312" y="323559"/>
                    </a:lnTo>
                    <a:lnTo>
                      <a:pt x="247723" y="350261"/>
                    </a:lnTo>
                    <a:lnTo>
                      <a:pt x="189749" y="294812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46" name="Контур"/>
              <p:cNvSpPr/>
              <p:nvPr/>
            </p:nvSpPr>
            <p:spPr>
              <a:xfrm>
                <a:off x="1440000" y="4492866"/>
                <a:ext cx="544518" cy="627748"/>
              </a:xfrm>
              <a:custGeom>
                <a:avLst/>
                <a:gdLst/>
                <a:ahLst/>
                <a:cxnLst/>
                <a:rect l="l" t="t" r="r" b="b"/>
                <a:pathLst>
                  <a:path w="544518" h="627748" fill="none">
                    <a:moveTo>
                      <a:pt x="544518" y="332940"/>
                    </a:moveTo>
                    <a:lnTo>
                      <a:pt x="262468" y="627748"/>
                    </a:lnTo>
                    <a:lnTo>
                      <a:pt x="99456" y="471791"/>
                    </a:lnTo>
                    <a:lnTo>
                      <a:pt x="72713" y="493990"/>
                    </a:lnTo>
                    <a:lnTo>
                      <a:pt x="48761" y="427030"/>
                    </a:lnTo>
                    <a:lnTo>
                      <a:pt x="24857" y="362086"/>
                    </a:lnTo>
                    <a:lnTo>
                      <a:pt x="0" y="307282"/>
                    </a:lnTo>
                    <a:moveTo>
                      <a:pt x="0" y="213125"/>
                    </a:moveTo>
                    <a:lnTo>
                      <a:pt x="196409" y="118"/>
                    </a:lnTo>
                    <a:lnTo>
                      <a:pt x="196320" y="34"/>
                    </a:lnTo>
                    <a:lnTo>
                      <a:pt x="196517" y="0"/>
                    </a:lnTo>
                    <a:lnTo>
                      <a:pt x="381506" y="176983"/>
                    </a:lnTo>
                    <a:lnTo>
                      <a:pt x="544518" y="332940"/>
                    </a:lnTo>
                    <a:lnTo>
                      <a:pt x="544518" y="33294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47" name="Контур"/>
              <p:cNvSpPr/>
              <p:nvPr/>
            </p:nvSpPr>
            <p:spPr>
              <a:xfrm>
                <a:off x="2004464" y="2394376"/>
                <a:ext cx="5177049" cy="3423019"/>
              </a:xfrm>
              <a:custGeom>
                <a:avLst/>
                <a:gdLst/>
                <a:ahLst/>
                <a:cxnLst/>
                <a:rect l="l" t="t" r="r" b="b"/>
                <a:pathLst>
                  <a:path w="5177049" h="3423019" fill="none">
                    <a:moveTo>
                      <a:pt x="260794" y="2381759"/>
                    </a:moveTo>
                    <a:lnTo>
                      <a:pt x="221587" y="2422337"/>
                    </a:lnTo>
                    <a:lnTo>
                      <a:pt x="205911" y="2438027"/>
                    </a:lnTo>
                    <a:lnTo>
                      <a:pt x="204982" y="2500051"/>
                    </a:lnTo>
                    <a:lnTo>
                      <a:pt x="75791" y="2369855"/>
                    </a:lnTo>
                    <a:lnTo>
                      <a:pt x="131347" y="2369805"/>
                    </a:lnTo>
                    <a:lnTo>
                      <a:pt x="162405" y="2340108"/>
                    </a:lnTo>
                    <a:lnTo>
                      <a:pt x="179318" y="2323936"/>
                    </a:lnTo>
                    <a:lnTo>
                      <a:pt x="155675" y="2430671"/>
                    </a:lnTo>
                    <a:lnTo>
                      <a:pt x="183903" y="2441423"/>
                    </a:lnTo>
                    <a:lnTo>
                      <a:pt x="236364" y="2366159"/>
                    </a:lnTo>
                    <a:lnTo>
                      <a:pt x="260794" y="2381759"/>
                    </a:lnTo>
                    <a:close/>
                    <a:moveTo>
                      <a:pt x="48242" y="2580384"/>
                    </a:moveTo>
                    <a:lnTo>
                      <a:pt x="107747" y="2580596"/>
                    </a:lnTo>
                    <a:lnTo>
                      <a:pt x="519969" y="3017645"/>
                    </a:lnTo>
                    <a:lnTo>
                      <a:pt x="518474" y="3079017"/>
                    </a:lnTo>
                    <a:lnTo>
                      <a:pt x="394761" y="3198000"/>
                    </a:lnTo>
                    <a:lnTo>
                      <a:pt x="24753" y="3423019"/>
                    </a:lnTo>
                    <a:lnTo>
                      <a:pt x="0" y="3382051"/>
                    </a:lnTo>
                    <a:lnTo>
                      <a:pt x="172293" y="3277330"/>
                    </a:lnTo>
                    <a:lnTo>
                      <a:pt x="490826" y="2998566"/>
                    </a:lnTo>
                    <a:lnTo>
                      <a:pt x="122821" y="2646488"/>
                    </a:lnTo>
                    <a:lnTo>
                      <a:pt x="92956" y="2677704"/>
                    </a:lnTo>
                    <a:lnTo>
                      <a:pt x="21006" y="2608852"/>
                    </a:lnTo>
                    <a:lnTo>
                      <a:pt x="48242" y="2580384"/>
                    </a:lnTo>
                    <a:close/>
                    <a:moveTo>
                      <a:pt x="3518937" y="2532288"/>
                    </a:moveTo>
                    <a:lnTo>
                      <a:pt x="3547785" y="2568960"/>
                    </a:lnTo>
                    <a:lnTo>
                      <a:pt x="3574473" y="2560560"/>
                    </a:lnTo>
                    <a:lnTo>
                      <a:pt x="3577689" y="2564592"/>
                    </a:lnTo>
                    <a:lnTo>
                      <a:pt x="3439305" y="2671632"/>
                    </a:lnTo>
                    <a:lnTo>
                      <a:pt x="3457449" y="2694384"/>
                    </a:lnTo>
                    <a:lnTo>
                      <a:pt x="3094953" y="3025824"/>
                    </a:lnTo>
                    <a:lnTo>
                      <a:pt x="3250329" y="3348336"/>
                    </a:lnTo>
                    <a:lnTo>
                      <a:pt x="3255897" y="3361392"/>
                    </a:lnTo>
                    <a:lnTo>
                      <a:pt x="3245433" y="3366768"/>
                    </a:lnTo>
                    <a:lnTo>
                      <a:pt x="3238857" y="3353952"/>
                    </a:lnTo>
                    <a:lnTo>
                      <a:pt x="3249321" y="3348576"/>
                    </a:lnTo>
                    <a:lnTo>
                      <a:pt x="3059001" y="2959584"/>
                    </a:lnTo>
                    <a:lnTo>
                      <a:pt x="2994777" y="2998608"/>
                    </a:lnTo>
                    <a:lnTo>
                      <a:pt x="2913753" y="2826480"/>
                    </a:lnTo>
                    <a:lnTo>
                      <a:pt x="3099129" y="2710416"/>
                    </a:lnTo>
                    <a:lnTo>
                      <a:pt x="3470505" y="2423136"/>
                    </a:lnTo>
                    <a:lnTo>
                      <a:pt x="3515001" y="2535264"/>
                    </a:lnTo>
                    <a:lnTo>
                      <a:pt x="3518937" y="2532288"/>
                    </a:lnTo>
                    <a:close/>
                    <a:moveTo>
                      <a:pt x="773249" y="3132713"/>
                    </a:moveTo>
                    <a:lnTo>
                      <a:pt x="1118167" y="2953996"/>
                    </a:lnTo>
                    <a:lnTo>
                      <a:pt x="2386750" y="2030583"/>
                    </a:lnTo>
                    <a:lnTo>
                      <a:pt x="2418249" y="2007643"/>
                    </a:lnTo>
                    <a:lnTo>
                      <a:pt x="2457268" y="1979236"/>
                    </a:lnTo>
                    <a:lnTo>
                      <a:pt x="2472158" y="1968384"/>
                    </a:lnTo>
                    <a:lnTo>
                      <a:pt x="2503544" y="1945565"/>
                    </a:lnTo>
                    <a:lnTo>
                      <a:pt x="2514513" y="1970949"/>
                    </a:lnTo>
                    <a:lnTo>
                      <a:pt x="1365942" y="2846977"/>
                    </a:lnTo>
                    <a:lnTo>
                      <a:pt x="1191125" y="2955165"/>
                    </a:lnTo>
                    <a:lnTo>
                      <a:pt x="962170" y="3059623"/>
                    </a:lnTo>
                    <a:lnTo>
                      <a:pt x="773249" y="3132713"/>
                    </a:lnTo>
                    <a:close/>
                    <a:moveTo>
                      <a:pt x="773193" y="3132720"/>
                    </a:moveTo>
                    <a:lnTo>
                      <a:pt x="729897" y="3155184"/>
                    </a:lnTo>
                    <a:lnTo>
                      <a:pt x="729609" y="3155328"/>
                    </a:lnTo>
                    <a:lnTo>
                      <a:pt x="726105" y="3157152"/>
                    </a:lnTo>
                    <a:lnTo>
                      <a:pt x="729561" y="3155280"/>
                    </a:lnTo>
                    <a:lnTo>
                      <a:pt x="1118169" y="2954016"/>
                    </a:lnTo>
                    <a:lnTo>
                      <a:pt x="773241" y="3132720"/>
                    </a:lnTo>
                    <a:lnTo>
                      <a:pt x="773193" y="3132720"/>
                    </a:lnTo>
                    <a:close/>
                    <a:moveTo>
                      <a:pt x="5006553" y="30000"/>
                    </a:moveTo>
                    <a:lnTo>
                      <a:pt x="4859385" y="103920"/>
                    </a:lnTo>
                    <a:lnTo>
                      <a:pt x="4866681" y="112176"/>
                    </a:lnTo>
                    <a:lnTo>
                      <a:pt x="4571769" y="270192"/>
                    </a:lnTo>
                    <a:lnTo>
                      <a:pt x="4572249" y="277488"/>
                    </a:lnTo>
                    <a:lnTo>
                      <a:pt x="4212681" y="530976"/>
                    </a:lnTo>
                    <a:lnTo>
                      <a:pt x="4111977" y="614640"/>
                    </a:lnTo>
                    <a:lnTo>
                      <a:pt x="4078857" y="636624"/>
                    </a:lnTo>
                    <a:lnTo>
                      <a:pt x="3804009" y="898320"/>
                    </a:lnTo>
                    <a:lnTo>
                      <a:pt x="3689769" y="1022880"/>
                    </a:lnTo>
                    <a:lnTo>
                      <a:pt x="3596697" y="1114320"/>
                    </a:lnTo>
                    <a:lnTo>
                      <a:pt x="3303417" y="1380336"/>
                    </a:lnTo>
                    <a:lnTo>
                      <a:pt x="3208185" y="1460592"/>
                    </a:lnTo>
                    <a:lnTo>
                      <a:pt x="2514537" y="1970928"/>
                    </a:lnTo>
                    <a:lnTo>
                      <a:pt x="2503545" y="1945584"/>
                    </a:lnTo>
                    <a:lnTo>
                      <a:pt x="1118169" y="2954016"/>
                    </a:lnTo>
                    <a:lnTo>
                      <a:pt x="2436153" y="1989216"/>
                    </a:lnTo>
                    <a:lnTo>
                      <a:pt x="3317241" y="1353264"/>
                    </a:lnTo>
                    <a:lnTo>
                      <a:pt x="4048377" y="631344"/>
                    </a:lnTo>
                    <a:lnTo>
                      <a:pt x="4480281" y="306672"/>
                    </a:lnTo>
                    <a:lnTo>
                      <a:pt x="4592121" y="238128"/>
                    </a:lnTo>
                    <a:lnTo>
                      <a:pt x="5004153" y="28416"/>
                    </a:lnTo>
                    <a:lnTo>
                      <a:pt x="5079225" y="48"/>
                    </a:lnTo>
                    <a:lnTo>
                      <a:pt x="5177049" y="0"/>
                    </a:lnTo>
                    <a:lnTo>
                      <a:pt x="5081097" y="2256"/>
                    </a:lnTo>
                    <a:lnTo>
                      <a:pt x="5006553" y="30000"/>
                    </a:lnTo>
                    <a:close/>
                    <a:moveTo>
                      <a:pt x="649977" y="3044688"/>
                    </a:moveTo>
                    <a:lnTo>
                      <a:pt x="1006185" y="2696976"/>
                    </a:lnTo>
                    <a:lnTo>
                      <a:pt x="1009113" y="2683584"/>
                    </a:lnTo>
                    <a:lnTo>
                      <a:pt x="1035705" y="2658048"/>
                    </a:lnTo>
                    <a:lnTo>
                      <a:pt x="1159353" y="2585184"/>
                    </a:lnTo>
                    <a:lnTo>
                      <a:pt x="1603497" y="2263296"/>
                    </a:lnTo>
                    <a:lnTo>
                      <a:pt x="1633161" y="2298000"/>
                    </a:lnTo>
                    <a:lnTo>
                      <a:pt x="1667673" y="2347728"/>
                    </a:lnTo>
                    <a:lnTo>
                      <a:pt x="1673049" y="2367552"/>
                    </a:lnTo>
                    <a:lnTo>
                      <a:pt x="1131993" y="2761536"/>
                    </a:lnTo>
                    <a:lnTo>
                      <a:pt x="1153689" y="2784960"/>
                    </a:lnTo>
                    <a:lnTo>
                      <a:pt x="776937" y="3083520"/>
                    </a:lnTo>
                    <a:lnTo>
                      <a:pt x="711417" y="3113184"/>
                    </a:lnTo>
                    <a:lnTo>
                      <a:pt x="631641" y="3162864"/>
                    </a:lnTo>
                    <a:lnTo>
                      <a:pt x="571977" y="3192720"/>
                    </a:lnTo>
                    <a:lnTo>
                      <a:pt x="533145" y="3155376"/>
                    </a:lnTo>
                    <a:lnTo>
                      <a:pt x="649977" y="3044688"/>
                    </a:lnTo>
                    <a:close/>
                    <a:moveTo>
                      <a:pt x="2412537" y="2746704"/>
                    </a:moveTo>
                    <a:lnTo>
                      <a:pt x="1862457" y="3097008"/>
                    </a:lnTo>
                    <a:lnTo>
                      <a:pt x="1853769" y="3117312"/>
                    </a:lnTo>
                    <a:lnTo>
                      <a:pt x="1758441" y="2986992"/>
                    </a:lnTo>
                    <a:lnTo>
                      <a:pt x="1775817" y="2975472"/>
                    </a:lnTo>
                    <a:lnTo>
                      <a:pt x="1763673" y="2956944"/>
                    </a:lnTo>
                    <a:lnTo>
                      <a:pt x="1789305" y="2938272"/>
                    </a:lnTo>
                    <a:lnTo>
                      <a:pt x="1735209" y="2863536"/>
                    </a:lnTo>
                    <a:lnTo>
                      <a:pt x="1780809" y="2830416"/>
                    </a:lnTo>
                    <a:lnTo>
                      <a:pt x="1732185" y="2758752"/>
                    </a:lnTo>
                    <a:lnTo>
                      <a:pt x="1902057" y="2629872"/>
                    </a:lnTo>
                    <a:lnTo>
                      <a:pt x="2358537" y="2302848"/>
                    </a:lnTo>
                    <a:lnTo>
                      <a:pt x="2569833" y="2262240"/>
                    </a:lnTo>
                    <a:lnTo>
                      <a:pt x="2637609" y="2402544"/>
                    </a:lnTo>
                    <a:lnTo>
                      <a:pt x="2620953" y="2428704"/>
                    </a:lnTo>
                    <a:lnTo>
                      <a:pt x="2657673" y="2486736"/>
                    </a:lnTo>
                    <a:lnTo>
                      <a:pt x="2679705" y="2488944"/>
                    </a:lnTo>
                    <a:lnTo>
                      <a:pt x="2712249" y="2556384"/>
                    </a:lnTo>
                    <a:lnTo>
                      <a:pt x="2412537" y="2746704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48" name="Контур"/>
              <p:cNvSpPr/>
              <p:nvPr/>
            </p:nvSpPr>
            <p:spPr>
              <a:xfrm>
                <a:off x="5975273" y="4868632"/>
                <a:ext cx="1224727" cy="1305696"/>
              </a:xfrm>
              <a:custGeom>
                <a:avLst/>
                <a:gdLst/>
                <a:ahLst/>
                <a:cxnLst/>
                <a:rect l="l" t="t" r="r" b="b"/>
                <a:pathLst>
                  <a:path w="1224727" h="1305696" fill="none">
                    <a:moveTo>
                      <a:pt x="1189008" y="766272"/>
                    </a:moveTo>
                    <a:lnTo>
                      <a:pt x="1224727" y="839716"/>
                    </a:lnTo>
                    <a:moveTo>
                      <a:pt x="1224727" y="1092910"/>
                    </a:moveTo>
                    <a:lnTo>
                      <a:pt x="783216" y="1305696"/>
                    </a:lnTo>
                    <a:lnTo>
                      <a:pt x="762384" y="1262448"/>
                    </a:lnTo>
                    <a:lnTo>
                      <a:pt x="1224727" y="1039645"/>
                    </a:lnTo>
                    <a:moveTo>
                      <a:pt x="1224727" y="927579"/>
                    </a:moveTo>
                    <a:lnTo>
                      <a:pt x="1132272" y="737472"/>
                    </a:lnTo>
                    <a:lnTo>
                      <a:pt x="1166928" y="720912"/>
                    </a:lnTo>
                    <a:lnTo>
                      <a:pt x="1189008" y="766272"/>
                    </a:lnTo>
                    <a:lnTo>
                      <a:pt x="1189008" y="766272"/>
                    </a:lnTo>
                    <a:moveTo>
                      <a:pt x="203520" y="967920"/>
                    </a:moveTo>
                    <a:lnTo>
                      <a:pt x="200496" y="961440"/>
                    </a:lnTo>
                    <a:lnTo>
                      <a:pt x="0" y="537216"/>
                    </a:lnTo>
                    <a:lnTo>
                      <a:pt x="510000" y="296688"/>
                    </a:lnTo>
                    <a:lnTo>
                      <a:pt x="1132416" y="0"/>
                    </a:lnTo>
                    <a:lnTo>
                      <a:pt x="1224727" y="193359"/>
                    </a:lnTo>
                    <a:moveTo>
                      <a:pt x="1224727" y="480606"/>
                    </a:moveTo>
                    <a:lnTo>
                      <a:pt x="1224288" y="480816"/>
                    </a:lnTo>
                    <a:lnTo>
                      <a:pt x="203520" y="967920"/>
                    </a:lnTo>
                    <a:lnTo>
                      <a:pt x="203520" y="96792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49" name="Контур"/>
              <p:cNvSpPr/>
              <p:nvPr/>
            </p:nvSpPr>
            <p:spPr>
              <a:xfrm>
                <a:off x="5509481" y="5039176"/>
                <a:ext cx="975792" cy="519744"/>
              </a:xfrm>
              <a:custGeom>
                <a:avLst/>
                <a:gdLst/>
                <a:ahLst/>
                <a:cxnLst/>
                <a:rect l="l" t="t" r="r" b="b"/>
                <a:pathLst>
                  <a:path w="975792" h="519744" fill="none">
                    <a:moveTo>
                      <a:pt x="446640" y="326064"/>
                    </a:moveTo>
                    <a:lnTo>
                      <a:pt x="37920" y="519744"/>
                    </a:lnTo>
                    <a:lnTo>
                      <a:pt x="0" y="440208"/>
                    </a:lnTo>
                    <a:lnTo>
                      <a:pt x="97728" y="393120"/>
                    </a:lnTo>
                    <a:lnTo>
                      <a:pt x="914112" y="0"/>
                    </a:lnTo>
                    <a:lnTo>
                      <a:pt x="961872" y="97392"/>
                    </a:lnTo>
                    <a:lnTo>
                      <a:pt x="975792" y="126144"/>
                    </a:lnTo>
                    <a:lnTo>
                      <a:pt x="465792" y="366672"/>
                    </a:lnTo>
                    <a:lnTo>
                      <a:pt x="446640" y="326064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50" name="Контур"/>
              <p:cNvSpPr/>
              <p:nvPr/>
            </p:nvSpPr>
            <p:spPr>
              <a:xfrm>
                <a:off x="6758489" y="5961542"/>
                <a:ext cx="441511" cy="1002962"/>
              </a:xfrm>
              <a:custGeom>
                <a:avLst/>
                <a:gdLst/>
                <a:ahLst/>
                <a:cxnLst/>
                <a:rect l="l" t="t" r="r" b="b"/>
                <a:pathLst>
                  <a:path w="441511" h="1002962" fill="none">
                    <a:moveTo>
                      <a:pt x="441511" y="972586"/>
                    </a:moveTo>
                    <a:lnTo>
                      <a:pt x="378048" y="1002962"/>
                    </a:lnTo>
                    <a:lnTo>
                      <a:pt x="0" y="212786"/>
                    </a:lnTo>
                    <a:lnTo>
                      <a:pt x="441511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51" name="Контур"/>
              <p:cNvSpPr/>
              <p:nvPr/>
            </p:nvSpPr>
            <p:spPr>
              <a:xfrm>
                <a:off x="5663561" y="6227320"/>
                <a:ext cx="1330416" cy="734832"/>
              </a:xfrm>
              <a:custGeom>
                <a:avLst/>
                <a:gdLst/>
                <a:ahLst/>
                <a:cxnLst/>
                <a:rect l="l" t="t" r="r" b="b"/>
                <a:pathLst>
                  <a:path w="1330416" h="734832" fill="none">
                    <a:moveTo>
                      <a:pt x="1061520" y="734832"/>
                    </a:moveTo>
                    <a:lnTo>
                      <a:pt x="771792" y="129408"/>
                    </a:lnTo>
                    <a:lnTo>
                      <a:pt x="1040352" y="0"/>
                    </a:lnTo>
                    <a:lnTo>
                      <a:pt x="1330416" y="606144"/>
                    </a:lnTo>
                    <a:lnTo>
                      <a:pt x="1061520" y="734832"/>
                    </a:lnTo>
                    <a:close/>
                    <a:moveTo>
                      <a:pt x="0" y="363504"/>
                    </a:moveTo>
                    <a:lnTo>
                      <a:pt x="27552" y="350832"/>
                    </a:lnTo>
                    <a:lnTo>
                      <a:pt x="63216" y="333840"/>
                    </a:lnTo>
                    <a:lnTo>
                      <a:pt x="85680" y="380112"/>
                    </a:lnTo>
                    <a:lnTo>
                      <a:pt x="22608" y="410496"/>
                    </a:lnTo>
                    <a:lnTo>
                      <a:pt x="0" y="363504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52" name="Контур"/>
              <p:cNvSpPr/>
              <p:nvPr/>
            </p:nvSpPr>
            <p:spPr>
              <a:xfrm>
                <a:off x="5574041" y="5606104"/>
                <a:ext cx="1625959" cy="1001328"/>
              </a:xfrm>
              <a:custGeom>
                <a:avLst/>
                <a:gdLst/>
                <a:ahLst/>
                <a:cxnLst/>
                <a:rect l="l" t="t" r="r" b="b"/>
                <a:pathLst>
                  <a:path w="1625959" h="1001328" fill="none">
                    <a:moveTo>
                      <a:pt x="1533504" y="0"/>
                    </a:moveTo>
                    <a:lnTo>
                      <a:pt x="1625959" y="190107"/>
                    </a:lnTo>
                    <a:moveTo>
                      <a:pt x="1625959" y="302173"/>
                    </a:moveTo>
                    <a:lnTo>
                      <a:pt x="1163616" y="524976"/>
                    </a:lnTo>
                    <a:lnTo>
                      <a:pt x="1120656" y="545712"/>
                    </a:lnTo>
                    <a:lnTo>
                      <a:pt x="257472" y="961680"/>
                    </a:lnTo>
                    <a:lnTo>
                      <a:pt x="175200" y="1001328"/>
                    </a:lnTo>
                    <a:lnTo>
                      <a:pt x="152736" y="955056"/>
                    </a:lnTo>
                    <a:lnTo>
                      <a:pt x="117072" y="972048"/>
                    </a:lnTo>
                    <a:lnTo>
                      <a:pt x="0" y="731808"/>
                    </a:lnTo>
                    <a:lnTo>
                      <a:pt x="37152" y="714096"/>
                    </a:lnTo>
                    <a:lnTo>
                      <a:pt x="1533504" y="0"/>
                    </a:lnTo>
                    <a:lnTo>
                      <a:pt x="1533504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53" name="Контур"/>
              <p:cNvSpPr/>
              <p:nvPr/>
            </p:nvSpPr>
            <p:spPr>
              <a:xfrm>
                <a:off x="5547689" y="6337912"/>
                <a:ext cx="143424" cy="252912"/>
              </a:xfrm>
              <a:custGeom>
                <a:avLst/>
                <a:gdLst/>
                <a:ahLst/>
                <a:cxnLst/>
                <a:rect l="l" t="t" r="r" b="b"/>
                <a:pathLst>
                  <a:path w="143424" h="252912" fill="none">
                    <a:moveTo>
                      <a:pt x="26352" y="0"/>
                    </a:moveTo>
                    <a:lnTo>
                      <a:pt x="143424" y="240240"/>
                    </a:lnTo>
                    <a:lnTo>
                      <a:pt x="115872" y="252912"/>
                    </a:lnTo>
                    <a:lnTo>
                      <a:pt x="0" y="12576"/>
                    </a:lnTo>
                    <a:lnTo>
                      <a:pt x="26352" y="0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54" name="Контур"/>
              <p:cNvSpPr/>
              <p:nvPr/>
            </p:nvSpPr>
            <p:spPr>
              <a:xfrm>
                <a:off x="5516393" y="5450259"/>
                <a:ext cx="1683607" cy="900229"/>
              </a:xfrm>
              <a:custGeom>
                <a:avLst/>
                <a:gdLst/>
                <a:ahLst/>
                <a:cxnLst/>
                <a:rect l="l" t="t" r="r" b="b"/>
                <a:pathLst>
                  <a:path w="1683607" h="900229" fill="none">
                    <a:moveTo>
                      <a:pt x="1683607" y="88829"/>
                    </a:moveTo>
                    <a:lnTo>
                      <a:pt x="1616784" y="120709"/>
                    </a:lnTo>
                    <a:lnTo>
                      <a:pt x="1625808" y="139285"/>
                    </a:lnTo>
                    <a:lnTo>
                      <a:pt x="1591152" y="155845"/>
                    </a:lnTo>
                    <a:lnTo>
                      <a:pt x="94800" y="869941"/>
                    </a:lnTo>
                    <a:lnTo>
                      <a:pt x="57648" y="887653"/>
                    </a:lnTo>
                    <a:lnTo>
                      <a:pt x="31296" y="900229"/>
                    </a:lnTo>
                    <a:lnTo>
                      <a:pt x="0" y="835285"/>
                    </a:lnTo>
                    <a:lnTo>
                      <a:pt x="11232" y="803413"/>
                    </a:lnTo>
                    <a:lnTo>
                      <a:pt x="13488" y="797029"/>
                    </a:lnTo>
                    <a:lnTo>
                      <a:pt x="205824" y="705205"/>
                    </a:lnTo>
                    <a:lnTo>
                      <a:pt x="608688" y="512965"/>
                    </a:lnTo>
                    <a:lnTo>
                      <a:pt x="970848" y="340165"/>
                    </a:lnTo>
                    <a:lnTo>
                      <a:pt x="1683607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55" name="Контур"/>
              <p:cNvSpPr/>
              <p:nvPr/>
            </p:nvSpPr>
            <p:spPr>
              <a:xfrm>
                <a:off x="5554265" y="6702232"/>
                <a:ext cx="377520" cy="849887"/>
              </a:xfrm>
              <a:custGeom>
                <a:avLst/>
                <a:gdLst/>
                <a:ahLst/>
                <a:cxnLst/>
                <a:rect l="l" t="t" r="r" b="b"/>
                <a:pathLst>
                  <a:path w="377520" h="849887" fill="none">
                    <a:moveTo>
                      <a:pt x="37488" y="287040"/>
                    </a:moveTo>
                    <a:lnTo>
                      <a:pt x="22320" y="251232"/>
                    </a:lnTo>
                    <a:lnTo>
                      <a:pt x="29760" y="232944"/>
                    </a:lnTo>
                    <a:lnTo>
                      <a:pt x="96000" y="205872"/>
                    </a:lnTo>
                    <a:lnTo>
                      <a:pt x="0" y="1488"/>
                    </a:lnTo>
                    <a:lnTo>
                      <a:pt x="3167" y="0"/>
                    </a:lnTo>
                    <a:lnTo>
                      <a:pt x="371952" y="765456"/>
                    </a:lnTo>
                    <a:lnTo>
                      <a:pt x="377520" y="789456"/>
                    </a:lnTo>
                    <a:lnTo>
                      <a:pt x="375552" y="810528"/>
                    </a:lnTo>
                    <a:lnTo>
                      <a:pt x="365712" y="833136"/>
                    </a:lnTo>
                    <a:lnTo>
                      <a:pt x="350305" y="849887"/>
                    </a:lnTo>
                    <a:lnTo>
                      <a:pt x="237744" y="612576"/>
                    </a:lnTo>
                    <a:lnTo>
                      <a:pt x="281136" y="591936"/>
                    </a:lnTo>
                    <a:lnTo>
                      <a:pt x="121824" y="259296"/>
                    </a:lnTo>
                    <a:lnTo>
                      <a:pt x="37488" y="287040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56" name="Контур"/>
              <p:cNvSpPr/>
              <p:nvPr/>
            </p:nvSpPr>
            <p:spPr>
              <a:xfrm>
                <a:off x="6829625" y="7290638"/>
                <a:ext cx="370375" cy="591962"/>
              </a:xfrm>
              <a:custGeom>
                <a:avLst/>
                <a:gdLst/>
                <a:ahLst/>
                <a:cxnLst/>
                <a:rect l="l" t="t" r="r" b="b"/>
                <a:pathLst>
                  <a:path w="370375" h="591962" fill="none">
                    <a:moveTo>
                      <a:pt x="370375" y="591962"/>
                    </a:moveTo>
                    <a:lnTo>
                      <a:pt x="238896" y="591962"/>
                    </a:lnTo>
                    <a:lnTo>
                      <a:pt x="235440" y="591962"/>
                    </a:lnTo>
                    <a:lnTo>
                      <a:pt x="232704" y="352634"/>
                    </a:lnTo>
                    <a:lnTo>
                      <a:pt x="2304" y="354890"/>
                    </a:lnTo>
                    <a:lnTo>
                      <a:pt x="0" y="119066"/>
                    </a:lnTo>
                    <a:lnTo>
                      <a:pt x="118896" y="65306"/>
                    </a:lnTo>
                    <a:lnTo>
                      <a:pt x="137088" y="105482"/>
                    </a:lnTo>
                    <a:lnTo>
                      <a:pt x="370375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57" name="Контур"/>
              <p:cNvSpPr/>
              <p:nvPr/>
            </p:nvSpPr>
            <p:spPr>
              <a:xfrm>
                <a:off x="2732546" y="5101528"/>
                <a:ext cx="4403991" cy="2341824"/>
              </a:xfrm>
              <a:custGeom>
                <a:avLst/>
                <a:gdLst/>
                <a:ahLst/>
                <a:cxnLst/>
                <a:rect l="l" t="t" r="r" b="b"/>
                <a:pathLst>
                  <a:path w="4403991" h="2341824" fill="none">
                    <a:moveTo>
                      <a:pt x="4023207" y="2045232"/>
                    </a:moveTo>
                    <a:lnTo>
                      <a:pt x="3414999" y="2336208"/>
                    </a:lnTo>
                    <a:lnTo>
                      <a:pt x="3387543" y="2341824"/>
                    </a:lnTo>
                    <a:lnTo>
                      <a:pt x="3356775" y="2335104"/>
                    </a:lnTo>
                    <a:lnTo>
                      <a:pt x="3325671" y="2307312"/>
                    </a:lnTo>
                    <a:lnTo>
                      <a:pt x="3280599" y="2214528"/>
                    </a:lnTo>
                    <a:lnTo>
                      <a:pt x="3306279" y="2202144"/>
                    </a:lnTo>
                    <a:lnTo>
                      <a:pt x="3156999" y="1894320"/>
                    </a:lnTo>
                    <a:lnTo>
                      <a:pt x="3132039" y="1906368"/>
                    </a:lnTo>
                    <a:lnTo>
                      <a:pt x="2984919" y="1601136"/>
                    </a:lnTo>
                    <a:lnTo>
                      <a:pt x="3702807" y="1255200"/>
                    </a:lnTo>
                    <a:lnTo>
                      <a:pt x="4070151" y="2022720"/>
                    </a:lnTo>
                    <a:lnTo>
                      <a:pt x="4023207" y="2045232"/>
                    </a:lnTo>
                    <a:close/>
                    <a:moveTo>
                      <a:pt x="3280599" y="2214528"/>
                    </a:moveTo>
                    <a:lnTo>
                      <a:pt x="3132039" y="1906368"/>
                    </a:lnTo>
                    <a:lnTo>
                      <a:pt x="3132039" y="1906320"/>
                    </a:lnTo>
                    <a:lnTo>
                      <a:pt x="3156999" y="1894320"/>
                    </a:lnTo>
                    <a:lnTo>
                      <a:pt x="3306279" y="2202144"/>
                    </a:lnTo>
                    <a:lnTo>
                      <a:pt x="3280599" y="2214528"/>
                    </a:lnTo>
                    <a:close/>
                    <a:moveTo>
                      <a:pt x="4070151" y="2022720"/>
                    </a:moveTo>
                    <a:lnTo>
                      <a:pt x="3992535" y="1860624"/>
                    </a:lnTo>
                    <a:lnTo>
                      <a:pt x="4261431" y="1731936"/>
                    </a:lnTo>
                    <a:lnTo>
                      <a:pt x="4307991" y="1829088"/>
                    </a:lnTo>
                    <a:lnTo>
                      <a:pt x="4339047" y="1894032"/>
                    </a:lnTo>
                    <a:lnTo>
                      <a:pt x="4070151" y="2022720"/>
                    </a:lnTo>
                    <a:close/>
                    <a:moveTo>
                      <a:pt x="4307991" y="1829088"/>
                    </a:moveTo>
                    <a:lnTo>
                      <a:pt x="4261431" y="1731936"/>
                    </a:lnTo>
                    <a:lnTo>
                      <a:pt x="3971367" y="1125792"/>
                    </a:lnTo>
                    <a:lnTo>
                      <a:pt x="3702807" y="1255200"/>
                    </a:lnTo>
                    <a:lnTo>
                      <a:pt x="3030375" y="1579200"/>
                    </a:lnTo>
                    <a:lnTo>
                      <a:pt x="2984919" y="1601136"/>
                    </a:lnTo>
                    <a:lnTo>
                      <a:pt x="2953623" y="1536288"/>
                    </a:lnTo>
                    <a:lnTo>
                      <a:pt x="3016695" y="1505904"/>
                    </a:lnTo>
                    <a:lnTo>
                      <a:pt x="3098967" y="1466256"/>
                    </a:lnTo>
                    <a:lnTo>
                      <a:pt x="3962151" y="1050288"/>
                    </a:lnTo>
                    <a:lnTo>
                      <a:pt x="4005111" y="1029552"/>
                    </a:lnTo>
                    <a:lnTo>
                      <a:pt x="4025943" y="1072800"/>
                    </a:lnTo>
                    <a:lnTo>
                      <a:pt x="4403991" y="1862976"/>
                    </a:lnTo>
                    <a:lnTo>
                      <a:pt x="4339047" y="1894032"/>
                    </a:lnTo>
                    <a:lnTo>
                      <a:pt x="4307991" y="1829088"/>
                    </a:lnTo>
                    <a:close/>
                    <a:moveTo>
                      <a:pt x="2824886" y="1600704"/>
                    </a:moveTo>
                    <a:lnTo>
                      <a:pt x="2137720" y="1920239"/>
                    </a:lnTo>
                    <a:lnTo>
                      <a:pt x="2126104" y="1895327"/>
                    </a:lnTo>
                    <a:lnTo>
                      <a:pt x="2104264" y="1905071"/>
                    </a:lnTo>
                    <a:lnTo>
                      <a:pt x="2099656" y="1894703"/>
                    </a:lnTo>
                    <a:lnTo>
                      <a:pt x="2054008" y="1914959"/>
                    </a:lnTo>
                    <a:lnTo>
                      <a:pt x="2033752" y="1865183"/>
                    </a:lnTo>
                    <a:lnTo>
                      <a:pt x="1956424" y="1899599"/>
                    </a:lnTo>
                    <a:lnTo>
                      <a:pt x="1945336" y="1875215"/>
                    </a:lnTo>
                    <a:lnTo>
                      <a:pt x="1906072" y="1891919"/>
                    </a:lnTo>
                    <a:lnTo>
                      <a:pt x="1892968" y="1865615"/>
                    </a:lnTo>
                    <a:lnTo>
                      <a:pt x="1791304" y="1905935"/>
                    </a:lnTo>
                    <a:lnTo>
                      <a:pt x="1711960" y="1730063"/>
                    </a:lnTo>
                    <a:lnTo>
                      <a:pt x="2328087" y="1412832"/>
                    </a:lnTo>
                    <a:lnTo>
                      <a:pt x="2644887" y="1227408"/>
                    </a:lnTo>
                    <a:lnTo>
                      <a:pt x="2824886" y="1600704"/>
                    </a:lnTo>
                    <a:close/>
                    <a:moveTo>
                      <a:pt x="2644833" y="1227165"/>
                    </a:moveTo>
                    <a:lnTo>
                      <a:pt x="2328087" y="1412832"/>
                    </a:lnTo>
                    <a:lnTo>
                      <a:pt x="1836040" y="1665839"/>
                    </a:lnTo>
                    <a:lnTo>
                      <a:pt x="1801452" y="1609837"/>
                    </a:lnTo>
                    <a:lnTo>
                      <a:pt x="1784295" y="1618416"/>
                    </a:lnTo>
                    <a:lnTo>
                      <a:pt x="1773879" y="1632912"/>
                    </a:lnTo>
                    <a:lnTo>
                      <a:pt x="1665927" y="1682592"/>
                    </a:lnTo>
                    <a:lnTo>
                      <a:pt x="1529799" y="1737216"/>
                    </a:lnTo>
                    <a:lnTo>
                      <a:pt x="1297575" y="1771296"/>
                    </a:lnTo>
                    <a:lnTo>
                      <a:pt x="941655" y="1808544"/>
                    </a:lnTo>
                    <a:lnTo>
                      <a:pt x="765304" y="1853616"/>
                    </a:lnTo>
                    <a:lnTo>
                      <a:pt x="661191" y="1645728"/>
                    </a:lnTo>
                    <a:lnTo>
                      <a:pt x="607863" y="1641936"/>
                    </a:lnTo>
                    <a:lnTo>
                      <a:pt x="275297" y="1840066"/>
                    </a:lnTo>
                    <a:lnTo>
                      <a:pt x="224343" y="1763664"/>
                    </a:lnTo>
                    <a:lnTo>
                      <a:pt x="132231" y="1601952"/>
                    </a:lnTo>
                    <a:lnTo>
                      <a:pt x="100887" y="1490208"/>
                    </a:lnTo>
                    <a:lnTo>
                      <a:pt x="51447" y="1399200"/>
                    </a:lnTo>
                    <a:lnTo>
                      <a:pt x="0" y="1285411"/>
                    </a:lnTo>
                    <a:lnTo>
                      <a:pt x="190839" y="1166496"/>
                    </a:lnTo>
                    <a:lnTo>
                      <a:pt x="221223" y="1137696"/>
                    </a:lnTo>
                    <a:lnTo>
                      <a:pt x="313911" y="1080576"/>
                    </a:lnTo>
                    <a:lnTo>
                      <a:pt x="295863" y="1047648"/>
                    </a:lnTo>
                    <a:lnTo>
                      <a:pt x="350583" y="1013088"/>
                    </a:lnTo>
                    <a:lnTo>
                      <a:pt x="354087" y="1018704"/>
                    </a:lnTo>
                    <a:lnTo>
                      <a:pt x="366855" y="1010688"/>
                    </a:lnTo>
                    <a:lnTo>
                      <a:pt x="363351" y="1005072"/>
                    </a:lnTo>
                    <a:lnTo>
                      <a:pt x="420567" y="969312"/>
                    </a:lnTo>
                    <a:lnTo>
                      <a:pt x="359031" y="865536"/>
                    </a:lnTo>
                    <a:lnTo>
                      <a:pt x="377607" y="783504"/>
                    </a:lnTo>
                    <a:lnTo>
                      <a:pt x="407703" y="765648"/>
                    </a:lnTo>
                    <a:lnTo>
                      <a:pt x="412272" y="757313"/>
                    </a:lnTo>
                    <a:lnTo>
                      <a:pt x="364839" y="677232"/>
                    </a:lnTo>
                    <a:lnTo>
                      <a:pt x="352599" y="680208"/>
                    </a:lnTo>
                    <a:lnTo>
                      <a:pt x="305175" y="613056"/>
                    </a:lnTo>
                    <a:lnTo>
                      <a:pt x="257031" y="643728"/>
                    </a:lnTo>
                    <a:lnTo>
                      <a:pt x="240951" y="617568"/>
                    </a:lnTo>
                    <a:lnTo>
                      <a:pt x="301287" y="579168"/>
                    </a:lnTo>
                    <a:lnTo>
                      <a:pt x="306135" y="586704"/>
                    </a:lnTo>
                    <a:lnTo>
                      <a:pt x="327406" y="573002"/>
                    </a:lnTo>
                    <a:lnTo>
                      <a:pt x="341895" y="593040"/>
                    </a:lnTo>
                    <a:lnTo>
                      <a:pt x="364023" y="578784"/>
                    </a:lnTo>
                    <a:lnTo>
                      <a:pt x="349671" y="558912"/>
                    </a:lnTo>
                    <a:lnTo>
                      <a:pt x="573111" y="425328"/>
                    </a:lnTo>
                    <a:lnTo>
                      <a:pt x="738663" y="664512"/>
                    </a:lnTo>
                    <a:lnTo>
                      <a:pt x="725895" y="672912"/>
                    </a:lnTo>
                    <a:lnTo>
                      <a:pt x="894855" y="928320"/>
                    </a:lnTo>
                    <a:lnTo>
                      <a:pt x="1320904" y="661295"/>
                    </a:lnTo>
                    <a:lnTo>
                      <a:pt x="1427061" y="815779"/>
                    </a:lnTo>
                    <a:lnTo>
                      <a:pt x="2141895" y="367824"/>
                    </a:lnTo>
                    <a:lnTo>
                      <a:pt x="2180034" y="356807"/>
                    </a:lnTo>
                    <a:lnTo>
                      <a:pt x="2217351" y="367248"/>
                    </a:lnTo>
                    <a:lnTo>
                      <a:pt x="2243223" y="394224"/>
                    </a:lnTo>
                    <a:lnTo>
                      <a:pt x="2644833" y="1227165"/>
                    </a:lnTo>
                    <a:close/>
                    <a:moveTo>
                      <a:pt x="2757783" y="1063584"/>
                    </a:moveTo>
                    <a:lnTo>
                      <a:pt x="2719287" y="1050048"/>
                    </a:lnTo>
                    <a:lnTo>
                      <a:pt x="2650839" y="907968"/>
                    </a:lnTo>
                    <a:lnTo>
                      <a:pt x="2654967" y="906000"/>
                    </a:lnTo>
                    <a:lnTo>
                      <a:pt x="2568135" y="726528"/>
                    </a:lnTo>
                    <a:lnTo>
                      <a:pt x="2564247" y="728352"/>
                    </a:lnTo>
                    <a:lnTo>
                      <a:pt x="2528055" y="653328"/>
                    </a:lnTo>
                    <a:lnTo>
                      <a:pt x="2404071" y="396048"/>
                    </a:lnTo>
                    <a:lnTo>
                      <a:pt x="2366775" y="318720"/>
                    </a:lnTo>
                    <a:lnTo>
                      <a:pt x="2715399" y="0"/>
                    </a:lnTo>
                    <a:lnTo>
                      <a:pt x="2874663" y="330768"/>
                    </a:lnTo>
                    <a:lnTo>
                      <a:pt x="2776935" y="377856"/>
                    </a:lnTo>
                    <a:lnTo>
                      <a:pt x="2814855" y="457392"/>
                    </a:lnTo>
                    <a:lnTo>
                      <a:pt x="3223575" y="263712"/>
                    </a:lnTo>
                    <a:lnTo>
                      <a:pt x="3242727" y="304320"/>
                    </a:lnTo>
                    <a:lnTo>
                      <a:pt x="3443223" y="728544"/>
                    </a:lnTo>
                    <a:lnTo>
                      <a:pt x="3446247" y="735024"/>
                    </a:lnTo>
                    <a:lnTo>
                      <a:pt x="2757783" y="1063584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58" name="Контур"/>
              <p:cNvSpPr/>
              <p:nvPr/>
            </p:nvSpPr>
            <p:spPr>
              <a:xfrm>
                <a:off x="5451833" y="5349238"/>
                <a:ext cx="1748167" cy="936306"/>
              </a:xfrm>
              <a:custGeom>
                <a:avLst/>
                <a:gdLst/>
                <a:ahLst/>
                <a:cxnLst/>
                <a:rect l="l" t="t" r="r" b="b"/>
                <a:pathLst>
                  <a:path w="1748167" h="936306" fill="none">
                    <a:moveTo>
                      <a:pt x="1748167" y="101021"/>
                    </a:moveTo>
                    <a:lnTo>
                      <a:pt x="1035408" y="441186"/>
                    </a:lnTo>
                    <a:lnTo>
                      <a:pt x="673248" y="613986"/>
                    </a:lnTo>
                    <a:lnTo>
                      <a:pt x="270384" y="806226"/>
                    </a:lnTo>
                    <a:lnTo>
                      <a:pt x="78048" y="898050"/>
                    </a:lnTo>
                    <a:lnTo>
                      <a:pt x="75792" y="904434"/>
                    </a:lnTo>
                    <a:lnTo>
                      <a:pt x="64560" y="936306"/>
                    </a:lnTo>
                    <a:lnTo>
                      <a:pt x="54192" y="914754"/>
                    </a:lnTo>
                    <a:lnTo>
                      <a:pt x="0" y="802338"/>
                    </a:lnTo>
                    <a:lnTo>
                      <a:pt x="38496" y="815874"/>
                    </a:lnTo>
                    <a:lnTo>
                      <a:pt x="726960" y="487314"/>
                    </a:lnTo>
                    <a:lnTo>
                      <a:pt x="1747728" y="210"/>
                    </a:lnTo>
                    <a:lnTo>
                      <a:pt x="1748167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59" name="Контур"/>
              <p:cNvSpPr/>
              <p:nvPr/>
            </p:nvSpPr>
            <p:spPr>
              <a:xfrm>
                <a:off x="4053450" y="5220855"/>
                <a:ext cx="1334063" cy="788641"/>
              </a:xfrm>
              <a:custGeom>
                <a:avLst/>
                <a:gdLst/>
                <a:ahLst/>
                <a:cxnLst/>
                <a:rect l="l" t="t" r="r" b="b"/>
                <a:pathLst>
                  <a:path w="1334063" h="788641" fill="none">
                    <a:moveTo>
                      <a:pt x="1329935" y="788641"/>
                    </a:moveTo>
                    <a:lnTo>
                      <a:pt x="1243343" y="609025"/>
                    </a:lnTo>
                    <a:lnTo>
                      <a:pt x="1247231" y="607201"/>
                    </a:lnTo>
                    <a:lnTo>
                      <a:pt x="1334063" y="786673"/>
                    </a:lnTo>
                    <a:lnTo>
                      <a:pt x="1329935" y="788641"/>
                    </a:lnTo>
                    <a:close/>
                    <a:moveTo>
                      <a:pt x="945792" y="172128"/>
                    </a:moveTo>
                    <a:lnTo>
                      <a:pt x="106157" y="696452"/>
                    </a:lnTo>
                    <a:lnTo>
                      <a:pt x="0" y="541968"/>
                    </a:lnTo>
                    <a:lnTo>
                      <a:pt x="864769" y="0"/>
                    </a:lnTo>
                    <a:lnTo>
                      <a:pt x="945792" y="172128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60" name="Контур"/>
              <p:cNvSpPr/>
              <p:nvPr/>
            </p:nvSpPr>
            <p:spPr>
              <a:xfrm>
                <a:off x="2829595" y="5353960"/>
                <a:ext cx="4370405" cy="2638040"/>
              </a:xfrm>
              <a:custGeom>
                <a:avLst/>
                <a:gdLst/>
                <a:ahLst/>
                <a:cxnLst/>
                <a:rect l="l" t="t" r="r" b="b"/>
                <a:pathLst>
                  <a:path w="4370405" h="2638040" fill="none">
                    <a:moveTo>
                      <a:pt x="4370405" y="1936678"/>
                    </a:moveTo>
                    <a:lnTo>
                      <a:pt x="4137118" y="2042160"/>
                    </a:lnTo>
                    <a:lnTo>
                      <a:pt x="4118926" y="2001984"/>
                    </a:lnTo>
                    <a:lnTo>
                      <a:pt x="3993934" y="2058528"/>
                    </a:lnTo>
                    <a:lnTo>
                      <a:pt x="3993694" y="2054928"/>
                    </a:lnTo>
                    <a:lnTo>
                      <a:pt x="3663502" y="2209584"/>
                    </a:lnTo>
                    <a:lnTo>
                      <a:pt x="3670318" y="2580960"/>
                    </a:lnTo>
                    <a:lnTo>
                      <a:pt x="3696526" y="2580720"/>
                    </a:lnTo>
                    <a:lnTo>
                      <a:pt x="3697054" y="2636976"/>
                    </a:lnTo>
                    <a:lnTo>
                      <a:pt x="3799774" y="2635968"/>
                    </a:lnTo>
                    <a:lnTo>
                      <a:pt x="3799810" y="2638040"/>
                    </a:lnTo>
                    <a:moveTo>
                      <a:pt x="4370405" y="2577900"/>
                    </a:moveTo>
                    <a:lnTo>
                      <a:pt x="4236046" y="2575872"/>
                    </a:lnTo>
                    <a:lnTo>
                      <a:pt x="4238926" y="2528640"/>
                    </a:lnTo>
                    <a:lnTo>
                      <a:pt x="4370405" y="2527824"/>
                    </a:lnTo>
                    <a:moveTo>
                      <a:pt x="2493672" y="2638040"/>
                    </a:moveTo>
                    <a:lnTo>
                      <a:pt x="4370405" y="1739709"/>
                    </a:lnTo>
                    <a:moveTo>
                      <a:pt x="3614734" y="2287824"/>
                    </a:moveTo>
                    <a:lnTo>
                      <a:pt x="3173278" y="2500800"/>
                    </a:lnTo>
                    <a:lnTo>
                      <a:pt x="3173662" y="2447856"/>
                    </a:lnTo>
                    <a:lnTo>
                      <a:pt x="3158494" y="2448192"/>
                    </a:lnTo>
                    <a:lnTo>
                      <a:pt x="2750328" y="2638040"/>
                    </a:lnTo>
                    <a:moveTo>
                      <a:pt x="3622318" y="2638040"/>
                    </a:moveTo>
                    <a:lnTo>
                      <a:pt x="3622318" y="2594832"/>
                    </a:lnTo>
                    <a:lnTo>
                      <a:pt x="3614734" y="2287824"/>
                    </a:lnTo>
                    <a:lnTo>
                      <a:pt x="3614734" y="2287824"/>
                    </a:lnTo>
                    <a:moveTo>
                      <a:pt x="2810878" y="2575344"/>
                    </a:moveTo>
                    <a:lnTo>
                      <a:pt x="3214462" y="2389008"/>
                    </a:lnTo>
                    <a:lnTo>
                      <a:pt x="3178270" y="2316336"/>
                    </a:lnTo>
                    <a:lnTo>
                      <a:pt x="3066670" y="2369952"/>
                    </a:lnTo>
                    <a:lnTo>
                      <a:pt x="3026254" y="2389392"/>
                    </a:lnTo>
                    <a:lnTo>
                      <a:pt x="2777710" y="2508816"/>
                    </a:lnTo>
                    <a:lnTo>
                      <a:pt x="2810878" y="2575344"/>
                    </a:lnTo>
                    <a:lnTo>
                      <a:pt x="2810878" y="2575344"/>
                    </a:lnTo>
                    <a:moveTo>
                      <a:pt x="2420350" y="407184"/>
                    </a:moveTo>
                    <a:lnTo>
                      <a:pt x="2431006" y="400896"/>
                    </a:lnTo>
                    <a:lnTo>
                      <a:pt x="3225262" y="2048688"/>
                    </a:lnTo>
                    <a:lnTo>
                      <a:pt x="3247630" y="2075520"/>
                    </a:lnTo>
                    <a:lnTo>
                      <a:pt x="3281134" y="2088816"/>
                    </a:lnTo>
                    <a:lnTo>
                      <a:pt x="3317950" y="2083776"/>
                    </a:lnTo>
                    <a:lnTo>
                      <a:pt x="4241998" y="1641600"/>
                    </a:lnTo>
                    <a:lnTo>
                      <a:pt x="4304110" y="1771440"/>
                    </a:lnTo>
                    <a:lnTo>
                      <a:pt x="2493672" y="2638040"/>
                    </a:lnTo>
                    <a:moveTo>
                      <a:pt x="2161430" y="2638040"/>
                    </a:moveTo>
                    <a:lnTo>
                      <a:pt x="3076894" y="2202240"/>
                    </a:lnTo>
                    <a:lnTo>
                      <a:pt x="3074974" y="2198160"/>
                    </a:lnTo>
                    <a:lnTo>
                      <a:pt x="3092254" y="2178432"/>
                    </a:lnTo>
                    <a:lnTo>
                      <a:pt x="3100990" y="2155344"/>
                    </a:lnTo>
                    <a:lnTo>
                      <a:pt x="3101470" y="2130672"/>
                    </a:lnTo>
                    <a:lnTo>
                      <a:pt x="3095182" y="2110464"/>
                    </a:lnTo>
                    <a:lnTo>
                      <a:pt x="2547838" y="974976"/>
                    </a:lnTo>
                    <a:lnTo>
                      <a:pt x="2544094" y="976896"/>
                    </a:lnTo>
                    <a:lnTo>
                      <a:pt x="2547694" y="974640"/>
                    </a:lnTo>
                    <a:lnTo>
                      <a:pt x="2147950" y="145152"/>
                    </a:lnTo>
                    <a:lnTo>
                      <a:pt x="2129662" y="121536"/>
                    </a:lnTo>
                    <a:lnTo>
                      <a:pt x="2106622" y="108384"/>
                    </a:lnTo>
                    <a:lnTo>
                      <a:pt x="2080606" y="104496"/>
                    </a:lnTo>
                    <a:lnTo>
                      <a:pt x="2053102" y="110976"/>
                    </a:lnTo>
                    <a:lnTo>
                      <a:pt x="2233870" y="0"/>
                    </a:lnTo>
                    <a:lnTo>
                      <a:pt x="2424190" y="388992"/>
                    </a:lnTo>
                    <a:lnTo>
                      <a:pt x="2413726" y="394368"/>
                    </a:lnTo>
                    <a:lnTo>
                      <a:pt x="2420350" y="407184"/>
                    </a:lnTo>
                    <a:lnTo>
                      <a:pt x="2420350" y="407184"/>
                    </a:lnTo>
                    <a:moveTo>
                      <a:pt x="1485599" y="1558943"/>
                    </a:moveTo>
                    <a:lnTo>
                      <a:pt x="1384415" y="1634783"/>
                    </a:lnTo>
                    <a:lnTo>
                      <a:pt x="1169855" y="1858175"/>
                    </a:lnTo>
                    <a:lnTo>
                      <a:pt x="1113599" y="1955567"/>
                    </a:lnTo>
                    <a:lnTo>
                      <a:pt x="1072751" y="2061071"/>
                    </a:lnTo>
                    <a:lnTo>
                      <a:pt x="1028399" y="2437487"/>
                    </a:lnTo>
                    <a:lnTo>
                      <a:pt x="1085567" y="2607455"/>
                    </a:lnTo>
                    <a:lnTo>
                      <a:pt x="1062287" y="2622861"/>
                    </a:lnTo>
                    <a:lnTo>
                      <a:pt x="1069073" y="2638040"/>
                    </a:lnTo>
                    <a:moveTo>
                      <a:pt x="820192" y="2638040"/>
                    </a:moveTo>
                    <a:lnTo>
                      <a:pt x="286594" y="1523082"/>
                    </a:lnTo>
                    <a:lnTo>
                      <a:pt x="510814" y="1389504"/>
                    </a:lnTo>
                    <a:lnTo>
                      <a:pt x="564142" y="1393296"/>
                    </a:lnTo>
                    <a:lnTo>
                      <a:pt x="668255" y="1601184"/>
                    </a:lnTo>
                    <a:lnTo>
                      <a:pt x="844606" y="1556112"/>
                    </a:lnTo>
                    <a:lnTo>
                      <a:pt x="1200526" y="1518864"/>
                    </a:lnTo>
                    <a:lnTo>
                      <a:pt x="1432750" y="1484784"/>
                    </a:lnTo>
                    <a:lnTo>
                      <a:pt x="1568878" y="1430160"/>
                    </a:lnTo>
                    <a:lnTo>
                      <a:pt x="1676830" y="1380480"/>
                    </a:lnTo>
                    <a:lnTo>
                      <a:pt x="1687246" y="1365984"/>
                    </a:lnTo>
                    <a:lnTo>
                      <a:pt x="1704403" y="1357405"/>
                    </a:lnTo>
                    <a:lnTo>
                      <a:pt x="1738991" y="1413407"/>
                    </a:lnTo>
                    <a:lnTo>
                      <a:pt x="1560911" y="1502543"/>
                    </a:lnTo>
                    <a:lnTo>
                      <a:pt x="1485599" y="1558943"/>
                    </a:lnTo>
                    <a:lnTo>
                      <a:pt x="1485599" y="1558943"/>
                    </a:lnTo>
                    <a:moveTo>
                      <a:pt x="2746990" y="1599504"/>
                    </a:moveTo>
                    <a:lnTo>
                      <a:pt x="2762158" y="1635312"/>
                    </a:lnTo>
                    <a:lnTo>
                      <a:pt x="2730958" y="1647840"/>
                    </a:lnTo>
                    <a:lnTo>
                      <a:pt x="2728270" y="1641696"/>
                    </a:lnTo>
                    <a:lnTo>
                      <a:pt x="2686126" y="1658400"/>
                    </a:lnTo>
                    <a:lnTo>
                      <a:pt x="2676526" y="1635024"/>
                    </a:lnTo>
                    <a:lnTo>
                      <a:pt x="2572846" y="1692480"/>
                    </a:lnTo>
                    <a:lnTo>
                      <a:pt x="2511070" y="1721040"/>
                    </a:lnTo>
                    <a:lnTo>
                      <a:pt x="2473198" y="1732896"/>
                    </a:lnTo>
                    <a:lnTo>
                      <a:pt x="2471470" y="1729200"/>
                    </a:lnTo>
                    <a:lnTo>
                      <a:pt x="2060446" y="1925136"/>
                    </a:lnTo>
                    <a:lnTo>
                      <a:pt x="2114542" y="2039232"/>
                    </a:lnTo>
                    <a:lnTo>
                      <a:pt x="2165614" y="2173776"/>
                    </a:lnTo>
                    <a:lnTo>
                      <a:pt x="2194702" y="2159760"/>
                    </a:lnTo>
                    <a:lnTo>
                      <a:pt x="2245486" y="2271312"/>
                    </a:lnTo>
                    <a:lnTo>
                      <a:pt x="2247406" y="2283072"/>
                    </a:lnTo>
                    <a:lnTo>
                      <a:pt x="2195134" y="2313264"/>
                    </a:lnTo>
                    <a:lnTo>
                      <a:pt x="2317102" y="2563152"/>
                    </a:lnTo>
                    <a:lnTo>
                      <a:pt x="2160625" y="2638040"/>
                    </a:lnTo>
                    <a:moveTo>
                      <a:pt x="1069071" y="2638040"/>
                    </a:moveTo>
                    <a:lnTo>
                      <a:pt x="1062286" y="2622864"/>
                    </a:lnTo>
                    <a:lnTo>
                      <a:pt x="1085566" y="2607456"/>
                    </a:lnTo>
                    <a:lnTo>
                      <a:pt x="1028398" y="2437488"/>
                    </a:lnTo>
                    <a:lnTo>
                      <a:pt x="1072750" y="2061072"/>
                    </a:lnTo>
                    <a:lnTo>
                      <a:pt x="1113598" y="1955568"/>
                    </a:lnTo>
                    <a:lnTo>
                      <a:pt x="1169854" y="1858176"/>
                    </a:lnTo>
                    <a:lnTo>
                      <a:pt x="1384414" y="1634784"/>
                    </a:lnTo>
                    <a:lnTo>
                      <a:pt x="1560910" y="1502544"/>
                    </a:lnTo>
                    <a:lnTo>
                      <a:pt x="1614910" y="1477632"/>
                    </a:lnTo>
                    <a:lnTo>
                      <a:pt x="1694254" y="1653504"/>
                    </a:lnTo>
                    <a:lnTo>
                      <a:pt x="1795918" y="1613184"/>
                    </a:lnTo>
                    <a:lnTo>
                      <a:pt x="1809022" y="1639488"/>
                    </a:lnTo>
                    <a:lnTo>
                      <a:pt x="1848286" y="1622784"/>
                    </a:lnTo>
                    <a:lnTo>
                      <a:pt x="1859374" y="1647168"/>
                    </a:lnTo>
                    <a:lnTo>
                      <a:pt x="1936702" y="1612752"/>
                    </a:lnTo>
                    <a:lnTo>
                      <a:pt x="1956958" y="1662528"/>
                    </a:lnTo>
                    <a:lnTo>
                      <a:pt x="2002606" y="1642272"/>
                    </a:lnTo>
                    <a:lnTo>
                      <a:pt x="2007214" y="1652640"/>
                    </a:lnTo>
                    <a:lnTo>
                      <a:pt x="2029054" y="1642896"/>
                    </a:lnTo>
                    <a:lnTo>
                      <a:pt x="2040670" y="1667808"/>
                    </a:lnTo>
                    <a:lnTo>
                      <a:pt x="2724670" y="1349760"/>
                    </a:lnTo>
                    <a:lnTo>
                      <a:pt x="2820670" y="1554144"/>
                    </a:lnTo>
                    <a:lnTo>
                      <a:pt x="2754430" y="1581216"/>
                    </a:lnTo>
                    <a:lnTo>
                      <a:pt x="2746990" y="1599504"/>
                    </a:lnTo>
                    <a:lnTo>
                      <a:pt x="2746990" y="1599504"/>
                    </a:lnTo>
                    <a:moveTo>
                      <a:pt x="286594" y="1523082"/>
                    </a:moveTo>
                    <a:lnTo>
                      <a:pt x="820192" y="2638040"/>
                    </a:lnTo>
                    <a:moveTo>
                      <a:pt x="660551" y="2638040"/>
                    </a:moveTo>
                    <a:lnTo>
                      <a:pt x="103177" y="1473404"/>
                    </a:lnTo>
                    <a:lnTo>
                      <a:pt x="0" y="1443474"/>
                    </a:lnTo>
                    <a:lnTo>
                      <a:pt x="60873" y="1394583"/>
                    </a:lnTo>
                    <a:lnTo>
                      <a:pt x="127294" y="1511232"/>
                    </a:lnTo>
                    <a:lnTo>
                      <a:pt x="178248" y="1587634"/>
                    </a:lnTo>
                    <a:lnTo>
                      <a:pt x="286594" y="1523082"/>
                    </a:lnTo>
                    <a:lnTo>
                      <a:pt x="286594" y="1523082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61" name="Контур"/>
              <p:cNvSpPr/>
              <p:nvPr/>
            </p:nvSpPr>
            <p:spPr>
              <a:xfrm>
                <a:off x="1453823" y="5324258"/>
                <a:ext cx="4452667" cy="2592853"/>
              </a:xfrm>
              <a:custGeom>
                <a:avLst/>
                <a:gdLst/>
                <a:ahLst/>
                <a:cxnLst/>
                <a:rect l="l" t="t" r="r" b="b"/>
                <a:pathLst>
                  <a:path w="4452667" h="2592853" fill="none">
                    <a:moveTo>
                      <a:pt x="4452667" y="2231941"/>
                    </a:moveTo>
                    <a:lnTo>
                      <a:pt x="3692875" y="2592853"/>
                    </a:lnTo>
                    <a:lnTo>
                      <a:pt x="3570907" y="2342965"/>
                    </a:lnTo>
                    <a:lnTo>
                      <a:pt x="3623179" y="2312773"/>
                    </a:lnTo>
                    <a:lnTo>
                      <a:pt x="3621259" y="2301013"/>
                    </a:lnTo>
                    <a:lnTo>
                      <a:pt x="3570475" y="2189461"/>
                    </a:lnTo>
                    <a:lnTo>
                      <a:pt x="3541387" y="2203477"/>
                    </a:lnTo>
                    <a:lnTo>
                      <a:pt x="3490315" y="2068933"/>
                    </a:lnTo>
                    <a:lnTo>
                      <a:pt x="3436219" y="1954837"/>
                    </a:lnTo>
                    <a:lnTo>
                      <a:pt x="3847243" y="1758901"/>
                    </a:lnTo>
                    <a:lnTo>
                      <a:pt x="3848971" y="1762597"/>
                    </a:lnTo>
                    <a:lnTo>
                      <a:pt x="3886842" y="1750742"/>
                    </a:lnTo>
                    <a:lnTo>
                      <a:pt x="3948618" y="1722182"/>
                    </a:lnTo>
                    <a:lnTo>
                      <a:pt x="4052298" y="1664726"/>
                    </a:lnTo>
                    <a:lnTo>
                      <a:pt x="4061898" y="1688102"/>
                    </a:lnTo>
                    <a:lnTo>
                      <a:pt x="4104042" y="1671398"/>
                    </a:lnTo>
                    <a:lnTo>
                      <a:pt x="4106730" y="1677542"/>
                    </a:lnTo>
                    <a:lnTo>
                      <a:pt x="4222266" y="1637270"/>
                    </a:lnTo>
                    <a:lnTo>
                      <a:pt x="4381578" y="1969910"/>
                    </a:lnTo>
                    <a:lnTo>
                      <a:pt x="4338186" y="1990550"/>
                    </a:lnTo>
                    <a:lnTo>
                      <a:pt x="4452667" y="2231941"/>
                    </a:lnTo>
                    <a:close/>
                    <a:moveTo>
                      <a:pt x="411358" y="592891"/>
                    </a:moveTo>
                    <a:lnTo>
                      <a:pt x="205434" y="718118"/>
                    </a:lnTo>
                    <a:lnTo>
                      <a:pt x="172564" y="736048"/>
                    </a:lnTo>
                    <a:lnTo>
                      <a:pt x="57557" y="546834"/>
                    </a:lnTo>
                    <a:lnTo>
                      <a:pt x="0" y="527437"/>
                    </a:lnTo>
                    <a:lnTo>
                      <a:pt x="170153" y="22572"/>
                    </a:lnTo>
                    <a:lnTo>
                      <a:pt x="178977" y="0"/>
                    </a:lnTo>
                    <a:lnTo>
                      <a:pt x="162152" y="60268"/>
                    </a:lnTo>
                    <a:lnTo>
                      <a:pt x="165598" y="122745"/>
                    </a:lnTo>
                    <a:lnTo>
                      <a:pt x="188951" y="180796"/>
                    </a:lnTo>
                    <a:lnTo>
                      <a:pt x="419390" y="559924"/>
                    </a:lnTo>
                    <a:lnTo>
                      <a:pt x="411358" y="592891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62" name="Контур"/>
              <p:cNvSpPr/>
              <p:nvPr/>
            </p:nvSpPr>
            <p:spPr>
              <a:xfrm>
                <a:off x="1882265" y="2232000"/>
                <a:ext cx="5299296" cy="3759016"/>
              </a:xfrm>
              <a:custGeom>
                <a:avLst/>
                <a:gdLst/>
                <a:ahLst/>
                <a:cxnLst/>
                <a:rect l="l" t="t" r="r" b="b"/>
                <a:pathLst>
                  <a:path w="5299296" h="3759016" fill="none">
                    <a:moveTo>
                      <a:pt x="5153355" y="0"/>
                    </a:moveTo>
                    <a:lnTo>
                      <a:pt x="5299296" y="162376"/>
                    </a:lnTo>
                    <a:lnTo>
                      <a:pt x="5201424" y="162424"/>
                    </a:lnTo>
                    <a:lnTo>
                      <a:pt x="5126352" y="190792"/>
                    </a:lnTo>
                    <a:lnTo>
                      <a:pt x="4714320" y="400504"/>
                    </a:lnTo>
                    <a:lnTo>
                      <a:pt x="4602480" y="469048"/>
                    </a:lnTo>
                    <a:lnTo>
                      <a:pt x="4170576" y="793720"/>
                    </a:lnTo>
                    <a:lnTo>
                      <a:pt x="3439440" y="1515640"/>
                    </a:lnTo>
                    <a:lnTo>
                      <a:pt x="2558352" y="2151592"/>
                    </a:lnTo>
                    <a:lnTo>
                      <a:pt x="1240368" y="3116392"/>
                    </a:lnTo>
                    <a:lnTo>
                      <a:pt x="0" y="3759016"/>
                    </a:lnTo>
                    <a:lnTo>
                      <a:pt x="561120" y="3417784"/>
                    </a:lnTo>
                    <a:lnTo>
                      <a:pt x="660240" y="3322456"/>
                    </a:lnTo>
                    <a:lnTo>
                      <a:pt x="694176" y="3355096"/>
                    </a:lnTo>
                    <a:lnTo>
                      <a:pt x="753840" y="3325240"/>
                    </a:lnTo>
                    <a:lnTo>
                      <a:pt x="833616" y="3275560"/>
                    </a:lnTo>
                    <a:lnTo>
                      <a:pt x="899136" y="3245896"/>
                    </a:lnTo>
                    <a:lnTo>
                      <a:pt x="1275888" y="2947336"/>
                    </a:lnTo>
                    <a:lnTo>
                      <a:pt x="1254192" y="2923912"/>
                    </a:lnTo>
                    <a:lnTo>
                      <a:pt x="1795248" y="2529928"/>
                    </a:lnTo>
                    <a:lnTo>
                      <a:pt x="1789872" y="2510104"/>
                    </a:lnTo>
                    <a:lnTo>
                      <a:pt x="1768464" y="2479240"/>
                    </a:lnTo>
                    <a:lnTo>
                      <a:pt x="1846752" y="2577352"/>
                    </a:lnTo>
                    <a:lnTo>
                      <a:pt x="2424240" y="2164120"/>
                    </a:lnTo>
                    <a:lnTo>
                      <a:pt x="3248640" y="1549192"/>
                    </a:lnTo>
                    <a:lnTo>
                      <a:pt x="3879360" y="982552"/>
                    </a:lnTo>
                    <a:lnTo>
                      <a:pt x="4486704" y="543304"/>
                    </a:lnTo>
                    <a:lnTo>
                      <a:pt x="4676496" y="419032"/>
                    </a:lnTo>
                    <a:lnTo>
                      <a:pt x="4971024" y="254392"/>
                    </a:lnTo>
                    <a:lnTo>
                      <a:pt x="4871184" y="140104"/>
                    </a:lnTo>
                    <a:lnTo>
                      <a:pt x="4879344" y="132376"/>
                    </a:lnTo>
                    <a:lnTo>
                      <a:pt x="4840224" y="90088"/>
                    </a:lnTo>
                    <a:lnTo>
                      <a:pt x="4832592" y="96664"/>
                    </a:lnTo>
                    <a:lnTo>
                      <a:pt x="4797504" y="56680"/>
                    </a:lnTo>
                    <a:lnTo>
                      <a:pt x="4794960" y="58888"/>
                    </a:lnTo>
                    <a:lnTo>
                      <a:pt x="4741931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63" name="Контур"/>
              <p:cNvSpPr/>
              <p:nvPr/>
            </p:nvSpPr>
            <p:spPr>
              <a:xfrm>
                <a:off x="1687550" y="5317140"/>
                <a:ext cx="341667" cy="537658"/>
              </a:xfrm>
              <a:custGeom>
                <a:avLst/>
                <a:gdLst/>
                <a:ahLst/>
                <a:cxnLst/>
                <a:rect l="l" t="t" r="r" b="b"/>
                <a:pathLst>
                  <a:path w="341667" h="537658" fill="none">
                    <a:moveTo>
                      <a:pt x="301563" y="524644"/>
                    </a:moveTo>
                    <a:lnTo>
                      <a:pt x="280161" y="537658"/>
                    </a:lnTo>
                    <a:lnTo>
                      <a:pt x="247182" y="529618"/>
                    </a:lnTo>
                    <a:lnTo>
                      <a:pt x="16750" y="150517"/>
                    </a:lnTo>
                    <a:lnTo>
                      <a:pt x="2155" y="114236"/>
                    </a:lnTo>
                    <a:lnTo>
                      <a:pt x="0" y="75187"/>
                    </a:lnTo>
                    <a:lnTo>
                      <a:pt x="10516" y="37519"/>
                    </a:lnTo>
                    <a:lnTo>
                      <a:pt x="32586" y="5235"/>
                    </a:lnTo>
                    <a:lnTo>
                      <a:pt x="37605" y="0"/>
                    </a:lnTo>
                    <a:lnTo>
                      <a:pt x="316914" y="459287"/>
                    </a:lnTo>
                    <a:lnTo>
                      <a:pt x="341667" y="500255"/>
                    </a:lnTo>
                    <a:lnTo>
                      <a:pt x="301563" y="524644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64" name="Контур"/>
              <p:cNvSpPr/>
              <p:nvPr/>
            </p:nvSpPr>
            <p:spPr>
              <a:xfrm>
                <a:off x="1440000" y="5103557"/>
                <a:ext cx="280630" cy="780572"/>
              </a:xfrm>
              <a:custGeom>
                <a:avLst/>
                <a:gdLst/>
                <a:ahLst/>
                <a:cxnLst/>
                <a:rect l="l" t="t" r="r" b="b"/>
                <a:pathLst>
                  <a:path w="280630" h="780572" fill="none">
                    <a:moveTo>
                      <a:pt x="222649" y="58678"/>
                    </a:moveTo>
                    <a:lnTo>
                      <a:pt x="280630" y="114149"/>
                    </a:lnTo>
                    <a:lnTo>
                      <a:pt x="228110" y="169044"/>
                    </a:lnTo>
                    <a:lnTo>
                      <a:pt x="192800" y="220701"/>
                    </a:lnTo>
                    <a:lnTo>
                      <a:pt x="3636" y="778361"/>
                    </a:lnTo>
                    <a:lnTo>
                      <a:pt x="0" y="780572"/>
                    </a:lnTo>
                    <a:moveTo>
                      <a:pt x="0" y="616590"/>
                    </a:moveTo>
                    <a:lnTo>
                      <a:pt x="48617" y="503795"/>
                    </a:lnTo>
                    <a:lnTo>
                      <a:pt x="85314" y="361649"/>
                    </a:lnTo>
                    <a:lnTo>
                      <a:pt x="108185" y="192083"/>
                    </a:lnTo>
                    <a:lnTo>
                      <a:pt x="109385" y="116099"/>
                    </a:lnTo>
                    <a:lnTo>
                      <a:pt x="99255" y="14067"/>
                    </a:lnTo>
                    <a:lnTo>
                      <a:pt x="112713" y="0"/>
                    </a:lnTo>
                    <a:lnTo>
                      <a:pt x="199422" y="82956"/>
                    </a:lnTo>
                    <a:lnTo>
                      <a:pt x="222649" y="58678"/>
                    </a:lnTo>
                    <a:lnTo>
                      <a:pt x="222649" y="58678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65" name="Контур"/>
              <p:cNvSpPr/>
              <p:nvPr/>
            </p:nvSpPr>
            <p:spPr>
              <a:xfrm>
                <a:off x="1615975" y="4848095"/>
                <a:ext cx="879315" cy="1069054"/>
              </a:xfrm>
              <a:custGeom>
                <a:avLst/>
                <a:gdLst/>
                <a:ahLst/>
                <a:cxnLst/>
                <a:rect l="l" t="t" r="r" b="b"/>
                <a:pathLst>
                  <a:path w="879315" h="1069054" fill="none">
                    <a:moveTo>
                      <a:pt x="496236" y="126877"/>
                    </a:moveTo>
                    <a:lnTo>
                      <a:pt x="436731" y="126665"/>
                    </a:lnTo>
                    <a:lnTo>
                      <a:pt x="104161" y="474280"/>
                    </a:lnTo>
                    <a:lnTo>
                      <a:pt x="82091" y="506564"/>
                    </a:lnTo>
                    <a:lnTo>
                      <a:pt x="71575" y="544232"/>
                    </a:lnTo>
                    <a:lnTo>
                      <a:pt x="73730" y="583281"/>
                    </a:lnTo>
                    <a:lnTo>
                      <a:pt x="88325" y="619562"/>
                    </a:lnTo>
                    <a:lnTo>
                      <a:pt x="318757" y="998663"/>
                    </a:lnTo>
                    <a:lnTo>
                      <a:pt x="351736" y="1006703"/>
                    </a:lnTo>
                    <a:lnTo>
                      <a:pt x="249206" y="1069054"/>
                    </a:lnTo>
                    <a:lnTo>
                      <a:pt x="257238" y="1036087"/>
                    </a:lnTo>
                    <a:lnTo>
                      <a:pt x="26799" y="656959"/>
                    </a:lnTo>
                    <a:lnTo>
                      <a:pt x="3446" y="598908"/>
                    </a:lnTo>
                    <a:lnTo>
                      <a:pt x="0" y="536431"/>
                    </a:lnTo>
                    <a:lnTo>
                      <a:pt x="16825" y="476163"/>
                    </a:lnTo>
                    <a:lnTo>
                      <a:pt x="52135" y="424506"/>
                    </a:lnTo>
                    <a:lnTo>
                      <a:pt x="170034" y="301274"/>
                    </a:lnTo>
                    <a:lnTo>
                      <a:pt x="209402" y="239295"/>
                    </a:lnTo>
                    <a:lnTo>
                      <a:pt x="294350" y="150504"/>
                    </a:lnTo>
                    <a:lnTo>
                      <a:pt x="353492" y="109517"/>
                    </a:lnTo>
                    <a:lnTo>
                      <a:pt x="393340" y="67860"/>
                    </a:lnTo>
                    <a:lnTo>
                      <a:pt x="391840" y="0"/>
                    </a:lnTo>
                    <a:lnTo>
                      <a:pt x="496236" y="126877"/>
                    </a:lnTo>
                    <a:close/>
                    <a:moveTo>
                      <a:pt x="109180" y="469045"/>
                    </a:moveTo>
                    <a:lnTo>
                      <a:pt x="409495" y="155133"/>
                    </a:lnTo>
                    <a:lnTo>
                      <a:pt x="481445" y="223985"/>
                    </a:lnTo>
                    <a:lnTo>
                      <a:pt x="511310" y="192769"/>
                    </a:lnTo>
                    <a:lnTo>
                      <a:pt x="879315" y="544847"/>
                    </a:lnTo>
                    <a:lnTo>
                      <a:pt x="560782" y="823611"/>
                    </a:lnTo>
                    <a:lnTo>
                      <a:pt x="388489" y="928332"/>
                    </a:lnTo>
                    <a:lnTo>
                      <a:pt x="109180" y="469045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66" name="Контур"/>
              <p:cNvSpPr/>
              <p:nvPr/>
            </p:nvSpPr>
            <p:spPr>
              <a:xfrm>
                <a:off x="1440000" y="4309487"/>
                <a:ext cx="1300889" cy="2034191"/>
              </a:xfrm>
              <a:custGeom>
                <a:avLst/>
                <a:gdLst/>
                <a:ahLst/>
                <a:cxnLst/>
                <a:rect l="l" t="t" r="r" b="b"/>
                <a:pathLst>
                  <a:path w="1300889" h="2034191" fill="none">
                    <a:moveTo>
                      <a:pt x="0" y="1931510"/>
                    </a:moveTo>
                    <a:lnTo>
                      <a:pt x="192329" y="1833929"/>
                    </a:lnTo>
                    <a:lnTo>
                      <a:pt x="1290569" y="1242041"/>
                    </a:lnTo>
                    <a:lnTo>
                      <a:pt x="1294073" y="1240217"/>
                    </a:lnTo>
                    <a:lnTo>
                      <a:pt x="1294361" y="1240073"/>
                    </a:lnTo>
                    <a:lnTo>
                      <a:pt x="1300889" y="1254569"/>
                    </a:lnTo>
                    <a:lnTo>
                      <a:pt x="1193993" y="1300985"/>
                    </a:lnTo>
                    <a:lnTo>
                      <a:pt x="1079321" y="1358777"/>
                    </a:lnTo>
                    <a:lnTo>
                      <a:pt x="953273" y="1448729"/>
                    </a:lnTo>
                    <a:lnTo>
                      <a:pt x="0" y="2034191"/>
                    </a:lnTo>
                    <a:moveTo>
                      <a:pt x="0" y="0"/>
                    </a:moveTo>
                    <a:lnTo>
                      <a:pt x="196256" y="183353"/>
                    </a:lnTo>
                    <a:lnTo>
                      <a:pt x="196320" y="183413"/>
                    </a:lnTo>
                    <a:lnTo>
                      <a:pt x="196409" y="183497"/>
                    </a:lnTo>
                    <a:lnTo>
                      <a:pt x="0" y="396504"/>
                    </a:lnTo>
                    <a:moveTo>
                      <a:pt x="0" y="701621"/>
                    </a:moveTo>
                    <a:lnTo>
                      <a:pt x="7385" y="720425"/>
                    </a:lnTo>
                    <a:lnTo>
                      <a:pt x="29081" y="804377"/>
                    </a:lnTo>
                    <a:lnTo>
                      <a:pt x="48953" y="947513"/>
                    </a:lnTo>
                    <a:lnTo>
                      <a:pt x="50681" y="1004873"/>
                    </a:lnTo>
                    <a:lnTo>
                      <a:pt x="45113" y="1120505"/>
                    </a:lnTo>
                    <a:lnTo>
                      <a:pt x="33113" y="1206665"/>
                    </a:lnTo>
                    <a:lnTo>
                      <a:pt x="12521" y="1276169"/>
                    </a:lnTo>
                    <a:lnTo>
                      <a:pt x="0" y="1306230"/>
                    </a:lnTo>
                    <a:moveTo>
                      <a:pt x="0" y="0"/>
                    </a:moveTo>
                    <a:lnTo>
                      <a:pt x="196256" y="183353"/>
                    </a:lnTo>
                    <a:lnTo>
                      <a:pt x="196320" y="183413"/>
                    </a:lnTo>
                    <a:lnTo>
                      <a:pt x="196409" y="183497"/>
                    </a:lnTo>
                    <a:lnTo>
                      <a:pt x="0" y="396504"/>
                    </a:lnTo>
                    <a:moveTo>
                      <a:pt x="0" y="701621"/>
                    </a:moveTo>
                    <a:lnTo>
                      <a:pt x="7385" y="720425"/>
                    </a:lnTo>
                    <a:lnTo>
                      <a:pt x="29081" y="804377"/>
                    </a:lnTo>
                    <a:lnTo>
                      <a:pt x="48953" y="947513"/>
                    </a:lnTo>
                    <a:lnTo>
                      <a:pt x="50681" y="1004873"/>
                    </a:lnTo>
                    <a:lnTo>
                      <a:pt x="45113" y="1120505"/>
                    </a:lnTo>
                    <a:lnTo>
                      <a:pt x="33113" y="1206665"/>
                    </a:lnTo>
                    <a:lnTo>
                      <a:pt x="12521" y="1276169"/>
                    </a:lnTo>
                    <a:lnTo>
                      <a:pt x="0" y="1306230"/>
                    </a:lnTo>
                    <a:moveTo>
                      <a:pt x="156377" y="1829657"/>
                    </a:moveTo>
                    <a:lnTo>
                      <a:pt x="183881" y="1815401"/>
                    </a:lnTo>
                    <a:lnTo>
                      <a:pt x="194297" y="1832201"/>
                    </a:lnTo>
                    <a:lnTo>
                      <a:pt x="438185" y="1683641"/>
                    </a:lnTo>
                    <a:lnTo>
                      <a:pt x="440921" y="1682249"/>
                    </a:lnTo>
                    <a:lnTo>
                      <a:pt x="442265" y="1681529"/>
                    </a:lnTo>
                    <a:lnTo>
                      <a:pt x="880793" y="1454345"/>
                    </a:lnTo>
                    <a:lnTo>
                      <a:pt x="965945" y="1410185"/>
                    </a:lnTo>
                    <a:lnTo>
                      <a:pt x="1290569" y="1242041"/>
                    </a:lnTo>
                    <a:lnTo>
                      <a:pt x="192329" y="1833929"/>
                    </a:lnTo>
                    <a:lnTo>
                      <a:pt x="0" y="1931510"/>
                    </a:lnTo>
                    <a:moveTo>
                      <a:pt x="0" y="1910671"/>
                    </a:moveTo>
                    <a:lnTo>
                      <a:pt x="156377" y="1829657"/>
                    </a:lnTo>
                    <a:lnTo>
                      <a:pt x="156377" y="1829657"/>
                    </a:lnTo>
                    <a:moveTo>
                      <a:pt x="1102505" y="1244969"/>
                    </a:moveTo>
                    <a:lnTo>
                      <a:pt x="1003385" y="1340297"/>
                    </a:lnTo>
                    <a:lnTo>
                      <a:pt x="442265" y="1681529"/>
                    </a:lnTo>
                    <a:lnTo>
                      <a:pt x="0" y="1910674"/>
                    </a:lnTo>
                    <a:moveTo>
                      <a:pt x="0" y="1852494"/>
                    </a:moveTo>
                    <a:lnTo>
                      <a:pt x="219257" y="1732889"/>
                    </a:lnTo>
                    <a:lnTo>
                      <a:pt x="959225" y="1282889"/>
                    </a:lnTo>
                    <a:lnTo>
                      <a:pt x="1082921" y="1163897"/>
                    </a:lnTo>
                    <a:lnTo>
                      <a:pt x="1084409" y="1102553"/>
                    </a:lnTo>
                    <a:lnTo>
                      <a:pt x="1159481" y="1182089"/>
                    </a:lnTo>
                    <a:lnTo>
                      <a:pt x="1097609" y="1240265"/>
                    </a:lnTo>
                    <a:lnTo>
                      <a:pt x="1102505" y="1244969"/>
                    </a:lnTo>
                    <a:lnTo>
                      <a:pt x="1102505" y="1244969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67" name="Контур"/>
              <p:cNvSpPr/>
              <p:nvPr/>
            </p:nvSpPr>
            <p:spPr>
              <a:xfrm>
                <a:off x="1623881" y="5993128"/>
                <a:ext cx="254304" cy="148560"/>
              </a:xfrm>
              <a:custGeom>
                <a:avLst/>
                <a:gdLst/>
                <a:ahLst/>
                <a:cxnLst/>
                <a:rect l="l" t="t" r="r" b="b"/>
                <a:pathLst>
                  <a:path w="254304" h="148560" fill="none">
                    <a:moveTo>
                      <a:pt x="254304" y="0"/>
                    </a:moveTo>
                    <a:lnTo>
                      <a:pt x="10416" y="148560"/>
                    </a:lnTo>
                    <a:lnTo>
                      <a:pt x="0" y="131760"/>
                    </a:lnTo>
                    <a:lnTo>
                      <a:pt x="254304" y="0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68" name="Контур"/>
              <p:cNvSpPr/>
              <p:nvPr/>
            </p:nvSpPr>
            <p:spPr>
              <a:xfrm>
                <a:off x="1440000" y="2925496"/>
                <a:ext cx="4830521" cy="4465578"/>
              </a:xfrm>
              <a:custGeom>
                <a:avLst/>
                <a:gdLst/>
                <a:ahLst/>
                <a:cxnLst/>
                <a:rect l="l" t="t" r="r" b="b"/>
                <a:pathLst>
                  <a:path w="4830521" h="4465578" fill="none">
                    <a:moveTo>
                      <a:pt x="4777289" y="0"/>
                    </a:moveTo>
                    <a:lnTo>
                      <a:pt x="4830521" y="65952"/>
                    </a:lnTo>
                    <a:lnTo>
                      <a:pt x="4687193" y="185856"/>
                    </a:lnTo>
                    <a:lnTo>
                      <a:pt x="4710425" y="218016"/>
                    </a:lnTo>
                    <a:lnTo>
                      <a:pt x="4595849" y="291120"/>
                    </a:lnTo>
                    <a:lnTo>
                      <a:pt x="4422041" y="422832"/>
                    </a:lnTo>
                    <a:lnTo>
                      <a:pt x="4282361" y="519264"/>
                    </a:lnTo>
                    <a:lnTo>
                      <a:pt x="4304777" y="541200"/>
                    </a:lnTo>
                    <a:lnTo>
                      <a:pt x="4415081" y="687936"/>
                    </a:lnTo>
                    <a:lnTo>
                      <a:pt x="3960713" y="1014528"/>
                    </a:lnTo>
                    <a:lnTo>
                      <a:pt x="3926921" y="970272"/>
                    </a:lnTo>
                    <a:lnTo>
                      <a:pt x="3572057" y="1231920"/>
                    </a:lnTo>
                    <a:lnTo>
                      <a:pt x="3555689" y="1249200"/>
                    </a:lnTo>
                    <a:lnTo>
                      <a:pt x="3381257" y="1382256"/>
                    </a:lnTo>
                    <a:lnTo>
                      <a:pt x="3090953" y="1631952"/>
                    </a:lnTo>
                    <a:lnTo>
                      <a:pt x="2902601" y="1784304"/>
                    </a:lnTo>
                    <a:lnTo>
                      <a:pt x="2466521" y="2098752"/>
                    </a:lnTo>
                    <a:lnTo>
                      <a:pt x="2296649" y="2227632"/>
                    </a:lnTo>
                    <a:lnTo>
                      <a:pt x="2345273" y="2299296"/>
                    </a:lnTo>
                    <a:lnTo>
                      <a:pt x="2299673" y="2332416"/>
                    </a:lnTo>
                    <a:lnTo>
                      <a:pt x="2353769" y="2407152"/>
                    </a:lnTo>
                    <a:lnTo>
                      <a:pt x="2328137" y="2425824"/>
                    </a:lnTo>
                    <a:lnTo>
                      <a:pt x="2340281" y="2444352"/>
                    </a:lnTo>
                    <a:lnTo>
                      <a:pt x="2322905" y="2455872"/>
                    </a:lnTo>
                    <a:lnTo>
                      <a:pt x="2418233" y="2586192"/>
                    </a:lnTo>
                    <a:lnTo>
                      <a:pt x="2426921" y="2565888"/>
                    </a:lnTo>
                    <a:lnTo>
                      <a:pt x="3273833" y="2026560"/>
                    </a:lnTo>
                    <a:lnTo>
                      <a:pt x="3316841" y="2007216"/>
                    </a:lnTo>
                    <a:lnTo>
                      <a:pt x="3385097" y="2140656"/>
                    </a:lnTo>
                    <a:lnTo>
                      <a:pt x="3405209" y="2195520"/>
                    </a:lnTo>
                    <a:lnTo>
                      <a:pt x="3457481" y="2308368"/>
                    </a:lnTo>
                    <a:lnTo>
                      <a:pt x="2187401" y="3104352"/>
                    </a:lnTo>
                    <a:lnTo>
                      <a:pt x="2018441" y="2848944"/>
                    </a:lnTo>
                    <a:lnTo>
                      <a:pt x="2031209" y="2840544"/>
                    </a:lnTo>
                    <a:lnTo>
                      <a:pt x="1865657" y="2601360"/>
                    </a:lnTo>
                    <a:lnTo>
                      <a:pt x="1642217" y="2734944"/>
                    </a:lnTo>
                    <a:lnTo>
                      <a:pt x="1656569" y="2754816"/>
                    </a:lnTo>
                    <a:lnTo>
                      <a:pt x="1634441" y="2769072"/>
                    </a:lnTo>
                    <a:lnTo>
                      <a:pt x="1619945" y="2749056"/>
                    </a:lnTo>
                    <a:lnTo>
                      <a:pt x="1598681" y="2762736"/>
                    </a:lnTo>
                    <a:lnTo>
                      <a:pt x="1593833" y="2755200"/>
                    </a:lnTo>
                    <a:lnTo>
                      <a:pt x="1533497" y="2793600"/>
                    </a:lnTo>
                    <a:lnTo>
                      <a:pt x="1549577" y="2819760"/>
                    </a:lnTo>
                    <a:lnTo>
                      <a:pt x="1597721" y="2789088"/>
                    </a:lnTo>
                    <a:lnTo>
                      <a:pt x="1645145" y="2856240"/>
                    </a:lnTo>
                    <a:lnTo>
                      <a:pt x="1657385" y="2853264"/>
                    </a:lnTo>
                    <a:lnTo>
                      <a:pt x="1704809" y="2933328"/>
                    </a:lnTo>
                    <a:lnTo>
                      <a:pt x="1700249" y="2941680"/>
                    </a:lnTo>
                    <a:lnTo>
                      <a:pt x="1670153" y="2959536"/>
                    </a:lnTo>
                    <a:lnTo>
                      <a:pt x="1651577" y="3041568"/>
                    </a:lnTo>
                    <a:lnTo>
                      <a:pt x="1713113" y="3145344"/>
                    </a:lnTo>
                    <a:lnTo>
                      <a:pt x="1655897" y="3181104"/>
                    </a:lnTo>
                    <a:lnTo>
                      <a:pt x="1659401" y="3186720"/>
                    </a:lnTo>
                    <a:lnTo>
                      <a:pt x="1646633" y="3194736"/>
                    </a:lnTo>
                    <a:lnTo>
                      <a:pt x="1643129" y="3189120"/>
                    </a:lnTo>
                    <a:lnTo>
                      <a:pt x="1588409" y="3223680"/>
                    </a:lnTo>
                    <a:lnTo>
                      <a:pt x="1606457" y="3256608"/>
                    </a:lnTo>
                    <a:lnTo>
                      <a:pt x="1513769" y="3313728"/>
                    </a:lnTo>
                    <a:lnTo>
                      <a:pt x="1483385" y="3342528"/>
                    </a:lnTo>
                    <a:lnTo>
                      <a:pt x="1292537" y="3461424"/>
                    </a:lnTo>
                    <a:lnTo>
                      <a:pt x="1245881" y="3456048"/>
                    </a:lnTo>
                    <a:lnTo>
                      <a:pt x="1198601" y="3478992"/>
                    </a:lnTo>
                    <a:lnTo>
                      <a:pt x="1148393" y="3371040"/>
                    </a:lnTo>
                    <a:lnTo>
                      <a:pt x="1133321" y="3365424"/>
                    </a:lnTo>
                    <a:lnTo>
                      <a:pt x="1041929" y="3355488"/>
                    </a:lnTo>
                    <a:lnTo>
                      <a:pt x="816425" y="3461136"/>
                    </a:lnTo>
                    <a:lnTo>
                      <a:pt x="802025" y="3430320"/>
                    </a:lnTo>
                    <a:lnTo>
                      <a:pt x="748025" y="3455472"/>
                    </a:lnTo>
                    <a:lnTo>
                      <a:pt x="760553" y="3486336"/>
                    </a:lnTo>
                    <a:lnTo>
                      <a:pt x="698969" y="3481200"/>
                    </a:lnTo>
                    <a:lnTo>
                      <a:pt x="645161" y="3494400"/>
                    </a:lnTo>
                    <a:lnTo>
                      <a:pt x="593129" y="3419952"/>
                    </a:lnTo>
                    <a:lnTo>
                      <a:pt x="426041" y="3533904"/>
                    </a:lnTo>
                    <a:lnTo>
                      <a:pt x="386489" y="3550896"/>
                    </a:lnTo>
                    <a:lnTo>
                      <a:pt x="370265" y="3563040"/>
                    </a:lnTo>
                    <a:lnTo>
                      <a:pt x="363209" y="3553296"/>
                    </a:lnTo>
                    <a:lnTo>
                      <a:pt x="344777" y="3564096"/>
                    </a:lnTo>
                    <a:lnTo>
                      <a:pt x="326105" y="3533616"/>
                    </a:lnTo>
                    <a:lnTo>
                      <a:pt x="0" y="3746890"/>
                    </a:lnTo>
                    <a:moveTo>
                      <a:pt x="0" y="3419851"/>
                    </a:moveTo>
                    <a:lnTo>
                      <a:pt x="953273" y="2832720"/>
                    </a:lnTo>
                    <a:lnTo>
                      <a:pt x="1079321" y="2742768"/>
                    </a:lnTo>
                    <a:lnTo>
                      <a:pt x="1193993" y="2684976"/>
                    </a:lnTo>
                    <a:lnTo>
                      <a:pt x="1300889" y="2638560"/>
                    </a:lnTo>
                    <a:lnTo>
                      <a:pt x="1294361" y="2624064"/>
                    </a:lnTo>
                    <a:lnTo>
                      <a:pt x="1337657" y="2601600"/>
                    </a:lnTo>
                    <a:lnTo>
                      <a:pt x="1526633" y="2528496"/>
                    </a:lnTo>
                    <a:lnTo>
                      <a:pt x="1755593" y="2424048"/>
                    </a:lnTo>
                    <a:lnTo>
                      <a:pt x="1930409" y="2315856"/>
                    </a:lnTo>
                    <a:lnTo>
                      <a:pt x="3184217" y="1359552"/>
                    </a:lnTo>
                    <a:lnTo>
                      <a:pt x="3772649" y="929472"/>
                    </a:lnTo>
                    <a:lnTo>
                      <a:pt x="3867881" y="849216"/>
                    </a:lnTo>
                    <a:lnTo>
                      <a:pt x="4161161" y="583200"/>
                    </a:lnTo>
                    <a:lnTo>
                      <a:pt x="4254233" y="491760"/>
                    </a:lnTo>
                    <a:lnTo>
                      <a:pt x="4368473" y="367200"/>
                    </a:lnTo>
                    <a:lnTo>
                      <a:pt x="4643321" y="105504"/>
                    </a:lnTo>
                    <a:lnTo>
                      <a:pt x="4676441" y="83520"/>
                    </a:lnTo>
                    <a:lnTo>
                      <a:pt x="4777289" y="0"/>
                    </a:lnTo>
                    <a:lnTo>
                      <a:pt x="4777289" y="0"/>
                    </a:lnTo>
                    <a:moveTo>
                      <a:pt x="344778" y="3564096"/>
                    </a:moveTo>
                    <a:lnTo>
                      <a:pt x="459593" y="3704592"/>
                    </a:lnTo>
                    <a:lnTo>
                      <a:pt x="676217" y="4041120"/>
                    </a:lnTo>
                    <a:lnTo>
                      <a:pt x="189065" y="4348944"/>
                    </a:lnTo>
                    <a:lnTo>
                      <a:pt x="0" y="4465578"/>
                    </a:lnTo>
                    <a:moveTo>
                      <a:pt x="0" y="3746216"/>
                    </a:moveTo>
                    <a:lnTo>
                      <a:pt x="326105" y="3533616"/>
                    </a:lnTo>
                    <a:lnTo>
                      <a:pt x="344778" y="3564096"/>
                    </a:lnTo>
                    <a:lnTo>
                      <a:pt x="344778" y="3564096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69" name="Контур"/>
              <p:cNvSpPr/>
              <p:nvPr/>
            </p:nvSpPr>
            <p:spPr>
              <a:xfrm>
                <a:off x="1468335" y="6797434"/>
                <a:ext cx="1519665" cy="1030854"/>
              </a:xfrm>
              <a:custGeom>
                <a:avLst/>
                <a:gdLst/>
                <a:ahLst/>
                <a:cxnLst/>
                <a:rect l="l" t="t" r="r" b="b"/>
                <a:pathLst>
                  <a:path w="1519665" h="1030854" fill="none">
                    <a:moveTo>
                      <a:pt x="1513" y="1030854"/>
                    </a:moveTo>
                    <a:lnTo>
                      <a:pt x="0" y="943630"/>
                    </a:lnTo>
                    <a:lnTo>
                      <a:pt x="226663" y="801598"/>
                    </a:lnTo>
                    <a:lnTo>
                      <a:pt x="593165" y="481307"/>
                    </a:lnTo>
                    <a:lnTo>
                      <a:pt x="1361260" y="0"/>
                    </a:lnTo>
                    <a:lnTo>
                      <a:pt x="1464437" y="29930"/>
                    </a:lnTo>
                    <a:lnTo>
                      <a:pt x="1519665" y="145329"/>
                    </a:lnTo>
                    <a:lnTo>
                      <a:pt x="1036484" y="376356"/>
                    </a:lnTo>
                    <a:lnTo>
                      <a:pt x="1042643" y="389235"/>
                    </a:lnTo>
                    <a:lnTo>
                      <a:pt x="965181" y="437770"/>
                    </a:lnTo>
                    <a:lnTo>
                      <a:pt x="358891" y="817654"/>
                    </a:lnTo>
                    <a:lnTo>
                      <a:pt x="371387" y="843765"/>
                    </a:lnTo>
                    <a:lnTo>
                      <a:pt x="289758" y="882833"/>
                    </a:lnTo>
                    <a:lnTo>
                      <a:pt x="102074" y="972659"/>
                    </a:lnTo>
                    <a:lnTo>
                      <a:pt x="115543" y="1000802"/>
                    </a:lnTo>
                    <a:lnTo>
                      <a:pt x="54679" y="1029932"/>
                    </a:lnTo>
                    <a:lnTo>
                      <a:pt x="1513" y="1030854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70" name="Контур"/>
              <p:cNvSpPr/>
              <p:nvPr/>
            </p:nvSpPr>
            <p:spPr>
              <a:xfrm>
                <a:off x="1440000" y="6542925"/>
                <a:ext cx="2050146" cy="1449075"/>
              </a:xfrm>
              <a:custGeom>
                <a:avLst/>
                <a:gdLst/>
                <a:ahLst/>
                <a:cxnLst/>
                <a:rect l="l" t="t" r="r" b="b"/>
                <a:pathLst>
                  <a:path w="2050146" h="1449075" fill="none">
                    <a:moveTo>
                      <a:pt x="1548000" y="399838"/>
                    </a:moveTo>
                    <a:lnTo>
                      <a:pt x="2021371" y="1388949"/>
                    </a:lnTo>
                    <a:lnTo>
                      <a:pt x="2050146" y="1449075"/>
                    </a:lnTo>
                    <a:moveTo>
                      <a:pt x="32687" y="1449075"/>
                    </a:moveTo>
                    <a:lnTo>
                      <a:pt x="29848" y="1285363"/>
                    </a:lnTo>
                    <a:lnTo>
                      <a:pt x="83014" y="1284441"/>
                    </a:lnTo>
                    <a:lnTo>
                      <a:pt x="143878" y="1255311"/>
                    </a:lnTo>
                    <a:lnTo>
                      <a:pt x="130409" y="1227168"/>
                    </a:lnTo>
                    <a:lnTo>
                      <a:pt x="318093" y="1137342"/>
                    </a:lnTo>
                    <a:lnTo>
                      <a:pt x="399722" y="1098274"/>
                    </a:lnTo>
                    <a:lnTo>
                      <a:pt x="387226" y="1072163"/>
                    </a:lnTo>
                    <a:lnTo>
                      <a:pt x="993516" y="692279"/>
                    </a:lnTo>
                    <a:lnTo>
                      <a:pt x="1070978" y="643744"/>
                    </a:lnTo>
                    <a:lnTo>
                      <a:pt x="1064819" y="630865"/>
                    </a:lnTo>
                    <a:lnTo>
                      <a:pt x="1548000" y="399838"/>
                    </a:lnTo>
                    <a:lnTo>
                      <a:pt x="1548000" y="399838"/>
                    </a:lnTo>
                    <a:moveTo>
                      <a:pt x="1450468" y="205618"/>
                    </a:moveTo>
                    <a:lnTo>
                      <a:pt x="1389595" y="254509"/>
                    </a:lnTo>
                    <a:lnTo>
                      <a:pt x="621500" y="735815"/>
                    </a:lnTo>
                    <a:lnTo>
                      <a:pt x="254998" y="1056107"/>
                    </a:lnTo>
                    <a:lnTo>
                      <a:pt x="28335" y="1198139"/>
                    </a:lnTo>
                    <a:lnTo>
                      <a:pt x="32687" y="1449075"/>
                    </a:lnTo>
                    <a:moveTo>
                      <a:pt x="0" y="847446"/>
                    </a:moveTo>
                    <a:lnTo>
                      <a:pt x="676217" y="423691"/>
                    </a:lnTo>
                    <a:lnTo>
                      <a:pt x="681203" y="430785"/>
                    </a:lnTo>
                    <a:lnTo>
                      <a:pt x="690505" y="424956"/>
                    </a:lnTo>
                    <a:lnTo>
                      <a:pt x="699257" y="429883"/>
                    </a:lnTo>
                    <a:lnTo>
                      <a:pt x="791562" y="398539"/>
                    </a:lnTo>
                    <a:lnTo>
                      <a:pt x="844937" y="419371"/>
                    </a:lnTo>
                    <a:lnTo>
                      <a:pt x="1078457" y="277674"/>
                    </a:lnTo>
                    <a:lnTo>
                      <a:pt x="1232778" y="180523"/>
                    </a:lnTo>
                    <a:lnTo>
                      <a:pt x="1191425" y="111047"/>
                    </a:lnTo>
                    <a:lnTo>
                      <a:pt x="1368620" y="0"/>
                    </a:lnTo>
                    <a:lnTo>
                      <a:pt x="1393433" y="48811"/>
                    </a:lnTo>
                    <a:lnTo>
                      <a:pt x="1424777" y="160555"/>
                    </a:lnTo>
                    <a:lnTo>
                      <a:pt x="1450468" y="205618"/>
                    </a:lnTo>
                    <a:lnTo>
                      <a:pt x="1450468" y="205618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71" name="Контур"/>
              <p:cNvSpPr/>
              <p:nvPr/>
            </p:nvSpPr>
            <p:spPr>
              <a:xfrm>
                <a:off x="1784778" y="6280983"/>
                <a:ext cx="1023842" cy="692727"/>
              </a:xfrm>
              <a:custGeom>
                <a:avLst/>
                <a:gdLst/>
                <a:ahLst/>
                <a:cxnLst/>
                <a:rect l="l" t="t" r="r" b="b"/>
                <a:pathLst>
                  <a:path w="1023842" h="692727" fill="none">
                    <a:moveTo>
                      <a:pt x="947768" y="105956"/>
                    </a:moveTo>
                    <a:lnTo>
                      <a:pt x="999215" y="219745"/>
                    </a:lnTo>
                    <a:lnTo>
                      <a:pt x="1023842" y="261942"/>
                    </a:lnTo>
                    <a:lnTo>
                      <a:pt x="846647" y="372989"/>
                    </a:lnTo>
                    <a:lnTo>
                      <a:pt x="888000" y="442465"/>
                    </a:lnTo>
                    <a:lnTo>
                      <a:pt x="500159" y="681313"/>
                    </a:lnTo>
                    <a:lnTo>
                      <a:pt x="446784" y="660481"/>
                    </a:lnTo>
                    <a:lnTo>
                      <a:pt x="354479" y="691825"/>
                    </a:lnTo>
                    <a:lnTo>
                      <a:pt x="345727" y="686898"/>
                    </a:lnTo>
                    <a:lnTo>
                      <a:pt x="336425" y="692727"/>
                    </a:lnTo>
                    <a:lnTo>
                      <a:pt x="114815" y="349105"/>
                    </a:lnTo>
                    <a:lnTo>
                      <a:pt x="0" y="208609"/>
                    </a:lnTo>
                    <a:lnTo>
                      <a:pt x="18431" y="197809"/>
                    </a:lnTo>
                    <a:lnTo>
                      <a:pt x="25487" y="207552"/>
                    </a:lnTo>
                    <a:lnTo>
                      <a:pt x="41711" y="195409"/>
                    </a:lnTo>
                    <a:lnTo>
                      <a:pt x="81264" y="178416"/>
                    </a:lnTo>
                    <a:lnTo>
                      <a:pt x="248351" y="64465"/>
                    </a:lnTo>
                    <a:lnTo>
                      <a:pt x="300384" y="138913"/>
                    </a:lnTo>
                    <a:lnTo>
                      <a:pt x="354192" y="125713"/>
                    </a:lnTo>
                    <a:lnTo>
                      <a:pt x="415776" y="130849"/>
                    </a:lnTo>
                    <a:lnTo>
                      <a:pt x="403248" y="99984"/>
                    </a:lnTo>
                    <a:lnTo>
                      <a:pt x="457247" y="74833"/>
                    </a:lnTo>
                    <a:lnTo>
                      <a:pt x="471648" y="105649"/>
                    </a:lnTo>
                    <a:lnTo>
                      <a:pt x="697151" y="0"/>
                    </a:lnTo>
                    <a:lnTo>
                      <a:pt x="788543" y="9936"/>
                    </a:lnTo>
                    <a:lnTo>
                      <a:pt x="803616" y="15552"/>
                    </a:lnTo>
                    <a:lnTo>
                      <a:pt x="853824" y="123504"/>
                    </a:lnTo>
                    <a:lnTo>
                      <a:pt x="901103" y="100561"/>
                    </a:lnTo>
                    <a:lnTo>
                      <a:pt x="947768" y="105956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</p:grpSp>
        <p:sp>
          <p:nvSpPr>
            <p:cNvPr id="873" name="Железная дорога, главные пути (Яндекс)"/>
            <p:cNvSpPr/>
            <p:nvPr/>
          </p:nvSpPr>
          <p:spPr>
            <a:xfrm>
              <a:off x="1440000" y="2358615"/>
              <a:ext cx="5718159" cy="3921318"/>
            </a:xfrm>
            <a:custGeom>
              <a:avLst/>
              <a:gdLst/>
              <a:ahLst/>
              <a:cxnLst/>
              <a:rect l="l" t="t" r="r" b="b"/>
              <a:pathLst>
                <a:path w="5718159" h="3921318" fill="none">
                  <a:moveTo>
                    <a:pt x="0" y="3921318"/>
                  </a:moveTo>
                  <a:lnTo>
                    <a:pt x="592690" y="3566509"/>
                  </a:lnTo>
                  <a:lnTo>
                    <a:pt x="707522" y="3499653"/>
                  </a:lnTo>
                  <a:lnTo>
                    <a:pt x="1140997" y="3269549"/>
                  </a:lnTo>
                  <a:lnTo>
                    <a:pt x="1611676" y="3006915"/>
                  </a:lnTo>
                  <a:lnTo>
                    <a:pt x="1839628" y="2850449"/>
                  </a:lnTo>
                  <a:lnTo>
                    <a:pt x="2146711" y="2620845"/>
                  </a:lnTo>
                  <a:lnTo>
                    <a:pt x="2567005" y="2327561"/>
                  </a:lnTo>
                  <a:lnTo>
                    <a:pt x="2987164" y="2014851"/>
                  </a:lnTo>
                  <a:moveTo>
                    <a:pt x="3021123" y="1990411"/>
                  </a:moveTo>
                  <a:lnTo>
                    <a:pt x="3793642" y="1428440"/>
                  </a:lnTo>
                  <a:lnTo>
                    <a:pt x="3917996" y="1324259"/>
                  </a:lnTo>
                  <a:lnTo>
                    <a:pt x="4268486" y="1006959"/>
                  </a:lnTo>
                  <a:lnTo>
                    <a:pt x="4735153" y="575770"/>
                  </a:lnTo>
                  <a:lnTo>
                    <a:pt x="4835290" y="499222"/>
                  </a:lnTo>
                  <a:lnTo>
                    <a:pt x="5313781" y="197568"/>
                  </a:lnTo>
                  <a:moveTo>
                    <a:pt x="2987164" y="2014851"/>
                  </a:moveTo>
                  <a:lnTo>
                    <a:pt x="3021123" y="1990411"/>
                  </a:lnTo>
                  <a:moveTo>
                    <a:pt x="5313781" y="197568"/>
                  </a:moveTo>
                  <a:lnTo>
                    <a:pt x="5375231" y="161721"/>
                  </a:lnTo>
                  <a:lnTo>
                    <a:pt x="5380067" y="160088"/>
                  </a:lnTo>
                  <a:moveTo>
                    <a:pt x="5380067" y="160088"/>
                  </a:moveTo>
                  <a:lnTo>
                    <a:pt x="5389833" y="154956"/>
                  </a:lnTo>
                  <a:lnTo>
                    <a:pt x="5448024" y="124166"/>
                  </a:lnTo>
                  <a:moveTo>
                    <a:pt x="5656678" y="27777"/>
                  </a:moveTo>
                  <a:lnTo>
                    <a:pt x="5718159" y="0"/>
                  </a:lnTo>
                  <a:moveTo>
                    <a:pt x="5656678" y="27777"/>
                  </a:moveTo>
                  <a:lnTo>
                    <a:pt x="5448024" y="124166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round/>
            </a:ln>
          </p:spPr>
        </p:sp>
        <p:sp>
          <p:nvSpPr>
            <p:cNvPr id="874" name="Железная дорога: штрихи"/>
            <p:cNvSpPr/>
            <p:nvPr/>
          </p:nvSpPr>
          <p:spPr>
            <a:xfrm>
              <a:off x="1440000" y="2358615"/>
              <a:ext cx="5718159" cy="3921318"/>
            </a:xfrm>
            <a:custGeom>
              <a:avLst/>
              <a:gdLst/>
              <a:ahLst/>
              <a:cxnLst/>
              <a:rect l="l" t="t" r="r" b="b"/>
              <a:pathLst>
                <a:path w="5718159" h="3921318" fill="none">
                  <a:moveTo>
                    <a:pt x="0" y="3921318"/>
                  </a:moveTo>
                  <a:lnTo>
                    <a:pt x="592690" y="3566509"/>
                  </a:lnTo>
                  <a:lnTo>
                    <a:pt x="707522" y="3499653"/>
                  </a:lnTo>
                  <a:lnTo>
                    <a:pt x="1140997" y="3269549"/>
                  </a:lnTo>
                  <a:lnTo>
                    <a:pt x="1611676" y="3006915"/>
                  </a:lnTo>
                  <a:lnTo>
                    <a:pt x="1839628" y="2850449"/>
                  </a:lnTo>
                  <a:lnTo>
                    <a:pt x="2146711" y="2620845"/>
                  </a:lnTo>
                  <a:lnTo>
                    <a:pt x="2567005" y="2327561"/>
                  </a:lnTo>
                  <a:lnTo>
                    <a:pt x="2987164" y="2014851"/>
                  </a:lnTo>
                  <a:moveTo>
                    <a:pt x="3021123" y="1990411"/>
                  </a:moveTo>
                  <a:lnTo>
                    <a:pt x="3793642" y="1428440"/>
                  </a:lnTo>
                  <a:lnTo>
                    <a:pt x="3917996" y="1324259"/>
                  </a:lnTo>
                  <a:lnTo>
                    <a:pt x="4268486" y="1006959"/>
                  </a:lnTo>
                  <a:lnTo>
                    <a:pt x="4735153" y="575770"/>
                  </a:lnTo>
                  <a:lnTo>
                    <a:pt x="4835290" y="499222"/>
                  </a:lnTo>
                  <a:lnTo>
                    <a:pt x="5313781" y="197568"/>
                  </a:lnTo>
                  <a:moveTo>
                    <a:pt x="2987164" y="2014851"/>
                  </a:moveTo>
                  <a:lnTo>
                    <a:pt x="3021123" y="1990411"/>
                  </a:lnTo>
                  <a:moveTo>
                    <a:pt x="5313781" y="197568"/>
                  </a:moveTo>
                  <a:lnTo>
                    <a:pt x="5375231" y="161721"/>
                  </a:lnTo>
                  <a:lnTo>
                    <a:pt x="5380067" y="160088"/>
                  </a:lnTo>
                  <a:moveTo>
                    <a:pt x="5380067" y="160088"/>
                  </a:moveTo>
                  <a:lnTo>
                    <a:pt x="5389833" y="154956"/>
                  </a:lnTo>
                  <a:lnTo>
                    <a:pt x="5448024" y="124166"/>
                  </a:lnTo>
                  <a:moveTo>
                    <a:pt x="5656678" y="27777"/>
                  </a:moveTo>
                  <a:lnTo>
                    <a:pt x="5718159" y="0"/>
                  </a:lnTo>
                  <a:moveTo>
                    <a:pt x="5656678" y="27777"/>
                  </a:moveTo>
                  <a:lnTo>
                    <a:pt x="5448024" y="124166"/>
                  </a:lnTo>
                </a:path>
              </a:pathLst>
            </a:custGeom>
            <a:noFill/>
            <a:ln w="14976" cap="flat">
              <a:solidFill>
                <a:srgbClr val="FFFFFF"/>
              </a:solidFill>
              <a:custDash>
                <a:ds d="481250" sp="481250"/>
              </a:custDash>
              <a:round/>
            </a:ln>
          </p:spPr>
        </p:sp>
        <p:sp>
          <p:nvSpPr>
            <p:cNvPr id="875" name="Граница района"/>
            <p:cNvSpPr/>
            <p:nvPr/>
          </p:nvSpPr>
          <p:spPr>
            <a:xfrm>
              <a:off x="1440000" y="2394289"/>
              <a:ext cx="5760000" cy="3846532"/>
            </a:xfrm>
            <a:custGeom>
              <a:avLst/>
              <a:gdLst/>
              <a:ahLst/>
              <a:cxnLst/>
              <a:rect l="l" t="t" r="r" b="b"/>
              <a:pathLst>
                <a:path w="5760000" h="3846532" fill="none">
                  <a:moveTo>
                    <a:pt x="5760000" y="3507"/>
                  </a:moveTo>
                  <a:lnTo>
                    <a:pt x="5742251" y="153"/>
                  </a:lnTo>
                  <a:lnTo>
                    <a:pt x="5643559" y="0"/>
                  </a:lnTo>
                  <a:lnTo>
                    <a:pt x="5568748" y="28613"/>
                  </a:lnTo>
                  <a:lnTo>
                    <a:pt x="5156731" y="238088"/>
                  </a:lnTo>
                  <a:lnTo>
                    <a:pt x="5044761" y="306923"/>
                  </a:lnTo>
                  <a:lnTo>
                    <a:pt x="4612710" y="631366"/>
                  </a:lnTo>
                  <a:lnTo>
                    <a:pt x="3881844" y="1353473"/>
                  </a:lnTo>
                  <a:lnTo>
                    <a:pt x="3000749" y="1989537"/>
                  </a:lnTo>
                  <a:lnTo>
                    <a:pt x="1682655" y="2954239"/>
                  </a:lnTo>
                  <a:lnTo>
                    <a:pt x="1293985" y="3155535"/>
                  </a:lnTo>
                  <a:lnTo>
                    <a:pt x="192292" y="3748994"/>
                  </a:lnTo>
                  <a:lnTo>
                    <a:pt x="0" y="3846532"/>
                  </a:lnTo>
                </a:path>
              </a:pathLst>
            </a:custGeom>
            <a:noFill/>
            <a:ln w="43056" cap="flat">
              <a:solidFill>
                <a:srgbClr val="E30613"/>
              </a:solidFill>
              <a:round/>
            </a:ln>
          </p:spPr>
        </p:sp>
        <p:sp>
          <p:nvSpPr>
            <p:cNvPr id="876" name="Граница территории"/>
            <p:cNvSpPr/>
            <p:nvPr/>
          </p:nvSpPr>
          <p:spPr>
            <a:xfrm>
              <a:off x="3736649" y="4656616"/>
              <a:ext cx="980064" cy="855072"/>
            </a:xfrm>
            <a:custGeom>
              <a:avLst/>
              <a:gdLst/>
              <a:ahLst/>
              <a:cxnLst/>
              <a:rect l="l" t="t" r="r" b="b"/>
              <a:pathLst>
                <a:path w="980064" h="855072" fill="none">
                  <a:moveTo>
                    <a:pt x="680352" y="484464"/>
                  </a:moveTo>
                  <a:lnTo>
                    <a:pt x="130272" y="834768"/>
                  </a:lnTo>
                  <a:lnTo>
                    <a:pt x="121584" y="855072"/>
                  </a:lnTo>
                  <a:lnTo>
                    <a:pt x="26256" y="724752"/>
                  </a:lnTo>
                  <a:lnTo>
                    <a:pt x="43632" y="713232"/>
                  </a:lnTo>
                  <a:lnTo>
                    <a:pt x="31488" y="694704"/>
                  </a:lnTo>
                  <a:lnTo>
                    <a:pt x="57120" y="676032"/>
                  </a:lnTo>
                  <a:lnTo>
                    <a:pt x="3024" y="601296"/>
                  </a:lnTo>
                  <a:lnTo>
                    <a:pt x="48624" y="568176"/>
                  </a:lnTo>
                  <a:lnTo>
                    <a:pt x="0" y="496512"/>
                  </a:lnTo>
                  <a:lnTo>
                    <a:pt x="169872" y="367632"/>
                  </a:lnTo>
                  <a:lnTo>
                    <a:pt x="626352" y="40608"/>
                  </a:lnTo>
                  <a:lnTo>
                    <a:pt x="837648" y="0"/>
                  </a:lnTo>
                  <a:lnTo>
                    <a:pt x="905424" y="140304"/>
                  </a:lnTo>
                  <a:lnTo>
                    <a:pt x="888768" y="166464"/>
                  </a:lnTo>
                  <a:lnTo>
                    <a:pt x="925488" y="224496"/>
                  </a:lnTo>
                  <a:lnTo>
                    <a:pt x="947520" y="226704"/>
                  </a:lnTo>
                  <a:lnTo>
                    <a:pt x="980064" y="294144"/>
                  </a:lnTo>
                  <a:lnTo>
                    <a:pt x="680352" y="484464"/>
                  </a:lnTo>
                  <a:close/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0000" sp="100000"/>
              </a:custDash>
              <a:round/>
            </a:ln>
          </p:spPr>
        </p:sp>
        <p:grpSp>
          <p:nvGrpSpPr>
            <p:cNvPr id="929" name="Подписи"/>
            <p:cNvGrpSpPr/>
            <p:nvPr/>
          </p:nvGrpSpPr>
          <p:grpSpPr>
            <a:xfrm>
              <a:off x="1682413" y="2365381"/>
              <a:ext cx="5311971" cy="5384508"/>
              <a:chOff x="1682413" y="2365381"/>
              <a:chExt cx="5311971" cy="5384508"/>
            </a:xfrm>
          </p:grpSpPr>
          <p:sp>
            <p:nvSpPr>
              <p:cNvPr id="877" name="Надпись"/>
              <p:cNvSpPr txBox="1"/>
              <p:nvPr/>
            </p:nvSpPr>
            <p:spPr>
              <a:xfrm rot="20034552">
                <a:off x="5497907" y="7493451"/>
                <a:ext cx="105356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 Амурская</a:t>
                </a:r>
              </a:p>
            </p:txBody>
          </p:sp>
          <p:sp>
            <p:nvSpPr>
              <p:cNvPr id="878" name="Надпись"/>
              <p:cNvSpPr txBox="1"/>
              <p:nvPr/>
            </p:nvSpPr>
            <p:spPr>
              <a:xfrm rot="19351425">
                <a:off x="4800309" y="4707680"/>
                <a:ext cx="162820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2-й Иртышский пр-д</a:t>
                </a:r>
              </a:p>
            </p:txBody>
          </p:sp>
          <p:sp>
            <p:nvSpPr>
              <p:cNvPr id="879" name="Надпись"/>
              <p:cNvSpPr txBox="1"/>
              <p:nvPr/>
            </p:nvSpPr>
            <p:spPr>
              <a:xfrm rot="3856759">
                <a:off x="4672636" y="5771849"/>
                <a:ext cx="116937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 Тагильская</a:t>
                </a:r>
              </a:p>
            </p:txBody>
          </p:sp>
          <p:sp>
            <p:nvSpPr>
              <p:cNvPr id="880" name="Надпись"/>
              <p:cNvSpPr txBox="1"/>
              <p:nvPr/>
            </p:nvSpPr>
            <p:spPr>
              <a:xfrm rot="19466446">
                <a:off x="3045417" y="4711878"/>
                <a:ext cx="16000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1-й Иртышский пр-д</a:t>
                </a:r>
              </a:p>
            </p:txBody>
          </p:sp>
          <p:sp>
            <p:nvSpPr>
              <p:cNvPr id="881" name="Надпись"/>
              <p:cNvSpPr txBox="1"/>
              <p:nvPr/>
            </p:nvSpPr>
            <p:spPr>
              <a:xfrm rot="3850885">
                <a:off x="2621615" y="7155565"/>
                <a:ext cx="118588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Амурский пер.</a:t>
                </a:r>
              </a:p>
            </p:txBody>
          </p:sp>
          <p:sp>
            <p:nvSpPr>
              <p:cNvPr id="882" name="Надпись"/>
              <p:cNvSpPr txBox="1"/>
              <p:nvPr/>
            </p:nvSpPr>
            <p:spPr>
              <a:xfrm>
                <a:off x="1878028" y="2907298"/>
                <a:ext cx="85802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2.6, 2.7, 2.7.1, 3.1.1</a:t>
                </a:r>
              </a:p>
            </p:txBody>
          </p:sp>
          <p:sp>
            <p:nvSpPr>
              <p:cNvPr id="883" name="Надпись"/>
              <p:cNvSpPr txBox="1"/>
              <p:nvPr/>
            </p:nvSpPr>
            <p:spPr>
              <a:xfrm>
                <a:off x="1799082" y="3019618"/>
                <a:ext cx="101591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3.5.1, 4.1, 4.2, 4.9, 6.2</a:t>
                </a:r>
              </a:p>
            </p:txBody>
          </p:sp>
          <p:sp>
            <p:nvSpPr>
              <p:cNvPr id="884" name="Надпись"/>
              <p:cNvSpPr txBox="1"/>
              <p:nvPr/>
            </p:nvSpPr>
            <p:spPr>
              <a:xfrm>
                <a:off x="1859532" y="3131938"/>
                <a:ext cx="895011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6.2.1, 6.3, 6.3.1, 6.4</a:t>
                </a:r>
              </a:p>
            </p:txBody>
          </p:sp>
          <p:sp>
            <p:nvSpPr>
              <p:cNvPr id="885" name="Надпись"/>
              <p:cNvSpPr txBox="1"/>
              <p:nvPr/>
            </p:nvSpPr>
            <p:spPr>
              <a:xfrm>
                <a:off x="1812369" y="3244258"/>
                <a:ext cx="98933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6.5, 6.6, 6.7, 6.8, 6.11</a:t>
                </a:r>
              </a:p>
            </p:txBody>
          </p:sp>
          <p:sp>
            <p:nvSpPr>
              <p:cNvPr id="886" name="Надпись"/>
              <p:cNvSpPr txBox="1"/>
              <p:nvPr/>
            </p:nvSpPr>
            <p:spPr>
              <a:xfrm>
                <a:off x="1871019" y="3356578"/>
                <a:ext cx="872038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7.2.2, 12.0.1, 12.0.2</a:t>
                </a:r>
              </a:p>
            </p:txBody>
          </p:sp>
          <p:sp>
            <p:nvSpPr>
              <p:cNvPr id="887" name="Надпись"/>
              <p:cNvSpPr txBox="1"/>
              <p:nvPr/>
            </p:nvSpPr>
            <p:spPr>
              <a:xfrm>
                <a:off x="3630574" y="5899672"/>
                <a:ext cx="83475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1.14, 1.15, 1.17, 1.18</a:t>
                </a:r>
              </a:p>
            </p:txBody>
          </p:sp>
          <p:sp>
            <p:nvSpPr>
              <p:cNvPr id="888" name="Надпись"/>
              <p:cNvSpPr txBox="1"/>
              <p:nvPr/>
            </p:nvSpPr>
            <p:spPr>
              <a:xfrm>
                <a:off x="3600300" y="6011992"/>
                <a:ext cx="895303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2.7.1, 3.1, 3.1.1, 3.1.2</a:t>
                </a:r>
              </a:p>
            </p:txBody>
          </p:sp>
          <p:sp>
            <p:nvSpPr>
              <p:cNvPr id="889" name="Надпись"/>
              <p:cNvSpPr txBox="1"/>
              <p:nvPr/>
            </p:nvSpPr>
            <p:spPr>
              <a:xfrm>
                <a:off x="3589933" y="6124312"/>
                <a:ext cx="91603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3.2.2, 3.2.3, 3.3, 3.4</a:t>
                </a:r>
              </a:p>
            </p:txBody>
          </p:sp>
          <p:sp>
            <p:nvSpPr>
              <p:cNvPr id="890" name="Надпись"/>
              <p:cNvSpPr txBox="1"/>
              <p:nvPr/>
            </p:nvSpPr>
            <p:spPr>
              <a:xfrm>
                <a:off x="3548319" y="6236632"/>
                <a:ext cx="999266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3.4.1, 3.4.2, 3.4.3, 3.5</a:t>
                </a:r>
              </a:p>
            </p:txBody>
          </p:sp>
          <p:sp>
            <p:nvSpPr>
              <p:cNvPr id="891" name="Надпись"/>
              <p:cNvSpPr txBox="1"/>
              <p:nvPr/>
            </p:nvSpPr>
            <p:spPr>
              <a:xfrm>
                <a:off x="3567690" y="6348952"/>
                <a:ext cx="960523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3.5.1, 3.5.2, 3.6, 3.6.1</a:t>
                </a:r>
              </a:p>
            </p:txBody>
          </p:sp>
          <p:sp>
            <p:nvSpPr>
              <p:cNvPr id="892" name="Надпись"/>
              <p:cNvSpPr txBox="1"/>
              <p:nvPr/>
            </p:nvSpPr>
            <p:spPr>
              <a:xfrm>
                <a:off x="3620256" y="6461272"/>
                <a:ext cx="855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3.6.2, 3.6.3, 3.7, …</a:t>
                </a:r>
              </a:p>
            </p:txBody>
          </p:sp>
          <p:sp>
            <p:nvSpPr>
              <p:cNvPr id="893" name="Надпись"/>
              <p:cNvSpPr txBox="1"/>
              <p:nvPr/>
            </p:nvSpPr>
            <p:spPr>
              <a:xfrm>
                <a:off x="4933336" y="2888534"/>
                <a:ext cx="83475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1.14, 1.15, 1.17, 1.18</a:t>
                </a:r>
              </a:p>
            </p:txBody>
          </p:sp>
          <p:sp>
            <p:nvSpPr>
              <p:cNvPr id="894" name="Надпись"/>
              <p:cNvSpPr txBox="1"/>
              <p:nvPr/>
            </p:nvSpPr>
            <p:spPr>
              <a:xfrm>
                <a:off x="4903062" y="3000854"/>
                <a:ext cx="895303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2.7.1, 3.1, 3.1.1, 3.1.2</a:t>
                </a:r>
              </a:p>
            </p:txBody>
          </p:sp>
          <p:sp>
            <p:nvSpPr>
              <p:cNvPr id="895" name="Надпись"/>
              <p:cNvSpPr txBox="1"/>
              <p:nvPr/>
            </p:nvSpPr>
            <p:spPr>
              <a:xfrm>
                <a:off x="4892695" y="3113174"/>
                <a:ext cx="91603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3.2.2, 3.2.3, 3.3, 3.4</a:t>
                </a:r>
              </a:p>
            </p:txBody>
          </p:sp>
          <p:sp>
            <p:nvSpPr>
              <p:cNvPr id="896" name="Надпись"/>
              <p:cNvSpPr txBox="1"/>
              <p:nvPr/>
            </p:nvSpPr>
            <p:spPr>
              <a:xfrm>
                <a:off x="4851080" y="3225494"/>
                <a:ext cx="999266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3.4.1, 3.4.2, 3.4.3, 3.5</a:t>
                </a:r>
              </a:p>
            </p:txBody>
          </p:sp>
          <p:sp>
            <p:nvSpPr>
              <p:cNvPr id="897" name="Надпись"/>
              <p:cNvSpPr txBox="1"/>
              <p:nvPr/>
            </p:nvSpPr>
            <p:spPr>
              <a:xfrm>
                <a:off x="4870452" y="3337814"/>
                <a:ext cx="960523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3.5.1, 3.5.2, 3.6, 3.6.1</a:t>
                </a:r>
              </a:p>
            </p:txBody>
          </p:sp>
          <p:sp>
            <p:nvSpPr>
              <p:cNvPr id="898" name="Надпись"/>
              <p:cNvSpPr txBox="1"/>
              <p:nvPr/>
            </p:nvSpPr>
            <p:spPr>
              <a:xfrm>
                <a:off x="4923017" y="3450134"/>
                <a:ext cx="855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3.6.2, 3.6.3, 3.7, …</a:t>
                </a:r>
              </a:p>
            </p:txBody>
          </p:sp>
          <p:sp>
            <p:nvSpPr>
              <p:cNvPr id="899" name="Надпись"/>
              <p:cNvSpPr txBox="1"/>
              <p:nvPr/>
            </p:nvSpPr>
            <p:spPr>
              <a:xfrm>
                <a:off x="1816235" y="7523471"/>
                <a:ext cx="85802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2.6, 2.7, 2.7.1, 3.1.1</a:t>
                </a:r>
              </a:p>
            </p:txBody>
          </p:sp>
          <p:sp>
            <p:nvSpPr>
              <p:cNvPr id="900" name="Надпись"/>
              <p:cNvSpPr txBox="1"/>
              <p:nvPr/>
            </p:nvSpPr>
            <p:spPr>
              <a:xfrm>
                <a:off x="1719767" y="7635791"/>
                <a:ext cx="1050956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3.5.1, 8.3, 12.0.1, 12.0.2</a:t>
                </a:r>
              </a:p>
            </p:txBody>
          </p:sp>
          <p:sp>
            <p:nvSpPr>
              <p:cNvPr id="901" name="Надпись"/>
              <p:cNvSpPr txBox="1"/>
              <p:nvPr/>
            </p:nvSpPr>
            <p:spPr>
              <a:xfrm>
                <a:off x="4066005" y="7324601"/>
                <a:ext cx="101591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2.6, 3.5.1, 4.1, 4.2, 4.6</a:t>
                </a:r>
              </a:p>
            </p:txBody>
          </p:sp>
          <p:sp>
            <p:nvSpPr>
              <p:cNvPr id="902" name="Надпись"/>
              <p:cNvSpPr txBox="1"/>
              <p:nvPr/>
            </p:nvSpPr>
            <p:spPr>
              <a:xfrm>
                <a:off x="4487309" y="7436921"/>
                <a:ext cx="17330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4.9</a:t>
                </a:r>
              </a:p>
            </p:txBody>
          </p:sp>
          <p:sp>
            <p:nvSpPr>
              <p:cNvPr id="903" name="Надпись"/>
              <p:cNvSpPr txBox="1"/>
              <p:nvPr/>
            </p:nvSpPr>
            <p:spPr>
              <a:xfrm>
                <a:off x="2877920" y="2365381"/>
                <a:ext cx="54885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7.2.2, 12.0.1</a:t>
                </a:r>
              </a:p>
            </p:txBody>
          </p:sp>
          <p:sp>
            <p:nvSpPr>
              <p:cNvPr id="904" name="Надпись"/>
              <p:cNvSpPr txBox="1"/>
              <p:nvPr/>
            </p:nvSpPr>
            <p:spPr>
              <a:xfrm>
                <a:off x="3586372" y="6955813"/>
                <a:ext cx="85802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2.6, 2.7, 2.7.1, 3.1.1</a:t>
                </a:r>
              </a:p>
            </p:txBody>
          </p:sp>
          <p:sp>
            <p:nvSpPr>
              <p:cNvPr id="905" name="Надпись"/>
              <p:cNvSpPr txBox="1"/>
              <p:nvPr/>
            </p:nvSpPr>
            <p:spPr>
              <a:xfrm>
                <a:off x="3590119" y="7068133"/>
                <a:ext cx="85052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3.5.1, 12.0.1, 12.0.2</a:t>
                </a:r>
              </a:p>
            </p:txBody>
          </p:sp>
          <p:sp>
            <p:nvSpPr>
              <p:cNvPr id="906" name="Надпись"/>
              <p:cNvSpPr txBox="1"/>
              <p:nvPr/>
            </p:nvSpPr>
            <p:spPr>
              <a:xfrm>
                <a:off x="5647611" y="6909242"/>
                <a:ext cx="26957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12.0.1</a:t>
                </a:r>
              </a:p>
            </p:txBody>
          </p:sp>
          <p:sp>
            <p:nvSpPr>
              <p:cNvPr id="907" name="Надпись"/>
              <p:cNvSpPr txBox="1"/>
              <p:nvPr/>
            </p:nvSpPr>
            <p:spPr>
              <a:xfrm>
                <a:off x="6529074" y="5262000"/>
                <a:ext cx="22343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</a:t>
                </a:r>
              </a:p>
            </p:txBody>
          </p:sp>
          <p:sp>
            <p:nvSpPr>
              <p:cNvPr id="908" name="Надпись"/>
              <p:cNvSpPr txBox="1"/>
              <p:nvPr/>
            </p:nvSpPr>
            <p:spPr>
              <a:xfrm>
                <a:off x="4784597" y="2515962"/>
                <a:ext cx="75746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2.5, 2.6, 2.7, 4.5</a:t>
                </a:r>
              </a:p>
            </p:txBody>
          </p:sp>
          <p:sp>
            <p:nvSpPr>
              <p:cNvPr id="909" name="Надпись"/>
              <p:cNvSpPr txBox="1"/>
              <p:nvPr/>
            </p:nvSpPr>
            <p:spPr>
              <a:xfrm>
                <a:off x="6298135" y="6022730"/>
                <a:ext cx="22343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</a:t>
                </a:r>
              </a:p>
            </p:txBody>
          </p:sp>
          <p:sp>
            <p:nvSpPr>
              <p:cNvPr id="910" name="Надпись"/>
              <p:cNvSpPr txBox="1"/>
              <p:nvPr/>
            </p:nvSpPr>
            <p:spPr>
              <a:xfrm>
                <a:off x="2319946" y="4739580"/>
                <a:ext cx="75746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2.5, 2.6, 2.7, 4.5</a:t>
                </a:r>
              </a:p>
            </p:txBody>
          </p:sp>
          <p:sp>
            <p:nvSpPr>
              <p:cNvPr id="911" name="Надпись"/>
              <p:cNvSpPr txBox="1"/>
              <p:nvPr/>
            </p:nvSpPr>
            <p:spPr>
              <a:xfrm>
                <a:off x="3395710" y="3381826"/>
                <a:ext cx="54885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7.2.2, 12.0.1</a:t>
                </a:r>
              </a:p>
            </p:txBody>
          </p:sp>
          <p:sp>
            <p:nvSpPr>
              <p:cNvPr id="912" name="Надпись"/>
              <p:cNvSpPr txBox="1"/>
              <p:nvPr/>
            </p:nvSpPr>
            <p:spPr>
              <a:xfrm>
                <a:off x="3801897" y="3969597"/>
                <a:ext cx="54885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7.2.2, 12.0.1</a:t>
                </a:r>
              </a:p>
            </p:txBody>
          </p:sp>
          <p:sp>
            <p:nvSpPr>
              <p:cNvPr id="913" name="Надпись"/>
              <p:cNvSpPr txBox="1"/>
              <p:nvPr/>
            </p:nvSpPr>
            <p:spPr>
              <a:xfrm>
                <a:off x="1974576" y="5290237"/>
                <a:ext cx="22343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</a:t>
                </a:r>
              </a:p>
            </p:txBody>
          </p:sp>
          <p:sp>
            <p:nvSpPr>
              <p:cNvPr id="914" name="Надпись"/>
              <p:cNvSpPr txBox="1"/>
              <p:nvPr/>
            </p:nvSpPr>
            <p:spPr>
              <a:xfrm>
                <a:off x="2008202" y="7161265"/>
                <a:ext cx="5466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5.1.3, 12.0.2</a:t>
                </a:r>
              </a:p>
            </p:txBody>
          </p:sp>
          <p:sp>
            <p:nvSpPr>
              <p:cNvPr id="915" name="Надпись"/>
              <p:cNvSpPr txBox="1"/>
              <p:nvPr/>
            </p:nvSpPr>
            <p:spPr>
              <a:xfrm>
                <a:off x="1716983" y="4677315"/>
                <a:ext cx="54885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7.2.2, 12.0.1</a:t>
                </a:r>
              </a:p>
            </p:txBody>
          </p:sp>
          <p:sp>
            <p:nvSpPr>
              <p:cNvPr id="916" name="Надпись"/>
              <p:cNvSpPr txBox="1"/>
              <p:nvPr/>
            </p:nvSpPr>
            <p:spPr>
              <a:xfrm>
                <a:off x="6570182" y="6504297"/>
                <a:ext cx="28885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12.0.2</a:t>
                </a:r>
              </a:p>
            </p:txBody>
          </p:sp>
          <p:sp>
            <p:nvSpPr>
              <p:cNvPr id="917" name="Надпись"/>
              <p:cNvSpPr txBox="1"/>
              <p:nvPr/>
            </p:nvSpPr>
            <p:spPr>
              <a:xfrm>
                <a:off x="6094155" y="5801101"/>
                <a:ext cx="592758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12.0.1, 12.0.2</a:t>
                </a:r>
              </a:p>
            </p:txBody>
          </p:sp>
          <p:sp>
            <p:nvSpPr>
              <p:cNvPr id="918" name="Надпись"/>
              <p:cNvSpPr txBox="1"/>
              <p:nvPr/>
            </p:nvSpPr>
            <p:spPr>
              <a:xfrm>
                <a:off x="3099264" y="3629186"/>
                <a:ext cx="28885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12.0.2</a:t>
                </a:r>
              </a:p>
            </p:txBody>
          </p:sp>
          <p:sp>
            <p:nvSpPr>
              <p:cNvPr id="919" name="Надпись"/>
              <p:cNvSpPr txBox="1"/>
              <p:nvPr/>
            </p:nvSpPr>
            <p:spPr>
              <a:xfrm>
                <a:off x="6401626" y="5523131"/>
                <a:ext cx="592758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12.0.1, 12.0.2</a:t>
                </a:r>
              </a:p>
            </p:txBody>
          </p:sp>
          <p:sp>
            <p:nvSpPr>
              <p:cNvPr id="920" name="Надпись"/>
              <p:cNvSpPr txBox="1"/>
              <p:nvPr/>
            </p:nvSpPr>
            <p:spPr>
              <a:xfrm>
                <a:off x="4379382" y="2689230"/>
                <a:ext cx="26957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12.0.1</a:t>
                </a:r>
              </a:p>
            </p:txBody>
          </p:sp>
          <p:sp>
            <p:nvSpPr>
              <p:cNvPr id="921" name="Надпись"/>
              <p:cNvSpPr txBox="1"/>
              <p:nvPr/>
            </p:nvSpPr>
            <p:spPr>
              <a:xfrm>
                <a:off x="6223566" y="6221765"/>
                <a:ext cx="592758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12.0.1, 12.0.2</a:t>
                </a:r>
              </a:p>
            </p:txBody>
          </p:sp>
          <p:sp>
            <p:nvSpPr>
              <p:cNvPr id="922" name="Надпись"/>
              <p:cNvSpPr txBox="1"/>
              <p:nvPr/>
            </p:nvSpPr>
            <p:spPr>
              <a:xfrm>
                <a:off x="2892705" y="4465640"/>
                <a:ext cx="22343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</a:t>
                </a:r>
              </a:p>
            </p:txBody>
          </p:sp>
          <p:sp>
            <p:nvSpPr>
              <p:cNvPr id="923" name="Надпись"/>
              <p:cNvSpPr txBox="1"/>
              <p:nvPr/>
            </p:nvSpPr>
            <p:spPr>
              <a:xfrm>
                <a:off x="4446489" y="3003411"/>
                <a:ext cx="22343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</a:t>
                </a:r>
              </a:p>
            </p:txBody>
          </p:sp>
          <p:sp>
            <p:nvSpPr>
              <p:cNvPr id="924" name="Надпись"/>
              <p:cNvSpPr txBox="1"/>
              <p:nvPr/>
            </p:nvSpPr>
            <p:spPr>
              <a:xfrm>
                <a:off x="3985048" y="2503142"/>
                <a:ext cx="22343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</a:t>
                </a:r>
              </a:p>
            </p:txBody>
          </p:sp>
          <p:sp>
            <p:nvSpPr>
              <p:cNvPr id="925" name="Надпись"/>
              <p:cNvSpPr txBox="1"/>
              <p:nvPr/>
            </p:nvSpPr>
            <p:spPr>
              <a:xfrm>
                <a:off x="5573012" y="5380050"/>
                <a:ext cx="28885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12.0.2</a:t>
                </a:r>
              </a:p>
            </p:txBody>
          </p:sp>
          <p:sp>
            <p:nvSpPr>
              <p:cNvPr id="926" name="Надпись"/>
              <p:cNvSpPr txBox="1"/>
              <p:nvPr/>
            </p:nvSpPr>
            <p:spPr>
              <a:xfrm>
                <a:off x="3546390" y="2685494"/>
                <a:ext cx="23258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3.4.1</a:t>
                </a:r>
              </a:p>
            </p:txBody>
          </p:sp>
          <p:sp>
            <p:nvSpPr>
              <p:cNvPr id="927" name="Надпись"/>
              <p:cNvSpPr txBox="1"/>
              <p:nvPr/>
            </p:nvSpPr>
            <p:spPr>
              <a:xfrm>
                <a:off x="1894269" y="5759049"/>
                <a:ext cx="26957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12.0.1</a:t>
                </a:r>
              </a:p>
            </p:txBody>
          </p:sp>
          <p:sp>
            <p:nvSpPr>
              <p:cNvPr id="928" name="Надпись"/>
              <p:cNvSpPr txBox="1"/>
              <p:nvPr/>
            </p:nvSpPr>
            <p:spPr>
              <a:xfrm>
                <a:off x="1682413" y="5091743"/>
                <a:ext cx="26957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12.0.1</a:t>
                </a:r>
              </a:p>
            </p:txBody>
          </p:sp>
        </p:grpSp>
      </p:grpSp>
      <p:grpSp>
        <p:nvGrpSpPr>
          <p:cNvPr id="933" name="Оформление"/>
          <p:cNvGrpSpPr/>
          <p:nvPr/>
        </p:nvGrpSpPr>
        <p:grpSpPr>
          <a:xfrm>
            <a:off x="1746041" y="1842656"/>
            <a:ext cx="5147919" cy="313223"/>
            <a:chOff x="1746041" y="1842656"/>
            <a:chExt cx="5147919" cy="313223"/>
          </a:xfrm>
        </p:grpSpPr>
        <p:sp>
          <p:nvSpPr>
            <p:cNvPr id="931" name="Надпись"/>
            <p:cNvSpPr txBox="1"/>
            <p:nvPr/>
          </p:nvSpPr>
          <p:spPr>
            <a:xfrm>
              <a:off x="1746041" y="1842656"/>
              <a:ext cx="514791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141414"/>
                  </a:solidFill>
                  <a:latin typeface="Montserrat"/>
                  <a:cs typeface="Montserrat"/>
                </a:rPr>
                <a:t>Границы территориальных зон и видов разрешенного использования</a:t>
              </a:r>
            </a:p>
          </p:txBody>
        </p:sp>
        <p:sp>
          <p:nvSpPr>
            <p:cNvPr id="932" name="Надпись"/>
            <p:cNvSpPr txBox="1"/>
            <p:nvPr/>
          </p:nvSpPr>
          <p:spPr>
            <a:xfrm>
              <a:off x="2077648" y="2001056"/>
              <a:ext cx="448470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141414"/>
                  </a:solidFill>
                  <a:latin typeface="Montserrat"/>
                  <a:cs typeface="Montserrat"/>
                </a:rPr>
                <a:t>земельных участков и объектов капитального строительства</a:t>
              </a:r>
            </a:p>
          </p:txBody>
        </p:sp>
      </p:grpSp>
      <p:grpSp>
        <p:nvGrpSpPr>
          <p:cNvPr id="949" name="Легенда"/>
          <p:cNvGrpSpPr/>
          <p:nvPr/>
        </p:nvGrpSpPr>
        <p:grpSpPr>
          <a:xfrm>
            <a:off x="1424378" y="8140999"/>
            <a:ext cx="5787564" cy="2026300"/>
            <a:chOff x="1424378" y="8140999"/>
            <a:chExt cx="5787564" cy="2026300"/>
          </a:xfrm>
        </p:grpSpPr>
        <p:sp>
          <p:nvSpPr>
            <p:cNvPr id="934" name="Надпись"/>
            <p:cNvSpPr txBox="1"/>
            <p:nvPr/>
          </p:nvSpPr>
          <p:spPr>
            <a:xfrm>
              <a:off x="1424378" y="8140999"/>
              <a:ext cx="2124977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Условные обозначения</a:t>
              </a:r>
            </a:p>
          </p:txBody>
        </p:sp>
        <p:sp>
          <p:nvSpPr>
            <p:cNvPr id="935" name="Надпись"/>
            <p:cNvSpPr txBox="1"/>
            <p:nvPr/>
          </p:nvSpPr>
          <p:spPr>
            <a:xfrm>
              <a:off x="1427299" y="8457276"/>
              <a:ext cx="64265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Границы</a:t>
              </a:r>
            </a:p>
          </p:txBody>
        </p:sp>
        <p:sp>
          <p:nvSpPr>
            <p:cNvPr id="937" name="Контур"/>
            <p:cNvSpPr/>
            <p:nvPr/>
          </p:nvSpPr>
          <p:spPr>
            <a:xfrm>
              <a:off x="1440000" y="8767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8333" sp="108333"/>
              </a:custDash>
              <a:miter lim="1000000"/>
            </a:ln>
          </p:spPr>
        </p:sp>
        <p:sp>
          <p:nvSpPr>
            <p:cNvPr id="936" name="Надпись"/>
            <p:cNvSpPr txBox="1"/>
            <p:nvPr/>
          </p:nvSpPr>
          <p:spPr>
            <a:xfrm>
              <a:off x="1985299" y="8691276"/>
              <a:ext cx="268169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разрабатываемой территории (1,66 га)</a:t>
              </a:r>
            </a:p>
          </p:txBody>
        </p:sp>
        <p:sp>
          <p:nvSpPr>
            <p:cNvPr id="939" name="Контур"/>
            <p:cNvSpPr/>
            <p:nvPr/>
          </p:nvSpPr>
          <p:spPr>
            <a:xfrm>
              <a:off x="1440000" y="9001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43200" cap="flat">
              <a:solidFill>
                <a:srgbClr val="E30613"/>
              </a:solidFill>
              <a:miter lim="1000000"/>
            </a:ln>
          </p:spPr>
        </p:sp>
        <p:sp>
          <p:nvSpPr>
            <p:cNvPr id="938" name="Надпись"/>
            <p:cNvSpPr txBox="1"/>
            <p:nvPr/>
          </p:nvSpPr>
          <p:spPr>
            <a:xfrm>
              <a:off x="1985299" y="8925276"/>
              <a:ext cx="53407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района</a:t>
              </a:r>
            </a:p>
          </p:txBody>
        </p:sp>
        <p:sp>
          <p:nvSpPr>
            <p:cNvPr id="941" name="Контур"/>
            <p:cNvSpPr/>
            <p:nvPr/>
          </p:nvSpPr>
          <p:spPr>
            <a:xfrm>
              <a:off x="1440000" y="9235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9000" cap="flat">
              <a:solidFill>
                <a:srgbClr val="000000"/>
              </a:solidFill>
              <a:miter lim="1000000"/>
            </a:ln>
          </p:spPr>
        </p:sp>
        <p:sp>
          <p:nvSpPr>
            <p:cNvPr id="940" name="Надпись"/>
            <p:cNvSpPr txBox="1"/>
            <p:nvPr/>
          </p:nvSpPr>
          <p:spPr>
            <a:xfrm>
              <a:off x="1985299" y="9159276"/>
              <a:ext cx="376218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территориальных зон и подзон территориальных зон</a:t>
              </a:r>
            </a:p>
          </p:txBody>
        </p:sp>
        <p:sp>
          <p:nvSpPr>
            <p:cNvPr id="942" name="Контур"/>
            <p:cNvSpPr/>
            <p:nvPr/>
          </p:nvSpPr>
          <p:spPr>
            <a:xfrm>
              <a:off x="1440000" y="94154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39654"/>
                  </a:moveTo>
                  <a:lnTo>
                    <a:pt x="39654" y="0"/>
                  </a:lnTo>
                  <a:moveTo>
                    <a:pt x="0" y="90565"/>
                  </a:moveTo>
                  <a:lnTo>
                    <a:pt x="90566" y="0"/>
                  </a:lnTo>
                  <a:moveTo>
                    <a:pt x="33477" y="108000"/>
                  </a:moveTo>
                  <a:lnTo>
                    <a:pt x="141477" y="0"/>
                  </a:lnTo>
                  <a:moveTo>
                    <a:pt x="84389" y="108000"/>
                  </a:moveTo>
                  <a:lnTo>
                    <a:pt x="192389" y="0"/>
                  </a:lnTo>
                  <a:moveTo>
                    <a:pt x="135300" y="108000"/>
                  </a:moveTo>
                  <a:lnTo>
                    <a:pt x="243300" y="0"/>
                  </a:lnTo>
                  <a:moveTo>
                    <a:pt x="186212" y="108000"/>
                  </a:moveTo>
                  <a:lnTo>
                    <a:pt x="294212" y="0"/>
                  </a:lnTo>
                  <a:moveTo>
                    <a:pt x="237123" y="108000"/>
                  </a:moveTo>
                  <a:lnTo>
                    <a:pt x="345123" y="0"/>
                  </a:lnTo>
                  <a:moveTo>
                    <a:pt x="288035" y="108000"/>
                  </a:moveTo>
                  <a:lnTo>
                    <a:pt x="396035" y="0"/>
                  </a:lnTo>
                  <a:moveTo>
                    <a:pt x="338946" y="108000"/>
                  </a:moveTo>
                  <a:lnTo>
                    <a:pt x="446946" y="0"/>
                  </a:lnTo>
                  <a:moveTo>
                    <a:pt x="389858" y="108000"/>
                  </a:moveTo>
                  <a:lnTo>
                    <a:pt x="468000" y="29858"/>
                  </a:lnTo>
                  <a:moveTo>
                    <a:pt x="440770" y="108000"/>
                  </a:moveTo>
                  <a:lnTo>
                    <a:pt x="468000" y="80769"/>
                  </a:lnTo>
                </a:path>
              </a:pathLst>
            </a:custGeom>
            <a:noFill/>
            <a:ln w="5400" cap="flat">
              <a:solidFill>
                <a:srgbClr val="1F3FBF"/>
              </a:solidFill>
              <a:miter lim="1000000"/>
            </a:ln>
          </p:spPr>
        </p:sp>
        <p:sp>
          <p:nvSpPr>
            <p:cNvPr id="944" name="Контур"/>
            <p:cNvSpPr/>
            <p:nvPr/>
          </p:nvSpPr>
          <p:spPr>
            <a:xfrm>
              <a:off x="1440000" y="94154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1F3FBF"/>
              </a:solidFill>
              <a:miter lim="1000000"/>
            </a:ln>
          </p:spPr>
        </p:sp>
        <p:sp>
          <p:nvSpPr>
            <p:cNvPr id="943" name="Надпись"/>
            <p:cNvSpPr txBox="1"/>
            <p:nvPr/>
          </p:nvSpPr>
          <p:spPr>
            <a:xfrm>
              <a:off x="1985299" y="9393276"/>
              <a:ext cx="256268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комплексного развития территории</a:t>
              </a:r>
            </a:p>
          </p:txBody>
        </p:sp>
        <p:sp>
          <p:nvSpPr>
            <p:cNvPr id="945" name="Надпись"/>
            <p:cNvSpPr txBox="1"/>
            <p:nvPr/>
          </p:nvSpPr>
          <p:spPr>
            <a:xfrm>
              <a:off x="1427299" y="9627276"/>
              <a:ext cx="64951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Подписи</a:t>
              </a:r>
            </a:p>
          </p:txBody>
        </p:sp>
        <p:sp>
          <p:nvSpPr>
            <p:cNvPr id="946" name="Надпись"/>
            <p:cNvSpPr txBox="1"/>
            <p:nvPr/>
          </p:nvSpPr>
          <p:spPr>
            <a:xfrm>
              <a:off x="1556421" y="9868476"/>
              <a:ext cx="23515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141414"/>
                  </a:solidFill>
                  <a:latin typeface="Montserrat"/>
                  <a:cs typeface="Montserrat"/>
                </a:rPr>
                <a:t>4.9</a:t>
              </a:r>
            </a:p>
          </p:txBody>
        </p:sp>
        <p:sp>
          <p:nvSpPr>
            <p:cNvPr id="947" name="Надпись"/>
            <p:cNvSpPr txBox="1"/>
            <p:nvPr/>
          </p:nvSpPr>
          <p:spPr>
            <a:xfrm>
              <a:off x="1985299" y="9861276"/>
              <a:ext cx="522664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коды видов разрешённого использования земельных участков и объектов</a:t>
              </a:r>
            </a:p>
          </p:txBody>
        </p:sp>
        <p:sp>
          <p:nvSpPr>
            <p:cNvPr id="948" name="Надпись"/>
            <p:cNvSpPr txBox="1"/>
            <p:nvPr/>
          </p:nvSpPr>
          <p:spPr>
            <a:xfrm>
              <a:off x="1985299" y="10012476"/>
              <a:ext cx="200936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капитального строительства</a:t>
              </a:r>
            </a:p>
          </p:txBody>
        </p:sp>
      </p:grpSp>
      <p:grpSp>
        <p:nvGrpSpPr>
          <p:cNvPr id="2040" name="Карта"/>
          <p:cNvGrpSpPr/>
          <p:nvPr/>
        </p:nvGrpSpPr>
        <p:grpSpPr>
          <a:xfrm>
            <a:off x="7920000" y="2232000"/>
            <a:ext cx="5760000" cy="5760000"/>
            <a:chOff x="7920000" y="2232000"/>
            <a:chExt cx="5760000" cy="5760000"/>
          </a:xfrm>
        </p:grpSpPr>
        <p:grpSp>
          <p:nvGrpSpPr>
            <p:cNvPr id="953" name="Проезжая часть (Яндекс)"/>
            <p:cNvGrpSpPr/>
            <p:nvPr/>
          </p:nvGrpSpPr>
          <p:grpSpPr>
            <a:xfrm>
              <a:off x="7920000" y="2365806"/>
              <a:ext cx="5760000" cy="5478726"/>
              <a:chOff x="7920000" y="2365806"/>
              <a:chExt cx="5760000" cy="5478726"/>
            </a:xfrm>
          </p:grpSpPr>
          <p:sp>
            <p:nvSpPr>
              <p:cNvPr id="950" name="Контур"/>
              <p:cNvSpPr/>
              <p:nvPr/>
            </p:nvSpPr>
            <p:spPr>
              <a:xfrm>
                <a:off x="7920000" y="2377778"/>
                <a:ext cx="5760000" cy="5466754"/>
              </a:xfrm>
              <a:custGeom>
                <a:avLst/>
                <a:gdLst/>
                <a:ahLst/>
                <a:cxnLst/>
                <a:rect l="l" t="t" r="r" b="b"/>
                <a:pathLst>
                  <a:path w="5760000" h="5466754">
                    <a:moveTo>
                      <a:pt x="0" y="4979956"/>
                    </a:moveTo>
                    <a:lnTo>
                      <a:pt x="11188" y="4982192"/>
                    </a:lnTo>
                    <a:lnTo>
                      <a:pt x="124132" y="4981783"/>
                    </a:lnTo>
                    <a:lnTo>
                      <a:pt x="1010993" y="4474437"/>
                    </a:lnTo>
                    <a:lnTo>
                      <a:pt x="1345888" y="4265615"/>
                    </a:lnTo>
                    <a:lnTo>
                      <a:pt x="1356982" y="4247628"/>
                    </a:lnTo>
                    <a:lnTo>
                      <a:pt x="1354978" y="4232870"/>
                    </a:lnTo>
                    <a:lnTo>
                      <a:pt x="1237410" y="3930660"/>
                    </a:lnTo>
                    <a:lnTo>
                      <a:pt x="1073016" y="3624905"/>
                    </a:lnTo>
                    <a:lnTo>
                      <a:pt x="1062340" y="3629799"/>
                    </a:lnTo>
                    <a:lnTo>
                      <a:pt x="1038423" y="3595866"/>
                    </a:lnTo>
                    <a:lnTo>
                      <a:pt x="2588850" y="2482735"/>
                    </a:lnTo>
                    <a:lnTo>
                      <a:pt x="3089310" y="2132731"/>
                    </a:lnTo>
                    <a:lnTo>
                      <a:pt x="3083901" y="2129638"/>
                    </a:lnTo>
                    <a:lnTo>
                      <a:pt x="3086412" y="2119797"/>
                    </a:lnTo>
                    <a:lnTo>
                      <a:pt x="3079594" y="2102004"/>
                    </a:lnTo>
                    <a:lnTo>
                      <a:pt x="2812648" y="1793567"/>
                    </a:lnTo>
                    <a:lnTo>
                      <a:pt x="2791604" y="1785837"/>
                    </a:lnTo>
                    <a:lnTo>
                      <a:pt x="2771518" y="1798676"/>
                    </a:lnTo>
                    <a:lnTo>
                      <a:pt x="2759393" y="1779558"/>
                    </a:lnTo>
                    <a:lnTo>
                      <a:pt x="2730461" y="1812198"/>
                    </a:lnTo>
                    <a:lnTo>
                      <a:pt x="1857411" y="2462690"/>
                    </a:lnTo>
                    <a:lnTo>
                      <a:pt x="1620458" y="2648526"/>
                    </a:lnTo>
                    <a:lnTo>
                      <a:pt x="1626924" y="2659768"/>
                    </a:lnTo>
                    <a:lnTo>
                      <a:pt x="1468417" y="2818067"/>
                    </a:lnTo>
                    <a:lnTo>
                      <a:pt x="1274677" y="3023049"/>
                    </a:lnTo>
                    <a:lnTo>
                      <a:pt x="1105039" y="3163020"/>
                    </a:lnTo>
                    <a:lnTo>
                      <a:pt x="859363" y="3348665"/>
                    </a:lnTo>
                    <a:lnTo>
                      <a:pt x="741317" y="3428510"/>
                    </a:lnTo>
                    <a:lnTo>
                      <a:pt x="576407" y="3524704"/>
                    </a:lnTo>
                    <a:lnTo>
                      <a:pt x="100157" y="3786668"/>
                    </a:lnTo>
                    <a:lnTo>
                      <a:pt x="96457" y="3785042"/>
                    </a:lnTo>
                    <a:lnTo>
                      <a:pt x="0" y="3844825"/>
                    </a:lnTo>
                    <a:lnTo>
                      <a:pt x="0" y="3813914"/>
                    </a:lnTo>
                    <a:lnTo>
                      <a:pt x="75427" y="3766989"/>
                    </a:lnTo>
                    <a:lnTo>
                      <a:pt x="80057" y="3768588"/>
                    </a:lnTo>
                    <a:lnTo>
                      <a:pt x="79299" y="3761159"/>
                    </a:lnTo>
                    <a:lnTo>
                      <a:pt x="560100" y="3485844"/>
                    </a:lnTo>
                    <a:lnTo>
                      <a:pt x="815567" y="3327720"/>
                    </a:lnTo>
                    <a:lnTo>
                      <a:pt x="1104939" y="3114322"/>
                    </a:lnTo>
                    <a:lnTo>
                      <a:pt x="1142190" y="3081635"/>
                    </a:lnTo>
                    <a:lnTo>
                      <a:pt x="1154872" y="3058643"/>
                    </a:lnTo>
                    <a:lnTo>
                      <a:pt x="1149811" y="3037845"/>
                    </a:lnTo>
                    <a:lnTo>
                      <a:pt x="1140063" y="3025035"/>
                    </a:lnTo>
                    <a:lnTo>
                      <a:pt x="914025" y="2777936"/>
                    </a:lnTo>
                    <a:lnTo>
                      <a:pt x="678136" y="2530869"/>
                    </a:lnTo>
                    <a:lnTo>
                      <a:pt x="662956" y="2523068"/>
                    </a:lnTo>
                    <a:lnTo>
                      <a:pt x="463307" y="2714773"/>
                    </a:lnTo>
                    <a:lnTo>
                      <a:pt x="324104" y="2856858"/>
                    </a:lnTo>
                    <a:lnTo>
                      <a:pt x="306718" y="2901790"/>
                    </a:lnTo>
                    <a:lnTo>
                      <a:pt x="270022" y="3063983"/>
                    </a:lnTo>
                    <a:lnTo>
                      <a:pt x="252342" y="3104545"/>
                    </a:lnTo>
                    <a:lnTo>
                      <a:pt x="232955" y="3131991"/>
                    </a:lnTo>
                    <a:lnTo>
                      <a:pt x="207039" y="3102967"/>
                    </a:lnTo>
                    <a:lnTo>
                      <a:pt x="229523" y="3055875"/>
                    </a:lnTo>
                    <a:lnTo>
                      <a:pt x="271028" y="2888862"/>
                    </a:lnTo>
                    <a:lnTo>
                      <a:pt x="292011" y="2843368"/>
                    </a:lnTo>
                    <a:lnTo>
                      <a:pt x="632758" y="2504970"/>
                    </a:lnTo>
                    <a:lnTo>
                      <a:pt x="637410" y="2491887"/>
                    </a:lnTo>
                    <a:lnTo>
                      <a:pt x="627696" y="2477563"/>
                    </a:lnTo>
                    <a:lnTo>
                      <a:pt x="0" y="1872768"/>
                    </a:lnTo>
                    <a:lnTo>
                      <a:pt x="0" y="1773889"/>
                    </a:lnTo>
                    <a:lnTo>
                      <a:pt x="152522" y="1910468"/>
                    </a:lnTo>
                    <a:lnTo>
                      <a:pt x="320043" y="2086544"/>
                    </a:lnTo>
                    <a:lnTo>
                      <a:pt x="671447" y="2430489"/>
                    </a:lnTo>
                    <a:lnTo>
                      <a:pt x="696922" y="2444664"/>
                    </a:lnTo>
                    <a:lnTo>
                      <a:pt x="708802" y="2441469"/>
                    </a:lnTo>
                    <a:lnTo>
                      <a:pt x="943565" y="2235532"/>
                    </a:lnTo>
                    <a:lnTo>
                      <a:pt x="911944" y="2205824"/>
                    </a:lnTo>
                    <a:lnTo>
                      <a:pt x="905440" y="2179938"/>
                    </a:lnTo>
                    <a:lnTo>
                      <a:pt x="921497" y="2132942"/>
                    </a:lnTo>
                    <a:lnTo>
                      <a:pt x="957113" y="2116604"/>
                    </a:lnTo>
                    <a:lnTo>
                      <a:pt x="1011656" y="2118062"/>
                    </a:lnTo>
                    <a:lnTo>
                      <a:pt x="1038248" y="2106405"/>
                    </a:lnTo>
                    <a:lnTo>
                      <a:pt x="1197621" y="1951274"/>
                    </a:lnTo>
                    <a:lnTo>
                      <a:pt x="1192648" y="1938735"/>
                    </a:lnTo>
                    <a:lnTo>
                      <a:pt x="84239" y="748198"/>
                    </a:lnTo>
                    <a:lnTo>
                      <a:pt x="0" y="830722"/>
                    </a:lnTo>
                    <a:lnTo>
                      <a:pt x="0" y="780292"/>
                    </a:lnTo>
                    <a:lnTo>
                      <a:pt x="64617" y="713147"/>
                    </a:lnTo>
                    <a:lnTo>
                      <a:pt x="0" y="643234"/>
                    </a:lnTo>
                    <a:lnTo>
                      <a:pt x="0" y="590555"/>
                    </a:lnTo>
                    <a:lnTo>
                      <a:pt x="322413" y="944022"/>
                    </a:lnTo>
                    <a:lnTo>
                      <a:pt x="1161847" y="1848467"/>
                    </a:lnTo>
                    <a:lnTo>
                      <a:pt x="1210772" y="1896991"/>
                    </a:lnTo>
                    <a:lnTo>
                      <a:pt x="1225556" y="1903353"/>
                    </a:lnTo>
                    <a:lnTo>
                      <a:pt x="1248235" y="1899685"/>
                    </a:lnTo>
                    <a:lnTo>
                      <a:pt x="1286793" y="1867419"/>
                    </a:lnTo>
                    <a:lnTo>
                      <a:pt x="1383630" y="1768222"/>
                    </a:lnTo>
                    <a:lnTo>
                      <a:pt x="1422407" y="1725885"/>
                    </a:lnTo>
                    <a:lnTo>
                      <a:pt x="1469160" y="1662366"/>
                    </a:lnTo>
                    <a:lnTo>
                      <a:pt x="1512570" y="1579702"/>
                    </a:lnTo>
                    <a:lnTo>
                      <a:pt x="1527019" y="1542402"/>
                    </a:lnTo>
                    <a:lnTo>
                      <a:pt x="1554236" y="1456405"/>
                    </a:lnTo>
                    <a:lnTo>
                      <a:pt x="1622916" y="1192051"/>
                    </a:lnTo>
                    <a:lnTo>
                      <a:pt x="1658251" y="1101221"/>
                    </a:lnTo>
                    <a:lnTo>
                      <a:pt x="1701750" y="1015081"/>
                    </a:lnTo>
                    <a:lnTo>
                      <a:pt x="1733960" y="966369"/>
                    </a:lnTo>
                    <a:lnTo>
                      <a:pt x="1851836" y="826371"/>
                    </a:lnTo>
                    <a:lnTo>
                      <a:pt x="1863920" y="804010"/>
                    </a:lnTo>
                    <a:lnTo>
                      <a:pt x="1485150" y="402264"/>
                    </a:lnTo>
                    <a:lnTo>
                      <a:pt x="1120652" y="4383"/>
                    </a:lnTo>
                    <a:lnTo>
                      <a:pt x="1184143" y="4225"/>
                    </a:lnTo>
                    <a:lnTo>
                      <a:pt x="1521846" y="374235"/>
                    </a:lnTo>
                    <a:lnTo>
                      <a:pt x="1543514" y="375949"/>
                    </a:lnTo>
                    <a:lnTo>
                      <a:pt x="1592263" y="353745"/>
                    </a:lnTo>
                    <a:lnTo>
                      <a:pt x="1833324" y="112765"/>
                    </a:lnTo>
                    <a:lnTo>
                      <a:pt x="1954578" y="1332"/>
                    </a:lnTo>
                    <a:lnTo>
                      <a:pt x="2018417" y="1163"/>
                    </a:lnTo>
                    <a:lnTo>
                      <a:pt x="1609840" y="382731"/>
                    </a:lnTo>
                    <a:lnTo>
                      <a:pt x="1592807" y="404172"/>
                    </a:lnTo>
                    <a:lnTo>
                      <a:pt x="1589609" y="428661"/>
                    </a:lnTo>
                    <a:lnTo>
                      <a:pt x="1596830" y="454965"/>
                    </a:lnTo>
                    <a:lnTo>
                      <a:pt x="1659516" y="520337"/>
                    </a:lnTo>
                    <a:lnTo>
                      <a:pt x="1707855" y="512863"/>
                    </a:lnTo>
                    <a:lnTo>
                      <a:pt x="1734957" y="499651"/>
                    </a:lnTo>
                    <a:lnTo>
                      <a:pt x="2265875" y="185"/>
                    </a:lnTo>
                    <a:lnTo>
                      <a:pt x="2333744" y="0"/>
                    </a:lnTo>
                    <a:lnTo>
                      <a:pt x="1755822" y="546666"/>
                    </a:lnTo>
                    <a:lnTo>
                      <a:pt x="1737344" y="568367"/>
                    </a:lnTo>
                    <a:lnTo>
                      <a:pt x="1727471" y="592333"/>
                    </a:lnTo>
                    <a:lnTo>
                      <a:pt x="2745526" y="1681925"/>
                    </a:lnTo>
                    <a:lnTo>
                      <a:pt x="2764549" y="1703998"/>
                    </a:lnTo>
                    <a:lnTo>
                      <a:pt x="2769566" y="1719154"/>
                    </a:lnTo>
                    <a:lnTo>
                      <a:pt x="2790210" y="1701107"/>
                    </a:lnTo>
                    <a:lnTo>
                      <a:pt x="3104169" y="2069905"/>
                    </a:lnTo>
                    <a:lnTo>
                      <a:pt x="3127186" y="2092556"/>
                    </a:lnTo>
                    <a:lnTo>
                      <a:pt x="3138545" y="2094075"/>
                    </a:lnTo>
                    <a:lnTo>
                      <a:pt x="3137486" y="2101737"/>
                    </a:lnTo>
                    <a:lnTo>
                      <a:pt x="3144827" y="2098750"/>
                    </a:lnTo>
                    <a:lnTo>
                      <a:pt x="3313731" y="2420317"/>
                    </a:lnTo>
                    <a:lnTo>
                      <a:pt x="3514274" y="2856010"/>
                    </a:lnTo>
                    <a:lnTo>
                      <a:pt x="3554702" y="2838238"/>
                    </a:lnTo>
                    <a:lnTo>
                      <a:pt x="5648391" y="1227440"/>
                    </a:lnTo>
                    <a:lnTo>
                      <a:pt x="5760000" y="1138351"/>
                    </a:lnTo>
                    <a:lnTo>
                      <a:pt x="5760000" y="1239196"/>
                    </a:lnTo>
                    <a:lnTo>
                      <a:pt x="5388494" y="1526358"/>
                    </a:lnTo>
                    <a:lnTo>
                      <a:pt x="5323089" y="1570794"/>
                    </a:lnTo>
                    <a:lnTo>
                      <a:pt x="5329446" y="1574638"/>
                    </a:lnTo>
                    <a:lnTo>
                      <a:pt x="5332390" y="1599787"/>
                    </a:lnTo>
                    <a:lnTo>
                      <a:pt x="5363212" y="1640040"/>
                    </a:lnTo>
                    <a:lnTo>
                      <a:pt x="5722412" y="2375903"/>
                    </a:lnTo>
                    <a:lnTo>
                      <a:pt x="5683648" y="2393779"/>
                    </a:lnTo>
                    <a:lnTo>
                      <a:pt x="5428809" y="1871271"/>
                    </a:lnTo>
                    <a:lnTo>
                      <a:pt x="5352255" y="1757859"/>
                    </a:lnTo>
                    <a:lnTo>
                      <a:pt x="5096955" y="1945612"/>
                    </a:lnTo>
                    <a:lnTo>
                      <a:pt x="4846199" y="2139741"/>
                    </a:lnTo>
                    <a:lnTo>
                      <a:pt x="4830309" y="2163948"/>
                    </a:lnTo>
                    <a:lnTo>
                      <a:pt x="4830623" y="2206222"/>
                    </a:lnTo>
                    <a:lnTo>
                      <a:pt x="4841992" y="2233448"/>
                    </a:lnTo>
                    <a:lnTo>
                      <a:pt x="5078732" y="2704166"/>
                    </a:lnTo>
                    <a:lnTo>
                      <a:pt x="5039939" y="2723587"/>
                    </a:lnTo>
                    <a:lnTo>
                      <a:pt x="4755893" y="2155961"/>
                    </a:lnTo>
                    <a:lnTo>
                      <a:pt x="5315068" y="1725671"/>
                    </a:lnTo>
                    <a:lnTo>
                      <a:pt x="5332752" y="1706067"/>
                    </a:lnTo>
                    <a:lnTo>
                      <a:pt x="5334120" y="1676502"/>
                    </a:lnTo>
                    <a:lnTo>
                      <a:pt x="5302862" y="1630255"/>
                    </a:lnTo>
                    <a:lnTo>
                      <a:pt x="5288409" y="1619027"/>
                    </a:lnTo>
                    <a:lnTo>
                      <a:pt x="5272028" y="1616518"/>
                    </a:lnTo>
                    <a:lnTo>
                      <a:pt x="5271329" y="1607039"/>
                    </a:lnTo>
                    <a:lnTo>
                      <a:pt x="3550556" y="2931439"/>
                    </a:lnTo>
                    <a:lnTo>
                      <a:pt x="3574264" y="2981163"/>
                    </a:lnTo>
                    <a:lnTo>
                      <a:pt x="3591983" y="2957562"/>
                    </a:lnTo>
                    <a:lnTo>
                      <a:pt x="3600786" y="2976565"/>
                    </a:lnTo>
                    <a:lnTo>
                      <a:pt x="3622876" y="2967427"/>
                    </a:lnTo>
                    <a:lnTo>
                      <a:pt x="3676640" y="3075730"/>
                    </a:lnTo>
                    <a:lnTo>
                      <a:pt x="3654906" y="3090368"/>
                    </a:lnTo>
                    <a:lnTo>
                      <a:pt x="3664490" y="3107495"/>
                    </a:lnTo>
                    <a:lnTo>
                      <a:pt x="3686529" y="3096844"/>
                    </a:lnTo>
                    <a:lnTo>
                      <a:pt x="3807316" y="3349208"/>
                    </a:lnTo>
                    <a:lnTo>
                      <a:pt x="3788603" y="3366718"/>
                    </a:lnTo>
                    <a:lnTo>
                      <a:pt x="3795963" y="3385025"/>
                    </a:lnTo>
                    <a:lnTo>
                      <a:pt x="3768493" y="3384868"/>
                    </a:lnTo>
                    <a:lnTo>
                      <a:pt x="4578830" y="5064901"/>
                    </a:lnTo>
                    <a:lnTo>
                      <a:pt x="4601784" y="5098066"/>
                    </a:lnTo>
                    <a:lnTo>
                      <a:pt x="4618062" y="5110243"/>
                    </a:lnTo>
                    <a:lnTo>
                      <a:pt x="4648051" y="5121092"/>
                    </a:lnTo>
                    <a:lnTo>
                      <a:pt x="4663805" y="5119979"/>
                    </a:lnTo>
                    <a:lnTo>
                      <a:pt x="4865878" y="5023163"/>
                    </a:lnTo>
                    <a:lnTo>
                      <a:pt x="5037088" y="4952594"/>
                    </a:lnTo>
                    <a:lnTo>
                      <a:pt x="5760000" y="4607808"/>
                    </a:lnTo>
                    <a:lnTo>
                      <a:pt x="5760000" y="4658157"/>
                    </a:lnTo>
                    <a:lnTo>
                      <a:pt x="4705917" y="5160926"/>
                    </a:lnTo>
                    <a:lnTo>
                      <a:pt x="4081942" y="5466357"/>
                    </a:lnTo>
                    <a:lnTo>
                      <a:pt x="3966323" y="5466754"/>
                    </a:lnTo>
                    <a:lnTo>
                      <a:pt x="4549558" y="5187168"/>
                    </a:lnTo>
                    <a:lnTo>
                      <a:pt x="4559612" y="5172890"/>
                    </a:lnTo>
                    <a:lnTo>
                      <a:pt x="4560569" y="5136174"/>
                    </a:lnTo>
                    <a:lnTo>
                      <a:pt x="3763551" y="3471791"/>
                    </a:lnTo>
                    <a:lnTo>
                      <a:pt x="3483722" y="2900066"/>
                    </a:lnTo>
                    <a:lnTo>
                      <a:pt x="3158152" y="3108543"/>
                    </a:lnTo>
                    <a:lnTo>
                      <a:pt x="3109746" y="3157286"/>
                    </a:lnTo>
                    <a:lnTo>
                      <a:pt x="3032335" y="3254759"/>
                    </a:lnTo>
                    <a:lnTo>
                      <a:pt x="2954809" y="3331257"/>
                    </a:lnTo>
                    <a:lnTo>
                      <a:pt x="2259643" y="3792507"/>
                    </a:lnTo>
                    <a:lnTo>
                      <a:pt x="1071147" y="4532601"/>
                    </a:lnTo>
                    <a:lnTo>
                      <a:pt x="0" y="5173347"/>
                    </a:lnTo>
                    <a:close/>
                    <a:moveTo>
                      <a:pt x="1122820" y="3597281"/>
                    </a:moveTo>
                    <a:lnTo>
                      <a:pt x="1124717" y="3621798"/>
                    </a:lnTo>
                    <a:lnTo>
                      <a:pt x="1186561" y="3733239"/>
                    </a:lnTo>
                    <a:lnTo>
                      <a:pt x="1222431" y="3809301"/>
                    </a:lnTo>
                    <a:lnTo>
                      <a:pt x="1399009" y="4202542"/>
                    </a:lnTo>
                    <a:lnTo>
                      <a:pt x="1423453" y="4228354"/>
                    </a:lnTo>
                    <a:lnTo>
                      <a:pt x="1448056" y="4229609"/>
                    </a:lnTo>
                    <a:lnTo>
                      <a:pt x="2091350" y="3844886"/>
                    </a:lnTo>
                    <a:lnTo>
                      <a:pt x="2552136" y="3543380"/>
                    </a:lnTo>
                    <a:lnTo>
                      <a:pt x="2948241" y="3271217"/>
                    </a:lnTo>
                    <a:lnTo>
                      <a:pt x="3132323" y="3097138"/>
                    </a:lnTo>
                    <a:lnTo>
                      <a:pt x="3472822" y="2875213"/>
                    </a:lnTo>
                    <a:lnTo>
                      <a:pt x="3147067" y="2206763"/>
                    </a:lnTo>
                    <a:lnTo>
                      <a:pt x="3121776" y="2171918"/>
                    </a:lnTo>
                    <a:lnTo>
                      <a:pt x="3067456" y="2194581"/>
                    </a:lnTo>
                    <a:lnTo>
                      <a:pt x="2900140" y="2323994"/>
                    </a:lnTo>
                    <a:lnTo>
                      <a:pt x="2239547" y="2788815"/>
                    </a:lnTo>
                    <a:lnTo>
                      <a:pt x="1116570" y="3595473"/>
                    </a:lnTo>
                    <a:close/>
                    <a:moveTo>
                      <a:pt x="1473171" y="1807100"/>
                    </a:moveTo>
                    <a:lnTo>
                      <a:pt x="1492632" y="1826364"/>
                    </a:lnTo>
                    <a:lnTo>
                      <a:pt x="1505643" y="1827456"/>
                    </a:lnTo>
                    <a:lnTo>
                      <a:pt x="1577970" y="1731852"/>
                    </a:lnTo>
                    <a:lnTo>
                      <a:pt x="2140005" y="1204779"/>
                    </a:lnTo>
                    <a:lnTo>
                      <a:pt x="2283080" y="1343649"/>
                    </a:lnTo>
                    <a:lnTo>
                      <a:pt x="2680340" y="1797669"/>
                    </a:lnTo>
                    <a:lnTo>
                      <a:pt x="2685775" y="1799587"/>
                    </a:lnTo>
                    <a:lnTo>
                      <a:pt x="2712062" y="1774142"/>
                    </a:lnTo>
                    <a:lnTo>
                      <a:pt x="2729649" y="1737287"/>
                    </a:lnTo>
                    <a:lnTo>
                      <a:pt x="2723980" y="1717972"/>
                    </a:lnTo>
                    <a:lnTo>
                      <a:pt x="2701732" y="1690080"/>
                    </a:lnTo>
                    <a:lnTo>
                      <a:pt x="1922803" y="867119"/>
                    </a:lnTo>
                    <a:lnTo>
                      <a:pt x="1803707" y="1001911"/>
                    </a:lnTo>
                    <a:lnTo>
                      <a:pt x="1771418" y="1047446"/>
                    </a:lnTo>
                    <a:lnTo>
                      <a:pt x="1740923" y="1105794"/>
                    </a:lnTo>
                    <a:lnTo>
                      <a:pt x="1708802" y="1177225"/>
                    </a:lnTo>
                    <a:lnTo>
                      <a:pt x="1679891" y="1260023"/>
                    </a:lnTo>
                    <a:lnTo>
                      <a:pt x="1617600" y="1513005"/>
                    </a:lnTo>
                    <a:lnTo>
                      <a:pt x="1601554" y="1561702"/>
                    </a:lnTo>
                    <a:lnTo>
                      <a:pt x="1562966" y="1649372"/>
                    </a:lnTo>
                    <a:lnTo>
                      <a:pt x="1469719" y="1792804"/>
                    </a:lnTo>
                    <a:close/>
                    <a:moveTo>
                      <a:pt x="985285" y="2754989"/>
                    </a:moveTo>
                    <a:lnTo>
                      <a:pt x="1178922" y="2969975"/>
                    </a:lnTo>
                    <a:lnTo>
                      <a:pt x="1210233" y="2995866"/>
                    </a:lnTo>
                    <a:lnTo>
                      <a:pt x="1221565" y="3000545"/>
                    </a:lnTo>
                    <a:lnTo>
                      <a:pt x="1237755" y="2998627"/>
                    </a:lnTo>
                    <a:lnTo>
                      <a:pt x="1308424" y="2925603"/>
                    </a:lnTo>
                    <a:lnTo>
                      <a:pt x="1610901" y="2645216"/>
                    </a:lnTo>
                    <a:lnTo>
                      <a:pt x="1592145" y="2622897"/>
                    </a:lnTo>
                    <a:lnTo>
                      <a:pt x="2243274" y="2133590"/>
                    </a:lnTo>
                    <a:lnTo>
                      <a:pt x="2515554" y="1934667"/>
                    </a:lnTo>
                    <a:lnTo>
                      <a:pt x="2659321" y="1820618"/>
                    </a:lnTo>
                    <a:lnTo>
                      <a:pt x="2612955" y="1768395"/>
                    </a:lnTo>
                    <a:lnTo>
                      <a:pt x="2597070" y="1763901"/>
                    </a:lnTo>
                    <a:lnTo>
                      <a:pt x="2584312" y="1770420"/>
                    </a:lnTo>
                    <a:lnTo>
                      <a:pt x="2130612" y="2196603"/>
                    </a:lnTo>
                    <a:lnTo>
                      <a:pt x="1954425" y="2334892"/>
                    </a:lnTo>
                    <a:lnTo>
                      <a:pt x="1848488" y="2236631"/>
                    </a:lnTo>
                    <a:lnTo>
                      <a:pt x="1824359" y="2246445"/>
                    </a:lnTo>
                    <a:lnTo>
                      <a:pt x="1591808" y="2454545"/>
                    </a:lnTo>
                    <a:lnTo>
                      <a:pt x="1313702" y="2157447"/>
                    </a:lnTo>
                    <a:lnTo>
                      <a:pt x="1295722" y="2144566"/>
                    </a:lnTo>
                    <a:lnTo>
                      <a:pt x="1279338" y="2143112"/>
                    </a:lnTo>
                    <a:lnTo>
                      <a:pt x="838597" y="2554552"/>
                    </a:lnTo>
                    <a:lnTo>
                      <a:pt x="817554" y="2531974"/>
                    </a:lnTo>
                    <a:lnTo>
                      <a:pt x="1495987" y="1893825"/>
                    </a:lnTo>
                    <a:lnTo>
                      <a:pt x="1499093" y="1885663"/>
                    </a:lnTo>
                    <a:lnTo>
                      <a:pt x="1495228" y="1872827"/>
                    </a:lnTo>
                    <a:lnTo>
                      <a:pt x="1453807" y="1829901"/>
                    </a:lnTo>
                    <a:lnTo>
                      <a:pt x="1435366" y="1828133"/>
                    </a:lnTo>
                    <a:lnTo>
                      <a:pt x="1094836" y="2146961"/>
                    </a:lnTo>
                    <a:lnTo>
                      <a:pt x="726372" y="2464611"/>
                    </a:lnTo>
                    <a:lnTo>
                      <a:pt x="723402" y="2475919"/>
                    </a:lnTo>
                    <a:close/>
                    <a:moveTo>
                      <a:pt x="1565644" y="1837602"/>
                    </a:moveTo>
                    <a:lnTo>
                      <a:pt x="1736190" y="2016548"/>
                    </a:lnTo>
                    <a:lnTo>
                      <a:pt x="1765549" y="2057003"/>
                    </a:lnTo>
                    <a:lnTo>
                      <a:pt x="1809755" y="2146122"/>
                    </a:lnTo>
                    <a:lnTo>
                      <a:pt x="1941507" y="2281682"/>
                    </a:lnTo>
                    <a:lnTo>
                      <a:pt x="1960305" y="2289620"/>
                    </a:lnTo>
                    <a:lnTo>
                      <a:pt x="1983579" y="2278018"/>
                    </a:lnTo>
                    <a:lnTo>
                      <a:pt x="2109521" y="2180458"/>
                    </a:lnTo>
                    <a:lnTo>
                      <a:pt x="2393727" y="1908721"/>
                    </a:lnTo>
                    <a:lnTo>
                      <a:pt x="2573860" y="1726605"/>
                    </a:lnTo>
                    <a:lnTo>
                      <a:pt x="2390583" y="1510092"/>
                    </a:lnTo>
                    <a:lnTo>
                      <a:pt x="2223008" y="1332478"/>
                    </a:lnTo>
                    <a:lnTo>
                      <a:pt x="2146245" y="1260624"/>
                    </a:lnTo>
                    <a:lnTo>
                      <a:pt x="1573165" y="1777334"/>
                    </a:lnTo>
                    <a:lnTo>
                      <a:pt x="1557111" y="1803725"/>
                    </a:lnTo>
                    <a:lnTo>
                      <a:pt x="1557366" y="1821464"/>
                    </a:lnTo>
                    <a:close/>
                    <a:moveTo>
                      <a:pt x="1338022" y="2138049"/>
                    </a:moveTo>
                    <a:lnTo>
                      <a:pt x="1590362" y="2401122"/>
                    </a:lnTo>
                    <a:lnTo>
                      <a:pt x="1608123" y="2394367"/>
                    </a:lnTo>
                    <a:lnTo>
                      <a:pt x="1797055" y="2224901"/>
                    </a:lnTo>
                    <a:lnTo>
                      <a:pt x="1806563" y="2203789"/>
                    </a:lnTo>
                    <a:lnTo>
                      <a:pt x="1807474" y="2190740"/>
                    </a:lnTo>
                    <a:lnTo>
                      <a:pt x="1694093" y="2057132"/>
                    </a:lnTo>
                    <a:lnTo>
                      <a:pt x="1544036" y="1898931"/>
                    </a:lnTo>
                    <a:lnTo>
                      <a:pt x="1525024" y="1910393"/>
                    </a:lnTo>
                    <a:lnTo>
                      <a:pt x="1329541" y="2093106"/>
                    </a:lnTo>
                    <a:lnTo>
                      <a:pt x="1325209" y="2111062"/>
                    </a:lnTo>
                    <a:close/>
                    <a:moveTo>
                      <a:pt x="0" y="5051472"/>
                    </a:moveTo>
                    <a:lnTo>
                      <a:pt x="57699" y="5017885"/>
                    </a:lnTo>
                    <a:lnTo>
                      <a:pt x="55621" y="5015473"/>
                    </a:lnTo>
                    <a:lnTo>
                      <a:pt x="29022" y="5017764"/>
                    </a:lnTo>
                    <a:lnTo>
                      <a:pt x="0" y="5015659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</p:sp>
          <p:sp>
            <p:nvSpPr>
              <p:cNvPr id="951" name="Контур"/>
              <p:cNvSpPr/>
              <p:nvPr/>
            </p:nvSpPr>
            <p:spPr>
              <a:xfrm>
                <a:off x="13338041" y="2365806"/>
                <a:ext cx="341959" cy="413356"/>
              </a:xfrm>
              <a:custGeom>
                <a:avLst/>
                <a:gdLst/>
                <a:ahLst/>
                <a:cxnLst/>
                <a:rect l="l" t="t" r="r" b="b"/>
                <a:pathLst>
                  <a:path w="341959" h="413356">
                    <a:moveTo>
                      <a:pt x="0" y="285"/>
                    </a:moveTo>
                    <a:lnTo>
                      <a:pt x="227294" y="258533"/>
                    </a:lnTo>
                    <a:lnTo>
                      <a:pt x="275047" y="335790"/>
                    </a:lnTo>
                    <a:lnTo>
                      <a:pt x="341959" y="413356"/>
                    </a:lnTo>
                    <a:lnTo>
                      <a:pt x="341959" y="286152"/>
                    </a:lnTo>
                    <a:lnTo>
                      <a:pt x="92213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</p:sp>
          <p:sp>
            <p:nvSpPr>
              <p:cNvPr id="952" name="Контур"/>
              <p:cNvSpPr/>
              <p:nvPr/>
            </p:nvSpPr>
            <p:spPr>
              <a:xfrm>
                <a:off x="9402062" y="6652605"/>
                <a:ext cx="584911" cy="1084250"/>
              </a:xfrm>
              <a:custGeom>
                <a:avLst/>
                <a:gdLst/>
                <a:ahLst/>
                <a:cxnLst/>
                <a:rect l="l" t="t" r="r" b="b"/>
                <a:pathLst>
                  <a:path w="584911" h="1084250">
                    <a:moveTo>
                      <a:pt x="0" y="45606"/>
                    </a:moveTo>
                    <a:lnTo>
                      <a:pt x="505154" y="1084250"/>
                    </a:lnTo>
                    <a:lnTo>
                      <a:pt x="584911" y="1084038"/>
                    </a:lnTo>
                    <a:lnTo>
                      <a:pt x="570979" y="1054945"/>
                    </a:lnTo>
                    <a:lnTo>
                      <a:pt x="559074" y="1061367"/>
                    </a:lnTo>
                    <a:lnTo>
                      <a:pt x="546878" y="1056848"/>
                    </a:lnTo>
                    <a:lnTo>
                      <a:pt x="375238" y="702371"/>
                    </a:lnTo>
                    <a:lnTo>
                      <a:pt x="374934" y="694652"/>
                    </a:lnTo>
                    <a:lnTo>
                      <a:pt x="396070" y="682832"/>
                    </a:lnTo>
                    <a:lnTo>
                      <a:pt x="373360" y="635875"/>
                    </a:lnTo>
                    <a:lnTo>
                      <a:pt x="349827" y="644001"/>
                    </a:lnTo>
                    <a:lnTo>
                      <a:pt x="337670" y="626335"/>
                    </a:lnTo>
                    <a:lnTo>
                      <a:pt x="323156" y="592966"/>
                    </a:lnTo>
                    <a:lnTo>
                      <a:pt x="342207" y="579241"/>
                    </a:lnTo>
                    <a:lnTo>
                      <a:pt x="329255" y="550160"/>
                    </a:lnTo>
                    <a:lnTo>
                      <a:pt x="306539" y="557905"/>
                    </a:lnTo>
                    <a:lnTo>
                      <a:pt x="283934" y="514996"/>
                    </a:lnTo>
                    <a:lnTo>
                      <a:pt x="284251" y="506186"/>
                    </a:lnTo>
                    <a:lnTo>
                      <a:pt x="304613" y="496701"/>
                    </a:lnTo>
                    <a:lnTo>
                      <a:pt x="260683" y="406166"/>
                    </a:lnTo>
                    <a:lnTo>
                      <a:pt x="244022" y="414265"/>
                    </a:lnTo>
                    <a:lnTo>
                      <a:pt x="233167" y="409564"/>
                    </a:lnTo>
                    <a:lnTo>
                      <a:pt x="130232" y="199216"/>
                    </a:lnTo>
                    <a:lnTo>
                      <a:pt x="129988" y="186431"/>
                    </a:lnTo>
                    <a:lnTo>
                      <a:pt x="149467" y="173150"/>
                    </a:lnTo>
                    <a:lnTo>
                      <a:pt x="128345" y="132753"/>
                    </a:lnTo>
                    <a:lnTo>
                      <a:pt x="106457" y="140822"/>
                    </a:lnTo>
                    <a:lnTo>
                      <a:pt x="100756" y="129964"/>
                    </a:lnTo>
                    <a:lnTo>
                      <a:pt x="108839" y="119760"/>
                    </a:lnTo>
                    <a:lnTo>
                      <a:pt x="137862" y="103446"/>
                    </a:lnTo>
                    <a:lnTo>
                      <a:pt x="85726" y="0"/>
                    </a:lnTo>
                    <a:lnTo>
                      <a:pt x="0" y="45606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</p:sp>
        </p:grpSp>
        <p:grpSp>
          <p:nvGrpSpPr>
            <p:cNvPr id="1743" name="Здания (ЕГКО)"/>
            <p:cNvGrpSpPr/>
            <p:nvPr/>
          </p:nvGrpSpPr>
          <p:grpSpPr>
            <a:xfrm>
              <a:off x="7920000" y="2366392"/>
              <a:ext cx="5760000" cy="5491759"/>
              <a:chOff x="7920000" y="2366392"/>
              <a:chExt cx="5760000" cy="5491759"/>
            </a:xfrm>
          </p:grpSpPr>
          <p:sp>
            <p:nvSpPr>
              <p:cNvPr id="954" name="Контур"/>
              <p:cNvSpPr/>
              <p:nvPr/>
            </p:nvSpPr>
            <p:spPr>
              <a:xfrm>
                <a:off x="11888336" y="3967576"/>
                <a:ext cx="230572" cy="283872"/>
              </a:xfrm>
              <a:custGeom>
                <a:avLst/>
                <a:gdLst/>
                <a:ahLst/>
                <a:cxnLst/>
                <a:rect l="l" t="t" r="r" b="b"/>
                <a:pathLst>
                  <a:path w="230572" h="283872">
                    <a:moveTo>
                      <a:pt x="181401" y="283872"/>
                    </a:moveTo>
                    <a:lnTo>
                      <a:pt x="0" y="36480"/>
                    </a:lnTo>
                    <a:lnTo>
                      <a:pt x="47918" y="0"/>
                    </a:lnTo>
                    <a:lnTo>
                      <a:pt x="199795" y="207024"/>
                    </a:lnTo>
                    <a:lnTo>
                      <a:pt x="230572" y="248174"/>
                    </a:lnTo>
                    <a:lnTo>
                      <a:pt x="181401" y="2838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5" name="Контур"/>
              <p:cNvSpPr/>
              <p:nvPr/>
            </p:nvSpPr>
            <p:spPr>
              <a:xfrm>
                <a:off x="11503721" y="3976504"/>
                <a:ext cx="259651" cy="214348"/>
              </a:xfrm>
              <a:custGeom>
                <a:avLst/>
                <a:gdLst/>
                <a:ahLst/>
                <a:cxnLst/>
                <a:rect l="l" t="t" r="r" b="b"/>
                <a:pathLst>
                  <a:path w="259651" h="214348">
                    <a:moveTo>
                      <a:pt x="259651" y="39115"/>
                    </a:moveTo>
                    <a:lnTo>
                      <a:pt x="30907" y="214348"/>
                    </a:lnTo>
                    <a:lnTo>
                      <a:pt x="0" y="172800"/>
                    </a:lnTo>
                    <a:lnTo>
                      <a:pt x="230400" y="0"/>
                    </a:lnTo>
                    <a:lnTo>
                      <a:pt x="259651" y="391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6" name="Контур"/>
              <p:cNvSpPr/>
              <p:nvPr/>
            </p:nvSpPr>
            <p:spPr>
              <a:xfrm>
                <a:off x="11375685" y="3797726"/>
                <a:ext cx="432433" cy="361989"/>
              </a:xfrm>
              <a:custGeom>
                <a:avLst/>
                <a:gdLst/>
                <a:ahLst/>
                <a:cxnLst/>
                <a:rect l="l" t="t" r="r" b="b"/>
                <a:pathLst>
                  <a:path w="432433" h="361989">
                    <a:moveTo>
                      <a:pt x="46835" y="361989"/>
                    </a:moveTo>
                    <a:lnTo>
                      <a:pt x="0" y="299496"/>
                    </a:lnTo>
                    <a:lnTo>
                      <a:pt x="399625" y="0"/>
                    </a:lnTo>
                    <a:lnTo>
                      <a:pt x="416633" y="22695"/>
                    </a:lnTo>
                    <a:lnTo>
                      <a:pt x="402606" y="33207"/>
                    </a:lnTo>
                    <a:lnTo>
                      <a:pt x="432433" y="73005"/>
                    </a:lnTo>
                    <a:lnTo>
                      <a:pt x="46835" y="3619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7" name="Контур"/>
              <p:cNvSpPr/>
              <p:nvPr/>
            </p:nvSpPr>
            <p:spPr>
              <a:xfrm>
                <a:off x="11438426" y="4025193"/>
                <a:ext cx="456490" cy="562365"/>
              </a:xfrm>
              <a:custGeom>
                <a:avLst/>
                <a:gdLst/>
                <a:ahLst/>
                <a:cxnLst/>
                <a:rect l="l" t="t" r="r" b="b"/>
                <a:pathLst>
                  <a:path w="456490" h="562365">
                    <a:moveTo>
                      <a:pt x="456490" y="16336"/>
                    </a:moveTo>
                    <a:lnTo>
                      <a:pt x="435217" y="31874"/>
                    </a:lnTo>
                    <a:lnTo>
                      <a:pt x="35516" y="323733"/>
                    </a:lnTo>
                    <a:lnTo>
                      <a:pt x="87054" y="394312"/>
                    </a:lnTo>
                    <a:lnTo>
                      <a:pt x="103599" y="416877"/>
                    </a:lnTo>
                    <a:lnTo>
                      <a:pt x="174476" y="513938"/>
                    </a:lnTo>
                    <a:lnTo>
                      <a:pt x="196352" y="497631"/>
                    </a:lnTo>
                    <a:lnTo>
                      <a:pt x="222815" y="532416"/>
                    </a:lnTo>
                    <a:lnTo>
                      <a:pt x="177536" y="562365"/>
                    </a:lnTo>
                    <a:lnTo>
                      <a:pt x="80036" y="432807"/>
                    </a:lnTo>
                    <a:lnTo>
                      <a:pt x="0" y="322991"/>
                    </a:lnTo>
                    <a:lnTo>
                      <a:pt x="443870" y="0"/>
                    </a:lnTo>
                    <a:lnTo>
                      <a:pt x="456490" y="163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8" name="Контур"/>
              <p:cNvSpPr/>
              <p:nvPr/>
            </p:nvSpPr>
            <p:spPr>
              <a:xfrm>
                <a:off x="11542025" y="4134707"/>
                <a:ext cx="487171" cy="404424"/>
              </a:xfrm>
              <a:custGeom>
                <a:avLst/>
                <a:gdLst/>
                <a:ahLst/>
                <a:cxnLst/>
                <a:rect l="l" t="t" r="r" b="b"/>
                <a:pathLst>
                  <a:path w="487171" h="404424">
                    <a:moveTo>
                      <a:pt x="420931" y="0"/>
                    </a:moveTo>
                    <a:lnTo>
                      <a:pt x="487171" y="95611"/>
                    </a:lnTo>
                    <a:lnTo>
                      <a:pt x="322851" y="217613"/>
                    </a:lnTo>
                    <a:lnTo>
                      <a:pt x="202798" y="306732"/>
                    </a:lnTo>
                    <a:lnTo>
                      <a:pt x="92753" y="388117"/>
                    </a:lnTo>
                    <a:lnTo>
                      <a:pt x="70877" y="404424"/>
                    </a:lnTo>
                    <a:lnTo>
                      <a:pt x="0" y="307363"/>
                    </a:lnTo>
                    <a:lnTo>
                      <a:pt x="7575" y="301829"/>
                    </a:lnTo>
                    <a:lnTo>
                      <a:pt x="23722" y="290045"/>
                    </a:lnTo>
                    <a:lnTo>
                      <a:pt x="42093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9" name="Контур"/>
              <p:cNvSpPr/>
              <p:nvPr/>
            </p:nvSpPr>
            <p:spPr>
              <a:xfrm>
                <a:off x="11744823" y="4352320"/>
                <a:ext cx="133729" cy="107542"/>
              </a:xfrm>
              <a:custGeom>
                <a:avLst/>
                <a:gdLst/>
                <a:ahLst/>
                <a:cxnLst/>
                <a:rect l="l" t="t" r="r" b="b"/>
                <a:pathLst>
                  <a:path w="133729" h="107542">
                    <a:moveTo>
                      <a:pt x="0" y="89119"/>
                    </a:moveTo>
                    <a:lnTo>
                      <a:pt x="120053" y="0"/>
                    </a:lnTo>
                    <a:lnTo>
                      <a:pt x="133729" y="18423"/>
                    </a:lnTo>
                    <a:lnTo>
                      <a:pt x="13676" y="107542"/>
                    </a:lnTo>
                    <a:lnTo>
                      <a:pt x="0" y="891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0" name="Контур"/>
              <p:cNvSpPr/>
              <p:nvPr/>
            </p:nvSpPr>
            <p:spPr>
              <a:xfrm>
                <a:off x="11525480" y="4402153"/>
                <a:ext cx="40267" cy="39917"/>
              </a:xfrm>
              <a:custGeom>
                <a:avLst/>
                <a:gdLst/>
                <a:ahLst/>
                <a:cxnLst/>
                <a:rect l="l" t="t" r="r" b="b"/>
                <a:pathLst>
                  <a:path w="40267" h="39917">
                    <a:moveTo>
                      <a:pt x="24120" y="34383"/>
                    </a:moveTo>
                    <a:lnTo>
                      <a:pt x="16545" y="39917"/>
                    </a:lnTo>
                    <a:lnTo>
                      <a:pt x="0" y="17352"/>
                    </a:lnTo>
                    <a:lnTo>
                      <a:pt x="23769" y="0"/>
                    </a:lnTo>
                    <a:lnTo>
                      <a:pt x="40267" y="22599"/>
                    </a:lnTo>
                    <a:lnTo>
                      <a:pt x="24120" y="343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1" name="Контур"/>
              <p:cNvSpPr/>
              <p:nvPr/>
            </p:nvSpPr>
            <p:spPr>
              <a:xfrm>
                <a:off x="11473942" y="4057067"/>
                <a:ext cx="489014" cy="367685"/>
              </a:xfrm>
              <a:custGeom>
                <a:avLst/>
                <a:gdLst/>
                <a:ahLst/>
                <a:cxnLst/>
                <a:rect l="l" t="t" r="r" b="b"/>
                <a:pathLst>
                  <a:path w="489014" h="367685">
                    <a:moveTo>
                      <a:pt x="489014" y="77640"/>
                    </a:moveTo>
                    <a:lnTo>
                      <a:pt x="91805" y="367685"/>
                    </a:lnTo>
                    <a:lnTo>
                      <a:pt x="75307" y="345086"/>
                    </a:lnTo>
                    <a:lnTo>
                      <a:pt x="51538" y="362438"/>
                    </a:lnTo>
                    <a:lnTo>
                      <a:pt x="0" y="291859"/>
                    </a:lnTo>
                    <a:lnTo>
                      <a:pt x="399701" y="0"/>
                    </a:lnTo>
                    <a:lnTo>
                      <a:pt x="415997" y="22315"/>
                    </a:lnTo>
                    <a:lnTo>
                      <a:pt x="437270" y="6777"/>
                    </a:lnTo>
                    <a:lnTo>
                      <a:pt x="489014" y="776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2" name="Контур"/>
              <p:cNvSpPr/>
              <p:nvPr/>
            </p:nvSpPr>
            <p:spPr>
              <a:xfrm>
                <a:off x="11317865" y="4149304"/>
                <a:ext cx="216763" cy="179784"/>
              </a:xfrm>
              <a:custGeom>
                <a:avLst/>
                <a:gdLst/>
                <a:ahLst/>
                <a:cxnLst/>
                <a:rect l="l" t="t" r="r" b="b"/>
                <a:pathLst>
                  <a:path w="216763" h="179784">
                    <a:moveTo>
                      <a:pt x="216763" y="41548"/>
                    </a:moveTo>
                    <a:lnTo>
                      <a:pt x="30912" y="179784"/>
                    </a:lnTo>
                    <a:lnTo>
                      <a:pt x="0" y="138240"/>
                    </a:lnTo>
                    <a:lnTo>
                      <a:pt x="185856" y="0"/>
                    </a:lnTo>
                    <a:lnTo>
                      <a:pt x="216763" y="415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3" name="Контур"/>
              <p:cNvSpPr/>
              <p:nvPr/>
            </p:nvSpPr>
            <p:spPr>
              <a:xfrm>
                <a:off x="11113966" y="4993336"/>
                <a:ext cx="153211" cy="147120"/>
              </a:xfrm>
              <a:custGeom>
                <a:avLst/>
                <a:gdLst/>
                <a:ahLst/>
                <a:cxnLst/>
                <a:rect l="l" t="t" r="r" b="b"/>
                <a:pathLst>
                  <a:path w="153211" h="147120">
                    <a:moveTo>
                      <a:pt x="120" y="83995"/>
                    </a:moveTo>
                    <a:lnTo>
                      <a:pt x="8323" y="78700"/>
                    </a:lnTo>
                    <a:lnTo>
                      <a:pt x="0" y="66580"/>
                    </a:lnTo>
                    <a:lnTo>
                      <a:pt x="106363" y="0"/>
                    </a:lnTo>
                    <a:lnTo>
                      <a:pt x="153211" y="75264"/>
                    </a:lnTo>
                    <a:lnTo>
                      <a:pt x="39926" y="147120"/>
                    </a:lnTo>
                    <a:lnTo>
                      <a:pt x="120" y="839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4" name="Контур"/>
              <p:cNvSpPr/>
              <p:nvPr/>
            </p:nvSpPr>
            <p:spPr>
              <a:xfrm>
                <a:off x="11913440" y="4932581"/>
                <a:ext cx="122636" cy="112590"/>
              </a:xfrm>
              <a:custGeom>
                <a:avLst/>
                <a:gdLst/>
                <a:ahLst/>
                <a:cxnLst/>
                <a:rect l="l" t="t" r="r" b="b"/>
                <a:pathLst>
                  <a:path w="122636" h="112590">
                    <a:moveTo>
                      <a:pt x="89066" y="0"/>
                    </a:moveTo>
                    <a:lnTo>
                      <a:pt x="122636" y="42908"/>
                    </a:lnTo>
                    <a:lnTo>
                      <a:pt x="33570" y="112590"/>
                    </a:lnTo>
                    <a:lnTo>
                      <a:pt x="0" y="69682"/>
                    </a:lnTo>
                    <a:lnTo>
                      <a:pt x="8906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5" name="Контур"/>
              <p:cNvSpPr/>
              <p:nvPr/>
            </p:nvSpPr>
            <p:spPr>
              <a:xfrm>
                <a:off x="11235756" y="4696478"/>
                <a:ext cx="23090" cy="31934"/>
              </a:xfrm>
              <a:custGeom>
                <a:avLst/>
                <a:gdLst/>
                <a:ahLst/>
                <a:cxnLst/>
                <a:rect l="l" t="t" r="r" b="b"/>
                <a:pathLst>
                  <a:path w="23090" h="31934">
                    <a:moveTo>
                      <a:pt x="0" y="4928"/>
                    </a:moveTo>
                    <a:lnTo>
                      <a:pt x="11091" y="0"/>
                    </a:lnTo>
                    <a:lnTo>
                      <a:pt x="23090" y="27005"/>
                    </a:lnTo>
                    <a:lnTo>
                      <a:pt x="11999" y="31934"/>
                    </a:lnTo>
                    <a:lnTo>
                      <a:pt x="0" y="49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6" name="Контур"/>
              <p:cNvSpPr/>
              <p:nvPr/>
            </p:nvSpPr>
            <p:spPr>
              <a:xfrm>
                <a:off x="11776361" y="4491832"/>
                <a:ext cx="289531" cy="232920"/>
              </a:xfrm>
              <a:custGeom>
                <a:avLst/>
                <a:gdLst/>
                <a:ahLst/>
                <a:cxnLst/>
                <a:rect l="l" t="t" r="r" b="b"/>
                <a:pathLst>
                  <a:path w="289531" h="232920">
                    <a:moveTo>
                      <a:pt x="289531" y="46300"/>
                    </a:moveTo>
                    <a:lnTo>
                      <a:pt x="33792" y="232920"/>
                    </a:lnTo>
                    <a:lnTo>
                      <a:pt x="0" y="186624"/>
                    </a:lnTo>
                    <a:lnTo>
                      <a:pt x="255744" y="0"/>
                    </a:lnTo>
                    <a:lnTo>
                      <a:pt x="289531" y="463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7" name="Контур"/>
              <p:cNvSpPr/>
              <p:nvPr/>
            </p:nvSpPr>
            <p:spPr>
              <a:xfrm>
                <a:off x="11208687" y="4637466"/>
                <a:ext cx="36828" cy="34993"/>
              </a:xfrm>
              <a:custGeom>
                <a:avLst/>
                <a:gdLst/>
                <a:ahLst/>
                <a:cxnLst/>
                <a:rect l="l" t="t" r="r" b="b"/>
                <a:pathLst>
                  <a:path w="36828" h="34993">
                    <a:moveTo>
                      <a:pt x="12292" y="34993"/>
                    </a:moveTo>
                    <a:lnTo>
                      <a:pt x="0" y="6418"/>
                    </a:lnTo>
                    <a:lnTo>
                      <a:pt x="33678" y="0"/>
                    </a:lnTo>
                    <a:lnTo>
                      <a:pt x="36828" y="14097"/>
                    </a:lnTo>
                    <a:lnTo>
                      <a:pt x="29202" y="15590"/>
                    </a:lnTo>
                    <a:lnTo>
                      <a:pt x="32020" y="31843"/>
                    </a:lnTo>
                    <a:lnTo>
                      <a:pt x="12292" y="349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8" name="Контур"/>
              <p:cNvSpPr/>
              <p:nvPr/>
            </p:nvSpPr>
            <p:spPr>
              <a:xfrm>
                <a:off x="11197540" y="4625376"/>
                <a:ext cx="44825" cy="18508"/>
              </a:xfrm>
              <a:custGeom>
                <a:avLst/>
                <a:gdLst/>
                <a:ahLst/>
                <a:cxnLst/>
                <a:rect l="l" t="t" r="r" b="b"/>
                <a:pathLst>
                  <a:path w="44825" h="18508">
                    <a:moveTo>
                      <a:pt x="11147" y="18508"/>
                    </a:moveTo>
                    <a:lnTo>
                      <a:pt x="0" y="8365"/>
                    </a:lnTo>
                    <a:lnTo>
                      <a:pt x="39971" y="0"/>
                    </a:lnTo>
                    <a:lnTo>
                      <a:pt x="44825" y="12090"/>
                    </a:lnTo>
                    <a:lnTo>
                      <a:pt x="11147" y="185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9" name="Контур"/>
              <p:cNvSpPr/>
              <p:nvPr/>
            </p:nvSpPr>
            <p:spPr>
              <a:xfrm>
                <a:off x="10936809" y="4203651"/>
                <a:ext cx="56107" cy="47459"/>
              </a:xfrm>
              <a:custGeom>
                <a:avLst/>
                <a:gdLst/>
                <a:ahLst/>
                <a:cxnLst/>
                <a:rect l="l" t="t" r="r" b="b"/>
                <a:pathLst>
                  <a:path w="56107" h="47459">
                    <a:moveTo>
                      <a:pt x="45664" y="0"/>
                    </a:moveTo>
                    <a:lnTo>
                      <a:pt x="56107" y="14443"/>
                    </a:lnTo>
                    <a:lnTo>
                      <a:pt x="10442" y="47459"/>
                    </a:lnTo>
                    <a:lnTo>
                      <a:pt x="0" y="33015"/>
                    </a:lnTo>
                    <a:lnTo>
                      <a:pt x="4566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0" name="Контур"/>
              <p:cNvSpPr/>
              <p:nvPr/>
            </p:nvSpPr>
            <p:spPr>
              <a:xfrm>
                <a:off x="10684650" y="4220311"/>
                <a:ext cx="27440" cy="30691"/>
              </a:xfrm>
              <a:custGeom>
                <a:avLst/>
                <a:gdLst/>
                <a:ahLst/>
                <a:cxnLst/>
                <a:rect l="l" t="t" r="r" b="b"/>
                <a:pathLst>
                  <a:path w="27440" h="30691">
                    <a:moveTo>
                      <a:pt x="0" y="7240"/>
                    </a:moveTo>
                    <a:lnTo>
                      <a:pt x="9423" y="0"/>
                    </a:lnTo>
                    <a:lnTo>
                      <a:pt x="27440" y="23451"/>
                    </a:lnTo>
                    <a:lnTo>
                      <a:pt x="18017" y="30691"/>
                    </a:lnTo>
                    <a:lnTo>
                      <a:pt x="0" y="72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1" name="Контур"/>
              <p:cNvSpPr/>
              <p:nvPr/>
            </p:nvSpPr>
            <p:spPr>
              <a:xfrm>
                <a:off x="10841398" y="3948697"/>
                <a:ext cx="320203" cy="254722"/>
              </a:xfrm>
              <a:custGeom>
                <a:avLst/>
                <a:gdLst/>
                <a:ahLst/>
                <a:cxnLst/>
                <a:rect l="l" t="t" r="r" b="b"/>
                <a:pathLst>
                  <a:path w="320203" h="254722">
                    <a:moveTo>
                      <a:pt x="320203" y="43973"/>
                    </a:moveTo>
                    <a:lnTo>
                      <a:pt x="32174" y="254722"/>
                    </a:lnTo>
                    <a:lnTo>
                      <a:pt x="0" y="210749"/>
                    </a:lnTo>
                    <a:lnTo>
                      <a:pt x="288029" y="0"/>
                    </a:lnTo>
                    <a:lnTo>
                      <a:pt x="320203" y="439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2" name="Контур"/>
              <p:cNvSpPr/>
              <p:nvPr/>
            </p:nvSpPr>
            <p:spPr>
              <a:xfrm>
                <a:off x="11069455" y="4105259"/>
                <a:ext cx="61157" cy="51300"/>
              </a:xfrm>
              <a:custGeom>
                <a:avLst/>
                <a:gdLst/>
                <a:ahLst/>
                <a:cxnLst/>
                <a:rect l="l" t="t" r="r" b="b"/>
                <a:pathLst>
                  <a:path w="61157" h="51300">
                    <a:moveTo>
                      <a:pt x="50419" y="0"/>
                    </a:moveTo>
                    <a:lnTo>
                      <a:pt x="61157" y="14855"/>
                    </a:lnTo>
                    <a:lnTo>
                      <a:pt x="10738" y="51300"/>
                    </a:lnTo>
                    <a:lnTo>
                      <a:pt x="0" y="36445"/>
                    </a:lnTo>
                    <a:lnTo>
                      <a:pt x="5041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3" name="Контур"/>
              <p:cNvSpPr/>
              <p:nvPr/>
            </p:nvSpPr>
            <p:spPr>
              <a:xfrm>
                <a:off x="11006266" y="4153883"/>
                <a:ext cx="56677" cy="48178"/>
              </a:xfrm>
              <a:custGeom>
                <a:avLst/>
                <a:gdLst/>
                <a:ahLst/>
                <a:cxnLst/>
                <a:rect l="l" t="t" r="r" b="b"/>
                <a:pathLst>
                  <a:path w="56677" h="48178">
                    <a:moveTo>
                      <a:pt x="45615" y="0"/>
                    </a:moveTo>
                    <a:lnTo>
                      <a:pt x="56677" y="15388"/>
                    </a:lnTo>
                    <a:lnTo>
                      <a:pt x="11062" y="48178"/>
                    </a:lnTo>
                    <a:lnTo>
                      <a:pt x="0" y="32790"/>
                    </a:lnTo>
                    <a:lnTo>
                      <a:pt x="456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4" name="Контур"/>
              <p:cNvSpPr/>
              <p:nvPr/>
            </p:nvSpPr>
            <p:spPr>
              <a:xfrm>
                <a:off x="10749258" y="4116169"/>
                <a:ext cx="30318" cy="33946"/>
              </a:xfrm>
              <a:custGeom>
                <a:avLst/>
                <a:gdLst/>
                <a:ahLst/>
                <a:cxnLst/>
                <a:rect l="l" t="t" r="r" b="b"/>
                <a:pathLst>
                  <a:path w="30318" h="33946">
                    <a:moveTo>
                      <a:pt x="10972" y="33946"/>
                    </a:moveTo>
                    <a:lnTo>
                      <a:pt x="0" y="24990"/>
                    </a:lnTo>
                    <a:lnTo>
                      <a:pt x="16170" y="0"/>
                    </a:lnTo>
                    <a:lnTo>
                      <a:pt x="30318" y="11556"/>
                    </a:lnTo>
                    <a:lnTo>
                      <a:pt x="10972" y="339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5" name="Контур"/>
              <p:cNvSpPr/>
              <p:nvPr/>
            </p:nvSpPr>
            <p:spPr>
              <a:xfrm>
                <a:off x="10714512" y="4171638"/>
                <a:ext cx="123848" cy="143862"/>
              </a:xfrm>
              <a:custGeom>
                <a:avLst/>
                <a:gdLst/>
                <a:ahLst/>
                <a:cxnLst/>
                <a:rect l="l" t="t" r="r" b="b"/>
                <a:pathLst>
                  <a:path w="123848" h="143862">
                    <a:moveTo>
                      <a:pt x="123848" y="127498"/>
                    </a:moveTo>
                    <a:lnTo>
                      <a:pt x="104792" y="143862"/>
                    </a:lnTo>
                    <a:lnTo>
                      <a:pt x="0" y="21839"/>
                    </a:lnTo>
                    <a:lnTo>
                      <a:pt x="16126" y="0"/>
                    </a:lnTo>
                    <a:lnTo>
                      <a:pt x="123848" y="1274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6" name="Контур"/>
              <p:cNvSpPr/>
              <p:nvPr/>
            </p:nvSpPr>
            <p:spPr>
              <a:xfrm>
                <a:off x="10865838" y="4253697"/>
                <a:ext cx="57777" cy="49968"/>
              </a:xfrm>
              <a:custGeom>
                <a:avLst/>
                <a:gdLst/>
                <a:ahLst/>
                <a:cxnLst/>
                <a:rect l="l" t="t" r="r" b="b"/>
                <a:pathLst>
                  <a:path w="57777" h="49968">
                    <a:moveTo>
                      <a:pt x="47505" y="0"/>
                    </a:moveTo>
                    <a:lnTo>
                      <a:pt x="57777" y="14012"/>
                    </a:lnTo>
                    <a:lnTo>
                      <a:pt x="11153" y="49968"/>
                    </a:lnTo>
                    <a:lnTo>
                      <a:pt x="0" y="35090"/>
                    </a:lnTo>
                    <a:lnTo>
                      <a:pt x="22180" y="19039"/>
                    </a:lnTo>
                    <a:lnTo>
                      <a:pt x="4750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7" name="Контур"/>
              <p:cNvSpPr/>
              <p:nvPr/>
            </p:nvSpPr>
            <p:spPr>
              <a:xfrm>
                <a:off x="10401184" y="4225053"/>
                <a:ext cx="87051" cy="87397"/>
              </a:xfrm>
              <a:custGeom>
                <a:avLst/>
                <a:gdLst/>
                <a:ahLst/>
                <a:cxnLst/>
                <a:rect l="l" t="t" r="r" b="b"/>
                <a:pathLst>
                  <a:path w="87051" h="87397">
                    <a:moveTo>
                      <a:pt x="0" y="40014"/>
                    </a:moveTo>
                    <a:lnTo>
                      <a:pt x="49803" y="0"/>
                    </a:lnTo>
                    <a:lnTo>
                      <a:pt x="87051" y="38280"/>
                    </a:lnTo>
                    <a:lnTo>
                      <a:pt x="34355" y="87397"/>
                    </a:lnTo>
                    <a:lnTo>
                      <a:pt x="0" y="400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8" name="Контур"/>
              <p:cNvSpPr/>
              <p:nvPr/>
            </p:nvSpPr>
            <p:spPr>
              <a:xfrm>
                <a:off x="10764017" y="4153144"/>
                <a:ext cx="124001" cy="135643"/>
              </a:xfrm>
              <a:custGeom>
                <a:avLst/>
                <a:gdLst/>
                <a:ahLst/>
                <a:cxnLst/>
                <a:rect l="l" t="t" r="r" b="b"/>
                <a:pathLst>
                  <a:path w="124001" h="135643">
                    <a:moveTo>
                      <a:pt x="101821" y="135643"/>
                    </a:moveTo>
                    <a:lnTo>
                      <a:pt x="0" y="14452"/>
                    </a:lnTo>
                    <a:lnTo>
                      <a:pt x="17016" y="0"/>
                    </a:lnTo>
                    <a:lnTo>
                      <a:pt x="105222" y="96807"/>
                    </a:lnTo>
                    <a:lnTo>
                      <a:pt x="124001" y="119592"/>
                    </a:lnTo>
                    <a:lnTo>
                      <a:pt x="101821" y="1356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9" name="Контур"/>
              <p:cNvSpPr/>
              <p:nvPr/>
            </p:nvSpPr>
            <p:spPr>
              <a:xfrm>
                <a:off x="10869239" y="4230529"/>
                <a:ext cx="44104" cy="42207"/>
              </a:xfrm>
              <a:custGeom>
                <a:avLst/>
                <a:gdLst/>
                <a:ahLst/>
                <a:cxnLst/>
                <a:rect l="l" t="t" r="r" b="b"/>
                <a:pathLst>
                  <a:path w="44104" h="42207">
                    <a:moveTo>
                      <a:pt x="27512" y="0"/>
                    </a:moveTo>
                    <a:lnTo>
                      <a:pt x="37300" y="14091"/>
                    </a:lnTo>
                    <a:lnTo>
                      <a:pt x="44104" y="23168"/>
                    </a:lnTo>
                    <a:lnTo>
                      <a:pt x="18779" y="42207"/>
                    </a:lnTo>
                    <a:lnTo>
                      <a:pt x="0" y="19422"/>
                    </a:lnTo>
                    <a:lnTo>
                      <a:pt x="275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0" name="Контур"/>
              <p:cNvSpPr/>
              <p:nvPr/>
            </p:nvSpPr>
            <p:spPr>
              <a:xfrm>
                <a:off x="10896751" y="4011845"/>
                <a:ext cx="317930" cy="241852"/>
              </a:xfrm>
              <a:custGeom>
                <a:avLst/>
                <a:gdLst/>
                <a:ahLst/>
                <a:cxnLst/>
                <a:rect l="l" t="t" r="r" b="b"/>
                <a:pathLst>
                  <a:path w="317930" h="241852">
                    <a:moveTo>
                      <a:pt x="317930" y="25652"/>
                    </a:moveTo>
                    <a:lnTo>
                      <a:pt x="292123" y="44241"/>
                    </a:lnTo>
                    <a:lnTo>
                      <a:pt x="272773" y="58043"/>
                    </a:lnTo>
                    <a:lnTo>
                      <a:pt x="249258" y="74671"/>
                    </a:lnTo>
                    <a:lnTo>
                      <a:pt x="223123" y="93414"/>
                    </a:lnTo>
                    <a:lnTo>
                      <a:pt x="172704" y="129859"/>
                    </a:lnTo>
                    <a:lnTo>
                      <a:pt x="155130" y="142038"/>
                    </a:lnTo>
                    <a:lnTo>
                      <a:pt x="109515" y="174828"/>
                    </a:lnTo>
                    <a:lnTo>
                      <a:pt x="85722" y="191806"/>
                    </a:lnTo>
                    <a:lnTo>
                      <a:pt x="40058" y="224821"/>
                    </a:lnTo>
                    <a:lnTo>
                      <a:pt x="16592" y="241852"/>
                    </a:lnTo>
                    <a:lnTo>
                      <a:pt x="9788" y="232775"/>
                    </a:lnTo>
                    <a:lnTo>
                      <a:pt x="0" y="218684"/>
                    </a:lnTo>
                    <a:lnTo>
                      <a:pt x="298113" y="0"/>
                    </a:lnTo>
                    <a:lnTo>
                      <a:pt x="305881" y="10053"/>
                    </a:lnTo>
                    <a:lnTo>
                      <a:pt x="317930" y="256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1" name="Контур"/>
              <p:cNvSpPr/>
              <p:nvPr/>
            </p:nvSpPr>
            <p:spPr>
              <a:xfrm>
                <a:off x="10889398" y="5049798"/>
                <a:ext cx="84802" cy="73875"/>
              </a:xfrm>
              <a:custGeom>
                <a:avLst/>
                <a:gdLst/>
                <a:ahLst/>
                <a:cxnLst/>
                <a:rect l="l" t="t" r="r" b="b"/>
                <a:pathLst>
                  <a:path w="84802" h="73875">
                    <a:moveTo>
                      <a:pt x="4656" y="53038"/>
                    </a:moveTo>
                    <a:lnTo>
                      <a:pt x="53931" y="23281"/>
                    </a:lnTo>
                    <a:lnTo>
                      <a:pt x="47160" y="12070"/>
                    </a:lnTo>
                    <a:lnTo>
                      <a:pt x="67145" y="0"/>
                    </a:lnTo>
                    <a:lnTo>
                      <a:pt x="84802" y="29238"/>
                    </a:lnTo>
                    <a:lnTo>
                      <a:pt x="10885" y="73875"/>
                    </a:lnTo>
                    <a:lnTo>
                      <a:pt x="0" y="55850"/>
                    </a:lnTo>
                    <a:lnTo>
                      <a:pt x="4656" y="5303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2" name="Контур"/>
              <p:cNvSpPr/>
              <p:nvPr/>
            </p:nvSpPr>
            <p:spPr>
              <a:xfrm>
                <a:off x="10516985" y="4747888"/>
                <a:ext cx="446151" cy="357955"/>
              </a:xfrm>
              <a:custGeom>
                <a:avLst/>
                <a:gdLst/>
                <a:ahLst/>
                <a:cxnLst/>
                <a:rect l="l" t="t" r="r" b="b"/>
                <a:pathLst>
                  <a:path w="446151" h="357955">
                    <a:moveTo>
                      <a:pt x="390327" y="0"/>
                    </a:moveTo>
                    <a:lnTo>
                      <a:pt x="446151" y="77760"/>
                    </a:lnTo>
                    <a:lnTo>
                      <a:pt x="168440" y="278668"/>
                    </a:lnTo>
                    <a:lnTo>
                      <a:pt x="55824" y="357955"/>
                    </a:lnTo>
                    <a:lnTo>
                      <a:pt x="0" y="280195"/>
                    </a:lnTo>
                    <a:lnTo>
                      <a:pt x="14844" y="268723"/>
                    </a:lnTo>
                    <a:lnTo>
                      <a:pt x="309589" y="55550"/>
                    </a:lnTo>
                    <a:lnTo>
                      <a:pt x="39032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3" name="Контур"/>
              <p:cNvSpPr/>
              <p:nvPr/>
            </p:nvSpPr>
            <p:spPr>
              <a:xfrm>
                <a:off x="10517455" y="4759977"/>
                <a:ext cx="309119" cy="256634"/>
              </a:xfrm>
              <a:custGeom>
                <a:avLst/>
                <a:gdLst/>
                <a:ahLst/>
                <a:cxnLst/>
                <a:rect l="l" t="t" r="r" b="b"/>
                <a:pathLst>
                  <a:path w="309119" h="256634">
                    <a:moveTo>
                      <a:pt x="14374" y="256634"/>
                    </a:moveTo>
                    <a:lnTo>
                      <a:pt x="0" y="238005"/>
                    </a:lnTo>
                    <a:lnTo>
                      <a:pt x="66403" y="190969"/>
                    </a:lnTo>
                    <a:lnTo>
                      <a:pt x="48309" y="167609"/>
                    </a:lnTo>
                    <a:lnTo>
                      <a:pt x="278275" y="0"/>
                    </a:lnTo>
                    <a:lnTo>
                      <a:pt x="309119" y="43461"/>
                    </a:lnTo>
                    <a:lnTo>
                      <a:pt x="14374" y="2566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4" name="Контур"/>
              <p:cNvSpPr/>
              <p:nvPr/>
            </p:nvSpPr>
            <p:spPr>
              <a:xfrm>
                <a:off x="11091525" y="4849435"/>
                <a:ext cx="50000" cy="49991"/>
              </a:xfrm>
              <a:custGeom>
                <a:avLst/>
                <a:gdLst/>
                <a:ahLst/>
                <a:cxnLst/>
                <a:rect l="l" t="t" r="r" b="b"/>
                <a:pathLst>
                  <a:path w="50000" h="49991">
                    <a:moveTo>
                      <a:pt x="19639" y="49991"/>
                    </a:moveTo>
                    <a:lnTo>
                      <a:pt x="0" y="19654"/>
                    </a:lnTo>
                    <a:lnTo>
                      <a:pt x="30361" y="0"/>
                    </a:lnTo>
                    <a:lnTo>
                      <a:pt x="50000" y="30337"/>
                    </a:lnTo>
                    <a:lnTo>
                      <a:pt x="19639" y="499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5" name="Контур"/>
              <p:cNvSpPr/>
              <p:nvPr/>
            </p:nvSpPr>
            <p:spPr>
              <a:xfrm>
                <a:off x="10810217" y="4299136"/>
                <a:ext cx="51418" cy="47568"/>
              </a:xfrm>
              <a:custGeom>
                <a:avLst/>
                <a:gdLst/>
                <a:ahLst/>
                <a:cxnLst/>
                <a:rect l="l" t="t" r="r" b="b"/>
                <a:pathLst>
                  <a:path w="51418" h="47568">
                    <a:moveTo>
                      <a:pt x="0" y="23736"/>
                    </a:moveTo>
                    <a:lnTo>
                      <a:pt x="9087" y="16364"/>
                    </a:lnTo>
                    <a:lnTo>
                      <a:pt x="28143" y="0"/>
                    </a:lnTo>
                    <a:lnTo>
                      <a:pt x="51418" y="27484"/>
                    </a:lnTo>
                    <a:lnTo>
                      <a:pt x="38093" y="38731"/>
                    </a:lnTo>
                    <a:lnTo>
                      <a:pt x="34968" y="35030"/>
                    </a:lnTo>
                    <a:lnTo>
                      <a:pt x="20107" y="47568"/>
                    </a:lnTo>
                    <a:lnTo>
                      <a:pt x="0" y="237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6" name="Контур"/>
              <p:cNvSpPr/>
              <p:nvPr/>
            </p:nvSpPr>
            <p:spPr>
              <a:xfrm>
                <a:off x="10907312" y="4727523"/>
                <a:ext cx="89861" cy="98125"/>
              </a:xfrm>
              <a:custGeom>
                <a:avLst/>
                <a:gdLst/>
                <a:ahLst/>
                <a:cxnLst/>
                <a:rect l="l" t="t" r="r" b="b"/>
                <a:pathLst>
                  <a:path w="89861" h="98125">
                    <a:moveTo>
                      <a:pt x="0" y="20365"/>
                    </a:moveTo>
                    <a:lnTo>
                      <a:pt x="32693" y="0"/>
                    </a:lnTo>
                    <a:lnTo>
                      <a:pt x="89861" y="79419"/>
                    </a:lnTo>
                    <a:lnTo>
                      <a:pt x="55824" y="98125"/>
                    </a:lnTo>
                    <a:lnTo>
                      <a:pt x="0" y="203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7" name="Контур"/>
              <p:cNvSpPr/>
              <p:nvPr/>
            </p:nvSpPr>
            <p:spPr>
              <a:xfrm>
                <a:off x="10047267" y="4171028"/>
                <a:ext cx="86429" cy="90190"/>
              </a:xfrm>
              <a:custGeom>
                <a:avLst/>
                <a:gdLst/>
                <a:ahLst/>
                <a:cxnLst/>
                <a:rect l="l" t="t" r="r" b="b"/>
                <a:pathLst>
                  <a:path w="86429" h="90190">
                    <a:moveTo>
                      <a:pt x="14933" y="0"/>
                    </a:moveTo>
                    <a:lnTo>
                      <a:pt x="41933" y="28925"/>
                    </a:lnTo>
                    <a:lnTo>
                      <a:pt x="86429" y="76594"/>
                    </a:lnTo>
                    <a:lnTo>
                      <a:pt x="77702" y="84515"/>
                    </a:lnTo>
                    <a:lnTo>
                      <a:pt x="71176" y="90190"/>
                    </a:lnTo>
                    <a:lnTo>
                      <a:pt x="0" y="13940"/>
                    </a:lnTo>
                    <a:lnTo>
                      <a:pt x="1493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8" name="Контур"/>
              <p:cNvSpPr/>
              <p:nvPr/>
            </p:nvSpPr>
            <p:spPr>
              <a:xfrm>
                <a:off x="10062200" y="4135292"/>
                <a:ext cx="65284" cy="64661"/>
              </a:xfrm>
              <a:custGeom>
                <a:avLst/>
                <a:gdLst/>
                <a:ahLst/>
                <a:cxnLst/>
                <a:rect l="l" t="t" r="r" b="b"/>
                <a:pathLst>
                  <a:path w="65284" h="64661">
                    <a:moveTo>
                      <a:pt x="65284" y="28925"/>
                    </a:moveTo>
                    <a:lnTo>
                      <a:pt x="27000" y="64661"/>
                    </a:lnTo>
                    <a:lnTo>
                      <a:pt x="0" y="35736"/>
                    </a:lnTo>
                    <a:lnTo>
                      <a:pt x="38280" y="0"/>
                    </a:lnTo>
                    <a:lnTo>
                      <a:pt x="65284" y="28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9" name="Контур"/>
              <p:cNvSpPr/>
              <p:nvPr/>
            </p:nvSpPr>
            <p:spPr>
              <a:xfrm>
                <a:off x="10158468" y="4078624"/>
                <a:ext cx="105207" cy="104337"/>
              </a:xfrm>
              <a:custGeom>
                <a:avLst/>
                <a:gdLst/>
                <a:ahLst/>
                <a:cxnLst/>
                <a:rect l="l" t="t" r="r" b="b"/>
                <a:pathLst>
                  <a:path w="105207" h="104337">
                    <a:moveTo>
                      <a:pt x="0" y="56668"/>
                    </a:moveTo>
                    <a:lnTo>
                      <a:pt x="60711" y="0"/>
                    </a:lnTo>
                    <a:lnTo>
                      <a:pt x="105207" y="47668"/>
                    </a:lnTo>
                    <a:lnTo>
                      <a:pt x="44496" y="104337"/>
                    </a:lnTo>
                    <a:lnTo>
                      <a:pt x="0" y="566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0" name="Контур"/>
              <p:cNvSpPr/>
              <p:nvPr/>
            </p:nvSpPr>
            <p:spPr>
              <a:xfrm>
                <a:off x="10089200" y="4135292"/>
                <a:ext cx="113764" cy="112330"/>
              </a:xfrm>
              <a:custGeom>
                <a:avLst/>
                <a:gdLst/>
                <a:ahLst/>
                <a:cxnLst/>
                <a:rect l="l" t="t" r="r" b="b"/>
                <a:pathLst>
                  <a:path w="113764" h="112330">
                    <a:moveTo>
                      <a:pt x="38284" y="28925"/>
                    </a:moveTo>
                    <a:lnTo>
                      <a:pt x="69268" y="0"/>
                    </a:lnTo>
                    <a:lnTo>
                      <a:pt x="113764" y="47669"/>
                    </a:lnTo>
                    <a:lnTo>
                      <a:pt x="99356" y="61195"/>
                    </a:lnTo>
                    <a:lnTo>
                      <a:pt x="44496" y="112330"/>
                    </a:lnTo>
                    <a:lnTo>
                      <a:pt x="0" y="64661"/>
                    </a:lnTo>
                    <a:lnTo>
                      <a:pt x="38284" y="28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1" name="Контур"/>
              <p:cNvSpPr/>
              <p:nvPr/>
            </p:nvSpPr>
            <p:spPr>
              <a:xfrm>
                <a:off x="9811863" y="4094875"/>
                <a:ext cx="103881" cy="98417"/>
              </a:xfrm>
              <a:custGeom>
                <a:avLst/>
                <a:gdLst/>
                <a:ahLst/>
                <a:cxnLst/>
                <a:rect l="l" t="t" r="r" b="b"/>
                <a:pathLst>
                  <a:path w="103881" h="98417">
                    <a:moveTo>
                      <a:pt x="0" y="76505"/>
                    </a:moveTo>
                    <a:lnTo>
                      <a:pt x="82010" y="0"/>
                    </a:lnTo>
                    <a:lnTo>
                      <a:pt x="103881" y="23043"/>
                    </a:lnTo>
                    <a:lnTo>
                      <a:pt x="23131" y="98417"/>
                    </a:lnTo>
                    <a:lnTo>
                      <a:pt x="8826" y="83081"/>
                    </a:lnTo>
                    <a:lnTo>
                      <a:pt x="7342" y="84375"/>
                    </a:lnTo>
                    <a:lnTo>
                      <a:pt x="0" y="765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2" name="Контур"/>
              <p:cNvSpPr/>
              <p:nvPr/>
            </p:nvSpPr>
            <p:spPr>
              <a:xfrm>
                <a:off x="10100480" y="4105072"/>
                <a:ext cx="57988" cy="59145"/>
              </a:xfrm>
              <a:custGeom>
                <a:avLst/>
                <a:gdLst/>
                <a:ahLst/>
                <a:cxnLst/>
                <a:rect l="l" t="t" r="r" b="b"/>
                <a:pathLst>
                  <a:path w="57988" h="59145">
                    <a:moveTo>
                      <a:pt x="57988" y="30220"/>
                    </a:moveTo>
                    <a:lnTo>
                      <a:pt x="27004" y="59145"/>
                    </a:lnTo>
                    <a:lnTo>
                      <a:pt x="0" y="30220"/>
                    </a:lnTo>
                    <a:lnTo>
                      <a:pt x="29779" y="0"/>
                    </a:lnTo>
                    <a:lnTo>
                      <a:pt x="57988" y="302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3" name="Контур"/>
              <p:cNvSpPr/>
              <p:nvPr/>
            </p:nvSpPr>
            <p:spPr>
              <a:xfrm>
                <a:off x="10139950" y="4268699"/>
                <a:ext cx="576912" cy="447610"/>
              </a:xfrm>
              <a:custGeom>
                <a:avLst/>
                <a:gdLst/>
                <a:ahLst/>
                <a:cxnLst/>
                <a:rect l="l" t="t" r="r" b="b"/>
                <a:pathLst>
                  <a:path w="576912" h="447610">
                    <a:moveTo>
                      <a:pt x="0" y="398481"/>
                    </a:moveTo>
                    <a:lnTo>
                      <a:pt x="540706" y="0"/>
                    </a:lnTo>
                    <a:lnTo>
                      <a:pt x="576912" y="49128"/>
                    </a:lnTo>
                    <a:lnTo>
                      <a:pt x="36206" y="447610"/>
                    </a:lnTo>
                    <a:lnTo>
                      <a:pt x="0" y="3984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4" name="Контур"/>
              <p:cNvSpPr/>
              <p:nvPr/>
            </p:nvSpPr>
            <p:spPr>
              <a:xfrm>
                <a:off x="10097148" y="4229689"/>
                <a:ext cx="554096" cy="406085"/>
              </a:xfrm>
              <a:custGeom>
                <a:avLst/>
                <a:gdLst/>
                <a:ahLst/>
                <a:cxnLst/>
                <a:rect l="l" t="t" r="r" b="b"/>
                <a:pathLst>
                  <a:path w="554096" h="406085">
                    <a:moveTo>
                      <a:pt x="0" y="382287"/>
                    </a:moveTo>
                    <a:lnTo>
                      <a:pt x="537159" y="0"/>
                    </a:lnTo>
                    <a:lnTo>
                      <a:pt x="551239" y="19785"/>
                    </a:lnTo>
                    <a:lnTo>
                      <a:pt x="554096" y="23799"/>
                    </a:lnTo>
                    <a:lnTo>
                      <a:pt x="16938" y="406085"/>
                    </a:lnTo>
                    <a:lnTo>
                      <a:pt x="0" y="3822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5" name="Контур"/>
              <p:cNvSpPr/>
              <p:nvPr/>
            </p:nvSpPr>
            <p:spPr>
              <a:xfrm>
                <a:off x="10091058" y="4457688"/>
                <a:ext cx="59479" cy="66892"/>
              </a:xfrm>
              <a:custGeom>
                <a:avLst/>
                <a:gdLst/>
                <a:ahLst/>
                <a:cxnLst/>
                <a:rect l="l" t="t" r="r" b="b"/>
                <a:pathLst>
                  <a:path w="59479" h="66892">
                    <a:moveTo>
                      <a:pt x="0" y="17701"/>
                    </a:moveTo>
                    <a:lnTo>
                      <a:pt x="26036" y="0"/>
                    </a:lnTo>
                    <a:lnTo>
                      <a:pt x="59479" y="49191"/>
                    </a:lnTo>
                    <a:lnTo>
                      <a:pt x="33443" y="66892"/>
                    </a:lnTo>
                    <a:lnTo>
                      <a:pt x="11720" y="34940"/>
                    </a:lnTo>
                    <a:lnTo>
                      <a:pt x="0" y="177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6" name="Контур"/>
              <p:cNvSpPr/>
              <p:nvPr/>
            </p:nvSpPr>
            <p:spPr>
              <a:xfrm>
                <a:off x="10122534" y="4256018"/>
                <a:ext cx="313005" cy="255346"/>
              </a:xfrm>
              <a:custGeom>
                <a:avLst/>
                <a:gdLst/>
                <a:ahLst/>
                <a:cxnLst/>
                <a:rect l="l" t="t" r="r" b="b"/>
                <a:pathLst>
                  <a:path w="313005" h="255346">
                    <a:moveTo>
                      <a:pt x="0" y="198866"/>
                    </a:moveTo>
                    <a:lnTo>
                      <a:pt x="271699" y="0"/>
                    </a:lnTo>
                    <a:lnTo>
                      <a:pt x="278650" y="9049"/>
                    </a:lnTo>
                    <a:lnTo>
                      <a:pt x="313005" y="56432"/>
                    </a:lnTo>
                    <a:lnTo>
                      <a:pt x="40721" y="255346"/>
                    </a:lnTo>
                    <a:lnTo>
                      <a:pt x="0" y="1988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7" name="Контур"/>
              <p:cNvSpPr/>
              <p:nvPr/>
            </p:nvSpPr>
            <p:spPr>
              <a:xfrm>
                <a:off x="10124969" y="4196487"/>
                <a:ext cx="124188" cy="124744"/>
              </a:xfrm>
              <a:custGeom>
                <a:avLst/>
                <a:gdLst/>
                <a:ahLst/>
                <a:cxnLst/>
                <a:rect l="l" t="t" r="r" b="b"/>
                <a:pathLst>
                  <a:path w="124188" h="124744">
                    <a:moveTo>
                      <a:pt x="0" y="59056"/>
                    </a:moveTo>
                    <a:lnTo>
                      <a:pt x="8727" y="51135"/>
                    </a:lnTo>
                    <a:lnTo>
                      <a:pt x="63587" y="0"/>
                    </a:lnTo>
                    <a:lnTo>
                      <a:pt x="124188" y="66650"/>
                    </a:lnTo>
                    <a:lnTo>
                      <a:pt x="60184" y="124744"/>
                    </a:lnTo>
                    <a:lnTo>
                      <a:pt x="0" y="590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8" name="Контур"/>
              <p:cNvSpPr/>
              <p:nvPr/>
            </p:nvSpPr>
            <p:spPr>
              <a:xfrm>
                <a:off x="10210472" y="3883307"/>
                <a:ext cx="357462" cy="380026"/>
              </a:xfrm>
              <a:custGeom>
                <a:avLst/>
                <a:gdLst/>
                <a:ahLst/>
                <a:cxnLst/>
                <a:rect l="l" t="t" r="r" b="b"/>
                <a:pathLst>
                  <a:path w="357462" h="380026">
                    <a:moveTo>
                      <a:pt x="0" y="66014"/>
                    </a:moveTo>
                    <a:lnTo>
                      <a:pt x="70440" y="0"/>
                    </a:lnTo>
                    <a:lnTo>
                      <a:pt x="357462" y="306501"/>
                    </a:lnTo>
                    <a:lnTo>
                      <a:pt x="277763" y="380026"/>
                    </a:lnTo>
                    <a:lnTo>
                      <a:pt x="240515" y="341746"/>
                    </a:lnTo>
                    <a:lnTo>
                      <a:pt x="194827" y="291168"/>
                    </a:lnTo>
                    <a:lnTo>
                      <a:pt x="184286" y="279365"/>
                    </a:lnTo>
                    <a:lnTo>
                      <a:pt x="179510" y="274022"/>
                    </a:lnTo>
                    <a:lnTo>
                      <a:pt x="133209" y="222177"/>
                    </a:lnTo>
                    <a:lnTo>
                      <a:pt x="141163" y="214622"/>
                    </a:lnTo>
                    <a:lnTo>
                      <a:pt x="0" y="660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9" name="Контур"/>
              <p:cNvSpPr/>
              <p:nvPr/>
            </p:nvSpPr>
            <p:spPr>
              <a:xfrm>
                <a:off x="10123762" y="5195956"/>
                <a:ext cx="51458" cy="48511"/>
              </a:xfrm>
              <a:custGeom>
                <a:avLst/>
                <a:gdLst/>
                <a:ahLst/>
                <a:cxnLst/>
                <a:rect l="l" t="t" r="r" b="b"/>
                <a:pathLst>
                  <a:path w="51458" h="48511">
                    <a:moveTo>
                      <a:pt x="16822" y="48511"/>
                    </a:moveTo>
                    <a:lnTo>
                      <a:pt x="0" y="26635"/>
                    </a:lnTo>
                    <a:lnTo>
                      <a:pt x="34636" y="0"/>
                    </a:lnTo>
                    <a:lnTo>
                      <a:pt x="51458" y="21876"/>
                    </a:lnTo>
                    <a:lnTo>
                      <a:pt x="16822" y="485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0" name="Контур"/>
              <p:cNvSpPr/>
              <p:nvPr/>
            </p:nvSpPr>
            <p:spPr>
              <a:xfrm>
                <a:off x="10174265" y="5162889"/>
                <a:ext cx="88171" cy="94775"/>
              </a:xfrm>
              <a:custGeom>
                <a:avLst/>
                <a:gdLst/>
                <a:ahLst/>
                <a:cxnLst/>
                <a:rect l="l" t="t" r="r" b="b"/>
                <a:pathLst>
                  <a:path w="88171" h="94775">
                    <a:moveTo>
                      <a:pt x="43192" y="94775"/>
                    </a:moveTo>
                    <a:lnTo>
                      <a:pt x="0" y="32784"/>
                    </a:lnTo>
                    <a:lnTo>
                      <a:pt x="44383" y="0"/>
                    </a:lnTo>
                    <a:lnTo>
                      <a:pt x="88171" y="62289"/>
                    </a:lnTo>
                    <a:lnTo>
                      <a:pt x="43192" y="947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1" name="Контур"/>
              <p:cNvSpPr/>
              <p:nvPr/>
            </p:nvSpPr>
            <p:spPr>
              <a:xfrm>
                <a:off x="9792714" y="5040757"/>
                <a:ext cx="42084" cy="41177"/>
              </a:xfrm>
              <a:custGeom>
                <a:avLst/>
                <a:gdLst/>
                <a:ahLst/>
                <a:cxnLst/>
                <a:rect l="l" t="t" r="r" b="b"/>
                <a:pathLst>
                  <a:path w="42084" h="41177">
                    <a:moveTo>
                      <a:pt x="15188" y="41177"/>
                    </a:moveTo>
                    <a:lnTo>
                      <a:pt x="0" y="20932"/>
                    </a:lnTo>
                    <a:lnTo>
                      <a:pt x="27359" y="0"/>
                    </a:lnTo>
                    <a:lnTo>
                      <a:pt x="42084" y="19644"/>
                    </a:lnTo>
                    <a:lnTo>
                      <a:pt x="15188" y="411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2" name="Контур"/>
              <p:cNvSpPr/>
              <p:nvPr/>
            </p:nvSpPr>
            <p:spPr>
              <a:xfrm>
                <a:off x="10372159" y="5010316"/>
                <a:ext cx="65988" cy="57153"/>
              </a:xfrm>
              <a:custGeom>
                <a:avLst/>
                <a:gdLst/>
                <a:ahLst/>
                <a:cxnLst/>
                <a:rect l="l" t="t" r="r" b="b"/>
                <a:pathLst>
                  <a:path w="65988" h="57153">
                    <a:moveTo>
                      <a:pt x="15765" y="57153"/>
                    </a:moveTo>
                    <a:lnTo>
                      <a:pt x="0" y="36605"/>
                    </a:lnTo>
                    <a:lnTo>
                      <a:pt x="51288" y="0"/>
                    </a:lnTo>
                    <a:lnTo>
                      <a:pt x="65988" y="20263"/>
                    </a:lnTo>
                    <a:lnTo>
                      <a:pt x="15765" y="571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3" name="Контур"/>
              <p:cNvSpPr/>
              <p:nvPr/>
            </p:nvSpPr>
            <p:spPr>
              <a:xfrm>
                <a:off x="9820506" y="4989867"/>
                <a:ext cx="47640" cy="41969"/>
              </a:xfrm>
              <a:custGeom>
                <a:avLst/>
                <a:gdLst/>
                <a:ahLst/>
                <a:cxnLst/>
                <a:rect l="l" t="t" r="r" b="b"/>
                <a:pathLst>
                  <a:path w="47640" h="41969">
                    <a:moveTo>
                      <a:pt x="0" y="22285"/>
                    </a:moveTo>
                    <a:lnTo>
                      <a:pt x="35166" y="0"/>
                    </a:lnTo>
                    <a:lnTo>
                      <a:pt x="47640" y="19684"/>
                    </a:lnTo>
                    <a:lnTo>
                      <a:pt x="12473" y="41969"/>
                    </a:lnTo>
                    <a:lnTo>
                      <a:pt x="0" y="222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4" name="Контур"/>
              <p:cNvSpPr/>
              <p:nvPr/>
            </p:nvSpPr>
            <p:spPr>
              <a:xfrm>
                <a:off x="10159525" y="4327627"/>
                <a:ext cx="628520" cy="463836"/>
              </a:xfrm>
              <a:custGeom>
                <a:avLst/>
                <a:gdLst/>
                <a:ahLst/>
                <a:cxnLst/>
                <a:rect l="l" t="t" r="r" b="b"/>
                <a:pathLst>
                  <a:path w="628520" h="463836">
                    <a:moveTo>
                      <a:pt x="628520" y="22025"/>
                    </a:moveTo>
                    <a:lnTo>
                      <a:pt x="17071" y="463836"/>
                    </a:lnTo>
                    <a:lnTo>
                      <a:pt x="0" y="440014"/>
                    </a:lnTo>
                    <a:lnTo>
                      <a:pt x="610551" y="0"/>
                    </a:lnTo>
                    <a:lnTo>
                      <a:pt x="628520" y="220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5" name="Контур"/>
              <p:cNvSpPr/>
              <p:nvPr/>
            </p:nvSpPr>
            <p:spPr>
              <a:xfrm>
                <a:off x="11410716" y="3305440"/>
                <a:ext cx="301274" cy="306264"/>
              </a:xfrm>
              <a:custGeom>
                <a:avLst/>
                <a:gdLst/>
                <a:ahLst/>
                <a:cxnLst/>
                <a:rect l="l" t="t" r="r" b="b"/>
                <a:pathLst>
                  <a:path w="301274" h="306264">
                    <a:moveTo>
                      <a:pt x="301274" y="43803"/>
                    </a:moveTo>
                    <a:lnTo>
                      <a:pt x="56141" y="306264"/>
                    </a:lnTo>
                    <a:lnTo>
                      <a:pt x="0" y="251640"/>
                    </a:lnTo>
                    <a:lnTo>
                      <a:pt x="243730" y="1166"/>
                    </a:lnTo>
                    <a:lnTo>
                      <a:pt x="254808" y="11942"/>
                    </a:lnTo>
                    <a:lnTo>
                      <a:pt x="266429" y="0"/>
                    </a:lnTo>
                    <a:lnTo>
                      <a:pt x="280503" y="13052"/>
                    </a:lnTo>
                    <a:lnTo>
                      <a:pt x="275030" y="19231"/>
                    </a:lnTo>
                    <a:lnTo>
                      <a:pt x="301274" y="438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6" name="Контур"/>
              <p:cNvSpPr/>
              <p:nvPr/>
            </p:nvSpPr>
            <p:spPr>
              <a:xfrm>
                <a:off x="11258356" y="3504153"/>
                <a:ext cx="82706" cy="90018"/>
              </a:xfrm>
              <a:custGeom>
                <a:avLst/>
                <a:gdLst/>
                <a:ahLst/>
                <a:cxnLst/>
                <a:rect l="l" t="t" r="r" b="b"/>
                <a:pathLst>
                  <a:path w="82706" h="90018">
                    <a:moveTo>
                      <a:pt x="3315" y="38806"/>
                    </a:moveTo>
                    <a:lnTo>
                      <a:pt x="25970" y="16575"/>
                    </a:lnTo>
                    <a:lnTo>
                      <a:pt x="51081" y="0"/>
                    </a:lnTo>
                    <a:lnTo>
                      <a:pt x="64220" y="12189"/>
                    </a:lnTo>
                    <a:lnTo>
                      <a:pt x="69563" y="6950"/>
                    </a:lnTo>
                    <a:lnTo>
                      <a:pt x="82706" y="20528"/>
                    </a:lnTo>
                    <a:lnTo>
                      <a:pt x="57702" y="46508"/>
                    </a:lnTo>
                    <a:lnTo>
                      <a:pt x="12716" y="90018"/>
                    </a:lnTo>
                    <a:lnTo>
                      <a:pt x="0" y="78259"/>
                    </a:lnTo>
                    <a:lnTo>
                      <a:pt x="5877" y="72379"/>
                    </a:lnTo>
                    <a:lnTo>
                      <a:pt x="20944" y="56768"/>
                    </a:lnTo>
                    <a:lnTo>
                      <a:pt x="3315" y="388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7" name="Контур"/>
              <p:cNvSpPr/>
              <p:nvPr/>
            </p:nvSpPr>
            <p:spPr>
              <a:xfrm>
                <a:off x="11300201" y="3011896"/>
                <a:ext cx="418560" cy="486912"/>
              </a:xfrm>
              <a:custGeom>
                <a:avLst/>
                <a:gdLst/>
                <a:ahLst/>
                <a:cxnLst/>
                <a:rect l="l" t="t" r="r" b="b"/>
                <a:pathLst>
                  <a:path w="418560" h="486912">
                    <a:moveTo>
                      <a:pt x="0" y="463872"/>
                    </a:moveTo>
                    <a:lnTo>
                      <a:pt x="181939" y="278016"/>
                    </a:lnTo>
                    <a:lnTo>
                      <a:pt x="369567" y="93124"/>
                    </a:lnTo>
                    <a:lnTo>
                      <a:pt x="302904" y="24211"/>
                    </a:lnTo>
                    <a:lnTo>
                      <a:pt x="327936" y="0"/>
                    </a:lnTo>
                    <a:lnTo>
                      <a:pt x="418560" y="93696"/>
                    </a:lnTo>
                    <a:lnTo>
                      <a:pt x="205056" y="304128"/>
                    </a:lnTo>
                    <a:lnTo>
                      <a:pt x="23808" y="486912"/>
                    </a:lnTo>
                    <a:lnTo>
                      <a:pt x="0" y="4638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8" name="Контур"/>
              <p:cNvSpPr/>
              <p:nvPr/>
            </p:nvSpPr>
            <p:spPr>
              <a:xfrm>
                <a:off x="11436512" y="3765553"/>
                <a:ext cx="66729" cy="63651"/>
              </a:xfrm>
              <a:custGeom>
                <a:avLst/>
                <a:gdLst/>
                <a:ahLst/>
                <a:cxnLst/>
                <a:rect l="l" t="t" r="r" b="b"/>
                <a:pathLst>
                  <a:path w="66729" h="63651">
                    <a:moveTo>
                      <a:pt x="0" y="38472"/>
                    </a:moveTo>
                    <a:lnTo>
                      <a:pt x="43060" y="0"/>
                    </a:lnTo>
                    <a:lnTo>
                      <a:pt x="66729" y="24072"/>
                    </a:lnTo>
                    <a:lnTo>
                      <a:pt x="53649" y="35933"/>
                    </a:lnTo>
                    <a:lnTo>
                      <a:pt x="23435" y="63651"/>
                    </a:lnTo>
                    <a:lnTo>
                      <a:pt x="15583" y="54305"/>
                    </a:lnTo>
                    <a:lnTo>
                      <a:pt x="0" y="384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9" name="Контур"/>
              <p:cNvSpPr/>
              <p:nvPr/>
            </p:nvSpPr>
            <p:spPr>
              <a:xfrm>
                <a:off x="11479572" y="3378232"/>
                <a:ext cx="384341" cy="411393"/>
              </a:xfrm>
              <a:custGeom>
                <a:avLst/>
                <a:gdLst/>
                <a:ahLst/>
                <a:cxnLst/>
                <a:rect l="l" t="t" r="r" b="b"/>
                <a:pathLst>
                  <a:path w="384341" h="411393">
                    <a:moveTo>
                      <a:pt x="0" y="387321"/>
                    </a:moveTo>
                    <a:lnTo>
                      <a:pt x="146472" y="234744"/>
                    </a:lnTo>
                    <a:lnTo>
                      <a:pt x="359765" y="0"/>
                    </a:lnTo>
                    <a:lnTo>
                      <a:pt x="384341" y="24576"/>
                    </a:lnTo>
                    <a:lnTo>
                      <a:pt x="168663" y="258542"/>
                    </a:lnTo>
                    <a:lnTo>
                      <a:pt x="23669" y="411393"/>
                    </a:lnTo>
                    <a:lnTo>
                      <a:pt x="0" y="3873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0" name="Контур"/>
              <p:cNvSpPr/>
              <p:nvPr/>
            </p:nvSpPr>
            <p:spPr>
              <a:xfrm>
                <a:off x="11562089" y="3157816"/>
                <a:ext cx="654216" cy="627734"/>
              </a:xfrm>
              <a:custGeom>
                <a:avLst/>
                <a:gdLst/>
                <a:ahLst/>
                <a:cxnLst/>
                <a:rect l="l" t="t" r="r" b="b"/>
                <a:pathLst>
                  <a:path w="654216" h="627734">
                    <a:moveTo>
                      <a:pt x="654216" y="24878"/>
                    </a:moveTo>
                    <a:lnTo>
                      <a:pt x="479799" y="185524"/>
                    </a:lnTo>
                    <a:lnTo>
                      <a:pt x="427195" y="239678"/>
                    </a:lnTo>
                    <a:lnTo>
                      <a:pt x="348581" y="307502"/>
                    </a:lnTo>
                    <a:lnTo>
                      <a:pt x="23751" y="627734"/>
                    </a:lnTo>
                    <a:lnTo>
                      <a:pt x="0" y="603648"/>
                    </a:lnTo>
                    <a:lnTo>
                      <a:pt x="325632" y="282624"/>
                    </a:lnTo>
                    <a:lnTo>
                      <a:pt x="403968" y="215040"/>
                    </a:lnTo>
                    <a:lnTo>
                      <a:pt x="456192" y="161280"/>
                    </a:lnTo>
                    <a:lnTo>
                      <a:pt x="631296" y="0"/>
                    </a:lnTo>
                    <a:lnTo>
                      <a:pt x="654216" y="248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1" name="Контур"/>
              <p:cNvSpPr/>
              <p:nvPr/>
            </p:nvSpPr>
            <p:spPr>
              <a:xfrm>
                <a:off x="11361493" y="3567833"/>
                <a:ext cx="147821" cy="145477"/>
              </a:xfrm>
              <a:custGeom>
                <a:avLst/>
                <a:gdLst/>
                <a:ahLst/>
                <a:cxnLst/>
                <a:rect l="l" t="t" r="r" b="b"/>
                <a:pathLst>
                  <a:path w="147821" h="145477">
                    <a:moveTo>
                      <a:pt x="0" y="24722"/>
                    </a:moveTo>
                    <a:lnTo>
                      <a:pt x="24137" y="0"/>
                    </a:lnTo>
                    <a:lnTo>
                      <a:pt x="147821" y="120755"/>
                    </a:lnTo>
                    <a:lnTo>
                      <a:pt x="123683" y="145477"/>
                    </a:lnTo>
                    <a:lnTo>
                      <a:pt x="62209" y="85780"/>
                    </a:lnTo>
                    <a:lnTo>
                      <a:pt x="32750" y="56794"/>
                    </a:lnTo>
                    <a:lnTo>
                      <a:pt x="8063" y="32618"/>
                    </a:lnTo>
                    <a:lnTo>
                      <a:pt x="0" y="24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2" name="Контур"/>
              <p:cNvSpPr/>
              <p:nvPr/>
            </p:nvSpPr>
            <p:spPr>
              <a:xfrm>
                <a:off x="11897672" y="3625793"/>
                <a:ext cx="78613" cy="75283"/>
              </a:xfrm>
              <a:custGeom>
                <a:avLst/>
                <a:gdLst/>
                <a:ahLst/>
                <a:cxnLst/>
                <a:rect l="l" t="t" r="r" b="b"/>
                <a:pathLst>
                  <a:path w="78613" h="75283">
                    <a:moveTo>
                      <a:pt x="61090" y="0"/>
                    </a:moveTo>
                    <a:lnTo>
                      <a:pt x="78613" y="19030"/>
                    </a:lnTo>
                    <a:lnTo>
                      <a:pt x="17523" y="75283"/>
                    </a:lnTo>
                    <a:lnTo>
                      <a:pt x="0" y="56254"/>
                    </a:lnTo>
                    <a:lnTo>
                      <a:pt x="6109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3" name="Контур"/>
              <p:cNvSpPr/>
              <p:nvPr/>
            </p:nvSpPr>
            <p:spPr>
              <a:xfrm>
                <a:off x="11496809" y="3347512"/>
                <a:ext cx="301469" cy="316416"/>
              </a:xfrm>
              <a:custGeom>
                <a:avLst/>
                <a:gdLst/>
                <a:ahLst/>
                <a:cxnLst/>
                <a:rect l="l" t="t" r="r" b="b"/>
                <a:pathLst>
                  <a:path w="301469" h="316416">
                    <a:moveTo>
                      <a:pt x="274176" y="0"/>
                    </a:moveTo>
                    <a:lnTo>
                      <a:pt x="301469" y="25137"/>
                    </a:lnTo>
                    <a:lnTo>
                      <a:pt x="26112" y="316416"/>
                    </a:lnTo>
                    <a:lnTo>
                      <a:pt x="0" y="290304"/>
                    </a:lnTo>
                    <a:lnTo>
                      <a:pt x="2741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4" name="Контур"/>
              <p:cNvSpPr/>
              <p:nvPr/>
            </p:nvSpPr>
            <p:spPr>
              <a:xfrm>
                <a:off x="11873643" y="4041529"/>
                <a:ext cx="37569" cy="37853"/>
              </a:xfrm>
              <a:custGeom>
                <a:avLst/>
                <a:gdLst/>
                <a:ahLst/>
                <a:cxnLst/>
                <a:rect l="l" t="t" r="r" b="b"/>
                <a:pathLst>
                  <a:path w="37569" h="37853">
                    <a:moveTo>
                      <a:pt x="16296" y="37853"/>
                    </a:moveTo>
                    <a:lnTo>
                      <a:pt x="0" y="15538"/>
                    </a:lnTo>
                    <a:lnTo>
                      <a:pt x="21273" y="0"/>
                    </a:lnTo>
                    <a:lnTo>
                      <a:pt x="37569" y="22315"/>
                    </a:lnTo>
                    <a:lnTo>
                      <a:pt x="16296" y="378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5" name="Контур"/>
              <p:cNvSpPr/>
              <p:nvPr/>
            </p:nvSpPr>
            <p:spPr>
              <a:xfrm>
                <a:off x="11875472" y="3950680"/>
                <a:ext cx="60782" cy="53376"/>
              </a:xfrm>
              <a:custGeom>
                <a:avLst/>
                <a:gdLst/>
                <a:ahLst/>
                <a:cxnLst/>
                <a:rect l="l" t="t" r="r" b="b"/>
                <a:pathLst>
                  <a:path w="60782" h="53376">
                    <a:moveTo>
                      <a:pt x="60782" y="16896"/>
                    </a:moveTo>
                    <a:lnTo>
                      <a:pt x="12864" y="53376"/>
                    </a:lnTo>
                    <a:lnTo>
                      <a:pt x="0" y="36480"/>
                    </a:lnTo>
                    <a:lnTo>
                      <a:pt x="47918" y="0"/>
                    </a:lnTo>
                    <a:lnTo>
                      <a:pt x="60782" y="168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6" name="Контур"/>
              <p:cNvSpPr/>
              <p:nvPr/>
            </p:nvSpPr>
            <p:spPr>
              <a:xfrm>
                <a:off x="11282224" y="3819858"/>
                <a:ext cx="200169" cy="178153"/>
              </a:xfrm>
              <a:custGeom>
                <a:avLst/>
                <a:gdLst/>
                <a:ahLst/>
                <a:cxnLst/>
                <a:rect l="l" t="t" r="r" b="b"/>
                <a:pathLst>
                  <a:path w="200169" h="178153">
                    <a:moveTo>
                      <a:pt x="4234" y="130125"/>
                    </a:moveTo>
                    <a:lnTo>
                      <a:pt x="0" y="124388"/>
                    </a:lnTo>
                    <a:lnTo>
                      <a:pt x="169871" y="0"/>
                    </a:lnTo>
                    <a:lnTo>
                      <a:pt x="177723" y="9346"/>
                    </a:lnTo>
                    <a:lnTo>
                      <a:pt x="200169" y="39982"/>
                    </a:lnTo>
                    <a:lnTo>
                      <a:pt x="179383" y="56951"/>
                    </a:lnTo>
                    <a:lnTo>
                      <a:pt x="185142" y="65135"/>
                    </a:lnTo>
                    <a:lnTo>
                      <a:pt x="39782" y="178153"/>
                    </a:lnTo>
                    <a:lnTo>
                      <a:pt x="4234" y="1301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7" name="Контур"/>
              <p:cNvSpPr/>
              <p:nvPr/>
            </p:nvSpPr>
            <p:spPr>
              <a:xfrm>
                <a:off x="11827280" y="3888433"/>
                <a:ext cx="69657" cy="94983"/>
              </a:xfrm>
              <a:custGeom>
                <a:avLst/>
                <a:gdLst/>
                <a:ahLst/>
                <a:cxnLst/>
                <a:rect l="l" t="t" r="r" b="b"/>
                <a:pathLst>
                  <a:path w="69657" h="94983">
                    <a:moveTo>
                      <a:pt x="0" y="13157"/>
                    </a:moveTo>
                    <a:lnTo>
                      <a:pt x="17606" y="0"/>
                    </a:lnTo>
                    <a:lnTo>
                      <a:pt x="69657" y="75015"/>
                    </a:lnTo>
                    <a:lnTo>
                      <a:pt x="42777" y="94983"/>
                    </a:lnTo>
                    <a:lnTo>
                      <a:pt x="29678" y="77352"/>
                    </a:lnTo>
                    <a:lnTo>
                      <a:pt x="39494" y="70061"/>
                    </a:lnTo>
                    <a:lnTo>
                      <a:pt x="0" y="131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8" name="Контур"/>
              <p:cNvSpPr/>
              <p:nvPr/>
            </p:nvSpPr>
            <p:spPr>
              <a:xfrm>
                <a:off x="11459947" y="3801486"/>
                <a:ext cx="55141" cy="58354"/>
              </a:xfrm>
              <a:custGeom>
                <a:avLst/>
                <a:gdLst/>
                <a:ahLst/>
                <a:cxnLst/>
                <a:rect l="l" t="t" r="r" b="b"/>
                <a:pathLst>
                  <a:path w="55141" h="58354">
                    <a:moveTo>
                      <a:pt x="30214" y="0"/>
                    </a:moveTo>
                    <a:lnTo>
                      <a:pt x="55141" y="30575"/>
                    </a:lnTo>
                    <a:lnTo>
                      <a:pt x="22446" y="58354"/>
                    </a:lnTo>
                    <a:lnTo>
                      <a:pt x="0" y="27718"/>
                    </a:lnTo>
                    <a:lnTo>
                      <a:pt x="302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9" name="Контур"/>
              <p:cNvSpPr/>
              <p:nvPr/>
            </p:nvSpPr>
            <p:spPr>
              <a:xfrm>
                <a:off x="11333672" y="3768851"/>
                <a:ext cx="83611" cy="88953"/>
              </a:xfrm>
              <a:custGeom>
                <a:avLst/>
                <a:gdLst/>
                <a:ahLst/>
                <a:cxnLst/>
                <a:rect l="l" t="t" r="r" b="b"/>
                <a:pathLst>
                  <a:path w="83611" h="88953">
                    <a:moveTo>
                      <a:pt x="0" y="73728"/>
                    </a:moveTo>
                    <a:lnTo>
                      <a:pt x="66816" y="0"/>
                    </a:lnTo>
                    <a:lnTo>
                      <a:pt x="83611" y="14597"/>
                    </a:lnTo>
                    <a:lnTo>
                      <a:pt x="70603" y="29227"/>
                    </a:lnTo>
                    <a:lnTo>
                      <a:pt x="78619" y="36355"/>
                    </a:lnTo>
                    <a:lnTo>
                      <a:pt x="41323" y="78297"/>
                    </a:lnTo>
                    <a:lnTo>
                      <a:pt x="33412" y="71265"/>
                    </a:lnTo>
                    <a:lnTo>
                      <a:pt x="17683" y="88953"/>
                    </a:lnTo>
                    <a:lnTo>
                      <a:pt x="0" y="737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0" name="Контур"/>
              <p:cNvSpPr/>
              <p:nvPr/>
            </p:nvSpPr>
            <p:spPr>
              <a:xfrm>
                <a:off x="10890990" y="3771969"/>
                <a:ext cx="124803" cy="105637"/>
              </a:xfrm>
              <a:custGeom>
                <a:avLst/>
                <a:gdLst/>
                <a:ahLst/>
                <a:cxnLst/>
                <a:rect l="l" t="t" r="r" b="b"/>
                <a:pathLst>
                  <a:path w="124803" h="105637">
                    <a:moveTo>
                      <a:pt x="97662" y="105637"/>
                    </a:moveTo>
                    <a:lnTo>
                      <a:pt x="0" y="26304"/>
                    </a:lnTo>
                    <a:lnTo>
                      <a:pt x="21371" y="4920"/>
                    </a:lnTo>
                    <a:lnTo>
                      <a:pt x="38465" y="19459"/>
                    </a:lnTo>
                    <a:lnTo>
                      <a:pt x="61333" y="0"/>
                    </a:lnTo>
                    <a:lnTo>
                      <a:pt x="79929" y="19461"/>
                    </a:lnTo>
                    <a:lnTo>
                      <a:pt x="59196" y="34641"/>
                    </a:lnTo>
                    <a:lnTo>
                      <a:pt x="90188" y="55811"/>
                    </a:lnTo>
                    <a:lnTo>
                      <a:pt x="124803" y="83514"/>
                    </a:lnTo>
                    <a:lnTo>
                      <a:pt x="118605" y="90892"/>
                    </a:lnTo>
                    <a:lnTo>
                      <a:pt x="114008" y="87149"/>
                    </a:lnTo>
                    <a:lnTo>
                      <a:pt x="97662" y="1056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1" name="Контур"/>
              <p:cNvSpPr/>
              <p:nvPr/>
            </p:nvSpPr>
            <p:spPr>
              <a:xfrm>
                <a:off x="10981178" y="3675855"/>
                <a:ext cx="170113" cy="180700"/>
              </a:xfrm>
              <a:custGeom>
                <a:avLst/>
                <a:gdLst/>
                <a:ahLst/>
                <a:cxnLst/>
                <a:rect l="l" t="t" r="r" b="b"/>
                <a:pathLst>
                  <a:path w="170113" h="180700">
                    <a:moveTo>
                      <a:pt x="157183" y="36889"/>
                    </a:moveTo>
                    <a:lnTo>
                      <a:pt x="137639" y="59945"/>
                    </a:lnTo>
                    <a:lnTo>
                      <a:pt x="98522" y="102214"/>
                    </a:lnTo>
                    <a:lnTo>
                      <a:pt x="76502" y="125743"/>
                    </a:lnTo>
                    <a:lnTo>
                      <a:pt x="88684" y="138146"/>
                    </a:lnTo>
                    <a:lnTo>
                      <a:pt x="50215" y="180700"/>
                    </a:lnTo>
                    <a:lnTo>
                      <a:pt x="40920" y="173427"/>
                    </a:lnTo>
                    <a:lnTo>
                      <a:pt x="34615" y="179628"/>
                    </a:lnTo>
                    <a:lnTo>
                      <a:pt x="0" y="151925"/>
                    </a:lnTo>
                    <a:lnTo>
                      <a:pt x="142758" y="0"/>
                    </a:lnTo>
                    <a:lnTo>
                      <a:pt x="165625" y="19031"/>
                    </a:lnTo>
                    <a:lnTo>
                      <a:pt x="170113" y="22667"/>
                    </a:lnTo>
                    <a:lnTo>
                      <a:pt x="157183" y="368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2" name="Контур"/>
              <p:cNvSpPr/>
              <p:nvPr/>
            </p:nvSpPr>
            <p:spPr>
              <a:xfrm>
                <a:off x="11198409" y="3555898"/>
                <a:ext cx="65824" cy="106163"/>
              </a:xfrm>
              <a:custGeom>
                <a:avLst/>
                <a:gdLst/>
                <a:ahLst/>
                <a:cxnLst/>
                <a:rect l="l" t="t" r="r" b="b"/>
                <a:pathLst>
                  <a:path w="65824" h="106163">
                    <a:moveTo>
                      <a:pt x="5771" y="36457"/>
                    </a:moveTo>
                    <a:lnTo>
                      <a:pt x="43599" y="0"/>
                    </a:lnTo>
                    <a:lnTo>
                      <a:pt x="65824" y="20634"/>
                    </a:lnTo>
                    <a:lnTo>
                      <a:pt x="59947" y="26514"/>
                    </a:lnTo>
                    <a:lnTo>
                      <a:pt x="39109" y="49073"/>
                    </a:lnTo>
                    <a:lnTo>
                      <a:pt x="53855" y="61047"/>
                    </a:lnTo>
                    <a:lnTo>
                      <a:pt x="16884" y="106163"/>
                    </a:lnTo>
                    <a:lnTo>
                      <a:pt x="0" y="92161"/>
                    </a:lnTo>
                    <a:lnTo>
                      <a:pt x="7907" y="82219"/>
                    </a:lnTo>
                    <a:lnTo>
                      <a:pt x="20089" y="68958"/>
                    </a:lnTo>
                    <a:lnTo>
                      <a:pt x="5771" y="364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3" name="Контур"/>
              <p:cNvSpPr/>
              <p:nvPr/>
            </p:nvSpPr>
            <p:spPr>
              <a:xfrm>
                <a:off x="11079700" y="3735800"/>
                <a:ext cx="48515" cy="50966"/>
              </a:xfrm>
              <a:custGeom>
                <a:avLst/>
                <a:gdLst/>
                <a:ahLst/>
                <a:cxnLst/>
                <a:rect l="l" t="t" r="r" b="b"/>
                <a:pathLst>
                  <a:path w="48515" h="50966">
                    <a:moveTo>
                      <a:pt x="0" y="42269"/>
                    </a:moveTo>
                    <a:lnTo>
                      <a:pt x="39117" y="0"/>
                    </a:lnTo>
                    <a:lnTo>
                      <a:pt x="48515" y="8697"/>
                    </a:lnTo>
                    <a:lnTo>
                      <a:pt x="9398" y="50966"/>
                    </a:lnTo>
                    <a:lnTo>
                      <a:pt x="0" y="422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4" name="Контур"/>
              <p:cNvSpPr/>
              <p:nvPr/>
            </p:nvSpPr>
            <p:spPr>
              <a:xfrm>
                <a:off x="11138361" y="3669552"/>
                <a:ext cx="55989" cy="57305"/>
              </a:xfrm>
              <a:custGeom>
                <a:avLst/>
                <a:gdLst/>
                <a:ahLst/>
                <a:cxnLst/>
                <a:rect l="l" t="t" r="r" b="b"/>
                <a:pathLst>
                  <a:path w="55989" h="57305">
                    <a:moveTo>
                      <a:pt x="12930" y="28970"/>
                    </a:moveTo>
                    <a:lnTo>
                      <a:pt x="40068" y="0"/>
                    </a:lnTo>
                    <a:lnTo>
                      <a:pt x="55989" y="14861"/>
                    </a:lnTo>
                    <a:lnTo>
                      <a:pt x="15600" y="57305"/>
                    </a:lnTo>
                    <a:lnTo>
                      <a:pt x="0" y="43192"/>
                    </a:lnTo>
                    <a:lnTo>
                      <a:pt x="12930" y="289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5" name="Контур"/>
              <p:cNvSpPr/>
              <p:nvPr/>
            </p:nvSpPr>
            <p:spPr>
              <a:xfrm>
                <a:off x="11140388" y="3616200"/>
                <a:ext cx="65928" cy="82322"/>
              </a:xfrm>
              <a:custGeom>
                <a:avLst/>
                <a:gdLst/>
                <a:ahLst/>
                <a:cxnLst/>
                <a:rect l="l" t="t" r="r" b="b"/>
                <a:pathLst>
                  <a:path w="65928" h="82322">
                    <a:moveTo>
                      <a:pt x="65928" y="21917"/>
                    </a:moveTo>
                    <a:lnTo>
                      <a:pt x="58021" y="31859"/>
                    </a:lnTo>
                    <a:lnTo>
                      <a:pt x="38041" y="53352"/>
                    </a:lnTo>
                    <a:lnTo>
                      <a:pt x="10903" y="82322"/>
                    </a:lnTo>
                    <a:lnTo>
                      <a:pt x="6415" y="78686"/>
                    </a:lnTo>
                    <a:lnTo>
                      <a:pt x="21482" y="61793"/>
                    </a:lnTo>
                    <a:lnTo>
                      <a:pt x="0" y="43085"/>
                    </a:lnTo>
                    <a:lnTo>
                      <a:pt x="40070" y="0"/>
                    </a:lnTo>
                    <a:lnTo>
                      <a:pt x="65928" y="219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6" name="Контур"/>
              <p:cNvSpPr/>
              <p:nvPr/>
            </p:nvSpPr>
            <p:spPr>
              <a:xfrm>
                <a:off x="11243554" y="3949983"/>
                <a:ext cx="78452" cy="77681"/>
              </a:xfrm>
              <a:custGeom>
                <a:avLst/>
                <a:gdLst/>
                <a:ahLst/>
                <a:cxnLst/>
                <a:rect l="l" t="t" r="r" b="b"/>
                <a:pathLst>
                  <a:path w="78452" h="77681">
                    <a:moveTo>
                      <a:pt x="32634" y="77681"/>
                    </a:moveTo>
                    <a:lnTo>
                      <a:pt x="3970" y="38076"/>
                    </a:lnTo>
                    <a:lnTo>
                      <a:pt x="0" y="32865"/>
                    </a:lnTo>
                    <a:lnTo>
                      <a:pt x="42904" y="0"/>
                    </a:lnTo>
                    <a:lnTo>
                      <a:pt x="78452" y="48028"/>
                    </a:lnTo>
                    <a:lnTo>
                      <a:pt x="32634" y="776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7" name="Контур"/>
              <p:cNvSpPr/>
              <p:nvPr/>
            </p:nvSpPr>
            <p:spPr>
              <a:xfrm>
                <a:off x="11185769" y="3695492"/>
                <a:ext cx="261067" cy="283248"/>
              </a:xfrm>
              <a:custGeom>
                <a:avLst/>
                <a:gdLst/>
                <a:ahLst/>
                <a:cxnLst/>
                <a:rect l="l" t="t" r="r" b="b"/>
                <a:pathLst>
                  <a:path w="261067" h="283248">
                    <a:moveTo>
                      <a:pt x="0" y="261044"/>
                    </a:moveTo>
                    <a:lnTo>
                      <a:pt x="236549" y="0"/>
                    </a:lnTo>
                    <a:lnTo>
                      <a:pt x="261067" y="22220"/>
                    </a:lnTo>
                    <a:lnTo>
                      <a:pt x="214719" y="73359"/>
                    </a:lnTo>
                    <a:lnTo>
                      <a:pt x="147903" y="147087"/>
                    </a:lnTo>
                    <a:lnTo>
                      <a:pt x="24495" y="283248"/>
                    </a:lnTo>
                    <a:lnTo>
                      <a:pt x="0" y="2610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8" name="Контур"/>
              <p:cNvSpPr/>
              <p:nvPr/>
            </p:nvSpPr>
            <p:spPr>
              <a:xfrm>
                <a:off x="10879187" y="3920442"/>
                <a:ext cx="52647" cy="49400"/>
              </a:xfrm>
              <a:custGeom>
                <a:avLst/>
                <a:gdLst/>
                <a:ahLst/>
                <a:cxnLst/>
                <a:rect l="l" t="t" r="r" b="b"/>
                <a:pathLst>
                  <a:path w="52647" h="49400">
                    <a:moveTo>
                      <a:pt x="0" y="35852"/>
                    </a:moveTo>
                    <a:lnTo>
                      <a:pt x="40718" y="0"/>
                    </a:lnTo>
                    <a:lnTo>
                      <a:pt x="52647" y="13549"/>
                    </a:lnTo>
                    <a:lnTo>
                      <a:pt x="11929" y="49400"/>
                    </a:lnTo>
                    <a:lnTo>
                      <a:pt x="0" y="358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9" name="Контур"/>
              <p:cNvSpPr/>
              <p:nvPr/>
            </p:nvSpPr>
            <p:spPr>
              <a:xfrm>
                <a:off x="11132662" y="3624627"/>
                <a:ext cx="291040" cy="311941"/>
              </a:xfrm>
              <a:custGeom>
                <a:avLst/>
                <a:gdLst/>
                <a:ahLst/>
                <a:cxnLst/>
                <a:rect l="l" t="t" r="r" b="b"/>
                <a:pathLst>
                  <a:path w="291040" h="311941">
                    <a:moveTo>
                      <a:pt x="26227" y="311941"/>
                    </a:moveTo>
                    <a:lnTo>
                      <a:pt x="0" y="288440"/>
                    </a:lnTo>
                    <a:lnTo>
                      <a:pt x="218145" y="46666"/>
                    </a:lnTo>
                    <a:lnTo>
                      <a:pt x="261581" y="0"/>
                    </a:lnTo>
                    <a:lnTo>
                      <a:pt x="291040" y="28986"/>
                    </a:lnTo>
                    <a:lnTo>
                      <a:pt x="267403" y="55126"/>
                    </a:lnTo>
                    <a:lnTo>
                      <a:pt x="261077" y="49462"/>
                    </a:lnTo>
                    <a:lnTo>
                      <a:pt x="26227" y="3119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0" name="Контур"/>
              <p:cNvSpPr/>
              <p:nvPr/>
            </p:nvSpPr>
            <p:spPr>
              <a:xfrm>
                <a:off x="11106954" y="3654337"/>
                <a:ext cx="243853" cy="265755"/>
              </a:xfrm>
              <a:custGeom>
                <a:avLst/>
                <a:gdLst/>
                <a:ahLst/>
                <a:cxnLst/>
                <a:rect l="l" t="t" r="r" b="b"/>
                <a:pathLst>
                  <a:path w="243853" h="265755">
                    <a:moveTo>
                      <a:pt x="19105" y="265755"/>
                    </a:moveTo>
                    <a:lnTo>
                      <a:pt x="0" y="248395"/>
                    </a:lnTo>
                    <a:lnTo>
                      <a:pt x="225690" y="0"/>
                    </a:lnTo>
                    <a:lnTo>
                      <a:pt x="243853" y="16956"/>
                    </a:lnTo>
                    <a:lnTo>
                      <a:pt x="25708" y="258730"/>
                    </a:lnTo>
                    <a:lnTo>
                      <a:pt x="19105" y="2657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1" name="Контур"/>
              <p:cNvSpPr/>
              <p:nvPr/>
            </p:nvSpPr>
            <p:spPr>
              <a:xfrm>
                <a:off x="10818665" y="3813625"/>
                <a:ext cx="88003" cy="88066"/>
              </a:xfrm>
              <a:custGeom>
                <a:avLst/>
                <a:gdLst/>
                <a:ahLst/>
                <a:cxnLst/>
                <a:rect l="l" t="t" r="r" b="b"/>
                <a:pathLst>
                  <a:path w="88003" h="88066">
                    <a:moveTo>
                      <a:pt x="0" y="42303"/>
                    </a:moveTo>
                    <a:lnTo>
                      <a:pt x="44698" y="0"/>
                    </a:lnTo>
                    <a:lnTo>
                      <a:pt x="88003" y="45763"/>
                    </a:lnTo>
                    <a:lnTo>
                      <a:pt x="43301" y="88066"/>
                    </a:lnTo>
                    <a:lnTo>
                      <a:pt x="0" y="42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2" name="Контур"/>
              <p:cNvSpPr/>
              <p:nvPr/>
            </p:nvSpPr>
            <p:spPr>
              <a:xfrm>
                <a:off x="11188874" y="4037497"/>
                <a:ext cx="41649" cy="40065"/>
              </a:xfrm>
              <a:custGeom>
                <a:avLst/>
                <a:gdLst/>
                <a:ahLst/>
                <a:cxnLst/>
                <a:rect l="l" t="t" r="r" b="b"/>
                <a:pathLst>
                  <a:path w="41649" h="40065">
                    <a:moveTo>
                      <a:pt x="0" y="18589"/>
                    </a:moveTo>
                    <a:lnTo>
                      <a:pt x="25807" y="0"/>
                    </a:lnTo>
                    <a:lnTo>
                      <a:pt x="41649" y="21021"/>
                    </a:lnTo>
                    <a:lnTo>
                      <a:pt x="16484" y="40065"/>
                    </a:lnTo>
                    <a:lnTo>
                      <a:pt x="0" y="185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3" name="Контур"/>
              <p:cNvSpPr/>
              <p:nvPr/>
            </p:nvSpPr>
            <p:spPr>
              <a:xfrm>
                <a:off x="10779209" y="4095596"/>
                <a:ext cx="37337" cy="34044"/>
              </a:xfrm>
              <a:custGeom>
                <a:avLst/>
                <a:gdLst/>
                <a:ahLst/>
                <a:cxnLst/>
                <a:rect l="l" t="t" r="r" b="b"/>
                <a:pathLst>
                  <a:path w="37337" h="34044">
                    <a:moveTo>
                      <a:pt x="0" y="17900"/>
                    </a:moveTo>
                    <a:lnTo>
                      <a:pt x="2618" y="16157"/>
                    </a:lnTo>
                    <a:lnTo>
                      <a:pt x="24137" y="1474"/>
                    </a:lnTo>
                    <a:lnTo>
                      <a:pt x="26383" y="0"/>
                    </a:lnTo>
                    <a:lnTo>
                      <a:pt x="37337" y="16145"/>
                    </a:lnTo>
                    <a:lnTo>
                      <a:pt x="10953" y="34044"/>
                    </a:lnTo>
                    <a:lnTo>
                      <a:pt x="0" y="179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4" name="Контур"/>
              <p:cNvSpPr/>
              <p:nvPr/>
            </p:nvSpPr>
            <p:spPr>
              <a:xfrm>
                <a:off x="11146009" y="4069888"/>
                <a:ext cx="34510" cy="32177"/>
              </a:xfrm>
              <a:custGeom>
                <a:avLst/>
                <a:gdLst/>
                <a:ahLst/>
                <a:cxnLst/>
                <a:rect l="l" t="t" r="r" b="b"/>
                <a:pathLst>
                  <a:path w="34510" h="32177">
                    <a:moveTo>
                      <a:pt x="0" y="16628"/>
                    </a:moveTo>
                    <a:lnTo>
                      <a:pt x="23515" y="0"/>
                    </a:lnTo>
                    <a:lnTo>
                      <a:pt x="34510" y="15549"/>
                    </a:lnTo>
                    <a:lnTo>
                      <a:pt x="10995" y="32177"/>
                    </a:lnTo>
                    <a:lnTo>
                      <a:pt x="0" y="166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5" name="Контур"/>
              <p:cNvSpPr/>
              <p:nvPr/>
            </p:nvSpPr>
            <p:spPr>
              <a:xfrm>
                <a:off x="10790888" y="3924827"/>
                <a:ext cx="221640" cy="147638"/>
              </a:xfrm>
              <a:custGeom>
                <a:avLst/>
                <a:gdLst/>
                <a:ahLst/>
                <a:cxnLst/>
                <a:rect l="l" t="t" r="r" b="b"/>
                <a:pathLst>
                  <a:path w="221640" h="147638">
                    <a:moveTo>
                      <a:pt x="208147" y="0"/>
                    </a:moveTo>
                    <a:lnTo>
                      <a:pt x="221640" y="16349"/>
                    </a:lnTo>
                    <a:lnTo>
                      <a:pt x="106838" y="101313"/>
                    </a:lnTo>
                    <a:lnTo>
                      <a:pt x="22862" y="143486"/>
                    </a:lnTo>
                    <a:lnTo>
                      <a:pt x="9043" y="147638"/>
                    </a:lnTo>
                    <a:lnTo>
                      <a:pt x="0" y="129696"/>
                    </a:lnTo>
                    <a:lnTo>
                      <a:pt x="89510" y="84485"/>
                    </a:lnTo>
                    <a:lnTo>
                      <a:pt x="2081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6" name="Контур"/>
              <p:cNvSpPr/>
              <p:nvPr/>
            </p:nvSpPr>
            <p:spPr>
              <a:xfrm>
                <a:off x="10744827" y="4058196"/>
                <a:ext cx="58519" cy="53557"/>
              </a:xfrm>
              <a:custGeom>
                <a:avLst/>
                <a:gdLst/>
                <a:ahLst/>
                <a:cxnLst/>
                <a:rect l="l" t="t" r="r" b="b"/>
                <a:pathLst>
                  <a:path w="58519" h="53557">
                    <a:moveTo>
                      <a:pt x="0" y="20005"/>
                    </a:moveTo>
                    <a:lnTo>
                      <a:pt x="38915" y="0"/>
                    </a:lnTo>
                    <a:lnTo>
                      <a:pt x="58519" y="38874"/>
                    </a:lnTo>
                    <a:lnTo>
                      <a:pt x="37000" y="53557"/>
                    </a:lnTo>
                    <a:lnTo>
                      <a:pt x="0" y="200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7" name="Контур"/>
              <p:cNvSpPr/>
              <p:nvPr/>
            </p:nvSpPr>
            <p:spPr>
              <a:xfrm>
                <a:off x="11202632" y="3988059"/>
                <a:ext cx="73556" cy="70459"/>
              </a:xfrm>
              <a:custGeom>
                <a:avLst/>
                <a:gdLst/>
                <a:ahLst/>
                <a:cxnLst/>
                <a:rect l="l" t="t" r="r" b="b"/>
                <a:pathLst>
                  <a:path w="73556" h="70459">
                    <a:moveTo>
                      <a:pt x="0" y="33839"/>
                    </a:moveTo>
                    <a:lnTo>
                      <a:pt x="44892" y="0"/>
                    </a:lnTo>
                    <a:lnTo>
                      <a:pt x="73556" y="39605"/>
                    </a:lnTo>
                    <a:lnTo>
                      <a:pt x="27891" y="70459"/>
                    </a:lnTo>
                    <a:lnTo>
                      <a:pt x="12049" y="49438"/>
                    </a:lnTo>
                    <a:lnTo>
                      <a:pt x="0" y="338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8" name="Контур"/>
              <p:cNvSpPr/>
              <p:nvPr/>
            </p:nvSpPr>
            <p:spPr>
              <a:xfrm>
                <a:off x="10378024" y="3691806"/>
                <a:ext cx="31510" cy="30911"/>
              </a:xfrm>
              <a:custGeom>
                <a:avLst/>
                <a:gdLst/>
                <a:ahLst/>
                <a:cxnLst/>
                <a:rect l="l" t="t" r="r" b="b"/>
                <a:pathLst>
                  <a:path w="31510" h="30911">
                    <a:moveTo>
                      <a:pt x="0" y="12048"/>
                    </a:moveTo>
                    <a:lnTo>
                      <a:pt x="11178" y="0"/>
                    </a:lnTo>
                    <a:lnTo>
                      <a:pt x="31510" y="18863"/>
                    </a:lnTo>
                    <a:lnTo>
                      <a:pt x="20333" y="30911"/>
                    </a:lnTo>
                    <a:lnTo>
                      <a:pt x="0" y="120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9" name="Контур"/>
              <p:cNvSpPr/>
              <p:nvPr/>
            </p:nvSpPr>
            <p:spPr>
              <a:xfrm>
                <a:off x="10398179" y="3678621"/>
                <a:ext cx="33780" cy="36272"/>
              </a:xfrm>
              <a:custGeom>
                <a:avLst/>
                <a:gdLst/>
                <a:ahLst/>
                <a:cxnLst/>
                <a:rect l="l" t="t" r="r" b="b"/>
                <a:pathLst>
                  <a:path w="33780" h="36272">
                    <a:moveTo>
                      <a:pt x="0" y="10186"/>
                    </a:moveTo>
                    <a:lnTo>
                      <a:pt x="12467" y="0"/>
                    </a:lnTo>
                    <a:lnTo>
                      <a:pt x="33780" y="26085"/>
                    </a:lnTo>
                    <a:lnTo>
                      <a:pt x="21313" y="36272"/>
                    </a:lnTo>
                    <a:lnTo>
                      <a:pt x="0" y="101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0" name="Контур"/>
              <p:cNvSpPr/>
              <p:nvPr/>
            </p:nvSpPr>
            <p:spPr>
              <a:xfrm>
                <a:off x="10512214" y="3260622"/>
                <a:ext cx="121762" cy="128568"/>
              </a:xfrm>
              <a:custGeom>
                <a:avLst/>
                <a:gdLst/>
                <a:ahLst/>
                <a:cxnLst/>
                <a:rect l="l" t="t" r="r" b="b"/>
                <a:pathLst>
                  <a:path w="121762" h="128568">
                    <a:moveTo>
                      <a:pt x="97349" y="128568"/>
                    </a:moveTo>
                    <a:lnTo>
                      <a:pt x="0" y="22378"/>
                    </a:lnTo>
                    <a:lnTo>
                      <a:pt x="24413" y="0"/>
                    </a:lnTo>
                    <a:lnTo>
                      <a:pt x="121762" y="106190"/>
                    </a:lnTo>
                    <a:lnTo>
                      <a:pt x="97349" y="1285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1" name="Контур"/>
              <p:cNvSpPr/>
              <p:nvPr/>
            </p:nvSpPr>
            <p:spPr>
              <a:xfrm>
                <a:off x="10242368" y="3311689"/>
                <a:ext cx="188419" cy="181037"/>
              </a:xfrm>
              <a:custGeom>
                <a:avLst/>
                <a:gdLst/>
                <a:ahLst/>
                <a:cxnLst/>
                <a:rect l="l" t="t" r="r" b="b"/>
                <a:pathLst>
                  <a:path w="188419" h="181037">
                    <a:moveTo>
                      <a:pt x="52593" y="181037"/>
                    </a:moveTo>
                    <a:lnTo>
                      <a:pt x="0" y="125040"/>
                    </a:lnTo>
                    <a:lnTo>
                      <a:pt x="5318" y="120043"/>
                    </a:lnTo>
                    <a:lnTo>
                      <a:pt x="48475" y="79512"/>
                    </a:lnTo>
                    <a:lnTo>
                      <a:pt x="133128" y="0"/>
                    </a:lnTo>
                    <a:lnTo>
                      <a:pt x="188419" y="58867"/>
                    </a:lnTo>
                    <a:lnTo>
                      <a:pt x="52593" y="1810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2" name="Контур"/>
              <p:cNvSpPr/>
              <p:nvPr/>
            </p:nvSpPr>
            <p:spPr>
              <a:xfrm>
                <a:off x="10171914" y="3279995"/>
                <a:ext cx="123259" cy="122037"/>
              </a:xfrm>
              <a:custGeom>
                <a:avLst/>
                <a:gdLst/>
                <a:ahLst/>
                <a:cxnLst/>
                <a:rect l="l" t="t" r="r" b="b"/>
                <a:pathLst>
                  <a:path w="123259" h="122037">
                    <a:moveTo>
                      <a:pt x="72833" y="0"/>
                    </a:moveTo>
                    <a:lnTo>
                      <a:pt x="123259" y="53907"/>
                    </a:lnTo>
                    <a:lnTo>
                      <a:pt x="50427" y="122037"/>
                    </a:lnTo>
                    <a:lnTo>
                      <a:pt x="0" y="68130"/>
                    </a:lnTo>
                    <a:lnTo>
                      <a:pt x="36305" y="34170"/>
                    </a:lnTo>
                    <a:lnTo>
                      <a:pt x="7283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3" name="Контур"/>
              <p:cNvSpPr/>
              <p:nvPr/>
            </p:nvSpPr>
            <p:spPr>
              <a:xfrm>
                <a:off x="10332010" y="3548106"/>
                <a:ext cx="68794" cy="71722"/>
              </a:xfrm>
              <a:custGeom>
                <a:avLst/>
                <a:gdLst/>
                <a:ahLst/>
                <a:cxnLst/>
                <a:rect l="l" t="t" r="r" b="b"/>
                <a:pathLst>
                  <a:path w="68794" h="71722">
                    <a:moveTo>
                      <a:pt x="49152" y="71722"/>
                    </a:moveTo>
                    <a:lnTo>
                      <a:pt x="0" y="17957"/>
                    </a:lnTo>
                    <a:lnTo>
                      <a:pt x="19642" y="0"/>
                    </a:lnTo>
                    <a:lnTo>
                      <a:pt x="68794" y="53760"/>
                    </a:lnTo>
                    <a:lnTo>
                      <a:pt x="49152" y="71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4" name="Контур"/>
              <p:cNvSpPr/>
              <p:nvPr/>
            </p:nvSpPr>
            <p:spPr>
              <a:xfrm>
                <a:off x="10416838" y="3736120"/>
                <a:ext cx="261173" cy="279542"/>
              </a:xfrm>
              <a:custGeom>
                <a:avLst/>
                <a:gdLst/>
                <a:ahLst/>
                <a:cxnLst/>
                <a:rect l="l" t="t" r="r" b="b"/>
                <a:pathLst>
                  <a:path w="261173" h="279542">
                    <a:moveTo>
                      <a:pt x="9638" y="37233"/>
                    </a:moveTo>
                    <a:lnTo>
                      <a:pt x="12888" y="34142"/>
                    </a:lnTo>
                    <a:lnTo>
                      <a:pt x="0" y="20563"/>
                    </a:lnTo>
                    <a:lnTo>
                      <a:pt x="21667" y="0"/>
                    </a:lnTo>
                    <a:lnTo>
                      <a:pt x="37354" y="16512"/>
                    </a:lnTo>
                    <a:lnTo>
                      <a:pt x="59741" y="43473"/>
                    </a:lnTo>
                    <a:lnTo>
                      <a:pt x="261173" y="255590"/>
                    </a:lnTo>
                    <a:lnTo>
                      <a:pt x="235949" y="279542"/>
                    </a:lnTo>
                    <a:lnTo>
                      <a:pt x="9638" y="372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5" name="Контур"/>
              <p:cNvSpPr/>
              <p:nvPr/>
            </p:nvSpPr>
            <p:spPr>
              <a:xfrm>
                <a:off x="9887969" y="3804035"/>
                <a:ext cx="206424" cy="200155"/>
              </a:xfrm>
              <a:custGeom>
                <a:avLst/>
                <a:gdLst/>
                <a:ahLst/>
                <a:cxnLst/>
                <a:rect l="l" t="t" r="r" b="b"/>
                <a:pathLst>
                  <a:path w="206424" h="200155">
                    <a:moveTo>
                      <a:pt x="151613" y="26477"/>
                    </a:moveTo>
                    <a:lnTo>
                      <a:pt x="179179" y="0"/>
                    </a:lnTo>
                    <a:lnTo>
                      <a:pt x="206424" y="28637"/>
                    </a:lnTo>
                    <a:lnTo>
                      <a:pt x="26155" y="200155"/>
                    </a:lnTo>
                    <a:lnTo>
                      <a:pt x="0" y="172109"/>
                    </a:lnTo>
                    <a:lnTo>
                      <a:pt x="23146" y="149880"/>
                    </a:lnTo>
                    <a:lnTo>
                      <a:pt x="118589" y="58200"/>
                    </a:lnTo>
                    <a:lnTo>
                      <a:pt x="148891" y="29093"/>
                    </a:lnTo>
                    <a:lnTo>
                      <a:pt x="151613" y="264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6" name="Контур"/>
              <p:cNvSpPr/>
              <p:nvPr/>
            </p:nvSpPr>
            <p:spPr>
              <a:xfrm>
                <a:off x="9898054" y="3819496"/>
                <a:ext cx="138806" cy="134419"/>
              </a:xfrm>
              <a:custGeom>
                <a:avLst/>
                <a:gdLst/>
                <a:ahLst/>
                <a:cxnLst/>
                <a:rect l="l" t="t" r="r" b="b"/>
                <a:pathLst>
                  <a:path w="138806" h="134419">
                    <a:moveTo>
                      <a:pt x="138806" y="13632"/>
                    </a:moveTo>
                    <a:lnTo>
                      <a:pt x="108504" y="42739"/>
                    </a:lnTo>
                    <a:lnTo>
                      <a:pt x="13061" y="134419"/>
                    </a:lnTo>
                    <a:lnTo>
                      <a:pt x="0" y="120820"/>
                    </a:lnTo>
                    <a:lnTo>
                      <a:pt x="126014" y="0"/>
                    </a:lnTo>
                    <a:lnTo>
                      <a:pt x="138806" y="136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7" name="Контур"/>
              <p:cNvSpPr/>
              <p:nvPr/>
            </p:nvSpPr>
            <p:spPr>
              <a:xfrm>
                <a:off x="10126313" y="3706201"/>
                <a:ext cx="40579" cy="40282"/>
              </a:xfrm>
              <a:custGeom>
                <a:avLst/>
                <a:gdLst/>
                <a:ahLst/>
                <a:cxnLst/>
                <a:rect l="l" t="t" r="r" b="b"/>
                <a:pathLst>
                  <a:path w="40579" h="40282">
                    <a:moveTo>
                      <a:pt x="27173" y="40282"/>
                    </a:moveTo>
                    <a:lnTo>
                      <a:pt x="0" y="11434"/>
                    </a:lnTo>
                    <a:lnTo>
                      <a:pt x="13483" y="0"/>
                    </a:lnTo>
                    <a:lnTo>
                      <a:pt x="40579" y="27653"/>
                    </a:lnTo>
                    <a:lnTo>
                      <a:pt x="27173" y="402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8" name="Контур"/>
              <p:cNvSpPr/>
              <p:nvPr/>
            </p:nvSpPr>
            <p:spPr>
              <a:xfrm>
                <a:off x="10649974" y="3069496"/>
                <a:ext cx="712258" cy="721934"/>
              </a:xfrm>
              <a:custGeom>
                <a:avLst/>
                <a:gdLst/>
                <a:ahLst/>
                <a:cxnLst/>
                <a:rect l="l" t="t" r="r" b="b"/>
                <a:pathLst>
                  <a:path w="712258" h="721934">
                    <a:moveTo>
                      <a:pt x="430584" y="33590"/>
                    </a:moveTo>
                    <a:lnTo>
                      <a:pt x="712258" y="339096"/>
                    </a:lnTo>
                    <a:lnTo>
                      <a:pt x="320945" y="721934"/>
                    </a:lnTo>
                    <a:lnTo>
                      <a:pt x="302349" y="702473"/>
                    </a:lnTo>
                    <a:lnTo>
                      <a:pt x="0" y="378105"/>
                    </a:lnTo>
                    <a:lnTo>
                      <a:pt x="315365" y="79010"/>
                    </a:lnTo>
                    <a:lnTo>
                      <a:pt x="328991" y="65382"/>
                    </a:lnTo>
                    <a:lnTo>
                      <a:pt x="337939" y="56630"/>
                    </a:lnTo>
                    <a:lnTo>
                      <a:pt x="399859" y="0"/>
                    </a:lnTo>
                    <a:lnTo>
                      <a:pt x="430584" y="335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9" name="Контур"/>
              <p:cNvSpPr/>
              <p:nvPr/>
            </p:nvSpPr>
            <p:spPr>
              <a:xfrm>
                <a:off x="9839362" y="3798836"/>
                <a:ext cx="93783" cy="92762"/>
              </a:xfrm>
              <a:custGeom>
                <a:avLst/>
                <a:gdLst/>
                <a:ahLst/>
                <a:cxnLst/>
                <a:rect l="l" t="t" r="r" b="b"/>
                <a:pathLst>
                  <a:path w="93783" h="92762">
                    <a:moveTo>
                      <a:pt x="57012" y="0"/>
                    </a:moveTo>
                    <a:lnTo>
                      <a:pt x="93783" y="38979"/>
                    </a:lnTo>
                    <a:lnTo>
                      <a:pt x="36770" y="92762"/>
                    </a:lnTo>
                    <a:lnTo>
                      <a:pt x="0" y="53783"/>
                    </a:lnTo>
                    <a:lnTo>
                      <a:pt x="570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0" name="Контур"/>
              <p:cNvSpPr/>
              <p:nvPr/>
            </p:nvSpPr>
            <p:spPr>
              <a:xfrm>
                <a:off x="9964030" y="3883571"/>
                <a:ext cx="203818" cy="199800"/>
              </a:xfrm>
              <a:custGeom>
                <a:avLst/>
                <a:gdLst/>
                <a:ahLst/>
                <a:cxnLst/>
                <a:rect l="l" t="t" r="r" b="b"/>
                <a:pathLst>
                  <a:path w="203818" h="199800">
                    <a:moveTo>
                      <a:pt x="24398" y="199800"/>
                    </a:moveTo>
                    <a:lnTo>
                      <a:pt x="0" y="173136"/>
                    </a:lnTo>
                    <a:lnTo>
                      <a:pt x="180797" y="0"/>
                    </a:lnTo>
                    <a:lnTo>
                      <a:pt x="199042" y="20208"/>
                    </a:lnTo>
                    <a:lnTo>
                      <a:pt x="203818" y="25497"/>
                    </a:lnTo>
                    <a:lnTo>
                      <a:pt x="198562" y="30609"/>
                    </a:lnTo>
                    <a:lnTo>
                      <a:pt x="171979" y="56486"/>
                    </a:lnTo>
                    <a:lnTo>
                      <a:pt x="165480" y="62798"/>
                    </a:lnTo>
                    <a:lnTo>
                      <a:pt x="46910" y="177941"/>
                    </a:lnTo>
                    <a:lnTo>
                      <a:pt x="43824" y="180936"/>
                    </a:lnTo>
                    <a:lnTo>
                      <a:pt x="24398" y="1998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1" name="Контур"/>
              <p:cNvSpPr/>
              <p:nvPr/>
            </p:nvSpPr>
            <p:spPr>
              <a:xfrm>
                <a:off x="10130259" y="4053203"/>
                <a:ext cx="88920" cy="82089"/>
              </a:xfrm>
              <a:custGeom>
                <a:avLst/>
                <a:gdLst/>
                <a:ahLst/>
                <a:cxnLst/>
                <a:rect l="l" t="t" r="r" b="b"/>
                <a:pathLst>
                  <a:path w="88920" h="82089">
                    <a:moveTo>
                      <a:pt x="88920" y="25421"/>
                    </a:moveTo>
                    <a:lnTo>
                      <a:pt x="28209" y="82089"/>
                    </a:lnTo>
                    <a:lnTo>
                      <a:pt x="0" y="51869"/>
                    </a:lnTo>
                    <a:lnTo>
                      <a:pt x="33782" y="21278"/>
                    </a:lnTo>
                    <a:lnTo>
                      <a:pt x="39878" y="23625"/>
                    </a:lnTo>
                    <a:lnTo>
                      <a:pt x="65193" y="0"/>
                    </a:lnTo>
                    <a:lnTo>
                      <a:pt x="88920" y="254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2" name="Контур"/>
              <p:cNvSpPr/>
              <p:nvPr/>
            </p:nvSpPr>
            <p:spPr>
              <a:xfrm>
                <a:off x="10007854" y="3909068"/>
                <a:ext cx="343781" cy="203410"/>
              </a:xfrm>
              <a:custGeom>
                <a:avLst/>
                <a:gdLst/>
                <a:ahLst/>
                <a:cxnLst/>
                <a:rect l="l" t="t" r="r" b="b"/>
                <a:pathLst>
                  <a:path w="343781" h="203410">
                    <a:moveTo>
                      <a:pt x="159994" y="0"/>
                    </a:moveTo>
                    <a:lnTo>
                      <a:pt x="202618" y="40253"/>
                    </a:lnTo>
                    <a:lnTo>
                      <a:pt x="343781" y="188861"/>
                    </a:lnTo>
                    <a:lnTo>
                      <a:pt x="335827" y="196416"/>
                    </a:lnTo>
                    <a:lnTo>
                      <a:pt x="328464" y="203410"/>
                    </a:lnTo>
                    <a:lnTo>
                      <a:pt x="205363" y="73791"/>
                    </a:lnTo>
                    <a:lnTo>
                      <a:pt x="182078" y="95900"/>
                    </a:lnTo>
                    <a:lnTo>
                      <a:pt x="146404" y="58329"/>
                    </a:lnTo>
                    <a:lnTo>
                      <a:pt x="85923" y="114837"/>
                    </a:lnTo>
                    <a:lnTo>
                      <a:pt x="75412" y="105021"/>
                    </a:lnTo>
                    <a:lnTo>
                      <a:pt x="10241" y="166372"/>
                    </a:lnTo>
                    <a:lnTo>
                      <a:pt x="0" y="155439"/>
                    </a:lnTo>
                    <a:lnTo>
                      <a:pt x="3086" y="152444"/>
                    </a:lnTo>
                    <a:lnTo>
                      <a:pt x="121656" y="37301"/>
                    </a:lnTo>
                    <a:lnTo>
                      <a:pt x="128155" y="30989"/>
                    </a:lnTo>
                    <a:lnTo>
                      <a:pt x="154738" y="5112"/>
                    </a:lnTo>
                    <a:lnTo>
                      <a:pt x="1599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3" name="Контур"/>
              <p:cNvSpPr/>
              <p:nvPr/>
            </p:nvSpPr>
            <p:spPr>
              <a:xfrm>
                <a:off x="10689641" y="4034872"/>
                <a:ext cx="29621" cy="28075"/>
              </a:xfrm>
              <a:custGeom>
                <a:avLst/>
                <a:gdLst/>
                <a:ahLst/>
                <a:cxnLst/>
                <a:rect l="l" t="t" r="r" b="b"/>
                <a:pathLst>
                  <a:path w="29621" h="28075">
                    <a:moveTo>
                      <a:pt x="29621" y="11947"/>
                    </a:moveTo>
                    <a:lnTo>
                      <a:pt x="9653" y="28075"/>
                    </a:lnTo>
                    <a:lnTo>
                      <a:pt x="0" y="16128"/>
                    </a:lnTo>
                    <a:lnTo>
                      <a:pt x="19968" y="0"/>
                    </a:lnTo>
                    <a:lnTo>
                      <a:pt x="29621" y="11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4" name="Контур"/>
              <p:cNvSpPr/>
              <p:nvPr/>
            </p:nvSpPr>
            <p:spPr>
              <a:xfrm>
                <a:off x="9914124" y="3690592"/>
                <a:ext cx="366788" cy="366115"/>
              </a:xfrm>
              <a:custGeom>
                <a:avLst/>
                <a:gdLst/>
                <a:ahLst/>
                <a:cxnLst/>
                <a:rect l="l" t="t" r="r" b="b"/>
                <a:pathLst>
                  <a:path w="366788" h="366115">
                    <a:moveTo>
                      <a:pt x="296348" y="258729"/>
                    </a:moveTo>
                    <a:lnTo>
                      <a:pt x="230703" y="192979"/>
                    </a:lnTo>
                    <a:lnTo>
                      <a:pt x="49906" y="366115"/>
                    </a:lnTo>
                    <a:lnTo>
                      <a:pt x="0" y="313598"/>
                    </a:lnTo>
                    <a:lnTo>
                      <a:pt x="180269" y="142080"/>
                    </a:lnTo>
                    <a:lnTo>
                      <a:pt x="112157" y="70492"/>
                    </a:lnTo>
                    <a:lnTo>
                      <a:pt x="186720" y="0"/>
                    </a:lnTo>
                    <a:lnTo>
                      <a:pt x="239362" y="55891"/>
                    </a:lnTo>
                    <a:lnTo>
                      <a:pt x="252768" y="43262"/>
                    </a:lnTo>
                    <a:lnTo>
                      <a:pt x="269429" y="60950"/>
                    </a:lnTo>
                    <a:lnTo>
                      <a:pt x="256757" y="72552"/>
                    </a:lnTo>
                    <a:lnTo>
                      <a:pt x="297682" y="115008"/>
                    </a:lnTo>
                    <a:lnTo>
                      <a:pt x="310983" y="103459"/>
                    </a:lnTo>
                    <a:lnTo>
                      <a:pt x="327533" y="121838"/>
                    </a:lnTo>
                    <a:lnTo>
                      <a:pt x="313690" y="133896"/>
                    </a:lnTo>
                    <a:lnTo>
                      <a:pt x="366788" y="192715"/>
                    </a:lnTo>
                    <a:lnTo>
                      <a:pt x="296348" y="2587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5" name="Контур"/>
              <p:cNvSpPr/>
              <p:nvPr/>
            </p:nvSpPr>
            <p:spPr>
              <a:xfrm>
                <a:off x="10657916" y="3892537"/>
                <a:ext cx="153196" cy="148831"/>
              </a:xfrm>
              <a:custGeom>
                <a:avLst/>
                <a:gdLst/>
                <a:ahLst/>
                <a:cxnLst/>
                <a:rect l="l" t="t" r="r" b="b"/>
                <a:pathLst>
                  <a:path w="153196" h="148831">
                    <a:moveTo>
                      <a:pt x="131045" y="0"/>
                    </a:moveTo>
                    <a:lnTo>
                      <a:pt x="153196" y="23084"/>
                    </a:lnTo>
                    <a:lnTo>
                      <a:pt x="22151" y="148831"/>
                    </a:lnTo>
                    <a:lnTo>
                      <a:pt x="0" y="125747"/>
                    </a:lnTo>
                    <a:lnTo>
                      <a:pt x="24038" y="102936"/>
                    </a:lnTo>
                    <a:lnTo>
                      <a:pt x="1310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6" name="Контур"/>
              <p:cNvSpPr/>
              <p:nvPr/>
            </p:nvSpPr>
            <p:spPr>
              <a:xfrm>
                <a:off x="11294153" y="2472824"/>
                <a:ext cx="39927" cy="40642"/>
              </a:xfrm>
              <a:custGeom>
                <a:avLst/>
                <a:gdLst/>
                <a:ahLst/>
                <a:cxnLst/>
                <a:rect l="l" t="t" r="r" b="b"/>
                <a:pathLst>
                  <a:path w="39927" h="40642">
                    <a:moveTo>
                      <a:pt x="0" y="20213"/>
                    </a:moveTo>
                    <a:lnTo>
                      <a:pt x="20381" y="0"/>
                    </a:lnTo>
                    <a:lnTo>
                      <a:pt x="39927" y="21802"/>
                    </a:lnTo>
                    <a:lnTo>
                      <a:pt x="20117" y="40642"/>
                    </a:lnTo>
                    <a:lnTo>
                      <a:pt x="0" y="202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7" name="Контур"/>
              <p:cNvSpPr/>
              <p:nvPr/>
            </p:nvSpPr>
            <p:spPr>
              <a:xfrm>
                <a:off x="11656270" y="2372044"/>
                <a:ext cx="120441" cy="105928"/>
              </a:xfrm>
              <a:custGeom>
                <a:avLst/>
                <a:gdLst/>
                <a:ahLst/>
                <a:cxnLst/>
                <a:rect l="l" t="t" r="r" b="b"/>
                <a:pathLst>
                  <a:path w="120441" h="105928">
                    <a:moveTo>
                      <a:pt x="7906" y="105928"/>
                    </a:moveTo>
                    <a:lnTo>
                      <a:pt x="0" y="97639"/>
                    </a:lnTo>
                    <a:lnTo>
                      <a:pt x="102356" y="68"/>
                    </a:lnTo>
                    <a:lnTo>
                      <a:pt x="120441" y="0"/>
                    </a:lnTo>
                    <a:lnTo>
                      <a:pt x="91253" y="27477"/>
                    </a:lnTo>
                    <a:lnTo>
                      <a:pt x="7906" y="1059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8" name="Контур"/>
              <p:cNvSpPr/>
              <p:nvPr/>
            </p:nvSpPr>
            <p:spPr>
              <a:xfrm>
                <a:off x="11637492" y="2372112"/>
                <a:ext cx="121134" cy="97571"/>
              </a:xfrm>
              <a:custGeom>
                <a:avLst/>
                <a:gdLst/>
                <a:ahLst/>
                <a:cxnLst/>
                <a:rect l="l" t="t" r="r" b="b"/>
                <a:pathLst>
                  <a:path w="121134" h="97571">
                    <a:moveTo>
                      <a:pt x="81535" y="149"/>
                    </a:moveTo>
                    <a:lnTo>
                      <a:pt x="121134" y="0"/>
                    </a:lnTo>
                    <a:lnTo>
                      <a:pt x="18778" y="97571"/>
                    </a:lnTo>
                    <a:lnTo>
                      <a:pt x="0" y="77872"/>
                    </a:lnTo>
                    <a:lnTo>
                      <a:pt x="81535" y="1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9" name="Контур"/>
              <p:cNvSpPr/>
              <p:nvPr/>
            </p:nvSpPr>
            <p:spPr>
              <a:xfrm>
                <a:off x="11783736" y="2789991"/>
                <a:ext cx="293642" cy="326376"/>
              </a:xfrm>
              <a:custGeom>
                <a:avLst/>
                <a:gdLst/>
                <a:ahLst/>
                <a:cxnLst/>
                <a:rect l="l" t="t" r="r" b="b"/>
                <a:pathLst>
                  <a:path w="293642" h="326376">
                    <a:moveTo>
                      <a:pt x="272000" y="0"/>
                    </a:moveTo>
                    <a:lnTo>
                      <a:pt x="284934" y="11335"/>
                    </a:lnTo>
                    <a:lnTo>
                      <a:pt x="293642" y="19142"/>
                    </a:lnTo>
                    <a:lnTo>
                      <a:pt x="41896" y="314400"/>
                    </a:lnTo>
                    <a:lnTo>
                      <a:pt x="12826" y="326376"/>
                    </a:lnTo>
                    <a:lnTo>
                      <a:pt x="0" y="319960"/>
                    </a:lnTo>
                    <a:lnTo>
                      <a:pt x="2720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0" name="Контур"/>
              <p:cNvSpPr/>
              <p:nvPr/>
            </p:nvSpPr>
            <p:spPr>
              <a:xfrm>
                <a:off x="11676216" y="2666348"/>
                <a:ext cx="380053" cy="424572"/>
              </a:xfrm>
              <a:custGeom>
                <a:avLst/>
                <a:gdLst/>
                <a:ahLst/>
                <a:cxnLst/>
                <a:rect l="l" t="t" r="r" b="b"/>
                <a:pathLst>
                  <a:path w="380053" h="424572">
                    <a:moveTo>
                      <a:pt x="77593" y="424572"/>
                    </a:moveTo>
                    <a:lnTo>
                      <a:pt x="51087" y="409173"/>
                    </a:lnTo>
                    <a:lnTo>
                      <a:pt x="53866" y="405966"/>
                    </a:lnTo>
                    <a:lnTo>
                      <a:pt x="0" y="354209"/>
                    </a:lnTo>
                    <a:lnTo>
                      <a:pt x="44033" y="309509"/>
                    </a:lnTo>
                    <a:lnTo>
                      <a:pt x="92770" y="356133"/>
                    </a:lnTo>
                    <a:lnTo>
                      <a:pt x="110297" y="336457"/>
                    </a:lnTo>
                    <a:lnTo>
                      <a:pt x="58143" y="283842"/>
                    </a:lnTo>
                    <a:lnTo>
                      <a:pt x="101535" y="237646"/>
                    </a:lnTo>
                    <a:lnTo>
                      <a:pt x="153263" y="288975"/>
                    </a:lnTo>
                    <a:lnTo>
                      <a:pt x="171860" y="268444"/>
                    </a:lnTo>
                    <a:lnTo>
                      <a:pt x="128468" y="227808"/>
                    </a:lnTo>
                    <a:lnTo>
                      <a:pt x="171007" y="182680"/>
                    </a:lnTo>
                    <a:lnTo>
                      <a:pt x="209056" y="219680"/>
                    </a:lnTo>
                    <a:lnTo>
                      <a:pt x="225301" y="199790"/>
                    </a:lnTo>
                    <a:lnTo>
                      <a:pt x="202643" y="180969"/>
                    </a:lnTo>
                    <a:lnTo>
                      <a:pt x="353148" y="0"/>
                    </a:lnTo>
                    <a:lnTo>
                      <a:pt x="377950" y="21068"/>
                    </a:lnTo>
                    <a:lnTo>
                      <a:pt x="356112" y="45595"/>
                    </a:lnTo>
                    <a:lnTo>
                      <a:pt x="380053" y="65271"/>
                    </a:lnTo>
                    <a:lnTo>
                      <a:pt x="341791" y="109115"/>
                    </a:lnTo>
                    <a:lnTo>
                      <a:pt x="319135" y="90935"/>
                    </a:lnTo>
                    <a:lnTo>
                      <a:pt x="268261" y="150819"/>
                    </a:lnTo>
                    <a:lnTo>
                      <a:pt x="290491" y="171351"/>
                    </a:lnTo>
                    <a:lnTo>
                      <a:pt x="77593" y="4245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1" name="Контур"/>
              <p:cNvSpPr/>
              <p:nvPr/>
            </p:nvSpPr>
            <p:spPr>
              <a:xfrm>
                <a:off x="11357590" y="2738248"/>
                <a:ext cx="282437" cy="287712"/>
              </a:xfrm>
              <a:custGeom>
                <a:avLst/>
                <a:gdLst/>
                <a:ahLst/>
                <a:cxnLst/>
                <a:rect l="l" t="t" r="r" b="b"/>
                <a:pathLst>
                  <a:path w="282437" h="287712">
                    <a:moveTo>
                      <a:pt x="282437" y="258312"/>
                    </a:moveTo>
                    <a:lnTo>
                      <a:pt x="250958" y="287712"/>
                    </a:lnTo>
                    <a:lnTo>
                      <a:pt x="0" y="29390"/>
                    </a:lnTo>
                    <a:lnTo>
                      <a:pt x="30086" y="0"/>
                    </a:lnTo>
                    <a:lnTo>
                      <a:pt x="282437" y="2583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2" name="Контур"/>
              <p:cNvSpPr/>
              <p:nvPr/>
            </p:nvSpPr>
            <p:spPr>
              <a:xfrm>
                <a:off x="11387676" y="2370035"/>
                <a:ext cx="920077" cy="626525"/>
              </a:xfrm>
              <a:custGeom>
                <a:avLst/>
                <a:gdLst/>
                <a:ahLst/>
                <a:cxnLst/>
                <a:rect l="l" t="t" r="r" b="b"/>
                <a:pathLst>
                  <a:path w="920077" h="626525">
                    <a:moveTo>
                      <a:pt x="0" y="368213"/>
                    </a:moveTo>
                    <a:lnTo>
                      <a:pt x="276500" y="107937"/>
                    </a:lnTo>
                    <a:lnTo>
                      <a:pt x="359847" y="29486"/>
                    </a:lnTo>
                    <a:lnTo>
                      <a:pt x="389035" y="2009"/>
                    </a:lnTo>
                    <a:lnTo>
                      <a:pt x="920077" y="0"/>
                    </a:lnTo>
                    <a:lnTo>
                      <a:pt x="252351" y="626525"/>
                    </a:lnTo>
                    <a:lnTo>
                      <a:pt x="0" y="3682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3" name="Контур"/>
              <p:cNvSpPr/>
              <p:nvPr/>
            </p:nvSpPr>
            <p:spPr>
              <a:xfrm>
                <a:off x="11127066" y="2663418"/>
                <a:ext cx="45124" cy="45441"/>
              </a:xfrm>
              <a:custGeom>
                <a:avLst/>
                <a:gdLst/>
                <a:ahLst/>
                <a:cxnLst/>
                <a:rect l="l" t="t" r="r" b="b"/>
                <a:pathLst>
                  <a:path w="45124" h="45441">
                    <a:moveTo>
                      <a:pt x="26987" y="0"/>
                    </a:moveTo>
                    <a:lnTo>
                      <a:pt x="45124" y="27892"/>
                    </a:lnTo>
                    <a:lnTo>
                      <a:pt x="18138" y="45441"/>
                    </a:lnTo>
                    <a:lnTo>
                      <a:pt x="0" y="17549"/>
                    </a:lnTo>
                    <a:lnTo>
                      <a:pt x="2698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4" name="Контур"/>
              <p:cNvSpPr/>
              <p:nvPr/>
            </p:nvSpPr>
            <p:spPr>
              <a:xfrm>
                <a:off x="11361253" y="2542367"/>
                <a:ext cx="40209" cy="39879"/>
              </a:xfrm>
              <a:custGeom>
                <a:avLst/>
                <a:gdLst/>
                <a:ahLst/>
                <a:cxnLst/>
                <a:rect l="l" t="t" r="r" b="b"/>
                <a:pathLst>
                  <a:path w="40209" h="39879">
                    <a:moveTo>
                      <a:pt x="20971" y="0"/>
                    </a:moveTo>
                    <a:lnTo>
                      <a:pt x="40209" y="19699"/>
                    </a:lnTo>
                    <a:lnTo>
                      <a:pt x="19886" y="39879"/>
                    </a:lnTo>
                    <a:lnTo>
                      <a:pt x="0" y="20343"/>
                    </a:lnTo>
                    <a:lnTo>
                      <a:pt x="2097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5" name="Контур"/>
              <p:cNvSpPr/>
              <p:nvPr/>
            </p:nvSpPr>
            <p:spPr>
              <a:xfrm>
                <a:off x="11858537" y="3115499"/>
                <a:ext cx="253858" cy="264619"/>
              </a:xfrm>
              <a:custGeom>
                <a:avLst/>
                <a:gdLst/>
                <a:ahLst/>
                <a:cxnLst/>
                <a:rect l="l" t="t" r="r" b="b"/>
                <a:pathLst>
                  <a:path w="253858" h="264619">
                    <a:moveTo>
                      <a:pt x="0" y="241229"/>
                    </a:moveTo>
                    <a:lnTo>
                      <a:pt x="205627" y="14198"/>
                    </a:lnTo>
                    <a:lnTo>
                      <a:pt x="202925" y="11755"/>
                    </a:lnTo>
                    <a:lnTo>
                      <a:pt x="213571" y="0"/>
                    </a:lnTo>
                    <a:lnTo>
                      <a:pt x="235647" y="20001"/>
                    </a:lnTo>
                    <a:lnTo>
                      <a:pt x="224923" y="31833"/>
                    </a:lnTo>
                    <a:lnTo>
                      <a:pt x="230127" y="36552"/>
                    </a:lnTo>
                    <a:lnTo>
                      <a:pt x="242991" y="48206"/>
                    </a:lnTo>
                    <a:lnTo>
                      <a:pt x="253858" y="58056"/>
                    </a:lnTo>
                    <a:lnTo>
                      <a:pt x="99010" y="228931"/>
                    </a:lnTo>
                    <a:lnTo>
                      <a:pt x="91896" y="222485"/>
                    </a:lnTo>
                    <a:lnTo>
                      <a:pt x="71722" y="244742"/>
                    </a:lnTo>
                    <a:lnTo>
                      <a:pt x="56405" y="230856"/>
                    </a:lnTo>
                    <a:lnTo>
                      <a:pt x="25795" y="264619"/>
                    </a:lnTo>
                    <a:lnTo>
                      <a:pt x="0" y="2412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6" name="Контур"/>
              <p:cNvSpPr/>
              <p:nvPr/>
            </p:nvSpPr>
            <p:spPr>
              <a:xfrm>
                <a:off x="11718540" y="3041348"/>
                <a:ext cx="251189" cy="270682"/>
              </a:xfrm>
              <a:custGeom>
                <a:avLst/>
                <a:gdLst/>
                <a:ahLst/>
                <a:cxnLst/>
                <a:rect l="l" t="t" r="r" b="b"/>
                <a:pathLst>
                  <a:path w="251189" h="270682">
                    <a:moveTo>
                      <a:pt x="251189" y="22944"/>
                    </a:moveTo>
                    <a:lnTo>
                      <a:pt x="27061" y="270682"/>
                    </a:lnTo>
                    <a:lnTo>
                      <a:pt x="0" y="248352"/>
                    </a:lnTo>
                    <a:lnTo>
                      <a:pt x="88325" y="151234"/>
                    </a:lnTo>
                    <a:lnTo>
                      <a:pt x="139527" y="94940"/>
                    </a:lnTo>
                    <a:lnTo>
                      <a:pt x="225869" y="0"/>
                    </a:lnTo>
                    <a:lnTo>
                      <a:pt x="251189" y="229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7" name="Контур"/>
              <p:cNvSpPr/>
              <p:nvPr/>
            </p:nvSpPr>
            <p:spPr>
              <a:xfrm>
                <a:off x="11685746" y="3289700"/>
                <a:ext cx="59855" cy="59543"/>
              </a:xfrm>
              <a:custGeom>
                <a:avLst/>
                <a:gdLst/>
                <a:ahLst/>
                <a:cxnLst/>
                <a:rect l="l" t="t" r="r" b="b"/>
                <a:pathLst>
                  <a:path w="59855" h="59543">
                    <a:moveTo>
                      <a:pt x="32794" y="0"/>
                    </a:moveTo>
                    <a:lnTo>
                      <a:pt x="59855" y="22330"/>
                    </a:lnTo>
                    <a:lnTo>
                      <a:pt x="26244" y="59543"/>
                    </a:lnTo>
                    <a:lnTo>
                      <a:pt x="0" y="34971"/>
                    </a:lnTo>
                    <a:lnTo>
                      <a:pt x="5473" y="28792"/>
                    </a:lnTo>
                    <a:lnTo>
                      <a:pt x="327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8" name="Контур"/>
              <p:cNvSpPr/>
              <p:nvPr/>
            </p:nvSpPr>
            <p:spPr>
              <a:xfrm>
                <a:off x="11806289" y="2694640"/>
                <a:ext cx="580565" cy="653107"/>
              </a:xfrm>
              <a:custGeom>
                <a:avLst/>
                <a:gdLst/>
                <a:ahLst/>
                <a:cxnLst/>
                <a:rect l="l" t="t" r="r" b="b"/>
                <a:pathLst>
                  <a:path w="580565" h="653107">
                    <a:moveTo>
                      <a:pt x="513130" y="54384"/>
                    </a:moveTo>
                    <a:lnTo>
                      <a:pt x="555264" y="0"/>
                    </a:lnTo>
                    <a:lnTo>
                      <a:pt x="580565" y="23361"/>
                    </a:lnTo>
                    <a:lnTo>
                      <a:pt x="539218" y="77592"/>
                    </a:lnTo>
                    <a:lnTo>
                      <a:pt x="23136" y="653107"/>
                    </a:lnTo>
                    <a:lnTo>
                      <a:pt x="0" y="631142"/>
                    </a:lnTo>
                    <a:lnTo>
                      <a:pt x="513130" y="543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9" name="Контур"/>
              <p:cNvSpPr/>
              <p:nvPr/>
            </p:nvSpPr>
            <p:spPr>
              <a:xfrm>
                <a:off x="11687441" y="3142148"/>
                <a:ext cx="59921" cy="57100"/>
              </a:xfrm>
              <a:custGeom>
                <a:avLst/>
                <a:gdLst/>
                <a:ahLst/>
                <a:cxnLst/>
                <a:rect l="l" t="t" r="r" b="b"/>
                <a:pathLst>
                  <a:path w="59921" h="57100">
                    <a:moveTo>
                      <a:pt x="0" y="40029"/>
                    </a:moveTo>
                    <a:lnTo>
                      <a:pt x="44600" y="0"/>
                    </a:lnTo>
                    <a:lnTo>
                      <a:pt x="59921" y="17072"/>
                    </a:lnTo>
                    <a:lnTo>
                      <a:pt x="15321" y="57100"/>
                    </a:lnTo>
                    <a:lnTo>
                      <a:pt x="0" y="400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0" name="Контур"/>
              <p:cNvSpPr/>
              <p:nvPr/>
            </p:nvSpPr>
            <p:spPr>
              <a:xfrm>
                <a:off x="11790204" y="3120985"/>
                <a:ext cx="67863" cy="71597"/>
              </a:xfrm>
              <a:custGeom>
                <a:avLst/>
                <a:gdLst/>
                <a:ahLst/>
                <a:cxnLst/>
                <a:rect l="l" t="t" r="r" b="b"/>
                <a:pathLst>
                  <a:path w="67863" h="71597">
                    <a:moveTo>
                      <a:pt x="67863" y="15303"/>
                    </a:moveTo>
                    <a:lnTo>
                      <a:pt x="16661" y="71597"/>
                    </a:lnTo>
                    <a:lnTo>
                      <a:pt x="0" y="56655"/>
                    </a:lnTo>
                    <a:lnTo>
                      <a:pt x="50799" y="0"/>
                    </a:lnTo>
                    <a:lnTo>
                      <a:pt x="67863" y="15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1" name="Контур"/>
              <p:cNvSpPr/>
              <p:nvPr/>
            </p:nvSpPr>
            <p:spPr>
              <a:xfrm>
                <a:off x="10717435" y="2692887"/>
                <a:ext cx="211359" cy="88244"/>
              </a:xfrm>
              <a:custGeom>
                <a:avLst/>
                <a:gdLst/>
                <a:ahLst/>
                <a:cxnLst/>
                <a:rect l="l" t="t" r="r" b="b"/>
                <a:pathLst>
                  <a:path w="211359" h="88244">
                    <a:moveTo>
                      <a:pt x="0" y="59156"/>
                    </a:moveTo>
                    <a:lnTo>
                      <a:pt x="202539" y="0"/>
                    </a:lnTo>
                    <a:lnTo>
                      <a:pt x="211359" y="28761"/>
                    </a:lnTo>
                    <a:lnTo>
                      <a:pt x="8820" y="88244"/>
                    </a:lnTo>
                    <a:lnTo>
                      <a:pt x="0" y="591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2" name="Контур"/>
              <p:cNvSpPr/>
              <p:nvPr/>
            </p:nvSpPr>
            <p:spPr>
              <a:xfrm>
                <a:off x="10892676" y="2495732"/>
                <a:ext cx="185597" cy="145210"/>
              </a:xfrm>
              <a:custGeom>
                <a:avLst/>
                <a:gdLst/>
                <a:ahLst/>
                <a:cxnLst/>
                <a:rect l="l" t="t" r="r" b="b"/>
                <a:pathLst>
                  <a:path w="185597" h="145210">
                    <a:moveTo>
                      <a:pt x="0" y="59693"/>
                    </a:moveTo>
                    <a:lnTo>
                      <a:pt x="149924" y="0"/>
                    </a:lnTo>
                    <a:lnTo>
                      <a:pt x="178277" y="71218"/>
                    </a:lnTo>
                    <a:lnTo>
                      <a:pt x="185597" y="89602"/>
                    </a:lnTo>
                    <a:lnTo>
                      <a:pt x="45936" y="145210"/>
                    </a:lnTo>
                    <a:lnTo>
                      <a:pt x="42000" y="135327"/>
                    </a:lnTo>
                    <a:lnTo>
                      <a:pt x="31743" y="139412"/>
                    </a:lnTo>
                    <a:lnTo>
                      <a:pt x="0" y="596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3" name="Контур"/>
              <p:cNvSpPr/>
              <p:nvPr/>
            </p:nvSpPr>
            <p:spPr>
              <a:xfrm>
                <a:off x="10637345" y="2375042"/>
                <a:ext cx="339761" cy="274487"/>
              </a:xfrm>
              <a:custGeom>
                <a:avLst/>
                <a:gdLst/>
                <a:ahLst/>
                <a:cxnLst/>
                <a:rect l="l" t="t" r="r" b="b"/>
                <a:pathLst>
                  <a:path w="339761" h="274487">
                    <a:moveTo>
                      <a:pt x="38607" y="271127"/>
                    </a:moveTo>
                    <a:lnTo>
                      <a:pt x="30427" y="262247"/>
                    </a:lnTo>
                    <a:lnTo>
                      <a:pt x="0" y="229209"/>
                    </a:lnTo>
                    <a:lnTo>
                      <a:pt x="249235" y="338"/>
                    </a:lnTo>
                    <a:lnTo>
                      <a:pt x="339761" y="0"/>
                    </a:lnTo>
                    <a:lnTo>
                      <a:pt x="41698" y="274487"/>
                    </a:lnTo>
                    <a:lnTo>
                      <a:pt x="38607" y="2711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4" name="Контур"/>
              <p:cNvSpPr/>
              <p:nvPr/>
            </p:nvSpPr>
            <p:spPr>
              <a:xfrm>
                <a:off x="10852985" y="2555425"/>
                <a:ext cx="71434" cy="95525"/>
              </a:xfrm>
              <a:custGeom>
                <a:avLst/>
                <a:gdLst/>
                <a:ahLst/>
                <a:cxnLst/>
                <a:rect l="l" t="t" r="r" b="b"/>
                <a:pathLst>
                  <a:path w="71434" h="95525">
                    <a:moveTo>
                      <a:pt x="71434" y="79719"/>
                    </a:moveTo>
                    <a:lnTo>
                      <a:pt x="31743" y="95525"/>
                    </a:lnTo>
                    <a:lnTo>
                      <a:pt x="0" y="15807"/>
                    </a:lnTo>
                    <a:lnTo>
                      <a:pt x="39691" y="0"/>
                    </a:lnTo>
                    <a:lnTo>
                      <a:pt x="71434" y="797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5" name="Контур"/>
              <p:cNvSpPr/>
              <p:nvPr/>
            </p:nvSpPr>
            <p:spPr>
              <a:xfrm>
                <a:off x="11042600" y="2455297"/>
                <a:ext cx="124728" cy="111653"/>
              </a:xfrm>
              <a:custGeom>
                <a:avLst/>
                <a:gdLst/>
                <a:ahLst/>
                <a:cxnLst/>
                <a:rect l="l" t="t" r="r" b="b"/>
                <a:pathLst>
                  <a:path w="124728" h="111653">
                    <a:moveTo>
                      <a:pt x="0" y="40435"/>
                    </a:moveTo>
                    <a:lnTo>
                      <a:pt x="8654" y="36663"/>
                    </a:lnTo>
                    <a:lnTo>
                      <a:pt x="29937" y="27389"/>
                    </a:lnTo>
                    <a:lnTo>
                      <a:pt x="92798" y="0"/>
                    </a:lnTo>
                    <a:lnTo>
                      <a:pt x="124728" y="73282"/>
                    </a:lnTo>
                    <a:lnTo>
                      <a:pt x="28353" y="111653"/>
                    </a:lnTo>
                    <a:lnTo>
                      <a:pt x="0" y="404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6" name="Контур"/>
              <p:cNvSpPr/>
              <p:nvPr/>
            </p:nvSpPr>
            <p:spPr>
              <a:xfrm>
                <a:off x="11043742" y="2465444"/>
                <a:ext cx="28795" cy="26516"/>
              </a:xfrm>
              <a:custGeom>
                <a:avLst/>
                <a:gdLst/>
                <a:ahLst/>
                <a:cxnLst/>
                <a:rect l="l" t="t" r="r" b="b"/>
                <a:pathLst>
                  <a:path w="28795" h="26516">
                    <a:moveTo>
                      <a:pt x="28795" y="17242"/>
                    </a:moveTo>
                    <a:lnTo>
                      <a:pt x="7512" y="26516"/>
                    </a:lnTo>
                    <a:lnTo>
                      <a:pt x="0" y="9274"/>
                    </a:lnTo>
                    <a:lnTo>
                      <a:pt x="21283" y="0"/>
                    </a:lnTo>
                    <a:lnTo>
                      <a:pt x="28795" y="172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7" name="Контур"/>
              <p:cNvSpPr/>
              <p:nvPr/>
            </p:nvSpPr>
            <p:spPr>
              <a:xfrm>
                <a:off x="10934256" y="2711599"/>
                <a:ext cx="208454" cy="196070"/>
              </a:xfrm>
              <a:custGeom>
                <a:avLst/>
                <a:gdLst/>
                <a:ahLst/>
                <a:cxnLst/>
                <a:rect l="l" t="t" r="r" b="b"/>
                <a:pathLst>
                  <a:path w="208454" h="196070">
                    <a:moveTo>
                      <a:pt x="208454" y="41479"/>
                    </a:moveTo>
                    <a:lnTo>
                      <a:pt x="37396" y="196070"/>
                    </a:lnTo>
                    <a:lnTo>
                      <a:pt x="0" y="154591"/>
                    </a:lnTo>
                    <a:lnTo>
                      <a:pt x="169562" y="0"/>
                    </a:lnTo>
                    <a:lnTo>
                      <a:pt x="208454" y="414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8" name="Контур"/>
              <p:cNvSpPr/>
              <p:nvPr/>
            </p:nvSpPr>
            <p:spPr>
              <a:xfrm>
                <a:off x="10701704" y="2794841"/>
                <a:ext cx="91659" cy="107419"/>
              </a:xfrm>
              <a:custGeom>
                <a:avLst/>
                <a:gdLst/>
                <a:ahLst/>
                <a:cxnLst/>
                <a:rect l="l" t="t" r="r" b="b"/>
                <a:pathLst>
                  <a:path w="91659" h="107419">
                    <a:moveTo>
                      <a:pt x="59318" y="107419"/>
                    </a:moveTo>
                    <a:lnTo>
                      <a:pt x="0" y="40800"/>
                    </a:lnTo>
                    <a:lnTo>
                      <a:pt x="45820" y="0"/>
                    </a:lnTo>
                    <a:lnTo>
                      <a:pt x="66624" y="23364"/>
                    </a:lnTo>
                    <a:lnTo>
                      <a:pt x="53144" y="35367"/>
                    </a:lnTo>
                    <a:lnTo>
                      <a:pt x="91659" y="78622"/>
                    </a:lnTo>
                    <a:lnTo>
                      <a:pt x="59318" y="1074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9" name="Контур"/>
              <p:cNvSpPr/>
              <p:nvPr/>
            </p:nvSpPr>
            <p:spPr>
              <a:xfrm>
                <a:off x="10687749" y="2790818"/>
                <a:ext cx="41579" cy="40725"/>
              </a:xfrm>
              <a:custGeom>
                <a:avLst/>
                <a:gdLst/>
                <a:ahLst/>
                <a:cxnLst/>
                <a:rect l="l" t="t" r="r" b="b"/>
                <a:pathLst>
                  <a:path w="41579" h="40725">
                    <a:moveTo>
                      <a:pt x="0" y="25274"/>
                    </a:moveTo>
                    <a:lnTo>
                      <a:pt x="27246" y="0"/>
                    </a:lnTo>
                    <a:lnTo>
                      <a:pt x="41579" y="15451"/>
                    </a:lnTo>
                    <a:lnTo>
                      <a:pt x="14332" y="40725"/>
                    </a:lnTo>
                    <a:lnTo>
                      <a:pt x="0" y="252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0" name="Контур"/>
              <p:cNvSpPr/>
              <p:nvPr/>
            </p:nvSpPr>
            <p:spPr>
              <a:xfrm>
                <a:off x="10776999" y="2830093"/>
                <a:ext cx="316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1605" h="32170">
                    <a:moveTo>
                      <a:pt x="11473" y="0"/>
                    </a:moveTo>
                    <a:lnTo>
                      <a:pt x="31605" y="21352"/>
                    </a:lnTo>
                    <a:lnTo>
                      <a:pt x="20132" y="32170"/>
                    </a:lnTo>
                    <a:lnTo>
                      <a:pt x="0" y="10818"/>
                    </a:lnTo>
                    <a:lnTo>
                      <a:pt x="114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1" name="Контур"/>
              <p:cNvSpPr/>
              <p:nvPr/>
            </p:nvSpPr>
            <p:spPr>
              <a:xfrm>
                <a:off x="10864039" y="2797929"/>
                <a:ext cx="30944" cy="26229"/>
              </a:xfrm>
              <a:custGeom>
                <a:avLst/>
                <a:gdLst/>
                <a:ahLst/>
                <a:cxnLst/>
                <a:rect l="l" t="t" r="r" b="b"/>
                <a:pathLst>
                  <a:path w="30944" h="26229">
                    <a:moveTo>
                      <a:pt x="24777" y="0"/>
                    </a:moveTo>
                    <a:lnTo>
                      <a:pt x="30944" y="7392"/>
                    </a:lnTo>
                    <a:lnTo>
                      <a:pt x="8364" y="26229"/>
                    </a:lnTo>
                    <a:lnTo>
                      <a:pt x="0" y="16203"/>
                    </a:lnTo>
                    <a:lnTo>
                      <a:pt x="8835" y="8833"/>
                    </a:lnTo>
                    <a:lnTo>
                      <a:pt x="11032" y="11467"/>
                    </a:lnTo>
                    <a:lnTo>
                      <a:pt x="2477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2" name="Контур"/>
              <p:cNvSpPr/>
              <p:nvPr/>
            </p:nvSpPr>
            <p:spPr>
              <a:xfrm>
                <a:off x="10861993" y="2773163"/>
                <a:ext cx="37721" cy="36233"/>
              </a:xfrm>
              <a:custGeom>
                <a:avLst/>
                <a:gdLst/>
                <a:ahLst/>
                <a:cxnLst/>
                <a:rect l="l" t="t" r="r" b="b"/>
                <a:pathLst>
                  <a:path w="37721" h="36233">
                    <a:moveTo>
                      <a:pt x="0" y="20558"/>
                    </a:moveTo>
                    <a:lnTo>
                      <a:pt x="24644" y="0"/>
                    </a:lnTo>
                    <a:lnTo>
                      <a:pt x="37721" y="15675"/>
                    </a:lnTo>
                    <a:lnTo>
                      <a:pt x="26823" y="24766"/>
                    </a:lnTo>
                    <a:lnTo>
                      <a:pt x="13078" y="36233"/>
                    </a:lnTo>
                    <a:lnTo>
                      <a:pt x="10881" y="33599"/>
                    </a:lnTo>
                    <a:lnTo>
                      <a:pt x="0" y="205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3" name="Контур"/>
              <p:cNvSpPr/>
              <p:nvPr/>
            </p:nvSpPr>
            <p:spPr>
              <a:xfrm>
                <a:off x="10900065" y="2866190"/>
                <a:ext cx="71587" cy="71840"/>
              </a:xfrm>
              <a:custGeom>
                <a:avLst/>
                <a:gdLst/>
                <a:ahLst/>
                <a:cxnLst/>
                <a:rect l="l" t="t" r="r" b="b"/>
                <a:pathLst>
                  <a:path w="71587" h="71840">
                    <a:moveTo>
                      <a:pt x="71587" y="41479"/>
                    </a:moveTo>
                    <a:lnTo>
                      <a:pt x="38037" y="71840"/>
                    </a:lnTo>
                    <a:lnTo>
                      <a:pt x="0" y="30147"/>
                    </a:lnTo>
                    <a:lnTo>
                      <a:pt x="34191" y="0"/>
                    </a:lnTo>
                    <a:lnTo>
                      <a:pt x="71587" y="414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4" name="Контур"/>
              <p:cNvSpPr/>
              <p:nvPr/>
            </p:nvSpPr>
            <p:spPr>
              <a:xfrm>
                <a:off x="10701752" y="3001350"/>
                <a:ext cx="154737" cy="148771"/>
              </a:xfrm>
              <a:custGeom>
                <a:avLst/>
                <a:gdLst/>
                <a:ahLst/>
                <a:cxnLst/>
                <a:rect l="l" t="t" r="r" b="b"/>
                <a:pathLst>
                  <a:path w="154737" h="148771">
                    <a:moveTo>
                      <a:pt x="110904" y="0"/>
                    </a:moveTo>
                    <a:lnTo>
                      <a:pt x="154737" y="48466"/>
                    </a:lnTo>
                    <a:lnTo>
                      <a:pt x="143797" y="58574"/>
                    </a:lnTo>
                    <a:lnTo>
                      <a:pt x="128752" y="72202"/>
                    </a:lnTo>
                    <a:lnTo>
                      <a:pt x="43833" y="148771"/>
                    </a:lnTo>
                    <a:lnTo>
                      <a:pt x="0" y="100306"/>
                    </a:lnTo>
                    <a:lnTo>
                      <a:pt x="1109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5" name="Контур"/>
              <p:cNvSpPr/>
              <p:nvPr/>
            </p:nvSpPr>
            <p:spPr>
              <a:xfrm>
                <a:off x="10909793" y="2997086"/>
                <a:ext cx="41453" cy="41448"/>
              </a:xfrm>
              <a:custGeom>
                <a:avLst/>
                <a:gdLst/>
                <a:ahLst/>
                <a:cxnLst/>
                <a:rect l="l" t="t" r="r" b="b"/>
                <a:pathLst>
                  <a:path w="41453" h="41448">
                    <a:moveTo>
                      <a:pt x="0" y="20117"/>
                    </a:moveTo>
                    <a:lnTo>
                      <a:pt x="20112" y="0"/>
                    </a:lnTo>
                    <a:lnTo>
                      <a:pt x="41453" y="21336"/>
                    </a:lnTo>
                    <a:lnTo>
                      <a:pt x="21331" y="41448"/>
                    </a:lnTo>
                    <a:lnTo>
                      <a:pt x="0" y="201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6" name="Контур"/>
              <p:cNvSpPr/>
              <p:nvPr/>
            </p:nvSpPr>
            <p:spPr>
              <a:xfrm>
                <a:off x="10830504" y="3059924"/>
                <a:ext cx="148461" cy="88582"/>
              </a:xfrm>
              <a:custGeom>
                <a:avLst/>
                <a:gdLst/>
                <a:ahLst/>
                <a:cxnLst/>
                <a:rect l="l" t="t" r="r" b="b"/>
                <a:pathLst>
                  <a:path w="148461" h="88582">
                    <a:moveTo>
                      <a:pt x="0" y="13628"/>
                    </a:moveTo>
                    <a:lnTo>
                      <a:pt x="15045" y="0"/>
                    </a:lnTo>
                    <a:lnTo>
                      <a:pt x="45418" y="32366"/>
                    </a:lnTo>
                    <a:lnTo>
                      <a:pt x="148461" y="74954"/>
                    </a:lnTo>
                    <a:lnTo>
                      <a:pt x="134835" y="88582"/>
                    </a:lnTo>
                    <a:lnTo>
                      <a:pt x="36902" y="47982"/>
                    </a:lnTo>
                    <a:lnTo>
                      <a:pt x="0" y="136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7" name="Контур"/>
              <p:cNvSpPr/>
              <p:nvPr/>
            </p:nvSpPr>
            <p:spPr>
              <a:xfrm>
                <a:off x="10829825" y="2915896"/>
                <a:ext cx="84840" cy="84883"/>
              </a:xfrm>
              <a:custGeom>
                <a:avLst/>
                <a:gdLst/>
                <a:ahLst/>
                <a:cxnLst/>
                <a:rect l="l" t="t" r="r" b="b"/>
                <a:pathLst>
                  <a:path w="84840" h="84883">
                    <a:moveTo>
                      <a:pt x="42245" y="84883"/>
                    </a:moveTo>
                    <a:lnTo>
                      <a:pt x="0" y="41102"/>
                    </a:lnTo>
                    <a:lnTo>
                      <a:pt x="42600" y="0"/>
                    </a:lnTo>
                    <a:lnTo>
                      <a:pt x="84840" y="43776"/>
                    </a:lnTo>
                    <a:lnTo>
                      <a:pt x="42245" y="848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8" name="Контур"/>
              <p:cNvSpPr/>
              <p:nvPr/>
            </p:nvSpPr>
            <p:spPr>
              <a:xfrm>
                <a:off x="10415062" y="2882104"/>
                <a:ext cx="98918" cy="55545"/>
              </a:xfrm>
              <a:custGeom>
                <a:avLst/>
                <a:gdLst/>
                <a:ahLst/>
                <a:cxnLst/>
                <a:rect l="l" t="t" r="r" b="b"/>
                <a:pathLst>
                  <a:path w="98918" h="55545">
                    <a:moveTo>
                      <a:pt x="98918" y="33561"/>
                    </a:moveTo>
                    <a:lnTo>
                      <a:pt x="6048" y="55545"/>
                    </a:lnTo>
                    <a:lnTo>
                      <a:pt x="0" y="22056"/>
                    </a:lnTo>
                    <a:lnTo>
                      <a:pt x="4915" y="20856"/>
                    </a:lnTo>
                    <a:lnTo>
                      <a:pt x="22013" y="16684"/>
                    </a:lnTo>
                    <a:lnTo>
                      <a:pt x="90259" y="0"/>
                    </a:lnTo>
                    <a:lnTo>
                      <a:pt x="98918" y="335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9" name="Контур"/>
              <p:cNvSpPr/>
              <p:nvPr/>
            </p:nvSpPr>
            <p:spPr>
              <a:xfrm>
                <a:off x="10306415" y="2967605"/>
                <a:ext cx="43869" cy="43478"/>
              </a:xfrm>
              <a:custGeom>
                <a:avLst/>
                <a:gdLst/>
                <a:ahLst/>
                <a:cxnLst/>
                <a:rect l="l" t="t" r="r" b="b"/>
                <a:pathLst>
                  <a:path w="43869" h="43478">
                    <a:moveTo>
                      <a:pt x="0" y="22192"/>
                    </a:moveTo>
                    <a:lnTo>
                      <a:pt x="24425" y="0"/>
                    </a:lnTo>
                    <a:lnTo>
                      <a:pt x="43869" y="21400"/>
                    </a:lnTo>
                    <a:lnTo>
                      <a:pt x="19569" y="43478"/>
                    </a:lnTo>
                    <a:lnTo>
                      <a:pt x="0" y="221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0" name="Контур"/>
              <p:cNvSpPr/>
              <p:nvPr/>
            </p:nvSpPr>
            <p:spPr>
              <a:xfrm>
                <a:off x="10392267" y="2951227"/>
                <a:ext cx="28785" cy="29309"/>
              </a:xfrm>
              <a:custGeom>
                <a:avLst/>
                <a:gdLst/>
                <a:ahLst/>
                <a:cxnLst/>
                <a:rect l="l" t="t" r="r" b="b"/>
                <a:pathLst>
                  <a:path w="28785" h="29309">
                    <a:moveTo>
                      <a:pt x="0" y="8947"/>
                    </a:moveTo>
                    <a:lnTo>
                      <a:pt x="9403" y="0"/>
                    </a:lnTo>
                    <a:lnTo>
                      <a:pt x="28785" y="20352"/>
                    </a:lnTo>
                    <a:lnTo>
                      <a:pt x="19377" y="29309"/>
                    </a:lnTo>
                    <a:lnTo>
                      <a:pt x="0" y="8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1" name="Контур"/>
              <p:cNvSpPr/>
              <p:nvPr/>
            </p:nvSpPr>
            <p:spPr>
              <a:xfrm>
                <a:off x="10327059" y="2577908"/>
                <a:ext cx="126787" cy="129216"/>
              </a:xfrm>
              <a:custGeom>
                <a:avLst/>
                <a:gdLst/>
                <a:ahLst/>
                <a:cxnLst/>
                <a:rect l="l" t="t" r="r" b="b"/>
                <a:pathLst>
                  <a:path w="126787" h="129216">
                    <a:moveTo>
                      <a:pt x="0" y="42605"/>
                    </a:moveTo>
                    <a:lnTo>
                      <a:pt x="43435" y="0"/>
                    </a:lnTo>
                    <a:lnTo>
                      <a:pt x="126787" y="84980"/>
                    </a:lnTo>
                    <a:lnTo>
                      <a:pt x="81691" y="129216"/>
                    </a:lnTo>
                    <a:lnTo>
                      <a:pt x="69624" y="116424"/>
                    </a:lnTo>
                    <a:lnTo>
                      <a:pt x="9120" y="52277"/>
                    </a:lnTo>
                    <a:lnTo>
                      <a:pt x="0" y="426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2" name="Контур"/>
              <p:cNvSpPr/>
              <p:nvPr/>
            </p:nvSpPr>
            <p:spPr>
              <a:xfrm>
                <a:off x="10050712" y="2378285"/>
                <a:ext cx="52279" cy="26242"/>
              </a:xfrm>
              <a:custGeom>
                <a:avLst/>
                <a:gdLst/>
                <a:ahLst/>
                <a:cxnLst/>
                <a:rect l="l" t="t" r="r" b="b"/>
                <a:pathLst>
                  <a:path w="52279" h="26242">
                    <a:moveTo>
                      <a:pt x="0" y="193"/>
                    </a:moveTo>
                    <a:lnTo>
                      <a:pt x="52265" y="0"/>
                    </a:lnTo>
                    <a:lnTo>
                      <a:pt x="52279" y="15"/>
                    </a:lnTo>
                    <a:lnTo>
                      <a:pt x="25810" y="26242"/>
                    </a:lnTo>
                    <a:lnTo>
                      <a:pt x="0" y="1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3" name="Контур"/>
              <p:cNvSpPr/>
              <p:nvPr/>
            </p:nvSpPr>
            <p:spPr>
              <a:xfrm>
                <a:off x="10226078" y="2439262"/>
                <a:ext cx="43014" cy="42328"/>
              </a:xfrm>
              <a:custGeom>
                <a:avLst/>
                <a:gdLst/>
                <a:ahLst/>
                <a:cxnLst/>
                <a:rect l="l" t="t" r="r" b="b"/>
                <a:pathLst>
                  <a:path w="43014" h="42328">
                    <a:moveTo>
                      <a:pt x="15877" y="42328"/>
                    </a:moveTo>
                    <a:lnTo>
                      <a:pt x="0" y="25291"/>
                    </a:lnTo>
                    <a:lnTo>
                      <a:pt x="27137" y="0"/>
                    </a:lnTo>
                    <a:lnTo>
                      <a:pt x="43014" y="17037"/>
                    </a:lnTo>
                    <a:lnTo>
                      <a:pt x="15877" y="423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4" name="Контур"/>
              <p:cNvSpPr/>
              <p:nvPr/>
            </p:nvSpPr>
            <p:spPr>
              <a:xfrm>
                <a:off x="10410080" y="2376706"/>
                <a:ext cx="254798" cy="215060"/>
              </a:xfrm>
              <a:custGeom>
                <a:avLst/>
                <a:gdLst/>
                <a:ahLst/>
                <a:cxnLst/>
                <a:rect l="l" t="t" r="r" b="b"/>
                <a:pathLst>
                  <a:path w="254798" h="215060">
                    <a:moveTo>
                      <a:pt x="0" y="29295"/>
                    </a:moveTo>
                    <a:lnTo>
                      <a:pt x="30305" y="332"/>
                    </a:lnTo>
                    <a:lnTo>
                      <a:pt x="119830" y="0"/>
                    </a:lnTo>
                    <a:lnTo>
                      <a:pt x="254798" y="141222"/>
                    </a:lnTo>
                    <a:lnTo>
                      <a:pt x="177538" y="215060"/>
                    </a:lnTo>
                    <a:lnTo>
                      <a:pt x="0" y="292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5" name="Контур"/>
              <p:cNvSpPr/>
              <p:nvPr/>
            </p:nvSpPr>
            <p:spPr>
              <a:xfrm>
                <a:off x="10333001" y="2987833"/>
                <a:ext cx="176227" cy="184853"/>
              </a:xfrm>
              <a:custGeom>
                <a:avLst/>
                <a:gdLst/>
                <a:ahLst/>
                <a:cxnLst/>
                <a:rect l="l" t="t" r="r" b="b"/>
                <a:pathLst>
                  <a:path w="176227" h="184853">
                    <a:moveTo>
                      <a:pt x="136834" y="184853"/>
                    </a:moveTo>
                    <a:lnTo>
                      <a:pt x="2880" y="39408"/>
                    </a:lnTo>
                    <a:lnTo>
                      <a:pt x="0" y="36283"/>
                    </a:lnTo>
                    <a:lnTo>
                      <a:pt x="39394" y="0"/>
                    </a:lnTo>
                    <a:lnTo>
                      <a:pt x="176227" y="148575"/>
                    </a:lnTo>
                    <a:lnTo>
                      <a:pt x="136834" y="1848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6" name="Контур"/>
              <p:cNvSpPr/>
              <p:nvPr/>
            </p:nvSpPr>
            <p:spPr>
              <a:xfrm>
                <a:off x="9858195" y="3105353"/>
                <a:ext cx="52480" cy="53427"/>
              </a:xfrm>
              <a:custGeom>
                <a:avLst/>
                <a:gdLst/>
                <a:ahLst/>
                <a:cxnLst/>
                <a:rect l="l" t="t" r="r" b="b"/>
                <a:pathLst>
                  <a:path w="52480" h="53427">
                    <a:moveTo>
                      <a:pt x="39349" y="53427"/>
                    </a:moveTo>
                    <a:lnTo>
                      <a:pt x="0" y="12681"/>
                    </a:lnTo>
                    <a:lnTo>
                      <a:pt x="13131" y="0"/>
                    </a:lnTo>
                    <a:lnTo>
                      <a:pt x="52480" y="40747"/>
                    </a:lnTo>
                    <a:lnTo>
                      <a:pt x="39349" y="534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7" name="Контур"/>
              <p:cNvSpPr/>
              <p:nvPr/>
            </p:nvSpPr>
            <p:spPr>
              <a:xfrm>
                <a:off x="9957449" y="3090174"/>
                <a:ext cx="31642" cy="31406"/>
              </a:xfrm>
              <a:custGeom>
                <a:avLst/>
                <a:gdLst/>
                <a:ahLst/>
                <a:cxnLst/>
                <a:rect l="l" t="t" r="r" b="b"/>
                <a:pathLst>
                  <a:path w="31642" h="31406">
                    <a:moveTo>
                      <a:pt x="18187" y="0"/>
                    </a:moveTo>
                    <a:lnTo>
                      <a:pt x="31642" y="14309"/>
                    </a:lnTo>
                    <a:lnTo>
                      <a:pt x="13455" y="31406"/>
                    </a:lnTo>
                    <a:lnTo>
                      <a:pt x="0" y="17098"/>
                    </a:lnTo>
                    <a:lnTo>
                      <a:pt x="1818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8" name="Контур"/>
              <p:cNvSpPr/>
              <p:nvPr/>
            </p:nvSpPr>
            <p:spPr>
              <a:xfrm>
                <a:off x="9897819" y="2630185"/>
                <a:ext cx="498864" cy="477087"/>
              </a:xfrm>
              <a:custGeom>
                <a:avLst/>
                <a:gdLst/>
                <a:ahLst/>
                <a:cxnLst/>
                <a:rect l="l" t="t" r="r" b="b"/>
                <a:pathLst>
                  <a:path w="498864" h="477087">
                    <a:moveTo>
                      <a:pt x="438360" y="0"/>
                    </a:moveTo>
                    <a:lnTo>
                      <a:pt x="498864" y="64147"/>
                    </a:lnTo>
                    <a:lnTo>
                      <a:pt x="95688" y="443189"/>
                    </a:lnTo>
                    <a:lnTo>
                      <a:pt x="90931" y="447658"/>
                    </a:lnTo>
                    <a:lnTo>
                      <a:pt x="77817" y="459989"/>
                    </a:lnTo>
                    <a:lnTo>
                      <a:pt x="59630" y="477087"/>
                    </a:lnTo>
                    <a:lnTo>
                      <a:pt x="0" y="413477"/>
                    </a:lnTo>
                    <a:lnTo>
                      <a:pt x="4383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9" name="Контур"/>
              <p:cNvSpPr/>
              <p:nvPr/>
            </p:nvSpPr>
            <p:spPr>
              <a:xfrm>
                <a:off x="9975636" y="3073374"/>
                <a:ext cx="31325" cy="31109"/>
              </a:xfrm>
              <a:custGeom>
                <a:avLst/>
                <a:gdLst/>
                <a:ahLst/>
                <a:cxnLst/>
                <a:rect l="l" t="t" r="r" b="b"/>
                <a:pathLst>
                  <a:path w="31325" h="31109">
                    <a:moveTo>
                      <a:pt x="13114" y="4469"/>
                    </a:moveTo>
                    <a:lnTo>
                      <a:pt x="17871" y="0"/>
                    </a:lnTo>
                    <a:lnTo>
                      <a:pt x="31325" y="14314"/>
                    </a:lnTo>
                    <a:lnTo>
                      <a:pt x="13455" y="31109"/>
                    </a:lnTo>
                    <a:lnTo>
                      <a:pt x="0" y="16800"/>
                    </a:lnTo>
                    <a:lnTo>
                      <a:pt x="13114" y="44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0" name="Контур"/>
              <p:cNvSpPr/>
              <p:nvPr/>
            </p:nvSpPr>
            <p:spPr>
              <a:xfrm>
                <a:off x="9810075" y="2547784"/>
                <a:ext cx="560419" cy="495878"/>
              </a:xfrm>
              <a:custGeom>
                <a:avLst/>
                <a:gdLst/>
                <a:ahLst/>
                <a:cxnLst/>
                <a:rect l="l" t="t" r="r" b="b"/>
                <a:pathLst>
                  <a:path w="560419" h="495878">
                    <a:moveTo>
                      <a:pt x="516984" y="72729"/>
                    </a:moveTo>
                    <a:lnTo>
                      <a:pt x="526104" y="82401"/>
                    </a:lnTo>
                    <a:lnTo>
                      <a:pt x="87744" y="495878"/>
                    </a:lnTo>
                    <a:lnTo>
                      <a:pt x="0" y="402854"/>
                    </a:lnTo>
                    <a:lnTo>
                      <a:pt x="427195" y="0"/>
                    </a:lnTo>
                    <a:lnTo>
                      <a:pt x="486677" y="60643"/>
                    </a:lnTo>
                    <a:lnTo>
                      <a:pt x="539520" y="8817"/>
                    </a:lnTo>
                    <a:lnTo>
                      <a:pt x="560419" y="30124"/>
                    </a:lnTo>
                    <a:lnTo>
                      <a:pt x="516984" y="727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1" name="Контур"/>
              <p:cNvSpPr/>
              <p:nvPr/>
            </p:nvSpPr>
            <p:spPr>
              <a:xfrm>
                <a:off x="10003366" y="3151312"/>
                <a:ext cx="187666" cy="191894"/>
              </a:xfrm>
              <a:custGeom>
                <a:avLst/>
                <a:gdLst/>
                <a:ahLst/>
                <a:cxnLst/>
                <a:rect l="l" t="t" r="r" b="b"/>
                <a:pathLst>
                  <a:path w="187666" h="191894">
                    <a:moveTo>
                      <a:pt x="0" y="63600"/>
                    </a:moveTo>
                    <a:lnTo>
                      <a:pt x="68434" y="0"/>
                    </a:lnTo>
                    <a:lnTo>
                      <a:pt x="187666" y="128294"/>
                    </a:lnTo>
                    <a:lnTo>
                      <a:pt x="179266" y="136099"/>
                    </a:lnTo>
                    <a:lnTo>
                      <a:pt x="119232" y="191894"/>
                    </a:lnTo>
                    <a:lnTo>
                      <a:pt x="0" y="63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2" name="Контур"/>
              <p:cNvSpPr/>
              <p:nvPr/>
            </p:nvSpPr>
            <p:spPr>
              <a:xfrm>
                <a:off x="10235001" y="3188938"/>
                <a:ext cx="109303" cy="109111"/>
              </a:xfrm>
              <a:custGeom>
                <a:avLst/>
                <a:gdLst/>
                <a:ahLst/>
                <a:cxnLst/>
                <a:rect l="l" t="t" r="r" b="b"/>
                <a:pathLst>
                  <a:path w="109303" h="109111">
                    <a:moveTo>
                      <a:pt x="0" y="55606"/>
                    </a:moveTo>
                    <a:lnTo>
                      <a:pt x="58060" y="0"/>
                    </a:lnTo>
                    <a:lnTo>
                      <a:pt x="109303" y="53505"/>
                    </a:lnTo>
                    <a:lnTo>
                      <a:pt x="51243" y="109111"/>
                    </a:lnTo>
                    <a:lnTo>
                      <a:pt x="17978" y="74468"/>
                    </a:lnTo>
                    <a:lnTo>
                      <a:pt x="0" y="556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3" name="Контур"/>
              <p:cNvSpPr/>
              <p:nvPr/>
            </p:nvSpPr>
            <p:spPr>
              <a:xfrm>
                <a:off x="10119785" y="3086118"/>
                <a:ext cx="132031" cy="139454"/>
              </a:xfrm>
              <a:custGeom>
                <a:avLst/>
                <a:gdLst/>
                <a:ahLst/>
                <a:cxnLst/>
                <a:rect l="l" t="t" r="r" b="b"/>
                <a:pathLst>
                  <a:path w="132031" h="139454">
                    <a:moveTo>
                      <a:pt x="0" y="13330"/>
                    </a:moveTo>
                    <a:lnTo>
                      <a:pt x="14285" y="0"/>
                    </a:lnTo>
                    <a:lnTo>
                      <a:pt x="36067" y="23338"/>
                    </a:lnTo>
                    <a:lnTo>
                      <a:pt x="132031" y="126137"/>
                    </a:lnTo>
                    <a:lnTo>
                      <a:pt x="117768" y="139454"/>
                    </a:lnTo>
                    <a:lnTo>
                      <a:pt x="0" y="133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4" name="Контур"/>
              <p:cNvSpPr/>
              <p:nvPr/>
            </p:nvSpPr>
            <p:spPr>
              <a:xfrm>
                <a:off x="10182632" y="3240850"/>
                <a:ext cx="70347" cy="69117"/>
              </a:xfrm>
              <a:custGeom>
                <a:avLst/>
                <a:gdLst/>
                <a:ahLst/>
                <a:cxnLst/>
                <a:rect l="l" t="t" r="r" b="b"/>
                <a:pathLst>
                  <a:path w="70347" h="69117">
                    <a:moveTo>
                      <a:pt x="70347" y="22556"/>
                    </a:moveTo>
                    <a:lnTo>
                      <a:pt x="50934" y="41062"/>
                    </a:lnTo>
                    <a:lnTo>
                      <a:pt x="21501" y="69117"/>
                    </a:lnTo>
                    <a:lnTo>
                      <a:pt x="0" y="46561"/>
                    </a:lnTo>
                    <a:lnTo>
                      <a:pt x="8400" y="38756"/>
                    </a:lnTo>
                    <a:lnTo>
                      <a:pt x="48846" y="0"/>
                    </a:lnTo>
                    <a:lnTo>
                      <a:pt x="52369" y="3694"/>
                    </a:lnTo>
                    <a:lnTo>
                      <a:pt x="70347" y="225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5" name="Контур"/>
              <p:cNvSpPr/>
              <p:nvPr/>
            </p:nvSpPr>
            <p:spPr>
              <a:xfrm>
                <a:off x="10265518" y="2994167"/>
                <a:ext cx="207197" cy="227042"/>
              </a:xfrm>
              <a:custGeom>
                <a:avLst/>
                <a:gdLst/>
                <a:ahLst/>
                <a:cxnLst/>
                <a:rect l="l" t="t" r="r" b="b"/>
                <a:pathLst>
                  <a:path w="207197" h="227042">
                    <a:moveTo>
                      <a:pt x="0" y="52362"/>
                    </a:moveTo>
                    <a:lnTo>
                      <a:pt x="24369" y="31124"/>
                    </a:lnTo>
                    <a:lnTo>
                      <a:pt x="13476" y="19102"/>
                    </a:lnTo>
                    <a:lnTo>
                      <a:pt x="34363" y="0"/>
                    </a:lnTo>
                    <a:lnTo>
                      <a:pt x="45930" y="12023"/>
                    </a:lnTo>
                    <a:lnTo>
                      <a:pt x="48738" y="9551"/>
                    </a:lnTo>
                    <a:lnTo>
                      <a:pt x="67483" y="29949"/>
                    </a:lnTo>
                    <a:lnTo>
                      <a:pt x="70363" y="33074"/>
                    </a:lnTo>
                    <a:lnTo>
                      <a:pt x="204317" y="178519"/>
                    </a:lnTo>
                    <a:lnTo>
                      <a:pt x="207197" y="181649"/>
                    </a:lnTo>
                    <a:lnTo>
                      <a:pt x="157910" y="227042"/>
                    </a:lnTo>
                    <a:lnTo>
                      <a:pt x="0" y="523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6" name="Контур"/>
              <p:cNvSpPr/>
              <p:nvPr/>
            </p:nvSpPr>
            <p:spPr>
              <a:xfrm>
                <a:off x="10155852" y="3086135"/>
                <a:ext cx="120946" cy="126120"/>
              </a:xfrm>
              <a:custGeom>
                <a:avLst/>
                <a:gdLst/>
                <a:ahLst/>
                <a:cxnLst/>
                <a:rect l="l" t="t" r="r" b="b"/>
                <a:pathLst>
                  <a:path w="120946" h="126120">
                    <a:moveTo>
                      <a:pt x="120946" y="102799"/>
                    </a:moveTo>
                    <a:lnTo>
                      <a:pt x="95964" y="126120"/>
                    </a:lnTo>
                    <a:lnTo>
                      <a:pt x="0" y="23321"/>
                    </a:lnTo>
                    <a:lnTo>
                      <a:pt x="24982" y="0"/>
                    </a:lnTo>
                    <a:lnTo>
                      <a:pt x="120946" y="1027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7" name="Контур"/>
              <p:cNvSpPr/>
              <p:nvPr/>
            </p:nvSpPr>
            <p:spPr>
              <a:xfrm>
                <a:off x="11944409" y="2989412"/>
                <a:ext cx="73983" cy="75884"/>
              </a:xfrm>
              <a:custGeom>
                <a:avLst/>
                <a:gdLst/>
                <a:ahLst/>
                <a:cxnLst/>
                <a:rect l="l" t="t" r="r" b="b"/>
                <a:pathLst>
                  <a:path w="73983" h="75884">
                    <a:moveTo>
                      <a:pt x="47059" y="0"/>
                    </a:moveTo>
                    <a:lnTo>
                      <a:pt x="73983" y="25296"/>
                    </a:lnTo>
                    <a:lnTo>
                      <a:pt x="26453" y="75884"/>
                    </a:lnTo>
                    <a:lnTo>
                      <a:pt x="25320" y="74880"/>
                    </a:lnTo>
                    <a:lnTo>
                      <a:pt x="0" y="51936"/>
                    </a:lnTo>
                    <a:lnTo>
                      <a:pt x="4705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8" name="Контур"/>
              <p:cNvSpPr/>
              <p:nvPr/>
            </p:nvSpPr>
            <p:spPr>
              <a:xfrm>
                <a:off x="12158331" y="2969516"/>
                <a:ext cx="83803" cy="83674"/>
              </a:xfrm>
              <a:custGeom>
                <a:avLst/>
                <a:gdLst/>
                <a:ahLst/>
                <a:cxnLst/>
                <a:rect l="l" t="t" r="r" b="b"/>
                <a:pathLst>
                  <a:path w="83803" h="83674">
                    <a:moveTo>
                      <a:pt x="0" y="42514"/>
                    </a:moveTo>
                    <a:lnTo>
                      <a:pt x="39504" y="0"/>
                    </a:lnTo>
                    <a:lnTo>
                      <a:pt x="83803" y="41160"/>
                    </a:lnTo>
                    <a:lnTo>
                      <a:pt x="44299" y="83674"/>
                    </a:lnTo>
                    <a:lnTo>
                      <a:pt x="0" y="425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9" name="Контур"/>
              <p:cNvSpPr/>
              <p:nvPr/>
            </p:nvSpPr>
            <p:spPr>
              <a:xfrm>
                <a:off x="11991468" y="2934496"/>
                <a:ext cx="75711" cy="80212"/>
              </a:xfrm>
              <a:custGeom>
                <a:avLst/>
                <a:gdLst/>
                <a:ahLst/>
                <a:cxnLst/>
                <a:rect l="l" t="t" r="r" b="b"/>
                <a:pathLst>
                  <a:path w="75711" h="80212">
                    <a:moveTo>
                      <a:pt x="49896" y="0"/>
                    </a:moveTo>
                    <a:lnTo>
                      <a:pt x="75711" y="24643"/>
                    </a:lnTo>
                    <a:lnTo>
                      <a:pt x="26924" y="80212"/>
                    </a:lnTo>
                    <a:lnTo>
                      <a:pt x="0" y="54916"/>
                    </a:lnTo>
                    <a:lnTo>
                      <a:pt x="4989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0" name="Контур"/>
              <p:cNvSpPr/>
              <p:nvPr/>
            </p:nvSpPr>
            <p:spPr>
              <a:xfrm>
                <a:off x="12219526" y="2899364"/>
                <a:ext cx="108163" cy="95900"/>
              </a:xfrm>
              <a:custGeom>
                <a:avLst/>
                <a:gdLst/>
                <a:ahLst/>
                <a:cxnLst/>
                <a:rect l="l" t="t" r="r" b="b"/>
                <a:pathLst>
                  <a:path w="108163" h="95900">
                    <a:moveTo>
                      <a:pt x="108163" y="65986"/>
                    </a:moveTo>
                    <a:lnTo>
                      <a:pt x="89126" y="85791"/>
                    </a:lnTo>
                    <a:lnTo>
                      <a:pt x="75907" y="73085"/>
                    </a:lnTo>
                    <a:lnTo>
                      <a:pt x="53981" y="95900"/>
                    </a:lnTo>
                    <a:lnTo>
                      <a:pt x="0" y="44636"/>
                    </a:lnTo>
                    <a:lnTo>
                      <a:pt x="39509" y="0"/>
                    </a:lnTo>
                    <a:lnTo>
                      <a:pt x="108163" y="659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1" name="Контур"/>
              <p:cNvSpPr/>
              <p:nvPr/>
            </p:nvSpPr>
            <p:spPr>
              <a:xfrm>
                <a:off x="12041364" y="2616635"/>
                <a:ext cx="315994" cy="342504"/>
              </a:xfrm>
              <a:custGeom>
                <a:avLst/>
                <a:gdLst/>
                <a:ahLst/>
                <a:cxnLst/>
                <a:rect l="l" t="t" r="r" b="b"/>
                <a:pathLst>
                  <a:path w="315994" h="342504">
                    <a:moveTo>
                      <a:pt x="25815" y="342504"/>
                    </a:moveTo>
                    <a:lnTo>
                      <a:pt x="0" y="317861"/>
                    </a:lnTo>
                    <a:lnTo>
                      <a:pt x="289988" y="0"/>
                    </a:lnTo>
                    <a:lnTo>
                      <a:pt x="315994" y="23669"/>
                    </a:lnTo>
                    <a:lnTo>
                      <a:pt x="25815" y="3425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2" name="Контур"/>
              <p:cNvSpPr/>
              <p:nvPr/>
            </p:nvSpPr>
            <p:spPr>
              <a:xfrm>
                <a:off x="12283400" y="2834099"/>
                <a:ext cx="117964" cy="105235"/>
              </a:xfrm>
              <a:custGeom>
                <a:avLst/>
                <a:gdLst/>
                <a:ahLst/>
                <a:cxnLst/>
                <a:rect l="l" t="t" r="r" b="b"/>
                <a:pathLst>
                  <a:path w="117964" h="105235">
                    <a:moveTo>
                      <a:pt x="117964" y="75667"/>
                    </a:moveTo>
                    <a:lnTo>
                      <a:pt x="98606" y="94857"/>
                    </a:lnTo>
                    <a:lnTo>
                      <a:pt x="86563" y="83861"/>
                    </a:lnTo>
                    <a:lnTo>
                      <a:pt x="65697" y="105235"/>
                    </a:lnTo>
                    <a:lnTo>
                      <a:pt x="0" y="41102"/>
                    </a:lnTo>
                    <a:lnTo>
                      <a:pt x="39782" y="0"/>
                    </a:lnTo>
                    <a:lnTo>
                      <a:pt x="117964" y="756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3" name="Контур"/>
              <p:cNvSpPr/>
              <p:nvPr/>
            </p:nvSpPr>
            <p:spPr>
              <a:xfrm>
                <a:off x="12347792" y="2768785"/>
                <a:ext cx="120864" cy="117687"/>
              </a:xfrm>
              <a:custGeom>
                <a:avLst/>
                <a:gdLst/>
                <a:ahLst/>
                <a:cxnLst/>
                <a:rect l="l" t="t" r="r" b="b"/>
                <a:pathLst>
                  <a:path w="120864" h="117687">
                    <a:moveTo>
                      <a:pt x="0" y="37243"/>
                    </a:moveTo>
                    <a:lnTo>
                      <a:pt x="34819" y="0"/>
                    </a:lnTo>
                    <a:lnTo>
                      <a:pt x="120864" y="80443"/>
                    </a:lnTo>
                    <a:lnTo>
                      <a:pt x="86044" y="117687"/>
                    </a:lnTo>
                    <a:lnTo>
                      <a:pt x="0" y="372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4" name="Контур"/>
              <p:cNvSpPr/>
              <p:nvPr/>
            </p:nvSpPr>
            <p:spPr>
              <a:xfrm>
                <a:off x="12399416" y="2699968"/>
                <a:ext cx="138172" cy="131870"/>
              </a:xfrm>
              <a:custGeom>
                <a:avLst/>
                <a:gdLst/>
                <a:ahLst/>
                <a:cxnLst/>
                <a:rect l="l" t="t" r="r" b="b"/>
                <a:pathLst>
                  <a:path w="138172" h="131870">
                    <a:moveTo>
                      <a:pt x="0" y="40483"/>
                    </a:moveTo>
                    <a:lnTo>
                      <a:pt x="36326" y="0"/>
                    </a:lnTo>
                    <a:lnTo>
                      <a:pt x="138172" y="91387"/>
                    </a:lnTo>
                    <a:lnTo>
                      <a:pt x="101846" y="131870"/>
                    </a:lnTo>
                    <a:lnTo>
                      <a:pt x="0" y="404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5" name="Контур"/>
              <p:cNvSpPr/>
              <p:nvPr/>
            </p:nvSpPr>
            <p:spPr>
              <a:xfrm>
                <a:off x="12462848" y="2633243"/>
                <a:ext cx="143870" cy="140045"/>
              </a:xfrm>
              <a:custGeom>
                <a:avLst/>
                <a:gdLst/>
                <a:ahLst/>
                <a:cxnLst/>
                <a:rect l="l" t="t" r="r" b="b"/>
                <a:pathLst>
                  <a:path w="143870" h="140045">
                    <a:moveTo>
                      <a:pt x="104956" y="140045"/>
                    </a:moveTo>
                    <a:lnTo>
                      <a:pt x="0" y="41409"/>
                    </a:lnTo>
                    <a:lnTo>
                      <a:pt x="38913" y="0"/>
                    </a:lnTo>
                    <a:lnTo>
                      <a:pt x="143870" y="98635"/>
                    </a:lnTo>
                    <a:lnTo>
                      <a:pt x="104956" y="1400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6" name="Контур"/>
              <p:cNvSpPr/>
              <p:nvPr/>
            </p:nvSpPr>
            <p:spPr>
              <a:xfrm>
                <a:off x="12047081" y="2494264"/>
                <a:ext cx="279936" cy="307062"/>
              </a:xfrm>
              <a:custGeom>
                <a:avLst/>
                <a:gdLst/>
                <a:ahLst/>
                <a:cxnLst/>
                <a:rect l="l" t="t" r="r" b="b"/>
                <a:pathLst>
                  <a:path w="279936" h="307062">
                    <a:moveTo>
                      <a:pt x="279936" y="23040"/>
                    </a:moveTo>
                    <a:lnTo>
                      <a:pt x="21589" y="307062"/>
                    </a:lnTo>
                    <a:lnTo>
                      <a:pt x="8655" y="295727"/>
                    </a:lnTo>
                    <a:lnTo>
                      <a:pt x="0" y="288241"/>
                    </a:lnTo>
                    <a:lnTo>
                      <a:pt x="253824" y="0"/>
                    </a:lnTo>
                    <a:lnTo>
                      <a:pt x="279936" y="230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7" name="Контур"/>
              <p:cNvSpPr/>
              <p:nvPr/>
            </p:nvSpPr>
            <p:spPr>
              <a:xfrm>
                <a:off x="12526476" y="2563451"/>
                <a:ext cx="167256" cy="161971"/>
              </a:xfrm>
              <a:custGeom>
                <a:avLst/>
                <a:gdLst/>
                <a:ahLst/>
                <a:cxnLst/>
                <a:rect l="l" t="t" r="r" b="b"/>
                <a:pathLst>
                  <a:path w="167256" h="161971">
                    <a:moveTo>
                      <a:pt x="129658" y="161971"/>
                    </a:moveTo>
                    <a:lnTo>
                      <a:pt x="0" y="39950"/>
                    </a:lnTo>
                    <a:lnTo>
                      <a:pt x="37599" y="0"/>
                    </a:lnTo>
                    <a:lnTo>
                      <a:pt x="167256" y="122021"/>
                    </a:lnTo>
                    <a:lnTo>
                      <a:pt x="129658" y="1619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8" name="Контур"/>
              <p:cNvSpPr/>
              <p:nvPr/>
            </p:nvSpPr>
            <p:spPr>
              <a:xfrm>
                <a:off x="12361553" y="2634644"/>
                <a:ext cx="80703" cy="83357"/>
              </a:xfrm>
              <a:custGeom>
                <a:avLst/>
                <a:gdLst/>
                <a:ahLst/>
                <a:cxnLst/>
                <a:rect l="l" t="t" r="r" b="b"/>
                <a:pathLst>
                  <a:path w="80703" h="83357">
                    <a:moveTo>
                      <a:pt x="25301" y="83357"/>
                    </a:moveTo>
                    <a:lnTo>
                      <a:pt x="0" y="59996"/>
                    </a:lnTo>
                    <a:lnTo>
                      <a:pt x="55402" y="0"/>
                    </a:lnTo>
                    <a:lnTo>
                      <a:pt x="80703" y="23362"/>
                    </a:lnTo>
                    <a:lnTo>
                      <a:pt x="25301" y="833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9" name="Контур"/>
              <p:cNvSpPr/>
              <p:nvPr/>
            </p:nvSpPr>
            <p:spPr>
              <a:xfrm>
                <a:off x="12062176" y="2474904"/>
                <a:ext cx="203495" cy="202323"/>
              </a:xfrm>
              <a:custGeom>
                <a:avLst/>
                <a:gdLst/>
                <a:ahLst/>
                <a:cxnLst/>
                <a:rect l="l" t="t" r="r" b="b"/>
                <a:pathLst>
                  <a:path w="203495" h="202323">
                    <a:moveTo>
                      <a:pt x="0" y="178369"/>
                    </a:moveTo>
                    <a:lnTo>
                      <a:pt x="44888" y="128323"/>
                    </a:lnTo>
                    <a:lnTo>
                      <a:pt x="59851" y="142011"/>
                    </a:lnTo>
                    <a:lnTo>
                      <a:pt x="79944" y="119340"/>
                    </a:lnTo>
                    <a:lnTo>
                      <a:pt x="66691" y="106508"/>
                    </a:lnTo>
                    <a:lnTo>
                      <a:pt x="107305" y="62022"/>
                    </a:lnTo>
                    <a:lnTo>
                      <a:pt x="122268" y="76138"/>
                    </a:lnTo>
                    <a:lnTo>
                      <a:pt x="143216" y="55179"/>
                    </a:lnTo>
                    <a:lnTo>
                      <a:pt x="128681" y="41063"/>
                    </a:lnTo>
                    <a:lnTo>
                      <a:pt x="168439" y="0"/>
                    </a:lnTo>
                    <a:lnTo>
                      <a:pt x="181264" y="13687"/>
                    </a:lnTo>
                    <a:lnTo>
                      <a:pt x="190670" y="4705"/>
                    </a:lnTo>
                    <a:lnTo>
                      <a:pt x="203495" y="16254"/>
                    </a:lnTo>
                    <a:lnTo>
                      <a:pt x="185539" y="35075"/>
                    </a:lnTo>
                    <a:lnTo>
                      <a:pt x="173142" y="23525"/>
                    </a:lnTo>
                    <a:lnTo>
                      <a:pt x="149201" y="49190"/>
                    </a:lnTo>
                    <a:lnTo>
                      <a:pt x="167156" y="67156"/>
                    </a:lnTo>
                    <a:lnTo>
                      <a:pt x="32918" y="202323"/>
                    </a:lnTo>
                    <a:lnTo>
                      <a:pt x="17528" y="186924"/>
                    </a:lnTo>
                    <a:lnTo>
                      <a:pt x="13680" y="190774"/>
                    </a:lnTo>
                    <a:lnTo>
                      <a:pt x="0" y="1783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0" name="Контур"/>
              <p:cNvSpPr/>
              <p:nvPr/>
            </p:nvSpPr>
            <p:spPr>
              <a:xfrm>
                <a:off x="12590638" y="2495089"/>
                <a:ext cx="172819" cy="166099"/>
              </a:xfrm>
              <a:custGeom>
                <a:avLst/>
                <a:gdLst/>
                <a:ahLst/>
                <a:cxnLst/>
                <a:rect l="l" t="t" r="r" b="b"/>
                <a:pathLst>
                  <a:path w="172819" h="166099">
                    <a:moveTo>
                      <a:pt x="137194" y="166099"/>
                    </a:moveTo>
                    <a:lnTo>
                      <a:pt x="0" y="38227"/>
                    </a:lnTo>
                    <a:lnTo>
                      <a:pt x="35626" y="0"/>
                    </a:lnTo>
                    <a:lnTo>
                      <a:pt x="172819" y="127872"/>
                    </a:lnTo>
                    <a:lnTo>
                      <a:pt x="137194" y="1660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1" name="Контур"/>
              <p:cNvSpPr/>
              <p:nvPr/>
            </p:nvSpPr>
            <p:spPr>
              <a:xfrm>
                <a:off x="12457764" y="2368509"/>
                <a:ext cx="251250" cy="260572"/>
              </a:xfrm>
              <a:custGeom>
                <a:avLst/>
                <a:gdLst/>
                <a:ahLst/>
                <a:cxnLst/>
                <a:rect l="l" t="t" r="r" b="b"/>
                <a:pathLst>
                  <a:path w="251250" h="260572">
                    <a:moveTo>
                      <a:pt x="0" y="251659"/>
                    </a:moveTo>
                    <a:lnTo>
                      <a:pt x="8266" y="211017"/>
                    </a:lnTo>
                    <a:lnTo>
                      <a:pt x="203320" y="183"/>
                    </a:lnTo>
                    <a:lnTo>
                      <a:pt x="251250" y="0"/>
                    </a:lnTo>
                    <a:lnTo>
                      <a:pt x="11693" y="260572"/>
                    </a:lnTo>
                    <a:lnTo>
                      <a:pt x="0" y="2516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2" name="Контур"/>
              <p:cNvSpPr/>
              <p:nvPr/>
            </p:nvSpPr>
            <p:spPr>
              <a:xfrm>
                <a:off x="12361457" y="2368893"/>
                <a:ext cx="246765" cy="235607"/>
              </a:xfrm>
              <a:custGeom>
                <a:avLst/>
                <a:gdLst/>
                <a:ahLst/>
                <a:cxnLst/>
                <a:rect l="l" t="t" r="r" b="b"/>
                <a:pathLst>
                  <a:path w="246765" h="235607">
                    <a:moveTo>
                      <a:pt x="195813" y="194"/>
                    </a:moveTo>
                    <a:lnTo>
                      <a:pt x="246765" y="0"/>
                    </a:lnTo>
                    <a:lnTo>
                      <a:pt x="27168" y="235607"/>
                    </a:lnTo>
                    <a:lnTo>
                      <a:pt x="0" y="210283"/>
                    </a:lnTo>
                    <a:lnTo>
                      <a:pt x="195813" y="1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3" name="Контур"/>
              <p:cNvSpPr/>
              <p:nvPr/>
            </p:nvSpPr>
            <p:spPr>
              <a:xfrm>
                <a:off x="12272873" y="2406328"/>
                <a:ext cx="37306" cy="37569"/>
              </a:xfrm>
              <a:custGeom>
                <a:avLst/>
                <a:gdLst/>
                <a:ahLst/>
                <a:cxnLst/>
                <a:rect l="l" t="t" r="r" b="b"/>
                <a:pathLst>
                  <a:path w="37306" h="37569">
                    <a:moveTo>
                      <a:pt x="37306" y="14529"/>
                    </a:moveTo>
                    <a:lnTo>
                      <a:pt x="15034" y="37569"/>
                    </a:lnTo>
                    <a:lnTo>
                      <a:pt x="0" y="23040"/>
                    </a:lnTo>
                    <a:lnTo>
                      <a:pt x="22272" y="0"/>
                    </a:lnTo>
                    <a:lnTo>
                      <a:pt x="37306" y="145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4" name="Контур"/>
              <p:cNvSpPr/>
              <p:nvPr/>
            </p:nvSpPr>
            <p:spPr>
              <a:xfrm>
                <a:off x="12327218" y="2369422"/>
                <a:ext cx="141948" cy="126054"/>
              </a:xfrm>
              <a:custGeom>
                <a:avLst/>
                <a:gdLst/>
                <a:ahLst/>
                <a:cxnLst/>
                <a:rect l="l" t="t" r="r" b="b"/>
                <a:pathLst>
                  <a:path w="141948" h="126054">
                    <a:moveTo>
                      <a:pt x="141948" y="0"/>
                    </a:moveTo>
                    <a:lnTo>
                      <a:pt x="24797" y="126054"/>
                    </a:lnTo>
                    <a:lnTo>
                      <a:pt x="0" y="104666"/>
                    </a:lnTo>
                    <a:lnTo>
                      <a:pt x="96833" y="172"/>
                    </a:lnTo>
                    <a:lnTo>
                      <a:pt x="14194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5" name="Контур"/>
              <p:cNvSpPr/>
              <p:nvPr/>
            </p:nvSpPr>
            <p:spPr>
              <a:xfrm>
                <a:off x="13034341" y="3003623"/>
                <a:ext cx="34598" cy="42871"/>
              </a:xfrm>
              <a:custGeom>
                <a:avLst/>
                <a:gdLst/>
                <a:ahLst/>
                <a:cxnLst/>
                <a:rect l="l" t="t" r="r" b="b"/>
                <a:pathLst>
                  <a:path w="34598" h="42871">
                    <a:moveTo>
                      <a:pt x="13609" y="42871"/>
                    </a:moveTo>
                    <a:lnTo>
                      <a:pt x="0" y="8251"/>
                    </a:lnTo>
                    <a:lnTo>
                      <a:pt x="20989" y="0"/>
                    </a:lnTo>
                    <a:lnTo>
                      <a:pt x="34598" y="34620"/>
                    </a:lnTo>
                    <a:lnTo>
                      <a:pt x="13609" y="428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6" name="Контур"/>
              <p:cNvSpPr/>
              <p:nvPr/>
            </p:nvSpPr>
            <p:spPr>
              <a:xfrm>
                <a:off x="12898409" y="2926648"/>
                <a:ext cx="106464" cy="93523"/>
              </a:xfrm>
              <a:custGeom>
                <a:avLst/>
                <a:gdLst/>
                <a:ahLst/>
                <a:cxnLst/>
                <a:rect l="l" t="t" r="r" b="b"/>
                <a:pathLst>
                  <a:path w="106464" h="93523">
                    <a:moveTo>
                      <a:pt x="106464" y="63576"/>
                    </a:moveTo>
                    <a:lnTo>
                      <a:pt x="22757" y="93523"/>
                    </a:lnTo>
                    <a:lnTo>
                      <a:pt x="0" y="29952"/>
                    </a:lnTo>
                    <a:lnTo>
                      <a:pt x="83712" y="0"/>
                    </a:lnTo>
                    <a:lnTo>
                      <a:pt x="106464" y="635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7" name="Контур"/>
              <p:cNvSpPr/>
              <p:nvPr/>
            </p:nvSpPr>
            <p:spPr>
              <a:xfrm>
                <a:off x="12982670" y="2897440"/>
                <a:ext cx="75490" cy="108455"/>
              </a:xfrm>
              <a:custGeom>
                <a:avLst/>
                <a:gdLst/>
                <a:ahLst/>
                <a:cxnLst/>
                <a:rect l="l" t="t" r="r" b="b"/>
                <a:pathLst>
                  <a:path w="75490" h="108455">
                    <a:moveTo>
                      <a:pt x="36326" y="108455"/>
                    </a:moveTo>
                    <a:lnTo>
                      <a:pt x="0" y="15267"/>
                    </a:lnTo>
                    <a:lnTo>
                      <a:pt x="39164" y="0"/>
                    </a:lnTo>
                    <a:lnTo>
                      <a:pt x="75490" y="93188"/>
                    </a:lnTo>
                    <a:lnTo>
                      <a:pt x="36326" y="1084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8" name="Контур"/>
              <p:cNvSpPr/>
              <p:nvPr/>
            </p:nvSpPr>
            <p:spPr>
              <a:xfrm>
                <a:off x="13022150" y="2797231"/>
                <a:ext cx="105132" cy="182649"/>
              </a:xfrm>
              <a:custGeom>
                <a:avLst/>
                <a:gdLst/>
                <a:ahLst/>
                <a:cxnLst/>
                <a:rect l="l" t="t" r="r" b="b"/>
                <a:pathLst>
                  <a:path w="105132" h="182649">
                    <a:moveTo>
                      <a:pt x="41771" y="182649"/>
                    </a:moveTo>
                    <a:lnTo>
                      <a:pt x="0" y="72308"/>
                    </a:lnTo>
                    <a:lnTo>
                      <a:pt x="26283" y="63857"/>
                    </a:lnTo>
                    <a:lnTo>
                      <a:pt x="19243" y="44606"/>
                    </a:lnTo>
                    <a:lnTo>
                      <a:pt x="39894" y="38032"/>
                    </a:lnTo>
                    <a:lnTo>
                      <a:pt x="38016" y="31928"/>
                    </a:lnTo>
                    <a:lnTo>
                      <a:pt x="85420" y="0"/>
                    </a:lnTo>
                    <a:lnTo>
                      <a:pt x="105132" y="4226"/>
                    </a:lnTo>
                    <a:lnTo>
                      <a:pt x="66646" y="172318"/>
                    </a:lnTo>
                    <a:lnTo>
                      <a:pt x="41771" y="1826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9" name="Контур"/>
              <p:cNvSpPr/>
              <p:nvPr/>
            </p:nvSpPr>
            <p:spPr>
              <a:xfrm>
                <a:off x="12715206" y="2928140"/>
                <a:ext cx="38645" cy="39673"/>
              </a:xfrm>
              <a:custGeom>
                <a:avLst/>
                <a:gdLst/>
                <a:ahLst/>
                <a:cxnLst/>
                <a:rect l="l" t="t" r="r" b="b"/>
                <a:pathLst>
                  <a:path w="38645" h="39673">
                    <a:moveTo>
                      <a:pt x="22769" y="0"/>
                    </a:moveTo>
                    <a:lnTo>
                      <a:pt x="38645" y="22169"/>
                    </a:lnTo>
                    <a:lnTo>
                      <a:pt x="17969" y="39673"/>
                    </a:lnTo>
                    <a:lnTo>
                      <a:pt x="0" y="17853"/>
                    </a:lnTo>
                    <a:lnTo>
                      <a:pt x="227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0" name="Контур"/>
              <p:cNvSpPr/>
              <p:nvPr/>
            </p:nvSpPr>
            <p:spPr>
              <a:xfrm>
                <a:off x="12724016" y="2811189"/>
                <a:ext cx="170622" cy="145746"/>
              </a:xfrm>
              <a:custGeom>
                <a:avLst/>
                <a:gdLst/>
                <a:ahLst/>
                <a:cxnLst/>
                <a:rect l="l" t="t" r="r" b="b"/>
                <a:pathLst>
                  <a:path w="170622" h="145746">
                    <a:moveTo>
                      <a:pt x="0" y="96788"/>
                    </a:moveTo>
                    <a:lnTo>
                      <a:pt x="135704" y="0"/>
                    </a:lnTo>
                    <a:lnTo>
                      <a:pt x="165388" y="41277"/>
                    </a:lnTo>
                    <a:lnTo>
                      <a:pt x="170622" y="48958"/>
                    </a:lnTo>
                    <a:lnTo>
                      <a:pt x="34918" y="145746"/>
                    </a:lnTo>
                    <a:lnTo>
                      <a:pt x="29835" y="139120"/>
                    </a:lnTo>
                    <a:lnTo>
                      <a:pt x="13959" y="116951"/>
                    </a:lnTo>
                    <a:lnTo>
                      <a:pt x="0" y="967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1" name="Контур"/>
              <p:cNvSpPr/>
              <p:nvPr/>
            </p:nvSpPr>
            <p:spPr>
              <a:xfrm>
                <a:off x="12859720" y="2800455"/>
                <a:ext cx="44347" cy="52011"/>
              </a:xfrm>
              <a:custGeom>
                <a:avLst/>
                <a:gdLst/>
                <a:ahLst/>
                <a:cxnLst/>
                <a:rect l="l" t="t" r="r" b="b"/>
                <a:pathLst>
                  <a:path w="44347" h="52011">
                    <a:moveTo>
                      <a:pt x="0" y="10734"/>
                    </a:moveTo>
                    <a:lnTo>
                      <a:pt x="15560" y="0"/>
                    </a:lnTo>
                    <a:lnTo>
                      <a:pt x="44347" y="41372"/>
                    </a:lnTo>
                    <a:lnTo>
                      <a:pt x="29684" y="52011"/>
                    </a:lnTo>
                    <a:lnTo>
                      <a:pt x="0" y="107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2" name="Контур"/>
              <p:cNvSpPr/>
              <p:nvPr/>
            </p:nvSpPr>
            <p:spPr>
              <a:xfrm>
                <a:off x="12928828" y="2696403"/>
                <a:ext cx="163205" cy="144338"/>
              </a:xfrm>
              <a:custGeom>
                <a:avLst/>
                <a:gdLst/>
                <a:ahLst/>
                <a:cxnLst/>
                <a:rect l="l" t="t" r="r" b="b"/>
                <a:pathLst>
                  <a:path w="163205" h="144338">
                    <a:moveTo>
                      <a:pt x="163205" y="62404"/>
                    </a:moveTo>
                    <a:lnTo>
                      <a:pt x="42285" y="144338"/>
                    </a:lnTo>
                    <a:lnTo>
                      <a:pt x="0" y="81934"/>
                    </a:lnTo>
                    <a:lnTo>
                      <a:pt x="120921" y="0"/>
                    </a:lnTo>
                    <a:lnTo>
                      <a:pt x="163205" y="624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3" name="Контур"/>
              <p:cNvSpPr/>
              <p:nvPr/>
            </p:nvSpPr>
            <p:spPr>
              <a:xfrm>
                <a:off x="13204343" y="2581805"/>
                <a:ext cx="92048" cy="105787"/>
              </a:xfrm>
              <a:custGeom>
                <a:avLst/>
                <a:gdLst/>
                <a:ahLst/>
                <a:cxnLst/>
                <a:rect l="l" t="t" r="r" b="b"/>
                <a:pathLst>
                  <a:path w="92048" h="105787">
                    <a:moveTo>
                      <a:pt x="0" y="26098"/>
                    </a:moveTo>
                    <a:lnTo>
                      <a:pt x="52231" y="0"/>
                    </a:lnTo>
                    <a:lnTo>
                      <a:pt x="92048" y="79690"/>
                    </a:lnTo>
                    <a:lnTo>
                      <a:pt x="39817" y="105787"/>
                    </a:lnTo>
                    <a:lnTo>
                      <a:pt x="0" y="260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4" name="Контур"/>
              <p:cNvSpPr/>
              <p:nvPr/>
            </p:nvSpPr>
            <p:spPr>
              <a:xfrm>
                <a:off x="13140721" y="2617087"/>
                <a:ext cx="92140" cy="105878"/>
              </a:xfrm>
              <a:custGeom>
                <a:avLst/>
                <a:gdLst/>
                <a:ahLst/>
                <a:cxnLst/>
                <a:rect l="l" t="t" r="r" b="b"/>
                <a:pathLst>
                  <a:path w="92140" h="105878">
                    <a:moveTo>
                      <a:pt x="39678" y="105878"/>
                    </a:moveTo>
                    <a:lnTo>
                      <a:pt x="0" y="26028"/>
                    </a:lnTo>
                    <a:lnTo>
                      <a:pt x="52462" y="0"/>
                    </a:lnTo>
                    <a:lnTo>
                      <a:pt x="92140" y="79409"/>
                    </a:lnTo>
                    <a:lnTo>
                      <a:pt x="39678" y="1058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5" name="Контур"/>
              <p:cNvSpPr/>
              <p:nvPr/>
            </p:nvSpPr>
            <p:spPr>
              <a:xfrm>
                <a:off x="13272961" y="2549985"/>
                <a:ext cx="92048" cy="105787"/>
              </a:xfrm>
              <a:custGeom>
                <a:avLst/>
                <a:gdLst/>
                <a:ahLst/>
                <a:cxnLst/>
                <a:rect l="l" t="t" r="r" b="b"/>
                <a:pathLst>
                  <a:path w="92048" h="105787">
                    <a:moveTo>
                      <a:pt x="0" y="26097"/>
                    </a:moveTo>
                    <a:lnTo>
                      <a:pt x="52231" y="0"/>
                    </a:lnTo>
                    <a:lnTo>
                      <a:pt x="92048" y="79689"/>
                    </a:lnTo>
                    <a:lnTo>
                      <a:pt x="39817" y="105787"/>
                    </a:lnTo>
                    <a:lnTo>
                      <a:pt x="0" y="260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6" name="Контур"/>
              <p:cNvSpPr/>
              <p:nvPr/>
            </p:nvSpPr>
            <p:spPr>
              <a:xfrm>
                <a:off x="12648507" y="2424140"/>
                <a:ext cx="195427" cy="184464"/>
              </a:xfrm>
              <a:custGeom>
                <a:avLst/>
                <a:gdLst/>
                <a:ahLst/>
                <a:cxnLst/>
                <a:rect l="l" t="t" r="r" b="b"/>
                <a:pathLst>
                  <a:path w="195427" h="184464">
                    <a:moveTo>
                      <a:pt x="157915" y="184464"/>
                    </a:moveTo>
                    <a:lnTo>
                      <a:pt x="0" y="44189"/>
                    </a:lnTo>
                    <a:lnTo>
                      <a:pt x="39499" y="0"/>
                    </a:lnTo>
                    <a:lnTo>
                      <a:pt x="195427" y="142234"/>
                    </a:lnTo>
                    <a:lnTo>
                      <a:pt x="157915" y="1844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7" name="Контур"/>
              <p:cNvSpPr/>
              <p:nvPr/>
            </p:nvSpPr>
            <p:spPr>
              <a:xfrm>
                <a:off x="12713969" y="2368298"/>
                <a:ext cx="203722" cy="180426"/>
              </a:xfrm>
              <a:custGeom>
                <a:avLst/>
                <a:gdLst/>
                <a:ahLst/>
                <a:cxnLst/>
                <a:rect l="l" t="t" r="r" b="b"/>
                <a:pathLst>
                  <a:path w="203722" h="180426">
                    <a:moveTo>
                      <a:pt x="166051" y="180426"/>
                    </a:moveTo>
                    <a:lnTo>
                      <a:pt x="0" y="30105"/>
                    </a:lnTo>
                    <a:lnTo>
                      <a:pt x="27174" y="88"/>
                    </a:lnTo>
                    <a:lnTo>
                      <a:pt x="50381" y="0"/>
                    </a:lnTo>
                    <a:lnTo>
                      <a:pt x="203722" y="138815"/>
                    </a:lnTo>
                    <a:lnTo>
                      <a:pt x="166051" y="1804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8" name="Контур"/>
              <p:cNvSpPr/>
              <p:nvPr/>
            </p:nvSpPr>
            <p:spPr>
              <a:xfrm>
                <a:off x="13057769" y="2426272"/>
                <a:ext cx="156610" cy="101928"/>
              </a:xfrm>
              <a:custGeom>
                <a:avLst/>
                <a:gdLst/>
                <a:ahLst/>
                <a:cxnLst/>
                <a:rect l="l" t="t" r="r" b="b"/>
                <a:pathLst>
                  <a:path w="156610" h="101928">
                    <a:moveTo>
                      <a:pt x="156610" y="19718"/>
                    </a:moveTo>
                    <a:lnTo>
                      <a:pt x="14928" y="101928"/>
                    </a:lnTo>
                    <a:lnTo>
                      <a:pt x="0" y="76440"/>
                    </a:lnTo>
                    <a:lnTo>
                      <a:pt x="14832" y="67512"/>
                    </a:lnTo>
                    <a:lnTo>
                      <a:pt x="19080" y="74664"/>
                    </a:lnTo>
                    <a:lnTo>
                      <a:pt x="144907" y="0"/>
                    </a:lnTo>
                    <a:lnTo>
                      <a:pt x="156610" y="197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9" name="Контур"/>
              <p:cNvSpPr/>
              <p:nvPr/>
            </p:nvSpPr>
            <p:spPr>
              <a:xfrm>
                <a:off x="13173226" y="2366475"/>
                <a:ext cx="67152" cy="50809"/>
              </a:xfrm>
              <a:custGeom>
                <a:avLst/>
                <a:gdLst/>
                <a:ahLst/>
                <a:cxnLst/>
                <a:rect l="l" t="t" r="r" b="b"/>
                <a:pathLst>
                  <a:path w="67152" h="50809">
                    <a:moveTo>
                      <a:pt x="67152" y="0"/>
                    </a:moveTo>
                    <a:lnTo>
                      <a:pt x="13848" y="50809"/>
                    </a:lnTo>
                    <a:lnTo>
                      <a:pt x="0" y="36281"/>
                    </a:lnTo>
                    <a:lnTo>
                      <a:pt x="37891" y="165"/>
                    </a:lnTo>
                    <a:lnTo>
                      <a:pt x="37841" y="113"/>
                    </a:lnTo>
                    <a:lnTo>
                      <a:pt x="6715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0" name="Контур"/>
              <p:cNvSpPr/>
              <p:nvPr/>
            </p:nvSpPr>
            <p:spPr>
              <a:xfrm>
                <a:off x="12820575" y="2367748"/>
                <a:ext cx="192372" cy="139404"/>
              </a:xfrm>
              <a:custGeom>
                <a:avLst/>
                <a:gdLst/>
                <a:ahLst/>
                <a:cxnLst/>
                <a:rect l="l" t="t" r="r" b="b"/>
                <a:pathLst>
                  <a:path w="192372" h="139404">
                    <a:moveTo>
                      <a:pt x="153401" y="139404"/>
                    </a:moveTo>
                    <a:lnTo>
                      <a:pt x="0" y="335"/>
                    </a:lnTo>
                    <a:lnTo>
                      <a:pt x="87622" y="0"/>
                    </a:lnTo>
                    <a:lnTo>
                      <a:pt x="192372" y="92916"/>
                    </a:lnTo>
                    <a:lnTo>
                      <a:pt x="153401" y="1394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1" name="Контур"/>
              <p:cNvSpPr/>
              <p:nvPr/>
            </p:nvSpPr>
            <p:spPr>
              <a:xfrm>
                <a:off x="13225379" y="2366392"/>
                <a:ext cx="52373" cy="47548"/>
              </a:xfrm>
              <a:custGeom>
                <a:avLst/>
                <a:gdLst/>
                <a:ahLst/>
                <a:cxnLst/>
                <a:rect l="l" t="t" r="r" b="b"/>
                <a:pathLst>
                  <a:path w="52373" h="47548">
                    <a:moveTo>
                      <a:pt x="0" y="26945"/>
                    </a:moveTo>
                    <a:lnTo>
                      <a:pt x="28502" y="32"/>
                    </a:lnTo>
                    <a:lnTo>
                      <a:pt x="36825" y="0"/>
                    </a:lnTo>
                    <a:lnTo>
                      <a:pt x="52373" y="16465"/>
                    </a:lnTo>
                    <a:lnTo>
                      <a:pt x="19454" y="47548"/>
                    </a:lnTo>
                    <a:lnTo>
                      <a:pt x="0" y="269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2" name="Контур"/>
              <p:cNvSpPr/>
              <p:nvPr/>
            </p:nvSpPr>
            <p:spPr>
              <a:xfrm>
                <a:off x="12962634" y="2367221"/>
                <a:ext cx="123426" cy="77540"/>
              </a:xfrm>
              <a:custGeom>
                <a:avLst/>
                <a:gdLst/>
                <a:ahLst/>
                <a:cxnLst/>
                <a:rect l="l" t="t" r="r" b="b"/>
                <a:pathLst>
                  <a:path w="123426" h="77540">
                    <a:moveTo>
                      <a:pt x="86178" y="77540"/>
                    </a:moveTo>
                    <a:lnTo>
                      <a:pt x="0" y="319"/>
                    </a:lnTo>
                    <a:lnTo>
                      <a:pt x="83282" y="0"/>
                    </a:lnTo>
                    <a:lnTo>
                      <a:pt x="123426" y="35972"/>
                    </a:lnTo>
                    <a:lnTo>
                      <a:pt x="86178" y="775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3" name="Контур"/>
              <p:cNvSpPr/>
              <p:nvPr/>
            </p:nvSpPr>
            <p:spPr>
              <a:xfrm>
                <a:off x="13408900" y="2615175"/>
                <a:ext cx="24422" cy="24444"/>
              </a:xfrm>
              <a:custGeom>
                <a:avLst/>
                <a:gdLst/>
                <a:ahLst/>
                <a:cxnLst/>
                <a:rect l="l" t="t" r="r" b="b"/>
                <a:pathLst>
                  <a:path w="24422" h="24444">
                    <a:moveTo>
                      <a:pt x="3138" y="24444"/>
                    </a:moveTo>
                    <a:lnTo>
                      <a:pt x="0" y="18066"/>
                    </a:lnTo>
                    <a:lnTo>
                      <a:pt x="6803" y="12218"/>
                    </a:lnTo>
                    <a:lnTo>
                      <a:pt x="4535" y="7506"/>
                    </a:lnTo>
                    <a:lnTo>
                      <a:pt x="16137" y="0"/>
                    </a:lnTo>
                    <a:lnTo>
                      <a:pt x="24422" y="13537"/>
                    </a:lnTo>
                    <a:lnTo>
                      <a:pt x="3138" y="24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4" name="Контур"/>
              <p:cNvSpPr/>
              <p:nvPr/>
            </p:nvSpPr>
            <p:spPr>
              <a:xfrm>
                <a:off x="13350634" y="2564291"/>
                <a:ext cx="50244" cy="43289"/>
              </a:xfrm>
              <a:custGeom>
                <a:avLst/>
                <a:gdLst/>
                <a:ahLst/>
                <a:cxnLst/>
                <a:rect l="l" t="t" r="r" b="b"/>
                <a:pathLst>
                  <a:path w="50244" h="43289">
                    <a:moveTo>
                      <a:pt x="0" y="15535"/>
                    </a:moveTo>
                    <a:lnTo>
                      <a:pt x="31751" y="0"/>
                    </a:lnTo>
                    <a:lnTo>
                      <a:pt x="50244" y="26357"/>
                    </a:lnTo>
                    <a:lnTo>
                      <a:pt x="16399" y="43289"/>
                    </a:lnTo>
                    <a:lnTo>
                      <a:pt x="0" y="155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5" name="Контур"/>
              <p:cNvSpPr/>
              <p:nvPr/>
            </p:nvSpPr>
            <p:spPr>
              <a:xfrm>
                <a:off x="13665982" y="2958876"/>
                <a:ext cx="14018" cy="28230"/>
              </a:xfrm>
              <a:custGeom>
                <a:avLst/>
                <a:gdLst/>
                <a:ahLst/>
                <a:cxnLst/>
                <a:rect l="l" t="t" r="r" b="b"/>
                <a:pathLst>
                  <a:path w="14018" h="28230">
                    <a:moveTo>
                      <a:pt x="14018" y="0"/>
                    </a:moveTo>
                    <a:lnTo>
                      <a:pt x="14018" y="28230"/>
                    </a:lnTo>
                    <a:lnTo>
                      <a:pt x="0" y="155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46" name="Контур"/>
              <p:cNvSpPr/>
              <p:nvPr/>
            </p:nvSpPr>
            <p:spPr>
              <a:xfrm>
                <a:off x="13665982" y="2958876"/>
                <a:ext cx="14018" cy="28230"/>
              </a:xfrm>
              <a:custGeom>
                <a:avLst/>
                <a:gdLst/>
                <a:ahLst/>
                <a:cxnLst/>
                <a:rect l="l" t="t" r="r" b="b"/>
                <a:pathLst>
                  <a:path w="14018" h="28230" fill="none">
                    <a:moveTo>
                      <a:pt x="14018" y="28230"/>
                    </a:moveTo>
                    <a:lnTo>
                      <a:pt x="0" y="15536"/>
                    </a:lnTo>
                    <a:lnTo>
                      <a:pt x="14018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7" name="Контур"/>
              <p:cNvSpPr/>
              <p:nvPr/>
            </p:nvSpPr>
            <p:spPr>
              <a:xfrm>
                <a:off x="13351680" y="2628712"/>
                <a:ext cx="134333" cy="116411"/>
              </a:xfrm>
              <a:custGeom>
                <a:avLst/>
                <a:gdLst/>
                <a:ahLst/>
                <a:cxnLst/>
                <a:rect l="l" t="t" r="r" b="b"/>
                <a:pathLst>
                  <a:path w="134333" h="116411">
                    <a:moveTo>
                      <a:pt x="81642" y="0"/>
                    </a:moveTo>
                    <a:lnTo>
                      <a:pt x="134333" y="60130"/>
                    </a:lnTo>
                    <a:lnTo>
                      <a:pt x="59123" y="116411"/>
                    </a:lnTo>
                    <a:lnTo>
                      <a:pt x="0" y="42241"/>
                    </a:lnTo>
                    <a:lnTo>
                      <a:pt x="60358" y="10907"/>
                    </a:lnTo>
                    <a:lnTo>
                      <a:pt x="8164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8" name="Контур"/>
              <p:cNvSpPr/>
              <p:nvPr/>
            </p:nvSpPr>
            <p:spPr>
              <a:xfrm>
                <a:off x="11980527" y="3580595"/>
                <a:ext cx="331357" cy="253412"/>
              </a:xfrm>
              <a:custGeom>
                <a:avLst/>
                <a:gdLst/>
                <a:ahLst/>
                <a:cxnLst/>
                <a:rect l="l" t="t" r="r" b="b"/>
                <a:pathLst>
                  <a:path w="331357" h="253412">
                    <a:moveTo>
                      <a:pt x="0" y="222256"/>
                    </a:moveTo>
                    <a:lnTo>
                      <a:pt x="308943" y="0"/>
                    </a:lnTo>
                    <a:lnTo>
                      <a:pt x="331357" y="31156"/>
                    </a:lnTo>
                    <a:lnTo>
                      <a:pt x="22414" y="253412"/>
                    </a:lnTo>
                    <a:lnTo>
                      <a:pt x="0" y="2222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9" name="Контур"/>
              <p:cNvSpPr/>
              <p:nvPr/>
            </p:nvSpPr>
            <p:spPr>
              <a:xfrm>
                <a:off x="12470392" y="3631495"/>
                <a:ext cx="206455" cy="183512"/>
              </a:xfrm>
              <a:custGeom>
                <a:avLst/>
                <a:gdLst/>
                <a:ahLst/>
                <a:cxnLst/>
                <a:rect l="l" t="t" r="r" b="b"/>
                <a:pathLst>
                  <a:path w="206455" h="183512">
                    <a:moveTo>
                      <a:pt x="0" y="159361"/>
                    </a:moveTo>
                    <a:lnTo>
                      <a:pt x="21740" y="144414"/>
                    </a:lnTo>
                    <a:lnTo>
                      <a:pt x="5460" y="121629"/>
                    </a:lnTo>
                    <a:lnTo>
                      <a:pt x="172188" y="0"/>
                    </a:lnTo>
                    <a:lnTo>
                      <a:pt x="206455" y="45454"/>
                    </a:lnTo>
                    <a:lnTo>
                      <a:pt x="18958" y="183512"/>
                    </a:lnTo>
                    <a:lnTo>
                      <a:pt x="0" y="1593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0" name="Контур"/>
              <p:cNvSpPr/>
              <p:nvPr/>
            </p:nvSpPr>
            <p:spPr>
              <a:xfrm>
                <a:off x="12363694" y="3511960"/>
                <a:ext cx="278886" cy="278896"/>
              </a:xfrm>
              <a:custGeom>
                <a:avLst/>
                <a:gdLst/>
                <a:ahLst/>
                <a:cxnLst/>
                <a:rect l="l" t="t" r="r" b="b"/>
                <a:pathLst>
                  <a:path w="278886" h="278896">
                    <a:moveTo>
                      <a:pt x="106698" y="278896"/>
                    </a:moveTo>
                    <a:lnTo>
                      <a:pt x="87739" y="252835"/>
                    </a:lnTo>
                    <a:lnTo>
                      <a:pt x="0" y="139464"/>
                    </a:lnTo>
                    <a:lnTo>
                      <a:pt x="68222" y="89590"/>
                    </a:lnTo>
                    <a:lnTo>
                      <a:pt x="96235" y="69147"/>
                    </a:lnTo>
                    <a:lnTo>
                      <a:pt x="144096" y="34227"/>
                    </a:lnTo>
                    <a:lnTo>
                      <a:pt x="190354" y="0"/>
                    </a:lnTo>
                    <a:lnTo>
                      <a:pt x="278886" y="119535"/>
                    </a:lnTo>
                    <a:lnTo>
                      <a:pt x="112158" y="241164"/>
                    </a:lnTo>
                    <a:lnTo>
                      <a:pt x="128438" y="263949"/>
                    </a:lnTo>
                    <a:lnTo>
                      <a:pt x="106698" y="2788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1" name="Контур"/>
              <p:cNvSpPr/>
              <p:nvPr/>
            </p:nvSpPr>
            <p:spPr>
              <a:xfrm>
                <a:off x="12189129" y="3975270"/>
                <a:ext cx="50153" cy="49333"/>
              </a:xfrm>
              <a:custGeom>
                <a:avLst/>
                <a:gdLst/>
                <a:ahLst/>
                <a:cxnLst/>
                <a:rect l="l" t="t" r="r" b="b"/>
                <a:pathLst>
                  <a:path w="50153" h="49333">
                    <a:moveTo>
                      <a:pt x="30542" y="0"/>
                    </a:moveTo>
                    <a:lnTo>
                      <a:pt x="50153" y="27031"/>
                    </a:lnTo>
                    <a:lnTo>
                      <a:pt x="19681" y="49333"/>
                    </a:lnTo>
                    <a:lnTo>
                      <a:pt x="16909" y="45548"/>
                    </a:lnTo>
                    <a:lnTo>
                      <a:pt x="0" y="22163"/>
                    </a:lnTo>
                    <a:lnTo>
                      <a:pt x="3054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2" name="Контур"/>
              <p:cNvSpPr/>
              <p:nvPr/>
            </p:nvSpPr>
            <p:spPr>
              <a:xfrm>
                <a:off x="12039905" y="3651424"/>
                <a:ext cx="430487" cy="403507"/>
              </a:xfrm>
              <a:custGeom>
                <a:avLst/>
                <a:gdLst/>
                <a:ahLst/>
                <a:cxnLst/>
                <a:rect l="l" t="t" r="r" b="b"/>
                <a:pathLst>
                  <a:path w="430487" h="403507">
                    <a:moveTo>
                      <a:pt x="323789" y="0"/>
                    </a:moveTo>
                    <a:lnTo>
                      <a:pt x="411528" y="113371"/>
                    </a:lnTo>
                    <a:lnTo>
                      <a:pt x="430487" y="139432"/>
                    </a:lnTo>
                    <a:lnTo>
                      <a:pt x="179766" y="323846"/>
                    </a:lnTo>
                    <a:lnTo>
                      <a:pt x="149224" y="346009"/>
                    </a:lnTo>
                    <a:lnTo>
                      <a:pt x="166133" y="369394"/>
                    </a:lnTo>
                    <a:lnTo>
                      <a:pt x="118085" y="403507"/>
                    </a:lnTo>
                    <a:lnTo>
                      <a:pt x="98430" y="374094"/>
                    </a:lnTo>
                    <a:lnTo>
                      <a:pt x="67239" y="332505"/>
                    </a:lnTo>
                    <a:lnTo>
                      <a:pt x="48288" y="346784"/>
                    </a:lnTo>
                    <a:lnTo>
                      <a:pt x="17339" y="305104"/>
                    </a:lnTo>
                    <a:lnTo>
                      <a:pt x="37844" y="290043"/>
                    </a:lnTo>
                    <a:lnTo>
                      <a:pt x="0" y="235918"/>
                    </a:lnTo>
                    <a:lnTo>
                      <a:pt x="313659" y="7387"/>
                    </a:lnTo>
                    <a:lnTo>
                      <a:pt x="3237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3" name="Контур"/>
              <p:cNvSpPr/>
              <p:nvPr/>
            </p:nvSpPr>
            <p:spPr>
              <a:xfrm>
                <a:off x="12028308" y="3473240"/>
                <a:ext cx="244434" cy="204635"/>
              </a:xfrm>
              <a:custGeom>
                <a:avLst/>
                <a:gdLst/>
                <a:ahLst/>
                <a:cxnLst/>
                <a:rect l="l" t="t" r="r" b="b"/>
                <a:pathLst>
                  <a:path w="244434" h="204635">
                    <a:moveTo>
                      <a:pt x="200525" y="0"/>
                    </a:moveTo>
                    <a:lnTo>
                      <a:pt x="222008" y="29084"/>
                    </a:lnTo>
                    <a:lnTo>
                      <a:pt x="244434" y="57550"/>
                    </a:lnTo>
                    <a:lnTo>
                      <a:pt x="43152" y="204635"/>
                    </a:lnTo>
                    <a:lnTo>
                      <a:pt x="0" y="142167"/>
                    </a:lnTo>
                    <a:lnTo>
                      <a:pt x="2005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4" name="Контур"/>
              <p:cNvSpPr/>
              <p:nvPr/>
            </p:nvSpPr>
            <p:spPr>
              <a:xfrm>
                <a:off x="12342274" y="3586151"/>
                <a:ext cx="89642" cy="72660"/>
              </a:xfrm>
              <a:custGeom>
                <a:avLst/>
                <a:gdLst/>
                <a:ahLst/>
                <a:cxnLst/>
                <a:rect l="l" t="t" r="r" b="b"/>
                <a:pathLst>
                  <a:path w="89642" h="72660">
                    <a:moveTo>
                      <a:pt x="89642" y="15399"/>
                    </a:moveTo>
                    <a:lnTo>
                      <a:pt x="21420" y="65273"/>
                    </a:lnTo>
                    <a:lnTo>
                      <a:pt x="11290" y="72660"/>
                    </a:lnTo>
                    <a:lnTo>
                      <a:pt x="0" y="57546"/>
                    </a:lnTo>
                    <a:lnTo>
                      <a:pt x="78403" y="0"/>
                    </a:lnTo>
                    <a:lnTo>
                      <a:pt x="89642" y="153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5" name="Контур"/>
              <p:cNvSpPr/>
              <p:nvPr/>
            </p:nvSpPr>
            <p:spPr>
              <a:xfrm>
                <a:off x="12420677" y="3565459"/>
                <a:ext cx="39252" cy="36091"/>
              </a:xfrm>
              <a:custGeom>
                <a:avLst/>
                <a:gdLst/>
                <a:ahLst/>
                <a:cxnLst/>
                <a:rect l="l" t="t" r="r" b="b"/>
                <a:pathLst>
                  <a:path w="39252" h="36091">
                    <a:moveTo>
                      <a:pt x="0" y="20692"/>
                    </a:moveTo>
                    <a:lnTo>
                      <a:pt x="27833" y="0"/>
                    </a:lnTo>
                    <a:lnTo>
                      <a:pt x="39252" y="15648"/>
                    </a:lnTo>
                    <a:lnTo>
                      <a:pt x="11239" y="36091"/>
                    </a:lnTo>
                    <a:lnTo>
                      <a:pt x="0" y="206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6" name="Контур"/>
              <p:cNvSpPr/>
              <p:nvPr/>
            </p:nvSpPr>
            <p:spPr>
              <a:xfrm>
                <a:off x="12448510" y="3506182"/>
                <a:ext cx="59280" cy="74925"/>
              </a:xfrm>
              <a:custGeom>
                <a:avLst/>
                <a:gdLst/>
                <a:ahLst/>
                <a:cxnLst/>
                <a:rect l="l" t="t" r="r" b="b"/>
                <a:pathLst>
                  <a:path w="59280" h="74925">
                    <a:moveTo>
                      <a:pt x="0" y="59277"/>
                    </a:moveTo>
                    <a:lnTo>
                      <a:pt x="20076" y="45245"/>
                    </a:lnTo>
                    <a:lnTo>
                      <a:pt x="4307" y="20621"/>
                    </a:lnTo>
                    <a:lnTo>
                      <a:pt x="32041" y="0"/>
                    </a:lnTo>
                    <a:lnTo>
                      <a:pt x="59280" y="40005"/>
                    </a:lnTo>
                    <a:lnTo>
                      <a:pt x="11419" y="74925"/>
                    </a:lnTo>
                    <a:lnTo>
                      <a:pt x="0" y="592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7" name="Контур"/>
              <p:cNvSpPr/>
              <p:nvPr/>
            </p:nvSpPr>
            <p:spPr>
              <a:xfrm>
                <a:off x="12114581" y="3335409"/>
                <a:ext cx="176976" cy="166457"/>
              </a:xfrm>
              <a:custGeom>
                <a:avLst/>
                <a:gdLst/>
                <a:ahLst/>
                <a:cxnLst/>
                <a:rect l="l" t="t" r="r" b="b"/>
                <a:pathLst>
                  <a:path w="176976" h="166457">
                    <a:moveTo>
                      <a:pt x="0" y="141921"/>
                    </a:moveTo>
                    <a:lnTo>
                      <a:pt x="88162" y="74892"/>
                    </a:lnTo>
                    <a:lnTo>
                      <a:pt x="130660" y="0"/>
                    </a:lnTo>
                    <a:lnTo>
                      <a:pt x="176976" y="52727"/>
                    </a:lnTo>
                    <a:lnTo>
                      <a:pt x="20885" y="166457"/>
                    </a:lnTo>
                    <a:lnTo>
                      <a:pt x="0" y="1419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8" name="Контур"/>
              <p:cNvSpPr/>
              <p:nvPr/>
            </p:nvSpPr>
            <p:spPr>
              <a:xfrm>
                <a:off x="12264679" y="3313166"/>
                <a:ext cx="32506" cy="32092"/>
              </a:xfrm>
              <a:custGeom>
                <a:avLst/>
                <a:gdLst/>
                <a:ahLst/>
                <a:cxnLst/>
                <a:rect l="l" t="t" r="r" b="b"/>
                <a:pathLst>
                  <a:path w="32506" h="32092">
                    <a:moveTo>
                      <a:pt x="0" y="17250"/>
                    </a:moveTo>
                    <a:lnTo>
                      <a:pt x="19107" y="0"/>
                    </a:lnTo>
                    <a:lnTo>
                      <a:pt x="32506" y="14843"/>
                    </a:lnTo>
                    <a:lnTo>
                      <a:pt x="13399" y="32092"/>
                    </a:lnTo>
                    <a:lnTo>
                      <a:pt x="0" y="172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9" name="Контур"/>
              <p:cNvSpPr/>
              <p:nvPr/>
            </p:nvSpPr>
            <p:spPr>
              <a:xfrm>
                <a:off x="12300060" y="3157769"/>
                <a:ext cx="210197" cy="182384"/>
              </a:xfrm>
              <a:custGeom>
                <a:avLst/>
                <a:gdLst/>
                <a:ahLst/>
                <a:cxnLst/>
                <a:rect l="l" t="t" r="r" b="b"/>
                <a:pathLst>
                  <a:path w="210197" h="182384">
                    <a:moveTo>
                      <a:pt x="210197" y="50019"/>
                    </a:moveTo>
                    <a:lnTo>
                      <a:pt x="38590" y="182384"/>
                    </a:lnTo>
                    <a:lnTo>
                      <a:pt x="0" y="132363"/>
                    </a:lnTo>
                    <a:lnTo>
                      <a:pt x="171612" y="0"/>
                    </a:lnTo>
                    <a:lnTo>
                      <a:pt x="210197" y="500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0" name="Контур"/>
              <p:cNvSpPr/>
              <p:nvPr/>
            </p:nvSpPr>
            <p:spPr>
              <a:xfrm>
                <a:off x="12541193" y="3213352"/>
                <a:ext cx="50275" cy="46608"/>
              </a:xfrm>
              <a:custGeom>
                <a:avLst/>
                <a:gdLst/>
                <a:ahLst/>
                <a:cxnLst/>
                <a:rect l="l" t="t" r="r" b="b"/>
                <a:pathLst>
                  <a:path w="50275" h="46608">
                    <a:moveTo>
                      <a:pt x="26208" y="46608"/>
                    </a:moveTo>
                    <a:lnTo>
                      <a:pt x="0" y="10128"/>
                    </a:lnTo>
                    <a:lnTo>
                      <a:pt x="14093" y="0"/>
                    </a:lnTo>
                    <a:lnTo>
                      <a:pt x="22781" y="12086"/>
                    </a:lnTo>
                    <a:lnTo>
                      <a:pt x="32751" y="4924"/>
                    </a:lnTo>
                    <a:lnTo>
                      <a:pt x="50275" y="29308"/>
                    </a:lnTo>
                    <a:lnTo>
                      <a:pt x="26208" y="466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1" name="Контур"/>
              <p:cNvSpPr/>
              <p:nvPr/>
            </p:nvSpPr>
            <p:spPr>
              <a:xfrm>
                <a:off x="12217961" y="2409784"/>
                <a:ext cx="1117723" cy="804408"/>
              </a:xfrm>
              <a:custGeom>
                <a:avLst/>
                <a:gdLst/>
                <a:ahLst/>
                <a:cxnLst/>
                <a:rect l="l" t="t" r="r" b="b"/>
                <a:pathLst>
                  <a:path w="1117723" h="804408">
                    <a:moveTo>
                      <a:pt x="1117723" y="29001"/>
                    </a:moveTo>
                    <a:lnTo>
                      <a:pt x="872813" y="180537"/>
                    </a:lnTo>
                    <a:lnTo>
                      <a:pt x="480903" y="456100"/>
                    </a:lnTo>
                    <a:lnTo>
                      <a:pt x="20583" y="804408"/>
                    </a:lnTo>
                    <a:lnTo>
                      <a:pt x="0" y="777216"/>
                    </a:lnTo>
                    <a:lnTo>
                      <a:pt x="460800" y="428544"/>
                    </a:lnTo>
                    <a:lnTo>
                      <a:pt x="854016" y="152064"/>
                    </a:lnTo>
                    <a:lnTo>
                      <a:pt x="1099776" y="0"/>
                    </a:lnTo>
                    <a:lnTo>
                      <a:pt x="1117723" y="290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2" name="Контур"/>
              <p:cNvSpPr/>
              <p:nvPr/>
            </p:nvSpPr>
            <p:spPr>
              <a:xfrm>
                <a:off x="12471672" y="3077133"/>
                <a:ext cx="128888" cy="130655"/>
              </a:xfrm>
              <a:custGeom>
                <a:avLst/>
                <a:gdLst/>
                <a:ahLst/>
                <a:cxnLst/>
                <a:rect l="l" t="t" r="r" b="b"/>
                <a:pathLst>
                  <a:path w="128888" h="130655">
                    <a:moveTo>
                      <a:pt x="0" y="80636"/>
                    </a:moveTo>
                    <a:lnTo>
                      <a:pt x="87662" y="0"/>
                    </a:lnTo>
                    <a:lnTo>
                      <a:pt x="120219" y="39427"/>
                    </a:lnTo>
                    <a:lnTo>
                      <a:pt x="128888" y="51400"/>
                    </a:lnTo>
                    <a:lnTo>
                      <a:pt x="38585" y="130655"/>
                    </a:lnTo>
                    <a:lnTo>
                      <a:pt x="0" y="806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3" name="Контур"/>
              <p:cNvSpPr/>
              <p:nvPr/>
            </p:nvSpPr>
            <p:spPr>
              <a:xfrm>
                <a:off x="12217961" y="2499640"/>
                <a:ext cx="854736" cy="638140"/>
              </a:xfrm>
              <a:custGeom>
                <a:avLst/>
                <a:gdLst/>
                <a:ahLst/>
                <a:cxnLst/>
                <a:rect l="l" t="t" r="r" b="b"/>
                <a:pathLst>
                  <a:path w="854736" h="638140">
                    <a:moveTo>
                      <a:pt x="839808" y="3072"/>
                    </a:moveTo>
                    <a:lnTo>
                      <a:pt x="854736" y="28560"/>
                    </a:lnTo>
                    <a:lnTo>
                      <a:pt x="386559" y="355977"/>
                    </a:lnTo>
                    <a:lnTo>
                      <a:pt x="20055" y="638140"/>
                    </a:lnTo>
                    <a:lnTo>
                      <a:pt x="0" y="612096"/>
                    </a:lnTo>
                    <a:lnTo>
                      <a:pt x="367104" y="329472"/>
                    </a:lnTo>
                    <a:lnTo>
                      <a:pt x="838080" y="0"/>
                    </a:lnTo>
                    <a:lnTo>
                      <a:pt x="839808" y="30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4" name="Контур"/>
              <p:cNvSpPr/>
              <p:nvPr/>
            </p:nvSpPr>
            <p:spPr>
              <a:xfrm>
                <a:off x="12091952" y="3040902"/>
                <a:ext cx="76512" cy="76718"/>
              </a:xfrm>
              <a:custGeom>
                <a:avLst/>
                <a:gdLst/>
                <a:ahLst/>
                <a:cxnLst/>
                <a:rect l="l" t="t" r="r" b="b"/>
                <a:pathLst>
                  <a:path w="76512" h="76718">
                    <a:moveTo>
                      <a:pt x="37065" y="76718"/>
                    </a:moveTo>
                    <a:lnTo>
                      <a:pt x="0" y="41400"/>
                    </a:lnTo>
                    <a:lnTo>
                      <a:pt x="39446" y="0"/>
                    </a:lnTo>
                    <a:lnTo>
                      <a:pt x="76512" y="35318"/>
                    </a:lnTo>
                    <a:lnTo>
                      <a:pt x="37065" y="767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5" name="Контур"/>
              <p:cNvSpPr/>
              <p:nvPr/>
            </p:nvSpPr>
            <p:spPr>
              <a:xfrm>
                <a:off x="12545129" y="2930488"/>
                <a:ext cx="204197" cy="186072"/>
              </a:xfrm>
              <a:custGeom>
                <a:avLst/>
                <a:gdLst/>
                <a:ahLst/>
                <a:cxnLst/>
                <a:rect l="l" t="t" r="r" b="b"/>
                <a:pathLst>
                  <a:path w="204197" h="186072">
                    <a:moveTo>
                      <a:pt x="204197" y="57052"/>
                    </a:moveTo>
                    <a:lnTo>
                      <a:pt x="46762" y="186072"/>
                    </a:lnTo>
                    <a:lnTo>
                      <a:pt x="14205" y="146645"/>
                    </a:lnTo>
                    <a:lnTo>
                      <a:pt x="0" y="129024"/>
                    </a:lnTo>
                    <a:lnTo>
                      <a:pt x="157440" y="0"/>
                    </a:lnTo>
                    <a:lnTo>
                      <a:pt x="170077" y="15505"/>
                    </a:lnTo>
                    <a:lnTo>
                      <a:pt x="188046" y="37325"/>
                    </a:lnTo>
                    <a:lnTo>
                      <a:pt x="204197" y="570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6" name="Контур"/>
              <p:cNvSpPr/>
              <p:nvPr/>
            </p:nvSpPr>
            <p:spPr>
              <a:xfrm>
                <a:off x="12966128" y="3929954"/>
                <a:ext cx="53497" cy="56852"/>
              </a:xfrm>
              <a:custGeom>
                <a:avLst/>
                <a:gdLst/>
                <a:ahLst/>
                <a:cxnLst/>
                <a:rect l="l" t="t" r="r" b="b"/>
                <a:pathLst>
                  <a:path w="53497" h="56852">
                    <a:moveTo>
                      <a:pt x="30975" y="56852"/>
                    </a:moveTo>
                    <a:lnTo>
                      <a:pt x="0" y="17918"/>
                    </a:lnTo>
                    <a:lnTo>
                      <a:pt x="22520" y="0"/>
                    </a:lnTo>
                    <a:lnTo>
                      <a:pt x="53497" y="38929"/>
                    </a:lnTo>
                    <a:lnTo>
                      <a:pt x="30975" y="568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7" name="Контур"/>
              <p:cNvSpPr/>
              <p:nvPr/>
            </p:nvSpPr>
            <p:spPr>
              <a:xfrm>
                <a:off x="12934380" y="3871672"/>
                <a:ext cx="69245" cy="70401"/>
              </a:xfrm>
              <a:custGeom>
                <a:avLst/>
                <a:gdLst/>
                <a:ahLst/>
                <a:cxnLst/>
                <a:rect l="l" t="t" r="r" b="b"/>
                <a:pathLst>
                  <a:path w="69245" h="70401">
                    <a:moveTo>
                      <a:pt x="32640" y="70401"/>
                    </a:moveTo>
                    <a:lnTo>
                      <a:pt x="0" y="28540"/>
                    </a:lnTo>
                    <a:lnTo>
                      <a:pt x="36605" y="0"/>
                    </a:lnTo>
                    <a:lnTo>
                      <a:pt x="69245" y="41856"/>
                    </a:lnTo>
                    <a:lnTo>
                      <a:pt x="32640" y="704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8" name="Контур"/>
              <p:cNvSpPr/>
              <p:nvPr/>
            </p:nvSpPr>
            <p:spPr>
              <a:xfrm>
                <a:off x="12838491" y="3821752"/>
                <a:ext cx="94862" cy="112814"/>
              </a:xfrm>
              <a:custGeom>
                <a:avLst/>
                <a:gdLst/>
                <a:ahLst/>
                <a:cxnLst/>
                <a:rect l="l" t="t" r="r" b="b"/>
                <a:pathLst>
                  <a:path w="94862" h="112814">
                    <a:moveTo>
                      <a:pt x="69509" y="112814"/>
                    </a:moveTo>
                    <a:lnTo>
                      <a:pt x="0" y="18729"/>
                    </a:lnTo>
                    <a:lnTo>
                      <a:pt x="25358" y="0"/>
                    </a:lnTo>
                    <a:lnTo>
                      <a:pt x="94862" y="94080"/>
                    </a:lnTo>
                    <a:lnTo>
                      <a:pt x="69509" y="1128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9" name="Контур"/>
              <p:cNvSpPr/>
              <p:nvPr/>
            </p:nvSpPr>
            <p:spPr>
              <a:xfrm>
                <a:off x="12996697" y="3876503"/>
                <a:ext cx="40128" cy="41880"/>
              </a:xfrm>
              <a:custGeom>
                <a:avLst/>
                <a:gdLst/>
                <a:ahLst/>
                <a:cxnLst/>
                <a:rect l="l" t="t" r="r" b="b"/>
                <a:pathLst>
                  <a:path w="40128" h="41880">
                    <a:moveTo>
                      <a:pt x="19767" y="41880"/>
                    </a:moveTo>
                    <a:lnTo>
                      <a:pt x="0" y="14940"/>
                    </a:lnTo>
                    <a:lnTo>
                      <a:pt x="20361" y="0"/>
                    </a:lnTo>
                    <a:lnTo>
                      <a:pt x="40128" y="26940"/>
                    </a:lnTo>
                    <a:lnTo>
                      <a:pt x="19767" y="418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0" name="Контур"/>
              <p:cNvSpPr/>
              <p:nvPr/>
            </p:nvSpPr>
            <p:spPr>
              <a:xfrm>
                <a:off x="13017058" y="3726476"/>
                <a:ext cx="214582" cy="176967"/>
              </a:xfrm>
              <a:custGeom>
                <a:avLst/>
                <a:gdLst/>
                <a:ahLst/>
                <a:cxnLst/>
                <a:rect l="l" t="t" r="r" b="b"/>
                <a:pathLst>
                  <a:path w="214582" h="176967">
                    <a:moveTo>
                      <a:pt x="0" y="150027"/>
                    </a:moveTo>
                    <a:lnTo>
                      <a:pt x="195262" y="0"/>
                    </a:lnTo>
                    <a:lnTo>
                      <a:pt x="214582" y="25066"/>
                    </a:lnTo>
                    <a:lnTo>
                      <a:pt x="19767" y="176967"/>
                    </a:lnTo>
                    <a:lnTo>
                      <a:pt x="0" y="1500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1" name="Контур"/>
              <p:cNvSpPr/>
              <p:nvPr/>
            </p:nvSpPr>
            <p:spPr>
              <a:xfrm>
                <a:off x="12699929" y="3256787"/>
                <a:ext cx="591125" cy="619716"/>
              </a:xfrm>
              <a:custGeom>
                <a:avLst/>
                <a:gdLst/>
                <a:ahLst/>
                <a:cxnLst/>
                <a:rect l="l" t="t" r="r" b="b"/>
                <a:pathLst>
                  <a:path w="591125" h="619716">
                    <a:moveTo>
                      <a:pt x="145195" y="98136"/>
                    </a:moveTo>
                    <a:lnTo>
                      <a:pt x="168514" y="80549"/>
                    </a:lnTo>
                    <a:lnTo>
                      <a:pt x="275314" y="0"/>
                    </a:lnTo>
                    <a:lnTo>
                      <a:pt x="570240" y="383059"/>
                    </a:lnTo>
                    <a:lnTo>
                      <a:pt x="591125" y="410184"/>
                    </a:lnTo>
                    <a:lnTo>
                      <a:pt x="570096" y="426077"/>
                    </a:lnTo>
                    <a:lnTo>
                      <a:pt x="512391" y="469689"/>
                    </a:lnTo>
                    <a:lnTo>
                      <a:pt x="317129" y="619716"/>
                    </a:lnTo>
                    <a:lnTo>
                      <a:pt x="0" y="207648"/>
                    </a:lnTo>
                    <a:lnTo>
                      <a:pt x="51255" y="168989"/>
                    </a:lnTo>
                    <a:lnTo>
                      <a:pt x="103686" y="129312"/>
                    </a:lnTo>
                    <a:lnTo>
                      <a:pt x="111791" y="123156"/>
                    </a:lnTo>
                    <a:lnTo>
                      <a:pt x="120471" y="116789"/>
                    </a:lnTo>
                    <a:lnTo>
                      <a:pt x="145195" y="981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2" name="Контур"/>
              <p:cNvSpPr/>
              <p:nvPr/>
            </p:nvSpPr>
            <p:spPr>
              <a:xfrm>
                <a:off x="12803499" y="3684827"/>
                <a:ext cx="71203" cy="65745"/>
              </a:xfrm>
              <a:custGeom>
                <a:avLst/>
                <a:gdLst/>
                <a:ahLst/>
                <a:cxnLst/>
                <a:rect l="l" t="t" r="r" b="b"/>
                <a:pathLst>
                  <a:path w="71203" h="65745">
                    <a:moveTo>
                      <a:pt x="0" y="37521"/>
                    </a:moveTo>
                    <a:lnTo>
                      <a:pt x="50035" y="0"/>
                    </a:lnTo>
                    <a:lnTo>
                      <a:pt x="71203" y="28224"/>
                    </a:lnTo>
                    <a:lnTo>
                      <a:pt x="21168" y="65745"/>
                    </a:lnTo>
                    <a:lnTo>
                      <a:pt x="0" y="375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3" name="Контур"/>
              <p:cNvSpPr/>
              <p:nvPr/>
            </p:nvSpPr>
            <p:spPr>
              <a:xfrm>
                <a:off x="12587048" y="3408952"/>
                <a:ext cx="158049" cy="194044"/>
              </a:xfrm>
              <a:custGeom>
                <a:avLst/>
                <a:gdLst/>
                <a:ahLst/>
                <a:cxnLst/>
                <a:rect l="l" t="t" r="r" b="b"/>
                <a:pathLst>
                  <a:path w="158049" h="194044">
                    <a:moveTo>
                      <a:pt x="0" y="19651"/>
                    </a:moveTo>
                    <a:lnTo>
                      <a:pt x="26049" y="0"/>
                    </a:lnTo>
                    <a:lnTo>
                      <a:pt x="62073" y="47164"/>
                    </a:lnTo>
                    <a:lnTo>
                      <a:pt x="158049" y="172358"/>
                    </a:lnTo>
                    <a:lnTo>
                      <a:pt x="129758" y="194044"/>
                    </a:lnTo>
                    <a:lnTo>
                      <a:pt x="0" y="196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4" name="Контур"/>
              <p:cNvSpPr/>
              <p:nvPr/>
            </p:nvSpPr>
            <p:spPr>
              <a:xfrm>
                <a:off x="12737513" y="3608545"/>
                <a:ext cx="99821" cy="93903"/>
              </a:xfrm>
              <a:custGeom>
                <a:avLst/>
                <a:gdLst/>
                <a:ahLst/>
                <a:cxnLst/>
                <a:rect l="l" t="t" r="r" b="b"/>
                <a:pathLst>
                  <a:path w="99821" h="93903">
                    <a:moveTo>
                      <a:pt x="0" y="45399"/>
                    </a:moveTo>
                    <a:lnTo>
                      <a:pt x="49263" y="7594"/>
                    </a:lnTo>
                    <a:lnTo>
                      <a:pt x="51288" y="10234"/>
                    </a:lnTo>
                    <a:lnTo>
                      <a:pt x="64627" y="0"/>
                    </a:lnTo>
                    <a:lnTo>
                      <a:pt x="99821" y="45869"/>
                    </a:lnTo>
                    <a:lnTo>
                      <a:pt x="37205" y="93903"/>
                    </a:lnTo>
                    <a:lnTo>
                      <a:pt x="0" y="453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5" name="Контур"/>
              <p:cNvSpPr/>
              <p:nvPr/>
            </p:nvSpPr>
            <p:spPr>
              <a:xfrm>
                <a:off x="12682371" y="3402500"/>
                <a:ext cx="68813" cy="61935"/>
              </a:xfrm>
              <a:custGeom>
                <a:avLst/>
                <a:gdLst/>
                <a:ahLst/>
                <a:cxnLst/>
                <a:rect l="l" t="t" r="r" b="b"/>
                <a:pathLst>
                  <a:path w="68813" h="61935">
                    <a:moveTo>
                      <a:pt x="68813" y="23276"/>
                    </a:moveTo>
                    <a:lnTo>
                      <a:pt x="17558" y="61935"/>
                    </a:lnTo>
                    <a:lnTo>
                      <a:pt x="0" y="38660"/>
                    </a:lnTo>
                    <a:lnTo>
                      <a:pt x="51254" y="0"/>
                    </a:lnTo>
                    <a:lnTo>
                      <a:pt x="68813" y="232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6" name="Контур"/>
              <p:cNvSpPr/>
              <p:nvPr/>
            </p:nvSpPr>
            <p:spPr>
              <a:xfrm>
                <a:off x="12613097" y="3389438"/>
                <a:ext cx="61392" cy="66678"/>
              </a:xfrm>
              <a:custGeom>
                <a:avLst/>
                <a:gdLst/>
                <a:ahLst/>
                <a:cxnLst/>
                <a:rect l="l" t="t" r="r" b="b"/>
                <a:pathLst>
                  <a:path w="61392" h="66678">
                    <a:moveTo>
                      <a:pt x="0" y="19514"/>
                    </a:moveTo>
                    <a:lnTo>
                      <a:pt x="11983" y="10493"/>
                    </a:lnTo>
                    <a:lnTo>
                      <a:pt x="25781" y="0"/>
                    </a:lnTo>
                    <a:lnTo>
                      <a:pt x="41755" y="21443"/>
                    </a:lnTo>
                    <a:lnTo>
                      <a:pt x="61392" y="47882"/>
                    </a:lnTo>
                    <a:lnTo>
                      <a:pt x="36024" y="66678"/>
                    </a:lnTo>
                    <a:lnTo>
                      <a:pt x="0" y="195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7" name="Контур"/>
              <p:cNvSpPr/>
              <p:nvPr/>
            </p:nvSpPr>
            <p:spPr>
              <a:xfrm>
                <a:off x="12581390" y="3392748"/>
                <a:ext cx="43690" cy="35855"/>
              </a:xfrm>
              <a:custGeom>
                <a:avLst/>
                <a:gdLst/>
                <a:ahLst/>
                <a:cxnLst/>
                <a:rect l="l" t="t" r="r" b="b"/>
                <a:pathLst>
                  <a:path w="43690" h="35855">
                    <a:moveTo>
                      <a:pt x="31707" y="16204"/>
                    </a:moveTo>
                    <a:lnTo>
                      <a:pt x="5658" y="35855"/>
                    </a:lnTo>
                    <a:lnTo>
                      <a:pt x="0" y="28543"/>
                    </a:lnTo>
                    <a:lnTo>
                      <a:pt x="38128" y="0"/>
                    </a:lnTo>
                    <a:lnTo>
                      <a:pt x="43690" y="7183"/>
                    </a:lnTo>
                    <a:lnTo>
                      <a:pt x="31707" y="162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8" name="Контур"/>
              <p:cNvSpPr/>
              <p:nvPr/>
            </p:nvSpPr>
            <p:spPr>
              <a:xfrm>
                <a:off x="12794370" y="3367771"/>
                <a:ext cx="17350" cy="18328"/>
              </a:xfrm>
              <a:custGeom>
                <a:avLst/>
                <a:gdLst/>
                <a:ahLst/>
                <a:cxnLst/>
                <a:rect l="l" t="t" r="r" b="b"/>
                <a:pathLst>
                  <a:path w="17350" h="18328">
                    <a:moveTo>
                      <a:pt x="0" y="6156"/>
                    </a:moveTo>
                    <a:lnTo>
                      <a:pt x="8105" y="0"/>
                    </a:lnTo>
                    <a:lnTo>
                      <a:pt x="17350" y="12172"/>
                    </a:lnTo>
                    <a:lnTo>
                      <a:pt x="9245" y="18328"/>
                    </a:lnTo>
                    <a:lnTo>
                      <a:pt x="0" y="61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9" name="Контур"/>
              <p:cNvSpPr/>
              <p:nvPr/>
            </p:nvSpPr>
            <p:spPr>
              <a:xfrm>
                <a:off x="12795896" y="3304849"/>
                <a:ext cx="72547" cy="68727"/>
              </a:xfrm>
              <a:custGeom>
                <a:avLst/>
                <a:gdLst/>
                <a:ahLst/>
                <a:cxnLst/>
                <a:rect l="l" t="t" r="r" b="b"/>
                <a:pathLst>
                  <a:path w="72547" h="68727">
                    <a:moveTo>
                      <a:pt x="49228" y="50074"/>
                    </a:moveTo>
                    <a:lnTo>
                      <a:pt x="24504" y="68727"/>
                    </a:lnTo>
                    <a:lnTo>
                      <a:pt x="0" y="36240"/>
                    </a:lnTo>
                    <a:lnTo>
                      <a:pt x="48043" y="0"/>
                    </a:lnTo>
                    <a:lnTo>
                      <a:pt x="72547" y="32487"/>
                    </a:lnTo>
                    <a:lnTo>
                      <a:pt x="49228" y="500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0" name="Контур"/>
              <p:cNvSpPr/>
              <p:nvPr/>
            </p:nvSpPr>
            <p:spPr>
              <a:xfrm>
                <a:off x="12984081" y="3026745"/>
                <a:ext cx="56773" cy="34955"/>
              </a:xfrm>
              <a:custGeom>
                <a:avLst/>
                <a:gdLst/>
                <a:ahLst/>
                <a:cxnLst/>
                <a:rect l="l" t="t" r="r" b="b"/>
                <a:pathLst>
                  <a:path w="56773" h="34955">
                    <a:moveTo>
                      <a:pt x="0" y="23440"/>
                    </a:moveTo>
                    <a:lnTo>
                      <a:pt x="5237" y="0"/>
                    </a:lnTo>
                    <a:lnTo>
                      <a:pt x="56773" y="11516"/>
                    </a:lnTo>
                    <a:lnTo>
                      <a:pt x="51535" y="34955"/>
                    </a:lnTo>
                    <a:lnTo>
                      <a:pt x="0" y="234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1" name="Контур"/>
              <p:cNvSpPr/>
              <p:nvPr/>
            </p:nvSpPr>
            <p:spPr>
              <a:xfrm>
                <a:off x="13053848" y="3146982"/>
                <a:ext cx="92707" cy="73291"/>
              </a:xfrm>
              <a:custGeom>
                <a:avLst/>
                <a:gdLst/>
                <a:ahLst/>
                <a:cxnLst/>
                <a:rect l="l" t="t" r="r" b="b"/>
                <a:pathLst>
                  <a:path w="92707" h="73291">
                    <a:moveTo>
                      <a:pt x="61065" y="65078"/>
                    </a:moveTo>
                    <a:lnTo>
                      <a:pt x="9806" y="73291"/>
                    </a:lnTo>
                    <a:lnTo>
                      <a:pt x="0" y="10819"/>
                    </a:lnTo>
                    <a:lnTo>
                      <a:pt x="82896" y="0"/>
                    </a:lnTo>
                    <a:lnTo>
                      <a:pt x="86352" y="21154"/>
                    </a:lnTo>
                    <a:lnTo>
                      <a:pt x="92707" y="60010"/>
                    </a:lnTo>
                    <a:lnTo>
                      <a:pt x="87105" y="60907"/>
                    </a:lnTo>
                    <a:lnTo>
                      <a:pt x="80923" y="61896"/>
                    </a:lnTo>
                    <a:lnTo>
                      <a:pt x="61065" y="650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2" name="Контур"/>
              <p:cNvSpPr/>
              <p:nvPr/>
            </p:nvSpPr>
            <p:spPr>
              <a:xfrm>
                <a:off x="12627176" y="2999305"/>
                <a:ext cx="231264" cy="189039"/>
              </a:xfrm>
              <a:custGeom>
                <a:avLst/>
                <a:gdLst/>
                <a:ahLst/>
                <a:cxnLst/>
                <a:rect l="l" t="t" r="r" b="b"/>
                <a:pathLst>
                  <a:path w="231264" h="189039">
                    <a:moveTo>
                      <a:pt x="193651" y="0"/>
                    </a:moveTo>
                    <a:lnTo>
                      <a:pt x="231264" y="52589"/>
                    </a:lnTo>
                    <a:lnTo>
                      <a:pt x="41092" y="189039"/>
                    </a:lnTo>
                    <a:lnTo>
                      <a:pt x="0" y="138495"/>
                    </a:lnTo>
                    <a:lnTo>
                      <a:pt x="19365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3" name="Контур"/>
              <p:cNvSpPr/>
              <p:nvPr/>
            </p:nvSpPr>
            <p:spPr>
              <a:xfrm>
                <a:off x="12858838" y="3100349"/>
                <a:ext cx="165609" cy="141673"/>
              </a:xfrm>
              <a:custGeom>
                <a:avLst/>
                <a:gdLst/>
                <a:ahLst/>
                <a:cxnLst/>
                <a:rect l="l" t="t" r="r" b="b"/>
                <a:pathLst>
                  <a:path w="165609" h="141673">
                    <a:moveTo>
                      <a:pt x="19361" y="141673"/>
                    </a:moveTo>
                    <a:lnTo>
                      <a:pt x="0" y="117593"/>
                    </a:lnTo>
                    <a:lnTo>
                      <a:pt x="146247" y="0"/>
                    </a:lnTo>
                    <a:lnTo>
                      <a:pt x="165609" y="24080"/>
                    </a:lnTo>
                    <a:lnTo>
                      <a:pt x="19361" y="1416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4" name="Контур"/>
              <p:cNvSpPr/>
              <p:nvPr/>
            </p:nvSpPr>
            <p:spPr>
              <a:xfrm>
                <a:off x="13118796" y="2829880"/>
                <a:ext cx="275741" cy="321763"/>
              </a:xfrm>
              <a:custGeom>
                <a:avLst/>
                <a:gdLst/>
                <a:ahLst/>
                <a:cxnLst/>
                <a:rect l="l" t="t" r="r" b="b"/>
                <a:pathLst>
                  <a:path w="275741" h="321763">
                    <a:moveTo>
                      <a:pt x="205829" y="321763"/>
                    </a:moveTo>
                    <a:lnTo>
                      <a:pt x="0" y="54489"/>
                    </a:lnTo>
                    <a:lnTo>
                      <a:pt x="69917" y="0"/>
                    </a:lnTo>
                    <a:lnTo>
                      <a:pt x="275741" y="266496"/>
                    </a:lnTo>
                    <a:lnTo>
                      <a:pt x="205829" y="3217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5" name="Контур"/>
              <p:cNvSpPr/>
              <p:nvPr/>
            </p:nvSpPr>
            <p:spPr>
              <a:xfrm>
                <a:off x="13201457" y="3232120"/>
                <a:ext cx="257007" cy="292800"/>
              </a:xfrm>
              <a:custGeom>
                <a:avLst/>
                <a:gdLst/>
                <a:ahLst/>
                <a:cxnLst/>
                <a:rect l="l" t="t" r="r" b="b"/>
                <a:pathLst>
                  <a:path w="257007" h="292800">
                    <a:moveTo>
                      <a:pt x="91704" y="292800"/>
                    </a:moveTo>
                    <a:lnTo>
                      <a:pt x="0" y="174518"/>
                    </a:lnTo>
                    <a:lnTo>
                      <a:pt x="91695" y="103416"/>
                    </a:lnTo>
                    <a:lnTo>
                      <a:pt x="55762" y="57076"/>
                    </a:lnTo>
                    <a:lnTo>
                      <a:pt x="129360" y="0"/>
                    </a:lnTo>
                    <a:lnTo>
                      <a:pt x="257007" y="164572"/>
                    </a:lnTo>
                    <a:lnTo>
                      <a:pt x="91704" y="2928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6" name="Контур"/>
              <p:cNvSpPr/>
              <p:nvPr/>
            </p:nvSpPr>
            <p:spPr>
              <a:xfrm>
                <a:off x="13470359" y="3369343"/>
                <a:ext cx="105071" cy="102460"/>
              </a:xfrm>
              <a:custGeom>
                <a:avLst/>
                <a:gdLst/>
                <a:ahLst/>
                <a:cxnLst/>
                <a:rect l="l" t="t" r="r" b="b"/>
                <a:pathLst>
                  <a:path w="105071" h="102460">
                    <a:moveTo>
                      <a:pt x="19990" y="102460"/>
                    </a:moveTo>
                    <a:lnTo>
                      <a:pt x="0" y="76105"/>
                    </a:lnTo>
                    <a:lnTo>
                      <a:pt x="57210" y="32713"/>
                    </a:lnTo>
                    <a:lnTo>
                      <a:pt x="48432" y="21140"/>
                    </a:lnTo>
                    <a:lnTo>
                      <a:pt x="76304" y="0"/>
                    </a:lnTo>
                    <a:lnTo>
                      <a:pt x="105071" y="37929"/>
                    </a:lnTo>
                    <a:lnTo>
                      <a:pt x="19990" y="1024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7" name="Контур"/>
              <p:cNvSpPr/>
              <p:nvPr/>
            </p:nvSpPr>
            <p:spPr>
              <a:xfrm>
                <a:off x="13575935" y="3325203"/>
                <a:ext cx="41456" cy="38613"/>
              </a:xfrm>
              <a:custGeom>
                <a:avLst/>
                <a:gdLst/>
                <a:ahLst/>
                <a:cxnLst/>
                <a:rect l="l" t="t" r="r" b="b"/>
                <a:pathLst>
                  <a:path w="41456" h="38613">
                    <a:moveTo>
                      <a:pt x="11502" y="38613"/>
                    </a:moveTo>
                    <a:lnTo>
                      <a:pt x="0" y="24619"/>
                    </a:lnTo>
                    <a:lnTo>
                      <a:pt x="29954" y="0"/>
                    </a:lnTo>
                    <a:lnTo>
                      <a:pt x="41456" y="13994"/>
                    </a:lnTo>
                    <a:lnTo>
                      <a:pt x="11502" y="386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8" name="Контур"/>
              <p:cNvSpPr/>
              <p:nvPr/>
            </p:nvSpPr>
            <p:spPr>
              <a:xfrm>
                <a:off x="13270025" y="3407272"/>
                <a:ext cx="341290" cy="298252"/>
              </a:xfrm>
              <a:custGeom>
                <a:avLst/>
                <a:gdLst/>
                <a:ahLst/>
                <a:cxnLst/>
                <a:rect l="l" t="t" r="r" b="b"/>
                <a:pathLst>
                  <a:path w="341290" h="298252">
                    <a:moveTo>
                      <a:pt x="21029" y="259699"/>
                    </a:moveTo>
                    <a:lnTo>
                      <a:pt x="144" y="232574"/>
                    </a:lnTo>
                    <a:lnTo>
                      <a:pt x="48519" y="194841"/>
                    </a:lnTo>
                    <a:lnTo>
                      <a:pt x="40109" y="183734"/>
                    </a:lnTo>
                    <a:lnTo>
                      <a:pt x="82680" y="151444"/>
                    </a:lnTo>
                    <a:lnTo>
                      <a:pt x="91095" y="162547"/>
                    </a:lnTo>
                    <a:lnTo>
                      <a:pt x="220324" y="64531"/>
                    </a:lnTo>
                    <a:lnTo>
                      <a:pt x="305405" y="0"/>
                    </a:lnTo>
                    <a:lnTo>
                      <a:pt x="341290" y="45787"/>
                    </a:lnTo>
                    <a:lnTo>
                      <a:pt x="163758" y="184255"/>
                    </a:lnTo>
                    <a:lnTo>
                      <a:pt x="80571" y="249139"/>
                    </a:lnTo>
                    <a:lnTo>
                      <a:pt x="17602" y="298252"/>
                    </a:lnTo>
                    <a:lnTo>
                      <a:pt x="0" y="275592"/>
                    </a:lnTo>
                    <a:lnTo>
                      <a:pt x="21029" y="2596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9" name="Контур"/>
              <p:cNvSpPr/>
              <p:nvPr/>
            </p:nvSpPr>
            <p:spPr>
              <a:xfrm>
                <a:off x="13350596" y="3591527"/>
                <a:ext cx="95188" cy="79652"/>
              </a:xfrm>
              <a:custGeom>
                <a:avLst/>
                <a:gdLst/>
                <a:ahLst/>
                <a:cxnLst/>
                <a:rect l="l" t="t" r="r" b="b"/>
                <a:pathLst>
                  <a:path w="95188" h="79652">
                    <a:moveTo>
                      <a:pt x="0" y="64884"/>
                    </a:moveTo>
                    <a:lnTo>
                      <a:pt x="83187" y="0"/>
                    </a:lnTo>
                    <a:lnTo>
                      <a:pt x="95188" y="14996"/>
                    </a:lnTo>
                    <a:lnTo>
                      <a:pt x="11181" y="79652"/>
                    </a:lnTo>
                    <a:lnTo>
                      <a:pt x="0" y="648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0" name="Контур"/>
              <p:cNvSpPr/>
              <p:nvPr/>
            </p:nvSpPr>
            <p:spPr>
              <a:xfrm>
                <a:off x="12458919" y="5221340"/>
                <a:ext cx="30934" cy="35585"/>
              </a:xfrm>
              <a:custGeom>
                <a:avLst/>
                <a:gdLst/>
                <a:ahLst/>
                <a:cxnLst/>
                <a:rect l="l" t="t" r="r" b="b"/>
                <a:pathLst>
                  <a:path w="30934" h="35585">
                    <a:moveTo>
                      <a:pt x="30934" y="27045"/>
                    </a:moveTo>
                    <a:lnTo>
                      <a:pt x="12615" y="35585"/>
                    </a:lnTo>
                    <a:lnTo>
                      <a:pt x="0" y="8522"/>
                    </a:lnTo>
                    <a:lnTo>
                      <a:pt x="18260" y="0"/>
                    </a:lnTo>
                    <a:lnTo>
                      <a:pt x="30934" y="270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1" name="Контур"/>
              <p:cNvSpPr/>
              <p:nvPr/>
            </p:nvSpPr>
            <p:spPr>
              <a:xfrm>
                <a:off x="12502753" y="5103544"/>
                <a:ext cx="81380" cy="64167"/>
              </a:xfrm>
              <a:custGeom>
                <a:avLst/>
                <a:gdLst/>
                <a:ahLst/>
                <a:cxnLst/>
                <a:rect l="l" t="t" r="r" b="b"/>
                <a:pathLst>
                  <a:path w="81380" h="64167">
                    <a:moveTo>
                      <a:pt x="15641" y="64167"/>
                    </a:moveTo>
                    <a:lnTo>
                      <a:pt x="0" y="30993"/>
                    </a:lnTo>
                    <a:lnTo>
                      <a:pt x="65740" y="0"/>
                    </a:lnTo>
                    <a:lnTo>
                      <a:pt x="81380" y="33174"/>
                    </a:lnTo>
                    <a:lnTo>
                      <a:pt x="15641" y="641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2" name="Контур"/>
              <p:cNvSpPr/>
              <p:nvPr/>
            </p:nvSpPr>
            <p:spPr>
              <a:xfrm>
                <a:off x="12112150" y="5026316"/>
                <a:ext cx="104562" cy="135672"/>
              </a:xfrm>
              <a:custGeom>
                <a:avLst/>
                <a:gdLst/>
                <a:ahLst/>
                <a:cxnLst/>
                <a:rect l="l" t="t" r="r" b="b"/>
                <a:pathLst>
                  <a:path w="104562" h="135672">
                    <a:moveTo>
                      <a:pt x="46421" y="135672"/>
                    </a:moveTo>
                    <a:lnTo>
                      <a:pt x="0" y="25906"/>
                    </a:lnTo>
                    <a:lnTo>
                      <a:pt x="55469" y="0"/>
                    </a:lnTo>
                    <a:lnTo>
                      <a:pt x="104562" y="108981"/>
                    </a:lnTo>
                    <a:lnTo>
                      <a:pt x="46421" y="135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3" name="Контур"/>
              <p:cNvSpPr/>
              <p:nvPr/>
            </p:nvSpPr>
            <p:spPr>
              <a:xfrm>
                <a:off x="12197035" y="4808843"/>
                <a:ext cx="398201" cy="318945"/>
              </a:xfrm>
              <a:custGeom>
                <a:avLst/>
                <a:gdLst/>
                <a:ahLst/>
                <a:cxnLst/>
                <a:rect l="l" t="t" r="r" b="b"/>
                <a:pathLst>
                  <a:path w="398201" h="318945">
                    <a:moveTo>
                      <a:pt x="40912" y="318945"/>
                    </a:moveTo>
                    <a:lnTo>
                      <a:pt x="0" y="235759"/>
                    </a:lnTo>
                    <a:lnTo>
                      <a:pt x="132235" y="170724"/>
                    </a:lnTo>
                    <a:lnTo>
                      <a:pt x="102707" y="110685"/>
                    </a:lnTo>
                    <a:lnTo>
                      <a:pt x="327761" y="0"/>
                    </a:lnTo>
                    <a:lnTo>
                      <a:pt x="398201" y="143225"/>
                    </a:lnTo>
                    <a:lnTo>
                      <a:pt x="342828" y="171758"/>
                    </a:lnTo>
                    <a:lnTo>
                      <a:pt x="329628" y="178309"/>
                    </a:lnTo>
                    <a:lnTo>
                      <a:pt x="249949" y="216253"/>
                    </a:lnTo>
                    <a:lnTo>
                      <a:pt x="40912" y="3189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4" name="Контур"/>
              <p:cNvSpPr/>
              <p:nvPr/>
            </p:nvSpPr>
            <p:spPr>
              <a:xfrm>
                <a:off x="12446984" y="4987152"/>
                <a:ext cx="97817" cy="76032"/>
              </a:xfrm>
              <a:custGeom>
                <a:avLst/>
                <a:gdLst/>
                <a:ahLst/>
                <a:cxnLst/>
                <a:rect l="l" t="t" r="r" b="b"/>
                <a:pathLst>
                  <a:path w="97817" h="76032">
                    <a:moveTo>
                      <a:pt x="0" y="37944"/>
                    </a:moveTo>
                    <a:lnTo>
                      <a:pt x="79679" y="0"/>
                    </a:lnTo>
                    <a:lnTo>
                      <a:pt x="97817" y="38087"/>
                    </a:lnTo>
                    <a:lnTo>
                      <a:pt x="18138" y="76032"/>
                    </a:lnTo>
                    <a:lnTo>
                      <a:pt x="0" y="379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5" name="Контур"/>
              <p:cNvSpPr/>
              <p:nvPr/>
            </p:nvSpPr>
            <p:spPr>
              <a:xfrm>
                <a:off x="12539863" y="4952068"/>
                <a:ext cx="93860" cy="105780"/>
              </a:xfrm>
              <a:custGeom>
                <a:avLst/>
                <a:gdLst/>
                <a:ahLst/>
                <a:cxnLst/>
                <a:rect l="l" t="t" r="r" b="b"/>
                <a:pathLst>
                  <a:path w="93860" h="105780">
                    <a:moveTo>
                      <a:pt x="55373" y="0"/>
                    </a:moveTo>
                    <a:lnTo>
                      <a:pt x="93860" y="78319"/>
                    </a:lnTo>
                    <a:lnTo>
                      <a:pt x="37522" y="105780"/>
                    </a:lnTo>
                    <a:lnTo>
                      <a:pt x="0" y="28533"/>
                    </a:lnTo>
                    <a:lnTo>
                      <a:pt x="553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6" name="Контур"/>
              <p:cNvSpPr/>
              <p:nvPr/>
            </p:nvSpPr>
            <p:spPr>
              <a:xfrm>
                <a:off x="12524796" y="4770314"/>
                <a:ext cx="199469" cy="281486"/>
              </a:xfrm>
              <a:custGeom>
                <a:avLst/>
                <a:gdLst/>
                <a:ahLst/>
                <a:cxnLst/>
                <a:rect l="l" t="t" r="r" b="b"/>
                <a:pathLst>
                  <a:path w="199469" h="281486">
                    <a:moveTo>
                      <a:pt x="194890" y="232352"/>
                    </a:moveTo>
                    <a:lnTo>
                      <a:pt x="199469" y="242145"/>
                    </a:lnTo>
                    <a:lnTo>
                      <a:pt x="119458" y="281486"/>
                    </a:lnTo>
                    <a:lnTo>
                      <a:pt x="108927" y="260073"/>
                    </a:lnTo>
                    <a:lnTo>
                      <a:pt x="70440" y="181754"/>
                    </a:lnTo>
                    <a:lnTo>
                      <a:pt x="0" y="38529"/>
                    </a:lnTo>
                    <a:lnTo>
                      <a:pt x="52215" y="13238"/>
                    </a:lnTo>
                    <a:lnTo>
                      <a:pt x="80283" y="0"/>
                    </a:lnTo>
                    <a:lnTo>
                      <a:pt x="161280" y="161082"/>
                    </a:lnTo>
                    <a:lnTo>
                      <a:pt x="194890" y="2323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7" name="Контур"/>
              <p:cNvSpPr/>
              <p:nvPr/>
            </p:nvSpPr>
            <p:spPr>
              <a:xfrm>
                <a:off x="12101565" y="4999768"/>
                <a:ext cx="66054" cy="52454"/>
              </a:xfrm>
              <a:custGeom>
                <a:avLst/>
                <a:gdLst/>
                <a:ahLst/>
                <a:cxnLst/>
                <a:rect l="l" t="t" r="r" b="b"/>
                <a:pathLst>
                  <a:path w="66054" h="52454">
                    <a:moveTo>
                      <a:pt x="10585" y="52454"/>
                    </a:moveTo>
                    <a:lnTo>
                      <a:pt x="0" y="30068"/>
                    </a:lnTo>
                    <a:lnTo>
                      <a:pt x="38547" y="0"/>
                    </a:lnTo>
                    <a:lnTo>
                      <a:pt x="66054" y="26548"/>
                    </a:lnTo>
                    <a:lnTo>
                      <a:pt x="10585" y="524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8" name="Контур"/>
              <p:cNvSpPr/>
              <p:nvPr/>
            </p:nvSpPr>
            <p:spPr>
              <a:xfrm>
                <a:off x="12078227" y="4982796"/>
                <a:ext cx="61885" cy="47040"/>
              </a:xfrm>
              <a:custGeom>
                <a:avLst/>
                <a:gdLst/>
                <a:ahLst/>
                <a:cxnLst/>
                <a:rect l="l" t="t" r="r" b="b"/>
                <a:pathLst>
                  <a:path w="61885" h="47040">
                    <a:moveTo>
                      <a:pt x="23338" y="47040"/>
                    </a:moveTo>
                    <a:lnTo>
                      <a:pt x="0" y="17122"/>
                    </a:lnTo>
                    <a:lnTo>
                      <a:pt x="21950" y="0"/>
                    </a:lnTo>
                    <a:lnTo>
                      <a:pt x="33871" y="15282"/>
                    </a:lnTo>
                    <a:lnTo>
                      <a:pt x="50469" y="2335"/>
                    </a:lnTo>
                    <a:lnTo>
                      <a:pt x="61885" y="16972"/>
                    </a:lnTo>
                    <a:lnTo>
                      <a:pt x="23338" y="470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9" name="Контур"/>
              <p:cNvSpPr/>
              <p:nvPr/>
            </p:nvSpPr>
            <p:spPr>
              <a:xfrm>
                <a:off x="12040274" y="4889484"/>
                <a:ext cx="98548" cy="82744"/>
              </a:xfrm>
              <a:custGeom>
                <a:avLst/>
                <a:gdLst/>
                <a:ahLst/>
                <a:cxnLst/>
                <a:rect l="l" t="t" r="r" b="b"/>
                <a:pathLst>
                  <a:path w="98548" h="82744">
                    <a:moveTo>
                      <a:pt x="33734" y="82744"/>
                    </a:moveTo>
                    <a:lnTo>
                      <a:pt x="19599" y="62221"/>
                    </a:lnTo>
                    <a:lnTo>
                      <a:pt x="0" y="37088"/>
                    </a:lnTo>
                    <a:lnTo>
                      <a:pt x="48259" y="0"/>
                    </a:lnTo>
                    <a:lnTo>
                      <a:pt x="98548" y="64204"/>
                    </a:lnTo>
                    <a:lnTo>
                      <a:pt x="75975" y="81883"/>
                    </a:lnTo>
                    <a:lnTo>
                      <a:pt x="60677" y="61806"/>
                    </a:lnTo>
                    <a:lnTo>
                      <a:pt x="33734" y="827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0" name="Контур"/>
              <p:cNvSpPr/>
              <p:nvPr/>
            </p:nvSpPr>
            <p:spPr>
              <a:xfrm>
                <a:off x="12075912" y="4857244"/>
                <a:ext cx="33048" cy="32240"/>
              </a:xfrm>
              <a:custGeom>
                <a:avLst/>
                <a:gdLst/>
                <a:ahLst/>
                <a:cxnLst/>
                <a:rect l="l" t="t" r="r" b="b"/>
                <a:pathLst>
                  <a:path w="33048" h="32240">
                    <a:moveTo>
                      <a:pt x="0" y="14686"/>
                    </a:moveTo>
                    <a:lnTo>
                      <a:pt x="20427" y="0"/>
                    </a:lnTo>
                    <a:lnTo>
                      <a:pt x="33048" y="17554"/>
                    </a:lnTo>
                    <a:lnTo>
                      <a:pt x="12621" y="32240"/>
                    </a:lnTo>
                    <a:lnTo>
                      <a:pt x="0" y="146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1" name="Контур"/>
              <p:cNvSpPr/>
              <p:nvPr/>
            </p:nvSpPr>
            <p:spPr>
              <a:xfrm>
                <a:off x="12267881" y="4368184"/>
                <a:ext cx="97380" cy="76913"/>
              </a:xfrm>
              <a:custGeom>
                <a:avLst/>
                <a:gdLst/>
                <a:ahLst/>
                <a:cxnLst/>
                <a:rect l="l" t="t" r="r" b="b"/>
                <a:pathLst>
                  <a:path w="97380" h="76913">
                    <a:moveTo>
                      <a:pt x="0" y="44544"/>
                    </a:moveTo>
                    <a:lnTo>
                      <a:pt x="62976" y="0"/>
                    </a:lnTo>
                    <a:lnTo>
                      <a:pt x="97380" y="48639"/>
                    </a:lnTo>
                    <a:lnTo>
                      <a:pt x="57407" y="76913"/>
                    </a:lnTo>
                    <a:lnTo>
                      <a:pt x="39345" y="51377"/>
                    </a:lnTo>
                    <a:lnTo>
                      <a:pt x="16342" y="67647"/>
                    </a:lnTo>
                    <a:lnTo>
                      <a:pt x="0" y="445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2" name="Контур"/>
              <p:cNvSpPr/>
              <p:nvPr/>
            </p:nvSpPr>
            <p:spPr>
              <a:xfrm>
                <a:off x="11990150" y="4349110"/>
                <a:ext cx="32024" cy="31311"/>
              </a:xfrm>
              <a:custGeom>
                <a:avLst/>
                <a:gdLst/>
                <a:ahLst/>
                <a:cxnLst/>
                <a:rect l="l" t="t" r="r" b="b"/>
                <a:pathLst>
                  <a:path w="32024" h="31311">
                    <a:moveTo>
                      <a:pt x="0" y="14091"/>
                    </a:moveTo>
                    <a:lnTo>
                      <a:pt x="19717" y="0"/>
                    </a:lnTo>
                    <a:lnTo>
                      <a:pt x="32024" y="17220"/>
                    </a:lnTo>
                    <a:lnTo>
                      <a:pt x="12307" y="31311"/>
                    </a:lnTo>
                    <a:lnTo>
                      <a:pt x="0" y="140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3" name="Контур"/>
              <p:cNvSpPr/>
              <p:nvPr/>
            </p:nvSpPr>
            <p:spPr>
              <a:xfrm>
                <a:off x="12421212" y="4264225"/>
                <a:ext cx="64330" cy="56674"/>
              </a:xfrm>
              <a:custGeom>
                <a:avLst/>
                <a:gdLst/>
                <a:ahLst/>
                <a:cxnLst/>
                <a:rect l="l" t="t" r="r" b="b"/>
                <a:pathLst>
                  <a:path w="64330" h="56674">
                    <a:moveTo>
                      <a:pt x="0" y="34834"/>
                    </a:moveTo>
                    <a:lnTo>
                      <a:pt x="48740" y="0"/>
                    </a:lnTo>
                    <a:lnTo>
                      <a:pt x="64330" y="21351"/>
                    </a:lnTo>
                    <a:lnTo>
                      <a:pt x="15951" y="56674"/>
                    </a:lnTo>
                    <a:lnTo>
                      <a:pt x="0" y="348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4" name="Контур"/>
              <p:cNvSpPr/>
              <p:nvPr/>
            </p:nvSpPr>
            <p:spPr>
              <a:xfrm>
                <a:off x="12294925" y="4046814"/>
                <a:ext cx="183494" cy="263832"/>
              </a:xfrm>
              <a:custGeom>
                <a:avLst/>
                <a:gdLst/>
                <a:ahLst/>
                <a:cxnLst/>
                <a:rect l="l" t="t" r="r" b="b"/>
                <a:pathLst>
                  <a:path w="183494" h="263832">
                    <a:moveTo>
                      <a:pt x="45462" y="77326"/>
                    </a:moveTo>
                    <a:lnTo>
                      <a:pt x="4475" y="19980"/>
                    </a:lnTo>
                    <a:lnTo>
                      <a:pt x="32428" y="0"/>
                    </a:lnTo>
                    <a:lnTo>
                      <a:pt x="183494" y="211358"/>
                    </a:lnTo>
                    <a:lnTo>
                      <a:pt x="175027" y="217411"/>
                    </a:lnTo>
                    <a:lnTo>
                      <a:pt x="126287" y="252245"/>
                    </a:lnTo>
                    <a:lnTo>
                      <a:pt x="110078" y="263832"/>
                    </a:lnTo>
                    <a:lnTo>
                      <a:pt x="0" y="109820"/>
                    </a:lnTo>
                    <a:lnTo>
                      <a:pt x="45462" y="773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5" name="Контур"/>
              <p:cNvSpPr/>
              <p:nvPr/>
            </p:nvSpPr>
            <p:spPr>
              <a:xfrm>
                <a:off x="12253937" y="4066794"/>
                <a:ext cx="86450" cy="89840"/>
              </a:xfrm>
              <a:custGeom>
                <a:avLst/>
                <a:gdLst/>
                <a:ahLst/>
                <a:cxnLst/>
                <a:rect l="l" t="t" r="r" b="b"/>
                <a:pathLst>
                  <a:path w="86450" h="89840">
                    <a:moveTo>
                      <a:pt x="0" y="32494"/>
                    </a:moveTo>
                    <a:lnTo>
                      <a:pt x="45463" y="0"/>
                    </a:lnTo>
                    <a:lnTo>
                      <a:pt x="86450" y="57346"/>
                    </a:lnTo>
                    <a:lnTo>
                      <a:pt x="40988" y="89840"/>
                    </a:lnTo>
                    <a:lnTo>
                      <a:pt x="0" y="324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6" name="Контур"/>
              <p:cNvSpPr/>
              <p:nvPr/>
            </p:nvSpPr>
            <p:spPr>
              <a:xfrm>
                <a:off x="12069737" y="4164928"/>
                <a:ext cx="82176" cy="114168"/>
              </a:xfrm>
              <a:custGeom>
                <a:avLst/>
                <a:gdLst/>
                <a:ahLst/>
                <a:cxnLst/>
                <a:rect l="l" t="t" r="r" b="b"/>
                <a:pathLst>
                  <a:path w="82176" h="114168">
                    <a:moveTo>
                      <a:pt x="31325" y="0"/>
                    </a:moveTo>
                    <a:lnTo>
                      <a:pt x="82176" y="68856"/>
                    </a:lnTo>
                    <a:lnTo>
                      <a:pt x="20736" y="114168"/>
                    </a:lnTo>
                    <a:lnTo>
                      <a:pt x="0" y="86520"/>
                    </a:lnTo>
                    <a:lnTo>
                      <a:pt x="49171" y="50822"/>
                    </a:lnTo>
                    <a:lnTo>
                      <a:pt x="18394" y="9672"/>
                    </a:lnTo>
                    <a:lnTo>
                      <a:pt x="313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7" name="Контур"/>
              <p:cNvSpPr/>
              <p:nvPr/>
            </p:nvSpPr>
            <p:spPr>
              <a:xfrm>
                <a:off x="12327353" y="3747352"/>
                <a:ext cx="559560" cy="517987"/>
              </a:xfrm>
              <a:custGeom>
                <a:avLst/>
                <a:gdLst/>
                <a:ahLst/>
                <a:cxnLst/>
                <a:rect l="l" t="t" r="r" b="b"/>
                <a:pathLst>
                  <a:path w="559560" h="517987">
                    <a:moveTo>
                      <a:pt x="0" y="299462"/>
                    </a:moveTo>
                    <a:lnTo>
                      <a:pt x="401669" y="0"/>
                    </a:lnTo>
                    <a:lnTo>
                      <a:pt x="559560" y="222230"/>
                    </a:lnTo>
                    <a:lnTo>
                      <a:pt x="156187" y="517987"/>
                    </a:lnTo>
                    <a:lnTo>
                      <a:pt x="151066" y="510820"/>
                    </a:lnTo>
                    <a:lnTo>
                      <a:pt x="0" y="2994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8" name="Контур"/>
              <p:cNvSpPr/>
              <p:nvPr/>
            </p:nvSpPr>
            <p:spPr>
              <a:xfrm>
                <a:off x="12602100" y="5051800"/>
                <a:ext cx="94061" cy="129176"/>
              </a:xfrm>
              <a:custGeom>
                <a:avLst/>
                <a:gdLst/>
                <a:ahLst/>
                <a:cxnLst/>
                <a:rect l="l" t="t" r="r" b="b"/>
                <a:pathLst>
                  <a:path w="94061" h="129176">
                    <a:moveTo>
                      <a:pt x="42154" y="0"/>
                    </a:moveTo>
                    <a:lnTo>
                      <a:pt x="94061" y="108724"/>
                    </a:lnTo>
                    <a:lnTo>
                      <a:pt x="48622" y="129176"/>
                    </a:lnTo>
                    <a:lnTo>
                      <a:pt x="0" y="20121"/>
                    </a:lnTo>
                    <a:lnTo>
                      <a:pt x="4215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9" name="Контур"/>
              <p:cNvSpPr/>
              <p:nvPr/>
            </p:nvSpPr>
            <p:spPr>
              <a:xfrm>
                <a:off x="12671849" y="5203148"/>
                <a:ext cx="58699" cy="51682"/>
              </a:xfrm>
              <a:custGeom>
                <a:avLst/>
                <a:gdLst/>
                <a:ahLst/>
                <a:cxnLst/>
                <a:rect l="l" t="t" r="r" b="b"/>
                <a:pathLst>
                  <a:path w="58699" h="51682">
                    <a:moveTo>
                      <a:pt x="58699" y="29410"/>
                    </a:moveTo>
                    <a:lnTo>
                      <a:pt x="43253" y="37512"/>
                    </a:lnTo>
                    <a:lnTo>
                      <a:pt x="14650" y="51682"/>
                    </a:lnTo>
                    <a:lnTo>
                      <a:pt x="0" y="22124"/>
                    </a:lnTo>
                    <a:lnTo>
                      <a:pt x="44659" y="0"/>
                    </a:lnTo>
                    <a:lnTo>
                      <a:pt x="58699" y="294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10" name="Контур"/>
              <p:cNvSpPr/>
              <p:nvPr/>
            </p:nvSpPr>
            <p:spPr>
              <a:xfrm>
                <a:off x="12719686" y="4959059"/>
                <a:ext cx="177533" cy="231725"/>
              </a:xfrm>
              <a:custGeom>
                <a:avLst/>
                <a:gdLst/>
                <a:ahLst/>
                <a:cxnLst/>
                <a:rect l="l" t="t" r="r" b="b"/>
                <a:pathLst>
                  <a:path w="177533" h="231725">
                    <a:moveTo>
                      <a:pt x="88814" y="231725"/>
                    </a:moveTo>
                    <a:lnTo>
                      <a:pt x="4579" y="53400"/>
                    </a:lnTo>
                    <a:lnTo>
                      <a:pt x="0" y="43607"/>
                    </a:lnTo>
                    <a:lnTo>
                      <a:pt x="13477" y="37252"/>
                    </a:lnTo>
                    <a:lnTo>
                      <a:pt x="19459" y="34109"/>
                    </a:lnTo>
                    <a:lnTo>
                      <a:pt x="88814" y="0"/>
                    </a:lnTo>
                    <a:lnTo>
                      <a:pt x="177533" y="186494"/>
                    </a:lnTo>
                    <a:lnTo>
                      <a:pt x="138034" y="206630"/>
                    </a:lnTo>
                    <a:lnTo>
                      <a:pt x="88814" y="2317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11" name="Контур"/>
              <p:cNvSpPr/>
              <p:nvPr/>
            </p:nvSpPr>
            <p:spPr>
              <a:xfrm>
                <a:off x="12650722" y="5160524"/>
                <a:ext cx="65786" cy="64748"/>
              </a:xfrm>
              <a:custGeom>
                <a:avLst/>
                <a:gdLst/>
                <a:ahLst/>
                <a:cxnLst/>
                <a:rect l="l" t="t" r="r" b="b"/>
                <a:pathLst>
                  <a:path w="65786" h="64748">
                    <a:moveTo>
                      <a:pt x="65786" y="42624"/>
                    </a:moveTo>
                    <a:lnTo>
                      <a:pt x="21127" y="64748"/>
                    </a:lnTo>
                    <a:lnTo>
                      <a:pt x="0" y="20452"/>
                    </a:lnTo>
                    <a:lnTo>
                      <a:pt x="45439" y="0"/>
                    </a:lnTo>
                    <a:lnTo>
                      <a:pt x="65786" y="426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12" name="Контур"/>
              <p:cNvSpPr/>
              <p:nvPr/>
            </p:nvSpPr>
            <p:spPr>
              <a:xfrm>
                <a:off x="12686076" y="4925041"/>
                <a:ext cx="47087" cy="77625"/>
              </a:xfrm>
              <a:custGeom>
                <a:avLst/>
                <a:gdLst/>
                <a:ahLst/>
                <a:cxnLst/>
                <a:rect l="l" t="t" r="r" b="b"/>
                <a:pathLst>
                  <a:path w="47087" h="77625">
                    <a:moveTo>
                      <a:pt x="33610" y="77625"/>
                    </a:moveTo>
                    <a:lnTo>
                      <a:pt x="0" y="6355"/>
                    </a:lnTo>
                    <a:lnTo>
                      <a:pt x="13477" y="0"/>
                    </a:lnTo>
                    <a:lnTo>
                      <a:pt x="47087" y="71270"/>
                    </a:lnTo>
                    <a:lnTo>
                      <a:pt x="33610" y="776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13" name="Контур"/>
              <p:cNvSpPr/>
              <p:nvPr/>
            </p:nvSpPr>
            <p:spPr>
              <a:xfrm>
                <a:off x="12727374" y="4928593"/>
                <a:ext cx="18861" cy="23433"/>
              </a:xfrm>
              <a:custGeom>
                <a:avLst/>
                <a:gdLst/>
                <a:ahLst/>
                <a:cxnLst/>
                <a:rect l="l" t="t" r="r" b="b"/>
                <a:pathLst>
                  <a:path w="18861" h="23433">
                    <a:moveTo>
                      <a:pt x="8839" y="23433"/>
                    </a:moveTo>
                    <a:lnTo>
                      <a:pt x="0" y="4738"/>
                    </a:lnTo>
                    <a:lnTo>
                      <a:pt x="10022" y="0"/>
                    </a:lnTo>
                    <a:lnTo>
                      <a:pt x="18861" y="18694"/>
                    </a:lnTo>
                    <a:lnTo>
                      <a:pt x="8839" y="234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14" name="Контур"/>
              <p:cNvSpPr/>
              <p:nvPr/>
            </p:nvSpPr>
            <p:spPr>
              <a:xfrm>
                <a:off x="12801214" y="4764787"/>
                <a:ext cx="75181" cy="61659"/>
              </a:xfrm>
              <a:custGeom>
                <a:avLst/>
                <a:gdLst/>
                <a:ahLst/>
                <a:cxnLst/>
                <a:rect l="l" t="t" r="r" b="b"/>
                <a:pathLst>
                  <a:path w="75181" h="61659">
                    <a:moveTo>
                      <a:pt x="15696" y="61659"/>
                    </a:moveTo>
                    <a:lnTo>
                      <a:pt x="0" y="26735"/>
                    </a:lnTo>
                    <a:lnTo>
                      <a:pt x="59485" y="0"/>
                    </a:lnTo>
                    <a:lnTo>
                      <a:pt x="75181" y="34923"/>
                    </a:lnTo>
                    <a:lnTo>
                      <a:pt x="15696" y="616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15" name="Контур"/>
              <p:cNvSpPr/>
              <p:nvPr/>
            </p:nvSpPr>
            <p:spPr>
              <a:xfrm>
                <a:off x="12906857" y="4667704"/>
                <a:ext cx="495528" cy="273460"/>
              </a:xfrm>
              <a:custGeom>
                <a:avLst/>
                <a:gdLst/>
                <a:ahLst/>
                <a:cxnLst/>
                <a:rect l="l" t="t" r="r" b="b"/>
                <a:pathLst>
                  <a:path w="495528" h="273460">
                    <a:moveTo>
                      <a:pt x="495528" y="40430"/>
                    </a:moveTo>
                    <a:lnTo>
                      <a:pt x="22675" y="273460"/>
                    </a:lnTo>
                    <a:lnTo>
                      <a:pt x="0" y="228096"/>
                    </a:lnTo>
                    <a:lnTo>
                      <a:pt x="476160" y="0"/>
                    </a:lnTo>
                    <a:lnTo>
                      <a:pt x="495528" y="404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16" name="Контур"/>
              <p:cNvSpPr/>
              <p:nvPr/>
            </p:nvSpPr>
            <p:spPr>
              <a:xfrm>
                <a:off x="12568400" y="4752055"/>
                <a:ext cx="36679" cy="31497"/>
              </a:xfrm>
              <a:custGeom>
                <a:avLst/>
                <a:gdLst/>
                <a:ahLst/>
                <a:cxnLst/>
                <a:rect l="l" t="t" r="r" b="b"/>
                <a:pathLst>
                  <a:path w="36679" h="31497">
                    <a:moveTo>
                      <a:pt x="8611" y="31497"/>
                    </a:moveTo>
                    <a:lnTo>
                      <a:pt x="0" y="13238"/>
                    </a:lnTo>
                    <a:lnTo>
                      <a:pt x="28068" y="0"/>
                    </a:lnTo>
                    <a:lnTo>
                      <a:pt x="36679" y="18259"/>
                    </a:lnTo>
                    <a:lnTo>
                      <a:pt x="8611" y="314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17" name="Контур"/>
              <p:cNvSpPr/>
              <p:nvPr/>
            </p:nvSpPr>
            <p:spPr>
              <a:xfrm>
                <a:off x="12976745" y="4574598"/>
                <a:ext cx="251895" cy="182962"/>
              </a:xfrm>
              <a:custGeom>
                <a:avLst/>
                <a:gdLst/>
                <a:ahLst/>
                <a:cxnLst/>
                <a:rect l="l" t="t" r="r" b="b"/>
                <a:pathLst>
                  <a:path w="251895" h="182962">
                    <a:moveTo>
                      <a:pt x="0" y="100786"/>
                    </a:moveTo>
                    <a:lnTo>
                      <a:pt x="211027" y="0"/>
                    </a:lnTo>
                    <a:lnTo>
                      <a:pt x="251895" y="80923"/>
                    </a:lnTo>
                    <a:lnTo>
                      <a:pt x="38400" y="182962"/>
                    </a:lnTo>
                    <a:lnTo>
                      <a:pt x="0" y="1007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18" name="Контур"/>
              <p:cNvSpPr/>
              <p:nvPr/>
            </p:nvSpPr>
            <p:spPr>
              <a:xfrm>
                <a:off x="13508909" y="4034694"/>
                <a:ext cx="171091" cy="434951"/>
              </a:xfrm>
              <a:custGeom>
                <a:avLst/>
                <a:gdLst/>
                <a:ahLst/>
                <a:cxnLst/>
                <a:rect l="l" t="t" r="r" b="b"/>
                <a:pathLst>
                  <a:path w="171091" h="434951">
                    <a:moveTo>
                      <a:pt x="0" y="77309"/>
                    </a:moveTo>
                    <a:lnTo>
                      <a:pt x="171091" y="0"/>
                    </a:lnTo>
                    <a:lnTo>
                      <a:pt x="171091" y="434951"/>
                    </a:lnTo>
                    <a:lnTo>
                      <a:pt x="82075" y="2440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19" name="Контур"/>
              <p:cNvSpPr/>
              <p:nvPr/>
            </p:nvSpPr>
            <p:spPr>
              <a:xfrm>
                <a:off x="13508909" y="4034694"/>
                <a:ext cx="171091" cy="434951"/>
              </a:xfrm>
              <a:custGeom>
                <a:avLst/>
                <a:gdLst/>
                <a:ahLst/>
                <a:cxnLst/>
                <a:rect l="l" t="t" r="r" b="b"/>
                <a:pathLst>
                  <a:path w="171091" h="434951" fill="none">
                    <a:moveTo>
                      <a:pt x="0" y="77309"/>
                    </a:moveTo>
                    <a:lnTo>
                      <a:pt x="171091" y="0"/>
                    </a:lnTo>
                    <a:moveTo>
                      <a:pt x="171091" y="434951"/>
                    </a:moveTo>
                    <a:lnTo>
                      <a:pt x="82075" y="244056"/>
                    </a:lnTo>
                    <a:lnTo>
                      <a:pt x="0" y="77309"/>
                    </a:lnTo>
                    <a:lnTo>
                      <a:pt x="0" y="7730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0" name="Контур"/>
              <p:cNvSpPr/>
              <p:nvPr/>
            </p:nvSpPr>
            <p:spPr>
              <a:xfrm>
                <a:off x="13508909" y="4034694"/>
                <a:ext cx="171091" cy="434951"/>
              </a:xfrm>
              <a:custGeom>
                <a:avLst/>
                <a:gdLst/>
                <a:ahLst/>
                <a:cxnLst/>
                <a:rect l="l" t="t" r="r" b="b"/>
                <a:pathLst>
                  <a:path w="171091" h="434951">
                    <a:moveTo>
                      <a:pt x="0" y="77309"/>
                    </a:moveTo>
                    <a:lnTo>
                      <a:pt x="171091" y="0"/>
                    </a:lnTo>
                    <a:lnTo>
                      <a:pt x="171091" y="434951"/>
                    </a:lnTo>
                    <a:lnTo>
                      <a:pt x="82075" y="2440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21" name="Контур"/>
              <p:cNvSpPr/>
              <p:nvPr/>
            </p:nvSpPr>
            <p:spPr>
              <a:xfrm>
                <a:off x="13508909" y="4034694"/>
                <a:ext cx="171091" cy="434951"/>
              </a:xfrm>
              <a:custGeom>
                <a:avLst/>
                <a:gdLst/>
                <a:ahLst/>
                <a:cxnLst/>
                <a:rect l="l" t="t" r="r" b="b"/>
                <a:pathLst>
                  <a:path w="171091" h="434951" fill="none">
                    <a:moveTo>
                      <a:pt x="0" y="77309"/>
                    </a:moveTo>
                    <a:lnTo>
                      <a:pt x="171091" y="0"/>
                    </a:lnTo>
                    <a:moveTo>
                      <a:pt x="171091" y="434951"/>
                    </a:moveTo>
                    <a:lnTo>
                      <a:pt x="82075" y="244056"/>
                    </a:lnTo>
                    <a:lnTo>
                      <a:pt x="0" y="77309"/>
                    </a:lnTo>
                    <a:lnTo>
                      <a:pt x="0" y="7730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2" name="Контур"/>
              <p:cNvSpPr/>
              <p:nvPr/>
            </p:nvSpPr>
            <p:spPr>
              <a:xfrm>
                <a:off x="13252083" y="4559416"/>
                <a:ext cx="50294" cy="58444"/>
              </a:xfrm>
              <a:custGeom>
                <a:avLst/>
                <a:gdLst/>
                <a:ahLst/>
                <a:cxnLst/>
                <a:rect l="l" t="t" r="r" b="b"/>
                <a:pathLst>
                  <a:path w="50294" h="58444">
                    <a:moveTo>
                      <a:pt x="21504" y="58444"/>
                    </a:moveTo>
                    <a:lnTo>
                      <a:pt x="0" y="13896"/>
                    </a:lnTo>
                    <a:lnTo>
                      <a:pt x="28790" y="0"/>
                    </a:lnTo>
                    <a:lnTo>
                      <a:pt x="50294" y="44544"/>
                    </a:lnTo>
                    <a:lnTo>
                      <a:pt x="21504" y="58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3" name="Контур"/>
              <p:cNvSpPr/>
              <p:nvPr/>
            </p:nvSpPr>
            <p:spPr>
              <a:xfrm>
                <a:off x="13305631" y="4529667"/>
                <a:ext cx="65425" cy="62096"/>
              </a:xfrm>
              <a:custGeom>
                <a:avLst/>
                <a:gdLst/>
                <a:ahLst/>
                <a:cxnLst/>
                <a:rect l="l" t="t" r="r" b="b"/>
                <a:pathLst>
                  <a:path w="65425" h="62096">
                    <a:moveTo>
                      <a:pt x="19480" y="62096"/>
                    </a:moveTo>
                    <a:lnTo>
                      <a:pt x="0" y="22744"/>
                    </a:lnTo>
                    <a:lnTo>
                      <a:pt x="45945" y="0"/>
                    </a:lnTo>
                    <a:lnTo>
                      <a:pt x="65425" y="39351"/>
                    </a:lnTo>
                    <a:lnTo>
                      <a:pt x="19480" y="620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4" name="Контур"/>
              <p:cNvSpPr/>
              <p:nvPr/>
            </p:nvSpPr>
            <p:spPr>
              <a:xfrm>
                <a:off x="13405805" y="4337936"/>
                <a:ext cx="116476" cy="148931"/>
              </a:xfrm>
              <a:custGeom>
                <a:avLst/>
                <a:gdLst/>
                <a:ahLst/>
                <a:cxnLst/>
                <a:rect l="l" t="t" r="r" b="b"/>
                <a:pathLst>
                  <a:path w="116476" h="148931">
                    <a:moveTo>
                      <a:pt x="0" y="27970"/>
                    </a:moveTo>
                    <a:lnTo>
                      <a:pt x="61140" y="0"/>
                    </a:lnTo>
                    <a:lnTo>
                      <a:pt x="116476" y="120961"/>
                    </a:lnTo>
                    <a:lnTo>
                      <a:pt x="55336" y="148931"/>
                    </a:lnTo>
                    <a:lnTo>
                      <a:pt x="0" y="279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5" name="Контур"/>
              <p:cNvSpPr/>
              <p:nvPr/>
            </p:nvSpPr>
            <p:spPr>
              <a:xfrm>
                <a:off x="8010207" y="2758126"/>
                <a:ext cx="80901" cy="82397"/>
              </a:xfrm>
              <a:custGeom>
                <a:avLst/>
                <a:gdLst/>
                <a:ahLst/>
                <a:cxnLst/>
                <a:rect l="l" t="t" r="r" b="b"/>
                <a:pathLst>
                  <a:path w="80901" h="82397">
                    <a:moveTo>
                      <a:pt x="80901" y="50774"/>
                    </a:moveTo>
                    <a:lnTo>
                      <a:pt x="45987" y="82397"/>
                    </a:lnTo>
                    <a:lnTo>
                      <a:pt x="0" y="31622"/>
                    </a:lnTo>
                    <a:lnTo>
                      <a:pt x="34914" y="0"/>
                    </a:lnTo>
                    <a:lnTo>
                      <a:pt x="80901" y="507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6" name="Контур"/>
              <p:cNvSpPr/>
              <p:nvPr/>
            </p:nvSpPr>
            <p:spPr>
              <a:xfrm>
                <a:off x="7963104" y="2789748"/>
                <a:ext cx="93090" cy="95161"/>
              </a:xfrm>
              <a:custGeom>
                <a:avLst/>
                <a:gdLst/>
                <a:ahLst/>
                <a:cxnLst/>
                <a:rect l="l" t="t" r="r" b="b"/>
                <a:pathLst>
                  <a:path w="93090" h="95161">
                    <a:moveTo>
                      <a:pt x="93090" y="50775"/>
                    </a:moveTo>
                    <a:lnTo>
                      <a:pt x="45561" y="95161"/>
                    </a:lnTo>
                    <a:lnTo>
                      <a:pt x="0" y="43966"/>
                    </a:lnTo>
                    <a:lnTo>
                      <a:pt x="47103" y="0"/>
                    </a:lnTo>
                    <a:lnTo>
                      <a:pt x="93090" y="507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7" name="Контур"/>
              <p:cNvSpPr/>
              <p:nvPr/>
            </p:nvSpPr>
            <p:spPr>
              <a:xfrm>
                <a:off x="7963104" y="2789748"/>
                <a:ext cx="93090" cy="95161"/>
              </a:xfrm>
              <a:custGeom>
                <a:avLst/>
                <a:gdLst/>
                <a:ahLst/>
                <a:cxnLst/>
                <a:rect l="l" t="t" r="r" b="b"/>
                <a:pathLst>
                  <a:path w="93090" h="95161">
                    <a:moveTo>
                      <a:pt x="93090" y="50775"/>
                    </a:moveTo>
                    <a:lnTo>
                      <a:pt x="45561" y="95161"/>
                    </a:lnTo>
                    <a:lnTo>
                      <a:pt x="0" y="43966"/>
                    </a:lnTo>
                    <a:lnTo>
                      <a:pt x="47103" y="0"/>
                    </a:lnTo>
                    <a:lnTo>
                      <a:pt x="93090" y="507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8" name="Контур"/>
              <p:cNvSpPr/>
              <p:nvPr/>
            </p:nvSpPr>
            <p:spPr>
              <a:xfrm>
                <a:off x="8010207" y="2758126"/>
                <a:ext cx="80901" cy="82397"/>
              </a:xfrm>
              <a:custGeom>
                <a:avLst/>
                <a:gdLst/>
                <a:ahLst/>
                <a:cxnLst/>
                <a:rect l="l" t="t" r="r" b="b"/>
                <a:pathLst>
                  <a:path w="80901" h="82397">
                    <a:moveTo>
                      <a:pt x="80901" y="50774"/>
                    </a:moveTo>
                    <a:lnTo>
                      <a:pt x="45987" y="82397"/>
                    </a:lnTo>
                    <a:lnTo>
                      <a:pt x="0" y="31622"/>
                    </a:lnTo>
                    <a:lnTo>
                      <a:pt x="34914" y="0"/>
                    </a:lnTo>
                    <a:lnTo>
                      <a:pt x="80901" y="507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9" name="Контур"/>
              <p:cNvSpPr/>
              <p:nvPr/>
            </p:nvSpPr>
            <p:spPr>
              <a:xfrm>
                <a:off x="7997382" y="2612534"/>
                <a:ext cx="186001" cy="196366"/>
              </a:xfrm>
              <a:custGeom>
                <a:avLst/>
                <a:gdLst/>
                <a:ahLst/>
                <a:cxnLst/>
                <a:rect l="l" t="t" r="r" b="b"/>
                <a:pathLst>
                  <a:path w="186001" h="196366">
                    <a:moveTo>
                      <a:pt x="50776" y="27557"/>
                    </a:moveTo>
                    <a:lnTo>
                      <a:pt x="82913" y="0"/>
                    </a:lnTo>
                    <a:lnTo>
                      <a:pt x="186001" y="109480"/>
                    </a:lnTo>
                    <a:lnTo>
                      <a:pt x="93726" y="196366"/>
                    </a:lnTo>
                    <a:lnTo>
                      <a:pt x="47739" y="145592"/>
                    </a:lnTo>
                    <a:lnTo>
                      <a:pt x="56505" y="137042"/>
                    </a:lnTo>
                    <a:lnTo>
                      <a:pt x="0" y="75368"/>
                    </a:lnTo>
                    <a:lnTo>
                      <a:pt x="50776" y="275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0" name="Контур"/>
              <p:cNvSpPr/>
              <p:nvPr/>
            </p:nvSpPr>
            <p:spPr>
              <a:xfrm>
                <a:off x="7997382" y="2612534"/>
                <a:ext cx="186001" cy="196366"/>
              </a:xfrm>
              <a:custGeom>
                <a:avLst/>
                <a:gdLst/>
                <a:ahLst/>
                <a:cxnLst/>
                <a:rect l="l" t="t" r="r" b="b"/>
                <a:pathLst>
                  <a:path w="186001" h="196366">
                    <a:moveTo>
                      <a:pt x="50776" y="27557"/>
                    </a:moveTo>
                    <a:lnTo>
                      <a:pt x="82913" y="0"/>
                    </a:lnTo>
                    <a:lnTo>
                      <a:pt x="186001" y="109480"/>
                    </a:lnTo>
                    <a:lnTo>
                      <a:pt x="93726" y="196366"/>
                    </a:lnTo>
                    <a:lnTo>
                      <a:pt x="47739" y="145592"/>
                    </a:lnTo>
                    <a:lnTo>
                      <a:pt x="56505" y="137042"/>
                    </a:lnTo>
                    <a:lnTo>
                      <a:pt x="0" y="75368"/>
                    </a:lnTo>
                    <a:lnTo>
                      <a:pt x="50776" y="275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1" name="Контур"/>
              <p:cNvSpPr/>
              <p:nvPr/>
            </p:nvSpPr>
            <p:spPr>
              <a:xfrm>
                <a:off x="8176504" y="2484357"/>
                <a:ext cx="162009" cy="163642"/>
              </a:xfrm>
              <a:custGeom>
                <a:avLst/>
                <a:gdLst/>
                <a:ahLst/>
                <a:cxnLst/>
                <a:rect l="l" t="t" r="r" b="b"/>
                <a:pathLst>
                  <a:path w="162009" h="163642">
                    <a:moveTo>
                      <a:pt x="83554" y="163642"/>
                    </a:moveTo>
                    <a:lnTo>
                      <a:pt x="0" y="73986"/>
                    </a:lnTo>
                    <a:lnTo>
                      <a:pt x="52530" y="25799"/>
                    </a:lnTo>
                    <a:lnTo>
                      <a:pt x="80213" y="0"/>
                    </a:lnTo>
                    <a:lnTo>
                      <a:pt x="116753" y="39209"/>
                    </a:lnTo>
                    <a:lnTo>
                      <a:pt x="162009" y="90528"/>
                    </a:lnTo>
                    <a:lnTo>
                      <a:pt x="83554" y="1636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2" name="Контур"/>
              <p:cNvSpPr/>
              <p:nvPr/>
            </p:nvSpPr>
            <p:spPr>
              <a:xfrm>
                <a:off x="7963557" y="2521058"/>
                <a:ext cx="116738" cy="119033"/>
              </a:xfrm>
              <a:custGeom>
                <a:avLst/>
                <a:gdLst/>
                <a:ahLst/>
                <a:cxnLst/>
                <a:rect l="l" t="t" r="r" b="b"/>
                <a:pathLst>
                  <a:path w="116738" h="119033">
                    <a:moveTo>
                      <a:pt x="0" y="29185"/>
                    </a:moveTo>
                    <a:lnTo>
                      <a:pt x="30604" y="0"/>
                    </a:lnTo>
                    <a:lnTo>
                      <a:pt x="116738" y="91476"/>
                    </a:lnTo>
                    <a:lnTo>
                      <a:pt x="84601" y="119033"/>
                    </a:lnTo>
                    <a:lnTo>
                      <a:pt x="0" y="291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3" name="Контур"/>
              <p:cNvSpPr/>
              <p:nvPr/>
            </p:nvSpPr>
            <p:spPr>
              <a:xfrm>
                <a:off x="7963557" y="2521058"/>
                <a:ext cx="116738" cy="119033"/>
              </a:xfrm>
              <a:custGeom>
                <a:avLst/>
                <a:gdLst/>
                <a:ahLst/>
                <a:cxnLst/>
                <a:rect l="l" t="t" r="r" b="b"/>
                <a:pathLst>
                  <a:path w="116738" h="119033">
                    <a:moveTo>
                      <a:pt x="0" y="29185"/>
                    </a:moveTo>
                    <a:lnTo>
                      <a:pt x="30604" y="0"/>
                    </a:lnTo>
                    <a:lnTo>
                      <a:pt x="116738" y="91476"/>
                    </a:lnTo>
                    <a:lnTo>
                      <a:pt x="84601" y="119033"/>
                    </a:lnTo>
                    <a:lnTo>
                      <a:pt x="0" y="291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4" name="Контур"/>
              <p:cNvSpPr/>
              <p:nvPr/>
            </p:nvSpPr>
            <p:spPr>
              <a:xfrm>
                <a:off x="7920000" y="2474486"/>
                <a:ext cx="74161" cy="116770"/>
              </a:xfrm>
              <a:custGeom>
                <a:avLst/>
                <a:gdLst/>
                <a:ahLst/>
                <a:cxnLst/>
                <a:rect l="l" t="t" r="r" b="b"/>
                <a:pathLst>
                  <a:path w="74161" h="116770">
                    <a:moveTo>
                      <a:pt x="0" y="28547"/>
                    </a:moveTo>
                    <a:lnTo>
                      <a:pt x="30310" y="0"/>
                    </a:lnTo>
                    <a:lnTo>
                      <a:pt x="74161" y="46572"/>
                    </a:lnTo>
                    <a:lnTo>
                      <a:pt x="43557" y="75757"/>
                    </a:lnTo>
                    <a:lnTo>
                      <a:pt x="0" y="11677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35" name="Контур"/>
              <p:cNvSpPr/>
              <p:nvPr/>
            </p:nvSpPr>
            <p:spPr>
              <a:xfrm>
                <a:off x="7920000" y="2474486"/>
                <a:ext cx="74161" cy="116770"/>
              </a:xfrm>
              <a:custGeom>
                <a:avLst/>
                <a:gdLst/>
                <a:ahLst/>
                <a:cxnLst/>
                <a:rect l="l" t="t" r="r" b="b"/>
                <a:pathLst>
                  <a:path w="74161" h="116770" fill="none">
                    <a:moveTo>
                      <a:pt x="30310" y="0"/>
                    </a:moveTo>
                    <a:lnTo>
                      <a:pt x="74161" y="46572"/>
                    </a:lnTo>
                    <a:lnTo>
                      <a:pt x="43557" y="75757"/>
                    </a:lnTo>
                    <a:lnTo>
                      <a:pt x="0" y="116770"/>
                    </a:lnTo>
                    <a:moveTo>
                      <a:pt x="0" y="28547"/>
                    </a:moveTo>
                    <a:lnTo>
                      <a:pt x="30310" y="0"/>
                    </a:lnTo>
                    <a:lnTo>
                      <a:pt x="3031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6" name="Контур"/>
              <p:cNvSpPr/>
              <p:nvPr/>
            </p:nvSpPr>
            <p:spPr>
              <a:xfrm>
                <a:off x="8134813" y="2465009"/>
                <a:ext cx="94221" cy="93334"/>
              </a:xfrm>
              <a:custGeom>
                <a:avLst/>
                <a:gdLst/>
                <a:ahLst/>
                <a:cxnLst/>
                <a:rect l="l" t="t" r="r" b="b"/>
                <a:pathLst>
                  <a:path w="94221" h="93334">
                    <a:moveTo>
                      <a:pt x="94221" y="45147"/>
                    </a:moveTo>
                    <a:lnTo>
                      <a:pt x="41691" y="93334"/>
                    </a:lnTo>
                    <a:lnTo>
                      <a:pt x="0" y="48597"/>
                    </a:lnTo>
                    <a:lnTo>
                      <a:pt x="52147" y="0"/>
                    </a:lnTo>
                    <a:lnTo>
                      <a:pt x="94221" y="451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7" name="Контур"/>
              <p:cNvSpPr/>
              <p:nvPr/>
            </p:nvSpPr>
            <p:spPr>
              <a:xfrm>
                <a:off x="8134813" y="2465009"/>
                <a:ext cx="94221" cy="93334"/>
              </a:xfrm>
              <a:custGeom>
                <a:avLst/>
                <a:gdLst/>
                <a:ahLst/>
                <a:cxnLst/>
                <a:rect l="l" t="t" r="r" b="b"/>
                <a:pathLst>
                  <a:path w="94221" h="93334">
                    <a:moveTo>
                      <a:pt x="94221" y="45147"/>
                    </a:moveTo>
                    <a:lnTo>
                      <a:pt x="41691" y="93334"/>
                    </a:lnTo>
                    <a:lnTo>
                      <a:pt x="0" y="48597"/>
                    </a:lnTo>
                    <a:lnTo>
                      <a:pt x="52147" y="0"/>
                    </a:lnTo>
                    <a:lnTo>
                      <a:pt x="94221" y="451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8" name="Контур"/>
              <p:cNvSpPr/>
              <p:nvPr/>
            </p:nvSpPr>
            <p:spPr>
              <a:xfrm>
                <a:off x="8107185" y="2435248"/>
                <a:ext cx="79775" cy="78358"/>
              </a:xfrm>
              <a:custGeom>
                <a:avLst/>
                <a:gdLst/>
                <a:ahLst/>
                <a:cxnLst/>
                <a:rect l="l" t="t" r="r" b="b"/>
                <a:pathLst>
                  <a:path w="79775" h="78358">
                    <a:moveTo>
                      <a:pt x="0" y="46671"/>
                    </a:moveTo>
                    <a:lnTo>
                      <a:pt x="50506" y="0"/>
                    </a:lnTo>
                    <a:lnTo>
                      <a:pt x="79775" y="29761"/>
                    </a:lnTo>
                    <a:lnTo>
                      <a:pt x="27628" y="78358"/>
                    </a:lnTo>
                    <a:lnTo>
                      <a:pt x="0" y="466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9" name="Контур"/>
              <p:cNvSpPr/>
              <p:nvPr/>
            </p:nvSpPr>
            <p:spPr>
              <a:xfrm>
                <a:off x="8107185" y="2435248"/>
                <a:ext cx="79775" cy="78358"/>
              </a:xfrm>
              <a:custGeom>
                <a:avLst/>
                <a:gdLst/>
                <a:ahLst/>
                <a:cxnLst/>
                <a:rect l="l" t="t" r="r" b="b"/>
                <a:pathLst>
                  <a:path w="79775" h="78358">
                    <a:moveTo>
                      <a:pt x="0" y="46671"/>
                    </a:moveTo>
                    <a:lnTo>
                      <a:pt x="50506" y="0"/>
                    </a:lnTo>
                    <a:lnTo>
                      <a:pt x="79775" y="29761"/>
                    </a:lnTo>
                    <a:lnTo>
                      <a:pt x="27628" y="78358"/>
                    </a:lnTo>
                    <a:lnTo>
                      <a:pt x="0" y="466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0" name="Контур"/>
              <p:cNvSpPr/>
              <p:nvPr/>
            </p:nvSpPr>
            <p:spPr>
              <a:xfrm>
                <a:off x="8026815" y="2385533"/>
                <a:ext cx="130876" cy="96386"/>
              </a:xfrm>
              <a:custGeom>
                <a:avLst/>
                <a:gdLst/>
                <a:ahLst/>
                <a:cxnLst/>
                <a:rect l="l" t="t" r="r" b="b"/>
                <a:pathLst>
                  <a:path w="130876" h="96386">
                    <a:moveTo>
                      <a:pt x="0" y="9412"/>
                    </a:moveTo>
                    <a:lnTo>
                      <a:pt x="9891" y="272"/>
                    </a:lnTo>
                    <a:lnTo>
                      <a:pt x="85691" y="0"/>
                    </a:lnTo>
                    <a:lnTo>
                      <a:pt x="96829" y="12871"/>
                    </a:lnTo>
                    <a:lnTo>
                      <a:pt x="130876" y="49715"/>
                    </a:lnTo>
                    <a:lnTo>
                      <a:pt x="80370" y="96386"/>
                    </a:lnTo>
                    <a:lnTo>
                      <a:pt x="0" y="94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1" name="Контур"/>
              <p:cNvSpPr/>
              <p:nvPr/>
            </p:nvSpPr>
            <p:spPr>
              <a:xfrm>
                <a:off x="8026815" y="2385533"/>
                <a:ext cx="130876" cy="96386"/>
              </a:xfrm>
              <a:custGeom>
                <a:avLst/>
                <a:gdLst/>
                <a:ahLst/>
                <a:cxnLst/>
                <a:rect l="l" t="t" r="r" b="b"/>
                <a:pathLst>
                  <a:path w="130876" h="96386">
                    <a:moveTo>
                      <a:pt x="0" y="9412"/>
                    </a:moveTo>
                    <a:lnTo>
                      <a:pt x="9891" y="272"/>
                    </a:lnTo>
                    <a:lnTo>
                      <a:pt x="85691" y="0"/>
                    </a:lnTo>
                    <a:lnTo>
                      <a:pt x="96829" y="12871"/>
                    </a:lnTo>
                    <a:lnTo>
                      <a:pt x="130876" y="49715"/>
                    </a:lnTo>
                    <a:lnTo>
                      <a:pt x="80370" y="96386"/>
                    </a:lnTo>
                    <a:lnTo>
                      <a:pt x="0" y="94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2" name="Контур"/>
              <p:cNvSpPr/>
              <p:nvPr/>
            </p:nvSpPr>
            <p:spPr>
              <a:xfrm>
                <a:off x="8112506" y="2385442"/>
                <a:ext cx="25165" cy="12962"/>
              </a:xfrm>
              <a:custGeom>
                <a:avLst/>
                <a:gdLst/>
                <a:ahLst/>
                <a:cxnLst/>
                <a:rect l="l" t="t" r="r" b="b"/>
                <a:pathLst>
                  <a:path w="25165" h="12962">
                    <a:moveTo>
                      <a:pt x="25165" y="0"/>
                    </a:moveTo>
                    <a:lnTo>
                      <a:pt x="11138" y="12962"/>
                    </a:lnTo>
                    <a:lnTo>
                      <a:pt x="0" y="91"/>
                    </a:lnTo>
                    <a:lnTo>
                      <a:pt x="251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3" name="Контур"/>
              <p:cNvSpPr/>
              <p:nvPr/>
            </p:nvSpPr>
            <p:spPr>
              <a:xfrm>
                <a:off x="8112506" y="2385442"/>
                <a:ext cx="25165" cy="12962"/>
              </a:xfrm>
              <a:custGeom>
                <a:avLst/>
                <a:gdLst/>
                <a:ahLst/>
                <a:cxnLst/>
                <a:rect l="l" t="t" r="r" b="b"/>
                <a:pathLst>
                  <a:path w="25165" h="12962">
                    <a:moveTo>
                      <a:pt x="25165" y="0"/>
                    </a:moveTo>
                    <a:lnTo>
                      <a:pt x="11138" y="12962"/>
                    </a:lnTo>
                    <a:lnTo>
                      <a:pt x="0" y="91"/>
                    </a:lnTo>
                    <a:lnTo>
                      <a:pt x="251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4" name="Контур"/>
              <p:cNvSpPr/>
              <p:nvPr/>
            </p:nvSpPr>
            <p:spPr>
              <a:xfrm>
                <a:off x="8982341" y="2529895"/>
                <a:ext cx="193807" cy="195961"/>
              </a:xfrm>
              <a:custGeom>
                <a:avLst/>
                <a:gdLst/>
                <a:ahLst/>
                <a:cxnLst/>
                <a:rect l="l" t="t" r="r" b="b"/>
                <a:pathLst>
                  <a:path w="193807" h="195961">
                    <a:moveTo>
                      <a:pt x="0" y="75159"/>
                    </a:moveTo>
                    <a:lnTo>
                      <a:pt x="79270" y="0"/>
                    </a:lnTo>
                    <a:lnTo>
                      <a:pt x="193807" y="120802"/>
                    </a:lnTo>
                    <a:lnTo>
                      <a:pt x="114538" y="195961"/>
                    </a:lnTo>
                    <a:lnTo>
                      <a:pt x="0" y="751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5" name="Контур"/>
              <p:cNvSpPr/>
              <p:nvPr/>
            </p:nvSpPr>
            <p:spPr>
              <a:xfrm>
                <a:off x="8293257" y="2453414"/>
                <a:ext cx="124200" cy="121471"/>
              </a:xfrm>
              <a:custGeom>
                <a:avLst/>
                <a:gdLst/>
                <a:ahLst/>
                <a:cxnLst/>
                <a:rect l="l" t="t" r="r" b="b"/>
                <a:pathLst>
                  <a:path w="124200" h="121471">
                    <a:moveTo>
                      <a:pt x="0" y="70152"/>
                    </a:moveTo>
                    <a:lnTo>
                      <a:pt x="75275" y="0"/>
                    </a:lnTo>
                    <a:lnTo>
                      <a:pt x="124200" y="47900"/>
                    </a:lnTo>
                    <a:lnTo>
                      <a:pt x="45256" y="121471"/>
                    </a:lnTo>
                    <a:lnTo>
                      <a:pt x="0" y="701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6" name="Контур"/>
              <p:cNvSpPr/>
              <p:nvPr/>
            </p:nvSpPr>
            <p:spPr>
              <a:xfrm>
                <a:off x="8293257" y="2453414"/>
                <a:ext cx="124200" cy="121471"/>
              </a:xfrm>
              <a:custGeom>
                <a:avLst/>
                <a:gdLst/>
                <a:ahLst/>
                <a:cxnLst/>
                <a:rect l="l" t="t" r="r" b="b"/>
                <a:pathLst>
                  <a:path w="124200" h="121471">
                    <a:moveTo>
                      <a:pt x="0" y="70152"/>
                    </a:moveTo>
                    <a:lnTo>
                      <a:pt x="75275" y="0"/>
                    </a:lnTo>
                    <a:lnTo>
                      <a:pt x="124200" y="47900"/>
                    </a:lnTo>
                    <a:lnTo>
                      <a:pt x="45256" y="121471"/>
                    </a:lnTo>
                    <a:lnTo>
                      <a:pt x="0" y="701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7" name="Контур"/>
              <p:cNvSpPr/>
              <p:nvPr/>
            </p:nvSpPr>
            <p:spPr>
              <a:xfrm>
                <a:off x="9373232" y="2380260"/>
                <a:ext cx="208795" cy="169967"/>
              </a:xfrm>
              <a:custGeom>
                <a:avLst/>
                <a:gdLst/>
                <a:ahLst/>
                <a:cxnLst/>
                <a:rect l="l" t="t" r="r" b="b"/>
                <a:pathLst>
                  <a:path w="208795" h="169967">
                    <a:moveTo>
                      <a:pt x="1593" y="120916"/>
                    </a:moveTo>
                    <a:lnTo>
                      <a:pt x="132042" y="222"/>
                    </a:lnTo>
                    <a:lnTo>
                      <a:pt x="192586" y="0"/>
                    </a:lnTo>
                    <a:lnTo>
                      <a:pt x="208795" y="17524"/>
                    </a:lnTo>
                    <a:lnTo>
                      <a:pt x="56611" y="158308"/>
                    </a:lnTo>
                    <a:lnTo>
                      <a:pt x="44006" y="169967"/>
                    </a:lnTo>
                    <a:lnTo>
                      <a:pt x="0" y="122389"/>
                    </a:lnTo>
                    <a:lnTo>
                      <a:pt x="1593" y="1209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8" name="Контур"/>
              <p:cNvSpPr/>
              <p:nvPr/>
            </p:nvSpPr>
            <p:spPr>
              <a:xfrm>
                <a:off x="8176504" y="2484357"/>
                <a:ext cx="162009" cy="163642"/>
              </a:xfrm>
              <a:custGeom>
                <a:avLst/>
                <a:gdLst/>
                <a:ahLst/>
                <a:cxnLst/>
                <a:rect l="l" t="t" r="r" b="b"/>
                <a:pathLst>
                  <a:path w="162009" h="163642">
                    <a:moveTo>
                      <a:pt x="83554" y="163642"/>
                    </a:moveTo>
                    <a:lnTo>
                      <a:pt x="0" y="73986"/>
                    </a:lnTo>
                    <a:lnTo>
                      <a:pt x="52530" y="25799"/>
                    </a:lnTo>
                    <a:lnTo>
                      <a:pt x="80213" y="0"/>
                    </a:lnTo>
                    <a:lnTo>
                      <a:pt x="116753" y="39209"/>
                    </a:lnTo>
                    <a:lnTo>
                      <a:pt x="162009" y="90528"/>
                    </a:lnTo>
                    <a:lnTo>
                      <a:pt x="83554" y="1636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9" name="Контур"/>
              <p:cNvSpPr/>
              <p:nvPr/>
            </p:nvSpPr>
            <p:spPr>
              <a:xfrm>
                <a:off x="9429843" y="2380114"/>
                <a:ext cx="231710" cy="201702"/>
              </a:xfrm>
              <a:custGeom>
                <a:avLst/>
                <a:gdLst/>
                <a:ahLst/>
                <a:cxnLst/>
                <a:rect l="l" t="t" r="r" b="b"/>
                <a:pathLst>
                  <a:path w="231710" h="201702">
                    <a:moveTo>
                      <a:pt x="78614" y="201702"/>
                    </a:moveTo>
                    <a:lnTo>
                      <a:pt x="40392" y="160129"/>
                    </a:lnTo>
                    <a:lnTo>
                      <a:pt x="19027" y="179775"/>
                    </a:lnTo>
                    <a:lnTo>
                      <a:pt x="0" y="158454"/>
                    </a:lnTo>
                    <a:lnTo>
                      <a:pt x="152184" y="17670"/>
                    </a:lnTo>
                    <a:lnTo>
                      <a:pt x="135975" y="146"/>
                    </a:lnTo>
                    <a:lnTo>
                      <a:pt x="175733" y="0"/>
                    </a:lnTo>
                    <a:lnTo>
                      <a:pt x="215508" y="43237"/>
                    </a:lnTo>
                    <a:lnTo>
                      <a:pt x="231710" y="60850"/>
                    </a:lnTo>
                    <a:lnTo>
                      <a:pt x="78614" y="2017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0" name="Контур"/>
              <p:cNvSpPr/>
              <p:nvPr/>
            </p:nvSpPr>
            <p:spPr>
              <a:xfrm>
                <a:off x="8368532" y="2384184"/>
                <a:ext cx="144591" cy="117130"/>
              </a:xfrm>
              <a:custGeom>
                <a:avLst/>
                <a:gdLst/>
                <a:ahLst/>
                <a:cxnLst/>
                <a:rect l="l" t="t" r="r" b="b"/>
                <a:pathLst>
                  <a:path w="144591" h="117130">
                    <a:moveTo>
                      <a:pt x="64946" y="8705"/>
                    </a:moveTo>
                    <a:lnTo>
                      <a:pt x="74078" y="160"/>
                    </a:lnTo>
                    <a:lnTo>
                      <a:pt x="118520" y="0"/>
                    </a:lnTo>
                    <a:lnTo>
                      <a:pt x="144591" y="27975"/>
                    </a:lnTo>
                    <a:lnTo>
                      <a:pt x="48925" y="117130"/>
                    </a:lnTo>
                    <a:lnTo>
                      <a:pt x="0" y="69230"/>
                    </a:lnTo>
                    <a:lnTo>
                      <a:pt x="64946" y="87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1" name="Контур"/>
              <p:cNvSpPr/>
              <p:nvPr/>
            </p:nvSpPr>
            <p:spPr>
              <a:xfrm>
                <a:off x="8779147" y="2382614"/>
                <a:ext cx="141315" cy="70800"/>
              </a:xfrm>
              <a:custGeom>
                <a:avLst/>
                <a:gdLst/>
                <a:ahLst/>
                <a:cxnLst/>
                <a:rect l="l" t="t" r="r" b="b"/>
                <a:pathLst>
                  <a:path w="141315" h="70800">
                    <a:moveTo>
                      <a:pt x="0" y="513"/>
                    </a:moveTo>
                    <a:lnTo>
                      <a:pt x="141315" y="0"/>
                    </a:lnTo>
                    <a:lnTo>
                      <a:pt x="66642" y="70800"/>
                    </a:lnTo>
                    <a:lnTo>
                      <a:pt x="0" y="5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2" name="Контур"/>
              <p:cNvSpPr/>
              <p:nvPr/>
            </p:nvSpPr>
            <p:spPr>
              <a:xfrm>
                <a:off x="9692562" y="2379593"/>
                <a:ext cx="71318" cy="45167"/>
              </a:xfrm>
              <a:custGeom>
                <a:avLst/>
                <a:gdLst/>
                <a:ahLst/>
                <a:cxnLst/>
                <a:rect l="l" t="t" r="r" b="b"/>
                <a:pathLst>
                  <a:path w="71318" h="45167">
                    <a:moveTo>
                      <a:pt x="258" y="483"/>
                    </a:moveTo>
                    <a:lnTo>
                      <a:pt x="0" y="202"/>
                    </a:lnTo>
                    <a:lnTo>
                      <a:pt x="55091" y="0"/>
                    </a:lnTo>
                    <a:lnTo>
                      <a:pt x="71318" y="17619"/>
                    </a:lnTo>
                    <a:lnTo>
                      <a:pt x="41404" y="45167"/>
                    </a:lnTo>
                    <a:lnTo>
                      <a:pt x="258" y="4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3" name="Контур"/>
              <p:cNvSpPr/>
              <p:nvPr/>
            </p:nvSpPr>
            <p:spPr>
              <a:xfrm>
                <a:off x="9140099" y="2381600"/>
                <a:ext cx="59092" cy="37269"/>
              </a:xfrm>
              <a:custGeom>
                <a:avLst/>
                <a:gdLst/>
                <a:ahLst/>
                <a:cxnLst/>
                <a:rect l="l" t="t" r="r" b="b"/>
                <a:pathLst>
                  <a:path w="59092" h="37269">
                    <a:moveTo>
                      <a:pt x="59092" y="0"/>
                    </a:moveTo>
                    <a:lnTo>
                      <a:pt x="21702" y="37269"/>
                    </a:lnTo>
                    <a:lnTo>
                      <a:pt x="0" y="15496"/>
                    </a:lnTo>
                    <a:lnTo>
                      <a:pt x="15387" y="159"/>
                    </a:lnTo>
                    <a:lnTo>
                      <a:pt x="5909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4" name="Контур"/>
              <p:cNvSpPr/>
              <p:nvPr/>
            </p:nvSpPr>
            <p:spPr>
              <a:xfrm>
                <a:off x="8368532" y="2384184"/>
                <a:ext cx="144591" cy="117130"/>
              </a:xfrm>
              <a:custGeom>
                <a:avLst/>
                <a:gdLst/>
                <a:ahLst/>
                <a:cxnLst/>
                <a:rect l="l" t="t" r="r" b="b"/>
                <a:pathLst>
                  <a:path w="144591" h="117130">
                    <a:moveTo>
                      <a:pt x="64946" y="8705"/>
                    </a:moveTo>
                    <a:lnTo>
                      <a:pt x="74078" y="160"/>
                    </a:lnTo>
                    <a:lnTo>
                      <a:pt x="118520" y="0"/>
                    </a:lnTo>
                    <a:lnTo>
                      <a:pt x="144591" y="27975"/>
                    </a:lnTo>
                    <a:lnTo>
                      <a:pt x="48925" y="117130"/>
                    </a:lnTo>
                    <a:lnTo>
                      <a:pt x="0" y="69230"/>
                    </a:lnTo>
                    <a:lnTo>
                      <a:pt x="64946" y="87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5" name="Контур"/>
              <p:cNvSpPr/>
              <p:nvPr/>
            </p:nvSpPr>
            <p:spPr>
              <a:xfrm>
                <a:off x="9647731" y="2386953"/>
                <a:ext cx="21327" cy="22027"/>
              </a:xfrm>
              <a:custGeom>
                <a:avLst/>
                <a:gdLst/>
                <a:ahLst/>
                <a:cxnLst/>
                <a:rect l="l" t="t" r="r" b="b"/>
                <a:pathLst>
                  <a:path w="21327" h="22027">
                    <a:moveTo>
                      <a:pt x="7976" y="0"/>
                    </a:moveTo>
                    <a:lnTo>
                      <a:pt x="21327" y="14861"/>
                    </a:lnTo>
                    <a:lnTo>
                      <a:pt x="13351" y="22027"/>
                    </a:lnTo>
                    <a:lnTo>
                      <a:pt x="0" y="7166"/>
                    </a:lnTo>
                    <a:lnTo>
                      <a:pt x="79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6" name="Контур"/>
              <p:cNvSpPr/>
              <p:nvPr/>
            </p:nvSpPr>
            <p:spPr>
              <a:xfrm>
                <a:off x="9654451" y="2379879"/>
                <a:ext cx="25676" cy="18975"/>
              </a:xfrm>
              <a:custGeom>
                <a:avLst/>
                <a:gdLst/>
                <a:ahLst/>
                <a:cxnLst/>
                <a:rect l="l" t="t" r="r" b="b"/>
                <a:pathLst>
                  <a:path w="25676" h="18975">
                    <a:moveTo>
                      <a:pt x="0" y="56"/>
                    </a:moveTo>
                    <a:lnTo>
                      <a:pt x="15239" y="0"/>
                    </a:lnTo>
                    <a:lnTo>
                      <a:pt x="25676" y="11357"/>
                    </a:lnTo>
                    <a:lnTo>
                      <a:pt x="17387" y="18975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7" name="Контур"/>
              <p:cNvSpPr/>
              <p:nvPr/>
            </p:nvSpPr>
            <p:spPr>
              <a:xfrm>
                <a:off x="8425571" y="2384344"/>
                <a:ext cx="17039" cy="8545"/>
              </a:xfrm>
              <a:custGeom>
                <a:avLst/>
                <a:gdLst/>
                <a:ahLst/>
                <a:cxnLst/>
                <a:rect l="l" t="t" r="r" b="b"/>
                <a:pathLst>
                  <a:path w="17039" h="8545">
                    <a:moveTo>
                      <a:pt x="17039" y="0"/>
                    </a:moveTo>
                    <a:lnTo>
                      <a:pt x="7907" y="8545"/>
                    </a:lnTo>
                    <a:lnTo>
                      <a:pt x="0" y="62"/>
                    </a:lnTo>
                    <a:lnTo>
                      <a:pt x="170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8" name="Контур"/>
              <p:cNvSpPr/>
              <p:nvPr/>
            </p:nvSpPr>
            <p:spPr>
              <a:xfrm>
                <a:off x="8425571" y="2384344"/>
                <a:ext cx="17039" cy="8545"/>
              </a:xfrm>
              <a:custGeom>
                <a:avLst/>
                <a:gdLst/>
                <a:ahLst/>
                <a:cxnLst/>
                <a:rect l="l" t="t" r="r" b="b"/>
                <a:pathLst>
                  <a:path w="17039" h="8545">
                    <a:moveTo>
                      <a:pt x="17039" y="0"/>
                    </a:moveTo>
                    <a:lnTo>
                      <a:pt x="7907" y="8545"/>
                    </a:lnTo>
                    <a:lnTo>
                      <a:pt x="0" y="62"/>
                    </a:lnTo>
                    <a:lnTo>
                      <a:pt x="170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9" name="Контур"/>
              <p:cNvSpPr/>
              <p:nvPr/>
            </p:nvSpPr>
            <p:spPr>
              <a:xfrm>
                <a:off x="7920000" y="2474486"/>
                <a:ext cx="74161" cy="116770"/>
              </a:xfrm>
              <a:custGeom>
                <a:avLst/>
                <a:gdLst/>
                <a:ahLst/>
                <a:cxnLst/>
                <a:rect l="l" t="t" r="r" b="b"/>
                <a:pathLst>
                  <a:path w="74161" h="116770">
                    <a:moveTo>
                      <a:pt x="0" y="28547"/>
                    </a:moveTo>
                    <a:lnTo>
                      <a:pt x="30310" y="0"/>
                    </a:lnTo>
                    <a:lnTo>
                      <a:pt x="74161" y="46572"/>
                    </a:lnTo>
                    <a:lnTo>
                      <a:pt x="43557" y="75757"/>
                    </a:lnTo>
                    <a:lnTo>
                      <a:pt x="0" y="11677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60" name="Контур"/>
              <p:cNvSpPr/>
              <p:nvPr/>
            </p:nvSpPr>
            <p:spPr>
              <a:xfrm>
                <a:off x="7920000" y="2474486"/>
                <a:ext cx="74161" cy="116770"/>
              </a:xfrm>
              <a:custGeom>
                <a:avLst/>
                <a:gdLst/>
                <a:ahLst/>
                <a:cxnLst/>
                <a:rect l="l" t="t" r="r" b="b"/>
                <a:pathLst>
                  <a:path w="74161" h="116770" fill="none">
                    <a:moveTo>
                      <a:pt x="30310" y="0"/>
                    </a:moveTo>
                    <a:lnTo>
                      <a:pt x="74161" y="46572"/>
                    </a:lnTo>
                    <a:lnTo>
                      <a:pt x="43557" y="75757"/>
                    </a:lnTo>
                    <a:lnTo>
                      <a:pt x="0" y="116770"/>
                    </a:lnTo>
                    <a:moveTo>
                      <a:pt x="0" y="28547"/>
                    </a:moveTo>
                    <a:lnTo>
                      <a:pt x="30310" y="0"/>
                    </a:lnTo>
                    <a:lnTo>
                      <a:pt x="3031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61" name="Контур"/>
              <p:cNvSpPr/>
              <p:nvPr/>
            </p:nvSpPr>
            <p:spPr>
              <a:xfrm>
                <a:off x="7920000" y="2850009"/>
                <a:ext cx="11951" cy="23799"/>
              </a:xfrm>
              <a:custGeom>
                <a:avLst/>
                <a:gdLst/>
                <a:ahLst/>
                <a:cxnLst/>
                <a:rect l="l" t="t" r="r" b="b"/>
                <a:pathLst>
                  <a:path w="11951" h="23799">
                    <a:moveTo>
                      <a:pt x="0" y="0"/>
                    </a:moveTo>
                    <a:lnTo>
                      <a:pt x="11951" y="12798"/>
                    </a:lnTo>
                    <a:lnTo>
                      <a:pt x="0" y="237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62" name="Контур"/>
              <p:cNvSpPr/>
              <p:nvPr/>
            </p:nvSpPr>
            <p:spPr>
              <a:xfrm>
                <a:off x="7920000" y="2850009"/>
                <a:ext cx="11951" cy="23799"/>
              </a:xfrm>
              <a:custGeom>
                <a:avLst/>
                <a:gdLst/>
                <a:ahLst/>
                <a:cxnLst/>
                <a:rect l="l" t="t" r="r" b="b"/>
                <a:pathLst>
                  <a:path w="11951" h="23799" fill="none">
                    <a:moveTo>
                      <a:pt x="11951" y="12798"/>
                    </a:moveTo>
                    <a:lnTo>
                      <a:pt x="0" y="23799"/>
                    </a:lnTo>
                    <a:moveTo>
                      <a:pt x="0" y="0"/>
                    </a:moveTo>
                    <a:lnTo>
                      <a:pt x="11951" y="12798"/>
                    </a:lnTo>
                    <a:lnTo>
                      <a:pt x="11951" y="1279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63" name="Контур"/>
              <p:cNvSpPr/>
              <p:nvPr/>
            </p:nvSpPr>
            <p:spPr>
              <a:xfrm>
                <a:off x="9208671" y="3969964"/>
                <a:ext cx="59065" cy="62098"/>
              </a:xfrm>
              <a:custGeom>
                <a:avLst/>
                <a:gdLst/>
                <a:ahLst/>
                <a:cxnLst/>
                <a:rect l="l" t="t" r="r" b="b"/>
                <a:pathLst>
                  <a:path w="59065" h="62098">
                    <a:moveTo>
                      <a:pt x="9098" y="0"/>
                    </a:moveTo>
                    <a:lnTo>
                      <a:pt x="59065" y="53563"/>
                    </a:lnTo>
                    <a:lnTo>
                      <a:pt x="50009" y="62098"/>
                    </a:lnTo>
                    <a:lnTo>
                      <a:pt x="0" y="8490"/>
                    </a:lnTo>
                    <a:lnTo>
                      <a:pt x="909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64" name="Контур"/>
              <p:cNvSpPr/>
              <p:nvPr/>
            </p:nvSpPr>
            <p:spPr>
              <a:xfrm>
                <a:off x="9217769" y="3858561"/>
                <a:ext cx="168048" cy="164966"/>
              </a:xfrm>
              <a:custGeom>
                <a:avLst/>
                <a:gdLst/>
                <a:ahLst/>
                <a:cxnLst/>
                <a:rect l="l" t="t" r="r" b="b"/>
                <a:pathLst>
                  <a:path w="168048" h="164966">
                    <a:moveTo>
                      <a:pt x="168048" y="53684"/>
                    </a:moveTo>
                    <a:lnTo>
                      <a:pt x="49967" y="164966"/>
                    </a:lnTo>
                    <a:lnTo>
                      <a:pt x="0" y="111403"/>
                    </a:lnTo>
                    <a:lnTo>
                      <a:pt x="119368" y="0"/>
                    </a:lnTo>
                    <a:lnTo>
                      <a:pt x="153632" y="37019"/>
                    </a:lnTo>
                    <a:lnTo>
                      <a:pt x="168048" y="53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65" name="Контур"/>
              <p:cNvSpPr/>
              <p:nvPr/>
            </p:nvSpPr>
            <p:spPr>
              <a:xfrm>
                <a:off x="8720989" y="3768049"/>
                <a:ext cx="152564" cy="158934"/>
              </a:xfrm>
              <a:custGeom>
                <a:avLst/>
                <a:gdLst/>
                <a:ahLst/>
                <a:cxnLst/>
                <a:rect l="l" t="t" r="r" b="b"/>
                <a:pathLst>
                  <a:path w="152564" h="158934">
                    <a:moveTo>
                      <a:pt x="152564" y="106921"/>
                    </a:moveTo>
                    <a:lnTo>
                      <a:pt x="98779" y="158934"/>
                    </a:lnTo>
                    <a:lnTo>
                      <a:pt x="0" y="52167"/>
                    </a:lnTo>
                    <a:lnTo>
                      <a:pt x="52751" y="0"/>
                    </a:lnTo>
                    <a:lnTo>
                      <a:pt x="152564" y="1069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66" name="Контур"/>
              <p:cNvSpPr/>
              <p:nvPr/>
            </p:nvSpPr>
            <p:spPr>
              <a:xfrm>
                <a:off x="8872615" y="3580134"/>
                <a:ext cx="181331" cy="216291"/>
              </a:xfrm>
              <a:custGeom>
                <a:avLst/>
                <a:gdLst/>
                <a:ahLst/>
                <a:cxnLst/>
                <a:rect l="l" t="t" r="r" b="b"/>
                <a:pathLst>
                  <a:path w="181331" h="216291">
                    <a:moveTo>
                      <a:pt x="103618" y="0"/>
                    </a:moveTo>
                    <a:lnTo>
                      <a:pt x="153921" y="52845"/>
                    </a:lnTo>
                    <a:lnTo>
                      <a:pt x="119636" y="85480"/>
                    </a:lnTo>
                    <a:lnTo>
                      <a:pt x="181331" y="150293"/>
                    </a:lnTo>
                    <a:lnTo>
                      <a:pt x="111998" y="216291"/>
                    </a:lnTo>
                    <a:lnTo>
                      <a:pt x="0" y="98634"/>
                    </a:lnTo>
                    <a:lnTo>
                      <a:pt x="10361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67" name="Контур"/>
              <p:cNvSpPr/>
              <p:nvPr/>
            </p:nvSpPr>
            <p:spPr>
              <a:xfrm>
                <a:off x="9310162" y="3809680"/>
                <a:ext cx="82428" cy="85900"/>
              </a:xfrm>
              <a:custGeom>
                <a:avLst/>
                <a:gdLst/>
                <a:ahLst/>
                <a:cxnLst/>
                <a:rect l="l" t="t" r="r" b="b"/>
                <a:pathLst>
                  <a:path w="82428" h="85900">
                    <a:moveTo>
                      <a:pt x="21189" y="0"/>
                    </a:moveTo>
                    <a:lnTo>
                      <a:pt x="82428" y="66340"/>
                    </a:lnTo>
                    <a:lnTo>
                      <a:pt x="61239" y="85900"/>
                    </a:lnTo>
                    <a:lnTo>
                      <a:pt x="26975" y="48881"/>
                    </a:lnTo>
                    <a:lnTo>
                      <a:pt x="0" y="19560"/>
                    </a:lnTo>
                    <a:lnTo>
                      <a:pt x="211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68" name="Контур"/>
              <p:cNvSpPr/>
              <p:nvPr/>
            </p:nvSpPr>
            <p:spPr>
              <a:xfrm>
                <a:off x="9297358" y="3582040"/>
                <a:ext cx="166184" cy="167596"/>
              </a:xfrm>
              <a:custGeom>
                <a:avLst/>
                <a:gdLst/>
                <a:ahLst/>
                <a:cxnLst/>
                <a:rect l="l" t="t" r="r" b="b"/>
                <a:pathLst>
                  <a:path w="166184" h="167596">
                    <a:moveTo>
                      <a:pt x="90371" y="167596"/>
                    </a:moveTo>
                    <a:lnTo>
                      <a:pt x="0" y="70724"/>
                    </a:lnTo>
                    <a:lnTo>
                      <a:pt x="75814" y="0"/>
                    </a:lnTo>
                    <a:lnTo>
                      <a:pt x="166184" y="96872"/>
                    </a:lnTo>
                    <a:lnTo>
                      <a:pt x="90371" y="1675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69" name="Контур"/>
              <p:cNvSpPr/>
              <p:nvPr/>
            </p:nvSpPr>
            <p:spPr>
              <a:xfrm>
                <a:off x="8976233" y="3326104"/>
                <a:ext cx="323016" cy="306875"/>
              </a:xfrm>
              <a:custGeom>
                <a:avLst/>
                <a:gdLst/>
                <a:ahLst/>
                <a:cxnLst/>
                <a:rect l="l" t="t" r="r" b="b"/>
                <a:pathLst>
                  <a:path w="323016" h="306875">
                    <a:moveTo>
                      <a:pt x="0" y="254030"/>
                    </a:moveTo>
                    <a:lnTo>
                      <a:pt x="271253" y="0"/>
                    </a:lnTo>
                    <a:lnTo>
                      <a:pt x="323016" y="56346"/>
                    </a:lnTo>
                    <a:lnTo>
                      <a:pt x="50303" y="306875"/>
                    </a:lnTo>
                    <a:lnTo>
                      <a:pt x="0" y="2540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0" name="Контур"/>
              <p:cNvSpPr/>
              <p:nvPr/>
            </p:nvSpPr>
            <p:spPr>
              <a:xfrm>
                <a:off x="9364573" y="3340763"/>
                <a:ext cx="161277" cy="186269"/>
              </a:xfrm>
              <a:custGeom>
                <a:avLst/>
                <a:gdLst/>
                <a:ahLst/>
                <a:cxnLst/>
                <a:rect l="l" t="t" r="r" b="b"/>
                <a:pathLst>
                  <a:path w="161277" h="186269">
                    <a:moveTo>
                      <a:pt x="0" y="67401"/>
                    </a:moveTo>
                    <a:lnTo>
                      <a:pt x="69067" y="0"/>
                    </a:lnTo>
                    <a:lnTo>
                      <a:pt x="161277" y="98846"/>
                    </a:lnTo>
                    <a:lnTo>
                      <a:pt x="93012" y="162529"/>
                    </a:lnTo>
                    <a:lnTo>
                      <a:pt x="67564" y="186269"/>
                    </a:lnTo>
                    <a:lnTo>
                      <a:pt x="24017" y="139588"/>
                    </a:lnTo>
                    <a:lnTo>
                      <a:pt x="47181" y="117978"/>
                    </a:lnTo>
                    <a:lnTo>
                      <a:pt x="0" y="674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1" name="Контур"/>
              <p:cNvSpPr/>
              <p:nvPr/>
            </p:nvSpPr>
            <p:spPr>
              <a:xfrm>
                <a:off x="8834465" y="3352146"/>
                <a:ext cx="79057" cy="70687"/>
              </a:xfrm>
              <a:custGeom>
                <a:avLst/>
                <a:gdLst/>
                <a:ahLst/>
                <a:cxnLst/>
                <a:rect l="l" t="t" r="r" b="b"/>
                <a:pathLst>
                  <a:path w="79057" h="70687">
                    <a:moveTo>
                      <a:pt x="35415" y="54410"/>
                    </a:moveTo>
                    <a:lnTo>
                      <a:pt x="25714" y="64370"/>
                    </a:lnTo>
                    <a:lnTo>
                      <a:pt x="19560" y="70687"/>
                    </a:lnTo>
                    <a:lnTo>
                      <a:pt x="0" y="50806"/>
                    </a:lnTo>
                    <a:lnTo>
                      <a:pt x="39931" y="2033"/>
                    </a:lnTo>
                    <a:lnTo>
                      <a:pt x="42469" y="0"/>
                    </a:lnTo>
                    <a:lnTo>
                      <a:pt x="79057" y="38402"/>
                    </a:lnTo>
                    <a:lnTo>
                      <a:pt x="50310" y="67163"/>
                    </a:lnTo>
                    <a:lnTo>
                      <a:pt x="35415" y="544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2" name="Контур"/>
              <p:cNvSpPr/>
              <p:nvPr/>
            </p:nvSpPr>
            <p:spPr>
              <a:xfrm>
                <a:off x="8684576" y="3214652"/>
                <a:ext cx="189820" cy="188300"/>
              </a:xfrm>
              <a:custGeom>
                <a:avLst/>
                <a:gdLst/>
                <a:ahLst/>
                <a:cxnLst/>
                <a:rect l="l" t="t" r="r" b="b"/>
                <a:pathLst>
                  <a:path w="189820" h="188300">
                    <a:moveTo>
                      <a:pt x="189820" y="139527"/>
                    </a:moveTo>
                    <a:lnTo>
                      <a:pt x="149889" y="188300"/>
                    </a:lnTo>
                    <a:lnTo>
                      <a:pt x="140064" y="178316"/>
                    </a:lnTo>
                    <a:lnTo>
                      <a:pt x="0" y="35948"/>
                    </a:lnTo>
                    <a:lnTo>
                      <a:pt x="48753" y="0"/>
                    </a:lnTo>
                    <a:lnTo>
                      <a:pt x="189820" y="1395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3" name="Контур"/>
              <p:cNvSpPr/>
              <p:nvPr/>
            </p:nvSpPr>
            <p:spPr>
              <a:xfrm>
                <a:off x="9270634" y="3241652"/>
                <a:ext cx="163006" cy="166512"/>
              </a:xfrm>
              <a:custGeom>
                <a:avLst/>
                <a:gdLst/>
                <a:ahLst/>
                <a:cxnLst/>
                <a:rect l="l" t="t" r="r" b="b"/>
                <a:pathLst>
                  <a:path w="163006" h="166512">
                    <a:moveTo>
                      <a:pt x="163006" y="99111"/>
                    </a:moveTo>
                    <a:lnTo>
                      <a:pt x="93939" y="166512"/>
                    </a:lnTo>
                    <a:lnTo>
                      <a:pt x="0" y="65813"/>
                    </a:lnTo>
                    <a:lnTo>
                      <a:pt x="70548" y="0"/>
                    </a:lnTo>
                    <a:lnTo>
                      <a:pt x="163006" y="991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4" name="Контур"/>
              <p:cNvSpPr/>
              <p:nvPr/>
            </p:nvSpPr>
            <p:spPr>
              <a:xfrm>
                <a:off x="8466728" y="3114395"/>
                <a:ext cx="161444" cy="161537"/>
              </a:xfrm>
              <a:custGeom>
                <a:avLst/>
                <a:gdLst/>
                <a:ahLst/>
                <a:cxnLst/>
                <a:rect l="l" t="t" r="r" b="b"/>
                <a:pathLst>
                  <a:path w="161444" h="161537">
                    <a:moveTo>
                      <a:pt x="30701" y="44672"/>
                    </a:moveTo>
                    <a:lnTo>
                      <a:pt x="79242" y="0"/>
                    </a:lnTo>
                    <a:lnTo>
                      <a:pt x="161444" y="88674"/>
                    </a:lnTo>
                    <a:lnTo>
                      <a:pt x="82845" y="161537"/>
                    </a:lnTo>
                    <a:lnTo>
                      <a:pt x="36902" y="112940"/>
                    </a:lnTo>
                    <a:lnTo>
                      <a:pt x="0" y="73134"/>
                    </a:lnTo>
                    <a:lnTo>
                      <a:pt x="30701" y="44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5" name="Контур"/>
              <p:cNvSpPr/>
              <p:nvPr/>
            </p:nvSpPr>
            <p:spPr>
              <a:xfrm>
                <a:off x="8669417" y="3186491"/>
                <a:ext cx="70992" cy="64109"/>
              </a:xfrm>
              <a:custGeom>
                <a:avLst/>
                <a:gdLst/>
                <a:ahLst/>
                <a:cxnLst/>
                <a:rect l="l" t="t" r="r" b="b"/>
                <a:pathLst>
                  <a:path w="70992" h="64109">
                    <a:moveTo>
                      <a:pt x="63912" y="28161"/>
                    </a:moveTo>
                    <a:lnTo>
                      <a:pt x="15159" y="64109"/>
                    </a:lnTo>
                    <a:lnTo>
                      <a:pt x="11146" y="60029"/>
                    </a:lnTo>
                    <a:lnTo>
                      <a:pt x="8679" y="57523"/>
                    </a:lnTo>
                    <a:lnTo>
                      <a:pt x="0" y="48701"/>
                    </a:lnTo>
                    <a:lnTo>
                      <a:pt x="47539" y="0"/>
                    </a:lnTo>
                    <a:lnTo>
                      <a:pt x="70992" y="22896"/>
                    </a:lnTo>
                    <a:lnTo>
                      <a:pt x="63912" y="28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6" name="Контур"/>
              <p:cNvSpPr/>
              <p:nvPr/>
            </p:nvSpPr>
            <p:spPr>
              <a:xfrm>
                <a:off x="8805008" y="3085770"/>
                <a:ext cx="91218" cy="91052"/>
              </a:xfrm>
              <a:custGeom>
                <a:avLst/>
                <a:gdLst/>
                <a:ahLst/>
                <a:cxnLst/>
                <a:rect l="l" t="t" r="r" b="b"/>
                <a:pathLst>
                  <a:path w="91218" h="91052">
                    <a:moveTo>
                      <a:pt x="0" y="49762"/>
                    </a:moveTo>
                    <a:lnTo>
                      <a:pt x="50661" y="0"/>
                    </a:lnTo>
                    <a:lnTo>
                      <a:pt x="91218" y="41290"/>
                    </a:lnTo>
                    <a:lnTo>
                      <a:pt x="40557" y="91052"/>
                    </a:lnTo>
                    <a:lnTo>
                      <a:pt x="0" y="497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7" name="Контур"/>
              <p:cNvSpPr/>
              <p:nvPr/>
            </p:nvSpPr>
            <p:spPr>
              <a:xfrm>
                <a:off x="9353638" y="2987799"/>
                <a:ext cx="91463" cy="88566"/>
              </a:xfrm>
              <a:custGeom>
                <a:avLst/>
                <a:gdLst/>
                <a:ahLst/>
                <a:cxnLst/>
                <a:rect l="l" t="t" r="r" b="b"/>
                <a:pathLst>
                  <a:path w="91463" h="88566">
                    <a:moveTo>
                      <a:pt x="0" y="62600"/>
                    </a:moveTo>
                    <a:lnTo>
                      <a:pt x="67315" y="0"/>
                    </a:lnTo>
                    <a:lnTo>
                      <a:pt x="91463" y="25967"/>
                    </a:lnTo>
                    <a:lnTo>
                      <a:pt x="24148" y="88566"/>
                    </a:lnTo>
                    <a:lnTo>
                      <a:pt x="0" y="62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8" name="Контур"/>
              <p:cNvSpPr/>
              <p:nvPr/>
            </p:nvSpPr>
            <p:spPr>
              <a:xfrm>
                <a:off x="8474326" y="2743096"/>
                <a:ext cx="279360" cy="282994"/>
              </a:xfrm>
              <a:custGeom>
                <a:avLst/>
                <a:gdLst/>
                <a:ahLst/>
                <a:cxnLst/>
                <a:rect l="l" t="t" r="r" b="b"/>
                <a:pathLst>
                  <a:path w="279360" h="282994">
                    <a:moveTo>
                      <a:pt x="83347" y="0"/>
                    </a:moveTo>
                    <a:lnTo>
                      <a:pt x="279360" y="203275"/>
                    </a:lnTo>
                    <a:lnTo>
                      <a:pt x="196585" y="282994"/>
                    </a:lnTo>
                    <a:lnTo>
                      <a:pt x="98592" y="183078"/>
                    </a:lnTo>
                    <a:lnTo>
                      <a:pt x="0" y="82550"/>
                    </a:lnTo>
                    <a:lnTo>
                      <a:pt x="833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9" name="Контур"/>
              <p:cNvSpPr/>
              <p:nvPr/>
            </p:nvSpPr>
            <p:spPr>
              <a:xfrm>
                <a:off x="9230005" y="2794964"/>
                <a:ext cx="193808" cy="195961"/>
              </a:xfrm>
              <a:custGeom>
                <a:avLst/>
                <a:gdLst/>
                <a:ahLst/>
                <a:cxnLst/>
                <a:rect l="l" t="t" r="r" b="b"/>
                <a:pathLst>
                  <a:path w="193808" h="195961">
                    <a:moveTo>
                      <a:pt x="0" y="75159"/>
                    </a:moveTo>
                    <a:lnTo>
                      <a:pt x="79269" y="0"/>
                    </a:lnTo>
                    <a:lnTo>
                      <a:pt x="193808" y="120802"/>
                    </a:lnTo>
                    <a:lnTo>
                      <a:pt x="114537" y="195961"/>
                    </a:lnTo>
                    <a:lnTo>
                      <a:pt x="0" y="751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0" name="Контур"/>
              <p:cNvSpPr/>
              <p:nvPr/>
            </p:nvSpPr>
            <p:spPr>
              <a:xfrm>
                <a:off x="8474326" y="2743096"/>
                <a:ext cx="279360" cy="282994"/>
              </a:xfrm>
              <a:custGeom>
                <a:avLst/>
                <a:gdLst/>
                <a:ahLst/>
                <a:cxnLst/>
                <a:rect l="l" t="t" r="r" b="b"/>
                <a:pathLst>
                  <a:path w="279360" h="282994">
                    <a:moveTo>
                      <a:pt x="83347" y="0"/>
                    </a:moveTo>
                    <a:lnTo>
                      <a:pt x="279360" y="203275"/>
                    </a:lnTo>
                    <a:lnTo>
                      <a:pt x="196585" y="282994"/>
                    </a:lnTo>
                    <a:lnTo>
                      <a:pt x="98592" y="183078"/>
                    </a:lnTo>
                    <a:lnTo>
                      <a:pt x="0" y="82550"/>
                    </a:lnTo>
                    <a:lnTo>
                      <a:pt x="833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1" name="Контур"/>
              <p:cNvSpPr/>
              <p:nvPr/>
            </p:nvSpPr>
            <p:spPr>
              <a:xfrm>
                <a:off x="9661054" y="3970301"/>
                <a:ext cx="19461" cy="19495"/>
              </a:xfrm>
              <a:custGeom>
                <a:avLst/>
                <a:gdLst/>
                <a:ahLst/>
                <a:cxnLst/>
                <a:rect l="l" t="t" r="r" b="b"/>
                <a:pathLst>
                  <a:path w="19461" h="19495">
                    <a:moveTo>
                      <a:pt x="10332" y="19495"/>
                    </a:moveTo>
                    <a:lnTo>
                      <a:pt x="0" y="8919"/>
                    </a:lnTo>
                    <a:lnTo>
                      <a:pt x="9129" y="0"/>
                    </a:lnTo>
                    <a:lnTo>
                      <a:pt x="19461" y="10576"/>
                    </a:lnTo>
                    <a:lnTo>
                      <a:pt x="10332" y="194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2" name="Контур"/>
              <p:cNvSpPr/>
              <p:nvPr/>
            </p:nvSpPr>
            <p:spPr>
              <a:xfrm>
                <a:off x="9698237" y="3440852"/>
                <a:ext cx="368911" cy="392276"/>
              </a:xfrm>
              <a:custGeom>
                <a:avLst/>
                <a:gdLst/>
                <a:ahLst/>
                <a:cxnLst/>
                <a:rect l="l" t="t" r="r" b="b"/>
                <a:pathLst>
                  <a:path w="368911" h="392276">
                    <a:moveTo>
                      <a:pt x="332796" y="315495"/>
                    </a:moveTo>
                    <a:lnTo>
                      <a:pt x="328044" y="320232"/>
                    </a:lnTo>
                    <a:lnTo>
                      <a:pt x="368911" y="363183"/>
                    </a:lnTo>
                    <a:lnTo>
                      <a:pt x="341345" y="389660"/>
                    </a:lnTo>
                    <a:lnTo>
                      <a:pt x="338623" y="392276"/>
                    </a:lnTo>
                    <a:lnTo>
                      <a:pt x="325831" y="378644"/>
                    </a:lnTo>
                    <a:lnTo>
                      <a:pt x="314518" y="366203"/>
                    </a:lnTo>
                    <a:lnTo>
                      <a:pt x="300405" y="379645"/>
                    </a:lnTo>
                    <a:lnTo>
                      <a:pt x="83426" y="149207"/>
                    </a:lnTo>
                    <a:lnTo>
                      <a:pt x="67598" y="132913"/>
                    </a:lnTo>
                    <a:lnTo>
                      <a:pt x="0" y="64143"/>
                    </a:lnTo>
                    <a:lnTo>
                      <a:pt x="35633" y="0"/>
                    </a:lnTo>
                    <a:lnTo>
                      <a:pt x="332796" y="3154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3" name="Контур"/>
              <p:cNvSpPr/>
              <p:nvPr/>
            </p:nvSpPr>
            <p:spPr>
              <a:xfrm>
                <a:off x="9589097" y="3844038"/>
                <a:ext cx="205339" cy="188386"/>
              </a:xfrm>
              <a:custGeom>
                <a:avLst/>
                <a:gdLst/>
                <a:ahLst/>
                <a:cxnLst/>
                <a:rect l="l" t="t" r="r" b="b"/>
                <a:pathLst>
                  <a:path w="205339" h="188386">
                    <a:moveTo>
                      <a:pt x="0" y="68722"/>
                    </a:moveTo>
                    <a:lnTo>
                      <a:pt x="69471" y="0"/>
                    </a:lnTo>
                    <a:lnTo>
                      <a:pt x="205339" y="137362"/>
                    </a:lnTo>
                    <a:lnTo>
                      <a:pt x="153754" y="188386"/>
                    </a:lnTo>
                    <a:lnTo>
                      <a:pt x="111283" y="145445"/>
                    </a:lnTo>
                    <a:lnTo>
                      <a:pt x="125304" y="131582"/>
                    </a:lnTo>
                    <a:lnTo>
                      <a:pt x="77304" y="83038"/>
                    </a:lnTo>
                    <a:lnTo>
                      <a:pt x="43849" y="116118"/>
                    </a:lnTo>
                    <a:lnTo>
                      <a:pt x="36576" y="108541"/>
                    </a:lnTo>
                    <a:lnTo>
                      <a:pt x="31365" y="113399"/>
                    </a:lnTo>
                    <a:lnTo>
                      <a:pt x="11854" y="93656"/>
                    </a:lnTo>
                    <a:lnTo>
                      <a:pt x="18322" y="87264"/>
                    </a:lnTo>
                    <a:lnTo>
                      <a:pt x="0" y="68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4" name="Контур"/>
              <p:cNvSpPr/>
              <p:nvPr/>
            </p:nvSpPr>
            <p:spPr>
              <a:xfrm>
                <a:off x="9725768" y="3776896"/>
                <a:ext cx="62212" cy="59414"/>
              </a:xfrm>
              <a:custGeom>
                <a:avLst/>
                <a:gdLst/>
                <a:ahLst/>
                <a:cxnLst/>
                <a:rect l="l" t="t" r="r" b="b"/>
                <a:pathLst>
                  <a:path w="62212" h="59414">
                    <a:moveTo>
                      <a:pt x="0" y="36988"/>
                    </a:moveTo>
                    <a:lnTo>
                      <a:pt x="42854" y="0"/>
                    </a:lnTo>
                    <a:lnTo>
                      <a:pt x="62212" y="22425"/>
                    </a:lnTo>
                    <a:lnTo>
                      <a:pt x="37137" y="44068"/>
                    </a:lnTo>
                    <a:lnTo>
                      <a:pt x="19358" y="59414"/>
                    </a:lnTo>
                    <a:lnTo>
                      <a:pt x="0" y="369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5" name="Контур"/>
              <p:cNvSpPr/>
              <p:nvPr/>
            </p:nvSpPr>
            <p:spPr>
              <a:xfrm>
                <a:off x="9607747" y="3952579"/>
                <a:ext cx="34304" cy="34272"/>
              </a:xfrm>
              <a:custGeom>
                <a:avLst/>
                <a:gdLst/>
                <a:ahLst/>
                <a:cxnLst/>
                <a:rect l="l" t="t" r="r" b="b"/>
                <a:pathLst>
                  <a:path w="34304" h="34272">
                    <a:moveTo>
                      <a:pt x="17926" y="0"/>
                    </a:moveTo>
                    <a:lnTo>
                      <a:pt x="25199" y="7577"/>
                    </a:lnTo>
                    <a:lnTo>
                      <a:pt x="34304" y="17290"/>
                    </a:lnTo>
                    <a:lnTo>
                      <a:pt x="16378" y="34272"/>
                    </a:lnTo>
                    <a:lnTo>
                      <a:pt x="0" y="16982"/>
                    </a:lnTo>
                    <a:lnTo>
                      <a:pt x="12715" y="4858"/>
                    </a:lnTo>
                    <a:lnTo>
                      <a:pt x="1792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6" name="Контур"/>
              <p:cNvSpPr/>
              <p:nvPr/>
            </p:nvSpPr>
            <p:spPr>
              <a:xfrm>
                <a:off x="9762905" y="3799321"/>
                <a:ext cx="46541" cy="40387"/>
              </a:xfrm>
              <a:custGeom>
                <a:avLst/>
                <a:gdLst/>
                <a:ahLst/>
                <a:cxnLst/>
                <a:rect l="l" t="t" r="r" b="b"/>
                <a:pathLst>
                  <a:path w="46541" h="40387">
                    <a:moveTo>
                      <a:pt x="25075" y="0"/>
                    </a:moveTo>
                    <a:lnTo>
                      <a:pt x="46541" y="24869"/>
                    </a:lnTo>
                    <a:lnTo>
                      <a:pt x="28560" y="40387"/>
                    </a:lnTo>
                    <a:lnTo>
                      <a:pt x="19421" y="29799"/>
                    </a:lnTo>
                    <a:lnTo>
                      <a:pt x="12322" y="35923"/>
                    </a:lnTo>
                    <a:lnTo>
                      <a:pt x="0" y="21643"/>
                    </a:lnTo>
                    <a:lnTo>
                      <a:pt x="250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7" name="Контур"/>
              <p:cNvSpPr/>
              <p:nvPr/>
            </p:nvSpPr>
            <p:spPr>
              <a:xfrm>
                <a:off x="9666214" y="3707900"/>
                <a:ext cx="102408" cy="105984"/>
              </a:xfrm>
              <a:custGeom>
                <a:avLst/>
                <a:gdLst/>
                <a:ahLst/>
                <a:cxnLst/>
                <a:rect l="l" t="t" r="r" b="b"/>
                <a:pathLst>
                  <a:path w="102408" h="105984">
                    <a:moveTo>
                      <a:pt x="59554" y="105984"/>
                    </a:moveTo>
                    <a:lnTo>
                      <a:pt x="0" y="36989"/>
                    </a:lnTo>
                    <a:lnTo>
                      <a:pt x="42854" y="0"/>
                    </a:lnTo>
                    <a:lnTo>
                      <a:pt x="102408" y="68996"/>
                    </a:lnTo>
                    <a:lnTo>
                      <a:pt x="59554" y="1059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8" name="Контур"/>
              <p:cNvSpPr/>
              <p:nvPr/>
            </p:nvSpPr>
            <p:spPr>
              <a:xfrm>
                <a:off x="9622322" y="3618283"/>
                <a:ext cx="94125" cy="99280"/>
              </a:xfrm>
              <a:custGeom>
                <a:avLst/>
                <a:gdLst/>
                <a:ahLst/>
                <a:cxnLst/>
                <a:rect l="l" t="t" r="r" b="b"/>
                <a:pathLst>
                  <a:path w="94125" h="99280">
                    <a:moveTo>
                      <a:pt x="22828" y="561"/>
                    </a:moveTo>
                    <a:lnTo>
                      <a:pt x="22974" y="0"/>
                    </a:lnTo>
                    <a:lnTo>
                      <a:pt x="48700" y="6652"/>
                    </a:lnTo>
                    <a:lnTo>
                      <a:pt x="94125" y="18391"/>
                    </a:lnTo>
                    <a:lnTo>
                      <a:pt x="81638" y="66700"/>
                    </a:lnTo>
                    <a:lnTo>
                      <a:pt x="62197" y="61675"/>
                    </a:lnTo>
                    <a:lnTo>
                      <a:pt x="57068" y="81523"/>
                    </a:lnTo>
                    <a:lnTo>
                      <a:pt x="45591" y="78557"/>
                    </a:lnTo>
                    <a:lnTo>
                      <a:pt x="40234" y="99280"/>
                    </a:lnTo>
                    <a:lnTo>
                      <a:pt x="0" y="88880"/>
                    </a:lnTo>
                    <a:lnTo>
                      <a:pt x="22828" y="5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9" name="Контур"/>
              <p:cNvSpPr/>
              <p:nvPr/>
            </p:nvSpPr>
            <p:spPr>
              <a:xfrm>
                <a:off x="9728451" y="3369347"/>
                <a:ext cx="372393" cy="387000"/>
              </a:xfrm>
              <a:custGeom>
                <a:avLst/>
                <a:gdLst/>
                <a:ahLst/>
                <a:cxnLst/>
                <a:rect l="l" t="t" r="r" b="b"/>
                <a:pathLst>
                  <a:path w="372393" h="387000">
                    <a:moveTo>
                      <a:pt x="5419" y="71505"/>
                    </a:moveTo>
                    <a:lnTo>
                      <a:pt x="0" y="65755"/>
                    </a:lnTo>
                    <a:lnTo>
                      <a:pt x="69811" y="0"/>
                    </a:lnTo>
                    <a:lnTo>
                      <a:pt x="372393" y="321245"/>
                    </a:lnTo>
                    <a:lnTo>
                      <a:pt x="302582" y="387000"/>
                    </a:lnTo>
                    <a:lnTo>
                      <a:pt x="5419" y="715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90" name="Контур"/>
              <p:cNvSpPr/>
              <p:nvPr/>
            </p:nvSpPr>
            <p:spPr>
              <a:xfrm>
                <a:off x="9671022" y="3605944"/>
                <a:ext cx="50416" cy="30730"/>
              </a:xfrm>
              <a:custGeom>
                <a:avLst/>
                <a:gdLst/>
                <a:ahLst/>
                <a:cxnLst/>
                <a:rect l="l" t="t" r="r" b="b"/>
                <a:pathLst>
                  <a:path w="50416" h="30730">
                    <a:moveTo>
                      <a:pt x="0" y="18991"/>
                    </a:moveTo>
                    <a:lnTo>
                      <a:pt x="4912" y="0"/>
                    </a:lnTo>
                    <a:lnTo>
                      <a:pt x="50416" y="11878"/>
                    </a:lnTo>
                    <a:lnTo>
                      <a:pt x="45425" y="30730"/>
                    </a:lnTo>
                    <a:lnTo>
                      <a:pt x="0" y="189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91" name="Контур"/>
              <p:cNvSpPr/>
              <p:nvPr/>
            </p:nvSpPr>
            <p:spPr>
              <a:xfrm>
                <a:off x="9751782" y="3573765"/>
                <a:ext cx="29881" cy="29945"/>
              </a:xfrm>
              <a:custGeom>
                <a:avLst/>
                <a:gdLst/>
                <a:ahLst/>
                <a:cxnLst/>
                <a:rect l="l" t="t" r="r" b="b"/>
                <a:pathLst>
                  <a:path w="29881" h="29945">
                    <a:moveTo>
                      <a:pt x="14053" y="0"/>
                    </a:moveTo>
                    <a:lnTo>
                      <a:pt x="29881" y="16294"/>
                    </a:lnTo>
                    <a:lnTo>
                      <a:pt x="15828" y="29945"/>
                    </a:lnTo>
                    <a:lnTo>
                      <a:pt x="0" y="13652"/>
                    </a:lnTo>
                    <a:lnTo>
                      <a:pt x="1405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92" name="Контур"/>
              <p:cNvSpPr/>
              <p:nvPr/>
            </p:nvSpPr>
            <p:spPr>
              <a:xfrm>
                <a:off x="9432137" y="3503292"/>
                <a:ext cx="56912" cy="59612"/>
              </a:xfrm>
              <a:custGeom>
                <a:avLst/>
                <a:gdLst/>
                <a:ahLst/>
                <a:cxnLst/>
                <a:rect l="l" t="t" r="r" b="b"/>
                <a:pathLst>
                  <a:path w="56912" h="59612">
                    <a:moveTo>
                      <a:pt x="0" y="23740"/>
                    </a:moveTo>
                    <a:lnTo>
                      <a:pt x="25448" y="0"/>
                    </a:lnTo>
                    <a:lnTo>
                      <a:pt x="56912" y="37021"/>
                    </a:lnTo>
                    <a:lnTo>
                      <a:pt x="32598" y="59612"/>
                    </a:lnTo>
                    <a:lnTo>
                      <a:pt x="0" y="237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93" name="Контур"/>
              <p:cNvSpPr/>
              <p:nvPr/>
            </p:nvSpPr>
            <p:spPr>
              <a:xfrm>
                <a:off x="9462064" y="3097391"/>
                <a:ext cx="254459" cy="233672"/>
              </a:xfrm>
              <a:custGeom>
                <a:avLst/>
                <a:gdLst/>
                <a:ahLst/>
                <a:cxnLst/>
                <a:rect l="l" t="t" r="r" b="b"/>
                <a:pathLst>
                  <a:path w="254459" h="233672">
                    <a:moveTo>
                      <a:pt x="191950" y="109079"/>
                    </a:moveTo>
                    <a:lnTo>
                      <a:pt x="215794" y="86842"/>
                    </a:lnTo>
                    <a:lnTo>
                      <a:pt x="254459" y="128289"/>
                    </a:lnTo>
                    <a:lnTo>
                      <a:pt x="141384" y="233672"/>
                    </a:lnTo>
                    <a:lnTo>
                      <a:pt x="0" y="83302"/>
                    </a:lnTo>
                    <a:lnTo>
                      <a:pt x="90747" y="0"/>
                    </a:lnTo>
                    <a:lnTo>
                      <a:pt x="191950" y="1090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94" name="Контур"/>
              <p:cNvSpPr/>
              <p:nvPr/>
            </p:nvSpPr>
            <p:spPr>
              <a:xfrm>
                <a:off x="9514415" y="3011321"/>
                <a:ext cx="183013" cy="195149"/>
              </a:xfrm>
              <a:custGeom>
                <a:avLst/>
                <a:gdLst/>
                <a:ahLst/>
                <a:cxnLst/>
                <a:rect l="l" t="t" r="r" b="b"/>
                <a:pathLst>
                  <a:path w="183013" h="195149">
                    <a:moveTo>
                      <a:pt x="163443" y="172912"/>
                    </a:moveTo>
                    <a:lnTo>
                      <a:pt x="139599" y="195149"/>
                    </a:lnTo>
                    <a:lnTo>
                      <a:pt x="38396" y="86070"/>
                    </a:lnTo>
                    <a:lnTo>
                      <a:pt x="0" y="40491"/>
                    </a:lnTo>
                    <a:lnTo>
                      <a:pt x="40439" y="0"/>
                    </a:lnTo>
                    <a:lnTo>
                      <a:pt x="183013" y="152709"/>
                    </a:lnTo>
                    <a:lnTo>
                      <a:pt x="163443" y="1729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95" name="Контур"/>
              <p:cNvSpPr/>
              <p:nvPr/>
            </p:nvSpPr>
            <p:spPr>
              <a:xfrm>
                <a:off x="9712521" y="2925663"/>
                <a:ext cx="34218" cy="33408"/>
              </a:xfrm>
              <a:custGeom>
                <a:avLst/>
                <a:gdLst/>
                <a:ahLst/>
                <a:cxnLst/>
                <a:rect l="l" t="t" r="r" b="b"/>
                <a:pathLst>
                  <a:path w="34218" h="33408">
                    <a:moveTo>
                      <a:pt x="0" y="20609"/>
                    </a:moveTo>
                    <a:lnTo>
                      <a:pt x="22489" y="0"/>
                    </a:lnTo>
                    <a:lnTo>
                      <a:pt x="34218" y="12798"/>
                    </a:lnTo>
                    <a:lnTo>
                      <a:pt x="11729" y="33408"/>
                    </a:lnTo>
                    <a:lnTo>
                      <a:pt x="0" y="206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96" name="Контур"/>
              <p:cNvSpPr/>
              <p:nvPr/>
            </p:nvSpPr>
            <p:spPr>
              <a:xfrm>
                <a:off x="7920000" y="2833714"/>
                <a:ext cx="88665" cy="125182"/>
              </a:xfrm>
              <a:custGeom>
                <a:avLst/>
                <a:gdLst/>
                <a:ahLst/>
                <a:cxnLst/>
                <a:rect l="l" t="t" r="r" b="b"/>
                <a:pathLst>
                  <a:path w="88665" h="125182">
                    <a:moveTo>
                      <a:pt x="43104" y="0"/>
                    </a:moveTo>
                    <a:lnTo>
                      <a:pt x="88665" y="51195"/>
                    </a:lnTo>
                    <a:lnTo>
                      <a:pt x="9439" y="125182"/>
                    </a:lnTo>
                    <a:lnTo>
                      <a:pt x="0" y="115075"/>
                    </a:lnTo>
                    <a:lnTo>
                      <a:pt x="0" y="40094"/>
                    </a:lnTo>
                    <a:lnTo>
                      <a:pt x="11951" y="2909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97" name="Контур"/>
              <p:cNvSpPr/>
              <p:nvPr/>
            </p:nvSpPr>
            <p:spPr>
              <a:xfrm>
                <a:off x="7920000" y="2833714"/>
                <a:ext cx="88665" cy="125182"/>
              </a:xfrm>
              <a:custGeom>
                <a:avLst/>
                <a:gdLst/>
                <a:ahLst/>
                <a:cxnLst/>
                <a:rect l="l" t="t" r="r" b="b"/>
                <a:pathLst>
                  <a:path w="88665" h="125182" fill="none">
                    <a:moveTo>
                      <a:pt x="43104" y="0"/>
                    </a:moveTo>
                    <a:lnTo>
                      <a:pt x="88665" y="51195"/>
                    </a:lnTo>
                    <a:lnTo>
                      <a:pt x="9439" y="125182"/>
                    </a:lnTo>
                    <a:lnTo>
                      <a:pt x="0" y="115075"/>
                    </a:lnTo>
                    <a:moveTo>
                      <a:pt x="0" y="40094"/>
                    </a:moveTo>
                    <a:lnTo>
                      <a:pt x="11951" y="29093"/>
                    </a:lnTo>
                    <a:lnTo>
                      <a:pt x="43104" y="0"/>
                    </a:lnTo>
                    <a:lnTo>
                      <a:pt x="43104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98" name="Контур"/>
              <p:cNvSpPr/>
              <p:nvPr/>
            </p:nvSpPr>
            <p:spPr>
              <a:xfrm>
                <a:off x="7920000" y="2833714"/>
                <a:ext cx="88665" cy="125182"/>
              </a:xfrm>
              <a:custGeom>
                <a:avLst/>
                <a:gdLst/>
                <a:ahLst/>
                <a:cxnLst/>
                <a:rect l="l" t="t" r="r" b="b"/>
                <a:pathLst>
                  <a:path w="88665" h="125182">
                    <a:moveTo>
                      <a:pt x="43104" y="0"/>
                    </a:moveTo>
                    <a:lnTo>
                      <a:pt x="88665" y="51195"/>
                    </a:lnTo>
                    <a:lnTo>
                      <a:pt x="9439" y="125182"/>
                    </a:lnTo>
                    <a:lnTo>
                      <a:pt x="0" y="115075"/>
                    </a:lnTo>
                    <a:lnTo>
                      <a:pt x="0" y="40094"/>
                    </a:lnTo>
                    <a:lnTo>
                      <a:pt x="11951" y="2909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99" name="Контур"/>
              <p:cNvSpPr/>
              <p:nvPr/>
            </p:nvSpPr>
            <p:spPr>
              <a:xfrm>
                <a:off x="7920000" y="2833714"/>
                <a:ext cx="88665" cy="125182"/>
              </a:xfrm>
              <a:custGeom>
                <a:avLst/>
                <a:gdLst/>
                <a:ahLst/>
                <a:cxnLst/>
                <a:rect l="l" t="t" r="r" b="b"/>
                <a:pathLst>
                  <a:path w="88665" h="125182" fill="none">
                    <a:moveTo>
                      <a:pt x="43104" y="0"/>
                    </a:moveTo>
                    <a:lnTo>
                      <a:pt x="88665" y="51195"/>
                    </a:lnTo>
                    <a:lnTo>
                      <a:pt x="9439" y="125182"/>
                    </a:lnTo>
                    <a:lnTo>
                      <a:pt x="0" y="115075"/>
                    </a:lnTo>
                    <a:moveTo>
                      <a:pt x="0" y="40094"/>
                    </a:moveTo>
                    <a:lnTo>
                      <a:pt x="11951" y="29093"/>
                    </a:lnTo>
                    <a:lnTo>
                      <a:pt x="43104" y="0"/>
                    </a:lnTo>
                    <a:lnTo>
                      <a:pt x="43104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0" name="Контур"/>
              <p:cNvSpPr/>
              <p:nvPr/>
            </p:nvSpPr>
            <p:spPr>
              <a:xfrm>
                <a:off x="8272134" y="2871044"/>
                <a:ext cx="125376" cy="129012"/>
              </a:xfrm>
              <a:custGeom>
                <a:avLst/>
                <a:gdLst/>
                <a:ahLst/>
                <a:cxnLst/>
                <a:rect l="l" t="t" r="r" b="b"/>
                <a:pathLst>
                  <a:path w="125376" h="129012">
                    <a:moveTo>
                      <a:pt x="50559" y="99531"/>
                    </a:moveTo>
                    <a:lnTo>
                      <a:pt x="0" y="44723"/>
                    </a:lnTo>
                    <a:lnTo>
                      <a:pt x="48244" y="0"/>
                    </a:lnTo>
                    <a:lnTo>
                      <a:pt x="125376" y="83204"/>
                    </a:lnTo>
                    <a:lnTo>
                      <a:pt x="77889" y="129012"/>
                    </a:lnTo>
                    <a:lnTo>
                      <a:pt x="50559" y="995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1" name="Контур"/>
              <p:cNvSpPr/>
              <p:nvPr/>
            </p:nvSpPr>
            <p:spPr>
              <a:xfrm>
                <a:off x="7920000" y="2850009"/>
                <a:ext cx="11951" cy="23799"/>
              </a:xfrm>
              <a:custGeom>
                <a:avLst/>
                <a:gdLst/>
                <a:ahLst/>
                <a:cxnLst/>
                <a:rect l="l" t="t" r="r" b="b"/>
                <a:pathLst>
                  <a:path w="11951" h="23799">
                    <a:moveTo>
                      <a:pt x="0" y="0"/>
                    </a:moveTo>
                    <a:lnTo>
                      <a:pt x="11951" y="12798"/>
                    </a:lnTo>
                    <a:lnTo>
                      <a:pt x="0" y="237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02" name="Контур"/>
              <p:cNvSpPr/>
              <p:nvPr/>
            </p:nvSpPr>
            <p:spPr>
              <a:xfrm>
                <a:off x="7920000" y="2850009"/>
                <a:ext cx="11951" cy="23799"/>
              </a:xfrm>
              <a:custGeom>
                <a:avLst/>
                <a:gdLst/>
                <a:ahLst/>
                <a:cxnLst/>
                <a:rect l="l" t="t" r="r" b="b"/>
                <a:pathLst>
                  <a:path w="11951" h="23799" fill="none">
                    <a:moveTo>
                      <a:pt x="11951" y="12798"/>
                    </a:moveTo>
                    <a:lnTo>
                      <a:pt x="0" y="23799"/>
                    </a:lnTo>
                    <a:moveTo>
                      <a:pt x="0" y="0"/>
                    </a:moveTo>
                    <a:lnTo>
                      <a:pt x="11951" y="12798"/>
                    </a:lnTo>
                    <a:lnTo>
                      <a:pt x="11951" y="1279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3" name="Контур"/>
              <p:cNvSpPr/>
              <p:nvPr/>
            </p:nvSpPr>
            <p:spPr>
              <a:xfrm>
                <a:off x="8192887" y="3193748"/>
                <a:ext cx="95761" cy="96330"/>
              </a:xfrm>
              <a:custGeom>
                <a:avLst/>
                <a:gdLst/>
                <a:ahLst/>
                <a:cxnLst/>
                <a:rect l="l" t="t" r="r" b="b"/>
                <a:pathLst>
                  <a:path w="95761" h="96330">
                    <a:moveTo>
                      <a:pt x="95761" y="50959"/>
                    </a:moveTo>
                    <a:lnTo>
                      <a:pt x="47602" y="96330"/>
                    </a:lnTo>
                    <a:lnTo>
                      <a:pt x="0" y="44980"/>
                    </a:lnTo>
                    <a:lnTo>
                      <a:pt x="48521" y="0"/>
                    </a:lnTo>
                    <a:lnTo>
                      <a:pt x="95761" y="509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4" name="Контур"/>
              <p:cNvSpPr/>
              <p:nvPr/>
            </p:nvSpPr>
            <p:spPr>
              <a:xfrm>
                <a:off x="8428123" y="3038811"/>
                <a:ext cx="117847" cy="120256"/>
              </a:xfrm>
              <a:custGeom>
                <a:avLst/>
                <a:gdLst/>
                <a:ahLst/>
                <a:cxnLst/>
                <a:rect l="l" t="t" r="r" b="b"/>
                <a:pathLst>
                  <a:path w="117847" h="120256">
                    <a:moveTo>
                      <a:pt x="0" y="45494"/>
                    </a:moveTo>
                    <a:lnTo>
                      <a:pt x="47779" y="0"/>
                    </a:lnTo>
                    <a:lnTo>
                      <a:pt x="117847" y="75584"/>
                    </a:lnTo>
                    <a:lnTo>
                      <a:pt x="69306" y="120256"/>
                    </a:lnTo>
                    <a:lnTo>
                      <a:pt x="0" y="454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5" name="Контур"/>
              <p:cNvSpPr/>
              <p:nvPr/>
            </p:nvSpPr>
            <p:spPr>
              <a:xfrm>
                <a:off x="8067604" y="2915767"/>
                <a:ext cx="255089" cy="214099"/>
              </a:xfrm>
              <a:custGeom>
                <a:avLst/>
                <a:gdLst/>
                <a:ahLst/>
                <a:cxnLst/>
                <a:rect l="l" t="t" r="r" b="b"/>
                <a:pathLst>
                  <a:path w="255089" h="214099">
                    <a:moveTo>
                      <a:pt x="0" y="189604"/>
                    </a:moveTo>
                    <a:lnTo>
                      <a:pt x="204530" y="0"/>
                    </a:lnTo>
                    <a:lnTo>
                      <a:pt x="255089" y="54808"/>
                    </a:lnTo>
                    <a:lnTo>
                      <a:pt x="140445" y="161086"/>
                    </a:lnTo>
                    <a:lnTo>
                      <a:pt x="112459" y="130896"/>
                    </a:lnTo>
                    <a:lnTo>
                      <a:pt x="22707" y="214099"/>
                    </a:lnTo>
                    <a:lnTo>
                      <a:pt x="0" y="189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6" name="Контур"/>
              <p:cNvSpPr/>
              <p:nvPr/>
            </p:nvSpPr>
            <p:spPr>
              <a:xfrm>
                <a:off x="8350023" y="2954248"/>
                <a:ext cx="125879" cy="130057"/>
              </a:xfrm>
              <a:custGeom>
                <a:avLst/>
                <a:gdLst/>
                <a:ahLst/>
                <a:cxnLst/>
                <a:rect l="l" t="t" r="r" b="b"/>
                <a:pathLst>
                  <a:path w="125879" h="130057">
                    <a:moveTo>
                      <a:pt x="125879" y="84563"/>
                    </a:moveTo>
                    <a:lnTo>
                      <a:pt x="78100" y="130057"/>
                    </a:lnTo>
                    <a:lnTo>
                      <a:pt x="0" y="45808"/>
                    </a:lnTo>
                    <a:lnTo>
                      <a:pt x="47487" y="0"/>
                    </a:lnTo>
                    <a:lnTo>
                      <a:pt x="125879" y="845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7" name="Контур"/>
              <p:cNvSpPr/>
              <p:nvPr/>
            </p:nvSpPr>
            <p:spPr>
              <a:xfrm>
                <a:off x="8441605" y="3227335"/>
                <a:ext cx="107968" cy="105949"/>
              </a:xfrm>
              <a:custGeom>
                <a:avLst/>
                <a:gdLst/>
                <a:ahLst/>
                <a:cxnLst/>
                <a:rect l="l" t="t" r="r" b="b"/>
                <a:pathLst>
                  <a:path w="107968" h="105949">
                    <a:moveTo>
                      <a:pt x="46101" y="105949"/>
                    </a:moveTo>
                    <a:lnTo>
                      <a:pt x="0" y="57497"/>
                    </a:lnTo>
                    <a:lnTo>
                      <a:pt x="62025" y="0"/>
                    </a:lnTo>
                    <a:lnTo>
                      <a:pt x="107968" y="48597"/>
                    </a:lnTo>
                    <a:lnTo>
                      <a:pt x="46101" y="1059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8" name="Контур"/>
              <p:cNvSpPr/>
              <p:nvPr/>
            </p:nvSpPr>
            <p:spPr>
              <a:xfrm>
                <a:off x="7951917" y="3942250"/>
                <a:ext cx="37306" cy="37223"/>
              </a:xfrm>
              <a:custGeom>
                <a:avLst/>
                <a:gdLst/>
                <a:ahLst/>
                <a:cxnLst/>
                <a:rect l="l" t="t" r="r" b="b"/>
                <a:pathLst>
                  <a:path w="37306" h="37223">
                    <a:moveTo>
                      <a:pt x="17324" y="0"/>
                    </a:moveTo>
                    <a:lnTo>
                      <a:pt x="37306" y="19068"/>
                    </a:lnTo>
                    <a:lnTo>
                      <a:pt x="19982" y="37223"/>
                    </a:lnTo>
                    <a:lnTo>
                      <a:pt x="0" y="18155"/>
                    </a:lnTo>
                    <a:lnTo>
                      <a:pt x="1732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9" name="Контур"/>
              <p:cNvSpPr/>
              <p:nvPr/>
            </p:nvSpPr>
            <p:spPr>
              <a:xfrm>
                <a:off x="8240489" y="3244707"/>
                <a:ext cx="138858" cy="141752"/>
              </a:xfrm>
              <a:custGeom>
                <a:avLst/>
                <a:gdLst/>
                <a:ahLst/>
                <a:cxnLst/>
                <a:rect l="l" t="t" r="r" b="b"/>
                <a:pathLst>
                  <a:path w="138858" h="141752">
                    <a:moveTo>
                      <a:pt x="138858" y="97840"/>
                    </a:moveTo>
                    <a:lnTo>
                      <a:pt x="89347" y="141752"/>
                    </a:lnTo>
                    <a:lnTo>
                      <a:pt x="0" y="45371"/>
                    </a:lnTo>
                    <a:lnTo>
                      <a:pt x="48159" y="0"/>
                    </a:lnTo>
                    <a:lnTo>
                      <a:pt x="138858" y="978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0" name="Контур"/>
              <p:cNvSpPr/>
              <p:nvPr/>
            </p:nvSpPr>
            <p:spPr>
              <a:xfrm>
                <a:off x="8329836" y="3284832"/>
                <a:ext cx="157870" cy="151737"/>
              </a:xfrm>
              <a:custGeom>
                <a:avLst/>
                <a:gdLst/>
                <a:ahLst/>
                <a:cxnLst/>
                <a:rect l="l" t="t" r="r" b="b"/>
                <a:pathLst>
                  <a:path w="157870" h="151737">
                    <a:moveTo>
                      <a:pt x="111769" y="0"/>
                    </a:moveTo>
                    <a:lnTo>
                      <a:pt x="157870" y="48452"/>
                    </a:lnTo>
                    <a:lnTo>
                      <a:pt x="46453" y="151737"/>
                    </a:lnTo>
                    <a:lnTo>
                      <a:pt x="0" y="101627"/>
                    </a:lnTo>
                    <a:lnTo>
                      <a:pt x="49511" y="57715"/>
                    </a:lnTo>
                    <a:lnTo>
                      <a:pt x="1117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1" name="Контур"/>
              <p:cNvSpPr/>
              <p:nvPr/>
            </p:nvSpPr>
            <p:spPr>
              <a:xfrm>
                <a:off x="8781761" y="5167619"/>
                <a:ext cx="81696" cy="76358"/>
              </a:xfrm>
              <a:custGeom>
                <a:avLst/>
                <a:gdLst/>
                <a:ahLst/>
                <a:cxnLst/>
                <a:rect l="l" t="t" r="r" b="b"/>
                <a:pathLst>
                  <a:path w="81696" h="76358">
                    <a:moveTo>
                      <a:pt x="0" y="50371"/>
                    </a:moveTo>
                    <a:lnTo>
                      <a:pt x="59808" y="0"/>
                    </a:lnTo>
                    <a:lnTo>
                      <a:pt x="81696" y="25987"/>
                    </a:lnTo>
                    <a:lnTo>
                      <a:pt x="21888" y="76358"/>
                    </a:lnTo>
                    <a:lnTo>
                      <a:pt x="0" y="503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2" name="Контур"/>
              <p:cNvSpPr/>
              <p:nvPr/>
            </p:nvSpPr>
            <p:spPr>
              <a:xfrm>
                <a:off x="9025068" y="4811843"/>
                <a:ext cx="425799" cy="394147"/>
              </a:xfrm>
              <a:custGeom>
                <a:avLst/>
                <a:gdLst/>
                <a:ahLst/>
                <a:cxnLst/>
                <a:rect l="l" t="t" r="r" b="b"/>
                <a:pathLst>
                  <a:path w="425799" h="394147">
                    <a:moveTo>
                      <a:pt x="229949" y="253536"/>
                    </a:moveTo>
                    <a:lnTo>
                      <a:pt x="133959" y="337940"/>
                    </a:lnTo>
                    <a:lnTo>
                      <a:pt x="110355" y="358180"/>
                    </a:lnTo>
                    <a:lnTo>
                      <a:pt x="69840" y="394147"/>
                    </a:lnTo>
                    <a:lnTo>
                      <a:pt x="0" y="315547"/>
                    </a:lnTo>
                    <a:lnTo>
                      <a:pt x="229949" y="118713"/>
                    </a:lnTo>
                    <a:lnTo>
                      <a:pt x="357072" y="0"/>
                    </a:lnTo>
                    <a:lnTo>
                      <a:pt x="425799" y="72969"/>
                    </a:lnTo>
                    <a:lnTo>
                      <a:pt x="403436" y="94032"/>
                    </a:lnTo>
                    <a:lnTo>
                      <a:pt x="244580" y="240081"/>
                    </a:lnTo>
                    <a:lnTo>
                      <a:pt x="229949" y="2535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3" name="Контур"/>
              <p:cNvSpPr/>
              <p:nvPr/>
            </p:nvSpPr>
            <p:spPr>
              <a:xfrm>
                <a:off x="8991824" y="5127390"/>
                <a:ext cx="105278" cy="110606"/>
              </a:xfrm>
              <a:custGeom>
                <a:avLst/>
                <a:gdLst/>
                <a:ahLst/>
                <a:cxnLst/>
                <a:rect l="l" t="t" r="r" b="b"/>
                <a:pathLst>
                  <a:path w="105278" h="110606">
                    <a:moveTo>
                      <a:pt x="105278" y="81067"/>
                    </a:moveTo>
                    <a:lnTo>
                      <a:pt x="72033" y="110606"/>
                    </a:lnTo>
                    <a:lnTo>
                      <a:pt x="0" y="29539"/>
                    </a:lnTo>
                    <a:lnTo>
                      <a:pt x="33244" y="0"/>
                    </a:lnTo>
                    <a:lnTo>
                      <a:pt x="103084" y="78600"/>
                    </a:lnTo>
                    <a:lnTo>
                      <a:pt x="105278" y="810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4" name="Контур"/>
              <p:cNvSpPr/>
              <p:nvPr/>
            </p:nvSpPr>
            <p:spPr>
              <a:xfrm>
                <a:off x="8661828" y="5027660"/>
                <a:ext cx="195947" cy="190330"/>
              </a:xfrm>
              <a:custGeom>
                <a:avLst/>
                <a:gdLst/>
                <a:ahLst/>
                <a:cxnLst/>
                <a:rect l="l" t="t" r="r" b="b"/>
                <a:pathLst>
                  <a:path w="195947" h="190330">
                    <a:moveTo>
                      <a:pt x="195947" y="125572"/>
                    </a:moveTo>
                    <a:lnTo>
                      <a:pt x="179741" y="139959"/>
                    </a:lnTo>
                    <a:lnTo>
                      <a:pt x="119933" y="190330"/>
                    </a:lnTo>
                    <a:lnTo>
                      <a:pt x="0" y="51072"/>
                    </a:lnTo>
                    <a:lnTo>
                      <a:pt x="59386" y="0"/>
                    </a:lnTo>
                    <a:lnTo>
                      <a:pt x="73167" y="16028"/>
                    </a:lnTo>
                    <a:lnTo>
                      <a:pt x="87288" y="4010"/>
                    </a:lnTo>
                    <a:lnTo>
                      <a:pt x="107931" y="28197"/>
                    </a:lnTo>
                    <a:lnTo>
                      <a:pt x="150154" y="74326"/>
                    </a:lnTo>
                    <a:lnTo>
                      <a:pt x="195947" y="1255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5" name="Контур"/>
              <p:cNvSpPr/>
              <p:nvPr/>
            </p:nvSpPr>
            <p:spPr>
              <a:xfrm>
                <a:off x="8841569" y="5147102"/>
                <a:ext cx="48963" cy="46504"/>
              </a:xfrm>
              <a:custGeom>
                <a:avLst/>
                <a:gdLst/>
                <a:ahLst/>
                <a:cxnLst/>
                <a:rect l="l" t="t" r="r" b="b"/>
                <a:pathLst>
                  <a:path w="48963" h="46504">
                    <a:moveTo>
                      <a:pt x="0" y="20517"/>
                    </a:moveTo>
                    <a:lnTo>
                      <a:pt x="16206" y="6130"/>
                    </a:lnTo>
                    <a:lnTo>
                      <a:pt x="23561" y="0"/>
                    </a:lnTo>
                    <a:lnTo>
                      <a:pt x="48963" y="26398"/>
                    </a:lnTo>
                    <a:lnTo>
                      <a:pt x="21888" y="46504"/>
                    </a:lnTo>
                    <a:lnTo>
                      <a:pt x="0" y="205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6" name="Контур"/>
              <p:cNvSpPr/>
              <p:nvPr/>
            </p:nvSpPr>
            <p:spPr>
              <a:xfrm>
                <a:off x="8865130" y="5055161"/>
                <a:ext cx="127462" cy="118339"/>
              </a:xfrm>
              <a:custGeom>
                <a:avLst/>
                <a:gdLst/>
                <a:ahLst/>
                <a:cxnLst/>
                <a:rect l="l" t="t" r="r" b="b"/>
                <a:pathLst>
                  <a:path w="127462" h="118339">
                    <a:moveTo>
                      <a:pt x="0" y="91941"/>
                    </a:moveTo>
                    <a:lnTo>
                      <a:pt x="102538" y="0"/>
                    </a:lnTo>
                    <a:lnTo>
                      <a:pt x="127462" y="29629"/>
                    </a:lnTo>
                    <a:lnTo>
                      <a:pt x="25402" y="118339"/>
                    </a:lnTo>
                    <a:lnTo>
                      <a:pt x="0" y="919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7" name="Контур"/>
              <p:cNvSpPr/>
              <p:nvPr/>
            </p:nvSpPr>
            <p:spPr>
              <a:xfrm>
                <a:off x="8523223" y="5090128"/>
                <a:ext cx="24699" cy="23887"/>
              </a:xfrm>
              <a:custGeom>
                <a:avLst/>
                <a:gdLst/>
                <a:ahLst/>
                <a:cxnLst/>
                <a:rect l="l" t="t" r="r" b="b"/>
                <a:pathLst>
                  <a:path w="24699" h="23887">
                    <a:moveTo>
                      <a:pt x="0" y="11112"/>
                    </a:moveTo>
                    <a:lnTo>
                      <a:pt x="15598" y="0"/>
                    </a:lnTo>
                    <a:lnTo>
                      <a:pt x="24699" y="12775"/>
                    </a:lnTo>
                    <a:lnTo>
                      <a:pt x="9101" y="23887"/>
                    </a:lnTo>
                    <a:lnTo>
                      <a:pt x="0" y="111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8" name="Контур"/>
              <p:cNvSpPr/>
              <p:nvPr/>
            </p:nvSpPr>
            <p:spPr>
              <a:xfrm>
                <a:off x="8848217" y="4843323"/>
                <a:ext cx="245511" cy="241467"/>
              </a:xfrm>
              <a:custGeom>
                <a:avLst/>
                <a:gdLst/>
                <a:ahLst/>
                <a:cxnLst/>
                <a:rect l="l" t="t" r="r" b="b"/>
                <a:pathLst>
                  <a:path w="245511" h="241467">
                    <a:moveTo>
                      <a:pt x="16085" y="89350"/>
                    </a:moveTo>
                    <a:lnTo>
                      <a:pt x="0" y="70275"/>
                    </a:lnTo>
                    <a:lnTo>
                      <a:pt x="74549" y="6733"/>
                    </a:lnTo>
                    <a:lnTo>
                      <a:pt x="111267" y="50010"/>
                    </a:lnTo>
                    <a:lnTo>
                      <a:pt x="168233" y="0"/>
                    </a:lnTo>
                    <a:lnTo>
                      <a:pt x="245511" y="88274"/>
                    </a:lnTo>
                    <a:lnTo>
                      <a:pt x="187235" y="138572"/>
                    </a:lnTo>
                    <a:lnTo>
                      <a:pt x="219451" y="175299"/>
                    </a:lnTo>
                    <a:lnTo>
                      <a:pt x="144375" y="241467"/>
                    </a:lnTo>
                    <a:lnTo>
                      <a:pt x="119451" y="211838"/>
                    </a:lnTo>
                    <a:lnTo>
                      <a:pt x="16085" y="893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9" name="Контур"/>
              <p:cNvSpPr/>
              <p:nvPr/>
            </p:nvSpPr>
            <p:spPr>
              <a:xfrm>
                <a:off x="9001577" y="4766262"/>
                <a:ext cx="205738" cy="216322"/>
              </a:xfrm>
              <a:custGeom>
                <a:avLst/>
                <a:gdLst/>
                <a:ahLst/>
                <a:cxnLst/>
                <a:rect l="l" t="t" r="r" b="b"/>
                <a:pathLst>
                  <a:path w="205738" h="216322">
                    <a:moveTo>
                      <a:pt x="197751" y="96173"/>
                    </a:moveTo>
                    <a:lnTo>
                      <a:pt x="172853" y="118296"/>
                    </a:lnTo>
                    <a:lnTo>
                      <a:pt x="205738" y="155822"/>
                    </a:lnTo>
                    <a:lnTo>
                      <a:pt x="136704" y="216322"/>
                    </a:lnTo>
                    <a:lnTo>
                      <a:pt x="92151" y="165335"/>
                    </a:lnTo>
                    <a:lnTo>
                      <a:pt x="14873" y="77061"/>
                    </a:lnTo>
                    <a:lnTo>
                      <a:pt x="0" y="60235"/>
                    </a:lnTo>
                    <a:lnTo>
                      <a:pt x="68765" y="0"/>
                    </a:lnTo>
                    <a:lnTo>
                      <a:pt x="113396" y="52259"/>
                    </a:lnTo>
                    <a:lnTo>
                      <a:pt x="138375" y="30966"/>
                    </a:lnTo>
                    <a:lnTo>
                      <a:pt x="154354" y="48019"/>
                    </a:lnTo>
                    <a:lnTo>
                      <a:pt x="197751" y="961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0" name="Контур"/>
              <p:cNvSpPr/>
              <p:nvPr/>
            </p:nvSpPr>
            <p:spPr>
              <a:xfrm>
                <a:off x="9093051" y="4638102"/>
                <a:ext cx="279245" cy="224333"/>
              </a:xfrm>
              <a:custGeom>
                <a:avLst/>
                <a:gdLst/>
                <a:ahLst/>
                <a:cxnLst/>
                <a:rect l="l" t="t" r="r" b="b"/>
                <a:pathLst>
                  <a:path w="279245" h="224333">
                    <a:moveTo>
                      <a:pt x="45019" y="65808"/>
                    </a:moveTo>
                    <a:lnTo>
                      <a:pt x="89645" y="115310"/>
                    </a:lnTo>
                    <a:lnTo>
                      <a:pt x="217560" y="0"/>
                    </a:lnTo>
                    <a:lnTo>
                      <a:pt x="279245" y="68438"/>
                    </a:lnTo>
                    <a:lnTo>
                      <a:pt x="106277" y="224333"/>
                    </a:lnTo>
                    <a:lnTo>
                      <a:pt x="62880" y="176179"/>
                    </a:lnTo>
                    <a:lnTo>
                      <a:pt x="46901" y="159126"/>
                    </a:lnTo>
                    <a:lnTo>
                      <a:pt x="0" y="106406"/>
                    </a:lnTo>
                    <a:lnTo>
                      <a:pt x="45019" y="658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1" name="Контур"/>
              <p:cNvSpPr/>
              <p:nvPr/>
            </p:nvSpPr>
            <p:spPr>
              <a:xfrm>
                <a:off x="8732906" y="4218978"/>
                <a:ext cx="125497" cy="380525"/>
              </a:xfrm>
              <a:custGeom>
                <a:avLst/>
                <a:gdLst/>
                <a:ahLst/>
                <a:cxnLst/>
                <a:rect l="l" t="t" r="r" b="b"/>
                <a:pathLst>
                  <a:path w="125497" h="380525">
                    <a:moveTo>
                      <a:pt x="0" y="369907"/>
                    </a:moveTo>
                    <a:lnTo>
                      <a:pt x="65878" y="0"/>
                    </a:lnTo>
                    <a:lnTo>
                      <a:pt x="125497" y="10618"/>
                    </a:lnTo>
                    <a:lnTo>
                      <a:pt x="59619" y="380525"/>
                    </a:lnTo>
                    <a:lnTo>
                      <a:pt x="0" y="3699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2" name="Контур"/>
              <p:cNvSpPr/>
              <p:nvPr/>
            </p:nvSpPr>
            <p:spPr>
              <a:xfrm>
                <a:off x="9015046" y="4544265"/>
                <a:ext cx="55282" cy="51661"/>
              </a:xfrm>
              <a:custGeom>
                <a:avLst/>
                <a:gdLst/>
                <a:ahLst/>
                <a:cxnLst/>
                <a:rect l="l" t="t" r="r" b="b"/>
                <a:pathLst>
                  <a:path w="55282" h="51661">
                    <a:moveTo>
                      <a:pt x="0" y="38925"/>
                    </a:moveTo>
                    <a:lnTo>
                      <a:pt x="44019" y="0"/>
                    </a:lnTo>
                    <a:lnTo>
                      <a:pt x="55282" y="12736"/>
                    </a:lnTo>
                    <a:lnTo>
                      <a:pt x="11262" y="51661"/>
                    </a:lnTo>
                    <a:lnTo>
                      <a:pt x="0" y="38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3" name="Контур"/>
              <p:cNvSpPr/>
              <p:nvPr/>
            </p:nvSpPr>
            <p:spPr>
              <a:xfrm>
                <a:off x="8473375" y="4481525"/>
                <a:ext cx="84364" cy="88162"/>
              </a:xfrm>
              <a:custGeom>
                <a:avLst/>
                <a:gdLst/>
                <a:ahLst/>
                <a:cxnLst/>
                <a:rect l="l" t="t" r="r" b="b"/>
                <a:pathLst>
                  <a:path w="84364" h="88162">
                    <a:moveTo>
                      <a:pt x="61496" y="0"/>
                    </a:moveTo>
                    <a:lnTo>
                      <a:pt x="84364" y="20754"/>
                    </a:lnTo>
                    <a:lnTo>
                      <a:pt x="22540" y="88162"/>
                    </a:lnTo>
                    <a:lnTo>
                      <a:pt x="0" y="67245"/>
                    </a:lnTo>
                    <a:lnTo>
                      <a:pt x="6149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4" name="Контур"/>
              <p:cNvSpPr/>
              <p:nvPr/>
            </p:nvSpPr>
            <p:spPr>
              <a:xfrm>
                <a:off x="9087944" y="4467087"/>
                <a:ext cx="78201" cy="80425"/>
              </a:xfrm>
              <a:custGeom>
                <a:avLst/>
                <a:gdLst/>
                <a:ahLst/>
                <a:cxnLst/>
                <a:rect l="l" t="t" r="r" b="b"/>
                <a:pathLst>
                  <a:path w="78201" h="80425">
                    <a:moveTo>
                      <a:pt x="2293" y="50189"/>
                    </a:moveTo>
                    <a:lnTo>
                      <a:pt x="57079" y="0"/>
                    </a:lnTo>
                    <a:lnTo>
                      <a:pt x="78201" y="22096"/>
                    </a:lnTo>
                    <a:lnTo>
                      <a:pt x="10865" y="80425"/>
                    </a:lnTo>
                    <a:lnTo>
                      <a:pt x="0" y="67565"/>
                    </a:lnTo>
                    <a:lnTo>
                      <a:pt x="9182" y="59145"/>
                    </a:lnTo>
                    <a:lnTo>
                      <a:pt x="2293" y="501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5" name="Контур"/>
              <p:cNvSpPr/>
              <p:nvPr/>
            </p:nvSpPr>
            <p:spPr>
              <a:xfrm>
                <a:off x="8872441" y="4409429"/>
                <a:ext cx="52336" cy="53573"/>
              </a:xfrm>
              <a:custGeom>
                <a:avLst/>
                <a:gdLst/>
                <a:ahLst/>
                <a:cxnLst/>
                <a:rect l="l" t="t" r="r" b="b"/>
                <a:pathLst>
                  <a:path w="52336" h="53573">
                    <a:moveTo>
                      <a:pt x="17411" y="0"/>
                    </a:moveTo>
                    <a:lnTo>
                      <a:pt x="52336" y="37247"/>
                    </a:lnTo>
                    <a:lnTo>
                      <a:pt x="34925" y="53573"/>
                    </a:lnTo>
                    <a:lnTo>
                      <a:pt x="0" y="16327"/>
                    </a:lnTo>
                    <a:lnTo>
                      <a:pt x="174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6" name="Контур"/>
              <p:cNvSpPr/>
              <p:nvPr/>
            </p:nvSpPr>
            <p:spPr>
              <a:xfrm>
                <a:off x="8819768" y="3874970"/>
                <a:ext cx="354930" cy="329119"/>
              </a:xfrm>
              <a:custGeom>
                <a:avLst/>
                <a:gdLst/>
                <a:ahLst/>
                <a:cxnLst/>
                <a:rect l="l" t="t" r="r" b="b"/>
                <a:pathLst>
                  <a:path w="354930" h="329119">
                    <a:moveTo>
                      <a:pt x="0" y="52013"/>
                    </a:moveTo>
                    <a:lnTo>
                      <a:pt x="53785" y="0"/>
                    </a:lnTo>
                    <a:lnTo>
                      <a:pt x="261440" y="222443"/>
                    </a:lnTo>
                    <a:lnTo>
                      <a:pt x="306084" y="180777"/>
                    </a:lnTo>
                    <a:lnTo>
                      <a:pt x="354930" y="236237"/>
                    </a:lnTo>
                    <a:lnTo>
                      <a:pt x="256373" y="329119"/>
                    </a:lnTo>
                    <a:lnTo>
                      <a:pt x="0" y="520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7" name="Контур"/>
              <p:cNvSpPr/>
              <p:nvPr/>
            </p:nvSpPr>
            <p:spPr>
              <a:xfrm>
                <a:off x="8470212" y="3832868"/>
                <a:ext cx="295618" cy="297725"/>
              </a:xfrm>
              <a:custGeom>
                <a:avLst/>
                <a:gdLst/>
                <a:ahLst/>
                <a:cxnLst/>
                <a:rect l="l" t="t" r="r" b="b"/>
                <a:pathLst>
                  <a:path w="295618" h="297725">
                    <a:moveTo>
                      <a:pt x="245213" y="297725"/>
                    </a:moveTo>
                    <a:lnTo>
                      <a:pt x="0" y="53823"/>
                    </a:lnTo>
                    <a:lnTo>
                      <a:pt x="55176" y="0"/>
                    </a:lnTo>
                    <a:lnTo>
                      <a:pt x="295618" y="243903"/>
                    </a:lnTo>
                    <a:lnTo>
                      <a:pt x="245213" y="2977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8" name="Контур"/>
              <p:cNvSpPr/>
              <p:nvPr/>
            </p:nvSpPr>
            <p:spPr>
              <a:xfrm>
                <a:off x="9125852" y="3978454"/>
                <a:ext cx="132828" cy="132753"/>
              </a:xfrm>
              <a:custGeom>
                <a:avLst/>
                <a:gdLst/>
                <a:ahLst/>
                <a:cxnLst/>
                <a:rect l="l" t="t" r="r" b="b"/>
                <a:pathLst>
                  <a:path w="132828" h="132753">
                    <a:moveTo>
                      <a:pt x="48846" y="132753"/>
                    </a:moveTo>
                    <a:lnTo>
                      <a:pt x="0" y="77293"/>
                    </a:lnTo>
                    <a:lnTo>
                      <a:pt x="82819" y="0"/>
                    </a:lnTo>
                    <a:lnTo>
                      <a:pt x="132828" y="53608"/>
                    </a:lnTo>
                    <a:lnTo>
                      <a:pt x="48846" y="1327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9" name="Контур"/>
              <p:cNvSpPr/>
              <p:nvPr/>
            </p:nvSpPr>
            <p:spPr>
              <a:xfrm>
                <a:off x="9627514" y="5058169"/>
                <a:ext cx="33990" cy="34006"/>
              </a:xfrm>
              <a:custGeom>
                <a:avLst/>
                <a:gdLst/>
                <a:ahLst/>
                <a:cxnLst/>
                <a:rect l="l" t="t" r="r" b="b"/>
                <a:pathLst>
                  <a:path w="33990" h="34006">
                    <a:moveTo>
                      <a:pt x="0" y="16484"/>
                    </a:moveTo>
                    <a:lnTo>
                      <a:pt x="17033" y="0"/>
                    </a:lnTo>
                    <a:lnTo>
                      <a:pt x="33990" y="17522"/>
                    </a:lnTo>
                    <a:lnTo>
                      <a:pt x="16956" y="34006"/>
                    </a:lnTo>
                    <a:lnTo>
                      <a:pt x="0" y="164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0" name="Контур"/>
              <p:cNvSpPr/>
              <p:nvPr/>
            </p:nvSpPr>
            <p:spPr>
              <a:xfrm>
                <a:off x="9269648" y="4896625"/>
                <a:ext cx="224217" cy="200991"/>
              </a:xfrm>
              <a:custGeom>
                <a:avLst/>
                <a:gdLst/>
                <a:ahLst/>
                <a:cxnLst/>
                <a:rect l="l" t="t" r="r" b="b"/>
                <a:pathLst>
                  <a:path w="224217" h="200991">
                    <a:moveTo>
                      <a:pt x="0" y="155299"/>
                    </a:moveTo>
                    <a:lnTo>
                      <a:pt x="158856" y="9250"/>
                    </a:lnTo>
                    <a:lnTo>
                      <a:pt x="169982" y="21063"/>
                    </a:lnTo>
                    <a:lnTo>
                      <a:pt x="192345" y="0"/>
                    </a:lnTo>
                    <a:lnTo>
                      <a:pt x="224217" y="39111"/>
                    </a:lnTo>
                    <a:lnTo>
                      <a:pt x="44376" y="200991"/>
                    </a:lnTo>
                    <a:lnTo>
                      <a:pt x="0" y="1552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1" name="Контур"/>
              <p:cNvSpPr/>
              <p:nvPr/>
            </p:nvSpPr>
            <p:spPr>
              <a:xfrm>
                <a:off x="9756566" y="5061689"/>
                <a:ext cx="51336" cy="53135"/>
              </a:xfrm>
              <a:custGeom>
                <a:avLst/>
                <a:gdLst/>
                <a:ahLst/>
                <a:cxnLst/>
                <a:rect l="l" t="t" r="r" b="b"/>
                <a:pathLst>
                  <a:path w="51336" h="53135">
                    <a:moveTo>
                      <a:pt x="0" y="25621"/>
                    </a:moveTo>
                    <a:lnTo>
                      <a:pt x="13644" y="21611"/>
                    </a:lnTo>
                    <a:lnTo>
                      <a:pt x="11169" y="17108"/>
                    </a:lnTo>
                    <a:lnTo>
                      <a:pt x="36148" y="0"/>
                    </a:lnTo>
                    <a:lnTo>
                      <a:pt x="51336" y="20245"/>
                    </a:lnTo>
                    <a:lnTo>
                      <a:pt x="11715" y="53135"/>
                    </a:lnTo>
                    <a:lnTo>
                      <a:pt x="0" y="256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2" name="Контур"/>
              <p:cNvSpPr/>
              <p:nvPr/>
            </p:nvSpPr>
            <p:spPr>
              <a:xfrm>
                <a:off x="9741603" y="5087310"/>
                <a:ext cx="26678" cy="33885"/>
              </a:xfrm>
              <a:custGeom>
                <a:avLst/>
                <a:gdLst/>
                <a:ahLst/>
                <a:cxnLst/>
                <a:rect l="l" t="t" r="r" b="b"/>
                <a:pathLst>
                  <a:path w="26678" h="33885">
                    <a:moveTo>
                      <a:pt x="11716" y="33885"/>
                    </a:moveTo>
                    <a:lnTo>
                      <a:pt x="3709" y="15082"/>
                    </a:lnTo>
                    <a:lnTo>
                      <a:pt x="0" y="6371"/>
                    </a:lnTo>
                    <a:lnTo>
                      <a:pt x="14963" y="0"/>
                    </a:lnTo>
                    <a:lnTo>
                      <a:pt x="26678" y="27514"/>
                    </a:lnTo>
                    <a:lnTo>
                      <a:pt x="11716" y="338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3" name="Контур"/>
              <p:cNvSpPr/>
              <p:nvPr/>
            </p:nvSpPr>
            <p:spPr>
              <a:xfrm>
                <a:off x="9460635" y="4993057"/>
                <a:ext cx="32972" cy="32970"/>
              </a:xfrm>
              <a:custGeom>
                <a:avLst/>
                <a:gdLst/>
                <a:ahLst/>
                <a:cxnLst/>
                <a:rect l="l" t="t" r="r" b="b"/>
                <a:pathLst>
                  <a:path w="32972" h="32970">
                    <a:moveTo>
                      <a:pt x="20856" y="0"/>
                    </a:moveTo>
                    <a:lnTo>
                      <a:pt x="32972" y="12119"/>
                    </a:lnTo>
                    <a:lnTo>
                      <a:pt x="12116" y="32970"/>
                    </a:lnTo>
                    <a:lnTo>
                      <a:pt x="0" y="20851"/>
                    </a:lnTo>
                    <a:lnTo>
                      <a:pt x="2085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4" name="Контур"/>
              <p:cNvSpPr/>
              <p:nvPr/>
            </p:nvSpPr>
            <p:spPr>
              <a:xfrm>
                <a:off x="9523199" y="4910876"/>
                <a:ext cx="36257" cy="50787"/>
              </a:xfrm>
              <a:custGeom>
                <a:avLst/>
                <a:gdLst/>
                <a:ahLst/>
                <a:cxnLst/>
                <a:rect l="l" t="t" r="r" b="b"/>
                <a:pathLst>
                  <a:path w="36257" h="50787">
                    <a:moveTo>
                      <a:pt x="36257" y="43268"/>
                    </a:moveTo>
                    <a:lnTo>
                      <a:pt x="19951" y="50787"/>
                    </a:lnTo>
                    <a:lnTo>
                      <a:pt x="0" y="7519"/>
                    </a:lnTo>
                    <a:lnTo>
                      <a:pt x="16307" y="0"/>
                    </a:lnTo>
                    <a:lnTo>
                      <a:pt x="36257" y="432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5" name="Контур"/>
              <p:cNvSpPr/>
              <p:nvPr/>
            </p:nvSpPr>
            <p:spPr>
              <a:xfrm>
                <a:off x="9428504" y="4884812"/>
                <a:ext cx="33489" cy="32876"/>
              </a:xfrm>
              <a:custGeom>
                <a:avLst/>
                <a:gdLst/>
                <a:ahLst/>
                <a:cxnLst/>
                <a:rect l="l" t="t" r="r" b="b"/>
                <a:pathLst>
                  <a:path w="33489" h="32876">
                    <a:moveTo>
                      <a:pt x="0" y="21063"/>
                    </a:moveTo>
                    <a:lnTo>
                      <a:pt x="22363" y="0"/>
                    </a:lnTo>
                    <a:lnTo>
                      <a:pt x="33489" y="11813"/>
                    </a:lnTo>
                    <a:lnTo>
                      <a:pt x="11126" y="32876"/>
                    </a:lnTo>
                    <a:lnTo>
                      <a:pt x="0" y="210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6" name="Контур"/>
              <p:cNvSpPr/>
              <p:nvPr/>
            </p:nvSpPr>
            <p:spPr>
              <a:xfrm>
                <a:off x="9316673" y="4560901"/>
                <a:ext cx="130417" cy="158687"/>
              </a:xfrm>
              <a:custGeom>
                <a:avLst/>
                <a:gdLst/>
                <a:ahLst/>
                <a:cxnLst/>
                <a:rect l="l" t="t" r="r" b="b"/>
                <a:pathLst>
                  <a:path w="130417" h="158687">
                    <a:moveTo>
                      <a:pt x="0" y="43979"/>
                    </a:moveTo>
                    <a:lnTo>
                      <a:pt x="47482" y="0"/>
                    </a:lnTo>
                    <a:lnTo>
                      <a:pt x="79129" y="30896"/>
                    </a:lnTo>
                    <a:lnTo>
                      <a:pt x="92523" y="20111"/>
                    </a:lnTo>
                    <a:lnTo>
                      <a:pt x="130417" y="86458"/>
                    </a:lnTo>
                    <a:lnTo>
                      <a:pt x="106243" y="158687"/>
                    </a:lnTo>
                    <a:lnTo>
                      <a:pt x="0" y="439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7" name="Контур"/>
              <p:cNvSpPr/>
              <p:nvPr/>
            </p:nvSpPr>
            <p:spPr>
              <a:xfrm>
                <a:off x="9631892" y="4849467"/>
                <a:ext cx="28313" cy="12492"/>
              </a:xfrm>
              <a:custGeom>
                <a:avLst/>
                <a:gdLst/>
                <a:ahLst/>
                <a:cxnLst/>
                <a:rect l="l" t="t" r="r" b="b"/>
                <a:pathLst>
                  <a:path w="28313" h="12492">
                    <a:moveTo>
                      <a:pt x="248" y="12492"/>
                    </a:moveTo>
                    <a:lnTo>
                      <a:pt x="0" y="584"/>
                    </a:lnTo>
                    <a:lnTo>
                      <a:pt x="28065" y="0"/>
                    </a:lnTo>
                    <a:lnTo>
                      <a:pt x="28313" y="11906"/>
                    </a:lnTo>
                    <a:lnTo>
                      <a:pt x="248" y="124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8" name="Контур"/>
              <p:cNvSpPr/>
              <p:nvPr/>
            </p:nvSpPr>
            <p:spPr>
              <a:xfrm>
                <a:off x="9346235" y="4526431"/>
                <a:ext cx="34135" cy="34470"/>
              </a:xfrm>
              <a:custGeom>
                <a:avLst/>
                <a:gdLst/>
                <a:ahLst/>
                <a:cxnLst/>
                <a:rect l="l" t="t" r="r" b="b"/>
                <a:pathLst>
                  <a:path w="34135" h="34470">
                    <a:moveTo>
                      <a:pt x="17920" y="34470"/>
                    </a:moveTo>
                    <a:lnTo>
                      <a:pt x="0" y="14691"/>
                    </a:lnTo>
                    <a:lnTo>
                      <a:pt x="16214" y="0"/>
                    </a:lnTo>
                    <a:lnTo>
                      <a:pt x="34135" y="19779"/>
                    </a:lnTo>
                    <a:lnTo>
                      <a:pt x="17920" y="344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9" name="Контур"/>
              <p:cNvSpPr/>
              <p:nvPr/>
            </p:nvSpPr>
            <p:spPr>
              <a:xfrm>
                <a:off x="9710384" y="4205867"/>
                <a:ext cx="340200" cy="297499"/>
              </a:xfrm>
              <a:custGeom>
                <a:avLst/>
                <a:gdLst/>
                <a:ahLst/>
                <a:cxnLst/>
                <a:rect l="l" t="t" r="r" b="b"/>
                <a:pathLst>
                  <a:path w="340200" h="297499">
                    <a:moveTo>
                      <a:pt x="31348" y="248169"/>
                    </a:moveTo>
                    <a:lnTo>
                      <a:pt x="25137" y="241382"/>
                    </a:lnTo>
                    <a:lnTo>
                      <a:pt x="198048" y="83102"/>
                    </a:lnTo>
                    <a:lnTo>
                      <a:pt x="184281" y="68064"/>
                    </a:lnTo>
                    <a:lnTo>
                      <a:pt x="208416" y="45974"/>
                    </a:lnTo>
                    <a:lnTo>
                      <a:pt x="222182" y="61008"/>
                    </a:lnTo>
                    <a:lnTo>
                      <a:pt x="288830" y="0"/>
                    </a:lnTo>
                    <a:lnTo>
                      <a:pt x="340200" y="56117"/>
                    </a:lnTo>
                    <a:lnTo>
                      <a:pt x="76507" y="297499"/>
                    </a:lnTo>
                    <a:lnTo>
                      <a:pt x="48873" y="267312"/>
                    </a:lnTo>
                    <a:lnTo>
                      <a:pt x="22036" y="291873"/>
                    </a:lnTo>
                    <a:lnTo>
                      <a:pt x="0" y="267801"/>
                    </a:lnTo>
                    <a:lnTo>
                      <a:pt x="22036" y="247632"/>
                    </a:lnTo>
                    <a:lnTo>
                      <a:pt x="26548" y="252561"/>
                    </a:lnTo>
                    <a:lnTo>
                      <a:pt x="31348" y="2481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0" name="Контур"/>
              <p:cNvSpPr/>
              <p:nvPr/>
            </p:nvSpPr>
            <p:spPr>
              <a:xfrm>
                <a:off x="9653950" y="4141556"/>
                <a:ext cx="345264" cy="310728"/>
              </a:xfrm>
              <a:custGeom>
                <a:avLst/>
                <a:gdLst/>
                <a:ahLst/>
                <a:cxnLst/>
                <a:rect l="l" t="t" r="r" b="b"/>
                <a:pathLst>
                  <a:path w="345264" h="310728">
                    <a:moveTo>
                      <a:pt x="240715" y="132375"/>
                    </a:moveTo>
                    <a:lnTo>
                      <a:pt x="254482" y="147413"/>
                    </a:lnTo>
                    <a:lnTo>
                      <a:pt x="81571" y="305693"/>
                    </a:lnTo>
                    <a:lnTo>
                      <a:pt x="76070" y="310728"/>
                    </a:lnTo>
                    <a:lnTo>
                      <a:pt x="71558" y="305799"/>
                    </a:lnTo>
                    <a:lnTo>
                      <a:pt x="31618" y="262167"/>
                    </a:lnTo>
                    <a:lnTo>
                      <a:pt x="14414" y="277916"/>
                    </a:lnTo>
                    <a:lnTo>
                      <a:pt x="0" y="262167"/>
                    </a:lnTo>
                    <a:lnTo>
                      <a:pt x="286392" y="0"/>
                    </a:lnTo>
                    <a:lnTo>
                      <a:pt x="345264" y="64311"/>
                    </a:lnTo>
                    <a:lnTo>
                      <a:pt x="278616" y="125319"/>
                    </a:lnTo>
                    <a:lnTo>
                      <a:pt x="264850" y="110285"/>
                    </a:lnTo>
                    <a:lnTo>
                      <a:pt x="240715" y="1323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1" name="Контур"/>
              <p:cNvSpPr/>
              <p:nvPr/>
            </p:nvSpPr>
            <p:spPr>
              <a:xfrm>
                <a:off x="9697347" y="4060506"/>
                <a:ext cx="150337" cy="123561"/>
              </a:xfrm>
              <a:custGeom>
                <a:avLst/>
                <a:gdLst/>
                <a:ahLst/>
                <a:cxnLst/>
                <a:rect l="l" t="t" r="r" b="b"/>
                <a:pathLst>
                  <a:path w="150337" h="123561">
                    <a:moveTo>
                      <a:pt x="119766" y="0"/>
                    </a:moveTo>
                    <a:lnTo>
                      <a:pt x="150337" y="31337"/>
                    </a:lnTo>
                    <a:lnTo>
                      <a:pt x="87360" y="92776"/>
                    </a:lnTo>
                    <a:lnTo>
                      <a:pt x="77907" y="83086"/>
                    </a:lnTo>
                    <a:lnTo>
                      <a:pt x="36417" y="123561"/>
                    </a:lnTo>
                    <a:lnTo>
                      <a:pt x="0" y="86232"/>
                    </a:lnTo>
                    <a:lnTo>
                      <a:pt x="49051" y="38380"/>
                    </a:lnTo>
                    <a:lnTo>
                      <a:pt x="64350" y="54062"/>
                    </a:lnTo>
                    <a:lnTo>
                      <a:pt x="11976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2" name="Контур"/>
              <p:cNvSpPr/>
              <p:nvPr/>
            </p:nvSpPr>
            <p:spPr>
              <a:xfrm>
                <a:off x="9503796" y="3943480"/>
                <a:ext cx="97277" cy="208905"/>
              </a:xfrm>
              <a:custGeom>
                <a:avLst/>
                <a:gdLst/>
                <a:ahLst/>
                <a:cxnLst/>
                <a:rect l="l" t="t" r="r" b="b"/>
                <a:pathLst>
                  <a:path w="97277" h="208905">
                    <a:moveTo>
                      <a:pt x="53045" y="0"/>
                    </a:moveTo>
                    <a:lnTo>
                      <a:pt x="94767" y="11174"/>
                    </a:lnTo>
                    <a:lnTo>
                      <a:pt x="72125" y="95678"/>
                    </a:lnTo>
                    <a:lnTo>
                      <a:pt x="97277" y="102417"/>
                    </a:lnTo>
                    <a:lnTo>
                      <a:pt x="83900" y="152337"/>
                    </a:lnTo>
                    <a:lnTo>
                      <a:pt x="58512" y="145531"/>
                    </a:lnTo>
                    <a:lnTo>
                      <a:pt x="41520" y="208905"/>
                    </a:lnTo>
                    <a:lnTo>
                      <a:pt x="0" y="197774"/>
                    </a:lnTo>
                    <a:lnTo>
                      <a:pt x="530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3" name="Контур"/>
              <p:cNvSpPr/>
              <p:nvPr/>
            </p:nvSpPr>
            <p:spPr>
              <a:xfrm>
                <a:off x="9650455" y="4084181"/>
                <a:ext cx="20691" cy="19165"/>
              </a:xfrm>
              <a:custGeom>
                <a:avLst/>
                <a:gdLst/>
                <a:ahLst/>
                <a:cxnLst/>
                <a:rect l="l" t="t" r="r" b="b"/>
                <a:pathLst>
                  <a:path w="20691" h="19165">
                    <a:moveTo>
                      <a:pt x="0" y="12711"/>
                    </a:moveTo>
                    <a:lnTo>
                      <a:pt x="15344" y="0"/>
                    </a:lnTo>
                    <a:lnTo>
                      <a:pt x="20691" y="6454"/>
                    </a:lnTo>
                    <a:lnTo>
                      <a:pt x="5346" y="19165"/>
                    </a:lnTo>
                    <a:lnTo>
                      <a:pt x="0" y="127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4" name="Контур"/>
              <p:cNvSpPr/>
              <p:nvPr/>
            </p:nvSpPr>
            <p:spPr>
              <a:xfrm>
                <a:off x="8095336" y="4396448"/>
                <a:ext cx="55890" cy="68901"/>
              </a:xfrm>
              <a:custGeom>
                <a:avLst/>
                <a:gdLst/>
                <a:ahLst/>
                <a:cxnLst/>
                <a:rect l="l" t="t" r="r" b="b"/>
                <a:pathLst>
                  <a:path w="55890" h="68901">
                    <a:moveTo>
                      <a:pt x="0" y="10108"/>
                    </a:moveTo>
                    <a:lnTo>
                      <a:pt x="14282" y="0"/>
                    </a:lnTo>
                    <a:lnTo>
                      <a:pt x="55890" y="58794"/>
                    </a:lnTo>
                    <a:lnTo>
                      <a:pt x="41608" y="68901"/>
                    </a:lnTo>
                    <a:lnTo>
                      <a:pt x="0" y="101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5" name="Контур"/>
              <p:cNvSpPr/>
              <p:nvPr/>
            </p:nvSpPr>
            <p:spPr>
              <a:xfrm>
                <a:off x="8001222" y="4351019"/>
                <a:ext cx="46621" cy="45373"/>
              </a:xfrm>
              <a:custGeom>
                <a:avLst/>
                <a:gdLst/>
                <a:ahLst/>
                <a:cxnLst/>
                <a:rect l="l" t="t" r="r" b="b"/>
                <a:pathLst>
                  <a:path w="46621" h="45373">
                    <a:moveTo>
                      <a:pt x="17371" y="0"/>
                    </a:moveTo>
                    <a:lnTo>
                      <a:pt x="46621" y="25246"/>
                    </a:lnTo>
                    <a:lnTo>
                      <a:pt x="29250" y="45373"/>
                    </a:lnTo>
                    <a:lnTo>
                      <a:pt x="0" y="20128"/>
                    </a:lnTo>
                    <a:lnTo>
                      <a:pt x="1737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6" name="Контур"/>
              <p:cNvSpPr/>
              <p:nvPr/>
            </p:nvSpPr>
            <p:spPr>
              <a:xfrm>
                <a:off x="7988204" y="4300622"/>
                <a:ext cx="45319" cy="45392"/>
              </a:xfrm>
              <a:custGeom>
                <a:avLst/>
                <a:gdLst/>
                <a:ahLst/>
                <a:cxnLst/>
                <a:rect l="l" t="t" r="r" b="b"/>
                <a:pathLst>
                  <a:path w="45319" h="45392">
                    <a:moveTo>
                      <a:pt x="22659" y="45392"/>
                    </a:moveTo>
                    <a:lnTo>
                      <a:pt x="0" y="23983"/>
                    </a:lnTo>
                    <a:lnTo>
                      <a:pt x="22659" y="0"/>
                    </a:lnTo>
                    <a:lnTo>
                      <a:pt x="45319" y="21409"/>
                    </a:lnTo>
                    <a:lnTo>
                      <a:pt x="22659" y="453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7" name="Контур"/>
              <p:cNvSpPr/>
              <p:nvPr/>
            </p:nvSpPr>
            <p:spPr>
              <a:xfrm>
                <a:off x="8024617" y="4470834"/>
                <a:ext cx="58381" cy="59614"/>
              </a:xfrm>
              <a:custGeom>
                <a:avLst/>
                <a:gdLst/>
                <a:ahLst/>
                <a:cxnLst/>
                <a:rect l="l" t="t" r="r" b="b"/>
                <a:pathLst>
                  <a:path w="58381" h="59614">
                    <a:moveTo>
                      <a:pt x="0" y="40233"/>
                    </a:moveTo>
                    <a:lnTo>
                      <a:pt x="37159" y="0"/>
                    </a:lnTo>
                    <a:lnTo>
                      <a:pt x="58381" y="19381"/>
                    </a:lnTo>
                    <a:lnTo>
                      <a:pt x="21222" y="59614"/>
                    </a:lnTo>
                    <a:lnTo>
                      <a:pt x="0" y="402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8" name="Контур"/>
              <p:cNvSpPr/>
              <p:nvPr/>
            </p:nvSpPr>
            <p:spPr>
              <a:xfrm>
                <a:off x="8436406" y="5193937"/>
                <a:ext cx="86386" cy="77367"/>
              </a:xfrm>
              <a:custGeom>
                <a:avLst/>
                <a:gdLst/>
                <a:ahLst/>
                <a:cxnLst/>
                <a:rect l="l" t="t" r="r" b="b"/>
                <a:pathLst>
                  <a:path w="86386" h="77367">
                    <a:moveTo>
                      <a:pt x="69149" y="77367"/>
                    </a:moveTo>
                    <a:lnTo>
                      <a:pt x="0" y="21231"/>
                    </a:lnTo>
                    <a:lnTo>
                      <a:pt x="17237" y="0"/>
                    </a:lnTo>
                    <a:lnTo>
                      <a:pt x="86386" y="56136"/>
                    </a:lnTo>
                    <a:lnTo>
                      <a:pt x="69149" y="773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9" name="Контур"/>
              <p:cNvSpPr/>
              <p:nvPr/>
            </p:nvSpPr>
            <p:spPr>
              <a:xfrm>
                <a:off x="9711938" y="6616897"/>
                <a:ext cx="70834" cy="62088"/>
              </a:xfrm>
              <a:custGeom>
                <a:avLst/>
                <a:gdLst/>
                <a:ahLst/>
                <a:cxnLst/>
                <a:rect l="l" t="t" r="r" b="b"/>
                <a:pathLst>
                  <a:path w="70834" h="62088">
                    <a:moveTo>
                      <a:pt x="70834" y="26760"/>
                    </a:moveTo>
                    <a:lnTo>
                      <a:pt x="17847" y="62088"/>
                    </a:lnTo>
                    <a:lnTo>
                      <a:pt x="0" y="35328"/>
                    </a:lnTo>
                    <a:lnTo>
                      <a:pt x="52992" y="0"/>
                    </a:lnTo>
                    <a:lnTo>
                      <a:pt x="70834" y="267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0" name="Контур"/>
              <p:cNvSpPr/>
              <p:nvPr/>
            </p:nvSpPr>
            <p:spPr>
              <a:xfrm>
                <a:off x="9764930" y="6577742"/>
                <a:ext cx="81140" cy="72771"/>
              </a:xfrm>
              <a:custGeom>
                <a:avLst/>
                <a:gdLst/>
                <a:ahLst/>
                <a:cxnLst/>
                <a:rect l="l" t="t" r="r" b="b"/>
                <a:pathLst>
                  <a:path w="81140" h="72771">
                    <a:moveTo>
                      <a:pt x="0" y="39155"/>
                    </a:moveTo>
                    <a:lnTo>
                      <a:pt x="58728" y="0"/>
                    </a:lnTo>
                    <a:lnTo>
                      <a:pt x="81140" y="33616"/>
                    </a:lnTo>
                    <a:lnTo>
                      <a:pt x="22413" y="72771"/>
                    </a:lnTo>
                    <a:lnTo>
                      <a:pt x="17842" y="65915"/>
                    </a:lnTo>
                    <a:lnTo>
                      <a:pt x="0" y="391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1" name="Контур"/>
              <p:cNvSpPr/>
              <p:nvPr/>
            </p:nvSpPr>
            <p:spPr>
              <a:xfrm>
                <a:off x="9628769" y="6447865"/>
                <a:ext cx="208822" cy="164882"/>
              </a:xfrm>
              <a:custGeom>
                <a:avLst/>
                <a:gdLst/>
                <a:ahLst/>
                <a:cxnLst/>
                <a:rect l="l" t="t" r="r" b="b"/>
                <a:pathLst>
                  <a:path w="208822" h="164882">
                    <a:moveTo>
                      <a:pt x="0" y="110616"/>
                    </a:moveTo>
                    <a:lnTo>
                      <a:pt x="174403" y="0"/>
                    </a:lnTo>
                    <a:lnTo>
                      <a:pt x="208822" y="54266"/>
                    </a:lnTo>
                    <a:lnTo>
                      <a:pt x="34419" y="164882"/>
                    </a:lnTo>
                    <a:lnTo>
                      <a:pt x="0" y="1106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2" name="Контур"/>
              <p:cNvSpPr/>
              <p:nvPr/>
            </p:nvSpPr>
            <p:spPr>
              <a:xfrm>
                <a:off x="9379434" y="6810968"/>
                <a:ext cx="42861" cy="46013"/>
              </a:xfrm>
              <a:custGeom>
                <a:avLst/>
                <a:gdLst/>
                <a:ahLst/>
                <a:cxnLst/>
                <a:rect l="l" t="t" r="r" b="b"/>
                <a:pathLst>
                  <a:path w="42861" h="46013">
                    <a:moveTo>
                      <a:pt x="24291" y="0"/>
                    </a:moveTo>
                    <a:lnTo>
                      <a:pt x="42861" y="31849"/>
                    </a:lnTo>
                    <a:lnTo>
                      <a:pt x="18571" y="46013"/>
                    </a:lnTo>
                    <a:lnTo>
                      <a:pt x="0" y="14164"/>
                    </a:lnTo>
                    <a:lnTo>
                      <a:pt x="2429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3" name="Контур"/>
              <p:cNvSpPr/>
              <p:nvPr/>
            </p:nvSpPr>
            <p:spPr>
              <a:xfrm>
                <a:off x="9214330" y="6763095"/>
                <a:ext cx="102984" cy="86279"/>
              </a:xfrm>
              <a:custGeom>
                <a:avLst/>
                <a:gdLst/>
                <a:ahLst/>
                <a:cxnLst/>
                <a:rect l="l" t="t" r="r" b="b"/>
                <a:pathLst>
                  <a:path w="102984" h="86279">
                    <a:moveTo>
                      <a:pt x="0" y="56394"/>
                    </a:moveTo>
                    <a:lnTo>
                      <a:pt x="82802" y="0"/>
                    </a:lnTo>
                    <a:lnTo>
                      <a:pt x="102984" y="29632"/>
                    </a:lnTo>
                    <a:lnTo>
                      <a:pt x="18774" y="86279"/>
                    </a:lnTo>
                    <a:lnTo>
                      <a:pt x="0" y="563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4" name="Контур"/>
              <p:cNvSpPr/>
              <p:nvPr/>
            </p:nvSpPr>
            <p:spPr>
              <a:xfrm>
                <a:off x="9386805" y="6742069"/>
                <a:ext cx="65535" cy="81567"/>
              </a:xfrm>
              <a:custGeom>
                <a:avLst/>
                <a:gdLst/>
                <a:ahLst/>
                <a:cxnLst/>
                <a:rect l="l" t="t" r="r" b="b"/>
                <a:pathLst>
                  <a:path w="65535" h="81567">
                    <a:moveTo>
                      <a:pt x="0" y="15973"/>
                    </a:moveTo>
                    <a:lnTo>
                      <a:pt x="29788" y="0"/>
                    </a:lnTo>
                    <a:lnTo>
                      <a:pt x="65535" y="64131"/>
                    </a:lnTo>
                    <a:lnTo>
                      <a:pt x="35558" y="81567"/>
                    </a:lnTo>
                    <a:lnTo>
                      <a:pt x="0" y="159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5" name="Контур"/>
              <p:cNvSpPr/>
              <p:nvPr/>
            </p:nvSpPr>
            <p:spPr>
              <a:xfrm>
                <a:off x="9367977" y="6707952"/>
                <a:ext cx="40274" cy="39739"/>
              </a:xfrm>
              <a:custGeom>
                <a:avLst/>
                <a:gdLst/>
                <a:ahLst/>
                <a:cxnLst/>
                <a:rect l="l" t="t" r="r" b="b"/>
                <a:pathLst>
                  <a:path w="40274" h="39739">
                    <a:moveTo>
                      <a:pt x="0" y="15280"/>
                    </a:moveTo>
                    <a:lnTo>
                      <a:pt x="25775" y="0"/>
                    </a:lnTo>
                    <a:lnTo>
                      <a:pt x="40274" y="24459"/>
                    </a:lnTo>
                    <a:lnTo>
                      <a:pt x="14499" y="39739"/>
                    </a:lnTo>
                    <a:lnTo>
                      <a:pt x="0" y="152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6" name="Контур"/>
              <p:cNvSpPr/>
              <p:nvPr/>
            </p:nvSpPr>
            <p:spPr>
              <a:xfrm>
                <a:off x="9731340" y="6700323"/>
                <a:ext cx="38245" cy="37546"/>
              </a:xfrm>
              <a:custGeom>
                <a:avLst/>
                <a:gdLst/>
                <a:ahLst/>
                <a:cxnLst/>
                <a:rect l="l" t="t" r="r" b="b"/>
                <a:pathLst>
                  <a:path w="38245" h="37546">
                    <a:moveTo>
                      <a:pt x="13732" y="37546"/>
                    </a:moveTo>
                    <a:lnTo>
                      <a:pt x="0" y="14796"/>
                    </a:lnTo>
                    <a:lnTo>
                      <a:pt x="24514" y="0"/>
                    </a:lnTo>
                    <a:lnTo>
                      <a:pt x="38245" y="22751"/>
                    </a:lnTo>
                    <a:lnTo>
                      <a:pt x="13732" y="375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7" name="Контур"/>
              <p:cNvSpPr/>
              <p:nvPr/>
            </p:nvSpPr>
            <p:spPr>
              <a:xfrm>
                <a:off x="9641705" y="6682898"/>
                <a:ext cx="67774" cy="51068"/>
              </a:xfrm>
              <a:custGeom>
                <a:avLst/>
                <a:gdLst/>
                <a:ahLst/>
                <a:cxnLst/>
                <a:rect l="l" t="t" r="r" b="b"/>
                <a:pathLst>
                  <a:path w="67774" h="51068">
                    <a:moveTo>
                      <a:pt x="20588" y="51068"/>
                    </a:moveTo>
                    <a:lnTo>
                      <a:pt x="0" y="17112"/>
                    </a:lnTo>
                    <a:lnTo>
                      <a:pt x="28224" y="0"/>
                    </a:lnTo>
                    <a:lnTo>
                      <a:pt x="35968" y="12773"/>
                    </a:lnTo>
                    <a:lnTo>
                      <a:pt x="54930" y="1276"/>
                    </a:lnTo>
                    <a:lnTo>
                      <a:pt x="67774" y="22459"/>
                    </a:lnTo>
                    <a:lnTo>
                      <a:pt x="20588" y="510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8" name="Контур"/>
              <p:cNvSpPr/>
              <p:nvPr/>
            </p:nvSpPr>
            <p:spPr>
              <a:xfrm>
                <a:off x="9866690" y="7701435"/>
                <a:ext cx="130354" cy="150672"/>
              </a:xfrm>
              <a:custGeom>
                <a:avLst/>
                <a:gdLst/>
                <a:ahLst/>
                <a:cxnLst/>
                <a:rect l="l" t="t" r="r" b="b"/>
                <a:pathLst>
                  <a:path w="130354" h="150672">
                    <a:moveTo>
                      <a:pt x="130354" y="25586"/>
                    </a:moveTo>
                    <a:lnTo>
                      <a:pt x="59203" y="150455"/>
                    </a:lnTo>
                    <a:lnTo>
                      <a:pt x="0" y="150672"/>
                    </a:lnTo>
                    <a:lnTo>
                      <a:pt x="88974" y="0"/>
                    </a:lnTo>
                    <a:lnTo>
                      <a:pt x="105550" y="10553"/>
                    </a:lnTo>
                    <a:lnTo>
                      <a:pt x="130354" y="255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9" name="Контур"/>
              <p:cNvSpPr/>
              <p:nvPr/>
            </p:nvSpPr>
            <p:spPr>
              <a:xfrm>
                <a:off x="9273989" y="7776333"/>
                <a:ext cx="163265" cy="77945"/>
              </a:xfrm>
              <a:custGeom>
                <a:avLst/>
                <a:gdLst/>
                <a:ahLst/>
                <a:cxnLst/>
                <a:rect l="l" t="t" r="r" b="b"/>
                <a:pathLst>
                  <a:path w="163265" h="77945">
                    <a:moveTo>
                      <a:pt x="0" y="77945"/>
                    </a:moveTo>
                    <a:lnTo>
                      <a:pt x="92462" y="28171"/>
                    </a:lnTo>
                    <a:lnTo>
                      <a:pt x="87257" y="18502"/>
                    </a:lnTo>
                    <a:lnTo>
                      <a:pt x="121628" y="0"/>
                    </a:lnTo>
                    <a:lnTo>
                      <a:pt x="163265" y="77349"/>
                    </a:lnTo>
                    <a:lnTo>
                      <a:pt x="0" y="779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0" name="Контур"/>
              <p:cNvSpPr/>
              <p:nvPr/>
            </p:nvSpPr>
            <p:spPr>
              <a:xfrm>
                <a:off x="9561628" y="7442027"/>
                <a:ext cx="437358" cy="333534"/>
              </a:xfrm>
              <a:custGeom>
                <a:avLst/>
                <a:gdLst/>
                <a:ahLst/>
                <a:cxnLst/>
                <a:rect l="l" t="t" r="r" b="b"/>
                <a:pathLst>
                  <a:path w="437358" h="333534">
                    <a:moveTo>
                      <a:pt x="0" y="253342"/>
                    </a:moveTo>
                    <a:lnTo>
                      <a:pt x="384524" y="0"/>
                    </a:lnTo>
                    <a:lnTo>
                      <a:pt x="437358" y="80192"/>
                    </a:lnTo>
                    <a:lnTo>
                      <a:pt x="52834" y="333534"/>
                    </a:lnTo>
                    <a:lnTo>
                      <a:pt x="0" y="2533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1" name="Контур"/>
              <p:cNvSpPr/>
              <p:nvPr/>
            </p:nvSpPr>
            <p:spPr>
              <a:xfrm>
                <a:off x="9214759" y="7761353"/>
                <a:ext cx="180858" cy="93141"/>
              </a:xfrm>
              <a:custGeom>
                <a:avLst/>
                <a:gdLst/>
                <a:ahLst/>
                <a:cxnLst/>
                <a:rect l="l" t="t" r="r" b="b"/>
                <a:pathLst>
                  <a:path w="180858" h="93141">
                    <a:moveTo>
                      <a:pt x="0" y="93141"/>
                    </a:moveTo>
                    <a:lnTo>
                      <a:pt x="172794" y="0"/>
                    </a:lnTo>
                    <a:lnTo>
                      <a:pt x="180858" y="14980"/>
                    </a:lnTo>
                    <a:lnTo>
                      <a:pt x="146487" y="33482"/>
                    </a:lnTo>
                    <a:lnTo>
                      <a:pt x="151692" y="43151"/>
                    </a:lnTo>
                    <a:lnTo>
                      <a:pt x="59230" y="92925"/>
                    </a:lnTo>
                    <a:lnTo>
                      <a:pt x="0" y="931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2" name="Контур"/>
              <p:cNvSpPr/>
              <p:nvPr/>
            </p:nvSpPr>
            <p:spPr>
              <a:xfrm>
                <a:off x="9206689" y="7433271"/>
                <a:ext cx="23194" cy="17682"/>
              </a:xfrm>
              <a:custGeom>
                <a:avLst/>
                <a:gdLst/>
                <a:ahLst/>
                <a:cxnLst/>
                <a:rect l="l" t="t" r="r" b="b"/>
                <a:pathLst>
                  <a:path w="23194" h="17682">
                    <a:moveTo>
                      <a:pt x="0" y="6797"/>
                    </a:moveTo>
                    <a:lnTo>
                      <a:pt x="19376" y="0"/>
                    </a:lnTo>
                    <a:lnTo>
                      <a:pt x="23194" y="10885"/>
                    </a:lnTo>
                    <a:lnTo>
                      <a:pt x="3818" y="17682"/>
                    </a:lnTo>
                    <a:lnTo>
                      <a:pt x="0" y="67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3" name="Контур"/>
              <p:cNvSpPr/>
              <p:nvPr/>
            </p:nvSpPr>
            <p:spPr>
              <a:xfrm>
                <a:off x="9317689" y="6881178"/>
                <a:ext cx="143299" cy="113188"/>
              </a:xfrm>
              <a:custGeom>
                <a:avLst/>
                <a:gdLst/>
                <a:ahLst/>
                <a:cxnLst/>
                <a:rect l="l" t="t" r="r" b="b"/>
                <a:pathLst>
                  <a:path w="143299" h="113188">
                    <a:moveTo>
                      <a:pt x="119213" y="0"/>
                    </a:moveTo>
                    <a:lnTo>
                      <a:pt x="143299" y="38387"/>
                    </a:lnTo>
                    <a:lnTo>
                      <a:pt x="24085" y="113188"/>
                    </a:lnTo>
                    <a:lnTo>
                      <a:pt x="0" y="74803"/>
                    </a:lnTo>
                    <a:lnTo>
                      <a:pt x="1192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4" name="Контур"/>
              <p:cNvSpPr/>
              <p:nvPr/>
            </p:nvSpPr>
            <p:spPr>
              <a:xfrm>
                <a:off x="8898279" y="7003852"/>
                <a:ext cx="40954" cy="49153"/>
              </a:xfrm>
              <a:custGeom>
                <a:avLst/>
                <a:gdLst/>
                <a:ahLst/>
                <a:cxnLst/>
                <a:rect l="l" t="t" r="r" b="b"/>
                <a:pathLst>
                  <a:path w="40954" h="49153">
                    <a:moveTo>
                      <a:pt x="16524" y="0"/>
                    </a:moveTo>
                    <a:lnTo>
                      <a:pt x="40954" y="38731"/>
                    </a:lnTo>
                    <a:lnTo>
                      <a:pt x="24430" y="49153"/>
                    </a:lnTo>
                    <a:lnTo>
                      <a:pt x="17110" y="37549"/>
                    </a:lnTo>
                    <a:lnTo>
                      <a:pt x="0" y="10422"/>
                    </a:lnTo>
                    <a:lnTo>
                      <a:pt x="1652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5" name="Контур"/>
              <p:cNvSpPr/>
              <p:nvPr/>
            </p:nvSpPr>
            <p:spPr>
              <a:xfrm>
                <a:off x="9032200" y="6946437"/>
                <a:ext cx="46153" cy="44190"/>
              </a:xfrm>
              <a:custGeom>
                <a:avLst/>
                <a:gdLst/>
                <a:ahLst/>
                <a:cxnLst/>
                <a:rect l="l" t="t" r="r" b="b"/>
                <a:pathLst>
                  <a:path w="46153" h="44190">
                    <a:moveTo>
                      <a:pt x="46153" y="27066"/>
                    </a:moveTo>
                    <a:lnTo>
                      <a:pt x="17420" y="44190"/>
                    </a:lnTo>
                    <a:lnTo>
                      <a:pt x="0" y="18209"/>
                    </a:lnTo>
                    <a:lnTo>
                      <a:pt x="29377" y="0"/>
                    </a:lnTo>
                    <a:lnTo>
                      <a:pt x="46153" y="270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6" name="Контур"/>
              <p:cNvSpPr/>
              <p:nvPr/>
            </p:nvSpPr>
            <p:spPr>
              <a:xfrm>
                <a:off x="9047456" y="6819489"/>
                <a:ext cx="185648" cy="154014"/>
              </a:xfrm>
              <a:custGeom>
                <a:avLst/>
                <a:gdLst/>
                <a:ahLst/>
                <a:cxnLst/>
                <a:rect l="l" t="t" r="r" b="b"/>
                <a:pathLst>
                  <a:path w="185648" h="154014">
                    <a:moveTo>
                      <a:pt x="14121" y="126948"/>
                    </a:moveTo>
                    <a:lnTo>
                      <a:pt x="0" y="104833"/>
                    </a:lnTo>
                    <a:lnTo>
                      <a:pt x="166874" y="0"/>
                    </a:lnTo>
                    <a:lnTo>
                      <a:pt x="185648" y="29885"/>
                    </a:lnTo>
                    <a:lnTo>
                      <a:pt x="152187" y="50906"/>
                    </a:lnTo>
                    <a:lnTo>
                      <a:pt x="164309" y="70201"/>
                    </a:lnTo>
                    <a:lnTo>
                      <a:pt x="30897" y="154014"/>
                    </a:lnTo>
                    <a:lnTo>
                      <a:pt x="14121" y="1269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7" name="Контур"/>
              <p:cNvSpPr/>
              <p:nvPr/>
            </p:nvSpPr>
            <p:spPr>
              <a:xfrm>
                <a:off x="8613629" y="6582044"/>
                <a:ext cx="395842" cy="324996"/>
              </a:xfrm>
              <a:custGeom>
                <a:avLst/>
                <a:gdLst/>
                <a:ahLst/>
                <a:cxnLst/>
                <a:rect l="l" t="t" r="r" b="b"/>
                <a:pathLst>
                  <a:path w="395842" h="324996">
                    <a:moveTo>
                      <a:pt x="65157" y="315968"/>
                    </a:moveTo>
                    <a:lnTo>
                      <a:pt x="0" y="209695"/>
                    </a:lnTo>
                    <a:lnTo>
                      <a:pt x="319596" y="0"/>
                    </a:lnTo>
                    <a:lnTo>
                      <a:pt x="326115" y="10311"/>
                    </a:lnTo>
                    <a:lnTo>
                      <a:pt x="395842" y="121232"/>
                    </a:lnTo>
                    <a:lnTo>
                      <a:pt x="70364" y="324996"/>
                    </a:lnTo>
                    <a:lnTo>
                      <a:pt x="65157" y="3159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8" name="Контур"/>
              <p:cNvSpPr/>
              <p:nvPr/>
            </p:nvSpPr>
            <p:spPr>
              <a:xfrm>
                <a:off x="8939744" y="6563060"/>
                <a:ext cx="116390" cy="140216"/>
              </a:xfrm>
              <a:custGeom>
                <a:avLst/>
                <a:gdLst/>
                <a:ahLst/>
                <a:cxnLst/>
                <a:rect l="l" t="t" r="r" b="b"/>
                <a:pathLst>
                  <a:path w="116390" h="140216">
                    <a:moveTo>
                      <a:pt x="0" y="29295"/>
                    </a:moveTo>
                    <a:lnTo>
                      <a:pt x="44443" y="0"/>
                    </a:lnTo>
                    <a:lnTo>
                      <a:pt x="116390" y="107144"/>
                    </a:lnTo>
                    <a:lnTo>
                      <a:pt x="69727" y="140216"/>
                    </a:lnTo>
                    <a:lnTo>
                      <a:pt x="0" y="292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9" name="Контур"/>
              <p:cNvSpPr/>
              <p:nvPr/>
            </p:nvSpPr>
            <p:spPr>
              <a:xfrm>
                <a:off x="9080681" y="6563156"/>
                <a:ext cx="75653" cy="72260"/>
              </a:xfrm>
              <a:custGeom>
                <a:avLst/>
                <a:gdLst/>
                <a:ahLst/>
                <a:cxnLst/>
                <a:rect l="l" t="t" r="r" b="b"/>
                <a:pathLst>
                  <a:path w="75653" h="72260">
                    <a:moveTo>
                      <a:pt x="0" y="29924"/>
                    </a:moveTo>
                    <a:lnTo>
                      <a:pt x="50640" y="0"/>
                    </a:lnTo>
                    <a:lnTo>
                      <a:pt x="75653" y="42336"/>
                    </a:lnTo>
                    <a:lnTo>
                      <a:pt x="25008" y="72260"/>
                    </a:lnTo>
                    <a:lnTo>
                      <a:pt x="0" y="299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0" name="Контур"/>
              <p:cNvSpPr/>
              <p:nvPr/>
            </p:nvSpPr>
            <p:spPr>
              <a:xfrm>
                <a:off x="8893226" y="7191106"/>
                <a:ext cx="181031" cy="175838"/>
              </a:xfrm>
              <a:custGeom>
                <a:avLst/>
                <a:gdLst/>
                <a:ahLst/>
                <a:cxnLst/>
                <a:rect l="l" t="t" r="r" b="b"/>
                <a:pathLst>
                  <a:path w="181031" h="175838">
                    <a:moveTo>
                      <a:pt x="108960" y="0"/>
                    </a:moveTo>
                    <a:lnTo>
                      <a:pt x="142953" y="40873"/>
                    </a:lnTo>
                    <a:lnTo>
                      <a:pt x="176782" y="83543"/>
                    </a:lnTo>
                    <a:lnTo>
                      <a:pt x="181031" y="89756"/>
                    </a:lnTo>
                    <a:lnTo>
                      <a:pt x="76172" y="175838"/>
                    </a:lnTo>
                    <a:lnTo>
                      <a:pt x="0" y="85398"/>
                    </a:lnTo>
                    <a:lnTo>
                      <a:pt x="1089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1" name="Контур"/>
              <p:cNvSpPr/>
              <p:nvPr/>
            </p:nvSpPr>
            <p:spPr>
              <a:xfrm>
                <a:off x="9146167" y="7196915"/>
                <a:ext cx="47690" cy="47564"/>
              </a:xfrm>
              <a:custGeom>
                <a:avLst/>
                <a:gdLst/>
                <a:ahLst/>
                <a:cxnLst/>
                <a:rect l="l" t="t" r="r" b="b"/>
                <a:pathLst>
                  <a:path w="47690" h="47564">
                    <a:moveTo>
                      <a:pt x="29083" y="0"/>
                    </a:moveTo>
                    <a:lnTo>
                      <a:pt x="47690" y="28729"/>
                    </a:lnTo>
                    <a:lnTo>
                      <a:pt x="18606" y="47564"/>
                    </a:lnTo>
                    <a:lnTo>
                      <a:pt x="0" y="18835"/>
                    </a:lnTo>
                    <a:lnTo>
                      <a:pt x="2908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2" name="Контур"/>
              <p:cNvSpPr/>
              <p:nvPr/>
            </p:nvSpPr>
            <p:spPr>
              <a:xfrm>
                <a:off x="9125408" y="6974311"/>
                <a:ext cx="200854" cy="218352"/>
              </a:xfrm>
              <a:custGeom>
                <a:avLst/>
                <a:gdLst/>
                <a:ahLst/>
                <a:cxnLst/>
                <a:rect l="l" t="t" r="r" b="b"/>
                <a:pathLst>
                  <a:path w="200854" h="218352">
                    <a:moveTo>
                      <a:pt x="200854" y="30249"/>
                    </a:moveTo>
                    <a:lnTo>
                      <a:pt x="84820" y="146983"/>
                    </a:lnTo>
                    <a:lnTo>
                      <a:pt x="79590" y="144367"/>
                    </a:lnTo>
                    <a:lnTo>
                      <a:pt x="44863" y="178459"/>
                    </a:lnTo>
                    <a:lnTo>
                      <a:pt x="66762" y="200695"/>
                    </a:lnTo>
                    <a:lnTo>
                      <a:pt x="49439" y="218352"/>
                    </a:lnTo>
                    <a:lnTo>
                      <a:pt x="27376" y="196117"/>
                    </a:lnTo>
                    <a:lnTo>
                      <a:pt x="25578" y="197915"/>
                    </a:lnTo>
                    <a:lnTo>
                      <a:pt x="0" y="172975"/>
                    </a:lnTo>
                    <a:lnTo>
                      <a:pt x="174215" y="0"/>
                    </a:lnTo>
                    <a:lnTo>
                      <a:pt x="200854" y="302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3" name="Контур"/>
              <p:cNvSpPr/>
              <p:nvPr/>
            </p:nvSpPr>
            <p:spPr>
              <a:xfrm>
                <a:off x="8904566" y="7090930"/>
                <a:ext cx="75508" cy="84639"/>
              </a:xfrm>
              <a:custGeom>
                <a:avLst/>
                <a:gdLst/>
                <a:ahLst/>
                <a:cxnLst/>
                <a:rect l="l" t="t" r="r" b="b"/>
                <a:pathLst>
                  <a:path w="75508" h="84639">
                    <a:moveTo>
                      <a:pt x="0" y="23199"/>
                    </a:moveTo>
                    <a:lnTo>
                      <a:pt x="37820" y="0"/>
                    </a:lnTo>
                    <a:lnTo>
                      <a:pt x="75508" y="61440"/>
                    </a:lnTo>
                    <a:lnTo>
                      <a:pt x="37688" y="84639"/>
                    </a:lnTo>
                    <a:lnTo>
                      <a:pt x="0" y="231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4" name="Контур"/>
              <p:cNvSpPr/>
              <p:nvPr/>
            </p:nvSpPr>
            <p:spPr>
              <a:xfrm>
                <a:off x="8914803" y="6920591"/>
                <a:ext cx="146774" cy="132333"/>
              </a:xfrm>
              <a:custGeom>
                <a:avLst/>
                <a:gdLst/>
                <a:ahLst/>
                <a:cxnLst/>
                <a:rect l="l" t="t" r="r" b="b"/>
                <a:pathLst>
                  <a:path w="146774" h="132333">
                    <a:moveTo>
                      <a:pt x="24430" y="121992"/>
                    </a:moveTo>
                    <a:lnTo>
                      <a:pt x="0" y="83261"/>
                    </a:lnTo>
                    <a:lnTo>
                      <a:pt x="130252" y="0"/>
                    </a:lnTo>
                    <a:lnTo>
                      <a:pt x="132653" y="3731"/>
                    </a:lnTo>
                    <a:lnTo>
                      <a:pt x="146774" y="25846"/>
                    </a:lnTo>
                    <a:lnTo>
                      <a:pt x="117397" y="44055"/>
                    </a:lnTo>
                    <a:lnTo>
                      <a:pt x="91551" y="61146"/>
                    </a:lnTo>
                    <a:lnTo>
                      <a:pt x="106398" y="84373"/>
                    </a:lnTo>
                    <a:lnTo>
                      <a:pt x="31369" y="132333"/>
                    </a:lnTo>
                    <a:lnTo>
                      <a:pt x="24430" y="1219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5" name="Контур"/>
              <p:cNvSpPr/>
              <p:nvPr/>
            </p:nvSpPr>
            <p:spPr>
              <a:xfrm>
                <a:off x="8862894" y="7014274"/>
                <a:ext cx="52495" cy="49781"/>
              </a:xfrm>
              <a:custGeom>
                <a:avLst/>
                <a:gdLst/>
                <a:ahLst/>
                <a:cxnLst/>
                <a:rect l="l" t="t" r="r" b="b"/>
                <a:pathLst>
                  <a:path w="52495" h="49781">
                    <a:moveTo>
                      <a:pt x="35385" y="0"/>
                    </a:moveTo>
                    <a:lnTo>
                      <a:pt x="52495" y="27127"/>
                    </a:lnTo>
                    <a:lnTo>
                      <a:pt x="17489" y="49781"/>
                    </a:lnTo>
                    <a:lnTo>
                      <a:pt x="0" y="24059"/>
                    </a:lnTo>
                    <a:lnTo>
                      <a:pt x="3538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6" name="Контур"/>
              <p:cNvSpPr/>
              <p:nvPr/>
            </p:nvSpPr>
            <p:spPr>
              <a:xfrm>
                <a:off x="9122626" y="7448925"/>
                <a:ext cx="70930" cy="78765"/>
              </a:xfrm>
              <a:custGeom>
                <a:avLst/>
                <a:gdLst/>
                <a:ahLst/>
                <a:cxnLst/>
                <a:rect l="l" t="t" r="r" b="b"/>
                <a:pathLst>
                  <a:path w="70930" h="78765">
                    <a:moveTo>
                      <a:pt x="70930" y="65480"/>
                    </a:moveTo>
                    <a:lnTo>
                      <a:pt x="44329" y="78765"/>
                    </a:lnTo>
                    <a:lnTo>
                      <a:pt x="27214" y="44471"/>
                    </a:lnTo>
                    <a:lnTo>
                      <a:pt x="11851" y="52319"/>
                    </a:lnTo>
                    <a:lnTo>
                      <a:pt x="0" y="24932"/>
                    </a:lnTo>
                    <a:lnTo>
                      <a:pt x="14383" y="18066"/>
                    </a:lnTo>
                    <a:lnTo>
                      <a:pt x="12258" y="12997"/>
                    </a:lnTo>
                    <a:lnTo>
                      <a:pt x="39308" y="0"/>
                    </a:lnTo>
                    <a:lnTo>
                      <a:pt x="70930" y="654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7" name="Контур"/>
              <p:cNvSpPr/>
              <p:nvPr/>
            </p:nvSpPr>
            <p:spPr>
              <a:xfrm>
                <a:off x="8717494" y="7664276"/>
                <a:ext cx="306863" cy="171125"/>
              </a:xfrm>
              <a:custGeom>
                <a:avLst/>
                <a:gdLst/>
                <a:ahLst/>
                <a:cxnLst/>
                <a:rect l="l" t="t" r="r" b="b"/>
                <a:pathLst>
                  <a:path w="306863" h="171125">
                    <a:moveTo>
                      <a:pt x="0" y="146023"/>
                    </a:moveTo>
                    <a:lnTo>
                      <a:pt x="288200" y="5649"/>
                    </a:lnTo>
                    <a:lnTo>
                      <a:pt x="287154" y="3792"/>
                    </a:lnTo>
                    <a:lnTo>
                      <a:pt x="294262" y="0"/>
                    </a:lnTo>
                    <a:lnTo>
                      <a:pt x="306863" y="25581"/>
                    </a:lnTo>
                    <a:lnTo>
                      <a:pt x="293226" y="32769"/>
                    </a:lnTo>
                    <a:lnTo>
                      <a:pt x="12285" y="171125"/>
                    </a:lnTo>
                    <a:lnTo>
                      <a:pt x="0" y="1460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8" name="Контур"/>
              <p:cNvSpPr/>
              <p:nvPr/>
            </p:nvSpPr>
            <p:spPr>
              <a:xfrm>
                <a:off x="9099125" y="7560144"/>
                <a:ext cx="60891" cy="62953"/>
              </a:xfrm>
              <a:custGeom>
                <a:avLst/>
                <a:gdLst/>
                <a:ahLst/>
                <a:cxnLst/>
                <a:rect l="l" t="t" r="r" b="b"/>
                <a:pathLst>
                  <a:path w="60891" h="62953">
                    <a:moveTo>
                      <a:pt x="42913" y="9325"/>
                    </a:moveTo>
                    <a:lnTo>
                      <a:pt x="57622" y="38755"/>
                    </a:lnTo>
                    <a:lnTo>
                      <a:pt x="60891" y="46276"/>
                    </a:lnTo>
                    <a:lnTo>
                      <a:pt x="27059" y="62953"/>
                    </a:lnTo>
                    <a:lnTo>
                      <a:pt x="0" y="7307"/>
                    </a:lnTo>
                    <a:lnTo>
                      <a:pt x="15784" y="0"/>
                    </a:lnTo>
                    <a:lnTo>
                      <a:pt x="24500" y="17914"/>
                    </a:lnTo>
                    <a:lnTo>
                      <a:pt x="42913" y="93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9" name="Контур"/>
              <p:cNvSpPr/>
              <p:nvPr/>
            </p:nvSpPr>
            <p:spPr>
              <a:xfrm>
                <a:off x="9130592" y="7439653"/>
                <a:ext cx="192865" cy="159246"/>
              </a:xfrm>
              <a:custGeom>
                <a:avLst/>
                <a:gdLst/>
                <a:ahLst/>
                <a:cxnLst/>
                <a:rect l="l" t="t" r="r" b="b"/>
                <a:pathLst>
                  <a:path w="192865" h="159246">
                    <a:moveTo>
                      <a:pt x="26155" y="159246"/>
                    </a:moveTo>
                    <a:lnTo>
                      <a:pt x="11446" y="129816"/>
                    </a:lnTo>
                    <a:lnTo>
                      <a:pt x="0" y="105942"/>
                    </a:lnTo>
                    <a:lnTo>
                      <a:pt x="36363" y="88037"/>
                    </a:lnTo>
                    <a:lnTo>
                      <a:pt x="62964" y="74752"/>
                    </a:lnTo>
                    <a:lnTo>
                      <a:pt x="80982" y="66132"/>
                    </a:lnTo>
                    <a:lnTo>
                      <a:pt x="69304" y="41203"/>
                    </a:lnTo>
                    <a:lnTo>
                      <a:pt x="155601" y="0"/>
                    </a:lnTo>
                    <a:lnTo>
                      <a:pt x="192865" y="75212"/>
                    </a:lnTo>
                    <a:lnTo>
                      <a:pt x="132230" y="106761"/>
                    </a:lnTo>
                    <a:lnTo>
                      <a:pt x="26155" y="1592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0" name="Контур"/>
              <p:cNvSpPr/>
              <p:nvPr/>
            </p:nvSpPr>
            <p:spPr>
              <a:xfrm>
                <a:off x="8717494" y="7664276"/>
                <a:ext cx="306863" cy="171125"/>
              </a:xfrm>
              <a:custGeom>
                <a:avLst/>
                <a:gdLst/>
                <a:ahLst/>
                <a:cxnLst/>
                <a:rect l="l" t="t" r="r" b="b"/>
                <a:pathLst>
                  <a:path w="306863" h="171125">
                    <a:moveTo>
                      <a:pt x="0" y="146023"/>
                    </a:moveTo>
                    <a:lnTo>
                      <a:pt x="288200" y="5649"/>
                    </a:lnTo>
                    <a:lnTo>
                      <a:pt x="287154" y="3792"/>
                    </a:lnTo>
                    <a:lnTo>
                      <a:pt x="294262" y="0"/>
                    </a:lnTo>
                    <a:lnTo>
                      <a:pt x="306863" y="25581"/>
                    </a:lnTo>
                    <a:lnTo>
                      <a:pt x="293226" y="32769"/>
                    </a:lnTo>
                    <a:lnTo>
                      <a:pt x="12285" y="171125"/>
                    </a:lnTo>
                    <a:lnTo>
                      <a:pt x="0" y="1460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1" name="Контур"/>
              <p:cNvSpPr/>
              <p:nvPr/>
            </p:nvSpPr>
            <p:spPr>
              <a:xfrm>
                <a:off x="8834283" y="7480904"/>
                <a:ext cx="117367" cy="67471"/>
              </a:xfrm>
              <a:custGeom>
                <a:avLst/>
                <a:gdLst/>
                <a:ahLst/>
                <a:cxnLst/>
                <a:rect l="l" t="t" r="r" b="b"/>
                <a:pathLst>
                  <a:path w="117367" h="67471">
                    <a:moveTo>
                      <a:pt x="117367" y="13533"/>
                    </a:moveTo>
                    <a:lnTo>
                      <a:pt x="92168" y="25802"/>
                    </a:lnTo>
                    <a:lnTo>
                      <a:pt x="78146" y="32640"/>
                    </a:lnTo>
                    <a:lnTo>
                      <a:pt x="6588" y="67471"/>
                    </a:lnTo>
                    <a:lnTo>
                      <a:pt x="0" y="53938"/>
                    </a:lnTo>
                    <a:lnTo>
                      <a:pt x="110779" y="0"/>
                    </a:lnTo>
                    <a:lnTo>
                      <a:pt x="117367" y="13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2" name="Контур"/>
              <p:cNvSpPr/>
              <p:nvPr/>
            </p:nvSpPr>
            <p:spPr>
              <a:xfrm>
                <a:off x="7981697" y="6625336"/>
                <a:ext cx="77230" cy="110502"/>
              </a:xfrm>
              <a:custGeom>
                <a:avLst/>
                <a:gdLst/>
                <a:ahLst/>
                <a:cxnLst/>
                <a:rect l="l" t="t" r="r" b="b"/>
                <a:pathLst>
                  <a:path w="77230" h="110502">
                    <a:moveTo>
                      <a:pt x="42216" y="0"/>
                    </a:moveTo>
                    <a:lnTo>
                      <a:pt x="77230" y="47633"/>
                    </a:lnTo>
                    <a:lnTo>
                      <a:pt x="49957" y="67681"/>
                    </a:lnTo>
                    <a:lnTo>
                      <a:pt x="66092" y="89632"/>
                    </a:lnTo>
                    <a:lnTo>
                      <a:pt x="37701" y="110502"/>
                    </a:lnTo>
                    <a:lnTo>
                      <a:pt x="7153" y="68944"/>
                    </a:lnTo>
                    <a:lnTo>
                      <a:pt x="20602" y="59058"/>
                    </a:lnTo>
                    <a:lnTo>
                      <a:pt x="0" y="31032"/>
                    </a:lnTo>
                    <a:lnTo>
                      <a:pt x="4221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3" name="Контур"/>
              <p:cNvSpPr/>
              <p:nvPr/>
            </p:nvSpPr>
            <p:spPr>
              <a:xfrm>
                <a:off x="8332788" y="6609483"/>
                <a:ext cx="59819" cy="69093"/>
              </a:xfrm>
              <a:custGeom>
                <a:avLst/>
                <a:gdLst/>
                <a:ahLst/>
                <a:cxnLst/>
                <a:rect l="l" t="t" r="r" b="b"/>
                <a:pathLst>
                  <a:path w="59819" h="69093">
                    <a:moveTo>
                      <a:pt x="34876" y="0"/>
                    </a:moveTo>
                    <a:lnTo>
                      <a:pt x="59819" y="35465"/>
                    </a:lnTo>
                    <a:lnTo>
                      <a:pt x="12033" y="69093"/>
                    </a:lnTo>
                    <a:lnTo>
                      <a:pt x="2267" y="56704"/>
                    </a:lnTo>
                    <a:lnTo>
                      <a:pt x="0" y="24775"/>
                    </a:lnTo>
                    <a:lnTo>
                      <a:pt x="348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4" name="Контур"/>
              <p:cNvSpPr/>
              <p:nvPr/>
            </p:nvSpPr>
            <p:spPr>
              <a:xfrm>
                <a:off x="8476856" y="6661432"/>
                <a:ext cx="59206" cy="67465"/>
              </a:xfrm>
              <a:custGeom>
                <a:avLst/>
                <a:gdLst/>
                <a:ahLst/>
                <a:cxnLst/>
                <a:rect l="l" t="t" r="r" b="b"/>
                <a:pathLst>
                  <a:path w="59206" h="67465">
                    <a:moveTo>
                      <a:pt x="59206" y="51839"/>
                    </a:moveTo>
                    <a:lnTo>
                      <a:pt x="33802" y="67465"/>
                    </a:lnTo>
                    <a:lnTo>
                      <a:pt x="0" y="16444"/>
                    </a:lnTo>
                    <a:lnTo>
                      <a:pt x="24753" y="0"/>
                    </a:lnTo>
                    <a:lnTo>
                      <a:pt x="59206" y="518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5" name="Контур"/>
              <p:cNvSpPr/>
              <p:nvPr/>
            </p:nvSpPr>
            <p:spPr>
              <a:xfrm>
                <a:off x="8434961" y="6540088"/>
                <a:ext cx="135850" cy="109593"/>
              </a:xfrm>
              <a:custGeom>
                <a:avLst/>
                <a:gdLst/>
                <a:ahLst/>
                <a:cxnLst/>
                <a:rect l="l" t="t" r="r" b="b"/>
                <a:pathLst>
                  <a:path w="135850" h="109593">
                    <a:moveTo>
                      <a:pt x="110040" y="0"/>
                    </a:moveTo>
                    <a:lnTo>
                      <a:pt x="135850" y="42067"/>
                    </a:lnTo>
                    <a:lnTo>
                      <a:pt x="25810" y="109593"/>
                    </a:lnTo>
                    <a:lnTo>
                      <a:pt x="0" y="67540"/>
                    </a:lnTo>
                    <a:lnTo>
                      <a:pt x="11004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6" name="Контур"/>
              <p:cNvSpPr/>
              <p:nvPr/>
            </p:nvSpPr>
            <p:spPr>
              <a:xfrm>
                <a:off x="8357725" y="6578346"/>
                <a:ext cx="59059" cy="66602"/>
              </a:xfrm>
              <a:custGeom>
                <a:avLst/>
                <a:gdLst/>
                <a:ahLst/>
                <a:cxnLst/>
                <a:rect l="l" t="t" r="r" b="b"/>
                <a:pathLst>
                  <a:path w="59059" h="66602">
                    <a:moveTo>
                      <a:pt x="0" y="17004"/>
                    </a:moveTo>
                    <a:lnTo>
                      <a:pt x="24176" y="0"/>
                    </a:lnTo>
                    <a:lnTo>
                      <a:pt x="59059" y="49599"/>
                    </a:lnTo>
                    <a:lnTo>
                      <a:pt x="34882" y="66602"/>
                    </a:lnTo>
                    <a:lnTo>
                      <a:pt x="9939" y="31137"/>
                    </a:lnTo>
                    <a:lnTo>
                      <a:pt x="0" y="170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7" name="Контур"/>
              <p:cNvSpPr/>
              <p:nvPr/>
            </p:nvSpPr>
            <p:spPr>
              <a:xfrm>
                <a:off x="7980619" y="6811062"/>
                <a:ext cx="112371" cy="108081"/>
              </a:xfrm>
              <a:custGeom>
                <a:avLst/>
                <a:gdLst/>
                <a:ahLst/>
                <a:cxnLst/>
                <a:rect l="l" t="t" r="r" b="b"/>
                <a:pathLst>
                  <a:path w="112371" h="108081">
                    <a:moveTo>
                      <a:pt x="112371" y="56554"/>
                    </a:moveTo>
                    <a:lnTo>
                      <a:pt x="39786" y="108081"/>
                    </a:lnTo>
                    <a:lnTo>
                      <a:pt x="0" y="48377"/>
                    </a:lnTo>
                    <a:lnTo>
                      <a:pt x="75013" y="0"/>
                    </a:lnTo>
                    <a:lnTo>
                      <a:pt x="112371" y="565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8" name="Контур"/>
              <p:cNvSpPr/>
              <p:nvPr/>
            </p:nvSpPr>
            <p:spPr>
              <a:xfrm>
                <a:off x="8055632" y="6637685"/>
                <a:ext cx="270953" cy="229931"/>
              </a:xfrm>
              <a:custGeom>
                <a:avLst/>
                <a:gdLst/>
                <a:ahLst/>
                <a:cxnLst/>
                <a:rect l="l" t="t" r="r" b="b"/>
                <a:pathLst>
                  <a:path w="270953" h="229931">
                    <a:moveTo>
                      <a:pt x="253516" y="81947"/>
                    </a:moveTo>
                    <a:lnTo>
                      <a:pt x="204534" y="114764"/>
                    </a:lnTo>
                    <a:lnTo>
                      <a:pt x="159810" y="146235"/>
                    </a:lnTo>
                    <a:lnTo>
                      <a:pt x="111444" y="179614"/>
                    </a:lnTo>
                    <a:lnTo>
                      <a:pt x="37358" y="229931"/>
                    </a:lnTo>
                    <a:lnTo>
                      <a:pt x="0" y="173377"/>
                    </a:lnTo>
                    <a:lnTo>
                      <a:pt x="34915" y="149449"/>
                    </a:lnTo>
                    <a:lnTo>
                      <a:pt x="26798" y="137607"/>
                    </a:lnTo>
                    <a:lnTo>
                      <a:pt x="127939" y="68291"/>
                    </a:lnTo>
                    <a:lnTo>
                      <a:pt x="162072" y="43815"/>
                    </a:lnTo>
                    <a:lnTo>
                      <a:pt x="171220" y="56766"/>
                    </a:lnTo>
                    <a:lnTo>
                      <a:pt x="216201" y="27438"/>
                    </a:lnTo>
                    <a:lnTo>
                      <a:pt x="206471" y="11106"/>
                    </a:lnTo>
                    <a:lnTo>
                      <a:pt x="223122" y="0"/>
                    </a:lnTo>
                    <a:lnTo>
                      <a:pt x="257240" y="50632"/>
                    </a:lnTo>
                    <a:lnTo>
                      <a:pt x="270953" y="68925"/>
                    </a:lnTo>
                    <a:lnTo>
                      <a:pt x="253516" y="81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9" name="Контур"/>
              <p:cNvSpPr/>
              <p:nvPr/>
            </p:nvSpPr>
            <p:spPr>
              <a:xfrm>
                <a:off x="8191060" y="6830903"/>
                <a:ext cx="49853" cy="43600"/>
              </a:xfrm>
              <a:custGeom>
                <a:avLst/>
                <a:gdLst/>
                <a:ahLst/>
                <a:cxnLst/>
                <a:rect l="l" t="t" r="r" b="b"/>
                <a:pathLst>
                  <a:path w="49853" h="43600">
                    <a:moveTo>
                      <a:pt x="12607" y="43600"/>
                    </a:moveTo>
                    <a:lnTo>
                      <a:pt x="0" y="24181"/>
                    </a:lnTo>
                    <a:lnTo>
                      <a:pt x="37245" y="0"/>
                    </a:lnTo>
                    <a:lnTo>
                      <a:pt x="49853" y="19420"/>
                    </a:lnTo>
                    <a:lnTo>
                      <a:pt x="12607" y="43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0" name="Контур"/>
              <p:cNvSpPr/>
              <p:nvPr/>
            </p:nvSpPr>
            <p:spPr>
              <a:xfrm>
                <a:off x="8344821" y="6644948"/>
                <a:ext cx="118245" cy="133754"/>
              </a:xfrm>
              <a:custGeom>
                <a:avLst/>
                <a:gdLst/>
                <a:ahLst/>
                <a:cxnLst/>
                <a:rect l="l" t="t" r="r" b="b"/>
                <a:pathLst>
                  <a:path w="118245" h="133754">
                    <a:moveTo>
                      <a:pt x="0" y="33628"/>
                    </a:moveTo>
                    <a:lnTo>
                      <a:pt x="47786" y="0"/>
                    </a:lnTo>
                    <a:lnTo>
                      <a:pt x="118245" y="100127"/>
                    </a:lnTo>
                    <a:lnTo>
                      <a:pt x="70458" y="133754"/>
                    </a:lnTo>
                    <a:lnTo>
                      <a:pt x="0" y="336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1" name="Контур"/>
              <p:cNvSpPr/>
              <p:nvPr/>
            </p:nvSpPr>
            <p:spPr>
              <a:xfrm>
                <a:off x="8215442" y="6752449"/>
                <a:ext cx="53023" cy="42413"/>
              </a:xfrm>
              <a:custGeom>
                <a:avLst/>
                <a:gdLst/>
                <a:ahLst/>
                <a:cxnLst/>
                <a:rect l="l" t="t" r="r" b="b"/>
                <a:pathLst>
                  <a:path w="53023" h="42413">
                    <a:moveTo>
                      <a:pt x="0" y="31471"/>
                    </a:moveTo>
                    <a:lnTo>
                      <a:pt x="44724" y="0"/>
                    </a:lnTo>
                    <a:lnTo>
                      <a:pt x="53023" y="11678"/>
                    </a:lnTo>
                    <a:lnTo>
                      <a:pt x="7551" y="42413"/>
                    </a:lnTo>
                    <a:lnTo>
                      <a:pt x="0" y="314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2" name="Контур"/>
              <p:cNvSpPr/>
              <p:nvPr/>
            </p:nvSpPr>
            <p:spPr>
              <a:xfrm>
                <a:off x="8557558" y="6672540"/>
                <a:ext cx="73193" cy="75451"/>
              </a:xfrm>
              <a:custGeom>
                <a:avLst/>
                <a:gdLst/>
                <a:ahLst/>
                <a:cxnLst/>
                <a:rect l="l" t="t" r="r" b="b"/>
                <a:pathLst>
                  <a:path w="73193" h="75451">
                    <a:moveTo>
                      <a:pt x="29284" y="75451"/>
                    </a:moveTo>
                    <a:lnTo>
                      <a:pt x="0" y="27620"/>
                    </a:lnTo>
                    <a:lnTo>
                      <a:pt x="42079" y="0"/>
                    </a:lnTo>
                    <a:lnTo>
                      <a:pt x="73193" y="46902"/>
                    </a:lnTo>
                    <a:lnTo>
                      <a:pt x="29284" y="754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3" name="Контур"/>
              <p:cNvSpPr/>
              <p:nvPr/>
            </p:nvSpPr>
            <p:spPr>
              <a:xfrm>
                <a:off x="8204704" y="7506706"/>
                <a:ext cx="800990" cy="351445"/>
              </a:xfrm>
              <a:custGeom>
                <a:avLst/>
                <a:gdLst/>
                <a:ahLst/>
                <a:cxnLst/>
                <a:rect l="l" t="t" r="r" b="b"/>
                <a:pathLst>
                  <a:path w="800990" h="351445">
                    <a:moveTo>
                      <a:pt x="0" y="351445"/>
                    </a:moveTo>
                    <a:lnTo>
                      <a:pt x="155639" y="275991"/>
                    </a:lnTo>
                    <a:lnTo>
                      <a:pt x="194432" y="256700"/>
                    </a:lnTo>
                    <a:lnTo>
                      <a:pt x="220161" y="243907"/>
                    </a:lnTo>
                    <a:lnTo>
                      <a:pt x="294880" y="206751"/>
                    </a:lnTo>
                    <a:lnTo>
                      <a:pt x="423559" y="145569"/>
                    </a:lnTo>
                    <a:lnTo>
                      <a:pt x="636167" y="41669"/>
                    </a:lnTo>
                    <a:lnTo>
                      <a:pt x="707725" y="6838"/>
                    </a:lnTo>
                    <a:lnTo>
                      <a:pt x="721747" y="0"/>
                    </a:lnTo>
                    <a:lnTo>
                      <a:pt x="799944" y="161362"/>
                    </a:lnTo>
                    <a:lnTo>
                      <a:pt x="800990" y="163219"/>
                    </a:lnTo>
                    <a:lnTo>
                      <a:pt x="512790" y="303593"/>
                    </a:lnTo>
                    <a:lnTo>
                      <a:pt x="525075" y="328695"/>
                    </a:lnTo>
                    <a:lnTo>
                      <a:pt x="530348" y="339403"/>
                    </a:lnTo>
                    <a:lnTo>
                      <a:pt x="509639" y="349606"/>
                    </a:lnTo>
                    <a:lnTo>
                      <a:pt x="0" y="3514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4" name="Контур"/>
              <p:cNvSpPr/>
              <p:nvPr/>
            </p:nvSpPr>
            <p:spPr>
              <a:xfrm>
                <a:off x="7938156" y="7660691"/>
                <a:ext cx="133474" cy="120672"/>
              </a:xfrm>
              <a:custGeom>
                <a:avLst/>
                <a:gdLst/>
                <a:ahLst/>
                <a:cxnLst/>
                <a:rect l="l" t="t" r="r" b="b"/>
                <a:pathLst>
                  <a:path w="133474" h="120672">
                    <a:moveTo>
                      <a:pt x="106661" y="0"/>
                    </a:moveTo>
                    <a:lnTo>
                      <a:pt x="133474" y="52569"/>
                    </a:lnTo>
                    <a:lnTo>
                      <a:pt x="106661" y="68697"/>
                    </a:lnTo>
                    <a:lnTo>
                      <a:pt x="119170" y="90206"/>
                    </a:lnTo>
                    <a:lnTo>
                      <a:pt x="63759" y="120672"/>
                    </a:lnTo>
                    <a:lnTo>
                      <a:pt x="50055" y="96777"/>
                    </a:lnTo>
                    <a:lnTo>
                      <a:pt x="27408" y="108725"/>
                    </a:lnTo>
                    <a:lnTo>
                      <a:pt x="0" y="53765"/>
                    </a:lnTo>
                    <a:lnTo>
                      <a:pt x="1066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5" name="Контур"/>
              <p:cNvSpPr/>
              <p:nvPr/>
            </p:nvSpPr>
            <p:spPr>
              <a:xfrm>
                <a:off x="7920000" y="7091143"/>
                <a:ext cx="52451" cy="87781"/>
              </a:xfrm>
              <a:custGeom>
                <a:avLst/>
                <a:gdLst/>
                <a:ahLst/>
                <a:cxnLst/>
                <a:rect l="l" t="t" r="r" b="b"/>
                <a:pathLst>
                  <a:path w="52451" h="87781">
                    <a:moveTo>
                      <a:pt x="52451" y="70222"/>
                    </a:moveTo>
                    <a:lnTo>
                      <a:pt x="19919" y="87781"/>
                    </a:lnTo>
                    <a:lnTo>
                      <a:pt x="0" y="50880"/>
                    </a:lnTo>
                    <a:lnTo>
                      <a:pt x="0" y="7852"/>
                    </a:lnTo>
                    <a:lnTo>
                      <a:pt x="1454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96" name="Контур"/>
              <p:cNvSpPr/>
              <p:nvPr/>
            </p:nvSpPr>
            <p:spPr>
              <a:xfrm>
                <a:off x="7920000" y="7091143"/>
                <a:ext cx="52451" cy="87781"/>
              </a:xfrm>
              <a:custGeom>
                <a:avLst/>
                <a:gdLst/>
                <a:ahLst/>
                <a:cxnLst/>
                <a:rect l="l" t="t" r="r" b="b"/>
                <a:pathLst>
                  <a:path w="52451" h="87781" fill="none">
                    <a:moveTo>
                      <a:pt x="52451" y="70222"/>
                    </a:moveTo>
                    <a:lnTo>
                      <a:pt x="19919" y="87781"/>
                    </a:lnTo>
                    <a:lnTo>
                      <a:pt x="0" y="50880"/>
                    </a:lnTo>
                    <a:moveTo>
                      <a:pt x="0" y="7852"/>
                    </a:moveTo>
                    <a:lnTo>
                      <a:pt x="14546" y="0"/>
                    </a:lnTo>
                    <a:lnTo>
                      <a:pt x="52451" y="70222"/>
                    </a:lnTo>
                    <a:lnTo>
                      <a:pt x="52451" y="70222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7" name="Контур"/>
              <p:cNvSpPr/>
              <p:nvPr/>
            </p:nvSpPr>
            <p:spPr>
              <a:xfrm>
                <a:off x="8484252" y="6700160"/>
                <a:ext cx="194534" cy="242768"/>
              </a:xfrm>
              <a:custGeom>
                <a:avLst/>
                <a:gdLst/>
                <a:ahLst/>
                <a:cxnLst/>
                <a:rect l="l" t="t" r="r" b="b"/>
                <a:pathLst>
                  <a:path w="194534" h="242768">
                    <a:moveTo>
                      <a:pt x="121229" y="242768"/>
                    </a:moveTo>
                    <a:lnTo>
                      <a:pt x="0" y="44916"/>
                    </a:lnTo>
                    <a:lnTo>
                      <a:pt x="26406" y="28737"/>
                    </a:lnTo>
                    <a:lnTo>
                      <a:pt x="51810" y="13111"/>
                    </a:lnTo>
                    <a:lnTo>
                      <a:pt x="73306" y="0"/>
                    </a:lnTo>
                    <a:lnTo>
                      <a:pt x="102590" y="47831"/>
                    </a:lnTo>
                    <a:lnTo>
                      <a:pt x="129377" y="91579"/>
                    </a:lnTo>
                    <a:lnTo>
                      <a:pt x="194534" y="197852"/>
                    </a:lnTo>
                    <a:lnTo>
                      <a:pt x="121229" y="2427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8" name="Контур"/>
              <p:cNvSpPr/>
              <p:nvPr/>
            </p:nvSpPr>
            <p:spPr>
              <a:xfrm>
                <a:off x="8349285" y="6814777"/>
                <a:ext cx="81188" cy="113006"/>
              </a:xfrm>
              <a:custGeom>
                <a:avLst/>
                <a:gdLst/>
                <a:ahLst/>
                <a:cxnLst/>
                <a:rect l="l" t="t" r="r" b="b"/>
                <a:pathLst>
                  <a:path w="81188" h="113006">
                    <a:moveTo>
                      <a:pt x="57528" y="113006"/>
                    </a:moveTo>
                    <a:lnTo>
                      <a:pt x="3028" y="34690"/>
                    </a:lnTo>
                    <a:lnTo>
                      <a:pt x="12133" y="28854"/>
                    </a:lnTo>
                    <a:lnTo>
                      <a:pt x="0" y="9928"/>
                    </a:lnTo>
                    <a:lnTo>
                      <a:pt x="16397" y="0"/>
                    </a:lnTo>
                    <a:lnTo>
                      <a:pt x="81188" y="96874"/>
                    </a:lnTo>
                    <a:lnTo>
                      <a:pt x="57528" y="1130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9" name="Контур"/>
              <p:cNvSpPr/>
              <p:nvPr/>
            </p:nvSpPr>
            <p:spPr>
              <a:xfrm>
                <a:off x="8203667" y="6842390"/>
                <a:ext cx="81857" cy="82006"/>
              </a:xfrm>
              <a:custGeom>
                <a:avLst/>
                <a:gdLst/>
                <a:ahLst/>
                <a:cxnLst/>
                <a:rect l="l" t="t" r="r" b="b"/>
                <a:pathLst>
                  <a:path w="81857" h="82006">
                    <a:moveTo>
                      <a:pt x="0" y="32113"/>
                    </a:moveTo>
                    <a:lnTo>
                      <a:pt x="37246" y="7933"/>
                    </a:lnTo>
                    <a:lnTo>
                      <a:pt x="49465" y="0"/>
                    </a:lnTo>
                    <a:lnTo>
                      <a:pt x="81857" y="49892"/>
                    </a:lnTo>
                    <a:lnTo>
                      <a:pt x="32392" y="82006"/>
                    </a:lnTo>
                    <a:lnTo>
                      <a:pt x="0" y="321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0" name="Контур"/>
              <p:cNvSpPr/>
              <p:nvPr/>
            </p:nvSpPr>
            <p:spPr>
              <a:xfrm>
                <a:off x="11785531" y="7010067"/>
                <a:ext cx="204896" cy="139388"/>
              </a:xfrm>
              <a:custGeom>
                <a:avLst/>
                <a:gdLst/>
                <a:ahLst/>
                <a:cxnLst/>
                <a:rect l="l" t="t" r="r" b="b"/>
                <a:pathLst>
                  <a:path w="204896" h="139388">
                    <a:moveTo>
                      <a:pt x="0" y="81339"/>
                    </a:moveTo>
                    <a:lnTo>
                      <a:pt x="178304" y="0"/>
                    </a:lnTo>
                    <a:lnTo>
                      <a:pt x="204896" y="56617"/>
                    </a:lnTo>
                    <a:lnTo>
                      <a:pt x="27220" y="139388"/>
                    </a:lnTo>
                    <a:lnTo>
                      <a:pt x="0" y="813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1" name="Контур"/>
              <p:cNvSpPr/>
              <p:nvPr/>
            </p:nvSpPr>
            <p:spPr>
              <a:xfrm>
                <a:off x="12312080" y="6694465"/>
                <a:ext cx="315345" cy="399615"/>
              </a:xfrm>
              <a:custGeom>
                <a:avLst/>
                <a:gdLst/>
                <a:ahLst/>
                <a:cxnLst/>
                <a:rect l="l" t="t" r="r" b="b"/>
                <a:pathLst>
                  <a:path w="315345" h="399615">
                    <a:moveTo>
                      <a:pt x="158260" y="0"/>
                    </a:moveTo>
                    <a:lnTo>
                      <a:pt x="315345" y="322479"/>
                    </a:lnTo>
                    <a:lnTo>
                      <a:pt x="157195" y="399615"/>
                    </a:lnTo>
                    <a:lnTo>
                      <a:pt x="0" y="77347"/>
                    </a:lnTo>
                    <a:lnTo>
                      <a:pt x="77347" y="38760"/>
                    </a:lnTo>
                    <a:lnTo>
                      <a:pt x="1582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2" name="Контур"/>
              <p:cNvSpPr/>
              <p:nvPr/>
            </p:nvSpPr>
            <p:spPr>
              <a:xfrm>
                <a:off x="11987544" y="6953136"/>
                <a:ext cx="82553" cy="58138"/>
              </a:xfrm>
              <a:custGeom>
                <a:avLst/>
                <a:gdLst/>
                <a:ahLst/>
                <a:cxnLst/>
                <a:rect l="l" t="t" r="r" b="b"/>
                <a:pathLst>
                  <a:path w="82553" h="58138">
                    <a:moveTo>
                      <a:pt x="3515" y="44757"/>
                    </a:moveTo>
                    <a:lnTo>
                      <a:pt x="0" y="36268"/>
                    </a:lnTo>
                    <a:lnTo>
                      <a:pt x="41549" y="19069"/>
                    </a:lnTo>
                    <a:lnTo>
                      <a:pt x="38652" y="12072"/>
                    </a:lnTo>
                    <a:lnTo>
                      <a:pt x="67815" y="0"/>
                    </a:lnTo>
                    <a:lnTo>
                      <a:pt x="82553" y="35603"/>
                    </a:lnTo>
                    <a:lnTo>
                      <a:pt x="53033" y="47824"/>
                    </a:lnTo>
                    <a:lnTo>
                      <a:pt x="50244" y="41087"/>
                    </a:lnTo>
                    <a:lnTo>
                      <a:pt x="9054" y="58138"/>
                    </a:lnTo>
                    <a:lnTo>
                      <a:pt x="3515" y="447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3" name="Контур"/>
              <p:cNvSpPr/>
              <p:nvPr/>
            </p:nvSpPr>
            <p:spPr>
              <a:xfrm>
                <a:off x="11882985" y="7527735"/>
                <a:ext cx="29147" cy="35780"/>
              </a:xfrm>
              <a:custGeom>
                <a:avLst/>
                <a:gdLst/>
                <a:ahLst/>
                <a:cxnLst/>
                <a:rect l="l" t="t" r="r" b="b"/>
                <a:pathLst>
                  <a:path w="29147" h="35780">
                    <a:moveTo>
                      <a:pt x="0" y="7493"/>
                    </a:moveTo>
                    <a:lnTo>
                      <a:pt x="13903" y="0"/>
                    </a:lnTo>
                    <a:lnTo>
                      <a:pt x="29147" y="28287"/>
                    </a:lnTo>
                    <a:lnTo>
                      <a:pt x="15243" y="35780"/>
                    </a:lnTo>
                    <a:lnTo>
                      <a:pt x="0" y="74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4" name="Контур"/>
              <p:cNvSpPr/>
              <p:nvPr/>
            </p:nvSpPr>
            <p:spPr>
              <a:xfrm>
                <a:off x="12258366" y="7407281"/>
                <a:ext cx="104934" cy="136638"/>
              </a:xfrm>
              <a:custGeom>
                <a:avLst/>
                <a:gdLst/>
                <a:ahLst/>
                <a:cxnLst/>
                <a:rect l="l" t="t" r="r" b="b"/>
                <a:pathLst>
                  <a:path w="104934" h="136638">
                    <a:moveTo>
                      <a:pt x="51035" y="0"/>
                    </a:moveTo>
                    <a:lnTo>
                      <a:pt x="104934" y="112100"/>
                    </a:lnTo>
                    <a:lnTo>
                      <a:pt x="53900" y="136638"/>
                    </a:lnTo>
                    <a:lnTo>
                      <a:pt x="0" y="24539"/>
                    </a:lnTo>
                    <a:lnTo>
                      <a:pt x="510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5" name="Контур"/>
              <p:cNvSpPr/>
              <p:nvPr/>
            </p:nvSpPr>
            <p:spPr>
              <a:xfrm>
                <a:off x="12039200" y="7200459"/>
                <a:ext cx="241078" cy="128254"/>
              </a:xfrm>
              <a:custGeom>
                <a:avLst/>
                <a:gdLst/>
                <a:ahLst/>
                <a:cxnLst/>
                <a:rect l="l" t="t" r="r" b="b"/>
                <a:pathLst>
                  <a:path w="241078" h="128254">
                    <a:moveTo>
                      <a:pt x="71873" y="128254"/>
                    </a:moveTo>
                    <a:lnTo>
                      <a:pt x="57546" y="96722"/>
                    </a:lnTo>
                    <a:lnTo>
                      <a:pt x="31758" y="107711"/>
                    </a:lnTo>
                    <a:lnTo>
                      <a:pt x="25789" y="95289"/>
                    </a:lnTo>
                    <a:lnTo>
                      <a:pt x="19819" y="98394"/>
                    </a:lnTo>
                    <a:lnTo>
                      <a:pt x="16715" y="92423"/>
                    </a:lnTo>
                    <a:lnTo>
                      <a:pt x="11462" y="94811"/>
                    </a:lnTo>
                    <a:lnTo>
                      <a:pt x="0" y="70684"/>
                    </a:lnTo>
                    <a:lnTo>
                      <a:pt x="39756" y="53187"/>
                    </a:lnTo>
                    <a:lnTo>
                      <a:pt x="50620" y="75761"/>
                    </a:lnTo>
                    <a:lnTo>
                      <a:pt x="145220" y="31917"/>
                    </a:lnTo>
                    <a:lnTo>
                      <a:pt x="209667" y="2599"/>
                    </a:lnTo>
                    <a:lnTo>
                      <a:pt x="215866" y="0"/>
                    </a:lnTo>
                    <a:lnTo>
                      <a:pt x="241078" y="58735"/>
                    </a:lnTo>
                    <a:lnTo>
                      <a:pt x="71873" y="1282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6" name="Контур"/>
              <p:cNvSpPr/>
              <p:nvPr/>
            </p:nvSpPr>
            <p:spPr>
              <a:xfrm>
                <a:off x="12076926" y="7206440"/>
                <a:ext cx="107494" cy="69780"/>
              </a:xfrm>
              <a:custGeom>
                <a:avLst/>
                <a:gdLst/>
                <a:ahLst/>
                <a:cxnLst/>
                <a:rect l="l" t="t" r="r" b="b"/>
                <a:pathLst>
                  <a:path w="107494" h="69780">
                    <a:moveTo>
                      <a:pt x="12894" y="69780"/>
                    </a:moveTo>
                    <a:lnTo>
                      <a:pt x="2030" y="47206"/>
                    </a:lnTo>
                    <a:lnTo>
                      <a:pt x="0" y="43265"/>
                    </a:lnTo>
                    <a:lnTo>
                      <a:pt x="95695" y="0"/>
                    </a:lnTo>
                    <a:lnTo>
                      <a:pt x="107494" y="25936"/>
                    </a:lnTo>
                    <a:lnTo>
                      <a:pt x="12894" y="697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7" name="Контур"/>
              <p:cNvSpPr/>
              <p:nvPr/>
            </p:nvSpPr>
            <p:spPr>
              <a:xfrm>
                <a:off x="12172621" y="7177122"/>
                <a:ext cx="76246" cy="55254"/>
              </a:xfrm>
              <a:custGeom>
                <a:avLst/>
                <a:gdLst/>
                <a:ahLst/>
                <a:cxnLst/>
                <a:rect l="l" t="t" r="r" b="b"/>
                <a:pathLst>
                  <a:path w="76246" h="55254">
                    <a:moveTo>
                      <a:pt x="11799" y="55254"/>
                    </a:moveTo>
                    <a:lnTo>
                      <a:pt x="0" y="29318"/>
                    </a:lnTo>
                    <a:lnTo>
                      <a:pt x="64448" y="0"/>
                    </a:lnTo>
                    <a:lnTo>
                      <a:pt x="76246" y="25936"/>
                    </a:lnTo>
                    <a:lnTo>
                      <a:pt x="11799" y="552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8" name="Контур"/>
              <p:cNvSpPr/>
              <p:nvPr/>
            </p:nvSpPr>
            <p:spPr>
              <a:xfrm>
                <a:off x="12191892" y="7098202"/>
                <a:ext cx="46706" cy="53122"/>
              </a:xfrm>
              <a:custGeom>
                <a:avLst/>
                <a:gdLst/>
                <a:ahLst/>
                <a:cxnLst/>
                <a:rect l="l" t="t" r="r" b="b"/>
                <a:pathLst>
                  <a:path w="46706" h="53122">
                    <a:moveTo>
                      <a:pt x="0" y="12907"/>
                    </a:moveTo>
                    <a:lnTo>
                      <a:pt x="28481" y="0"/>
                    </a:lnTo>
                    <a:lnTo>
                      <a:pt x="46706" y="40214"/>
                    </a:lnTo>
                    <a:lnTo>
                      <a:pt x="18226" y="53122"/>
                    </a:lnTo>
                    <a:lnTo>
                      <a:pt x="0" y="129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9" name="Контур"/>
              <p:cNvSpPr/>
              <p:nvPr/>
            </p:nvSpPr>
            <p:spPr>
              <a:xfrm>
                <a:off x="12297598" y="7724753"/>
                <a:ext cx="131760" cy="100184"/>
              </a:xfrm>
              <a:custGeom>
                <a:avLst/>
                <a:gdLst/>
                <a:ahLst/>
                <a:cxnLst/>
                <a:rect l="l" t="t" r="r" b="b"/>
                <a:pathLst>
                  <a:path w="131760" h="100184">
                    <a:moveTo>
                      <a:pt x="109067" y="0"/>
                    </a:moveTo>
                    <a:lnTo>
                      <a:pt x="126993" y="36106"/>
                    </a:lnTo>
                    <a:lnTo>
                      <a:pt x="131760" y="48283"/>
                    </a:lnTo>
                    <a:lnTo>
                      <a:pt x="22046" y="100184"/>
                    </a:lnTo>
                    <a:lnTo>
                      <a:pt x="0" y="53314"/>
                    </a:lnTo>
                    <a:lnTo>
                      <a:pt x="10906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0" name="Контур"/>
              <p:cNvSpPr/>
              <p:nvPr/>
            </p:nvSpPr>
            <p:spPr>
              <a:xfrm>
                <a:off x="11732708" y="7832270"/>
                <a:ext cx="20830" cy="12883"/>
              </a:xfrm>
              <a:custGeom>
                <a:avLst/>
                <a:gdLst/>
                <a:ahLst/>
                <a:cxnLst/>
                <a:rect l="l" t="t" r="r" b="b"/>
                <a:pathLst>
                  <a:path w="20830" h="12883">
                    <a:moveTo>
                      <a:pt x="2846" y="12883"/>
                    </a:moveTo>
                    <a:lnTo>
                      <a:pt x="0" y="7262"/>
                    </a:lnTo>
                    <a:lnTo>
                      <a:pt x="14340" y="0"/>
                    </a:lnTo>
                    <a:lnTo>
                      <a:pt x="20830" y="12816"/>
                    </a:lnTo>
                    <a:lnTo>
                      <a:pt x="2846" y="128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1" name="Контур"/>
              <p:cNvSpPr/>
              <p:nvPr/>
            </p:nvSpPr>
            <p:spPr>
              <a:xfrm>
                <a:off x="11716267" y="7388029"/>
                <a:ext cx="513733" cy="411079"/>
              </a:xfrm>
              <a:custGeom>
                <a:avLst/>
                <a:gdLst/>
                <a:ahLst/>
                <a:cxnLst/>
                <a:rect l="l" t="t" r="r" b="b"/>
                <a:pathLst>
                  <a:path w="513733" h="411079">
                    <a:moveTo>
                      <a:pt x="39402" y="247618"/>
                    </a:moveTo>
                    <a:lnTo>
                      <a:pt x="25066" y="215607"/>
                    </a:lnTo>
                    <a:lnTo>
                      <a:pt x="137492" y="165950"/>
                    </a:lnTo>
                    <a:lnTo>
                      <a:pt x="152639" y="194789"/>
                    </a:lnTo>
                    <a:lnTo>
                      <a:pt x="357070" y="105853"/>
                    </a:lnTo>
                    <a:lnTo>
                      <a:pt x="319297" y="26395"/>
                    </a:lnTo>
                    <a:lnTo>
                      <a:pt x="374820" y="0"/>
                    </a:lnTo>
                    <a:lnTo>
                      <a:pt x="450189" y="158542"/>
                    </a:lnTo>
                    <a:lnTo>
                      <a:pt x="476379" y="146091"/>
                    </a:lnTo>
                    <a:lnTo>
                      <a:pt x="513733" y="224665"/>
                    </a:lnTo>
                    <a:lnTo>
                      <a:pt x="439572" y="259921"/>
                    </a:lnTo>
                    <a:lnTo>
                      <a:pt x="445945" y="273326"/>
                    </a:lnTo>
                    <a:lnTo>
                      <a:pt x="416775" y="287192"/>
                    </a:lnTo>
                    <a:lnTo>
                      <a:pt x="409800" y="272519"/>
                    </a:lnTo>
                    <a:lnTo>
                      <a:pt x="118334" y="411079"/>
                    </a:lnTo>
                    <a:lnTo>
                      <a:pt x="105792" y="384696"/>
                    </a:lnTo>
                    <a:lnTo>
                      <a:pt x="51747" y="410388"/>
                    </a:lnTo>
                    <a:lnTo>
                      <a:pt x="38782" y="383115"/>
                    </a:lnTo>
                    <a:lnTo>
                      <a:pt x="47983" y="378740"/>
                    </a:lnTo>
                    <a:lnTo>
                      <a:pt x="21992" y="324068"/>
                    </a:lnTo>
                    <a:lnTo>
                      <a:pt x="11953" y="328840"/>
                    </a:lnTo>
                    <a:lnTo>
                      <a:pt x="0" y="303698"/>
                    </a:lnTo>
                    <a:lnTo>
                      <a:pt x="53242" y="278387"/>
                    </a:lnTo>
                    <a:lnTo>
                      <a:pt x="39402" y="2476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2" name="Контур"/>
              <p:cNvSpPr/>
              <p:nvPr/>
            </p:nvSpPr>
            <p:spPr>
              <a:xfrm>
                <a:off x="12289289" y="7705822"/>
                <a:ext cx="117376" cy="72245"/>
              </a:xfrm>
              <a:custGeom>
                <a:avLst/>
                <a:gdLst/>
                <a:ahLst/>
                <a:cxnLst/>
                <a:rect l="l" t="t" r="r" b="b"/>
                <a:pathLst>
                  <a:path w="117376" h="72245">
                    <a:moveTo>
                      <a:pt x="8309" y="72245"/>
                    </a:moveTo>
                    <a:lnTo>
                      <a:pt x="0" y="54116"/>
                    </a:lnTo>
                    <a:lnTo>
                      <a:pt x="107899" y="0"/>
                    </a:lnTo>
                    <a:lnTo>
                      <a:pt x="113926" y="11949"/>
                    </a:lnTo>
                    <a:lnTo>
                      <a:pt x="117376" y="18931"/>
                    </a:lnTo>
                    <a:lnTo>
                      <a:pt x="8309" y="722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3" name="Контур"/>
              <p:cNvSpPr/>
              <p:nvPr/>
            </p:nvSpPr>
            <p:spPr>
              <a:xfrm>
                <a:off x="11738966" y="7635647"/>
                <a:ext cx="30543" cy="38282"/>
              </a:xfrm>
              <a:custGeom>
                <a:avLst/>
                <a:gdLst/>
                <a:ahLst/>
                <a:cxnLst/>
                <a:rect l="l" t="t" r="r" b="b"/>
                <a:pathLst>
                  <a:path w="30543" h="38282">
                    <a:moveTo>
                      <a:pt x="30543" y="30769"/>
                    </a:moveTo>
                    <a:lnTo>
                      <a:pt x="13840" y="38282"/>
                    </a:lnTo>
                    <a:lnTo>
                      <a:pt x="0" y="7513"/>
                    </a:lnTo>
                    <a:lnTo>
                      <a:pt x="16703" y="0"/>
                    </a:lnTo>
                    <a:lnTo>
                      <a:pt x="30543" y="307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4" name="Контур"/>
              <p:cNvSpPr/>
              <p:nvPr/>
            </p:nvSpPr>
            <p:spPr>
              <a:xfrm>
                <a:off x="11792731" y="7519560"/>
                <a:ext cx="61028" cy="54749"/>
              </a:xfrm>
              <a:custGeom>
                <a:avLst/>
                <a:gdLst/>
                <a:ahLst/>
                <a:cxnLst/>
                <a:rect l="l" t="t" r="r" b="b"/>
                <a:pathLst>
                  <a:path w="61028" h="54749">
                    <a:moveTo>
                      <a:pt x="0" y="20330"/>
                    </a:moveTo>
                    <a:lnTo>
                      <a:pt x="45724" y="0"/>
                    </a:lnTo>
                    <a:lnTo>
                      <a:pt x="61028" y="34419"/>
                    </a:lnTo>
                    <a:lnTo>
                      <a:pt x="15303" y="54749"/>
                    </a:lnTo>
                    <a:lnTo>
                      <a:pt x="0" y="203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5" name="Контур"/>
              <p:cNvSpPr/>
              <p:nvPr/>
            </p:nvSpPr>
            <p:spPr>
              <a:xfrm>
                <a:off x="11213507" y="7026065"/>
                <a:ext cx="65508" cy="47765"/>
              </a:xfrm>
              <a:custGeom>
                <a:avLst/>
                <a:gdLst/>
                <a:ahLst/>
                <a:cxnLst/>
                <a:rect l="l" t="t" r="r" b="b"/>
                <a:pathLst>
                  <a:path w="65508" h="47765">
                    <a:moveTo>
                      <a:pt x="10234" y="47765"/>
                    </a:moveTo>
                    <a:lnTo>
                      <a:pt x="0" y="26054"/>
                    </a:lnTo>
                    <a:lnTo>
                      <a:pt x="55275" y="0"/>
                    </a:lnTo>
                    <a:lnTo>
                      <a:pt x="65508" y="21711"/>
                    </a:lnTo>
                    <a:lnTo>
                      <a:pt x="10234" y="477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6" name="Контур"/>
              <p:cNvSpPr/>
              <p:nvPr/>
            </p:nvSpPr>
            <p:spPr>
              <a:xfrm>
                <a:off x="11299932" y="6874941"/>
                <a:ext cx="131139" cy="146601"/>
              </a:xfrm>
              <a:custGeom>
                <a:avLst/>
                <a:gdLst/>
                <a:ahLst/>
                <a:cxnLst/>
                <a:rect l="l" t="t" r="r" b="b"/>
                <a:pathLst>
                  <a:path w="131139" h="146601">
                    <a:moveTo>
                      <a:pt x="131139" y="112272"/>
                    </a:moveTo>
                    <a:lnTo>
                      <a:pt x="51116" y="146601"/>
                    </a:lnTo>
                    <a:lnTo>
                      <a:pt x="38708" y="119270"/>
                    </a:lnTo>
                    <a:lnTo>
                      <a:pt x="20146" y="78379"/>
                    </a:lnTo>
                    <a:lnTo>
                      <a:pt x="12591" y="61732"/>
                    </a:lnTo>
                    <a:lnTo>
                      <a:pt x="0" y="34003"/>
                    </a:lnTo>
                    <a:lnTo>
                      <a:pt x="80756" y="0"/>
                    </a:lnTo>
                    <a:lnTo>
                      <a:pt x="90308" y="21201"/>
                    </a:lnTo>
                    <a:lnTo>
                      <a:pt x="131139" y="1122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7" name="Контур"/>
              <p:cNvSpPr/>
              <p:nvPr/>
            </p:nvSpPr>
            <p:spPr>
              <a:xfrm>
                <a:off x="11105730" y="6947396"/>
                <a:ext cx="53248" cy="47059"/>
              </a:xfrm>
              <a:custGeom>
                <a:avLst/>
                <a:gdLst/>
                <a:ahLst/>
                <a:cxnLst/>
                <a:rect l="l" t="t" r="r" b="b"/>
                <a:pathLst>
                  <a:path w="53248" h="47059">
                    <a:moveTo>
                      <a:pt x="0" y="19588"/>
                    </a:moveTo>
                    <a:lnTo>
                      <a:pt x="40115" y="0"/>
                    </a:lnTo>
                    <a:lnTo>
                      <a:pt x="48472" y="18633"/>
                    </a:lnTo>
                    <a:lnTo>
                      <a:pt x="53248" y="28188"/>
                    </a:lnTo>
                    <a:lnTo>
                      <a:pt x="12417" y="47059"/>
                    </a:lnTo>
                    <a:lnTo>
                      <a:pt x="0" y="19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8" name="Контур"/>
              <p:cNvSpPr/>
              <p:nvPr/>
            </p:nvSpPr>
            <p:spPr>
              <a:xfrm>
                <a:off x="11154202" y="6940109"/>
                <a:ext cx="92648" cy="61630"/>
              </a:xfrm>
              <a:custGeom>
                <a:avLst/>
                <a:gdLst/>
                <a:ahLst/>
                <a:cxnLst/>
                <a:rect l="l" t="t" r="r" b="b"/>
                <a:pathLst>
                  <a:path w="92648" h="61630">
                    <a:moveTo>
                      <a:pt x="0" y="25920"/>
                    </a:moveTo>
                    <a:lnTo>
                      <a:pt x="53726" y="2388"/>
                    </a:lnTo>
                    <a:lnTo>
                      <a:pt x="57547" y="9555"/>
                    </a:lnTo>
                    <a:lnTo>
                      <a:pt x="79992" y="0"/>
                    </a:lnTo>
                    <a:lnTo>
                      <a:pt x="92648" y="25560"/>
                    </a:lnTo>
                    <a:lnTo>
                      <a:pt x="17670" y="61630"/>
                    </a:lnTo>
                    <a:lnTo>
                      <a:pt x="4776" y="35475"/>
                    </a:lnTo>
                    <a:lnTo>
                      <a:pt x="0" y="259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9" name="Контур"/>
              <p:cNvSpPr/>
              <p:nvPr/>
            </p:nvSpPr>
            <p:spPr>
              <a:xfrm>
                <a:off x="11039308" y="6951001"/>
                <a:ext cx="28326" cy="36020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20">
                    <a:moveTo>
                      <a:pt x="0" y="6685"/>
                    </a:moveTo>
                    <a:lnTo>
                      <a:pt x="16287" y="0"/>
                    </a:lnTo>
                    <a:lnTo>
                      <a:pt x="28326" y="29335"/>
                    </a:lnTo>
                    <a:lnTo>
                      <a:pt x="12039" y="36020"/>
                    </a:lnTo>
                    <a:lnTo>
                      <a:pt x="0" y="66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0" name="Контур"/>
              <p:cNvSpPr/>
              <p:nvPr/>
            </p:nvSpPr>
            <p:spPr>
              <a:xfrm>
                <a:off x="11425002" y="6935800"/>
                <a:ext cx="42943" cy="44908"/>
              </a:xfrm>
              <a:custGeom>
                <a:avLst/>
                <a:gdLst/>
                <a:ahLst/>
                <a:cxnLst/>
                <a:rect l="l" t="t" r="r" b="b"/>
                <a:pathLst>
                  <a:path w="42943" h="44908">
                    <a:moveTo>
                      <a:pt x="27680" y="0"/>
                    </a:moveTo>
                    <a:lnTo>
                      <a:pt x="42943" y="31493"/>
                    </a:lnTo>
                    <a:lnTo>
                      <a:pt x="15263" y="44908"/>
                    </a:lnTo>
                    <a:lnTo>
                      <a:pt x="0" y="13415"/>
                    </a:lnTo>
                    <a:lnTo>
                      <a:pt x="2768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1" name="Контур"/>
              <p:cNvSpPr/>
              <p:nvPr/>
            </p:nvSpPr>
            <p:spPr>
              <a:xfrm>
                <a:off x="11465217" y="7215501"/>
                <a:ext cx="538673" cy="355108"/>
              </a:xfrm>
              <a:custGeom>
                <a:avLst/>
                <a:gdLst/>
                <a:ahLst/>
                <a:cxnLst/>
                <a:rect l="l" t="t" r="r" b="b"/>
                <a:pathLst>
                  <a:path w="538673" h="355108">
                    <a:moveTo>
                      <a:pt x="6797" y="221441"/>
                    </a:moveTo>
                    <a:lnTo>
                      <a:pt x="113767" y="171580"/>
                    </a:lnTo>
                    <a:lnTo>
                      <a:pt x="476245" y="0"/>
                    </a:lnTo>
                    <a:lnTo>
                      <a:pt x="538673" y="132346"/>
                    </a:lnTo>
                    <a:lnTo>
                      <a:pt x="66425" y="355108"/>
                    </a:lnTo>
                    <a:lnTo>
                      <a:pt x="39324" y="297656"/>
                    </a:lnTo>
                    <a:lnTo>
                      <a:pt x="9025" y="311948"/>
                    </a:lnTo>
                    <a:lnTo>
                      <a:pt x="0" y="290891"/>
                    </a:lnTo>
                    <a:lnTo>
                      <a:pt x="11103" y="285755"/>
                    </a:lnTo>
                    <a:lnTo>
                      <a:pt x="32375" y="275664"/>
                    </a:lnTo>
                    <a:lnTo>
                      <a:pt x="6797" y="2214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2" name="Контур"/>
              <p:cNvSpPr/>
              <p:nvPr/>
            </p:nvSpPr>
            <p:spPr>
              <a:xfrm>
                <a:off x="11483290" y="7528390"/>
                <a:ext cx="19092" cy="16711"/>
              </a:xfrm>
              <a:custGeom>
                <a:avLst/>
                <a:gdLst/>
                <a:ahLst/>
                <a:cxnLst/>
                <a:rect l="l" t="t" r="r" b="b"/>
                <a:pathLst>
                  <a:path w="19092" h="16711">
                    <a:moveTo>
                      <a:pt x="0" y="6575"/>
                    </a:moveTo>
                    <a:lnTo>
                      <a:pt x="14494" y="0"/>
                    </a:lnTo>
                    <a:lnTo>
                      <a:pt x="19092" y="10136"/>
                    </a:lnTo>
                    <a:lnTo>
                      <a:pt x="4598" y="16711"/>
                    </a:lnTo>
                    <a:lnTo>
                      <a:pt x="0" y="65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3" name="Контур"/>
              <p:cNvSpPr/>
              <p:nvPr/>
            </p:nvSpPr>
            <p:spPr>
              <a:xfrm>
                <a:off x="11426884" y="7330757"/>
                <a:ext cx="152100" cy="170499"/>
              </a:xfrm>
              <a:custGeom>
                <a:avLst/>
                <a:gdLst/>
                <a:ahLst/>
                <a:cxnLst/>
                <a:rect l="l" t="t" r="r" b="b"/>
                <a:pathLst>
                  <a:path w="152100" h="170499">
                    <a:moveTo>
                      <a:pt x="0" y="61158"/>
                    </a:moveTo>
                    <a:lnTo>
                      <a:pt x="124412" y="0"/>
                    </a:lnTo>
                    <a:lnTo>
                      <a:pt x="152100" y="56324"/>
                    </a:lnTo>
                    <a:lnTo>
                      <a:pt x="45130" y="106185"/>
                    </a:lnTo>
                    <a:lnTo>
                      <a:pt x="70708" y="160408"/>
                    </a:lnTo>
                    <a:lnTo>
                      <a:pt x="49436" y="170499"/>
                    </a:lnTo>
                    <a:lnTo>
                      <a:pt x="0" y="611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4" name="Контур"/>
              <p:cNvSpPr/>
              <p:nvPr/>
            </p:nvSpPr>
            <p:spPr>
              <a:xfrm>
                <a:off x="11107600" y="7156360"/>
                <a:ext cx="83829" cy="67890"/>
              </a:xfrm>
              <a:custGeom>
                <a:avLst/>
                <a:gdLst/>
                <a:ahLst/>
                <a:cxnLst/>
                <a:rect l="l" t="t" r="r" b="b"/>
                <a:pathLst>
                  <a:path w="83829" h="67890">
                    <a:moveTo>
                      <a:pt x="66057" y="0"/>
                    </a:moveTo>
                    <a:lnTo>
                      <a:pt x="83829" y="37194"/>
                    </a:lnTo>
                    <a:lnTo>
                      <a:pt x="16540" y="67890"/>
                    </a:lnTo>
                    <a:lnTo>
                      <a:pt x="0" y="31633"/>
                    </a:lnTo>
                    <a:lnTo>
                      <a:pt x="6605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5" name="Контур"/>
              <p:cNvSpPr/>
              <p:nvPr/>
            </p:nvSpPr>
            <p:spPr>
              <a:xfrm>
                <a:off x="11376261" y="7091406"/>
                <a:ext cx="458458" cy="300509"/>
              </a:xfrm>
              <a:custGeom>
                <a:avLst/>
                <a:gdLst/>
                <a:ahLst/>
                <a:cxnLst/>
                <a:rect l="l" t="t" r="r" b="b"/>
                <a:pathLst>
                  <a:path w="458458" h="300509">
                    <a:moveTo>
                      <a:pt x="409270" y="0"/>
                    </a:moveTo>
                    <a:lnTo>
                      <a:pt x="436490" y="58049"/>
                    </a:lnTo>
                    <a:lnTo>
                      <a:pt x="458458" y="103436"/>
                    </a:lnTo>
                    <a:lnTo>
                      <a:pt x="175035" y="239351"/>
                    </a:lnTo>
                    <a:lnTo>
                      <a:pt x="50623" y="300509"/>
                    </a:lnTo>
                    <a:lnTo>
                      <a:pt x="0" y="192296"/>
                    </a:lnTo>
                    <a:lnTo>
                      <a:pt x="171985" y="111489"/>
                    </a:lnTo>
                    <a:lnTo>
                      <a:pt x="40927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6" name="Контур"/>
              <p:cNvSpPr/>
              <p:nvPr/>
            </p:nvSpPr>
            <p:spPr>
              <a:xfrm>
                <a:off x="11576457" y="6874512"/>
                <a:ext cx="367636" cy="244689"/>
              </a:xfrm>
              <a:custGeom>
                <a:avLst/>
                <a:gdLst/>
                <a:ahLst/>
                <a:cxnLst/>
                <a:rect l="l" t="t" r="r" b="b"/>
                <a:pathLst>
                  <a:path w="367636" h="244689">
                    <a:moveTo>
                      <a:pt x="0" y="155891"/>
                    </a:moveTo>
                    <a:lnTo>
                      <a:pt x="325050" y="0"/>
                    </a:lnTo>
                    <a:lnTo>
                      <a:pt x="367636" y="88798"/>
                    </a:lnTo>
                    <a:lnTo>
                      <a:pt x="42586" y="244689"/>
                    </a:lnTo>
                    <a:lnTo>
                      <a:pt x="0" y="1558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7" name="Контур"/>
              <p:cNvSpPr/>
              <p:nvPr/>
            </p:nvSpPr>
            <p:spPr>
              <a:xfrm>
                <a:off x="11195722" y="7773231"/>
                <a:ext cx="311347" cy="73877"/>
              </a:xfrm>
              <a:custGeom>
                <a:avLst/>
                <a:gdLst/>
                <a:ahLst/>
                <a:cxnLst/>
                <a:rect l="l" t="t" r="r" b="b"/>
                <a:pathLst>
                  <a:path w="311347" h="73877">
                    <a:moveTo>
                      <a:pt x="19148" y="73877"/>
                    </a:moveTo>
                    <a:lnTo>
                      <a:pt x="0" y="33384"/>
                    </a:lnTo>
                    <a:lnTo>
                      <a:pt x="69753" y="0"/>
                    </a:lnTo>
                    <a:lnTo>
                      <a:pt x="104955" y="73555"/>
                    </a:lnTo>
                    <a:lnTo>
                      <a:pt x="227234" y="73097"/>
                    </a:lnTo>
                    <a:lnTo>
                      <a:pt x="208020" y="32951"/>
                    </a:lnTo>
                    <a:lnTo>
                      <a:pt x="276515" y="169"/>
                    </a:lnTo>
                    <a:lnTo>
                      <a:pt x="311347" y="72781"/>
                    </a:lnTo>
                    <a:lnTo>
                      <a:pt x="19148" y="738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8" name="Контур"/>
              <p:cNvSpPr/>
              <p:nvPr/>
            </p:nvSpPr>
            <p:spPr>
              <a:xfrm>
                <a:off x="11537883" y="7688198"/>
                <a:ext cx="128585" cy="157476"/>
              </a:xfrm>
              <a:custGeom>
                <a:avLst/>
                <a:gdLst/>
                <a:ahLst/>
                <a:cxnLst/>
                <a:rect l="l" t="t" r="r" b="b"/>
                <a:pathLst>
                  <a:path w="128585" h="157476">
                    <a:moveTo>
                      <a:pt x="59266" y="157476"/>
                    </a:moveTo>
                    <a:lnTo>
                      <a:pt x="0" y="31211"/>
                    </a:lnTo>
                    <a:lnTo>
                      <a:pt x="66495" y="0"/>
                    </a:lnTo>
                    <a:lnTo>
                      <a:pt x="89477" y="48963"/>
                    </a:lnTo>
                    <a:lnTo>
                      <a:pt x="128585" y="132282"/>
                    </a:lnTo>
                    <a:lnTo>
                      <a:pt x="75037" y="157417"/>
                    </a:lnTo>
                    <a:lnTo>
                      <a:pt x="59266" y="1574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9" name="Контур"/>
              <p:cNvSpPr/>
              <p:nvPr/>
            </p:nvSpPr>
            <p:spPr>
              <a:xfrm>
                <a:off x="11387565" y="7735087"/>
                <a:ext cx="84672" cy="71095"/>
              </a:xfrm>
              <a:custGeom>
                <a:avLst/>
                <a:gdLst/>
                <a:ahLst/>
                <a:cxnLst/>
                <a:rect l="l" t="t" r="r" b="b"/>
                <a:pathLst>
                  <a:path w="84672" h="71095">
                    <a:moveTo>
                      <a:pt x="16177" y="71095"/>
                    </a:moveTo>
                    <a:lnTo>
                      <a:pt x="0" y="33380"/>
                    </a:lnTo>
                    <a:lnTo>
                      <a:pt x="66492" y="0"/>
                    </a:lnTo>
                    <a:lnTo>
                      <a:pt x="84672" y="38313"/>
                    </a:lnTo>
                    <a:lnTo>
                      <a:pt x="16177" y="710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0" name="Контур"/>
              <p:cNvSpPr/>
              <p:nvPr/>
            </p:nvSpPr>
            <p:spPr>
              <a:xfrm>
                <a:off x="11179558" y="7738352"/>
                <a:ext cx="8591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85917" h="68263">
                    <a:moveTo>
                      <a:pt x="0" y="34488"/>
                    </a:moveTo>
                    <a:lnTo>
                      <a:pt x="68957" y="0"/>
                    </a:lnTo>
                    <a:lnTo>
                      <a:pt x="85917" y="34879"/>
                    </a:lnTo>
                    <a:lnTo>
                      <a:pt x="16164" y="68263"/>
                    </a:lnTo>
                    <a:lnTo>
                      <a:pt x="0" y="34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1" name="Контур"/>
              <p:cNvSpPr/>
              <p:nvPr/>
            </p:nvSpPr>
            <p:spPr>
              <a:xfrm>
                <a:off x="11145514" y="7587362"/>
                <a:ext cx="308543" cy="185478"/>
              </a:xfrm>
              <a:custGeom>
                <a:avLst/>
                <a:gdLst/>
                <a:ahLst/>
                <a:cxnLst/>
                <a:rect l="l" t="t" r="r" b="b"/>
                <a:pathLst>
                  <a:path w="308543" h="185478">
                    <a:moveTo>
                      <a:pt x="34044" y="185478"/>
                    </a:moveTo>
                    <a:lnTo>
                      <a:pt x="0" y="117662"/>
                    </a:lnTo>
                    <a:lnTo>
                      <a:pt x="234384" y="0"/>
                    </a:lnTo>
                    <a:lnTo>
                      <a:pt x="308543" y="147725"/>
                    </a:lnTo>
                    <a:lnTo>
                      <a:pt x="242051" y="181105"/>
                    </a:lnTo>
                    <a:lnTo>
                      <a:pt x="201936" y="101196"/>
                    </a:lnTo>
                    <a:lnTo>
                      <a:pt x="103001" y="150990"/>
                    </a:lnTo>
                    <a:lnTo>
                      <a:pt x="34044" y="1854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2" name="Контур"/>
              <p:cNvSpPr/>
              <p:nvPr/>
            </p:nvSpPr>
            <p:spPr>
              <a:xfrm>
                <a:off x="11496658" y="7556287"/>
                <a:ext cx="19987" cy="16870"/>
              </a:xfrm>
              <a:custGeom>
                <a:avLst/>
                <a:gdLst/>
                <a:ahLst/>
                <a:cxnLst/>
                <a:rect l="l" t="t" r="r" b="b"/>
                <a:pathLst>
                  <a:path w="19987" h="16870">
                    <a:moveTo>
                      <a:pt x="0" y="7127"/>
                    </a:moveTo>
                    <a:lnTo>
                      <a:pt x="15510" y="0"/>
                    </a:lnTo>
                    <a:lnTo>
                      <a:pt x="19987" y="9743"/>
                    </a:lnTo>
                    <a:lnTo>
                      <a:pt x="4476" y="16870"/>
                    </a:lnTo>
                    <a:lnTo>
                      <a:pt x="0" y="71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3" name="Контур"/>
              <p:cNvSpPr/>
              <p:nvPr/>
            </p:nvSpPr>
            <p:spPr>
              <a:xfrm>
                <a:off x="10900288" y="7084910"/>
                <a:ext cx="273369" cy="348645"/>
              </a:xfrm>
              <a:custGeom>
                <a:avLst/>
                <a:gdLst/>
                <a:ahLst/>
                <a:cxnLst/>
                <a:rect l="l" t="t" r="r" b="b"/>
                <a:pathLst>
                  <a:path w="273369" h="348645">
                    <a:moveTo>
                      <a:pt x="0" y="114467"/>
                    </a:moveTo>
                    <a:lnTo>
                      <a:pt x="239174" y="0"/>
                    </a:lnTo>
                    <a:lnTo>
                      <a:pt x="273369" y="71450"/>
                    </a:lnTo>
                    <a:lnTo>
                      <a:pt x="207312" y="103083"/>
                    </a:lnTo>
                    <a:lnTo>
                      <a:pt x="103948" y="152534"/>
                    </a:lnTo>
                    <a:lnTo>
                      <a:pt x="181829" y="315262"/>
                    </a:lnTo>
                    <a:lnTo>
                      <a:pt x="112076" y="348645"/>
                    </a:lnTo>
                    <a:lnTo>
                      <a:pt x="0" y="1144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4" name="Контур"/>
              <p:cNvSpPr/>
              <p:nvPr/>
            </p:nvSpPr>
            <p:spPr>
              <a:xfrm>
                <a:off x="10990446" y="6971054"/>
                <a:ext cx="28326" cy="36020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20">
                    <a:moveTo>
                      <a:pt x="0" y="6685"/>
                    </a:moveTo>
                    <a:lnTo>
                      <a:pt x="16288" y="0"/>
                    </a:lnTo>
                    <a:lnTo>
                      <a:pt x="28326" y="29335"/>
                    </a:lnTo>
                    <a:lnTo>
                      <a:pt x="12040" y="36020"/>
                    </a:lnTo>
                    <a:lnTo>
                      <a:pt x="0" y="66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5" name="Контур"/>
              <p:cNvSpPr/>
              <p:nvPr/>
            </p:nvSpPr>
            <p:spPr>
              <a:xfrm>
                <a:off x="11006734" y="6964370"/>
                <a:ext cx="28326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19">
                    <a:moveTo>
                      <a:pt x="0" y="6684"/>
                    </a:moveTo>
                    <a:lnTo>
                      <a:pt x="16286" y="0"/>
                    </a:lnTo>
                    <a:lnTo>
                      <a:pt x="28326" y="29335"/>
                    </a:lnTo>
                    <a:lnTo>
                      <a:pt x="12038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6" name="Контур"/>
              <p:cNvSpPr/>
              <p:nvPr/>
            </p:nvSpPr>
            <p:spPr>
              <a:xfrm>
                <a:off x="10819875" y="7222118"/>
                <a:ext cx="88637" cy="124453"/>
              </a:xfrm>
              <a:custGeom>
                <a:avLst/>
                <a:gdLst/>
                <a:ahLst/>
                <a:cxnLst/>
                <a:rect l="l" t="t" r="r" b="b"/>
                <a:pathLst>
                  <a:path w="88637" h="124453">
                    <a:moveTo>
                      <a:pt x="50923" y="124453"/>
                    </a:moveTo>
                    <a:lnTo>
                      <a:pt x="0" y="18050"/>
                    </a:lnTo>
                    <a:lnTo>
                      <a:pt x="37713" y="0"/>
                    </a:lnTo>
                    <a:lnTo>
                      <a:pt x="88637" y="106403"/>
                    </a:lnTo>
                    <a:lnTo>
                      <a:pt x="50923" y="1244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7" name="Контур"/>
              <p:cNvSpPr/>
              <p:nvPr/>
            </p:nvSpPr>
            <p:spPr>
              <a:xfrm>
                <a:off x="10964956" y="6976593"/>
                <a:ext cx="24788" cy="20073"/>
              </a:xfrm>
              <a:custGeom>
                <a:avLst/>
                <a:gdLst/>
                <a:ahLst/>
                <a:cxnLst/>
                <a:rect l="l" t="t" r="r" b="b"/>
                <a:pathLst>
                  <a:path w="24788" h="20073">
                    <a:moveTo>
                      <a:pt x="5051" y="20073"/>
                    </a:moveTo>
                    <a:lnTo>
                      <a:pt x="0" y="9015"/>
                    </a:lnTo>
                    <a:lnTo>
                      <a:pt x="19737" y="0"/>
                    </a:lnTo>
                    <a:lnTo>
                      <a:pt x="24788" y="11059"/>
                    </a:lnTo>
                    <a:lnTo>
                      <a:pt x="5051" y="200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8" name="Контур"/>
              <p:cNvSpPr/>
              <p:nvPr/>
            </p:nvSpPr>
            <p:spPr>
              <a:xfrm>
                <a:off x="11023020" y="6957686"/>
                <a:ext cx="28327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7" h="36019">
                    <a:moveTo>
                      <a:pt x="0" y="6684"/>
                    </a:moveTo>
                    <a:lnTo>
                      <a:pt x="16288" y="0"/>
                    </a:lnTo>
                    <a:lnTo>
                      <a:pt x="28327" y="29335"/>
                    </a:lnTo>
                    <a:lnTo>
                      <a:pt x="12040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9" name="Контур"/>
              <p:cNvSpPr/>
              <p:nvPr/>
            </p:nvSpPr>
            <p:spPr>
              <a:xfrm>
                <a:off x="10814905" y="7498341"/>
                <a:ext cx="84052" cy="66378"/>
              </a:xfrm>
              <a:custGeom>
                <a:avLst/>
                <a:gdLst/>
                <a:ahLst/>
                <a:cxnLst/>
                <a:rect l="l" t="t" r="r" b="b"/>
                <a:pathLst>
                  <a:path w="84052" h="66378">
                    <a:moveTo>
                      <a:pt x="16162" y="66378"/>
                    </a:moveTo>
                    <a:lnTo>
                      <a:pt x="0" y="31096"/>
                    </a:lnTo>
                    <a:lnTo>
                      <a:pt x="66979" y="0"/>
                    </a:lnTo>
                    <a:lnTo>
                      <a:pt x="84052" y="34162"/>
                    </a:lnTo>
                    <a:lnTo>
                      <a:pt x="16162" y="663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0" name="Контур"/>
              <p:cNvSpPr/>
              <p:nvPr/>
            </p:nvSpPr>
            <p:spPr>
              <a:xfrm>
                <a:off x="11028907" y="7193554"/>
                <a:ext cx="270635" cy="345661"/>
              </a:xfrm>
              <a:custGeom>
                <a:avLst/>
                <a:gdLst/>
                <a:ahLst/>
                <a:cxnLst/>
                <a:rect l="l" t="t" r="r" b="b"/>
                <a:pathLst>
                  <a:path w="270635" h="345661">
                    <a:moveTo>
                      <a:pt x="0" y="274566"/>
                    </a:moveTo>
                    <a:lnTo>
                      <a:pt x="70424" y="242586"/>
                    </a:lnTo>
                    <a:lnTo>
                      <a:pt x="170913" y="196600"/>
                    </a:lnTo>
                    <a:lnTo>
                      <a:pt x="95233" y="30696"/>
                    </a:lnTo>
                    <a:lnTo>
                      <a:pt x="162522" y="0"/>
                    </a:lnTo>
                    <a:lnTo>
                      <a:pt x="270635" y="236999"/>
                    </a:lnTo>
                    <a:lnTo>
                      <a:pt x="32431" y="345661"/>
                    </a:lnTo>
                    <a:lnTo>
                      <a:pt x="0" y="2745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1" name="Контур"/>
              <p:cNvSpPr/>
              <p:nvPr/>
            </p:nvSpPr>
            <p:spPr>
              <a:xfrm>
                <a:off x="10532822" y="7264929"/>
                <a:ext cx="349062" cy="264508"/>
              </a:xfrm>
              <a:custGeom>
                <a:avLst/>
                <a:gdLst/>
                <a:ahLst/>
                <a:cxnLst/>
                <a:rect l="l" t="t" r="r" b="b"/>
                <a:pathLst>
                  <a:path w="349062" h="264508">
                    <a:moveTo>
                      <a:pt x="34943" y="186887"/>
                    </a:moveTo>
                    <a:lnTo>
                      <a:pt x="0" y="115211"/>
                    </a:lnTo>
                    <a:lnTo>
                      <a:pt x="236325" y="0"/>
                    </a:lnTo>
                    <a:lnTo>
                      <a:pt x="349062" y="233412"/>
                    </a:lnTo>
                    <a:lnTo>
                      <a:pt x="282083" y="264508"/>
                    </a:lnTo>
                    <a:lnTo>
                      <a:pt x="204849" y="101178"/>
                    </a:lnTo>
                    <a:lnTo>
                      <a:pt x="101995" y="150147"/>
                    </a:lnTo>
                    <a:lnTo>
                      <a:pt x="103913" y="154174"/>
                    </a:lnTo>
                    <a:lnTo>
                      <a:pt x="34943" y="1868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2" name="Контур"/>
              <p:cNvSpPr/>
              <p:nvPr/>
            </p:nvSpPr>
            <p:spPr>
              <a:xfrm>
                <a:off x="10567765" y="7419103"/>
                <a:ext cx="85008" cy="66252"/>
              </a:xfrm>
              <a:custGeom>
                <a:avLst/>
                <a:gdLst/>
                <a:ahLst/>
                <a:cxnLst/>
                <a:rect l="l" t="t" r="r" b="b"/>
                <a:pathLst>
                  <a:path w="85008" h="66252">
                    <a:moveTo>
                      <a:pt x="16351" y="66252"/>
                    </a:moveTo>
                    <a:lnTo>
                      <a:pt x="0" y="32713"/>
                    </a:lnTo>
                    <a:lnTo>
                      <a:pt x="68970" y="0"/>
                    </a:lnTo>
                    <a:lnTo>
                      <a:pt x="85008" y="33687"/>
                    </a:lnTo>
                    <a:lnTo>
                      <a:pt x="16351" y="662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3" name="Контур"/>
              <p:cNvSpPr/>
              <p:nvPr/>
            </p:nvSpPr>
            <p:spPr>
              <a:xfrm>
                <a:off x="11012364" y="7400172"/>
                <a:ext cx="86967" cy="67948"/>
              </a:xfrm>
              <a:custGeom>
                <a:avLst/>
                <a:gdLst/>
                <a:ahLst/>
                <a:cxnLst/>
                <a:rect l="l" t="t" r="r" b="b"/>
                <a:pathLst>
                  <a:path w="86967" h="67948">
                    <a:moveTo>
                      <a:pt x="16543" y="67948"/>
                    </a:moveTo>
                    <a:lnTo>
                      <a:pt x="0" y="33383"/>
                    </a:lnTo>
                    <a:lnTo>
                      <a:pt x="69753" y="0"/>
                    </a:lnTo>
                    <a:lnTo>
                      <a:pt x="86967" y="35968"/>
                    </a:lnTo>
                    <a:lnTo>
                      <a:pt x="16543" y="679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4" name="Контур"/>
              <p:cNvSpPr/>
              <p:nvPr/>
            </p:nvSpPr>
            <p:spPr>
              <a:xfrm>
                <a:off x="9934791" y="7404641"/>
                <a:ext cx="38112" cy="39866"/>
              </a:xfrm>
              <a:custGeom>
                <a:avLst/>
                <a:gdLst/>
                <a:ahLst/>
                <a:cxnLst/>
                <a:rect l="l" t="t" r="r" b="b"/>
                <a:pathLst>
                  <a:path w="38112" h="39866">
                    <a:moveTo>
                      <a:pt x="0" y="14054"/>
                    </a:moveTo>
                    <a:lnTo>
                      <a:pt x="19639" y="0"/>
                    </a:lnTo>
                    <a:lnTo>
                      <a:pt x="38112" y="25811"/>
                    </a:lnTo>
                    <a:lnTo>
                      <a:pt x="18474" y="39866"/>
                    </a:lnTo>
                    <a:lnTo>
                      <a:pt x="0" y="140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5" name="Контур"/>
              <p:cNvSpPr/>
              <p:nvPr/>
            </p:nvSpPr>
            <p:spPr>
              <a:xfrm>
                <a:off x="10559036" y="7820854"/>
                <a:ext cx="73266" cy="28697"/>
              </a:xfrm>
              <a:custGeom>
                <a:avLst/>
                <a:gdLst/>
                <a:ahLst/>
                <a:cxnLst/>
                <a:rect l="l" t="t" r="r" b="b"/>
                <a:pathLst>
                  <a:path w="73266" h="28697">
                    <a:moveTo>
                      <a:pt x="0" y="28697"/>
                    </a:moveTo>
                    <a:lnTo>
                      <a:pt x="59573" y="0"/>
                    </a:lnTo>
                    <a:lnTo>
                      <a:pt x="73266" y="28425"/>
                    </a:lnTo>
                    <a:lnTo>
                      <a:pt x="0" y="286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6" name="Контур"/>
              <p:cNvSpPr/>
              <p:nvPr/>
            </p:nvSpPr>
            <p:spPr>
              <a:xfrm>
                <a:off x="10833807" y="7763348"/>
                <a:ext cx="215861" cy="85182"/>
              </a:xfrm>
              <a:custGeom>
                <a:avLst/>
                <a:gdLst/>
                <a:ahLst/>
                <a:cxnLst/>
                <a:rect l="l" t="t" r="r" b="b"/>
                <a:pathLst>
                  <a:path w="215861" h="85182">
                    <a:moveTo>
                      <a:pt x="0" y="85182"/>
                    </a:moveTo>
                    <a:lnTo>
                      <a:pt x="174727" y="0"/>
                    </a:lnTo>
                    <a:lnTo>
                      <a:pt x="215861" y="84377"/>
                    </a:lnTo>
                    <a:lnTo>
                      <a:pt x="0" y="851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7" name="Контур"/>
              <p:cNvSpPr/>
              <p:nvPr/>
            </p:nvSpPr>
            <p:spPr>
              <a:xfrm>
                <a:off x="9972240" y="7507565"/>
                <a:ext cx="147081" cy="223114"/>
              </a:xfrm>
              <a:custGeom>
                <a:avLst/>
                <a:gdLst/>
                <a:ahLst/>
                <a:cxnLst/>
                <a:rect l="l" t="t" r="r" b="b"/>
                <a:pathLst>
                  <a:path w="147081" h="223114">
                    <a:moveTo>
                      <a:pt x="32119" y="223114"/>
                    </a:moveTo>
                    <a:lnTo>
                      <a:pt x="24804" y="219456"/>
                    </a:lnTo>
                    <a:lnTo>
                      <a:pt x="0" y="204423"/>
                    </a:lnTo>
                    <a:lnTo>
                      <a:pt x="122143" y="0"/>
                    </a:lnTo>
                    <a:lnTo>
                      <a:pt x="147081" y="14121"/>
                    </a:lnTo>
                    <a:lnTo>
                      <a:pt x="143147" y="20419"/>
                    </a:lnTo>
                    <a:lnTo>
                      <a:pt x="115279" y="68277"/>
                    </a:lnTo>
                    <a:lnTo>
                      <a:pt x="120511" y="71324"/>
                    </a:lnTo>
                    <a:lnTo>
                      <a:pt x="32119" y="2231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8" name="Контур"/>
              <p:cNvSpPr/>
              <p:nvPr/>
            </p:nvSpPr>
            <p:spPr>
              <a:xfrm>
                <a:off x="9925893" y="7527984"/>
                <a:ext cx="273100" cy="323906"/>
              </a:xfrm>
              <a:custGeom>
                <a:avLst/>
                <a:gdLst/>
                <a:ahLst/>
                <a:cxnLst/>
                <a:rect l="l" t="t" r="r" b="b"/>
                <a:pathLst>
                  <a:path w="273100" h="323906">
                    <a:moveTo>
                      <a:pt x="78466" y="202695"/>
                    </a:moveTo>
                    <a:lnTo>
                      <a:pt x="166858" y="50905"/>
                    </a:lnTo>
                    <a:lnTo>
                      <a:pt x="161626" y="47858"/>
                    </a:lnTo>
                    <a:lnTo>
                      <a:pt x="189494" y="0"/>
                    </a:lnTo>
                    <a:lnTo>
                      <a:pt x="240341" y="29610"/>
                    </a:lnTo>
                    <a:lnTo>
                      <a:pt x="213866" y="75074"/>
                    </a:lnTo>
                    <a:lnTo>
                      <a:pt x="273100" y="109568"/>
                    </a:lnTo>
                    <a:lnTo>
                      <a:pt x="184462" y="261783"/>
                    </a:lnTo>
                    <a:lnTo>
                      <a:pt x="189049" y="264454"/>
                    </a:lnTo>
                    <a:lnTo>
                      <a:pt x="154761" y="323336"/>
                    </a:lnTo>
                    <a:lnTo>
                      <a:pt x="0" y="323906"/>
                    </a:lnTo>
                    <a:lnTo>
                      <a:pt x="71151" y="199037"/>
                    </a:lnTo>
                    <a:lnTo>
                      <a:pt x="78466" y="2026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9" name="Контур"/>
              <p:cNvSpPr/>
              <p:nvPr/>
            </p:nvSpPr>
            <p:spPr>
              <a:xfrm>
                <a:off x="9925893" y="7527984"/>
                <a:ext cx="273100" cy="323906"/>
              </a:xfrm>
              <a:custGeom>
                <a:avLst/>
                <a:gdLst/>
                <a:ahLst/>
                <a:cxnLst/>
                <a:rect l="l" t="t" r="r" b="b"/>
                <a:pathLst>
                  <a:path w="273100" h="323906">
                    <a:moveTo>
                      <a:pt x="78466" y="202695"/>
                    </a:moveTo>
                    <a:lnTo>
                      <a:pt x="166858" y="50905"/>
                    </a:lnTo>
                    <a:lnTo>
                      <a:pt x="161626" y="47858"/>
                    </a:lnTo>
                    <a:lnTo>
                      <a:pt x="189494" y="0"/>
                    </a:lnTo>
                    <a:lnTo>
                      <a:pt x="240341" y="29610"/>
                    </a:lnTo>
                    <a:lnTo>
                      <a:pt x="213866" y="75074"/>
                    </a:lnTo>
                    <a:lnTo>
                      <a:pt x="273100" y="109568"/>
                    </a:lnTo>
                    <a:lnTo>
                      <a:pt x="184462" y="261783"/>
                    </a:lnTo>
                    <a:lnTo>
                      <a:pt x="189049" y="264454"/>
                    </a:lnTo>
                    <a:lnTo>
                      <a:pt x="154761" y="323336"/>
                    </a:lnTo>
                    <a:lnTo>
                      <a:pt x="0" y="323906"/>
                    </a:lnTo>
                    <a:lnTo>
                      <a:pt x="71151" y="199037"/>
                    </a:lnTo>
                    <a:lnTo>
                      <a:pt x="78466" y="2026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0" name="Контур"/>
              <p:cNvSpPr/>
              <p:nvPr/>
            </p:nvSpPr>
            <p:spPr>
              <a:xfrm>
                <a:off x="10584116" y="7452790"/>
                <a:ext cx="351564" cy="268947"/>
              </a:xfrm>
              <a:custGeom>
                <a:avLst/>
                <a:gdLst/>
                <a:ahLst/>
                <a:cxnLst/>
                <a:rect l="l" t="t" r="r" b="b"/>
                <a:pathLst>
                  <a:path w="351564" h="268947">
                    <a:moveTo>
                      <a:pt x="115238" y="268947"/>
                    </a:moveTo>
                    <a:lnTo>
                      <a:pt x="0" y="32565"/>
                    </a:lnTo>
                    <a:lnTo>
                      <a:pt x="68657" y="0"/>
                    </a:lnTo>
                    <a:lnTo>
                      <a:pt x="147646" y="165906"/>
                    </a:lnTo>
                    <a:lnTo>
                      <a:pt x="250500" y="116936"/>
                    </a:lnTo>
                    <a:lnTo>
                      <a:pt x="246951" y="111929"/>
                    </a:lnTo>
                    <a:lnTo>
                      <a:pt x="314841" y="79713"/>
                    </a:lnTo>
                    <a:lnTo>
                      <a:pt x="351564" y="153735"/>
                    </a:lnTo>
                    <a:lnTo>
                      <a:pt x="115238" y="268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1" name="Контур"/>
              <p:cNvSpPr/>
              <p:nvPr/>
            </p:nvSpPr>
            <p:spPr>
              <a:xfrm>
                <a:off x="12233832" y="6167075"/>
                <a:ext cx="289295" cy="448670"/>
              </a:xfrm>
              <a:custGeom>
                <a:avLst/>
                <a:gdLst/>
                <a:ahLst/>
                <a:cxnLst/>
                <a:rect l="l" t="t" r="r" b="b"/>
                <a:pathLst>
                  <a:path w="289295" h="448670">
                    <a:moveTo>
                      <a:pt x="0" y="391743"/>
                    </a:moveTo>
                    <a:lnTo>
                      <a:pt x="239308" y="0"/>
                    </a:lnTo>
                    <a:lnTo>
                      <a:pt x="276005" y="21788"/>
                    </a:lnTo>
                    <a:lnTo>
                      <a:pt x="289295" y="29875"/>
                    </a:lnTo>
                    <a:lnTo>
                      <a:pt x="65121" y="401424"/>
                    </a:lnTo>
                    <a:lnTo>
                      <a:pt x="22295" y="448670"/>
                    </a:lnTo>
                    <a:lnTo>
                      <a:pt x="0" y="3917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2" name="Контур"/>
              <p:cNvSpPr/>
              <p:nvPr/>
            </p:nvSpPr>
            <p:spPr>
              <a:xfrm>
                <a:off x="11883307" y="6522227"/>
                <a:ext cx="33989" cy="28487"/>
              </a:xfrm>
              <a:custGeom>
                <a:avLst/>
                <a:gdLst/>
                <a:ahLst/>
                <a:cxnLst/>
                <a:rect l="l" t="t" r="r" b="b"/>
                <a:pathLst>
                  <a:path w="33989" h="28487">
                    <a:moveTo>
                      <a:pt x="0" y="13866"/>
                    </a:moveTo>
                    <a:lnTo>
                      <a:pt x="26272" y="0"/>
                    </a:lnTo>
                    <a:lnTo>
                      <a:pt x="33989" y="14622"/>
                    </a:lnTo>
                    <a:lnTo>
                      <a:pt x="7717" y="28487"/>
                    </a:lnTo>
                    <a:lnTo>
                      <a:pt x="0" y="138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3" name="Контур"/>
              <p:cNvSpPr/>
              <p:nvPr/>
            </p:nvSpPr>
            <p:spPr>
              <a:xfrm>
                <a:off x="11862232" y="6466714"/>
                <a:ext cx="46353" cy="63457"/>
              </a:xfrm>
              <a:custGeom>
                <a:avLst/>
                <a:gdLst/>
                <a:ahLst/>
                <a:cxnLst/>
                <a:rect l="l" t="t" r="r" b="b"/>
                <a:pathLst>
                  <a:path w="46353" h="63457">
                    <a:moveTo>
                      <a:pt x="0" y="10016"/>
                    </a:moveTo>
                    <a:lnTo>
                      <a:pt x="21813" y="0"/>
                    </a:lnTo>
                    <a:lnTo>
                      <a:pt x="46353" y="53441"/>
                    </a:lnTo>
                    <a:lnTo>
                      <a:pt x="24540" y="63457"/>
                    </a:lnTo>
                    <a:lnTo>
                      <a:pt x="0" y="100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4" name="Контур"/>
              <p:cNvSpPr/>
              <p:nvPr/>
            </p:nvSpPr>
            <p:spPr>
              <a:xfrm>
                <a:off x="11607649" y="6763168"/>
                <a:ext cx="41071" cy="36873"/>
              </a:xfrm>
              <a:custGeom>
                <a:avLst/>
                <a:gdLst/>
                <a:ahLst/>
                <a:cxnLst/>
                <a:rect l="l" t="t" r="r" b="b"/>
                <a:pathLst>
                  <a:path w="41071" h="36873">
                    <a:moveTo>
                      <a:pt x="0" y="13778"/>
                    </a:moveTo>
                    <a:lnTo>
                      <a:pt x="30708" y="0"/>
                    </a:lnTo>
                    <a:lnTo>
                      <a:pt x="41071" y="23094"/>
                    </a:lnTo>
                    <a:lnTo>
                      <a:pt x="10363" y="36873"/>
                    </a:lnTo>
                    <a:lnTo>
                      <a:pt x="0" y="137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5" name="Контур"/>
              <p:cNvSpPr/>
              <p:nvPr/>
            </p:nvSpPr>
            <p:spPr>
              <a:xfrm>
                <a:off x="11856417" y="6715305"/>
                <a:ext cx="105555" cy="70061"/>
              </a:xfrm>
              <a:custGeom>
                <a:avLst/>
                <a:gdLst/>
                <a:ahLst/>
                <a:cxnLst/>
                <a:rect l="l" t="t" r="r" b="b"/>
                <a:pathLst>
                  <a:path w="105555" h="70061">
                    <a:moveTo>
                      <a:pt x="12569" y="70061"/>
                    </a:moveTo>
                    <a:lnTo>
                      <a:pt x="0" y="42666"/>
                    </a:lnTo>
                    <a:lnTo>
                      <a:pt x="92986" y="0"/>
                    </a:lnTo>
                    <a:lnTo>
                      <a:pt x="105555" y="27395"/>
                    </a:lnTo>
                    <a:lnTo>
                      <a:pt x="12569" y="700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6" name="Контур"/>
              <p:cNvSpPr/>
              <p:nvPr/>
            </p:nvSpPr>
            <p:spPr>
              <a:xfrm>
                <a:off x="12178678" y="6642232"/>
                <a:ext cx="41587" cy="42768"/>
              </a:xfrm>
              <a:custGeom>
                <a:avLst/>
                <a:gdLst/>
                <a:ahLst/>
                <a:cxnLst/>
                <a:rect l="l" t="t" r="r" b="b"/>
                <a:pathLst>
                  <a:path w="41587" h="42768">
                    <a:moveTo>
                      <a:pt x="13824" y="42768"/>
                    </a:moveTo>
                    <a:lnTo>
                      <a:pt x="0" y="12811"/>
                    </a:lnTo>
                    <a:lnTo>
                      <a:pt x="27763" y="0"/>
                    </a:lnTo>
                    <a:lnTo>
                      <a:pt x="41587" y="29952"/>
                    </a:lnTo>
                    <a:lnTo>
                      <a:pt x="13824" y="427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7" name="Контур"/>
              <p:cNvSpPr/>
              <p:nvPr/>
            </p:nvSpPr>
            <p:spPr>
              <a:xfrm>
                <a:off x="11968049" y="6666520"/>
                <a:ext cx="30603" cy="35106"/>
              </a:xfrm>
              <a:custGeom>
                <a:avLst/>
                <a:gdLst/>
                <a:ahLst/>
                <a:cxnLst/>
                <a:rect l="l" t="t" r="r" b="b"/>
                <a:pathLst>
                  <a:path w="30603" h="35106">
                    <a:moveTo>
                      <a:pt x="0" y="8526"/>
                    </a:moveTo>
                    <a:lnTo>
                      <a:pt x="18042" y="0"/>
                    </a:lnTo>
                    <a:lnTo>
                      <a:pt x="30603" y="26580"/>
                    </a:lnTo>
                    <a:lnTo>
                      <a:pt x="12561" y="35106"/>
                    </a:lnTo>
                    <a:lnTo>
                      <a:pt x="0" y="85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8" name="Контур"/>
              <p:cNvSpPr/>
              <p:nvPr/>
            </p:nvSpPr>
            <p:spPr>
              <a:xfrm>
                <a:off x="12147623" y="6558818"/>
                <a:ext cx="108504" cy="90689"/>
              </a:xfrm>
              <a:custGeom>
                <a:avLst/>
                <a:gdLst/>
                <a:ahLst/>
                <a:cxnLst/>
                <a:rect l="l" t="t" r="r" b="b"/>
                <a:pathLst>
                  <a:path w="108504" h="90689">
                    <a:moveTo>
                      <a:pt x="0" y="33762"/>
                    </a:moveTo>
                    <a:lnTo>
                      <a:pt x="86209" y="0"/>
                    </a:lnTo>
                    <a:lnTo>
                      <a:pt x="108504" y="56927"/>
                    </a:lnTo>
                    <a:lnTo>
                      <a:pt x="22295" y="90689"/>
                    </a:lnTo>
                    <a:lnTo>
                      <a:pt x="0" y="337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9" name="Контур"/>
              <p:cNvSpPr/>
              <p:nvPr/>
            </p:nvSpPr>
            <p:spPr>
              <a:xfrm>
                <a:off x="12270185" y="6339640"/>
                <a:ext cx="362251" cy="433152"/>
              </a:xfrm>
              <a:custGeom>
                <a:avLst/>
                <a:gdLst/>
                <a:ahLst/>
                <a:cxnLst/>
                <a:rect l="l" t="t" r="r" b="b"/>
                <a:pathLst>
                  <a:path w="362251" h="433152">
                    <a:moveTo>
                      <a:pt x="206592" y="351744"/>
                    </a:moveTo>
                    <a:lnTo>
                      <a:pt x="200155" y="354825"/>
                    </a:lnTo>
                    <a:lnTo>
                      <a:pt x="119242" y="393585"/>
                    </a:lnTo>
                    <a:lnTo>
                      <a:pt x="41895" y="432172"/>
                    </a:lnTo>
                    <a:lnTo>
                      <a:pt x="39936" y="433152"/>
                    </a:lnTo>
                    <a:lnTo>
                      <a:pt x="29184" y="412416"/>
                    </a:lnTo>
                    <a:lnTo>
                      <a:pt x="49152" y="378624"/>
                    </a:lnTo>
                    <a:lnTo>
                      <a:pt x="0" y="347136"/>
                    </a:lnTo>
                    <a:lnTo>
                      <a:pt x="207591" y="7214"/>
                    </a:lnTo>
                    <a:lnTo>
                      <a:pt x="211968" y="0"/>
                    </a:lnTo>
                    <a:lnTo>
                      <a:pt x="234984" y="13852"/>
                    </a:lnTo>
                    <a:lnTo>
                      <a:pt x="242098" y="18230"/>
                    </a:lnTo>
                    <a:lnTo>
                      <a:pt x="362251" y="96351"/>
                    </a:lnTo>
                    <a:lnTo>
                      <a:pt x="206592" y="3517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0" name="Контур"/>
              <p:cNvSpPr/>
              <p:nvPr/>
            </p:nvSpPr>
            <p:spPr>
              <a:xfrm>
                <a:off x="11484235" y="6838813"/>
                <a:ext cx="60338" cy="41687"/>
              </a:xfrm>
              <a:custGeom>
                <a:avLst/>
                <a:gdLst/>
                <a:ahLst/>
                <a:cxnLst/>
                <a:rect l="l" t="t" r="r" b="b"/>
                <a:pathLst>
                  <a:path w="60338" h="41687">
                    <a:moveTo>
                      <a:pt x="7604" y="41687"/>
                    </a:moveTo>
                    <a:lnTo>
                      <a:pt x="0" y="26626"/>
                    </a:lnTo>
                    <a:lnTo>
                      <a:pt x="52733" y="0"/>
                    </a:lnTo>
                    <a:lnTo>
                      <a:pt x="60338" y="15061"/>
                    </a:lnTo>
                    <a:lnTo>
                      <a:pt x="7604" y="416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1" name="Контур"/>
              <p:cNvSpPr/>
              <p:nvPr/>
            </p:nvSpPr>
            <p:spPr>
              <a:xfrm>
                <a:off x="11491839" y="6842280"/>
                <a:ext cx="102848" cy="95025"/>
              </a:xfrm>
              <a:custGeom>
                <a:avLst/>
                <a:gdLst/>
                <a:ahLst/>
                <a:cxnLst/>
                <a:rect l="l" t="t" r="r" b="b"/>
                <a:pathLst>
                  <a:path w="102848" h="95025">
                    <a:moveTo>
                      <a:pt x="0" y="38220"/>
                    </a:moveTo>
                    <a:lnTo>
                      <a:pt x="52734" y="11594"/>
                    </a:lnTo>
                    <a:lnTo>
                      <a:pt x="75694" y="0"/>
                    </a:lnTo>
                    <a:lnTo>
                      <a:pt x="102848" y="53778"/>
                    </a:lnTo>
                    <a:lnTo>
                      <a:pt x="81557" y="64529"/>
                    </a:lnTo>
                    <a:lnTo>
                      <a:pt x="88591" y="78459"/>
                    </a:lnTo>
                    <a:lnTo>
                      <a:pt x="55782" y="95025"/>
                    </a:lnTo>
                    <a:lnTo>
                      <a:pt x="48404" y="80413"/>
                    </a:lnTo>
                    <a:lnTo>
                      <a:pt x="26810" y="91316"/>
                    </a:lnTo>
                    <a:lnTo>
                      <a:pt x="0" y="382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2" name="Контур"/>
              <p:cNvSpPr/>
              <p:nvPr/>
            </p:nvSpPr>
            <p:spPr>
              <a:xfrm>
                <a:off x="12085596" y="6871679"/>
                <a:ext cx="37143" cy="42623"/>
              </a:xfrm>
              <a:custGeom>
                <a:avLst/>
                <a:gdLst/>
                <a:ahLst/>
                <a:cxnLst/>
                <a:rect l="l" t="t" r="r" b="b"/>
                <a:pathLst>
                  <a:path w="37143" h="42623">
                    <a:moveTo>
                      <a:pt x="16070" y="42623"/>
                    </a:moveTo>
                    <a:lnTo>
                      <a:pt x="0" y="10562"/>
                    </a:lnTo>
                    <a:lnTo>
                      <a:pt x="21073" y="0"/>
                    </a:lnTo>
                    <a:lnTo>
                      <a:pt x="37143" y="32061"/>
                    </a:lnTo>
                    <a:lnTo>
                      <a:pt x="16070" y="426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3" name="Контур"/>
              <p:cNvSpPr/>
              <p:nvPr/>
            </p:nvSpPr>
            <p:spPr>
              <a:xfrm>
                <a:off x="11647050" y="6737532"/>
                <a:ext cx="101721" cy="128634"/>
              </a:xfrm>
              <a:custGeom>
                <a:avLst/>
                <a:gdLst/>
                <a:ahLst/>
                <a:cxnLst/>
                <a:rect l="l" t="t" r="r" b="b"/>
                <a:pathLst>
                  <a:path w="101721" h="128634">
                    <a:moveTo>
                      <a:pt x="101721" y="102597"/>
                    </a:moveTo>
                    <a:lnTo>
                      <a:pt x="48234" y="128634"/>
                    </a:lnTo>
                    <a:lnTo>
                      <a:pt x="0" y="23290"/>
                    </a:lnTo>
                    <a:lnTo>
                      <a:pt x="51097" y="0"/>
                    </a:lnTo>
                    <a:lnTo>
                      <a:pt x="77248" y="52812"/>
                    </a:lnTo>
                    <a:lnTo>
                      <a:pt x="89271" y="78110"/>
                    </a:lnTo>
                    <a:lnTo>
                      <a:pt x="101721" y="1025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4" name="Контур"/>
              <p:cNvSpPr/>
              <p:nvPr/>
            </p:nvSpPr>
            <p:spPr>
              <a:xfrm>
                <a:off x="11724298" y="6757599"/>
                <a:ext cx="80230" cy="58043"/>
              </a:xfrm>
              <a:custGeom>
                <a:avLst/>
                <a:gdLst/>
                <a:ahLst/>
                <a:cxnLst/>
                <a:rect l="l" t="t" r="r" b="b"/>
                <a:pathLst>
                  <a:path w="80230" h="58043">
                    <a:moveTo>
                      <a:pt x="68595" y="0"/>
                    </a:moveTo>
                    <a:lnTo>
                      <a:pt x="80230" y="25810"/>
                    </a:lnTo>
                    <a:lnTo>
                      <a:pt x="12023" y="58043"/>
                    </a:lnTo>
                    <a:lnTo>
                      <a:pt x="0" y="32745"/>
                    </a:lnTo>
                    <a:lnTo>
                      <a:pt x="6859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5" name="Контур"/>
              <p:cNvSpPr/>
              <p:nvPr/>
            </p:nvSpPr>
            <p:spPr>
              <a:xfrm>
                <a:off x="11765372" y="6671777"/>
                <a:ext cx="103614" cy="139021"/>
              </a:xfrm>
              <a:custGeom>
                <a:avLst/>
                <a:gdLst/>
                <a:ahLst/>
                <a:cxnLst/>
                <a:rect l="l" t="t" r="r" b="b"/>
                <a:pathLst>
                  <a:path w="103614" h="139021">
                    <a:moveTo>
                      <a:pt x="51296" y="139021"/>
                    </a:moveTo>
                    <a:lnTo>
                      <a:pt x="39156" y="111632"/>
                    </a:lnTo>
                    <a:lnTo>
                      <a:pt x="27521" y="85822"/>
                    </a:lnTo>
                    <a:lnTo>
                      <a:pt x="0" y="23630"/>
                    </a:lnTo>
                    <a:lnTo>
                      <a:pt x="51795" y="0"/>
                    </a:lnTo>
                    <a:lnTo>
                      <a:pt x="91045" y="86194"/>
                    </a:lnTo>
                    <a:lnTo>
                      <a:pt x="103614" y="113589"/>
                    </a:lnTo>
                    <a:lnTo>
                      <a:pt x="51296" y="1390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6" name="Контур"/>
              <p:cNvSpPr/>
              <p:nvPr/>
            </p:nvSpPr>
            <p:spPr>
              <a:xfrm>
                <a:off x="11328508" y="6650856"/>
                <a:ext cx="29839" cy="23979"/>
              </a:xfrm>
              <a:custGeom>
                <a:avLst/>
                <a:gdLst/>
                <a:ahLst/>
                <a:cxnLst/>
                <a:rect l="l" t="t" r="r" b="b"/>
                <a:pathLst>
                  <a:path w="29839" h="23979">
                    <a:moveTo>
                      <a:pt x="0" y="12604"/>
                    </a:moveTo>
                    <a:lnTo>
                      <a:pt x="23821" y="0"/>
                    </a:lnTo>
                    <a:lnTo>
                      <a:pt x="29839" y="11374"/>
                    </a:lnTo>
                    <a:lnTo>
                      <a:pt x="6019" y="23979"/>
                    </a:lnTo>
                    <a:lnTo>
                      <a:pt x="0" y="12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7" name="Контур"/>
              <p:cNvSpPr/>
              <p:nvPr/>
            </p:nvSpPr>
            <p:spPr>
              <a:xfrm>
                <a:off x="11352329" y="6638252"/>
                <a:ext cx="29838" cy="23978"/>
              </a:xfrm>
              <a:custGeom>
                <a:avLst/>
                <a:gdLst/>
                <a:ahLst/>
                <a:cxnLst/>
                <a:rect l="l" t="t" r="r" b="b"/>
                <a:pathLst>
                  <a:path w="29838" h="23978">
                    <a:moveTo>
                      <a:pt x="0" y="12604"/>
                    </a:moveTo>
                    <a:lnTo>
                      <a:pt x="23820" y="0"/>
                    </a:lnTo>
                    <a:lnTo>
                      <a:pt x="29838" y="11374"/>
                    </a:lnTo>
                    <a:lnTo>
                      <a:pt x="6018" y="23978"/>
                    </a:lnTo>
                    <a:lnTo>
                      <a:pt x="0" y="12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8" name="Контур"/>
              <p:cNvSpPr/>
              <p:nvPr/>
            </p:nvSpPr>
            <p:spPr>
              <a:xfrm>
                <a:off x="11095932" y="6407039"/>
                <a:ext cx="297099" cy="214526"/>
              </a:xfrm>
              <a:custGeom>
                <a:avLst/>
                <a:gdLst/>
                <a:ahLst/>
                <a:cxnLst/>
                <a:rect l="l" t="t" r="r" b="b"/>
                <a:pathLst>
                  <a:path w="297099" h="214526">
                    <a:moveTo>
                      <a:pt x="0" y="141931"/>
                    </a:moveTo>
                    <a:lnTo>
                      <a:pt x="257010" y="0"/>
                    </a:lnTo>
                    <a:lnTo>
                      <a:pt x="297099" y="72594"/>
                    </a:lnTo>
                    <a:lnTo>
                      <a:pt x="40090" y="214526"/>
                    </a:lnTo>
                    <a:lnTo>
                      <a:pt x="0" y="141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9" name="Контур"/>
              <p:cNvSpPr/>
              <p:nvPr/>
            </p:nvSpPr>
            <p:spPr>
              <a:xfrm>
                <a:off x="10912039" y="6282144"/>
                <a:ext cx="156830" cy="170204"/>
              </a:xfrm>
              <a:custGeom>
                <a:avLst/>
                <a:gdLst/>
                <a:ahLst/>
                <a:cxnLst/>
                <a:rect l="l" t="t" r="r" b="b"/>
                <a:pathLst>
                  <a:path w="156830" h="170204">
                    <a:moveTo>
                      <a:pt x="156830" y="69141"/>
                    </a:moveTo>
                    <a:lnTo>
                      <a:pt x="135085" y="118017"/>
                    </a:lnTo>
                    <a:lnTo>
                      <a:pt x="33378" y="170204"/>
                    </a:lnTo>
                    <a:lnTo>
                      <a:pt x="25985" y="155426"/>
                    </a:lnTo>
                    <a:lnTo>
                      <a:pt x="0" y="104605"/>
                    </a:lnTo>
                    <a:lnTo>
                      <a:pt x="118703" y="44108"/>
                    </a:lnTo>
                    <a:lnTo>
                      <a:pt x="86235" y="14008"/>
                    </a:lnTo>
                    <a:lnTo>
                      <a:pt x="114235" y="0"/>
                    </a:lnTo>
                    <a:lnTo>
                      <a:pt x="156830" y="691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0" name="Контур"/>
              <p:cNvSpPr/>
              <p:nvPr/>
            </p:nvSpPr>
            <p:spPr>
              <a:xfrm>
                <a:off x="11435216" y="6269277"/>
                <a:ext cx="274246" cy="175187"/>
              </a:xfrm>
              <a:custGeom>
                <a:avLst/>
                <a:gdLst/>
                <a:ahLst/>
                <a:cxnLst/>
                <a:rect l="l" t="t" r="r" b="b"/>
                <a:pathLst>
                  <a:path w="274246" h="175187">
                    <a:moveTo>
                      <a:pt x="18558" y="175187"/>
                    </a:moveTo>
                    <a:lnTo>
                      <a:pt x="0" y="140429"/>
                    </a:lnTo>
                    <a:lnTo>
                      <a:pt x="255621" y="0"/>
                    </a:lnTo>
                    <a:lnTo>
                      <a:pt x="274246" y="33645"/>
                    </a:lnTo>
                    <a:lnTo>
                      <a:pt x="18558" y="1751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1" name="Контур"/>
              <p:cNvSpPr/>
              <p:nvPr/>
            </p:nvSpPr>
            <p:spPr>
              <a:xfrm>
                <a:off x="11360161" y="6133816"/>
                <a:ext cx="330676" cy="275890"/>
              </a:xfrm>
              <a:custGeom>
                <a:avLst/>
                <a:gdLst/>
                <a:ahLst/>
                <a:cxnLst/>
                <a:rect l="l" t="t" r="r" b="b"/>
                <a:pathLst>
                  <a:path w="330676" h="275890">
                    <a:moveTo>
                      <a:pt x="330676" y="135461"/>
                    </a:moveTo>
                    <a:lnTo>
                      <a:pt x="75055" y="275890"/>
                    </a:lnTo>
                    <a:lnTo>
                      <a:pt x="0" y="141542"/>
                    </a:lnTo>
                    <a:lnTo>
                      <a:pt x="255688" y="0"/>
                    </a:lnTo>
                    <a:lnTo>
                      <a:pt x="261316" y="9426"/>
                    </a:lnTo>
                    <a:lnTo>
                      <a:pt x="330676" y="1354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2" name="Контур"/>
              <p:cNvSpPr/>
              <p:nvPr/>
            </p:nvSpPr>
            <p:spPr>
              <a:xfrm>
                <a:off x="11282441" y="6764817"/>
                <a:ext cx="81377" cy="89818"/>
              </a:xfrm>
              <a:custGeom>
                <a:avLst/>
                <a:gdLst/>
                <a:ahLst/>
                <a:cxnLst/>
                <a:rect l="l" t="t" r="r" b="b"/>
                <a:pathLst>
                  <a:path w="81377" h="89818">
                    <a:moveTo>
                      <a:pt x="51673" y="0"/>
                    </a:moveTo>
                    <a:lnTo>
                      <a:pt x="81377" y="66862"/>
                    </a:lnTo>
                    <a:lnTo>
                      <a:pt x="29705" y="89818"/>
                    </a:lnTo>
                    <a:lnTo>
                      <a:pt x="0" y="22957"/>
                    </a:lnTo>
                    <a:lnTo>
                      <a:pt x="516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3" name="Контур"/>
              <p:cNvSpPr/>
              <p:nvPr/>
            </p:nvSpPr>
            <p:spPr>
              <a:xfrm>
                <a:off x="11174423" y="6539444"/>
                <a:ext cx="437676" cy="305219"/>
              </a:xfrm>
              <a:custGeom>
                <a:avLst/>
                <a:gdLst/>
                <a:ahLst/>
                <a:cxnLst/>
                <a:rect l="l" t="t" r="r" b="b"/>
                <a:pathLst>
                  <a:path w="437676" h="305219">
                    <a:moveTo>
                      <a:pt x="0" y="220445"/>
                    </a:moveTo>
                    <a:lnTo>
                      <a:pt x="250550" y="94858"/>
                    </a:lnTo>
                    <a:lnTo>
                      <a:pt x="235892" y="65615"/>
                    </a:lnTo>
                    <a:lnTo>
                      <a:pt x="366795" y="0"/>
                    </a:lnTo>
                    <a:lnTo>
                      <a:pt x="376662" y="19684"/>
                    </a:lnTo>
                    <a:lnTo>
                      <a:pt x="388644" y="13678"/>
                    </a:lnTo>
                    <a:lnTo>
                      <a:pt x="395429" y="27213"/>
                    </a:lnTo>
                    <a:lnTo>
                      <a:pt x="384144" y="32870"/>
                    </a:lnTo>
                    <a:lnTo>
                      <a:pt x="437676" y="139668"/>
                    </a:lnTo>
                    <a:lnTo>
                      <a:pt x="379088" y="169035"/>
                    </a:lnTo>
                    <a:lnTo>
                      <a:pt x="351941" y="114875"/>
                    </a:lnTo>
                    <a:lnTo>
                      <a:pt x="47033" y="267708"/>
                    </a:lnTo>
                    <a:lnTo>
                      <a:pt x="61149" y="295869"/>
                    </a:lnTo>
                    <a:lnTo>
                      <a:pt x="42492" y="305219"/>
                    </a:lnTo>
                    <a:lnTo>
                      <a:pt x="0" y="2204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4" name="Контур"/>
              <p:cNvSpPr/>
              <p:nvPr/>
            </p:nvSpPr>
            <p:spPr>
              <a:xfrm>
                <a:off x="11249790" y="6792843"/>
                <a:ext cx="34895" cy="39360"/>
              </a:xfrm>
              <a:custGeom>
                <a:avLst/>
                <a:gdLst/>
                <a:ahLst/>
                <a:cxnLst/>
                <a:rect l="l" t="t" r="r" b="b"/>
                <a:pathLst>
                  <a:path w="34895" h="39360">
                    <a:moveTo>
                      <a:pt x="19693" y="0"/>
                    </a:moveTo>
                    <a:lnTo>
                      <a:pt x="34895" y="29056"/>
                    </a:lnTo>
                    <a:lnTo>
                      <a:pt x="15203" y="39360"/>
                    </a:lnTo>
                    <a:lnTo>
                      <a:pt x="0" y="10303"/>
                    </a:lnTo>
                    <a:lnTo>
                      <a:pt x="1969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5" name="Контур"/>
              <p:cNvSpPr/>
              <p:nvPr/>
            </p:nvSpPr>
            <p:spPr>
              <a:xfrm>
                <a:off x="11002164" y="6740795"/>
                <a:ext cx="101136" cy="70469"/>
              </a:xfrm>
              <a:custGeom>
                <a:avLst/>
                <a:gdLst/>
                <a:ahLst/>
                <a:cxnLst/>
                <a:rect l="l" t="t" r="r" b="b"/>
                <a:pathLst>
                  <a:path w="101136" h="70469">
                    <a:moveTo>
                      <a:pt x="101136" y="21835"/>
                    </a:moveTo>
                    <a:lnTo>
                      <a:pt x="11904" y="70469"/>
                    </a:lnTo>
                    <a:lnTo>
                      <a:pt x="0" y="48633"/>
                    </a:lnTo>
                    <a:lnTo>
                      <a:pt x="89232" y="0"/>
                    </a:lnTo>
                    <a:lnTo>
                      <a:pt x="101136" y="218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6" name="Контур"/>
              <p:cNvSpPr/>
              <p:nvPr/>
            </p:nvSpPr>
            <p:spPr>
              <a:xfrm>
                <a:off x="10732742" y="6498078"/>
                <a:ext cx="317952" cy="262935"/>
              </a:xfrm>
              <a:custGeom>
                <a:avLst/>
                <a:gdLst/>
                <a:ahLst/>
                <a:cxnLst/>
                <a:rect l="l" t="t" r="r" b="b"/>
                <a:pathLst>
                  <a:path w="317952" h="262935">
                    <a:moveTo>
                      <a:pt x="248514" y="0"/>
                    </a:moveTo>
                    <a:lnTo>
                      <a:pt x="317952" y="126242"/>
                    </a:lnTo>
                    <a:lnTo>
                      <a:pt x="69438" y="262935"/>
                    </a:lnTo>
                    <a:lnTo>
                      <a:pt x="0" y="136693"/>
                    </a:lnTo>
                    <a:lnTo>
                      <a:pt x="2485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7" name="Контур"/>
              <p:cNvSpPr/>
              <p:nvPr/>
            </p:nvSpPr>
            <p:spPr>
              <a:xfrm>
                <a:off x="11140091" y="6702715"/>
                <a:ext cx="52067" cy="40683"/>
              </a:xfrm>
              <a:custGeom>
                <a:avLst/>
                <a:gdLst/>
                <a:ahLst/>
                <a:cxnLst/>
                <a:rect l="l" t="t" r="r" b="b"/>
                <a:pathLst>
                  <a:path w="52067" h="40683">
                    <a:moveTo>
                      <a:pt x="0" y="21743"/>
                    </a:moveTo>
                    <a:lnTo>
                      <a:pt x="42342" y="0"/>
                    </a:lnTo>
                    <a:lnTo>
                      <a:pt x="52067" y="18940"/>
                    </a:lnTo>
                    <a:lnTo>
                      <a:pt x="9726" y="40683"/>
                    </a:lnTo>
                    <a:lnTo>
                      <a:pt x="0" y="217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8" name="Контур"/>
              <p:cNvSpPr/>
              <p:nvPr/>
            </p:nvSpPr>
            <p:spPr>
              <a:xfrm>
                <a:off x="11071882" y="6937633"/>
                <a:ext cx="28326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19">
                    <a:moveTo>
                      <a:pt x="0" y="6684"/>
                    </a:moveTo>
                    <a:lnTo>
                      <a:pt x="16287" y="0"/>
                    </a:lnTo>
                    <a:lnTo>
                      <a:pt x="28326" y="29335"/>
                    </a:lnTo>
                    <a:lnTo>
                      <a:pt x="12039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9" name="Контур"/>
              <p:cNvSpPr/>
              <p:nvPr/>
            </p:nvSpPr>
            <p:spPr>
              <a:xfrm>
                <a:off x="11264264" y="6908944"/>
                <a:ext cx="48259" cy="43924"/>
              </a:xfrm>
              <a:custGeom>
                <a:avLst/>
                <a:gdLst/>
                <a:ahLst/>
                <a:cxnLst/>
                <a:rect l="l" t="t" r="r" b="b"/>
                <a:pathLst>
                  <a:path w="48259" h="43924">
                    <a:moveTo>
                      <a:pt x="12590" y="43924"/>
                    </a:moveTo>
                    <a:lnTo>
                      <a:pt x="0" y="16190"/>
                    </a:lnTo>
                    <a:lnTo>
                      <a:pt x="35668" y="0"/>
                    </a:lnTo>
                    <a:lnTo>
                      <a:pt x="48259" y="27729"/>
                    </a:lnTo>
                    <a:lnTo>
                      <a:pt x="12590" y="439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0" name="Контур"/>
              <p:cNvSpPr/>
              <p:nvPr/>
            </p:nvSpPr>
            <p:spPr>
              <a:xfrm>
                <a:off x="10956720" y="6959742"/>
                <a:ext cx="25490" cy="20017"/>
              </a:xfrm>
              <a:custGeom>
                <a:avLst/>
                <a:gdLst/>
                <a:ahLst/>
                <a:cxnLst/>
                <a:rect l="l" t="t" r="r" b="b"/>
                <a:pathLst>
                  <a:path w="25490" h="20017">
                    <a:moveTo>
                      <a:pt x="4792" y="20017"/>
                    </a:moveTo>
                    <a:lnTo>
                      <a:pt x="0" y="9011"/>
                    </a:lnTo>
                    <a:lnTo>
                      <a:pt x="20699" y="0"/>
                    </a:lnTo>
                    <a:lnTo>
                      <a:pt x="25490" y="11006"/>
                    </a:lnTo>
                    <a:lnTo>
                      <a:pt x="4792" y="200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1" name="Контур"/>
              <p:cNvSpPr/>
              <p:nvPr/>
            </p:nvSpPr>
            <p:spPr>
              <a:xfrm>
                <a:off x="11276854" y="6936673"/>
                <a:ext cx="43224" cy="32842"/>
              </a:xfrm>
              <a:custGeom>
                <a:avLst/>
                <a:gdLst/>
                <a:ahLst/>
                <a:cxnLst/>
                <a:rect l="l" t="t" r="r" b="b"/>
                <a:pathLst>
                  <a:path w="43224" h="32842">
                    <a:moveTo>
                      <a:pt x="35669" y="0"/>
                    </a:moveTo>
                    <a:lnTo>
                      <a:pt x="43224" y="16647"/>
                    </a:lnTo>
                    <a:lnTo>
                      <a:pt x="7555" y="32842"/>
                    </a:lnTo>
                    <a:lnTo>
                      <a:pt x="0" y="16195"/>
                    </a:lnTo>
                    <a:lnTo>
                      <a:pt x="356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2" name="Контур"/>
              <p:cNvSpPr/>
              <p:nvPr/>
            </p:nvSpPr>
            <p:spPr>
              <a:xfrm>
                <a:off x="11055595" y="6944317"/>
                <a:ext cx="28326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19">
                    <a:moveTo>
                      <a:pt x="0" y="6684"/>
                    </a:moveTo>
                    <a:lnTo>
                      <a:pt x="16287" y="0"/>
                    </a:lnTo>
                    <a:lnTo>
                      <a:pt x="28326" y="29335"/>
                    </a:lnTo>
                    <a:lnTo>
                      <a:pt x="12039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3" name="Контур"/>
              <p:cNvSpPr/>
              <p:nvPr/>
            </p:nvSpPr>
            <p:spPr>
              <a:xfrm>
                <a:off x="11380688" y="6840900"/>
                <a:ext cx="104347" cy="99494"/>
              </a:xfrm>
              <a:custGeom>
                <a:avLst/>
                <a:gdLst/>
                <a:ahLst/>
                <a:cxnLst/>
                <a:rect l="l" t="t" r="r" b="b"/>
                <a:pathLst>
                  <a:path w="104347" h="99494">
                    <a:moveTo>
                      <a:pt x="0" y="34041"/>
                    </a:moveTo>
                    <a:lnTo>
                      <a:pt x="70202" y="0"/>
                    </a:lnTo>
                    <a:lnTo>
                      <a:pt x="104347" y="69395"/>
                    </a:lnTo>
                    <a:lnTo>
                      <a:pt x="39399" y="99494"/>
                    </a:lnTo>
                    <a:lnTo>
                      <a:pt x="16238" y="51898"/>
                    </a:lnTo>
                    <a:lnTo>
                      <a:pt x="9552" y="55242"/>
                    </a:lnTo>
                    <a:lnTo>
                      <a:pt x="0" y="340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4" name="Контур"/>
              <p:cNvSpPr/>
              <p:nvPr/>
            </p:nvSpPr>
            <p:spPr>
              <a:xfrm>
                <a:off x="10306352" y="6520720"/>
                <a:ext cx="66349" cy="78077"/>
              </a:xfrm>
              <a:custGeom>
                <a:avLst/>
                <a:gdLst/>
                <a:ahLst/>
                <a:cxnLst/>
                <a:rect l="l" t="t" r="r" b="b"/>
                <a:pathLst>
                  <a:path w="66349" h="78077">
                    <a:moveTo>
                      <a:pt x="37903" y="78077"/>
                    </a:moveTo>
                    <a:lnTo>
                      <a:pt x="0" y="17583"/>
                    </a:lnTo>
                    <a:lnTo>
                      <a:pt x="28593" y="0"/>
                    </a:lnTo>
                    <a:lnTo>
                      <a:pt x="66349" y="60501"/>
                    </a:lnTo>
                    <a:lnTo>
                      <a:pt x="37903" y="780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5" name="Контур"/>
              <p:cNvSpPr/>
              <p:nvPr/>
            </p:nvSpPr>
            <p:spPr>
              <a:xfrm>
                <a:off x="10518427" y="6401283"/>
                <a:ext cx="110513" cy="129221"/>
              </a:xfrm>
              <a:custGeom>
                <a:avLst/>
                <a:gdLst/>
                <a:ahLst/>
                <a:cxnLst/>
                <a:rect l="l" t="t" r="r" b="b"/>
                <a:pathLst>
                  <a:path w="110513" h="129221">
                    <a:moveTo>
                      <a:pt x="0" y="15506"/>
                    </a:moveTo>
                    <a:lnTo>
                      <a:pt x="29425" y="0"/>
                    </a:lnTo>
                    <a:lnTo>
                      <a:pt x="69855" y="1348"/>
                    </a:lnTo>
                    <a:lnTo>
                      <a:pt x="110513" y="83152"/>
                    </a:lnTo>
                    <a:lnTo>
                      <a:pt x="88503" y="114613"/>
                    </a:lnTo>
                    <a:lnTo>
                      <a:pt x="61324" y="129221"/>
                    </a:lnTo>
                    <a:lnTo>
                      <a:pt x="0" y="155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6" name="Контур"/>
              <p:cNvSpPr/>
              <p:nvPr/>
            </p:nvSpPr>
            <p:spPr>
              <a:xfrm>
                <a:off x="10227878" y="6365160"/>
                <a:ext cx="215072" cy="160622"/>
              </a:xfrm>
              <a:custGeom>
                <a:avLst/>
                <a:gdLst/>
                <a:ahLst/>
                <a:cxnLst/>
                <a:rect l="l" t="t" r="r" b="b"/>
                <a:pathLst>
                  <a:path w="215072" h="160622">
                    <a:moveTo>
                      <a:pt x="0" y="117411"/>
                    </a:moveTo>
                    <a:lnTo>
                      <a:pt x="189756" y="0"/>
                    </a:lnTo>
                    <a:lnTo>
                      <a:pt x="215072" y="46488"/>
                    </a:lnTo>
                    <a:lnTo>
                      <a:pt x="58891" y="142445"/>
                    </a:lnTo>
                    <a:lnTo>
                      <a:pt x="29934" y="160622"/>
                    </a:lnTo>
                    <a:lnTo>
                      <a:pt x="9531" y="130821"/>
                    </a:lnTo>
                    <a:lnTo>
                      <a:pt x="0" y="1174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7" name="Контур"/>
              <p:cNvSpPr/>
              <p:nvPr/>
            </p:nvSpPr>
            <p:spPr>
              <a:xfrm>
                <a:off x="10413929" y="6507064"/>
                <a:ext cx="68400" cy="59500"/>
              </a:xfrm>
              <a:custGeom>
                <a:avLst/>
                <a:gdLst/>
                <a:ahLst/>
                <a:cxnLst/>
                <a:rect l="l" t="t" r="r" b="b"/>
                <a:pathLst>
                  <a:path w="68400" h="59500">
                    <a:moveTo>
                      <a:pt x="68400" y="33388"/>
                    </a:moveTo>
                    <a:lnTo>
                      <a:pt x="16949" y="59500"/>
                    </a:lnTo>
                    <a:lnTo>
                      <a:pt x="0" y="26112"/>
                    </a:lnTo>
                    <a:lnTo>
                      <a:pt x="51456" y="0"/>
                    </a:lnTo>
                    <a:lnTo>
                      <a:pt x="68400" y="333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8" name="Контур"/>
              <p:cNvSpPr/>
              <p:nvPr/>
            </p:nvSpPr>
            <p:spPr>
              <a:xfrm>
                <a:off x="9892929" y="6240461"/>
                <a:ext cx="258210" cy="188934"/>
              </a:xfrm>
              <a:custGeom>
                <a:avLst/>
                <a:gdLst/>
                <a:ahLst/>
                <a:cxnLst/>
                <a:rect l="l" t="t" r="r" b="b"/>
                <a:pathLst>
                  <a:path w="258210" h="188934">
                    <a:moveTo>
                      <a:pt x="25469" y="188934"/>
                    </a:moveTo>
                    <a:lnTo>
                      <a:pt x="0" y="149205"/>
                    </a:lnTo>
                    <a:lnTo>
                      <a:pt x="232741" y="0"/>
                    </a:lnTo>
                    <a:lnTo>
                      <a:pt x="258210" y="39729"/>
                    </a:lnTo>
                    <a:lnTo>
                      <a:pt x="25469" y="1889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9" name="Контур"/>
              <p:cNvSpPr/>
              <p:nvPr/>
            </p:nvSpPr>
            <p:spPr>
              <a:xfrm>
                <a:off x="10467180" y="6228683"/>
                <a:ext cx="173445" cy="188106"/>
              </a:xfrm>
              <a:custGeom>
                <a:avLst/>
                <a:gdLst/>
                <a:ahLst/>
                <a:cxnLst/>
                <a:rect l="l" t="t" r="r" b="b"/>
                <a:pathLst>
                  <a:path w="173445" h="188106">
                    <a:moveTo>
                      <a:pt x="0" y="89808"/>
                    </a:moveTo>
                    <a:lnTo>
                      <a:pt x="146042" y="0"/>
                    </a:lnTo>
                    <a:lnTo>
                      <a:pt x="173445" y="48992"/>
                    </a:lnTo>
                    <a:lnTo>
                      <a:pt x="54729" y="119411"/>
                    </a:lnTo>
                    <a:lnTo>
                      <a:pt x="80672" y="172600"/>
                    </a:lnTo>
                    <a:lnTo>
                      <a:pt x="51247" y="188106"/>
                    </a:lnTo>
                    <a:lnTo>
                      <a:pt x="0" y="898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0" name="Контур"/>
              <p:cNvSpPr/>
              <p:nvPr/>
            </p:nvSpPr>
            <p:spPr>
              <a:xfrm>
                <a:off x="9896511" y="6735222"/>
                <a:ext cx="35270" cy="37655"/>
              </a:xfrm>
              <a:custGeom>
                <a:avLst/>
                <a:gdLst/>
                <a:ahLst/>
                <a:cxnLst/>
                <a:rect l="l" t="t" r="r" b="b"/>
                <a:pathLst>
                  <a:path w="35270" h="37655">
                    <a:moveTo>
                      <a:pt x="0" y="11436"/>
                    </a:moveTo>
                    <a:lnTo>
                      <a:pt x="20975" y="0"/>
                    </a:lnTo>
                    <a:lnTo>
                      <a:pt x="35270" y="26218"/>
                    </a:lnTo>
                    <a:lnTo>
                      <a:pt x="14295" y="37655"/>
                    </a:lnTo>
                    <a:lnTo>
                      <a:pt x="0" y="114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1" name="Контур"/>
              <p:cNvSpPr/>
              <p:nvPr/>
            </p:nvSpPr>
            <p:spPr>
              <a:xfrm>
                <a:off x="9896511" y="6735222"/>
                <a:ext cx="35270" cy="37655"/>
              </a:xfrm>
              <a:custGeom>
                <a:avLst/>
                <a:gdLst/>
                <a:ahLst/>
                <a:cxnLst/>
                <a:rect l="l" t="t" r="r" b="b"/>
                <a:pathLst>
                  <a:path w="35270" h="37655">
                    <a:moveTo>
                      <a:pt x="0" y="11436"/>
                    </a:moveTo>
                    <a:lnTo>
                      <a:pt x="20975" y="0"/>
                    </a:lnTo>
                    <a:lnTo>
                      <a:pt x="35270" y="26218"/>
                    </a:lnTo>
                    <a:lnTo>
                      <a:pt x="14295" y="37655"/>
                    </a:lnTo>
                    <a:lnTo>
                      <a:pt x="0" y="114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2" name="Контур"/>
              <p:cNvSpPr/>
              <p:nvPr/>
            </p:nvSpPr>
            <p:spPr>
              <a:xfrm>
                <a:off x="9990414" y="6471843"/>
                <a:ext cx="356634" cy="260697"/>
              </a:xfrm>
              <a:custGeom>
                <a:avLst/>
                <a:gdLst/>
                <a:ahLst/>
                <a:cxnLst/>
                <a:rect l="l" t="t" r="r" b="b"/>
                <a:pathLst>
                  <a:path w="356634" h="260697">
                    <a:moveTo>
                      <a:pt x="0" y="143335"/>
                    </a:moveTo>
                    <a:lnTo>
                      <a:pt x="230018" y="0"/>
                    </a:lnTo>
                    <a:lnTo>
                      <a:pt x="237464" y="10728"/>
                    </a:lnTo>
                    <a:lnTo>
                      <a:pt x="246995" y="24138"/>
                    </a:lnTo>
                    <a:lnTo>
                      <a:pt x="267398" y="53939"/>
                    </a:lnTo>
                    <a:lnTo>
                      <a:pt x="322648" y="145128"/>
                    </a:lnTo>
                    <a:lnTo>
                      <a:pt x="329871" y="140506"/>
                    </a:lnTo>
                    <a:lnTo>
                      <a:pt x="356634" y="182600"/>
                    </a:lnTo>
                    <a:lnTo>
                      <a:pt x="323124" y="204278"/>
                    </a:lnTo>
                    <a:lnTo>
                      <a:pt x="291334" y="155136"/>
                    </a:lnTo>
                    <a:lnTo>
                      <a:pt x="128157" y="260697"/>
                    </a:lnTo>
                    <a:lnTo>
                      <a:pt x="60762" y="162706"/>
                    </a:lnTo>
                    <a:lnTo>
                      <a:pt x="44678" y="173136"/>
                    </a:lnTo>
                    <a:lnTo>
                      <a:pt x="53316" y="187441"/>
                    </a:lnTo>
                    <a:lnTo>
                      <a:pt x="35445" y="198467"/>
                    </a:lnTo>
                    <a:lnTo>
                      <a:pt x="0" y="1433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3" name="Контур"/>
              <p:cNvSpPr/>
              <p:nvPr/>
            </p:nvSpPr>
            <p:spPr>
              <a:xfrm>
                <a:off x="10257812" y="6507605"/>
                <a:ext cx="86443" cy="109366"/>
              </a:xfrm>
              <a:custGeom>
                <a:avLst/>
                <a:gdLst/>
                <a:ahLst/>
                <a:cxnLst/>
                <a:rect l="l" t="t" r="r" b="b"/>
                <a:pathLst>
                  <a:path w="86443" h="109366">
                    <a:moveTo>
                      <a:pt x="28957" y="0"/>
                    </a:moveTo>
                    <a:lnTo>
                      <a:pt x="48540" y="30698"/>
                    </a:lnTo>
                    <a:lnTo>
                      <a:pt x="86443" y="91192"/>
                    </a:lnTo>
                    <a:lnTo>
                      <a:pt x="62473" y="104744"/>
                    </a:lnTo>
                    <a:lnTo>
                      <a:pt x="55250" y="109366"/>
                    </a:lnTo>
                    <a:lnTo>
                      <a:pt x="0" y="18177"/>
                    </a:lnTo>
                    <a:lnTo>
                      <a:pt x="2895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4" name="Контур"/>
              <p:cNvSpPr/>
              <p:nvPr/>
            </p:nvSpPr>
            <p:spPr>
              <a:xfrm>
                <a:off x="10452405" y="6547773"/>
                <a:ext cx="139317" cy="161912"/>
              </a:xfrm>
              <a:custGeom>
                <a:avLst/>
                <a:gdLst/>
                <a:ahLst/>
                <a:cxnLst/>
                <a:rect l="l" t="t" r="r" b="b"/>
                <a:pathLst>
                  <a:path w="139317" h="161912">
                    <a:moveTo>
                      <a:pt x="139317" y="122647"/>
                    </a:moveTo>
                    <a:lnTo>
                      <a:pt x="75390" y="161912"/>
                    </a:lnTo>
                    <a:lnTo>
                      <a:pt x="0" y="39706"/>
                    </a:lnTo>
                    <a:lnTo>
                      <a:pt x="63486" y="0"/>
                    </a:lnTo>
                    <a:lnTo>
                      <a:pt x="139317" y="1226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5" name="Контур"/>
              <p:cNvSpPr/>
              <p:nvPr/>
            </p:nvSpPr>
            <p:spPr>
              <a:xfrm>
                <a:off x="10579751" y="6495996"/>
                <a:ext cx="180498" cy="116986"/>
              </a:xfrm>
              <a:custGeom>
                <a:avLst/>
                <a:gdLst/>
                <a:ahLst/>
                <a:cxnLst/>
                <a:rect l="l" t="t" r="r" b="b"/>
                <a:pathLst>
                  <a:path w="180498" h="116986">
                    <a:moveTo>
                      <a:pt x="0" y="34508"/>
                    </a:moveTo>
                    <a:lnTo>
                      <a:pt x="27179" y="19900"/>
                    </a:lnTo>
                    <a:lnTo>
                      <a:pt x="53909" y="72264"/>
                    </a:lnTo>
                    <a:lnTo>
                      <a:pt x="125056" y="37906"/>
                    </a:lnTo>
                    <a:lnTo>
                      <a:pt x="115972" y="17746"/>
                    </a:lnTo>
                    <a:lnTo>
                      <a:pt x="153019" y="0"/>
                    </a:lnTo>
                    <a:lnTo>
                      <a:pt x="180498" y="56012"/>
                    </a:lnTo>
                    <a:lnTo>
                      <a:pt x="148093" y="73879"/>
                    </a:lnTo>
                    <a:lnTo>
                      <a:pt x="143243" y="65276"/>
                    </a:lnTo>
                    <a:lnTo>
                      <a:pt x="44924" y="116986"/>
                    </a:lnTo>
                    <a:lnTo>
                      <a:pt x="0" y="345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6" name="Контур"/>
              <p:cNvSpPr/>
              <p:nvPr/>
            </p:nvSpPr>
            <p:spPr>
              <a:xfrm>
                <a:off x="9990977" y="6881796"/>
                <a:ext cx="63414" cy="51755"/>
              </a:xfrm>
              <a:custGeom>
                <a:avLst/>
                <a:gdLst/>
                <a:ahLst/>
                <a:cxnLst/>
                <a:rect l="l" t="t" r="r" b="b"/>
                <a:pathLst>
                  <a:path w="63414" h="51755">
                    <a:moveTo>
                      <a:pt x="51562" y="0"/>
                    </a:moveTo>
                    <a:lnTo>
                      <a:pt x="63414" y="18227"/>
                    </a:lnTo>
                    <a:lnTo>
                      <a:pt x="11851" y="51755"/>
                    </a:lnTo>
                    <a:lnTo>
                      <a:pt x="0" y="33528"/>
                    </a:lnTo>
                    <a:lnTo>
                      <a:pt x="5156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7" name="Контур"/>
              <p:cNvSpPr/>
              <p:nvPr/>
            </p:nvSpPr>
            <p:spPr>
              <a:xfrm>
                <a:off x="9975870" y="6848187"/>
                <a:ext cx="80459" cy="67137"/>
              </a:xfrm>
              <a:custGeom>
                <a:avLst/>
                <a:gdLst/>
                <a:ahLst/>
                <a:cxnLst/>
                <a:rect l="l" t="t" r="r" b="b"/>
                <a:pathLst>
                  <a:path w="80459" h="67137">
                    <a:moveTo>
                      <a:pt x="15107" y="67137"/>
                    </a:moveTo>
                    <a:lnTo>
                      <a:pt x="0" y="42659"/>
                    </a:lnTo>
                    <a:lnTo>
                      <a:pt x="65655" y="0"/>
                    </a:lnTo>
                    <a:lnTo>
                      <a:pt x="80459" y="24146"/>
                    </a:lnTo>
                    <a:lnTo>
                      <a:pt x="66669" y="33609"/>
                    </a:lnTo>
                    <a:lnTo>
                      <a:pt x="15107" y="671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8" name="Контур"/>
              <p:cNvSpPr/>
              <p:nvPr/>
            </p:nvSpPr>
            <p:spPr>
              <a:xfrm>
                <a:off x="10178725" y="6802257"/>
                <a:ext cx="88638" cy="88928"/>
              </a:xfrm>
              <a:custGeom>
                <a:avLst/>
                <a:gdLst/>
                <a:ahLst/>
                <a:cxnLst/>
                <a:rect l="l" t="t" r="r" b="b"/>
                <a:pathLst>
                  <a:path w="88638" h="88928">
                    <a:moveTo>
                      <a:pt x="53137" y="0"/>
                    </a:moveTo>
                    <a:lnTo>
                      <a:pt x="88638" y="53984"/>
                    </a:lnTo>
                    <a:lnTo>
                      <a:pt x="35502" y="88928"/>
                    </a:lnTo>
                    <a:lnTo>
                      <a:pt x="0" y="34945"/>
                    </a:lnTo>
                    <a:lnTo>
                      <a:pt x="5313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9" name="Контур"/>
              <p:cNvSpPr/>
              <p:nvPr/>
            </p:nvSpPr>
            <p:spPr>
              <a:xfrm>
                <a:off x="9917998" y="6763388"/>
                <a:ext cx="81979" cy="81574"/>
              </a:xfrm>
              <a:custGeom>
                <a:avLst/>
                <a:gdLst/>
                <a:ahLst/>
                <a:cxnLst/>
                <a:rect l="l" t="t" r="r" b="b"/>
                <a:pathLst>
                  <a:path w="81979" h="81574">
                    <a:moveTo>
                      <a:pt x="0" y="31132"/>
                    </a:moveTo>
                    <a:lnTo>
                      <a:pt x="51467" y="0"/>
                    </a:lnTo>
                    <a:lnTo>
                      <a:pt x="81979" y="50443"/>
                    </a:lnTo>
                    <a:lnTo>
                      <a:pt x="30512" y="81574"/>
                    </a:lnTo>
                    <a:lnTo>
                      <a:pt x="0" y="311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0" name="Контур"/>
              <p:cNvSpPr/>
              <p:nvPr/>
            </p:nvSpPr>
            <p:spPr>
              <a:xfrm>
                <a:off x="10714362" y="6792565"/>
                <a:ext cx="50829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50829" h="38725">
                    <a:moveTo>
                      <a:pt x="6103" y="38725"/>
                    </a:moveTo>
                    <a:lnTo>
                      <a:pt x="0" y="9265"/>
                    </a:lnTo>
                    <a:lnTo>
                      <a:pt x="44726" y="0"/>
                    </a:lnTo>
                    <a:lnTo>
                      <a:pt x="50829" y="29459"/>
                    </a:lnTo>
                    <a:lnTo>
                      <a:pt x="6103" y="387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1" name="Контур"/>
              <p:cNvSpPr/>
              <p:nvPr/>
            </p:nvSpPr>
            <p:spPr>
              <a:xfrm>
                <a:off x="10118571" y="6626979"/>
                <a:ext cx="194967" cy="147205"/>
              </a:xfrm>
              <a:custGeom>
                <a:avLst/>
                <a:gdLst/>
                <a:ahLst/>
                <a:cxnLst/>
                <a:rect l="l" t="t" r="r" b="b"/>
                <a:pathLst>
                  <a:path w="194967" h="147205">
                    <a:moveTo>
                      <a:pt x="0" y="105561"/>
                    </a:moveTo>
                    <a:lnTo>
                      <a:pt x="163177" y="0"/>
                    </a:lnTo>
                    <a:lnTo>
                      <a:pt x="194967" y="49142"/>
                    </a:lnTo>
                    <a:lnTo>
                      <a:pt x="28910" y="147205"/>
                    </a:lnTo>
                    <a:lnTo>
                      <a:pt x="0" y="1055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2" name="Контур"/>
              <p:cNvSpPr/>
              <p:nvPr/>
            </p:nvSpPr>
            <p:spPr>
              <a:xfrm>
                <a:off x="11680606" y="5592490"/>
                <a:ext cx="134816" cy="168161"/>
              </a:xfrm>
              <a:custGeom>
                <a:avLst/>
                <a:gdLst/>
                <a:ahLst/>
                <a:cxnLst/>
                <a:rect l="l" t="t" r="r" b="b"/>
                <a:pathLst>
                  <a:path w="134816" h="168161">
                    <a:moveTo>
                      <a:pt x="66315" y="168161"/>
                    </a:moveTo>
                    <a:lnTo>
                      <a:pt x="0" y="33744"/>
                    </a:lnTo>
                    <a:lnTo>
                      <a:pt x="68722" y="0"/>
                    </a:lnTo>
                    <a:lnTo>
                      <a:pt x="134816" y="134500"/>
                    </a:lnTo>
                    <a:lnTo>
                      <a:pt x="66315" y="168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3" name="Контур"/>
              <p:cNvSpPr/>
              <p:nvPr/>
            </p:nvSpPr>
            <p:spPr>
              <a:xfrm>
                <a:off x="12237947" y="5025096"/>
                <a:ext cx="305990" cy="407190"/>
              </a:xfrm>
              <a:custGeom>
                <a:avLst/>
                <a:gdLst/>
                <a:ahLst/>
                <a:cxnLst/>
                <a:rect l="l" t="t" r="r" b="b"/>
                <a:pathLst>
                  <a:path w="305990" h="407190">
                    <a:moveTo>
                      <a:pt x="182622" y="407190"/>
                    </a:moveTo>
                    <a:lnTo>
                      <a:pt x="152814" y="344368"/>
                    </a:lnTo>
                    <a:lnTo>
                      <a:pt x="120558" y="359920"/>
                    </a:lnTo>
                    <a:lnTo>
                      <a:pt x="0" y="102692"/>
                    </a:lnTo>
                    <a:lnTo>
                      <a:pt x="209037" y="0"/>
                    </a:lnTo>
                    <a:lnTo>
                      <a:pt x="227175" y="38088"/>
                    </a:lnTo>
                    <a:lnTo>
                      <a:pt x="185728" y="58528"/>
                    </a:lnTo>
                    <a:lnTo>
                      <a:pt x="248719" y="191870"/>
                    </a:lnTo>
                    <a:lnTo>
                      <a:pt x="239232" y="196244"/>
                    </a:lnTo>
                    <a:lnTo>
                      <a:pt x="220972" y="204766"/>
                    </a:lnTo>
                    <a:lnTo>
                      <a:pt x="233587" y="231829"/>
                    </a:lnTo>
                    <a:lnTo>
                      <a:pt x="241099" y="247948"/>
                    </a:lnTo>
                    <a:lnTo>
                      <a:pt x="253217" y="273994"/>
                    </a:lnTo>
                    <a:lnTo>
                      <a:pt x="271297" y="265439"/>
                    </a:lnTo>
                    <a:lnTo>
                      <a:pt x="305990" y="342888"/>
                    </a:lnTo>
                    <a:lnTo>
                      <a:pt x="292358" y="349561"/>
                    </a:lnTo>
                    <a:lnTo>
                      <a:pt x="295007" y="354860"/>
                    </a:lnTo>
                    <a:lnTo>
                      <a:pt x="182622" y="4071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4" name="Контур"/>
              <p:cNvSpPr/>
              <p:nvPr/>
            </p:nvSpPr>
            <p:spPr>
              <a:xfrm>
                <a:off x="11918204" y="5135297"/>
                <a:ext cx="461104" cy="534450"/>
              </a:xfrm>
              <a:custGeom>
                <a:avLst/>
                <a:gdLst/>
                <a:ahLst/>
                <a:cxnLst/>
                <a:rect l="l" t="t" r="r" b="b"/>
                <a:pathLst>
                  <a:path w="461104" h="534450">
                    <a:moveTo>
                      <a:pt x="147002" y="534450"/>
                    </a:moveTo>
                    <a:lnTo>
                      <a:pt x="0" y="221413"/>
                    </a:lnTo>
                    <a:lnTo>
                      <a:pt x="51156" y="197658"/>
                    </a:lnTo>
                    <a:lnTo>
                      <a:pt x="19596" y="129675"/>
                    </a:lnTo>
                    <a:lnTo>
                      <a:pt x="191508" y="46770"/>
                    </a:lnTo>
                    <a:lnTo>
                      <a:pt x="185872" y="34880"/>
                    </a:lnTo>
                    <a:lnTo>
                      <a:pt x="211768" y="22712"/>
                    </a:lnTo>
                    <a:lnTo>
                      <a:pt x="218359" y="36887"/>
                    </a:lnTo>
                    <a:lnTo>
                      <a:pt x="240367" y="26691"/>
                    </a:lnTo>
                    <a:lnTo>
                      <a:pt x="298508" y="0"/>
                    </a:lnTo>
                    <a:lnTo>
                      <a:pt x="318304" y="43419"/>
                    </a:lnTo>
                    <a:lnTo>
                      <a:pt x="299714" y="52559"/>
                    </a:lnTo>
                    <a:lnTo>
                      <a:pt x="461104" y="384488"/>
                    </a:lnTo>
                    <a:lnTo>
                      <a:pt x="147002" y="5344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5" name="Контур"/>
              <p:cNvSpPr/>
              <p:nvPr/>
            </p:nvSpPr>
            <p:spPr>
              <a:xfrm>
                <a:off x="11895370" y="5722936"/>
                <a:ext cx="265870" cy="250540"/>
              </a:xfrm>
              <a:custGeom>
                <a:avLst/>
                <a:gdLst/>
                <a:ahLst/>
                <a:cxnLst/>
                <a:rect l="l" t="t" r="r" b="b"/>
                <a:pathLst>
                  <a:path w="265870" h="250540">
                    <a:moveTo>
                      <a:pt x="265870" y="47520"/>
                    </a:moveTo>
                    <a:lnTo>
                      <a:pt x="93842" y="198043"/>
                    </a:lnTo>
                    <a:lnTo>
                      <a:pt x="30718" y="250540"/>
                    </a:lnTo>
                    <a:lnTo>
                      <a:pt x="0" y="189193"/>
                    </a:lnTo>
                    <a:lnTo>
                      <a:pt x="52255" y="150528"/>
                    </a:lnTo>
                    <a:lnTo>
                      <a:pt x="224287" y="0"/>
                    </a:lnTo>
                    <a:lnTo>
                      <a:pt x="265870" y="475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6" name="Контур"/>
              <p:cNvSpPr/>
              <p:nvPr/>
            </p:nvSpPr>
            <p:spPr>
              <a:xfrm>
                <a:off x="12267633" y="5698579"/>
                <a:ext cx="132252" cy="131706"/>
              </a:xfrm>
              <a:custGeom>
                <a:avLst/>
                <a:gdLst/>
                <a:ahLst/>
                <a:cxnLst/>
                <a:rect l="l" t="t" r="r" b="b"/>
                <a:pathLst>
                  <a:path w="132252" h="131706">
                    <a:moveTo>
                      <a:pt x="76897" y="43488"/>
                    </a:moveTo>
                    <a:lnTo>
                      <a:pt x="74673" y="38573"/>
                    </a:lnTo>
                    <a:lnTo>
                      <a:pt x="29435" y="60478"/>
                    </a:lnTo>
                    <a:lnTo>
                      <a:pt x="54995" y="85615"/>
                    </a:lnTo>
                    <a:lnTo>
                      <a:pt x="61902" y="82490"/>
                    </a:lnTo>
                    <a:lnTo>
                      <a:pt x="68541" y="97164"/>
                    </a:lnTo>
                    <a:lnTo>
                      <a:pt x="79171" y="92355"/>
                    </a:lnTo>
                    <a:lnTo>
                      <a:pt x="75357" y="83926"/>
                    </a:lnTo>
                    <a:lnTo>
                      <a:pt x="95181" y="73689"/>
                    </a:lnTo>
                    <a:lnTo>
                      <a:pt x="110875" y="104080"/>
                    </a:lnTo>
                    <a:lnTo>
                      <a:pt x="57380" y="131706"/>
                    </a:lnTo>
                    <a:lnTo>
                      <a:pt x="43932" y="105664"/>
                    </a:lnTo>
                    <a:lnTo>
                      <a:pt x="26016" y="80808"/>
                    </a:lnTo>
                    <a:lnTo>
                      <a:pt x="11253" y="87488"/>
                    </a:lnTo>
                    <a:lnTo>
                      <a:pt x="0" y="59357"/>
                    </a:lnTo>
                    <a:lnTo>
                      <a:pt x="126354" y="0"/>
                    </a:lnTo>
                    <a:lnTo>
                      <a:pt x="132252" y="15609"/>
                    </a:lnTo>
                    <a:lnTo>
                      <a:pt x="76897" y="43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7" name="Контур"/>
              <p:cNvSpPr/>
              <p:nvPr/>
            </p:nvSpPr>
            <p:spPr>
              <a:xfrm>
                <a:off x="12252537" y="5789549"/>
                <a:ext cx="39412" cy="38154"/>
              </a:xfrm>
              <a:custGeom>
                <a:avLst/>
                <a:gdLst/>
                <a:ahLst/>
                <a:cxnLst/>
                <a:rect l="l" t="t" r="r" b="b"/>
                <a:pathLst>
                  <a:path w="39412" h="38154">
                    <a:moveTo>
                      <a:pt x="27925" y="0"/>
                    </a:moveTo>
                    <a:lnTo>
                      <a:pt x="39412" y="25390"/>
                    </a:lnTo>
                    <a:lnTo>
                      <a:pt x="11202" y="38154"/>
                    </a:lnTo>
                    <a:lnTo>
                      <a:pt x="0" y="13397"/>
                    </a:lnTo>
                    <a:lnTo>
                      <a:pt x="279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8" name="Контур"/>
              <p:cNvSpPr/>
              <p:nvPr/>
            </p:nvSpPr>
            <p:spPr>
              <a:xfrm>
                <a:off x="11773323" y="5798569"/>
                <a:ext cx="26371" cy="22047"/>
              </a:xfrm>
              <a:custGeom>
                <a:avLst/>
                <a:gdLst/>
                <a:ahLst/>
                <a:cxnLst/>
                <a:rect l="l" t="t" r="r" b="b"/>
                <a:pathLst>
                  <a:path w="26371" h="22047">
                    <a:moveTo>
                      <a:pt x="26371" y="11923"/>
                    </a:moveTo>
                    <a:lnTo>
                      <a:pt x="5894" y="22047"/>
                    </a:lnTo>
                    <a:lnTo>
                      <a:pt x="0" y="10123"/>
                    </a:lnTo>
                    <a:lnTo>
                      <a:pt x="20477" y="0"/>
                    </a:lnTo>
                    <a:lnTo>
                      <a:pt x="26371" y="119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9" name="Контур"/>
              <p:cNvSpPr/>
              <p:nvPr/>
            </p:nvSpPr>
            <p:spPr>
              <a:xfrm>
                <a:off x="12278886" y="5779387"/>
                <a:ext cx="32679" cy="35552"/>
              </a:xfrm>
              <a:custGeom>
                <a:avLst/>
                <a:gdLst/>
                <a:ahLst/>
                <a:cxnLst/>
                <a:rect l="l" t="t" r="r" b="b"/>
                <a:pathLst>
                  <a:path w="32679" h="35552">
                    <a:moveTo>
                      <a:pt x="0" y="6680"/>
                    </a:moveTo>
                    <a:lnTo>
                      <a:pt x="14763" y="0"/>
                    </a:lnTo>
                    <a:lnTo>
                      <a:pt x="32679" y="24856"/>
                    </a:lnTo>
                    <a:lnTo>
                      <a:pt x="13063" y="35552"/>
                    </a:lnTo>
                    <a:lnTo>
                      <a:pt x="1576" y="10162"/>
                    </a:lnTo>
                    <a:lnTo>
                      <a:pt x="0" y="66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0" name="Контур"/>
              <p:cNvSpPr/>
              <p:nvPr/>
            </p:nvSpPr>
            <p:spPr>
              <a:xfrm>
                <a:off x="12297068" y="5737152"/>
                <a:ext cx="59561" cy="58591"/>
              </a:xfrm>
              <a:custGeom>
                <a:avLst/>
                <a:gdLst/>
                <a:ahLst/>
                <a:cxnLst/>
                <a:rect l="l" t="t" r="r" b="b"/>
                <a:pathLst>
                  <a:path w="59561" h="58591">
                    <a:moveTo>
                      <a:pt x="45238" y="0"/>
                    </a:moveTo>
                    <a:lnTo>
                      <a:pt x="47462" y="4915"/>
                    </a:lnTo>
                    <a:lnTo>
                      <a:pt x="59561" y="31659"/>
                    </a:lnTo>
                    <a:lnTo>
                      <a:pt x="43097" y="39108"/>
                    </a:lnTo>
                    <a:lnTo>
                      <a:pt x="45922" y="45353"/>
                    </a:lnTo>
                    <a:lnTo>
                      <a:pt x="49736" y="53782"/>
                    </a:lnTo>
                    <a:lnTo>
                      <a:pt x="39106" y="58591"/>
                    </a:lnTo>
                    <a:lnTo>
                      <a:pt x="32467" y="43917"/>
                    </a:lnTo>
                    <a:lnTo>
                      <a:pt x="25560" y="47042"/>
                    </a:lnTo>
                    <a:lnTo>
                      <a:pt x="0" y="21905"/>
                    </a:lnTo>
                    <a:lnTo>
                      <a:pt x="4523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1" name="Контур"/>
              <p:cNvSpPr/>
              <p:nvPr/>
            </p:nvSpPr>
            <p:spPr>
              <a:xfrm>
                <a:off x="11951914" y="6196226"/>
                <a:ext cx="31916" cy="33320"/>
              </a:xfrm>
              <a:custGeom>
                <a:avLst/>
                <a:gdLst/>
                <a:ahLst/>
                <a:cxnLst/>
                <a:rect l="l" t="t" r="r" b="b"/>
                <a:pathLst>
                  <a:path w="31916" h="33320">
                    <a:moveTo>
                      <a:pt x="0" y="10696"/>
                    </a:moveTo>
                    <a:lnTo>
                      <a:pt x="19516" y="0"/>
                    </a:lnTo>
                    <a:lnTo>
                      <a:pt x="31916" y="22623"/>
                    </a:lnTo>
                    <a:lnTo>
                      <a:pt x="12400" y="33320"/>
                    </a:lnTo>
                    <a:lnTo>
                      <a:pt x="0" y="106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2" name="Контур"/>
              <p:cNvSpPr/>
              <p:nvPr/>
            </p:nvSpPr>
            <p:spPr>
              <a:xfrm>
                <a:off x="11924436" y="6200632"/>
                <a:ext cx="22568" cy="21555"/>
              </a:xfrm>
              <a:custGeom>
                <a:avLst/>
                <a:gdLst/>
                <a:ahLst/>
                <a:cxnLst/>
                <a:rect l="l" t="t" r="r" b="b"/>
                <a:pathLst>
                  <a:path w="22568" h="21555">
                    <a:moveTo>
                      <a:pt x="0" y="7318"/>
                    </a:moveTo>
                    <a:lnTo>
                      <a:pt x="16094" y="0"/>
                    </a:lnTo>
                    <a:lnTo>
                      <a:pt x="22568" y="14237"/>
                    </a:lnTo>
                    <a:lnTo>
                      <a:pt x="6474" y="21555"/>
                    </a:lnTo>
                    <a:lnTo>
                      <a:pt x="0" y="73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3" name="Контур"/>
              <p:cNvSpPr/>
              <p:nvPr/>
            </p:nvSpPr>
            <p:spPr>
              <a:xfrm>
                <a:off x="12224364" y="6003201"/>
                <a:ext cx="104382" cy="96804"/>
              </a:xfrm>
              <a:custGeom>
                <a:avLst/>
                <a:gdLst/>
                <a:ahLst/>
                <a:cxnLst/>
                <a:rect l="l" t="t" r="r" b="b"/>
                <a:pathLst>
                  <a:path w="104382" h="96804">
                    <a:moveTo>
                      <a:pt x="0" y="46717"/>
                    </a:moveTo>
                    <a:lnTo>
                      <a:pt x="71785" y="0"/>
                    </a:lnTo>
                    <a:lnTo>
                      <a:pt x="98462" y="40841"/>
                    </a:lnTo>
                    <a:lnTo>
                      <a:pt x="104382" y="50087"/>
                    </a:lnTo>
                    <a:lnTo>
                      <a:pt x="32597" y="96804"/>
                    </a:lnTo>
                    <a:lnTo>
                      <a:pt x="0" y="467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4" name="Контур"/>
              <p:cNvSpPr/>
              <p:nvPr/>
            </p:nvSpPr>
            <p:spPr>
              <a:xfrm>
                <a:off x="11865057" y="5989763"/>
                <a:ext cx="45139" cy="31027"/>
              </a:xfrm>
              <a:custGeom>
                <a:avLst/>
                <a:gdLst/>
                <a:ahLst/>
                <a:cxnLst/>
                <a:rect l="l" t="t" r="r" b="b"/>
                <a:pathLst>
                  <a:path w="45139" h="31027">
                    <a:moveTo>
                      <a:pt x="5707" y="31027"/>
                    </a:moveTo>
                    <a:lnTo>
                      <a:pt x="0" y="19325"/>
                    </a:lnTo>
                    <a:lnTo>
                      <a:pt x="2942" y="17847"/>
                    </a:lnTo>
                    <a:lnTo>
                      <a:pt x="39437" y="0"/>
                    </a:lnTo>
                    <a:lnTo>
                      <a:pt x="45139" y="11664"/>
                    </a:lnTo>
                    <a:lnTo>
                      <a:pt x="5707" y="310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5" name="Контур"/>
              <p:cNvSpPr/>
              <p:nvPr/>
            </p:nvSpPr>
            <p:spPr>
              <a:xfrm>
                <a:off x="12169313" y="5848177"/>
                <a:ext cx="215976" cy="163099"/>
              </a:xfrm>
              <a:custGeom>
                <a:avLst/>
                <a:gdLst/>
                <a:ahLst/>
                <a:cxnLst/>
                <a:rect l="l" t="t" r="r" b="b"/>
                <a:pathLst>
                  <a:path w="215976" h="163099">
                    <a:moveTo>
                      <a:pt x="197559" y="0"/>
                    </a:moveTo>
                    <a:lnTo>
                      <a:pt x="215976" y="39399"/>
                    </a:lnTo>
                    <a:lnTo>
                      <a:pt x="23477" y="163099"/>
                    </a:lnTo>
                    <a:lnTo>
                      <a:pt x="0" y="126403"/>
                    </a:lnTo>
                    <a:lnTo>
                      <a:pt x="19755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6" name="Контур"/>
              <p:cNvSpPr/>
              <p:nvPr/>
            </p:nvSpPr>
            <p:spPr>
              <a:xfrm>
                <a:off x="11779217" y="5792291"/>
                <a:ext cx="149088" cy="215319"/>
              </a:xfrm>
              <a:custGeom>
                <a:avLst/>
                <a:gdLst/>
                <a:ahLst/>
                <a:cxnLst/>
                <a:rect l="l" t="t" r="r" b="b"/>
                <a:pathLst>
                  <a:path w="149088" h="215319">
                    <a:moveTo>
                      <a:pt x="20477" y="18201"/>
                    </a:moveTo>
                    <a:lnTo>
                      <a:pt x="57293" y="0"/>
                    </a:lnTo>
                    <a:lnTo>
                      <a:pt x="116153" y="119838"/>
                    </a:lnTo>
                    <a:lnTo>
                      <a:pt x="146871" y="181185"/>
                    </a:lnTo>
                    <a:lnTo>
                      <a:pt x="149088" y="185753"/>
                    </a:lnTo>
                    <a:lnTo>
                      <a:pt x="125277" y="197472"/>
                    </a:lnTo>
                    <a:lnTo>
                      <a:pt x="88782" y="215319"/>
                    </a:lnTo>
                    <a:lnTo>
                      <a:pt x="0" y="28325"/>
                    </a:lnTo>
                    <a:lnTo>
                      <a:pt x="20477" y="182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7" name="Контур"/>
              <p:cNvSpPr/>
              <p:nvPr/>
            </p:nvSpPr>
            <p:spPr>
              <a:xfrm>
                <a:off x="10911845" y="5826243"/>
                <a:ext cx="36580" cy="39180"/>
              </a:xfrm>
              <a:custGeom>
                <a:avLst/>
                <a:gdLst/>
                <a:ahLst/>
                <a:cxnLst/>
                <a:rect l="l" t="t" r="r" b="b"/>
                <a:pathLst>
                  <a:path w="36580" h="39180">
                    <a:moveTo>
                      <a:pt x="18290" y="39180"/>
                    </a:moveTo>
                    <a:lnTo>
                      <a:pt x="0" y="12572"/>
                    </a:lnTo>
                    <a:lnTo>
                      <a:pt x="18290" y="0"/>
                    </a:lnTo>
                    <a:lnTo>
                      <a:pt x="36580" y="26608"/>
                    </a:lnTo>
                    <a:lnTo>
                      <a:pt x="18290" y="391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8" name="Контур"/>
              <p:cNvSpPr/>
              <p:nvPr/>
            </p:nvSpPr>
            <p:spPr>
              <a:xfrm>
                <a:off x="11458558" y="5582742"/>
                <a:ext cx="41126" cy="42588"/>
              </a:xfrm>
              <a:custGeom>
                <a:avLst/>
                <a:gdLst/>
                <a:ahLst/>
                <a:cxnLst/>
                <a:rect l="l" t="t" r="r" b="b"/>
                <a:pathLst>
                  <a:path w="41126" h="42588">
                    <a:moveTo>
                      <a:pt x="16730" y="42588"/>
                    </a:moveTo>
                    <a:lnTo>
                      <a:pt x="0" y="14565"/>
                    </a:lnTo>
                    <a:lnTo>
                      <a:pt x="24397" y="0"/>
                    </a:lnTo>
                    <a:lnTo>
                      <a:pt x="41126" y="28024"/>
                    </a:lnTo>
                    <a:lnTo>
                      <a:pt x="16730" y="42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9" name="Контур"/>
              <p:cNvSpPr/>
              <p:nvPr/>
            </p:nvSpPr>
            <p:spPr>
              <a:xfrm>
                <a:off x="11665097" y="5509468"/>
                <a:ext cx="52647" cy="55384"/>
              </a:xfrm>
              <a:custGeom>
                <a:avLst/>
                <a:gdLst/>
                <a:ahLst/>
                <a:cxnLst/>
                <a:rect l="l" t="t" r="r" b="b"/>
                <a:pathLst>
                  <a:path w="52647" h="55384">
                    <a:moveTo>
                      <a:pt x="0" y="16454"/>
                    </a:moveTo>
                    <a:lnTo>
                      <a:pt x="33560" y="0"/>
                    </a:lnTo>
                    <a:lnTo>
                      <a:pt x="52647" y="38929"/>
                    </a:lnTo>
                    <a:lnTo>
                      <a:pt x="19086" y="55384"/>
                    </a:lnTo>
                    <a:lnTo>
                      <a:pt x="0" y="164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0" name="Контур"/>
              <p:cNvSpPr/>
              <p:nvPr/>
            </p:nvSpPr>
            <p:spPr>
              <a:xfrm>
                <a:off x="11217704" y="5289532"/>
                <a:ext cx="66407" cy="53244"/>
              </a:xfrm>
              <a:custGeom>
                <a:avLst/>
                <a:gdLst/>
                <a:ahLst/>
                <a:cxnLst/>
                <a:rect l="l" t="t" r="r" b="b"/>
                <a:pathLst>
                  <a:path w="66407" h="53244">
                    <a:moveTo>
                      <a:pt x="52943" y="0"/>
                    </a:moveTo>
                    <a:lnTo>
                      <a:pt x="59630" y="9985"/>
                    </a:lnTo>
                    <a:lnTo>
                      <a:pt x="66407" y="20107"/>
                    </a:lnTo>
                    <a:lnTo>
                      <a:pt x="12230" y="53244"/>
                    </a:lnTo>
                    <a:lnTo>
                      <a:pt x="0" y="33060"/>
                    </a:lnTo>
                    <a:lnTo>
                      <a:pt x="5491" y="29594"/>
                    </a:lnTo>
                    <a:lnTo>
                      <a:pt x="36523" y="10024"/>
                    </a:lnTo>
                    <a:lnTo>
                      <a:pt x="529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1" name="Контур"/>
              <p:cNvSpPr/>
              <p:nvPr/>
            </p:nvSpPr>
            <p:spPr>
              <a:xfrm>
                <a:off x="11583391" y="5405834"/>
                <a:ext cx="32325" cy="35092"/>
              </a:xfrm>
              <a:custGeom>
                <a:avLst/>
                <a:gdLst/>
                <a:ahLst/>
                <a:cxnLst/>
                <a:rect l="l" t="t" r="r" b="b"/>
                <a:pathLst>
                  <a:path w="32325" h="35092">
                    <a:moveTo>
                      <a:pt x="19904" y="0"/>
                    </a:moveTo>
                    <a:lnTo>
                      <a:pt x="32325" y="25334"/>
                    </a:lnTo>
                    <a:lnTo>
                      <a:pt x="12422" y="35092"/>
                    </a:lnTo>
                    <a:lnTo>
                      <a:pt x="0" y="9758"/>
                    </a:lnTo>
                    <a:lnTo>
                      <a:pt x="199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2" name="Контур"/>
              <p:cNvSpPr/>
              <p:nvPr/>
            </p:nvSpPr>
            <p:spPr>
              <a:xfrm>
                <a:off x="11083044" y="5077331"/>
                <a:ext cx="171183" cy="241795"/>
              </a:xfrm>
              <a:custGeom>
                <a:avLst/>
                <a:gdLst/>
                <a:ahLst/>
                <a:cxnLst/>
                <a:rect l="l" t="t" r="r" b="b"/>
                <a:pathLst>
                  <a:path w="171183" h="241795">
                    <a:moveTo>
                      <a:pt x="27255" y="2390"/>
                    </a:moveTo>
                    <a:lnTo>
                      <a:pt x="31042" y="0"/>
                    </a:lnTo>
                    <a:lnTo>
                      <a:pt x="70848" y="63125"/>
                    </a:lnTo>
                    <a:lnTo>
                      <a:pt x="171183" y="222225"/>
                    </a:lnTo>
                    <a:lnTo>
                      <a:pt x="140151" y="241795"/>
                    </a:lnTo>
                    <a:lnTo>
                      <a:pt x="131127" y="227481"/>
                    </a:lnTo>
                    <a:lnTo>
                      <a:pt x="0" y="19574"/>
                    </a:lnTo>
                    <a:lnTo>
                      <a:pt x="27255" y="23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3" name="Контур"/>
              <p:cNvSpPr/>
              <p:nvPr/>
            </p:nvSpPr>
            <p:spPr>
              <a:xfrm>
                <a:off x="11097785" y="5791984"/>
                <a:ext cx="401871" cy="281376"/>
              </a:xfrm>
              <a:custGeom>
                <a:avLst/>
                <a:gdLst/>
                <a:ahLst/>
                <a:cxnLst/>
                <a:rect l="l" t="t" r="r" b="b"/>
                <a:pathLst>
                  <a:path w="401871" h="281376">
                    <a:moveTo>
                      <a:pt x="370119" y="0"/>
                    </a:moveTo>
                    <a:lnTo>
                      <a:pt x="395703" y="41107"/>
                    </a:lnTo>
                    <a:lnTo>
                      <a:pt x="401871" y="51019"/>
                    </a:lnTo>
                    <a:lnTo>
                      <a:pt x="224946" y="160980"/>
                    </a:lnTo>
                    <a:lnTo>
                      <a:pt x="78622" y="252176"/>
                    </a:lnTo>
                    <a:lnTo>
                      <a:pt x="31699" y="281376"/>
                    </a:lnTo>
                    <a:lnTo>
                      <a:pt x="0" y="230548"/>
                    </a:lnTo>
                    <a:lnTo>
                      <a:pt x="249922" y="74803"/>
                    </a:lnTo>
                    <a:lnTo>
                      <a:pt x="37011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4" name="Контур"/>
              <p:cNvSpPr/>
              <p:nvPr/>
            </p:nvSpPr>
            <p:spPr>
              <a:xfrm>
                <a:off x="11021499" y="5647432"/>
                <a:ext cx="519893" cy="383968"/>
              </a:xfrm>
              <a:custGeom>
                <a:avLst/>
                <a:gdLst/>
                <a:ahLst/>
                <a:cxnLst/>
                <a:rect l="l" t="t" r="r" b="b"/>
                <a:pathLst>
                  <a:path w="519893" h="383968">
                    <a:moveTo>
                      <a:pt x="62482" y="383968"/>
                    </a:moveTo>
                    <a:lnTo>
                      <a:pt x="0" y="285254"/>
                    </a:lnTo>
                    <a:lnTo>
                      <a:pt x="458395" y="0"/>
                    </a:lnTo>
                    <a:lnTo>
                      <a:pt x="519893" y="98812"/>
                    </a:lnTo>
                    <a:lnTo>
                      <a:pt x="446405" y="144552"/>
                    </a:lnTo>
                    <a:lnTo>
                      <a:pt x="326208" y="219355"/>
                    </a:lnTo>
                    <a:lnTo>
                      <a:pt x="76286" y="375100"/>
                    </a:lnTo>
                    <a:lnTo>
                      <a:pt x="62482" y="3839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5" name="Контур"/>
              <p:cNvSpPr/>
              <p:nvPr/>
            </p:nvSpPr>
            <p:spPr>
              <a:xfrm>
                <a:off x="10595177" y="5885913"/>
                <a:ext cx="123506" cy="112861"/>
              </a:xfrm>
              <a:custGeom>
                <a:avLst/>
                <a:gdLst/>
                <a:ahLst/>
                <a:cxnLst/>
                <a:rect l="l" t="t" r="r" b="b"/>
                <a:pathLst>
                  <a:path w="123506" h="112861">
                    <a:moveTo>
                      <a:pt x="86061" y="0"/>
                    </a:moveTo>
                    <a:lnTo>
                      <a:pt x="123506" y="58788"/>
                    </a:lnTo>
                    <a:lnTo>
                      <a:pt x="37047" y="112861"/>
                    </a:lnTo>
                    <a:lnTo>
                      <a:pt x="0" y="55903"/>
                    </a:lnTo>
                    <a:lnTo>
                      <a:pt x="44938" y="26911"/>
                    </a:lnTo>
                    <a:lnTo>
                      <a:pt x="860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6" name="Контур"/>
              <p:cNvSpPr/>
              <p:nvPr/>
            </p:nvSpPr>
            <p:spPr>
              <a:xfrm>
                <a:off x="10765830" y="5772987"/>
                <a:ext cx="139164" cy="141518"/>
              </a:xfrm>
              <a:custGeom>
                <a:avLst/>
                <a:gdLst/>
                <a:ahLst/>
                <a:cxnLst/>
                <a:rect l="l" t="t" r="r" b="b"/>
                <a:pathLst>
                  <a:path w="139164" h="141518">
                    <a:moveTo>
                      <a:pt x="0" y="66674"/>
                    </a:moveTo>
                    <a:lnTo>
                      <a:pt x="105189" y="0"/>
                    </a:lnTo>
                    <a:lnTo>
                      <a:pt x="139164" y="50659"/>
                    </a:lnTo>
                    <a:lnTo>
                      <a:pt x="116296" y="66347"/>
                    </a:lnTo>
                    <a:lnTo>
                      <a:pt x="130017" y="90532"/>
                    </a:lnTo>
                    <a:lnTo>
                      <a:pt x="48348" y="141518"/>
                    </a:lnTo>
                    <a:lnTo>
                      <a:pt x="0" y="666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7" name="Контур"/>
              <p:cNvSpPr/>
              <p:nvPr/>
            </p:nvSpPr>
            <p:spPr>
              <a:xfrm>
                <a:off x="11467904" y="5746244"/>
                <a:ext cx="199401" cy="248564"/>
              </a:xfrm>
              <a:custGeom>
                <a:avLst/>
                <a:gdLst/>
                <a:ahLst/>
                <a:cxnLst/>
                <a:rect l="l" t="t" r="r" b="b"/>
                <a:pathLst>
                  <a:path w="199401" h="248564">
                    <a:moveTo>
                      <a:pt x="199401" y="203252"/>
                    </a:moveTo>
                    <a:lnTo>
                      <a:pt x="129312" y="246783"/>
                    </a:lnTo>
                    <a:lnTo>
                      <a:pt x="126441" y="248564"/>
                    </a:lnTo>
                    <a:lnTo>
                      <a:pt x="31752" y="96759"/>
                    </a:lnTo>
                    <a:lnTo>
                      <a:pt x="25584" y="86847"/>
                    </a:lnTo>
                    <a:lnTo>
                      <a:pt x="0" y="45740"/>
                    </a:lnTo>
                    <a:lnTo>
                      <a:pt x="73488" y="0"/>
                    </a:lnTo>
                    <a:lnTo>
                      <a:pt x="199401" y="2032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8" name="Контур"/>
              <p:cNvSpPr/>
              <p:nvPr/>
            </p:nvSpPr>
            <p:spPr>
              <a:xfrm>
                <a:off x="10699950" y="5850168"/>
                <a:ext cx="60274" cy="57194"/>
              </a:xfrm>
              <a:custGeom>
                <a:avLst/>
                <a:gdLst/>
                <a:ahLst/>
                <a:cxnLst/>
                <a:rect l="l" t="t" r="r" b="b"/>
                <a:pathLst>
                  <a:path w="60274" h="57194">
                    <a:moveTo>
                      <a:pt x="0" y="24029"/>
                    </a:moveTo>
                    <a:lnTo>
                      <a:pt x="40687" y="0"/>
                    </a:lnTo>
                    <a:lnTo>
                      <a:pt x="60274" y="33166"/>
                    </a:lnTo>
                    <a:lnTo>
                      <a:pt x="19588" y="57194"/>
                    </a:lnTo>
                    <a:lnTo>
                      <a:pt x="0" y="240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9" name="Контур"/>
              <p:cNvSpPr/>
              <p:nvPr/>
            </p:nvSpPr>
            <p:spPr>
              <a:xfrm>
                <a:off x="10613222" y="6109124"/>
                <a:ext cx="219220" cy="168551"/>
              </a:xfrm>
              <a:custGeom>
                <a:avLst/>
                <a:gdLst/>
                <a:ahLst/>
                <a:cxnLst/>
                <a:rect l="l" t="t" r="r" b="b"/>
                <a:pathLst>
                  <a:path w="219220" h="168551">
                    <a:moveTo>
                      <a:pt x="27403" y="168551"/>
                    </a:moveTo>
                    <a:lnTo>
                      <a:pt x="0" y="119559"/>
                    </a:lnTo>
                    <a:lnTo>
                      <a:pt x="181037" y="0"/>
                    </a:lnTo>
                    <a:lnTo>
                      <a:pt x="219220" y="57082"/>
                    </a:lnTo>
                    <a:lnTo>
                      <a:pt x="209112" y="64273"/>
                    </a:lnTo>
                    <a:lnTo>
                      <a:pt x="217872" y="77983"/>
                    </a:lnTo>
                    <a:lnTo>
                      <a:pt x="191592" y="93714"/>
                    </a:lnTo>
                    <a:lnTo>
                      <a:pt x="181934" y="78657"/>
                    </a:lnTo>
                    <a:lnTo>
                      <a:pt x="27403" y="1685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0" name="Контур"/>
              <p:cNvSpPr/>
              <p:nvPr/>
            </p:nvSpPr>
            <p:spPr>
              <a:xfrm>
                <a:off x="11621477" y="6134300"/>
                <a:ext cx="85609" cy="134977"/>
              </a:xfrm>
              <a:custGeom>
                <a:avLst/>
                <a:gdLst/>
                <a:ahLst/>
                <a:cxnLst/>
                <a:rect l="l" t="t" r="r" b="b"/>
                <a:pathLst>
                  <a:path w="85609" h="134977">
                    <a:moveTo>
                      <a:pt x="0" y="8942"/>
                    </a:moveTo>
                    <a:lnTo>
                      <a:pt x="16248" y="0"/>
                    </a:lnTo>
                    <a:lnTo>
                      <a:pt x="85609" y="126035"/>
                    </a:lnTo>
                    <a:lnTo>
                      <a:pt x="69360" y="134977"/>
                    </a:lnTo>
                    <a:lnTo>
                      <a:pt x="0" y="89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1" name="Контур"/>
              <p:cNvSpPr/>
              <p:nvPr/>
            </p:nvSpPr>
            <p:spPr>
              <a:xfrm>
                <a:off x="10820404" y="6113883"/>
                <a:ext cx="59867" cy="64986"/>
              </a:xfrm>
              <a:custGeom>
                <a:avLst/>
                <a:gdLst/>
                <a:ahLst/>
                <a:cxnLst/>
                <a:rect l="l" t="t" r="r" b="b"/>
                <a:pathLst>
                  <a:path w="59867" h="64986">
                    <a:moveTo>
                      <a:pt x="29192" y="64986"/>
                    </a:moveTo>
                    <a:lnTo>
                      <a:pt x="0" y="19831"/>
                    </a:lnTo>
                    <a:lnTo>
                      <a:pt x="30674" y="0"/>
                    </a:lnTo>
                    <a:lnTo>
                      <a:pt x="59867" y="45155"/>
                    </a:lnTo>
                    <a:lnTo>
                      <a:pt x="29192" y="649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2" name="Контур"/>
              <p:cNvSpPr/>
              <p:nvPr/>
            </p:nvSpPr>
            <p:spPr>
              <a:xfrm>
                <a:off x="10894313" y="5932686"/>
                <a:ext cx="220584" cy="307267"/>
              </a:xfrm>
              <a:custGeom>
                <a:avLst/>
                <a:gdLst/>
                <a:ahLst/>
                <a:cxnLst/>
                <a:rect l="l" t="t" r="r" b="b"/>
                <a:pathLst>
                  <a:path w="220584" h="307267">
                    <a:moveTo>
                      <a:pt x="0" y="81706"/>
                    </a:moveTo>
                    <a:lnTo>
                      <a:pt x="118719" y="5438"/>
                    </a:lnTo>
                    <a:lnTo>
                      <a:pt x="127186" y="0"/>
                    </a:lnTo>
                    <a:lnTo>
                      <a:pt x="189668" y="98714"/>
                    </a:lnTo>
                    <a:lnTo>
                      <a:pt x="197093" y="110274"/>
                    </a:lnTo>
                    <a:lnTo>
                      <a:pt x="168640" y="128482"/>
                    </a:lnTo>
                    <a:lnTo>
                      <a:pt x="146270" y="142922"/>
                    </a:lnTo>
                    <a:lnTo>
                      <a:pt x="155507" y="156929"/>
                    </a:lnTo>
                    <a:lnTo>
                      <a:pt x="220584" y="258606"/>
                    </a:lnTo>
                    <a:lnTo>
                      <a:pt x="144831" y="307267"/>
                    </a:lnTo>
                    <a:lnTo>
                      <a:pt x="0" y="817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3" name="Контур"/>
              <p:cNvSpPr/>
              <p:nvPr/>
            </p:nvSpPr>
            <p:spPr>
              <a:xfrm>
                <a:off x="11176407" y="5952964"/>
                <a:ext cx="168310" cy="126103"/>
              </a:xfrm>
              <a:custGeom>
                <a:avLst/>
                <a:gdLst/>
                <a:ahLst/>
                <a:cxnLst/>
                <a:rect l="l" t="t" r="r" b="b"/>
                <a:pathLst>
                  <a:path w="168310" h="126103">
                    <a:moveTo>
                      <a:pt x="21722" y="126103"/>
                    </a:moveTo>
                    <a:lnTo>
                      <a:pt x="0" y="91196"/>
                    </a:lnTo>
                    <a:lnTo>
                      <a:pt x="146324" y="0"/>
                    </a:lnTo>
                    <a:lnTo>
                      <a:pt x="168310" y="34882"/>
                    </a:lnTo>
                    <a:lnTo>
                      <a:pt x="21722" y="1261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4" name="Контур"/>
              <p:cNvSpPr/>
              <p:nvPr/>
            </p:nvSpPr>
            <p:spPr>
              <a:xfrm>
                <a:off x="11040583" y="6061168"/>
                <a:ext cx="31328" cy="28447"/>
              </a:xfrm>
              <a:custGeom>
                <a:avLst/>
                <a:gdLst/>
                <a:ahLst/>
                <a:cxnLst/>
                <a:rect l="l" t="t" r="r" b="b"/>
                <a:pathLst>
                  <a:path w="31328" h="28447">
                    <a:moveTo>
                      <a:pt x="22370" y="0"/>
                    </a:moveTo>
                    <a:lnTo>
                      <a:pt x="31328" y="13615"/>
                    </a:lnTo>
                    <a:lnTo>
                      <a:pt x="9237" y="28447"/>
                    </a:lnTo>
                    <a:lnTo>
                      <a:pt x="0" y="14440"/>
                    </a:lnTo>
                    <a:lnTo>
                      <a:pt x="2237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5" name="Контур"/>
              <p:cNvSpPr/>
              <p:nvPr/>
            </p:nvSpPr>
            <p:spPr>
              <a:xfrm>
                <a:off x="10439962" y="5495466"/>
                <a:ext cx="65150" cy="74830"/>
              </a:xfrm>
              <a:custGeom>
                <a:avLst/>
                <a:gdLst/>
                <a:ahLst/>
                <a:cxnLst/>
                <a:rect l="l" t="t" r="r" b="b"/>
                <a:pathLst>
                  <a:path w="65150" h="74830">
                    <a:moveTo>
                      <a:pt x="34453" y="0"/>
                    </a:moveTo>
                    <a:lnTo>
                      <a:pt x="65150" y="46072"/>
                    </a:lnTo>
                    <a:lnTo>
                      <a:pt x="21988" y="74830"/>
                    </a:lnTo>
                    <a:lnTo>
                      <a:pt x="0" y="41830"/>
                    </a:lnTo>
                    <a:lnTo>
                      <a:pt x="9422" y="35552"/>
                    </a:lnTo>
                    <a:lnTo>
                      <a:pt x="713" y="22482"/>
                    </a:lnTo>
                    <a:lnTo>
                      <a:pt x="3445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6" name="Контур"/>
              <p:cNvSpPr/>
              <p:nvPr/>
            </p:nvSpPr>
            <p:spPr>
              <a:xfrm>
                <a:off x="10302244" y="5257787"/>
                <a:ext cx="310597" cy="231462"/>
              </a:xfrm>
              <a:custGeom>
                <a:avLst/>
                <a:gdLst/>
                <a:ahLst/>
                <a:cxnLst/>
                <a:rect l="l" t="t" r="r" b="b"/>
                <a:pathLst>
                  <a:path w="310597" h="231462">
                    <a:moveTo>
                      <a:pt x="310597" y="54269"/>
                    </a:moveTo>
                    <a:lnTo>
                      <a:pt x="31954" y="231462"/>
                    </a:lnTo>
                    <a:lnTo>
                      <a:pt x="0" y="182684"/>
                    </a:lnTo>
                    <a:lnTo>
                      <a:pt x="20530" y="169166"/>
                    </a:lnTo>
                    <a:lnTo>
                      <a:pt x="46916" y="151649"/>
                    </a:lnTo>
                    <a:lnTo>
                      <a:pt x="120096" y="103653"/>
                    </a:lnTo>
                    <a:lnTo>
                      <a:pt x="145187" y="86146"/>
                    </a:lnTo>
                    <a:lnTo>
                      <a:pt x="276162" y="0"/>
                    </a:lnTo>
                    <a:lnTo>
                      <a:pt x="310597" y="542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7" name="Контур"/>
              <p:cNvSpPr/>
              <p:nvPr/>
            </p:nvSpPr>
            <p:spPr>
              <a:xfrm>
                <a:off x="10243821" y="5268527"/>
                <a:ext cx="35746" cy="38469"/>
              </a:xfrm>
              <a:custGeom>
                <a:avLst/>
                <a:gdLst/>
                <a:ahLst/>
                <a:cxnLst/>
                <a:rect l="l" t="t" r="r" b="b"/>
                <a:pathLst>
                  <a:path w="35746" h="38469">
                    <a:moveTo>
                      <a:pt x="0" y="12082"/>
                    </a:moveTo>
                    <a:lnTo>
                      <a:pt x="17077" y="0"/>
                    </a:lnTo>
                    <a:lnTo>
                      <a:pt x="35746" y="26387"/>
                    </a:lnTo>
                    <a:lnTo>
                      <a:pt x="18669" y="38469"/>
                    </a:lnTo>
                    <a:lnTo>
                      <a:pt x="0" y="120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8" name="Контур"/>
              <p:cNvSpPr/>
              <p:nvPr/>
            </p:nvSpPr>
            <p:spPr>
              <a:xfrm>
                <a:off x="10254338" y="5348900"/>
                <a:ext cx="68436" cy="91571"/>
              </a:xfrm>
              <a:custGeom>
                <a:avLst/>
                <a:gdLst/>
                <a:ahLst/>
                <a:cxnLst/>
                <a:rect l="l" t="t" r="r" b="b"/>
                <a:pathLst>
                  <a:path w="68436" h="91571">
                    <a:moveTo>
                      <a:pt x="47906" y="91571"/>
                    </a:moveTo>
                    <a:lnTo>
                      <a:pt x="0" y="13961"/>
                    </a:lnTo>
                    <a:lnTo>
                      <a:pt x="21341" y="0"/>
                    </a:lnTo>
                    <a:lnTo>
                      <a:pt x="68436" y="78053"/>
                    </a:lnTo>
                    <a:lnTo>
                      <a:pt x="47906" y="915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9" name="Контур"/>
              <p:cNvSpPr/>
              <p:nvPr/>
            </p:nvSpPr>
            <p:spPr>
              <a:xfrm>
                <a:off x="10287784" y="5014543"/>
                <a:ext cx="442851" cy="313582"/>
              </a:xfrm>
              <a:custGeom>
                <a:avLst/>
                <a:gdLst/>
                <a:ahLst/>
                <a:cxnLst/>
                <a:rect l="l" t="t" r="r" b="b"/>
                <a:pathLst>
                  <a:path w="442851" h="313582">
                    <a:moveTo>
                      <a:pt x="229201" y="13540"/>
                    </a:moveTo>
                    <a:lnTo>
                      <a:pt x="285025" y="91300"/>
                    </a:lnTo>
                    <a:lnTo>
                      <a:pt x="397641" y="12013"/>
                    </a:lnTo>
                    <a:lnTo>
                      <a:pt x="442851" y="73822"/>
                    </a:lnTo>
                    <a:lnTo>
                      <a:pt x="136401" y="296074"/>
                    </a:lnTo>
                    <a:lnTo>
                      <a:pt x="111310" y="313582"/>
                    </a:lnTo>
                    <a:lnTo>
                      <a:pt x="0" y="161274"/>
                    </a:lnTo>
                    <a:lnTo>
                      <a:pt x="220290" y="0"/>
                    </a:lnTo>
                    <a:lnTo>
                      <a:pt x="229201" y="135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0" name="Контур"/>
              <p:cNvSpPr/>
              <p:nvPr/>
            </p:nvSpPr>
            <p:spPr>
              <a:xfrm>
                <a:off x="10578406" y="5069512"/>
                <a:ext cx="306170" cy="242544"/>
              </a:xfrm>
              <a:custGeom>
                <a:avLst/>
                <a:gdLst/>
                <a:ahLst/>
                <a:cxnLst/>
                <a:rect l="l" t="t" r="r" b="b"/>
                <a:pathLst>
                  <a:path w="306170" h="242544">
                    <a:moveTo>
                      <a:pt x="0" y="188275"/>
                    </a:moveTo>
                    <a:lnTo>
                      <a:pt x="259975" y="0"/>
                    </a:lnTo>
                    <a:lnTo>
                      <a:pt x="306170" y="63265"/>
                    </a:lnTo>
                    <a:lnTo>
                      <a:pt x="34435" y="242544"/>
                    </a:lnTo>
                    <a:lnTo>
                      <a:pt x="0" y="1882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1" name="Контур"/>
              <p:cNvSpPr/>
              <p:nvPr/>
            </p:nvSpPr>
            <p:spPr>
              <a:xfrm>
                <a:off x="10248809" y="5662561"/>
                <a:ext cx="243120" cy="216975"/>
              </a:xfrm>
              <a:custGeom>
                <a:avLst/>
                <a:gdLst/>
                <a:ahLst/>
                <a:cxnLst/>
                <a:rect l="l" t="t" r="r" b="b"/>
                <a:pathLst>
                  <a:path w="243120" h="216975">
                    <a:moveTo>
                      <a:pt x="0" y="111831"/>
                    </a:moveTo>
                    <a:lnTo>
                      <a:pt x="176496" y="0"/>
                    </a:lnTo>
                    <a:lnTo>
                      <a:pt x="243120" y="105154"/>
                    </a:lnTo>
                    <a:lnTo>
                      <a:pt x="66600" y="216975"/>
                    </a:lnTo>
                    <a:lnTo>
                      <a:pt x="0" y="1118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2" name="Контур"/>
              <p:cNvSpPr/>
              <p:nvPr/>
            </p:nvSpPr>
            <p:spPr>
              <a:xfrm>
                <a:off x="9879960" y="5449897"/>
                <a:ext cx="453012" cy="351307"/>
              </a:xfrm>
              <a:custGeom>
                <a:avLst/>
                <a:gdLst/>
                <a:ahLst/>
                <a:cxnLst/>
                <a:rect l="l" t="t" r="r" b="b"/>
                <a:pathLst>
                  <a:path w="453012" h="351307">
                    <a:moveTo>
                      <a:pt x="186948" y="351307"/>
                    </a:moveTo>
                    <a:lnTo>
                      <a:pt x="132579" y="266727"/>
                    </a:lnTo>
                    <a:lnTo>
                      <a:pt x="129588" y="268651"/>
                    </a:lnTo>
                    <a:lnTo>
                      <a:pt x="71604" y="305919"/>
                    </a:lnTo>
                    <a:lnTo>
                      <a:pt x="0" y="208415"/>
                    </a:lnTo>
                    <a:lnTo>
                      <a:pt x="5677" y="204724"/>
                    </a:lnTo>
                    <a:lnTo>
                      <a:pt x="22993" y="193084"/>
                    </a:lnTo>
                    <a:lnTo>
                      <a:pt x="47825" y="226959"/>
                    </a:lnTo>
                    <a:lnTo>
                      <a:pt x="359124" y="0"/>
                    </a:lnTo>
                    <a:lnTo>
                      <a:pt x="453012" y="128794"/>
                    </a:lnTo>
                    <a:lnTo>
                      <a:pt x="438891" y="139085"/>
                    </a:lnTo>
                    <a:lnTo>
                      <a:pt x="452374" y="157579"/>
                    </a:lnTo>
                    <a:lnTo>
                      <a:pt x="186948" y="3513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3" name="Контур"/>
              <p:cNvSpPr/>
              <p:nvPr/>
            </p:nvSpPr>
            <p:spPr>
              <a:xfrm>
                <a:off x="10480681" y="5586534"/>
                <a:ext cx="110013" cy="136540"/>
              </a:xfrm>
              <a:custGeom>
                <a:avLst/>
                <a:gdLst/>
                <a:ahLst/>
                <a:cxnLst/>
                <a:rect l="l" t="t" r="r" b="b"/>
                <a:pathLst>
                  <a:path w="110013" h="136540">
                    <a:moveTo>
                      <a:pt x="0" y="24780"/>
                    </a:moveTo>
                    <a:lnTo>
                      <a:pt x="38998" y="0"/>
                    </a:lnTo>
                    <a:lnTo>
                      <a:pt x="110013" y="111760"/>
                    </a:lnTo>
                    <a:lnTo>
                      <a:pt x="71015" y="136540"/>
                    </a:lnTo>
                    <a:lnTo>
                      <a:pt x="0" y="247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4" name="Контур"/>
              <p:cNvSpPr/>
              <p:nvPr/>
            </p:nvSpPr>
            <p:spPr>
              <a:xfrm>
                <a:off x="10578291" y="5096905"/>
                <a:ext cx="644904" cy="540567"/>
              </a:xfrm>
              <a:custGeom>
                <a:avLst/>
                <a:gdLst/>
                <a:ahLst/>
                <a:cxnLst/>
                <a:rect l="l" t="t" r="r" b="b"/>
                <a:pathLst>
                  <a:path w="644904" h="540567">
                    <a:moveTo>
                      <a:pt x="140150" y="540567"/>
                    </a:moveTo>
                    <a:lnTo>
                      <a:pt x="129201" y="523205"/>
                    </a:lnTo>
                    <a:lnTo>
                      <a:pt x="0" y="318346"/>
                    </a:lnTo>
                    <a:lnTo>
                      <a:pt x="419832" y="53559"/>
                    </a:lnTo>
                    <a:lnTo>
                      <a:pt x="432441" y="45605"/>
                    </a:lnTo>
                    <a:lnTo>
                      <a:pt x="440006" y="40834"/>
                    </a:lnTo>
                    <a:lnTo>
                      <a:pt x="504753" y="0"/>
                    </a:lnTo>
                    <a:lnTo>
                      <a:pt x="635880" y="207907"/>
                    </a:lnTo>
                    <a:lnTo>
                      <a:pt x="644904" y="222221"/>
                    </a:lnTo>
                    <a:lnTo>
                      <a:pt x="639413" y="225687"/>
                    </a:lnTo>
                    <a:lnTo>
                      <a:pt x="140150" y="5405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5" name="Контур"/>
              <p:cNvSpPr/>
              <p:nvPr/>
            </p:nvSpPr>
            <p:spPr>
              <a:xfrm>
                <a:off x="9934385" y="5551336"/>
                <a:ext cx="30413" cy="27878"/>
              </a:xfrm>
              <a:custGeom>
                <a:avLst/>
                <a:gdLst/>
                <a:ahLst/>
                <a:cxnLst/>
                <a:rect l="l" t="t" r="r" b="b"/>
                <a:pathLst>
                  <a:path w="30413" h="27878">
                    <a:moveTo>
                      <a:pt x="0" y="15408"/>
                    </a:moveTo>
                    <a:lnTo>
                      <a:pt x="21466" y="0"/>
                    </a:lnTo>
                    <a:lnTo>
                      <a:pt x="30413" y="12518"/>
                    </a:lnTo>
                    <a:lnTo>
                      <a:pt x="8909" y="27878"/>
                    </a:lnTo>
                    <a:lnTo>
                      <a:pt x="0" y="154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6" name="Контур"/>
              <p:cNvSpPr/>
              <p:nvPr/>
            </p:nvSpPr>
            <p:spPr>
              <a:xfrm>
                <a:off x="10538100" y="5415251"/>
                <a:ext cx="180341" cy="247152"/>
              </a:xfrm>
              <a:custGeom>
                <a:avLst/>
                <a:gdLst/>
                <a:ahLst/>
                <a:cxnLst/>
                <a:rect l="l" t="t" r="r" b="b"/>
                <a:pathLst>
                  <a:path w="180341" h="247152">
                    <a:moveTo>
                      <a:pt x="0" y="25344"/>
                    </a:moveTo>
                    <a:lnTo>
                      <a:pt x="40191" y="0"/>
                    </a:lnTo>
                    <a:lnTo>
                      <a:pt x="169392" y="204859"/>
                    </a:lnTo>
                    <a:lnTo>
                      <a:pt x="180341" y="222221"/>
                    </a:lnTo>
                    <a:lnTo>
                      <a:pt x="140813" y="247152"/>
                    </a:lnTo>
                    <a:lnTo>
                      <a:pt x="0" y="253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7" name="Контур"/>
              <p:cNvSpPr/>
              <p:nvPr/>
            </p:nvSpPr>
            <p:spPr>
              <a:xfrm>
                <a:off x="9938278" y="6119727"/>
                <a:ext cx="110787" cy="86875"/>
              </a:xfrm>
              <a:custGeom>
                <a:avLst/>
                <a:gdLst/>
                <a:ahLst/>
                <a:cxnLst/>
                <a:rect l="l" t="t" r="r" b="b"/>
                <a:pathLst>
                  <a:path w="110787" h="86875">
                    <a:moveTo>
                      <a:pt x="0" y="61325"/>
                    </a:moveTo>
                    <a:lnTo>
                      <a:pt x="94144" y="0"/>
                    </a:lnTo>
                    <a:lnTo>
                      <a:pt x="110787" y="25550"/>
                    </a:lnTo>
                    <a:lnTo>
                      <a:pt x="16643" y="86875"/>
                    </a:lnTo>
                    <a:lnTo>
                      <a:pt x="0" y="613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8" name="Контур"/>
              <p:cNvSpPr/>
              <p:nvPr/>
            </p:nvSpPr>
            <p:spPr>
              <a:xfrm>
                <a:off x="10554303" y="5941816"/>
                <a:ext cx="77921" cy="67078"/>
              </a:xfrm>
              <a:custGeom>
                <a:avLst/>
                <a:gdLst/>
                <a:ahLst/>
                <a:cxnLst/>
                <a:rect l="l" t="t" r="r" b="b"/>
                <a:pathLst>
                  <a:path w="77921" h="67078">
                    <a:moveTo>
                      <a:pt x="40874" y="0"/>
                    </a:moveTo>
                    <a:lnTo>
                      <a:pt x="77921" y="56958"/>
                    </a:lnTo>
                    <a:lnTo>
                      <a:pt x="66403" y="64450"/>
                    </a:lnTo>
                    <a:lnTo>
                      <a:pt x="55693" y="47983"/>
                    </a:lnTo>
                    <a:lnTo>
                      <a:pt x="26336" y="67078"/>
                    </a:lnTo>
                    <a:lnTo>
                      <a:pt x="0" y="26585"/>
                    </a:lnTo>
                    <a:lnTo>
                      <a:pt x="4087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9" name="Контур"/>
              <p:cNvSpPr/>
              <p:nvPr/>
            </p:nvSpPr>
            <p:spPr>
              <a:xfrm>
                <a:off x="10114635" y="5814225"/>
                <a:ext cx="182443" cy="186481"/>
              </a:xfrm>
              <a:custGeom>
                <a:avLst/>
                <a:gdLst/>
                <a:ahLst/>
                <a:cxnLst/>
                <a:rect l="l" t="t" r="r" b="b"/>
                <a:pathLst>
                  <a:path w="182443" h="186481">
                    <a:moveTo>
                      <a:pt x="121974" y="0"/>
                    </a:moveTo>
                    <a:lnTo>
                      <a:pt x="182443" y="92752"/>
                    </a:lnTo>
                    <a:lnTo>
                      <a:pt x="37311" y="186481"/>
                    </a:lnTo>
                    <a:lnTo>
                      <a:pt x="3796" y="136570"/>
                    </a:lnTo>
                    <a:lnTo>
                      <a:pt x="27058" y="120950"/>
                    </a:lnTo>
                    <a:lnTo>
                      <a:pt x="0" y="78573"/>
                    </a:lnTo>
                    <a:lnTo>
                      <a:pt x="18306" y="67266"/>
                    </a:lnTo>
                    <a:lnTo>
                      <a:pt x="12197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0" name="Контур"/>
              <p:cNvSpPr/>
              <p:nvPr/>
            </p:nvSpPr>
            <p:spPr>
              <a:xfrm>
                <a:off x="9936593" y="5716624"/>
                <a:ext cx="163147" cy="184488"/>
              </a:xfrm>
              <a:custGeom>
                <a:avLst/>
                <a:gdLst/>
                <a:ahLst/>
                <a:cxnLst/>
                <a:rect l="l" t="t" r="r" b="b"/>
                <a:pathLst>
                  <a:path w="163147" h="184488">
                    <a:moveTo>
                      <a:pt x="87192" y="184488"/>
                    </a:moveTo>
                    <a:lnTo>
                      <a:pt x="0" y="48816"/>
                    </a:lnTo>
                    <a:lnTo>
                      <a:pt x="14971" y="39192"/>
                    </a:lnTo>
                    <a:lnTo>
                      <a:pt x="72955" y="1924"/>
                    </a:lnTo>
                    <a:lnTo>
                      <a:pt x="75946" y="0"/>
                    </a:lnTo>
                    <a:lnTo>
                      <a:pt x="130315" y="84580"/>
                    </a:lnTo>
                    <a:lnTo>
                      <a:pt x="163147" y="135657"/>
                    </a:lnTo>
                    <a:lnTo>
                      <a:pt x="87192" y="184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1" name="Контур"/>
              <p:cNvSpPr/>
              <p:nvPr/>
            </p:nvSpPr>
            <p:spPr>
              <a:xfrm>
                <a:off x="10045848" y="5912625"/>
                <a:ext cx="58075" cy="70141"/>
              </a:xfrm>
              <a:custGeom>
                <a:avLst/>
                <a:gdLst/>
                <a:ahLst/>
                <a:cxnLst/>
                <a:rect l="l" t="t" r="r" b="b"/>
                <a:pathLst>
                  <a:path w="58075" h="70141">
                    <a:moveTo>
                      <a:pt x="0" y="12733"/>
                    </a:moveTo>
                    <a:lnTo>
                      <a:pt x="18444" y="0"/>
                    </a:lnTo>
                    <a:lnTo>
                      <a:pt x="58075" y="57409"/>
                    </a:lnTo>
                    <a:lnTo>
                      <a:pt x="39631" y="70141"/>
                    </a:lnTo>
                    <a:lnTo>
                      <a:pt x="0" y="127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2" name="Контур"/>
              <p:cNvSpPr/>
              <p:nvPr/>
            </p:nvSpPr>
            <p:spPr>
              <a:xfrm>
                <a:off x="9874049" y="5840473"/>
                <a:ext cx="95208" cy="81859"/>
              </a:xfrm>
              <a:custGeom>
                <a:avLst/>
                <a:gdLst/>
                <a:ahLst/>
                <a:cxnLst/>
                <a:rect l="l" t="t" r="r" b="b"/>
                <a:pathLst>
                  <a:path w="95208" h="81859">
                    <a:moveTo>
                      <a:pt x="72197" y="0"/>
                    </a:moveTo>
                    <a:lnTo>
                      <a:pt x="95208" y="36063"/>
                    </a:lnTo>
                    <a:lnTo>
                      <a:pt x="22853" y="81859"/>
                    </a:lnTo>
                    <a:lnTo>
                      <a:pt x="0" y="46003"/>
                    </a:lnTo>
                    <a:lnTo>
                      <a:pt x="7219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3" name="Контур"/>
              <p:cNvSpPr/>
              <p:nvPr/>
            </p:nvSpPr>
            <p:spPr>
              <a:xfrm>
                <a:off x="12785073" y="5639992"/>
                <a:ext cx="30407" cy="37240"/>
              </a:xfrm>
              <a:custGeom>
                <a:avLst/>
                <a:gdLst/>
                <a:ahLst/>
                <a:cxnLst/>
                <a:rect l="l" t="t" r="r" b="b"/>
                <a:pathLst>
                  <a:path w="30407" h="37240">
                    <a:moveTo>
                      <a:pt x="16568" y="0"/>
                    </a:moveTo>
                    <a:lnTo>
                      <a:pt x="30407" y="29179"/>
                    </a:lnTo>
                    <a:lnTo>
                      <a:pt x="13410" y="37240"/>
                    </a:lnTo>
                    <a:lnTo>
                      <a:pt x="8017" y="25653"/>
                    </a:lnTo>
                    <a:lnTo>
                      <a:pt x="0" y="7635"/>
                    </a:lnTo>
                    <a:lnTo>
                      <a:pt x="1656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4" name="Контур"/>
              <p:cNvSpPr/>
              <p:nvPr/>
            </p:nvSpPr>
            <p:spPr>
              <a:xfrm>
                <a:off x="12420569" y="5379956"/>
                <a:ext cx="131867" cy="91064"/>
              </a:xfrm>
              <a:custGeom>
                <a:avLst/>
                <a:gdLst/>
                <a:ahLst/>
                <a:cxnLst/>
                <a:rect l="l" t="t" r="r" b="b"/>
                <a:pathLst>
                  <a:path w="131867" h="91064">
                    <a:moveTo>
                      <a:pt x="0" y="52330"/>
                    </a:moveTo>
                    <a:lnTo>
                      <a:pt x="112385" y="0"/>
                    </a:lnTo>
                    <a:lnTo>
                      <a:pt x="131867" y="38728"/>
                    </a:lnTo>
                    <a:lnTo>
                      <a:pt x="19529" y="91064"/>
                    </a:lnTo>
                    <a:lnTo>
                      <a:pt x="0" y="523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5" name="Контур"/>
              <p:cNvSpPr/>
              <p:nvPr/>
            </p:nvSpPr>
            <p:spPr>
              <a:xfrm>
                <a:off x="12847236" y="5419066"/>
                <a:ext cx="87347" cy="72428"/>
              </a:xfrm>
              <a:custGeom>
                <a:avLst/>
                <a:gdLst/>
                <a:ahLst/>
                <a:cxnLst/>
                <a:rect l="l" t="t" r="r" b="b"/>
                <a:pathLst>
                  <a:path w="87347" h="72428">
                    <a:moveTo>
                      <a:pt x="40864" y="72428"/>
                    </a:moveTo>
                    <a:lnTo>
                      <a:pt x="30357" y="48773"/>
                    </a:lnTo>
                    <a:lnTo>
                      <a:pt x="12551" y="56658"/>
                    </a:lnTo>
                    <a:lnTo>
                      <a:pt x="0" y="30957"/>
                    </a:lnTo>
                    <a:lnTo>
                      <a:pt x="63339" y="0"/>
                    </a:lnTo>
                    <a:lnTo>
                      <a:pt x="75500" y="25253"/>
                    </a:lnTo>
                    <a:lnTo>
                      <a:pt x="87347" y="49647"/>
                    </a:lnTo>
                    <a:lnTo>
                      <a:pt x="40864" y="724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6" name="Контур"/>
              <p:cNvSpPr/>
              <p:nvPr/>
            </p:nvSpPr>
            <p:spPr>
              <a:xfrm>
                <a:off x="12801641" y="5527864"/>
                <a:ext cx="250378" cy="141307"/>
              </a:xfrm>
              <a:custGeom>
                <a:avLst/>
                <a:gdLst/>
                <a:ahLst/>
                <a:cxnLst/>
                <a:rect l="l" t="t" r="r" b="b"/>
                <a:pathLst>
                  <a:path w="250378" h="141307">
                    <a:moveTo>
                      <a:pt x="250378" y="29179"/>
                    </a:moveTo>
                    <a:lnTo>
                      <a:pt x="13839" y="141307"/>
                    </a:lnTo>
                    <a:lnTo>
                      <a:pt x="0" y="112128"/>
                    </a:lnTo>
                    <a:lnTo>
                      <a:pt x="236544" y="0"/>
                    </a:lnTo>
                    <a:lnTo>
                      <a:pt x="250378" y="291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7" name="Контур"/>
              <p:cNvSpPr/>
              <p:nvPr/>
            </p:nvSpPr>
            <p:spPr>
              <a:xfrm>
                <a:off x="12751418" y="5647627"/>
                <a:ext cx="41672" cy="33860"/>
              </a:xfrm>
              <a:custGeom>
                <a:avLst/>
                <a:gdLst/>
                <a:ahLst/>
                <a:cxnLst/>
                <a:rect l="l" t="t" r="r" b="b"/>
                <a:pathLst>
                  <a:path w="41672" h="33860">
                    <a:moveTo>
                      <a:pt x="33655" y="0"/>
                    </a:moveTo>
                    <a:lnTo>
                      <a:pt x="41672" y="18018"/>
                    </a:lnTo>
                    <a:lnTo>
                      <a:pt x="8500" y="33860"/>
                    </a:lnTo>
                    <a:lnTo>
                      <a:pt x="0" y="16186"/>
                    </a:lnTo>
                    <a:lnTo>
                      <a:pt x="336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8" name="Контур"/>
              <p:cNvSpPr/>
              <p:nvPr/>
            </p:nvSpPr>
            <p:spPr>
              <a:xfrm>
                <a:off x="12319480" y="5546309"/>
                <a:ext cx="62530" cy="76032"/>
              </a:xfrm>
              <a:custGeom>
                <a:avLst/>
                <a:gdLst/>
                <a:ahLst/>
                <a:cxnLst/>
                <a:rect l="l" t="t" r="r" b="b"/>
                <a:pathLst>
                  <a:path w="62530" h="76032">
                    <a:moveTo>
                      <a:pt x="19104" y="14337"/>
                    </a:moveTo>
                    <a:lnTo>
                      <a:pt x="52978" y="0"/>
                    </a:lnTo>
                    <a:lnTo>
                      <a:pt x="62530" y="37368"/>
                    </a:lnTo>
                    <a:lnTo>
                      <a:pt x="13896" y="76032"/>
                    </a:lnTo>
                    <a:lnTo>
                      <a:pt x="0" y="56481"/>
                    </a:lnTo>
                    <a:lnTo>
                      <a:pt x="25186" y="30412"/>
                    </a:lnTo>
                    <a:lnTo>
                      <a:pt x="19104" y="143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9" name="Контур"/>
              <p:cNvSpPr/>
              <p:nvPr/>
            </p:nvSpPr>
            <p:spPr>
              <a:xfrm>
                <a:off x="12788422" y="5329595"/>
                <a:ext cx="105134" cy="83712"/>
              </a:xfrm>
              <a:custGeom>
                <a:avLst/>
                <a:gdLst/>
                <a:ahLst/>
                <a:cxnLst/>
                <a:rect l="l" t="t" r="r" b="b"/>
                <a:pathLst>
                  <a:path w="105134" h="83712">
                    <a:moveTo>
                      <a:pt x="85651" y="0"/>
                    </a:moveTo>
                    <a:lnTo>
                      <a:pt x="105134" y="41246"/>
                    </a:lnTo>
                    <a:lnTo>
                      <a:pt x="21725" y="83712"/>
                    </a:lnTo>
                    <a:lnTo>
                      <a:pt x="0" y="40493"/>
                    </a:lnTo>
                    <a:lnTo>
                      <a:pt x="6355" y="37488"/>
                    </a:lnTo>
                    <a:lnTo>
                      <a:pt x="8565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0" name="Контур"/>
              <p:cNvSpPr/>
              <p:nvPr/>
            </p:nvSpPr>
            <p:spPr>
              <a:xfrm>
                <a:off x="12808500" y="5165689"/>
                <a:ext cx="134727" cy="205152"/>
              </a:xfrm>
              <a:custGeom>
                <a:avLst/>
                <a:gdLst/>
                <a:ahLst/>
                <a:cxnLst/>
                <a:rect l="l" t="t" r="r" b="b"/>
                <a:pathLst>
                  <a:path w="134727" h="205152">
                    <a:moveTo>
                      <a:pt x="0" y="25095"/>
                    </a:moveTo>
                    <a:lnTo>
                      <a:pt x="49220" y="0"/>
                    </a:lnTo>
                    <a:lnTo>
                      <a:pt x="134727" y="181781"/>
                    </a:lnTo>
                    <a:lnTo>
                      <a:pt x="85056" y="205152"/>
                    </a:lnTo>
                    <a:lnTo>
                      <a:pt x="65573" y="163906"/>
                    </a:lnTo>
                    <a:lnTo>
                      <a:pt x="0" y="250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1" name="Контур"/>
              <p:cNvSpPr/>
              <p:nvPr/>
            </p:nvSpPr>
            <p:spPr>
              <a:xfrm>
                <a:off x="12644254" y="5012459"/>
                <a:ext cx="229819" cy="360653"/>
              </a:xfrm>
              <a:custGeom>
                <a:avLst/>
                <a:gdLst/>
                <a:ahLst/>
                <a:cxnLst/>
                <a:rect l="l" t="t" r="r" b="b"/>
                <a:pathLst>
                  <a:path w="229819" h="360653">
                    <a:moveTo>
                      <a:pt x="80011" y="0"/>
                    </a:moveTo>
                    <a:lnTo>
                      <a:pt x="164246" y="178325"/>
                    </a:lnTo>
                    <a:lnTo>
                      <a:pt x="229819" y="317136"/>
                    </a:lnTo>
                    <a:lnTo>
                      <a:pt x="150523" y="354624"/>
                    </a:lnTo>
                    <a:lnTo>
                      <a:pt x="144168" y="357629"/>
                    </a:lnTo>
                    <a:lnTo>
                      <a:pt x="138955" y="360653"/>
                    </a:lnTo>
                    <a:lnTo>
                      <a:pt x="112075" y="304973"/>
                    </a:lnTo>
                    <a:lnTo>
                      <a:pt x="124094" y="299275"/>
                    </a:lnTo>
                    <a:lnTo>
                      <a:pt x="112565" y="275121"/>
                    </a:lnTo>
                    <a:lnTo>
                      <a:pt x="110491" y="270777"/>
                    </a:lnTo>
                    <a:lnTo>
                      <a:pt x="86294" y="220099"/>
                    </a:lnTo>
                    <a:lnTo>
                      <a:pt x="72254" y="190689"/>
                    </a:lnTo>
                    <a:lnTo>
                      <a:pt x="51907" y="148065"/>
                    </a:lnTo>
                    <a:lnTo>
                      <a:pt x="0" y="39341"/>
                    </a:lnTo>
                    <a:lnTo>
                      <a:pt x="800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2" name="Контур"/>
              <p:cNvSpPr/>
              <p:nvPr/>
            </p:nvSpPr>
            <p:spPr>
              <a:xfrm>
                <a:off x="12857720" y="5145553"/>
                <a:ext cx="124612" cy="201917"/>
              </a:xfrm>
              <a:custGeom>
                <a:avLst/>
                <a:gdLst/>
                <a:ahLst/>
                <a:cxnLst/>
                <a:rect l="l" t="t" r="r" b="b"/>
                <a:pathLst>
                  <a:path w="124612" h="201917">
                    <a:moveTo>
                      <a:pt x="39499" y="0"/>
                    </a:moveTo>
                    <a:lnTo>
                      <a:pt x="124612" y="183523"/>
                    </a:lnTo>
                    <a:lnTo>
                      <a:pt x="85507" y="201917"/>
                    </a:lnTo>
                    <a:lnTo>
                      <a:pt x="0" y="20136"/>
                    </a:lnTo>
                    <a:lnTo>
                      <a:pt x="3949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3" name="Контур"/>
              <p:cNvSpPr/>
              <p:nvPr/>
            </p:nvSpPr>
            <p:spPr>
              <a:xfrm>
                <a:off x="12586476" y="5264238"/>
                <a:ext cx="80722" cy="81941"/>
              </a:xfrm>
              <a:custGeom>
                <a:avLst/>
                <a:gdLst/>
                <a:ahLst/>
                <a:cxnLst/>
                <a:rect l="l" t="t" r="r" b="b"/>
                <a:pathLst>
                  <a:path w="80722" h="81941">
                    <a:moveTo>
                      <a:pt x="52844" y="0"/>
                    </a:moveTo>
                    <a:lnTo>
                      <a:pt x="80722" y="55306"/>
                    </a:lnTo>
                    <a:lnTo>
                      <a:pt x="27879" y="81941"/>
                    </a:lnTo>
                    <a:lnTo>
                      <a:pt x="6711" y="39950"/>
                    </a:lnTo>
                    <a:lnTo>
                      <a:pt x="0" y="26635"/>
                    </a:lnTo>
                    <a:lnTo>
                      <a:pt x="5284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4" name="Контур"/>
              <p:cNvSpPr/>
              <p:nvPr/>
            </p:nvSpPr>
            <p:spPr>
              <a:xfrm>
                <a:off x="12684137" y="5240660"/>
                <a:ext cx="70464" cy="97508"/>
              </a:xfrm>
              <a:custGeom>
                <a:avLst/>
                <a:gdLst/>
                <a:ahLst/>
                <a:cxnLst/>
                <a:rect l="l" t="t" r="r" b="b"/>
                <a:pathLst>
                  <a:path w="70464" h="97508">
                    <a:moveTo>
                      <a:pt x="2362" y="14170"/>
                    </a:moveTo>
                    <a:lnTo>
                      <a:pt x="30965" y="0"/>
                    </a:lnTo>
                    <a:lnTo>
                      <a:pt x="70464" y="82527"/>
                    </a:lnTo>
                    <a:lnTo>
                      <a:pt x="39168" y="97508"/>
                    </a:lnTo>
                    <a:lnTo>
                      <a:pt x="0" y="16100"/>
                    </a:lnTo>
                    <a:lnTo>
                      <a:pt x="2362" y="141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5" name="Контур"/>
              <p:cNvSpPr/>
              <p:nvPr/>
            </p:nvSpPr>
            <p:spPr>
              <a:xfrm>
                <a:off x="12808500" y="4949833"/>
                <a:ext cx="192341" cy="379243"/>
              </a:xfrm>
              <a:custGeom>
                <a:avLst/>
                <a:gdLst/>
                <a:ahLst/>
                <a:cxnLst/>
                <a:rect l="l" t="t" r="r" b="b"/>
                <a:pathLst>
                  <a:path w="192341" h="379243">
                    <a:moveTo>
                      <a:pt x="88719" y="195720"/>
                    </a:moveTo>
                    <a:lnTo>
                      <a:pt x="0" y="9226"/>
                    </a:lnTo>
                    <a:lnTo>
                      <a:pt x="19469" y="0"/>
                    </a:lnTo>
                    <a:lnTo>
                      <a:pt x="192341" y="370656"/>
                    </a:lnTo>
                    <a:lnTo>
                      <a:pt x="173832" y="379243"/>
                    </a:lnTo>
                    <a:lnTo>
                      <a:pt x="88719" y="1957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6" name="Контур"/>
              <p:cNvSpPr/>
              <p:nvPr/>
            </p:nvSpPr>
            <p:spPr>
              <a:xfrm>
                <a:off x="12546108" y="5256745"/>
                <a:ext cx="47079" cy="59919"/>
              </a:xfrm>
              <a:custGeom>
                <a:avLst/>
                <a:gdLst/>
                <a:ahLst/>
                <a:cxnLst/>
                <a:rect l="l" t="t" r="r" b="b"/>
                <a:pathLst>
                  <a:path w="47079" h="59919">
                    <a:moveTo>
                      <a:pt x="23170" y="0"/>
                    </a:moveTo>
                    <a:lnTo>
                      <a:pt x="34296" y="22080"/>
                    </a:lnTo>
                    <a:lnTo>
                      <a:pt x="40368" y="34128"/>
                    </a:lnTo>
                    <a:lnTo>
                      <a:pt x="47079" y="47443"/>
                    </a:lnTo>
                    <a:lnTo>
                      <a:pt x="22330" y="59919"/>
                    </a:lnTo>
                    <a:lnTo>
                      <a:pt x="0" y="11679"/>
                    </a:lnTo>
                    <a:lnTo>
                      <a:pt x="2317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7" name="Контур"/>
              <p:cNvSpPr/>
              <p:nvPr/>
            </p:nvSpPr>
            <p:spPr>
              <a:xfrm>
                <a:off x="12479046" y="5264556"/>
                <a:ext cx="30198" cy="34534"/>
              </a:xfrm>
              <a:custGeom>
                <a:avLst/>
                <a:gdLst/>
                <a:ahLst/>
                <a:cxnLst/>
                <a:rect l="l" t="t" r="r" b="b"/>
                <a:pathLst>
                  <a:path w="30198" h="34534">
                    <a:moveTo>
                      <a:pt x="0" y="8488"/>
                    </a:moveTo>
                    <a:lnTo>
                      <a:pt x="18212" y="0"/>
                    </a:lnTo>
                    <a:lnTo>
                      <a:pt x="30198" y="25979"/>
                    </a:lnTo>
                    <a:lnTo>
                      <a:pt x="12118" y="34534"/>
                    </a:lnTo>
                    <a:lnTo>
                      <a:pt x="0" y="8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8" name="Контур"/>
              <p:cNvSpPr/>
              <p:nvPr/>
            </p:nvSpPr>
            <p:spPr>
              <a:xfrm>
                <a:off x="12549118" y="5190116"/>
                <a:ext cx="90202" cy="100757"/>
              </a:xfrm>
              <a:custGeom>
                <a:avLst/>
                <a:gdLst/>
                <a:ahLst/>
                <a:cxnLst/>
                <a:rect l="l" t="t" r="r" b="b"/>
                <a:pathLst>
                  <a:path w="90202" h="100757">
                    <a:moveTo>
                      <a:pt x="37358" y="100757"/>
                    </a:moveTo>
                    <a:lnTo>
                      <a:pt x="31286" y="88709"/>
                    </a:lnTo>
                    <a:lnTo>
                      <a:pt x="20160" y="66629"/>
                    </a:lnTo>
                    <a:lnTo>
                      <a:pt x="17525" y="61407"/>
                    </a:lnTo>
                    <a:lnTo>
                      <a:pt x="0" y="26636"/>
                    </a:lnTo>
                    <a:lnTo>
                      <a:pt x="52843" y="0"/>
                    </a:lnTo>
                    <a:lnTo>
                      <a:pt x="90202" y="74122"/>
                    </a:lnTo>
                    <a:lnTo>
                      <a:pt x="37358" y="1007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9" name="Контур"/>
              <p:cNvSpPr/>
              <p:nvPr/>
            </p:nvSpPr>
            <p:spPr>
              <a:xfrm>
                <a:off x="12471534" y="5248385"/>
                <a:ext cx="25724" cy="24659"/>
              </a:xfrm>
              <a:custGeom>
                <a:avLst/>
                <a:gdLst/>
                <a:ahLst/>
                <a:cxnLst/>
                <a:rect l="l" t="t" r="r" b="b"/>
                <a:pathLst>
                  <a:path w="25724" h="24659">
                    <a:moveTo>
                      <a:pt x="0" y="8540"/>
                    </a:moveTo>
                    <a:lnTo>
                      <a:pt x="18319" y="0"/>
                    </a:lnTo>
                    <a:lnTo>
                      <a:pt x="25724" y="16171"/>
                    </a:lnTo>
                    <a:lnTo>
                      <a:pt x="7512" y="24659"/>
                    </a:lnTo>
                    <a:lnTo>
                      <a:pt x="0" y="85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0" name="Контур"/>
              <p:cNvSpPr/>
              <p:nvPr/>
            </p:nvSpPr>
            <p:spPr>
              <a:xfrm>
                <a:off x="12525948" y="5216752"/>
                <a:ext cx="43330" cy="51672"/>
              </a:xfrm>
              <a:custGeom>
                <a:avLst/>
                <a:gdLst/>
                <a:ahLst/>
                <a:cxnLst/>
                <a:rect l="l" t="t" r="r" b="b"/>
                <a:pathLst>
                  <a:path w="43330" h="51672">
                    <a:moveTo>
                      <a:pt x="0" y="11678"/>
                    </a:moveTo>
                    <a:lnTo>
                      <a:pt x="23170" y="0"/>
                    </a:lnTo>
                    <a:lnTo>
                      <a:pt x="40695" y="34771"/>
                    </a:lnTo>
                    <a:lnTo>
                      <a:pt x="43330" y="39993"/>
                    </a:lnTo>
                    <a:lnTo>
                      <a:pt x="20160" y="51672"/>
                    </a:lnTo>
                    <a:lnTo>
                      <a:pt x="0" y="116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1" name="Контур"/>
              <p:cNvSpPr/>
              <p:nvPr/>
            </p:nvSpPr>
            <p:spPr>
              <a:xfrm>
                <a:off x="13176341" y="5586956"/>
                <a:ext cx="46797" cy="112385"/>
              </a:xfrm>
              <a:custGeom>
                <a:avLst/>
                <a:gdLst/>
                <a:ahLst/>
                <a:cxnLst/>
                <a:rect l="l" t="t" r="r" b="b"/>
                <a:pathLst>
                  <a:path w="46797" h="112385">
                    <a:moveTo>
                      <a:pt x="0" y="5593"/>
                    </a:moveTo>
                    <a:lnTo>
                      <a:pt x="14285" y="0"/>
                    </a:lnTo>
                    <a:lnTo>
                      <a:pt x="24665" y="26510"/>
                    </a:lnTo>
                    <a:lnTo>
                      <a:pt x="18617" y="28634"/>
                    </a:lnTo>
                    <a:lnTo>
                      <a:pt x="46797" y="95062"/>
                    </a:lnTo>
                    <a:lnTo>
                      <a:pt x="9229" y="112385"/>
                    </a:lnTo>
                    <a:lnTo>
                      <a:pt x="4819" y="102090"/>
                    </a:lnTo>
                    <a:lnTo>
                      <a:pt x="30463" y="89670"/>
                    </a:lnTo>
                    <a:lnTo>
                      <a:pt x="6371" y="33864"/>
                    </a:lnTo>
                    <a:lnTo>
                      <a:pt x="10380" y="32103"/>
                    </a:lnTo>
                    <a:lnTo>
                      <a:pt x="0" y="55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2" name="Контур"/>
              <p:cNvSpPr/>
              <p:nvPr/>
            </p:nvSpPr>
            <p:spPr>
              <a:xfrm>
                <a:off x="13027262" y="5587623"/>
                <a:ext cx="127712" cy="134921"/>
              </a:xfrm>
              <a:custGeom>
                <a:avLst/>
                <a:gdLst/>
                <a:ahLst/>
                <a:cxnLst/>
                <a:rect l="l" t="t" r="r" b="b"/>
                <a:pathLst>
                  <a:path w="127712" h="134921">
                    <a:moveTo>
                      <a:pt x="0" y="30672"/>
                    </a:moveTo>
                    <a:lnTo>
                      <a:pt x="58311" y="0"/>
                    </a:lnTo>
                    <a:lnTo>
                      <a:pt x="74081" y="29979"/>
                    </a:lnTo>
                    <a:lnTo>
                      <a:pt x="85128" y="24169"/>
                    </a:lnTo>
                    <a:lnTo>
                      <a:pt x="127712" y="105125"/>
                    </a:lnTo>
                    <a:lnTo>
                      <a:pt x="71067" y="134921"/>
                    </a:lnTo>
                    <a:lnTo>
                      <a:pt x="53622" y="101758"/>
                    </a:lnTo>
                    <a:lnTo>
                      <a:pt x="40910" y="108445"/>
                    </a:lnTo>
                    <a:lnTo>
                      <a:pt x="0" y="30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3" name="Контур"/>
              <p:cNvSpPr/>
              <p:nvPr/>
            </p:nvSpPr>
            <p:spPr>
              <a:xfrm>
                <a:off x="13276019" y="5529275"/>
                <a:ext cx="123691" cy="70202"/>
              </a:xfrm>
              <a:custGeom>
                <a:avLst/>
                <a:gdLst/>
                <a:ahLst/>
                <a:cxnLst/>
                <a:rect l="l" t="t" r="r" b="b"/>
                <a:pathLst>
                  <a:path w="123691" h="70202">
                    <a:moveTo>
                      <a:pt x="0" y="43779"/>
                    </a:moveTo>
                    <a:lnTo>
                      <a:pt x="113499" y="0"/>
                    </a:lnTo>
                    <a:lnTo>
                      <a:pt x="123691" y="26423"/>
                    </a:lnTo>
                    <a:lnTo>
                      <a:pt x="10192" y="70202"/>
                    </a:lnTo>
                    <a:lnTo>
                      <a:pt x="0" y="437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4" name="Контур"/>
              <p:cNvSpPr/>
              <p:nvPr/>
            </p:nvSpPr>
            <p:spPr>
              <a:xfrm>
                <a:off x="13148697" y="5468147"/>
                <a:ext cx="57168" cy="58176"/>
              </a:xfrm>
              <a:custGeom>
                <a:avLst/>
                <a:gdLst/>
                <a:ahLst/>
                <a:cxnLst/>
                <a:rect l="l" t="t" r="r" b="b"/>
                <a:pathLst>
                  <a:path w="57168" h="58176">
                    <a:moveTo>
                      <a:pt x="29891" y="55888"/>
                    </a:moveTo>
                    <a:lnTo>
                      <a:pt x="27440" y="50822"/>
                    </a:lnTo>
                    <a:lnTo>
                      <a:pt x="13067" y="58176"/>
                    </a:lnTo>
                    <a:lnTo>
                      <a:pt x="0" y="32193"/>
                    </a:lnTo>
                    <a:lnTo>
                      <a:pt x="22744" y="20712"/>
                    </a:lnTo>
                    <a:lnTo>
                      <a:pt x="17109" y="9354"/>
                    </a:lnTo>
                    <a:lnTo>
                      <a:pt x="36587" y="0"/>
                    </a:lnTo>
                    <a:lnTo>
                      <a:pt x="57168" y="42325"/>
                    </a:lnTo>
                    <a:lnTo>
                      <a:pt x="29891" y="558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5" name="Контур"/>
              <p:cNvSpPr/>
              <p:nvPr/>
            </p:nvSpPr>
            <p:spPr>
              <a:xfrm>
                <a:off x="13394994" y="5492805"/>
                <a:ext cx="110881" cy="61798"/>
              </a:xfrm>
              <a:custGeom>
                <a:avLst/>
                <a:gdLst/>
                <a:ahLst/>
                <a:cxnLst/>
                <a:rect l="l" t="t" r="r" b="b"/>
                <a:pathLst>
                  <a:path w="110881" h="61798">
                    <a:moveTo>
                      <a:pt x="0" y="36478"/>
                    </a:moveTo>
                    <a:lnTo>
                      <a:pt x="101809" y="0"/>
                    </a:lnTo>
                    <a:lnTo>
                      <a:pt x="110881" y="25319"/>
                    </a:lnTo>
                    <a:lnTo>
                      <a:pt x="9072" y="61798"/>
                    </a:lnTo>
                    <a:lnTo>
                      <a:pt x="0" y="364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6" name="Контур"/>
              <p:cNvSpPr/>
              <p:nvPr/>
            </p:nvSpPr>
            <p:spPr>
              <a:xfrm>
                <a:off x="12955487" y="5469330"/>
                <a:ext cx="65657" cy="52049"/>
              </a:xfrm>
              <a:custGeom>
                <a:avLst/>
                <a:gdLst/>
                <a:ahLst/>
                <a:cxnLst/>
                <a:rect l="l" t="t" r="r" b="b"/>
                <a:pathLst>
                  <a:path w="65657" h="52049">
                    <a:moveTo>
                      <a:pt x="0" y="25548"/>
                    </a:moveTo>
                    <a:lnTo>
                      <a:pt x="6030" y="22470"/>
                    </a:lnTo>
                    <a:lnTo>
                      <a:pt x="47375" y="2422"/>
                    </a:lnTo>
                    <a:lnTo>
                      <a:pt x="52977" y="0"/>
                    </a:lnTo>
                    <a:lnTo>
                      <a:pt x="65657" y="26978"/>
                    </a:lnTo>
                    <a:lnTo>
                      <a:pt x="12872" y="52049"/>
                    </a:lnTo>
                    <a:lnTo>
                      <a:pt x="0" y="255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7" name="Контур"/>
              <p:cNvSpPr/>
              <p:nvPr/>
            </p:nvSpPr>
            <p:spPr>
              <a:xfrm>
                <a:off x="12942065" y="5431637"/>
                <a:ext cx="60797" cy="60163"/>
              </a:xfrm>
              <a:custGeom>
                <a:avLst/>
                <a:gdLst/>
                <a:ahLst/>
                <a:cxnLst/>
                <a:rect l="l" t="t" r="r" b="b"/>
                <a:pathLst>
                  <a:path w="60797" h="60163">
                    <a:moveTo>
                      <a:pt x="19452" y="60163"/>
                    </a:moveTo>
                    <a:lnTo>
                      <a:pt x="0" y="20048"/>
                    </a:lnTo>
                    <a:lnTo>
                      <a:pt x="41345" y="0"/>
                    </a:lnTo>
                    <a:lnTo>
                      <a:pt x="60797" y="40115"/>
                    </a:lnTo>
                    <a:lnTo>
                      <a:pt x="19452" y="601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8" name="Контур"/>
              <p:cNvSpPr/>
              <p:nvPr/>
            </p:nvSpPr>
            <p:spPr>
              <a:xfrm>
                <a:off x="13517187" y="5409049"/>
                <a:ext cx="65083" cy="54354"/>
              </a:xfrm>
              <a:custGeom>
                <a:avLst/>
                <a:gdLst/>
                <a:ahLst/>
                <a:cxnLst/>
                <a:rect l="l" t="t" r="r" b="b"/>
                <a:pathLst>
                  <a:path w="65083" h="54354">
                    <a:moveTo>
                      <a:pt x="0" y="19906"/>
                    </a:moveTo>
                    <a:lnTo>
                      <a:pt x="51864" y="0"/>
                    </a:lnTo>
                    <a:lnTo>
                      <a:pt x="65083" y="34450"/>
                    </a:lnTo>
                    <a:lnTo>
                      <a:pt x="13221" y="54354"/>
                    </a:lnTo>
                    <a:lnTo>
                      <a:pt x="0" y="199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9" name="Контур"/>
              <p:cNvSpPr/>
              <p:nvPr/>
            </p:nvSpPr>
            <p:spPr>
              <a:xfrm>
                <a:off x="12925827" y="5426944"/>
                <a:ext cx="24428" cy="21770"/>
              </a:xfrm>
              <a:custGeom>
                <a:avLst/>
                <a:gdLst/>
                <a:ahLst/>
                <a:cxnLst/>
                <a:rect l="l" t="t" r="r" b="b"/>
                <a:pathLst>
                  <a:path w="24428" h="21770">
                    <a:moveTo>
                      <a:pt x="0" y="9890"/>
                    </a:moveTo>
                    <a:lnTo>
                      <a:pt x="19774" y="0"/>
                    </a:lnTo>
                    <a:lnTo>
                      <a:pt x="23108" y="4013"/>
                    </a:lnTo>
                    <a:lnTo>
                      <a:pt x="24428" y="8918"/>
                    </a:lnTo>
                    <a:lnTo>
                      <a:pt x="23637" y="13937"/>
                    </a:lnTo>
                    <a:lnTo>
                      <a:pt x="20875" y="18200"/>
                    </a:lnTo>
                    <a:lnTo>
                      <a:pt x="16616" y="20971"/>
                    </a:lnTo>
                    <a:lnTo>
                      <a:pt x="11599" y="21770"/>
                    </a:lnTo>
                    <a:lnTo>
                      <a:pt x="6691" y="20459"/>
                    </a:lnTo>
                    <a:lnTo>
                      <a:pt x="2740" y="17266"/>
                    </a:lnTo>
                    <a:lnTo>
                      <a:pt x="430" y="12741"/>
                    </a:lnTo>
                    <a:lnTo>
                      <a:pt x="0" y="98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0" name="Контур"/>
              <p:cNvSpPr/>
              <p:nvPr/>
            </p:nvSpPr>
            <p:spPr>
              <a:xfrm>
                <a:off x="13488233" y="5318195"/>
                <a:ext cx="145800" cy="125304"/>
              </a:xfrm>
              <a:custGeom>
                <a:avLst/>
                <a:gdLst/>
                <a:ahLst/>
                <a:cxnLst/>
                <a:rect l="l" t="t" r="r" b="b"/>
                <a:pathLst>
                  <a:path w="145800" h="125304">
                    <a:moveTo>
                      <a:pt x="0" y="35333"/>
                    </a:moveTo>
                    <a:lnTo>
                      <a:pt x="52205" y="15317"/>
                    </a:lnTo>
                    <a:lnTo>
                      <a:pt x="53189" y="17885"/>
                    </a:lnTo>
                    <a:lnTo>
                      <a:pt x="99840" y="0"/>
                    </a:lnTo>
                    <a:lnTo>
                      <a:pt x="107362" y="19622"/>
                    </a:lnTo>
                    <a:lnTo>
                      <a:pt x="112171" y="17779"/>
                    </a:lnTo>
                    <a:lnTo>
                      <a:pt x="145800" y="105446"/>
                    </a:lnTo>
                    <a:lnTo>
                      <a:pt x="94037" y="125304"/>
                    </a:lnTo>
                    <a:lnTo>
                      <a:pt x="80818" y="90854"/>
                    </a:lnTo>
                    <a:lnTo>
                      <a:pt x="28954" y="110760"/>
                    </a:lnTo>
                    <a:lnTo>
                      <a:pt x="0" y="353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1" name="Контур"/>
              <p:cNvSpPr/>
              <p:nvPr/>
            </p:nvSpPr>
            <p:spPr>
              <a:xfrm>
                <a:off x="12982808" y="5385443"/>
                <a:ext cx="42691" cy="58651"/>
              </a:xfrm>
              <a:custGeom>
                <a:avLst/>
                <a:gdLst/>
                <a:ahLst/>
                <a:cxnLst/>
                <a:rect l="l" t="t" r="r" b="b"/>
                <a:pathLst>
                  <a:path w="42691" h="58651">
                    <a:moveTo>
                      <a:pt x="0" y="9158"/>
                    </a:moveTo>
                    <a:lnTo>
                      <a:pt x="19785" y="0"/>
                    </a:lnTo>
                    <a:lnTo>
                      <a:pt x="42691" y="49493"/>
                    </a:lnTo>
                    <a:lnTo>
                      <a:pt x="22905" y="58651"/>
                    </a:lnTo>
                    <a:lnTo>
                      <a:pt x="0" y="91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2" name="Контур"/>
              <p:cNvSpPr/>
              <p:nvPr/>
            </p:nvSpPr>
            <p:spPr>
              <a:xfrm>
                <a:off x="13458958" y="5353528"/>
                <a:ext cx="58229" cy="86866"/>
              </a:xfrm>
              <a:custGeom>
                <a:avLst/>
                <a:gdLst/>
                <a:ahLst/>
                <a:cxnLst/>
                <a:rect l="l" t="t" r="r" b="b"/>
                <a:pathLst>
                  <a:path w="58229" h="86866">
                    <a:moveTo>
                      <a:pt x="29275" y="0"/>
                    </a:moveTo>
                    <a:lnTo>
                      <a:pt x="58229" y="75427"/>
                    </a:lnTo>
                    <a:lnTo>
                      <a:pt x="29031" y="86866"/>
                    </a:lnTo>
                    <a:lnTo>
                      <a:pt x="0" y="11237"/>
                    </a:lnTo>
                    <a:lnTo>
                      <a:pt x="292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3" name="Контур"/>
              <p:cNvSpPr/>
              <p:nvPr/>
            </p:nvSpPr>
            <p:spPr>
              <a:xfrm>
                <a:off x="12914221" y="5401025"/>
                <a:ext cx="36808" cy="35809"/>
              </a:xfrm>
              <a:custGeom>
                <a:avLst/>
                <a:gdLst/>
                <a:ahLst/>
                <a:cxnLst/>
                <a:rect l="l" t="t" r="r" b="b"/>
                <a:pathLst>
                  <a:path w="36808" h="35809">
                    <a:moveTo>
                      <a:pt x="11606" y="35809"/>
                    </a:moveTo>
                    <a:lnTo>
                      <a:pt x="0" y="12604"/>
                    </a:lnTo>
                    <a:lnTo>
                      <a:pt x="25201" y="0"/>
                    </a:lnTo>
                    <a:lnTo>
                      <a:pt x="36808" y="23204"/>
                    </a:lnTo>
                    <a:lnTo>
                      <a:pt x="31380" y="25919"/>
                    </a:lnTo>
                    <a:lnTo>
                      <a:pt x="11606" y="358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4" name="Контур"/>
              <p:cNvSpPr/>
              <p:nvPr/>
            </p:nvSpPr>
            <p:spPr>
              <a:xfrm>
                <a:off x="12951210" y="5407178"/>
                <a:ext cx="25837" cy="25724"/>
              </a:xfrm>
              <a:custGeom>
                <a:avLst/>
                <a:gdLst/>
                <a:ahLst/>
                <a:cxnLst/>
                <a:rect l="l" t="t" r="r" b="b"/>
                <a:pathLst>
                  <a:path w="25837" h="25724">
                    <a:moveTo>
                      <a:pt x="20651" y="23416"/>
                    </a:moveTo>
                    <a:lnTo>
                      <a:pt x="15740" y="25666"/>
                    </a:lnTo>
                    <a:lnTo>
                      <a:pt x="10339" y="25724"/>
                    </a:lnTo>
                    <a:lnTo>
                      <a:pt x="5381" y="23580"/>
                    </a:lnTo>
                    <a:lnTo>
                      <a:pt x="1724" y="19604"/>
                    </a:lnTo>
                    <a:lnTo>
                      <a:pt x="0" y="14485"/>
                    </a:lnTo>
                    <a:lnTo>
                      <a:pt x="507" y="9108"/>
                    </a:lnTo>
                    <a:lnTo>
                      <a:pt x="3158" y="4401"/>
                    </a:lnTo>
                    <a:lnTo>
                      <a:pt x="7494" y="1179"/>
                    </a:lnTo>
                    <a:lnTo>
                      <a:pt x="12765" y="0"/>
                    </a:lnTo>
                    <a:lnTo>
                      <a:pt x="18060" y="1067"/>
                    </a:lnTo>
                    <a:lnTo>
                      <a:pt x="22464" y="4195"/>
                    </a:lnTo>
                    <a:lnTo>
                      <a:pt x="25215" y="8844"/>
                    </a:lnTo>
                    <a:lnTo>
                      <a:pt x="25837" y="14209"/>
                    </a:lnTo>
                    <a:lnTo>
                      <a:pt x="24222" y="19364"/>
                    </a:lnTo>
                    <a:lnTo>
                      <a:pt x="20651" y="234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5" name="Контур"/>
              <p:cNvSpPr/>
              <p:nvPr/>
            </p:nvSpPr>
            <p:spPr>
              <a:xfrm>
                <a:off x="12929532" y="4684715"/>
                <a:ext cx="723375" cy="671395"/>
              </a:xfrm>
              <a:custGeom>
                <a:avLst/>
                <a:gdLst/>
                <a:ahLst/>
                <a:cxnLst/>
                <a:rect l="l" t="t" r="r" b="b"/>
                <a:pathLst>
                  <a:path w="723375" h="671395">
                    <a:moveTo>
                      <a:pt x="520373" y="0"/>
                    </a:moveTo>
                    <a:lnTo>
                      <a:pt x="723375" y="415353"/>
                    </a:lnTo>
                    <a:lnTo>
                      <a:pt x="205488" y="671395"/>
                    </a:lnTo>
                    <a:lnTo>
                      <a:pt x="0" y="256449"/>
                    </a:lnTo>
                    <a:lnTo>
                      <a:pt x="472853" y="23419"/>
                    </a:lnTo>
                    <a:lnTo>
                      <a:pt x="5203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6" name="Контур"/>
              <p:cNvSpPr/>
              <p:nvPr/>
            </p:nvSpPr>
            <p:spPr>
              <a:xfrm>
                <a:off x="13600404" y="5316698"/>
                <a:ext cx="79596" cy="106943"/>
              </a:xfrm>
              <a:custGeom>
                <a:avLst/>
                <a:gdLst/>
                <a:ahLst/>
                <a:cxnLst/>
                <a:rect l="l" t="t" r="r" b="b"/>
                <a:pathLst>
                  <a:path w="79596" h="106943">
                    <a:moveTo>
                      <a:pt x="0" y="19276"/>
                    </a:moveTo>
                    <a:lnTo>
                      <a:pt x="48660" y="0"/>
                    </a:lnTo>
                    <a:lnTo>
                      <a:pt x="79596" y="79170"/>
                    </a:lnTo>
                    <a:lnTo>
                      <a:pt x="79596" y="88715"/>
                    </a:lnTo>
                    <a:lnTo>
                      <a:pt x="33629" y="1069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587" name="Контур"/>
              <p:cNvSpPr/>
              <p:nvPr/>
            </p:nvSpPr>
            <p:spPr>
              <a:xfrm>
                <a:off x="13600404" y="5316698"/>
                <a:ext cx="79596" cy="106943"/>
              </a:xfrm>
              <a:custGeom>
                <a:avLst/>
                <a:gdLst/>
                <a:ahLst/>
                <a:cxnLst/>
                <a:rect l="l" t="t" r="r" b="b"/>
                <a:pathLst>
                  <a:path w="79596" h="106943" fill="none">
                    <a:moveTo>
                      <a:pt x="0" y="19276"/>
                    </a:moveTo>
                    <a:lnTo>
                      <a:pt x="48660" y="0"/>
                    </a:lnTo>
                    <a:lnTo>
                      <a:pt x="79596" y="79170"/>
                    </a:lnTo>
                    <a:moveTo>
                      <a:pt x="79596" y="88715"/>
                    </a:moveTo>
                    <a:lnTo>
                      <a:pt x="33629" y="106943"/>
                    </a:lnTo>
                    <a:lnTo>
                      <a:pt x="0" y="19276"/>
                    </a:lnTo>
                    <a:lnTo>
                      <a:pt x="0" y="1927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8" name="Контур"/>
              <p:cNvSpPr/>
              <p:nvPr/>
            </p:nvSpPr>
            <p:spPr>
              <a:xfrm>
                <a:off x="13135020" y="5100068"/>
                <a:ext cx="537533" cy="295700"/>
              </a:xfrm>
              <a:custGeom>
                <a:avLst/>
                <a:gdLst/>
                <a:ahLst/>
                <a:cxnLst/>
                <a:rect l="l" t="t" r="r" b="b"/>
                <a:pathLst>
                  <a:path w="537533" h="295700">
                    <a:moveTo>
                      <a:pt x="517887" y="0"/>
                    </a:moveTo>
                    <a:lnTo>
                      <a:pt x="537533" y="39188"/>
                    </a:lnTo>
                    <a:lnTo>
                      <a:pt x="18365" y="295700"/>
                    </a:lnTo>
                    <a:lnTo>
                      <a:pt x="0" y="256042"/>
                    </a:lnTo>
                    <a:lnTo>
                      <a:pt x="51788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9" name="Контур"/>
              <p:cNvSpPr/>
              <p:nvPr/>
            </p:nvSpPr>
            <p:spPr>
              <a:xfrm>
                <a:off x="12748113" y="6413331"/>
                <a:ext cx="304472" cy="226793"/>
              </a:xfrm>
              <a:custGeom>
                <a:avLst/>
                <a:gdLst/>
                <a:ahLst/>
                <a:cxnLst/>
                <a:rect l="l" t="t" r="r" b="b"/>
                <a:pathLst>
                  <a:path w="304472" h="226793">
                    <a:moveTo>
                      <a:pt x="0" y="127136"/>
                    </a:moveTo>
                    <a:lnTo>
                      <a:pt x="109194" y="73301"/>
                    </a:lnTo>
                    <a:lnTo>
                      <a:pt x="257233" y="0"/>
                    </a:lnTo>
                    <a:lnTo>
                      <a:pt x="304472" y="98734"/>
                    </a:lnTo>
                    <a:lnTo>
                      <a:pt x="50853" y="226793"/>
                    </a:lnTo>
                    <a:lnTo>
                      <a:pt x="0" y="1271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0" name="Контур"/>
              <p:cNvSpPr/>
              <p:nvPr/>
            </p:nvSpPr>
            <p:spPr>
              <a:xfrm>
                <a:off x="12322826" y="6004914"/>
                <a:ext cx="94776" cy="64032"/>
              </a:xfrm>
              <a:custGeom>
                <a:avLst/>
                <a:gdLst/>
                <a:ahLst/>
                <a:cxnLst/>
                <a:rect l="l" t="t" r="r" b="b"/>
                <a:pathLst>
                  <a:path w="94776" h="64032">
                    <a:moveTo>
                      <a:pt x="0" y="39128"/>
                    </a:moveTo>
                    <a:lnTo>
                      <a:pt x="80607" y="0"/>
                    </a:lnTo>
                    <a:lnTo>
                      <a:pt x="94776" y="25550"/>
                    </a:lnTo>
                    <a:lnTo>
                      <a:pt x="16004" y="64032"/>
                    </a:lnTo>
                    <a:lnTo>
                      <a:pt x="5920" y="48374"/>
                    </a:lnTo>
                    <a:lnTo>
                      <a:pt x="0" y="391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1" name="Контур"/>
              <p:cNvSpPr/>
              <p:nvPr/>
            </p:nvSpPr>
            <p:spPr>
              <a:xfrm>
                <a:off x="12377757" y="5920712"/>
                <a:ext cx="99069" cy="109752"/>
              </a:xfrm>
              <a:custGeom>
                <a:avLst/>
                <a:gdLst/>
                <a:ahLst/>
                <a:cxnLst/>
                <a:rect l="l" t="t" r="r" b="b"/>
                <a:pathLst>
                  <a:path w="99069" h="109752">
                    <a:moveTo>
                      <a:pt x="39845" y="109752"/>
                    </a:moveTo>
                    <a:lnTo>
                      <a:pt x="25676" y="84202"/>
                    </a:lnTo>
                    <a:lnTo>
                      <a:pt x="0" y="35365"/>
                    </a:lnTo>
                    <a:lnTo>
                      <a:pt x="69858" y="0"/>
                    </a:lnTo>
                    <a:lnTo>
                      <a:pt x="99069" y="52474"/>
                    </a:lnTo>
                    <a:lnTo>
                      <a:pt x="79335" y="63386"/>
                    </a:lnTo>
                    <a:lnTo>
                      <a:pt x="91539" y="89365"/>
                    </a:lnTo>
                    <a:lnTo>
                      <a:pt x="39845" y="1097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2" name="Контур"/>
              <p:cNvSpPr/>
              <p:nvPr/>
            </p:nvSpPr>
            <p:spPr>
              <a:xfrm>
                <a:off x="12597595" y="5922401"/>
                <a:ext cx="73234" cy="55224"/>
              </a:xfrm>
              <a:custGeom>
                <a:avLst/>
                <a:gdLst/>
                <a:ahLst/>
                <a:cxnLst/>
                <a:rect l="l" t="t" r="r" b="b"/>
                <a:pathLst>
                  <a:path w="73234" h="55224">
                    <a:moveTo>
                      <a:pt x="12471" y="55224"/>
                    </a:moveTo>
                    <a:lnTo>
                      <a:pt x="0" y="29762"/>
                    </a:lnTo>
                    <a:lnTo>
                      <a:pt x="60762" y="0"/>
                    </a:lnTo>
                    <a:lnTo>
                      <a:pt x="73234" y="25462"/>
                    </a:lnTo>
                    <a:lnTo>
                      <a:pt x="12471" y="552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3" name="Контур"/>
              <p:cNvSpPr/>
              <p:nvPr/>
            </p:nvSpPr>
            <p:spPr>
              <a:xfrm>
                <a:off x="12482153" y="6243193"/>
                <a:ext cx="100253" cy="114677"/>
              </a:xfrm>
              <a:custGeom>
                <a:avLst/>
                <a:gdLst/>
                <a:ahLst/>
                <a:cxnLst/>
                <a:rect l="l" t="t" r="r" b="b"/>
                <a:pathLst>
                  <a:path w="100253" h="114677">
                    <a:moveTo>
                      <a:pt x="30130" y="114677"/>
                    </a:moveTo>
                    <a:lnTo>
                      <a:pt x="23016" y="110299"/>
                    </a:lnTo>
                    <a:lnTo>
                      <a:pt x="0" y="96447"/>
                    </a:lnTo>
                    <a:lnTo>
                      <a:pt x="59472" y="0"/>
                    </a:lnTo>
                    <a:lnTo>
                      <a:pt x="100253" y="25123"/>
                    </a:lnTo>
                    <a:lnTo>
                      <a:pt x="84979" y="49906"/>
                    </a:lnTo>
                    <a:lnTo>
                      <a:pt x="74155" y="43239"/>
                    </a:lnTo>
                    <a:lnTo>
                      <a:pt x="30130" y="1146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4" name="Контур"/>
              <p:cNvSpPr/>
              <p:nvPr/>
            </p:nvSpPr>
            <p:spPr>
              <a:xfrm>
                <a:off x="12603074" y="6091383"/>
                <a:ext cx="278673" cy="202253"/>
              </a:xfrm>
              <a:custGeom>
                <a:avLst/>
                <a:gdLst/>
                <a:ahLst/>
                <a:cxnLst/>
                <a:rect l="l" t="t" r="r" b="b"/>
                <a:pathLst>
                  <a:path w="278673" h="202253">
                    <a:moveTo>
                      <a:pt x="248738" y="135922"/>
                    </a:moveTo>
                    <a:lnTo>
                      <a:pt x="268506" y="148027"/>
                    </a:lnTo>
                    <a:lnTo>
                      <a:pt x="235300" y="202253"/>
                    </a:lnTo>
                    <a:lnTo>
                      <a:pt x="0" y="58168"/>
                    </a:lnTo>
                    <a:lnTo>
                      <a:pt x="32732" y="4713"/>
                    </a:lnTo>
                    <a:lnTo>
                      <a:pt x="106131" y="49658"/>
                    </a:lnTo>
                    <a:lnTo>
                      <a:pt x="136539" y="0"/>
                    </a:lnTo>
                    <a:lnTo>
                      <a:pt x="278673" y="87036"/>
                    </a:lnTo>
                    <a:lnTo>
                      <a:pt x="248738" y="1359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5" name="Контур"/>
              <p:cNvSpPr/>
              <p:nvPr/>
            </p:nvSpPr>
            <p:spPr>
              <a:xfrm>
                <a:off x="12504766" y="5932336"/>
                <a:ext cx="28625" cy="23741"/>
              </a:xfrm>
              <a:custGeom>
                <a:avLst/>
                <a:gdLst/>
                <a:ahLst/>
                <a:cxnLst/>
                <a:rect l="l" t="t" r="r" b="b"/>
                <a:pathLst>
                  <a:path w="28625" h="23741">
                    <a:moveTo>
                      <a:pt x="6287" y="23741"/>
                    </a:moveTo>
                    <a:lnTo>
                      <a:pt x="0" y="11175"/>
                    </a:lnTo>
                    <a:lnTo>
                      <a:pt x="22338" y="0"/>
                    </a:lnTo>
                    <a:lnTo>
                      <a:pt x="28625" y="12565"/>
                    </a:lnTo>
                    <a:lnTo>
                      <a:pt x="6287" y="237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6" name="Контур"/>
              <p:cNvSpPr/>
              <p:nvPr/>
            </p:nvSpPr>
            <p:spPr>
              <a:xfrm>
                <a:off x="12529212" y="5902033"/>
                <a:ext cx="57701" cy="43469"/>
              </a:xfrm>
              <a:custGeom>
                <a:avLst/>
                <a:gdLst/>
                <a:ahLst/>
                <a:cxnLst/>
                <a:rect l="l" t="t" r="r" b="b"/>
                <a:pathLst>
                  <a:path w="57701" h="43469">
                    <a:moveTo>
                      <a:pt x="0" y="23463"/>
                    </a:moveTo>
                    <a:lnTo>
                      <a:pt x="47866" y="0"/>
                    </a:lnTo>
                    <a:lnTo>
                      <a:pt x="57701" y="19666"/>
                    </a:lnTo>
                    <a:lnTo>
                      <a:pt x="10080" y="43469"/>
                    </a:lnTo>
                    <a:lnTo>
                      <a:pt x="0" y="234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7" name="Контур"/>
              <p:cNvSpPr/>
              <p:nvPr/>
            </p:nvSpPr>
            <p:spPr>
              <a:xfrm>
                <a:off x="12496878" y="5843032"/>
                <a:ext cx="111446" cy="66524"/>
              </a:xfrm>
              <a:custGeom>
                <a:avLst/>
                <a:gdLst/>
                <a:ahLst/>
                <a:cxnLst/>
                <a:rect l="l" t="t" r="r" b="b"/>
                <a:pathLst>
                  <a:path w="111446" h="66524">
                    <a:moveTo>
                      <a:pt x="0" y="40085"/>
                    </a:moveTo>
                    <a:lnTo>
                      <a:pt x="83745" y="0"/>
                    </a:lnTo>
                    <a:lnTo>
                      <a:pt x="111446" y="57872"/>
                    </a:lnTo>
                    <a:lnTo>
                      <a:pt x="93370" y="66524"/>
                    </a:lnTo>
                    <a:lnTo>
                      <a:pt x="76060" y="30360"/>
                    </a:lnTo>
                    <a:lnTo>
                      <a:pt x="10391" y="61792"/>
                    </a:lnTo>
                    <a:lnTo>
                      <a:pt x="0" y="400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8" name="Контур"/>
              <p:cNvSpPr/>
              <p:nvPr/>
            </p:nvSpPr>
            <p:spPr>
              <a:xfrm>
                <a:off x="12681118" y="5868156"/>
                <a:ext cx="76445" cy="61753"/>
              </a:xfrm>
              <a:custGeom>
                <a:avLst/>
                <a:gdLst/>
                <a:ahLst/>
                <a:cxnLst/>
                <a:rect l="l" t="t" r="r" b="b"/>
                <a:pathLst>
                  <a:path w="76445" h="61753">
                    <a:moveTo>
                      <a:pt x="60093" y="0"/>
                    </a:moveTo>
                    <a:lnTo>
                      <a:pt x="76445" y="31490"/>
                    </a:lnTo>
                    <a:lnTo>
                      <a:pt x="16352" y="61753"/>
                    </a:lnTo>
                    <a:lnTo>
                      <a:pt x="0" y="31490"/>
                    </a:lnTo>
                    <a:lnTo>
                      <a:pt x="6009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9" name="Контур"/>
              <p:cNvSpPr/>
              <p:nvPr/>
            </p:nvSpPr>
            <p:spPr>
              <a:xfrm>
                <a:off x="12366872" y="5801099"/>
                <a:ext cx="119140" cy="86477"/>
              </a:xfrm>
              <a:custGeom>
                <a:avLst/>
                <a:gdLst/>
                <a:ahLst/>
                <a:cxnLst/>
                <a:rect l="l" t="t" r="r" b="b"/>
                <a:pathLst>
                  <a:path w="119140" h="86477">
                    <a:moveTo>
                      <a:pt x="100728" y="0"/>
                    </a:moveTo>
                    <a:lnTo>
                      <a:pt x="119140" y="39389"/>
                    </a:lnTo>
                    <a:lnTo>
                      <a:pt x="18417" y="86477"/>
                    </a:lnTo>
                    <a:lnTo>
                      <a:pt x="0" y="47078"/>
                    </a:lnTo>
                    <a:lnTo>
                      <a:pt x="10072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0" name="Контур"/>
              <p:cNvSpPr/>
              <p:nvPr/>
            </p:nvSpPr>
            <p:spPr>
              <a:xfrm>
                <a:off x="12367986" y="5899929"/>
                <a:ext cx="79629" cy="56148"/>
              </a:xfrm>
              <a:custGeom>
                <a:avLst/>
                <a:gdLst/>
                <a:ahLst/>
                <a:cxnLst/>
                <a:rect l="l" t="t" r="r" b="b"/>
                <a:pathLst>
                  <a:path w="79629" h="56148">
                    <a:moveTo>
                      <a:pt x="9771" y="56148"/>
                    </a:moveTo>
                    <a:lnTo>
                      <a:pt x="0" y="36596"/>
                    </a:lnTo>
                    <a:lnTo>
                      <a:pt x="68853" y="0"/>
                    </a:lnTo>
                    <a:lnTo>
                      <a:pt x="79629" y="20783"/>
                    </a:lnTo>
                    <a:lnTo>
                      <a:pt x="9771" y="561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1" name="Контур"/>
              <p:cNvSpPr/>
              <p:nvPr/>
            </p:nvSpPr>
            <p:spPr>
              <a:xfrm>
                <a:off x="12665870" y="5856223"/>
                <a:ext cx="25351" cy="27931"/>
              </a:xfrm>
              <a:custGeom>
                <a:avLst/>
                <a:gdLst/>
                <a:ahLst/>
                <a:cxnLst/>
                <a:rect l="l" t="t" r="r" b="b"/>
                <a:pathLst>
                  <a:path w="25351" h="27931">
                    <a:moveTo>
                      <a:pt x="10581" y="27931"/>
                    </a:moveTo>
                    <a:lnTo>
                      <a:pt x="0" y="7740"/>
                    </a:lnTo>
                    <a:lnTo>
                      <a:pt x="14769" y="0"/>
                    </a:lnTo>
                    <a:lnTo>
                      <a:pt x="25351" y="20190"/>
                    </a:lnTo>
                    <a:lnTo>
                      <a:pt x="10581" y="27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2" name="Контур"/>
              <p:cNvSpPr/>
              <p:nvPr/>
            </p:nvSpPr>
            <p:spPr>
              <a:xfrm>
                <a:off x="12609274" y="5816079"/>
                <a:ext cx="45608" cy="43918"/>
              </a:xfrm>
              <a:custGeom>
                <a:avLst/>
                <a:gdLst/>
                <a:ahLst/>
                <a:cxnLst/>
                <a:rect l="l" t="t" r="r" b="b"/>
                <a:pathLst>
                  <a:path w="45608" h="43918">
                    <a:moveTo>
                      <a:pt x="0" y="15177"/>
                    </a:moveTo>
                    <a:lnTo>
                      <a:pt x="31290" y="0"/>
                    </a:lnTo>
                    <a:lnTo>
                      <a:pt x="42888" y="23018"/>
                    </a:lnTo>
                    <a:lnTo>
                      <a:pt x="45608" y="28608"/>
                    </a:lnTo>
                    <a:lnTo>
                      <a:pt x="13886" y="43918"/>
                    </a:lnTo>
                    <a:lnTo>
                      <a:pt x="0" y="151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3" name="Контур"/>
              <p:cNvSpPr/>
              <p:nvPr/>
            </p:nvSpPr>
            <p:spPr>
              <a:xfrm>
                <a:off x="12652162" y="5833447"/>
                <a:ext cx="20675" cy="24305"/>
              </a:xfrm>
              <a:custGeom>
                <a:avLst/>
                <a:gdLst/>
                <a:ahLst/>
                <a:cxnLst/>
                <a:rect l="l" t="t" r="r" b="b"/>
                <a:pathLst>
                  <a:path w="20675" h="24305">
                    <a:moveTo>
                      <a:pt x="9135" y="24305"/>
                    </a:moveTo>
                    <a:lnTo>
                      <a:pt x="2720" y="11240"/>
                    </a:lnTo>
                    <a:lnTo>
                      <a:pt x="0" y="5650"/>
                    </a:lnTo>
                    <a:lnTo>
                      <a:pt x="11541" y="0"/>
                    </a:lnTo>
                    <a:lnTo>
                      <a:pt x="20675" y="18654"/>
                    </a:lnTo>
                    <a:lnTo>
                      <a:pt x="9135" y="243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4" name="Контур"/>
              <p:cNvSpPr/>
              <p:nvPr/>
            </p:nvSpPr>
            <p:spPr>
              <a:xfrm>
                <a:off x="12463678" y="5705122"/>
                <a:ext cx="210246" cy="135366"/>
              </a:xfrm>
              <a:custGeom>
                <a:avLst/>
                <a:gdLst/>
                <a:ahLst/>
                <a:cxnLst/>
                <a:rect l="l" t="t" r="r" b="b"/>
                <a:pathLst>
                  <a:path w="210246" h="135366">
                    <a:moveTo>
                      <a:pt x="0" y="87588"/>
                    </a:moveTo>
                    <a:lnTo>
                      <a:pt x="187374" y="0"/>
                    </a:lnTo>
                    <a:lnTo>
                      <a:pt x="190071" y="5042"/>
                    </a:lnTo>
                    <a:lnTo>
                      <a:pt x="209024" y="45284"/>
                    </a:lnTo>
                    <a:lnTo>
                      <a:pt x="210246" y="47726"/>
                    </a:lnTo>
                    <a:lnTo>
                      <a:pt x="29722" y="131910"/>
                    </a:lnTo>
                    <a:lnTo>
                      <a:pt x="22334" y="135366"/>
                    </a:lnTo>
                    <a:lnTo>
                      <a:pt x="3922" y="95977"/>
                    </a:lnTo>
                    <a:lnTo>
                      <a:pt x="0" y="87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5" name="Контур"/>
              <p:cNvSpPr/>
              <p:nvPr/>
            </p:nvSpPr>
            <p:spPr>
              <a:xfrm>
                <a:off x="12654169" y="5798964"/>
                <a:ext cx="25025" cy="21646"/>
              </a:xfrm>
              <a:custGeom>
                <a:avLst/>
                <a:gdLst/>
                <a:ahLst/>
                <a:cxnLst/>
                <a:rect l="l" t="t" r="r" b="b"/>
                <a:pathLst>
                  <a:path w="25025" h="21646">
                    <a:moveTo>
                      <a:pt x="6231" y="21646"/>
                    </a:moveTo>
                    <a:lnTo>
                      <a:pt x="0" y="10628"/>
                    </a:lnTo>
                    <a:lnTo>
                      <a:pt x="18793" y="0"/>
                    </a:lnTo>
                    <a:lnTo>
                      <a:pt x="25025" y="11018"/>
                    </a:lnTo>
                    <a:lnTo>
                      <a:pt x="6231" y="216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6" name="Контур"/>
              <p:cNvSpPr/>
              <p:nvPr/>
            </p:nvSpPr>
            <p:spPr>
              <a:xfrm>
                <a:off x="12653749" y="5702704"/>
                <a:ext cx="34792" cy="47702"/>
              </a:xfrm>
              <a:custGeom>
                <a:avLst/>
                <a:gdLst/>
                <a:ahLst/>
                <a:cxnLst/>
                <a:rect l="l" t="t" r="r" b="b"/>
                <a:pathLst>
                  <a:path w="34792" h="47702">
                    <a:moveTo>
                      <a:pt x="0" y="7460"/>
                    </a:moveTo>
                    <a:lnTo>
                      <a:pt x="15839" y="0"/>
                    </a:lnTo>
                    <a:lnTo>
                      <a:pt x="34792" y="40243"/>
                    </a:lnTo>
                    <a:lnTo>
                      <a:pt x="18953" y="47702"/>
                    </a:lnTo>
                    <a:lnTo>
                      <a:pt x="0" y="74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7" name="Контур"/>
              <p:cNvSpPr/>
              <p:nvPr/>
            </p:nvSpPr>
            <p:spPr>
              <a:xfrm>
                <a:off x="13157510" y="6609263"/>
                <a:ext cx="107408" cy="107379"/>
              </a:xfrm>
              <a:custGeom>
                <a:avLst/>
                <a:gdLst/>
                <a:ahLst/>
                <a:cxnLst/>
                <a:rect l="l" t="t" r="r" b="b"/>
                <a:pathLst>
                  <a:path w="107408" h="107379">
                    <a:moveTo>
                      <a:pt x="72914" y="0"/>
                    </a:moveTo>
                    <a:lnTo>
                      <a:pt x="87445" y="30132"/>
                    </a:lnTo>
                    <a:lnTo>
                      <a:pt x="107408" y="72858"/>
                    </a:lnTo>
                    <a:lnTo>
                      <a:pt x="34495" y="107379"/>
                    </a:lnTo>
                    <a:lnTo>
                      <a:pt x="0" y="34520"/>
                    </a:lnTo>
                    <a:lnTo>
                      <a:pt x="729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8" name="Контур"/>
              <p:cNvSpPr/>
              <p:nvPr/>
            </p:nvSpPr>
            <p:spPr>
              <a:xfrm>
                <a:off x="13421271" y="6378904"/>
                <a:ext cx="164000" cy="306633"/>
              </a:xfrm>
              <a:custGeom>
                <a:avLst/>
                <a:gdLst/>
                <a:ahLst/>
                <a:cxnLst/>
                <a:rect l="l" t="t" r="r" b="b"/>
                <a:pathLst>
                  <a:path w="164000" h="306633">
                    <a:moveTo>
                      <a:pt x="21253" y="0"/>
                    </a:moveTo>
                    <a:lnTo>
                      <a:pt x="164000" y="296398"/>
                    </a:lnTo>
                    <a:lnTo>
                      <a:pt x="142748" y="306633"/>
                    </a:lnTo>
                    <a:lnTo>
                      <a:pt x="0" y="10235"/>
                    </a:lnTo>
                    <a:lnTo>
                      <a:pt x="2125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9" name="Контур"/>
              <p:cNvSpPr/>
              <p:nvPr/>
            </p:nvSpPr>
            <p:spPr>
              <a:xfrm>
                <a:off x="13226345" y="6561376"/>
                <a:ext cx="101098" cy="78019"/>
              </a:xfrm>
              <a:custGeom>
                <a:avLst/>
                <a:gdLst/>
                <a:ahLst/>
                <a:cxnLst/>
                <a:rect l="l" t="t" r="r" b="b"/>
                <a:pathLst>
                  <a:path w="101098" h="78019">
                    <a:moveTo>
                      <a:pt x="101098" y="40161"/>
                    </a:moveTo>
                    <a:lnTo>
                      <a:pt x="18610" y="78019"/>
                    </a:lnTo>
                    <a:lnTo>
                      <a:pt x="4079" y="47887"/>
                    </a:lnTo>
                    <a:lnTo>
                      <a:pt x="0" y="39384"/>
                    </a:lnTo>
                    <a:lnTo>
                      <a:pt x="81744" y="0"/>
                    </a:lnTo>
                    <a:lnTo>
                      <a:pt x="101098" y="40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0" name="Контур"/>
              <p:cNvSpPr/>
              <p:nvPr/>
            </p:nvSpPr>
            <p:spPr>
              <a:xfrm>
                <a:off x="13278102" y="6496849"/>
                <a:ext cx="40191" cy="39268"/>
              </a:xfrm>
              <a:custGeom>
                <a:avLst/>
                <a:gdLst/>
                <a:ahLst/>
                <a:cxnLst/>
                <a:rect l="l" t="t" r="r" b="b"/>
                <a:pathLst>
                  <a:path w="40191" h="39268">
                    <a:moveTo>
                      <a:pt x="0" y="13526"/>
                    </a:moveTo>
                    <a:lnTo>
                      <a:pt x="27555" y="0"/>
                    </a:lnTo>
                    <a:lnTo>
                      <a:pt x="40191" y="25743"/>
                    </a:lnTo>
                    <a:lnTo>
                      <a:pt x="12636" y="39268"/>
                    </a:lnTo>
                    <a:lnTo>
                      <a:pt x="0" y="135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1" name="Контур"/>
              <p:cNvSpPr/>
              <p:nvPr/>
            </p:nvSpPr>
            <p:spPr>
              <a:xfrm>
                <a:off x="13076312" y="6404920"/>
                <a:ext cx="181521" cy="205219"/>
              </a:xfrm>
              <a:custGeom>
                <a:avLst/>
                <a:gdLst/>
                <a:ahLst/>
                <a:cxnLst/>
                <a:rect l="l" t="t" r="r" b="b"/>
                <a:pathLst>
                  <a:path w="181521" h="205219">
                    <a:moveTo>
                      <a:pt x="69124" y="205219"/>
                    </a:moveTo>
                    <a:lnTo>
                      <a:pt x="0" y="50073"/>
                    </a:lnTo>
                    <a:lnTo>
                      <a:pt x="112401" y="0"/>
                    </a:lnTo>
                    <a:lnTo>
                      <a:pt x="181521" y="155136"/>
                    </a:lnTo>
                    <a:lnTo>
                      <a:pt x="69124" y="2052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2" name="Контур"/>
              <p:cNvSpPr/>
              <p:nvPr/>
            </p:nvSpPr>
            <p:spPr>
              <a:xfrm>
                <a:off x="12816224" y="6309619"/>
                <a:ext cx="189122" cy="177013"/>
              </a:xfrm>
              <a:custGeom>
                <a:avLst/>
                <a:gdLst/>
                <a:ahLst/>
                <a:cxnLst/>
                <a:rect l="l" t="t" r="r" b="b"/>
                <a:pathLst>
                  <a:path w="189122" h="177013">
                    <a:moveTo>
                      <a:pt x="41083" y="177013"/>
                    </a:moveTo>
                    <a:lnTo>
                      <a:pt x="0" y="104578"/>
                    </a:lnTo>
                    <a:lnTo>
                      <a:pt x="48256" y="80189"/>
                    </a:lnTo>
                    <a:lnTo>
                      <a:pt x="33581" y="51153"/>
                    </a:lnTo>
                    <a:lnTo>
                      <a:pt x="134777" y="0"/>
                    </a:lnTo>
                    <a:lnTo>
                      <a:pt x="189122" y="103712"/>
                    </a:lnTo>
                    <a:lnTo>
                      <a:pt x="41083" y="1770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3" name="Контур"/>
              <p:cNvSpPr/>
              <p:nvPr/>
            </p:nvSpPr>
            <p:spPr>
              <a:xfrm>
                <a:off x="13297769" y="6372875"/>
                <a:ext cx="50295" cy="54456"/>
              </a:xfrm>
              <a:custGeom>
                <a:avLst/>
                <a:gdLst/>
                <a:ahLst/>
                <a:cxnLst/>
                <a:rect l="l" t="t" r="r" b="b"/>
                <a:pathLst>
                  <a:path w="50295" h="54456">
                    <a:moveTo>
                      <a:pt x="0" y="12077"/>
                    </a:moveTo>
                    <a:lnTo>
                      <a:pt x="31397" y="0"/>
                    </a:lnTo>
                    <a:lnTo>
                      <a:pt x="50295" y="49152"/>
                    </a:lnTo>
                    <a:lnTo>
                      <a:pt x="36499" y="54456"/>
                    </a:lnTo>
                    <a:lnTo>
                      <a:pt x="30509" y="38865"/>
                    </a:lnTo>
                    <a:lnTo>
                      <a:pt x="12898" y="45633"/>
                    </a:lnTo>
                    <a:lnTo>
                      <a:pt x="0" y="120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4" name="Контур"/>
              <p:cNvSpPr/>
              <p:nvPr/>
            </p:nvSpPr>
            <p:spPr>
              <a:xfrm>
                <a:off x="13279490" y="6331622"/>
                <a:ext cx="28876" cy="33757"/>
              </a:xfrm>
              <a:custGeom>
                <a:avLst/>
                <a:gdLst/>
                <a:ahLst/>
                <a:cxnLst/>
                <a:rect l="l" t="t" r="r" b="b"/>
                <a:pathLst>
                  <a:path w="28876" h="33757">
                    <a:moveTo>
                      <a:pt x="0" y="7850"/>
                    </a:moveTo>
                    <a:lnTo>
                      <a:pt x="16691" y="0"/>
                    </a:lnTo>
                    <a:lnTo>
                      <a:pt x="28876" y="25907"/>
                    </a:lnTo>
                    <a:lnTo>
                      <a:pt x="12186" y="33757"/>
                    </a:lnTo>
                    <a:lnTo>
                      <a:pt x="0" y="78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5" name="Контур"/>
              <p:cNvSpPr/>
              <p:nvPr/>
            </p:nvSpPr>
            <p:spPr>
              <a:xfrm>
                <a:off x="13221344" y="6165544"/>
                <a:ext cx="106281" cy="148329"/>
              </a:xfrm>
              <a:custGeom>
                <a:avLst/>
                <a:gdLst/>
                <a:ahLst/>
                <a:cxnLst/>
                <a:rect l="l" t="t" r="r" b="b"/>
                <a:pathLst>
                  <a:path w="106281" h="148329">
                    <a:moveTo>
                      <a:pt x="64622" y="148329"/>
                    </a:moveTo>
                    <a:lnTo>
                      <a:pt x="0" y="21172"/>
                    </a:lnTo>
                    <a:lnTo>
                      <a:pt x="41659" y="0"/>
                    </a:lnTo>
                    <a:lnTo>
                      <a:pt x="106281" y="127156"/>
                    </a:lnTo>
                    <a:lnTo>
                      <a:pt x="64622" y="1483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6" name="Контур"/>
              <p:cNvSpPr/>
              <p:nvPr/>
            </p:nvSpPr>
            <p:spPr>
              <a:xfrm>
                <a:off x="13576633" y="6208836"/>
                <a:ext cx="46271" cy="54187"/>
              </a:xfrm>
              <a:custGeom>
                <a:avLst/>
                <a:gdLst/>
                <a:ahLst/>
                <a:cxnLst/>
                <a:rect l="l" t="t" r="r" b="b"/>
                <a:pathLst>
                  <a:path w="46271" h="54187">
                    <a:moveTo>
                      <a:pt x="0" y="11336"/>
                    </a:moveTo>
                    <a:lnTo>
                      <a:pt x="30171" y="0"/>
                    </a:lnTo>
                    <a:lnTo>
                      <a:pt x="46271" y="42851"/>
                    </a:lnTo>
                    <a:lnTo>
                      <a:pt x="16101" y="54187"/>
                    </a:lnTo>
                    <a:lnTo>
                      <a:pt x="0" y="113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7" name="Контур"/>
              <p:cNvSpPr/>
              <p:nvPr/>
            </p:nvSpPr>
            <p:spPr>
              <a:xfrm>
                <a:off x="13336558" y="6188708"/>
                <a:ext cx="22776" cy="25176"/>
              </a:xfrm>
              <a:custGeom>
                <a:avLst/>
                <a:gdLst/>
                <a:ahLst/>
                <a:cxnLst/>
                <a:rect l="l" t="t" r="r" b="b"/>
                <a:pathLst>
                  <a:path w="22776" h="25176">
                    <a:moveTo>
                      <a:pt x="22776" y="18533"/>
                    </a:moveTo>
                    <a:lnTo>
                      <a:pt x="8842" y="25176"/>
                    </a:lnTo>
                    <a:lnTo>
                      <a:pt x="0" y="6624"/>
                    </a:lnTo>
                    <a:lnTo>
                      <a:pt x="13891" y="0"/>
                    </a:lnTo>
                    <a:lnTo>
                      <a:pt x="22776" y="18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8" name="Контур"/>
              <p:cNvSpPr/>
              <p:nvPr/>
            </p:nvSpPr>
            <p:spPr>
              <a:xfrm>
                <a:off x="12878595" y="6100338"/>
                <a:ext cx="92894" cy="69359"/>
              </a:xfrm>
              <a:custGeom>
                <a:avLst/>
                <a:gdLst/>
                <a:ahLst/>
                <a:cxnLst/>
                <a:rect l="l" t="t" r="r" b="b"/>
                <a:pathLst>
                  <a:path w="92894" h="69359">
                    <a:moveTo>
                      <a:pt x="15613" y="69359"/>
                    </a:moveTo>
                    <a:lnTo>
                      <a:pt x="0" y="35015"/>
                    </a:lnTo>
                    <a:lnTo>
                      <a:pt x="76671" y="0"/>
                    </a:lnTo>
                    <a:lnTo>
                      <a:pt x="92894" y="31875"/>
                    </a:lnTo>
                    <a:lnTo>
                      <a:pt x="15613" y="693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9" name="Контур"/>
              <p:cNvSpPr/>
              <p:nvPr/>
            </p:nvSpPr>
            <p:spPr>
              <a:xfrm>
                <a:off x="13441648" y="6022438"/>
                <a:ext cx="44441" cy="64791"/>
              </a:xfrm>
              <a:custGeom>
                <a:avLst/>
                <a:gdLst/>
                <a:ahLst/>
                <a:cxnLst/>
                <a:rect l="l" t="t" r="r" b="b"/>
                <a:pathLst>
                  <a:path w="44441" h="64791">
                    <a:moveTo>
                      <a:pt x="0" y="8335"/>
                    </a:moveTo>
                    <a:lnTo>
                      <a:pt x="17404" y="0"/>
                    </a:lnTo>
                    <a:lnTo>
                      <a:pt x="44441" y="56456"/>
                    </a:lnTo>
                    <a:lnTo>
                      <a:pt x="27036" y="64791"/>
                    </a:lnTo>
                    <a:lnTo>
                      <a:pt x="0" y="83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0" name="Контур"/>
              <p:cNvSpPr/>
              <p:nvPr/>
            </p:nvSpPr>
            <p:spPr>
              <a:xfrm>
                <a:off x="13409077" y="5951843"/>
                <a:ext cx="53878" cy="62835"/>
              </a:xfrm>
              <a:custGeom>
                <a:avLst/>
                <a:gdLst/>
                <a:ahLst/>
                <a:cxnLst/>
                <a:rect l="l" t="t" r="r" b="b"/>
                <a:pathLst>
                  <a:path w="53878" h="62835">
                    <a:moveTo>
                      <a:pt x="0" y="14971"/>
                    </a:moveTo>
                    <a:lnTo>
                      <a:pt x="29960" y="0"/>
                    </a:lnTo>
                    <a:lnTo>
                      <a:pt x="53878" y="47864"/>
                    </a:lnTo>
                    <a:lnTo>
                      <a:pt x="23919" y="62835"/>
                    </a:lnTo>
                    <a:lnTo>
                      <a:pt x="0" y="149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1" name="Контур"/>
              <p:cNvSpPr/>
              <p:nvPr/>
            </p:nvSpPr>
            <p:spPr>
              <a:xfrm>
                <a:off x="13093076" y="5929210"/>
                <a:ext cx="79169" cy="51863"/>
              </a:xfrm>
              <a:custGeom>
                <a:avLst/>
                <a:gdLst/>
                <a:ahLst/>
                <a:cxnLst/>
                <a:rect l="l" t="t" r="r" b="b"/>
                <a:pathLst>
                  <a:path w="79169" h="51863">
                    <a:moveTo>
                      <a:pt x="8254" y="51863"/>
                    </a:moveTo>
                    <a:lnTo>
                      <a:pt x="0" y="35264"/>
                    </a:lnTo>
                    <a:lnTo>
                      <a:pt x="70915" y="0"/>
                    </a:lnTo>
                    <a:lnTo>
                      <a:pt x="79169" y="16599"/>
                    </a:lnTo>
                    <a:lnTo>
                      <a:pt x="8254" y="518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2" name="Контур"/>
              <p:cNvSpPr/>
              <p:nvPr/>
            </p:nvSpPr>
            <p:spPr>
              <a:xfrm>
                <a:off x="12948260" y="5656998"/>
                <a:ext cx="48004" cy="68464"/>
              </a:xfrm>
              <a:custGeom>
                <a:avLst/>
                <a:gdLst/>
                <a:ahLst/>
                <a:cxnLst/>
                <a:rect l="l" t="t" r="r" b="b"/>
                <a:pathLst>
                  <a:path w="48004" h="68464">
                    <a:moveTo>
                      <a:pt x="0" y="8294"/>
                    </a:moveTo>
                    <a:lnTo>
                      <a:pt x="15225" y="0"/>
                    </a:lnTo>
                    <a:lnTo>
                      <a:pt x="48004" y="60170"/>
                    </a:lnTo>
                    <a:lnTo>
                      <a:pt x="32780" y="68464"/>
                    </a:lnTo>
                    <a:lnTo>
                      <a:pt x="0" y="82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3" name="Контур"/>
              <p:cNvSpPr/>
              <p:nvPr/>
            </p:nvSpPr>
            <p:spPr>
              <a:xfrm>
                <a:off x="13116799" y="7576259"/>
                <a:ext cx="132811" cy="263647"/>
              </a:xfrm>
              <a:custGeom>
                <a:avLst/>
                <a:gdLst/>
                <a:ahLst/>
                <a:cxnLst/>
                <a:rect l="l" t="t" r="r" b="b"/>
                <a:pathLst>
                  <a:path w="132811" h="263647">
                    <a:moveTo>
                      <a:pt x="43" y="0"/>
                    </a:moveTo>
                    <a:lnTo>
                      <a:pt x="132811" y="87"/>
                    </a:lnTo>
                    <a:lnTo>
                      <a:pt x="132768" y="66096"/>
                    </a:lnTo>
                    <a:lnTo>
                      <a:pt x="89155" y="66067"/>
                    </a:lnTo>
                    <a:lnTo>
                      <a:pt x="89142" y="85900"/>
                    </a:lnTo>
                    <a:lnTo>
                      <a:pt x="107822" y="85913"/>
                    </a:lnTo>
                    <a:lnTo>
                      <a:pt x="107758" y="184626"/>
                    </a:lnTo>
                    <a:lnTo>
                      <a:pt x="88393" y="184613"/>
                    </a:lnTo>
                    <a:lnTo>
                      <a:pt x="88380" y="203680"/>
                    </a:lnTo>
                    <a:lnTo>
                      <a:pt x="131441" y="203708"/>
                    </a:lnTo>
                    <a:lnTo>
                      <a:pt x="131402" y="263143"/>
                    </a:lnTo>
                    <a:lnTo>
                      <a:pt x="12" y="263647"/>
                    </a:lnTo>
                    <a:lnTo>
                      <a:pt x="51" y="202538"/>
                    </a:lnTo>
                    <a:lnTo>
                      <a:pt x="43819" y="202566"/>
                    </a:lnTo>
                    <a:lnTo>
                      <a:pt x="43831" y="184243"/>
                    </a:lnTo>
                    <a:lnTo>
                      <a:pt x="24326" y="184230"/>
                    </a:lnTo>
                    <a:lnTo>
                      <a:pt x="24390" y="86294"/>
                    </a:lnTo>
                    <a:lnTo>
                      <a:pt x="43437" y="86306"/>
                    </a:lnTo>
                    <a:lnTo>
                      <a:pt x="43450" y="66474"/>
                    </a:lnTo>
                    <a:lnTo>
                      <a:pt x="0" y="66445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4" name="Контур"/>
              <p:cNvSpPr/>
              <p:nvPr/>
            </p:nvSpPr>
            <p:spPr>
              <a:xfrm>
                <a:off x="12876060" y="7685848"/>
                <a:ext cx="57704" cy="154971"/>
              </a:xfrm>
              <a:custGeom>
                <a:avLst/>
                <a:gdLst/>
                <a:ahLst/>
                <a:cxnLst/>
                <a:rect l="l" t="t" r="r" b="b"/>
                <a:pathLst>
                  <a:path w="57704" h="154971">
                    <a:moveTo>
                      <a:pt x="57704" y="154759"/>
                    </a:moveTo>
                    <a:lnTo>
                      <a:pt x="2012" y="154971"/>
                    </a:lnTo>
                    <a:lnTo>
                      <a:pt x="0" y="724"/>
                    </a:lnTo>
                    <a:lnTo>
                      <a:pt x="55685" y="0"/>
                    </a:lnTo>
                    <a:lnTo>
                      <a:pt x="57704" y="1547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5" name="Контур"/>
              <p:cNvSpPr/>
              <p:nvPr/>
            </p:nvSpPr>
            <p:spPr>
              <a:xfrm>
                <a:off x="12603248" y="7818457"/>
                <a:ext cx="55979" cy="23410"/>
              </a:xfrm>
              <a:custGeom>
                <a:avLst/>
                <a:gdLst/>
                <a:ahLst/>
                <a:cxnLst/>
                <a:rect l="l" t="t" r="r" b="b"/>
                <a:pathLst>
                  <a:path w="55979" h="23410">
                    <a:moveTo>
                      <a:pt x="55979" y="23197"/>
                    </a:moveTo>
                    <a:lnTo>
                      <a:pt x="288" y="23410"/>
                    </a:lnTo>
                    <a:lnTo>
                      <a:pt x="0" y="706"/>
                    </a:lnTo>
                    <a:lnTo>
                      <a:pt x="55684" y="0"/>
                    </a:lnTo>
                    <a:lnTo>
                      <a:pt x="55979" y="231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6" name="Контур"/>
              <p:cNvSpPr/>
              <p:nvPr/>
            </p:nvSpPr>
            <p:spPr>
              <a:xfrm>
                <a:off x="12573085" y="7555271"/>
                <a:ext cx="344041" cy="164422"/>
              </a:xfrm>
              <a:custGeom>
                <a:avLst/>
                <a:gdLst/>
                <a:ahLst/>
                <a:cxnLst/>
                <a:rect l="l" t="t" r="r" b="b"/>
                <a:pathLst>
                  <a:path w="344041" h="164422">
                    <a:moveTo>
                      <a:pt x="0" y="140769"/>
                    </a:moveTo>
                    <a:lnTo>
                      <a:pt x="334075" y="0"/>
                    </a:lnTo>
                    <a:lnTo>
                      <a:pt x="344041" y="23653"/>
                    </a:lnTo>
                    <a:lnTo>
                      <a:pt x="9967" y="164422"/>
                    </a:lnTo>
                    <a:lnTo>
                      <a:pt x="0" y="1407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7" name="Контур"/>
              <p:cNvSpPr/>
              <p:nvPr/>
            </p:nvSpPr>
            <p:spPr>
              <a:xfrm>
                <a:off x="12403215" y="7696666"/>
                <a:ext cx="62572" cy="64193"/>
              </a:xfrm>
              <a:custGeom>
                <a:avLst/>
                <a:gdLst/>
                <a:ahLst/>
                <a:cxnLst/>
                <a:rect l="l" t="t" r="r" b="b"/>
                <a:pathLst>
                  <a:path w="62572" h="64193">
                    <a:moveTo>
                      <a:pt x="0" y="21105"/>
                    </a:moveTo>
                    <a:lnTo>
                      <a:pt x="41852" y="0"/>
                    </a:lnTo>
                    <a:lnTo>
                      <a:pt x="62572" y="43652"/>
                    </a:lnTo>
                    <a:lnTo>
                      <a:pt x="21376" y="64193"/>
                    </a:lnTo>
                    <a:lnTo>
                      <a:pt x="3450" y="28087"/>
                    </a:lnTo>
                    <a:lnTo>
                      <a:pt x="0" y="211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8" name="Контур"/>
              <p:cNvSpPr/>
              <p:nvPr/>
            </p:nvSpPr>
            <p:spPr>
              <a:xfrm>
                <a:off x="12513834" y="7443489"/>
                <a:ext cx="514147" cy="240501"/>
              </a:xfrm>
              <a:custGeom>
                <a:avLst/>
                <a:gdLst/>
                <a:ahLst/>
                <a:cxnLst/>
                <a:rect l="l" t="t" r="r" b="b"/>
                <a:pathLst>
                  <a:path w="514147" h="240501">
                    <a:moveTo>
                      <a:pt x="0" y="213823"/>
                    </a:moveTo>
                    <a:lnTo>
                      <a:pt x="502802" y="0"/>
                    </a:lnTo>
                    <a:lnTo>
                      <a:pt x="514147" y="26678"/>
                    </a:lnTo>
                    <a:lnTo>
                      <a:pt x="11345" y="240501"/>
                    </a:lnTo>
                    <a:lnTo>
                      <a:pt x="0" y="2138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9" name="Контур"/>
              <p:cNvSpPr/>
              <p:nvPr/>
            </p:nvSpPr>
            <p:spPr>
              <a:xfrm>
                <a:off x="13127644" y="7425568"/>
                <a:ext cx="29219" cy="23397"/>
              </a:xfrm>
              <a:custGeom>
                <a:avLst/>
                <a:gdLst/>
                <a:ahLst/>
                <a:cxnLst/>
                <a:rect l="l" t="t" r="r" b="b"/>
                <a:pathLst>
                  <a:path w="29219" h="23397">
                    <a:moveTo>
                      <a:pt x="0" y="8998"/>
                    </a:moveTo>
                    <a:lnTo>
                      <a:pt x="23767" y="0"/>
                    </a:lnTo>
                    <a:lnTo>
                      <a:pt x="29219" y="14400"/>
                    </a:lnTo>
                    <a:lnTo>
                      <a:pt x="5451" y="23397"/>
                    </a:lnTo>
                    <a:lnTo>
                      <a:pt x="0" y="89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0" name="Контур"/>
              <p:cNvSpPr/>
              <p:nvPr/>
            </p:nvSpPr>
            <p:spPr>
              <a:xfrm>
                <a:off x="12586656" y="7379029"/>
                <a:ext cx="24521" cy="28530"/>
              </a:xfrm>
              <a:custGeom>
                <a:avLst/>
                <a:gdLst/>
                <a:ahLst/>
                <a:cxnLst/>
                <a:rect l="l" t="t" r="r" b="b"/>
                <a:pathLst>
                  <a:path w="24521" h="28530">
                    <a:moveTo>
                      <a:pt x="24521" y="21987"/>
                    </a:moveTo>
                    <a:lnTo>
                      <a:pt x="9723" y="28530"/>
                    </a:lnTo>
                    <a:lnTo>
                      <a:pt x="0" y="6544"/>
                    </a:lnTo>
                    <a:lnTo>
                      <a:pt x="14799" y="0"/>
                    </a:lnTo>
                    <a:lnTo>
                      <a:pt x="24521" y="219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1" name="Контур"/>
              <p:cNvSpPr/>
              <p:nvPr/>
            </p:nvSpPr>
            <p:spPr>
              <a:xfrm>
                <a:off x="12559721" y="7096969"/>
                <a:ext cx="469224" cy="304047"/>
              </a:xfrm>
              <a:custGeom>
                <a:avLst/>
                <a:gdLst/>
                <a:ahLst/>
                <a:cxnLst/>
                <a:rect l="l" t="t" r="r" b="b"/>
                <a:pathLst>
                  <a:path w="469224" h="304047">
                    <a:moveTo>
                      <a:pt x="41734" y="282060"/>
                    </a:moveTo>
                    <a:lnTo>
                      <a:pt x="0" y="191919"/>
                    </a:lnTo>
                    <a:lnTo>
                      <a:pt x="60749" y="163901"/>
                    </a:lnTo>
                    <a:lnTo>
                      <a:pt x="112792" y="140242"/>
                    </a:lnTo>
                    <a:lnTo>
                      <a:pt x="405255" y="5021"/>
                    </a:lnTo>
                    <a:lnTo>
                      <a:pt x="416141" y="0"/>
                    </a:lnTo>
                    <a:lnTo>
                      <a:pt x="469224" y="110203"/>
                    </a:lnTo>
                    <a:lnTo>
                      <a:pt x="51456" y="304047"/>
                    </a:lnTo>
                    <a:lnTo>
                      <a:pt x="41734" y="2820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2" name="Контур"/>
              <p:cNvSpPr/>
              <p:nvPr/>
            </p:nvSpPr>
            <p:spPr>
              <a:xfrm>
                <a:off x="12588393" y="7166651"/>
                <a:ext cx="84120" cy="94219"/>
              </a:xfrm>
              <a:custGeom>
                <a:avLst/>
                <a:gdLst/>
                <a:ahLst/>
                <a:cxnLst/>
                <a:rect l="l" t="t" r="r" b="b"/>
                <a:pathLst>
                  <a:path w="84120" h="94219">
                    <a:moveTo>
                      <a:pt x="32077" y="94219"/>
                    </a:moveTo>
                    <a:lnTo>
                      <a:pt x="0" y="23659"/>
                    </a:lnTo>
                    <a:lnTo>
                      <a:pt x="52043" y="0"/>
                    </a:lnTo>
                    <a:lnTo>
                      <a:pt x="84120" y="70560"/>
                    </a:lnTo>
                    <a:lnTo>
                      <a:pt x="32077" y="942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3" name="Контур"/>
              <p:cNvSpPr/>
              <p:nvPr/>
            </p:nvSpPr>
            <p:spPr>
              <a:xfrm>
                <a:off x="13198534" y="7205715"/>
                <a:ext cx="318486" cy="170025"/>
              </a:xfrm>
              <a:custGeom>
                <a:avLst/>
                <a:gdLst/>
                <a:ahLst/>
                <a:cxnLst/>
                <a:rect l="l" t="t" r="r" b="b"/>
                <a:pathLst>
                  <a:path w="318486" h="170025">
                    <a:moveTo>
                      <a:pt x="0" y="139388"/>
                    </a:moveTo>
                    <a:lnTo>
                      <a:pt x="304459" y="0"/>
                    </a:lnTo>
                    <a:lnTo>
                      <a:pt x="318486" y="30638"/>
                    </a:lnTo>
                    <a:lnTo>
                      <a:pt x="14027" y="170025"/>
                    </a:lnTo>
                    <a:lnTo>
                      <a:pt x="0" y="1393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4" name="Контур"/>
              <p:cNvSpPr/>
              <p:nvPr/>
            </p:nvSpPr>
            <p:spPr>
              <a:xfrm>
                <a:off x="12492416" y="7064387"/>
                <a:ext cx="173395" cy="111158"/>
              </a:xfrm>
              <a:custGeom>
                <a:avLst/>
                <a:gdLst/>
                <a:ahLst/>
                <a:cxnLst/>
                <a:rect l="l" t="t" r="r" b="b"/>
                <a:pathLst>
                  <a:path w="173395" h="111158">
                    <a:moveTo>
                      <a:pt x="0" y="77136"/>
                    </a:moveTo>
                    <a:lnTo>
                      <a:pt x="158150" y="0"/>
                    </a:lnTo>
                    <a:lnTo>
                      <a:pt x="173395" y="34680"/>
                    </a:lnTo>
                    <a:lnTo>
                      <a:pt x="16593" y="111158"/>
                    </a:lnTo>
                    <a:lnTo>
                      <a:pt x="0" y="771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5" name="Контур"/>
              <p:cNvSpPr/>
              <p:nvPr/>
            </p:nvSpPr>
            <p:spPr>
              <a:xfrm>
                <a:off x="13070098" y="7032132"/>
                <a:ext cx="213198" cy="131904"/>
              </a:xfrm>
              <a:custGeom>
                <a:avLst/>
                <a:gdLst/>
                <a:ahLst/>
                <a:cxnLst/>
                <a:rect l="l" t="t" r="r" b="b"/>
                <a:pathLst>
                  <a:path w="213198" h="131904">
                    <a:moveTo>
                      <a:pt x="36262" y="70708"/>
                    </a:moveTo>
                    <a:lnTo>
                      <a:pt x="188604" y="0"/>
                    </a:lnTo>
                    <a:lnTo>
                      <a:pt x="213198" y="52989"/>
                    </a:lnTo>
                    <a:lnTo>
                      <a:pt x="43173" y="131904"/>
                    </a:lnTo>
                    <a:lnTo>
                      <a:pt x="30419" y="104424"/>
                    </a:lnTo>
                    <a:lnTo>
                      <a:pt x="19277" y="109596"/>
                    </a:lnTo>
                    <a:lnTo>
                      <a:pt x="0" y="68063"/>
                    </a:lnTo>
                    <a:lnTo>
                      <a:pt x="28824" y="54684"/>
                    </a:lnTo>
                    <a:lnTo>
                      <a:pt x="36262" y="707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6" name="Контур"/>
              <p:cNvSpPr/>
              <p:nvPr/>
            </p:nvSpPr>
            <p:spPr>
              <a:xfrm>
                <a:off x="12469275" y="7016944"/>
                <a:ext cx="181291" cy="124579"/>
              </a:xfrm>
              <a:custGeom>
                <a:avLst/>
                <a:gdLst/>
                <a:ahLst/>
                <a:cxnLst/>
                <a:rect l="l" t="t" r="r" b="b"/>
                <a:pathLst>
                  <a:path w="181291" h="124579">
                    <a:moveTo>
                      <a:pt x="158150" y="0"/>
                    </a:moveTo>
                    <a:lnTo>
                      <a:pt x="181291" y="47443"/>
                    </a:lnTo>
                    <a:lnTo>
                      <a:pt x="23141" y="124579"/>
                    </a:lnTo>
                    <a:lnTo>
                      <a:pt x="0" y="77136"/>
                    </a:lnTo>
                    <a:lnTo>
                      <a:pt x="15815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7" name="Контур"/>
              <p:cNvSpPr/>
              <p:nvPr/>
            </p:nvSpPr>
            <p:spPr>
              <a:xfrm>
                <a:off x="12935393" y="7027280"/>
                <a:ext cx="52107" cy="66793"/>
              </a:xfrm>
              <a:custGeom>
                <a:avLst/>
                <a:gdLst/>
                <a:ahLst/>
                <a:cxnLst/>
                <a:rect l="l" t="t" r="r" b="b"/>
                <a:pathLst>
                  <a:path w="52107" h="66793">
                    <a:moveTo>
                      <a:pt x="0" y="12497"/>
                    </a:moveTo>
                    <a:lnTo>
                      <a:pt x="26510" y="0"/>
                    </a:lnTo>
                    <a:lnTo>
                      <a:pt x="52107" y="54296"/>
                    </a:lnTo>
                    <a:lnTo>
                      <a:pt x="25597" y="66793"/>
                    </a:lnTo>
                    <a:lnTo>
                      <a:pt x="0" y="124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8" name="Контур"/>
              <p:cNvSpPr/>
              <p:nvPr/>
            </p:nvSpPr>
            <p:spPr>
              <a:xfrm>
                <a:off x="13213952" y="5835299"/>
                <a:ext cx="466048" cy="975744"/>
              </a:xfrm>
              <a:custGeom>
                <a:avLst/>
                <a:gdLst/>
                <a:ahLst/>
                <a:cxnLst/>
                <a:rect l="l" t="t" r="r" b="b"/>
                <a:pathLst>
                  <a:path w="466048" h="975744">
                    <a:moveTo>
                      <a:pt x="136497" y="353409"/>
                    </a:moveTo>
                    <a:lnTo>
                      <a:pt x="132806" y="345662"/>
                    </a:lnTo>
                    <a:lnTo>
                      <a:pt x="8911" y="86399"/>
                    </a:lnTo>
                    <a:lnTo>
                      <a:pt x="0" y="66950"/>
                    </a:lnTo>
                    <a:lnTo>
                      <a:pt x="130425" y="0"/>
                    </a:lnTo>
                    <a:lnTo>
                      <a:pt x="195125" y="131515"/>
                    </a:lnTo>
                    <a:lnTo>
                      <a:pt x="219044" y="179379"/>
                    </a:lnTo>
                    <a:lnTo>
                      <a:pt x="227696" y="195474"/>
                    </a:lnTo>
                    <a:lnTo>
                      <a:pt x="254732" y="251930"/>
                    </a:lnTo>
                    <a:lnTo>
                      <a:pt x="363715" y="472800"/>
                    </a:lnTo>
                    <a:lnTo>
                      <a:pt x="352704" y="478733"/>
                    </a:lnTo>
                    <a:lnTo>
                      <a:pt x="466048" y="712683"/>
                    </a:lnTo>
                    <a:lnTo>
                      <a:pt x="466048" y="961840"/>
                    </a:lnTo>
                    <a:lnTo>
                      <a:pt x="437611" y="975744"/>
                    </a:lnTo>
                    <a:lnTo>
                      <a:pt x="371319" y="840003"/>
                    </a:lnTo>
                    <a:lnTo>
                      <a:pt x="228572" y="543605"/>
                    </a:lnTo>
                    <a:lnTo>
                      <a:pt x="145382" y="3719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39" name="Контур"/>
              <p:cNvSpPr/>
              <p:nvPr/>
            </p:nvSpPr>
            <p:spPr>
              <a:xfrm>
                <a:off x="13213952" y="5835299"/>
                <a:ext cx="466048" cy="975744"/>
              </a:xfrm>
              <a:custGeom>
                <a:avLst/>
                <a:gdLst/>
                <a:ahLst/>
                <a:cxnLst/>
                <a:rect l="l" t="t" r="r" b="b"/>
                <a:pathLst>
                  <a:path w="466048" h="975744" fill="none">
                    <a:moveTo>
                      <a:pt x="136497" y="353409"/>
                    </a:moveTo>
                    <a:lnTo>
                      <a:pt x="132806" y="345662"/>
                    </a:lnTo>
                    <a:lnTo>
                      <a:pt x="8911" y="86399"/>
                    </a:lnTo>
                    <a:lnTo>
                      <a:pt x="0" y="66950"/>
                    </a:lnTo>
                    <a:lnTo>
                      <a:pt x="130425" y="0"/>
                    </a:lnTo>
                    <a:lnTo>
                      <a:pt x="195125" y="131515"/>
                    </a:lnTo>
                    <a:lnTo>
                      <a:pt x="219044" y="179379"/>
                    </a:lnTo>
                    <a:lnTo>
                      <a:pt x="227696" y="195474"/>
                    </a:lnTo>
                    <a:lnTo>
                      <a:pt x="254732" y="251930"/>
                    </a:lnTo>
                    <a:lnTo>
                      <a:pt x="363715" y="472800"/>
                    </a:lnTo>
                    <a:lnTo>
                      <a:pt x="352704" y="478733"/>
                    </a:lnTo>
                    <a:lnTo>
                      <a:pt x="466048" y="712683"/>
                    </a:lnTo>
                    <a:moveTo>
                      <a:pt x="466048" y="961840"/>
                    </a:moveTo>
                    <a:lnTo>
                      <a:pt x="437611" y="975744"/>
                    </a:lnTo>
                    <a:lnTo>
                      <a:pt x="371319" y="840003"/>
                    </a:lnTo>
                    <a:lnTo>
                      <a:pt x="228572" y="543605"/>
                    </a:lnTo>
                    <a:lnTo>
                      <a:pt x="145382" y="371942"/>
                    </a:lnTo>
                    <a:lnTo>
                      <a:pt x="136497" y="353409"/>
                    </a:lnTo>
                    <a:lnTo>
                      <a:pt x="136497" y="35340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40" name="Контур"/>
              <p:cNvSpPr/>
              <p:nvPr/>
            </p:nvSpPr>
            <p:spPr>
              <a:xfrm>
                <a:off x="13244955" y="6601537"/>
                <a:ext cx="185876" cy="252496"/>
              </a:xfrm>
              <a:custGeom>
                <a:avLst/>
                <a:gdLst/>
                <a:ahLst/>
                <a:cxnLst/>
                <a:rect l="l" t="t" r="r" b="b"/>
                <a:pathLst>
                  <a:path w="185876" h="252496">
                    <a:moveTo>
                      <a:pt x="82488" y="0"/>
                    </a:moveTo>
                    <a:lnTo>
                      <a:pt x="99216" y="34104"/>
                    </a:lnTo>
                    <a:lnTo>
                      <a:pt x="185876" y="214456"/>
                    </a:lnTo>
                    <a:lnTo>
                      <a:pt x="181338" y="216572"/>
                    </a:lnTo>
                    <a:lnTo>
                      <a:pt x="106241" y="252496"/>
                    </a:lnTo>
                    <a:lnTo>
                      <a:pt x="19963" y="80584"/>
                    </a:lnTo>
                    <a:lnTo>
                      <a:pt x="0" y="37858"/>
                    </a:lnTo>
                    <a:lnTo>
                      <a:pt x="8248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41" name="Контур"/>
              <p:cNvSpPr/>
              <p:nvPr/>
            </p:nvSpPr>
            <p:spPr>
              <a:xfrm>
                <a:off x="13326044" y="7011155"/>
                <a:ext cx="77272" cy="55132"/>
              </a:xfrm>
              <a:custGeom>
                <a:avLst/>
                <a:gdLst/>
                <a:ahLst/>
                <a:cxnLst/>
                <a:rect l="l" t="t" r="r" b="b"/>
                <a:pathLst>
                  <a:path w="77272" h="55132">
                    <a:moveTo>
                      <a:pt x="66117" y="0"/>
                    </a:moveTo>
                    <a:lnTo>
                      <a:pt x="77272" y="23208"/>
                    </a:lnTo>
                    <a:lnTo>
                      <a:pt x="10506" y="55132"/>
                    </a:lnTo>
                    <a:lnTo>
                      <a:pt x="0" y="33633"/>
                    </a:lnTo>
                    <a:lnTo>
                      <a:pt x="6611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42" name="Контур"/>
              <p:cNvSpPr/>
              <p:nvPr/>
            </p:nvSpPr>
            <p:spPr>
              <a:xfrm>
                <a:off x="13449209" y="6721163"/>
                <a:ext cx="157709" cy="200429"/>
              </a:xfrm>
              <a:custGeom>
                <a:avLst/>
                <a:gdLst/>
                <a:ahLst/>
                <a:cxnLst/>
                <a:rect l="l" t="t" r="r" b="b"/>
                <a:pathLst>
                  <a:path w="157709" h="200429">
                    <a:moveTo>
                      <a:pt x="157709" y="162043"/>
                    </a:moveTo>
                    <a:lnTo>
                      <a:pt x="77026" y="200429"/>
                    </a:lnTo>
                    <a:lnTo>
                      <a:pt x="0" y="38352"/>
                    </a:lnTo>
                    <a:lnTo>
                      <a:pt x="14244" y="31352"/>
                    </a:lnTo>
                    <a:lnTo>
                      <a:pt x="80698" y="0"/>
                    </a:lnTo>
                    <a:lnTo>
                      <a:pt x="137957" y="120470"/>
                    </a:lnTo>
                    <a:lnTo>
                      <a:pt x="157709" y="1620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43" name="Контур"/>
              <p:cNvSpPr/>
              <p:nvPr/>
            </p:nvSpPr>
            <p:spPr>
              <a:xfrm>
                <a:off x="13587166" y="6811043"/>
                <a:ext cx="85387" cy="72163"/>
              </a:xfrm>
              <a:custGeom>
                <a:avLst/>
                <a:gdLst/>
                <a:ahLst/>
                <a:cxnLst/>
                <a:rect l="l" t="t" r="r" b="b"/>
                <a:pathLst>
                  <a:path w="85387" h="72163">
                    <a:moveTo>
                      <a:pt x="64397" y="0"/>
                    </a:moveTo>
                    <a:lnTo>
                      <a:pt x="85387" y="40853"/>
                    </a:lnTo>
                    <a:lnTo>
                      <a:pt x="19752" y="72163"/>
                    </a:lnTo>
                    <a:lnTo>
                      <a:pt x="0" y="30590"/>
                    </a:lnTo>
                    <a:lnTo>
                      <a:pt x="6439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44" name="Контур"/>
              <p:cNvSpPr/>
              <p:nvPr/>
            </p:nvSpPr>
            <p:spPr>
              <a:xfrm>
                <a:off x="13426293" y="6806736"/>
                <a:ext cx="42572" cy="52553"/>
              </a:xfrm>
              <a:custGeom>
                <a:avLst/>
                <a:gdLst/>
                <a:ahLst/>
                <a:cxnLst/>
                <a:rect l="l" t="t" r="r" b="b"/>
                <a:pathLst>
                  <a:path w="42572" h="52553">
                    <a:moveTo>
                      <a:pt x="24475" y="0"/>
                    </a:moveTo>
                    <a:lnTo>
                      <a:pt x="42572" y="42243"/>
                    </a:lnTo>
                    <a:lnTo>
                      <a:pt x="18505" y="52553"/>
                    </a:lnTo>
                    <a:lnTo>
                      <a:pt x="0" y="11373"/>
                    </a:lnTo>
                    <a:lnTo>
                      <a:pt x="4538" y="9257"/>
                    </a:lnTo>
                    <a:lnTo>
                      <a:pt x="244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45" name="Контур"/>
              <p:cNvSpPr/>
              <p:nvPr/>
            </p:nvSpPr>
            <p:spPr>
              <a:xfrm>
                <a:off x="13651563" y="6797139"/>
                <a:ext cx="28437" cy="54757"/>
              </a:xfrm>
              <a:custGeom>
                <a:avLst/>
                <a:gdLst/>
                <a:ahLst/>
                <a:cxnLst/>
                <a:rect l="l" t="t" r="r" b="b"/>
                <a:pathLst>
                  <a:path w="28437" h="54757">
                    <a:moveTo>
                      <a:pt x="0" y="13904"/>
                    </a:moveTo>
                    <a:lnTo>
                      <a:pt x="28437" y="0"/>
                    </a:lnTo>
                    <a:lnTo>
                      <a:pt x="28437" y="51255"/>
                    </a:lnTo>
                    <a:lnTo>
                      <a:pt x="20990" y="547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46" name="Контур"/>
              <p:cNvSpPr/>
              <p:nvPr/>
            </p:nvSpPr>
            <p:spPr>
              <a:xfrm>
                <a:off x="13651563" y="6797139"/>
                <a:ext cx="28437" cy="54757"/>
              </a:xfrm>
              <a:custGeom>
                <a:avLst/>
                <a:gdLst/>
                <a:ahLst/>
                <a:cxnLst/>
                <a:rect l="l" t="t" r="r" b="b"/>
                <a:pathLst>
                  <a:path w="28437" h="54757" fill="none">
                    <a:moveTo>
                      <a:pt x="0" y="13904"/>
                    </a:moveTo>
                    <a:lnTo>
                      <a:pt x="28437" y="0"/>
                    </a:lnTo>
                    <a:moveTo>
                      <a:pt x="28437" y="51255"/>
                    </a:moveTo>
                    <a:lnTo>
                      <a:pt x="20990" y="54757"/>
                    </a:lnTo>
                    <a:lnTo>
                      <a:pt x="0" y="13904"/>
                    </a:lnTo>
                    <a:lnTo>
                      <a:pt x="0" y="1390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47" name="Контур"/>
              <p:cNvSpPr/>
              <p:nvPr/>
            </p:nvSpPr>
            <p:spPr>
              <a:xfrm>
                <a:off x="13344171" y="6624568"/>
                <a:ext cx="106597" cy="191425"/>
              </a:xfrm>
              <a:custGeom>
                <a:avLst/>
                <a:gdLst/>
                <a:ahLst/>
                <a:cxnLst/>
                <a:rect l="l" t="t" r="r" b="b"/>
                <a:pathLst>
                  <a:path w="106597" h="191425">
                    <a:moveTo>
                      <a:pt x="86660" y="191425"/>
                    </a:moveTo>
                    <a:lnTo>
                      <a:pt x="0" y="11073"/>
                    </a:lnTo>
                    <a:lnTo>
                      <a:pt x="22718" y="0"/>
                    </a:lnTo>
                    <a:lnTo>
                      <a:pt x="106597" y="182168"/>
                    </a:lnTo>
                    <a:lnTo>
                      <a:pt x="86660" y="1914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48" name="Контур"/>
              <p:cNvSpPr/>
              <p:nvPr/>
            </p:nvSpPr>
            <p:spPr>
              <a:xfrm>
                <a:off x="13651049" y="6271088"/>
                <a:ext cx="28951" cy="74540"/>
              </a:xfrm>
              <a:custGeom>
                <a:avLst/>
                <a:gdLst/>
                <a:ahLst/>
                <a:cxnLst/>
                <a:rect l="l" t="t" r="r" b="b"/>
                <a:pathLst>
                  <a:path w="28951" h="74540">
                    <a:moveTo>
                      <a:pt x="28951" y="74540"/>
                    </a:moveTo>
                    <a:lnTo>
                      <a:pt x="0" y="13256"/>
                    </a:lnTo>
                    <a:lnTo>
                      <a:pt x="289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49" name="Контур"/>
              <p:cNvSpPr/>
              <p:nvPr/>
            </p:nvSpPr>
            <p:spPr>
              <a:xfrm>
                <a:off x="13651049" y="6271088"/>
                <a:ext cx="28951" cy="74540"/>
              </a:xfrm>
              <a:custGeom>
                <a:avLst/>
                <a:gdLst/>
                <a:ahLst/>
                <a:cxnLst/>
                <a:rect l="l" t="t" r="r" b="b"/>
                <a:pathLst>
                  <a:path w="28951" h="74540" fill="none">
                    <a:moveTo>
                      <a:pt x="28951" y="74540"/>
                    </a:moveTo>
                    <a:lnTo>
                      <a:pt x="0" y="13256"/>
                    </a:lnTo>
                    <a:lnTo>
                      <a:pt x="28951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50" name="Контур"/>
              <p:cNvSpPr/>
              <p:nvPr/>
            </p:nvSpPr>
            <p:spPr>
              <a:xfrm>
                <a:off x="13376628" y="6928345"/>
                <a:ext cx="131736" cy="106018"/>
              </a:xfrm>
              <a:custGeom>
                <a:avLst/>
                <a:gdLst/>
                <a:ahLst/>
                <a:cxnLst/>
                <a:rect l="l" t="t" r="r" b="b"/>
                <a:pathLst>
                  <a:path w="131736" h="106018">
                    <a:moveTo>
                      <a:pt x="26688" y="106018"/>
                    </a:moveTo>
                    <a:lnTo>
                      <a:pt x="15533" y="82810"/>
                    </a:lnTo>
                    <a:lnTo>
                      <a:pt x="0" y="50496"/>
                    </a:lnTo>
                    <a:lnTo>
                      <a:pt x="103647" y="672"/>
                    </a:lnTo>
                    <a:lnTo>
                      <a:pt x="105048" y="0"/>
                    </a:lnTo>
                    <a:lnTo>
                      <a:pt x="114869" y="20434"/>
                    </a:lnTo>
                    <a:lnTo>
                      <a:pt x="131736" y="55522"/>
                    </a:lnTo>
                    <a:lnTo>
                      <a:pt x="26688" y="1060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51" name="Контур"/>
              <p:cNvSpPr/>
              <p:nvPr/>
            </p:nvSpPr>
            <p:spPr>
              <a:xfrm>
                <a:off x="13491497" y="6935429"/>
                <a:ext cx="46417" cy="52489"/>
              </a:xfrm>
              <a:custGeom>
                <a:avLst/>
                <a:gdLst/>
                <a:ahLst/>
                <a:cxnLst/>
                <a:rect l="l" t="t" r="r" b="b"/>
                <a:pathLst>
                  <a:path w="46417" h="52489">
                    <a:moveTo>
                      <a:pt x="0" y="13350"/>
                    </a:moveTo>
                    <a:lnTo>
                      <a:pt x="27336" y="0"/>
                    </a:lnTo>
                    <a:lnTo>
                      <a:pt x="46417" y="39217"/>
                    </a:lnTo>
                    <a:lnTo>
                      <a:pt x="19139" y="52489"/>
                    </a:lnTo>
                    <a:lnTo>
                      <a:pt x="16867" y="48438"/>
                    </a:lnTo>
                    <a:lnTo>
                      <a:pt x="0" y="133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52" name="Контур"/>
              <p:cNvSpPr/>
              <p:nvPr/>
            </p:nvSpPr>
            <p:spPr>
              <a:xfrm>
                <a:off x="13450217" y="6848099"/>
                <a:ext cx="72720" cy="100680"/>
              </a:xfrm>
              <a:custGeom>
                <a:avLst/>
                <a:gdLst/>
                <a:ahLst/>
                <a:cxnLst/>
                <a:rect l="l" t="t" r="r" b="b"/>
                <a:pathLst>
                  <a:path w="72720" h="100680">
                    <a:moveTo>
                      <a:pt x="41280" y="100680"/>
                    </a:moveTo>
                    <a:lnTo>
                      <a:pt x="31459" y="80246"/>
                    </a:lnTo>
                    <a:lnTo>
                      <a:pt x="0" y="14933"/>
                    </a:lnTo>
                    <a:lnTo>
                      <a:pt x="31373" y="0"/>
                    </a:lnTo>
                    <a:lnTo>
                      <a:pt x="72720" y="85473"/>
                    </a:lnTo>
                    <a:lnTo>
                      <a:pt x="68616" y="87330"/>
                    </a:lnTo>
                    <a:lnTo>
                      <a:pt x="41280" y="1006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53" name="Контур"/>
              <p:cNvSpPr/>
              <p:nvPr/>
            </p:nvSpPr>
            <p:spPr>
              <a:xfrm>
                <a:off x="13624760" y="7331499"/>
                <a:ext cx="55240" cy="506429"/>
              </a:xfrm>
              <a:custGeom>
                <a:avLst/>
                <a:gdLst/>
                <a:ahLst/>
                <a:cxnLst/>
                <a:rect l="l" t="t" r="r" b="b"/>
                <a:pathLst>
                  <a:path w="55240" h="506429">
                    <a:moveTo>
                      <a:pt x="55240" y="506241"/>
                    </a:moveTo>
                    <a:lnTo>
                      <a:pt x="6500" y="506429"/>
                    </a:lnTo>
                    <a:lnTo>
                      <a:pt x="0" y="709"/>
                    </a:lnTo>
                    <a:lnTo>
                      <a:pt x="552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54" name="Контур"/>
              <p:cNvSpPr/>
              <p:nvPr/>
            </p:nvSpPr>
            <p:spPr>
              <a:xfrm>
                <a:off x="13624760" y="7331499"/>
                <a:ext cx="55240" cy="506429"/>
              </a:xfrm>
              <a:custGeom>
                <a:avLst/>
                <a:gdLst/>
                <a:ahLst/>
                <a:cxnLst/>
                <a:rect l="l" t="t" r="r" b="b"/>
                <a:pathLst>
                  <a:path w="55240" h="506429" fill="none">
                    <a:moveTo>
                      <a:pt x="55240" y="506241"/>
                    </a:moveTo>
                    <a:lnTo>
                      <a:pt x="6500" y="506429"/>
                    </a:lnTo>
                    <a:lnTo>
                      <a:pt x="0" y="709"/>
                    </a:lnTo>
                    <a:lnTo>
                      <a:pt x="5524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55" name="Контур"/>
              <p:cNvSpPr/>
              <p:nvPr/>
            </p:nvSpPr>
            <p:spPr>
              <a:xfrm>
                <a:off x="13567040" y="7121741"/>
                <a:ext cx="112960" cy="74132"/>
              </a:xfrm>
              <a:custGeom>
                <a:avLst/>
                <a:gdLst/>
                <a:ahLst/>
                <a:cxnLst/>
                <a:rect l="l" t="t" r="r" b="b"/>
                <a:pathLst>
                  <a:path w="112960" h="74132">
                    <a:moveTo>
                      <a:pt x="0" y="51572"/>
                    </a:moveTo>
                    <a:lnTo>
                      <a:pt x="112960" y="0"/>
                    </a:lnTo>
                    <a:lnTo>
                      <a:pt x="112960" y="27262"/>
                    </a:lnTo>
                    <a:lnTo>
                      <a:pt x="10300" y="7413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56" name="Контур"/>
              <p:cNvSpPr/>
              <p:nvPr/>
            </p:nvSpPr>
            <p:spPr>
              <a:xfrm>
                <a:off x="13567040" y="7121741"/>
                <a:ext cx="112960" cy="74132"/>
              </a:xfrm>
              <a:custGeom>
                <a:avLst/>
                <a:gdLst/>
                <a:ahLst/>
                <a:cxnLst/>
                <a:rect l="l" t="t" r="r" b="b"/>
                <a:pathLst>
                  <a:path w="112960" h="74132" fill="none">
                    <a:moveTo>
                      <a:pt x="0" y="51572"/>
                    </a:moveTo>
                    <a:lnTo>
                      <a:pt x="112960" y="0"/>
                    </a:lnTo>
                    <a:moveTo>
                      <a:pt x="112960" y="27262"/>
                    </a:moveTo>
                    <a:lnTo>
                      <a:pt x="10300" y="74132"/>
                    </a:lnTo>
                    <a:lnTo>
                      <a:pt x="0" y="51572"/>
                    </a:lnTo>
                    <a:lnTo>
                      <a:pt x="0" y="51572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57" name="Контур"/>
              <p:cNvSpPr/>
              <p:nvPr/>
            </p:nvSpPr>
            <p:spPr>
              <a:xfrm>
                <a:off x="13587835" y="7195656"/>
                <a:ext cx="92165" cy="52642"/>
              </a:xfrm>
              <a:custGeom>
                <a:avLst/>
                <a:gdLst/>
                <a:ahLst/>
                <a:cxnLst/>
                <a:rect l="l" t="t" r="r" b="b"/>
                <a:pathLst>
                  <a:path w="92165" h="52642">
                    <a:moveTo>
                      <a:pt x="92165" y="29695"/>
                    </a:moveTo>
                    <a:lnTo>
                      <a:pt x="43647" y="51436"/>
                    </a:lnTo>
                    <a:lnTo>
                      <a:pt x="41144" y="45851"/>
                    </a:lnTo>
                    <a:lnTo>
                      <a:pt x="25988" y="52642"/>
                    </a:lnTo>
                    <a:lnTo>
                      <a:pt x="22129" y="44030"/>
                    </a:lnTo>
                    <a:lnTo>
                      <a:pt x="9234" y="49808"/>
                    </a:lnTo>
                    <a:lnTo>
                      <a:pt x="0" y="29201"/>
                    </a:lnTo>
                    <a:lnTo>
                      <a:pt x="30255" y="15644"/>
                    </a:lnTo>
                    <a:lnTo>
                      <a:pt x="34770" y="25719"/>
                    </a:lnTo>
                    <a:lnTo>
                      <a:pt x="921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58" name="Контур"/>
              <p:cNvSpPr/>
              <p:nvPr/>
            </p:nvSpPr>
            <p:spPr>
              <a:xfrm>
                <a:off x="13587835" y="7195656"/>
                <a:ext cx="92165" cy="52642"/>
              </a:xfrm>
              <a:custGeom>
                <a:avLst/>
                <a:gdLst/>
                <a:ahLst/>
                <a:cxnLst/>
                <a:rect l="l" t="t" r="r" b="b"/>
                <a:pathLst>
                  <a:path w="92165" h="52642" fill="none">
                    <a:moveTo>
                      <a:pt x="43647" y="51436"/>
                    </a:moveTo>
                    <a:lnTo>
                      <a:pt x="41144" y="45851"/>
                    </a:lnTo>
                    <a:lnTo>
                      <a:pt x="25988" y="52642"/>
                    </a:lnTo>
                    <a:lnTo>
                      <a:pt x="22129" y="44030"/>
                    </a:lnTo>
                    <a:lnTo>
                      <a:pt x="9234" y="49808"/>
                    </a:lnTo>
                    <a:lnTo>
                      <a:pt x="0" y="29201"/>
                    </a:lnTo>
                    <a:lnTo>
                      <a:pt x="30255" y="15644"/>
                    </a:lnTo>
                    <a:lnTo>
                      <a:pt x="34770" y="25719"/>
                    </a:lnTo>
                    <a:lnTo>
                      <a:pt x="92165" y="0"/>
                    </a:lnTo>
                    <a:moveTo>
                      <a:pt x="92165" y="29695"/>
                    </a:moveTo>
                    <a:lnTo>
                      <a:pt x="43647" y="51436"/>
                    </a:lnTo>
                    <a:lnTo>
                      <a:pt x="43647" y="5143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59" name="Контур"/>
              <p:cNvSpPr/>
              <p:nvPr/>
            </p:nvSpPr>
            <p:spPr>
              <a:xfrm>
                <a:off x="8938251" y="5698954"/>
                <a:ext cx="269346" cy="221488"/>
              </a:xfrm>
              <a:custGeom>
                <a:avLst/>
                <a:gdLst/>
                <a:ahLst/>
                <a:cxnLst/>
                <a:rect l="l" t="t" r="r" b="b"/>
                <a:pathLst>
                  <a:path w="269346" h="221488">
                    <a:moveTo>
                      <a:pt x="269346" y="48025"/>
                    </a:moveTo>
                    <a:lnTo>
                      <a:pt x="130974" y="150512"/>
                    </a:lnTo>
                    <a:lnTo>
                      <a:pt x="143546" y="168971"/>
                    </a:lnTo>
                    <a:lnTo>
                      <a:pt x="115136" y="188410"/>
                    </a:lnTo>
                    <a:lnTo>
                      <a:pt x="101585" y="171912"/>
                    </a:lnTo>
                    <a:lnTo>
                      <a:pt x="79380" y="187430"/>
                    </a:lnTo>
                    <a:lnTo>
                      <a:pt x="35050" y="221488"/>
                    </a:lnTo>
                    <a:lnTo>
                      <a:pt x="0" y="174370"/>
                    </a:lnTo>
                    <a:lnTo>
                      <a:pt x="66864" y="124834"/>
                    </a:lnTo>
                    <a:lnTo>
                      <a:pt x="95457" y="103652"/>
                    </a:lnTo>
                    <a:lnTo>
                      <a:pt x="237998" y="0"/>
                    </a:lnTo>
                    <a:lnTo>
                      <a:pt x="269346" y="480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0" name="Контур"/>
              <p:cNvSpPr/>
              <p:nvPr/>
            </p:nvSpPr>
            <p:spPr>
              <a:xfrm>
                <a:off x="9017631" y="5870866"/>
                <a:ext cx="35756" cy="33317"/>
              </a:xfrm>
              <a:custGeom>
                <a:avLst/>
                <a:gdLst/>
                <a:ahLst/>
                <a:cxnLst/>
                <a:rect l="l" t="t" r="r" b="b"/>
                <a:pathLst>
                  <a:path w="35756" h="33317">
                    <a:moveTo>
                      <a:pt x="0" y="15518"/>
                    </a:moveTo>
                    <a:lnTo>
                      <a:pt x="22205" y="0"/>
                    </a:lnTo>
                    <a:lnTo>
                      <a:pt x="35756" y="16498"/>
                    </a:lnTo>
                    <a:lnTo>
                      <a:pt x="13888" y="33317"/>
                    </a:lnTo>
                    <a:lnTo>
                      <a:pt x="0" y="155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1" name="Контур"/>
              <p:cNvSpPr/>
              <p:nvPr/>
            </p:nvSpPr>
            <p:spPr>
              <a:xfrm>
                <a:off x="8925305" y="5667889"/>
                <a:ext cx="269978" cy="205435"/>
              </a:xfrm>
              <a:custGeom>
                <a:avLst/>
                <a:gdLst/>
                <a:ahLst/>
                <a:cxnLst/>
                <a:rect l="l" t="t" r="r" b="b"/>
                <a:pathLst>
                  <a:path w="269978" h="205435">
                    <a:moveTo>
                      <a:pt x="12946" y="205435"/>
                    </a:moveTo>
                    <a:lnTo>
                      <a:pt x="0" y="186387"/>
                    </a:lnTo>
                    <a:lnTo>
                      <a:pt x="258140" y="0"/>
                    </a:lnTo>
                    <a:lnTo>
                      <a:pt x="269978" y="17723"/>
                    </a:lnTo>
                    <a:lnTo>
                      <a:pt x="250944" y="31065"/>
                    </a:lnTo>
                    <a:lnTo>
                      <a:pt x="108403" y="134717"/>
                    </a:lnTo>
                    <a:lnTo>
                      <a:pt x="79810" y="155899"/>
                    </a:lnTo>
                    <a:lnTo>
                      <a:pt x="12946" y="2054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2" name="Контур"/>
              <p:cNvSpPr/>
              <p:nvPr/>
            </p:nvSpPr>
            <p:spPr>
              <a:xfrm>
                <a:off x="8870719" y="5813686"/>
                <a:ext cx="43920" cy="44160"/>
              </a:xfrm>
              <a:custGeom>
                <a:avLst/>
                <a:gdLst/>
                <a:ahLst/>
                <a:cxnLst/>
                <a:rect l="l" t="t" r="r" b="b"/>
                <a:pathLst>
                  <a:path w="43920" h="44160">
                    <a:moveTo>
                      <a:pt x="24960" y="0"/>
                    </a:moveTo>
                    <a:lnTo>
                      <a:pt x="43920" y="25920"/>
                    </a:lnTo>
                    <a:lnTo>
                      <a:pt x="18960" y="44160"/>
                    </a:lnTo>
                    <a:lnTo>
                      <a:pt x="0" y="18240"/>
                    </a:lnTo>
                    <a:lnTo>
                      <a:pt x="249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3" name="Контур"/>
              <p:cNvSpPr/>
              <p:nvPr/>
            </p:nvSpPr>
            <p:spPr>
              <a:xfrm>
                <a:off x="8376660" y="5189516"/>
                <a:ext cx="320669" cy="669188"/>
              </a:xfrm>
              <a:custGeom>
                <a:avLst/>
                <a:gdLst/>
                <a:ahLst/>
                <a:cxnLst/>
                <a:rect l="l" t="t" r="r" b="b"/>
                <a:pathLst>
                  <a:path w="320669" h="669188">
                    <a:moveTo>
                      <a:pt x="170756" y="224391"/>
                    </a:moveTo>
                    <a:lnTo>
                      <a:pt x="258264" y="0"/>
                    </a:lnTo>
                    <a:lnTo>
                      <a:pt x="320669" y="24106"/>
                    </a:lnTo>
                    <a:lnTo>
                      <a:pt x="208863" y="307484"/>
                    </a:lnTo>
                    <a:lnTo>
                      <a:pt x="229215" y="315514"/>
                    </a:lnTo>
                    <a:lnTo>
                      <a:pt x="218544" y="342557"/>
                    </a:lnTo>
                    <a:lnTo>
                      <a:pt x="198192" y="334532"/>
                    </a:lnTo>
                    <a:lnTo>
                      <a:pt x="62160" y="669188"/>
                    </a:lnTo>
                    <a:lnTo>
                      <a:pt x="0" y="646167"/>
                    </a:lnTo>
                    <a:lnTo>
                      <a:pt x="139690" y="298560"/>
                    </a:lnTo>
                    <a:lnTo>
                      <a:pt x="131880" y="295421"/>
                    </a:lnTo>
                    <a:lnTo>
                      <a:pt x="161861" y="220815"/>
                    </a:lnTo>
                    <a:lnTo>
                      <a:pt x="170756" y="2243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4" name="Контур"/>
              <p:cNvSpPr/>
              <p:nvPr/>
            </p:nvSpPr>
            <p:spPr>
              <a:xfrm>
                <a:off x="8373972" y="5747176"/>
                <a:ext cx="35818" cy="57609"/>
              </a:xfrm>
              <a:custGeom>
                <a:avLst/>
                <a:gdLst/>
                <a:ahLst/>
                <a:cxnLst/>
                <a:rect l="l" t="t" r="r" b="b"/>
                <a:pathLst>
                  <a:path w="35818" h="57609">
                    <a:moveTo>
                      <a:pt x="15106" y="57609"/>
                    </a:moveTo>
                    <a:lnTo>
                      <a:pt x="0" y="51537"/>
                    </a:lnTo>
                    <a:lnTo>
                      <a:pt x="20712" y="0"/>
                    </a:lnTo>
                    <a:lnTo>
                      <a:pt x="35818" y="6072"/>
                    </a:lnTo>
                    <a:lnTo>
                      <a:pt x="15106" y="576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5" name="Контур"/>
              <p:cNvSpPr/>
              <p:nvPr/>
            </p:nvSpPr>
            <p:spPr>
              <a:xfrm>
                <a:off x="8241233" y="5618132"/>
                <a:ext cx="107875" cy="166959"/>
              </a:xfrm>
              <a:custGeom>
                <a:avLst/>
                <a:gdLst/>
                <a:ahLst/>
                <a:cxnLst/>
                <a:rect l="l" t="t" r="r" b="b"/>
                <a:pathLst>
                  <a:path w="107875" h="166959">
                    <a:moveTo>
                      <a:pt x="0" y="147404"/>
                    </a:moveTo>
                    <a:lnTo>
                      <a:pt x="59088" y="0"/>
                    </a:lnTo>
                    <a:lnTo>
                      <a:pt x="107875" y="19556"/>
                    </a:lnTo>
                    <a:lnTo>
                      <a:pt x="48792" y="166959"/>
                    </a:lnTo>
                    <a:lnTo>
                      <a:pt x="0" y="1474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6" name="Контур"/>
              <p:cNvSpPr/>
              <p:nvPr/>
            </p:nvSpPr>
            <p:spPr>
              <a:xfrm>
                <a:off x="8551120" y="5627717"/>
                <a:ext cx="18198" cy="20505"/>
              </a:xfrm>
              <a:custGeom>
                <a:avLst/>
                <a:gdLst/>
                <a:ahLst/>
                <a:cxnLst/>
                <a:rect l="l" t="t" r="r" b="b"/>
                <a:pathLst>
                  <a:path w="18198" h="20505">
                    <a:moveTo>
                      <a:pt x="0" y="16602"/>
                    </a:moveTo>
                    <a:lnTo>
                      <a:pt x="4858" y="0"/>
                    </a:lnTo>
                    <a:lnTo>
                      <a:pt x="18198" y="3902"/>
                    </a:lnTo>
                    <a:lnTo>
                      <a:pt x="13340" y="20505"/>
                    </a:lnTo>
                    <a:lnTo>
                      <a:pt x="0" y="166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7" name="Контур"/>
              <p:cNvSpPr/>
              <p:nvPr/>
            </p:nvSpPr>
            <p:spPr>
              <a:xfrm>
                <a:off x="8752020" y="5266456"/>
                <a:ext cx="250829" cy="309110"/>
              </a:xfrm>
              <a:custGeom>
                <a:avLst/>
                <a:gdLst/>
                <a:ahLst/>
                <a:cxnLst/>
                <a:rect l="l" t="t" r="r" b="b"/>
                <a:pathLst>
                  <a:path w="250829" h="309110">
                    <a:moveTo>
                      <a:pt x="105063" y="191328"/>
                    </a:moveTo>
                    <a:lnTo>
                      <a:pt x="162202" y="0"/>
                    </a:lnTo>
                    <a:lnTo>
                      <a:pt x="250829" y="24211"/>
                    </a:lnTo>
                    <a:lnTo>
                      <a:pt x="226085" y="114792"/>
                    </a:lnTo>
                    <a:lnTo>
                      <a:pt x="213149" y="111259"/>
                    </a:lnTo>
                    <a:lnTo>
                      <a:pt x="180140" y="236918"/>
                    </a:lnTo>
                    <a:lnTo>
                      <a:pt x="30370" y="309110"/>
                    </a:lnTo>
                    <a:lnTo>
                      <a:pt x="0" y="297187"/>
                    </a:lnTo>
                    <a:lnTo>
                      <a:pt x="30370" y="219830"/>
                    </a:lnTo>
                    <a:lnTo>
                      <a:pt x="40685" y="221188"/>
                    </a:lnTo>
                    <a:lnTo>
                      <a:pt x="105063" y="1913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8" name="Контур"/>
              <p:cNvSpPr/>
              <p:nvPr/>
            </p:nvSpPr>
            <p:spPr>
              <a:xfrm>
                <a:off x="8664537" y="5594729"/>
                <a:ext cx="20736" cy="14091"/>
              </a:xfrm>
              <a:custGeom>
                <a:avLst/>
                <a:gdLst/>
                <a:ahLst/>
                <a:cxnLst/>
                <a:rect l="l" t="t" r="r" b="b"/>
                <a:pathLst>
                  <a:path w="20736" h="14091">
                    <a:moveTo>
                      <a:pt x="0" y="9797"/>
                    </a:moveTo>
                    <a:lnTo>
                      <a:pt x="2279" y="0"/>
                    </a:lnTo>
                    <a:lnTo>
                      <a:pt x="20736" y="4294"/>
                    </a:lnTo>
                    <a:lnTo>
                      <a:pt x="18457" y="14091"/>
                    </a:lnTo>
                    <a:lnTo>
                      <a:pt x="0" y="97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9" name="Контур"/>
              <p:cNvSpPr/>
              <p:nvPr/>
            </p:nvSpPr>
            <p:spPr>
              <a:xfrm>
                <a:off x="8218016" y="5215168"/>
                <a:ext cx="287539" cy="329822"/>
              </a:xfrm>
              <a:custGeom>
                <a:avLst/>
                <a:gdLst/>
                <a:ahLst/>
                <a:cxnLst/>
                <a:rect l="l" t="t" r="r" b="b"/>
                <a:pathLst>
                  <a:path w="287539" h="329822">
                    <a:moveTo>
                      <a:pt x="16968" y="286713"/>
                    </a:moveTo>
                    <a:lnTo>
                      <a:pt x="0" y="272337"/>
                    </a:lnTo>
                    <a:lnTo>
                      <a:pt x="218390" y="0"/>
                    </a:lnTo>
                    <a:lnTo>
                      <a:pt x="287539" y="56136"/>
                    </a:lnTo>
                    <a:lnTo>
                      <a:pt x="67857" y="329822"/>
                    </a:lnTo>
                    <a:lnTo>
                      <a:pt x="16968" y="2867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0" name="Контур"/>
              <p:cNvSpPr/>
              <p:nvPr/>
            </p:nvSpPr>
            <p:spPr>
              <a:xfrm>
                <a:off x="8750451" y="5514414"/>
                <a:ext cx="18941" cy="20899"/>
              </a:xfrm>
              <a:custGeom>
                <a:avLst/>
                <a:gdLst/>
                <a:ahLst/>
                <a:cxnLst/>
                <a:rect l="l" t="t" r="r" b="b"/>
                <a:pathLst>
                  <a:path w="18941" h="20899">
                    <a:moveTo>
                      <a:pt x="15427" y="13930"/>
                    </a:moveTo>
                    <a:lnTo>
                      <a:pt x="12691" y="20899"/>
                    </a:lnTo>
                    <a:lnTo>
                      <a:pt x="0" y="15917"/>
                    </a:lnTo>
                    <a:lnTo>
                      <a:pt x="6249" y="0"/>
                    </a:lnTo>
                    <a:lnTo>
                      <a:pt x="18941" y="4982"/>
                    </a:lnTo>
                    <a:lnTo>
                      <a:pt x="15427" y="139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1" name="Контур"/>
              <p:cNvSpPr/>
              <p:nvPr/>
            </p:nvSpPr>
            <p:spPr>
              <a:xfrm>
                <a:off x="8585523" y="5421836"/>
                <a:ext cx="125793" cy="113712"/>
              </a:xfrm>
              <a:custGeom>
                <a:avLst/>
                <a:gdLst/>
                <a:ahLst/>
                <a:cxnLst/>
                <a:rect l="l" t="t" r="r" b="b"/>
                <a:pathLst>
                  <a:path w="125793" h="113712">
                    <a:moveTo>
                      <a:pt x="0" y="75164"/>
                    </a:moveTo>
                    <a:lnTo>
                      <a:pt x="29654" y="0"/>
                    </a:lnTo>
                    <a:lnTo>
                      <a:pt x="55803" y="10650"/>
                    </a:lnTo>
                    <a:lnTo>
                      <a:pt x="72487" y="17395"/>
                    </a:lnTo>
                    <a:lnTo>
                      <a:pt x="125793" y="37944"/>
                    </a:lnTo>
                    <a:lnTo>
                      <a:pt x="95803" y="113712"/>
                    </a:lnTo>
                    <a:lnTo>
                      <a:pt x="20352" y="83194"/>
                    </a:lnTo>
                    <a:lnTo>
                      <a:pt x="0" y="751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2" name="Контур"/>
              <p:cNvSpPr/>
              <p:nvPr/>
            </p:nvSpPr>
            <p:spPr>
              <a:xfrm>
                <a:off x="8641326" y="5407879"/>
                <a:ext cx="26631" cy="31352"/>
              </a:xfrm>
              <a:custGeom>
                <a:avLst/>
                <a:gdLst/>
                <a:ahLst/>
                <a:cxnLst/>
                <a:rect l="l" t="t" r="r" b="b"/>
                <a:pathLst>
                  <a:path w="26631" h="31352">
                    <a:moveTo>
                      <a:pt x="16684" y="31352"/>
                    </a:moveTo>
                    <a:lnTo>
                      <a:pt x="0" y="24607"/>
                    </a:lnTo>
                    <a:lnTo>
                      <a:pt x="9947" y="0"/>
                    </a:lnTo>
                    <a:lnTo>
                      <a:pt x="26631" y="6745"/>
                    </a:lnTo>
                    <a:lnTo>
                      <a:pt x="16684" y="313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3" name="Контур"/>
              <p:cNvSpPr/>
              <p:nvPr/>
            </p:nvSpPr>
            <p:spPr>
              <a:xfrm>
                <a:off x="8779817" y="5360190"/>
                <a:ext cx="46287" cy="50261"/>
              </a:xfrm>
              <a:custGeom>
                <a:avLst/>
                <a:gdLst/>
                <a:ahLst/>
                <a:cxnLst/>
                <a:rect l="l" t="t" r="r" b="b"/>
                <a:pathLst>
                  <a:path w="46287" h="50261">
                    <a:moveTo>
                      <a:pt x="0" y="37651"/>
                    </a:moveTo>
                    <a:lnTo>
                      <a:pt x="15346" y="0"/>
                    </a:lnTo>
                    <a:lnTo>
                      <a:pt x="46287" y="12610"/>
                    </a:lnTo>
                    <a:lnTo>
                      <a:pt x="30941" y="50261"/>
                    </a:lnTo>
                    <a:lnTo>
                      <a:pt x="0" y="376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4" name="Контур"/>
              <p:cNvSpPr/>
              <p:nvPr/>
            </p:nvSpPr>
            <p:spPr>
              <a:xfrm>
                <a:off x="8631270" y="5352089"/>
                <a:ext cx="37156" cy="38954"/>
              </a:xfrm>
              <a:custGeom>
                <a:avLst/>
                <a:gdLst/>
                <a:ahLst/>
                <a:cxnLst/>
                <a:rect l="l" t="t" r="r" b="b"/>
                <a:pathLst>
                  <a:path w="37156" h="38954">
                    <a:moveTo>
                      <a:pt x="11498" y="0"/>
                    </a:moveTo>
                    <a:lnTo>
                      <a:pt x="37156" y="10612"/>
                    </a:lnTo>
                    <a:lnTo>
                      <a:pt x="25361" y="38954"/>
                    </a:lnTo>
                    <a:lnTo>
                      <a:pt x="0" y="29112"/>
                    </a:lnTo>
                    <a:lnTo>
                      <a:pt x="1149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5" name="Контур"/>
              <p:cNvSpPr/>
              <p:nvPr/>
            </p:nvSpPr>
            <p:spPr>
              <a:xfrm>
                <a:off x="8711943" y="5249776"/>
                <a:ext cx="30549" cy="53390"/>
              </a:xfrm>
              <a:custGeom>
                <a:avLst/>
                <a:gdLst/>
                <a:ahLst/>
                <a:cxnLst/>
                <a:rect l="l" t="t" r="r" b="b"/>
                <a:pathLst>
                  <a:path w="30549" h="53390">
                    <a:moveTo>
                      <a:pt x="10043" y="0"/>
                    </a:moveTo>
                    <a:lnTo>
                      <a:pt x="30549" y="4185"/>
                    </a:lnTo>
                    <a:lnTo>
                      <a:pt x="20506" y="53390"/>
                    </a:lnTo>
                    <a:lnTo>
                      <a:pt x="0" y="49204"/>
                    </a:lnTo>
                    <a:lnTo>
                      <a:pt x="100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6" name="Контур"/>
              <p:cNvSpPr/>
              <p:nvPr/>
            </p:nvSpPr>
            <p:spPr>
              <a:xfrm>
                <a:off x="8642768" y="5326403"/>
                <a:ext cx="35788" cy="36298"/>
              </a:xfrm>
              <a:custGeom>
                <a:avLst/>
                <a:gdLst/>
                <a:ahLst/>
                <a:cxnLst/>
                <a:rect l="l" t="t" r="r" b="b"/>
                <a:pathLst>
                  <a:path w="35788" h="36298">
                    <a:moveTo>
                      <a:pt x="0" y="25686"/>
                    </a:moveTo>
                    <a:lnTo>
                      <a:pt x="1828" y="20875"/>
                    </a:lnTo>
                    <a:lnTo>
                      <a:pt x="10065" y="0"/>
                    </a:lnTo>
                    <a:lnTo>
                      <a:pt x="35788" y="10152"/>
                    </a:lnTo>
                    <a:lnTo>
                      <a:pt x="25658" y="36298"/>
                    </a:lnTo>
                    <a:lnTo>
                      <a:pt x="0" y="256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7" name="Контур"/>
              <p:cNvSpPr/>
              <p:nvPr/>
            </p:nvSpPr>
            <p:spPr>
              <a:xfrm>
                <a:off x="9839792" y="5786708"/>
                <a:ext cx="106454" cy="99768"/>
              </a:xfrm>
              <a:custGeom>
                <a:avLst/>
                <a:gdLst/>
                <a:ahLst/>
                <a:cxnLst/>
                <a:rect l="l" t="t" r="r" b="b"/>
                <a:pathLst>
                  <a:path w="106454" h="99768">
                    <a:moveTo>
                      <a:pt x="106454" y="53765"/>
                    </a:moveTo>
                    <a:lnTo>
                      <a:pt x="34257" y="99768"/>
                    </a:lnTo>
                    <a:lnTo>
                      <a:pt x="0" y="46004"/>
                    </a:lnTo>
                    <a:lnTo>
                      <a:pt x="48465" y="15120"/>
                    </a:lnTo>
                    <a:lnTo>
                      <a:pt x="72196" y="0"/>
                    </a:lnTo>
                    <a:lnTo>
                      <a:pt x="106454" y="537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8" name="Контур"/>
              <p:cNvSpPr/>
              <p:nvPr/>
            </p:nvSpPr>
            <p:spPr>
              <a:xfrm>
                <a:off x="9474088" y="5709066"/>
                <a:ext cx="151005" cy="192718"/>
              </a:xfrm>
              <a:custGeom>
                <a:avLst/>
                <a:gdLst/>
                <a:ahLst/>
                <a:cxnLst/>
                <a:rect l="l" t="t" r="r" b="b"/>
                <a:pathLst>
                  <a:path w="151005" h="192718">
                    <a:moveTo>
                      <a:pt x="0" y="31459"/>
                    </a:moveTo>
                    <a:lnTo>
                      <a:pt x="50452" y="0"/>
                    </a:lnTo>
                    <a:lnTo>
                      <a:pt x="151005" y="161258"/>
                    </a:lnTo>
                    <a:lnTo>
                      <a:pt x="100554" y="192718"/>
                    </a:lnTo>
                    <a:lnTo>
                      <a:pt x="0" y="314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9" name="Контур"/>
              <p:cNvSpPr/>
              <p:nvPr/>
            </p:nvSpPr>
            <p:spPr>
              <a:xfrm>
                <a:off x="9257281" y="5776635"/>
                <a:ext cx="173442" cy="118924"/>
              </a:xfrm>
              <a:custGeom>
                <a:avLst/>
                <a:gdLst/>
                <a:ahLst/>
                <a:cxnLst/>
                <a:rect l="l" t="t" r="r" b="b"/>
                <a:pathLst>
                  <a:path w="173442" h="118924">
                    <a:moveTo>
                      <a:pt x="32532" y="118924"/>
                    </a:moveTo>
                    <a:lnTo>
                      <a:pt x="0" y="67556"/>
                    </a:lnTo>
                    <a:lnTo>
                      <a:pt x="106161" y="325"/>
                    </a:lnTo>
                    <a:lnTo>
                      <a:pt x="119671" y="21658"/>
                    </a:lnTo>
                    <a:lnTo>
                      <a:pt x="153870" y="0"/>
                    </a:lnTo>
                    <a:lnTo>
                      <a:pt x="173442" y="30904"/>
                    </a:lnTo>
                    <a:lnTo>
                      <a:pt x="32532" y="1189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0" name="Контур"/>
              <p:cNvSpPr/>
              <p:nvPr/>
            </p:nvSpPr>
            <p:spPr>
              <a:xfrm>
                <a:off x="9684108" y="5587138"/>
                <a:ext cx="177068" cy="193148"/>
              </a:xfrm>
              <a:custGeom>
                <a:avLst/>
                <a:gdLst/>
                <a:ahLst/>
                <a:cxnLst/>
                <a:rect l="l" t="t" r="r" b="b"/>
                <a:pathLst>
                  <a:path w="177068" h="193148">
                    <a:moveTo>
                      <a:pt x="177068" y="135592"/>
                    </a:moveTo>
                    <a:lnTo>
                      <a:pt x="82690" y="193148"/>
                    </a:lnTo>
                    <a:lnTo>
                      <a:pt x="0" y="57556"/>
                    </a:lnTo>
                    <a:lnTo>
                      <a:pt x="94378" y="0"/>
                    </a:lnTo>
                    <a:lnTo>
                      <a:pt x="177068" y="1355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1" name="Контур"/>
              <p:cNvSpPr/>
              <p:nvPr/>
            </p:nvSpPr>
            <p:spPr>
              <a:xfrm>
                <a:off x="9575268" y="5693948"/>
                <a:ext cx="54850" cy="49791"/>
              </a:xfrm>
              <a:custGeom>
                <a:avLst/>
                <a:gdLst/>
                <a:ahLst/>
                <a:cxnLst/>
                <a:rect l="l" t="t" r="r" b="b"/>
                <a:pathLst>
                  <a:path w="54850" h="49791">
                    <a:moveTo>
                      <a:pt x="21999" y="45735"/>
                    </a:moveTo>
                    <a:lnTo>
                      <a:pt x="15884" y="49791"/>
                    </a:lnTo>
                    <a:lnTo>
                      <a:pt x="0" y="25848"/>
                    </a:lnTo>
                    <a:lnTo>
                      <a:pt x="38967" y="0"/>
                    </a:lnTo>
                    <a:lnTo>
                      <a:pt x="54850" y="23943"/>
                    </a:lnTo>
                    <a:lnTo>
                      <a:pt x="21999" y="457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2" name="Контур"/>
              <p:cNvSpPr/>
              <p:nvPr/>
            </p:nvSpPr>
            <p:spPr>
              <a:xfrm>
                <a:off x="9597267" y="5717891"/>
                <a:ext cx="43958" cy="38534"/>
              </a:xfrm>
              <a:custGeom>
                <a:avLst/>
                <a:gdLst/>
                <a:ahLst/>
                <a:cxnLst/>
                <a:rect l="l" t="t" r="r" b="b"/>
                <a:pathLst>
                  <a:path w="43958" h="38534">
                    <a:moveTo>
                      <a:pt x="0" y="21792"/>
                    </a:moveTo>
                    <a:lnTo>
                      <a:pt x="32851" y="0"/>
                    </a:lnTo>
                    <a:lnTo>
                      <a:pt x="43958" y="16742"/>
                    </a:lnTo>
                    <a:lnTo>
                      <a:pt x="11107" y="38534"/>
                    </a:lnTo>
                    <a:lnTo>
                      <a:pt x="0" y="217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3" name="Контур"/>
              <p:cNvSpPr/>
              <p:nvPr/>
            </p:nvSpPr>
            <p:spPr>
              <a:xfrm>
                <a:off x="9450540" y="5673654"/>
                <a:ext cx="78624" cy="66197"/>
              </a:xfrm>
              <a:custGeom>
                <a:avLst/>
                <a:gdLst/>
                <a:ahLst/>
                <a:cxnLst/>
                <a:rect l="l" t="t" r="r" b="b"/>
                <a:pathLst>
                  <a:path w="78624" h="66197">
                    <a:moveTo>
                      <a:pt x="70882" y="13269"/>
                    </a:moveTo>
                    <a:lnTo>
                      <a:pt x="78624" y="24898"/>
                    </a:lnTo>
                    <a:lnTo>
                      <a:pt x="16575" y="66197"/>
                    </a:lnTo>
                    <a:lnTo>
                      <a:pt x="0" y="41299"/>
                    </a:lnTo>
                    <a:lnTo>
                      <a:pt x="62050" y="0"/>
                    </a:lnTo>
                    <a:lnTo>
                      <a:pt x="70882" y="132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4" name="Контур"/>
              <p:cNvSpPr/>
              <p:nvPr/>
            </p:nvSpPr>
            <p:spPr>
              <a:xfrm>
                <a:off x="9545286" y="5666931"/>
                <a:ext cx="32482" cy="28445"/>
              </a:xfrm>
              <a:custGeom>
                <a:avLst/>
                <a:gdLst/>
                <a:ahLst/>
                <a:cxnLst/>
                <a:rect l="l" t="t" r="r" b="b"/>
                <a:pathLst>
                  <a:path w="32482" h="28445">
                    <a:moveTo>
                      <a:pt x="8392" y="28445"/>
                    </a:moveTo>
                    <a:lnTo>
                      <a:pt x="0" y="13872"/>
                    </a:lnTo>
                    <a:lnTo>
                      <a:pt x="24089" y="0"/>
                    </a:lnTo>
                    <a:lnTo>
                      <a:pt x="32482" y="14573"/>
                    </a:lnTo>
                    <a:lnTo>
                      <a:pt x="8392" y="284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5" name="Контур"/>
              <p:cNvSpPr/>
              <p:nvPr/>
            </p:nvSpPr>
            <p:spPr>
              <a:xfrm>
                <a:off x="9758345" y="5241976"/>
                <a:ext cx="436841" cy="412645"/>
              </a:xfrm>
              <a:custGeom>
                <a:avLst/>
                <a:gdLst/>
                <a:ahLst/>
                <a:cxnLst/>
                <a:rect l="l" t="t" r="r" b="b"/>
                <a:pathLst>
                  <a:path w="436841" h="412645">
                    <a:moveTo>
                      <a:pt x="127292" y="412645"/>
                    </a:moveTo>
                    <a:lnTo>
                      <a:pt x="44304" y="308448"/>
                    </a:lnTo>
                    <a:lnTo>
                      <a:pt x="21812" y="276912"/>
                    </a:lnTo>
                    <a:lnTo>
                      <a:pt x="0" y="246899"/>
                    </a:lnTo>
                    <a:lnTo>
                      <a:pt x="333322" y="0"/>
                    </a:lnTo>
                    <a:lnTo>
                      <a:pt x="335350" y="2766"/>
                    </a:lnTo>
                    <a:lnTo>
                      <a:pt x="436841" y="141041"/>
                    </a:lnTo>
                    <a:lnTo>
                      <a:pt x="281199" y="249278"/>
                    </a:lnTo>
                    <a:lnTo>
                      <a:pt x="197506" y="309360"/>
                    </a:lnTo>
                    <a:lnTo>
                      <a:pt x="176040" y="324768"/>
                    </a:lnTo>
                    <a:lnTo>
                      <a:pt x="156048" y="339120"/>
                    </a:lnTo>
                    <a:lnTo>
                      <a:pt x="180942" y="376021"/>
                    </a:lnTo>
                    <a:lnTo>
                      <a:pt x="144608" y="401005"/>
                    </a:lnTo>
                    <a:lnTo>
                      <a:pt x="127292" y="4126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6" name="Контур"/>
              <p:cNvSpPr/>
              <p:nvPr/>
            </p:nvSpPr>
            <p:spPr>
              <a:xfrm>
                <a:off x="9342504" y="5554999"/>
                <a:ext cx="66004" cy="52713"/>
              </a:xfrm>
              <a:custGeom>
                <a:avLst/>
                <a:gdLst/>
                <a:ahLst/>
                <a:cxnLst/>
                <a:rect l="l" t="t" r="r" b="b"/>
                <a:pathLst>
                  <a:path w="66004" h="52713">
                    <a:moveTo>
                      <a:pt x="0" y="26698"/>
                    </a:moveTo>
                    <a:lnTo>
                      <a:pt x="52866" y="0"/>
                    </a:lnTo>
                    <a:lnTo>
                      <a:pt x="66004" y="26014"/>
                    </a:lnTo>
                    <a:lnTo>
                      <a:pt x="13138" y="52713"/>
                    </a:lnTo>
                    <a:lnTo>
                      <a:pt x="0" y="266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7" name="Контур"/>
              <p:cNvSpPr/>
              <p:nvPr/>
            </p:nvSpPr>
            <p:spPr>
              <a:xfrm>
                <a:off x="9366640" y="5599295"/>
                <a:ext cx="52966" cy="50237"/>
              </a:xfrm>
              <a:custGeom>
                <a:avLst/>
                <a:gdLst/>
                <a:ahLst/>
                <a:cxnLst/>
                <a:rect l="l" t="t" r="r" b="b"/>
                <a:pathLst>
                  <a:path w="52966" h="50237">
                    <a:moveTo>
                      <a:pt x="0" y="23914"/>
                    </a:moveTo>
                    <a:lnTo>
                      <a:pt x="34960" y="0"/>
                    </a:lnTo>
                    <a:lnTo>
                      <a:pt x="52966" y="26323"/>
                    </a:lnTo>
                    <a:lnTo>
                      <a:pt x="18007" y="50237"/>
                    </a:lnTo>
                    <a:lnTo>
                      <a:pt x="0" y="239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8" name="Контур"/>
              <p:cNvSpPr/>
              <p:nvPr/>
            </p:nvSpPr>
            <p:spPr>
              <a:xfrm>
                <a:off x="9499020" y="5497636"/>
                <a:ext cx="69276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69276" h="51114">
                    <a:moveTo>
                      <a:pt x="0" y="26602"/>
                    </a:moveTo>
                    <a:lnTo>
                      <a:pt x="51183" y="0"/>
                    </a:lnTo>
                    <a:lnTo>
                      <a:pt x="69276" y="34812"/>
                    </a:lnTo>
                    <a:lnTo>
                      <a:pt x="47744" y="46004"/>
                    </a:lnTo>
                    <a:lnTo>
                      <a:pt x="42391" y="35703"/>
                    </a:lnTo>
                    <a:lnTo>
                      <a:pt x="12741" y="51114"/>
                    </a:lnTo>
                    <a:lnTo>
                      <a:pt x="0" y="266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9" name="Контур"/>
              <p:cNvSpPr/>
              <p:nvPr/>
            </p:nvSpPr>
            <p:spPr>
              <a:xfrm>
                <a:off x="9505717" y="5403240"/>
                <a:ext cx="176895" cy="106128"/>
              </a:xfrm>
              <a:custGeom>
                <a:avLst/>
                <a:gdLst/>
                <a:ahLst/>
                <a:cxnLst/>
                <a:rect l="l" t="t" r="r" b="b"/>
                <a:pathLst>
                  <a:path w="176895" h="106128">
                    <a:moveTo>
                      <a:pt x="0" y="85865"/>
                    </a:moveTo>
                    <a:lnTo>
                      <a:pt x="166441" y="0"/>
                    </a:lnTo>
                    <a:lnTo>
                      <a:pt x="176895" y="20263"/>
                    </a:lnTo>
                    <a:lnTo>
                      <a:pt x="10453" y="106128"/>
                    </a:lnTo>
                    <a:lnTo>
                      <a:pt x="0" y="858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0" name="Контур"/>
              <p:cNvSpPr/>
              <p:nvPr/>
            </p:nvSpPr>
            <p:spPr>
              <a:xfrm>
                <a:off x="9035459" y="5299811"/>
                <a:ext cx="82303" cy="86386"/>
              </a:xfrm>
              <a:custGeom>
                <a:avLst/>
                <a:gdLst/>
                <a:ahLst/>
                <a:cxnLst/>
                <a:rect l="l" t="t" r="r" b="b"/>
                <a:pathLst>
                  <a:path w="82303" h="86386">
                    <a:moveTo>
                      <a:pt x="57112" y="0"/>
                    </a:moveTo>
                    <a:lnTo>
                      <a:pt x="69565" y="12464"/>
                    </a:lnTo>
                    <a:lnTo>
                      <a:pt x="82303" y="24881"/>
                    </a:lnTo>
                    <a:lnTo>
                      <a:pt x="24333" y="86386"/>
                    </a:lnTo>
                    <a:lnTo>
                      <a:pt x="0" y="61715"/>
                    </a:lnTo>
                    <a:lnTo>
                      <a:pt x="571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1" name="Контур"/>
              <p:cNvSpPr/>
              <p:nvPr/>
            </p:nvSpPr>
            <p:spPr>
              <a:xfrm>
                <a:off x="9429438" y="5083187"/>
                <a:ext cx="196006" cy="193975"/>
              </a:xfrm>
              <a:custGeom>
                <a:avLst/>
                <a:gdLst/>
                <a:ahLst/>
                <a:cxnLst/>
                <a:rect l="l" t="t" r="r" b="b"/>
                <a:pathLst>
                  <a:path w="196006" h="193975">
                    <a:moveTo>
                      <a:pt x="120707" y="0"/>
                    </a:moveTo>
                    <a:lnTo>
                      <a:pt x="196006" y="84160"/>
                    </a:lnTo>
                    <a:lnTo>
                      <a:pt x="77749" y="193975"/>
                    </a:lnTo>
                    <a:lnTo>
                      <a:pt x="0" y="109653"/>
                    </a:lnTo>
                    <a:lnTo>
                      <a:pt x="1207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2" name="Контур"/>
              <p:cNvSpPr/>
              <p:nvPr/>
            </p:nvSpPr>
            <p:spPr>
              <a:xfrm>
                <a:off x="8045958" y="5802344"/>
                <a:ext cx="60951" cy="47806"/>
              </a:xfrm>
              <a:custGeom>
                <a:avLst/>
                <a:gdLst/>
                <a:ahLst/>
                <a:cxnLst/>
                <a:rect l="l" t="t" r="r" b="b"/>
                <a:pathLst>
                  <a:path w="60951" h="47806">
                    <a:moveTo>
                      <a:pt x="8504" y="47806"/>
                    </a:moveTo>
                    <a:lnTo>
                      <a:pt x="0" y="35100"/>
                    </a:lnTo>
                    <a:lnTo>
                      <a:pt x="52447" y="0"/>
                    </a:lnTo>
                    <a:lnTo>
                      <a:pt x="60951" y="12706"/>
                    </a:lnTo>
                    <a:lnTo>
                      <a:pt x="8504" y="478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3" name="Контур"/>
              <p:cNvSpPr/>
              <p:nvPr/>
            </p:nvSpPr>
            <p:spPr>
              <a:xfrm>
                <a:off x="8102567" y="5473092"/>
                <a:ext cx="39791" cy="41328"/>
              </a:xfrm>
              <a:custGeom>
                <a:avLst/>
                <a:gdLst/>
                <a:ahLst/>
                <a:cxnLst/>
                <a:rect l="l" t="t" r="r" b="b"/>
                <a:pathLst>
                  <a:path w="39791" h="41328">
                    <a:moveTo>
                      <a:pt x="22327" y="41328"/>
                    </a:moveTo>
                    <a:lnTo>
                      <a:pt x="0" y="26754"/>
                    </a:lnTo>
                    <a:lnTo>
                      <a:pt x="17464" y="0"/>
                    </a:lnTo>
                    <a:lnTo>
                      <a:pt x="39791" y="14573"/>
                    </a:lnTo>
                    <a:lnTo>
                      <a:pt x="22327" y="413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4" name="Контур"/>
              <p:cNvSpPr/>
              <p:nvPr/>
            </p:nvSpPr>
            <p:spPr>
              <a:xfrm>
                <a:off x="7920608" y="5850424"/>
                <a:ext cx="86400" cy="112128"/>
              </a:xfrm>
              <a:custGeom>
                <a:avLst/>
                <a:gdLst/>
                <a:ahLst/>
                <a:cxnLst/>
                <a:rect l="l" t="t" r="r" b="b"/>
                <a:pathLst>
                  <a:path w="86400" h="112128">
                    <a:moveTo>
                      <a:pt x="86400" y="96480"/>
                    </a:moveTo>
                    <a:lnTo>
                      <a:pt x="61262" y="112128"/>
                    </a:lnTo>
                    <a:lnTo>
                      <a:pt x="0" y="15892"/>
                    </a:lnTo>
                    <a:lnTo>
                      <a:pt x="24969" y="0"/>
                    </a:lnTo>
                    <a:lnTo>
                      <a:pt x="86400" y="964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5" name="Контур"/>
              <p:cNvSpPr/>
              <p:nvPr/>
            </p:nvSpPr>
            <p:spPr>
              <a:xfrm>
                <a:off x="8137107" y="5863606"/>
                <a:ext cx="57931" cy="64530"/>
              </a:xfrm>
              <a:custGeom>
                <a:avLst/>
                <a:gdLst/>
                <a:ahLst/>
                <a:cxnLst/>
                <a:rect l="l" t="t" r="r" b="b"/>
                <a:pathLst>
                  <a:path w="57931" h="64530">
                    <a:moveTo>
                      <a:pt x="12581" y="10381"/>
                    </a:moveTo>
                    <a:lnTo>
                      <a:pt x="29028" y="0"/>
                    </a:lnTo>
                    <a:lnTo>
                      <a:pt x="57931" y="45579"/>
                    </a:lnTo>
                    <a:lnTo>
                      <a:pt x="28375" y="64530"/>
                    </a:lnTo>
                    <a:lnTo>
                      <a:pt x="0" y="18814"/>
                    </a:lnTo>
                    <a:lnTo>
                      <a:pt x="12581" y="103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6" name="Контур"/>
              <p:cNvSpPr/>
              <p:nvPr/>
            </p:nvSpPr>
            <p:spPr>
              <a:xfrm>
                <a:off x="8075360" y="5847995"/>
                <a:ext cx="74328" cy="60115"/>
              </a:xfrm>
              <a:custGeom>
                <a:avLst/>
                <a:gdLst/>
                <a:ahLst/>
                <a:cxnLst/>
                <a:rect l="l" t="t" r="r" b="b"/>
                <a:pathLst>
                  <a:path w="74328" h="60115">
                    <a:moveTo>
                      <a:pt x="14884" y="60115"/>
                    </a:moveTo>
                    <a:lnTo>
                      <a:pt x="9043" y="50731"/>
                    </a:lnTo>
                    <a:lnTo>
                      <a:pt x="0" y="36206"/>
                    </a:lnTo>
                    <a:lnTo>
                      <a:pt x="58147" y="0"/>
                    </a:lnTo>
                    <a:lnTo>
                      <a:pt x="74328" y="25992"/>
                    </a:lnTo>
                    <a:lnTo>
                      <a:pt x="61747" y="34425"/>
                    </a:lnTo>
                    <a:lnTo>
                      <a:pt x="60182" y="31910"/>
                    </a:lnTo>
                    <a:lnTo>
                      <a:pt x="19972" y="56947"/>
                    </a:lnTo>
                    <a:lnTo>
                      <a:pt x="14884" y="601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7" name="Контур"/>
              <p:cNvSpPr/>
              <p:nvPr/>
            </p:nvSpPr>
            <p:spPr>
              <a:xfrm>
                <a:off x="8039766" y="5884201"/>
                <a:ext cx="44637" cy="36679"/>
              </a:xfrm>
              <a:custGeom>
                <a:avLst/>
                <a:gdLst/>
                <a:ahLst/>
                <a:cxnLst/>
                <a:rect l="l" t="t" r="r" b="b"/>
                <a:pathLst>
                  <a:path w="44637" h="36679">
                    <a:moveTo>
                      <a:pt x="35594" y="0"/>
                    </a:moveTo>
                    <a:lnTo>
                      <a:pt x="44637" y="14525"/>
                    </a:lnTo>
                    <a:lnTo>
                      <a:pt x="9243" y="36679"/>
                    </a:lnTo>
                    <a:lnTo>
                      <a:pt x="0" y="22096"/>
                    </a:lnTo>
                    <a:lnTo>
                      <a:pt x="355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8" name="Контур"/>
              <p:cNvSpPr/>
              <p:nvPr/>
            </p:nvSpPr>
            <p:spPr>
              <a:xfrm>
                <a:off x="8214561" y="6537702"/>
                <a:ext cx="62373" cy="51635"/>
              </a:xfrm>
              <a:custGeom>
                <a:avLst/>
                <a:gdLst/>
                <a:ahLst/>
                <a:cxnLst/>
                <a:rect l="l" t="t" r="r" b="b"/>
                <a:pathLst>
                  <a:path w="62373" h="51635">
                    <a:moveTo>
                      <a:pt x="0" y="25817"/>
                    </a:moveTo>
                    <a:lnTo>
                      <a:pt x="48681" y="0"/>
                    </a:lnTo>
                    <a:lnTo>
                      <a:pt x="62373" y="25817"/>
                    </a:lnTo>
                    <a:lnTo>
                      <a:pt x="13692" y="51635"/>
                    </a:lnTo>
                    <a:lnTo>
                      <a:pt x="0" y="258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9" name="Контур"/>
              <p:cNvSpPr/>
              <p:nvPr/>
            </p:nvSpPr>
            <p:spPr>
              <a:xfrm>
                <a:off x="8312728" y="6455165"/>
                <a:ext cx="74743" cy="80704"/>
              </a:xfrm>
              <a:custGeom>
                <a:avLst/>
                <a:gdLst/>
                <a:ahLst/>
                <a:cxnLst/>
                <a:rect l="l" t="t" r="r" b="b"/>
                <a:pathLst>
                  <a:path w="74743" h="80704">
                    <a:moveTo>
                      <a:pt x="0" y="20091"/>
                    </a:moveTo>
                    <a:lnTo>
                      <a:pt x="37554" y="0"/>
                    </a:lnTo>
                    <a:lnTo>
                      <a:pt x="74743" y="58531"/>
                    </a:lnTo>
                    <a:lnTo>
                      <a:pt x="43895" y="80704"/>
                    </a:lnTo>
                    <a:lnTo>
                      <a:pt x="0" y="200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0" name="Контур"/>
              <p:cNvSpPr/>
              <p:nvPr/>
            </p:nvSpPr>
            <p:spPr>
              <a:xfrm>
                <a:off x="8285117" y="6475256"/>
                <a:ext cx="81378" cy="93040"/>
              </a:xfrm>
              <a:custGeom>
                <a:avLst/>
                <a:gdLst/>
                <a:ahLst/>
                <a:cxnLst/>
                <a:rect l="l" t="t" r="r" b="b"/>
                <a:pathLst>
                  <a:path w="81378" h="93040">
                    <a:moveTo>
                      <a:pt x="27611" y="0"/>
                    </a:moveTo>
                    <a:lnTo>
                      <a:pt x="71506" y="60613"/>
                    </a:lnTo>
                    <a:lnTo>
                      <a:pt x="81378" y="73017"/>
                    </a:lnTo>
                    <a:lnTo>
                      <a:pt x="54602" y="93040"/>
                    </a:lnTo>
                    <a:lnTo>
                      <a:pt x="0" y="20023"/>
                    </a:lnTo>
                    <a:lnTo>
                      <a:pt x="276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1" name="Контур"/>
              <p:cNvSpPr/>
              <p:nvPr/>
            </p:nvSpPr>
            <p:spPr>
              <a:xfrm>
                <a:off x="7920000" y="6364206"/>
                <a:ext cx="132651" cy="144106"/>
              </a:xfrm>
              <a:custGeom>
                <a:avLst/>
                <a:gdLst/>
                <a:ahLst/>
                <a:cxnLst/>
                <a:rect l="l" t="t" r="r" b="b"/>
                <a:pathLst>
                  <a:path w="132651" h="144106">
                    <a:moveTo>
                      <a:pt x="21536" y="144106"/>
                    </a:moveTo>
                    <a:lnTo>
                      <a:pt x="0" y="113778"/>
                    </a:lnTo>
                    <a:lnTo>
                      <a:pt x="0" y="61352"/>
                    </a:lnTo>
                    <a:lnTo>
                      <a:pt x="87833" y="0"/>
                    </a:lnTo>
                    <a:lnTo>
                      <a:pt x="132651" y="6519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02" name="Контур"/>
              <p:cNvSpPr/>
              <p:nvPr/>
            </p:nvSpPr>
            <p:spPr>
              <a:xfrm>
                <a:off x="7920000" y="6364206"/>
                <a:ext cx="132651" cy="144106"/>
              </a:xfrm>
              <a:custGeom>
                <a:avLst/>
                <a:gdLst/>
                <a:ahLst/>
                <a:cxnLst/>
                <a:rect l="l" t="t" r="r" b="b"/>
                <a:pathLst>
                  <a:path w="132651" h="144106" fill="none">
                    <a:moveTo>
                      <a:pt x="21536" y="144106"/>
                    </a:moveTo>
                    <a:lnTo>
                      <a:pt x="0" y="113778"/>
                    </a:lnTo>
                    <a:moveTo>
                      <a:pt x="0" y="61352"/>
                    </a:moveTo>
                    <a:lnTo>
                      <a:pt x="87833" y="0"/>
                    </a:lnTo>
                    <a:lnTo>
                      <a:pt x="132651" y="65198"/>
                    </a:lnTo>
                    <a:lnTo>
                      <a:pt x="21536" y="144106"/>
                    </a:lnTo>
                    <a:lnTo>
                      <a:pt x="21536" y="14410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3" name="Контур"/>
              <p:cNvSpPr/>
              <p:nvPr/>
            </p:nvSpPr>
            <p:spPr>
              <a:xfrm>
                <a:off x="8177355" y="6058153"/>
                <a:ext cx="597182" cy="427929"/>
              </a:xfrm>
              <a:custGeom>
                <a:avLst/>
                <a:gdLst/>
                <a:ahLst/>
                <a:cxnLst/>
                <a:rect l="l" t="t" r="r" b="b"/>
                <a:pathLst>
                  <a:path w="597182" h="427929">
                    <a:moveTo>
                      <a:pt x="314654" y="90567"/>
                    </a:moveTo>
                    <a:lnTo>
                      <a:pt x="464539" y="0"/>
                    </a:lnTo>
                    <a:lnTo>
                      <a:pt x="597182" y="223047"/>
                    </a:lnTo>
                    <a:lnTo>
                      <a:pt x="394008" y="345970"/>
                    </a:lnTo>
                    <a:lnTo>
                      <a:pt x="348542" y="270826"/>
                    </a:lnTo>
                    <a:lnTo>
                      <a:pt x="85029" y="427929"/>
                    </a:lnTo>
                    <a:lnTo>
                      <a:pt x="0" y="280695"/>
                    </a:lnTo>
                    <a:lnTo>
                      <a:pt x="214795" y="150907"/>
                    </a:lnTo>
                    <a:lnTo>
                      <a:pt x="253502" y="127517"/>
                    </a:lnTo>
                    <a:lnTo>
                      <a:pt x="264129" y="121095"/>
                    </a:lnTo>
                    <a:lnTo>
                      <a:pt x="279542" y="111783"/>
                    </a:lnTo>
                    <a:lnTo>
                      <a:pt x="282926" y="109738"/>
                    </a:lnTo>
                    <a:lnTo>
                      <a:pt x="314654" y="905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4" name="Контур"/>
              <p:cNvSpPr/>
              <p:nvPr/>
            </p:nvSpPr>
            <p:spPr>
              <a:xfrm>
                <a:off x="8014856" y="6310297"/>
                <a:ext cx="82310" cy="83122"/>
              </a:xfrm>
              <a:custGeom>
                <a:avLst/>
                <a:gdLst/>
                <a:ahLst/>
                <a:cxnLst/>
                <a:rect l="l" t="t" r="r" b="b"/>
                <a:pathLst>
                  <a:path w="82310" h="83122">
                    <a:moveTo>
                      <a:pt x="34756" y="83122"/>
                    </a:moveTo>
                    <a:lnTo>
                      <a:pt x="0" y="32938"/>
                    </a:lnTo>
                    <a:lnTo>
                      <a:pt x="47553" y="0"/>
                    </a:lnTo>
                    <a:lnTo>
                      <a:pt x="82310" y="50184"/>
                    </a:lnTo>
                    <a:lnTo>
                      <a:pt x="34756" y="831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5" name="Контур"/>
              <p:cNvSpPr/>
              <p:nvPr/>
            </p:nvSpPr>
            <p:spPr>
              <a:xfrm>
                <a:off x="8338356" y="6194312"/>
                <a:ext cx="33853" cy="28485"/>
              </a:xfrm>
              <a:custGeom>
                <a:avLst/>
                <a:gdLst/>
                <a:ahLst/>
                <a:cxnLst/>
                <a:rect l="l" t="t" r="r" b="b"/>
                <a:pathLst>
                  <a:path w="33853" h="28485">
                    <a:moveTo>
                      <a:pt x="0" y="15314"/>
                    </a:moveTo>
                    <a:lnTo>
                      <a:pt x="26136" y="0"/>
                    </a:lnTo>
                    <a:lnTo>
                      <a:pt x="33853" y="13172"/>
                    </a:lnTo>
                    <a:lnTo>
                      <a:pt x="7717" y="28485"/>
                    </a:lnTo>
                    <a:lnTo>
                      <a:pt x="0" y="153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6" name="Контур"/>
              <p:cNvSpPr/>
              <p:nvPr/>
            </p:nvSpPr>
            <p:spPr>
              <a:xfrm>
                <a:off x="8710427" y="6384252"/>
                <a:ext cx="41519" cy="44946"/>
              </a:xfrm>
              <a:custGeom>
                <a:avLst/>
                <a:gdLst/>
                <a:ahLst/>
                <a:cxnLst/>
                <a:rect l="l" t="t" r="r" b="b"/>
                <a:pathLst>
                  <a:path w="41519" h="44946">
                    <a:moveTo>
                      <a:pt x="0" y="11874"/>
                    </a:moveTo>
                    <a:lnTo>
                      <a:pt x="26944" y="0"/>
                    </a:lnTo>
                    <a:lnTo>
                      <a:pt x="41519" y="33071"/>
                    </a:lnTo>
                    <a:lnTo>
                      <a:pt x="14575" y="44946"/>
                    </a:lnTo>
                    <a:lnTo>
                      <a:pt x="0" y="118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7" name="Контур"/>
              <p:cNvSpPr/>
              <p:nvPr/>
            </p:nvSpPr>
            <p:spPr>
              <a:xfrm>
                <a:off x="8978936" y="6314358"/>
                <a:ext cx="145176" cy="213422"/>
              </a:xfrm>
              <a:custGeom>
                <a:avLst/>
                <a:gdLst/>
                <a:ahLst/>
                <a:cxnLst/>
                <a:rect l="l" t="t" r="r" b="b"/>
                <a:pathLst>
                  <a:path w="145176" h="213422">
                    <a:moveTo>
                      <a:pt x="121475" y="197696"/>
                    </a:moveTo>
                    <a:lnTo>
                      <a:pt x="88243" y="213422"/>
                    </a:lnTo>
                    <a:lnTo>
                      <a:pt x="0" y="26942"/>
                    </a:lnTo>
                    <a:lnTo>
                      <a:pt x="35505" y="10138"/>
                    </a:lnTo>
                    <a:lnTo>
                      <a:pt x="56928" y="0"/>
                    </a:lnTo>
                    <a:lnTo>
                      <a:pt x="145176" y="186480"/>
                    </a:lnTo>
                    <a:lnTo>
                      <a:pt x="121475" y="1976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8" name="Контур"/>
              <p:cNvSpPr/>
              <p:nvPr/>
            </p:nvSpPr>
            <p:spPr>
              <a:xfrm>
                <a:off x="8350282" y="6437842"/>
                <a:ext cx="64453" cy="75854"/>
              </a:xfrm>
              <a:custGeom>
                <a:avLst/>
                <a:gdLst/>
                <a:ahLst/>
                <a:cxnLst/>
                <a:rect l="l" t="t" r="r" b="b"/>
                <a:pathLst>
                  <a:path w="64453" h="75854">
                    <a:moveTo>
                      <a:pt x="0" y="17323"/>
                    </a:moveTo>
                    <a:lnTo>
                      <a:pt x="27265" y="0"/>
                    </a:lnTo>
                    <a:lnTo>
                      <a:pt x="49126" y="34423"/>
                    </a:lnTo>
                    <a:lnTo>
                      <a:pt x="64453" y="58531"/>
                    </a:lnTo>
                    <a:lnTo>
                      <a:pt x="37189" y="75854"/>
                    </a:lnTo>
                    <a:lnTo>
                      <a:pt x="0" y="173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9" name="Контур"/>
              <p:cNvSpPr/>
              <p:nvPr/>
            </p:nvSpPr>
            <p:spPr>
              <a:xfrm>
                <a:off x="8620799" y="6359157"/>
                <a:ext cx="280529" cy="175133"/>
              </a:xfrm>
              <a:custGeom>
                <a:avLst/>
                <a:gdLst/>
                <a:ahLst/>
                <a:cxnLst/>
                <a:rect l="l" t="t" r="r" b="b"/>
                <a:pathLst>
                  <a:path w="280529" h="175133">
                    <a:moveTo>
                      <a:pt x="252960" y="0"/>
                    </a:moveTo>
                    <a:lnTo>
                      <a:pt x="258178" y="10707"/>
                    </a:lnTo>
                    <a:lnTo>
                      <a:pt x="276606" y="46670"/>
                    </a:lnTo>
                    <a:lnTo>
                      <a:pt x="280529" y="54883"/>
                    </a:lnTo>
                    <a:lnTo>
                      <a:pt x="26750" y="175133"/>
                    </a:lnTo>
                    <a:lnTo>
                      <a:pt x="0" y="120489"/>
                    </a:lnTo>
                    <a:lnTo>
                      <a:pt x="104203" y="70041"/>
                    </a:lnTo>
                    <a:lnTo>
                      <a:pt x="131147" y="58166"/>
                    </a:lnTo>
                    <a:lnTo>
                      <a:pt x="2529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0" name="Контур"/>
              <p:cNvSpPr/>
              <p:nvPr/>
            </p:nvSpPr>
            <p:spPr>
              <a:xfrm>
                <a:off x="8878977" y="6339045"/>
                <a:ext cx="60782" cy="74995"/>
              </a:xfrm>
              <a:custGeom>
                <a:avLst/>
                <a:gdLst/>
                <a:ahLst/>
                <a:cxnLst/>
                <a:rect l="l" t="t" r="r" b="b"/>
                <a:pathLst>
                  <a:path w="60782" h="74995">
                    <a:moveTo>
                      <a:pt x="0" y="30819"/>
                    </a:moveTo>
                    <a:lnTo>
                      <a:pt x="20091" y="20720"/>
                    </a:lnTo>
                    <a:lnTo>
                      <a:pt x="14513" y="9190"/>
                    </a:lnTo>
                    <a:lnTo>
                      <a:pt x="32900" y="0"/>
                    </a:lnTo>
                    <a:lnTo>
                      <a:pt x="60782" y="55787"/>
                    </a:lnTo>
                    <a:lnTo>
                      <a:pt x="22351" y="74995"/>
                    </a:lnTo>
                    <a:lnTo>
                      <a:pt x="18428" y="66782"/>
                    </a:lnTo>
                    <a:lnTo>
                      <a:pt x="0" y="308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1" name="Контур"/>
              <p:cNvSpPr/>
              <p:nvPr/>
            </p:nvSpPr>
            <p:spPr>
              <a:xfrm>
                <a:off x="8667156" y="6355289"/>
                <a:ext cx="70215" cy="54336"/>
              </a:xfrm>
              <a:custGeom>
                <a:avLst/>
                <a:gdLst/>
                <a:ahLst/>
                <a:cxnLst/>
                <a:rect l="l" t="t" r="r" b="b"/>
                <a:pathLst>
                  <a:path w="70215" h="54336">
                    <a:moveTo>
                      <a:pt x="57418" y="0"/>
                    </a:moveTo>
                    <a:lnTo>
                      <a:pt x="70215" y="28963"/>
                    </a:lnTo>
                    <a:lnTo>
                      <a:pt x="43271" y="40837"/>
                    </a:lnTo>
                    <a:lnTo>
                      <a:pt x="12802" y="54336"/>
                    </a:lnTo>
                    <a:lnTo>
                      <a:pt x="0" y="25372"/>
                    </a:lnTo>
                    <a:lnTo>
                      <a:pt x="5741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2" name="Контур"/>
              <p:cNvSpPr/>
              <p:nvPr/>
            </p:nvSpPr>
            <p:spPr>
              <a:xfrm>
                <a:off x="8742751" y="6337303"/>
                <a:ext cx="23715" cy="26508"/>
              </a:xfrm>
              <a:custGeom>
                <a:avLst/>
                <a:gdLst/>
                <a:ahLst/>
                <a:cxnLst/>
                <a:rect l="l" t="t" r="r" b="b"/>
                <a:pathLst>
                  <a:path w="23715" h="26508">
                    <a:moveTo>
                      <a:pt x="0" y="7148"/>
                    </a:moveTo>
                    <a:lnTo>
                      <a:pt x="13349" y="0"/>
                    </a:lnTo>
                    <a:lnTo>
                      <a:pt x="23715" y="19361"/>
                    </a:lnTo>
                    <a:lnTo>
                      <a:pt x="10366" y="26508"/>
                    </a:lnTo>
                    <a:lnTo>
                      <a:pt x="0" y="71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3" name="Контур"/>
              <p:cNvSpPr/>
              <p:nvPr/>
            </p:nvSpPr>
            <p:spPr>
              <a:xfrm>
                <a:off x="9007904" y="6300544"/>
                <a:ext cx="27960" cy="23952"/>
              </a:xfrm>
              <a:custGeom>
                <a:avLst/>
                <a:gdLst/>
                <a:ahLst/>
                <a:cxnLst/>
                <a:rect l="l" t="t" r="r" b="b"/>
                <a:pathLst>
                  <a:path w="27960" h="23952">
                    <a:moveTo>
                      <a:pt x="6537" y="23952"/>
                    </a:moveTo>
                    <a:lnTo>
                      <a:pt x="0" y="10137"/>
                    </a:lnTo>
                    <a:lnTo>
                      <a:pt x="21422" y="0"/>
                    </a:lnTo>
                    <a:lnTo>
                      <a:pt x="27960" y="13814"/>
                    </a:lnTo>
                    <a:lnTo>
                      <a:pt x="6537" y="239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4" name="Контур"/>
              <p:cNvSpPr/>
              <p:nvPr/>
            </p:nvSpPr>
            <p:spPr>
              <a:xfrm>
                <a:off x="8865321" y="6277407"/>
                <a:ext cx="38937" cy="37466"/>
              </a:xfrm>
              <a:custGeom>
                <a:avLst/>
                <a:gdLst/>
                <a:ahLst/>
                <a:cxnLst/>
                <a:rect l="l" t="t" r="r" b="b"/>
                <a:pathLst>
                  <a:path w="38937" h="37466">
                    <a:moveTo>
                      <a:pt x="12003" y="37466"/>
                    </a:moveTo>
                    <a:lnTo>
                      <a:pt x="0" y="13474"/>
                    </a:lnTo>
                    <a:lnTo>
                      <a:pt x="26934" y="0"/>
                    </a:lnTo>
                    <a:lnTo>
                      <a:pt x="38937" y="23992"/>
                    </a:lnTo>
                    <a:lnTo>
                      <a:pt x="12003" y="374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5" name="Контур"/>
              <p:cNvSpPr/>
              <p:nvPr/>
            </p:nvSpPr>
            <p:spPr>
              <a:xfrm>
                <a:off x="8898988" y="6248801"/>
                <a:ext cx="62776" cy="53439"/>
              </a:xfrm>
              <a:custGeom>
                <a:avLst/>
                <a:gdLst/>
                <a:ahLst/>
                <a:cxnLst/>
                <a:rect l="l" t="t" r="r" b="b"/>
                <a:pathLst>
                  <a:path w="62776" h="53439">
                    <a:moveTo>
                      <a:pt x="0" y="27069"/>
                    </a:moveTo>
                    <a:lnTo>
                      <a:pt x="47863" y="0"/>
                    </a:lnTo>
                    <a:lnTo>
                      <a:pt x="62776" y="26371"/>
                    </a:lnTo>
                    <a:lnTo>
                      <a:pt x="14913" y="53439"/>
                    </a:lnTo>
                    <a:lnTo>
                      <a:pt x="0" y="270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6" name="Контур"/>
              <p:cNvSpPr/>
              <p:nvPr/>
            </p:nvSpPr>
            <p:spPr>
              <a:xfrm>
                <a:off x="8641894" y="6032089"/>
                <a:ext cx="173150" cy="249111"/>
              </a:xfrm>
              <a:custGeom>
                <a:avLst/>
                <a:gdLst/>
                <a:ahLst/>
                <a:cxnLst/>
                <a:rect l="l" t="t" r="r" b="b"/>
                <a:pathLst>
                  <a:path w="173150" h="249111">
                    <a:moveTo>
                      <a:pt x="132643" y="249111"/>
                    </a:moveTo>
                    <a:lnTo>
                      <a:pt x="0" y="26064"/>
                    </a:lnTo>
                    <a:lnTo>
                      <a:pt x="41299" y="0"/>
                    </a:lnTo>
                    <a:lnTo>
                      <a:pt x="173150" y="225024"/>
                    </a:lnTo>
                    <a:lnTo>
                      <a:pt x="132643" y="2491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7" name="Контур"/>
              <p:cNvSpPr/>
              <p:nvPr/>
            </p:nvSpPr>
            <p:spPr>
              <a:xfrm>
                <a:off x="8899315" y="6058826"/>
                <a:ext cx="182738" cy="206925"/>
              </a:xfrm>
              <a:custGeom>
                <a:avLst/>
                <a:gdLst/>
                <a:ahLst/>
                <a:cxnLst/>
                <a:rect l="l" t="t" r="r" b="b"/>
                <a:pathLst>
                  <a:path w="182738" h="206925">
                    <a:moveTo>
                      <a:pt x="70048" y="16007"/>
                    </a:moveTo>
                    <a:lnTo>
                      <a:pt x="100578" y="0"/>
                    </a:lnTo>
                    <a:lnTo>
                      <a:pt x="182738" y="145422"/>
                    </a:lnTo>
                    <a:lnTo>
                      <a:pt x="164857" y="155872"/>
                    </a:lnTo>
                    <a:lnTo>
                      <a:pt x="150914" y="162934"/>
                    </a:lnTo>
                    <a:lnTo>
                      <a:pt x="153906" y="168372"/>
                    </a:lnTo>
                    <a:lnTo>
                      <a:pt x="83845" y="206925"/>
                    </a:lnTo>
                    <a:lnTo>
                      <a:pt x="0" y="54553"/>
                    </a:lnTo>
                    <a:lnTo>
                      <a:pt x="70048" y="160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8" name="Контур"/>
              <p:cNvSpPr/>
              <p:nvPr/>
            </p:nvSpPr>
            <p:spPr>
              <a:xfrm>
                <a:off x="8358060" y="6128440"/>
                <a:ext cx="83424" cy="80620"/>
              </a:xfrm>
              <a:custGeom>
                <a:avLst/>
                <a:gdLst/>
                <a:ahLst/>
                <a:cxnLst/>
                <a:rect l="l" t="t" r="r" b="b"/>
                <a:pathLst>
                  <a:path w="83424" h="80620">
                    <a:moveTo>
                      <a:pt x="34090" y="80620"/>
                    </a:moveTo>
                    <a:lnTo>
                      <a:pt x="0" y="30681"/>
                    </a:lnTo>
                    <a:lnTo>
                      <a:pt x="52157" y="0"/>
                    </a:lnTo>
                    <a:lnTo>
                      <a:pt x="70272" y="29438"/>
                    </a:lnTo>
                    <a:lnTo>
                      <a:pt x="83424" y="50808"/>
                    </a:lnTo>
                    <a:lnTo>
                      <a:pt x="72797" y="57230"/>
                    </a:lnTo>
                    <a:lnTo>
                      <a:pt x="34090" y="806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9" name="Контур"/>
              <p:cNvSpPr/>
              <p:nvPr/>
            </p:nvSpPr>
            <p:spPr>
              <a:xfrm>
                <a:off x="9087576" y="5778404"/>
                <a:ext cx="453695" cy="344241"/>
              </a:xfrm>
              <a:custGeom>
                <a:avLst/>
                <a:gdLst/>
                <a:ahLst/>
                <a:cxnLst/>
                <a:rect l="l" t="t" r="r" b="b"/>
                <a:pathLst>
                  <a:path w="453695" h="344241">
                    <a:moveTo>
                      <a:pt x="202237" y="117155"/>
                    </a:moveTo>
                    <a:lnTo>
                      <a:pt x="343147" y="29135"/>
                    </a:lnTo>
                    <a:lnTo>
                      <a:pt x="389153" y="0"/>
                    </a:lnTo>
                    <a:lnTo>
                      <a:pt x="453695" y="101915"/>
                    </a:lnTo>
                    <a:lnTo>
                      <a:pt x="407330" y="131279"/>
                    </a:lnTo>
                    <a:lnTo>
                      <a:pt x="418284" y="148575"/>
                    </a:lnTo>
                    <a:lnTo>
                      <a:pt x="170857" y="305271"/>
                    </a:lnTo>
                    <a:lnTo>
                      <a:pt x="157576" y="284301"/>
                    </a:lnTo>
                    <a:lnTo>
                      <a:pt x="112767" y="312180"/>
                    </a:lnTo>
                    <a:lnTo>
                      <a:pt x="91285" y="325701"/>
                    </a:lnTo>
                    <a:lnTo>
                      <a:pt x="62237" y="344241"/>
                    </a:lnTo>
                    <a:lnTo>
                      <a:pt x="24184" y="283093"/>
                    </a:lnTo>
                    <a:lnTo>
                      <a:pt x="3402" y="250590"/>
                    </a:lnTo>
                    <a:lnTo>
                      <a:pt x="0" y="244561"/>
                    </a:lnTo>
                    <a:lnTo>
                      <a:pt x="28275" y="227325"/>
                    </a:lnTo>
                    <a:lnTo>
                      <a:pt x="202237" y="1171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0" name="Контур"/>
              <p:cNvSpPr/>
              <p:nvPr/>
            </p:nvSpPr>
            <p:spPr>
              <a:xfrm>
                <a:off x="8886837" y="6051228"/>
                <a:ext cx="82526" cy="62151"/>
              </a:xfrm>
              <a:custGeom>
                <a:avLst/>
                <a:gdLst/>
                <a:ahLst/>
                <a:cxnLst/>
                <a:rect l="l" t="t" r="r" b="b"/>
                <a:pathLst>
                  <a:path w="82526" h="62151">
                    <a:moveTo>
                      <a:pt x="12478" y="62151"/>
                    </a:moveTo>
                    <a:lnTo>
                      <a:pt x="0" y="38384"/>
                    </a:lnTo>
                    <a:lnTo>
                      <a:pt x="70367" y="0"/>
                    </a:lnTo>
                    <a:lnTo>
                      <a:pt x="82526" y="23605"/>
                    </a:lnTo>
                    <a:lnTo>
                      <a:pt x="12478" y="621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1" name="Контур"/>
              <p:cNvSpPr/>
              <p:nvPr/>
            </p:nvSpPr>
            <p:spPr>
              <a:xfrm>
                <a:off x="9053228" y="5965914"/>
                <a:ext cx="43589" cy="33500"/>
              </a:xfrm>
              <a:custGeom>
                <a:avLst/>
                <a:gdLst/>
                <a:ahLst/>
                <a:cxnLst/>
                <a:rect l="l" t="t" r="r" b="b"/>
                <a:pathLst>
                  <a:path w="43589" h="33500">
                    <a:moveTo>
                      <a:pt x="7059" y="33500"/>
                    </a:moveTo>
                    <a:lnTo>
                      <a:pt x="0" y="21511"/>
                    </a:lnTo>
                    <a:lnTo>
                      <a:pt x="36530" y="0"/>
                    </a:lnTo>
                    <a:lnTo>
                      <a:pt x="43589" y="11989"/>
                    </a:lnTo>
                    <a:lnTo>
                      <a:pt x="7059" y="335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2" name="Контур"/>
              <p:cNvSpPr/>
              <p:nvPr/>
            </p:nvSpPr>
            <p:spPr>
              <a:xfrm>
                <a:off x="9075775" y="6028994"/>
                <a:ext cx="35985" cy="42224"/>
              </a:xfrm>
              <a:custGeom>
                <a:avLst/>
                <a:gdLst/>
                <a:ahLst/>
                <a:cxnLst/>
                <a:rect l="l" t="t" r="r" b="b"/>
                <a:pathLst>
                  <a:path w="35985" h="42224">
                    <a:moveTo>
                      <a:pt x="15203" y="0"/>
                    </a:moveTo>
                    <a:lnTo>
                      <a:pt x="35985" y="32503"/>
                    </a:lnTo>
                    <a:lnTo>
                      <a:pt x="20783" y="42224"/>
                    </a:lnTo>
                    <a:lnTo>
                      <a:pt x="0" y="9721"/>
                    </a:lnTo>
                    <a:lnTo>
                      <a:pt x="1520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3" name="Контур"/>
              <p:cNvSpPr/>
              <p:nvPr/>
            </p:nvSpPr>
            <p:spPr>
              <a:xfrm>
                <a:off x="8883077" y="5954906"/>
                <a:ext cx="30340" cy="34893"/>
              </a:xfrm>
              <a:custGeom>
                <a:avLst/>
                <a:gdLst/>
                <a:ahLst/>
                <a:cxnLst/>
                <a:rect l="l" t="t" r="r" b="b"/>
                <a:pathLst>
                  <a:path w="30340" h="34893">
                    <a:moveTo>
                      <a:pt x="0" y="8420"/>
                    </a:moveTo>
                    <a:lnTo>
                      <a:pt x="12478" y="0"/>
                    </a:lnTo>
                    <a:lnTo>
                      <a:pt x="30340" y="26473"/>
                    </a:lnTo>
                    <a:lnTo>
                      <a:pt x="17862" y="34893"/>
                    </a:lnTo>
                    <a:lnTo>
                      <a:pt x="0" y="84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4" name="Контур"/>
              <p:cNvSpPr/>
              <p:nvPr/>
            </p:nvSpPr>
            <p:spPr>
              <a:xfrm>
                <a:off x="9839158" y="6573159"/>
                <a:ext cx="30210" cy="24435"/>
              </a:xfrm>
              <a:custGeom>
                <a:avLst/>
                <a:gdLst/>
                <a:ahLst/>
                <a:cxnLst/>
                <a:rect l="l" t="t" r="r" b="b"/>
                <a:pathLst>
                  <a:path w="30210" h="24435">
                    <a:moveTo>
                      <a:pt x="6021" y="24435"/>
                    </a:moveTo>
                    <a:lnTo>
                      <a:pt x="0" y="14130"/>
                    </a:lnTo>
                    <a:lnTo>
                      <a:pt x="24189" y="0"/>
                    </a:lnTo>
                    <a:lnTo>
                      <a:pt x="30210" y="10306"/>
                    </a:lnTo>
                    <a:lnTo>
                      <a:pt x="6021" y="244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5" name="Контур"/>
              <p:cNvSpPr/>
              <p:nvPr/>
            </p:nvSpPr>
            <p:spPr>
              <a:xfrm>
                <a:off x="9274102" y="6498707"/>
                <a:ext cx="118265" cy="106069"/>
              </a:xfrm>
              <a:custGeom>
                <a:avLst/>
                <a:gdLst/>
                <a:ahLst/>
                <a:cxnLst/>
                <a:rect l="l" t="t" r="r" b="b"/>
                <a:pathLst>
                  <a:path w="118265" h="106069">
                    <a:moveTo>
                      <a:pt x="40388" y="94056"/>
                    </a:moveTo>
                    <a:lnTo>
                      <a:pt x="0" y="17011"/>
                    </a:lnTo>
                    <a:lnTo>
                      <a:pt x="33721" y="0"/>
                    </a:lnTo>
                    <a:lnTo>
                      <a:pt x="48245" y="24496"/>
                    </a:lnTo>
                    <a:lnTo>
                      <a:pt x="80612" y="11211"/>
                    </a:lnTo>
                    <a:lnTo>
                      <a:pt x="118265" y="79170"/>
                    </a:lnTo>
                    <a:lnTo>
                      <a:pt x="67455" y="106069"/>
                    </a:lnTo>
                    <a:lnTo>
                      <a:pt x="40388" y="940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6" name="Контур"/>
              <p:cNvSpPr/>
              <p:nvPr/>
            </p:nvSpPr>
            <p:spPr>
              <a:xfrm>
                <a:off x="9398985" y="6399777"/>
                <a:ext cx="218031" cy="158932"/>
              </a:xfrm>
              <a:custGeom>
                <a:avLst/>
                <a:gdLst/>
                <a:ahLst/>
                <a:cxnLst/>
                <a:rect l="l" t="t" r="r" b="b"/>
                <a:pathLst>
                  <a:path w="218031" h="158932">
                    <a:moveTo>
                      <a:pt x="0" y="127234"/>
                    </a:moveTo>
                    <a:lnTo>
                      <a:pt x="197623" y="0"/>
                    </a:lnTo>
                    <a:lnTo>
                      <a:pt x="218031" y="31698"/>
                    </a:lnTo>
                    <a:lnTo>
                      <a:pt x="20408" y="158932"/>
                    </a:lnTo>
                    <a:lnTo>
                      <a:pt x="0" y="1272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7" name="Контур"/>
              <p:cNvSpPr/>
              <p:nvPr/>
            </p:nvSpPr>
            <p:spPr>
              <a:xfrm>
                <a:off x="9267642" y="6456680"/>
                <a:ext cx="32269" cy="31499"/>
              </a:xfrm>
              <a:custGeom>
                <a:avLst/>
                <a:gdLst/>
                <a:ahLst/>
                <a:cxnLst/>
                <a:rect l="l" t="t" r="r" b="b"/>
                <a:pathLst>
                  <a:path w="32269" h="31499">
                    <a:moveTo>
                      <a:pt x="9767" y="31499"/>
                    </a:moveTo>
                    <a:lnTo>
                      <a:pt x="0" y="23472"/>
                    </a:lnTo>
                    <a:lnTo>
                      <a:pt x="0" y="10908"/>
                    </a:lnTo>
                    <a:lnTo>
                      <a:pt x="7852" y="698"/>
                    </a:lnTo>
                    <a:lnTo>
                      <a:pt x="22851" y="0"/>
                    </a:lnTo>
                    <a:lnTo>
                      <a:pt x="32269" y="12216"/>
                    </a:lnTo>
                    <a:lnTo>
                      <a:pt x="31393" y="22076"/>
                    </a:lnTo>
                    <a:lnTo>
                      <a:pt x="21627" y="31150"/>
                    </a:lnTo>
                    <a:lnTo>
                      <a:pt x="9767" y="314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8" name="Контур"/>
              <p:cNvSpPr/>
              <p:nvPr/>
            </p:nvSpPr>
            <p:spPr>
              <a:xfrm>
                <a:off x="9306425" y="5943582"/>
                <a:ext cx="749179" cy="517733"/>
              </a:xfrm>
              <a:custGeom>
                <a:avLst/>
                <a:gdLst/>
                <a:ahLst/>
                <a:cxnLst/>
                <a:rect l="l" t="t" r="r" b="b"/>
                <a:pathLst>
                  <a:path w="749179" h="517733">
                    <a:moveTo>
                      <a:pt x="703474" y="0"/>
                    </a:moveTo>
                    <a:lnTo>
                      <a:pt x="749179" y="72158"/>
                    </a:lnTo>
                    <a:lnTo>
                      <a:pt x="45706" y="517733"/>
                    </a:lnTo>
                    <a:lnTo>
                      <a:pt x="0" y="445574"/>
                    </a:lnTo>
                    <a:lnTo>
                      <a:pt x="70347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9" name="Контур"/>
              <p:cNvSpPr/>
              <p:nvPr/>
            </p:nvSpPr>
            <p:spPr>
              <a:xfrm>
                <a:off x="9264334" y="6208251"/>
                <a:ext cx="174051" cy="132273"/>
              </a:xfrm>
              <a:custGeom>
                <a:avLst/>
                <a:gdLst/>
                <a:ahLst/>
                <a:cxnLst/>
                <a:rect l="l" t="t" r="r" b="b"/>
                <a:pathLst>
                  <a:path w="174051" h="132273">
                    <a:moveTo>
                      <a:pt x="0" y="96662"/>
                    </a:moveTo>
                    <a:lnTo>
                      <a:pt x="151299" y="0"/>
                    </a:lnTo>
                    <a:lnTo>
                      <a:pt x="174051" y="35611"/>
                    </a:lnTo>
                    <a:lnTo>
                      <a:pt x="22752" y="132273"/>
                    </a:lnTo>
                    <a:lnTo>
                      <a:pt x="0" y="966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0" name="Контур"/>
              <p:cNvSpPr/>
              <p:nvPr/>
            </p:nvSpPr>
            <p:spPr>
              <a:xfrm>
                <a:off x="9148517" y="6227479"/>
                <a:ext cx="79528" cy="100832"/>
              </a:xfrm>
              <a:custGeom>
                <a:avLst/>
                <a:gdLst/>
                <a:ahLst/>
                <a:cxnLst/>
                <a:rect l="l" t="t" r="r" b="b"/>
                <a:pathLst>
                  <a:path w="79528" h="100832">
                    <a:moveTo>
                      <a:pt x="32742" y="0"/>
                    </a:moveTo>
                    <a:lnTo>
                      <a:pt x="79528" y="75596"/>
                    </a:lnTo>
                    <a:lnTo>
                      <a:pt x="38712" y="100832"/>
                    </a:lnTo>
                    <a:lnTo>
                      <a:pt x="0" y="20049"/>
                    </a:lnTo>
                    <a:lnTo>
                      <a:pt x="3274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1" name="Контур"/>
              <p:cNvSpPr/>
              <p:nvPr/>
            </p:nvSpPr>
            <p:spPr>
              <a:xfrm>
                <a:off x="9181259" y="6031176"/>
                <a:ext cx="352448" cy="273737"/>
              </a:xfrm>
              <a:custGeom>
                <a:avLst/>
                <a:gdLst/>
                <a:ahLst/>
                <a:cxnLst/>
                <a:rect l="l" t="t" r="r" b="b"/>
                <a:pathLst>
                  <a:path w="352448" h="273737">
                    <a:moveTo>
                      <a:pt x="287435" y="0"/>
                    </a:moveTo>
                    <a:lnTo>
                      <a:pt x="352448" y="102382"/>
                    </a:lnTo>
                    <a:lnTo>
                      <a:pt x="329503" y="117329"/>
                    </a:lnTo>
                    <a:lnTo>
                      <a:pt x="252928" y="165175"/>
                    </a:lnTo>
                    <a:lnTo>
                      <a:pt x="234374" y="177075"/>
                    </a:lnTo>
                    <a:lnTo>
                      <a:pt x="83075" y="273737"/>
                    </a:lnTo>
                    <a:lnTo>
                      <a:pt x="71841" y="256202"/>
                    </a:lnTo>
                    <a:lnTo>
                      <a:pt x="46786" y="271899"/>
                    </a:lnTo>
                    <a:lnTo>
                      <a:pt x="0" y="196303"/>
                    </a:lnTo>
                    <a:lnTo>
                      <a:pt x="24066" y="181355"/>
                    </a:lnTo>
                    <a:lnTo>
                      <a:pt x="17249" y="170704"/>
                    </a:lnTo>
                    <a:lnTo>
                      <a:pt x="174323" y="70480"/>
                    </a:lnTo>
                    <a:lnTo>
                      <a:pt x="2874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2" name="Контур"/>
              <p:cNvSpPr/>
              <p:nvPr/>
            </p:nvSpPr>
            <p:spPr>
              <a:xfrm>
                <a:off x="9434187" y="6148505"/>
                <a:ext cx="94798" cy="79910"/>
              </a:xfrm>
              <a:custGeom>
                <a:avLst/>
                <a:gdLst/>
                <a:ahLst/>
                <a:cxnLst/>
                <a:rect l="l" t="t" r="r" b="b"/>
                <a:pathLst>
                  <a:path w="94798" h="79910">
                    <a:moveTo>
                      <a:pt x="22296" y="79910"/>
                    </a:moveTo>
                    <a:lnTo>
                      <a:pt x="0" y="47846"/>
                    </a:lnTo>
                    <a:lnTo>
                      <a:pt x="76575" y="0"/>
                    </a:lnTo>
                    <a:lnTo>
                      <a:pt x="94798" y="34766"/>
                    </a:lnTo>
                    <a:lnTo>
                      <a:pt x="22296" y="799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3" name="Контур"/>
              <p:cNvSpPr/>
              <p:nvPr/>
            </p:nvSpPr>
            <p:spPr>
              <a:xfrm>
                <a:off x="9165691" y="6081014"/>
                <a:ext cx="189891" cy="146465"/>
              </a:xfrm>
              <a:custGeom>
                <a:avLst/>
                <a:gdLst/>
                <a:ahLst/>
                <a:cxnLst/>
                <a:rect l="l" t="t" r="r" b="b"/>
                <a:pathLst>
                  <a:path w="189891" h="146465">
                    <a:moveTo>
                      <a:pt x="189891" y="20642"/>
                    </a:moveTo>
                    <a:lnTo>
                      <a:pt x="32817" y="120866"/>
                    </a:lnTo>
                    <a:lnTo>
                      <a:pt x="39634" y="131517"/>
                    </a:lnTo>
                    <a:lnTo>
                      <a:pt x="15568" y="146465"/>
                    </a:lnTo>
                    <a:lnTo>
                      <a:pt x="0" y="115588"/>
                    </a:lnTo>
                    <a:lnTo>
                      <a:pt x="29464" y="97199"/>
                    </a:lnTo>
                    <a:lnTo>
                      <a:pt x="26839" y="92529"/>
                    </a:lnTo>
                    <a:lnTo>
                      <a:pt x="177223" y="0"/>
                    </a:lnTo>
                    <a:lnTo>
                      <a:pt x="189891" y="206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4" name="Контур"/>
              <p:cNvSpPr/>
              <p:nvPr/>
            </p:nvSpPr>
            <p:spPr>
              <a:xfrm>
                <a:off x="9468694" y="5983816"/>
                <a:ext cx="140612" cy="149742"/>
              </a:xfrm>
              <a:custGeom>
                <a:avLst/>
                <a:gdLst/>
                <a:ahLst/>
                <a:cxnLst/>
                <a:rect l="l" t="t" r="r" b="b"/>
                <a:pathLst>
                  <a:path w="140612" h="149742">
                    <a:moveTo>
                      <a:pt x="0" y="47360"/>
                    </a:moveTo>
                    <a:lnTo>
                      <a:pt x="76822" y="0"/>
                    </a:lnTo>
                    <a:lnTo>
                      <a:pt x="114926" y="60948"/>
                    </a:lnTo>
                    <a:lnTo>
                      <a:pt x="140612" y="102532"/>
                    </a:lnTo>
                    <a:lnTo>
                      <a:pt x="65013" y="149742"/>
                    </a:lnTo>
                    <a:lnTo>
                      <a:pt x="0" y="473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5" name="Контур"/>
              <p:cNvSpPr/>
              <p:nvPr/>
            </p:nvSpPr>
            <p:spPr>
              <a:xfrm>
                <a:off x="9178861" y="6090584"/>
                <a:ext cx="35922" cy="36464"/>
              </a:xfrm>
              <a:custGeom>
                <a:avLst/>
                <a:gdLst/>
                <a:ahLst/>
                <a:cxnLst/>
                <a:rect l="l" t="t" r="r" b="b"/>
                <a:pathLst>
                  <a:path w="35922" h="36464">
                    <a:moveTo>
                      <a:pt x="0" y="13521"/>
                    </a:moveTo>
                    <a:lnTo>
                      <a:pt x="21482" y="0"/>
                    </a:lnTo>
                    <a:lnTo>
                      <a:pt x="35922" y="22943"/>
                    </a:lnTo>
                    <a:lnTo>
                      <a:pt x="14440" y="36464"/>
                    </a:lnTo>
                    <a:lnTo>
                      <a:pt x="0" y="135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6" name="Контур"/>
              <p:cNvSpPr/>
              <p:nvPr/>
            </p:nvSpPr>
            <p:spPr>
              <a:xfrm>
                <a:off x="9545516" y="5970593"/>
                <a:ext cx="59254" cy="74171"/>
              </a:xfrm>
              <a:custGeom>
                <a:avLst/>
                <a:gdLst/>
                <a:ahLst/>
                <a:cxnLst/>
                <a:rect l="l" t="t" r="r" b="b"/>
                <a:pathLst>
                  <a:path w="59254" h="74171">
                    <a:moveTo>
                      <a:pt x="0" y="13223"/>
                    </a:moveTo>
                    <a:lnTo>
                      <a:pt x="21149" y="0"/>
                    </a:lnTo>
                    <a:lnTo>
                      <a:pt x="59254" y="60948"/>
                    </a:lnTo>
                    <a:lnTo>
                      <a:pt x="38104" y="74171"/>
                    </a:lnTo>
                    <a:lnTo>
                      <a:pt x="0" y="132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7" name="Контур"/>
              <p:cNvSpPr/>
              <p:nvPr/>
            </p:nvSpPr>
            <p:spPr>
              <a:xfrm>
                <a:off x="9685738" y="5805211"/>
                <a:ext cx="156711" cy="216198"/>
              </a:xfrm>
              <a:custGeom>
                <a:avLst/>
                <a:gdLst/>
                <a:ahLst/>
                <a:cxnLst/>
                <a:rect l="l" t="t" r="r" b="b"/>
                <a:pathLst>
                  <a:path w="156711" h="216198">
                    <a:moveTo>
                      <a:pt x="98727" y="216198"/>
                    </a:moveTo>
                    <a:lnTo>
                      <a:pt x="0" y="64208"/>
                    </a:lnTo>
                    <a:lnTo>
                      <a:pt x="105752" y="0"/>
                    </a:lnTo>
                    <a:lnTo>
                      <a:pt x="124861" y="32846"/>
                    </a:lnTo>
                    <a:lnTo>
                      <a:pt x="92847" y="53437"/>
                    </a:lnTo>
                    <a:lnTo>
                      <a:pt x="156711" y="155897"/>
                    </a:lnTo>
                    <a:lnTo>
                      <a:pt x="119961" y="180247"/>
                    </a:lnTo>
                    <a:lnTo>
                      <a:pt x="128454" y="195608"/>
                    </a:lnTo>
                    <a:lnTo>
                      <a:pt x="98727" y="2161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8" name="Контур"/>
              <p:cNvSpPr/>
              <p:nvPr/>
            </p:nvSpPr>
            <p:spPr>
              <a:xfrm>
                <a:off x="9087879" y="5844191"/>
                <a:ext cx="201934" cy="161538"/>
              </a:xfrm>
              <a:custGeom>
                <a:avLst/>
                <a:gdLst/>
                <a:ahLst/>
                <a:cxnLst/>
                <a:rect l="l" t="t" r="r" b="b"/>
                <a:pathLst>
                  <a:path w="201934" h="161538">
                    <a:moveTo>
                      <a:pt x="0" y="113607"/>
                    </a:moveTo>
                    <a:lnTo>
                      <a:pt x="169402" y="0"/>
                    </a:lnTo>
                    <a:lnTo>
                      <a:pt x="201934" y="51368"/>
                    </a:lnTo>
                    <a:lnTo>
                      <a:pt x="27972" y="161538"/>
                    </a:lnTo>
                    <a:lnTo>
                      <a:pt x="0" y="1136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9" name="Контур"/>
              <p:cNvSpPr/>
              <p:nvPr/>
            </p:nvSpPr>
            <p:spPr>
              <a:xfrm>
                <a:off x="7979167" y="5898726"/>
                <a:ext cx="158660" cy="152937"/>
              </a:xfrm>
              <a:custGeom>
                <a:avLst/>
                <a:gdLst/>
                <a:ahLst/>
                <a:cxnLst/>
                <a:rect l="l" t="t" r="r" b="b"/>
                <a:pathLst>
                  <a:path w="158660" h="152937">
                    <a:moveTo>
                      <a:pt x="0" y="65483"/>
                    </a:moveTo>
                    <a:lnTo>
                      <a:pt x="2703" y="63826"/>
                    </a:lnTo>
                    <a:lnTo>
                      <a:pt x="27841" y="48178"/>
                    </a:lnTo>
                    <a:lnTo>
                      <a:pt x="69842" y="22154"/>
                    </a:lnTo>
                    <a:lnTo>
                      <a:pt x="105236" y="0"/>
                    </a:lnTo>
                    <a:lnTo>
                      <a:pt x="111077" y="9384"/>
                    </a:lnTo>
                    <a:lnTo>
                      <a:pt x="116165" y="6216"/>
                    </a:lnTo>
                    <a:lnTo>
                      <a:pt x="158660" y="74467"/>
                    </a:lnTo>
                    <a:lnTo>
                      <a:pt x="148522" y="80621"/>
                    </a:lnTo>
                    <a:lnTo>
                      <a:pt x="156101" y="92419"/>
                    </a:lnTo>
                    <a:lnTo>
                      <a:pt x="54971" y="152937"/>
                    </a:lnTo>
                    <a:lnTo>
                      <a:pt x="0" y="654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40" name="Контур"/>
              <p:cNvSpPr/>
              <p:nvPr/>
            </p:nvSpPr>
            <p:spPr>
              <a:xfrm>
                <a:off x="8127689" y="5940313"/>
                <a:ext cx="79133" cy="64791"/>
              </a:xfrm>
              <a:custGeom>
                <a:avLst/>
                <a:gdLst/>
                <a:ahLst/>
                <a:cxnLst/>
                <a:rect l="l" t="t" r="r" b="b"/>
                <a:pathLst>
                  <a:path w="79133" h="64791">
                    <a:moveTo>
                      <a:pt x="0" y="39034"/>
                    </a:moveTo>
                    <a:lnTo>
                      <a:pt x="10138" y="32880"/>
                    </a:lnTo>
                    <a:lnTo>
                      <a:pt x="50347" y="7843"/>
                    </a:lnTo>
                    <a:lnTo>
                      <a:pt x="62947" y="0"/>
                    </a:lnTo>
                    <a:lnTo>
                      <a:pt x="79133" y="25997"/>
                    </a:lnTo>
                    <a:lnTo>
                      <a:pt x="16546" y="64791"/>
                    </a:lnTo>
                    <a:lnTo>
                      <a:pt x="7579" y="50832"/>
                    </a:lnTo>
                    <a:lnTo>
                      <a:pt x="0" y="390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41" name="Контур"/>
              <p:cNvSpPr/>
              <p:nvPr/>
            </p:nvSpPr>
            <p:spPr>
              <a:xfrm>
                <a:off x="8095332" y="5879905"/>
                <a:ext cx="82704" cy="93288"/>
              </a:xfrm>
              <a:custGeom>
                <a:avLst/>
                <a:gdLst/>
                <a:ahLst/>
                <a:cxnLst/>
                <a:rect l="l" t="t" r="r" b="b"/>
                <a:pathLst>
                  <a:path w="82704" h="93288">
                    <a:moveTo>
                      <a:pt x="0" y="25037"/>
                    </a:moveTo>
                    <a:lnTo>
                      <a:pt x="40210" y="0"/>
                    </a:lnTo>
                    <a:lnTo>
                      <a:pt x="41775" y="2515"/>
                    </a:lnTo>
                    <a:lnTo>
                      <a:pt x="70150" y="48231"/>
                    </a:lnTo>
                    <a:lnTo>
                      <a:pt x="82704" y="68251"/>
                    </a:lnTo>
                    <a:lnTo>
                      <a:pt x="42495" y="93288"/>
                    </a:lnTo>
                    <a:lnTo>
                      <a:pt x="0" y="250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42" name="Контур"/>
              <p:cNvSpPr/>
              <p:nvPr/>
            </p:nvSpPr>
            <p:spPr>
              <a:xfrm>
                <a:off x="8259774" y="5943384"/>
                <a:ext cx="20371" cy="21028"/>
              </a:xfrm>
              <a:custGeom>
                <a:avLst/>
                <a:gdLst/>
                <a:ahLst/>
                <a:cxnLst/>
                <a:rect l="l" t="t" r="r" b="b"/>
                <a:pathLst>
                  <a:path w="20371" h="21028">
                    <a:moveTo>
                      <a:pt x="11789" y="0"/>
                    </a:moveTo>
                    <a:lnTo>
                      <a:pt x="20371" y="13573"/>
                    </a:lnTo>
                    <a:lnTo>
                      <a:pt x="8583" y="21028"/>
                    </a:lnTo>
                    <a:lnTo>
                      <a:pt x="0" y="7455"/>
                    </a:lnTo>
                    <a:lnTo>
                      <a:pt x="117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</p:grpSp>
        <p:grpSp>
          <p:nvGrpSpPr>
            <p:cNvPr id="1768" name="Комплексное развитие территорий (ОГД)"/>
            <p:cNvGrpSpPr/>
            <p:nvPr/>
          </p:nvGrpSpPr>
          <p:grpSpPr>
            <a:xfrm>
              <a:off x="7920000" y="2232000"/>
              <a:ext cx="5760000" cy="5685112"/>
              <a:chOff x="7920000" y="2232000"/>
              <a:chExt cx="5760000" cy="5685112"/>
            </a:xfrm>
          </p:grpSpPr>
          <p:sp>
            <p:nvSpPr>
              <p:cNvPr id="1744" name="Контур"/>
              <p:cNvSpPr/>
              <p:nvPr/>
            </p:nvSpPr>
            <p:spPr>
              <a:xfrm>
                <a:off x="10223751" y="4677064"/>
                <a:ext cx="915871" cy="778092"/>
              </a:xfrm>
              <a:custGeom>
                <a:avLst/>
                <a:gdLst/>
                <a:ahLst/>
                <a:cxnLst/>
                <a:rect l="l" t="t" r="r" b="b"/>
                <a:pathLst>
                  <a:path w="915871" h="778092" fill="none">
                    <a:moveTo>
                      <a:pt x="0" y="586481"/>
                    </a:moveTo>
                    <a:lnTo>
                      <a:pt x="31408" y="555074"/>
                    </a:lnTo>
                    <a:moveTo>
                      <a:pt x="40353" y="546129"/>
                    </a:moveTo>
                    <a:lnTo>
                      <a:pt x="437173" y="149309"/>
                    </a:lnTo>
                    <a:moveTo>
                      <a:pt x="32388" y="686464"/>
                    </a:moveTo>
                    <a:lnTo>
                      <a:pt x="718851" y="0"/>
                    </a:lnTo>
                    <a:moveTo>
                      <a:pt x="73130" y="778092"/>
                    </a:moveTo>
                    <a:lnTo>
                      <a:pt x="843941" y="7281"/>
                    </a:lnTo>
                    <a:moveTo>
                      <a:pt x="250111" y="733481"/>
                    </a:moveTo>
                    <a:lnTo>
                      <a:pt x="887057" y="96535"/>
                    </a:lnTo>
                    <a:moveTo>
                      <a:pt x="614590" y="501372"/>
                    </a:moveTo>
                    <a:lnTo>
                      <a:pt x="915871" y="200091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45" name="Контур"/>
              <p:cNvSpPr/>
              <p:nvPr/>
            </p:nvSpPr>
            <p:spPr>
              <a:xfrm>
                <a:off x="10216649" y="4656616"/>
                <a:ext cx="980064" cy="855072"/>
              </a:xfrm>
              <a:custGeom>
                <a:avLst/>
                <a:gdLst/>
                <a:ahLst/>
                <a:cxnLst/>
                <a:rect l="l" t="t" r="r" b="b"/>
                <a:pathLst>
                  <a:path w="980064" h="855072" fill="none">
                    <a:moveTo>
                      <a:pt x="680352" y="484464"/>
                    </a:moveTo>
                    <a:lnTo>
                      <a:pt x="130272" y="834768"/>
                    </a:lnTo>
                    <a:lnTo>
                      <a:pt x="121584" y="855072"/>
                    </a:lnTo>
                    <a:lnTo>
                      <a:pt x="26256" y="724752"/>
                    </a:lnTo>
                    <a:lnTo>
                      <a:pt x="43632" y="713232"/>
                    </a:lnTo>
                    <a:lnTo>
                      <a:pt x="31488" y="694704"/>
                    </a:lnTo>
                    <a:lnTo>
                      <a:pt x="57120" y="676032"/>
                    </a:lnTo>
                    <a:lnTo>
                      <a:pt x="3024" y="601296"/>
                    </a:lnTo>
                    <a:lnTo>
                      <a:pt x="48624" y="568176"/>
                    </a:lnTo>
                    <a:lnTo>
                      <a:pt x="0" y="496512"/>
                    </a:lnTo>
                    <a:lnTo>
                      <a:pt x="169872" y="367632"/>
                    </a:lnTo>
                    <a:lnTo>
                      <a:pt x="626352" y="40608"/>
                    </a:lnTo>
                    <a:lnTo>
                      <a:pt x="837648" y="0"/>
                    </a:lnTo>
                    <a:lnTo>
                      <a:pt x="905424" y="140304"/>
                    </a:lnTo>
                    <a:lnTo>
                      <a:pt x="888768" y="166464"/>
                    </a:lnTo>
                    <a:lnTo>
                      <a:pt x="925488" y="224496"/>
                    </a:lnTo>
                    <a:lnTo>
                      <a:pt x="947520" y="226704"/>
                    </a:lnTo>
                    <a:lnTo>
                      <a:pt x="980064" y="294144"/>
                    </a:lnTo>
                    <a:lnTo>
                      <a:pt x="680352" y="484464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46" name="Контур"/>
              <p:cNvSpPr/>
              <p:nvPr/>
            </p:nvSpPr>
            <p:spPr>
              <a:xfrm>
                <a:off x="10942602" y="3901068"/>
                <a:ext cx="1344131" cy="1287823"/>
              </a:xfrm>
              <a:custGeom>
                <a:avLst/>
                <a:gdLst/>
                <a:ahLst/>
                <a:cxnLst/>
                <a:rect l="l" t="t" r="r" b="b"/>
                <a:pathLst>
                  <a:path w="1344131" h="1287823" fill="none">
                    <a:moveTo>
                      <a:pt x="0" y="775996"/>
                    </a:moveTo>
                    <a:lnTo>
                      <a:pt x="396145" y="379852"/>
                    </a:lnTo>
                    <a:moveTo>
                      <a:pt x="125090" y="783277"/>
                    </a:moveTo>
                    <a:lnTo>
                      <a:pt x="908367" y="0"/>
                    </a:lnTo>
                    <a:moveTo>
                      <a:pt x="168206" y="872531"/>
                    </a:moveTo>
                    <a:lnTo>
                      <a:pt x="984044" y="56692"/>
                    </a:lnTo>
                    <a:moveTo>
                      <a:pt x="197020" y="976087"/>
                    </a:moveTo>
                    <a:lnTo>
                      <a:pt x="1041294" y="131813"/>
                    </a:lnTo>
                    <a:moveTo>
                      <a:pt x="257153" y="1048324"/>
                    </a:moveTo>
                    <a:lnTo>
                      <a:pt x="1098543" y="206934"/>
                    </a:lnTo>
                    <a:moveTo>
                      <a:pt x="332129" y="1105718"/>
                    </a:moveTo>
                    <a:lnTo>
                      <a:pt x="1165561" y="272286"/>
                    </a:lnTo>
                    <a:moveTo>
                      <a:pt x="373933" y="1196284"/>
                    </a:moveTo>
                    <a:lnTo>
                      <a:pt x="1166661" y="403556"/>
                    </a:lnTo>
                    <a:moveTo>
                      <a:pt x="414764" y="1287823"/>
                    </a:moveTo>
                    <a:lnTo>
                      <a:pt x="1226607" y="475980"/>
                    </a:lnTo>
                    <a:moveTo>
                      <a:pt x="614917" y="1220041"/>
                    </a:moveTo>
                    <a:lnTo>
                      <a:pt x="1285371" y="549586"/>
                    </a:lnTo>
                    <a:moveTo>
                      <a:pt x="1182539" y="784788"/>
                    </a:moveTo>
                    <a:lnTo>
                      <a:pt x="1344131" y="623196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47" name="Контур"/>
              <p:cNvSpPr/>
              <p:nvPr/>
            </p:nvSpPr>
            <p:spPr>
              <a:xfrm>
                <a:off x="10822601" y="3895768"/>
                <a:ext cx="1482192" cy="1338096"/>
              </a:xfrm>
              <a:custGeom>
                <a:avLst/>
                <a:gdLst/>
                <a:ahLst/>
                <a:cxnLst/>
                <a:rect l="l" t="t" r="r" b="b"/>
                <a:pathLst>
                  <a:path w="1482192" h="1338096" fill="none">
                    <a:moveTo>
                      <a:pt x="1429440" y="691920"/>
                    </a:moveTo>
                    <a:lnTo>
                      <a:pt x="760992" y="1209024"/>
                    </a:lnTo>
                    <a:lnTo>
                      <a:pt x="554880" y="1338096"/>
                    </a:lnTo>
                    <a:lnTo>
                      <a:pt x="502608" y="1225248"/>
                    </a:lnTo>
                    <a:lnTo>
                      <a:pt x="482496" y="1170384"/>
                    </a:lnTo>
                    <a:lnTo>
                      <a:pt x="414240" y="1036944"/>
                    </a:lnTo>
                    <a:lnTo>
                      <a:pt x="371232" y="1056288"/>
                    </a:lnTo>
                    <a:lnTo>
                      <a:pt x="341568" y="987552"/>
                    </a:lnTo>
                    <a:lnTo>
                      <a:pt x="319536" y="985344"/>
                    </a:lnTo>
                    <a:lnTo>
                      <a:pt x="282816" y="927312"/>
                    </a:lnTo>
                    <a:lnTo>
                      <a:pt x="299472" y="901152"/>
                    </a:lnTo>
                    <a:lnTo>
                      <a:pt x="231696" y="760848"/>
                    </a:lnTo>
                    <a:lnTo>
                      <a:pt x="31776" y="797424"/>
                    </a:lnTo>
                    <a:lnTo>
                      <a:pt x="0" y="814032"/>
                    </a:lnTo>
                    <a:lnTo>
                      <a:pt x="188352" y="661680"/>
                    </a:lnTo>
                    <a:lnTo>
                      <a:pt x="478656" y="411984"/>
                    </a:lnTo>
                    <a:lnTo>
                      <a:pt x="653088" y="278928"/>
                    </a:lnTo>
                    <a:lnTo>
                      <a:pt x="669456" y="261648"/>
                    </a:lnTo>
                    <a:lnTo>
                      <a:pt x="1024320" y="0"/>
                    </a:lnTo>
                    <a:lnTo>
                      <a:pt x="1076256" y="72864"/>
                    </a:lnTo>
                    <a:lnTo>
                      <a:pt x="1100112" y="56832"/>
                    </a:lnTo>
                    <a:lnTo>
                      <a:pt x="1264176" y="272112"/>
                    </a:lnTo>
                    <a:lnTo>
                      <a:pt x="1275456" y="263904"/>
                    </a:lnTo>
                    <a:lnTo>
                      <a:pt x="1328352" y="335520"/>
                    </a:lnTo>
                    <a:lnTo>
                      <a:pt x="1267152" y="380784"/>
                    </a:lnTo>
                    <a:lnTo>
                      <a:pt x="1482192" y="651120"/>
                    </a:lnTo>
                    <a:lnTo>
                      <a:pt x="1429440" y="69192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48" name="Контур"/>
              <p:cNvSpPr/>
              <p:nvPr/>
            </p:nvSpPr>
            <p:spPr>
              <a:xfrm>
                <a:off x="10069093" y="2232000"/>
                <a:ext cx="3232136" cy="2543675"/>
              </a:xfrm>
              <a:custGeom>
                <a:avLst/>
                <a:gdLst/>
                <a:ahLst/>
                <a:cxnLst/>
                <a:rect l="l" t="t" r="r" b="b"/>
                <a:pathLst>
                  <a:path w="3232136" h="2543675" fill="none">
                    <a:moveTo>
                      <a:pt x="0" y="2391983"/>
                    </a:moveTo>
                    <a:lnTo>
                      <a:pt x="166491" y="2225492"/>
                    </a:lnTo>
                    <a:moveTo>
                      <a:pt x="622528" y="1769455"/>
                    </a:moveTo>
                    <a:lnTo>
                      <a:pt x="845138" y="1546846"/>
                    </a:lnTo>
                    <a:moveTo>
                      <a:pt x="1562393" y="829590"/>
                    </a:moveTo>
                    <a:lnTo>
                      <a:pt x="2391983" y="0"/>
                    </a:lnTo>
                    <a:moveTo>
                      <a:pt x="54295" y="2470058"/>
                    </a:moveTo>
                    <a:lnTo>
                      <a:pt x="2524353" y="0"/>
                    </a:lnTo>
                    <a:moveTo>
                      <a:pt x="113048" y="2543675"/>
                    </a:moveTo>
                    <a:lnTo>
                      <a:pt x="2656723" y="0"/>
                    </a:lnTo>
                    <a:moveTo>
                      <a:pt x="392422" y="2396672"/>
                    </a:moveTo>
                    <a:lnTo>
                      <a:pt x="2789093" y="0"/>
                    </a:lnTo>
                    <a:moveTo>
                      <a:pt x="872129" y="2049335"/>
                    </a:moveTo>
                    <a:lnTo>
                      <a:pt x="2921463" y="0"/>
                    </a:lnTo>
                    <a:moveTo>
                      <a:pt x="1393148" y="1660686"/>
                    </a:moveTo>
                    <a:lnTo>
                      <a:pt x="3043954" y="9879"/>
                    </a:lnTo>
                    <a:moveTo>
                      <a:pt x="2284971" y="901232"/>
                    </a:moveTo>
                    <a:lnTo>
                      <a:pt x="3106682" y="79522"/>
                    </a:lnTo>
                    <a:moveTo>
                      <a:pt x="2763235" y="555339"/>
                    </a:moveTo>
                    <a:lnTo>
                      <a:pt x="3169409" y="149165"/>
                    </a:lnTo>
                    <a:moveTo>
                      <a:pt x="3118266" y="332678"/>
                    </a:moveTo>
                    <a:lnTo>
                      <a:pt x="3232136" y="218807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49" name="Контур"/>
              <p:cNvSpPr/>
              <p:nvPr/>
            </p:nvSpPr>
            <p:spPr>
              <a:xfrm>
                <a:off x="10059606" y="2232000"/>
                <a:ext cx="3273679" cy="2577351"/>
              </a:xfrm>
              <a:custGeom>
                <a:avLst/>
                <a:gdLst/>
                <a:ahLst/>
                <a:cxnLst/>
                <a:rect l="l" t="t" r="r" b="b"/>
                <a:pathLst>
                  <a:path w="3273679" h="2577351" fill="none">
                    <a:moveTo>
                      <a:pt x="3273679" y="254397"/>
                    </a:moveTo>
                    <a:lnTo>
                      <a:pt x="2979156" y="419032"/>
                    </a:lnTo>
                    <a:lnTo>
                      <a:pt x="2789364" y="543303"/>
                    </a:lnTo>
                    <a:lnTo>
                      <a:pt x="2182020" y="982551"/>
                    </a:lnTo>
                    <a:lnTo>
                      <a:pt x="1551299" y="1549192"/>
                    </a:lnTo>
                    <a:lnTo>
                      <a:pt x="726899" y="2164119"/>
                    </a:lnTo>
                    <a:lnTo>
                      <a:pt x="149411" y="2577351"/>
                    </a:lnTo>
                    <a:lnTo>
                      <a:pt x="28356" y="2425671"/>
                    </a:lnTo>
                    <a:lnTo>
                      <a:pt x="0" y="2375046"/>
                    </a:lnTo>
                    <a:lnTo>
                      <a:pt x="103649" y="2279364"/>
                    </a:lnTo>
                    <a:lnTo>
                      <a:pt x="685222" y="1846201"/>
                    </a:lnTo>
                    <a:lnTo>
                      <a:pt x="624899" y="1759192"/>
                    </a:lnTo>
                    <a:lnTo>
                      <a:pt x="851748" y="1544632"/>
                    </a:lnTo>
                    <a:lnTo>
                      <a:pt x="893028" y="1576408"/>
                    </a:lnTo>
                    <a:lnTo>
                      <a:pt x="1309667" y="1182039"/>
                    </a:lnTo>
                    <a:lnTo>
                      <a:pt x="1617588" y="878487"/>
                    </a:lnTo>
                    <a:lnTo>
                      <a:pt x="1546739" y="802696"/>
                    </a:lnTo>
                    <a:lnTo>
                      <a:pt x="2396768" y="0"/>
                    </a:lnTo>
                    <a:moveTo>
                      <a:pt x="2420889" y="0"/>
                    </a:moveTo>
                    <a:lnTo>
                      <a:pt x="2428739" y="1576"/>
                    </a:lnTo>
                    <a:lnTo>
                      <a:pt x="2430435" y="0"/>
                    </a:lnTo>
                    <a:moveTo>
                      <a:pt x="3044543" y="0"/>
                    </a:moveTo>
                    <a:lnTo>
                      <a:pt x="3273679" y="254397"/>
                    </a:lnTo>
                    <a:lnTo>
                      <a:pt x="3273679" y="254397"/>
                    </a:lnTo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50" name="Контур"/>
              <p:cNvSpPr/>
              <p:nvPr/>
            </p:nvSpPr>
            <p:spPr>
              <a:xfrm>
                <a:off x="11926646" y="2672719"/>
                <a:ext cx="1201801" cy="1851533"/>
              </a:xfrm>
              <a:custGeom>
                <a:avLst/>
                <a:gdLst/>
                <a:ahLst/>
                <a:cxnLst/>
                <a:rect l="l" t="t" r="r" b="b"/>
                <a:pathLst>
                  <a:path w="1201801" h="1851533" fill="none">
                    <a:moveTo>
                      <a:pt x="324148" y="828523"/>
                    </a:moveTo>
                    <a:lnTo>
                      <a:pt x="643275" y="509397"/>
                    </a:lnTo>
                    <a:moveTo>
                      <a:pt x="694594" y="458078"/>
                    </a:moveTo>
                    <a:lnTo>
                      <a:pt x="828387" y="324285"/>
                    </a:lnTo>
                    <a:moveTo>
                      <a:pt x="995517" y="157155"/>
                    </a:moveTo>
                    <a:lnTo>
                      <a:pt x="1152672" y="0"/>
                    </a:lnTo>
                    <a:moveTo>
                      <a:pt x="0" y="1285041"/>
                    </a:moveTo>
                    <a:lnTo>
                      <a:pt x="175914" y="1109128"/>
                    </a:lnTo>
                    <a:moveTo>
                      <a:pt x="381005" y="904036"/>
                    </a:moveTo>
                    <a:lnTo>
                      <a:pt x="930649" y="354393"/>
                    </a:lnTo>
                    <a:moveTo>
                      <a:pt x="1089051" y="195991"/>
                    </a:moveTo>
                    <a:lnTo>
                      <a:pt x="1201801" y="83241"/>
                    </a:lnTo>
                    <a:moveTo>
                      <a:pt x="57250" y="1360162"/>
                    </a:moveTo>
                    <a:lnTo>
                      <a:pt x="1088240" y="329172"/>
                    </a:lnTo>
                    <a:moveTo>
                      <a:pt x="1124950" y="292462"/>
                    </a:moveTo>
                    <a:lnTo>
                      <a:pt x="1191727" y="225685"/>
                    </a:lnTo>
                    <a:moveTo>
                      <a:pt x="114499" y="1435283"/>
                    </a:moveTo>
                    <a:lnTo>
                      <a:pt x="764301" y="785481"/>
                    </a:lnTo>
                    <a:moveTo>
                      <a:pt x="181517" y="1500635"/>
                    </a:moveTo>
                    <a:lnTo>
                      <a:pt x="821880" y="860272"/>
                    </a:lnTo>
                    <a:moveTo>
                      <a:pt x="182617" y="1631905"/>
                    </a:moveTo>
                    <a:lnTo>
                      <a:pt x="879460" y="935062"/>
                    </a:lnTo>
                    <a:moveTo>
                      <a:pt x="242563" y="1704329"/>
                    </a:moveTo>
                    <a:lnTo>
                      <a:pt x="937040" y="1009852"/>
                    </a:lnTo>
                    <a:moveTo>
                      <a:pt x="301331" y="1777931"/>
                    </a:moveTo>
                    <a:lnTo>
                      <a:pt x="994619" y="1084643"/>
                    </a:lnTo>
                    <a:moveTo>
                      <a:pt x="360099" y="1851533"/>
                    </a:moveTo>
                    <a:lnTo>
                      <a:pt x="1052199" y="1159433"/>
                    </a:lnTo>
                    <a:moveTo>
                      <a:pt x="783076" y="1560926"/>
                    </a:moveTo>
                    <a:lnTo>
                      <a:pt x="1045853" y="1298149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51" name="Контур"/>
              <p:cNvSpPr/>
              <p:nvPr/>
            </p:nvSpPr>
            <p:spPr>
              <a:xfrm>
                <a:off x="11880713" y="2657132"/>
                <a:ext cx="1261729" cy="1889744"/>
              </a:xfrm>
              <a:custGeom>
                <a:avLst/>
                <a:gdLst/>
                <a:ahLst/>
                <a:cxnLst/>
                <a:rect l="l" t="t" r="r" b="b"/>
                <a:pathLst>
                  <a:path w="1261729" h="1889744" fill="none">
                    <a:moveTo>
                      <a:pt x="1261729" y="122539"/>
                    </a:moveTo>
                    <a:lnTo>
                      <a:pt x="1211952" y="379003"/>
                    </a:lnTo>
                    <a:lnTo>
                      <a:pt x="759649" y="740539"/>
                    </a:lnTo>
                    <a:lnTo>
                      <a:pt x="1133952" y="1221548"/>
                    </a:lnTo>
                    <a:lnTo>
                      <a:pt x="1108368" y="1240651"/>
                    </a:lnTo>
                    <a:lnTo>
                      <a:pt x="1121808" y="1258651"/>
                    </a:lnTo>
                    <a:lnTo>
                      <a:pt x="1077360" y="1295516"/>
                    </a:lnTo>
                    <a:lnTo>
                      <a:pt x="1121449" y="1350288"/>
                    </a:lnTo>
                    <a:lnTo>
                      <a:pt x="424097" y="1889744"/>
                    </a:lnTo>
                    <a:lnTo>
                      <a:pt x="211728" y="1625324"/>
                    </a:lnTo>
                    <a:lnTo>
                      <a:pt x="209055" y="1619397"/>
                    </a:lnTo>
                    <a:lnTo>
                      <a:pt x="270240" y="1574156"/>
                    </a:lnTo>
                    <a:lnTo>
                      <a:pt x="217344" y="1502540"/>
                    </a:lnTo>
                    <a:lnTo>
                      <a:pt x="206064" y="1510748"/>
                    </a:lnTo>
                    <a:lnTo>
                      <a:pt x="42000" y="1295468"/>
                    </a:lnTo>
                    <a:lnTo>
                      <a:pt x="18144" y="1311500"/>
                    </a:lnTo>
                    <a:lnTo>
                      <a:pt x="0" y="1282892"/>
                    </a:lnTo>
                    <a:lnTo>
                      <a:pt x="454368" y="956300"/>
                    </a:lnTo>
                    <a:lnTo>
                      <a:pt x="344064" y="809564"/>
                    </a:lnTo>
                    <a:lnTo>
                      <a:pt x="321648" y="787628"/>
                    </a:lnTo>
                    <a:lnTo>
                      <a:pt x="461328" y="691196"/>
                    </a:lnTo>
                    <a:lnTo>
                      <a:pt x="635136" y="559484"/>
                    </a:lnTo>
                    <a:lnTo>
                      <a:pt x="749712" y="486380"/>
                    </a:lnTo>
                    <a:lnTo>
                      <a:pt x="726480" y="454220"/>
                    </a:lnTo>
                    <a:lnTo>
                      <a:pt x="869810" y="334317"/>
                    </a:lnTo>
                    <a:lnTo>
                      <a:pt x="885402" y="353523"/>
                    </a:lnTo>
                    <a:lnTo>
                      <a:pt x="938590" y="316025"/>
                    </a:lnTo>
                    <a:lnTo>
                      <a:pt x="988506" y="386915"/>
                    </a:lnTo>
                    <a:lnTo>
                      <a:pt x="1129822" y="334697"/>
                    </a:lnTo>
                    <a:lnTo>
                      <a:pt x="1136445" y="350015"/>
                    </a:lnTo>
                    <a:lnTo>
                      <a:pt x="1180411" y="333653"/>
                    </a:lnTo>
                    <a:lnTo>
                      <a:pt x="1131840" y="203131"/>
                    </a:lnTo>
                    <a:lnTo>
                      <a:pt x="1076112" y="221757"/>
                    </a:lnTo>
                    <a:lnTo>
                      <a:pt x="1012229" y="131420"/>
                    </a:lnTo>
                    <a:lnTo>
                      <a:pt x="1176003" y="14728"/>
                    </a:lnTo>
                    <a:lnTo>
                      <a:pt x="1175515" y="7446"/>
                    </a:lnTo>
                    <a:lnTo>
                      <a:pt x="1189409" y="0"/>
                    </a:lnTo>
                    <a:lnTo>
                      <a:pt x="1261729" y="122539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52" name="Контур"/>
              <p:cNvSpPr/>
              <p:nvPr/>
            </p:nvSpPr>
            <p:spPr>
              <a:xfrm>
                <a:off x="13152022" y="2520774"/>
                <a:ext cx="527978" cy="1260662"/>
              </a:xfrm>
              <a:custGeom>
                <a:avLst/>
                <a:gdLst/>
                <a:ahLst/>
                <a:cxnLst/>
                <a:rect l="l" t="t" r="r" b="b"/>
                <a:pathLst>
                  <a:path w="527978" h="1260662" fill="none">
                    <a:moveTo>
                      <a:pt x="0" y="211611"/>
                    </a:moveTo>
                    <a:lnTo>
                      <a:pt x="22908" y="188702"/>
                    </a:lnTo>
                    <a:moveTo>
                      <a:pt x="180425" y="31186"/>
                    </a:moveTo>
                    <a:lnTo>
                      <a:pt x="211611" y="0"/>
                    </a:lnTo>
                    <a:moveTo>
                      <a:pt x="184930" y="159050"/>
                    </a:moveTo>
                    <a:lnTo>
                      <a:pt x="273498" y="70483"/>
                    </a:lnTo>
                    <a:moveTo>
                      <a:pt x="323465" y="152885"/>
                    </a:moveTo>
                    <a:lnTo>
                      <a:pt x="335385" y="140966"/>
                    </a:lnTo>
                    <a:moveTo>
                      <a:pt x="340305" y="268415"/>
                    </a:moveTo>
                    <a:lnTo>
                      <a:pt x="397260" y="211461"/>
                    </a:lnTo>
                    <a:moveTo>
                      <a:pt x="400833" y="340258"/>
                    </a:moveTo>
                    <a:lnTo>
                      <a:pt x="459132" y="281959"/>
                    </a:lnTo>
                    <a:moveTo>
                      <a:pt x="461361" y="412100"/>
                    </a:moveTo>
                    <a:lnTo>
                      <a:pt x="521003" y="352458"/>
                    </a:lnTo>
                    <a:moveTo>
                      <a:pt x="521889" y="483942"/>
                    </a:moveTo>
                    <a:lnTo>
                      <a:pt x="527978" y="477853"/>
                    </a:lnTo>
                    <a:moveTo>
                      <a:pt x="142279" y="1260662"/>
                    </a:moveTo>
                    <a:lnTo>
                      <a:pt x="478786" y="924156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53" name="Контур"/>
              <p:cNvSpPr/>
              <p:nvPr/>
            </p:nvSpPr>
            <p:spPr>
              <a:xfrm>
                <a:off x="12990377" y="2506552"/>
                <a:ext cx="689623" cy="1500864"/>
              </a:xfrm>
              <a:custGeom>
                <a:avLst/>
                <a:gdLst/>
                <a:ahLst/>
                <a:cxnLst/>
                <a:rect l="l" t="t" r="r" b="b"/>
                <a:pathLst>
                  <a:path w="689623" h="1500864" fill="none">
                    <a:moveTo>
                      <a:pt x="169248" y="188304"/>
                    </a:moveTo>
                    <a:lnTo>
                      <a:pt x="174672" y="185328"/>
                    </a:lnTo>
                    <a:lnTo>
                      <a:pt x="188688" y="210288"/>
                    </a:lnTo>
                    <a:lnTo>
                      <a:pt x="368160" y="114336"/>
                    </a:lnTo>
                    <a:lnTo>
                      <a:pt x="330720" y="16224"/>
                    </a:lnTo>
                    <a:lnTo>
                      <a:pt x="360768" y="0"/>
                    </a:lnTo>
                    <a:lnTo>
                      <a:pt x="689623" y="374671"/>
                    </a:lnTo>
                    <a:moveTo>
                      <a:pt x="689623" y="976522"/>
                    </a:moveTo>
                    <a:lnTo>
                      <a:pt x="11808" y="1500864"/>
                    </a:lnTo>
                    <a:lnTo>
                      <a:pt x="0" y="1486896"/>
                    </a:lnTo>
                    <a:lnTo>
                      <a:pt x="277152" y="1270752"/>
                    </a:lnTo>
                    <a:lnTo>
                      <a:pt x="296880" y="1199616"/>
                    </a:lnTo>
                    <a:lnTo>
                      <a:pt x="361632" y="1149552"/>
                    </a:lnTo>
                    <a:lnTo>
                      <a:pt x="373056" y="1164336"/>
                    </a:lnTo>
                    <a:lnTo>
                      <a:pt x="452544" y="1103040"/>
                    </a:lnTo>
                    <a:lnTo>
                      <a:pt x="441024" y="1088112"/>
                    </a:lnTo>
                    <a:lnTo>
                      <a:pt x="689623" y="899862"/>
                    </a:lnTo>
                    <a:moveTo>
                      <a:pt x="689623" y="795838"/>
                    </a:moveTo>
                    <a:lnTo>
                      <a:pt x="687888" y="793392"/>
                    </a:lnTo>
                    <a:lnTo>
                      <a:pt x="689623" y="792129"/>
                    </a:lnTo>
                    <a:moveTo>
                      <a:pt x="689623" y="505390"/>
                    </a:moveTo>
                    <a:lnTo>
                      <a:pt x="460608" y="233568"/>
                    </a:lnTo>
                    <a:lnTo>
                      <a:pt x="507360" y="192336"/>
                    </a:lnTo>
                    <a:lnTo>
                      <a:pt x="445680" y="122400"/>
                    </a:lnTo>
                    <a:lnTo>
                      <a:pt x="152064" y="273120"/>
                    </a:lnTo>
                    <a:lnTo>
                      <a:pt x="169248" y="188304"/>
                    </a:lnTo>
                    <a:lnTo>
                      <a:pt x="169248" y="188304"/>
                    </a:lnTo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54" name="Контур"/>
              <p:cNvSpPr/>
              <p:nvPr/>
            </p:nvSpPr>
            <p:spPr>
              <a:xfrm>
                <a:off x="13409426" y="3188107"/>
                <a:ext cx="140664" cy="155105"/>
              </a:xfrm>
              <a:custGeom>
                <a:avLst/>
                <a:gdLst/>
                <a:ahLst/>
                <a:cxnLst/>
                <a:rect l="l" t="t" r="r" b="b"/>
                <a:pathLst>
                  <a:path w="140664" h="155105" fill="none">
                    <a:moveTo>
                      <a:pt x="0" y="81094"/>
                    </a:moveTo>
                    <a:lnTo>
                      <a:pt x="81094" y="0"/>
                    </a:lnTo>
                    <a:moveTo>
                      <a:pt x="58359" y="155105"/>
                    </a:moveTo>
                    <a:lnTo>
                      <a:pt x="140664" y="72801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55" name="Контур"/>
              <p:cNvSpPr/>
              <p:nvPr/>
            </p:nvSpPr>
            <p:spPr>
              <a:xfrm>
                <a:off x="13398041" y="3167272"/>
                <a:ext cx="166944" cy="186336"/>
              </a:xfrm>
              <a:custGeom>
                <a:avLst/>
                <a:gdLst/>
                <a:ahLst/>
                <a:cxnLst/>
                <a:rect l="l" t="t" r="r" b="b"/>
                <a:pathLst>
                  <a:path w="166944" h="186336" fill="none">
                    <a:moveTo>
                      <a:pt x="0" y="68640"/>
                    </a:moveTo>
                    <a:lnTo>
                      <a:pt x="8544" y="52704"/>
                    </a:lnTo>
                    <a:lnTo>
                      <a:pt x="24768" y="37728"/>
                    </a:lnTo>
                    <a:lnTo>
                      <a:pt x="73728" y="0"/>
                    </a:lnTo>
                    <a:lnTo>
                      <a:pt x="76752" y="3648"/>
                    </a:lnTo>
                    <a:lnTo>
                      <a:pt x="80064" y="5664"/>
                    </a:lnTo>
                    <a:lnTo>
                      <a:pt x="166944" y="111840"/>
                    </a:lnTo>
                    <a:lnTo>
                      <a:pt x="163920" y="121104"/>
                    </a:lnTo>
                    <a:lnTo>
                      <a:pt x="141984" y="138192"/>
                    </a:lnTo>
                    <a:lnTo>
                      <a:pt x="135216" y="140928"/>
                    </a:lnTo>
                    <a:lnTo>
                      <a:pt x="137520" y="149520"/>
                    </a:lnTo>
                    <a:lnTo>
                      <a:pt x="138384" y="164208"/>
                    </a:lnTo>
                    <a:lnTo>
                      <a:pt x="118368" y="177600"/>
                    </a:lnTo>
                    <a:lnTo>
                      <a:pt x="85248" y="186336"/>
                    </a:lnTo>
                    <a:lnTo>
                      <a:pt x="74496" y="181968"/>
                    </a:lnTo>
                    <a:lnTo>
                      <a:pt x="2016" y="90048"/>
                    </a:lnTo>
                    <a:lnTo>
                      <a:pt x="0" y="686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56" name="Контур"/>
              <p:cNvSpPr/>
              <p:nvPr/>
            </p:nvSpPr>
            <p:spPr>
              <a:xfrm>
                <a:off x="11374863" y="6989142"/>
                <a:ext cx="983589" cy="888973"/>
              </a:xfrm>
              <a:custGeom>
                <a:avLst/>
                <a:gdLst/>
                <a:ahLst/>
                <a:cxnLst/>
                <a:rect l="l" t="t" r="r" b="b"/>
                <a:pathLst>
                  <a:path w="983589" h="888973" fill="none">
                    <a:moveTo>
                      <a:pt x="0" y="300173"/>
                    </a:moveTo>
                    <a:lnTo>
                      <a:pt x="23921" y="276252"/>
                    </a:lnTo>
                    <a:moveTo>
                      <a:pt x="42588" y="389955"/>
                    </a:moveTo>
                    <a:lnTo>
                      <a:pt x="276875" y="155668"/>
                    </a:lnTo>
                    <a:moveTo>
                      <a:pt x="79031" y="485882"/>
                    </a:moveTo>
                    <a:lnTo>
                      <a:pt x="507662" y="57251"/>
                    </a:lnTo>
                    <a:moveTo>
                      <a:pt x="143717" y="553566"/>
                    </a:moveTo>
                    <a:lnTo>
                      <a:pt x="697283" y="0"/>
                    </a:lnTo>
                    <a:moveTo>
                      <a:pt x="136986" y="692668"/>
                    </a:moveTo>
                    <a:lnTo>
                      <a:pt x="181251" y="648402"/>
                    </a:lnTo>
                    <a:moveTo>
                      <a:pt x="182086" y="647567"/>
                    </a:moveTo>
                    <a:lnTo>
                      <a:pt x="805861" y="23792"/>
                    </a:lnTo>
                    <a:moveTo>
                      <a:pt x="180403" y="781621"/>
                    </a:moveTo>
                    <a:lnTo>
                      <a:pt x="848744" y="113279"/>
                    </a:lnTo>
                    <a:moveTo>
                      <a:pt x="223820" y="870574"/>
                    </a:moveTo>
                    <a:lnTo>
                      <a:pt x="891627" y="202766"/>
                    </a:lnTo>
                    <a:moveTo>
                      <a:pt x="337790" y="888973"/>
                    </a:moveTo>
                    <a:lnTo>
                      <a:pt x="898417" y="328346"/>
                    </a:lnTo>
                    <a:moveTo>
                      <a:pt x="904682" y="322081"/>
                    </a:moveTo>
                    <a:lnTo>
                      <a:pt x="934472" y="292291"/>
                    </a:lnTo>
                    <a:moveTo>
                      <a:pt x="592019" y="767115"/>
                    </a:moveTo>
                    <a:lnTo>
                      <a:pt x="941003" y="418130"/>
                    </a:lnTo>
                    <a:moveTo>
                      <a:pt x="844662" y="646842"/>
                    </a:moveTo>
                    <a:lnTo>
                      <a:pt x="983589" y="507914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57" name="Контур"/>
              <p:cNvSpPr/>
              <p:nvPr/>
            </p:nvSpPr>
            <p:spPr>
              <a:xfrm>
                <a:off x="11370041" y="6961528"/>
                <a:ext cx="1016448" cy="955584"/>
              </a:xfrm>
              <a:custGeom>
                <a:avLst/>
                <a:gdLst/>
                <a:ahLst/>
                <a:cxnLst/>
                <a:rect l="l" t="t" r="r" b="b"/>
                <a:pathLst>
                  <a:path w="1016448" h="955584" fill="none">
                    <a:moveTo>
                      <a:pt x="1016448" y="594672"/>
                    </a:moveTo>
                    <a:lnTo>
                      <a:pt x="256656" y="955584"/>
                    </a:lnTo>
                    <a:lnTo>
                      <a:pt x="134688" y="705696"/>
                    </a:lnTo>
                    <a:lnTo>
                      <a:pt x="186960" y="675504"/>
                    </a:lnTo>
                    <a:lnTo>
                      <a:pt x="185040" y="663744"/>
                    </a:lnTo>
                    <a:lnTo>
                      <a:pt x="134256" y="552192"/>
                    </a:lnTo>
                    <a:lnTo>
                      <a:pt x="105168" y="566208"/>
                    </a:lnTo>
                    <a:lnTo>
                      <a:pt x="54096" y="431664"/>
                    </a:lnTo>
                    <a:lnTo>
                      <a:pt x="0" y="317568"/>
                    </a:lnTo>
                    <a:lnTo>
                      <a:pt x="411024" y="121632"/>
                    </a:lnTo>
                    <a:lnTo>
                      <a:pt x="412752" y="125328"/>
                    </a:lnTo>
                    <a:lnTo>
                      <a:pt x="450624" y="113472"/>
                    </a:lnTo>
                    <a:lnTo>
                      <a:pt x="512400" y="84912"/>
                    </a:lnTo>
                    <a:lnTo>
                      <a:pt x="616080" y="27456"/>
                    </a:lnTo>
                    <a:lnTo>
                      <a:pt x="625680" y="50832"/>
                    </a:lnTo>
                    <a:lnTo>
                      <a:pt x="667824" y="34128"/>
                    </a:lnTo>
                    <a:lnTo>
                      <a:pt x="670512" y="40272"/>
                    </a:lnTo>
                    <a:lnTo>
                      <a:pt x="786048" y="0"/>
                    </a:lnTo>
                    <a:lnTo>
                      <a:pt x="945360" y="332640"/>
                    </a:lnTo>
                    <a:lnTo>
                      <a:pt x="901968" y="353280"/>
                    </a:lnTo>
                    <a:lnTo>
                      <a:pt x="1016448" y="594672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58" name="Контур"/>
              <p:cNvSpPr/>
              <p:nvPr/>
            </p:nvSpPr>
            <p:spPr>
              <a:xfrm>
                <a:off x="10959904" y="6386453"/>
                <a:ext cx="1050280" cy="618681"/>
              </a:xfrm>
              <a:custGeom>
                <a:avLst/>
                <a:gdLst/>
                <a:ahLst/>
                <a:cxnLst/>
                <a:rect l="l" t="t" r="r" b="b"/>
                <a:pathLst>
                  <a:path w="1050280" h="618681" fill="none">
                    <a:moveTo>
                      <a:pt x="0" y="523600"/>
                    </a:moveTo>
                    <a:lnTo>
                      <a:pt x="198811" y="324789"/>
                    </a:lnTo>
                    <a:moveTo>
                      <a:pt x="41153" y="614818"/>
                    </a:moveTo>
                    <a:lnTo>
                      <a:pt x="471720" y="184250"/>
                    </a:lnTo>
                    <a:moveTo>
                      <a:pt x="198001" y="590340"/>
                    </a:moveTo>
                    <a:lnTo>
                      <a:pt x="773332" y="15008"/>
                    </a:lnTo>
                    <a:moveTo>
                      <a:pt x="302030" y="618681"/>
                    </a:moveTo>
                    <a:lnTo>
                      <a:pt x="920711" y="0"/>
                    </a:lnTo>
                    <a:moveTo>
                      <a:pt x="441585" y="611496"/>
                    </a:moveTo>
                    <a:lnTo>
                      <a:pt x="963900" y="89180"/>
                    </a:lnTo>
                    <a:moveTo>
                      <a:pt x="688997" y="496454"/>
                    </a:moveTo>
                    <a:lnTo>
                      <a:pt x="1007090" y="178361"/>
                    </a:lnTo>
                    <a:moveTo>
                      <a:pt x="936409" y="381412"/>
                    </a:moveTo>
                    <a:lnTo>
                      <a:pt x="1050280" y="267541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59" name="Контур"/>
              <p:cNvSpPr/>
              <p:nvPr/>
            </p:nvSpPr>
            <p:spPr>
              <a:xfrm>
                <a:off x="10924506" y="6330856"/>
                <a:ext cx="1109759" cy="690911"/>
              </a:xfrm>
              <a:custGeom>
                <a:avLst/>
                <a:gdLst/>
                <a:ahLst/>
                <a:cxnLst/>
                <a:rect l="l" t="t" r="r" b="b"/>
                <a:pathLst>
                  <a:path w="1109759" h="690911" fill="none">
                    <a:moveTo>
                      <a:pt x="1109759" y="372864"/>
                    </a:moveTo>
                    <a:lnTo>
                      <a:pt x="864978" y="486682"/>
                    </a:lnTo>
                    <a:lnTo>
                      <a:pt x="425760" y="690911"/>
                    </a:lnTo>
                    <a:lnTo>
                      <a:pt x="414144" y="665999"/>
                    </a:lnTo>
                    <a:lnTo>
                      <a:pt x="392304" y="675743"/>
                    </a:lnTo>
                    <a:lnTo>
                      <a:pt x="387696" y="665375"/>
                    </a:lnTo>
                    <a:lnTo>
                      <a:pt x="342048" y="685631"/>
                    </a:lnTo>
                    <a:lnTo>
                      <a:pt x="321792" y="635855"/>
                    </a:lnTo>
                    <a:lnTo>
                      <a:pt x="244464" y="670271"/>
                    </a:lnTo>
                    <a:lnTo>
                      <a:pt x="233376" y="645887"/>
                    </a:lnTo>
                    <a:lnTo>
                      <a:pt x="194112" y="662591"/>
                    </a:lnTo>
                    <a:lnTo>
                      <a:pt x="181008" y="636287"/>
                    </a:lnTo>
                    <a:lnTo>
                      <a:pt x="79344" y="676607"/>
                    </a:lnTo>
                    <a:lnTo>
                      <a:pt x="0" y="500735"/>
                    </a:lnTo>
                    <a:lnTo>
                      <a:pt x="124079" y="436512"/>
                    </a:lnTo>
                    <a:lnTo>
                      <a:pt x="306047" y="343776"/>
                    </a:lnTo>
                    <a:lnTo>
                      <a:pt x="616127" y="183504"/>
                    </a:lnTo>
                    <a:lnTo>
                      <a:pt x="929183" y="0"/>
                    </a:lnTo>
                    <a:lnTo>
                      <a:pt x="1109759" y="372864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60" name="Контур"/>
              <p:cNvSpPr/>
              <p:nvPr/>
            </p:nvSpPr>
            <p:spPr>
              <a:xfrm>
                <a:off x="7920000" y="6481851"/>
                <a:ext cx="646636" cy="838608"/>
              </a:xfrm>
              <a:custGeom>
                <a:avLst/>
                <a:gdLst/>
                <a:ahLst/>
                <a:cxnLst/>
                <a:rect l="l" t="t" r="r" b="b"/>
                <a:pathLst>
                  <a:path w="646636" h="838608" fill="none">
                    <a:moveTo>
                      <a:pt x="0" y="291225"/>
                    </a:moveTo>
                    <a:lnTo>
                      <a:pt x="291225" y="0"/>
                    </a:lnTo>
                    <a:moveTo>
                      <a:pt x="0" y="423595"/>
                    </a:moveTo>
                    <a:lnTo>
                      <a:pt x="376741" y="46854"/>
                    </a:lnTo>
                    <a:moveTo>
                      <a:pt x="0" y="555965"/>
                    </a:moveTo>
                    <a:lnTo>
                      <a:pt x="436269" y="119696"/>
                    </a:lnTo>
                    <a:moveTo>
                      <a:pt x="0" y="688335"/>
                    </a:moveTo>
                    <a:lnTo>
                      <a:pt x="491121" y="197215"/>
                    </a:lnTo>
                    <a:moveTo>
                      <a:pt x="0" y="820705"/>
                    </a:moveTo>
                    <a:lnTo>
                      <a:pt x="542959" y="277746"/>
                    </a:lnTo>
                    <a:moveTo>
                      <a:pt x="114468" y="838608"/>
                    </a:moveTo>
                    <a:lnTo>
                      <a:pt x="594797" y="358278"/>
                    </a:lnTo>
                    <a:moveTo>
                      <a:pt x="471020" y="614426"/>
                    </a:moveTo>
                    <a:lnTo>
                      <a:pt x="646636" y="438810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61" name="Контур"/>
              <p:cNvSpPr/>
              <p:nvPr/>
            </p:nvSpPr>
            <p:spPr>
              <a:xfrm>
                <a:off x="7920000" y="6459112"/>
                <a:ext cx="676217" cy="931962"/>
              </a:xfrm>
              <a:custGeom>
                <a:avLst/>
                <a:gdLst/>
                <a:ahLst/>
                <a:cxnLst/>
                <a:rect l="l" t="t" r="r" b="b"/>
                <a:pathLst>
                  <a:path w="676217" h="931962" fill="none">
                    <a:moveTo>
                      <a:pt x="676217" y="507504"/>
                    </a:moveTo>
                    <a:lnTo>
                      <a:pt x="189065" y="815328"/>
                    </a:lnTo>
                    <a:lnTo>
                      <a:pt x="0" y="931962"/>
                    </a:lnTo>
                    <a:moveTo>
                      <a:pt x="0" y="212599"/>
                    </a:moveTo>
                    <a:lnTo>
                      <a:pt x="326105" y="0"/>
                    </a:lnTo>
                    <a:lnTo>
                      <a:pt x="344777" y="30480"/>
                    </a:lnTo>
                    <a:lnTo>
                      <a:pt x="459593" y="170976"/>
                    </a:lnTo>
                    <a:lnTo>
                      <a:pt x="676217" y="507504"/>
                    </a:lnTo>
                    <a:lnTo>
                      <a:pt x="676217" y="507504"/>
                    </a:lnTo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62" name="Контур"/>
              <p:cNvSpPr/>
              <p:nvPr/>
            </p:nvSpPr>
            <p:spPr>
              <a:xfrm>
                <a:off x="7920000" y="2939248"/>
                <a:ext cx="4760418" cy="3701458"/>
              </a:xfrm>
              <a:custGeom>
                <a:avLst/>
                <a:gdLst/>
                <a:ahLst/>
                <a:cxnLst/>
                <a:rect l="l" t="t" r="r" b="b"/>
                <a:pathLst>
                  <a:path w="4760418" h="3701458" fill="none">
                    <a:moveTo>
                      <a:pt x="0" y="3436718"/>
                    </a:moveTo>
                    <a:lnTo>
                      <a:pt x="83683" y="3353035"/>
                    </a:lnTo>
                    <a:moveTo>
                      <a:pt x="0" y="3569088"/>
                    </a:moveTo>
                    <a:lnTo>
                      <a:pt x="426747" y="3142341"/>
                    </a:lnTo>
                    <a:moveTo>
                      <a:pt x="0" y="3701458"/>
                    </a:moveTo>
                    <a:lnTo>
                      <a:pt x="769811" y="2931648"/>
                    </a:lnTo>
                    <a:moveTo>
                      <a:pt x="291225" y="3542603"/>
                    </a:moveTo>
                    <a:lnTo>
                      <a:pt x="1130705" y="2703124"/>
                    </a:lnTo>
                    <a:moveTo>
                      <a:pt x="488949" y="3477249"/>
                    </a:moveTo>
                    <a:lnTo>
                      <a:pt x="1404004" y="2562195"/>
                    </a:lnTo>
                    <a:moveTo>
                      <a:pt x="633419" y="3465149"/>
                    </a:moveTo>
                    <a:lnTo>
                      <a:pt x="1631796" y="2466772"/>
                    </a:lnTo>
                    <a:moveTo>
                      <a:pt x="758524" y="3472414"/>
                    </a:moveTo>
                    <a:lnTo>
                      <a:pt x="759911" y="3471027"/>
                    </a:lnTo>
                    <a:moveTo>
                      <a:pt x="805959" y="3424979"/>
                    </a:moveTo>
                    <a:lnTo>
                      <a:pt x="1926281" y="2304658"/>
                    </a:lnTo>
                    <a:moveTo>
                      <a:pt x="1003630" y="3359679"/>
                    </a:moveTo>
                    <a:lnTo>
                      <a:pt x="1570860" y="2792449"/>
                    </a:lnTo>
                    <a:moveTo>
                      <a:pt x="1623340" y="2739968"/>
                    </a:moveTo>
                    <a:lnTo>
                      <a:pt x="2481617" y="1881692"/>
                    </a:lnTo>
                    <a:moveTo>
                      <a:pt x="1141107" y="3354572"/>
                    </a:moveTo>
                    <a:lnTo>
                      <a:pt x="1655776" y="2839903"/>
                    </a:lnTo>
                    <a:moveTo>
                      <a:pt x="1882895" y="2612783"/>
                    </a:moveTo>
                    <a:lnTo>
                      <a:pt x="3039454" y="1456225"/>
                    </a:lnTo>
                    <a:moveTo>
                      <a:pt x="1187240" y="3440809"/>
                    </a:moveTo>
                    <a:lnTo>
                      <a:pt x="1666608" y="2961441"/>
                    </a:lnTo>
                    <a:moveTo>
                      <a:pt x="1699934" y="2928115"/>
                    </a:moveTo>
                    <a:lnTo>
                      <a:pt x="1700405" y="2927644"/>
                    </a:lnTo>
                    <a:moveTo>
                      <a:pt x="1936694" y="2691354"/>
                    </a:moveTo>
                    <a:lnTo>
                      <a:pt x="2303751" y="2324297"/>
                    </a:lnTo>
                    <a:moveTo>
                      <a:pt x="2335159" y="2292890"/>
                    </a:moveTo>
                    <a:lnTo>
                      <a:pt x="2344104" y="2283945"/>
                    </a:lnTo>
                    <a:moveTo>
                      <a:pt x="2740924" y="1887125"/>
                    </a:moveTo>
                    <a:lnTo>
                      <a:pt x="3540076" y="1087972"/>
                    </a:lnTo>
                    <a:moveTo>
                      <a:pt x="1346096" y="3414323"/>
                    </a:moveTo>
                    <a:lnTo>
                      <a:pt x="1681738" y="3078680"/>
                    </a:lnTo>
                    <a:moveTo>
                      <a:pt x="1990519" y="2769900"/>
                    </a:moveTo>
                    <a:lnTo>
                      <a:pt x="2336139" y="2424280"/>
                    </a:lnTo>
                    <a:moveTo>
                      <a:pt x="3418747" y="1341672"/>
                    </a:moveTo>
                    <a:lnTo>
                      <a:pt x="4760418" y="0"/>
                    </a:lnTo>
                    <a:moveTo>
                      <a:pt x="2034031" y="2858758"/>
                    </a:moveTo>
                    <a:lnTo>
                      <a:pt x="2376881" y="2515908"/>
                    </a:lnTo>
                    <a:moveTo>
                      <a:pt x="3930969" y="961820"/>
                    </a:moveTo>
                    <a:lnTo>
                      <a:pt x="4330794" y="561994"/>
                    </a:lnTo>
                    <a:moveTo>
                      <a:pt x="4649921" y="242868"/>
                    </a:moveTo>
                    <a:lnTo>
                      <a:pt x="4701240" y="191549"/>
                    </a:lnTo>
                    <a:moveTo>
                      <a:pt x="2086733" y="2938425"/>
                    </a:moveTo>
                    <a:lnTo>
                      <a:pt x="2553843" y="2471316"/>
                    </a:lnTo>
                    <a:moveTo>
                      <a:pt x="4182560" y="842599"/>
                    </a:moveTo>
                    <a:lnTo>
                      <a:pt x="4387651" y="637507"/>
                    </a:lnTo>
                    <a:moveTo>
                      <a:pt x="2139436" y="3018093"/>
                    </a:moveTo>
                    <a:lnTo>
                      <a:pt x="2918266" y="2239263"/>
                    </a:lnTo>
                    <a:moveTo>
                      <a:pt x="2219278" y="3070621"/>
                    </a:moveTo>
                    <a:lnTo>
                      <a:pt x="3279391" y="2010508"/>
                    </a:lnTo>
                    <a:moveTo>
                      <a:pt x="2573917" y="2848352"/>
                    </a:moveTo>
                    <a:lnTo>
                      <a:pt x="3352496" y="2069773"/>
                    </a:lnTo>
                    <a:moveTo>
                      <a:pt x="2928370" y="2626269"/>
                    </a:moveTo>
                    <a:lnTo>
                      <a:pt x="3394630" y="2160009"/>
                    </a:lnTo>
                    <a:moveTo>
                      <a:pt x="3285067" y="2401942"/>
                    </a:moveTo>
                    <a:lnTo>
                      <a:pt x="3436764" y="2250245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63" name="Контур"/>
              <p:cNvSpPr/>
              <p:nvPr/>
            </p:nvSpPr>
            <p:spPr>
              <a:xfrm>
                <a:off x="7920000" y="2925355"/>
                <a:ext cx="4830521" cy="3747031"/>
              </a:xfrm>
              <a:custGeom>
                <a:avLst/>
                <a:gdLst/>
                <a:ahLst/>
                <a:cxnLst/>
                <a:rect l="l" t="t" r="r" b="b"/>
                <a:pathLst>
                  <a:path w="4830521" h="3747031" fill="none">
                    <a:moveTo>
                      <a:pt x="4830521" y="66093"/>
                    </a:moveTo>
                    <a:lnTo>
                      <a:pt x="4687193" y="185997"/>
                    </a:lnTo>
                    <a:lnTo>
                      <a:pt x="4710425" y="218157"/>
                    </a:lnTo>
                    <a:lnTo>
                      <a:pt x="4595849" y="291261"/>
                    </a:lnTo>
                    <a:lnTo>
                      <a:pt x="4422041" y="422973"/>
                    </a:lnTo>
                    <a:lnTo>
                      <a:pt x="4282361" y="519405"/>
                    </a:lnTo>
                    <a:lnTo>
                      <a:pt x="4304777" y="541341"/>
                    </a:lnTo>
                    <a:lnTo>
                      <a:pt x="4415081" y="688077"/>
                    </a:lnTo>
                    <a:lnTo>
                      <a:pt x="3960713" y="1014669"/>
                    </a:lnTo>
                    <a:lnTo>
                      <a:pt x="3926921" y="970413"/>
                    </a:lnTo>
                    <a:lnTo>
                      <a:pt x="3572057" y="1232061"/>
                    </a:lnTo>
                    <a:lnTo>
                      <a:pt x="3555689" y="1249341"/>
                    </a:lnTo>
                    <a:lnTo>
                      <a:pt x="3381257" y="1382397"/>
                    </a:lnTo>
                    <a:lnTo>
                      <a:pt x="3066006" y="1652272"/>
                    </a:lnTo>
                    <a:lnTo>
                      <a:pt x="2902601" y="1784445"/>
                    </a:lnTo>
                    <a:lnTo>
                      <a:pt x="2466521" y="2098893"/>
                    </a:lnTo>
                    <a:lnTo>
                      <a:pt x="2296666" y="2227759"/>
                    </a:lnTo>
                    <a:lnTo>
                      <a:pt x="2345273" y="2299437"/>
                    </a:lnTo>
                    <a:lnTo>
                      <a:pt x="2299673" y="2332557"/>
                    </a:lnTo>
                    <a:lnTo>
                      <a:pt x="2353769" y="2407293"/>
                    </a:lnTo>
                    <a:lnTo>
                      <a:pt x="2328137" y="2425965"/>
                    </a:lnTo>
                    <a:lnTo>
                      <a:pt x="2340281" y="2444493"/>
                    </a:lnTo>
                    <a:lnTo>
                      <a:pt x="2322905" y="2456013"/>
                    </a:lnTo>
                    <a:lnTo>
                      <a:pt x="2418233" y="2586333"/>
                    </a:lnTo>
                    <a:lnTo>
                      <a:pt x="2426921" y="2566029"/>
                    </a:lnTo>
                    <a:lnTo>
                      <a:pt x="3273834" y="2026700"/>
                    </a:lnTo>
                    <a:lnTo>
                      <a:pt x="3316858" y="2007340"/>
                    </a:lnTo>
                    <a:lnTo>
                      <a:pt x="3457481" y="2308509"/>
                    </a:lnTo>
                    <a:lnTo>
                      <a:pt x="2187401" y="3104493"/>
                    </a:lnTo>
                    <a:lnTo>
                      <a:pt x="2018441" y="2849085"/>
                    </a:lnTo>
                    <a:lnTo>
                      <a:pt x="2031209" y="2840685"/>
                    </a:lnTo>
                    <a:lnTo>
                      <a:pt x="1865657" y="2601501"/>
                    </a:lnTo>
                    <a:lnTo>
                      <a:pt x="1642217" y="2735085"/>
                    </a:lnTo>
                    <a:lnTo>
                      <a:pt x="1656569" y="2754957"/>
                    </a:lnTo>
                    <a:lnTo>
                      <a:pt x="1634441" y="2769213"/>
                    </a:lnTo>
                    <a:lnTo>
                      <a:pt x="1619952" y="2749175"/>
                    </a:lnTo>
                    <a:lnTo>
                      <a:pt x="1598681" y="2762877"/>
                    </a:lnTo>
                    <a:lnTo>
                      <a:pt x="1593833" y="2755341"/>
                    </a:lnTo>
                    <a:lnTo>
                      <a:pt x="1533497" y="2793741"/>
                    </a:lnTo>
                    <a:lnTo>
                      <a:pt x="1549577" y="2819901"/>
                    </a:lnTo>
                    <a:lnTo>
                      <a:pt x="1597721" y="2789229"/>
                    </a:lnTo>
                    <a:lnTo>
                      <a:pt x="1645145" y="2856381"/>
                    </a:lnTo>
                    <a:lnTo>
                      <a:pt x="1657385" y="2853405"/>
                    </a:lnTo>
                    <a:lnTo>
                      <a:pt x="1701737" y="2928286"/>
                    </a:lnTo>
                    <a:lnTo>
                      <a:pt x="1700249" y="2941821"/>
                    </a:lnTo>
                    <a:lnTo>
                      <a:pt x="1670153" y="2959677"/>
                    </a:lnTo>
                    <a:lnTo>
                      <a:pt x="1651577" y="3041709"/>
                    </a:lnTo>
                    <a:lnTo>
                      <a:pt x="1713113" y="3145485"/>
                    </a:lnTo>
                    <a:lnTo>
                      <a:pt x="1655897" y="3181245"/>
                    </a:lnTo>
                    <a:lnTo>
                      <a:pt x="1659401" y="3186861"/>
                    </a:lnTo>
                    <a:lnTo>
                      <a:pt x="1646633" y="3194877"/>
                    </a:lnTo>
                    <a:lnTo>
                      <a:pt x="1643129" y="3189261"/>
                    </a:lnTo>
                    <a:lnTo>
                      <a:pt x="1588409" y="3223821"/>
                    </a:lnTo>
                    <a:lnTo>
                      <a:pt x="1606457" y="3256749"/>
                    </a:lnTo>
                    <a:lnTo>
                      <a:pt x="1513769" y="3313869"/>
                    </a:lnTo>
                    <a:lnTo>
                      <a:pt x="1483385" y="3342669"/>
                    </a:lnTo>
                    <a:lnTo>
                      <a:pt x="1292546" y="3461584"/>
                    </a:lnTo>
                    <a:lnTo>
                      <a:pt x="1245881" y="3456189"/>
                    </a:lnTo>
                    <a:lnTo>
                      <a:pt x="1198601" y="3479133"/>
                    </a:lnTo>
                    <a:lnTo>
                      <a:pt x="1148393" y="3371181"/>
                    </a:lnTo>
                    <a:lnTo>
                      <a:pt x="1133321" y="3365565"/>
                    </a:lnTo>
                    <a:lnTo>
                      <a:pt x="1041929" y="3355629"/>
                    </a:lnTo>
                    <a:lnTo>
                      <a:pt x="816426" y="3461277"/>
                    </a:lnTo>
                    <a:lnTo>
                      <a:pt x="802025" y="3430461"/>
                    </a:lnTo>
                    <a:lnTo>
                      <a:pt x="748026" y="3455612"/>
                    </a:lnTo>
                    <a:lnTo>
                      <a:pt x="760554" y="3486477"/>
                    </a:lnTo>
                    <a:lnTo>
                      <a:pt x="698970" y="3481341"/>
                    </a:lnTo>
                    <a:lnTo>
                      <a:pt x="645162" y="3494541"/>
                    </a:lnTo>
                    <a:lnTo>
                      <a:pt x="593129" y="3420093"/>
                    </a:lnTo>
                    <a:lnTo>
                      <a:pt x="426041" y="3534045"/>
                    </a:lnTo>
                    <a:lnTo>
                      <a:pt x="386489" y="3551037"/>
                    </a:lnTo>
                    <a:lnTo>
                      <a:pt x="370265" y="3563181"/>
                    </a:lnTo>
                    <a:lnTo>
                      <a:pt x="363209" y="3553437"/>
                    </a:lnTo>
                    <a:lnTo>
                      <a:pt x="344778" y="3564237"/>
                    </a:lnTo>
                    <a:lnTo>
                      <a:pt x="326105" y="3533757"/>
                    </a:lnTo>
                    <a:lnTo>
                      <a:pt x="0" y="3747031"/>
                    </a:lnTo>
                    <a:moveTo>
                      <a:pt x="0" y="3419992"/>
                    </a:moveTo>
                    <a:lnTo>
                      <a:pt x="953276" y="2832865"/>
                    </a:lnTo>
                    <a:lnTo>
                      <a:pt x="1079325" y="2742910"/>
                    </a:lnTo>
                    <a:lnTo>
                      <a:pt x="1193994" y="2685120"/>
                    </a:lnTo>
                    <a:lnTo>
                      <a:pt x="1300891" y="2638697"/>
                    </a:lnTo>
                    <a:lnTo>
                      <a:pt x="1294341" y="2624197"/>
                    </a:lnTo>
                    <a:lnTo>
                      <a:pt x="1337647" y="2601760"/>
                    </a:lnTo>
                    <a:lnTo>
                      <a:pt x="1526634" y="2528644"/>
                    </a:lnTo>
                    <a:lnTo>
                      <a:pt x="1755589" y="2424186"/>
                    </a:lnTo>
                    <a:lnTo>
                      <a:pt x="1930406" y="2315998"/>
                    </a:lnTo>
                    <a:lnTo>
                      <a:pt x="3184553" y="1359449"/>
                    </a:lnTo>
                    <a:lnTo>
                      <a:pt x="3772649" y="929613"/>
                    </a:lnTo>
                    <a:lnTo>
                      <a:pt x="3867883" y="849365"/>
                    </a:lnTo>
                    <a:lnTo>
                      <a:pt x="4161162" y="583347"/>
                    </a:lnTo>
                    <a:lnTo>
                      <a:pt x="4254233" y="491901"/>
                    </a:lnTo>
                    <a:lnTo>
                      <a:pt x="4368472" y="367348"/>
                    </a:lnTo>
                    <a:lnTo>
                      <a:pt x="4643321" y="105645"/>
                    </a:lnTo>
                    <a:lnTo>
                      <a:pt x="4676441" y="83661"/>
                    </a:lnTo>
                    <a:lnTo>
                      <a:pt x="4777143" y="0"/>
                    </a:lnTo>
                    <a:lnTo>
                      <a:pt x="4830521" y="66093"/>
                    </a:lnTo>
                    <a:lnTo>
                      <a:pt x="4830521" y="66093"/>
                    </a:lnTo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64" name="Контур"/>
              <p:cNvSpPr/>
              <p:nvPr/>
            </p:nvSpPr>
            <p:spPr>
              <a:xfrm>
                <a:off x="8296741" y="6293819"/>
                <a:ext cx="963303" cy="664797"/>
              </a:xfrm>
              <a:custGeom>
                <a:avLst/>
                <a:gdLst/>
                <a:ahLst/>
                <a:cxnLst/>
                <a:rect l="l" t="t" r="r" b="b"/>
                <a:pathLst>
                  <a:path w="963303" h="664797" fill="none">
                    <a:moveTo>
                      <a:pt x="0" y="234886"/>
                    </a:moveTo>
                    <a:lnTo>
                      <a:pt x="112209" y="122677"/>
                    </a:lnTo>
                    <a:moveTo>
                      <a:pt x="59528" y="307728"/>
                    </a:moveTo>
                    <a:lnTo>
                      <a:pt x="256678" y="110578"/>
                    </a:lnTo>
                    <a:moveTo>
                      <a:pt x="114380" y="385247"/>
                    </a:moveTo>
                    <a:lnTo>
                      <a:pt x="381783" y="117843"/>
                    </a:lnTo>
                    <a:moveTo>
                      <a:pt x="383170" y="116457"/>
                    </a:moveTo>
                    <a:lnTo>
                      <a:pt x="429218" y="70408"/>
                    </a:lnTo>
                    <a:moveTo>
                      <a:pt x="166218" y="465778"/>
                    </a:moveTo>
                    <a:lnTo>
                      <a:pt x="626890" y="5106"/>
                    </a:lnTo>
                    <a:moveTo>
                      <a:pt x="218056" y="546310"/>
                    </a:moveTo>
                    <a:lnTo>
                      <a:pt x="764366" y="0"/>
                    </a:lnTo>
                    <a:moveTo>
                      <a:pt x="269895" y="626842"/>
                    </a:moveTo>
                    <a:lnTo>
                      <a:pt x="810500" y="86237"/>
                    </a:lnTo>
                    <a:moveTo>
                      <a:pt x="364310" y="664797"/>
                    </a:moveTo>
                    <a:lnTo>
                      <a:pt x="922089" y="107018"/>
                    </a:lnTo>
                    <a:moveTo>
                      <a:pt x="531563" y="629913"/>
                    </a:moveTo>
                    <a:lnTo>
                      <a:pt x="963303" y="198174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65" name="Контур"/>
              <p:cNvSpPr/>
              <p:nvPr/>
            </p:nvSpPr>
            <p:spPr>
              <a:xfrm>
                <a:off x="8264777" y="6280983"/>
                <a:ext cx="1023843" cy="692727"/>
              </a:xfrm>
              <a:custGeom>
                <a:avLst/>
                <a:gdLst/>
                <a:ahLst/>
                <a:cxnLst/>
                <a:rect l="l" t="t" r="r" b="b"/>
                <a:pathLst>
                  <a:path w="1023843" h="692727" fill="none">
                    <a:moveTo>
                      <a:pt x="811680" y="32881"/>
                    </a:moveTo>
                    <a:lnTo>
                      <a:pt x="853825" y="123504"/>
                    </a:lnTo>
                    <a:lnTo>
                      <a:pt x="901104" y="100561"/>
                    </a:lnTo>
                    <a:lnTo>
                      <a:pt x="947769" y="105956"/>
                    </a:lnTo>
                    <a:lnTo>
                      <a:pt x="999216" y="219745"/>
                    </a:lnTo>
                    <a:lnTo>
                      <a:pt x="1023843" y="261941"/>
                    </a:lnTo>
                    <a:lnTo>
                      <a:pt x="846648" y="372989"/>
                    </a:lnTo>
                    <a:lnTo>
                      <a:pt x="888001" y="442465"/>
                    </a:lnTo>
                    <a:lnTo>
                      <a:pt x="500160" y="681313"/>
                    </a:lnTo>
                    <a:lnTo>
                      <a:pt x="446785" y="660481"/>
                    </a:lnTo>
                    <a:lnTo>
                      <a:pt x="354480" y="691825"/>
                    </a:lnTo>
                    <a:lnTo>
                      <a:pt x="345728" y="686898"/>
                    </a:lnTo>
                    <a:lnTo>
                      <a:pt x="336426" y="692727"/>
                    </a:lnTo>
                    <a:lnTo>
                      <a:pt x="114816" y="349105"/>
                    </a:lnTo>
                    <a:lnTo>
                      <a:pt x="0" y="208609"/>
                    </a:lnTo>
                    <a:lnTo>
                      <a:pt x="18432" y="197809"/>
                    </a:lnTo>
                    <a:lnTo>
                      <a:pt x="25488" y="207552"/>
                    </a:lnTo>
                    <a:lnTo>
                      <a:pt x="41712" y="195409"/>
                    </a:lnTo>
                    <a:lnTo>
                      <a:pt x="81265" y="178416"/>
                    </a:lnTo>
                    <a:lnTo>
                      <a:pt x="248352" y="64465"/>
                    </a:lnTo>
                    <a:lnTo>
                      <a:pt x="300385" y="138913"/>
                    </a:lnTo>
                    <a:lnTo>
                      <a:pt x="354193" y="125713"/>
                    </a:lnTo>
                    <a:lnTo>
                      <a:pt x="415776" y="130849"/>
                    </a:lnTo>
                    <a:lnTo>
                      <a:pt x="403248" y="99985"/>
                    </a:lnTo>
                    <a:lnTo>
                      <a:pt x="457248" y="74833"/>
                    </a:lnTo>
                    <a:lnTo>
                      <a:pt x="471649" y="105649"/>
                    </a:lnTo>
                    <a:lnTo>
                      <a:pt x="697152" y="0"/>
                    </a:lnTo>
                    <a:lnTo>
                      <a:pt x="788544" y="9936"/>
                    </a:lnTo>
                    <a:lnTo>
                      <a:pt x="803617" y="15552"/>
                    </a:lnTo>
                    <a:lnTo>
                      <a:pt x="811680" y="32881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66" name="Контур"/>
              <p:cNvSpPr/>
              <p:nvPr/>
            </p:nvSpPr>
            <p:spPr>
              <a:xfrm>
                <a:off x="9218830" y="5490661"/>
                <a:ext cx="2621826" cy="1460921"/>
              </a:xfrm>
              <a:custGeom>
                <a:avLst/>
                <a:gdLst/>
                <a:ahLst/>
                <a:cxnLst/>
                <a:rect l="l" t="t" r="r" b="b"/>
                <a:pathLst>
                  <a:path w="2621826" h="1460921" fill="none">
                    <a:moveTo>
                      <a:pt x="272030" y="241036"/>
                    </a:moveTo>
                    <a:lnTo>
                      <a:pt x="324510" y="188555"/>
                    </a:lnTo>
                    <a:moveTo>
                      <a:pt x="356946" y="288490"/>
                    </a:moveTo>
                    <a:lnTo>
                      <a:pt x="584065" y="61370"/>
                    </a:lnTo>
                    <a:moveTo>
                      <a:pt x="367778" y="410028"/>
                    </a:moveTo>
                    <a:lnTo>
                      <a:pt x="401104" y="376702"/>
                    </a:lnTo>
                    <a:moveTo>
                      <a:pt x="401575" y="376231"/>
                    </a:moveTo>
                    <a:lnTo>
                      <a:pt x="637864" y="139941"/>
                    </a:lnTo>
                    <a:moveTo>
                      <a:pt x="0" y="910176"/>
                    </a:moveTo>
                    <a:lnTo>
                      <a:pt x="47266" y="862910"/>
                    </a:lnTo>
                    <a:moveTo>
                      <a:pt x="382908" y="527267"/>
                    </a:moveTo>
                    <a:lnTo>
                      <a:pt x="691689" y="218487"/>
                    </a:lnTo>
                    <a:moveTo>
                      <a:pt x="41214" y="1001332"/>
                    </a:moveTo>
                    <a:lnTo>
                      <a:pt x="735201" y="307345"/>
                    </a:lnTo>
                    <a:moveTo>
                      <a:pt x="87606" y="1087310"/>
                    </a:moveTo>
                    <a:lnTo>
                      <a:pt x="787903" y="387012"/>
                    </a:lnTo>
                    <a:moveTo>
                      <a:pt x="119051" y="1188234"/>
                    </a:moveTo>
                    <a:lnTo>
                      <a:pt x="840606" y="466680"/>
                    </a:lnTo>
                    <a:moveTo>
                      <a:pt x="162572" y="1277084"/>
                    </a:moveTo>
                    <a:lnTo>
                      <a:pt x="920448" y="519208"/>
                    </a:lnTo>
                    <a:moveTo>
                      <a:pt x="210598" y="1361428"/>
                    </a:moveTo>
                    <a:lnTo>
                      <a:pt x="1275086" y="296940"/>
                    </a:lnTo>
                    <a:moveTo>
                      <a:pt x="262792" y="1441604"/>
                    </a:moveTo>
                    <a:lnTo>
                      <a:pt x="1362523" y="341873"/>
                    </a:lnTo>
                    <a:moveTo>
                      <a:pt x="558017" y="1278749"/>
                    </a:moveTo>
                    <a:lnTo>
                      <a:pt x="1416437" y="420329"/>
                    </a:lnTo>
                    <a:moveTo>
                      <a:pt x="674139" y="1294997"/>
                    </a:moveTo>
                    <a:lnTo>
                      <a:pt x="1746786" y="222350"/>
                    </a:lnTo>
                    <a:moveTo>
                      <a:pt x="718310" y="1383196"/>
                    </a:moveTo>
                    <a:lnTo>
                      <a:pt x="2101338" y="168"/>
                    </a:lnTo>
                    <a:moveTo>
                      <a:pt x="772955" y="1460921"/>
                    </a:moveTo>
                    <a:lnTo>
                      <a:pt x="2233877" y="0"/>
                    </a:lnTo>
                    <a:moveTo>
                      <a:pt x="948132" y="1418114"/>
                    </a:moveTo>
                    <a:lnTo>
                      <a:pt x="2277435" y="88811"/>
                    </a:lnTo>
                    <a:moveTo>
                      <a:pt x="1095471" y="1403145"/>
                    </a:moveTo>
                    <a:lnTo>
                      <a:pt x="2320486" y="178130"/>
                    </a:lnTo>
                    <a:moveTo>
                      <a:pt x="1243023" y="1387963"/>
                    </a:moveTo>
                    <a:lnTo>
                      <a:pt x="2363535" y="267452"/>
                    </a:lnTo>
                    <a:moveTo>
                      <a:pt x="1395521" y="1367835"/>
                    </a:moveTo>
                    <a:lnTo>
                      <a:pt x="2406583" y="356773"/>
                    </a:lnTo>
                    <a:moveTo>
                      <a:pt x="1567883" y="1327843"/>
                    </a:moveTo>
                    <a:lnTo>
                      <a:pt x="2449632" y="446094"/>
                    </a:lnTo>
                    <a:moveTo>
                      <a:pt x="1800582" y="1227515"/>
                    </a:moveTo>
                    <a:lnTo>
                      <a:pt x="2492682" y="535414"/>
                    </a:lnTo>
                    <a:moveTo>
                      <a:pt x="1939885" y="1220581"/>
                    </a:moveTo>
                    <a:lnTo>
                      <a:pt x="2535724" y="624743"/>
                    </a:lnTo>
                    <a:moveTo>
                      <a:pt x="2212794" y="1080042"/>
                    </a:moveTo>
                    <a:lnTo>
                      <a:pt x="2578761" y="714075"/>
                    </a:lnTo>
                    <a:moveTo>
                      <a:pt x="2514406" y="910801"/>
                    </a:moveTo>
                    <a:lnTo>
                      <a:pt x="2621826" y="803380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67" name="Контур"/>
              <p:cNvSpPr/>
              <p:nvPr/>
            </p:nvSpPr>
            <p:spPr>
              <a:xfrm>
                <a:off x="9212546" y="5458335"/>
                <a:ext cx="2644833" cy="1496809"/>
              </a:xfrm>
              <a:custGeom>
                <a:avLst/>
                <a:gdLst/>
                <a:ahLst/>
                <a:cxnLst/>
                <a:rect l="l" t="t" r="r" b="b"/>
                <a:pathLst>
                  <a:path w="2644833" h="1496809" fill="none">
                    <a:moveTo>
                      <a:pt x="2644833" y="870358"/>
                    </a:moveTo>
                    <a:lnTo>
                      <a:pt x="2328087" y="1056025"/>
                    </a:lnTo>
                    <a:lnTo>
                      <a:pt x="1836039" y="1309033"/>
                    </a:lnTo>
                    <a:lnTo>
                      <a:pt x="1801452" y="1253030"/>
                    </a:lnTo>
                    <a:lnTo>
                      <a:pt x="1784295" y="1261609"/>
                    </a:lnTo>
                    <a:lnTo>
                      <a:pt x="1773879" y="1276105"/>
                    </a:lnTo>
                    <a:lnTo>
                      <a:pt x="1665927" y="1325785"/>
                    </a:lnTo>
                    <a:lnTo>
                      <a:pt x="1529799" y="1380409"/>
                    </a:lnTo>
                    <a:lnTo>
                      <a:pt x="1297575" y="1414489"/>
                    </a:lnTo>
                    <a:lnTo>
                      <a:pt x="941655" y="1451737"/>
                    </a:lnTo>
                    <a:lnTo>
                      <a:pt x="765303" y="1496809"/>
                    </a:lnTo>
                    <a:lnTo>
                      <a:pt x="661191" y="1288921"/>
                    </a:lnTo>
                    <a:lnTo>
                      <a:pt x="607863" y="1285129"/>
                    </a:lnTo>
                    <a:lnTo>
                      <a:pt x="275297" y="1483259"/>
                    </a:lnTo>
                    <a:lnTo>
                      <a:pt x="224343" y="1406857"/>
                    </a:lnTo>
                    <a:lnTo>
                      <a:pt x="132231" y="1245145"/>
                    </a:lnTo>
                    <a:lnTo>
                      <a:pt x="100887" y="1133401"/>
                    </a:lnTo>
                    <a:lnTo>
                      <a:pt x="51447" y="1042393"/>
                    </a:lnTo>
                    <a:lnTo>
                      <a:pt x="0" y="928604"/>
                    </a:lnTo>
                    <a:lnTo>
                      <a:pt x="190839" y="809689"/>
                    </a:lnTo>
                    <a:lnTo>
                      <a:pt x="221223" y="780889"/>
                    </a:lnTo>
                    <a:lnTo>
                      <a:pt x="313911" y="723769"/>
                    </a:lnTo>
                    <a:lnTo>
                      <a:pt x="295863" y="690841"/>
                    </a:lnTo>
                    <a:lnTo>
                      <a:pt x="350583" y="656281"/>
                    </a:lnTo>
                    <a:lnTo>
                      <a:pt x="354087" y="661897"/>
                    </a:lnTo>
                    <a:lnTo>
                      <a:pt x="366855" y="653881"/>
                    </a:lnTo>
                    <a:lnTo>
                      <a:pt x="363351" y="648265"/>
                    </a:lnTo>
                    <a:lnTo>
                      <a:pt x="420567" y="612505"/>
                    </a:lnTo>
                    <a:lnTo>
                      <a:pt x="359031" y="508729"/>
                    </a:lnTo>
                    <a:lnTo>
                      <a:pt x="377607" y="426697"/>
                    </a:lnTo>
                    <a:lnTo>
                      <a:pt x="407703" y="408841"/>
                    </a:lnTo>
                    <a:lnTo>
                      <a:pt x="412272" y="400506"/>
                    </a:lnTo>
                    <a:lnTo>
                      <a:pt x="364839" y="320425"/>
                    </a:lnTo>
                    <a:lnTo>
                      <a:pt x="352599" y="323401"/>
                    </a:lnTo>
                    <a:lnTo>
                      <a:pt x="305175" y="256249"/>
                    </a:lnTo>
                    <a:lnTo>
                      <a:pt x="257031" y="286921"/>
                    </a:lnTo>
                    <a:lnTo>
                      <a:pt x="240951" y="260761"/>
                    </a:lnTo>
                    <a:lnTo>
                      <a:pt x="301287" y="222361"/>
                    </a:lnTo>
                    <a:lnTo>
                      <a:pt x="306135" y="229897"/>
                    </a:lnTo>
                    <a:lnTo>
                      <a:pt x="327406" y="216195"/>
                    </a:lnTo>
                    <a:lnTo>
                      <a:pt x="341895" y="236233"/>
                    </a:lnTo>
                    <a:lnTo>
                      <a:pt x="364023" y="221977"/>
                    </a:lnTo>
                    <a:lnTo>
                      <a:pt x="349671" y="202105"/>
                    </a:lnTo>
                    <a:lnTo>
                      <a:pt x="461991" y="131353"/>
                    </a:lnTo>
                    <a:lnTo>
                      <a:pt x="573480" y="69059"/>
                    </a:lnTo>
                    <a:lnTo>
                      <a:pt x="738663" y="307705"/>
                    </a:lnTo>
                    <a:lnTo>
                      <a:pt x="725895" y="316105"/>
                    </a:lnTo>
                    <a:lnTo>
                      <a:pt x="894855" y="571513"/>
                    </a:lnTo>
                    <a:lnTo>
                      <a:pt x="1320903" y="304489"/>
                    </a:lnTo>
                    <a:lnTo>
                      <a:pt x="1427061" y="458972"/>
                    </a:lnTo>
                    <a:lnTo>
                      <a:pt x="2141895" y="11017"/>
                    </a:lnTo>
                    <a:lnTo>
                      <a:pt x="2180034" y="0"/>
                    </a:lnTo>
                    <a:lnTo>
                      <a:pt x="2217351" y="10441"/>
                    </a:lnTo>
                    <a:lnTo>
                      <a:pt x="2243223" y="37417"/>
                    </a:lnTo>
                    <a:lnTo>
                      <a:pt x="2644833" y="870358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</p:grpSp>
        <p:grpSp>
          <p:nvGrpSpPr>
            <p:cNvPr id="1813" name="ПЗЗ: подзоны — плотность, высота, застроенность (ОГД)"/>
            <p:cNvGrpSpPr/>
            <p:nvPr/>
          </p:nvGrpSpPr>
          <p:grpSpPr>
            <a:xfrm>
              <a:off x="7920000" y="2232000"/>
              <a:ext cx="5760000" cy="5760000"/>
              <a:chOff x="7920000" y="2232000"/>
              <a:chExt cx="5760000" cy="5760000"/>
            </a:xfrm>
          </p:grpSpPr>
          <p:sp>
            <p:nvSpPr>
              <p:cNvPr id="1769" name="Контур"/>
              <p:cNvSpPr/>
              <p:nvPr/>
            </p:nvSpPr>
            <p:spPr>
              <a:xfrm>
                <a:off x="8482218" y="3631005"/>
                <a:ext cx="1963310" cy="1484923"/>
              </a:xfrm>
              <a:custGeom>
                <a:avLst/>
                <a:gdLst/>
                <a:ahLst/>
                <a:cxnLst/>
                <a:rect l="l" t="t" r="r" b="b"/>
                <a:pathLst>
                  <a:path w="1963310" h="1484923" fill="none">
                    <a:moveTo>
                      <a:pt x="1635407" y="1061371"/>
                    </a:moveTo>
                    <a:lnTo>
                      <a:pt x="1648511" y="1080235"/>
                    </a:lnTo>
                    <a:lnTo>
                      <a:pt x="1669919" y="1111099"/>
                    </a:lnTo>
                    <a:lnTo>
                      <a:pt x="1675295" y="1130923"/>
                    </a:lnTo>
                    <a:lnTo>
                      <a:pt x="1215359" y="1465867"/>
                    </a:lnTo>
                    <a:lnTo>
                      <a:pt x="1199375" y="1447819"/>
                    </a:lnTo>
                    <a:lnTo>
                      <a:pt x="1143887" y="1385419"/>
                    </a:lnTo>
                    <a:lnTo>
                      <a:pt x="1253855" y="1281691"/>
                    </a:lnTo>
                    <a:lnTo>
                      <a:pt x="1605743" y="1026667"/>
                    </a:lnTo>
                    <a:lnTo>
                      <a:pt x="1635407" y="1061371"/>
                    </a:lnTo>
                    <a:close/>
                    <a:moveTo>
                      <a:pt x="263040" y="1145130"/>
                    </a:moveTo>
                    <a:lnTo>
                      <a:pt x="223833" y="1185708"/>
                    </a:lnTo>
                    <a:lnTo>
                      <a:pt x="208157" y="1201398"/>
                    </a:lnTo>
                    <a:lnTo>
                      <a:pt x="207228" y="1263422"/>
                    </a:lnTo>
                    <a:lnTo>
                      <a:pt x="78037" y="1133226"/>
                    </a:lnTo>
                    <a:lnTo>
                      <a:pt x="133593" y="1133176"/>
                    </a:lnTo>
                    <a:lnTo>
                      <a:pt x="164651" y="1103479"/>
                    </a:lnTo>
                    <a:lnTo>
                      <a:pt x="181564" y="1087307"/>
                    </a:lnTo>
                    <a:lnTo>
                      <a:pt x="157921" y="1194042"/>
                    </a:lnTo>
                    <a:lnTo>
                      <a:pt x="186149" y="1204794"/>
                    </a:lnTo>
                    <a:lnTo>
                      <a:pt x="238610" y="1129530"/>
                    </a:lnTo>
                    <a:lnTo>
                      <a:pt x="263040" y="1145130"/>
                    </a:lnTo>
                    <a:close/>
                    <a:moveTo>
                      <a:pt x="1143887" y="1385419"/>
                    </a:moveTo>
                    <a:lnTo>
                      <a:pt x="1199375" y="1447819"/>
                    </a:lnTo>
                    <a:lnTo>
                      <a:pt x="1157615" y="1484923"/>
                    </a:lnTo>
                    <a:lnTo>
                      <a:pt x="1103279" y="1423723"/>
                    </a:lnTo>
                    <a:lnTo>
                      <a:pt x="1143887" y="1385419"/>
                    </a:lnTo>
                    <a:close/>
                    <a:moveTo>
                      <a:pt x="1577567" y="976363"/>
                    </a:moveTo>
                    <a:lnTo>
                      <a:pt x="1605743" y="1026667"/>
                    </a:lnTo>
                    <a:lnTo>
                      <a:pt x="1253855" y="1281691"/>
                    </a:lnTo>
                    <a:lnTo>
                      <a:pt x="1577567" y="976363"/>
                    </a:lnTo>
                    <a:close/>
                    <a:moveTo>
                      <a:pt x="1268661" y="957650"/>
                    </a:moveTo>
                    <a:lnTo>
                      <a:pt x="1018993" y="1193134"/>
                    </a:lnTo>
                    <a:lnTo>
                      <a:pt x="735747" y="892828"/>
                    </a:lnTo>
                    <a:lnTo>
                      <a:pt x="789696" y="841944"/>
                    </a:lnTo>
                    <a:lnTo>
                      <a:pt x="956119" y="684976"/>
                    </a:lnTo>
                    <a:lnTo>
                      <a:pt x="985414" y="657344"/>
                    </a:lnTo>
                    <a:lnTo>
                      <a:pt x="1268661" y="957650"/>
                    </a:lnTo>
                    <a:close/>
                    <a:moveTo>
                      <a:pt x="181564" y="1087307"/>
                    </a:moveTo>
                    <a:lnTo>
                      <a:pt x="164651" y="1103479"/>
                    </a:lnTo>
                    <a:lnTo>
                      <a:pt x="0" y="945936"/>
                    </a:lnTo>
                    <a:lnTo>
                      <a:pt x="257950" y="676347"/>
                    </a:lnTo>
                    <a:lnTo>
                      <a:pt x="252676" y="694070"/>
                    </a:lnTo>
                    <a:lnTo>
                      <a:pt x="240236" y="774928"/>
                    </a:lnTo>
                    <a:lnTo>
                      <a:pt x="216340" y="930330"/>
                    </a:lnTo>
                    <a:lnTo>
                      <a:pt x="181564" y="1087307"/>
                    </a:lnTo>
                    <a:close/>
                    <a:moveTo>
                      <a:pt x="242879" y="757723"/>
                    </a:moveTo>
                    <a:lnTo>
                      <a:pt x="307343" y="874939"/>
                    </a:lnTo>
                    <a:lnTo>
                      <a:pt x="315311" y="905851"/>
                    </a:lnTo>
                    <a:lnTo>
                      <a:pt x="314303" y="933787"/>
                    </a:lnTo>
                    <a:lnTo>
                      <a:pt x="304079" y="964603"/>
                    </a:lnTo>
                    <a:lnTo>
                      <a:pt x="288767" y="986731"/>
                    </a:lnTo>
                    <a:lnTo>
                      <a:pt x="181583" y="1087291"/>
                    </a:lnTo>
                    <a:lnTo>
                      <a:pt x="216335" y="930331"/>
                    </a:lnTo>
                    <a:lnTo>
                      <a:pt x="242879" y="757723"/>
                    </a:lnTo>
                    <a:close/>
                    <a:moveTo>
                      <a:pt x="976875" y="543332"/>
                    </a:moveTo>
                    <a:lnTo>
                      <a:pt x="1381960" y="972840"/>
                    </a:lnTo>
                    <a:lnTo>
                      <a:pt x="1422672" y="974030"/>
                    </a:lnTo>
                    <a:lnTo>
                      <a:pt x="1328393" y="1062954"/>
                    </a:lnTo>
                    <a:lnTo>
                      <a:pt x="1329583" y="1022242"/>
                    </a:lnTo>
                    <a:lnTo>
                      <a:pt x="1268661" y="957650"/>
                    </a:lnTo>
                    <a:lnTo>
                      <a:pt x="985414" y="657344"/>
                    </a:lnTo>
                    <a:lnTo>
                      <a:pt x="926113" y="594471"/>
                    </a:lnTo>
                    <a:lnTo>
                      <a:pt x="863355" y="594079"/>
                    </a:lnTo>
                    <a:lnTo>
                      <a:pt x="924577" y="519018"/>
                    </a:lnTo>
                    <a:lnTo>
                      <a:pt x="931583" y="512490"/>
                    </a:lnTo>
                    <a:lnTo>
                      <a:pt x="952113" y="476112"/>
                    </a:lnTo>
                    <a:lnTo>
                      <a:pt x="960296" y="525779"/>
                    </a:lnTo>
                    <a:lnTo>
                      <a:pt x="976875" y="543332"/>
                    </a:lnTo>
                    <a:close/>
                    <a:moveTo>
                      <a:pt x="275087" y="345547"/>
                    </a:moveTo>
                    <a:lnTo>
                      <a:pt x="278207" y="344107"/>
                    </a:lnTo>
                    <a:lnTo>
                      <a:pt x="363263" y="435691"/>
                    </a:lnTo>
                    <a:lnTo>
                      <a:pt x="375263" y="491995"/>
                    </a:lnTo>
                    <a:lnTo>
                      <a:pt x="377423" y="584875"/>
                    </a:lnTo>
                    <a:lnTo>
                      <a:pt x="368303" y="671515"/>
                    </a:lnTo>
                    <a:lnTo>
                      <a:pt x="357503" y="774187"/>
                    </a:lnTo>
                    <a:lnTo>
                      <a:pt x="361727" y="774907"/>
                    </a:lnTo>
                    <a:lnTo>
                      <a:pt x="358895" y="791659"/>
                    </a:lnTo>
                    <a:lnTo>
                      <a:pt x="354047" y="790843"/>
                    </a:lnTo>
                    <a:lnTo>
                      <a:pt x="346319" y="823387"/>
                    </a:lnTo>
                    <a:lnTo>
                      <a:pt x="260447" y="668059"/>
                    </a:lnTo>
                    <a:lnTo>
                      <a:pt x="328655" y="438907"/>
                    </a:lnTo>
                    <a:lnTo>
                      <a:pt x="275087" y="345547"/>
                    </a:lnTo>
                    <a:close/>
                    <a:moveTo>
                      <a:pt x="368303" y="671515"/>
                    </a:moveTo>
                    <a:lnTo>
                      <a:pt x="485471" y="801595"/>
                    </a:lnTo>
                    <a:lnTo>
                      <a:pt x="436895" y="846955"/>
                    </a:lnTo>
                    <a:lnTo>
                      <a:pt x="408623" y="859771"/>
                    </a:lnTo>
                    <a:lnTo>
                      <a:pt x="370655" y="853531"/>
                    </a:lnTo>
                    <a:lnTo>
                      <a:pt x="357935" y="844411"/>
                    </a:lnTo>
                    <a:lnTo>
                      <a:pt x="346319" y="823387"/>
                    </a:lnTo>
                    <a:lnTo>
                      <a:pt x="361727" y="774907"/>
                    </a:lnTo>
                    <a:lnTo>
                      <a:pt x="357503" y="774187"/>
                    </a:lnTo>
                    <a:lnTo>
                      <a:pt x="368303" y="671515"/>
                    </a:lnTo>
                    <a:close/>
                    <a:moveTo>
                      <a:pt x="1963310" y="436063"/>
                    </a:moveTo>
                    <a:lnTo>
                      <a:pt x="1775159" y="613524"/>
                    </a:lnTo>
                    <a:lnTo>
                      <a:pt x="1719398" y="694160"/>
                    </a:lnTo>
                    <a:lnTo>
                      <a:pt x="1422672" y="974030"/>
                    </a:lnTo>
                    <a:lnTo>
                      <a:pt x="1381960" y="972840"/>
                    </a:lnTo>
                    <a:lnTo>
                      <a:pt x="976875" y="543332"/>
                    </a:lnTo>
                    <a:lnTo>
                      <a:pt x="1552654" y="0"/>
                    </a:lnTo>
                    <a:lnTo>
                      <a:pt x="1963310" y="436063"/>
                    </a:lnTo>
                    <a:close/>
                    <a:moveTo>
                      <a:pt x="560735" y="731467"/>
                    </a:moveTo>
                    <a:lnTo>
                      <a:pt x="485471" y="801595"/>
                    </a:lnTo>
                    <a:lnTo>
                      <a:pt x="368303" y="671515"/>
                    </a:lnTo>
                    <a:lnTo>
                      <a:pt x="377423" y="584875"/>
                    </a:lnTo>
                    <a:lnTo>
                      <a:pt x="375263" y="491995"/>
                    </a:lnTo>
                    <a:lnTo>
                      <a:pt x="363263" y="435691"/>
                    </a:lnTo>
                    <a:lnTo>
                      <a:pt x="565823" y="652411"/>
                    </a:lnTo>
                    <a:lnTo>
                      <a:pt x="570239" y="658267"/>
                    </a:lnTo>
                    <a:lnTo>
                      <a:pt x="573839" y="664603"/>
                    </a:lnTo>
                    <a:lnTo>
                      <a:pt x="576575" y="671371"/>
                    </a:lnTo>
                    <a:lnTo>
                      <a:pt x="578447" y="678427"/>
                    </a:lnTo>
                    <a:lnTo>
                      <a:pt x="579407" y="685675"/>
                    </a:lnTo>
                    <a:lnTo>
                      <a:pt x="579407" y="693019"/>
                    </a:lnTo>
                    <a:lnTo>
                      <a:pt x="578447" y="700219"/>
                    </a:lnTo>
                    <a:lnTo>
                      <a:pt x="576575" y="707323"/>
                    </a:lnTo>
                    <a:lnTo>
                      <a:pt x="573839" y="714091"/>
                    </a:lnTo>
                    <a:lnTo>
                      <a:pt x="570191" y="720427"/>
                    </a:lnTo>
                    <a:lnTo>
                      <a:pt x="565823" y="726283"/>
                    </a:lnTo>
                    <a:lnTo>
                      <a:pt x="560735" y="731467"/>
                    </a:lnTo>
                    <a:close/>
                    <a:moveTo>
                      <a:pt x="620639" y="617947"/>
                    </a:moveTo>
                    <a:lnTo>
                      <a:pt x="907199" y="350587"/>
                    </a:lnTo>
                    <a:lnTo>
                      <a:pt x="867551" y="419947"/>
                    </a:lnTo>
                    <a:lnTo>
                      <a:pt x="820559" y="483787"/>
                    </a:lnTo>
                    <a:lnTo>
                      <a:pt x="766415" y="541723"/>
                    </a:lnTo>
                    <a:lnTo>
                      <a:pt x="697583" y="605947"/>
                    </a:lnTo>
                    <a:lnTo>
                      <a:pt x="691295" y="611371"/>
                    </a:lnTo>
                    <a:lnTo>
                      <a:pt x="684383" y="616027"/>
                    </a:lnTo>
                    <a:lnTo>
                      <a:pt x="676991" y="619723"/>
                    </a:lnTo>
                    <a:lnTo>
                      <a:pt x="669119" y="622507"/>
                    </a:lnTo>
                    <a:lnTo>
                      <a:pt x="661007" y="624331"/>
                    </a:lnTo>
                    <a:lnTo>
                      <a:pt x="652751" y="625099"/>
                    </a:lnTo>
                    <a:lnTo>
                      <a:pt x="644447" y="624811"/>
                    </a:lnTo>
                    <a:lnTo>
                      <a:pt x="636239" y="623515"/>
                    </a:lnTo>
                    <a:lnTo>
                      <a:pt x="628271" y="621211"/>
                    </a:lnTo>
                    <a:lnTo>
                      <a:pt x="620639" y="617947"/>
                    </a:lnTo>
                    <a:close/>
                    <a:moveTo>
                      <a:pt x="560735" y="731467"/>
                    </a:moveTo>
                    <a:lnTo>
                      <a:pt x="485471" y="801595"/>
                    </a:lnTo>
                    <a:lnTo>
                      <a:pt x="368303" y="671515"/>
                    </a:lnTo>
                    <a:lnTo>
                      <a:pt x="377423" y="584875"/>
                    </a:lnTo>
                    <a:lnTo>
                      <a:pt x="375263" y="491995"/>
                    </a:lnTo>
                    <a:lnTo>
                      <a:pt x="363263" y="435691"/>
                    </a:lnTo>
                    <a:lnTo>
                      <a:pt x="565823" y="652411"/>
                    </a:lnTo>
                    <a:lnTo>
                      <a:pt x="570239" y="658267"/>
                    </a:lnTo>
                    <a:lnTo>
                      <a:pt x="573839" y="664603"/>
                    </a:lnTo>
                    <a:lnTo>
                      <a:pt x="576575" y="671371"/>
                    </a:lnTo>
                    <a:lnTo>
                      <a:pt x="578447" y="678427"/>
                    </a:lnTo>
                    <a:lnTo>
                      <a:pt x="579407" y="685675"/>
                    </a:lnTo>
                    <a:lnTo>
                      <a:pt x="579407" y="693019"/>
                    </a:lnTo>
                    <a:lnTo>
                      <a:pt x="578447" y="700219"/>
                    </a:lnTo>
                    <a:lnTo>
                      <a:pt x="576575" y="707323"/>
                    </a:lnTo>
                    <a:lnTo>
                      <a:pt x="573839" y="714091"/>
                    </a:lnTo>
                    <a:lnTo>
                      <a:pt x="570191" y="720427"/>
                    </a:lnTo>
                    <a:lnTo>
                      <a:pt x="565823" y="726283"/>
                    </a:lnTo>
                    <a:lnTo>
                      <a:pt x="560735" y="731467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70" name="Контур"/>
              <p:cNvSpPr/>
              <p:nvPr/>
            </p:nvSpPr>
            <p:spPr>
              <a:xfrm>
                <a:off x="12990377" y="2506548"/>
                <a:ext cx="689623" cy="1500872"/>
              </a:xfrm>
              <a:custGeom>
                <a:avLst/>
                <a:gdLst/>
                <a:ahLst/>
                <a:cxnLst/>
                <a:rect l="l" t="t" r="r" b="b"/>
                <a:pathLst>
                  <a:path w="689623" h="1500872" fill="none">
                    <a:moveTo>
                      <a:pt x="416064" y="62980"/>
                    </a:moveTo>
                    <a:lnTo>
                      <a:pt x="689623" y="374669"/>
                    </a:lnTo>
                    <a:moveTo>
                      <a:pt x="689623" y="976525"/>
                    </a:moveTo>
                    <a:lnTo>
                      <a:pt x="11785" y="1500872"/>
                    </a:lnTo>
                    <a:lnTo>
                      <a:pt x="0" y="1486900"/>
                    </a:lnTo>
                    <a:lnTo>
                      <a:pt x="277152" y="1270756"/>
                    </a:lnTo>
                    <a:lnTo>
                      <a:pt x="296880" y="1199620"/>
                    </a:lnTo>
                    <a:lnTo>
                      <a:pt x="361632" y="1149556"/>
                    </a:lnTo>
                    <a:lnTo>
                      <a:pt x="373056" y="1164340"/>
                    </a:lnTo>
                    <a:lnTo>
                      <a:pt x="452544" y="1103044"/>
                    </a:lnTo>
                    <a:lnTo>
                      <a:pt x="441024" y="1088116"/>
                    </a:lnTo>
                    <a:lnTo>
                      <a:pt x="689623" y="899866"/>
                    </a:lnTo>
                    <a:moveTo>
                      <a:pt x="689623" y="795842"/>
                    </a:moveTo>
                    <a:lnTo>
                      <a:pt x="687888" y="793396"/>
                    </a:lnTo>
                    <a:lnTo>
                      <a:pt x="689623" y="792133"/>
                    </a:lnTo>
                    <a:moveTo>
                      <a:pt x="689623" y="505394"/>
                    </a:moveTo>
                    <a:lnTo>
                      <a:pt x="460608" y="233572"/>
                    </a:lnTo>
                    <a:lnTo>
                      <a:pt x="507360" y="192340"/>
                    </a:lnTo>
                    <a:lnTo>
                      <a:pt x="445680" y="122404"/>
                    </a:lnTo>
                    <a:lnTo>
                      <a:pt x="152065" y="273123"/>
                    </a:lnTo>
                    <a:lnTo>
                      <a:pt x="169245" y="188313"/>
                    </a:lnTo>
                    <a:lnTo>
                      <a:pt x="174674" y="185338"/>
                    </a:lnTo>
                    <a:lnTo>
                      <a:pt x="188687" y="210293"/>
                    </a:lnTo>
                    <a:lnTo>
                      <a:pt x="368156" y="114338"/>
                    </a:lnTo>
                    <a:lnTo>
                      <a:pt x="330697" y="16112"/>
                    </a:lnTo>
                    <a:lnTo>
                      <a:pt x="360767" y="0"/>
                    </a:lnTo>
                    <a:lnTo>
                      <a:pt x="416064" y="62980"/>
                    </a:lnTo>
                    <a:lnTo>
                      <a:pt x="416064" y="6298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71" name="Контур"/>
              <p:cNvSpPr/>
              <p:nvPr/>
            </p:nvSpPr>
            <p:spPr>
              <a:xfrm>
                <a:off x="10367609" y="3037336"/>
                <a:ext cx="3197376" cy="787584"/>
              </a:xfrm>
              <a:custGeom>
                <a:avLst/>
                <a:gdLst/>
                <a:ahLst/>
                <a:cxnLst/>
                <a:rect l="l" t="t" r="r" b="b"/>
                <a:pathLst>
                  <a:path w="3197376" h="787584" fill="none">
                    <a:moveTo>
                      <a:pt x="3148800" y="307536"/>
                    </a:moveTo>
                    <a:lnTo>
                      <a:pt x="3115680" y="316272"/>
                    </a:lnTo>
                    <a:lnTo>
                      <a:pt x="3104928" y="311904"/>
                    </a:lnTo>
                    <a:lnTo>
                      <a:pt x="3032448" y="219984"/>
                    </a:lnTo>
                    <a:lnTo>
                      <a:pt x="3030432" y="198576"/>
                    </a:lnTo>
                    <a:lnTo>
                      <a:pt x="3038976" y="182640"/>
                    </a:lnTo>
                    <a:lnTo>
                      <a:pt x="3055200" y="167664"/>
                    </a:lnTo>
                    <a:lnTo>
                      <a:pt x="3104160" y="129936"/>
                    </a:lnTo>
                    <a:lnTo>
                      <a:pt x="3107184" y="133584"/>
                    </a:lnTo>
                    <a:lnTo>
                      <a:pt x="3110496" y="135600"/>
                    </a:lnTo>
                    <a:lnTo>
                      <a:pt x="3197376" y="241776"/>
                    </a:lnTo>
                    <a:lnTo>
                      <a:pt x="3194352" y="251040"/>
                    </a:lnTo>
                    <a:lnTo>
                      <a:pt x="3172416" y="268128"/>
                    </a:lnTo>
                    <a:lnTo>
                      <a:pt x="3165648" y="270864"/>
                    </a:lnTo>
                    <a:lnTo>
                      <a:pt x="3167952" y="279456"/>
                    </a:lnTo>
                    <a:lnTo>
                      <a:pt x="3168816" y="294144"/>
                    </a:lnTo>
                    <a:lnTo>
                      <a:pt x="3148800" y="307536"/>
                    </a:lnTo>
                    <a:close/>
                    <a:moveTo>
                      <a:pt x="921840" y="113328"/>
                    </a:moveTo>
                    <a:lnTo>
                      <a:pt x="995904" y="191904"/>
                    </a:lnTo>
                    <a:lnTo>
                      <a:pt x="702240" y="468912"/>
                    </a:lnTo>
                    <a:lnTo>
                      <a:pt x="364368" y="787584"/>
                    </a:lnTo>
                    <a:lnTo>
                      <a:pt x="90480" y="492864"/>
                    </a:lnTo>
                    <a:lnTo>
                      <a:pt x="0" y="395520"/>
                    </a:lnTo>
                    <a:lnTo>
                      <a:pt x="419376" y="0"/>
                    </a:lnTo>
                    <a:lnTo>
                      <a:pt x="712512" y="310800"/>
                    </a:lnTo>
                    <a:lnTo>
                      <a:pt x="921840" y="113328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72" name="Контур"/>
              <p:cNvSpPr/>
              <p:nvPr/>
            </p:nvSpPr>
            <p:spPr>
              <a:xfrm>
                <a:off x="12640361" y="2628952"/>
                <a:ext cx="1039639" cy="1364496"/>
              </a:xfrm>
              <a:custGeom>
                <a:avLst/>
                <a:gdLst/>
                <a:ahLst/>
                <a:cxnLst/>
                <a:rect l="l" t="t" r="r" b="b"/>
                <a:pathLst>
                  <a:path w="1039639" h="1364496" fill="none">
                    <a:moveTo>
                      <a:pt x="317712" y="1323696"/>
                    </a:moveTo>
                    <a:lnTo>
                      <a:pt x="362160" y="1286832"/>
                    </a:lnTo>
                    <a:lnTo>
                      <a:pt x="348720" y="1268832"/>
                    </a:lnTo>
                    <a:lnTo>
                      <a:pt x="374304" y="1249728"/>
                    </a:lnTo>
                    <a:lnTo>
                      <a:pt x="0" y="768720"/>
                    </a:lnTo>
                    <a:lnTo>
                      <a:pt x="452304" y="407184"/>
                    </a:lnTo>
                    <a:lnTo>
                      <a:pt x="502080" y="150720"/>
                    </a:lnTo>
                    <a:lnTo>
                      <a:pt x="795696" y="0"/>
                    </a:lnTo>
                    <a:lnTo>
                      <a:pt x="857376" y="69936"/>
                    </a:lnTo>
                    <a:lnTo>
                      <a:pt x="810624" y="111168"/>
                    </a:lnTo>
                    <a:lnTo>
                      <a:pt x="1039639" y="382990"/>
                    </a:lnTo>
                    <a:moveTo>
                      <a:pt x="1039639" y="669729"/>
                    </a:moveTo>
                    <a:lnTo>
                      <a:pt x="1037904" y="670992"/>
                    </a:lnTo>
                    <a:lnTo>
                      <a:pt x="1039639" y="673438"/>
                    </a:lnTo>
                    <a:moveTo>
                      <a:pt x="1039639" y="777462"/>
                    </a:moveTo>
                    <a:lnTo>
                      <a:pt x="791040" y="965712"/>
                    </a:lnTo>
                    <a:lnTo>
                      <a:pt x="802560" y="980640"/>
                    </a:lnTo>
                    <a:lnTo>
                      <a:pt x="723072" y="1041936"/>
                    </a:lnTo>
                    <a:lnTo>
                      <a:pt x="711648" y="1027152"/>
                    </a:lnTo>
                    <a:lnTo>
                      <a:pt x="646896" y="1077216"/>
                    </a:lnTo>
                    <a:lnTo>
                      <a:pt x="627168" y="1148352"/>
                    </a:lnTo>
                    <a:lnTo>
                      <a:pt x="350016" y="1364496"/>
                    </a:lnTo>
                    <a:lnTo>
                      <a:pt x="317712" y="1323696"/>
                    </a:lnTo>
                    <a:lnTo>
                      <a:pt x="317712" y="1323696"/>
                    </a:lnTo>
                    <a:moveTo>
                      <a:pt x="832176" y="720288"/>
                    </a:moveTo>
                    <a:lnTo>
                      <a:pt x="842928" y="724656"/>
                    </a:lnTo>
                    <a:lnTo>
                      <a:pt x="876048" y="715920"/>
                    </a:lnTo>
                    <a:lnTo>
                      <a:pt x="896064" y="702528"/>
                    </a:lnTo>
                    <a:lnTo>
                      <a:pt x="895200" y="687840"/>
                    </a:lnTo>
                    <a:lnTo>
                      <a:pt x="892896" y="679248"/>
                    </a:lnTo>
                    <a:lnTo>
                      <a:pt x="899664" y="676512"/>
                    </a:lnTo>
                    <a:lnTo>
                      <a:pt x="921600" y="659424"/>
                    </a:lnTo>
                    <a:lnTo>
                      <a:pt x="924624" y="650160"/>
                    </a:lnTo>
                    <a:lnTo>
                      <a:pt x="837744" y="543984"/>
                    </a:lnTo>
                    <a:lnTo>
                      <a:pt x="834432" y="541968"/>
                    </a:lnTo>
                    <a:lnTo>
                      <a:pt x="831408" y="538320"/>
                    </a:lnTo>
                    <a:lnTo>
                      <a:pt x="782448" y="576048"/>
                    </a:lnTo>
                    <a:lnTo>
                      <a:pt x="766224" y="591024"/>
                    </a:lnTo>
                    <a:lnTo>
                      <a:pt x="757680" y="606960"/>
                    </a:lnTo>
                    <a:lnTo>
                      <a:pt x="759696" y="628368"/>
                    </a:lnTo>
                    <a:lnTo>
                      <a:pt x="832176" y="720288"/>
                    </a:lnTo>
                    <a:lnTo>
                      <a:pt x="832176" y="720288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73" name="Контур"/>
              <p:cNvSpPr/>
              <p:nvPr/>
            </p:nvSpPr>
            <p:spPr>
              <a:xfrm>
                <a:off x="10240188" y="2939041"/>
                <a:ext cx="1437006" cy="869367"/>
              </a:xfrm>
              <a:custGeom>
                <a:avLst/>
                <a:gdLst/>
                <a:ahLst/>
                <a:cxnLst/>
                <a:rect l="l" t="t" r="r" b="b"/>
                <a:pathLst>
                  <a:path w="1437006" h="869367" fill="none">
                    <a:moveTo>
                      <a:pt x="1324618" y="248835"/>
                    </a:moveTo>
                    <a:lnTo>
                      <a:pt x="1356044" y="219194"/>
                    </a:lnTo>
                    <a:lnTo>
                      <a:pt x="1422791" y="156239"/>
                    </a:lnTo>
                    <a:lnTo>
                      <a:pt x="1437006" y="171446"/>
                    </a:lnTo>
                    <a:lnTo>
                      <a:pt x="1371716" y="235809"/>
                    </a:lnTo>
                    <a:lnTo>
                      <a:pt x="1340944" y="266145"/>
                    </a:lnTo>
                    <a:lnTo>
                      <a:pt x="1129085" y="474998"/>
                    </a:lnTo>
                    <a:lnTo>
                      <a:pt x="729438" y="852614"/>
                    </a:lnTo>
                    <a:lnTo>
                      <a:pt x="712446" y="869367"/>
                    </a:lnTo>
                    <a:lnTo>
                      <a:pt x="696825" y="857342"/>
                    </a:lnTo>
                    <a:lnTo>
                      <a:pt x="733602" y="806276"/>
                    </a:lnTo>
                    <a:lnTo>
                      <a:pt x="1324618" y="248835"/>
                    </a:lnTo>
                    <a:close/>
                    <a:moveTo>
                      <a:pt x="444095" y="69869"/>
                    </a:moveTo>
                    <a:lnTo>
                      <a:pt x="65396" y="427076"/>
                    </a:lnTo>
                    <a:lnTo>
                      <a:pt x="0" y="356710"/>
                    </a:lnTo>
                    <a:lnTo>
                      <a:pt x="378195" y="0"/>
                    </a:lnTo>
                    <a:lnTo>
                      <a:pt x="444095" y="69869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74" name="Контур"/>
              <p:cNvSpPr/>
              <p:nvPr/>
            </p:nvSpPr>
            <p:spPr>
              <a:xfrm>
                <a:off x="10305584" y="2232000"/>
                <a:ext cx="1335253" cy="1200880"/>
              </a:xfrm>
              <a:custGeom>
                <a:avLst/>
                <a:gdLst/>
                <a:ahLst/>
                <a:cxnLst/>
                <a:rect l="l" t="t" r="r" b="b"/>
                <a:pathLst>
                  <a:path w="1335253" h="1200880" fill="none">
                    <a:moveTo>
                      <a:pt x="1335253" y="0"/>
                    </a:moveTo>
                    <a:lnTo>
                      <a:pt x="1138651" y="185434"/>
                    </a:lnTo>
                    <a:lnTo>
                      <a:pt x="1123366" y="199851"/>
                    </a:lnTo>
                    <a:lnTo>
                      <a:pt x="743102" y="558512"/>
                    </a:lnTo>
                    <a:lnTo>
                      <a:pt x="690728" y="607912"/>
                    </a:lnTo>
                    <a:lnTo>
                      <a:pt x="481401" y="805347"/>
                    </a:lnTo>
                    <a:lnTo>
                      <a:pt x="62046" y="1200880"/>
                    </a:lnTo>
                    <a:lnTo>
                      <a:pt x="0" y="1134117"/>
                    </a:lnTo>
                    <a:lnTo>
                      <a:pt x="378699" y="776910"/>
                    </a:lnTo>
                    <a:lnTo>
                      <a:pt x="427584" y="730800"/>
                    </a:lnTo>
                    <a:lnTo>
                      <a:pt x="628174" y="541590"/>
                    </a:lnTo>
                    <a:lnTo>
                      <a:pt x="663089" y="508656"/>
                    </a:lnTo>
                    <a:lnTo>
                      <a:pt x="680546" y="492189"/>
                    </a:lnTo>
                    <a:lnTo>
                      <a:pt x="680789" y="491959"/>
                    </a:lnTo>
                    <a:lnTo>
                      <a:pt x="1145223" y="53888"/>
                    </a:lnTo>
                    <a:lnTo>
                      <a:pt x="1169099" y="31360"/>
                    </a:lnTo>
                    <a:lnTo>
                      <a:pt x="1179864" y="21200"/>
                    </a:lnTo>
                    <a:lnTo>
                      <a:pt x="1194104" y="7773"/>
                    </a:lnTo>
                    <a:lnTo>
                      <a:pt x="1202345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75" name="Контур"/>
              <p:cNvSpPr/>
              <p:nvPr/>
            </p:nvSpPr>
            <p:spPr>
              <a:xfrm>
                <a:off x="9811444" y="2251159"/>
                <a:ext cx="3776245" cy="2982705"/>
              </a:xfrm>
              <a:custGeom>
                <a:avLst/>
                <a:gdLst/>
                <a:ahLst/>
                <a:cxnLst/>
                <a:rect l="l" t="t" r="r" b="b"/>
                <a:pathLst>
                  <a:path w="3776245" h="2982705" fill="none">
                    <a:moveTo>
                      <a:pt x="1184868" y="588753"/>
                    </a:moveTo>
                    <a:lnTo>
                      <a:pt x="1477984" y="899523"/>
                    </a:lnTo>
                    <a:lnTo>
                      <a:pt x="1268654" y="1096963"/>
                    </a:lnTo>
                    <a:lnTo>
                      <a:pt x="975541" y="786188"/>
                    </a:lnTo>
                    <a:lnTo>
                      <a:pt x="1184868" y="588753"/>
                    </a:lnTo>
                    <a:close/>
                    <a:moveTo>
                      <a:pt x="513723" y="274516"/>
                    </a:moveTo>
                    <a:lnTo>
                      <a:pt x="818553" y="597751"/>
                    </a:lnTo>
                    <a:lnTo>
                      <a:pt x="1016900" y="410668"/>
                    </a:lnTo>
                    <a:lnTo>
                      <a:pt x="1056422" y="452571"/>
                    </a:lnTo>
                    <a:lnTo>
                      <a:pt x="855825" y="641773"/>
                    </a:lnTo>
                    <a:lnTo>
                      <a:pt x="921724" y="711641"/>
                    </a:lnTo>
                    <a:lnTo>
                      <a:pt x="872839" y="757751"/>
                    </a:lnTo>
                    <a:lnTo>
                      <a:pt x="806939" y="687882"/>
                    </a:lnTo>
                    <a:lnTo>
                      <a:pt x="428744" y="1044592"/>
                    </a:lnTo>
                    <a:lnTo>
                      <a:pt x="208103" y="819162"/>
                    </a:lnTo>
                    <a:lnTo>
                      <a:pt x="35346" y="633331"/>
                    </a:lnTo>
                    <a:lnTo>
                      <a:pt x="77768" y="592830"/>
                    </a:lnTo>
                    <a:lnTo>
                      <a:pt x="247557" y="773936"/>
                    </a:lnTo>
                    <a:lnTo>
                      <a:pt x="584785" y="455855"/>
                    </a:lnTo>
                    <a:lnTo>
                      <a:pt x="415501" y="276356"/>
                    </a:lnTo>
                    <a:lnTo>
                      <a:pt x="665761" y="38381"/>
                    </a:lnTo>
                    <a:lnTo>
                      <a:pt x="712047" y="87454"/>
                    </a:lnTo>
                    <a:lnTo>
                      <a:pt x="513723" y="274516"/>
                    </a:lnTo>
                    <a:close/>
                    <a:moveTo>
                      <a:pt x="1604469" y="928691"/>
                    </a:moveTo>
                    <a:lnTo>
                      <a:pt x="1552091" y="978094"/>
                    </a:lnTo>
                    <a:lnTo>
                      <a:pt x="1477984" y="899523"/>
                    </a:lnTo>
                    <a:lnTo>
                      <a:pt x="1184868" y="588753"/>
                    </a:lnTo>
                    <a:lnTo>
                      <a:pt x="1237242" y="539353"/>
                    </a:lnTo>
                    <a:lnTo>
                      <a:pt x="1604469" y="928691"/>
                    </a:lnTo>
                    <a:close/>
                    <a:moveTo>
                      <a:pt x="1986017" y="540776"/>
                    </a:moveTo>
                    <a:lnTo>
                      <a:pt x="1970731" y="555192"/>
                    </a:lnTo>
                    <a:lnTo>
                      <a:pt x="1926005" y="597378"/>
                    </a:lnTo>
                    <a:lnTo>
                      <a:pt x="1870241" y="678017"/>
                    </a:lnTo>
                    <a:lnTo>
                      <a:pt x="1604469" y="928691"/>
                    </a:lnTo>
                    <a:lnTo>
                      <a:pt x="1237242" y="539353"/>
                    </a:lnTo>
                    <a:lnTo>
                      <a:pt x="1617506" y="180692"/>
                    </a:lnTo>
                    <a:lnTo>
                      <a:pt x="1632791" y="166275"/>
                    </a:lnTo>
                    <a:lnTo>
                      <a:pt x="1986017" y="540776"/>
                    </a:lnTo>
                    <a:close/>
                    <a:moveTo>
                      <a:pt x="415501" y="276356"/>
                    </a:moveTo>
                    <a:lnTo>
                      <a:pt x="584785" y="455855"/>
                    </a:lnTo>
                    <a:lnTo>
                      <a:pt x="247557" y="773936"/>
                    </a:lnTo>
                    <a:lnTo>
                      <a:pt x="77768" y="592830"/>
                    </a:lnTo>
                    <a:lnTo>
                      <a:pt x="415501" y="276356"/>
                    </a:lnTo>
                    <a:close/>
                    <a:moveTo>
                      <a:pt x="1122314" y="522431"/>
                    </a:moveTo>
                    <a:lnTo>
                      <a:pt x="921724" y="711641"/>
                    </a:lnTo>
                    <a:lnTo>
                      <a:pt x="855825" y="641773"/>
                    </a:lnTo>
                    <a:lnTo>
                      <a:pt x="1056422" y="452571"/>
                    </a:lnTo>
                    <a:lnTo>
                      <a:pt x="1122314" y="522431"/>
                    </a:lnTo>
                    <a:close/>
                    <a:moveTo>
                      <a:pt x="665761" y="38381"/>
                    </a:moveTo>
                    <a:lnTo>
                      <a:pt x="415501" y="276356"/>
                    </a:lnTo>
                    <a:lnTo>
                      <a:pt x="77768" y="592830"/>
                    </a:lnTo>
                    <a:lnTo>
                      <a:pt x="35346" y="633331"/>
                    </a:lnTo>
                    <a:lnTo>
                      <a:pt x="0" y="593842"/>
                    </a:lnTo>
                    <a:lnTo>
                      <a:pt x="349" y="593512"/>
                    </a:lnTo>
                    <a:lnTo>
                      <a:pt x="321938" y="290170"/>
                    </a:lnTo>
                    <a:lnTo>
                      <a:pt x="428597" y="189562"/>
                    </a:lnTo>
                    <a:lnTo>
                      <a:pt x="629561" y="0"/>
                    </a:lnTo>
                    <a:lnTo>
                      <a:pt x="665761" y="38381"/>
                    </a:lnTo>
                    <a:close/>
                    <a:moveTo>
                      <a:pt x="513723" y="274516"/>
                    </a:moveTo>
                    <a:lnTo>
                      <a:pt x="712047" y="87454"/>
                    </a:lnTo>
                    <a:lnTo>
                      <a:pt x="1016900" y="410668"/>
                    </a:lnTo>
                    <a:lnTo>
                      <a:pt x="818553" y="597751"/>
                    </a:lnTo>
                    <a:lnTo>
                      <a:pt x="513723" y="274516"/>
                    </a:lnTo>
                    <a:close/>
                    <a:moveTo>
                      <a:pt x="2079109" y="1702833"/>
                    </a:moveTo>
                    <a:lnTo>
                      <a:pt x="2087413" y="1717473"/>
                    </a:lnTo>
                    <a:lnTo>
                      <a:pt x="2111269" y="1701441"/>
                    </a:lnTo>
                    <a:lnTo>
                      <a:pt x="2275333" y="1916721"/>
                    </a:lnTo>
                    <a:lnTo>
                      <a:pt x="2286613" y="1908513"/>
                    </a:lnTo>
                    <a:lnTo>
                      <a:pt x="2339509" y="1980129"/>
                    </a:lnTo>
                    <a:lnTo>
                      <a:pt x="2278309" y="2025393"/>
                    </a:lnTo>
                    <a:lnTo>
                      <a:pt x="2280997" y="2031297"/>
                    </a:lnTo>
                    <a:lnTo>
                      <a:pt x="2493349" y="2295729"/>
                    </a:lnTo>
                    <a:lnTo>
                      <a:pt x="1772149" y="2853633"/>
                    </a:lnTo>
                    <a:lnTo>
                      <a:pt x="1566037" y="2982705"/>
                    </a:lnTo>
                    <a:lnTo>
                      <a:pt x="1513765" y="2869857"/>
                    </a:lnTo>
                    <a:lnTo>
                      <a:pt x="1493653" y="2814993"/>
                    </a:lnTo>
                    <a:lnTo>
                      <a:pt x="1425397" y="2681553"/>
                    </a:lnTo>
                    <a:lnTo>
                      <a:pt x="1385269" y="2699601"/>
                    </a:lnTo>
                    <a:lnTo>
                      <a:pt x="1352725" y="2632161"/>
                    </a:lnTo>
                    <a:lnTo>
                      <a:pt x="1330693" y="2629953"/>
                    </a:lnTo>
                    <a:lnTo>
                      <a:pt x="1293973" y="2571921"/>
                    </a:lnTo>
                    <a:lnTo>
                      <a:pt x="1310629" y="2545761"/>
                    </a:lnTo>
                    <a:lnTo>
                      <a:pt x="1242853" y="2405457"/>
                    </a:lnTo>
                    <a:lnTo>
                      <a:pt x="1042933" y="2442033"/>
                    </a:lnTo>
                    <a:lnTo>
                      <a:pt x="1011157" y="2458641"/>
                    </a:lnTo>
                    <a:lnTo>
                      <a:pt x="1199509" y="2306289"/>
                    </a:lnTo>
                    <a:lnTo>
                      <a:pt x="1489813" y="2056593"/>
                    </a:lnTo>
                    <a:lnTo>
                      <a:pt x="1664245" y="1923537"/>
                    </a:lnTo>
                    <a:lnTo>
                      <a:pt x="1680613" y="1906257"/>
                    </a:lnTo>
                    <a:lnTo>
                      <a:pt x="2035477" y="1644609"/>
                    </a:lnTo>
                    <a:lnTo>
                      <a:pt x="2079109" y="1702833"/>
                    </a:lnTo>
                    <a:close/>
                    <a:moveTo>
                      <a:pt x="3005845" y="2612097"/>
                    </a:moveTo>
                    <a:lnTo>
                      <a:pt x="2888197" y="2345265"/>
                    </a:lnTo>
                    <a:lnTo>
                      <a:pt x="2897125" y="2320641"/>
                    </a:lnTo>
                    <a:lnTo>
                      <a:pt x="2858965" y="2244177"/>
                    </a:lnTo>
                    <a:lnTo>
                      <a:pt x="2854789" y="2240577"/>
                    </a:lnTo>
                    <a:lnTo>
                      <a:pt x="3396373" y="1821681"/>
                    </a:lnTo>
                    <a:lnTo>
                      <a:pt x="3396469" y="1821873"/>
                    </a:lnTo>
                    <a:lnTo>
                      <a:pt x="3762421" y="2588481"/>
                    </a:lnTo>
                    <a:lnTo>
                      <a:pt x="3139909" y="2885409"/>
                    </a:lnTo>
                    <a:lnTo>
                      <a:pt x="3092149" y="2788017"/>
                    </a:lnTo>
                    <a:lnTo>
                      <a:pt x="3005845" y="2612097"/>
                    </a:lnTo>
                    <a:close/>
                    <a:moveTo>
                      <a:pt x="3139909" y="2885409"/>
                    </a:moveTo>
                    <a:lnTo>
                      <a:pt x="3762421" y="2588481"/>
                    </a:lnTo>
                    <a:lnTo>
                      <a:pt x="3776245" y="2617473"/>
                    </a:lnTo>
                    <a:lnTo>
                      <a:pt x="3153829" y="2914161"/>
                    </a:lnTo>
                    <a:lnTo>
                      <a:pt x="3139909" y="2885409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76" name="Контур"/>
              <p:cNvSpPr/>
              <p:nvPr/>
            </p:nvSpPr>
            <p:spPr>
              <a:xfrm>
                <a:off x="10059606" y="2232000"/>
                <a:ext cx="3620394" cy="2745208"/>
              </a:xfrm>
              <a:custGeom>
                <a:avLst/>
                <a:gdLst/>
                <a:ahLst/>
                <a:cxnLst/>
                <a:rect l="l" t="t" r="r" b="b"/>
                <a:pathLst>
                  <a:path w="3620394" h="2745208" fill="none">
                    <a:moveTo>
                      <a:pt x="3620394" y="1475643"/>
                    </a:moveTo>
                    <a:lnTo>
                      <a:pt x="2054243" y="2686984"/>
                    </a:lnTo>
                    <a:lnTo>
                      <a:pt x="2085827" y="2724856"/>
                    </a:lnTo>
                    <a:lnTo>
                      <a:pt x="2059907" y="2744872"/>
                    </a:lnTo>
                    <a:lnTo>
                      <a:pt x="2042483" y="2723368"/>
                    </a:lnTo>
                    <a:lnTo>
                      <a:pt x="2014979" y="2745208"/>
                    </a:lnTo>
                    <a:lnTo>
                      <a:pt x="1999331" y="2722936"/>
                    </a:lnTo>
                    <a:lnTo>
                      <a:pt x="1972643" y="2731336"/>
                    </a:lnTo>
                    <a:lnTo>
                      <a:pt x="1943795" y="2694664"/>
                    </a:lnTo>
                    <a:lnTo>
                      <a:pt x="1939859" y="2697640"/>
                    </a:lnTo>
                    <a:lnTo>
                      <a:pt x="1895363" y="2585512"/>
                    </a:lnTo>
                    <a:lnTo>
                      <a:pt x="3620394" y="1251074"/>
                    </a:lnTo>
                    <a:moveTo>
                      <a:pt x="3620394" y="649233"/>
                    </a:moveTo>
                    <a:lnTo>
                      <a:pt x="3284243" y="266296"/>
                    </a:lnTo>
                    <a:lnTo>
                      <a:pt x="3431411" y="192376"/>
                    </a:lnTo>
                    <a:lnTo>
                      <a:pt x="3505955" y="164632"/>
                    </a:lnTo>
                    <a:lnTo>
                      <a:pt x="3601955" y="162376"/>
                    </a:lnTo>
                    <a:lnTo>
                      <a:pt x="3620394" y="183381"/>
                    </a:lnTo>
                    <a:moveTo>
                      <a:pt x="3044543" y="0"/>
                    </a:moveTo>
                    <a:lnTo>
                      <a:pt x="3273679" y="254397"/>
                    </a:lnTo>
                    <a:lnTo>
                      <a:pt x="2979156" y="419032"/>
                    </a:lnTo>
                    <a:lnTo>
                      <a:pt x="2789364" y="543303"/>
                    </a:lnTo>
                    <a:lnTo>
                      <a:pt x="2182020" y="982551"/>
                    </a:lnTo>
                    <a:lnTo>
                      <a:pt x="1551299" y="1549192"/>
                    </a:lnTo>
                    <a:lnTo>
                      <a:pt x="726899" y="2164119"/>
                    </a:lnTo>
                    <a:lnTo>
                      <a:pt x="149411" y="2577351"/>
                    </a:lnTo>
                    <a:lnTo>
                      <a:pt x="28357" y="2425672"/>
                    </a:lnTo>
                    <a:lnTo>
                      <a:pt x="0" y="2375046"/>
                    </a:lnTo>
                    <a:lnTo>
                      <a:pt x="103649" y="2279364"/>
                    </a:lnTo>
                    <a:lnTo>
                      <a:pt x="685222" y="1846201"/>
                    </a:lnTo>
                    <a:lnTo>
                      <a:pt x="624899" y="1759192"/>
                    </a:lnTo>
                    <a:lnTo>
                      <a:pt x="851748" y="1544632"/>
                    </a:lnTo>
                    <a:lnTo>
                      <a:pt x="893028" y="1576408"/>
                    </a:lnTo>
                    <a:lnTo>
                      <a:pt x="1309667" y="1182039"/>
                    </a:lnTo>
                    <a:lnTo>
                      <a:pt x="1617588" y="878487"/>
                    </a:lnTo>
                    <a:lnTo>
                      <a:pt x="1546739" y="802696"/>
                    </a:lnTo>
                    <a:lnTo>
                      <a:pt x="2396768" y="0"/>
                    </a:lnTo>
                    <a:moveTo>
                      <a:pt x="2420889" y="0"/>
                    </a:moveTo>
                    <a:lnTo>
                      <a:pt x="2428739" y="1576"/>
                    </a:lnTo>
                    <a:lnTo>
                      <a:pt x="2430435" y="0"/>
                    </a:lnTo>
                    <a:moveTo>
                      <a:pt x="3578435" y="1508104"/>
                    </a:moveTo>
                    <a:lnTo>
                      <a:pt x="3620394" y="1475648"/>
                    </a:lnTo>
                    <a:moveTo>
                      <a:pt x="3620394" y="2442282"/>
                    </a:moveTo>
                    <a:lnTo>
                      <a:pt x="3564851" y="2468488"/>
                    </a:lnTo>
                    <a:lnTo>
                      <a:pt x="3233699" y="1774744"/>
                    </a:lnTo>
                    <a:lnTo>
                      <a:pt x="3233651" y="1774744"/>
                    </a:lnTo>
                    <a:lnTo>
                      <a:pt x="3578435" y="1508104"/>
                    </a:lnTo>
                    <a:lnTo>
                      <a:pt x="3578435" y="1508104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77" name="Контур"/>
              <p:cNvSpPr/>
              <p:nvPr/>
            </p:nvSpPr>
            <p:spPr>
              <a:xfrm>
                <a:off x="8660345" y="2657202"/>
                <a:ext cx="4482097" cy="1889674"/>
              </a:xfrm>
              <a:custGeom>
                <a:avLst/>
                <a:gdLst/>
                <a:ahLst/>
                <a:cxnLst/>
                <a:rect l="l" t="t" r="r" b="b"/>
                <a:pathLst>
                  <a:path w="4482097" h="1889674" fill="none">
                    <a:moveTo>
                      <a:pt x="4409818" y="0"/>
                    </a:moveTo>
                    <a:lnTo>
                      <a:pt x="4482097" y="122469"/>
                    </a:lnTo>
                    <a:lnTo>
                      <a:pt x="4432320" y="378933"/>
                    </a:lnTo>
                    <a:lnTo>
                      <a:pt x="3980017" y="740469"/>
                    </a:lnTo>
                    <a:lnTo>
                      <a:pt x="4354320" y="1221478"/>
                    </a:lnTo>
                    <a:lnTo>
                      <a:pt x="4328736" y="1240581"/>
                    </a:lnTo>
                    <a:lnTo>
                      <a:pt x="4342176" y="1258581"/>
                    </a:lnTo>
                    <a:lnTo>
                      <a:pt x="4297728" y="1295446"/>
                    </a:lnTo>
                    <a:lnTo>
                      <a:pt x="4341817" y="1350218"/>
                    </a:lnTo>
                    <a:lnTo>
                      <a:pt x="3644465" y="1889674"/>
                    </a:lnTo>
                    <a:lnTo>
                      <a:pt x="3432096" y="1625254"/>
                    </a:lnTo>
                    <a:lnTo>
                      <a:pt x="3429423" y="1619327"/>
                    </a:lnTo>
                    <a:lnTo>
                      <a:pt x="3490608" y="1574086"/>
                    </a:lnTo>
                    <a:lnTo>
                      <a:pt x="3437712" y="1502470"/>
                    </a:lnTo>
                    <a:lnTo>
                      <a:pt x="3426432" y="1510678"/>
                    </a:lnTo>
                    <a:lnTo>
                      <a:pt x="3262368" y="1295398"/>
                    </a:lnTo>
                    <a:lnTo>
                      <a:pt x="3238512" y="1311430"/>
                    </a:lnTo>
                    <a:lnTo>
                      <a:pt x="3220368" y="1282822"/>
                    </a:lnTo>
                    <a:lnTo>
                      <a:pt x="3674736" y="956230"/>
                    </a:lnTo>
                    <a:lnTo>
                      <a:pt x="3564432" y="809494"/>
                    </a:lnTo>
                    <a:lnTo>
                      <a:pt x="3542016" y="787558"/>
                    </a:lnTo>
                    <a:lnTo>
                      <a:pt x="3681696" y="691126"/>
                    </a:lnTo>
                    <a:lnTo>
                      <a:pt x="3855504" y="559414"/>
                    </a:lnTo>
                    <a:lnTo>
                      <a:pt x="3970080" y="486310"/>
                    </a:lnTo>
                    <a:lnTo>
                      <a:pt x="3946848" y="454150"/>
                    </a:lnTo>
                    <a:lnTo>
                      <a:pt x="4090178" y="334247"/>
                    </a:lnTo>
                    <a:lnTo>
                      <a:pt x="4105770" y="353453"/>
                    </a:lnTo>
                    <a:lnTo>
                      <a:pt x="4158958" y="315955"/>
                    </a:lnTo>
                    <a:lnTo>
                      <a:pt x="4208874" y="386845"/>
                    </a:lnTo>
                    <a:lnTo>
                      <a:pt x="4350190" y="334627"/>
                    </a:lnTo>
                    <a:lnTo>
                      <a:pt x="4356813" y="349945"/>
                    </a:lnTo>
                    <a:lnTo>
                      <a:pt x="4400779" y="333583"/>
                    </a:lnTo>
                    <a:lnTo>
                      <a:pt x="4352208" y="203061"/>
                    </a:lnTo>
                    <a:lnTo>
                      <a:pt x="4296480" y="221687"/>
                    </a:lnTo>
                    <a:lnTo>
                      <a:pt x="4232597" y="131350"/>
                    </a:lnTo>
                    <a:lnTo>
                      <a:pt x="4396371" y="14658"/>
                    </a:lnTo>
                    <a:lnTo>
                      <a:pt x="4395883" y="7376"/>
                    </a:lnTo>
                    <a:lnTo>
                      <a:pt x="4409818" y="0"/>
                    </a:lnTo>
                    <a:close/>
                    <a:moveTo>
                      <a:pt x="729072" y="1324390"/>
                    </a:moveTo>
                    <a:lnTo>
                      <a:pt x="442512" y="1591750"/>
                    </a:lnTo>
                    <a:lnTo>
                      <a:pt x="434784" y="1587430"/>
                    </a:lnTo>
                    <a:lnTo>
                      <a:pt x="427632" y="1582246"/>
                    </a:lnTo>
                    <a:lnTo>
                      <a:pt x="421152" y="1576246"/>
                    </a:lnTo>
                    <a:lnTo>
                      <a:pt x="48" y="1124710"/>
                    </a:lnTo>
                    <a:lnTo>
                      <a:pt x="0" y="1124710"/>
                    </a:lnTo>
                    <a:lnTo>
                      <a:pt x="636576" y="531238"/>
                    </a:lnTo>
                    <a:lnTo>
                      <a:pt x="894672" y="807862"/>
                    </a:lnTo>
                    <a:lnTo>
                      <a:pt x="857184" y="893638"/>
                    </a:lnTo>
                    <a:lnTo>
                      <a:pt x="830256" y="983254"/>
                    </a:lnTo>
                    <a:lnTo>
                      <a:pt x="796416" y="1117126"/>
                    </a:lnTo>
                    <a:lnTo>
                      <a:pt x="771648" y="1214950"/>
                    </a:lnTo>
                    <a:lnTo>
                      <a:pt x="752592" y="1270534"/>
                    </a:lnTo>
                    <a:lnTo>
                      <a:pt x="729072" y="1324390"/>
                    </a:lnTo>
                    <a:close/>
                    <a:moveTo>
                      <a:pt x="1374527" y="973803"/>
                    </a:moveTo>
                    <a:lnTo>
                      <a:pt x="798748" y="1517135"/>
                    </a:lnTo>
                    <a:lnTo>
                      <a:pt x="782169" y="1499582"/>
                    </a:lnTo>
                    <a:lnTo>
                      <a:pt x="773986" y="1449915"/>
                    </a:lnTo>
                    <a:lnTo>
                      <a:pt x="820178" y="1368067"/>
                    </a:lnTo>
                    <a:lnTo>
                      <a:pt x="870768" y="1232566"/>
                    </a:lnTo>
                    <a:lnTo>
                      <a:pt x="939713" y="964698"/>
                    </a:lnTo>
                    <a:lnTo>
                      <a:pt x="959658" y="907663"/>
                    </a:lnTo>
                    <a:lnTo>
                      <a:pt x="1018612" y="790927"/>
                    </a:lnTo>
                    <a:lnTo>
                      <a:pt x="1100672" y="682993"/>
                    </a:lnTo>
                    <a:lnTo>
                      <a:pt x="1374527" y="973803"/>
                    </a:lnTo>
                    <a:close/>
                    <a:moveTo>
                      <a:pt x="890544" y="343558"/>
                    </a:moveTo>
                    <a:lnTo>
                      <a:pt x="1039776" y="503590"/>
                    </a:lnTo>
                    <a:lnTo>
                      <a:pt x="1057008" y="535222"/>
                    </a:lnTo>
                    <a:lnTo>
                      <a:pt x="1058352" y="562006"/>
                    </a:lnTo>
                    <a:lnTo>
                      <a:pt x="1047888" y="589846"/>
                    </a:lnTo>
                    <a:lnTo>
                      <a:pt x="958752" y="698854"/>
                    </a:lnTo>
                    <a:lnTo>
                      <a:pt x="946416" y="691894"/>
                    </a:lnTo>
                    <a:lnTo>
                      <a:pt x="757296" y="484774"/>
                    </a:lnTo>
                    <a:lnTo>
                      <a:pt x="763296" y="462310"/>
                    </a:lnTo>
                    <a:lnTo>
                      <a:pt x="890544" y="343558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78" name="Контур"/>
              <p:cNvSpPr/>
              <p:nvPr/>
            </p:nvSpPr>
            <p:spPr>
              <a:xfrm>
                <a:off x="8607113" y="2232000"/>
                <a:ext cx="1011984" cy="1154920"/>
              </a:xfrm>
              <a:custGeom>
                <a:avLst/>
                <a:gdLst/>
                <a:ahLst/>
                <a:cxnLst/>
                <a:rect l="l" t="t" r="r" b="b"/>
                <a:pathLst>
                  <a:path w="1011984" h="1154920" fill="none">
                    <a:moveTo>
                      <a:pt x="1011984" y="1124056"/>
                    </a:moveTo>
                    <a:lnTo>
                      <a:pt x="991296" y="1154920"/>
                    </a:lnTo>
                    <a:lnTo>
                      <a:pt x="10320" y="98248"/>
                    </a:lnTo>
                    <a:lnTo>
                      <a:pt x="0" y="67960"/>
                    </a:lnTo>
                    <a:lnTo>
                      <a:pt x="8736" y="37192"/>
                    </a:lnTo>
                    <a:lnTo>
                      <a:pt x="47743" y="0"/>
                    </a:lnTo>
                    <a:moveTo>
                      <a:pt x="217238" y="0"/>
                    </a:moveTo>
                    <a:lnTo>
                      <a:pt x="222288" y="3592"/>
                    </a:lnTo>
                    <a:lnTo>
                      <a:pt x="275808" y="52840"/>
                    </a:lnTo>
                    <a:lnTo>
                      <a:pt x="943776" y="768760"/>
                    </a:lnTo>
                    <a:lnTo>
                      <a:pt x="816528" y="887512"/>
                    </a:lnTo>
                    <a:lnTo>
                      <a:pt x="810528" y="909976"/>
                    </a:lnTo>
                    <a:lnTo>
                      <a:pt x="999648" y="1117096"/>
                    </a:lnTo>
                    <a:lnTo>
                      <a:pt x="1011984" y="1124056"/>
                    </a:lnTo>
                    <a:lnTo>
                      <a:pt x="1011984" y="1124056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79" name="Контур"/>
              <p:cNvSpPr/>
              <p:nvPr/>
            </p:nvSpPr>
            <p:spPr>
              <a:xfrm>
                <a:off x="9595589" y="2845001"/>
                <a:ext cx="1136395" cy="1222067"/>
              </a:xfrm>
              <a:custGeom>
                <a:avLst/>
                <a:gdLst/>
                <a:ahLst/>
                <a:cxnLst/>
                <a:rect l="l" t="t" r="r" b="b"/>
                <a:pathLst>
                  <a:path w="1136395" h="1222067" fill="none">
                    <a:moveTo>
                      <a:pt x="251201" y="39489"/>
                    </a:moveTo>
                    <a:lnTo>
                      <a:pt x="423958" y="225320"/>
                    </a:lnTo>
                    <a:lnTo>
                      <a:pt x="597216" y="399765"/>
                    </a:lnTo>
                    <a:lnTo>
                      <a:pt x="1136395" y="979925"/>
                    </a:lnTo>
                    <a:lnTo>
                      <a:pt x="849939" y="1222067"/>
                    </a:lnTo>
                    <a:lnTo>
                      <a:pt x="165428" y="495194"/>
                    </a:lnTo>
                    <a:lnTo>
                      <a:pt x="111469" y="561341"/>
                    </a:lnTo>
                    <a:lnTo>
                      <a:pt x="67917" y="629098"/>
                    </a:lnTo>
                    <a:lnTo>
                      <a:pt x="32104" y="701244"/>
                    </a:lnTo>
                    <a:lnTo>
                      <a:pt x="4469" y="776899"/>
                    </a:lnTo>
                    <a:lnTo>
                      <a:pt x="27108" y="679967"/>
                    </a:lnTo>
                    <a:lnTo>
                      <a:pt x="47940" y="625919"/>
                    </a:lnTo>
                    <a:lnTo>
                      <a:pt x="61237" y="600238"/>
                    </a:lnTo>
                    <a:lnTo>
                      <a:pt x="150372" y="486382"/>
                    </a:lnTo>
                    <a:lnTo>
                      <a:pt x="144852" y="452735"/>
                    </a:lnTo>
                    <a:lnTo>
                      <a:pt x="190452" y="407806"/>
                    </a:lnTo>
                    <a:lnTo>
                      <a:pt x="0" y="203608"/>
                    </a:lnTo>
                    <a:lnTo>
                      <a:pt x="215855" y="0"/>
                    </a:lnTo>
                    <a:lnTo>
                      <a:pt x="251201" y="39489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80" name="Контур"/>
              <p:cNvSpPr/>
              <p:nvPr/>
            </p:nvSpPr>
            <p:spPr>
              <a:xfrm>
                <a:off x="9737801" y="2232000"/>
                <a:ext cx="723501" cy="613000"/>
              </a:xfrm>
              <a:custGeom>
                <a:avLst/>
                <a:gdLst/>
                <a:ahLst/>
                <a:cxnLst/>
                <a:rect l="l" t="t" r="r" b="b"/>
                <a:pathLst>
                  <a:path w="723501" h="613000" fill="none">
                    <a:moveTo>
                      <a:pt x="723501" y="0"/>
                    </a:moveTo>
                    <a:lnTo>
                      <a:pt x="703205" y="19148"/>
                    </a:lnTo>
                    <a:lnTo>
                      <a:pt x="502224" y="208748"/>
                    </a:lnTo>
                    <a:lnTo>
                      <a:pt x="395573" y="309356"/>
                    </a:lnTo>
                    <a:lnTo>
                      <a:pt x="74021" y="612668"/>
                    </a:lnTo>
                    <a:lnTo>
                      <a:pt x="73642" y="613000"/>
                    </a:lnTo>
                    <a:lnTo>
                      <a:pt x="73624" y="612980"/>
                    </a:lnTo>
                    <a:lnTo>
                      <a:pt x="23" y="530752"/>
                    </a:lnTo>
                    <a:lnTo>
                      <a:pt x="0" y="530723"/>
                    </a:lnTo>
                    <a:lnTo>
                      <a:pt x="108816" y="428156"/>
                    </a:lnTo>
                    <a:lnTo>
                      <a:pt x="353035" y="197761"/>
                    </a:lnTo>
                    <a:lnTo>
                      <a:pt x="463675" y="93404"/>
                    </a:lnTo>
                    <a:lnTo>
                      <a:pt x="250997" y="94600"/>
                    </a:lnTo>
                    <a:lnTo>
                      <a:pt x="225408" y="96764"/>
                    </a:lnTo>
                    <a:lnTo>
                      <a:pt x="122117" y="105452"/>
                    </a:lnTo>
                    <a:lnTo>
                      <a:pt x="233915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81" name="Контур"/>
              <p:cNvSpPr/>
              <p:nvPr/>
            </p:nvSpPr>
            <p:spPr>
              <a:xfrm>
                <a:off x="9190323" y="2323696"/>
                <a:ext cx="1011139" cy="515308"/>
              </a:xfrm>
              <a:custGeom>
                <a:avLst/>
                <a:gdLst/>
                <a:ahLst/>
                <a:cxnLst/>
                <a:rect l="l" t="t" r="r" b="b"/>
                <a:pathLst>
                  <a:path w="1011139" h="515308" fill="none">
                    <a:moveTo>
                      <a:pt x="67766" y="0"/>
                    </a:moveTo>
                    <a:lnTo>
                      <a:pt x="209112" y="20716"/>
                    </a:lnTo>
                    <a:lnTo>
                      <a:pt x="351648" y="30225"/>
                    </a:lnTo>
                    <a:lnTo>
                      <a:pt x="494491" y="28468"/>
                    </a:lnTo>
                    <a:lnTo>
                      <a:pt x="798451" y="2918"/>
                    </a:lnTo>
                    <a:lnTo>
                      <a:pt x="1011139" y="1708"/>
                    </a:lnTo>
                    <a:lnTo>
                      <a:pt x="487430" y="495720"/>
                    </a:lnTo>
                    <a:lnTo>
                      <a:pt x="466454" y="509496"/>
                    </a:lnTo>
                    <a:lnTo>
                      <a:pt x="435720" y="515308"/>
                    </a:lnTo>
                    <a:lnTo>
                      <a:pt x="405422" y="507542"/>
                    </a:lnTo>
                    <a:lnTo>
                      <a:pt x="385368" y="492451"/>
                    </a:lnTo>
                    <a:lnTo>
                      <a:pt x="9350" y="88190"/>
                    </a:lnTo>
                    <a:lnTo>
                      <a:pt x="0" y="55267"/>
                    </a:lnTo>
                    <a:lnTo>
                      <a:pt x="8237" y="26985"/>
                    </a:lnTo>
                    <a:lnTo>
                      <a:pt x="33801" y="4233"/>
                    </a:lnTo>
                    <a:lnTo>
                      <a:pt x="67766" y="0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82" name="Контур"/>
              <p:cNvSpPr/>
              <p:nvPr/>
            </p:nvSpPr>
            <p:spPr>
              <a:xfrm>
                <a:off x="7920000" y="3162273"/>
                <a:ext cx="356464" cy="421711"/>
              </a:xfrm>
              <a:custGeom>
                <a:avLst/>
                <a:gdLst/>
                <a:ahLst/>
                <a:cxnLst/>
                <a:rect l="l" t="t" r="r" b="b"/>
                <a:pathLst>
                  <a:path w="356464" h="421711" fill="none">
                    <a:moveTo>
                      <a:pt x="0" y="37359"/>
                    </a:moveTo>
                    <a:lnTo>
                      <a:pt x="35742" y="0"/>
                    </a:lnTo>
                    <a:lnTo>
                      <a:pt x="169677" y="137237"/>
                    </a:lnTo>
                    <a:lnTo>
                      <a:pt x="356464" y="323621"/>
                    </a:lnTo>
                    <a:lnTo>
                      <a:pt x="354482" y="382018"/>
                    </a:lnTo>
                    <a:lnTo>
                      <a:pt x="316507" y="421711"/>
                    </a:lnTo>
                    <a:lnTo>
                      <a:pt x="0" y="118901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83" name="Контур"/>
              <p:cNvSpPr/>
              <p:nvPr/>
            </p:nvSpPr>
            <p:spPr>
              <a:xfrm>
                <a:off x="7938473" y="2415208"/>
                <a:ext cx="1088112" cy="1118880"/>
              </a:xfrm>
              <a:custGeom>
                <a:avLst/>
                <a:gdLst/>
                <a:ahLst/>
                <a:cxnLst/>
                <a:rect l="l" t="t" r="r" b="b"/>
                <a:pathLst>
                  <a:path w="1088112" h="1118880" fill="none">
                    <a:moveTo>
                      <a:pt x="40224" y="720528"/>
                    </a:moveTo>
                    <a:lnTo>
                      <a:pt x="399936" y="1106160"/>
                    </a:lnTo>
                    <a:lnTo>
                      <a:pt x="386304" y="1118880"/>
                    </a:lnTo>
                    <a:lnTo>
                      <a:pt x="151200" y="884304"/>
                    </a:lnTo>
                    <a:lnTo>
                      <a:pt x="16896" y="746688"/>
                    </a:lnTo>
                    <a:lnTo>
                      <a:pt x="40224" y="720528"/>
                    </a:lnTo>
                    <a:close/>
                    <a:moveTo>
                      <a:pt x="451728" y="1077168"/>
                    </a:moveTo>
                    <a:lnTo>
                      <a:pt x="427152" y="1050864"/>
                    </a:lnTo>
                    <a:lnTo>
                      <a:pt x="78624" y="677184"/>
                    </a:lnTo>
                    <a:lnTo>
                      <a:pt x="576480" y="212832"/>
                    </a:lnTo>
                    <a:lnTo>
                      <a:pt x="715008" y="83616"/>
                    </a:lnTo>
                    <a:lnTo>
                      <a:pt x="925200" y="308880"/>
                    </a:lnTo>
                    <a:lnTo>
                      <a:pt x="979200" y="366768"/>
                    </a:lnTo>
                    <a:lnTo>
                      <a:pt x="1022496" y="413184"/>
                    </a:lnTo>
                    <a:lnTo>
                      <a:pt x="1063536" y="457152"/>
                    </a:lnTo>
                    <a:lnTo>
                      <a:pt x="1088112" y="483504"/>
                    </a:lnTo>
                    <a:lnTo>
                      <a:pt x="451728" y="1077168"/>
                    </a:lnTo>
                    <a:close/>
                    <a:moveTo>
                      <a:pt x="715008" y="83616"/>
                    </a:moveTo>
                    <a:lnTo>
                      <a:pt x="576480" y="212832"/>
                    </a:lnTo>
                    <a:lnTo>
                      <a:pt x="78624" y="677184"/>
                    </a:lnTo>
                    <a:lnTo>
                      <a:pt x="0" y="592896"/>
                    </a:lnTo>
                    <a:lnTo>
                      <a:pt x="637104" y="0"/>
                    </a:lnTo>
                    <a:lnTo>
                      <a:pt x="715008" y="83616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84" name="Контур"/>
              <p:cNvSpPr/>
              <p:nvPr/>
            </p:nvSpPr>
            <p:spPr>
              <a:xfrm>
                <a:off x="7920000" y="2232000"/>
                <a:ext cx="1891443" cy="816620"/>
              </a:xfrm>
              <a:custGeom>
                <a:avLst/>
                <a:gdLst/>
                <a:ahLst/>
                <a:cxnLst/>
                <a:rect l="l" t="t" r="r" b="b"/>
                <a:pathLst>
                  <a:path w="1891443" h="816620" fill="none">
                    <a:moveTo>
                      <a:pt x="1110747" y="0"/>
                    </a:moveTo>
                    <a:lnTo>
                      <a:pt x="1665065" y="592561"/>
                    </a:lnTo>
                    <a:lnTo>
                      <a:pt x="1699769" y="606515"/>
                    </a:lnTo>
                    <a:lnTo>
                      <a:pt x="1736777" y="601196"/>
                    </a:lnTo>
                    <a:lnTo>
                      <a:pt x="1757758" y="587411"/>
                    </a:lnTo>
                    <a:lnTo>
                      <a:pt x="1817801" y="530723"/>
                    </a:lnTo>
                    <a:lnTo>
                      <a:pt x="1891443" y="613000"/>
                    </a:lnTo>
                    <a:lnTo>
                      <a:pt x="1675577" y="816620"/>
                    </a:lnTo>
                    <a:lnTo>
                      <a:pt x="962921" y="52835"/>
                    </a:lnTo>
                    <a:lnTo>
                      <a:pt x="909298" y="0"/>
                    </a:lnTo>
                    <a:moveTo>
                      <a:pt x="484648" y="0"/>
                    </a:moveTo>
                    <a:lnTo>
                      <a:pt x="655577" y="183208"/>
                    </a:lnTo>
                    <a:lnTo>
                      <a:pt x="18473" y="776104"/>
                    </a:lnTo>
                    <a:lnTo>
                      <a:pt x="0" y="756306"/>
                    </a:lnTo>
                    <a:moveTo>
                      <a:pt x="0" y="127438"/>
                    </a:moveTo>
                    <a:lnTo>
                      <a:pt x="136620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85" name="Контур"/>
              <p:cNvSpPr/>
              <p:nvPr/>
            </p:nvSpPr>
            <p:spPr>
              <a:xfrm>
                <a:off x="7938286" y="3599547"/>
                <a:ext cx="872588" cy="521055"/>
              </a:xfrm>
              <a:custGeom>
                <a:avLst/>
                <a:gdLst/>
                <a:ahLst/>
                <a:cxnLst/>
                <a:rect l="l" t="t" r="r" b="b"/>
                <a:pathLst>
                  <a:path w="872588" h="521055" fill="none">
                    <a:moveTo>
                      <a:pt x="446833" y="0"/>
                    </a:moveTo>
                    <a:lnTo>
                      <a:pt x="851767" y="434071"/>
                    </a:lnTo>
                    <a:lnTo>
                      <a:pt x="872588" y="470364"/>
                    </a:lnTo>
                    <a:lnTo>
                      <a:pt x="857852" y="519848"/>
                    </a:lnTo>
                    <a:lnTo>
                      <a:pt x="353714" y="37528"/>
                    </a:lnTo>
                    <a:lnTo>
                      <a:pt x="388669" y="993"/>
                    </a:lnTo>
                    <a:lnTo>
                      <a:pt x="446833" y="0"/>
                    </a:lnTo>
                    <a:close/>
                    <a:moveTo>
                      <a:pt x="386404" y="241521"/>
                    </a:moveTo>
                    <a:lnTo>
                      <a:pt x="118967" y="521055"/>
                    </a:lnTo>
                    <a:lnTo>
                      <a:pt x="0" y="407237"/>
                    </a:lnTo>
                    <a:lnTo>
                      <a:pt x="20587" y="385718"/>
                    </a:lnTo>
                    <a:lnTo>
                      <a:pt x="267440" y="127704"/>
                    </a:lnTo>
                    <a:lnTo>
                      <a:pt x="386404" y="241521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86" name="Контур"/>
              <p:cNvSpPr/>
              <p:nvPr/>
            </p:nvSpPr>
            <p:spPr>
              <a:xfrm>
                <a:off x="7920000" y="3115768"/>
                <a:ext cx="465119" cy="910129"/>
              </a:xfrm>
              <a:custGeom>
                <a:avLst/>
                <a:gdLst/>
                <a:ahLst/>
                <a:cxnLst/>
                <a:rect l="l" t="t" r="r" b="b"/>
                <a:pathLst>
                  <a:path w="465119" h="910129" fill="none">
                    <a:moveTo>
                      <a:pt x="316507" y="468216"/>
                    </a:moveTo>
                    <a:lnTo>
                      <a:pt x="354482" y="428523"/>
                    </a:lnTo>
                    <a:lnTo>
                      <a:pt x="356464" y="370126"/>
                    </a:lnTo>
                    <a:lnTo>
                      <a:pt x="394540" y="408121"/>
                    </a:lnTo>
                    <a:lnTo>
                      <a:pt x="465119" y="483779"/>
                    </a:lnTo>
                    <a:lnTo>
                      <a:pt x="406955" y="484772"/>
                    </a:lnTo>
                    <a:lnTo>
                      <a:pt x="372000" y="521307"/>
                    </a:lnTo>
                    <a:lnTo>
                      <a:pt x="285726" y="611483"/>
                    </a:lnTo>
                    <a:lnTo>
                      <a:pt x="38873" y="869497"/>
                    </a:lnTo>
                    <a:lnTo>
                      <a:pt x="18286" y="891016"/>
                    </a:lnTo>
                    <a:lnTo>
                      <a:pt x="0" y="910129"/>
                    </a:lnTo>
                    <a:moveTo>
                      <a:pt x="0" y="799034"/>
                    </a:moveTo>
                    <a:lnTo>
                      <a:pt x="316507" y="468216"/>
                    </a:lnTo>
                    <a:lnTo>
                      <a:pt x="316507" y="468216"/>
                    </a:lnTo>
                    <a:moveTo>
                      <a:pt x="0" y="14441"/>
                    </a:moveTo>
                    <a:lnTo>
                      <a:pt x="13817" y="0"/>
                    </a:lnTo>
                    <a:lnTo>
                      <a:pt x="45881" y="34368"/>
                    </a:lnTo>
                    <a:lnTo>
                      <a:pt x="35369" y="46128"/>
                    </a:lnTo>
                    <a:lnTo>
                      <a:pt x="35753" y="46512"/>
                    </a:lnTo>
                    <a:lnTo>
                      <a:pt x="0" y="83881"/>
                    </a:lnTo>
                    <a:moveTo>
                      <a:pt x="0" y="165386"/>
                    </a:moveTo>
                    <a:lnTo>
                      <a:pt x="316505" y="468240"/>
                    </a:lnTo>
                    <a:lnTo>
                      <a:pt x="0" y="799056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87" name="Контур"/>
              <p:cNvSpPr/>
              <p:nvPr/>
            </p:nvSpPr>
            <p:spPr>
              <a:xfrm>
                <a:off x="7992713" y="2898712"/>
                <a:ext cx="1304208" cy="2318994"/>
              </a:xfrm>
              <a:custGeom>
                <a:avLst/>
                <a:gdLst/>
                <a:ahLst/>
                <a:cxnLst/>
                <a:rect l="l" t="t" r="r" b="b"/>
                <a:pathLst>
                  <a:path w="1304208" h="2318994" fill="none">
                    <a:moveTo>
                      <a:pt x="797340" y="1134906"/>
                    </a:moveTo>
                    <a:lnTo>
                      <a:pt x="392406" y="700835"/>
                    </a:lnTo>
                    <a:lnTo>
                      <a:pt x="321827" y="625177"/>
                    </a:lnTo>
                    <a:lnTo>
                      <a:pt x="341955" y="645262"/>
                    </a:lnTo>
                    <a:lnTo>
                      <a:pt x="554729" y="846693"/>
                    </a:lnTo>
                    <a:lnTo>
                      <a:pt x="601249" y="890735"/>
                    </a:lnTo>
                    <a:lnTo>
                      <a:pt x="741028" y="1036751"/>
                    </a:lnTo>
                    <a:lnTo>
                      <a:pt x="764598" y="1077837"/>
                    </a:lnTo>
                    <a:lnTo>
                      <a:pt x="797340" y="1134906"/>
                    </a:lnTo>
                    <a:close/>
                    <a:moveTo>
                      <a:pt x="1033872" y="0"/>
                    </a:moveTo>
                    <a:lnTo>
                      <a:pt x="1304208" y="289728"/>
                    </a:lnTo>
                    <a:lnTo>
                      <a:pt x="667632" y="883200"/>
                    </a:lnTo>
                    <a:lnTo>
                      <a:pt x="431424" y="630000"/>
                    </a:lnTo>
                    <a:lnTo>
                      <a:pt x="397488" y="593664"/>
                    </a:lnTo>
                    <a:lnTo>
                      <a:pt x="1033872" y="0"/>
                    </a:lnTo>
                    <a:close/>
                    <a:moveTo>
                      <a:pt x="362304" y="664512"/>
                    </a:moveTo>
                    <a:lnTo>
                      <a:pt x="368256" y="664896"/>
                    </a:lnTo>
                    <a:lnTo>
                      <a:pt x="374160" y="665904"/>
                    </a:lnTo>
                    <a:lnTo>
                      <a:pt x="379872" y="667632"/>
                    </a:lnTo>
                    <a:lnTo>
                      <a:pt x="385392" y="669936"/>
                    </a:lnTo>
                    <a:lnTo>
                      <a:pt x="390576" y="672912"/>
                    </a:lnTo>
                    <a:lnTo>
                      <a:pt x="395376" y="676464"/>
                    </a:lnTo>
                    <a:lnTo>
                      <a:pt x="399744" y="680544"/>
                    </a:lnTo>
                    <a:lnTo>
                      <a:pt x="554736" y="846720"/>
                    </a:lnTo>
                    <a:lnTo>
                      <a:pt x="362304" y="664512"/>
                    </a:lnTo>
                    <a:close/>
                    <a:moveTo>
                      <a:pt x="40000" y="2204845"/>
                    </a:moveTo>
                    <a:lnTo>
                      <a:pt x="66546" y="2177098"/>
                    </a:lnTo>
                    <a:lnTo>
                      <a:pt x="153255" y="2260055"/>
                    </a:lnTo>
                    <a:lnTo>
                      <a:pt x="149936" y="2263523"/>
                    </a:lnTo>
                    <a:lnTo>
                      <a:pt x="126709" y="2287801"/>
                    </a:lnTo>
                    <a:lnTo>
                      <a:pt x="40000" y="2204845"/>
                    </a:lnTo>
                    <a:close/>
                    <a:moveTo>
                      <a:pt x="26542" y="2218912"/>
                    </a:moveTo>
                    <a:lnTo>
                      <a:pt x="18480" y="2163696"/>
                    </a:lnTo>
                    <a:lnTo>
                      <a:pt x="0" y="2088144"/>
                    </a:lnTo>
                    <a:lnTo>
                      <a:pt x="26743" y="2065945"/>
                    </a:lnTo>
                    <a:lnTo>
                      <a:pt x="189755" y="2221902"/>
                    </a:lnTo>
                    <a:lnTo>
                      <a:pt x="247735" y="2277374"/>
                    </a:lnTo>
                    <a:lnTo>
                      <a:pt x="207917" y="2318994"/>
                    </a:lnTo>
                    <a:lnTo>
                      <a:pt x="149936" y="2263523"/>
                    </a:lnTo>
                    <a:lnTo>
                      <a:pt x="153255" y="2260055"/>
                    </a:lnTo>
                    <a:lnTo>
                      <a:pt x="66546" y="2177098"/>
                    </a:lnTo>
                    <a:lnTo>
                      <a:pt x="40000" y="2204845"/>
                    </a:lnTo>
                    <a:lnTo>
                      <a:pt x="26542" y="2218912"/>
                    </a:lnTo>
                    <a:close/>
                    <a:moveTo>
                      <a:pt x="189755" y="2221902"/>
                    </a:moveTo>
                    <a:lnTo>
                      <a:pt x="471805" y="1927094"/>
                    </a:lnTo>
                    <a:lnTo>
                      <a:pt x="495102" y="1949383"/>
                    </a:lnTo>
                    <a:lnTo>
                      <a:pt x="496602" y="2017243"/>
                    </a:lnTo>
                    <a:lnTo>
                      <a:pt x="456754" y="2058900"/>
                    </a:lnTo>
                    <a:lnTo>
                      <a:pt x="397612" y="2099887"/>
                    </a:lnTo>
                    <a:lnTo>
                      <a:pt x="312664" y="2188678"/>
                    </a:lnTo>
                    <a:lnTo>
                      <a:pt x="273296" y="2250657"/>
                    </a:lnTo>
                    <a:lnTo>
                      <a:pt x="247735" y="2277374"/>
                    </a:lnTo>
                    <a:lnTo>
                      <a:pt x="189755" y="2221902"/>
                    </a:lnTo>
                    <a:close/>
                    <a:moveTo>
                      <a:pt x="26743" y="2065945"/>
                    </a:moveTo>
                    <a:lnTo>
                      <a:pt x="308793" y="1771137"/>
                    </a:lnTo>
                    <a:lnTo>
                      <a:pt x="471805" y="1927094"/>
                    </a:lnTo>
                    <a:lnTo>
                      <a:pt x="189755" y="2221902"/>
                    </a:lnTo>
                    <a:lnTo>
                      <a:pt x="26743" y="2065945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88" name="Контур"/>
              <p:cNvSpPr/>
              <p:nvPr/>
            </p:nvSpPr>
            <p:spPr>
              <a:xfrm>
                <a:off x="7920000" y="2232000"/>
                <a:ext cx="1866041" cy="2754856"/>
              </a:xfrm>
              <a:custGeom>
                <a:avLst/>
                <a:gdLst/>
                <a:ahLst/>
                <a:cxnLst/>
                <a:rect l="l" t="t" r="r" b="b"/>
                <a:pathLst>
                  <a:path w="1866041" h="2754856" fill="none">
                    <a:moveTo>
                      <a:pt x="381506" y="2437849"/>
                    </a:moveTo>
                    <a:lnTo>
                      <a:pt x="99456" y="2732657"/>
                    </a:lnTo>
                    <a:lnTo>
                      <a:pt x="72713" y="2754856"/>
                    </a:lnTo>
                    <a:lnTo>
                      <a:pt x="48761" y="2687896"/>
                    </a:lnTo>
                    <a:lnTo>
                      <a:pt x="24857" y="2622952"/>
                    </a:lnTo>
                    <a:lnTo>
                      <a:pt x="0" y="2568148"/>
                    </a:lnTo>
                    <a:moveTo>
                      <a:pt x="0" y="2473991"/>
                    </a:moveTo>
                    <a:lnTo>
                      <a:pt x="196409" y="2260984"/>
                    </a:lnTo>
                    <a:lnTo>
                      <a:pt x="196320" y="2260900"/>
                    </a:lnTo>
                    <a:lnTo>
                      <a:pt x="196517" y="2260866"/>
                    </a:lnTo>
                    <a:lnTo>
                      <a:pt x="381506" y="2437849"/>
                    </a:lnTo>
                    <a:lnTo>
                      <a:pt x="381506" y="2437849"/>
                    </a:lnTo>
                    <a:moveTo>
                      <a:pt x="706848" y="0"/>
                    </a:moveTo>
                    <a:lnTo>
                      <a:pt x="715385" y="7816"/>
                    </a:lnTo>
                    <a:lnTo>
                      <a:pt x="722695" y="0"/>
                    </a:lnTo>
                    <a:moveTo>
                      <a:pt x="734958" y="0"/>
                    </a:moveTo>
                    <a:lnTo>
                      <a:pt x="695849" y="37192"/>
                    </a:lnTo>
                    <a:lnTo>
                      <a:pt x="687113" y="67960"/>
                    </a:lnTo>
                    <a:lnTo>
                      <a:pt x="697433" y="98248"/>
                    </a:lnTo>
                    <a:lnTo>
                      <a:pt x="1678409" y="1154920"/>
                    </a:lnTo>
                    <a:lnTo>
                      <a:pt x="1793081" y="1005784"/>
                    </a:lnTo>
                    <a:lnTo>
                      <a:pt x="1798937" y="969256"/>
                    </a:lnTo>
                    <a:lnTo>
                      <a:pt x="1794569" y="951592"/>
                    </a:lnTo>
                    <a:lnTo>
                      <a:pt x="1780121" y="928792"/>
                    </a:lnTo>
                    <a:lnTo>
                      <a:pt x="1866041" y="1020808"/>
                    </a:lnTo>
                    <a:lnTo>
                      <a:pt x="1820441" y="1065736"/>
                    </a:lnTo>
                    <a:lnTo>
                      <a:pt x="1825961" y="1099384"/>
                    </a:lnTo>
                    <a:lnTo>
                      <a:pt x="1736825" y="1213240"/>
                    </a:lnTo>
                    <a:lnTo>
                      <a:pt x="1723529" y="1238920"/>
                    </a:lnTo>
                    <a:lnTo>
                      <a:pt x="1702697" y="1292968"/>
                    </a:lnTo>
                    <a:lnTo>
                      <a:pt x="1611113" y="1657768"/>
                    </a:lnTo>
                    <a:lnTo>
                      <a:pt x="1560521" y="1793272"/>
                    </a:lnTo>
                    <a:lnTo>
                      <a:pt x="1493801" y="1911496"/>
                    </a:lnTo>
                    <a:lnTo>
                      <a:pt x="1373513" y="2050744"/>
                    </a:lnTo>
                    <a:lnTo>
                      <a:pt x="1331273" y="2089336"/>
                    </a:lnTo>
                    <a:lnTo>
                      <a:pt x="1284185" y="2122600"/>
                    </a:lnTo>
                    <a:lnTo>
                      <a:pt x="825257" y="2544136"/>
                    </a:lnTo>
                    <a:lnTo>
                      <a:pt x="800825" y="2528536"/>
                    </a:lnTo>
                    <a:lnTo>
                      <a:pt x="748361" y="2603800"/>
                    </a:lnTo>
                    <a:lnTo>
                      <a:pt x="720137" y="2593048"/>
                    </a:lnTo>
                    <a:lnTo>
                      <a:pt x="743801" y="2486296"/>
                    </a:lnTo>
                    <a:lnTo>
                      <a:pt x="852905" y="2383480"/>
                    </a:lnTo>
                    <a:lnTo>
                      <a:pt x="870089" y="2355496"/>
                    </a:lnTo>
                    <a:lnTo>
                      <a:pt x="877049" y="2329480"/>
                    </a:lnTo>
                    <a:lnTo>
                      <a:pt x="877001" y="2300392"/>
                    </a:lnTo>
                    <a:lnTo>
                      <a:pt x="869561" y="2273944"/>
                    </a:lnTo>
                    <a:lnTo>
                      <a:pt x="805097" y="2156728"/>
                    </a:lnTo>
                    <a:lnTo>
                      <a:pt x="822665" y="2067064"/>
                    </a:lnTo>
                    <a:lnTo>
                      <a:pt x="920153" y="2243416"/>
                    </a:lnTo>
                    <a:lnTo>
                      <a:pt x="939977" y="2255752"/>
                    </a:lnTo>
                    <a:lnTo>
                      <a:pt x="963065" y="2259544"/>
                    </a:lnTo>
                    <a:lnTo>
                      <a:pt x="999113" y="2245960"/>
                    </a:lnTo>
                    <a:lnTo>
                      <a:pt x="1128041" y="2125288"/>
                    </a:lnTo>
                    <a:lnTo>
                      <a:pt x="1141625" y="2092024"/>
                    </a:lnTo>
                    <a:lnTo>
                      <a:pt x="1136057" y="2063608"/>
                    </a:lnTo>
                    <a:lnTo>
                      <a:pt x="840425" y="1743112"/>
                    </a:lnTo>
                    <a:lnTo>
                      <a:pt x="837305" y="1744552"/>
                    </a:lnTo>
                    <a:lnTo>
                      <a:pt x="813737" y="1703464"/>
                    </a:lnTo>
                    <a:lnTo>
                      <a:pt x="472457" y="1347256"/>
                    </a:lnTo>
                    <a:lnTo>
                      <a:pt x="458105" y="1336648"/>
                    </a:lnTo>
                    <a:lnTo>
                      <a:pt x="435017" y="1331224"/>
                    </a:lnTo>
                    <a:lnTo>
                      <a:pt x="404777" y="1302088"/>
                    </a:lnTo>
                    <a:lnTo>
                      <a:pt x="418409" y="1289368"/>
                    </a:lnTo>
                    <a:lnTo>
                      <a:pt x="58697" y="903736"/>
                    </a:lnTo>
                    <a:lnTo>
                      <a:pt x="64025" y="897784"/>
                    </a:lnTo>
                    <a:lnTo>
                      <a:pt x="0" y="839121"/>
                    </a:lnTo>
                    <a:moveTo>
                      <a:pt x="0" y="756330"/>
                    </a:moveTo>
                    <a:lnTo>
                      <a:pt x="1161497" y="2001448"/>
                    </a:lnTo>
                    <a:lnTo>
                      <a:pt x="1190489" y="2020216"/>
                    </a:lnTo>
                    <a:lnTo>
                      <a:pt x="1214969" y="2024104"/>
                    </a:lnTo>
                    <a:lnTo>
                      <a:pt x="1246601" y="2015032"/>
                    </a:lnTo>
                    <a:lnTo>
                      <a:pt x="1328633" y="1940728"/>
                    </a:lnTo>
                    <a:lnTo>
                      <a:pt x="1382777" y="1882792"/>
                    </a:lnTo>
                    <a:lnTo>
                      <a:pt x="1429769" y="1818952"/>
                    </a:lnTo>
                    <a:lnTo>
                      <a:pt x="1469417" y="1749592"/>
                    </a:lnTo>
                    <a:lnTo>
                      <a:pt x="1511993" y="1640152"/>
                    </a:lnTo>
                    <a:lnTo>
                      <a:pt x="1597529" y="1318840"/>
                    </a:lnTo>
                    <a:lnTo>
                      <a:pt x="1635017" y="1233064"/>
                    </a:lnTo>
                    <a:lnTo>
                      <a:pt x="484645" y="0"/>
                    </a:lnTo>
                    <a:moveTo>
                      <a:pt x="0" y="1793897"/>
                    </a:moveTo>
                    <a:lnTo>
                      <a:pt x="18286" y="1774784"/>
                    </a:lnTo>
                    <a:lnTo>
                      <a:pt x="137253" y="1888602"/>
                    </a:lnTo>
                    <a:lnTo>
                      <a:pt x="404690" y="1609068"/>
                    </a:lnTo>
                    <a:lnTo>
                      <a:pt x="285726" y="1495251"/>
                    </a:lnTo>
                    <a:lnTo>
                      <a:pt x="372000" y="1405075"/>
                    </a:lnTo>
                    <a:lnTo>
                      <a:pt x="876138" y="1887395"/>
                    </a:lnTo>
                    <a:lnTo>
                      <a:pt x="820168" y="2075352"/>
                    </a:lnTo>
                    <a:lnTo>
                      <a:pt x="562218" y="2344941"/>
                    </a:lnTo>
                    <a:lnTo>
                      <a:pt x="726869" y="2502484"/>
                    </a:lnTo>
                    <a:lnTo>
                      <a:pt x="695811" y="2532181"/>
                    </a:lnTo>
                    <a:lnTo>
                      <a:pt x="640255" y="2532231"/>
                    </a:lnTo>
                    <a:lnTo>
                      <a:pt x="618929" y="2511911"/>
                    </a:lnTo>
                    <a:lnTo>
                      <a:pt x="563091" y="2430375"/>
                    </a:lnTo>
                    <a:lnTo>
                      <a:pt x="424047" y="2297970"/>
                    </a:lnTo>
                    <a:lnTo>
                      <a:pt x="340850" y="2246962"/>
                    </a:lnTo>
                    <a:lnTo>
                      <a:pt x="0" y="1922206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89" name="Контур"/>
              <p:cNvSpPr/>
              <p:nvPr/>
            </p:nvSpPr>
            <p:spPr>
              <a:xfrm>
                <a:off x="9017609" y="2394376"/>
                <a:ext cx="4643904" cy="4243440"/>
              </a:xfrm>
              <a:custGeom>
                <a:avLst/>
                <a:gdLst/>
                <a:ahLst/>
                <a:cxnLst/>
                <a:rect l="l" t="t" r="r" b="b"/>
                <a:pathLst>
                  <a:path w="4643904" h="4243440" fill="none">
                    <a:moveTo>
                      <a:pt x="3014640" y="2568960"/>
                    </a:moveTo>
                    <a:lnTo>
                      <a:pt x="3041328" y="2560560"/>
                    </a:lnTo>
                    <a:lnTo>
                      <a:pt x="3044544" y="2564592"/>
                    </a:lnTo>
                    <a:lnTo>
                      <a:pt x="2906160" y="2671632"/>
                    </a:lnTo>
                    <a:lnTo>
                      <a:pt x="2924304" y="2694384"/>
                    </a:lnTo>
                    <a:lnTo>
                      <a:pt x="2561808" y="3025824"/>
                    </a:lnTo>
                    <a:lnTo>
                      <a:pt x="2717184" y="3348336"/>
                    </a:lnTo>
                    <a:lnTo>
                      <a:pt x="2722752" y="3361392"/>
                    </a:lnTo>
                    <a:lnTo>
                      <a:pt x="2712288" y="3366768"/>
                    </a:lnTo>
                    <a:lnTo>
                      <a:pt x="2705712" y="3353952"/>
                    </a:lnTo>
                    <a:lnTo>
                      <a:pt x="2716176" y="3348576"/>
                    </a:lnTo>
                    <a:lnTo>
                      <a:pt x="2525856" y="2959584"/>
                    </a:lnTo>
                    <a:lnTo>
                      <a:pt x="2461632" y="2998608"/>
                    </a:lnTo>
                    <a:lnTo>
                      <a:pt x="2380608" y="2826480"/>
                    </a:lnTo>
                    <a:lnTo>
                      <a:pt x="2565984" y="2710416"/>
                    </a:lnTo>
                    <a:lnTo>
                      <a:pt x="2937360" y="2423136"/>
                    </a:lnTo>
                    <a:lnTo>
                      <a:pt x="2981856" y="2535264"/>
                    </a:lnTo>
                    <a:lnTo>
                      <a:pt x="2985792" y="2532288"/>
                    </a:lnTo>
                    <a:lnTo>
                      <a:pt x="3014640" y="2568960"/>
                    </a:lnTo>
                    <a:close/>
                    <a:moveTo>
                      <a:pt x="243792" y="3083520"/>
                    </a:moveTo>
                    <a:lnTo>
                      <a:pt x="178272" y="3113184"/>
                    </a:lnTo>
                    <a:lnTo>
                      <a:pt x="98496" y="3162864"/>
                    </a:lnTo>
                    <a:lnTo>
                      <a:pt x="38832" y="3192720"/>
                    </a:lnTo>
                    <a:lnTo>
                      <a:pt x="4896" y="3160080"/>
                    </a:lnTo>
                    <a:lnTo>
                      <a:pt x="123456" y="3079536"/>
                    </a:lnTo>
                    <a:lnTo>
                      <a:pt x="415872" y="2803776"/>
                    </a:lnTo>
                    <a:lnTo>
                      <a:pt x="492336" y="2886576"/>
                    </a:lnTo>
                    <a:lnTo>
                      <a:pt x="243792" y="3083520"/>
                    </a:lnTo>
                    <a:close/>
                    <a:moveTo>
                      <a:pt x="473040" y="2696976"/>
                    </a:moveTo>
                    <a:lnTo>
                      <a:pt x="475968" y="2683584"/>
                    </a:lnTo>
                    <a:lnTo>
                      <a:pt x="502560" y="2658048"/>
                    </a:lnTo>
                    <a:lnTo>
                      <a:pt x="626208" y="2585184"/>
                    </a:lnTo>
                    <a:lnTo>
                      <a:pt x="718464" y="2518320"/>
                    </a:lnTo>
                    <a:lnTo>
                      <a:pt x="608496" y="2622048"/>
                    </a:lnTo>
                    <a:lnTo>
                      <a:pt x="567888" y="2660352"/>
                    </a:lnTo>
                    <a:lnTo>
                      <a:pt x="415872" y="2803776"/>
                    </a:lnTo>
                    <a:lnTo>
                      <a:pt x="123456" y="3079536"/>
                    </a:lnTo>
                    <a:lnTo>
                      <a:pt x="4896" y="3160080"/>
                    </a:lnTo>
                    <a:lnTo>
                      <a:pt x="0" y="3155376"/>
                    </a:lnTo>
                    <a:lnTo>
                      <a:pt x="61872" y="3097200"/>
                    </a:lnTo>
                    <a:lnTo>
                      <a:pt x="105888" y="3055824"/>
                    </a:lnTo>
                    <a:lnTo>
                      <a:pt x="116832" y="3044688"/>
                    </a:lnTo>
                    <a:lnTo>
                      <a:pt x="222960" y="2941968"/>
                    </a:lnTo>
                    <a:lnTo>
                      <a:pt x="473040" y="2696976"/>
                    </a:lnTo>
                    <a:close/>
                    <a:moveTo>
                      <a:pt x="240048" y="3132720"/>
                    </a:moveTo>
                    <a:lnTo>
                      <a:pt x="196752" y="3155184"/>
                    </a:lnTo>
                    <a:lnTo>
                      <a:pt x="196464" y="3155328"/>
                    </a:lnTo>
                    <a:lnTo>
                      <a:pt x="192960" y="3157152"/>
                    </a:lnTo>
                    <a:lnTo>
                      <a:pt x="196416" y="3155280"/>
                    </a:lnTo>
                    <a:lnTo>
                      <a:pt x="585024" y="2954016"/>
                    </a:lnTo>
                    <a:lnTo>
                      <a:pt x="240096" y="3132720"/>
                    </a:lnTo>
                    <a:lnTo>
                      <a:pt x="240048" y="3132720"/>
                    </a:lnTo>
                    <a:close/>
                    <a:moveTo>
                      <a:pt x="4473408" y="30000"/>
                    </a:moveTo>
                    <a:lnTo>
                      <a:pt x="4326240" y="103920"/>
                    </a:lnTo>
                    <a:lnTo>
                      <a:pt x="4333536" y="112176"/>
                    </a:lnTo>
                    <a:lnTo>
                      <a:pt x="4038624" y="270192"/>
                    </a:lnTo>
                    <a:lnTo>
                      <a:pt x="4039104" y="277488"/>
                    </a:lnTo>
                    <a:lnTo>
                      <a:pt x="3679536" y="530976"/>
                    </a:lnTo>
                    <a:lnTo>
                      <a:pt x="3578832" y="614640"/>
                    </a:lnTo>
                    <a:lnTo>
                      <a:pt x="3545712" y="636624"/>
                    </a:lnTo>
                    <a:lnTo>
                      <a:pt x="3270864" y="898320"/>
                    </a:lnTo>
                    <a:lnTo>
                      <a:pt x="3156624" y="1022880"/>
                    </a:lnTo>
                    <a:lnTo>
                      <a:pt x="3063552" y="1114320"/>
                    </a:lnTo>
                    <a:lnTo>
                      <a:pt x="2770272" y="1380336"/>
                    </a:lnTo>
                    <a:lnTo>
                      <a:pt x="2675040" y="1460592"/>
                    </a:lnTo>
                    <a:lnTo>
                      <a:pt x="1981392" y="1970928"/>
                    </a:lnTo>
                    <a:lnTo>
                      <a:pt x="1970400" y="1945584"/>
                    </a:lnTo>
                    <a:lnTo>
                      <a:pt x="585024" y="2954016"/>
                    </a:lnTo>
                    <a:lnTo>
                      <a:pt x="1903008" y="1989216"/>
                    </a:lnTo>
                    <a:lnTo>
                      <a:pt x="2784096" y="1353264"/>
                    </a:lnTo>
                    <a:lnTo>
                      <a:pt x="3515232" y="631344"/>
                    </a:lnTo>
                    <a:lnTo>
                      <a:pt x="3947136" y="306672"/>
                    </a:lnTo>
                    <a:lnTo>
                      <a:pt x="4058976" y="238128"/>
                    </a:lnTo>
                    <a:lnTo>
                      <a:pt x="4471008" y="28416"/>
                    </a:lnTo>
                    <a:lnTo>
                      <a:pt x="4546080" y="48"/>
                    </a:lnTo>
                    <a:lnTo>
                      <a:pt x="4643904" y="0"/>
                    </a:lnTo>
                    <a:lnTo>
                      <a:pt x="4547952" y="2256"/>
                    </a:lnTo>
                    <a:lnTo>
                      <a:pt x="4473408" y="30000"/>
                    </a:lnTo>
                    <a:close/>
                    <a:moveTo>
                      <a:pt x="240104" y="3132713"/>
                    </a:moveTo>
                    <a:lnTo>
                      <a:pt x="585022" y="2953996"/>
                    </a:lnTo>
                    <a:lnTo>
                      <a:pt x="1853605" y="2030583"/>
                    </a:lnTo>
                    <a:lnTo>
                      <a:pt x="1885104" y="2007643"/>
                    </a:lnTo>
                    <a:lnTo>
                      <a:pt x="1924123" y="1979236"/>
                    </a:lnTo>
                    <a:lnTo>
                      <a:pt x="1939013" y="1968384"/>
                    </a:lnTo>
                    <a:lnTo>
                      <a:pt x="1970399" y="1945565"/>
                    </a:lnTo>
                    <a:lnTo>
                      <a:pt x="1981368" y="1970949"/>
                    </a:lnTo>
                    <a:lnTo>
                      <a:pt x="832797" y="2846977"/>
                    </a:lnTo>
                    <a:lnTo>
                      <a:pt x="657980" y="2955165"/>
                    </a:lnTo>
                    <a:lnTo>
                      <a:pt x="429025" y="3059623"/>
                    </a:lnTo>
                    <a:lnTo>
                      <a:pt x="240104" y="3132713"/>
                    </a:lnTo>
                    <a:close/>
                    <a:moveTo>
                      <a:pt x="1879392" y="2746704"/>
                    </a:moveTo>
                    <a:lnTo>
                      <a:pt x="1329312" y="3097008"/>
                    </a:lnTo>
                    <a:lnTo>
                      <a:pt x="1320624" y="3117312"/>
                    </a:lnTo>
                    <a:lnTo>
                      <a:pt x="1225296" y="2986992"/>
                    </a:lnTo>
                    <a:lnTo>
                      <a:pt x="1242672" y="2975472"/>
                    </a:lnTo>
                    <a:lnTo>
                      <a:pt x="1230528" y="2956944"/>
                    </a:lnTo>
                    <a:lnTo>
                      <a:pt x="1256160" y="2938272"/>
                    </a:lnTo>
                    <a:lnTo>
                      <a:pt x="1202064" y="2863536"/>
                    </a:lnTo>
                    <a:lnTo>
                      <a:pt x="1247664" y="2830416"/>
                    </a:lnTo>
                    <a:lnTo>
                      <a:pt x="1199040" y="2758752"/>
                    </a:lnTo>
                    <a:lnTo>
                      <a:pt x="1368912" y="2629872"/>
                    </a:lnTo>
                    <a:lnTo>
                      <a:pt x="1825392" y="2302848"/>
                    </a:lnTo>
                    <a:lnTo>
                      <a:pt x="2036688" y="2262240"/>
                    </a:lnTo>
                    <a:lnTo>
                      <a:pt x="2104464" y="2402544"/>
                    </a:lnTo>
                    <a:lnTo>
                      <a:pt x="2087808" y="2428704"/>
                    </a:lnTo>
                    <a:lnTo>
                      <a:pt x="2124528" y="2486736"/>
                    </a:lnTo>
                    <a:lnTo>
                      <a:pt x="2146560" y="2488944"/>
                    </a:lnTo>
                    <a:lnTo>
                      <a:pt x="2179104" y="2556384"/>
                    </a:lnTo>
                    <a:lnTo>
                      <a:pt x="1879392" y="2746704"/>
                    </a:lnTo>
                    <a:close/>
                    <a:moveTo>
                      <a:pt x="2910336" y="2707152"/>
                    </a:moveTo>
                    <a:lnTo>
                      <a:pt x="2924304" y="2694384"/>
                    </a:lnTo>
                    <a:lnTo>
                      <a:pt x="2906160" y="2671632"/>
                    </a:lnTo>
                    <a:lnTo>
                      <a:pt x="3042816" y="2565936"/>
                    </a:lnTo>
                    <a:lnTo>
                      <a:pt x="3056976" y="2582832"/>
                    </a:lnTo>
                    <a:lnTo>
                      <a:pt x="3084480" y="2560992"/>
                    </a:lnTo>
                    <a:lnTo>
                      <a:pt x="3101904" y="2582496"/>
                    </a:lnTo>
                    <a:lnTo>
                      <a:pt x="3127824" y="2562480"/>
                    </a:lnTo>
                    <a:lnTo>
                      <a:pt x="3096240" y="2524608"/>
                    </a:lnTo>
                    <a:lnTo>
                      <a:pt x="3648624" y="2097360"/>
                    </a:lnTo>
                    <a:lnTo>
                      <a:pt x="3690960" y="2177424"/>
                    </a:lnTo>
                    <a:lnTo>
                      <a:pt x="3682032" y="2202048"/>
                    </a:lnTo>
                    <a:lnTo>
                      <a:pt x="3799680" y="2468880"/>
                    </a:lnTo>
                    <a:lnTo>
                      <a:pt x="3885984" y="2644800"/>
                    </a:lnTo>
                    <a:lnTo>
                      <a:pt x="3069600" y="3037920"/>
                    </a:lnTo>
                    <a:lnTo>
                      <a:pt x="2910336" y="2707152"/>
                    </a:lnTo>
                    <a:close/>
                    <a:moveTo>
                      <a:pt x="598848" y="2761536"/>
                    </a:moveTo>
                    <a:lnTo>
                      <a:pt x="620544" y="2784960"/>
                    </a:lnTo>
                    <a:lnTo>
                      <a:pt x="492336" y="2886576"/>
                    </a:lnTo>
                    <a:lnTo>
                      <a:pt x="415872" y="2803776"/>
                    </a:lnTo>
                    <a:lnTo>
                      <a:pt x="567888" y="2660352"/>
                    </a:lnTo>
                    <a:lnTo>
                      <a:pt x="622224" y="2721552"/>
                    </a:lnTo>
                    <a:lnTo>
                      <a:pt x="663984" y="2684448"/>
                    </a:lnTo>
                    <a:lnTo>
                      <a:pt x="679968" y="2702496"/>
                    </a:lnTo>
                    <a:lnTo>
                      <a:pt x="598848" y="2761536"/>
                    </a:lnTo>
                    <a:close/>
                    <a:moveTo>
                      <a:pt x="3125952" y="4196448"/>
                    </a:moveTo>
                    <a:lnTo>
                      <a:pt x="3153504" y="4183776"/>
                    </a:lnTo>
                    <a:lnTo>
                      <a:pt x="3189168" y="4166784"/>
                    </a:lnTo>
                    <a:lnTo>
                      <a:pt x="3211632" y="4213056"/>
                    </a:lnTo>
                    <a:lnTo>
                      <a:pt x="3148560" y="4243440"/>
                    </a:lnTo>
                    <a:lnTo>
                      <a:pt x="3125952" y="4196448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90" name="Контур"/>
              <p:cNvSpPr/>
              <p:nvPr/>
            </p:nvSpPr>
            <p:spPr>
              <a:xfrm>
                <a:off x="12054041" y="5606104"/>
                <a:ext cx="1625959" cy="1001328"/>
              </a:xfrm>
              <a:custGeom>
                <a:avLst/>
                <a:gdLst/>
                <a:ahLst/>
                <a:cxnLst/>
                <a:rect l="l" t="t" r="r" b="b"/>
                <a:pathLst>
                  <a:path w="1625959" h="1001328" fill="none">
                    <a:moveTo>
                      <a:pt x="1533504" y="0"/>
                    </a:moveTo>
                    <a:lnTo>
                      <a:pt x="1625959" y="190107"/>
                    </a:lnTo>
                    <a:moveTo>
                      <a:pt x="1625959" y="302173"/>
                    </a:moveTo>
                    <a:lnTo>
                      <a:pt x="1163616" y="524976"/>
                    </a:lnTo>
                    <a:lnTo>
                      <a:pt x="1120656" y="545712"/>
                    </a:lnTo>
                    <a:lnTo>
                      <a:pt x="257472" y="961680"/>
                    </a:lnTo>
                    <a:lnTo>
                      <a:pt x="175200" y="1001328"/>
                    </a:lnTo>
                    <a:lnTo>
                      <a:pt x="152736" y="955056"/>
                    </a:lnTo>
                    <a:lnTo>
                      <a:pt x="117072" y="972048"/>
                    </a:lnTo>
                    <a:lnTo>
                      <a:pt x="0" y="731808"/>
                    </a:lnTo>
                    <a:lnTo>
                      <a:pt x="37152" y="714096"/>
                    </a:lnTo>
                    <a:lnTo>
                      <a:pt x="1533504" y="0"/>
                    </a:lnTo>
                    <a:lnTo>
                      <a:pt x="1533504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91" name="Контур"/>
              <p:cNvSpPr/>
              <p:nvPr/>
            </p:nvSpPr>
            <p:spPr>
              <a:xfrm>
                <a:off x="12027689" y="6337912"/>
                <a:ext cx="143424" cy="252912"/>
              </a:xfrm>
              <a:custGeom>
                <a:avLst/>
                <a:gdLst/>
                <a:ahLst/>
                <a:cxnLst/>
                <a:rect l="l" t="t" r="r" b="b"/>
                <a:pathLst>
                  <a:path w="143424" h="252912" fill="none">
                    <a:moveTo>
                      <a:pt x="26352" y="0"/>
                    </a:moveTo>
                    <a:lnTo>
                      <a:pt x="143424" y="240240"/>
                    </a:lnTo>
                    <a:lnTo>
                      <a:pt x="115872" y="252912"/>
                    </a:lnTo>
                    <a:lnTo>
                      <a:pt x="0" y="12576"/>
                    </a:lnTo>
                    <a:lnTo>
                      <a:pt x="26352" y="0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92" name="Контур"/>
              <p:cNvSpPr/>
              <p:nvPr/>
            </p:nvSpPr>
            <p:spPr>
              <a:xfrm>
                <a:off x="11996393" y="4868632"/>
                <a:ext cx="1683607" cy="1481856"/>
              </a:xfrm>
              <a:custGeom>
                <a:avLst/>
                <a:gdLst/>
                <a:ahLst/>
                <a:cxnLst/>
                <a:rect l="l" t="t" r="r" b="b"/>
                <a:pathLst>
                  <a:path w="1683607" h="1481856" fill="none">
                    <a:moveTo>
                      <a:pt x="1647888" y="766272"/>
                    </a:moveTo>
                    <a:lnTo>
                      <a:pt x="1683607" y="839716"/>
                    </a:lnTo>
                    <a:moveTo>
                      <a:pt x="1683607" y="1092910"/>
                    </a:moveTo>
                    <a:lnTo>
                      <a:pt x="1242096" y="1305696"/>
                    </a:lnTo>
                    <a:lnTo>
                      <a:pt x="1221264" y="1262448"/>
                    </a:lnTo>
                    <a:lnTo>
                      <a:pt x="1683607" y="1039645"/>
                    </a:lnTo>
                    <a:moveTo>
                      <a:pt x="1683607" y="927579"/>
                    </a:moveTo>
                    <a:lnTo>
                      <a:pt x="1591152" y="737472"/>
                    </a:lnTo>
                    <a:lnTo>
                      <a:pt x="1625808" y="720912"/>
                    </a:lnTo>
                    <a:lnTo>
                      <a:pt x="1647888" y="766272"/>
                    </a:lnTo>
                    <a:lnTo>
                      <a:pt x="1647888" y="766272"/>
                    </a:lnTo>
                    <a:moveTo>
                      <a:pt x="1683607" y="670456"/>
                    </a:moveTo>
                    <a:lnTo>
                      <a:pt x="1616784" y="702336"/>
                    </a:lnTo>
                    <a:lnTo>
                      <a:pt x="1625808" y="720912"/>
                    </a:lnTo>
                    <a:lnTo>
                      <a:pt x="1591152" y="737472"/>
                    </a:lnTo>
                    <a:lnTo>
                      <a:pt x="94800" y="1451568"/>
                    </a:lnTo>
                    <a:lnTo>
                      <a:pt x="57648" y="1469280"/>
                    </a:lnTo>
                    <a:lnTo>
                      <a:pt x="31296" y="1481856"/>
                    </a:lnTo>
                    <a:lnTo>
                      <a:pt x="0" y="1416912"/>
                    </a:lnTo>
                    <a:lnTo>
                      <a:pt x="11232" y="1385040"/>
                    </a:lnTo>
                    <a:lnTo>
                      <a:pt x="13488" y="1378656"/>
                    </a:lnTo>
                    <a:lnTo>
                      <a:pt x="205824" y="1286832"/>
                    </a:lnTo>
                    <a:lnTo>
                      <a:pt x="608688" y="1094592"/>
                    </a:lnTo>
                    <a:lnTo>
                      <a:pt x="970848" y="921792"/>
                    </a:lnTo>
                    <a:lnTo>
                      <a:pt x="1683607" y="581627"/>
                    </a:lnTo>
                    <a:moveTo>
                      <a:pt x="662400" y="967920"/>
                    </a:moveTo>
                    <a:lnTo>
                      <a:pt x="659376" y="961440"/>
                    </a:lnTo>
                    <a:lnTo>
                      <a:pt x="458880" y="537216"/>
                    </a:lnTo>
                    <a:lnTo>
                      <a:pt x="968880" y="296688"/>
                    </a:lnTo>
                    <a:lnTo>
                      <a:pt x="1591296" y="0"/>
                    </a:lnTo>
                    <a:lnTo>
                      <a:pt x="1683607" y="193359"/>
                    </a:lnTo>
                    <a:moveTo>
                      <a:pt x="1683607" y="480606"/>
                    </a:moveTo>
                    <a:lnTo>
                      <a:pt x="1683168" y="480816"/>
                    </a:lnTo>
                    <a:lnTo>
                      <a:pt x="662400" y="967920"/>
                    </a:lnTo>
                    <a:lnTo>
                      <a:pt x="662400" y="96792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93" name="Контур"/>
              <p:cNvSpPr/>
              <p:nvPr/>
            </p:nvSpPr>
            <p:spPr>
              <a:xfrm>
                <a:off x="11989481" y="5039176"/>
                <a:ext cx="975792" cy="519744"/>
              </a:xfrm>
              <a:custGeom>
                <a:avLst/>
                <a:gdLst/>
                <a:ahLst/>
                <a:cxnLst/>
                <a:rect l="l" t="t" r="r" b="b"/>
                <a:pathLst>
                  <a:path w="975792" h="519744" fill="none">
                    <a:moveTo>
                      <a:pt x="446640" y="326064"/>
                    </a:moveTo>
                    <a:lnTo>
                      <a:pt x="37920" y="519744"/>
                    </a:lnTo>
                    <a:lnTo>
                      <a:pt x="0" y="440208"/>
                    </a:lnTo>
                    <a:lnTo>
                      <a:pt x="97728" y="393120"/>
                    </a:lnTo>
                    <a:lnTo>
                      <a:pt x="914112" y="0"/>
                    </a:lnTo>
                    <a:lnTo>
                      <a:pt x="961872" y="97392"/>
                    </a:lnTo>
                    <a:lnTo>
                      <a:pt x="975792" y="126144"/>
                    </a:lnTo>
                    <a:lnTo>
                      <a:pt x="465792" y="366672"/>
                    </a:lnTo>
                    <a:lnTo>
                      <a:pt x="446640" y="326064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94" name="Контур"/>
              <p:cNvSpPr/>
              <p:nvPr/>
            </p:nvSpPr>
            <p:spPr>
              <a:xfrm>
                <a:off x="13207817" y="4006744"/>
                <a:ext cx="472183" cy="3875856"/>
              </a:xfrm>
              <a:custGeom>
                <a:avLst/>
                <a:gdLst/>
                <a:ahLst/>
                <a:cxnLst/>
                <a:rect l="l" t="t" r="r" b="b"/>
                <a:pathLst>
                  <a:path w="472183" h="3875856" fill="none">
                    <a:moveTo>
                      <a:pt x="0" y="66096"/>
                    </a:moveTo>
                    <a:lnTo>
                      <a:pt x="85440" y="0"/>
                    </a:lnTo>
                    <a:lnTo>
                      <a:pt x="85488" y="0"/>
                    </a:lnTo>
                    <a:lnTo>
                      <a:pt x="416640" y="693744"/>
                    </a:lnTo>
                    <a:lnTo>
                      <a:pt x="472183" y="810166"/>
                    </a:lnTo>
                    <a:moveTo>
                      <a:pt x="472183" y="1055247"/>
                    </a:moveTo>
                    <a:lnTo>
                      <a:pt x="379872" y="861888"/>
                    </a:lnTo>
                    <a:lnTo>
                      <a:pt x="366048" y="832896"/>
                    </a:lnTo>
                    <a:lnTo>
                      <a:pt x="96" y="66288"/>
                    </a:lnTo>
                    <a:lnTo>
                      <a:pt x="0" y="66096"/>
                    </a:lnTo>
                    <a:lnTo>
                      <a:pt x="0" y="66096"/>
                    </a:lnTo>
                    <a:moveTo>
                      <a:pt x="472183" y="3875856"/>
                    </a:moveTo>
                    <a:lnTo>
                      <a:pt x="340704" y="3875856"/>
                    </a:lnTo>
                    <a:lnTo>
                      <a:pt x="337248" y="3875856"/>
                    </a:lnTo>
                    <a:lnTo>
                      <a:pt x="334512" y="3636528"/>
                    </a:lnTo>
                    <a:lnTo>
                      <a:pt x="104112" y="3638784"/>
                    </a:lnTo>
                    <a:lnTo>
                      <a:pt x="101808" y="3402960"/>
                    </a:lnTo>
                    <a:lnTo>
                      <a:pt x="220704" y="3349200"/>
                    </a:lnTo>
                    <a:lnTo>
                      <a:pt x="238896" y="3389376"/>
                    </a:lnTo>
                    <a:lnTo>
                      <a:pt x="472183" y="3283894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95" name="Контур"/>
              <p:cNvSpPr/>
              <p:nvPr/>
            </p:nvSpPr>
            <p:spPr>
              <a:xfrm>
                <a:off x="12034265" y="6131080"/>
                <a:ext cx="1582272" cy="1421039"/>
              </a:xfrm>
              <a:custGeom>
                <a:avLst/>
                <a:gdLst/>
                <a:ahLst/>
                <a:cxnLst/>
                <a:rect l="l" t="t" r="r" b="b"/>
                <a:pathLst>
                  <a:path w="1582272" h="1421039" fill="none">
                    <a:moveTo>
                      <a:pt x="1201488" y="1015680"/>
                    </a:moveTo>
                    <a:lnTo>
                      <a:pt x="593280" y="1306656"/>
                    </a:lnTo>
                    <a:lnTo>
                      <a:pt x="565824" y="1312272"/>
                    </a:lnTo>
                    <a:lnTo>
                      <a:pt x="535056" y="1305552"/>
                    </a:lnTo>
                    <a:lnTo>
                      <a:pt x="503952" y="1277760"/>
                    </a:lnTo>
                    <a:lnTo>
                      <a:pt x="458880" y="1184976"/>
                    </a:lnTo>
                    <a:lnTo>
                      <a:pt x="484560" y="1172592"/>
                    </a:lnTo>
                    <a:lnTo>
                      <a:pt x="335280" y="864768"/>
                    </a:lnTo>
                    <a:lnTo>
                      <a:pt x="310320" y="876816"/>
                    </a:lnTo>
                    <a:lnTo>
                      <a:pt x="163200" y="571584"/>
                    </a:lnTo>
                    <a:lnTo>
                      <a:pt x="881088" y="225648"/>
                    </a:lnTo>
                    <a:lnTo>
                      <a:pt x="1248432" y="993168"/>
                    </a:lnTo>
                    <a:lnTo>
                      <a:pt x="1201488" y="1015680"/>
                    </a:lnTo>
                    <a:close/>
                    <a:moveTo>
                      <a:pt x="1248432" y="993168"/>
                    </a:moveTo>
                    <a:lnTo>
                      <a:pt x="1170816" y="831072"/>
                    </a:lnTo>
                    <a:lnTo>
                      <a:pt x="1439712" y="702384"/>
                    </a:lnTo>
                    <a:lnTo>
                      <a:pt x="1486272" y="799536"/>
                    </a:lnTo>
                    <a:lnTo>
                      <a:pt x="1517328" y="864480"/>
                    </a:lnTo>
                    <a:lnTo>
                      <a:pt x="1248432" y="993168"/>
                    </a:lnTo>
                    <a:close/>
                    <a:moveTo>
                      <a:pt x="37488" y="858192"/>
                    </a:moveTo>
                    <a:lnTo>
                      <a:pt x="22320" y="822384"/>
                    </a:lnTo>
                    <a:lnTo>
                      <a:pt x="29760" y="804096"/>
                    </a:lnTo>
                    <a:lnTo>
                      <a:pt x="96000" y="777024"/>
                    </a:lnTo>
                    <a:lnTo>
                      <a:pt x="0" y="572640"/>
                    </a:lnTo>
                    <a:lnTo>
                      <a:pt x="3167" y="571152"/>
                    </a:lnTo>
                    <a:lnTo>
                      <a:pt x="371952" y="1336608"/>
                    </a:lnTo>
                    <a:lnTo>
                      <a:pt x="377520" y="1360608"/>
                    </a:lnTo>
                    <a:lnTo>
                      <a:pt x="375552" y="1381680"/>
                    </a:lnTo>
                    <a:lnTo>
                      <a:pt x="365712" y="1404288"/>
                    </a:lnTo>
                    <a:lnTo>
                      <a:pt x="350305" y="1421039"/>
                    </a:lnTo>
                    <a:lnTo>
                      <a:pt x="237744" y="1183728"/>
                    </a:lnTo>
                    <a:lnTo>
                      <a:pt x="281136" y="1163088"/>
                    </a:lnTo>
                    <a:lnTo>
                      <a:pt x="121824" y="830448"/>
                    </a:lnTo>
                    <a:lnTo>
                      <a:pt x="37488" y="858192"/>
                    </a:lnTo>
                    <a:close/>
                    <a:moveTo>
                      <a:pt x="458880" y="1184976"/>
                    </a:moveTo>
                    <a:lnTo>
                      <a:pt x="310320" y="876816"/>
                    </a:lnTo>
                    <a:lnTo>
                      <a:pt x="310320" y="876768"/>
                    </a:lnTo>
                    <a:lnTo>
                      <a:pt x="335280" y="864768"/>
                    </a:lnTo>
                    <a:lnTo>
                      <a:pt x="484560" y="1172592"/>
                    </a:lnTo>
                    <a:lnTo>
                      <a:pt x="458880" y="1184976"/>
                    </a:lnTo>
                    <a:close/>
                    <a:moveTo>
                      <a:pt x="1486272" y="799536"/>
                    </a:moveTo>
                    <a:lnTo>
                      <a:pt x="1439712" y="702384"/>
                    </a:lnTo>
                    <a:lnTo>
                      <a:pt x="1149648" y="96240"/>
                    </a:lnTo>
                    <a:lnTo>
                      <a:pt x="881088" y="225648"/>
                    </a:lnTo>
                    <a:lnTo>
                      <a:pt x="208656" y="549648"/>
                    </a:lnTo>
                    <a:lnTo>
                      <a:pt x="163200" y="571584"/>
                    </a:lnTo>
                    <a:lnTo>
                      <a:pt x="131904" y="506736"/>
                    </a:lnTo>
                    <a:lnTo>
                      <a:pt x="194976" y="476352"/>
                    </a:lnTo>
                    <a:lnTo>
                      <a:pt x="277248" y="436704"/>
                    </a:lnTo>
                    <a:lnTo>
                      <a:pt x="1140432" y="20736"/>
                    </a:lnTo>
                    <a:lnTo>
                      <a:pt x="1183392" y="0"/>
                    </a:lnTo>
                    <a:lnTo>
                      <a:pt x="1204224" y="43248"/>
                    </a:lnTo>
                    <a:lnTo>
                      <a:pt x="1582272" y="833424"/>
                    </a:lnTo>
                    <a:lnTo>
                      <a:pt x="1517328" y="864480"/>
                    </a:lnTo>
                    <a:lnTo>
                      <a:pt x="1486272" y="799536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96" name="Контур"/>
              <p:cNvSpPr/>
              <p:nvPr/>
            </p:nvSpPr>
            <p:spPr>
              <a:xfrm>
                <a:off x="13238489" y="5961542"/>
                <a:ext cx="441511" cy="1002962"/>
              </a:xfrm>
              <a:custGeom>
                <a:avLst/>
                <a:gdLst/>
                <a:ahLst/>
                <a:cxnLst/>
                <a:rect l="l" t="t" r="r" b="b"/>
                <a:pathLst>
                  <a:path w="441511" h="1002962" fill="none">
                    <a:moveTo>
                      <a:pt x="441511" y="972586"/>
                    </a:moveTo>
                    <a:lnTo>
                      <a:pt x="378048" y="1002962"/>
                    </a:lnTo>
                    <a:lnTo>
                      <a:pt x="0" y="212786"/>
                    </a:lnTo>
                    <a:lnTo>
                      <a:pt x="441511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97" name="Контур"/>
              <p:cNvSpPr/>
              <p:nvPr/>
            </p:nvSpPr>
            <p:spPr>
              <a:xfrm>
                <a:off x="9212546" y="5458335"/>
                <a:ext cx="4261431" cy="1902902"/>
              </a:xfrm>
              <a:custGeom>
                <a:avLst/>
                <a:gdLst/>
                <a:ahLst/>
                <a:cxnLst/>
                <a:rect l="l" t="t" r="r" b="b"/>
                <a:pathLst>
                  <a:path w="4261431" h="1902902" fill="none">
                    <a:moveTo>
                      <a:pt x="3992535" y="1503817"/>
                    </a:moveTo>
                    <a:lnTo>
                      <a:pt x="3702807" y="898393"/>
                    </a:lnTo>
                    <a:lnTo>
                      <a:pt x="3971367" y="768985"/>
                    </a:lnTo>
                    <a:lnTo>
                      <a:pt x="4261431" y="1375129"/>
                    </a:lnTo>
                    <a:lnTo>
                      <a:pt x="3992535" y="1503817"/>
                    </a:lnTo>
                    <a:close/>
                    <a:moveTo>
                      <a:pt x="765304" y="1496809"/>
                    </a:moveTo>
                    <a:lnTo>
                      <a:pt x="941655" y="1451737"/>
                    </a:lnTo>
                    <a:lnTo>
                      <a:pt x="1119303" y="1433689"/>
                    </a:lnTo>
                    <a:lnTo>
                      <a:pt x="1210503" y="1424953"/>
                    </a:lnTo>
                    <a:lnTo>
                      <a:pt x="1297575" y="1414489"/>
                    </a:lnTo>
                    <a:lnTo>
                      <a:pt x="1381959" y="1403017"/>
                    </a:lnTo>
                    <a:lnTo>
                      <a:pt x="1386938" y="1402300"/>
                    </a:lnTo>
                    <a:lnTo>
                      <a:pt x="1433379" y="1499337"/>
                    </a:lnTo>
                    <a:lnTo>
                      <a:pt x="1137415" y="1817828"/>
                    </a:lnTo>
                    <a:lnTo>
                      <a:pt x="959661" y="1902902"/>
                    </a:lnTo>
                    <a:lnTo>
                      <a:pt x="765304" y="1496809"/>
                    </a:lnTo>
                    <a:close/>
                    <a:moveTo>
                      <a:pt x="601981" y="1874926"/>
                    </a:moveTo>
                    <a:lnTo>
                      <a:pt x="421499" y="1497809"/>
                    </a:lnTo>
                    <a:lnTo>
                      <a:pt x="629324" y="1398347"/>
                    </a:lnTo>
                    <a:lnTo>
                      <a:pt x="809806" y="1775464"/>
                    </a:lnTo>
                    <a:lnTo>
                      <a:pt x="601981" y="1874926"/>
                    </a:lnTo>
                    <a:close/>
                    <a:moveTo>
                      <a:pt x="2824886" y="1243897"/>
                    </a:moveTo>
                    <a:lnTo>
                      <a:pt x="2137720" y="1563432"/>
                    </a:lnTo>
                    <a:lnTo>
                      <a:pt x="2126104" y="1538520"/>
                    </a:lnTo>
                    <a:lnTo>
                      <a:pt x="2104264" y="1548264"/>
                    </a:lnTo>
                    <a:lnTo>
                      <a:pt x="2099656" y="1537896"/>
                    </a:lnTo>
                    <a:lnTo>
                      <a:pt x="2054008" y="1558152"/>
                    </a:lnTo>
                    <a:lnTo>
                      <a:pt x="2033752" y="1508376"/>
                    </a:lnTo>
                    <a:lnTo>
                      <a:pt x="1956424" y="1542792"/>
                    </a:lnTo>
                    <a:lnTo>
                      <a:pt x="1945336" y="1518408"/>
                    </a:lnTo>
                    <a:lnTo>
                      <a:pt x="1906072" y="1535112"/>
                    </a:lnTo>
                    <a:lnTo>
                      <a:pt x="1892968" y="1508808"/>
                    </a:lnTo>
                    <a:lnTo>
                      <a:pt x="1791304" y="1549128"/>
                    </a:lnTo>
                    <a:lnTo>
                      <a:pt x="1711960" y="1373256"/>
                    </a:lnTo>
                    <a:lnTo>
                      <a:pt x="2328087" y="1056025"/>
                    </a:lnTo>
                    <a:lnTo>
                      <a:pt x="2644887" y="870601"/>
                    </a:lnTo>
                    <a:lnTo>
                      <a:pt x="2824886" y="1243897"/>
                    </a:lnTo>
                    <a:close/>
                    <a:moveTo>
                      <a:pt x="2644833" y="870358"/>
                    </a:moveTo>
                    <a:lnTo>
                      <a:pt x="2328087" y="1056025"/>
                    </a:lnTo>
                    <a:lnTo>
                      <a:pt x="1836040" y="1309032"/>
                    </a:lnTo>
                    <a:lnTo>
                      <a:pt x="1801452" y="1253030"/>
                    </a:lnTo>
                    <a:lnTo>
                      <a:pt x="1784295" y="1261609"/>
                    </a:lnTo>
                    <a:lnTo>
                      <a:pt x="1773879" y="1276105"/>
                    </a:lnTo>
                    <a:lnTo>
                      <a:pt x="1665927" y="1325785"/>
                    </a:lnTo>
                    <a:lnTo>
                      <a:pt x="1529799" y="1380409"/>
                    </a:lnTo>
                    <a:lnTo>
                      <a:pt x="1297575" y="1414489"/>
                    </a:lnTo>
                    <a:lnTo>
                      <a:pt x="941655" y="1451737"/>
                    </a:lnTo>
                    <a:lnTo>
                      <a:pt x="765304" y="1496809"/>
                    </a:lnTo>
                    <a:lnTo>
                      <a:pt x="661191" y="1288921"/>
                    </a:lnTo>
                    <a:lnTo>
                      <a:pt x="607863" y="1285129"/>
                    </a:lnTo>
                    <a:lnTo>
                      <a:pt x="275297" y="1483259"/>
                    </a:lnTo>
                    <a:lnTo>
                      <a:pt x="224343" y="1406857"/>
                    </a:lnTo>
                    <a:lnTo>
                      <a:pt x="132231" y="1245145"/>
                    </a:lnTo>
                    <a:lnTo>
                      <a:pt x="100887" y="1133401"/>
                    </a:lnTo>
                    <a:lnTo>
                      <a:pt x="51447" y="1042393"/>
                    </a:lnTo>
                    <a:lnTo>
                      <a:pt x="0" y="928604"/>
                    </a:lnTo>
                    <a:lnTo>
                      <a:pt x="190839" y="809689"/>
                    </a:lnTo>
                    <a:lnTo>
                      <a:pt x="221223" y="780889"/>
                    </a:lnTo>
                    <a:lnTo>
                      <a:pt x="313911" y="723769"/>
                    </a:lnTo>
                    <a:lnTo>
                      <a:pt x="295863" y="690841"/>
                    </a:lnTo>
                    <a:lnTo>
                      <a:pt x="350583" y="656281"/>
                    </a:lnTo>
                    <a:lnTo>
                      <a:pt x="354087" y="661897"/>
                    </a:lnTo>
                    <a:lnTo>
                      <a:pt x="366855" y="653881"/>
                    </a:lnTo>
                    <a:lnTo>
                      <a:pt x="363351" y="648265"/>
                    </a:lnTo>
                    <a:lnTo>
                      <a:pt x="420567" y="612505"/>
                    </a:lnTo>
                    <a:lnTo>
                      <a:pt x="359031" y="508729"/>
                    </a:lnTo>
                    <a:lnTo>
                      <a:pt x="377607" y="426697"/>
                    </a:lnTo>
                    <a:lnTo>
                      <a:pt x="407703" y="408841"/>
                    </a:lnTo>
                    <a:lnTo>
                      <a:pt x="412272" y="400506"/>
                    </a:lnTo>
                    <a:lnTo>
                      <a:pt x="364839" y="320425"/>
                    </a:lnTo>
                    <a:lnTo>
                      <a:pt x="352599" y="323401"/>
                    </a:lnTo>
                    <a:lnTo>
                      <a:pt x="305175" y="256249"/>
                    </a:lnTo>
                    <a:lnTo>
                      <a:pt x="257031" y="286921"/>
                    </a:lnTo>
                    <a:lnTo>
                      <a:pt x="240951" y="260761"/>
                    </a:lnTo>
                    <a:lnTo>
                      <a:pt x="301287" y="222361"/>
                    </a:lnTo>
                    <a:lnTo>
                      <a:pt x="306135" y="229897"/>
                    </a:lnTo>
                    <a:lnTo>
                      <a:pt x="327406" y="216195"/>
                    </a:lnTo>
                    <a:lnTo>
                      <a:pt x="341895" y="236233"/>
                    </a:lnTo>
                    <a:lnTo>
                      <a:pt x="364023" y="221977"/>
                    </a:lnTo>
                    <a:lnTo>
                      <a:pt x="349671" y="202105"/>
                    </a:lnTo>
                    <a:lnTo>
                      <a:pt x="573111" y="68521"/>
                    </a:lnTo>
                    <a:lnTo>
                      <a:pt x="738663" y="307705"/>
                    </a:lnTo>
                    <a:lnTo>
                      <a:pt x="725895" y="316105"/>
                    </a:lnTo>
                    <a:lnTo>
                      <a:pt x="894855" y="571513"/>
                    </a:lnTo>
                    <a:lnTo>
                      <a:pt x="1320904" y="304488"/>
                    </a:lnTo>
                    <a:lnTo>
                      <a:pt x="1427061" y="458972"/>
                    </a:lnTo>
                    <a:lnTo>
                      <a:pt x="2141895" y="11017"/>
                    </a:lnTo>
                    <a:lnTo>
                      <a:pt x="2180034" y="0"/>
                    </a:lnTo>
                    <a:lnTo>
                      <a:pt x="2217351" y="10441"/>
                    </a:lnTo>
                    <a:lnTo>
                      <a:pt x="2243223" y="37417"/>
                    </a:lnTo>
                    <a:lnTo>
                      <a:pt x="2644833" y="870358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98" name="Контур"/>
              <p:cNvSpPr/>
              <p:nvPr/>
            </p:nvSpPr>
            <p:spPr>
              <a:xfrm>
                <a:off x="11931833" y="5349238"/>
                <a:ext cx="1748167" cy="936306"/>
              </a:xfrm>
              <a:custGeom>
                <a:avLst/>
                <a:gdLst/>
                <a:ahLst/>
                <a:cxnLst/>
                <a:rect l="l" t="t" r="r" b="b"/>
                <a:pathLst>
                  <a:path w="1748167" h="936306" fill="none">
                    <a:moveTo>
                      <a:pt x="1748167" y="101021"/>
                    </a:moveTo>
                    <a:lnTo>
                      <a:pt x="1035408" y="441186"/>
                    </a:lnTo>
                    <a:lnTo>
                      <a:pt x="673248" y="613986"/>
                    </a:lnTo>
                    <a:lnTo>
                      <a:pt x="270384" y="806226"/>
                    </a:lnTo>
                    <a:lnTo>
                      <a:pt x="78048" y="898050"/>
                    </a:lnTo>
                    <a:lnTo>
                      <a:pt x="75792" y="904434"/>
                    </a:lnTo>
                    <a:lnTo>
                      <a:pt x="64560" y="936306"/>
                    </a:lnTo>
                    <a:lnTo>
                      <a:pt x="54192" y="914754"/>
                    </a:lnTo>
                    <a:lnTo>
                      <a:pt x="0" y="802338"/>
                    </a:lnTo>
                    <a:lnTo>
                      <a:pt x="38496" y="815874"/>
                    </a:lnTo>
                    <a:lnTo>
                      <a:pt x="726960" y="487314"/>
                    </a:lnTo>
                    <a:lnTo>
                      <a:pt x="1747728" y="210"/>
                    </a:lnTo>
                    <a:lnTo>
                      <a:pt x="1748167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99" name="Контур"/>
              <p:cNvSpPr/>
              <p:nvPr/>
            </p:nvSpPr>
            <p:spPr>
              <a:xfrm>
                <a:off x="10533450" y="5101528"/>
                <a:ext cx="2125343" cy="1063584"/>
              </a:xfrm>
              <a:custGeom>
                <a:avLst/>
                <a:gdLst/>
                <a:ahLst/>
                <a:cxnLst/>
                <a:rect l="l" t="t" r="r" b="b"/>
                <a:pathLst>
                  <a:path w="2125343" h="1063584" fill="none">
                    <a:moveTo>
                      <a:pt x="1436879" y="1063584"/>
                    </a:moveTo>
                    <a:lnTo>
                      <a:pt x="1398383" y="1050048"/>
                    </a:lnTo>
                    <a:lnTo>
                      <a:pt x="1329935" y="907968"/>
                    </a:lnTo>
                    <a:lnTo>
                      <a:pt x="1334063" y="906000"/>
                    </a:lnTo>
                    <a:lnTo>
                      <a:pt x="1247231" y="726528"/>
                    </a:lnTo>
                    <a:lnTo>
                      <a:pt x="1243343" y="728352"/>
                    </a:lnTo>
                    <a:lnTo>
                      <a:pt x="1207151" y="653328"/>
                    </a:lnTo>
                    <a:lnTo>
                      <a:pt x="1083167" y="396048"/>
                    </a:lnTo>
                    <a:lnTo>
                      <a:pt x="1045871" y="318720"/>
                    </a:lnTo>
                    <a:lnTo>
                      <a:pt x="1394495" y="0"/>
                    </a:lnTo>
                    <a:lnTo>
                      <a:pt x="1553759" y="330768"/>
                    </a:lnTo>
                    <a:lnTo>
                      <a:pt x="1456031" y="377856"/>
                    </a:lnTo>
                    <a:lnTo>
                      <a:pt x="1493951" y="457392"/>
                    </a:lnTo>
                    <a:lnTo>
                      <a:pt x="1902671" y="263712"/>
                    </a:lnTo>
                    <a:lnTo>
                      <a:pt x="1921823" y="304320"/>
                    </a:lnTo>
                    <a:lnTo>
                      <a:pt x="2122319" y="728544"/>
                    </a:lnTo>
                    <a:lnTo>
                      <a:pt x="2125343" y="735024"/>
                    </a:lnTo>
                    <a:lnTo>
                      <a:pt x="1436879" y="1063584"/>
                    </a:lnTo>
                    <a:close/>
                    <a:moveTo>
                      <a:pt x="1329935" y="907968"/>
                    </a:moveTo>
                    <a:lnTo>
                      <a:pt x="1243343" y="728352"/>
                    </a:lnTo>
                    <a:lnTo>
                      <a:pt x="1247231" y="726528"/>
                    </a:lnTo>
                    <a:lnTo>
                      <a:pt x="1334063" y="906000"/>
                    </a:lnTo>
                    <a:lnTo>
                      <a:pt x="1329935" y="907968"/>
                    </a:lnTo>
                    <a:close/>
                    <a:moveTo>
                      <a:pt x="945792" y="291455"/>
                    </a:moveTo>
                    <a:lnTo>
                      <a:pt x="106157" y="815779"/>
                    </a:lnTo>
                    <a:lnTo>
                      <a:pt x="0" y="661295"/>
                    </a:lnTo>
                    <a:lnTo>
                      <a:pt x="864769" y="119327"/>
                    </a:lnTo>
                    <a:lnTo>
                      <a:pt x="945792" y="291455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00" name="Контур"/>
              <p:cNvSpPr/>
              <p:nvPr/>
            </p:nvSpPr>
            <p:spPr>
              <a:xfrm>
                <a:off x="9309595" y="5353960"/>
                <a:ext cx="4370405" cy="2638040"/>
              </a:xfrm>
              <a:custGeom>
                <a:avLst/>
                <a:gdLst/>
                <a:ahLst/>
                <a:cxnLst/>
                <a:rect l="l" t="t" r="r" b="b"/>
                <a:pathLst>
                  <a:path w="4370405" h="2638040" fill="none">
                    <a:moveTo>
                      <a:pt x="286594" y="1523082"/>
                    </a:moveTo>
                    <a:lnTo>
                      <a:pt x="820192" y="2638040"/>
                    </a:lnTo>
                    <a:moveTo>
                      <a:pt x="660551" y="2638040"/>
                    </a:moveTo>
                    <a:lnTo>
                      <a:pt x="103177" y="1473404"/>
                    </a:lnTo>
                    <a:lnTo>
                      <a:pt x="0" y="1443474"/>
                    </a:lnTo>
                    <a:lnTo>
                      <a:pt x="60873" y="1394583"/>
                    </a:lnTo>
                    <a:lnTo>
                      <a:pt x="127294" y="1511232"/>
                    </a:lnTo>
                    <a:lnTo>
                      <a:pt x="178248" y="1587634"/>
                    </a:lnTo>
                    <a:lnTo>
                      <a:pt x="286594" y="1523082"/>
                    </a:lnTo>
                    <a:lnTo>
                      <a:pt x="286594" y="1523082"/>
                    </a:lnTo>
                    <a:moveTo>
                      <a:pt x="4370405" y="1936678"/>
                    </a:moveTo>
                    <a:lnTo>
                      <a:pt x="4137118" y="2042160"/>
                    </a:lnTo>
                    <a:lnTo>
                      <a:pt x="4118926" y="2001984"/>
                    </a:lnTo>
                    <a:lnTo>
                      <a:pt x="3993934" y="2058528"/>
                    </a:lnTo>
                    <a:lnTo>
                      <a:pt x="3993694" y="2054928"/>
                    </a:lnTo>
                    <a:lnTo>
                      <a:pt x="3663502" y="2209584"/>
                    </a:lnTo>
                    <a:lnTo>
                      <a:pt x="3670318" y="2580960"/>
                    </a:lnTo>
                    <a:lnTo>
                      <a:pt x="3696526" y="2580720"/>
                    </a:lnTo>
                    <a:lnTo>
                      <a:pt x="3697054" y="2636976"/>
                    </a:lnTo>
                    <a:lnTo>
                      <a:pt x="3799774" y="2635968"/>
                    </a:lnTo>
                    <a:lnTo>
                      <a:pt x="3799810" y="2638040"/>
                    </a:lnTo>
                    <a:moveTo>
                      <a:pt x="4370405" y="2577900"/>
                    </a:moveTo>
                    <a:lnTo>
                      <a:pt x="4236046" y="2575872"/>
                    </a:lnTo>
                    <a:lnTo>
                      <a:pt x="4238926" y="2528640"/>
                    </a:lnTo>
                    <a:lnTo>
                      <a:pt x="4370405" y="2527824"/>
                    </a:lnTo>
                    <a:moveTo>
                      <a:pt x="2493672" y="2638040"/>
                    </a:moveTo>
                    <a:lnTo>
                      <a:pt x="4370405" y="1739709"/>
                    </a:lnTo>
                    <a:moveTo>
                      <a:pt x="3614734" y="2287824"/>
                    </a:moveTo>
                    <a:lnTo>
                      <a:pt x="3173278" y="2500800"/>
                    </a:lnTo>
                    <a:lnTo>
                      <a:pt x="3173662" y="2447856"/>
                    </a:lnTo>
                    <a:lnTo>
                      <a:pt x="3158494" y="2448192"/>
                    </a:lnTo>
                    <a:lnTo>
                      <a:pt x="2750328" y="2638040"/>
                    </a:lnTo>
                    <a:moveTo>
                      <a:pt x="3622318" y="2638040"/>
                    </a:moveTo>
                    <a:lnTo>
                      <a:pt x="3622318" y="2594832"/>
                    </a:lnTo>
                    <a:lnTo>
                      <a:pt x="3614734" y="2287824"/>
                    </a:lnTo>
                    <a:lnTo>
                      <a:pt x="3614734" y="2287824"/>
                    </a:lnTo>
                    <a:moveTo>
                      <a:pt x="2810878" y="2575344"/>
                    </a:moveTo>
                    <a:lnTo>
                      <a:pt x="3214462" y="2389008"/>
                    </a:lnTo>
                    <a:lnTo>
                      <a:pt x="3178270" y="2316336"/>
                    </a:lnTo>
                    <a:lnTo>
                      <a:pt x="3066670" y="2369952"/>
                    </a:lnTo>
                    <a:lnTo>
                      <a:pt x="3026254" y="2389392"/>
                    </a:lnTo>
                    <a:lnTo>
                      <a:pt x="2777710" y="2508816"/>
                    </a:lnTo>
                    <a:lnTo>
                      <a:pt x="2810878" y="2575344"/>
                    </a:lnTo>
                    <a:lnTo>
                      <a:pt x="2810878" y="2575344"/>
                    </a:lnTo>
                    <a:moveTo>
                      <a:pt x="2420350" y="407184"/>
                    </a:moveTo>
                    <a:lnTo>
                      <a:pt x="2431006" y="400896"/>
                    </a:lnTo>
                    <a:lnTo>
                      <a:pt x="3225262" y="2048688"/>
                    </a:lnTo>
                    <a:lnTo>
                      <a:pt x="3247630" y="2075520"/>
                    </a:lnTo>
                    <a:lnTo>
                      <a:pt x="3281134" y="2088816"/>
                    </a:lnTo>
                    <a:lnTo>
                      <a:pt x="3317950" y="2083776"/>
                    </a:lnTo>
                    <a:lnTo>
                      <a:pt x="4241998" y="1641600"/>
                    </a:lnTo>
                    <a:lnTo>
                      <a:pt x="4304110" y="1771440"/>
                    </a:lnTo>
                    <a:lnTo>
                      <a:pt x="2493672" y="2638040"/>
                    </a:lnTo>
                    <a:moveTo>
                      <a:pt x="2161430" y="2638040"/>
                    </a:moveTo>
                    <a:lnTo>
                      <a:pt x="3076894" y="2202240"/>
                    </a:lnTo>
                    <a:lnTo>
                      <a:pt x="3074974" y="2198160"/>
                    </a:lnTo>
                    <a:lnTo>
                      <a:pt x="3092254" y="2178432"/>
                    </a:lnTo>
                    <a:lnTo>
                      <a:pt x="3100990" y="2155344"/>
                    </a:lnTo>
                    <a:lnTo>
                      <a:pt x="3101470" y="2130672"/>
                    </a:lnTo>
                    <a:lnTo>
                      <a:pt x="3095182" y="2110464"/>
                    </a:lnTo>
                    <a:lnTo>
                      <a:pt x="2547838" y="974976"/>
                    </a:lnTo>
                    <a:lnTo>
                      <a:pt x="2544094" y="976896"/>
                    </a:lnTo>
                    <a:lnTo>
                      <a:pt x="2547694" y="974640"/>
                    </a:lnTo>
                    <a:lnTo>
                      <a:pt x="2147950" y="145152"/>
                    </a:lnTo>
                    <a:lnTo>
                      <a:pt x="2129662" y="121536"/>
                    </a:lnTo>
                    <a:lnTo>
                      <a:pt x="2106622" y="108384"/>
                    </a:lnTo>
                    <a:lnTo>
                      <a:pt x="2080606" y="104496"/>
                    </a:lnTo>
                    <a:lnTo>
                      <a:pt x="2053102" y="110976"/>
                    </a:lnTo>
                    <a:lnTo>
                      <a:pt x="2233870" y="0"/>
                    </a:lnTo>
                    <a:lnTo>
                      <a:pt x="2424190" y="388992"/>
                    </a:lnTo>
                    <a:lnTo>
                      <a:pt x="2413726" y="394368"/>
                    </a:lnTo>
                    <a:lnTo>
                      <a:pt x="2420350" y="407184"/>
                    </a:lnTo>
                    <a:lnTo>
                      <a:pt x="2420350" y="407184"/>
                    </a:lnTo>
                    <a:moveTo>
                      <a:pt x="1626737" y="1503856"/>
                    </a:moveTo>
                    <a:lnTo>
                      <a:pt x="1694255" y="1653503"/>
                    </a:lnTo>
                    <a:lnTo>
                      <a:pt x="1795919" y="1613183"/>
                    </a:lnTo>
                    <a:lnTo>
                      <a:pt x="1809023" y="1639487"/>
                    </a:lnTo>
                    <a:lnTo>
                      <a:pt x="1848286" y="1622783"/>
                    </a:lnTo>
                    <a:lnTo>
                      <a:pt x="1859375" y="1647168"/>
                    </a:lnTo>
                    <a:lnTo>
                      <a:pt x="1936703" y="1612751"/>
                    </a:lnTo>
                    <a:lnTo>
                      <a:pt x="1956958" y="1662528"/>
                    </a:lnTo>
                    <a:lnTo>
                      <a:pt x="2002606" y="1642272"/>
                    </a:lnTo>
                    <a:lnTo>
                      <a:pt x="2007214" y="1652639"/>
                    </a:lnTo>
                    <a:lnTo>
                      <a:pt x="2029054" y="1642895"/>
                    </a:lnTo>
                    <a:lnTo>
                      <a:pt x="2040670" y="1667807"/>
                    </a:lnTo>
                    <a:lnTo>
                      <a:pt x="2724671" y="1349760"/>
                    </a:lnTo>
                    <a:lnTo>
                      <a:pt x="2820670" y="1554143"/>
                    </a:lnTo>
                    <a:lnTo>
                      <a:pt x="2754431" y="1581216"/>
                    </a:lnTo>
                    <a:lnTo>
                      <a:pt x="2746991" y="1599504"/>
                    </a:lnTo>
                    <a:lnTo>
                      <a:pt x="2762159" y="1635310"/>
                    </a:lnTo>
                    <a:lnTo>
                      <a:pt x="2730959" y="1647839"/>
                    </a:lnTo>
                    <a:lnTo>
                      <a:pt x="2728269" y="1641695"/>
                    </a:lnTo>
                    <a:lnTo>
                      <a:pt x="2686126" y="1658399"/>
                    </a:lnTo>
                    <a:lnTo>
                      <a:pt x="2676526" y="1635024"/>
                    </a:lnTo>
                    <a:lnTo>
                      <a:pt x="2572846" y="1692480"/>
                    </a:lnTo>
                    <a:lnTo>
                      <a:pt x="2511070" y="1721040"/>
                    </a:lnTo>
                    <a:lnTo>
                      <a:pt x="2473198" y="1732896"/>
                    </a:lnTo>
                    <a:lnTo>
                      <a:pt x="2471470" y="1729200"/>
                    </a:lnTo>
                    <a:lnTo>
                      <a:pt x="2060446" y="1925135"/>
                    </a:lnTo>
                    <a:lnTo>
                      <a:pt x="2114542" y="2039232"/>
                    </a:lnTo>
                    <a:lnTo>
                      <a:pt x="2165614" y="2173776"/>
                    </a:lnTo>
                    <a:lnTo>
                      <a:pt x="2194703" y="2159760"/>
                    </a:lnTo>
                    <a:lnTo>
                      <a:pt x="2245486" y="2271311"/>
                    </a:lnTo>
                    <a:lnTo>
                      <a:pt x="2247406" y="2283071"/>
                    </a:lnTo>
                    <a:lnTo>
                      <a:pt x="2195134" y="2313263"/>
                    </a:lnTo>
                    <a:lnTo>
                      <a:pt x="2317101" y="2563147"/>
                    </a:lnTo>
                    <a:lnTo>
                      <a:pt x="2160616" y="2638040"/>
                    </a:lnTo>
                    <a:moveTo>
                      <a:pt x="1069072" y="2638040"/>
                    </a:moveTo>
                    <a:lnTo>
                      <a:pt x="1062286" y="2622863"/>
                    </a:lnTo>
                    <a:lnTo>
                      <a:pt x="1085566" y="2607455"/>
                    </a:lnTo>
                    <a:lnTo>
                      <a:pt x="1028399" y="2437482"/>
                    </a:lnTo>
                    <a:lnTo>
                      <a:pt x="1072751" y="2061071"/>
                    </a:lnTo>
                    <a:lnTo>
                      <a:pt x="1113598" y="1955568"/>
                    </a:lnTo>
                    <a:lnTo>
                      <a:pt x="1169855" y="1858175"/>
                    </a:lnTo>
                    <a:lnTo>
                      <a:pt x="1384415" y="1634784"/>
                    </a:lnTo>
                    <a:lnTo>
                      <a:pt x="1560911" y="1502544"/>
                    </a:lnTo>
                    <a:lnTo>
                      <a:pt x="1614911" y="1477632"/>
                    </a:lnTo>
                    <a:lnTo>
                      <a:pt x="1626737" y="1503856"/>
                    </a:lnTo>
                    <a:lnTo>
                      <a:pt x="1626737" y="1503856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01" name="Контур"/>
              <p:cNvSpPr/>
              <p:nvPr/>
            </p:nvSpPr>
            <p:spPr>
              <a:xfrm>
                <a:off x="9596189" y="6711365"/>
                <a:ext cx="2790301" cy="1273949"/>
              </a:xfrm>
              <a:custGeom>
                <a:avLst/>
                <a:gdLst/>
                <a:ahLst/>
                <a:cxnLst/>
                <a:rect l="l" t="t" r="r" b="b"/>
                <a:pathLst>
                  <a:path w="2790301" h="1273949" fill="none">
                    <a:moveTo>
                      <a:pt x="2790301" y="844834"/>
                    </a:moveTo>
                    <a:lnTo>
                      <a:pt x="2030509" y="1205746"/>
                    </a:lnTo>
                    <a:lnTo>
                      <a:pt x="1908541" y="955858"/>
                    </a:lnTo>
                    <a:lnTo>
                      <a:pt x="1960813" y="925666"/>
                    </a:lnTo>
                    <a:lnTo>
                      <a:pt x="1958893" y="913906"/>
                    </a:lnTo>
                    <a:lnTo>
                      <a:pt x="1908109" y="802354"/>
                    </a:lnTo>
                    <a:lnTo>
                      <a:pt x="1879021" y="816370"/>
                    </a:lnTo>
                    <a:lnTo>
                      <a:pt x="1827949" y="681826"/>
                    </a:lnTo>
                    <a:lnTo>
                      <a:pt x="1773853" y="567730"/>
                    </a:lnTo>
                    <a:lnTo>
                      <a:pt x="2184877" y="371794"/>
                    </a:lnTo>
                    <a:lnTo>
                      <a:pt x="2186605" y="375490"/>
                    </a:lnTo>
                    <a:lnTo>
                      <a:pt x="2224476" y="363635"/>
                    </a:lnTo>
                    <a:lnTo>
                      <a:pt x="2286252" y="335075"/>
                    </a:lnTo>
                    <a:lnTo>
                      <a:pt x="2389932" y="277619"/>
                    </a:lnTo>
                    <a:lnTo>
                      <a:pt x="2399532" y="300995"/>
                    </a:lnTo>
                    <a:lnTo>
                      <a:pt x="2441676" y="284291"/>
                    </a:lnTo>
                    <a:lnTo>
                      <a:pt x="2444364" y="290435"/>
                    </a:lnTo>
                    <a:lnTo>
                      <a:pt x="2559900" y="250163"/>
                    </a:lnTo>
                    <a:lnTo>
                      <a:pt x="2719212" y="582803"/>
                    </a:lnTo>
                    <a:lnTo>
                      <a:pt x="2675820" y="603443"/>
                    </a:lnTo>
                    <a:lnTo>
                      <a:pt x="2790301" y="844834"/>
                    </a:lnTo>
                    <a:close/>
                    <a:moveTo>
                      <a:pt x="1452397" y="56002"/>
                    </a:moveTo>
                    <a:lnTo>
                      <a:pt x="1274317" y="145138"/>
                    </a:lnTo>
                    <a:lnTo>
                      <a:pt x="1097821" y="277378"/>
                    </a:lnTo>
                    <a:lnTo>
                      <a:pt x="883261" y="500770"/>
                    </a:lnTo>
                    <a:lnTo>
                      <a:pt x="827005" y="598162"/>
                    </a:lnTo>
                    <a:lnTo>
                      <a:pt x="786157" y="703666"/>
                    </a:lnTo>
                    <a:lnTo>
                      <a:pt x="741805" y="1080082"/>
                    </a:lnTo>
                    <a:lnTo>
                      <a:pt x="768658" y="1159922"/>
                    </a:lnTo>
                    <a:lnTo>
                      <a:pt x="530399" y="1273949"/>
                    </a:lnTo>
                    <a:lnTo>
                      <a:pt x="465127" y="1137564"/>
                    </a:lnTo>
                    <a:lnTo>
                      <a:pt x="666025" y="1041417"/>
                    </a:lnTo>
                    <a:lnTo>
                      <a:pt x="622457" y="950433"/>
                    </a:lnTo>
                    <a:lnTo>
                      <a:pt x="529678" y="994836"/>
                    </a:lnTo>
                    <a:lnTo>
                      <a:pt x="439860" y="807171"/>
                    </a:lnTo>
                    <a:lnTo>
                      <a:pt x="532643" y="762767"/>
                    </a:lnTo>
                    <a:lnTo>
                      <a:pt x="485391" y="664033"/>
                    </a:lnTo>
                    <a:lnTo>
                      <a:pt x="284513" y="760169"/>
                    </a:lnTo>
                    <a:lnTo>
                      <a:pt x="218338" y="621896"/>
                    </a:lnTo>
                    <a:lnTo>
                      <a:pt x="426163" y="522434"/>
                    </a:lnTo>
                    <a:lnTo>
                      <a:pt x="245681" y="145317"/>
                    </a:lnTo>
                    <a:lnTo>
                      <a:pt x="37856" y="244779"/>
                    </a:lnTo>
                    <a:lnTo>
                      <a:pt x="0" y="165677"/>
                    </a:lnTo>
                    <a:lnTo>
                      <a:pt x="224220" y="32099"/>
                    </a:lnTo>
                    <a:lnTo>
                      <a:pt x="277548" y="35891"/>
                    </a:lnTo>
                    <a:lnTo>
                      <a:pt x="576018" y="649872"/>
                    </a:lnTo>
                    <a:lnTo>
                      <a:pt x="753772" y="564798"/>
                    </a:lnTo>
                    <a:lnTo>
                      <a:pt x="1049736" y="246307"/>
                    </a:lnTo>
                    <a:lnTo>
                      <a:pt x="1003295" y="149270"/>
                    </a:lnTo>
                    <a:lnTo>
                      <a:pt x="1146156" y="127379"/>
                    </a:lnTo>
                    <a:lnTo>
                      <a:pt x="1282284" y="72755"/>
                    </a:lnTo>
                    <a:lnTo>
                      <a:pt x="1390236" y="23075"/>
                    </a:lnTo>
                    <a:lnTo>
                      <a:pt x="1400652" y="8579"/>
                    </a:lnTo>
                    <a:lnTo>
                      <a:pt x="1417809" y="0"/>
                    </a:lnTo>
                    <a:lnTo>
                      <a:pt x="1452397" y="56002"/>
                    </a:lnTo>
                    <a:close/>
                    <a:moveTo>
                      <a:pt x="682905" y="660466"/>
                    </a:moveTo>
                    <a:lnTo>
                      <a:pt x="717136" y="729076"/>
                    </a:lnTo>
                    <a:lnTo>
                      <a:pt x="770892" y="703248"/>
                    </a:lnTo>
                    <a:lnTo>
                      <a:pt x="737524" y="633775"/>
                    </a:lnTo>
                    <a:lnTo>
                      <a:pt x="682905" y="660466"/>
                    </a:lnTo>
                    <a:close/>
                    <a:moveTo>
                      <a:pt x="465127" y="1137564"/>
                    </a:moveTo>
                    <a:lnTo>
                      <a:pt x="336242" y="868256"/>
                    </a:lnTo>
                    <a:lnTo>
                      <a:pt x="284513" y="760169"/>
                    </a:lnTo>
                    <a:lnTo>
                      <a:pt x="485391" y="664033"/>
                    </a:lnTo>
                    <a:lnTo>
                      <a:pt x="532643" y="762767"/>
                    </a:lnTo>
                    <a:lnTo>
                      <a:pt x="439860" y="807171"/>
                    </a:lnTo>
                    <a:lnTo>
                      <a:pt x="529678" y="994836"/>
                    </a:lnTo>
                    <a:lnTo>
                      <a:pt x="622457" y="950433"/>
                    </a:lnTo>
                    <a:lnTo>
                      <a:pt x="666025" y="1041417"/>
                    </a:lnTo>
                    <a:lnTo>
                      <a:pt x="465127" y="1137564"/>
                    </a:lnTo>
                    <a:close/>
                    <a:moveTo>
                      <a:pt x="682905" y="660466"/>
                    </a:moveTo>
                    <a:lnTo>
                      <a:pt x="737524" y="633775"/>
                    </a:lnTo>
                    <a:lnTo>
                      <a:pt x="770892" y="703248"/>
                    </a:lnTo>
                    <a:lnTo>
                      <a:pt x="717136" y="729076"/>
                    </a:lnTo>
                    <a:lnTo>
                      <a:pt x="682905" y="660466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02" name="Контур"/>
              <p:cNvSpPr/>
              <p:nvPr/>
            </p:nvSpPr>
            <p:spPr>
              <a:xfrm>
                <a:off x="7920000" y="5103557"/>
                <a:ext cx="280630" cy="780572"/>
              </a:xfrm>
              <a:custGeom>
                <a:avLst/>
                <a:gdLst/>
                <a:ahLst/>
                <a:cxnLst/>
                <a:rect l="l" t="t" r="r" b="b"/>
                <a:pathLst>
                  <a:path w="280630" h="780572" fill="none">
                    <a:moveTo>
                      <a:pt x="222649" y="58678"/>
                    </a:moveTo>
                    <a:lnTo>
                      <a:pt x="280630" y="114149"/>
                    </a:lnTo>
                    <a:lnTo>
                      <a:pt x="228110" y="169044"/>
                    </a:lnTo>
                    <a:lnTo>
                      <a:pt x="192800" y="220701"/>
                    </a:lnTo>
                    <a:lnTo>
                      <a:pt x="3636" y="778361"/>
                    </a:lnTo>
                    <a:lnTo>
                      <a:pt x="0" y="780572"/>
                    </a:lnTo>
                    <a:moveTo>
                      <a:pt x="0" y="616590"/>
                    </a:moveTo>
                    <a:lnTo>
                      <a:pt x="48617" y="503795"/>
                    </a:lnTo>
                    <a:lnTo>
                      <a:pt x="85314" y="361649"/>
                    </a:lnTo>
                    <a:lnTo>
                      <a:pt x="108185" y="192083"/>
                    </a:lnTo>
                    <a:lnTo>
                      <a:pt x="109385" y="116099"/>
                    </a:lnTo>
                    <a:lnTo>
                      <a:pt x="99255" y="14067"/>
                    </a:lnTo>
                    <a:lnTo>
                      <a:pt x="112713" y="0"/>
                    </a:lnTo>
                    <a:lnTo>
                      <a:pt x="199422" y="82956"/>
                    </a:lnTo>
                    <a:lnTo>
                      <a:pt x="222649" y="58678"/>
                    </a:lnTo>
                    <a:lnTo>
                      <a:pt x="222649" y="58678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03" name="Контур"/>
              <p:cNvSpPr/>
              <p:nvPr/>
            </p:nvSpPr>
            <p:spPr>
              <a:xfrm>
                <a:off x="8095975" y="4225084"/>
                <a:ext cx="1715826" cy="1692065"/>
              </a:xfrm>
              <a:custGeom>
                <a:avLst/>
                <a:gdLst/>
                <a:ahLst/>
                <a:cxnLst/>
                <a:rect l="l" t="t" r="r" b="b"/>
                <a:pathLst>
                  <a:path w="1715826" h="1692065" fill="none">
                    <a:moveTo>
                      <a:pt x="496236" y="749888"/>
                    </a:moveTo>
                    <a:lnTo>
                      <a:pt x="436731" y="749676"/>
                    </a:lnTo>
                    <a:lnTo>
                      <a:pt x="104161" y="1097291"/>
                    </a:lnTo>
                    <a:lnTo>
                      <a:pt x="82091" y="1129575"/>
                    </a:lnTo>
                    <a:lnTo>
                      <a:pt x="71575" y="1167243"/>
                    </a:lnTo>
                    <a:lnTo>
                      <a:pt x="73730" y="1206292"/>
                    </a:lnTo>
                    <a:lnTo>
                      <a:pt x="88325" y="1242573"/>
                    </a:lnTo>
                    <a:lnTo>
                      <a:pt x="318757" y="1621674"/>
                    </a:lnTo>
                    <a:lnTo>
                      <a:pt x="351736" y="1629714"/>
                    </a:lnTo>
                    <a:lnTo>
                      <a:pt x="249206" y="1692065"/>
                    </a:lnTo>
                    <a:lnTo>
                      <a:pt x="257238" y="1659098"/>
                    </a:lnTo>
                    <a:lnTo>
                      <a:pt x="26799" y="1279970"/>
                    </a:lnTo>
                    <a:lnTo>
                      <a:pt x="3446" y="1221919"/>
                    </a:lnTo>
                    <a:lnTo>
                      <a:pt x="0" y="1159442"/>
                    </a:lnTo>
                    <a:lnTo>
                      <a:pt x="16825" y="1099174"/>
                    </a:lnTo>
                    <a:lnTo>
                      <a:pt x="52135" y="1047517"/>
                    </a:lnTo>
                    <a:lnTo>
                      <a:pt x="170034" y="924285"/>
                    </a:lnTo>
                    <a:lnTo>
                      <a:pt x="209402" y="862306"/>
                    </a:lnTo>
                    <a:lnTo>
                      <a:pt x="294350" y="773515"/>
                    </a:lnTo>
                    <a:lnTo>
                      <a:pt x="353492" y="732528"/>
                    </a:lnTo>
                    <a:lnTo>
                      <a:pt x="393340" y="690871"/>
                    </a:lnTo>
                    <a:lnTo>
                      <a:pt x="391840" y="623011"/>
                    </a:lnTo>
                    <a:lnTo>
                      <a:pt x="496236" y="749888"/>
                    </a:lnTo>
                    <a:close/>
                    <a:moveTo>
                      <a:pt x="373138" y="1616700"/>
                    </a:moveTo>
                    <a:lnTo>
                      <a:pt x="351736" y="1629714"/>
                    </a:lnTo>
                    <a:lnTo>
                      <a:pt x="318757" y="1621674"/>
                    </a:lnTo>
                    <a:lnTo>
                      <a:pt x="88325" y="1242573"/>
                    </a:lnTo>
                    <a:lnTo>
                      <a:pt x="73730" y="1206292"/>
                    </a:lnTo>
                    <a:lnTo>
                      <a:pt x="71575" y="1167243"/>
                    </a:lnTo>
                    <a:lnTo>
                      <a:pt x="82091" y="1129575"/>
                    </a:lnTo>
                    <a:lnTo>
                      <a:pt x="104161" y="1097291"/>
                    </a:lnTo>
                    <a:lnTo>
                      <a:pt x="109180" y="1092056"/>
                    </a:lnTo>
                    <a:lnTo>
                      <a:pt x="388489" y="1551343"/>
                    </a:lnTo>
                    <a:lnTo>
                      <a:pt x="413242" y="1592311"/>
                    </a:lnTo>
                    <a:lnTo>
                      <a:pt x="373138" y="1616700"/>
                    </a:lnTo>
                    <a:close/>
                    <a:moveTo>
                      <a:pt x="436731" y="749676"/>
                    </a:moveTo>
                    <a:lnTo>
                      <a:pt x="496236" y="749888"/>
                    </a:lnTo>
                    <a:lnTo>
                      <a:pt x="908458" y="1186937"/>
                    </a:lnTo>
                    <a:lnTo>
                      <a:pt x="906963" y="1248309"/>
                    </a:lnTo>
                    <a:lnTo>
                      <a:pt x="783250" y="1367292"/>
                    </a:lnTo>
                    <a:lnTo>
                      <a:pt x="413242" y="1592311"/>
                    </a:lnTo>
                    <a:lnTo>
                      <a:pt x="388489" y="1551343"/>
                    </a:lnTo>
                    <a:lnTo>
                      <a:pt x="560782" y="1446622"/>
                    </a:lnTo>
                    <a:lnTo>
                      <a:pt x="879315" y="1167858"/>
                    </a:lnTo>
                    <a:lnTo>
                      <a:pt x="511310" y="815780"/>
                    </a:lnTo>
                    <a:lnTo>
                      <a:pt x="481445" y="846996"/>
                    </a:lnTo>
                    <a:lnTo>
                      <a:pt x="409495" y="778144"/>
                    </a:lnTo>
                    <a:lnTo>
                      <a:pt x="436731" y="749676"/>
                    </a:lnTo>
                    <a:close/>
                    <a:moveTo>
                      <a:pt x="109180" y="1092056"/>
                    </a:moveTo>
                    <a:lnTo>
                      <a:pt x="409495" y="778144"/>
                    </a:lnTo>
                    <a:lnTo>
                      <a:pt x="481445" y="846996"/>
                    </a:lnTo>
                    <a:lnTo>
                      <a:pt x="511310" y="815780"/>
                    </a:lnTo>
                    <a:lnTo>
                      <a:pt x="879315" y="1167858"/>
                    </a:lnTo>
                    <a:lnTo>
                      <a:pt x="560782" y="1446622"/>
                    </a:lnTo>
                    <a:lnTo>
                      <a:pt x="388489" y="1551343"/>
                    </a:lnTo>
                    <a:lnTo>
                      <a:pt x="109180" y="1092056"/>
                    </a:lnTo>
                    <a:close/>
                    <a:moveTo>
                      <a:pt x="1371657" y="63265"/>
                    </a:moveTo>
                    <a:lnTo>
                      <a:pt x="1121990" y="298749"/>
                    </a:lnTo>
                    <a:lnTo>
                      <a:pt x="1405236" y="599055"/>
                    </a:lnTo>
                    <a:lnTo>
                      <a:pt x="1654904" y="363571"/>
                    </a:lnTo>
                    <a:lnTo>
                      <a:pt x="1715826" y="428163"/>
                    </a:lnTo>
                    <a:lnTo>
                      <a:pt x="1714636" y="468875"/>
                    </a:lnTo>
                    <a:lnTo>
                      <a:pt x="1052668" y="1093237"/>
                    </a:lnTo>
                    <a:lnTo>
                      <a:pt x="991600" y="1091452"/>
                    </a:lnTo>
                    <a:lnTo>
                      <a:pt x="593471" y="669343"/>
                    </a:lnTo>
                    <a:lnTo>
                      <a:pt x="594400" y="607319"/>
                    </a:lnTo>
                    <a:lnTo>
                      <a:pt x="649283" y="551051"/>
                    </a:lnTo>
                    <a:lnTo>
                      <a:pt x="1108210" y="129516"/>
                    </a:lnTo>
                    <a:lnTo>
                      <a:pt x="1155298" y="96252"/>
                    </a:lnTo>
                    <a:lnTo>
                      <a:pt x="1197538" y="57660"/>
                    </a:lnTo>
                    <a:lnTo>
                      <a:pt x="1249598" y="0"/>
                    </a:lnTo>
                    <a:lnTo>
                      <a:pt x="1312356" y="392"/>
                    </a:lnTo>
                    <a:lnTo>
                      <a:pt x="1371657" y="63265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04" name="Контур"/>
              <p:cNvSpPr/>
              <p:nvPr/>
            </p:nvSpPr>
            <p:spPr>
              <a:xfrm>
                <a:off x="7920000" y="2232000"/>
                <a:ext cx="4570041" cy="4111678"/>
              </a:xfrm>
              <a:custGeom>
                <a:avLst/>
                <a:gdLst/>
                <a:ahLst/>
                <a:cxnLst/>
                <a:rect l="l" t="t" r="r" b="b"/>
                <a:pathLst>
                  <a:path w="4570041" h="4111678" fill="none">
                    <a:moveTo>
                      <a:pt x="0" y="1922206"/>
                    </a:moveTo>
                    <a:lnTo>
                      <a:pt x="340850" y="2246962"/>
                    </a:lnTo>
                    <a:lnTo>
                      <a:pt x="424047" y="2297970"/>
                    </a:lnTo>
                    <a:lnTo>
                      <a:pt x="563091" y="2430375"/>
                    </a:lnTo>
                    <a:lnTo>
                      <a:pt x="618929" y="2511911"/>
                    </a:lnTo>
                    <a:lnTo>
                      <a:pt x="640255" y="2532231"/>
                    </a:lnTo>
                    <a:lnTo>
                      <a:pt x="769446" y="2662427"/>
                    </a:lnTo>
                    <a:lnTo>
                      <a:pt x="1167575" y="3084536"/>
                    </a:lnTo>
                    <a:lnTo>
                      <a:pt x="1084433" y="3180021"/>
                    </a:lnTo>
                    <a:lnTo>
                      <a:pt x="672211" y="2742972"/>
                    </a:lnTo>
                    <a:lnTo>
                      <a:pt x="567815" y="2616095"/>
                    </a:lnTo>
                    <a:lnTo>
                      <a:pt x="544518" y="2593806"/>
                    </a:lnTo>
                    <a:lnTo>
                      <a:pt x="381506" y="2437849"/>
                    </a:lnTo>
                    <a:lnTo>
                      <a:pt x="196517" y="2260866"/>
                    </a:lnTo>
                    <a:lnTo>
                      <a:pt x="196256" y="2260840"/>
                    </a:lnTo>
                    <a:lnTo>
                      <a:pt x="0" y="2077487"/>
                    </a:lnTo>
                    <a:moveTo>
                      <a:pt x="4570041" y="0"/>
                    </a:moveTo>
                    <a:lnTo>
                      <a:pt x="4568345" y="1576"/>
                    </a:lnTo>
                    <a:lnTo>
                      <a:pt x="4560495" y="0"/>
                    </a:lnTo>
                    <a:moveTo>
                      <a:pt x="4536373" y="0"/>
                    </a:moveTo>
                    <a:lnTo>
                      <a:pt x="3686345" y="802696"/>
                    </a:lnTo>
                    <a:lnTo>
                      <a:pt x="3742985" y="863272"/>
                    </a:lnTo>
                    <a:lnTo>
                      <a:pt x="3053801" y="1513336"/>
                    </a:lnTo>
                    <a:lnTo>
                      <a:pt x="3017033" y="1564360"/>
                    </a:lnTo>
                    <a:lnTo>
                      <a:pt x="2991353" y="1544632"/>
                    </a:lnTo>
                    <a:lnTo>
                      <a:pt x="2764505" y="1759192"/>
                    </a:lnTo>
                    <a:lnTo>
                      <a:pt x="2824841" y="1846216"/>
                    </a:lnTo>
                    <a:lnTo>
                      <a:pt x="2243273" y="2279368"/>
                    </a:lnTo>
                    <a:lnTo>
                      <a:pt x="1816073" y="2680696"/>
                    </a:lnTo>
                    <a:lnTo>
                      <a:pt x="1723817" y="2747560"/>
                    </a:lnTo>
                    <a:lnTo>
                      <a:pt x="1600169" y="2820424"/>
                    </a:lnTo>
                    <a:lnTo>
                      <a:pt x="1573577" y="2845960"/>
                    </a:lnTo>
                    <a:lnTo>
                      <a:pt x="1570649" y="2859352"/>
                    </a:lnTo>
                    <a:lnTo>
                      <a:pt x="1159481" y="3259576"/>
                    </a:lnTo>
                    <a:lnTo>
                      <a:pt x="1084409" y="3180040"/>
                    </a:lnTo>
                    <a:lnTo>
                      <a:pt x="1167593" y="3084520"/>
                    </a:lnTo>
                    <a:lnTo>
                      <a:pt x="1228649" y="3086344"/>
                    </a:lnTo>
                    <a:lnTo>
                      <a:pt x="2281625" y="2093176"/>
                    </a:lnTo>
                    <a:lnTo>
                      <a:pt x="2337353" y="2012536"/>
                    </a:lnTo>
                    <a:lnTo>
                      <a:pt x="2525513" y="1835080"/>
                    </a:lnTo>
                    <a:lnTo>
                      <a:pt x="2811977" y="1592920"/>
                    </a:lnTo>
                    <a:lnTo>
                      <a:pt x="3761705" y="697192"/>
                    </a:lnTo>
                    <a:lnTo>
                      <a:pt x="3817433" y="616552"/>
                    </a:lnTo>
                    <a:lnTo>
                      <a:pt x="3957401" y="484504"/>
                    </a:lnTo>
                    <a:lnTo>
                      <a:pt x="4041209" y="433528"/>
                    </a:lnTo>
                    <a:lnTo>
                      <a:pt x="4324169" y="166648"/>
                    </a:lnTo>
                    <a:lnTo>
                      <a:pt x="4487596" y="0"/>
                    </a:lnTo>
                    <a:moveTo>
                      <a:pt x="0" y="4008997"/>
                    </a:moveTo>
                    <a:lnTo>
                      <a:pt x="192329" y="3911416"/>
                    </a:lnTo>
                    <a:lnTo>
                      <a:pt x="1290569" y="3319528"/>
                    </a:lnTo>
                    <a:lnTo>
                      <a:pt x="1294073" y="3317704"/>
                    </a:lnTo>
                    <a:lnTo>
                      <a:pt x="1294361" y="3317560"/>
                    </a:lnTo>
                    <a:lnTo>
                      <a:pt x="1300889" y="3332056"/>
                    </a:lnTo>
                    <a:lnTo>
                      <a:pt x="1193993" y="3378472"/>
                    </a:lnTo>
                    <a:lnTo>
                      <a:pt x="1079321" y="3436264"/>
                    </a:lnTo>
                    <a:lnTo>
                      <a:pt x="953273" y="3526216"/>
                    </a:lnTo>
                    <a:lnTo>
                      <a:pt x="0" y="4111678"/>
                    </a:lnTo>
                    <a:moveTo>
                      <a:pt x="0" y="2077487"/>
                    </a:moveTo>
                    <a:lnTo>
                      <a:pt x="196256" y="2260840"/>
                    </a:lnTo>
                    <a:lnTo>
                      <a:pt x="196320" y="2260900"/>
                    </a:lnTo>
                    <a:lnTo>
                      <a:pt x="196409" y="2260984"/>
                    </a:lnTo>
                    <a:lnTo>
                      <a:pt x="0" y="2473991"/>
                    </a:lnTo>
                    <a:moveTo>
                      <a:pt x="0" y="2779108"/>
                    </a:moveTo>
                    <a:lnTo>
                      <a:pt x="7385" y="2797912"/>
                    </a:lnTo>
                    <a:lnTo>
                      <a:pt x="29081" y="2881864"/>
                    </a:lnTo>
                    <a:lnTo>
                      <a:pt x="48953" y="3025000"/>
                    </a:lnTo>
                    <a:lnTo>
                      <a:pt x="50681" y="3082360"/>
                    </a:lnTo>
                    <a:lnTo>
                      <a:pt x="45113" y="3197992"/>
                    </a:lnTo>
                    <a:lnTo>
                      <a:pt x="33113" y="3284152"/>
                    </a:lnTo>
                    <a:lnTo>
                      <a:pt x="12521" y="3353656"/>
                    </a:lnTo>
                    <a:lnTo>
                      <a:pt x="0" y="3383717"/>
                    </a:lnTo>
                    <a:moveTo>
                      <a:pt x="0" y="2077487"/>
                    </a:moveTo>
                    <a:lnTo>
                      <a:pt x="196409" y="2260984"/>
                    </a:lnTo>
                    <a:lnTo>
                      <a:pt x="0" y="2473991"/>
                    </a:lnTo>
                    <a:moveTo>
                      <a:pt x="0" y="2779108"/>
                    </a:moveTo>
                    <a:lnTo>
                      <a:pt x="7385" y="2797912"/>
                    </a:lnTo>
                    <a:lnTo>
                      <a:pt x="29081" y="2881864"/>
                    </a:lnTo>
                    <a:lnTo>
                      <a:pt x="48953" y="3025000"/>
                    </a:lnTo>
                    <a:lnTo>
                      <a:pt x="50681" y="3082360"/>
                    </a:lnTo>
                    <a:lnTo>
                      <a:pt x="45113" y="3197992"/>
                    </a:lnTo>
                    <a:lnTo>
                      <a:pt x="33113" y="3284152"/>
                    </a:lnTo>
                    <a:lnTo>
                      <a:pt x="12521" y="3353656"/>
                    </a:lnTo>
                    <a:lnTo>
                      <a:pt x="0" y="3383717"/>
                    </a:lnTo>
                    <a:moveTo>
                      <a:pt x="156377" y="3907144"/>
                    </a:moveTo>
                    <a:lnTo>
                      <a:pt x="183881" y="3892888"/>
                    </a:lnTo>
                    <a:lnTo>
                      <a:pt x="194297" y="3909688"/>
                    </a:lnTo>
                    <a:lnTo>
                      <a:pt x="438185" y="3761128"/>
                    </a:lnTo>
                    <a:lnTo>
                      <a:pt x="440921" y="3759736"/>
                    </a:lnTo>
                    <a:lnTo>
                      <a:pt x="442265" y="3759016"/>
                    </a:lnTo>
                    <a:lnTo>
                      <a:pt x="880793" y="3531832"/>
                    </a:lnTo>
                    <a:lnTo>
                      <a:pt x="965945" y="3487672"/>
                    </a:lnTo>
                    <a:lnTo>
                      <a:pt x="1290569" y="3319528"/>
                    </a:lnTo>
                    <a:lnTo>
                      <a:pt x="192329" y="3911416"/>
                    </a:lnTo>
                    <a:lnTo>
                      <a:pt x="0" y="4008997"/>
                    </a:lnTo>
                    <a:moveTo>
                      <a:pt x="0" y="3988158"/>
                    </a:moveTo>
                    <a:lnTo>
                      <a:pt x="156377" y="3907144"/>
                    </a:lnTo>
                    <a:lnTo>
                      <a:pt x="156377" y="3907144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05" name="Контур"/>
              <p:cNvSpPr/>
              <p:nvPr/>
            </p:nvSpPr>
            <p:spPr>
              <a:xfrm>
                <a:off x="7933823" y="5324258"/>
                <a:ext cx="419390" cy="736048"/>
              </a:xfrm>
              <a:custGeom>
                <a:avLst/>
                <a:gdLst/>
                <a:ahLst/>
                <a:cxnLst/>
                <a:rect l="l" t="t" r="r" b="b"/>
                <a:pathLst>
                  <a:path w="419390" h="736048" fill="none">
                    <a:moveTo>
                      <a:pt x="411358" y="592891"/>
                    </a:moveTo>
                    <a:lnTo>
                      <a:pt x="205434" y="718118"/>
                    </a:lnTo>
                    <a:lnTo>
                      <a:pt x="172564" y="736048"/>
                    </a:lnTo>
                    <a:lnTo>
                      <a:pt x="57557" y="546834"/>
                    </a:lnTo>
                    <a:lnTo>
                      <a:pt x="0" y="527437"/>
                    </a:lnTo>
                    <a:lnTo>
                      <a:pt x="170153" y="22572"/>
                    </a:lnTo>
                    <a:lnTo>
                      <a:pt x="178977" y="0"/>
                    </a:lnTo>
                    <a:lnTo>
                      <a:pt x="162152" y="60268"/>
                    </a:lnTo>
                    <a:lnTo>
                      <a:pt x="165598" y="122745"/>
                    </a:lnTo>
                    <a:lnTo>
                      <a:pt x="188951" y="180796"/>
                    </a:lnTo>
                    <a:lnTo>
                      <a:pt x="419390" y="559924"/>
                    </a:lnTo>
                    <a:lnTo>
                      <a:pt x="411358" y="592891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06" name="Контур"/>
              <p:cNvSpPr/>
              <p:nvPr/>
            </p:nvSpPr>
            <p:spPr>
              <a:xfrm>
                <a:off x="7920000" y="5412040"/>
                <a:ext cx="1159481" cy="808121"/>
              </a:xfrm>
              <a:custGeom>
                <a:avLst/>
                <a:gdLst/>
                <a:ahLst/>
                <a:cxnLst/>
                <a:rect l="l" t="t" r="r" b="b"/>
                <a:pathLst>
                  <a:path w="1159481" h="808121" fill="none">
                    <a:moveTo>
                      <a:pt x="1102505" y="142416"/>
                    </a:moveTo>
                    <a:lnTo>
                      <a:pt x="1003385" y="237744"/>
                    </a:lnTo>
                    <a:lnTo>
                      <a:pt x="442265" y="578976"/>
                    </a:lnTo>
                    <a:lnTo>
                      <a:pt x="0" y="808121"/>
                    </a:lnTo>
                    <a:moveTo>
                      <a:pt x="0" y="749941"/>
                    </a:moveTo>
                    <a:lnTo>
                      <a:pt x="219257" y="630336"/>
                    </a:lnTo>
                    <a:lnTo>
                      <a:pt x="959225" y="180336"/>
                    </a:lnTo>
                    <a:lnTo>
                      <a:pt x="1082921" y="61344"/>
                    </a:lnTo>
                    <a:lnTo>
                      <a:pt x="1084409" y="0"/>
                    </a:lnTo>
                    <a:lnTo>
                      <a:pt x="1159481" y="79536"/>
                    </a:lnTo>
                    <a:lnTo>
                      <a:pt x="1097609" y="137712"/>
                    </a:lnTo>
                    <a:lnTo>
                      <a:pt x="1102505" y="142416"/>
                    </a:lnTo>
                    <a:lnTo>
                      <a:pt x="1102505" y="142416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07" name="Контур"/>
              <p:cNvSpPr/>
              <p:nvPr/>
            </p:nvSpPr>
            <p:spPr>
              <a:xfrm>
                <a:off x="8103881" y="5993128"/>
                <a:ext cx="254304" cy="148560"/>
              </a:xfrm>
              <a:custGeom>
                <a:avLst/>
                <a:gdLst/>
                <a:ahLst/>
                <a:cxnLst/>
                <a:rect l="l" t="t" r="r" b="b"/>
                <a:pathLst>
                  <a:path w="254304" h="148560" fill="none">
                    <a:moveTo>
                      <a:pt x="254304" y="0"/>
                    </a:moveTo>
                    <a:lnTo>
                      <a:pt x="10416" y="148560"/>
                    </a:lnTo>
                    <a:lnTo>
                      <a:pt x="0" y="131760"/>
                    </a:lnTo>
                    <a:lnTo>
                      <a:pt x="254304" y="0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08" name="Контур"/>
              <p:cNvSpPr/>
              <p:nvPr/>
            </p:nvSpPr>
            <p:spPr>
              <a:xfrm>
                <a:off x="7920000" y="2232000"/>
                <a:ext cx="5741561" cy="5760000"/>
              </a:xfrm>
              <a:custGeom>
                <a:avLst/>
                <a:gdLst/>
                <a:ahLst/>
                <a:cxnLst/>
                <a:rect l="l" t="t" r="r" b="b"/>
                <a:pathLst>
                  <a:path w="5741561" h="5760000" fill="none">
                    <a:moveTo>
                      <a:pt x="5595620" y="0"/>
                    </a:moveTo>
                    <a:lnTo>
                      <a:pt x="5741561" y="162376"/>
                    </a:lnTo>
                    <a:lnTo>
                      <a:pt x="5643689" y="162424"/>
                    </a:lnTo>
                    <a:lnTo>
                      <a:pt x="5568617" y="190792"/>
                    </a:lnTo>
                    <a:lnTo>
                      <a:pt x="5156585" y="400504"/>
                    </a:lnTo>
                    <a:lnTo>
                      <a:pt x="5044745" y="469048"/>
                    </a:lnTo>
                    <a:lnTo>
                      <a:pt x="4612841" y="793720"/>
                    </a:lnTo>
                    <a:lnTo>
                      <a:pt x="3881705" y="1515640"/>
                    </a:lnTo>
                    <a:lnTo>
                      <a:pt x="3000617" y="2151592"/>
                    </a:lnTo>
                    <a:lnTo>
                      <a:pt x="1682633" y="3116392"/>
                    </a:lnTo>
                    <a:lnTo>
                      <a:pt x="442265" y="3759016"/>
                    </a:lnTo>
                    <a:lnTo>
                      <a:pt x="1003385" y="3417784"/>
                    </a:lnTo>
                    <a:lnTo>
                      <a:pt x="1102505" y="3322456"/>
                    </a:lnTo>
                    <a:lnTo>
                      <a:pt x="1136441" y="3355096"/>
                    </a:lnTo>
                    <a:lnTo>
                      <a:pt x="1196105" y="3325240"/>
                    </a:lnTo>
                    <a:lnTo>
                      <a:pt x="1275881" y="3275560"/>
                    </a:lnTo>
                    <a:lnTo>
                      <a:pt x="1341401" y="3245896"/>
                    </a:lnTo>
                    <a:lnTo>
                      <a:pt x="1718153" y="2947336"/>
                    </a:lnTo>
                    <a:lnTo>
                      <a:pt x="1696457" y="2923912"/>
                    </a:lnTo>
                    <a:lnTo>
                      <a:pt x="2237513" y="2529928"/>
                    </a:lnTo>
                    <a:lnTo>
                      <a:pt x="2232137" y="2510104"/>
                    </a:lnTo>
                    <a:lnTo>
                      <a:pt x="2210729" y="2479240"/>
                    </a:lnTo>
                    <a:lnTo>
                      <a:pt x="2289017" y="2577352"/>
                    </a:lnTo>
                    <a:lnTo>
                      <a:pt x="2866505" y="2164120"/>
                    </a:lnTo>
                    <a:lnTo>
                      <a:pt x="3690905" y="1549192"/>
                    </a:lnTo>
                    <a:lnTo>
                      <a:pt x="4321625" y="982552"/>
                    </a:lnTo>
                    <a:lnTo>
                      <a:pt x="4928969" y="543304"/>
                    </a:lnTo>
                    <a:lnTo>
                      <a:pt x="5118761" y="419032"/>
                    </a:lnTo>
                    <a:lnTo>
                      <a:pt x="5413289" y="254392"/>
                    </a:lnTo>
                    <a:lnTo>
                      <a:pt x="5313449" y="140104"/>
                    </a:lnTo>
                    <a:lnTo>
                      <a:pt x="5321609" y="132376"/>
                    </a:lnTo>
                    <a:lnTo>
                      <a:pt x="5282489" y="90088"/>
                    </a:lnTo>
                    <a:lnTo>
                      <a:pt x="5274857" y="96664"/>
                    </a:lnTo>
                    <a:lnTo>
                      <a:pt x="5239769" y="56680"/>
                    </a:lnTo>
                    <a:lnTo>
                      <a:pt x="5237225" y="58888"/>
                    </a:lnTo>
                    <a:lnTo>
                      <a:pt x="5184196" y="0"/>
                    </a:lnTo>
                    <a:moveTo>
                      <a:pt x="399737" y="5409208"/>
                    </a:moveTo>
                    <a:lnTo>
                      <a:pt x="387209" y="5383096"/>
                    </a:lnTo>
                    <a:lnTo>
                      <a:pt x="993497" y="5003224"/>
                    </a:lnTo>
                    <a:lnTo>
                      <a:pt x="1347545" y="5743000"/>
                    </a:lnTo>
                    <a:lnTo>
                      <a:pt x="1355684" y="5760000"/>
                    </a:lnTo>
                    <a:moveTo>
                      <a:pt x="567604" y="5760000"/>
                    </a:moveTo>
                    <a:lnTo>
                      <a:pt x="399737" y="5409208"/>
                    </a:lnTo>
                    <a:lnTo>
                      <a:pt x="399737" y="5409208"/>
                    </a:lnTo>
                    <a:moveTo>
                      <a:pt x="1548000" y="4710764"/>
                    </a:moveTo>
                    <a:lnTo>
                      <a:pt x="2021371" y="5699874"/>
                    </a:lnTo>
                    <a:lnTo>
                      <a:pt x="2050146" y="5760000"/>
                    </a:lnTo>
                    <a:moveTo>
                      <a:pt x="1355706" y="5760000"/>
                    </a:moveTo>
                    <a:lnTo>
                      <a:pt x="1347559" y="5742977"/>
                    </a:lnTo>
                    <a:lnTo>
                      <a:pt x="993516" y="5003204"/>
                    </a:lnTo>
                    <a:lnTo>
                      <a:pt x="1070977" y="4954669"/>
                    </a:lnTo>
                    <a:lnTo>
                      <a:pt x="1064819" y="4941790"/>
                    </a:lnTo>
                    <a:lnTo>
                      <a:pt x="1548000" y="4710764"/>
                    </a:lnTo>
                    <a:lnTo>
                      <a:pt x="1548000" y="4710764"/>
                    </a:lnTo>
                    <a:moveTo>
                      <a:pt x="1341254" y="5536332"/>
                    </a:moveTo>
                    <a:lnTo>
                      <a:pt x="1448298" y="5760000"/>
                    </a:lnTo>
                    <a:moveTo>
                      <a:pt x="1842367" y="5760000"/>
                    </a:moveTo>
                    <a:lnTo>
                      <a:pt x="1924398" y="5720741"/>
                    </a:lnTo>
                    <a:lnTo>
                      <a:pt x="1743916" y="5343625"/>
                    </a:lnTo>
                    <a:lnTo>
                      <a:pt x="1341254" y="5536332"/>
                    </a:lnTo>
                    <a:lnTo>
                      <a:pt x="1341254" y="5536332"/>
                    </a:lnTo>
                    <a:moveTo>
                      <a:pt x="1497127" y="4827957"/>
                    </a:moveTo>
                    <a:lnTo>
                      <a:pt x="1094465" y="5020664"/>
                    </a:lnTo>
                    <a:lnTo>
                      <a:pt x="1274946" y="5397781"/>
                    </a:lnTo>
                    <a:lnTo>
                      <a:pt x="1677609" y="5205074"/>
                    </a:lnTo>
                    <a:lnTo>
                      <a:pt x="1497127" y="4827957"/>
                    </a:lnTo>
                    <a:lnTo>
                      <a:pt x="1497127" y="4827957"/>
                    </a:lnTo>
                    <a:moveTo>
                      <a:pt x="1450468" y="4516543"/>
                    </a:moveTo>
                    <a:lnTo>
                      <a:pt x="1389595" y="4565434"/>
                    </a:lnTo>
                    <a:lnTo>
                      <a:pt x="621500" y="5046740"/>
                    </a:lnTo>
                    <a:lnTo>
                      <a:pt x="254998" y="5367032"/>
                    </a:lnTo>
                    <a:lnTo>
                      <a:pt x="28335" y="5509064"/>
                    </a:lnTo>
                    <a:lnTo>
                      <a:pt x="32687" y="5760000"/>
                    </a:lnTo>
                    <a:moveTo>
                      <a:pt x="0" y="5158371"/>
                    </a:moveTo>
                    <a:lnTo>
                      <a:pt x="676217" y="4734616"/>
                    </a:lnTo>
                    <a:lnTo>
                      <a:pt x="681203" y="4741710"/>
                    </a:lnTo>
                    <a:lnTo>
                      <a:pt x="690505" y="4735881"/>
                    </a:lnTo>
                    <a:lnTo>
                      <a:pt x="699257" y="4740808"/>
                    </a:lnTo>
                    <a:lnTo>
                      <a:pt x="791562" y="4709464"/>
                    </a:lnTo>
                    <a:lnTo>
                      <a:pt x="844937" y="4730296"/>
                    </a:lnTo>
                    <a:lnTo>
                      <a:pt x="1078457" y="4588599"/>
                    </a:lnTo>
                    <a:lnTo>
                      <a:pt x="1232778" y="4491448"/>
                    </a:lnTo>
                    <a:lnTo>
                      <a:pt x="1191425" y="4421972"/>
                    </a:lnTo>
                    <a:lnTo>
                      <a:pt x="1368620" y="4310925"/>
                    </a:lnTo>
                    <a:lnTo>
                      <a:pt x="1393433" y="4359736"/>
                    </a:lnTo>
                    <a:lnTo>
                      <a:pt x="1424777" y="4471480"/>
                    </a:lnTo>
                    <a:lnTo>
                      <a:pt x="1450468" y="4516543"/>
                    </a:lnTo>
                    <a:lnTo>
                      <a:pt x="1450468" y="4516543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09" name="Контур"/>
              <p:cNvSpPr/>
              <p:nvPr/>
            </p:nvSpPr>
            <p:spPr>
              <a:xfrm>
                <a:off x="7948335" y="6797434"/>
                <a:ext cx="1519665" cy="1030854"/>
              </a:xfrm>
              <a:custGeom>
                <a:avLst/>
                <a:gdLst/>
                <a:ahLst/>
                <a:cxnLst/>
                <a:rect l="l" t="t" r="r" b="b"/>
                <a:pathLst>
                  <a:path w="1519665" h="1030854" fill="none">
                    <a:moveTo>
                      <a:pt x="1513" y="1030854"/>
                    </a:moveTo>
                    <a:lnTo>
                      <a:pt x="0" y="943630"/>
                    </a:lnTo>
                    <a:lnTo>
                      <a:pt x="226663" y="801598"/>
                    </a:lnTo>
                    <a:lnTo>
                      <a:pt x="593165" y="481307"/>
                    </a:lnTo>
                    <a:lnTo>
                      <a:pt x="1361260" y="0"/>
                    </a:lnTo>
                    <a:lnTo>
                      <a:pt x="1464437" y="29930"/>
                    </a:lnTo>
                    <a:lnTo>
                      <a:pt x="1519665" y="145330"/>
                    </a:lnTo>
                    <a:lnTo>
                      <a:pt x="1036484" y="376356"/>
                    </a:lnTo>
                    <a:lnTo>
                      <a:pt x="1042642" y="389235"/>
                    </a:lnTo>
                    <a:lnTo>
                      <a:pt x="965181" y="437770"/>
                    </a:lnTo>
                    <a:lnTo>
                      <a:pt x="358891" y="817654"/>
                    </a:lnTo>
                    <a:lnTo>
                      <a:pt x="371387" y="843765"/>
                    </a:lnTo>
                    <a:lnTo>
                      <a:pt x="289758" y="882833"/>
                    </a:lnTo>
                    <a:lnTo>
                      <a:pt x="102074" y="972659"/>
                    </a:lnTo>
                    <a:lnTo>
                      <a:pt x="115543" y="1000802"/>
                    </a:lnTo>
                    <a:lnTo>
                      <a:pt x="54679" y="1029932"/>
                    </a:lnTo>
                    <a:lnTo>
                      <a:pt x="1513" y="1030854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10" name="Контур"/>
              <p:cNvSpPr/>
              <p:nvPr/>
            </p:nvSpPr>
            <p:spPr>
              <a:xfrm>
                <a:off x="7920000" y="2925514"/>
                <a:ext cx="4830523" cy="3746872"/>
              </a:xfrm>
              <a:custGeom>
                <a:avLst/>
                <a:gdLst/>
                <a:ahLst/>
                <a:cxnLst/>
                <a:rect l="l" t="t" r="r" b="b"/>
                <a:pathLst>
                  <a:path w="4830523" h="3746872" fill="none">
                    <a:moveTo>
                      <a:pt x="4777277" y="0"/>
                    </a:moveTo>
                    <a:lnTo>
                      <a:pt x="4830523" y="65935"/>
                    </a:lnTo>
                    <a:lnTo>
                      <a:pt x="4687193" y="185838"/>
                    </a:lnTo>
                    <a:lnTo>
                      <a:pt x="4710425" y="217998"/>
                    </a:lnTo>
                    <a:lnTo>
                      <a:pt x="4595849" y="291102"/>
                    </a:lnTo>
                    <a:lnTo>
                      <a:pt x="4422041" y="422814"/>
                    </a:lnTo>
                    <a:lnTo>
                      <a:pt x="4282361" y="519246"/>
                    </a:lnTo>
                    <a:lnTo>
                      <a:pt x="4304777" y="541182"/>
                    </a:lnTo>
                    <a:lnTo>
                      <a:pt x="4415081" y="687918"/>
                    </a:lnTo>
                    <a:lnTo>
                      <a:pt x="3960713" y="1014510"/>
                    </a:lnTo>
                    <a:lnTo>
                      <a:pt x="3926921" y="970254"/>
                    </a:lnTo>
                    <a:lnTo>
                      <a:pt x="3572057" y="1231902"/>
                    </a:lnTo>
                    <a:lnTo>
                      <a:pt x="3555689" y="1249182"/>
                    </a:lnTo>
                    <a:lnTo>
                      <a:pt x="3381257" y="1382238"/>
                    </a:lnTo>
                    <a:lnTo>
                      <a:pt x="3090953" y="1631934"/>
                    </a:lnTo>
                    <a:lnTo>
                      <a:pt x="2902601" y="1784286"/>
                    </a:lnTo>
                    <a:lnTo>
                      <a:pt x="2466521" y="2098734"/>
                    </a:lnTo>
                    <a:lnTo>
                      <a:pt x="2296666" y="2227600"/>
                    </a:lnTo>
                    <a:lnTo>
                      <a:pt x="2345273" y="2299278"/>
                    </a:lnTo>
                    <a:lnTo>
                      <a:pt x="2299673" y="2332398"/>
                    </a:lnTo>
                    <a:lnTo>
                      <a:pt x="2353769" y="2407134"/>
                    </a:lnTo>
                    <a:lnTo>
                      <a:pt x="2328137" y="2425806"/>
                    </a:lnTo>
                    <a:lnTo>
                      <a:pt x="2340281" y="2444334"/>
                    </a:lnTo>
                    <a:lnTo>
                      <a:pt x="2322905" y="2455854"/>
                    </a:lnTo>
                    <a:lnTo>
                      <a:pt x="2418233" y="2586174"/>
                    </a:lnTo>
                    <a:lnTo>
                      <a:pt x="2426921" y="2565870"/>
                    </a:lnTo>
                    <a:lnTo>
                      <a:pt x="3273834" y="2026541"/>
                    </a:lnTo>
                    <a:lnTo>
                      <a:pt x="3316858" y="2007181"/>
                    </a:lnTo>
                    <a:lnTo>
                      <a:pt x="3385097" y="2140638"/>
                    </a:lnTo>
                    <a:lnTo>
                      <a:pt x="3405209" y="2195502"/>
                    </a:lnTo>
                    <a:lnTo>
                      <a:pt x="3457481" y="2308350"/>
                    </a:lnTo>
                    <a:lnTo>
                      <a:pt x="2187401" y="3104334"/>
                    </a:lnTo>
                    <a:lnTo>
                      <a:pt x="2018441" y="2848926"/>
                    </a:lnTo>
                    <a:lnTo>
                      <a:pt x="2031209" y="2840526"/>
                    </a:lnTo>
                    <a:lnTo>
                      <a:pt x="1865657" y="2601342"/>
                    </a:lnTo>
                    <a:lnTo>
                      <a:pt x="1642217" y="2734926"/>
                    </a:lnTo>
                    <a:lnTo>
                      <a:pt x="1656569" y="2754798"/>
                    </a:lnTo>
                    <a:lnTo>
                      <a:pt x="1634441" y="2769054"/>
                    </a:lnTo>
                    <a:lnTo>
                      <a:pt x="1619952" y="2749016"/>
                    </a:lnTo>
                    <a:lnTo>
                      <a:pt x="1598681" y="2762718"/>
                    </a:lnTo>
                    <a:lnTo>
                      <a:pt x="1593833" y="2755182"/>
                    </a:lnTo>
                    <a:lnTo>
                      <a:pt x="1533497" y="2793582"/>
                    </a:lnTo>
                    <a:lnTo>
                      <a:pt x="1549577" y="2819742"/>
                    </a:lnTo>
                    <a:lnTo>
                      <a:pt x="1597721" y="2789070"/>
                    </a:lnTo>
                    <a:lnTo>
                      <a:pt x="1645145" y="2856222"/>
                    </a:lnTo>
                    <a:lnTo>
                      <a:pt x="1657385" y="2853246"/>
                    </a:lnTo>
                    <a:lnTo>
                      <a:pt x="1704818" y="2933327"/>
                    </a:lnTo>
                    <a:lnTo>
                      <a:pt x="1700249" y="2941662"/>
                    </a:lnTo>
                    <a:lnTo>
                      <a:pt x="1670153" y="2959518"/>
                    </a:lnTo>
                    <a:lnTo>
                      <a:pt x="1651577" y="3041550"/>
                    </a:lnTo>
                    <a:lnTo>
                      <a:pt x="1713113" y="3145326"/>
                    </a:lnTo>
                    <a:lnTo>
                      <a:pt x="1655897" y="3181086"/>
                    </a:lnTo>
                    <a:lnTo>
                      <a:pt x="1659401" y="3186702"/>
                    </a:lnTo>
                    <a:lnTo>
                      <a:pt x="1646633" y="3194718"/>
                    </a:lnTo>
                    <a:lnTo>
                      <a:pt x="1643129" y="3189102"/>
                    </a:lnTo>
                    <a:lnTo>
                      <a:pt x="1588409" y="3223662"/>
                    </a:lnTo>
                    <a:lnTo>
                      <a:pt x="1606457" y="3256590"/>
                    </a:lnTo>
                    <a:lnTo>
                      <a:pt x="1513769" y="3313710"/>
                    </a:lnTo>
                    <a:lnTo>
                      <a:pt x="1483385" y="3342510"/>
                    </a:lnTo>
                    <a:lnTo>
                      <a:pt x="1292546" y="3461425"/>
                    </a:lnTo>
                    <a:lnTo>
                      <a:pt x="1245881" y="3456030"/>
                    </a:lnTo>
                    <a:lnTo>
                      <a:pt x="1198602" y="3478973"/>
                    </a:lnTo>
                    <a:lnTo>
                      <a:pt x="1148394" y="3371021"/>
                    </a:lnTo>
                    <a:lnTo>
                      <a:pt x="1133321" y="3365405"/>
                    </a:lnTo>
                    <a:lnTo>
                      <a:pt x="1041929" y="3355469"/>
                    </a:lnTo>
                    <a:lnTo>
                      <a:pt x="816426" y="3461118"/>
                    </a:lnTo>
                    <a:lnTo>
                      <a:pt x="802025" y="3430302"/>
                    </a:lnTo>
                    <a:lnTo>
                      <a:pt x="748026" y="3455453"/>
                    </a:lnTo>
                    <a:lnTo>
                      <a:pt x="760554" y="3486318"/>
                    </a:lnTo>
                    <a:lnTo>
                      <a:pt x="698970" y="3481182"/>
                    </a:lnTo>
                    <a:lnTo>
                      <a:pt x="645162" y="3494382"/>
                    </a:lnTo>
                    <a:lnTo>
                      <a:pt x="593129" y="3419934"/>
                    </a:lnTo>
                    <a:lnTo>
                      <a:pt x="426042" y="3533885"/>
                    </a:lnTo>
                    <a:lnTo>
                      <a:pt x="386489" y="3550878"/>
                    </a:lnTo>
                    <a:lnTo>
                      <a:pt x="370265" y="3563021"/>
                    </a:lnTo>
                    <a:lnTo>
                      <a:pt x="363209" y="3553278"/>
                    </a:lnTo>
                    <a:lnTo>
                      <a:pt x="344778" y="3564078"/>
                    </a:lnTo>
                    <a:lnTo>
                      <a:pt x="326105" y="3533598"/>
                    </a:lnTo>
                    <a:lnTo>
                      <a:pt x="0" y="3746872"/>
                    </a:lnTo>
                    <a:moveTo>
                      <a:pt x="0" y="3419833"/>
                    </a:moveTo>
                    <a:lnTo>
                      <a:pt x="953276" y="2832706"/>
                    </a:lnTo>
                    <a:lnTo>
                      <a:pt x="1079325" y="2742751"/>
                    </a:lnTo>
                    <a:lnTo>
                      <a:pt x="1193994" y="2684961"/>
                    </a:lnTo>
                    <a:lnTo>
                      <a:pt x="1300891" y="2638538"/>
                    </a:lnTo>
                    <a:lnTo>
                      <a:pt x="1294343" y="2624042"/>
                    </a:lnTo>
                    <a:lnTo>
                      <a:pt x="1337647" y="2601601"/>
                    </a:lnTo>
                    <a:lnTo>
                      <a:pt x="1526634" y="2528485"/>
                    </a:lnTo>
                    <a:lnTo>
                      <a:pt x="1755589" y="2424027"/>
                    </a:lnTo>
                    <a:lnTo>
                      <a:pt x="1930406" y="2315839"/>
                    </a:lnTo>
                    <a:lnTo>
                      <a:pt x="3184551" y="1359290"/>
                    </a:lnTo>
                    <a:lnTo>
                      <a:pt x="3772649" y="929454"/>
                    </a:lnTo>
                    <a:lnTo>
                      <a:pt x="3867880" y="849202"/>
                    </a:lnTo>
                    <a:lnTo>
                      <a:pt x="4161162" y="583188"/>
                    </a:lnTo>
                    <a:lnTo>
                      <a:pt x="4254233" y="491742"/>
                    </a:lnTo>
                    <a:lnTo>
                      <a:pt x="4368472" y="367189"/>
                    </a:lnTo>
                    <a:lnTo>
                      <a:pt x="4643321" y="105486"/>
                    </a:lnTo>
                    <a:lnTo>
                      <a:pt x="4676441" y="83502"/>
                    </a:lnTo>
                    <a:lnTo>
                      <a:pt x="4777277" y="0"/>
                    </a:lnTo>
                    <a:lnTo>
                      <a:pt x="4777277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11" name="Контур"/>
              <p:cNvSpPr/>
              <p:nvPr/>
            </p:nvSpPr>
            <p:spPr>
              <a:xfrm>
                <a:off x="8264778" y="6280983"/>
                <a:ext cx="1332831" cy="1348798"/>
              </a:xfrm>
              <a:custGeom>
                <a:avLst/>
                <a:gdLst/>
                <a:ahLst/>
                <a:cxnLst/>
                <a:rect l="l" t="t" r="r" b="b"/>
                <a:pathLst>
                  <a:path w="1332831" h="1348798" fill="none">
                    <a:moveTo>
                      <a:pt x="1152349" y="778974"/>
                    </a:moveTo>
                    <a:lnTo>
                      <a:pt x="1332831" y="1156091"/>
                    </a:lnTo>
                    <a:lnTo>
                      <a:pt x="930168" y="1348798"/>
                    </a:lnTo>
                    <a:lnTo>
                      <a:pt x="749687" y="971681"/>
                    </a:lnTo>
                    <a:lnTo>
                      <a:pt x="1152349" y="778974"/>
                    </a:lnTo>
                    <a:close/>
                    <a:moveTo>
                      <a:pt x="947768" y="105956"/>
                    </a:moveTo>
                    <a:lnTo>
                      <a:pt x="999215" y="219745"/>
                    </a:lnTo>
                    <a:lnTo>
                      <a:pt x="1023842" y="261942"/>
                    </a:lnTo>
                    <a:lnTo>
                      <a:pt x="846647" y="372989"/>
                    </a:lnTo>
                    <a:lnTo>
                      <a:pt x="888000" y="442465"/>
                    </a:lnTo>
                    <a:lnTo>
                      <a:pt x="500159" y="681313"/>
                    </a:lnTo>
                    <a:lnTo>
                      <a:pt x="446784" y="660481"/>
                    </a:lnTo>
                    <a:lnTo>
                      <a:pt x="354479" y="691825"/>
                    </a:lnTo>
                    <a:lnTo>
                      <a:pt x="345727" y="686898"/>
                    </a:lnTo>
                    <a:lnTo>
                      <a:pt x="336425" y="692727"/>
                    </a:lnTo>
                    <a:lnTo>
                      <a:pt x="114815" y="349105"/>
                    </a:lnTo>
                    <a:lnTo>
                      <a:pt x="0" y="208609"/>
                    </a:lnTo>
                    <a:lnTo>
                      <a:pt x="18431" y="197809"/>
                    </a:lnTo>
                    <a:lnTo>
                      <a:pt x="25487" y="207552"/>
                    </a:lnTo>
                    <a:lnTo>
                      <a:pt x="41711" y="195409"/>
                    </a:lnTo>
                    <a:lnTo>
                      <a:pt x="81264" y="178416"/>
                    </a:lnTo>
                    <a:lnTo>
                      <a:pt x="248351" y="64465"/>
                    </a:lnTo>
                    <a:lnTo>
                      <a:pt x="300384" y="138913"/>
                    </a:lnTo>
                    <a:lnTo>
                      <a:pt x="354192" y="125713"/>
                    </a:lnTo>
                    <a:lnTo>
                      <a:pt x="415776" y="130849"/>
                    </a:lnTo>
                    <a:lnTo>
                      <a:pt x="403248" y="99984"/>
                    </a:lnTo>
                    <a:lnTo>
                      <a:pt x="457247" y="74833"/>
                    </a:lnTo>
                    <a:lnTo>
                      <a:pt x="471648" y="105649"/>
                    </a:lnTo>
                    <a:lnTo>
                      <a:pt x="697151" y="0"/>
                    </a:lnTo>
                    <a:lnTo>
                      <a:pt x="788543" y="9936"/>
                    </a:lnTo>
                    <a:lnTo>
                      <a:pt x="803616" y="15552"/>
                    </a:lnTo>
                    <a:lnTo>
                      <a:pt x="853824" y="123504"/>
                    </a:lnTo>
                    <a:lnTo>
                      <a:pt x="901103" y="100561"/>
                    </a:lnTo>
                    <a:lnTo>
                      <a:pt x="947768" y="105956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12" name="Контур"/>
              <p:cNvSpPr/>
              <p:nvPr/>
            </p:nvSpPr>
            <p:spPr>
              <a:xfrm>
                <a:off x="7920000" y="6459112"/>
                <a:ext cx="676217" cy="931962"/>
              </a:xfrm>
              <a:custGeom>
                <a:avLst/>
                <a:gdLst/>
                <a:ahLst/>
                <a:cxnLst/>
                <a:rect l="l" t="t" r="r" b="b"/>
                <a:pathLst>
                  <a:path w="676217" h="931962" fill="none">
                    <a:moveTo>
                      <a:pt x="344778" y="30480"/>
                    </a:moveTo>
                    <a:lnTo>
                      <a:pt x="459593" y="170976"/>
                    </a:lnTo>
                    <a:lnTo>
                      <a:pt x="676217" y="507504"/>
                    </a:lnTo>
                    <a:lnTo>
                      <a:pt x="189065" y="815328"/>
                    </a:lnTo>
                    <a:lnTo>
                      <a:pt x="0" y="931962"/>
                    </a:lnTo>
                    <a:moveTo>
                      <a:pt x="0" y="212600"/>
                    </a:moveTo>
                    <a:lnTo>
                      <a:pt x="326105" y="0"/>
                    </a:lnTo>
                    <a:lnTo>
                      <a:pt x="344778" y="30480"/>
                    </a:lnTo>
                    <a:lnTo>
                      <a:pt x="344778" y="3048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</p:grpSp>
        <p:sp>
          <p:nvSpPr>
            <p:cNvPr id="1814" name="Железная дорога, главные пути (Яндекс)"/>
            <p:cNvSpPr/>
            <p:nvPr/>
          </p:nvSpPr>
          <p:spPr>
            <a:xfrm>
              <a:off x="7920000" y="2358615"/>
              <a:ext cx="5718159" cy="3921318"/>
            </a:xfrm>
            <a:custGeom>
              <a:avLst/>
              <a:gdLst/>
              <a:ahLst/>
              <a:cxnLst/>
              <a:rect l="l" t="t" r="r" b="b"/>
              <a:pathLst>
                <a:path w="5718159" h="3921318" fill="none">
                  <a:moveTo>
                    <a:pt x="0" y="3921318"/>
                  </a:moveTo>
                  <a:lnTo>
                    <a:pt x="592690" y="3566509"/>
                  </a:lnTo>
                  <a:lnTo>
                    <a:pt x="707522" y="3499653"/>
                  </a:lnTo>
                  <a:lnTo>
                    <a:pt x="1140997" y="3269549"/>
                  </a:lnTo>
                  <a:lnTo>
                    <a:pt x="1611676" y="3006915"/>
                  </a:lnTo>
                  <a:lnTo>
                    <a:pt x="1839628" y="2850449"/>
                  </a:lnTo>
                  <a:lnTo>
                    <a:pt x="2146711" y="2620845"/>
                  </a:lnTo>
                  <a:lnTo>
                    <a:pt x="2567005" y="2327561"/>
                  </a:lnTo>
                  <a:lnTo>
                    <a:pt x="2987164" y="2014851"/>
                  </a:lnTo>
                  <a:moveTo>
                    <a:pt x="3021123" y="1990411"/>
                  </a:moveTo>
                  <a:lnTo>
                    <a:pt x="3793642" y="1428440"/>
                  </a:lnTo>
                  <a:lnTo>
                    <a:pt x="3917996" y="1324259"/>
                  </a:lnTo>
                  <a:lnTo>
                    <a:pt x="4268486" y="1006959"/>
                  </a:lnTo>
                  <a:lnTo>
                    <a:pt x="4735153" y="575770"/>
                  </a:lnTo>
                  <a:lnTo>
                    <a:pt x="4835290" y="499222"/>
                  </a:lnTo>
                  <a:lnTo>
                    <a:pt x="5313781" y="197568"/>
                  </a:lnTo>
                  <a:moveTo>
                    <a:pt x="2987164" y="2014851"/>
                  </a:moveTo>
                  <a:lnTo>
                    <a:pt x="3021123" y="1990411"/>
                  </a:lnTo>
                  <a:moveTo>
                    <a:pt x="5313781" y="197568"/>
                  </a:moveTo>
                  <a:lnTo>
                    <a:pt x="5375231" y="161721"/>
                  </a:lnTo>
                  <a:lnTo>
                    <a:pt x="5380067" y="160088"/>
                  </a:lnTo>
                  <a:moveTo>
                    <a:pt x="5380067" y="160088"/>
                  </a:moveTo>
                  <a:lnTo>
                    <a:pt x="5389833" y="154956"/>
                  </a:lnTo>
                  <a:lnTo>
                    <a:pt x="5448024" y="124166"/>
                  </a:lnTo>
                  <a:moveTo>
                    <a:pt x="5656678" y="27777"/>
                  </a:moveTo>
                  <a:lnTo>
                    <a:pt x="5718159" y="0"/>
                  </a:lnTo>
                  <a:moveTo>
                    <a:pt x="5656678" y="27777"/>
                  </a:moveTo>
                  <a:lnTo>
                    <a:pt x="5448024" y="124166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round/>
            </a:ln>
          </p:spPr>
        </p:sp>
        <p:sp>
          <p:nvSpPr>
            <p:cNvPr id="1815" name="Железная дорога: штрихи"/>
            <p:cNvSpPr/>
            <p:nvPr/>
          </p:nvSpPr>
          <p:spPr>
            <a:xfrm>
              <a:off x="7920000" y="2358615"/>
              <a:ext cx="5718159" cy="3921318"/>
            </a:xfrm>
            <a:custGeom>
              <a:avLst/>
              <a:gdLst/>
              <a:ahLst/>
              <a:cxnLst/>
              <a:rect l="l" t="t" r="r" b="b"/>
              <a:pathLst>
                <a:path w="5718159" h="3921318" fill="none">
                  <a:moveTo>
                    <a:pt x="0" y="3921318"/>
                  </a:moveTo>
                  <a:lnTo>
                    <a:pt x="592690" y="3566509"/>
                  </a:lnTo>
                  <a:lnTo>
                    <a:pt x="707522" y="3499653"/>
                  </a:lnTo>
                  <a:lnTo>
                    <a:pt x="1140997" y="3269549"/>
                  </a:lnTo>
                  <a:lnTo>
                    <a:pt x="1611676" y="3006915"/>
                  </a:lnTo>
                  <a:lnTo>
                    <a:pt x="1839628" y="2850449"/>
                  </a:lnTo>
                  <a:lnTo>
                    <a:pt x="2146711" y="2620845"/>
                  </a:lnTo>
                  <a:lnTo>
                    <a:pt x="2567005" y="2327561"/>
                  </a:lnTo>
                  <a:lnTo>
                    <a:pt x="2987164" y="2014851"/>
                  </a:lnTo>
                  <a:moveTo>
                    <a:pt x="3021123" y="1990411"/>
                  </a:moveTo>
                  <a:lnTo>
                    <a:pt x="3793642" y="1428440"/>
                  </a:lnTo>
                  <a:lnTo>
                    <a:pt x="3917996" y="1324259"/>
                  </a:lnTo>
                  <a:lnTo>
                    <a:pt x="4268486" y="1006959"/>
                  </a:lnTo>
                  <a:lnTo>
                    <a:pt x="4735153" y="575770"/>
                  </a:lnTo>
                  <a:lnTo>
                    <a:pt x="4835290" y="499222"/>
                  </a:lnTo>
                  <a:lnTo>
                    <a:pt x="5313781" y="197568"/>
                  </a:lnTo>
                  <a:moveTo>
                    <a:pt x="2987164" y="2014851"/>
                  </a:moveTo>
                  <a:lnTo>
                    <a:pt x="3021123" y="1990411"/>
                  </a:lnTo>
                  <a:moveTo>
                    <a:pt x="5313781" y="197568"/>
                  </a:moveTo>
                  <a:lnTo>
                    <a:pt x="5375231" y="161721"/>
                  </a:lnTo>
                  <a:lnTo>
                    <a:pt x="5380067" y="160088"/>
                  </a:lnTo>
                  <a:moveTo>
                    <a:pt x="5380067" y="160088"/>
                  </a:moveTo>
                  <a:lnTo>
                    <a:pt x="5389833" y="154956"/>
                  </a:lnTo>
                  <a:lnTo>
                    <a:pt x="5448024" y="124166"/>
                  </a:lnTo>
                  <a:moveTo>
                    <a:pt x="5656678" y="27777"/>
                  </a:moveTo>
                  <a:lnTo>
                    <a:pt x="5718159" y="0"/>
                  </a:lnTo>
                  <a:moveTo>
                    <a:pt x="5656678" y="27777"/>
                  </a:moveTo>
                  <a:lnTo>
                    <a:pt x="5448024" y="124166"/>
                  </a:lnTo>
                </a:path>
              </a:pathLst>
            </a:custGeom>
            <a:noFill/>
            <a:ln w="14976" cap="flat">
              <a:solidFill>
                <a:srgbClr val="FFFFFF"/>
              </a:solidFill>
              <a:custDash>
                <a:ds d="481250" sp="481250"/>
              </a:custDash>
              <a:round/>
            </a:ln>
          </p:spPr>
        </p:sp>
        <p:sp>
          <p:nvSpPr>
            <p:cNvPr id="1816" name="Граница района"/>
            <p:cNvSpPr/>
            <p:nvPr/>
          </p:nvSpPr>
          <p:spPr>
            <a:xfrm>
              <a:off x="7920000" y="2394289"/>
              <a:ext cx="5760000" cy="3846532"/>
            </a:xfrm>
            <a:custGeom>
              <a:avLst/>
              <a:gdLst/>
              <a:ahLst/>
              <a:cxnLst/>
              <a:rect l="l" t="t" r="r" b="b"/>
              <a:pathLst>
                <a:path w="5760000" h="3846532" fill="none">
                  <a:moveTo>
                    <a:pt x="5760000" y="3507"/>
                  </a:moveTo>
                  <a:lnTo>
                    <a:pt x="5742251" y="153"/>
                  </a:lnTo>
                  <a:lnTo>
                    <a:pt x="5643559" y="0"/>
                  </a:lnTo>
                  <a:lnTo>
                    <a:pt x="5568748" y="28613"/>
                  </a:lnTo>
                  <a:lnTo>
                    <a:pt x="5156731" y="238088"/>
                  </a:lnTo>
                  <a:lnTo>
                    <a:pt x="5044761" y="306923"/>
                  </a:lnTo>
                  <a:lnTo>
                    <a:pt x="4612710" y="631366"/>
                  </a:lnTo>
                  <a:lnTo>
                    <a:pt x="3881844" y="1353473"/>
                  </a:lnTo>
                  <a:lnTo>
                    <a:pt x="3000749" y="1989537"/>
                  </a:lnTo>
                  <a:lnTo>
                    <a:pt x="1682655" y="2954239"/>
                  </a:lnTo>
                  <a:lnTo>
                    <a:pt x="1293985" y="3155535"/>
                  </a:lnTo>
                  <a:lnTo>
                    <a:pt x="192292" y="3748994"/>
                  </a:lnTo>
                  <a:lnTo>
                    <a:pt x="0" y="3846532"/>
                  </a:lnTo>
                </a:path>
              </a:pathLst>
            </a:custGeom>
            <a:noFill/>
            <a:ln w="43056" cap="flat">
              <a:solidFill>
                <a:srgbClr val="E30613"/>
              </a:solidFill>
              <a:round/>
            </a:ln>
          </p:spPr>
        </p:sp>
        <p:sp>
          <p:nvSpPr>
            <p:cNvPr id="1817" name="Граница территории"/>
            <p:cNvSpPr/>
            <p:nvPr/>
          </p:nvSpPr>
          <p:spPr>
            <a:xfrm>
              <a:off x="10216649" y="4656616"/>
              <a:ext cx="980064" cy="855072"/>
            </a:xfrm>
            <a:custGeom>
              <a:avLst/>
              <a:gdLst/>
              <a:ahLst/>
              <a:cxnLst/>
              <a:rect l="l" t="t" r="r" b="b"/>
              <a:pathLst>
                <a:path w="980064" h="855072" fill="none">
                  <a:moveTo>
                    <a:pt x="680352" y="484464"/>
                  </a:moveTo>
                  <a:lnTo>
                    <a:pt x="130272" y="834768"/>
                  </a:lnTo>
                  <a:lnTo>
                    <a:pt x="121584" y="855072"/>
                  </a:lnTo>
                  <a:lnTo>
                    <a:pt x="26256" y="724752"/>
                  </a:lnTo>
                  <a:lnTo>
                    <a:pt x="43632" y="713232"/>
                  </a:lnTo>
                  <a:lnTo>
                    <a:pt x="31488" y="694704"/>
                  </a:lnTo>
                  <a:lnTo>
                    <a:pt x="57120" y="676032"/>
                  </a:lnTo>
                  <a:lnTo>
                    <a:pt x="3024" y="601296"/>
                  </a:lnTo>
                  <a:lnTo>
                    <a:pt x="48624" y="568176"/>
                  </a:lnTo>
                  <a:lnTo>
                    <a:pt x="0" y="496512"/>
                  </a:lnTo>
                  <a:lnTo>
                    <a:pt x="169872" y="367632"/>
                  </a:lnTo>
                  <a:lnTo>
                    <a:pt x="626352" y="40608"/>
                  </a:lnTo>
                  <a:lnTo>
                    <a:pt x="837648" y="0"/>
                  </a:lnTo>
                  <a:lnTo>
                    <a:pt x="905424" y="140304"/>
                  </a:lnTo>
                  <a:lnTo>
                    <a:pt x="888768" y="166464"/>
                  </a:lnTo>
                  <a:lnTo>
                    <a:pt x="925488" y="224496"/>
                  </a:lnTo>
                  <a:lnTo>
                    <a:pt x="947520" y="226704"/>
                  </a:lnTo>
                  <a:lnTo>
                    <a:pt x="980064" y="294144"/>
                  </a:lnTo>
                  <a:lnTo>
                    <a:pt x="680352" y="484464"/>
                  </a:lnTo>
                  <a:close/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0000" sp="100000"/>
              </a:custDash>
              <a:round/>
            </a:ln>
          </p:spPr>
        </p:sp>
        <p:grpSp>
          <p:nvGrpSpPr>
            <p:cNvPr id="2039" name="Подписи"/>
            <p:cNvGrpSpPr/>
            <p:nvPr/>
          </p:nvGrpSpPr>
          <p:grpSpPr>
            <a:xfrm>
              <a:off x="7999369" y="2324995"/>
              <a:ext cx="5604626" cy="5545985"/>
              <a:chOff x="7999369" y="2324995"/>
              <a:chExt cx="5604626" cy="5545985"/>
            </a:xfrm>
          </p:grpSpPr>
          <p:sp>
            <p:nvSpPr>
              <p:cNvPr id="1818" name="Надпись"/>
              <p:cNvSpPr txBox="1"/>
              <p:nvPr/>
            </p:nvSpPr>
            <p:spPr>
              <a:xfrm rot="20034552">
                <a:off x="11977907" y="7493451"/>
                <a:ext cx="105356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 Амурская</a:t>
                </a:r>
              </a:p>
            </p:txBody>
          </p:sp>
          <p:sp>
            <p:nvSpPr>
              <p:cNvPr id="1819" name="Надпись"/>
              <p:cNvSpPr txBox="1"/>
              <p:nvPr/>
            </p:nvSpPr>
            <p:spPr>
              <a:xfrm rot="19351425">
                <a:off x="11280309" y="4707680"/>
                <a:ext cx="162820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2-й Иртышский пр-д</a:t>
                </a:r>
              </a:p>
            </p:txBody>
          </p:sp>
          <p:sp>
            <p:nvSpPr>
              <p:cNvPr id="1820" name="Надпись"/>
              <p:cNvSpPr txBox="1"/>
              <p:nvPr/>
            </p:nvSpPr>
            <p:spPr>
              <a:xfrm rot="3856759">
                <a:off x="11152636" y="5771849"/>
                <a:ext cx="116937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 Тагильская</a:t>
                </a:r>
              </a:p>
            </p:txBody>
          </p:sp>
          <p:sp>
            <p:nvSpPr>
              <p:cNvPr id="1821" name="Надпись"/>
              <p:cNvSpPr txBox="1"/>
              <p:nvPr/>
            </p:nvSpPr>
            <p:spPr>
              <a:xfrm rot="19466446">
                <a:off x="9525417" y="4711878"/>
                <a:ext cx="16000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1-й Иртышский пр-д</a:t>
                </a:r>
              </a:p>
            </p:txBody>
          </p:sp>
          <p:sp>
            <p:nvSpPr>
              <p:cNvPr id="1822" name="Надпись"/>
              <p:cNvSpPr txBox="1"/>
              <p:nvPr/>
            </p:nvSpPr>
            <p:spPr>
              <a:xfrm rot="3850885">
                <a:off x="9101615" y="7155565"/>
                <a:ext cx="118588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Амурский пер.</a:t>
                </a:r>
              </a:p>
            </p:txBody>
          </p:sp>
          <p:sp>
            <p:nvSpPr>
              <p:cNvPr id="1823" name="Надпись"/>
              <p:cNvSpPr txBox="1"/>
              <p:nvPr/>
            </p:nvSpPr>
            <p:spPr>
              <a:xfrm>
                <a:off x="10470552" y="6068152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824" name="Надпись"/>
              <p:cNvSpPr txBox="1"/>
              <p:nvPr/>
            </p:nvSpPr>
            <p:spPr>
              <a:xfrm>
                <a:off x="10494256" y="618047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25" name="Надпись"/>
              <p:cNvSpPr txBox="1"/>
              <p:nvPr/>
            </p:nvSpPr>
            <p:spPr>
              <a:xfrm>
                <a:off x="10494256" y="629279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26" name="Надпись"/>
              <p:cNvSpPr txBox="1"/>
              <p:nvPr/>
            </p:nvSpPr>
            <p:spPr>
              <a:xfrm>
                <a:off x="9931879" y="5399022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827" name="Надпись"/>
              <p:cNvSpPr txBox="1"/>
              <p:nvPr/>
            </p:nvSpPr>
            <p:spPr>
              <a:xfrm>
                <a:off x="9955583" y="551134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28" name="Надпись"/>
              <p:cNvSpPr txBox="1"/>
              <p:nvPr/>
            </p:nvSpPr>
            <p:spPr>
              <a:xfrm>
                <a:off x="9955583" y="562366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29" name="Надпись"/>
              <p:cNvSpPr txBox="1"/>
              <p:nvPr/>
            </p:nvSpPr>
            <p:spPr>
              <a:xfrm>
                <a:off x="11773314" y="3057014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830" name="Надпись"/>
              <p:cNvSpPr txBox="1"/>
              <p:nvPr/>
            </p:nvSpPr>
            <p:spPr>
              <a:xfrm>
                <a:off x="11797017" y="316933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31" name="Надпись"/>
              <p:cNvSpPr txBox="1"/>
              <p:nvPr/>
            </p:nvSpPr>
            <p:spPr>
              <a:xfrm>
                <a:off x="11797017" y="328165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32" name="Надпись"/>
              <p:cNvSpPr txBox="1"/>
              <p:nvPr/>
            </p:nvSpPr>
            <p:spPr>
              <a:xfrm>
                <a:off x="11020265" y="726844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33" name="Надпись"/>
              <p:cNvSpPr txBox="1"/>
              <p:nvPr/>
            </p:nvSpPr>
            <p:spPr>
              <a:xfrm>
                <a:off x="11020265" y="738076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34" name="Надпись"/>
              <p:cNvSpPr txBox="1"/>
              <p:nvPr/>
            </p:nvSpPr>
            <p:spPr>
              <a:xfrm>
                <a:off x="11020265" y="749308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35" name="Надпись"/>
              <p:cNvSpPr txBox="1"/>
              <p:nvPr/>
            </p:nvSpPr>
            <p:spPr>
              <a:xfrm>
                <a:off x="11251295" y="4353877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836" name="Надпись"/>
              <p:cNvSpPr txBox="1"/>
              <p:nvPr/>
            </p:nvSpPr>
            <p:spPr>
              <a:xfrm>
                <a:off x="11274999" y="446619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37" name="Надпись"/>
              <p:cNvSpPr txBox="1"/>
              <p:nvPr/>
            </p:nvSpPr>
            <p:spPr>
              <a:xfrm>
                <a:off x="11274999" y="457851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38" name="Надпись"/>
              <p:cNvSpPr txBox="1"/>
              <p:nvPr/>
            </p:nvSpPr>
            <p:spPr>
              <a:xfrm>
                <a:off x="12475847" y="3558790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839" name="Надпись"/>
              <p:cNvSpPr txBox="1"/>
              <p:nvPr/>
            </p:nvSpPr>
            <p:spPr>
              <a:xfrm>
                <a:off x="12499550" y="367111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40" name="Надпись"/>
              <p:cNvSpPr txBox="1"/>
              <p:nvPr/>
            </p:nvSpPr>
            <p:spPr>
              <a:xfrm>
                <a:off x="12499550" y="378343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41" name="Надпись"/>
              <p:cNvSpPr txBox="1"/>
              <p:nvPr/>
            </p:nvSpPr>
            <p:spPr>
              <a:xfrm>
                <a:off x="13118552" y="3094113"/>
                <a:ext cx="2424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13,81</a:t>
                </a:r>
              </a:p>
            </p:txBody>
          </p:sp>
          <p:sp>
            <p:nvSpPr>
              <p:cNvPr id="1842" name="Надпись"/>
              <p:cNvSpPr txBox="1"/>
              <p:nvPr/>
            </p:nvSpPr>
            <p:spPr>
              <a:xfrm>
                <a:off x="13206064" y="3206433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43" name="Надпись"/>
              <p:cNvSpPr txBox="1"/>
              <p:nvPr/>
            </p:nvSpPr>
            <p:spPr>
              <a:xfrm>
                <a:off x="13206064" y="3318753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44" name="Надпись"/>
              <p:cNvSpPr txBox="1"/>
              <p:nvPr/>
            </p:nvSpPr>
            <p:spPr>
              <a:xfrm>
                <a:off x="9077285" y="736365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45" name="Надпись"/>
              <p:cNvSpPr txBox="1"/>
              <p:nvPr/>
            </p:nvSpPr>
            <p:spPr>
              <a:xfrm>
                <a:off x="9077285" y="747597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46" name="Надпись"/>
              <p:cNvSpPr txBox="1"/>
              <p:nvPr/>
            </p:nvSpPr>
            <p:spPr>
              <a:xfrm>
                <a:off x="9077285" y="758829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47" name="Надпись"/>
              <p:cNvSpPr txBox="1"/>
              <p:nvPr/>
            </p:nvSpPr>
            <p:spPr>
              <a:xfrm>
                <a:off x="12228703" y="679692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48" name="Надпись"/>
              <p:cNvSpPr txBox="1"/>
              <p:nvPr/>
            </p:nvSpPr>
            <p:spPr>
              <a:xfrm>
                <a:off x="12228703" y="690924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49" name="Надпись"/>
              <p:cNvSpPr txBox="1"/>
              <p:nvPr/>
            </p:nvSpPr>
            <p:spPr>
              <a:xfrm>
                <a:off x="12228703" y="702156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50" name="Надпись"/>
              <p:cNvSpPr txBox="1"/>
              <p:nvPr/>
            </p:nvSpPr>
            <p:spPr>
              <a:xfrm>
                <a:off x="12603521" y="6705134"/>
                <a:ext cx="283301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62,63</a:t>
                </a:r>
              </a:p>
            </p:txBody>
          </p:sp>
          <p:sp>
            <p:nvSpPr>
              <p:cNvPr id="1851" name="Надпись"/>
              <p:cNvSpPr txBox="1"/>
              <p:nvPr/>
            </p:nvSpPr>
            <p:spPr>
              <a:xfrm>
                <a:off x="12711476" y="681745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52" name="Надпись"/>
              <p:cNvSpPr txBox="1"/>
              <p:nvPr/>
            </p:nvSpPr>
            <p:spPr>
              <a:xfrm>
                <a:off x="12711476" y="692977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53" name="Надпись"/>
              <p:cNvSpPr txBox="1"/>
              <p:nvPr/>
            </p:nvSpPr>
            <p:spPr>
              <a:xfrm>
                <a:off x="12986588" y="5149680"/>
                <a:ext cx="26840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10,59</a:t>
                </a:r>
              </a:p>
            </p:txBody>
          </p:sp>
          <p:sp>
            <p:nvSpPr>
              <p:cNvPr id="1854" name="Надпись"/>
              <p:cNvSpPr txBox="1"/>
              <p:nvPr/>
            </p:nvSpPr>
            <p:spPr>
              <a:xfrm>
                <a:off x="13087096" y="526200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55" name="Надпись"/>
              <p:cNvSpPr txBox="1"/>
              <p:nvPr/>
            </p:nvSpPr>
            <p:spPr>
              <a:xfrm>
                <a:off x="13087096" y="537432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56" name="Надпись"/>
              <p:cNvSpPr txBox="1"/>
              <p:nvPr/>
            </p:nvSpPr>
            <p:spPr>
              <a:xfrm>
                <a:off x="12265330" y="5468446"/>
                <a:ext cx="29517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48,36</a:t>
                </a:r>
              </a:p>
            </p:txBody>
          </p:sp>
          <p:sp>
            <p:nvSpPr>
              <p:cNvPr id="1857" name="Надпись"/>
              <p:cNvSpPr txBox="1"/>
              <p:nvPr/>
            </p:nvSpPr>
            <p:spPr>
              <a:xfrm>
                <a:off x="12379223" y="5580766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58" name="Надпись"/>
              <p:cNvSpPr txBox="1"/>
              <p:nvPr/>
            </p:nvSpPr>
            <p:spPr>
              <a:xfrm>
                <a:off x="12379223" y="5693086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59" name="Надпись"/>
              <p:cNvSpPr txBox="1"/>
              <p:nvPr/>
            </p:nvSpPr>
            <p:spPr>
              <a:xfrm>
                <a:off x="11824686" y="7217790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860" name="Надпись"/>
              <p:cNvSpPr txBox="1"/>
              <p:nvPr/>
            </p:nvSpPr>
            <p:spPr>
              <a:xfrm>
                <a:off x="11848389" y="733011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61" name="Надпись"/>
              <p:cNvSpPr txBox="1"/>
              <p:nvPr/>
            </p:nvSpPr>
            <p:spPr>
              <a:xfrm>
                <a:off x="11848389" y="744243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62" name="Надпись"/>
              <p:cNvSpPr txBox="1"/>
              <p:nvPr/>
            </p:nvSpPr>
            <p:spPr>
              <a:xfrm>
                <a:off x="13045471" y="735539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63" name="Надпись"/>
              <p:cNvSpPr txBox="1"/>
              <p:nvPr/>
            </p:nvSpPr>
            <p:spPr>
              <a:xfrm>
                <a:off x="13045471" y="746771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64" name="Надпись"/>
              <p:cNvSpPr txBox="1"/>
              <p:nvPr/>
            </p:nvSpPr>
            <p:spPr>
              <a:xfrm>
                <a:off x="13045471" y="758003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65" name="Надпись"/>
              <p:cNvSpPr txBox="1"/>
              <p:nvPr/>
            </p:nvSpPr>
            <p:spPr>
              <a:xfrm>
                <a:off x="12775799" y="5910410"/>
                <a:ext cx="22810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9,38</a:t>
                </a:r>
              </a:p>
            </p:txBody>
          </p:sp>
          <p:sp>
            <p:nvSpPr>
              <p:cNvPr id="1866" name="Надпись"/>
              <p:cNvSpPr txBox="1"/>
              <p:nvPr/>
            </p:nvSpPr>
            <p:spPr>
              <a:xfrm>
                <a:off x="12856156" y="602273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67" name="Надпись"/>
              <p:cNvSpPr txBox="1"/>
              <p:nvPr/>
            </p:nvSpPr>
            <p:spPr>
              <a:xfrm>
                <a:off x="12856156" y="613505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68" name="Надпись"/>
              <p:cNvSpPr txBox="1"/>
              <p:nvPr/>
            </p:nvSpPr>
            <p:spPr>
              <a:xfrm>
                <a:off x="12973687" y="4430359"/>
                <a:ext cx="266753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50,71</a:t>
                </a:r>
              </a:p>
            </p:txBody>
          </p:sp>
          <p:sp>
            <p:nvSpPr>
              <p:cNvPr id="1869" name="Надпись"/>
              <p:cNvSpPr txBox="1"/>
              <p:nvPr/>
            </p:nvSpPr>
            <p:spPr>
              <a:xfrm>
                <a:off x="13073367" y="4542679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70" name="Надпись"/>
              <p:cNvSpPr txBox="1"/>
              <p:nvPr/>
            </p:nvSpPr>
            <p:spPr>
              <a:xfrm>
                <a:off x="13073367" y="4654999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71" name="Надпись"/>
              <p:cNvSpPr txBox="1"/>
              <p:nvPr/>
            </p:nvSpPr>
            <p:spPr>
              <a:xfrm>
                <a:off x="13294205" y="3642110"/>
                <a:ext cx="14225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20</a:t>
                </a:r>
              </a:p>
            </p:txBody>
          </p:sp>
          <p:sp>
            <p:nvSpPr>
              <p:cNvPr id="1872" name="Надпись"/>
              <p:cNvSpPr txBox="1"/>
              <p:nvPr/>
            </p:nvSpPr>
            <p:spPr>
              <a:xfrm>
                <a:off x="13296834" y="3754430"/>
                <a:ext cx="136993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75</a:t>
                </a:r>
              </a:p>
            </p:txBody>
          </p:sp>
          <p:sp>
            <p:nvSpPr>
              <p:cNvPr id="1873" name="Надпись"/>
              <p:cNvSpPr txBox="1"/>
              <p:nvPr/>
            </p:nvSpPr>
            <p:spPr>
              <a:xfrm>
                <a:off x="13331634" y="386675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74" name="Надпись"/>
              <p:cNvSpPr txBox="1"/>
              <p:nvPr/>
            </p:nvSpPr>
            <p:spPr>
              <a:xfrm>
                <a:off x="11188624" y="3809720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875" name="Надпись"/>
              <p:cNvSpPr txBox="1"/>
              <p:nvPr/>
            </p:nvSpPr>
            <p:spPr>
              <a:xfrm>
                <a:off x="11212327" y="392204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76" name="Надпись"/>
              <p:cNvSpPr txBox="1"/>
              <p:nvPr/>
            </p:nvSpPr>
            <p:spPr>
              <a:xfrm>
                <a:off x="11212327" y="403436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77" name="Надпись"/>
              <p:cNvSpPr txBox="1"/>
              <p:nvPr/>
            </p:nvSpPr>
            <p:spPr>
              <a:xfrm>
                <a:off x="9032890" y="4627260"/>
                <a:ext cx="29157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49,75</a:t>
                </a:r>
              </a:p>
            </p:txBody>
          </p:sp>
          <p:sp>
            <p:nvSpPr>
              <p:cNvPr id="1878" name="Надпись"/>
              <p:cNvSpPr txBox="1"/>
              <p:nvPr/>
            </p:nvSpPr>
            <p:spPr>
              <a:xfrm>
                <a:off x="9144982" y="473958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79" name="Надпись"/>
              <p:cNvSpPr txBox="1"/>
              <p:nvPr/>
            </p:nvSpPr>
            <p:spPr>
              <a:xfrm>
                <a:off x="9144982" y="485190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80" name="Надпись"/>
              <p:cNvSpPr txBox="1"/>
              <p:nvPr/>
            </p:nvSpPr>
            <p:spPr>
              <a:xfrm>
                <a:off x="8736291" y="7532242"/>
                <a:ext cx="12297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10</a:t>
                </a:r>
              </a:p>
            </p:txBody>
          </p:sp>
          <p:sp>
            <p:nvSpPr>
              <p:cNvPr id="1881" name="Надпись"/>
              <p:cNvSpPr txBox="1"/>
              <p:nvPr/>
            </p:nvSpPr>
            <p:spPr>
              <a:xfrm>
                <a:off x="8764083" y="764456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82" name="Надпись"/>
              <p:cNvSpPr txBox="1"/>
              <p:nvPr/>
            </p:nvSpPr>
            <p:spPr>
              <a:xfrm>
                <a:off x="8764083" y="775688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83" name="Надпись"/>
              <p:cNvSpPr txBox="1"/>
              <p:nvPr/>
            </p:nvSpPr>
            <p:spPr>
              <a:xfrm>
                <a:off x="9048115" y="3520467"/>
                <a:ext cx="207081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41,3</a:t>
                </a:r>
              </a:p>
            </p:txBody>
          </p:sp>
          <p:sp>
            <p:nvSpPr>
              <p:cNvPr id="1884" name="Надпись"/>
              <p:cNvSpPr txBox="1"/>
              <p:nvPr/>
            </p:nvSpPr>
            <p:spPr>
              <a:xfrm>
                <a:off x="9117959" y="363278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85" name="Надпись"/>
              <p:cNvSpPr txBox="1"/>
              <p:nvPr/>
            </p:nvSpPr>
            <p:spPr>
              <a:xfrm>
                <a:off x="9117959" y="374510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86" name="Надпись"/>
              <p:cNvSpPr txBox="1"/>
              <p:nvPr/>
            </p:nvSpPr>
            <p:spPr>
              <a:xfrm>
                <a:off x="9792445" y="3269508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87" name="Надпись"/>
              <p:cNvSpPr txBox="1"/>
              <p:nvPr/>
            </p:nvSpPr>
            <p:spPr>
              <a:xfrm>
                <a:off x="9792445" y="3381828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88" name="Надпись"/>
              <p:cNvSpPr txBox="1"/>
              <p:nvPr/>
            </p:nvSpPr>
            <p:spPr>
              <a:xfrm>
                <a:off x="9792445" y="3494148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89" name="Надпись"/>
              <p:cNvSpPr txBox="1"/>
              <p:nvPr/>
            </p:nvSpPr>
            <p:spPr>
              <a:xfrm>
                <a:off x="9813611" y="3923955"/>
                <a:ext cx="281743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55,28</a:t>
                </a:r>
              </a:p>
            </p:txBody>
          </p:sp>
          <p:sp>
            <p:nvSpPr>
              <p:cNvPr id="1890" name="Надпись"/>
              <p:cNvSpPr txBox="1"/>
              <p:nvPr/>
            </p:nvSpPr>
            <p:spPr>
              <a:xfrm>
                <a:off x="9920787" y="403627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91" name="Надпись"/>
              <p:cNvSpPr txBox="1"/>
              <p:nvPr/>
            </p:nvSpPr>
            <p:spPr>
              <a:xfrm>
                <a:off x="9920787" y="414859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92" name="Надпись"/>
              <p:cNvSpPr txBox="1"/>
              <p:nvPr/>
            </p:nvSpPr>
            <p:spPr>
              <a:xfrm>
                <a:off x="9513111" y="333252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93" name="Надпись"/>
              <p:cNvSpPr txBox="1"/>
              <p:nvPr/>
            </p:nvSpPr>
            <p:spPr>
              <a:xfrm>
                <a:off x="9513111" y="344484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94" name="Надпись"/>
              <p:cNvSpPr txBox="1"/>
              <p:nvPr/>
            </p:nvSpPr>
            <p:spPr>
              <a:xfrm>
                <a:off x="9513111" y="355716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95" name="Надпись"/>
              <p:cNvSpPr txBox="1"/>
              <p:nvPr/>
            </p:nvSpPr>
            <p:spPr>
              <a:xfrm>
                <a:off x="8488139" y="279266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96" name="Надпись"/>
              <p:cNvSpPr txBox="1"/>
              <p:nvPr/>
            </p:nvSpPr>
            <p:spPr>
              <a:xfrm>
                <a:off x="8488139" y="290498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97" name="Надпись"/>
              <p:cNvSpPr txBox="1"/>
              <p:nvPr/>
            </p:nvSpPr>
            <p:spPr>
              <a:xfrm>
                <a:off x="8488139" y="301730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98" name="Надпись"/>
              <p:cNvSpPr txBox="1"/>
              <p:nvPr/>
            </p:nvSpPr>
            <p:spPr>
              <a:xfrm>
                <a:off x="8398695" y="7046385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899" name="Надпись"/>
              <p:cNvSpPr txBox="1"/>
              <p:nvPr/>
            </p:nvSpPr>
            <p:spPr>
              <a:xfrm>
                <a:off x="8422399" y="715870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00" name="Надпись"/>
              <p:cNvSpPr txBox="1"/>
              <p:nvPr/>
            </p:nvSpPr>
            <p:spPr>
              <a:xfrm>
                <a:off x="8422399" y="727102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01" name="Надпись"/>
              <p:cNvSpPr txBox="1"/>
              <p:nvPr/>
            </p:nvSpPr>
            <p:spPr>
              <a:xfrm>
                <a:off x="10846628" y="367727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02" name="Надпись"/>
              <p:cNvSpPr txBox="1"/>
              <p:nvPr/>
            </p:nvSpPr>
            <p:spPr>
              <a:xfrm>
                <a:off x="10846628" y="378959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03" name="Надпись"/>
              <p:cNvSpPr txBox="1"/>
              <p:nvPr/>
            </p:nvSpPr>
            <p:spPr>
              <a:xfrm>
                <a:off x="10846628" y="390191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04" name="Надпись"/>
              <p:cNvSpPr txBox="1"/>
              <p:nvPr/>
            </p:nvSpPr>
            <p:spPr>
              <a:xfrm>
                <a:off x="8241146" y="3979564"/>
                <a:ext cx="29975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40,76</a:t>
                </a:r>
              </a:p>
            </p:txBody>
          </p:sp>
          <p:sp>
            <p:nvSpPr>
              <p:cNvPr id="1905" name="Надпись"/>
              <p:cNvSpPr txBox="1"/>
              <p:nvPr/>
            </p:nvSpPr>
            <p:spPr>
              <a:xfrm>
                <a:off x="8357326" y="409188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06" name="Надпись"/>
              <p:cNvSpPr txBox="1"/>
              <p:nvPr/>
            </p:nvSpPr>
            <p:spPr>
              <a:xfrm>
                <a:off x="8357326" y="420420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07" name="Надпись"/>
              <p:cNvSpPr txBox="1"/>
              <p:nvPr/>
            </p:nvSpPr>
            <p:spPr>
              <a:xfrm>
                <a:off x="8089288" y="6721214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908" name="Надпись"/>
              <p:cNvSpPr txBox="1"/>
              <p:nvPr/>
            </p:nvSpPr>
            <p:spPr>
              <a:xfrm>
                <a:off x="8112992" y="683353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09" name="Надпись"/>
              <p:cNvSpPr txBox="1"/>
              <p:nvPr/>
            </p:nvSpPr>
            <p:spPr>
              <a:xfrm>
                <a:off x="8112992" y="694585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10" name="Надпись"/>
              <p:cNvSpPr txBox="1"/>
              <p:nvPr/>
            </p:nvSpPr>
            <p:spPr>
              <a:xfrm>
                <a:off x="8728931" y="6402018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911" name="Надпись"/>
              <p:cNvSpPr txBox="1"/>
              <p:nvPr/>
            </p:nvSpPr>
            <p:spPr>
              <a:xfrm>
                <a:off x="8752634" y="6514338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12" name="Надпись"/>
              <p:cNvSpPr txBox="1"/>
              <p:nvPr/>
            </p:nvSpPr>
            <p:spPr>
              <a:xfrm>
                <a:off x="8752634" y="6626658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13" name="Надпись"/>
              <p:cNvSpPr txBox="1"/>
              <p:nvPr/>
            </p:nvSpPr>
            <p:spPr>
              <a:xfrm>
                <a:off x="11458798" y="6521497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914" name="Надпись"/>
              <p:cNvSpPr txBox="1"/>
              <p:nvPr/>
            </p:nvSpPr>
            <p:spPr>
              <a:xfrm>
                <a:off x="11482502" y="663381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15" name="Надпись"/>
              <p:cNvSpPr txBox="1"/>
              <p:nvPr/>
            </p:nvSpPr>
            <p:spPr>
              <a:xfrm>
                <a:off x="11482502" y="674613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16" name="Надпись"/>
              <p:cNvSpPr txBox="1"/>
              <p:nvPr/>
            </p:nvSpPr>
            <p:spPr>
              <a:xfrm>
                <a:off x="8021117" y="2324995"/>
                <a:ext cx="23754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46,8</a:t>
                </a:r>
              </a:p>
            </p:txBody>
          </p:sp>
          <p:sp>
            <p:nvSpPr>
              <p:cNvPr id="1917" name="Надпись"/>
              <p:cNvSpPr txBox="1"/>
              <p:nvPr/>
            </p:nvSpPr>
            <p:spPr>
              <a:xfrm>
                <a:off x="8106196" y="243731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18" name="Надпись"/>
              <p:cNvSpPr txBox="1"/>
              <p:nvPr/>
            </p:nvSpPr>
            <p:spPr>
              <a:xfrm>
                <a:off x="8106196" y="254963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19" name="Надпись"/>
              <p:cNvSpPr txBox="1"/>
              <p:nvPr/>
            </p:nvSpPr>
            <p:spPr>
              <a:xfrm>
                <a:off x="8736705" y="3137397"/>
                <a:ext cx="21370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14,8</a:t>
                </a:r>
              </a:p>
            </p:txBody>
          </p:sp>
          <p:sp>
            <p:nvSpPr>
              <p:cNvPr id="1920" name="Надпись"/>
              <p:cNvSpPr txBox="1"/>
              <p:nvPr/>
            </p:nvSpPr>
            <p:spPr>
              <a:xfrm>
                <a:off x="8809859" y="324971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21" name="Надпись"/>
              <p:cNvSpPr txBox="1"/>
              <p:nvPr/>
            </p:nvSpPr>
            <p:spPr>
              <a:xfrm>
                <a:off x="8809859" y="336203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22" name="Надпись"/>
              <p:cNvSpPr txBox="1"/>
              <p:nvPr/>
            </p:nvSpPr>
            <p:spPr>
              <a:xfrm>
                <a:off x="10768791" y="321479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23" name="Надпись"/>
              <p:cNvSpPr txBox="1"/>
              <p:nvPr/>
            </p:nvSpPr>
            <p:spPr>
              <a:xfrm>
                <a:off x="10768791" y="332711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24" name="Надпись"/>
              <p:cNvSpPr txBox="1"/>
              <p:nvPr/>
            </p:nvSpPr>
            <p:spPr>
              <a:xfrm>
                <a:off x="10768791" y="343943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25" name="Надпись"/>
              <p:cNvSpPr txBox="1"/>
              <p:nvPr/>
            </p:nvSpPr>
            <p:spPr>
              <a:xfrm>
                <a:off x="10179397" y="7290278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26" name="Надпись"/>
              <p:cNvSpPr txBox="1"/>
              <p:nvPr/>
            </p:nvSpPr>
            <p:spPr>
              <a:xfrm>
                <a:off x="10179397" y="7402598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27" name="Надпись"/>
              <p:cNvSpPr txBox="1"/>
              <p:nvPr/>
            </p:nvSpPr>
            <p:spPr>
              <a:xfrm>
                <a:off x="10179397" y="7514918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28" name="Надпись"/>
              <p:cNvSpPr txBox="1"/>
              <p:nvPr/>
            </p:nvSpPr>
            <p:spPr>
              <a:xfrm>
                <a:off x="13344251" y="6202786"/>
                <a:ext cx="25974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59,12</a:t>
                </a:r>
              </a:p>
            </p:txBody>
          </p:sp>
          <p:sp>
            <p:nvSpPr>
              <p:cNvPr id="1929" name="Надпись"/>
              <p:cNvSpPr txBox="1"/>
              <p:nvPr/>
            </p:nvSpPr>
            <p:spPr>
              <a:xfrm>
                <a:off x="13440427" y="6315106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30" name="Надпись"/>
              <p:cNvSpPr txBox="1"/>
              <p:nvPr/>
            </p:nvSpPr>
            <p:spPr>
              <a:xfrm>
                <a:off x="13440427" y="6427426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31" name="Надпись"/>
              <p:cNvSpPr txBox="1"/>
              <p:nvPr/>
            </p:nvSpPr>
            <p:spPr>
              <a:xfrm>
                <a:off x="8452337" y="5177917"/>
                <a:ext cx="22791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9,82</a:t>
                </a:r>
              </a:p>
            </p:txBody>
          </p:sp>
          <p:sp>
            <p:nvSpPr>
              <p:cNvPr id="1932" name="Надпись"/>
              <p:cNvSpPr txBox="1"/>
              <p:nvPr/>
            </p:nvSpPr>
            <p:spPr>
              <a:xfrm>
                <a:off x="8532597" y="529023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33" name="Надпись"/>
              <p:cNvSpPr txBox="1"/>
              <p:nvPr/>
            </p:nvSpPr>
            <p:spPr>
              <a:xfrm>
                <a:off x="8532597" y="540255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34" name="Надпись"/>
              <p:cNvSpPr txBox="1"/>
              <p:nvPr/>
            </p:nvSpPr>
            <p:spPr>
              <a:xfrm>
                <a:off x="11288142" y="2595271"/>
                <a:ext cx="27785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52,75</a:t>
                </a:r>
              </a:p>
            </p:txBody>
          </p:sp>
          <p:sp>
            <p:nvSpPr>
              <p:cNvPr id="1935" name="Надпись"/>
              <p:cNvSpPr txBox="1"/>
              <p:nvPr/>
            </p:nvSpPr>
            <p:spPr>
              <a:xfrm>
                <a:off x="11393371" y="270759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36" name="Надпись"/>
              <p:cNvSpPr txBox="1"/>
              <p:nvPr/>
            </p:nvSpPr>
            <p:spPr>
              <a:xfrm>
                <a:off x="11393371" y="281991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37" name="Надпись"/>
              <p:cNvSpPr txBox="1"/>
              <p:nvPr/>
            </p:nvSpPr>
            <p:spPr>
              <a:xfrm>
                <a:off x="13372511" y="4144190"/>
                <a:ext cx="23093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43,9</a:t>
                </a:r>
              </a:p>
            </p:txBody>
          </p:sp>
          <p:sp>
            <p:nvSpPr>
              <p:cNvPr id="1938" name="Надпись"/>
              <p:cNvSpPr txBox="1"/>
              <p:nvPr/>
            </p:nvSpPr>
            <p:spPr>
              <a:xfrm>
                <a:off x="13454280" y="425651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39" name="Надпись"/>
              <p:cNvSpPr txBox="1"/>
              <p:nvPr/>
            </p:nvSpPr>
            <p:spPr>
              <a:xfrm>
                <a:off x="13454280" y="436883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40" name="Надпись"/>
              <p:cNvSpPr txBox="1"/>
              <p:nvPr/>
            </p:nvSpPr>
            <p:spPr>
              <a:xfrm>
                <a:off x="9621931" y="232499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41" name="Надпись"/>
              <p:cNvSpPr txBox="1"/>
              <p:nvPr/>
            </p:nvSpPr>
            <p:spPr>
              <a:xfrm>
                <a:off x="9621931" y="243731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42" name="Надпись"/>
              <p:cNvSpPr txBox="1"/>
              <p:nvPr/>
            </p:nvSpPr>
            <p:spPr>
              <a:xfrm>
                <a:off x="9621931" y="254963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43" name="Надпись"/>
              <p:cNvSpPr txBox="1"/>
              <p:nvPr/>
            </p:nvSpPr>
            <p:spPr>
              <a:xfrm>
                <a:off x="8968727" y="2651786"/>
                <a:ext cx="23589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48,7</a:t>
                </a:r>
              </a:p>
            </p:txBody>
          </p:sp>
          <p:sp>
            <p:nvSpPr>
              <p:cNvPr id="1944" name="Надпись"/>
              <p:cNvSpPr txBox="1"/>
              <p:nvPr/>
            </p:nvSpPr>
            <p:spPr>
              <a:xfrm>
                <a:off x="9052979" y="2764106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45" name="Надпись"/>
              <p:cNvSpPr txBox="1"/>
              <p:nvPr/>
            </p:nvSpPr>
            <p:spPr>
              <a:xfrm>
                <a:off x="9052979" y="2876426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46" name="Надпись"/>
              <p:cNvSpPr txBox="1"/>
              <p:nvPr/>
            </p:nvSpPr>
            <p:spPr>
              <a:xfrm>
                <a:off x="10218887" y="2694510"/>
                <a:ext cx="27785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25,57</a:t>
                </a:r>
              </a:p>
            </p:txBody>
          </p:sp>
          <p:sp>
            <p:nvSpPr>
              <p:cNvPr id="1947" name="Надпись"/>
              <p:cNvSpPr txBox="1"/>
              <p:nvPr/>
            </p:nvSpPr>
            <p:spPr>
              <a:xfrm>
                <a:off x="10324116" y="280683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48" name="Надпись"/>
              <p:cNvSpPr txBox="1"/>
              <p:nvPr/>
            </p:nvSpPr>
            <p:spPr>
              <a:xfrm>
                <a:off x="10324116" y="291915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49" name="Надпись"/>
              <p:cNvSpPr txBox="1"/>
              <p:nvPr/>
            </p:nvSpPr>
            <p:spPr>
              <a:xfrm>
                <a:off x="9051814" y="686894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50" name="Надпись"/>
              <p:cNvSpPr txBox="1"/>
              <p:nvPr/>
            </p:nvSpPr>
            <p:spPr>
              <a:xfrm>
                <a:off x="9051814" y="698126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51" name="Надпись"/>
              <p:cNvSpPr txBox="1"/>
              <p:nvPr/>
            </p:nvSpPr>
            <p:spPr>
              <a:xfrm>
                <a:off x="9051814" y="709358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52" name="Надпись"/>
              <p:cNvSpPr txBox="1"/>
              <p:nvPr/>
            </p:nvSpPr>
            <p:spPr>
              <a:xfrm>
                <a:off x="8437715" y="456499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53" name="Надпись"/>
              <p:cNvSpPr txBox="1"/>
              <p:nvPr/>
            </p:nvSpPr>
            <p:spPr>
              <a:xfrm>
                <a:off x="8437715" y="467731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54" name="Надпись"/>
              <p:cNvSpPr txBox="1"/>
              <p:nvPr/>
            </p:nvSpPr>
            <p:spPr>
              <a:xfrm>
                <a:off x="8437715" y="478963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55" name="Надпись"/>
              <p:cNvSpPr txBox="1"/>
              <p:nvPr/>
            </p:nvSpPr>
            <p:spPr>
              <a:xfrm>
                <a:off x="13152199" y="6391977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56" name="Надпись"/>
              <p:cNvSpPr txBox="1"/>
              <p:nvPr/>
            </p:nvSpPr>
            <p:spPr>
              <a:xfrm>
                <a:off x="13152199" y="6504297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57" name="Надпись"/>
              <p:cNvSpPr txBox="1"/>
              <p:nvPr/>
            </p:nvSpPr>
            <p:spPr>
              <a:xfrm>
                <a:off x="13152199" y="6616617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58" name="Надпись"/>
              <p:cNvSpPr txBox="1"/>
              <p:nvPr/>
            </p:nvSpPr>
            <p:spPr>
              <a:xfrm>
                <a:off x="13160838" y="568878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59" name="Надпись"/>
              <p:cNvSpPr txBox="1"/>
              <p:nvPr/>
            </p:nvSpPr>
            <p:spPr>
              <a:xfrm>
                <a:off x="13160838" y="580110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60" name="Надпись"/>
              <p:cNvSpPr txBox="1"/>
              <p:nvPr/>
            </p:nvSpPr>
            <p:spPr>
              <a:xfrm>
                <a:off x="13160838" y="591342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61" name="Надпись"/>
              <p:cNvSpPr txBox="1"/>
              <p:nvPr/>
            </p:nvSpPr>
            <p:spPr>
              <a:xfrm>
                <a:off x="9681281" y="3516866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62" name="Надпись"/>
              <p:cNvSpPr txBox="1"/>
              <p:nvPr/>
            </p:nvSpPr>
            <p:spPr>
              <a:xfrm>
                <a:off x="9681281" y="3629186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63" name="Надпись"/>
              <p:cNvSpPr txBox="1"/>
              <p:nvPr/>
            </p:nvSpPr>
            <p:spPr>
              <a:xfrm>
                <a:off x="9681281" y="3741506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64" name="Надпись"/>
              <p:cNvSpPr txBox="1"/>
              <p:nvPr/>
            </p:nvSpPr>
            <p:spPr>
              <a:xfrm>
                <a:off x="10186934" y="6863972"/>
                <a:ext cx="224018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7,62</a:t>
                </a:r>
              </a:p>
            </p:txBody>
          </p:sp>
          <p:sp>
            <p:nvSpPr>
              <p:cNvPr id="1965" name="Надпись"/>
              <p:cNvSpPr txBox="1"/>
              <p:nvPr/>
            </p:nvSpPr>
            <p:spPr>
              <a:xfrm>
                <a:off x="10265247" y="697629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66" name="Надпись"/>
              <p:cNvSpPr txBox="1"/>
              <p:nvPr/>
            </p:nvSpPr>
            <p:spPr>
              <a:xfrm>
                <a:off x="10265247" y="708861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67" name="Надпись"/>
              <p:cNvSpPr txBox="1"/>
              <p:nvPr/>
            </p:nvSpPr>
            <p:spPr>
              <a:xfrm>
                <a:off x="10955840" y="5549744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968" name="Надпись"/>
              <p:cNvSpPr txBox="1"/>
              <p:nvPr/>
            </p:nvSpPr>
            <p:spPr>
              <a:xfrm>
                <a:off x="10979544" y="566206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69" name="Надпись"/>
              <p:cNvSpPr txBox="1"/>
              <p:nvPr/>
            </p:nvSpPr>
            <p:spPr>
              <a:xfrm>
                <a:off x="10979544" y="577438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70" name="Надпись"/>
              <p:cNvSpPr txBox="1"/>
              <p:nvPr/>
            </p:nvSpPr>
            <p:spPr>
              <a:xfrm>
                <a:off x="9264353" y="258272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71" name="Надпись"/>
              <p:cNvSpPr txBox="1"/>
              <p:nvPr/>
            </p:nvSpPr>
            <p:spPr>
              <a:xfrm>
                <a:off x="9264353" y="269504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72" name="Надпись"/>
              <p:cNvSpPr txBox="1"/>
              <p:nvPr/>
            </p:nvSpPr>
            <p:spPr>
              <a:xfrm>
                <a:off x="9264353" y="280736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73" name="Надпись"/>
              <p:cNvSpPr txBox="1"/>
              <p:nvPr/>
            </p:nvSpPr>
            <p:spPr>
              <a:xfrm>
                <a:off x="10960474" y="257691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74" name="Надпись"/>
              <p:cNvSpPr txBox="1"/>
              <p:nvPr/>
            </p:nvSpPr>
            <p:spPr>
              <a:xfrm>
                <a:off x="10960474" y="268923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75" name="Надпись"/>
              <p:cNvSpPr txBox="1"/>
              <p:nvPr/>
            </p:nvSpPr>
            <p:spPr>
              <a:xfrm>
                <a:off x="10960474" y="280155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76" name="Надпись"/>
              <p:cNvSpPr txBox="1"/>
              <p:nvPr/>
            </p:nvSpPr>
            <p:spPr>
              <a:xfrm>
                <a:off x="10085018" y="232499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77" name="Надпись"/>
              <p:cNvSpPr txBox="1"/>
              <p:nvPr/>
            </p:nvSpPr>
            <p:spPr>
              <a:xfrm>
                <a:off x="10085018" y="243731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78" name="Надпись"/>
              <p:cNvSpPr txBox="1"/>
              <p:nvPr/>
            </p:nvSpPr>
            <p:spPr>
              <a:xfrm>
                <a:off x="10085018" y="254963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79" name="Надпись"/>
              <p:cNvSpPr txBox="1"/>
              <p:nvPr/>
            </p:nvSpPr>
            <p:spPr>
              <a:xfrm>
                <a:off x="13290249" y="628944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80" name="Надпись"/>
              <p:cNvSpPr txBox="1"/>
              <p:nvPr/>
            </p:nvSpPr>
            <p:spPr>
              <a:xfrm>
                <a:off x="13290249" y="640176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81" name="Надпись"/>
              <p:cNvSpPr txBox="1"/>
              <p:nvPr/>
            </p:nvSpPr>
            <p:spPr>
              <a:xfrm>
                <a:off x="13290249" y="651408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82" name="Надпись"/>
              <p:cNvSpPr txBox="1"/>
              <p:nvPr/>
            </p:nvSpPr>
            <p:spPr>
              <a:xfrm>
                <a:off x="9370369" y="4353320"/>
                <a:ext cx="22810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6,38</a:t>
                </a:r>
              </a:p>
            </p:txBody>
          </p:sp>
          <p:sp>
            <p:nvSpPr>
              <p:cNvPr id="1983" name="Надпись"/>
              <p:cNvSpPr txBox="1"/>
              <p:nvPr/>
            </p:nvSpPr>
            <p:spPr>
              <a:xfrm>
                <a:off x="9450726" y="446564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84" name="Надпись"/>
              <p:cNvSpPr txBox="1"/>
              <p:nvPr/>
            </p:nvSpPr>
            <p:spPr>
              <a:xfrm>
                <a:off x="9450726" y="457796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85" name="Надпись"/>
              <p:cNvSpPr txBox="1"/>
              <p:nvPr/>
            </p:nvSpPr>
            <p:spPr>
              <a:xfrm>
                <a:off x="13466968" y="454428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86" name="Надпись"/>
              <p:cNvSpPr txBox="1"/>
              <p:nvPr/>
            </p:nvSpPr>
            <p:spPr>
              <a:xfrm>
                <a:off x="13466968" y="465660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87" name="Надпись"/>
              <p:cNvSpPr txBox="1"/>
              <p:nvPr/>
            </p:nvSpPr>
            <p:spPr>
              <a:xfrm>
                <a:off x="13466968" y="476892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88" name="Надпись"/>
              <p:cNvSpPr txBox="1"/>
              <p:nvPr/>
            </p:nvSpPr>
            <p:spPr>
              <a:xfrm>
                <a:off x="10924250" y="3071091"/>
                <a:ext cx="22791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6,28</a:t>
                </a:r>
              </a:p>
            </p:txBody>
          </p:sp>
          <p:sp>
            <p:nvSpPr>
              <p:cNvPr id="1989" name="Надпись"/>
              <p:cNvSpPr txBox="1"/>
              <p:nvPr/>
            </p:nvSpPr>
            <p:spPr>
              <a:xfrm>
                <a:off x="11004510" y="318341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90" name="Надпись"/>
              <p:cNvSpPr txBox="1"/>
              <p:nvPr/>
            </p:nvSpPr>
            <p:spPr>
              <a:xfrm>
                <a:off x="11004510" y="329573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91" name="Надпись"/>
              <p:cNvSpPr txBox="1"/>
              <p:nvPr/>
            </p:nvSpPr>
            <p:spPr>
              <a:xfrm>
                <a:off x="12803028" y="5087730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92" name="Надпись"/>
              <p:cNvSpPr txBox="1"/>
              <p:nvPr/>
            </p:nvSpPr>
            <p:spPr>
              <a:xfrm>
                <a:off x="12803028" y="5200050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93" name="Надпись"/>
              <p:cNvSpPr txBox="1"/>
              <p:nvPr/>
            </p:nvSpPr>
            <p:spPr>
              <a:xfrm>
                <a:off x="12803028" y="5312370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94" name="Надпись"/>
              <p:cNvSpPr txBox="1"/>
              <p:nvPr/>
            </p:nvSpPr>
            <p:spPr>
              <a:xfrm>
                <a:off x="13440307" y="2594822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995" name="Надпись"/>
              <p:cNvSpPr txBox="1"/>
              <p:nvPr/>
            </p:nvSpPr>
            <p:spPr>
              <a:xfrm>
                <a:off x="13464010" y="270714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96" name="Надпись"/>
              <p:cNvSpPr txBox="1"/>
              <p:nvPr/>
            </p:nvSpPr>
            <p:spPr>
              <a:xfrm>
                <a:off x="13464010" y="281946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97" name="Надпись"/>
              <p:cNvSpPr txBox="1"/>
              <p:nvPr/>
            </p:nvSpPr>
            <p:spPr>
              <a:xfrm>
                <a:off x="8253297" y="2731129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98" name="Надпись"/>
              <p:cNvSpPr txBox="1"/>
              <p:nvPr/>
            </p:nvSpPr>
            <p:spPr>
              <a:xfrm>
                <a:off x="8253297" y="2843449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99" name="Надпись"/>
              <p:cNvSpPr txBox="1"/>
              <p:nvPr/>
            </p:nvSpPr>
            <p:spPr>
              <a:xfrm>
                <a:off x="8253297" y="2955769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00" name="Надпись"/>
              <p:cNvSpPr txBox="1"/>
              <p:nvPr/>
            </p:nvSpPr>
            <p:spPr>
              <a:xfrm>
                <a:off x="8475361" y="5646729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01" name="Надпись"/>
              <p:cNvSpPr txBox="1"/>
              <p:nvPr/>
            </p:nvSpPr>
            <p:spPr>
              <a:xfrm>
                <a:off x="8475361" y="5759049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02" name="Надпись"/>
              <p:cNvSpPr txBox="1"/>
              <p:nvPr/>
            </p:nvSpPr>
            <p:spPr>
              <a:xfrm>
                <a:off x="8475361" y="5871369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03" name="Надпись"/>
              <p:cNvSpPr txBox="1"/>
              <p:nvPr/>
            </p:nvSpPr>
            <p:spPr>
              <a:xfrm>
                <a:off x="8263505" y="5159423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04" name="Надпись"/>
              <p:cNvSpPr txBox="1"/>
              <p:nvPr/>
            </p:nvSpPr>
            <p:spPr>
              <a:xfrm>
                <a:off x="8263505" y="5271743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05" name="Надпись"/>
              <p:cNvSpPr txBox="1"/>
              <p:nvPr/>
            </p:nvSpPr>
            <p:spPr>
              <a:xfrm>
                <a:off x="8263505" y="5384063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06" name="Надпись"/>
              <p:cNvSpPr txBox="1"/>
              <p:nvPr/>
            </p:nvSpPr>
            <p:spPr>
              <a:xfrm>
                <a:off x="11970346" y="3308649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2007" name="Надпись"/>
              <p:cNvSpPr txBox="1"/>
              <p:nvPr/>
            </p:nvSpPr>
            <p:spPr>
              <a:xfrm>
                <a:off x="11994049" y="3420969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08" name="Надпись"/>
              <p:cNvSpPr txBox="1"/>
              <p:nvPr/>
            </p:nvSpPr>
            <p:spPr>
              <a:xfrm>
                <a:off x="11994049" y="3533289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09" name="Надпись"/>
              <p:cNvSpPr txBox="1"/>
              <p:nvPr/>
            </p:nvSpPr>
            <p:spPr>
              <a:xfrm>
                <a:off x="8234044" y="5877541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2010" name="Надпись"/>
              <p:cNvSpPr txBox="1"/>
              <p:nvPr/>
            </p:nvSpPr>
            <p:spPr>
              <a:xfrm>
                <a:off x="8257747" y="598986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11" name="Надпись"/>
              <p:cNvSpPr txBox="1"/>
              <p:nvPr/>
            </p:nvSpPr>
            <p:spPr>
              <a:xfrm>
                <a:off x="8257747" y="610218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12" name="Надпись"/>
              <p:cNvSpPr txBox="1"/>
              <p:nvPr/>
            </p:nvSpPr>
            <p:spPr>
              <a:xfrm>
                <a:off x="7999369" y="5264150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13" name="Надпись"/>
              <p:cNvSpPr txBox="1"/>
              <p:nvPr/>
            </p:nvSpPr>
            <p:spPr>
              <a:xfrm>
                <a:off x="7999369" y="5376470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14" name="Надпись"/>
              <p:cNvSpPr txBox="1"/>
              <p:nvPr/>
            </p:nvSpPr>
            <p:spPr>
              <a:xfrm>
                <a:off x="7999369" y="5488790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15" name="Надпись"/>
              <p:cNvSpPr txBox="1"/>
              <p:nvPr/>
            </p:nvSpPr>
            <p:spPr>
              <a:xfrm>
                <a:off x="8714038" y="5067389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16" name="Надпись"/>
              <p:cNvSpPr txBox="1"/>
              <p:nvPr/>
            </p:nvSpPr>
            <p:spPr>
              <a:xfrm>
                <a:off x="8714038" y="5179709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17" name="Надпись"/>
              <p:cNvSpPr txBox="1"/>
              <p:nvPr/>
            </p:nvSpPr>
            <p:spPr>
              <a:xfrm>
                <a:off x="8714038" y="5292029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18" name="Надпись"/>
              <p:cNvSpPr txBox="1"/>
              <p:nvPr/>
            </p:nvSpPr>
            <p:spPr>
              <a:xfrm>
                <a:off x="7999704" y="376741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19" name="Надпись"/>
              <p:cNvSpPr txBox="1"/>
              <p:nvPr/>
            </p:nvSpPr>
            <p:spPr>
              <a:xfrm>
                <a:off x="7999704" y="387973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20" name="Надпись"/>
              <p:cNvSpPr txBox="1"/>
              <p:nvPr/>
            </p:nvSpPr>
            <p:spPr>
              <a:xfrm>
                <a:off x="7999704" y="399205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21" name="Надпись"/>
              <p:cNvSpPr txBox="1"/>
              <p:nvPr/>
            </p:nvSpPr>
            <p:spPr>
              <a:xfrm>
                <a:off x="9590316" y="419967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22" name="Надпись"/>
              <p:cNvSpPr txBox="1"/>
              <p:nvPr/>
            </p:nvSpPr>
            <p:spPr>
              <a:xfrm>
                <a:off x="9590316" y="431199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23" name="Надпись"/>
              <p:cNvSpPr txBox="1"/>
              <p:nvPr/>
            </p:nvSpPr>
            <p:spPr>
              <a:xfrm>
                <a:off x="9590316" y="442431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24" name="Надпись"/>
              <p:cNvSpPr txBox="1"/>
              <p:nvPr/>
            </p:nvSpPr>
            <p:spPr>
              <a:xfrm>
                <a:off x="8044401" y="3346951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25" name="Надпись"/>
              <p:cNvSpPr txBox="1"/>
              <p:nvPr/>
            </p:nvSpPr>
            <p:spPr>
              <a:xfrm>
                <a:off x="8044401" y="3459271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26" name="Надпись"/>
              <p:cNvSpPr txBox="1"/>
              <p:nvPr/>
            </p:nvSpPr>
            <p:spPr>
              <a:xfrm>
                <a:off x="8044401" y="3571591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27" name="Надпись"/>
              <p:cNvSpPr txBox="1"/>
              <p:nvPr/>
            </p:nvSpPr>
            <p:spPr>
              <a:xfrm>
                <a:off x="8503738" y="3625924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28" name="Надпись"/>
              <p:cNvSpPr txBox="1"/>
              <p:nvPr/>
            </p:nvSpPr>
            <p:spPr>
              <a:xfrm>
                <a:off x="8503738" y="3738244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29" name="Надпись"/>
              <p:cNvSpPr txBox="1"/>
              <p:nvPr/>
            </p:nvSpPr>
            <p:spPr>
              <a:xfrm>
                <a:off x="8503738" y="3850564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30" name="Надпись"/>
              <p:cNvSpPr txBox="1"/>
              <p:nvPr/>
            </p:nvSpPr>
            <p:spPr>
              <a:xfrm>
                <a:off x="8585692" y="4340242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31" name="Надпись"/>
              <p:cNvSpPr txBox="1"/>
              <p:nvPr/>
            </p:nvSpPr>
            <p:spPr>
              <a:xfrm>
                <a:off x="8585692" y="4452562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32" name="Надпись"/>
              <p:cNvSpPr txBox="1"/>
              <p:nvPr/>
            </p:nvSpPr>
            <p:spPr>
              <a:xfrm>
                <a:off x="8585692" y="4564882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33" name="Надпись"/>
              <p:cNvSpPr txBox="1"/>
              <p:nvPr/>
            </p:nvSpPr>
            <p:spPr>
              <a:xfrm>
                <a:off x="13511058" y="573688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34" name="Надпись"/>
              <p:cNvSpPr txBox="1"/>
              <p:nvPr/>
            </p:nvSpPr>
            <p:spPr>
              <a:xfrm>
                <a:off x="13511058" y="584920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35" name="Надпись"/>
              <p:cNvSpPr txBox="1"/>
              <p:nvPr/>
            </p:nvSpPr>
            <p:spPr>
              <a:xfrm>
                <a:off x="13511058" y="596152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36" name="Надпись"/>
              <p:cNvSpPr txBox="1"/>
              <p:nvPr/>
            </p:nvSpPr>
            <p:spPr>
              <a:xfrm>
                <a:off x="11172417" y="2806959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37" name="Надпись"/>
              <p:cNvSpPr txBox="1"/>
              <p:nvPr/>
            </p:nvSpPr>
            <p:spPr>
              <a:xfrm>
                <a:off x="11172417" y="2919279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38" name="Надпись"/>
              <p:cNvSpPr txBox="1"/>
              <p:nvPr/>
            </p:nvSpPr>
            <p:spPr>
              <a:xfrm>
                <a:off x="11172417" y="3031599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</p:grpSp>
      </p:grpSp>
      <p:grpSp>
        <p:nvGrpSpPr>
          <p:cNvPr id="2043" name="Оформление"/>
          <p:cNvGrpSpPr/>
          <p:nvPr/>
        </p:nvGrpSpPr>
        <p:grpSpPr>
          <a:xfrm>
            <a:off x="7985112" y="1842656"/>
            <a:ext cx="5629777" cy="313223"/>
            <a:chOff x="7985112" y="1842656"/>
            <a:chExt cx="5629777" cy="313223"/>
          </a:xfrm>
        </p:grpSpPr>
        <p:sp>
          <p:nvSpPr>
            <p:cNvPr id="2041" name="Надпись"/>
            <p:cNvSpPr txBox="1"/>
            <p:nvPr/>
          </p:nvSpPr>
          <p:spPr>
            <a:xfrm>
              <a:off x="8304963" y="1842656"/>
              <a:ext cx="499007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141414"/>
                  </a:solidFill>
                  <a:latin typeface="Montserrat"/>
                  <a:cs typeface="Montserrat"/>
                </a:rPr>
                <a:t>Границы подзон территориальных зон и параметров разрешенного</a:t>
              </a:r>
            </a:p>
          </p:txBody>
        </p:sp>
        <p:sp>
          <p:nvSpPr>
            <p:cNvPr id="2042" name="Надпись"/>
            <p:cNvSpPr txBox="1"/>
            <p:nvPr/>
          </p:nvSpPr>
          <p:spPr>
            <a:xfrm>
              <a:off x="7985112" y="2001056"/>
              <a:ext cx="5629777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141414"/>
                  </a:solidFill>
                  <a:latin typeface="Montserrat"/>
                  <a:cs typeface="Montserrat"/>
                </a:rPr>
                <a:t>использования земельных участков и объектов капитального строительства</a:t>
              </a:r>
            </a:p>
          </p:txBody>
        </p:sp>
      </p:grpSp>
      <p:grpSp>
        <p:nvGrpSpPr>
          <p:cNvPr id="2058" name="Легенда"/>
          <p:cNvGrpSpPr/>
          <p:nvPr/>
        </p:nvGrpSpPr>
        <p:grpSpPr>
          <a:xfrm>
            <a:off x="7907299" y="8169276"/>
            <a:ext cx="5616700" cy="1717223"/>
            <a:chOff x="7907299" y="8169276"/>
            <a:chExt cx="5616700" cy="1717223"/>
          </a:xfrm>
        </p:grpSpPr>
        <p:sp>
          <p:nvSpPr>
            <p:cNvPr id="2044" name="Надпись"/>
            <p:cNvSpPr txBox="1"/>
            <p:nvPr/>
          </p:nvSpPr>
          <p:spPr>
            <a:xfrm>
              <a:off x="7907299" y="8169276"/>
              <a:ext cx="561670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Предельные параметры разрешенного строительства, реконструкции объектов</a:t>
              </a:r>
            </a:p>
          </p:txBody>
        </p:sp>
        <p:sp>
          <p:nvSpPr>
            <p:cNvPr id="2045" name="Надпись"/>
            <p:cNvSpPr txBox="1"/>
            <p:nvPr/>
          </p:nvSpPr>
          <p:spPr>
            <a:xfrm>
              <a:off x="7907299" y="8327676"/>
              <a:ext cx="200936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капитального строительства</a:t>
              </a:r>
            </a:p>
          </p:txBody>
        </p:sp>
        <p:sp>
          <p:nvSpPr>
            <p:cNvPr id="2046" name="Надпись"/>
            <p:cNvSpPr txBox="1"/>
            <p:nvPr/>
          </p:nvSpPr>
          <p:spPr>
            <a:xfrm>
              <a:off x="8076114" y="8568876"/>
              <a:ext cx="15577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141414"/>
                  </a:solidFill>
                  <a:latin typeface="Montserrat"/>
                  <a:cs typeface="Montserrat"/>
                </a:rPr>
                <a:t>15</a:t>
              </a:r>
            </a:p>
          </p:txBody>
        </p:sp>
        <p:sp>
          <p:nvSpPr>
            <p:cNvPr id="2047" name="Надпись"/>
            <p:cNvSpPr txBox="1"/>
            <p:nvPr/>
          </p:nvSpPr>
          <p:spPr>
            <a:xfrm>
              <a:off x="8465299" y="8561676"/>
              <a:ext cx="472933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максимальная плотность застройки земельных участков (тыс. м²/га)</a:t>
              </a:r>
            </a:p>
          </p:txBody>
        </p:sp>
        <p:sp>
          <p:nvSpPr>
            <p:cNvPr id="2048" name="Надпись"/>
            <p:cNvSpPr txBox="1"/>
            <p:nvPr/>
          </p:nvSpPr>
          <p:spPr>
            <a:xfrm>
              <a:off x="8061056" y="8802876"/>
              <a:ext cx="18588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141414"/>
                  </a:solidFill>
                  <a:latin typeface="Montserrat"/>
                  <a:cs typeface="Montserrat"/>
                </a:rPr>
                <a:t>75</a:t>
              </a:r>
            </a:p>
          </p:txBody>
        </p:sp>
        <p:sp>
          <p:nvSpPr>
            <p:cNvPr id="2049" name="Надпись"/>
            <p:cNvSpPr txBox="1"/>
            <p:nvPr/>
          </p:nvSpPr>
          <p:spPr>
            <a:xfrm>
              <a:off x="8465299" y="8795676"/>
              <a:ext cx="2528607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максимальная высота застройки (м)</a:t>
              </a:r>
            </a:p>
          </p:txBody>
        </p:sp>
        <p:sp>
          <p:nvSpPr>
            <p:cNvPr id="2050" name="Надпись"/>
            <p:cNvSpPr txBox="1"/>
            <p:nvPr/>
          </p:nvSpPr>
          <p:spPr>
            <a:xfrm>
              <a:off x="8054385" y="9036876"/>
              <a:ext cx="19923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141414"/>
                  </a:solidFill>
                  <a:latin typeface="Montserrat"/>
                  <a:cs typeface="Montserrat"/>
                </a:rPr>
                <a:t>60</a:t>
              </a:r>
            </a:p>
          </p:txBody>
        </p:sp>
        <p:sp>
          <p:nvSpPr>
            <p:cNvPr id="2051" name="Надпись"/>
            <p:cNvSpPr txBox="1"/>
            <p:nvPr/>
          </p:nvSpPr>
          <p:spPr>
            <a:xfrm>
              <a:off x="8465299" y="9029676"/>
              <a:ext cx="374923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максимальная застроенность земельных участков (%)</a:t>
              </a:r>
            </a:p>
          </p:txBody>
        </p:sp>
        <p:sp>
          <p:nvSpPr>
            <p:cNvPr id="2052" name="Надпись"/>
            <p:cNvSpPr txBox="1"/>
            <p:nvPr/>
          </p:nvSpPr>
          <p:spPr>
            <a:xfrm>
              <a:off x="8108277" y="9270876"/>
              <a:ext cx="9144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141414"/>
                  </a:solidFill>
                  <a:latin typeface="Montserrat"/>
                  <a:cs typeface="Montserrat"/>
                </a:rPr>
                <a:t>–</a:t>
              </a:r>
            </a:p>
          </p:txBody>
        </p:sp>
        <p:sp>
          <p:nvSpPr>
            <p:cNvPr id="2053" name="Надпись"/>
            <p:cNvSpPr txBox="1"/>
            <p:nvPr/>
          </p:nvSpPr>
          <p:spPr>
            <a:xfrm>
              <a:off x="8465299" y="9263676"/>
              <a:ext cx="173343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параметр не установлен</a:t>
              </a:r>
            </a:p>
          </p:txBody>
        </p:sp>
        <p:sp>
          <p:nvSpPr>
            <p:cNvPr id="2054" name="Надпись"/>
            <p:cNvSpPr txBox="1"/>
            <p:nvPr/>
          </p:nvSpPr>
          <p:spPr>
            <a:xfrm>
              <a:off x="7907299" y="9497676"/>
              <a:ext cx="76034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Транспорт</a:t>
              </a:r>
            </a:p>
          </p:txBody>
        </p:sp>
        <p:sp>
          <p:nvSpPr>
            <p:cNvPr id="2055" name="Контур"/>
            <p:cNvSpPr/>
            <p:nvPr/>
          </p:nvSpPr>
          <p:spPr>
            <a:xfrm>
              <a:off x="7920000" y="98078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miter lim="1000000"/>
            </a:ln>
          </p:spPr>
        </p:sp>
        <p:sp>
          <p:nvSpPr>
            <p:cNvPr id="2057" name="Контур"/>
            <p:cNvSpPr/>
            <p:nvPr/>
          </p:nvSpPr>
          <p:spPr>
            <a:xfrm>
              <a:off x="7920000" y="98078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5120" cap="flat">
              <a:solidFill>
                <a:srgbClr val="FFFFFF"/>
              </a:solidFill>
              <a:custDash>
                <a:ds d="442176" sp="442176"/>
              </a:custDash>
              <a:miter lim="1000000"/>
            </a:ln>
          </p:spPr>
        </p:sp>
        <p:sp>
          <p:nvSpPr>
            <p:cNvPr id="2056" name="Надпись"/>
            <p:cNvSpPr txBox="1"/>
            <p:nvPr/>
          </p:nvSpPr>
          <p:spPr>
            <a:xfrm>
              <a:off x="8465299" y="9731676"/>
              <a:ext cx="170384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железнодорожные пути</a:t>
              </a:r>
            </a:p>
          </p:txBody>
        </p:sp>
      </p:grpSp>
      <p:grpSp>
        <p:nvGrpSpPr>
          <p:cNvPr id="2068" name="Оформление"/>
          <p:cNvGrpSpPr/>
          <p:nvPr/>
        </p:nvGrpSpPr>
        <p:grpSpPr>
          <a:xfrm>
            <a:off x="0" y="0"/>
            <a:ext cx="15120000" cy="10490400"/>
            <a:chOff x="0" y="0"/>
            <a:chExt cx="15120000" cy="10490400"/>
          </a:xfrm>
        </p:grpSpPr>
        <p:sp>
          <p:nvSpPr>
            <p:cNvPr id="2059" name="Контур"/>
            <p:cNvSpPr/>
            <p:nvPr/>
          </p:nvSpPr>
          <p:spPr>
            <a:xfrm>
              <a:off x="9522000" y="0"/>
              <a:ext cx="5598000" cy="1002600"/>
            </a:xfrm>
            <a:custGeom>
              <a:avLst/>
              <a:gdLst/>
              <a:ahLst/>
              <a:cxnLst/>
              <a:rect l="l" t="t" r="r" b="b"/>
              <a:pathLst>
                <a:path w="5598000" h="1002600">
                  <a:moveTo>
                    <a:pt x="0" y="0"/>
                  </a:moveTo>
                  <a:lnTo>
                    <a:pt x="5598000" y="0"/>
                  </a:lnTo>
                  <a:lnTo>
                    <a:pt x="5598000" y="1002600"/>
                  </a:lnTo>
                  <a:lnTo>
                    <a:pt x="0" y="100260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pic>
          <p:nvPicPr>
            <p:cNvPr id="2060" name="Рисунок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543600" cy="1000800"/>
            </a:xfrm>
            <a:prstGeom prst="rect">
              <a:avLst/>
            </a:prstGeom>
          </p:spPr>
        </p:pic>
        <p:sp>
          <p:nvSpPr>
            <p:cNvPr id="2061" name="Надпись"/>
            <p:cNvSpPr txBox="1"/>
            <p:nvPr/>
          </p:nvSpPr>
          <p:spPr>
            <a:xfrm>
              <a:off x="12722390" y="354701"/>
              <a:ext cx="2145610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ППТ КРТ № 3229</a:t>
              </a:r>
            </a:p>
          </p:txBody>
        </p:sp>
        <p:sp>
          <p:nvSpPr>
            <p:cNvPr id="2062" name="Надпись"/>
            <p:cNvSpPr txBox="1"/>
            <p:nvPr/>
          </p:nvSpPr>
          <p:spPr>
            <a:xfrm>
              <a:off x="11718334" y="642701"/>
              <a:ext cx="314966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2063" name="Контур"/>
            <p:cNvSpPr/>
            <p:nvPr/>
          </p:nvSpPr>
          <p:spPr>
            <a:xfrm>
              <a:off x="0" y="1260000"/>
              <a:ext cx="1638000" cy="1"/>
            </a:xfrm>
            <a:custGeom>
              <a:avLst/>
              <a:gdLst/>
              <a:ahLst/>
              <a:cxnLst/>
              <a:rect l="l" t="t" r="r" b="b"/>
              <a:pathLst>
                <a:path w="1638000" h="1" fill="none">
                  <a:moveTo>
                    <a:pt x="0" y="0"/>
                  </a:moveTo>
                  <a:lnTo>
                    <a:pt x="1638000" y="0"/>
                  </a:lnTo>
                </a:path>
              </a:pathLst>
            </a:custGeom>
            <a:noFill/>
            <a:ln w="38160" cap="flat">
              <a:solidFill>
                <a:srgbClr val="E93939"/>
              </a:solidFill>
              <a:miter lim="1000000"/>
            </a:ln>
          </p:spPr>
        </p:sp>
        <p:sp>
          <p:nvSpPr>
            <p:cNvPr id="2064" name="Контур"/>
            <p:cNvSpPr/>
            <p:nvPr/>
          </p:nvSpPr>
          <p:spPr>
            <a:xfrm>
              <a:off x="1584000" y="1188000"/>
              <a:ext cx="180000" cy="144000"/>
            </a:xfrm>
            <a:custGeom>
              <a:avLst/>
              <a:gdLst/>
              <a:ahLst/>
              <a:cxnLst/>
              <a:rect l="l" t="t" r="r" b="b"/>
              <a:pathLst>
                <a:path w="180000" h="144000">
                  <a:moveTo>
                    <a:pt x="0" y="0"/>
                  </a:moveTo>
                  <a:lnTo>
                    <a:pt x="180000" y="72000"/>
                  </a:lnTo>
                  <a:lnTo>
                    <a:pt x="0" y="144000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2065" name="Надпись"/>
            <p:cNvSpPr txBox="1"/>
            <p:nvPr/>
          </p:nvSpPr>
          <p:spPr>
            <a:xfrm>
              <a:off x="1813139" y="1125101"/>
              <a:ext cx="12520461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Размещение территории в материалах градостроительного зонирования (ПЗЗ города Москвы)</a:t>
              </a:r>
            </a:p>
          </p:txBody>
        </p:sp>
        <p:sp>
          <p:nvSpPr>
            <p:cNvPr id="2066" name="Контур"/>
            <p:cNvSpPr/>
            <p:nvPr/>
          </p:nvSpPr>
          <p:spPr>
            <a:xfrm>
              <a:off x="14364000" y="10033200"/>
              <a:ext cx="640800" cy="457200"/>
            </a:xfrm>
            <a:custGeom>
              <a:avLst/>
              <a:gdLst/>
              <a:ahLst/>
              <a:cxnLst/>
              <a:rect l="l" t="t" r="r" b="b"/>
              <a:pathLst>
                <a:path w="640800" h="457200">
                  <a:moveTo>
                    <a:pt x="86868" y="457200"/>
                  </a:moveTo>
                  <a:lnTo>
                    <a:pt x="467064" y="457200"/>
                  </a:lnTo>
                  <a:lnTo>
                    <a:pt x="640800" y="283464"/>
                  </a:lnTo>
                  <a:lnTo>
                    <a:pt x="640800" y="41148"/>
                  </a:lnTo>
                  <a:lnTo>
                    <a:pt x="599652" y="0"/>
                  </a:lnTo>
                  <a:lnTo>
                    <a:pt x="137160" y="0"/>
                  </a:lnTo>
                  <a:lnTo>
                    <a:pt x="0" y="137160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2067" name="Надпись"/>
            <p:cNvSpPr txBox="1"/>
            <p:nvPr/>
          </p:nvSpPr>
          <p:spPr>
            <a:xfrm>
              <a:off x="14517532" y="10122113"/>
              <a:ext cx="333736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2000" b="1" dirty="0">
                  <a:solidFill>
                    <a:srgbClr val="FFFFFF"/>
                  </a:solidFill>
                  <a:latin typeface="Montserrat"/>
                  <a:cs typeface="Montserrat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0" name="Карта"/>
          <p:cNvGrpSpPr/>
          <p:nvPr/>
        </p:nvGrpSpPr>
        <p:grpSpPr>
          <a:xfrm>
            <a:off x="252000" y="1584000"/>
            <a:ext cx="10044000" cy="8604000"/>
            <a:chOff x="252000" y="1584000"/>
            <a:chExt cx="10044000" cy="8604000"/>
          </a:xfrm>
        </p:grpSpPr>
        <p:grpSp>
          <p:nvGrpSpPr>
            <p:cNvPr id="9" name="Функц. зоны Генплана (Москва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2" name="Контур"/>
              <p:cNvSpPr/>
              <p:nvPr/>
            </p:nvSpPr>
            <p:spPr>
              <a:xfrm>
                <a:off x="2611432" y="1584000"/>
                <a:ext cx="863494" cy="432342"/>
              </a:xfrm>
              <a:custGeom>
                <a:avLst/>
                <a:gdLst/>
                <a:ahLst/>
                <a:cxnLst/>
                <a:rect l="l" t="t" r="r" b="b"/>
                <a:pathLst>
                  <a:path w="863494" h="432342">
                    <a:moveTo>
                      <a:pt x="863494" y="0"/>
                    </a:moveTo>
                    <a:lnTo>
                      <a:pt x="600834" y="247752"/>
                    </a:lnTo>
                    <a:lnTo>
                      <a:pt x="403558" y="432342"/>
                    </a:lnTo>
                    <a:lnTo>
                      <a:pt x="364592" y="3909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" name="Контур"/>
              <p:cNvSpPr/>
              <p:nvPr/>
            </p:nvSpPr>
            <p:spPr>
              <a:xfrm>
                <a:off x="252000" y="1584000"/>
                <a:ext cx="4829673" cy="6183955"/>
              </a:xfrm>
              <a:custGeom>
                <a:avLst/>
                <a:gdLst/>
                <a:ahLst/>
                <a:cxnLst/>
                <a:rect l="l" t="t" r="r" b="b"/>
                <a:pathLst>
                  <a:path w="4829673" h="6183955">
                    <a:moveTo>
                      <a:pt x="0" y="0"/>
                    </a:moveTo>
                    <a:lnTo>
                      <a:pt x="2359432" y="0"/>
                    </a:lnTo>
                    <a:lnTo>
                      <a:pt x="2724024" y="390948"/>
                    </a:lnTo>
                    <a:lnTo>
                      <a:pt x="2762961" y="432312"/>
                    </a:lnTo>
                    <a:lnTo>
                      <a:pt x="2762990" y="432343"/>
                    </a:lnTo>
                    <a:lnTo>
                      <a:pt x="4808909" y="2596998"/>
                    </a:lnTo>
                    <a:lnTo>
                      <a:pt x="4829673" y="2621975"/>
                    </a:lnTo>
                    <a:lnTo>
                      <a:pt x="3403788" y="3655333"/>
                    </a:lnTo>
                    <a:lnTo>
                      <a:pt x="2675058" y="4183453"/>
                    </a:lnTo>
                    <a:lnTo>
                      <a:pt x="2188518" y="4651365"/>
                    </a:lnTo>
                    <a:lnTo>
                      <a:pt x="2130918" y="4706758"/>
                    </a:lnTo>
                    <a:lnTo>
                      <a:pt x="1503348" y="5310343"/>
                    </a:lnTo>
                    <a:lnTo>
                      <a:pt x="1399211" y="5373673"/>
                    </a:lnTo>
                    <a:lnTo>
                      <a:pt x="1433168" y="5441419"/>
                    </a:lnTo>
                    <a:lnTo>
                      <a:pt x="0" y="6183955"/>
                    </a:lnTo>
                    <a:close/>
                  </a:path>
                </a:pathLst>
              </a:custGeom>
              <a:solidFill>
                <a:srgbClr val="AD84AE"/>
              </a:solidFill>
              <a:ln>
                <a:noFill/>
              </a:ln>
            </p:spPr>
          </p:sp>
          <p:sp>
            <p:nvSpPr>
              <p:cNvPr id="4" name="Контур"/>
              <p:cNvSpPr/>
              <p:nvPr/>
            </p:nvSpPr>
            <p:spPr>
              <a:xfrm>
                <a:off x="1651211" y="1584000"/>
                <a:ext cx="7390930" cy="5441419"/>
              </a:xfrm>
              <a:custGeom>
                <a:avLst/>
                <a:gdLst/>
                <a:ahLst/>
                <a:cxnLst/>
                <a:rect l="l" t="t" r="r" b="b"/>
                <a:pathLst>
                  <a:path w="7390930" h="5441419">
                    <a:moveTo>
                      <a:pt x="7390930" y="0"/>
                    </a:moveTo>
                    <a:lnTo>
                      <a:pt x="6871808" y="390031"/>
                    </a:lnTo>
                    <a:lnTo>
                      <a:pt x="5500987" y="1743823"/>
                    </a:lnTo>
                    <a:lnTo>
                      <a:pt x="1377718" y="4745206"/>
                    </a:lnTo>
                    <a:lnTo>
                      <a:pt x="33957" y="5441419"/>
                    </a:lnTo>
                    <a:lnTo>
                      <a:pt x="0" y="5373673"/>
                    </a:lnTo>
                    <a:lnTo>
                      <a:pt x="104137" y="5310343"/>
                    </a:lnTo>
                    <a:lnTo>
                      <a:pt x="1275847" y="4183453"/>
                    </a:lnTo>
                    <a:lnTo>
                      <a:pt x="4228297" y="2043705"/>
                    </a:lnTo>
                    <a:lnTo>
                      <a:pt x="6061425" y="0"/>
                    </a:lnTo>
                    <a:close/>
                  </a:path>
                </a:pathLst>
              </a:custGeom>
              <a:solidFill>
                <a:srgbClr val="AD84AE"/>
              </a:solidFill>
              <a:ln>
                <a:noFill/>
              </a:ln>
            </p:spPr>
          </p:sp>
          <p:sp>
            <p:nvSpPr>
              <p:cNvPr id="5" name="Контур"/>
              <p:cNvSpPr/>
              <p:nvPr/>
            </p:nvSpPr>
            <p:spPr>
              <a:xfrm>
                <a:off x="3014990" y="1584000"/>
                <a:ext cx="4698225" cy="2621059"/>
              </a:xfrm>
              <a:custGeom>
                <a:avLst/>
                <a:gdLst/>
                <a:ahLst/>
                <a:cxnLst/>
                <a:rect l="l" t="t" r="r" b="b"/>
                <a:pathLst>
                  <a:path w="4698225" h="2621059">
                    <a:moveTo>
                      <a:pt x="197276" y="247752"/>
                    </a:moveTo>
                    <a:lnTo>
                      <a:pt x="459936" y="0"/>
                    </a:lnTo>
                    <a:lnTo>
                      <a:pt x="4698225" y="0"/>
                    </a:lnTo>
                    <a:lnTo>
                      <a:pt x="2864036" y="2045278"/>
                    </a:lnTo>
                    <a:lnTo>
                      <a:pt x="2267588" y="2475601"/>
                    </a:lnTo>
                    <a:lnTo>
                      <a:pt x="2067946" y="2621059"/>
                    </a:lnTo>
                    <a:lnTo>
                      <a:pt x="2045919" y="2596998"/>
                    </a:lnTo>
                    <a:lnTo>
                      <a:pt x="0" y="432343"/>
                    </a:lnTo>
                    <a:close/>
                  </a:path>
                </a:pathLst>
              </a:custGeom>
              <a:solidFill>
                <a:srgbClr val="B1B5E1"/>
              </a:solidFill>
              <a:ln>
                <a:noFill/>
              </a:ln>
            </p:spPr>
          </p:sp>
          <p:sp>
            <p:nvSpPr>
              <p:cNvPr id="6" name="Контур"/>
              <p:cNvSpPr/>
              <p:nvPr/>
            </p:nvSpPr>
            <p:spPr>
              <a:xfrm>
                <a:off x="8823683" y="9483219"/>
                <a:ext cx="1472317" cy="704781"/>
              </a:xfrm>
              <a:custGeom>
                <a:avLst/>
                <a:gdLst/>
                <a:ahLst/>
                <a:cxnLst/>
                <a:rect l="l" t="t" r="r" b="b"/>
                <a:pathLst>
                  <a:path w="1472317" h="704781">
                    <a:moveTo>
                      <a:pt x="1472317" y="704781"/>
                    </a:moveTo>
                    <a:lnTo>
                      <a:pt x="0" y="704781"/>
                    </a:lnTo>
                    <a:lnTo>
                      <a:pt x="1472317" y="0"/>
                    </a:lnTo>
                    <a:close/>
                  </a:path>
                </a:pathLst>
              </a:custGeom>
              <a:solidFill>
                <a:srgbClr val="F3D357"/>
              </a:solidFill>
              <a:ln>
                <a:noFill/>
              </a:ln>
            </p:spPr>
          </p:sp>
          <p:sp>
            <p:nvSpPr>
              <p:cNvPr id="7" name="Контур"/>
              <p:cNvSpPr/>
              <p:nvPr/>
            </p:nvSpPr>
            <p:spPr>
              <a:xfrm>
                <a:off x="1327598" y="3544966"/>
                <a:ext cx="8968402" cy="6643034"/>
              </a:xfrm>
              <a:custGeom>
                <a:avLst/>
                <a:gdLst/>
                <a:ahLst/>
                <a:cxnLst/>
                <a:rect l="l" t="t" r="r" b="b"/>
                <a:pathLst>
                  <a:path w="8968402" h="6643034">
                    <a:moveTo>
                      <a:pt x="8968402" y="5938255"/>
                    </a:moveTo>
                    <a:lnTo>
                      <a:pt x="7496131" y="6643034"/>
                    </a:lnTo>
                    <a:lnTo>
                      <a:pt x="274624" y="6643034"/>
                    </a:lnTo>
                    <a:lnTo>
                      <a:pt x="306230" y="6623237"/>
                    </a:lnTo>
                    <a:lnTo>
                      <a:pt x="0" y="6135871"/>
                    </a:lnTo>
                    <a:lnTo>
                      <a:pt x="5436096" y="2732307"/>
                    </a:lnTo>
                    <a:lnTo>
                      <a:pt x="8968402" y="0"/>
                    </a:lnTo>
                    <a:close/>
                  </a:path>
                </a:pathLst>
              </a:custGeom>
              <a:solidFill>
                <a:srgbClr val="AD84AE"/>
              </a:solidFill>
              <a:ln>
                <a:noFill/>
              </a:ln>
            </p:spPr>
          </p:sp>
          <p:sp>
            <p:nvSpPr>
              <p:cNvPr id="8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>
                    <a:moveTo>
                      <a:pt x="0" y="8604000"/>
                    </a:moveTo>
                    <a:lnTo>
                      <a:pt x="0" y="6183954"/>
                    </a:lnTo>
                    <a:lnTo>
                      <a:pt x="2776929" y="4745206"/>
                    </a:lnTo>
                    <a:lnTo>
                      <a:pt x="6900198" y="1743823"/>
                    </a:lnTo>
                    <a:lnTo>
                      <a:pt x="8271078" y="390223"/>
                    </a:lnTo>
                    <a:lnTo>
                      <a:pt x="8790193" y="0"/>
                    </a:lnTo>
                    <a:lnTo>
                      <a:pt x="10044000" y="0"/>
                    </a:lnTo>
                    <a:lnTo>
                      <a:pt x="10044000" y="1960966"/>
                    </a:lnTo>
                    <a:lnTo>
                      <a:pt x="6511694" y="4693273"/>
                    </a:lnTo>
                    <a:lnTo>
                      <a:pt x="1075598" y="8096837"/>
                    </a:lnTo>
                    <a:lnTo>
                      <a:pt x="1381828" y="8584203"/>
                    </a:lnTo>
                    <a:lnTo>
                      <a:pt x="1350222" y="8604000"/>
                    </a:lnTo>
                    <a:close/>
                  </a:path>
                </a:pathLst>
              </a:custGeom>
              <a:solidFill>
                <a:srgbClr val="AD84AE"/>
              </a:solidFill>
              <a:ln>
                <a:noFill/>
              </a:ln>
            </p:spPr>
          </p:sp>
        </p:grpSp>
        <p:grpSp>
          <p:nvGrpSpPr>
            <p:cNvPr id="12" name="Проезжая часть (Яндекс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10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>
                    <a:moveTo>
                      <a:pt x="0" y="8433578"/>
                    </a:moveTo>
                    <a:lnTo>
                      <a:pt x="1517612" y="7564904"/>
                    </a:lnTo>
                    <a:lnTo>
                      <a:pt x="2145541" y="7173363"/>
                    </a:lnTo>
                    <a:lnTo>
                      <a:pt x="2157587" y="7160987"/>
                    </a:lnTo>
                    <a:lnTo>
                      <a:pt x="2166341" y="7139636"/>
                    </a:lnTo>
                    <a:lnTo>
                      <a:pt x="2162584" y="7111964"/>
                    </a:lnTo>
                    <a:lnTo>
                      <a:pt x="1942143" y="6545321"/>
                    </a:lnTo>
                    <a:lnTo>
                      <a:pt x="1725050" y="6132906"/>
                    </a:lnTo>
                    <a:lnTo>
                      <a:pt x="1633905" y="5972031"/>
                    </a:lnTo>
                    <a:lnTo>
                      <a:pt x="1628658" y="5970874"/>
                    </a:lnTo>
                    <a:lnTo>
                      <a:pt x="1613887" y="5981208"/>
                    </a:lnTo>
                    <a:lnTo>
                      <a:pt x="1569043" y="5917583"/>
                    </a:lnTo>
                    <a:lnTo>
                      <a:pt x="4476094" y="3830462"/>
                    </a:lnTo>
                    <a:lnTo>
                      <a:pt x="5414457" y="3174205"/>
                    </a:lnTo>
                    <a:lnTo>
                      <a:pt x="5404315" y="3168406"/>
                    </a:lnTo>
                    <a:lnTo>
                      <a:pt x="5409023" y="3149954"/>
                    </a:lnTo>
                    <a:lnTo>
                      <a:pt x="5396239" y="3116591"/>
                    </a:lnTo>
                    <a:lnTo>
                      <a:pt x="4895716" y="2538271"/>
                    </a:lnTo>
                    <a:lnTo>
                      <a:pt x="4872780" y="2523926"/>
                    </a:lnTo>
                    <a:lnTo>
                      <a:pt x="4856257" y="2523779"/>
                    </a:lnTo>
                    <a:lnTo>
                      <a:pt x="4818597" y="2547850"/>
                    </a:lnTo>
                    <a:lnTo>
                      <a:pt x="4807051" y="2532699"/>
                    </a:lnTo>
                    <a:lnTo>
                      <a:pt x="4801069" y="2513948"/>
                    </a:lnTo>
                    <a:lnTo>
                      <a:pt x="4795862" y="2512006"/>
                    </a:lnTo>
                    <a:lnTo>
                      <a:pt x="4741614" y="2573205"/>
                    </a:lnTo>
                    <a:lnTo>
                      <a:pt x="3655297" y="3389501"/>
                    </a:lnTo>
                    <a:lnTo>
                      <a:pt x="3104646" y="3792878"/>
                    </a:lnTo>
                    <a:lnTo>
                      <a:pt x="2660358" y="4141320"/>
                    </a:lnTo>
                    <a:lnTo>
                      <a:pt x="2672482" y="4162398"/>
                    </a:lnTo>
                    <a:lnTo>
                      <a:pt x="2375283" y="4459209"/>
                    </a:lnTo>
                    <a:lnTo>
                      <a:pt x="2012020" y="4843551"/>
                    </a:lnTo>
                    <a:lnTo>
                      <a:pt x="1693949" y="5105996"/>
                    </a:lnTo>
                    <a:lnTo>
                      <a:pt x="1233306" y="5454080"/>
                    </a:lnTo>
                    <a:lnTo>
                      <a:pt x="1011970" y="5603790"/>
                    </a:lnTo>
                    <a:lnTo>
                      <a:pt x="702763" y="5784155"/>
                    </a:lnTo>
                    <a:lnTo>
                      <a:pt x="0" y="6170713"/>
                    </a:lnTo>
                    <a:lnTo>
                      <a:pt x="0" y="6096197"/>
                    </a:lnTo>
                    <a:lnTo>
                      <a:pt x="672187" y="5711291"/>
                    </a:lnTo>
                    <a:lnTo>
                      <a:pt x="945082" y="5549348"/>
                    </a:lnTo>
                    <a:lnTo>
                      <a:pt x="1151187" y="5414809"/>
                    </a:lnTo>
                    <a:lnTo>
                      <a:pt x="1693761" y="5014688"/>
                    </a:lnTo>
                    <a:lnTo>
                      <a:pt x="1763606" y="4953399"/>
                    </a:lnTo>
                    <a:lnTo>
                      <a:pt x="1787384" y="4910290"/>
                    </a:lnTo>
                    <a:lnTo>
                      <a:pt x="1777896" y="4871292"/>
                    </a:lnTo>
                    <a:lnTo>
                      <a:pt x="1759618" y="4847274"/>
                    </a:lnTo>
                    <a:lnTo>
                      <a:pt x="1335797" y="4383964"/>
                    </a:lnTo>
                    <a:lnTo>
                      <a:pt x="893504" y="3920713"/>
                    </a:lnTo>
                    <a:lnTo>
                      <a:pt x="883597" y="3911392"/>
                    </a:lnTo>
                    <a:lnTo>
                      <a:pt x="865043" y="3906087"/>
                    </a:lnTo>
                    <a:lnTo>
                      <a:pt x="850557" y="3912177"/>
                    </a:lnTo>
                    <a:lnTo>
                      <a:pt x="490701" y="4265534"/>
                    </a:lnTo>
                    <a:lnTo>
                      <a:pt x="229696" y="4531942"/>
                    </a:lnTo>
                    <a:lnTo>
                      <a:pt x="197096" y="4616190"/>
                    </a:lnTo>
                    <a:lnTo>
                      <a:pt x="128291" y="4920302"/>
                    </a:lnTo>
                    <a:lnTo>
                      <a:pt x="95141" y="4996355"/>
                    </a:lnTo>
                    <a:lnTo>
                      <a:pt x="58790" y="5047818"/>
                    </a:lnTo>
                    <a:lnTo>
                      <a:pt x="10198" y="4993396"/>
                    </a:lnTo>
                    <a:lnTo>
                      <a:pt x="34334" y="4953712"/>
                    </a:lnTo>
                    <a:lnTo>
                      <a:pt x="52356" y="4905099"/>
                    </a:lnTo>
                    <a:lnTo>
                      <a:pt x="130177" y="4591950"/>
                    </a:lnTo>
                    <a:lnTo>
                      <a:pt x="139326" y="4561436"/>
                    </a:lnTo>
                    <a:lnTo>
                      <a:pt x="169521" y="4506648"/>
                    </a:lnTo>
                    <a:lnTo>
                      <a:pt x="808420" y="3872153"/>
                    </a:lnTo>
                    <a:lnTo>
                      <a:pt x="817144" y="3847622"/>
                    </a:lnTo>
                    <a:lnTo>
                      <a:pt x="810816" y="3832547"/>
                    </a:lnTo>
                    <a:lnTo>
                      <a:pt x="798929" y="3820764"/>
                    </a:lnTo>
                    <a:lnTo>
                      <a:pt x="0" y="3050868"/>
                    </a:lnTo>
                    <a:lnTo>
                      <a:pt x="0" y="2854181"/>
                    </a:lnTo>
                    <a:lnTo>
                      <a:pt x="222080" y="3087604"/>
                    </a:lnTo>
                    <a:lnTo>
                      <a:pt x="880962" y="3732501"/>
                    </a:lnTo>
                    <a:lnTo>
                      <a:pt x="928729" y="3759079"/>
                    </a:lnTo>
                    <a:lnTo>
                      <a:pt x="951004" y="3753088"/>
                    </a:lnTo>
                    <a:lnTo>
                      <a:pt x="1391185" y="3366955"/>
                    </a:lnTo>
                    <a:lnTo>
                      <a:pt x="1391608" y="3361980"/>
                    </a:lnTo>
                    <a:lnTo>
                      <a:pt x="1365425" y="3347666"/>
                    </a:lnTo>
                    <a:lnTo>
                      <a:pt x="1331895" y="3311254"/>
                    </a:lnTo>
                    <a:lnTo>
                      <a:pt x="1319699" y="3262717"/>
                    </a:lnTo>
                    <a:lnTo>
                      <a:pt x="1325602" y="3229355"/>
                    </a:lnTo>
                    <a:lnTo>
                      <a:pt x="1349806" y="3174600"/>
                    </a:lnTo>
                    <a:lnTo>
                      <a:pt x="1374052" y="3159310"/>
                    </a:lnTo>
                    <a:lnTo>
                      <a:pt x="1416586" y="3143965"/>
                    </a:lnTo>
                    <a:lnTo>
                      <a:pt x="1443927" y="3140886"/>
                    </a:lnTo>
                    <a:lnTo>
                      <a:pt x="1518856" y="3146700"/>
                    </a:lnTo>
                    <a:lnTo>
                      <a:pt x="1568715" y="3124844"/>
                    </a:lnTo>
                    <a:lnTo>
                      <a:pt x="1862258" y="2847056"/>
                    </a:lnTo>
                    <a:lnTo>
                      <a:pt x="1867540" y="2833972"/>
                    </a:lnTo>
                    <a:lnTo>
                      <a:pt x="1858215" y="2810463"/>
                    </a:lnTo>
                    <a:lnTo>
                      <a:pt x="1080996" y="1981391"/>
                    </a:lnTo>
                    <a:lnTo>
                      <a:pt x="0" y="815043"/>
                    </a:lnTo>
                    <a:lnTo>
                      <a:pt x="0" y="697019"/>
                    </a:lnTo>
                    <a:lnTo>
                      <a:pt x="226524" y="945376"/>
                    </a:lnTo>
                    <a:lnTo>
                      <a:pt x="1397816" y="2199112"/>
                    </a:lnTo>
                    <a:lnTo>
                      <a:pt x="1800463" y="2641209"/>
                    </a:lnTo>
                    <a:lnTo>
                      <a:pt x="1892197" y="2732192"/>
                    </a:lnTo>
                    <a:lnTo>
                      <a:pt x="1919917" y="2744121"/>
                    </a:lnTo>
                    <a:lnTo>
                      <a:pt x="1962441" y="2737242"/>
                    </a:lnTo>
                    <a:lnTo>
                      <a:pt x="2034738" y="2676745"/>
                    </a:lnTo>
                    <a:lnTo>
                      <a:pt x="2216307" y="2490749"/>
                    </a:lnTo>
                    <a:lnTo>
                      <a:pt x="2289013" y="2411368"/>
                    </a:lnTo>
                    <a:lnTo>
                      <a:pt x="2376675" y="2292270"/>
                    </a:lnTo>
                    <a:lnTo>
                      <a:pt x="2458068" y="2137275"/>
                    </a:lnTo>
                    <a:lnTo>
                      <a:pt x="2485161" y="2067337"/>
                    </a:lnTo>
                    <a:lnTo>
                      <a:pt x="2536193" y="1906093"/>
                    </a:lnTo>
                    <a:lnTo>
                      <a:pt x="2664968" y="1410430"/>
                    </a:lnTo>
                    <a:lnTo>
                      <a:pt x="2731220" y="1240122"/>
                    </a:lnTo>
                    <a:lnTo>
                      <a:pt x="2812782" y="1078611"/>
                    </a:lnTo>
                    <a:lnTo>
                      <a:pt x="2873176" y="987275"/>
                    </a:lnTo>
                    <a:lnTo>
                      <a:pt x="3094193" y="724780"/>
                    </a:lnTo>
                    <a:lnTo>
                      <a:pt x="3109192" y="685694"/>
                    </a:lnTo>
                    <a:lnTo>
                      <a:pt x="3116851" y="682852"/>
                    </a:lnTo>
                    <a:lnTo>
                      <a:pt x="2473087" y="0"/>
                    </a:lnTo>
                    <a:lnTo>
                      <a:pt x="2608262" y="0"/>
                    </a:lnTo>
                    <a:lnTo>
                      <a:pt x="2616057" y="28393"/>
                    </a:lnTo>
                    <a:lnTo>
                      <a:pt x="2733592" y="150966"/>
                    </a:lnTo>
                    <a:lnTo>
                      <a:pt x="2824228" y="136952"/>
                    </a:lnTo>
                    <a:lnTo>
                      <a:pt x="2875045" y="112180"/>
                    </a:lnTo>
                    <a:lnTo>
                      <a:pt x="2994558" y="0"/>
                    </a:lnTo>
                    <a:lnTo>
                      <a:pt x="3125950" y="0"/>
                    </a:lnTo>
                    <a:lnTo>
                      <a:pt x="2914166" y="200333"/>
                    </a:lnTo>
                    <a:lnTo>
                      <a:pt x="2879520" y="241022"/>
                    </a:lnTo>
                    <a:lnTo>
                      <a:pt x="2861007" y="285958"/>
                    </a:lnTo>
                    <a:lnTo>
                      <a:pt x="4769862" y="2328944"/>
                    </a:lnTo>
                    <a:lnTo>
                      <a:pt x="4805529" y="2370330"/>
                    </a:lnTo>
                    <a:lnTo>
                      <a:pt x="4814936" y="2398747"/>
                    </a:lnTo>
                    <a:lnTo>
                      <a:pt x="4820392" y="2399757"/>
                    </a:lnTo>
                    <a:lnTo>
                      <a:pt x="4833679" y="2378498"/>
                    </a:lnTo>
                    <a:lnTo>
                      <a:pt x="4853644" y="2364909"/>
                    </a:lnTo>
                    <a:lnTo>
                      <a:pt x="5442317" y="3056406"/>
                    </a:lnTo>
                    <a:lnTo>
                      <a:pt x="5485475" y="3098877"/>
                    </a:lnTo>
                    <a:lnTo>
                      <a:pt x="5506772" y="3101725"/>
                    </a:lnTo>
                    <a:lnTo>
                      <a:pt x="5504786" y="3116090"/>
                    </a:lnTo>
                    <a:lnTo>
                      <a:pt x="5518551" y="3110490"/>
                    </a:lnTo>
                    <a:lnTo>
                      <a:pt x="5646373" y="3361294"/>
                    </a:lnTo>
                    <a:lnTo>
                      <a:pt x="5835245" y="3713428"/>
                    </a:lnTo>
                    <a:lnTo>
                      <a:pt x="6211264" y="4530352"/>
                    </a:lnTo>
                    <a:lnTo>
                      <a:pt x="6287067" y="4497030"/>
                    </a:lnTo>
                    <a:lnTo>
                      <a:pt x="10044000" y="1606601"/>
                    </a:lnTo>
                    <a:lnTo>
                      <a:pt x="10044000" y="1791013"/>
                    </a:lnTo>
                    <a:lnTo>
                      <a:pt x="9725426" y="2037256"/>
                    </a:lnTo>
                    <a:lnTo>
                      <a:pt x="9602791" y="2120572"/>
                    </a:lnTo>
                    <a:lnTo>
                      <a:pt x="9614711" y="2127780"/>
                    </a:lnTo>
                    <a:lnTo>
                      <a:pt x="9613941" y="2153739"/>
                    </a:lnTo>
                    <a:lnTo>
                      <a:pt x="9620232" y="2174934"/>
                    </a:lnTo>
                    <a:lnTo>
                      <a:pt x="9678022" y="2250408"/>
                    </a:lnTo>
                    <a:lnTo>
                      <a:pt x="10044000" y="3000452"/>
                    </a:lnTo>
                    <a:lnTo>
                      <a:pt x="10044000" y="3182168"/>
                    </a:lnTo>
                    <a:lnTo>
                      <a:pt x="9801016" y="2683968"/>
                    </a:lnTo>
                    <a:lnTo>
                      <a:pt x="9661618" y="2471218"/>
                    </a:lnTo>
                    <a:lnTo>
                      <a:pt x="9178791" y="2823357"/>
                    </a:lnTo>
                    <a:lnTo>
                      <a:pt x="8708623" y="3187349"/>
                    </a:lnTo>
                    <a:lnTo>
                      <a:pt x="8687766" y="3211906"/>
                    </a:lnTo>
                    <a:lnTo>
                      <a:pt x="8678829" y="3232737"/>
                    </a:lnTo>
                    <a:lnTo>
                      <a:pt x="8673393" y="3266998"/>
                    </a:lnTo>
                    <a:lnTo>
                      <a:pt x="8679419" y="3312000"/>
                    </a:lnTo>
                    <a:lnTo>
                      <a:pt x="8700735" y="3363049"/>
                    </a:lnTo>
                    <a:lnTo>
                      <a:pt x="9144623" y="4245644"/>
                    </a:lnTo>
                    <a:lnTo>
                      <a:pt x="9071886" y="4282059"/>
                    </a:lnTo>
                    <a:lnTo>
                      <a:pt x="8539300" y="3217762"/>
                    </a:lnTo>
                    <a:lnTo>
                      <a:pt x="9587753" y="2410967"/>
                    </a:lnTo>
                    <a:lnTo>
                      <a:pt x="9620911" y="2374209"/>
                    </a:lnTo>
                    <a:lnTo>
                      <a:pt x="9626733" y="2358901"/>
                    </a:lnTo>
                    <a:lnTo>
                      <a:pt x="9623475" y="2318775"/>
                    </a:lnTo>
                    <a:lnTo>
                      <a:pt x="9564866" y="2232063"/>
                    </a:lnTo>
                    <a:lnTo>
                      <a:pt x="9537768" y="2211010"/>
                    </a:lnTo>
                    <a:lnTo>
                      <a:pt x="9507053" y="2206306"/>
                    </a:lnTo>
                    <a:lnTo>
                      <a:pt x="9509486" y="2193139"/>
                    </a:lnTo>
                    <a:lnTo>
                      <a:pt x="9505742" y="2188531"/>
                    </a:lnTo>
                    <a:lnTo>
                      <a:pt x="6279293" y="4671782"/>
                    </a:lnTo>
                    <a:lnTo>
                      <a:pt x="6323744" y="4765015"/>
                    </a:lnTo>
                    <a:lnTo>
                      <a:pt x="6329160" y="4762472"/>
                    </a:lnTo>
                    <a:lnTo>
                      <a:pt x="6339650" y="4736308"/>
                    </a:lnTo>
                    <a:lnTo>
                      <a:pt x="6356969" y="4720762"/>
                    </a:lnTo>
                    <a:lnTo>
                      <a:pt x="6373473" y="4756392"/>
                    </a:lnTo>
                    <a:lnTo>
                      <a:pt x="6414893" y="4739259"/>
                    </a:lnTo>
                    <a:lnTo>
                      <a:pt x="6515699" y="4942327"/>
                    </a:lnTo>
                    <a:lnTo>
                      <a:pt x="6474948" y="4969774"/>
                    </a:lnTo>
                    <a:lnTo>
                      <a:pt x="6492920" y="5001887"/>
                    </a:lnTo>
                    <a:lnTo>
                      <a:pt x="6534242" y="4981917"/>
                    </a:lnTo>
                    <a:lnTo>
                      <a:pt x="6760717" y="5455100"/>
                    </a:lnTo>
                    <a:lnTo>
                      <a:pt x="6725630" y="5487930"/>
                    </a:lnTo>
                    <a:lnTo>
                      <a:pt x="6739431" y="5522256"/>
                    </a:lnTo>
                    <a:lnTo>
                      <a:pt x="6714594" y="5524471"/>
                    </a:lnTo>
                    <a:lnTo>
                      <a:pt x="6691079" y="5516796"/>
                    </a:lnTo>
                    <a:lnTo>
                      <a:pt x="6687924" y="5521962"/>
                    </a:lnTo>
                    <a:lnTo>
                      <a:pt x="8175312" y="8604000"/>
                    </a:lnTo>
                    <a:lnTo>
                      <a:pt x="8724158" y="8604000"/>
                    </a:lnTo>
                    <a:lnTo>
                      <a:pt x="8745522" y="8593764"/>
                    </a:lnTo>
                    <a:lnTo>
                      <a:pt x="9066540" y="8461447"/>
                    </a:lnTo>
                    <a:lnTo>
                      <a:pt x="10044000" y="7994017"/>
                    </a:lnTo>
                    <a:lnTo>
                      <a:pt x="10044000" y="8090415"/>
                    </a:lnTo>
                    <a:lnTo>
                      <a:pt x="8966194" y="8604000"/>
                    </a:lnTo>
                    <a:lnTo>
                      <a:pt x="8079934" y="8604000"/>
                    </a:lnTo>
                    <a:lnTo>
                      <a:pt x="6678659" y="5684941"/>
                    </a:lnTo>
                    <a:lnTo>
                      <a:pt x="6153978" y="4612957"/>
                    </a:lnTo>
                    <a:lnTo>
                      <a:pt x="5543534" y="5003852"/>
                    </a:lnTo>
                    <a:lnTo>
                      <a:pt x="5452773" y="5095246"/>
                    </a:lnTo>
                    <a:lnTo>
                      <a:pt x="5307629" y="5278006"/>
                    </a:lnTo>
                    <a:lnTo>
                      <a:pt x="5222907" y="5369622"/>
                    </a:lnTo>
                    <a:lnTo>
                      <a:pt x="5162267" y="5421441"/>
                    </a:lnTo>
                    <a:lnTo>
                      <a:pt x="3858831" y="6286284"/>
                    </a:lnTo>
                    <a:lnTo>
                      <a:pt x="1630400" y="7673961"/>
                    </a:lnTo>
                    <a:lnTo>
                      <a:pt x="80572" y="8604000"/>
                    </a:lnTo>
                    <a:lnTo>
                      <a:pt x="0" y="8604000"/>
                    </a:lnTo>
                    <a:close/>
                    <a:moveTo>
                      <a:pt x="1727288" y="5920236"/>
                    </a:moveTo>
                    <a:lnTo>
                      <a:pt x="1724540" y="5935899"/>
                    </a:lnTo>
                    <a:lnTo>
                      <a:pt x="1730844" y="5966204"/>
                    </a:lnTo>
                    <a:lnTo>
                      <a:pt x="1846802" y="6175157"/>
                    </a:lnTo>
                    <a:lnTo>
                      <a:pt x="1914059" y="6317773"/>
                    </a:lnTo>
                    <a:lnTo>
                      <a:pt x="2245141" y="7055100"/>
                    </a:lnTo>
                    <a:lnTo>
                      <a:pt x="2269679" y="7088493"/>
                    </a:lnTo>
                    <a:lnTo>
                      <a:pt x="2290974" y="7103498"/>
                    </a:lnTo>
                    <a:lnTo>
                      <a:pt x="2312680" y="7109319"/>
                    </a:lnTo>
                    <a:lnTo>
                      <a:pt x="2337105" y="7105851"/>
                    </a:lnTo>
                    <a:lnTo>
                      <a:pt x="3543282" y="6384495"/>
                    </a:lnTo>
                    <a:lnTo>
                      <a:pt x="4407255" y="5819171"/>
                    </a:lnTo>
                    <a:lnTo>
                      <a:pt x="5149952" y="5308866"/>
                    </a:lnTo>
                    <a:lnTo>
                      <a:pt x="5495105" y="4982467"/>
                    </a:lnTo>
                    <a:lnTo>
                      <a:pt x="6133540" y="4566358"/>
                    </a:lnTo>
                    <a:lnTo>
                      <a:pt x="5522751" y="3313014"/>
                    </a:lnTo>
                    <a:lnTo>
                      <a:pt x="5475329" y="3247679"/>
                    </a:lnTo>
                    <a:lnTo>
                      <a:pt x="5373479" y="3290173"/>
                    </a:lnTo>
                    <a:lnTo>
                      <a:pt x="5059763" y="3532823"/>
                    </a:lnTo>
                    <a:lnTo>
                      <a:pt x="4631221" y="3828605"/>
                    </a:lnTo>
                    <a:lnTo>
                      <a:pt x="3821150" y="4404363"/>
                    </a:lnTo>
                    <a:lnTo>
                      <a:pt x="1712127" y="5912000"/>
                    </a:lnTo>
                    <a:lnTo>
                      <a:pt x="1715569" y="5916846"/>
                    </a:lnTo>
                    <a:close/>
                    <a:moveTo>
                      <a:pt x="2384195" y="2563646"/>
                    </a:moveTo>
                    <a:lnTo>
                      <a:pt x="2420685" y="2599766"/>
                    </a:lnTo>
                    <a:lnTo>
                      <a:pt x="2430833" y="2605477"/>
                    </a:lnTo>
                    <a:lnTo>
                      <a:pt x="2445080" y="2601814"/>
                    </a:lnTo>
                    <a:lnTo>
                      <a:pt x="2465824" y="2580893"/>
                    </a:lnTo>
                    <a:lnTo>
                      <a:pt x="2514088" y="2507910"/>
                    </a:lnTo>
                    <a:lnTo>
                      <a:pt x="2580694" y="2422556"/>
                    </a:lnTo>
                    <a:lnTo>
                      <a:pt x="3007635" y="2029058"/>
                    </a:lnTo>
                    <a:lnTo>
                      <a:pt x="3482934" y="1568564"/>
                    </a:lnTo>
                    <a:lnTo>
                      <a:pt x="3634510" y="1434294"/>
                    </a:lnTo>
                    <a:lnTo>
                      <a:pt x="3902774" y="1694676"/>
                    </a:lnTo>
                    <a:lnTo>
                      <a:pt x="4494750" y="2376149"/>
                    </a:lnTo>
                    <a:lnTo>
                      <a:pt x="4647637" y="2545964"/>
                    </a:lnTo>
                    <a:lnTo>
                      <a:pt x="4657828" y="2549559"/>
                    </a:lnTo>
                    <a:lnTo>
                      <a:pt x="4707116" y="2501850"/>
                    </a:lnTo>
                    <a:lnTo>
                      <a:pt x="4720225" y="2482957"/>
                    </a:lnTo>
                    <a:lnTo>
                      <a:pt x="4740093" y="2432748"/>
                    </a:lnTo>
                    <a:lnTo>
                      <a:pt x="4729463" y="2396532"/>
                    </a:lnTo>
                    <a:lnTo>
                      <a:pt x="4687748" y="2344234"/>
                    </a:lnTo>
                    <a:lnTo>
                      <a:pt x="3227255" y="801181"/>
                    </a:lnTo>
                    <a:lnTo>
                      <a:pt x="3109679" y="926040"/>
                    </a:lnTo>
                    <a:lnTo>
                      <a:pt x="3003951" y="1053917"/>
                    </a:lnTo>
                    <a:lnTo>
                      <a:pt x="2943409" y="1139296"/>
                    </a:lnTo>
                    <a:lnTo>
                      <a:pt x="2886230" y="1248698"/>
                    </a:lnTo>
                    <a:lnTo>
                      <a:pt x="2826003" y="1382630"/>
                    </a:lnTo>
                    <a:lnTo>
                      <a:pt x="2771796" y="1537878"/>
                    </a:lnTo>
                    <a:lnTo>
                      <a:pt x="2654999" y="2012218"/>
                    </a:lnTo>
                    <a:lnTo>
                      <a:pt x="2624913" y="2103525"/>
                    </a:lnTo>
                    <a:lnTo>
                      <a:pt x="2552561" y="2267906"/>
                    </a:lnTo>
                    <a:lnTo>
                      <a:pt x="2465025" y="2410988"/>
                    </a:lnTo>
                    <a:lnTo>
                      <a:pt x="2380232" y="2524493"/>
                    </a:lnTo>
                    <a:lnTo>
                      <a:pt x="2377723" y="2536842"/>
                    </a:lnTo>
                    <a:close/>
                    <a:moveTo>
                      <a:pt x="981880" y="3826836"/>
                    </a:moveTo>
                    <a:lnTo>
                      <a:pt x="1469409" y="4340938"/>
                    </a:lnTo>
                    <a:lnTo>
                      <a:pt x="1832478" y="4744036"/>
                    </a:lnTo>
                    <a:lnTo>
                      <a:pt x="1891187" y="4792583"/>
                    </a:lnTo>
                    <a:lnTo>
                      <a:pt x="1912434" y="4801356"/>
                    </a:lnTo>
                    <a:lnTo>
                      <a:pt x="1942791" y="4797760"/>
                    </a:lnTo>
                    <a:lnTo>
                      <a:pt x="2075296" y="4660840"/>
                    </a:lnTo>
                    <a:lnTo>
                      <a:pt x="2642440" y="4135113"/>
                    </a:lnTo>
                    <a:lnTo>
                      <a:pt x="2607273" y="4093265"/>
                    </a:lnTo>
                    <a:lnTo>
                      <a:pt x="3828140" y="3175814"/>
                    </a:lnTo>
                    <a:lnTo>
                      <a:pt x="4338663" y="2802834"/>
                    </a:lnTo>
                    <a:lnTo>
                      <a:pt x="4608226" y="2588993"/>
                    </a:lnTo>
                    <a:lnTo>
                      <a:pt x="4521291" y="2491074"/>
                    </a:lnTo>
                    <a:lnTo>
                      <a:pt x="4491507" y="2482648"/>
                    </a:lnTo>
                    <a:lnTo>
                      <a:pt x="4467584" y="2494872"/>
                    </a:lnTo>
                    <a:lnTo>
                      <a:pt x="3616897" y="3293965"/>
                    </a:lnTo>
                    <a:lnTo>
                      <a:pt x="3286547" y="3553257"/>
                    </a:lnTo>
                    <a:lnTo>
                      <a:pt x="3095069" y="3369394"/>
                    </a:lnTo>
                    <a:lnTo>
                      <a:pt x="3087915" y="3369017"/>
                    </a:lnTo>
                    <a:lnTo>
                      <a:pt x="3042673" y="3387419"/>
                    </a:lnTo>
                    <a:lnTo>
                      <a:pt x="2606639" y="3777605"/>
                    </a:lnTo>
                    <a:lnTo>
                      <a:pt x="2085191" y="3220546"/>
                    </a:lnTo>
                    <a:lnTo>
                      <a:pt x="2051478" y="3196395"/>
                    </a:lnTo>
                    <a:lnTo>
                      <a:pt x="2020758" y="3193668"/>
                    </a:lnTo>
                    <a:lnTo>
                      <a:pt x="2005697" y="3200055"/>
                    </a:lnTo>
                    <a:lnTo>
                      <a:pt x="1194369" y="3965119"/>
                    </a:lnTo>
                    <a:lnTo>
                      <a:pt x="1154913" y="3922785"/>
                    </a:lnTo>
                    <a:lnTo>
                      <a:pt x="2426976" y="2726256"/>
                    </a:lnTo>
                    <a:lnTo>
                      <a:pt x="2432800" y="2710953"/>
                    </a:lnTo>
                    <a:lnTo>
                      <a:pt x="2425553" y="2686885"/>
                    </a:lnTo>
                    <a:lnTo>
                      <a:pt x="2347888" y="2606398"/>
                    </a:lnTo>
                    <a:lnTo>
                      <a:pt x="2313310" y="2603083"/>
                    </a:lnTo>
                    <a:lnTo>
                      <a:pt x="2304187" y="2606547"/>
                    </a:lnTo>
                    <a:lnTo>
                      <a:pt x="2111011" y="2795067"/>
                    </a:lnTo>
                    <a:lnTo>
                      <a:pt x="1674818" y="3200886"/>
                    </a:lnTo>
                    <a:lnTo>
                      <a:pt x="1520281" y="3338185"/>
                    </a:lnTo>
                    <a:lnTo>
                      <a:pt x="1483767" y="3359762"/>
                    </a:lnTo>
                    <a:lnTo>
                      <a:pt x="983948" y="3796480"/>
                    </a:lnTo>
                    <a:lnTo>
                      <a:pt x="978379" y="3817682"/>
                    </a:lnTo>
                    <a:close/>
                    <a:moveTo>
                      <a:pt x="2557583" y="2620837"/>
                    </a:moveTo>
                    <a:lnTo>
                      <a:pt x="2877357" y="2956360"/>
                    </a:lnTo>
                    <a:lnTo>
                      <a:pt x="2932404" y="3032214"/>
                    </a:lnTo>
                    <a:lnTo>
                      <a:pt x="3015290" y="3199312"/>
                    </a:lnTo>
                    <a:lnTo>
                      <a:pt x="3262325" y="3453488"/>
                    </a:lnTo>
                    <a:lnTo>
                      <a:pt x="3297572" y="3468371"/>
                    </a:lnTo>
                    <a:lnTo>
                      <a:pt x="3341211" y="3446617"/>
                    </a:lnTo>
                    <a:lnTo>
                      <a:pt x="3547194" y="3291073"/>
                    </a:lnTo>
                    <a:lnTo>
                      <a:pt x="3577352" y="3263692"/>
                    </a:lnTo>
                    <a:lnTo>
                      <a:pt x="4110238" y="2754186"/>
                    </a:lnTo>
                    <a:lnTo>
                      <a:pt x="4447988" y="2412717"/>
                    </a:lnTo>
                    <a:lnTo>
                      <a:pt x="4104343" y="2006756"/>
                    </a:lnTo>
                    <a:lnTo>
                      <a:pt x="3790139" y="1673730"/>
                    </a:lnTo>
                    <a:lnTo>
                      <a:pt x="3646210" y="1539004"/>
                    </a:lnTo>
                    <a:lnTo>
                      <a:pt x="2571684" y="2507836"/>
                    </a:lnTo>
                    <a:lnTo>
                      <a:pt x="2556368" y="2523834"/>
                    </a:lnTo>
                    <a:lnTo>
                      <a:pt x="2541583" y="2557318"/>
                    </a:lnTo>
                    <a:lnTo>
                      <a:pt x="2542061" y="2590579"/>
                    </a:lnTo>
                    <a:close/>
                    <a:moveTo>
                      <a:pt x="2118708" y="3166161"/>
                    </a:moveTo>
                    <a:lnTo>
                      <a:pt x="2130791" y="3184176"/>
                    </a:lnTo>
                    <a:lnTo>
                      <a:pt x="2591286" y="3671509"/>
                    </a:lnTo>
                    <a:lnTo>
                      <a:pt x="2603928" y="3677438"/>
                    </a:lnTo>
                    <a:lnTo>
                      <a:pt x="2637231" y="3664773"/>
                    </a:lnTo>
                    <a:lnTo>
                      <a:pt x="2991477" y="3347024"/>
                    </a:lnTo>
                    <a:lnTo>
                      <a:pt x="3009305" y="3307438"/>
                    </a:lnTo>
                    <a:lnTo>
                      <a:pt x="3011014" y="3282971"/>
                    </a:lnTo>
                    <a:lnTo>
                      <a:pt x="2981673" y="3256699"/>
                    </a:lnTo>
                    <a:lnTo>
                      <a:pt x="2798424" y="3032456"/>
                    </a:lnTo>
                    <a:lnTo>
                      <a:pt x="2517067" y="2735829"/>
                    </a:lnTo>
                    <a:lnTo>
                      <a:pt x="2481420" y="2757321"/>
                    </a:lnTo>
                    <a:lnTo>
                      <a:pt x="2114889" y="3099907"/>
                    </a:lnTo>
                    <a:lnTo>
                      <a:pt x="2106766" y="3133575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</p:sp>
          <p:sp>
            <p:nvSpPr>
              <p:cNvPr id="11" name="Контур"/>
              <p:cNvSpPr/>
              <p:nvPr/>
            </p:nvSpPr>
            <p:spPr>
              <a:xfrm>
                <a:off x="2652866" y="8774634"/>
                <a:ext cx="750471" cy="1413366"/>
              </a:xfrm>
              <a:custGeom>
                <a:avLst/>
                <a:gdLst/>
                <a:ahLst/>
                <a:cxnLst/>
                <a:rect l="l" t="t" r="r" b="b"/>
                <a:pathLst>
                  <a:path w="750471" h="1413366">
                    <a:moveTo>
                      <a:pt x="0" y="85511"/>
                    </a:moveTo>
                    <a:lnTo>
                      <a:pt x="254028" y="598111"/>
                    </a:lnTo>
                    <a:lnTo>
                      <a:pt x="648027" y="1413366"/>
                    </a:lnTo>
                    <a:lnTo>
                      <a:pt x="750471" y="1413366"/>
                    </a:lnTo>
                    <a:lnTo>
                      <a:pt x="700882" y="1309160"/>
                    </a:lnTo>
                    <a:lnTo>
                      <a:pt x="703001" y="1302473"/>
                    </a:lnTo>
                    <a:lnTo>
                      <a:pt x="742632" y="1280311"/>
                    </a:lnTo>
                    <a:lnTo>
                      <a:pt x="700049" y="1192265"/>
                    </a:lnTo>
                    <a:lnTo>
                      <a:pt x="655926" y="1207502"/>
                    </a:lnTo>
                    <a:lnTo>
                      <a:pt x="633132" y="1174379"/>
                    </a:lnTo>
                    <a:lnTo>
                      <a:pt x="605917" y="1111812"/>
                    </a:lnTo>
                    <a:lnTo>
                      <a:pt x="614008" y="1098800"/>
                    </a:lnTo>
                    <a:lnTo>
                      <a:pt x="641638" y="1086078"/>
                    </a:lnTo>
                    <a:lnTo>
                      <a:pt x="617353" y="1031550"/>
                    </a:lnTo>
                    <a:lnTo>
                      <a:pt x="593356" y="1043419"/>
                    </a:lnTo>
                    <a:lnTo>
                      <a:pt x="574760" y="1046073"/>
                    </a:lnTo>
                    <a:lnTo>
                      <a:pt x="532376" y="965617"/>
                    </a:lnTo>
                    <a:lnTo>
                      <a:pt x="532971" y="949100"/>
                    </a:lnTo>
                    <a:lnTo>
                      <a:pt x="571149" y="931314"/>
                    </a:lnTo>
                    <a:lnTo>
                      <a:pt x="562171" y="910079"/>
                    </a:lnTo>
                    <a:lnTo>
                      <a:pt x="488780" y="761562"/>
                    </a:lnTo>
                    <a:lnTo>
                      <a:pt x="457541" y="776747"/>
                    </a:lnTo>
                    <a:lnTo>
                      <a:pt x="443085" y="776192"/>
                    </a:lnTo>
                    <a:lnTo>
                      <a:pt x="437189" y="767932"/>
                    </a:lnTo>
                    <a:lnTo>
                      <a:pt x="244185" y="373529"/>
                    </a:lnTo>
                    <a:lnTo>
                      <a:pt x="243728" y="349559"/>
                    </a:lnTo>
                    <a:lnTo>
                      <a:pt x="280252" y="324656"/>
                    </a:lnTo>
                    <a:lnTo>
                      <a:pt x="240647" y="248911"/>
                    </a:lnTo>
                    <a:lnTo>
                      <a:pt x="206374" y="264017"/>
                    </a:lnTo>
                    <a:lnTo>
                      <a:pt x="197622" y="263457"/>
                    </a:lnTo>
                    <a:lnTo>
                      <a:pt x="189316" y="252703"/>
                    </a:lnTo>
                    <a:lnTo>
                      <a:pt x="194481" y="231554"/>
                    </a:lnTo>
                    <a:lnTo>
                      <a:pt x="258492" y="193963"/>
                    </a:lnTo>
                    <a:lnTo>
                      <a:pt x="160736" y="0"/>
                    </a:lnTo>
                    <a:lnTo>
                      <a:pt x="84897" y="36567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</p:sp>
        </p:grpSp>
        <p:grpSp>
          <p:nvGrpSpPr>
            <p:cNvPr id="691" name="Здания (ЕГКО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13" name="Контур"/>
              <p:cNvSpPr/>
              <p:nvPr/>
            </p:nvSpPr>
            <p:spPr>
              <a:xfrm>
                <a:off x="7314629" y="3740204"/>
                <a:ext cx="432324" cy="532260"/>
              </a:xfrm>
              <a:custGeom>
                <a:avLst/>
                <a:gdLst/>
                <a:ahLst/>
                <a:cxnLst/>
                <a:rect l="l" t="t" r="r" b="b"/>
                <a:pathLst>
                  <a:path w="432324" h="532260">
                    <a:moveTo>
                      <a:pt x="340128" y="532260"/>
                    </a:moveTo>
                    <a:lnTo>
                      <a:pt x="0" y="68400"/>
                    </a:lnTo>
                    <a:lnTo>
                      <a:pt x="89847" y="0"/>
                    </a:lnTo>
                    <a:lnTo>
                      <a:pt x="374616" y="388170"/>
                    </a:lnTo>
                    <a:lnTo>
                      <a:pt x="432324" y="465327"/>
                    </a:lnTo>
                    <a:lnTo>
                      <a:pt x="340128" y="5322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" name="Контур"/>
              <p:cNvSpPr/>
              <p:nvPr/>
            </p:nvSpPr>
            <p:spPr>
              <a:xfrm>
                <a:off x="6593477" y="3756944"/>
                <a:ext cx="486846" cy="401904"/>
              </a:xfrm>
              <a:custGeom>
                <a:avLst/>
                <a:gdLst/>
                <a:ahLst/>
                <a:cxnLst/>
                <a:rect l="l" t="t" r="r" b="b"/>
                <a:pathLst>
                  <a:path w="486846" h="401904">
                    <a:moveTo>
                      <a:pt x="486846" y="73341"/>
                    </a:moveTo>
                    <a:lnTo>
                      <a:pt x="57951" y="401904"/>
                    </a:lnTo>
                    <a:lnTo>
                      <a:pt x="0" y="324000"/>
                    </a:lnTo>
                    <a:lnTo>
                      <a:pt x="432000" y="0"/>
                    </a:lnTo>
                    <a:lnTo>
                      <a:pt x="486846" y="733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" name="Контур"/>
              <p:cNvSpPr/>
              <p:nvPr/>
            </p:nvSpPr>
            <p:spPr>
              <a:xfrm>
                <a:off x="6353409" y="3421736"/>
                <a:ext cx="810812" cy="678729"/>
              </a:xfrm>
              <a:custGeom>
                <a:avLst/>
                <a:gdLst/>
                <a:ahLst/>
                <a:cxnLst/>
                <a:rect l="l" t="t" r="r" b="b"/>
                <a:pathLst>
                  <a:path w="810812" h="678729">
                    <a:moveTo>
                      <a:pt x="87815" y="678729"/>
                    </a:moveTo>
                    <a:lnTo>
                      <a:pt x="0" y="561555"/>
                    </a:lnTo>
                    <a:lnTo>
                      <a:pt x="749296" y="0"/>
                    </a:lnTo>
                    <a:lnTo>
                      <a:pt x="781187" y="42552"/>
                    </a:lnTo>
                    <a:lnTo>
                      <a:pt x="754887" y="62262"/>
                    </a:lnTo>
                    <a:lnTo>
                      <a:pt x="810812" y="136884"/>
                    </a:lnTo>
                    <a:lnTo>
                      <a:pt x="87815" y="6787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" name="Контур"/>
              <p:cNvSpPr/>
              <p:nvPr/>
            </p:nvSpPr>
            <p:spPr>
              <a:xfrm>
                <a:off x="6471049" y="3848237"/>
                <a:ext cx="855919" cy="1054434"/>
              </a:xfrm>
              <a:custGeom>
                <a:avLst/>
                <a:gdLst/>
                <a:ahLst/>
                <a:cxnLst/>
                <a:rect l="l" t="t" r="r" b="b"/>
                <a:pathLst>
                  <a:path w="855919" h="1054434">
                    <a:moveTo>
                      <a:pt x="855919" y="30630"/>
                    </a:moveTo>
                    <a:lnTo>
                      <a:pt x="816031" y="59763"/>
                    </a:lnTo>
                    <a:lnTo>
                      <a:pt x="66592" y="606999"/>
                    </a:lnTo>
                    <a:lnTo>
                      <a:pt x="163225" y="739335"/>
                    </a:lnTo>
                    <a:lnTo>
                      <a:pt x="194248" y="781644"/>
                    </a:lnTo>
                    <a:lnTo>
                      <a:pt x="327142" y="963633"/>
                    </a:lnTo>
                    <a:lnTo>
                      <a:pt x="368159" y="933058"/>
                    </a:lnTo>
                    <a:lnTo>
                      <a:pt x="417778" y="998280"/>
                    </a:lnTo>
                    <a:lnTo>
                      <a:pt x="332879" y="1054434"/>
                    </a:lnTo>
                    <a:lnTo>
                      <a:pt x="150066" y="811512"/>
                    </a:lnTo>
                    <a:lnTo>
                      <a:pt x="0" y="605609"/>
                    </a:lnTo>
                    <a:lnTo>
                      <a:pt x="832256" y="0"/>
                    </a:lnTo>
                    <a:lnTo>
                      <a:pt x="855919" y="306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7" name="Контур"/>
              <p:cNvSpPr/>
              <p:nvPr/>
            </p:nvSpPr>
            <p:spPr>
              <a:xfrm>
                <a:off x="6665297" y="4053575"/>
                <a:ext cx="913446" cy="758295"/>
              </a:xfrm>
              <a:custGeom>
                <a:avLst/>
                <a:gdLst/>
                <a:ahLst/>
                <a:cxnLst/>
                <a:rect l="l" t="t" r="r" b="b"/>
                <a:pathLst>
                  <a:path w="913446" h="758295">
                    <a:moveTo>
                      <a:pt x="789246" y="0"/>
                    </a:moveTo>
                    <a:lnTo>
                      <a:pt x="913446" y="179271"/>
                    </a:lnTo>
                    <a:lnTo>
                      <a:pt x="605345" y="408025"/>
                    </a:lnTo>
                    <a:lnTo>
                      <a:pt x="380246" y="575123"/>
                    </a:lnTo>
                    <a:lnTo>
                      <a:pt x="173911" y="727720"/>
                    </a:lnTo>
                    <a:lnTo>
                      <a:pt x="132894" y="758295"/>
                    </a:lnTo>
                    <a:lnTo>
                      <a:pt x="0" y="576306"/>
                    </a:lnTo>
                    <a:lnTo>
                      <a:pt x="14202" y="565929"/>
                    </a:lnTo>
                    <a:lnTo>
                      <a:pt x="44478" y="543834"/>
                    </a:lnTo>
                    <a:lnTo>
                      <a:pt x="78924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8" name="Контур"/>
              <p:cNvSpPr/>
              <p:nvPr/>
            </p:nvSpPr>
            <p:spPr>
              <a:xfrm>
                <a:off x="7045543" y="4461600"/>
                <a:ext cx="250742" cy="201641"/>
              </a:xfrm>
              <a:custGeom>
                <a:avLst/>
                <a:gdLst/>
                <a:ahLst/>
                <a:cxnLst/>
                <a:rect l="l" t="t" r="r" b="b"/>
                <a:pathLst>
                  <a:path w="250742" h="201641">
                    <a:moveTo>
                      <a:pt x="0" y="167098"/>
                    </a:moveTo>
                    <a:lnTo>
                      <a:pt x="225099" y="0"/>
                    </a:lnTo>
                    <a:lnTo>
                      <a:pt x="250742" y="34543"/>
                    </a:lnTo>
                    <a:lnTo>
                      <a:pt x="25643" y="201641"/>
                    </a:lnTo>
                    <a:lnTo>
                      <a:pt x="0" y="1670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" name="Контур"/>
              <p:cNvSpPr/>
              <p:nvPr/>
            </p:nvSpPr>
            <p:spPr>
              <a:xfrm>
                <a:off x="6634274" y="4555037"/>
                <a:ext cx="75501" cy="74844"/>
              </a:xfrm>
              <a:custGeom>
                <a:avLst/>
                <a:gdLst/>
                <a:ahLst/>
                <a:cxnLst/>
                <a:rect l="l" t="t" r="r" b="b"/>
                <a:pathLst>
                  <a:path w="75501" h="74844">
                    <a:moveTo>
                      <a:pt x="45225" y="64467"/>
                    </a:moveTo>
                    <a:lnTo>
                      <a:pt x="31023" y="74844"/>
                    </a:lnTo>
                    <a:lnTo>
                      <a:pt x="0" y="32535"/>
                    </a:lnTo>
                    <a:lnTo>
                      <a:pt x="44568" y="0"/>
                    </a:lnTo>
                    <a:lnTo>
                      <a:pt x="75501" y="42372"/>
                    </a:lnTo>
                    <a:lnTo>
                      <a:pt x="45225" y="644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" name="Контур"/>
              <p:cNvSpPr/>
              <p:nvPr/>
            </p:nvSpPr>
            <p:spPr>
              <a:xfrm>
                <a:off x="6537641" y="3908000"/>
                <a:ext cx="916902" cy="689409"/>
              </a:xfrm>
              <a:custGeom>
                <a:avLst/>
                <a:gdLst/>
                <a:ahLst/>
                <a:cxnLst/>
                <a:rect l="l" t="t" r="r" b="b"/>
                <a:pathLst>
                  <a:path w="916902" h="689409">
                    <a:moveTo>
                      <a:pt x="916902" y="145575"/>
                    </a:moveTo>
                    <a:lnTo>
                      <a:pt x="172134" y="689409"/>
                    </a:lnTo>
                    <a:lnTo>
                      <a:pt x="141201" y="647037"/>
                    </a:lnTo>
                    <a:lnTo>
                      <a:pt x="96633" y="679572"/>
                    </a:lnTo>
                    <a:lnTo>
                      <a:pt x="0" y="547236"/>
                    </a:lnTo>
                    <a:lnTo>
                      <a:pt x="749439" y="0"/>
                    </a:lnTo>
                    <a:lnTo>
                      <a:pt x="779994" y="41841"/>
                    </a:lnTo>
                    <a:lnTo>
                      <a:pt x="819882" y="12708"/>
                    </a:lnTo>
                    <a:lnTo>
                      <a:pt x="916902" y="1455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1" name="Контур"/>
              <p:cNvSpPr/>
              <p:nvPr/>
            </p:nvSpPr>
            <p:spPr>
              <a:xfrm>
                <a:off x="6244997" y="4080944"/>
                <a:ext cx="406431" cy="337095"/>
              </a:xfrm>
              <a:custGeom>
                <a:avLst/>
                <a:gdLst/>
                <a:ahLst/>
                <a:cxnLst/>
                <a:rect l="l" t="t" r="r" b="b"/>
                <a:pathLst>
                  <a:path w="406431" h="337095">
                    <a:moveTo>
                      <a:pt x="406431" y="77904"/>
                    </a:moveTo>
                    <a:lnTo>
                      <a:pt x="57960" y="337095"/>
                    </a:lnTo>
                    <a:lnTo>
                      <a:pt x="0" y="259200"/>
                    </a:lnTo>
                    <a:lnTo>
                      <a:pt x="348480" y="0"/>
                    </a:lnTo>
                    <a:lnTo>
                      <a:pt x="406431" y="779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2" name="Контур"/>
              <p:cNvSpPr/>
              <p:nvPr/>
            </p:nvSpPr>
            <p:spPr>
              <a:xfrm>
                <a:off x="5862686" y="5663504"/>
                <a:ext cx="287271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287271" h="275850">
                    <a:moveTo>
                      <a:pt x="225" y="157491"/>
                    </a:moveTo>
                    <a:lnTo>
                      <a:pt x="15606" y="147564"/>
                    </a:lnTo>
                    <a:lnTo>
                      <a:pt x="0" y="124839"/>
                    </a:lnTo>
                    <a:lnTo>
                      <a:pt x="199431" y="0"/>
                    </a:lnTo>
                    <a:lnTo>
                      <a:pt x="287271" y="141120"/>
                    </a:lnTo>
                    <a:lnTo>
                      <a:pt x="74862" y="275850"/>
                    </a:lnTo>
                    <a:lnTo>
                      <a:pt x="225" y="1574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3" name="Контур"/>
              <p:cNvSpPr/>
              <p:nvPr/>
            </p:nvSpPr>
            <p:spPr>
              <a:xfrm>
                <a:off x="7361700" y="5549589"/>
                <a:ext cx="229942" cy="211107"/>
              </a:xfrm>
              <a:custGeom>
                <a:avLst/>
                <a:gdLst/>
                <a:ahLst/>
                <a:cxnLst/>
                <a:rect l="l" t="t" r="r" b="b"/>
                <a:pathLst>
                  <a:path w="229942" h="211107">
                    <a:moveTo>
                      <a:pt x="166999" y="0"/>
                    </a:moveTo>
                    <a:lnTo>
                      <a:pt x="229942" y="80453"/>
                    </a:lnTo>
                    <a:lnTo>
                      <a:pt x="62943" y="211107"/>
                    </a:lnTo>
                    <a:lnTo>
                      <a:pt x="0" y="130654"/>
                    </a:lnTo>
                    <a:lnTo>
                      <a:pt x="16699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4" name="Контур"/>
              <p:cNvSpPr/>
              <p:nvPr/>
            </p:nvSpPr>
            <p:spPr>
              <a:xfrm>
                <a:off x="6091042" y="5106896"/>
                <a:ext cx="43295" cy="59876"/>
              </a:xfrm>
              <a:custGeom>
                <a:avLst/>
                <a:gdLst/>
                <a:ahLst/>
                <a:cxnLst/>
                <a:rect l="l" t="t" r="r" b="b"/>
                <a:pathLst>
                  <a:path w="43295" h="59876">
                    <a:moveTo>
                      <a:pt x="0" y="9241"/>
                    </a:moveTo>
                    <a:lnTo>
                      <a:pt x="20797" y="0"/>
                    </a:lnTo>
                    <a:lnTo>
                      <a:pt x="43295" y="50635"/>
                    </a:lnTo>
                    <a:lnTo>
                      <a:pt x="22499" y="59876"/>
                    </a:lnTo>
                    <a:lnTo>
                      <a:pt x="0" y="92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5" name="Контур"/>
              <p:cNvSpPr/>
              <p:nvPr/>
            </p:nvSpPr>
            <p:spPr>
              <a:xfrm>
                <a:off x="7104677" y="4723184"/>
                <a:ext cx="542871" cy="436725"/>
              </a:xfrm>
              <a:custGeom>
                <a:avLst/>
                <a:gdLst/>
                <a:ahLst/>
                <a:cxnLst/>
                <a:rect l="l" t="t" r="r" b="b"/>
                <a:pathLst>
                  <a:path w="542871" h="436725">
                    <a:moveTo>
                      <a:pt x="542871" y="86814"/>
                    </a:moveTo>
                    <a:lnTo>
                      <a:pt x="63360" y="436725"/>
                    </a:lnTo>
                    <a:lnTo>
                      <a:pt x="0" y="349920"/>
                    </a:lnTo>
                    <a:lnTo>
                      <a:pt x="479520" y="0"/>
                    </a:lnTo>
                    <a:lnTo>
                      <a:pt x="542871" y="868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" name="Контур"/>
              <p:cNvSpPr/>
              <p:nvPr/>
            </p:nvSpPr>
            <p:spPr>
              <a:xfrm>
                <a:off x="6040288" y="4996250"/>
                <a:ext cx="69052" cy="65611"/>
              </a:xfrm>
              <a:custGeom>
                <a:avLst/>
                <a:gdLst/>
                <a:ahLst/>
                <a:cxnLst/>
                <a:rect l="l" t="t" r="r" b="b"/>
                <a:pathLst>
                  <a:path w="69052" h="65611">
                    <a:moveTo>
                      <a:pt x="23047" y="65611"/>
                    </a:moveTo>
                    <a:lnTo>
                      <a:pt x="0" y="12032"/>
                    </a:lnTo>
                    <a:lnTo>
                      <a:pt x="63146" y="0"/>
                    </a:lnTo>
                    <a:lnTo>
                      <a:pt x="69052" y="26431"/>
                    </a:lnTo>
                    <a:lnTo>
                      <a:pt x="54753" y="29230"/>
                    </a:lnTo>
                    <a:lnTo>
                      <a:pt x="60038" y="59704"/>
                    </a:lnTo>
                    <a:lnTo>
                      <a:pt x="23047" y="656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7" name="Контур"/>
              <p:cNvSpPr/>
              <p:nvPr/>
            </p:nvSpPr>
            <p:spPr>
              <a:xfrm>
                <a:off x="6019387" y="4973580"/>
                <a:ext cx="84047" cy="34702"/>
              </a:xfrm>
              <a:custGeom>
                <a:avLst/>
                <a:gdLst/>
                <a:ahLst/>
                <a:cxnLst/>
                <a:rect l="l" t="t" r="r" b="b"/>
                <a:pathLst>
                  <a:path w="84047" h="34702">
                    <a:moveTo>
                      <a:pt x="20901" y="34702"/>
                    </a:moveTo>
                    <a:lnTo>
                      <a:pt x="0" y="15684"/>
                    </a:lnTo>
                    <a:lnTo>
                      <a:pt x="74947" y="0"/>
                    </a:lnTo>
                    <a:lnTo>
                      <a:pt x="84047" y="22670"/>
                    </a:lnTo>
                    <a:lnTo>
                      <a:pt x="20901" y="347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8" name="Контур"/>
              <p:cNvSpPr/>
              <p:nvPr/>
            </p:nvSpPr>
            <p:spPr>
              <a:xfrm>
                <a:off x="5530516" y="4182845"/>
                <a:ext cx="105201" cy="88986"/>
              </a:xfrm>
              <a:custGeom>
                <a:avLst/>
                <a:gdLst/>
                <a:ahLst/>
                <a:cxnLst/>
                <a:rect l="l" t="t" r="r" b="b"/>
                <a:pathLst>
                  <a:path w="105201" h="88986">
                    <a:moveTo>
                      <a:pt x="85622" y="0"/>
                    </a:moveTo>
                    <a:lnTo>
                      <a:pt x="105201" y="27081"/>
                    </a:lnTo>
                    <a:lnTo>
                      <a:pt x="19580" y="88986"/>
                    </a:lnTo>
                    <a:lnTo>
                      <a:pt x="0" y="61905"/>
                    </a:lnTo>
                    <a:lnTo>
                      <a:pt x="8562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" name="Контур"/>
              <p:cNvSpPr/>
              <p:nvPr/>
            </p:nvSpPr>
            <p:spPr>
              <a:xfrm>
                <a:off x="5057718" y="4214083"/>
                <a:ext cx="51451" cy="57545"/>
              </a:xfrm>
              <a:custGeom>
                <a:avLst/>
                <a:gdLst/>
                <a:ahLst/>
                <a:cxnLst/>
                <a:rect l="l" t="t" r="r" b="b"/>
                <a:pathLst>
                  <a:path w="51451" h="57545">
                    <a:moveTo>
                      <a:pt x="0" y="13575"/>
                    </a:moveTo>
                    <a:lnTo>
                      <a:pt x="17669" y="0"/>
                    </a:lnTo>
                    <a:lnTo>
                      <a:pt x="51451" y="43970"/>
                    </a:lnTo>
                    <a:lnTo>
                      <a:pt x="33783" y="57545"/>
                    </a:lnTo>
                    <a:lnTo>
                      <a:pt x="0" y="135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0" name="Контур"/>
              <p:cNvSpPr/>
              <p:nvPr/>
            </p:nvSpPr>
            <p:spPr>
              <a:xfrm>
                <a:off x="5351621" y="3704807"/>
                <a:ext cx="600381" cy="477603"/>
              </a:xfrm>
              <a:custGeom>
                <a:avLst/>
                <a:gdLst/>
                <a:ahLst/>
                <a:cxnLst/>
                <a:rect l="l" t="t" r="r" b="b"/>
                <a:pathLst>
                  <a:path w="600381" h="477603">
                    <a:moveTo>
                      <a:pt x="600381" y="82449"/>
                    </a:moveTo>
                    <a:lnTo>
                      <a:pt x="60327" y="477603"/>
                    </a:lnTo>
                    <a:lnTo>
                      <a:pt x="0" y="395154"/>
                    </a:lnTo>
                    <a:lnTo>
                      <a:pt x="540054" y="0"/>
                    </a:lnTo>
                    <a:lnTo>
                      <a:pt x="600381" y="824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" name="Контур"/>
              <p:cNvSpPr/>
              <p:nvPr/>
            </p:nvSpPr>
            <p:spPr>
              <a:xfrm>
                <a:off x="5779228" y="3998360"/>
                <a:ext cx="114670" cy="96189"/>
              </a:xfrm>
              <a:custGeom>
                <a:avLst/>
                <a:gdLst/>
                <a:ahLst/>
                <a:cxnLst/>
                <a:rect l="l" t="t" r="r" b="b"/>
                <a:pathLst>
                  <a:path w="114670" h="96189">
                    <a:moveTo>
                      <a:pt x="94536" y="0"/>
                    </a:moveTo>
                    <a:lnTo>
                      <a:pt x="114670" y="27853"/>
                    </a:lnTo>
                    <a:lnTo>
                      <a:pt x="20134" y="96189"/>
                    </a:lnTo>
                    <a:lnTo>
                      <a:pt x="0" y="68335"/>
                    </a:lnTo>
                    <a:lnTo>
                      <a:pt x="9453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" name="Контур"/>
              <p:cNvSpPr/>
              <p:nvPr/>
            </p:nvSpPr>
            <p:spPr>
              <a:xfrm>
                <a:off x="5660749" y="4089530"/>
                <a:ext cx="106269" cy="90334"/>
              </a:xfrm>
              <a:custGeom>
                <a:avLst/>
                <a:gdLst/>
                <a:ahLst/>
                <a:cxnLst/>
                <a:rect l="l" t="t" r="r" b="b"/>
                <a:pathLst>
                  <a:path w="106269" h="90334">
                    <a:moveTo>
                      <a:pt x="85529" y="0"/>
                    </a:moveTo>
                    <a:lnTo>
                      <a:pt x="106269" y="28853"/>
                    </a:lnTo>
                    <a:lnTo>
                      <a:pt x="20740" y="90334"/>
                    </a:lnTo>
                    <a:lnTo>
                      <a:pt x="0" y="61481"/>
                    </a:lnTo>
                    <a:lnTo>
                      <a:pt x="8552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" name="Контур"/>
              <p:cNvSpPr/>
              <p:nvPr/>
            </p:nvSpPr>
            <p:spPr>
              <a:xfrm>
                <a:off x="5178859" y="4018817"/>
                <a:ext cx="56847" cy="63649"/>
              </a:xfrm>
              <a:custGeom>
                <a:avLst/>
                <a:gdLst/>
                <a:ahLst/>
                <a:cxnLst/>
                <a:rect l="l" t="t" r="r" b="b"/>
                <a:pathLst>
                  <a:path w="56847" h="63649">
                    <a:moveTo>
                      <a:pt x="20573" y="63649"/>
                    </a:moveTo>
                    <a:lnTo>
                      <a:pt x="0" y="46857"/>
                    </a:lnTo>
                    <a:lnTo>
                      <a:pt x="30318" y="0"/>
                    </a:lnTo>
                    <a:lnTo>
                      <a:pt x="56847" y="21668"/>
                    </a:lnTo>
                    <a:lnTo>
                      <a:pt x="20573" y="636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4" name="Контур"/>
              <p:cNvSpPr/>
              <p:nvPr/>
            </p:nvSpPr>
            <p:spPr>
              <a:xfrm>
                <a:off x="5113710" y="4122821"/>
                <a:ext cx="232214" cy="269742"/>
              </a:xfrm>
              <a:custGeom>
                <a:avLst/>
                <a:gdLst/>
                <a:ahLst/>
                <a:cxnLst/>
                <a:rect l="l" t="t" r="r" b="b"/>
                <a:pathLst>
                  <a:path w="232214" h="269742">
                    <a:moveTo>
                      <a:pt x="232214" y="239058"/>
                    </a:moveTo>
                    <a:lnTo>
                      <a:pt x="196484" y="269742"/>
                    </a:lnTo>
                    <a:lnTo>
                      <a:pt x="0" y="40948"/>
                    </a:lnTo>
                    <a:lnTo>
                      <a:pt x="30236" y="0"/>
                    </a:lnTo>
                    <a:lnTo>
                      <a:pt x="232214" y="2390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" name="Контур"/>
              <p:cNvSpPr/>
              <p:nvPr/>
            </p:nvSpPr>
            <p:spPr>
              <a:xfrm>
                <a:off x="5397447" y="4276682"/>
                <a:ext cx="108331" cy="93690"/>
              </a:xfrm>
              <a:custGeom>
                <a:avLst/>
                <a:gdLst/>
                <a:ahLst/>
                <a:cxnLst/>
                <a:rect l="l" t="t" r="r" b="b"/>
                <a:pathLst>
                  <a:path w="108331" h="93690">
                    <a:moveTo>
                      <a:pt x="89072" y="0"/>
                    </a:moveTo>
                    <a:lnTo>
                      <a:pt x="108331" y="26273"/>
                    </a:lnTo>
                    <a:lnTo>
                      <a:pt x="20911" y="93690"/>
                    </a:lnTo>
                    <a:lnTo>
                      <a:pt x="0" y="65793"/>
                    </a:lnTo>
                    <a:lnTo>
                      <a:pt x="41588" y="35697"/>
                    </a:lnTo>
                    <a:lnTo>
                      <a:pt x="8907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" name="Контур"/>
              <p:cNvSpPr/>
              <p:nvPr/>
            </p:nvSpPr>
            <p:spPr>
              <a:xfrm>
                <a:off x="4526220" y="4222974"/>
                <a:ext cx="163221" cy="163870"/>
              </a:xfrm>
              <a:custGeom>
                <a:avLst/>
                <a:gdLst/>
                <a:ahLst/>
                <a:cxnLst/>
                <a:rect l="l" t="t" r="r" b="b"/>
                <a:pathLst>
                  <a:path w="163221" h="163870">
                    <a:moveTo>
                      <a:pt x="0" y="75026"/>
                    </a:moveTo>
                    <a:lnTo>
                      <a:pt x="93381" y="0"/>
                    </a:lnTo>
                    <a:lnTo>
                      <a:pt x="163221" y="71775"/>
                    </a:lnTo>
                    <a:lnTo>
                      <a:pt x="64415" y="163870"/>
                    </a:lnTo>
                    <a:lnTo>
                      <a:pt x="0" y="750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" name="Контур"/>
              <p:cNvSpPr/>
              <p:nvPr/>
            </p:nvSpPr>
            <p:spPr>
              <a:xfrm>
                <a:off x="5206532" y="4088144"/>
                <a:ext cx="232503" cy="254331"/>
              </a:xfrm>
              <a:custGeom>
                <a:avLst/>
                <a:gdLst/>
                <a:ahLst/>
                <a:cxnLst/>
                <a:rect l="l" t="t" r="r" b="b"/>
                <a:pathLst>
                  <a:path w="232503" h="254331">
                    <a:moveTo>
                      <a:pt x="190915" y="254331"/>
                    </a:moveTo>
                    <a:lnTo>
                      <a:pt x="0" y="27099"/>
                    </a:lnTo>
                    <a:lnTo>
                      <a:pt x="31905" y="0"/>
                    </a:lnTo>
                    <a:lnTo>
                      <a:pt x="197291" y="181514"/>
                    </a:lnTo>
                    <a:lnTo>
                      <a:pt x="232503" y="224235"/>
                    </a:lnTo>
                    <a:lnTo>
                      <a:pt x="190915" y="2543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" name="Контур"/>
              <p:cNvSpPr/>
              <p:nvPr/>
            </p:nvSpPr>
            <p:spPr>
              <a:xfrm>
                <a:off x="5403823" y="4233241"/>
                <a:ext cx="82696" cy="79138"/>
              </a:xfrm>
              <a:custGeom>
                <a:avLst/>
                <a:gdLst/>
                <a:ahLst/>
                <a:cxnLst/>
                <a:rect l="l" t="t" r="r" b="b"/>
                <a:pathLst>
                  <a:path w="82696" h="79138">
                    <a:moveTo>
                      <a:pt x="51585" y="0"/>
                    </a:moveTo>
                    <a:lnTo>
                      <a:pt x="69937" y="26421"/>
                    </a:lnTo>
                    <a:lnTo>
                      <a:pt x="82696" y="43441"/>
                    </a:lnTo>
                    <a:lnTo>
                      <a:pt x="35212" y="79138"/>
                    </a:lnTo>
                    <a:lnTo>
                      <a:pt x="0" y="36417"/>
                    </a:lnTo>
                    <a:lnTo>
                      <a:pt x="5158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" name="Контур"/>
              <p:cNvSpPr/>
              <p:nvPr/>
            </p:nvSpPr>
            <p:spPr>
              <a:xfrm>
                <a:off x="5455408" y="3823208"/>
                <a:ext cx="596119" cy="453474"/>
              </a:xfrm>
              <a:custGeom>
                <a:avLst/>
                <a:gdLst/>
                <a:ahLst/>
                <a:cxnLst/>
                <a:rect l="l" t="t" r="r" b="b"/>
                <a:pathLst>
                  <a:path w="596119" h="453474">
                    <a:moveTo>
                      <a:pt x="596119" y="48099"/>
                    </a:moveTo>
                    <a:lnTo>
                      <a:pt x="547730" y="82953"/>
                    </a:lnTo>
                    <a:lnTo>
                      <a:pt x="511449" y="108831"/>
                    </a:lnTo>
                    <a:lnTo>
                      <a:pt x="467359" y="140009"/>
                    </a:lnTo>
                    <a:lnTo>
                      <a:pt x="418356" y="175152"/>
                    </a:lnTo>
                    <a:lnTo>
                      <a:pt x="323820" y="243487"/>
                    </a:lnTo>
                    <a:lnTo>
                      <a:pt x="290870" y="266322"/>
                    </a:lnTo>
                    <a:lnTo>
                      <a:pt x="205341" y="327803"/>
                    </a:lnTo>
                    <a:lnTo>
                      <a:pt x="160730" y="359637"/>
                    </a:lnTo>
                    <a:lnTo>
                      <a:pt x="75108" y="421542"/>
                    </a:lnTo>
                    <a:lnTo>
                      <a:pt x="31111" y="453474"/>
                    </a:lnTo>
                    <a:lnTo>
                      <a:pt x="18352" y="436454"/>
                    </a:lnTo>
                    <a:lnTo>
                      <a:pt x="0" y="410033"/>
                    </a:lnTo>
                    <a:lnTo>
                      <a:pt x="558962" y="0"/>
                    </a:lnTo>
                    <a:lnTo>
                      <a:pt x="573527" y="18851"/>
                    </a:lnTo>
                    <a:lnTo>
                      <a:pt x="596119" y="480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" name="Контур"/>
              <p:cNvSpPr/>
              <p:nvPr/>
            </p:nvSpPr>
            <p:spPr>
              <a:xfrm>
                <a:off x="5441621" y="5769372"/>
                <a:ext cx="159003" cy="138515"/>
              </a:xfrm>
              <a:custGeom>
                <a:avLst/>
                <a:gdLst/>
                <a:ahLst/>
                <a:cxnLst/>
                <a:rect l="l" t="t" r="r" b="b"/>
                <a:pathLst>
                  <a:path w="159003" h="138515">
                    <a:moveTo>
                      <a:pt x="8729" y="99446"/>
                    </a:moveTo>
                    <a:lnTo>
                      <a:pt x="101121" y="43652"/>
                    </a:lnTo>
                    <a:lnTo>
                      <a:pt x="88425" y="22630"/>
                    </a:lnTo>
                    <a:lnTo>
                      <a:pt x="125898" y="0"/>
                    </a:lnTo>
                    <a:lnTo>
                      <a:pt x="159003" y="54820"/>
                    </a:lnTo>
                    <a:lnTo>
                      <a:pt x="20410" y="138515"/>
                    </a:lnTo>
                    <a:lnTo>
                      <a:pt x="0" y="104718"/>
                    </a:lnTo>
                    <a:lnTo>
                      <a:pt x="8729" y="994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" name="Контур"/>
              <p:cNvSpPr/>
              <p:nvPr/>
            </p:nvSpPr>
            <p:spPr>
              <a:xfrm>
                <a:off x="4743347" y="5203289"/>
                <a:ext cx="836532" cy="671166"/>
              </a:xfrm>
              <a:custGeom>
                <a:avLst/>
                <a:gdLst/>
                <a:ahLst/>
                <a:cxnLst/>
                <a:rect l="l" t="t" r="r" b="b"/>
                <a:pathLst>
                  <a:path w="836532" h="671166">
                    <a:moveTo>
                      <a:pt x="731862" y="0"/>
                    </a:moveTo>
                    <a:lnTo>
                      <a:pt x="836532" y="145800"/>
                    </a:lnTo>
                    <a:lnTo>
                      <a:pt x="315826" y="522504"/>
                    </a:lnTo>
                    <a:lnTo>
                      <a:pt x="104670" y="671166"/>
                    </a:lnTo>
                    <a:lnTo>
                      <a:pt x="0" y="525366"/>
                    </a:lnTo>
                    <a:lnTo>
                      <a:pt x="27832" y="503857"/>
                    </a:lnTo>
                    <a:lnTo>
                      <a:pt x="580479" y="104157"/>
                    </a:lnTo>
                    <a:lnTo>
                      <a:pt x="73186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" name="Контур"/>
              <p:cNvSpPr/>
              <p:nvPr/>
            </p:nvSpPr>
            <p:spPr>
              <a:xfrm>
                <a:off x="4744228" y="5225957"/>
                <a:ext cx="579598" cy="481189"/>
              </a:xfrm>
              <a:custGeom>
                <a:avLst/>
                <a:gdLst/>
                <a:ahLst/>
                <a:cxnLst/>
                <a:rect l="l" t="t" r="r" b="b"/>
                <a:pathLst>
                  <a:path w="579598" h="481189">
                    <a:moveTo>
                      <a:pt x="26951" y="481189"/>
                    </a:moveTo>
                    <a:lnTo>
                      <a:pt x="0" y="446259"/>
                    </a:lnTo>
                    <a:lnTo>
                      <a:pt x="124505" y="358067"/>
                    </a:lnTo>
                    <a:lnTo>
                      <a:pt x="90580" y="314267"/>
                    </a:lnTo>
                    <a:lnTo>
                      <a:pt x="521766" y="0"/>
                    </a:lnTo>
                    <a:lnTo>
                      <a:pt x="579598" y="81489"/>
                    </a:lnTo>
                    <a:lnTo>
                      <a:pt x="26951" y="4811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" name="Контур"/>
              <p:cNvSpPr/>
              <p:nvPr/>
            </p:nvSpPr>
            <p:spPr>
              <a:xfrm>
                <a:off x="5820609" y="5393690"/>
                <a:ext cx="93750" cy="93735"/>
              </a:xfrm>
              <a:custGeom>
                <a:avLst/>
                <a:gdLst/>
                <a:ahLst/>
                <a:cxnLst/>
                <a:rect l="l" t="t" r="r" b="b"/>
                <a:pathLst>
                  <a:path w="93750" h="93735">
                    <a:moveTo>
                      <a:pt x="36823" y="93735"/>
                    </a:moveTo>
                    <a:lnTo>
                      <a:pt x="0" y="36851"/>
                    </a:lnTo>
                    <a:lnTo>
                      <a:pt x="56927" y="0"/>
                    </a:lnTo>
                    <a:lnTo>
                      <a:pt x="93750" y="56883"/>
                    </a:lnTo>
                    <a:lnTo>
                      <a:pt x="36823" y="937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" name="Контур"/>
              <p:cNvSpPr/>
              <p:nvPr/>
            </p:nvSpPr>
            <p:spPr>
              <a:xfrm>
                <a:off x="5293157" y="4361879"/>
                <a:ext cx="96408" cy="89190"/>
              </a:xfrm>
              <a:custGeom>
                <a:avLst/>
                <a:gdLst/>
                <a:ahLst/>
                <a:cxnLst/>
                <a:rect l="l" t="t" r="r" b="b"/>
                <a:pathLst>
                  <a:path w="96408" h="89190">
                    <a:moveTo>
                      <a:pt x="0" y="44505"/>
                    </a:moveTo>
                    <a:lnTo>
                      <a:pt x="17037" y="30684"/>
                    </a:lnTo>
                    <a:lnTo>
                      <a:pt x="52767" y="0"/>
                    </a:lnTo>
                    <a:lnTo>
                      <a:pt x="96408" y="51534"/>
                    </a:lnTo>
                    <a:lnTo>
                      <a:pt x="71424" y="72621"/>
                    </a:lnTo>
                    <a:lnTo>
                      <a:pt x="65565" y="65682"/>
                    </a:lnTo>
                    <a:lnTo>
                      <a:pt x="37701" y="89190"/>
                    </a:lnTo>
                    <a:lnTo>
                      <a:pt x="0" y="445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" name="Контур"/>
              <p:cNvSpPr/>
              <p:nvPr/>
            </p:nvSpPr>
            <p:spPr>
              <a:xfrm>
                <a:off x="5475209" y="5165105"/>
                <a:ext cx="168491" cy="183984"/>
              </a:xfrm>
              <a:custGeom>
                <a:avLst/>
                <a:gdLst/>
                <a:ahLst/>
                <a:cxnLst/>
                <a:rect l="l" t="t" r="r" b="b"/>
                <a:pathLst>
                  <a:path w="168491" h="183984">
                    <a:moveTo>
                      <a:pt x="0" y="38184"/>
                    </a:moveTo>
                    <a:lnTo>
                      <a:pt x="61300" y="0"/>
                    </a:lnTo>
                    <a:lnTo>
                      <a:pt x="168491" y="148912"/>
                    </a:lnTo>
                    <a:lnTo>
                      <a:pt x="104670" y="183984"/>
                    </a:lnTo>
                    <a:lnTo>
                      <a:pt x="0" y="381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6" name="Контур"/>
              <p:cNvSpPr/>
              <p:nvPr/>
            </p:nvSpPr>
            <p:spPr>
              <a:xfrm>
                <a:off x="3862625" y="4121678"/>
                <a:ext cx="162054" cy="169106"/>
              </a:xfrm>
              <a:custGeom>
                <a:avLst/>
                <a:gdLst/>
                <a:ahLst/>
                <a:cxnLst/>
                <a:rect l="l" t="t" r="r" b="b"/>
                <a:pathLst>
                  <a:path w="162054" h="169106">
                    <a:moveTo>
                      <a:pt x="27999" y="0"/>
                    </a:moveTo>
                    <a:lnTo>
                      <a:pt x="78624" y="54234"/>
                    </a:lnTo>
                    <a:lnTo>
                      <a:pt x="162054" y="143613"/>
                    </a:lnTo>
                    <a:lnTo>
                      <a:pt x="145691" y="158466"/>
                    </a:lnTo>
                    <a:lnTo>
                      <a:pt x="133455" y="169106"/>
                    </a:lnTo>
                    <a:lnTo>
                      <a:pt x="0" y="26136"/>
                    </a:lnTo>
                    <a:lnTo>
                      <a:pt x="2799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7" name="Контур"/>
              <p:cNvSpPr/>
              <p:nvPr/>
            </p:nvSpPr>
            <p:spPr>
              <a:xfrm>
                <a:off x="3890624" y="4054673"/>
                <a:ext cx="122409" cy="121239"/>
              </a:xfrm>
              <a:custGeom>
                <a:avLst/>
                <a:gdLst/>
                <a:ahLst/>
                <a:cxnLst/>
                <a:rect l="l" t="t" r="r" b="b"/>
                <a:pathLst>
                  <a:path w="122409" h="121239">
                    <a:moveTo>
                      <a:pt x="122409" y="54234"/>
                    </a:moveTo>
                    <a:lnTo>
                      <a:pt x="50625" y="121239"/>
                    </a:lnTo>
                    <a:lnTo>
                      <a:pt x="0" y="67005"/>
                    </a:lnTo>
                    <a:lnTo>
                      <a:pt x="71775" y="0"/>
                    </a:lnTo>
                    <a:lnTo>
                      <a:pt x="122409" y="542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" name="Контур"/>
              <p:cNvSpPr/>
              <p:nvPr/>
            </p:nvSpPr>
            <p:spPr>
              <a:xfrm>
                <a:off x="4071128" y="3948419"/>
                <a:ext cx="197262" cy="195633"/>
              </a:xfrm>
              <a:custGeom>
                <a:avLst/>
                <a:gdLst/>
                <a:ahLst/>
                <a:cxnLst/>
                <a:rect l="l" t="t" r="r" b="b"/>
                <a:pathLst>
                  <a:path w="197262" h="195633">
                    <a:moveTo>
                      <a:pt x="0" y="106254"/>
                    </a:moveTo>
                    <a:lnTo>
                      <a:pt x="113832" y="0"/>
                    </a:lnTo>
                    <a:lnTo>
                      <a:pt x="197262" y="89379"/>
                    </a:lnTo>
                    <a:lnTo>
                      <a:pt x="83430" y="195633"/>
                    </a:lnTo>
                    <a:lnTo>
                      <a:pt x="0" y="1062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" name="Контур"/>
              <p:cNvSpPr/>
              <p:nvPr/>
            </p:nvSpPr>
            <p:spPr>
              <a:xfrm>
                <a:off x="3941249" y="4054673"/>
                <a:ext cx="213309" cy="210618"/>
              </a:xfrm>
              <a:custGeom>
                <a:avLst/>
                <a:gdLst/>
                <a:ahLst/>
                <a:cxnLst/>
                <a:rect l="l" t="t" r="r" b="b"/>
                <a:pathLst>
                  <a:path w="213309" h="210618">
                    <a:moveTo>
                      <a:pt x="71784" y="54234"/>
                    </a:moveTo>
                    <a:lnTo>
                      <a:pt x="129879" y="0"/>
                    </a:lnTo>
                    <a:lnTo>
                      <a:pt x="213309" y="89379"/>
                    </a:lnTo>
                    <a:lnTo>
                      <a:pt x="186293" y="114739"/>
                    </a:lnTo>
                    <a:lnTo>
                      <a:pt x="83430" y="210618"/>
                    </a:lnTo>
                    <a:lnTo>
                      <a:pt x="0" y="121239"/>
                    </a:lnTo>
                    <a:lnTo>
                      <a:pt x="71784" y="542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0" name="Контур"/>
              <p:cNvSpPr/>
              <p:nvPr/>
            </p:nvSpPr>
            <p:spPr>
              <a:xfrm>
                <a:off x="3421243" y="3978891"/>
                <a:ext cx="194777" cy="184531"/>
              </a:xfrm>
              <a:custGeom>
                <a:avLst/>
                <a:gdLst/>
                <a:ahLst/>
                <a:cxnLst/>
                <a:rect l="l" t="t" r="r" b="b"/>
                <a:pathLst>
                  <a:path w="194777" h="184531">
                    <a:moveTo>
                      <a:pt x="0" y="143446"/>
                    </a:moveTo>
                    <a:lnTo>
                      <a:pt x="153768" y="0"/>
                    </a:lnTo>
                    <a:lnTo>
                      <a:pt x="194777" y="43205"/>
                    </a:lnTo>
                    <a:lnTo>
                      <a:pt x="43372" y="184531"/>
                    </a:lnTo>
                    <a:lnTo>
                      <a:pt x="16549" y="155777"/>
                    </a:lnTo>
                    <a:lnTo>
                      <a:pt x="13766" y="158203"/>
                    </a:lnTo>
                    <a:lnTo>
                      <a:pt x="0" y="1434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1" name="Контур"/>
              <p:cNvSpPr/>
              <p:nvPr/>
            </p:nvSpPr>
            <p:spPr>
              <a:xfrm>
                <a:off x="3962399" y="3998009"/>
                <a:ext cx="108729" cy="110898"/>
              </a:xfrm>
              <a:custGeom>
                <a:avLst/>
                <a:gdLst/>
                <a:ahLst/>
                <a:cxnLst/>
                <a:rect l="l" t="t" r="r" b="b"/>
                <a:pathLst>
                  <a:path w="108729" h="110898">
                    <a:moveTo>
                      <a:pt x="108729" y="56664"/>
                    </a:moveTo>
                    <a:lnTo>
                      <a:pt x="50634" y="110898"/>
                    </a:lnTo>
                    <a:lnTo>
                      <a:pt x="0" y="56664"/>
                    </a:lnTo>
                    <a:lnTo>
                      <a:pt x="55836" y="0"/>
                    </a:lnTo>
                    <a:lnTo>
                      <a:pt x="108729" y="566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2" name="Контур"/>
              <p:cNvSpPr/>
              <p:nvPr/>
            </p:nvSpPr>
            <p:spPr>
              <a:xfrm>
                <a:off x="4036406" y="4304810"/>
                <a:ext cx="1081709" cy="839269"/>
              </a:xfrm>
              <a:custGeom>
                <a:avLst/>
                <a:gdLst/>
                <a:ahLst/>
                <a:cxnLst/>
                <a:rect l="l" t="t" r="r" b="b"/>
                <a:pathLst>
                  <a:path w="1081709" h="839269">
                    <a:moveTo>
                      <a:pt x="0" y="747153"/>
                    </a:moveTo>
                    <a:lnTo>
                      <a:pt x="1013823" y="0"/>
                    </a:lnTo>
                    <a:lnTo>
                      <a:pt x="1081709" y="92116"/>
                    </a:lnTo>
                    <a:lnTo>
                      <a:pt x="67886" y="839269"/>
                    </a:lnTo>
                    <a:lnTo>
                      <a:pt x="0" y="7471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3" name="Контур"/>
              <p:cNvSpPr/>
              <p:nvPr/>
            </p:nvSpPr>
            <p:spPr>
              <a:xfrm>
                <a:off x="3956153" y="4231667"/>
                <a:ext cx="1038930" cy="761409"/>
              </a:xfrm>
              <a:custGeom>
                <a:avLst/>
                <a:gdLst/>
                <a:ahLst/>
                <a:cxnLst/>
                <a:rect l="l" t="t" r="r" b="b"/>
                <a:pathLst>
                  <a:path w="1038930" h="761409">
                    <a:moveTo>
                      <a:pt x="0" y="716787"/>
                    </a:moveTo>
                    <a:lnTo>
                      <a:pt x="1007172" y="0"/>
                    </a:lnTo>
                    <a:lnTo>
                      <a:pt x="1033573" y="37096"/>
                    </a:lnTo>
                    <a:lnTo>
                      <a:pt x="1038930" y="44622"/>
                    </a:lnTo>
                    <a:lnTo>
                      <a:pt x="31758" y="761409"/>
                    </a:lnTo>
                    <a:lnTo>
                      <a:pt x="0" y="7167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4" name="Контур"/>
              <p:cNvSpPr/>
              <p:nvPr/>
            </p:nvSpPr>
            <p:spPr>
              <a:xfrm>
                <a:off x="3944733" y="4659164"/>
                <a:ext cx="111525" cy="125423"/>
              </a:xfrm>
              <a:custGeom>
                <a:avLst/>
                <a:gdLst/>
                <a:ahLst/>
                <a:cxnLst/>
                <a:rect l="l" t="t" r="r" b="b"/>
                <a:pathLst>
                  <a:path w="111525" h="125423">
                    <a:moveTo>
                      <a:pt x="0" y="33191"/>
                    </a:moveTo>
                    <a:lnTo>
                      <a:pt x="48819" y="0"/>
                    </a:lnTo>
                    <a:lnTo>
                      <a:pt x="111525" y="92233"/>
                    </a:lnTo>
                    <a:lnTo>
                      <a:pt x="62706" y="125423"/>
                    </a:lnTo>
                    <a:lnTo>
                      <a:pt x="21976" y="65514"/>
                    </a:lnTo>
                    <a:lnTo>
                      <a:pt x="0" y="331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5" name="Контур"/>
              <p:cNvSpPr/>
              <p:nvPr/>
            </p:nvSpPr>
            <p:spPr>
              <a:xfrm>
                <a:off x="4003752" y="4281033"/>
                <a:ext cx="586883" cy="478774"/>
              </a:xfrm>
              <a:custGeom>
                <a:avLst/>
                <a:gdLst/>
                <a:ahLst/>
                <a:cxnLst/>
                <a:rect l="l" t="t" r="r" b="b"/>
                <a:pathLst>
                  <a:path w="586883" h="478774">
                    <a:moveTo>
                      <a:pt x="0" y="372874"/>
                    </a:moveTo>
                    <a:lnTo>
                      <a:pt x="509436" y="0"/>
                    </a:lnTo>
                    <a:lnTo>
                      <a:pt x="522468" y="16967"/>
                    </a:lnTo>
                    <a:lnTo>
                      <a:pt x="586883" y="105811"/>
                    </a:lnTo>
                    <a:lnTo>
                      <a:pt x="76351" y="478774"/>
                    </a:lnTo>
                    <a:lnTo>
                      <a:pt x="0" y="3728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" name="Контур"/>
              <p:cNvSpPr/>
              <p:nvPr/>
            </p:nvSpPr>
            <p:spPr>
              <a:xfrm>
                <a:off x="4008316" y="4169412"/>
                <a:ext cx="232853" cy="233897"/>
              </a:xfrm>
              <a:custGeom>
                <a:avLst/>
                <a:gdLst/>
                <a:ahLst/>
                <a:cxnLst/>
                <a:rect l="l" t="t" r="r" b="b"/>
                <a:pathLst>
                  <a:path w="232853" h="233897">
                    <a:moveTo>
                      <a:pt x="0" y="110732"/>
                    </a:moveTo>
                    <a:lnTo>
                      <a:pt x="16363" y="95879"/>
                    </a:lnTo>
                    <a:lnTo>
                      <a:pt x="119226" y="0"/>
                    </a:lnTo>
                    <a:lnTo>
                      <a:pt x="232853" y="124971"/>
                    </a:lnTo>
                    <a:lnTo>
                      <a:pt x="112846" y="233897"/>
                    </a:lnTo>
                    <a:lnTo>
                      <a:pt x="0" y="1107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7" name="Контур"/>
              <p:cNvSpPr/>
              <p:nvPr/>
            </p:nvSpPr>
            <p:spPr>
              <a:xfrm>
                <a:off x="4168634" y="3582200"/>
                <a:ext cx="670242" cy="712549"/>
              </a:xfrm>
              <a:custGeom>
                <a:avLst/>
                <a:gdLst/>
                <a:ahLst/>
                <a:cxnLst/>
                <a:rect l="l" t="t" r="r" b="b"/>
                <a:pathLst>
                  <a:path w="670242" h="712549">
                    <a:moveTo>
                      <a:pt x="0" y="123777"/>
                    </a:moveTo>
                    <a:lnTo>
                      <a:pt x="132075" y="0"/>
                    </a:lnTo>
                    <a:lnTo>
                      <a:pt x="670242" y="574691"/>
                    </a:lnTo>
                    <a:lnTo>
                      <a:pt x="520807" y="712549"/>
                    </a:lnTo>
                    <a:lnTo>
                      <a:pt x="450967" y="640774"/>
                    </a:lnTo>
                    <a:lnTo>
                      <a:pt x="365301" y="545940"/>
                    </a:lnTo>
                    <a:lnTo>
                      <a:pt x="345537" y="523809"/>
                    </a:lnTo>
                    <a:lnTo>
                      <a:pt x="336582" y="513792"/>
                    </a:lnTo>
                    <a:lnTo>
                      <a:pt x="249768" y="416583"/>
                    </a:lnTo>
                    <a:lnTo>
                      <a:pt x="264681" y="402417"/>
                    </a:lnTo>
                    <a:lnTo>
                      <a:pt x="0" y="1237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" name="Контур"/>
              <p:cNvSpPr/>
              <p:nvPr/>
            </p:nvSpPr>
            <p:spPr>
              <a:xfrm>
                <a:off x="4006053" y="6043417"/>
                <a:ext cx="96485" cy="90958"/>
              </a:xfrm>
              <a:custGeom>
                <a:avLst/>
                <a:gdLst/>
                <a:ahLst/>
                <a:cxnLst/>
                <a:rect l="l" t="t" r="r" b="b"/>
                <a:pathLst>
                  <a:path w="96485" h="90958">
                    <a:moveTo>
                      <a:pt x="31541" y="90958"/>
                    </a:moveTo>
                    <a:lnTo>
                      <a:pt x="0" y="49941"/>
                    </a:lnTo>
                    <a:lnTo>
                      <a:pt x="64944" y="0"/>
                    </a:lnTo>
                    <a:lnTo>
                      <a:pt x="96485" y="41017"/>
                    </a:lnTo>
                    <a:lnTo>
                      <a:pt x="31541" y="909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" name="Контур"/>
              <p:cNvSpPr/>
              <p:nvPr/>
            </p:nvSpPr>
            <p:spPr>
              <a:xfrm>
                <a:off x="4100746" y="5981417"/>
                <a:ext cx="165322" cy="177703"/>
              </a:xfrm>
              <a:custGeom>
                <a:avLst/>
                <a:gdLst/>
                <a:ahLst/>
                <a:cxnLst/>
                <a:rect l="l" t="t" r="r" b="b"/>
                <a:pathLst>
                  <a:path w="165322" h="177703">
                    <a:moveTo>
                      <a:pt x="80985" y="177703"/>
                    </a:moveTo>
                    <a:lnTo>
                      <a:pt x="0" y="61470"/>
                    </a:lnTo>
                    <a:lnTo>
                      <a:pt x="83220" y="0"/>
                    </a:lnTo>
                    <a:lnTo>
                      <a:pt x="165322" y="116793"/>
                    </a:lnTo>
                    <a:lnTo>
                      <a:pt x="80985" y="1777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0" name="Контур"/>
              <p:cNvSpPr/>
              <p:nvPr/>
            </p:nvSpPr>
            <p:spPr>
              <a:xfrm>
                <a:off x="3385339" y="5752419"/>
                <a:ext cx="78908" cy="77207"/>
              </a:xfrm>
              <a:custGeom>
                <a:avLst/>
                <a:gdLst/>
                <a:ahLst/>
                <a:cxnLst/>
                <a:rect l="l" t="t" r="r" b="b"/>
                <a:pathLst>
                  <a:path w="78908" h="77207">
                    <a:moveTo>
                      <a:pt x="28477" y="77207"/>
                    </a:moveTo>
                    <a:lnTo>
                      <a:pt x="0" y="39247"/>
                    </a:lnTo>
                    <a:lnTo>
                      <a:pt x="51298" y="0"/>
                    </a:lnTo>
                    <a:lnTo>
                      <a:pt x="78908" y="36833"/>
                    </a:lnTo>
                    <a:lnTo>
                      <a:pt x="28477" y="772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1" name="Контур"/>
              <p:cNvSpPr/>
              <p:nvPr/>
            </p:nvSpPr>
            <p:spPr>
              <a:xfrm>
                <a:off x="4471797" y="5695342"/>
                <a:ext cx="123729" cy="107163"/>
              </a:xfrm>
              <a:custGeom>
                <a:avLst/>
                <a:gdLst/>
                <a:ahLst/>
                <a:cxnLst/>
                <a:rect l="l" t="t" r="r" b="b"/>
                <a:pathLst>
                  <a:path w="123729" h="107163">
                    <a:moveTo>
                      <a:pt x="29560" y="107163"/>
                    </a:moveTo>
                    <a:lnTo>
                      <a:pt x="0" y="68635"/>
                    </a:lnTo>
                    <a:lnTo>
                      <a:pt x="96165" y="0"/>
                    </a:lnTo>
                    <a:lnTo>
                      <a:pt x="123729" y="37994"/>
                    </a:lnTo>
                    <a:lnTo>
                      <a:pt x="29560" y="1071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" name="Контур"/>
              <p:cNvSpPr/>
              <p:nvPr/>
            </p:nvSpPr>
            <p:spPr>
              <a:xfrm>
                <a:off x="3437448" y="5657000"/>
                <a:ext cx="89326" cy="78693"/>
              </a:xfrm>
              <a:custGeom>
                <a:avLst/>
                <a:gdLst/>
                <a:ahLst/>
                <a:cxnLst/>
                <a:rect l="l" t="t" r="r" b="b"/>
                <a:pathLst>
                  <a:path w="89326" h="78693">
                    <a:moveTo>
                      <a:pt x="0" y="41784"/>
                    </a:moveTo>
                    <a:lnTo>
                      <a:pt x="65938" y="0"/>
                    </a:lnTo>
                    <a:lnTo>
                      <a:pt x="89326" y="36909"/>
                    </a:lnTo>
                    <a:lnTo>
                      <a:pt x="23388" y="78693"/>
                    </a:lnTo>
                    <a:lnTo>
                      <a:pt x="0" y="417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" name="Контур"/>
              <p:cNvSpPr/>
              <p:nvPr/>
            </p:nvSpPr>
            <p:spPr>
              <a:xfrm>
                <a:off x="4073109" y="4415301"/>
                <a:ext cx="1178475" cy="869692"/>
              </a:xfrm>
              <a:custGeom>
                <a:avLst/>
                <a:gdLst/>
                <a:ahLst/>
                <a:cxnLst/>
                <a:rect l="l" t="t" r="r" b="b"/>
                <a:pathLst>
                  <a:path w="1178475" h="869692">
                    <a:moveTo>
                      <a:pt x="1178475" y="41296"/>
                    </a:moveTo>
                    <a:lnTo>
                      <a:pt x="32008" y="869692"/>
                    </a:lnTo>
                    <a:lnTo>
                      <a:pt x="0" y="825025"/>
                    </a:lnTo>
                    <a:lnTo>
                      <a:pt x="1144783" y="0"/>
                    </a:lnTo>
                    <a:lnTo>
                      <a:pt x="1178475" y="412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4" name="Контур"/>
              <p:cNvSpPr/>
              <p:nvPr/>
            </p:nvSpPr>
            <p:spPr>
              <a:xfrm>
                <a:off x="6419093" y="2498699"/>
                <a:ext cx="564888" cy="574245"/>
              </a:xfrm>
              <a:custGeom>
                <a:avLst/>
                <a:gdLst/>
                <a:ahLst/>
                <a:cxnLst/>
                <a:rect l="l" t="t" r="r" b="b"/>
                <a:pathLst>
                  <a:path w="564888" h="574245">
                    <a:moveTo>
                      <a:pt x="564888" y="82131"/>
                    </a:moveTo>
                    <a:lnTo>
                      <a:pt x="105264" y="574245"/>
                    </a:lnTo>
                    <a:lnTo>
                      <a:pt x="0" y="471825"/>
                    </a:lnTo>
                    <a:lnTo>
                      <a:pt x="456993" y="2187"/>
                    </a:lnTo>
                    <a:lnTo>
                      <a:pt x="477765" y="22392"/>
                    </a:lnTo>
                    <a:lnTo>
                      <a:pt x="499554" y="0"/>
                    </a:lnTo>
                    <a:lnTo>
                      <a:pt x="525943" y="24474"/>
                    </a:lnTo>
                    <a:lnTo>
                      <a:pt x="515681" y="36059"/>
                    </a:lnTo>
                    <a:lnTo>
                      <a:pt x="564888" y="821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5" name="Контур"/>
              <p:cNvSpPr/>
              <p:nvPr/>
            </p:nvSpPr>
            <p:spPr>
              <a:xfrm>
                <a:off x="6133418" y="2871287"/>
                <a:ext cx="155073" cy="168783"/>
              </a:xfrm>
              <a:custGeom>
                <a:avLst/>
                <a:gdLst/>
                <a:ahLst/>
                <a:cxnLst/>
                <a:rect l="l" t="t" r="r" b="b"/>
                <a:pathLst>
                  <a:path w="155073" h="168783">
                    <a:moveTo>
                      <a:pt x="6214" y="72761"/>
                    </a:moveTo>
                    <a:lnTo>
                      <a:pt x="48694" y="31078"/>
                    </a:lnTo>
                    <a:lnTo>
                      <a:pt x="95776" y="0"/>
                    </a:lnTo>
                    <a:lnTo>
                      <a:pt x="120412" y="22854"/>
                    </a:lnTo>
                    <a:lnTo>
                      <a:pt x="130430" y="13032"/>
                    </a:lnTo>
                    <a:lnTo>
                      <a:pt x="155073" y="38490"/>
                    </a:lnTo>
                    <a:lnTo>
                      <a:pt x="108191" y="87201"/>
                    </a:lnTo>
                    <a:lnTo>
                      <a:pt x="23843" y="168783"/>
                    </a:lnTo>
                    <a:lnTo>
                      <a:pt x="0" y="146735"/>
                    </a:lnTo>
                    <a:lnTo>
                      <a:pt x="11020" y="135710"/>
                    </a:lnTo>
                    <a:lnTo>
                      <a:pt x="39270" y="106440"/>
                    </a:lnTo>
                    <a:lnTo>
                      <a:pt x="6214" y="727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" name="Контур"/>
              <p:cNvSpPr/>
              <p:nvPr/>
            </p:nvSpPr>
            <p:spPr>
              <a:xfrm>
                <a:off x="6211877" y="1948304"/>
                <a:ext cx="784800" cy="912960"/>
              </a:xfrm>
              <a:custGeom>
                <a:avLst/>
                <a:gdLst/>
                <a:ahLst/>
                <a:cxnLst/>
                <a:rect l="l" t="t" r="r" b="b"/>
                <a:pathLst>
                  <a:path w="784800" h="912960">
                    <a:moveTo>
                      <a:pt x="0" y="869760"/>
                    </a:moveTo>
                    <a:lnTo>
                      <a:pt x="341136" y="521280"/>
                    </a:lnTo>
                    <a:lnTo>
                      <a:pt x="692937" y="174609"/>
                    </a:lnTo>
                    <a:lnTo>
                      <a:pt x="567945" y="45396"/>
                    </a:lnTo>
                    <a:lnTo>
                      <a:pt x="614880" y="0"/>
                    </a:lnTo>
                    <a:lnTo>
                      <a:pt x="784800" y="175680"/>
                    </a:lnTo>
                    <a:lnTo>
                      <a:pt x="384480" y="570240"/>
                    </a:lnTo>
                    <a:lnTo>
                      <a:pt x="44640" y="912960"/>
                    </a:lnTo>
                    <a:lnTo>
                      <a:pt x="0" y="8697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" name="Контур"/>
              <p:cNvSpPr/>
              <p:nvPr/>
            </p:nvSpPr>
            <p:spPr>
              <a:xfrm>
                <a:off x="6467459" y="3361412"/>
                <a:ext cx="125118" cy="119346"/>
              </a:xfrm>
              <a:custGeom>
                <a:avLst/>
                <a:gdLst/>
                <a:ahLst/>
                <a:cxnLst/>
                <a:rect l="l" t="t" r="r" b="b"/>
                <a:pathLst>
                  <a:path w="125118" h="119346">
                    <a:moveTo>
                      <a:pt x="0" y="72135"/>
                    </a:moveTo>
                    <a:lnTo>
                      <a:pt x="80739" y="0"/>
                    </a:lnTo>
                    <a:lnTo>
                      <a:pt x="125118" y="45135"/>
                    </a:lnTo>
                    <a:lnTo>
                      <a:pt x="100593" y="67374"/>
                    </a:lnTo>
                    <a:lnTo>
                      <a:pt x="43942" y="119346"/>
                    </a:lnTo>
                    <a:lnTo>
                      <a:pt x="29219" y="101823"/>
                    </a:lnTo>
                    <a:lnTo>
                      <a:pt x="0" y="721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" name="Контур"/>
              <p:cNvSpPr/>
              <p:nvPr/>
            </p:nvSpPr>
            <p:spPr>
              <a:xfrm>
                <a:off x="6548198" y="2635184"/>
                <a:ext cx="720639" cy="771363"/>
              </a:xfrm>
              <a:custGeom>
                <a:avLst/>
                <a:gdLst/>
                <a:ahLst/>
                <a:cxnLst/>
                <a:rect l="l" t="t" r="r" b="b"/>
                <a:pathLst>
                  <a:path w="720639" h="771363">
                    <a:moveTo>
                      <a:pt x="0" y="726228"/>
                    </a:moveTo>
                    <a:lnTo>
                      <a:pt x="274635" y="440145"/>
                    </a:lnTo>
                    <a:lnTo>
                      <a:pt x="674559" y="0"/>
                    </a:lnTo>
                    <a:lnTo>
                      <a:pt x="720639" y="46080"/>
                    </a:lnTo>
                    <a:lnTo>
                      <a:pt x="316242" y="484767"/>
                    </a:lnTo>
                    <a:lnTo>
                      <a:pt x="44379" y="771363"/>
                    </a:lnTo>
                    <a:lnTo>
                      <a:pt x="0" y="7262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9" name="Контур"/>
              <p:cNvSpPr/>
              <p:nvPr/>
            </p:nvSpPr>
            <p:spPr>
              <a:xfrm>
                <a:off x="6702917" y="2221904"/>
                <a:ext cx="1226655" cy="1177002"/>
              </a:xfrm>
              <a:custGeom>
                <a:avLst/>
                <a:gdLst/>
                <a:ahLst/>
                <a:cxnLst/>
                <a:rect l="l" t="t" r="r" b="b"/>
                <a:pathLst>
                  <a:path w="1226655" h="1177002">
                    <a:moveTo>
                      <a:pt x="1226655" y="46647"/>
                    </a:moveTo>
                    <a:lnTo>
                      <a:pt x="899622" y="347859"/>
                    </a:lnTo>
                    <a:lnTo>
                      <a:pt x="800991" y="449397"/>
                    </a:lnTo>
                    <a:lnTo>
                      <a:pt x="653589" y="576567"/>
                    </a:lnTo>
                    <a:lnTo>
                      <a:pt x="44532" y="1177002"/>
                    </a:lnTo>
                    <a:lnTo>
                      <a:pt x="0" y="1131840"/>
                    </a:lnTo>
                    <a:lnTo>
                      <a:pt x="610560" y="529920"/>
                    </a:lnTo>
                    <a:lnTo>
                      <a:pt x="757440" y="403200"/>
                    </a:lnTo>
                    <a:lnTo>
                      <a:pt x="855360" y="302400"/>
                    </a:lnTo>
                    <a:lnTo>
                      <a:pt x="1183680" y="0"/>
                    </a:lnTo>
                    <a:lnTo>
                      <a:pt x="1226655" y="466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70" name="Контур"/>
              <p:cNvSpPr/>
              <p:nvPr/>
            </p:nvSpPr>
            <p:spPr>
              <a:xfrm>
                <a:off x="6326799" y="2990686"/>
                <a:ext cx="277164" cy="272770"/>
              </a:xfrm>
              <a:custGeom>
                <a:avLst/>
                <a:gdLst/>
                <a:ahLst/>
                <a:cxnLst/>
                <a:rect l="l" t="t" r="r" b="b"/>
                <a:pathLst>
                  <a:path w="277164" h="272770">
                    <a:moveTo>
                      <a:pt x="0" y="46354"/>
                    </a:moveTo>
                    <a:lnTo>
                      <a:pt x="45258" y="0"/>
                    </a:lnTo>
                    <a:lnTo>
                      <a:pt x="277164" y="226416"/>
                    </a:lnTo>
                    <a:lnTo>
                      <a:pt x="231907" y="272770"/>
                    </a:lnTo>
                    <a:lnTo>
                      <a:pt x="116643" y="160838"/>
                    </a:lnTo>
                    <a:lnTo>
                      <a:pt x="61406" y="106490"/>
                    </a:lnTo>
                    <a:lnTo>
                      <a:pt x="15118" y="61159"/>
                    </a:lnTo>
                    <a:lnTo>
                      <a:pt x="0" y="463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71" name="Контур"/>
              <p:cNvSpPr/>
              <p:nvPr/>
            </p:nvSpPr>
            <p:spPr>
              <a:xfrm>
                <a:off x="7332135" y="3099363"/>
                <a:ext cx="147399" cy="141155"/>
              </a:xfrm>
              <a:custGeom>
                <a:avLst/>
                <a:gdLst/>
                <a:ahLst/>
                <a:cxnLst/>
                <a:rect l="l" t="t" r="r" b="b"/>
                <a:pathLst>
                  <a:path w="147399" h="141155">
                    <a:moveTo>
                      <a:pt x="114544" y="0"/>
                    </a:moveTo>
                    <a:lnTo>
                      <a:pt x="147399" y="35680"/>
                    </a:lnTo>
                    <a:lnTo>
                      <a:pt x="32856" y="141155"/>
                    </a:lnTo>
                    <a:lnTo>
                      <a:pt x="0" y="105474"/>
                    </a:lnTo>
                    <a:lnTo>
                      <a:pt x="11454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72" name="Контур"/>
              <p:cNvSpPr/>
              <p:nvPr/>
            </p:nvSpPr>
            <p:spPr>
              <a:xfrm>
                <a:off x="6580517" y="2577584"/>
                <a:ext cx="565254" cy="593280"/>
              </a:xfrm>
              <a:custGeom>
                <a:avLst/>
                <a:gdLst/>
                <a:ahLst/>
                <a:cxnLst/>
                <a:rect l="l" t="t" r="r" b="b"/>
                <a:pathLst>
                  <a:path w="565254" h="593280">
                    <a:moveTo>
                      <a:pt x="514080" y="0"/>
                    </a:moveTo>
                    <a:lnTo>
                      <a:pt x="565254" y="47133"/>
                    </a:lnTo>
                    <a:lnTo>
                      <a:pt x="48960" y="593280"/>
                    </a:lnTo>
                    <a:lnTo>
                      <a:pt x="0" y="544320"/>
                    </a:lnTo>
                    <a:lnTo>
                      <a:pt x="51408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73" name="Контур"/>
              <p:cNvSpPr/>
              <p:nvPr/>
            </p:nvSpPr>
            <p:spPr>
              <a:xfrm>
                <a:off x="7287080" y="3878867"/>
                <a:ext cx="70443" cy="70974"/>
              </a:xfrm>
              <a:custGeom>
                <a:avLst/>
                <a:gdLst/>
                <a:ahLst/>
                <a:cxnLst/>
                <a:rect l="l" t="t" r="r" b="b"/>
                <a:pathLst>
                  <a:path w="70443" h="70974">
                    <a:moveTo>
                      <a:pt x="30555" y="70974"/>
                    </a:moveTo>
                    <a:lnTo>
                      <a:pt x="0" y="29133"/>
                    </a:lnTo>
                    <a:lnTo>
                      <a:pt x="39888" y="0"/>
                    </a:lnTo>
                    <a:lnTo>
                      <a:pt x="70443" y="41841"/>
                    </a:lnTo>
                    <a:lnTo>
                      <a:pt x="30555" y="709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74" name="Контур"/>
              <p:cNvSpPr/>
              <p:nvPr/>
            </p:nvSpPr>
            <p:spPr>
              <a:xfrm>
                <a:off x="7290509" y="3708524"/>
                <a:ext cx="113967" cy="100080"/>
              </a:xfrm>
              <a:custGeom>
                <a:avLst/>
                <a:gdLst/>
                <a:ahLst/>
                <a:cxnLst/>
                <a:rect l="l" t="t" r="r" b="b"/>
                <a:pathLst>
                  <a:path w="113967" h="100080">
                    <a:moveTo>
                      <a:pt x="113967" y="31680"/>
                    </a:moveTo>
                    <a:lnTo>
                      <a:pt x="24120" y="100080"/>
                    </a:lnTo>
                    <a:lnTo>
                      <a:pt x="0" y="68400"/>
                    </a:lnTo>
                    <a:lnTo>
                      <a:pt x="89847" y="0"/>
                    </a:lnTo>
                    <a:lnTo>
                      <a:pt x="113967" y="316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75" name="Контур"/>
              <p:cNvSpPr/>
              <p:nvPr/>
            </p:nvSpPr>
            <p:spPr>
              <a:xfrm>
                <a:off x="6178170" y="3463235"/>
                <a:ext cx="375318" cy="334036"/>
              </a:xfrm>
              <a:custGeom>
                <a:avLst/>
                <a:gdLst/>
                <a:ahLst/>
                <a:cxnLst/>
                <a:rect l="l" t="t" r="r" b="b"/>
                <a:pathLst>
                  <a:path w="375318" h="334036">
                    <a:moveTo>
                      <a:pt x="7938" y="243982"/>
                    </a:moveTo>
                    <a:lnTo>
                      <a:pt x="0" y="233226"/>
                    </a:lnTo>
                    <a:lnTo>
                      <a:pt x="318508" y="0"/>
                    </a:lnTo>
                    <a:lnTo>
                      <a:pt x="333231" y="17523"/>
                    </a:lnTo>
                    <a:lnTo>
                      <a:pt x="375318" y="74965"/>
                    </a:lnTo>
                    <a:lnTo>
                      <a:pt x="336344" y="106782"/>
                    </a:lnTo>
                    <a:lnTo>
                      <a:pt x="347142" y="122128"/>
                    </a:lnTo>
                    <a:lnTo>
                      <a:pt x="74591" y="334036"/>
                    </a:lnTo>
                    <a:lnTo>
                      <a:pt x="7938" y="2439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76" name="Контур"/>
              <p:cNvSpPr/>
              <p:nvPr/>
            </p:nvSpPr>
            <p:spPr>
              <a:xfrm>
                <a:off x="7200149" y="3591812"/>
                <a:ext cx="130608" cy="178092"/>
              </a:xfrm>
              <a:custGeom>
                <a:avLst/>
                <a:gdLst/>
                <a:ahLst/>
                <a:cxnLst/>
                <a:rect l="l" t="t" r="r" b="b"/>
                <a:pathLst>
                  <a:path w="130608" h="178092">
                    <a:moveTo>
                      <a:pt x="0" y="24669"/>
                    </a:moveTo>
                    <a:lnTo>
                      <a:pt x="33012" y="0"/>
                    </a:lnTo>
                    <a:lnTo>
                      <a:pt x="130608" y="140652"/>
                    </a:lnTo>
                    <a:lnTo>
                      <a:pt x="80208" y="178092"/>
                    </a:lnTo>
                    <a:lnTo>
                      <a:pt x="55647" y="145035"/>
                    </a:lnTo>
                    <a:lnTo>
                      <a:pt x="74052" y="131364"/>
                    </a:lnTo>
                    <a:lnTo>
                      <a:pt x="0" y="246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77" name="Контур"/>
              <p:cNvSpPr/>
              <p:nvPr/>
            </p:nvSpPr>
            <p:spPr>
              <a:xfrm>
                <a:off x="6511401" y="3428786"/>
                <a:ext cx="103389" cy="109414"/>
              </a:xfrm>
              <a:custGeom>
                <a:avLst/>
                <a:gdLst/>
                <a:ahLst/>
                <a:cxnLst/>
                <a:rect l="l" t="t" r="r" b="b"/>
                <a:pathLst>
                  <a:path w="103389" h="109414">
                    <a:moveTo>
                      <a:pt x="56651" y="0"/>
                    </a:moveTo>
                    <a:lnTo>
                      <a:pt x="103389" y="57328"/>
                    </a:lnTo>
                    <a:lnTo>
                      <a:pt x="42087" y="109414"/>
                    </a:lnTo>
                    <a:lnTo>
                      <a:pt x="0" y="51972"/>
                    </a:lnTo>
                    <a:lnTo>
                      <a:pt x="5665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78" name="Контур"/>
              <p:cNvSpPr/>
              <p:nvPr/>
            </p:nvSpPr>
            <p:spPr>
              <a:xfrm>
                <a:off x="6274634" y="3367595"/>
                <a:ext cx="156771" cy="166788"/>
              </a:xfrm>
              <a:custGeom>
                <a:avLst/>
                <a:gdLst/>
                <a:ahLst/>
                <a:cxnLst/>
                <a:rect l="l" t="t" r="r" b="b"/>
                <a:pathLst>
                  <a:path w="156771" h="166788">
                    <a:moveTo>
                      <a:pt x="0" y="138240"/>
                    </a:moveTo>
                    <a:lnTo>
                      <a:pt x="125280" y="0"/>
                    </a:lnTo>
                    <a:lnTo>
                      <a:pt x="156771" y="27369"/>
                    </a:lnTo>
                    <a:lnTo>
                      <a:pt x="132381" y="54801"/>
                    </a:lnTo>
                    <a:lnTo>
                      <a:pt x="147411" y="68166"/>
                    </a:lnTo>
                    <a:lnTo>
                      <a:pt x="77481" y="146808"/>
                    </a:lnTo>
                    <a:lnTo>
                      <a:pt x="62649" y="133623"/>
                    </a:lnTo>
                    <a:lnTo>
                      <a:pt x="33156" y="166788"/>
                    </a:lnTo>
                    <a:lnTo>
                      <a:pt x="0" y="1382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79" name="Контур"/>
              <p:cNvSpPr/>
              <p:nvPr/>
            </p:nvSpPr>
            <p:spPr>
              <a:xfrm>
                <a:off x="5444606" y="3373442"/>
                <a:ext cx="234006" cy="198070"/>
              </a:xfrm>
              <a:custGeom>
                <a:avLst/>
                <a:gdLst/>
                <a:ahLst/>
                <a:cxnLst/>
                <a:rect l="l" t="t" r="r" b="b"/>
                <a:pathLst>
                  <a:path w="234006" h="198070">
                    <a:moveTo>
                      <a:pt x="183117" y="198070"/>
                    </a:moveTo>
                    <a:lnTo>
                      <a:pt x="0" y="49320"/>
                    </a:lnTo>
                    <a:lnTo>
                      <a:pt x="40071" y="9225"/>
                    </a:lnTo>
                    <a:lnTo>
                      <a:pt x="72122" y="36486"/>
                    </a:lnTo>
                    <a:lnTo>
                      <a:pt x="114999" y="0"/>
                    </a:lnTo>
                    <a:lnTo>
                      <a:pt x="149868" y="36489"/>
                    </a:lnTo>
                    <a:lnTo>
                      <a:pt x="110992" y="64953"/>
                    </a:lnTo>
                    <a:lnTo>
                      <a:pt x="169103" y="104646"/>
                    </a:lnTo>
                    <a:lnTo>
                      <a:pt x="234006" y="156589"/>
                    </a:lnTo>
                    <a:lnTo>
                      <a:pt x="222385" y="170422"/>
                    </a:lnTo>
                    <a:lnTo>
                      <a:pt x="213766" y="163404"/>
                    </a:lnTo>
                    <a:lnTo>
                      <a:pt x="183117" y="1980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80" name="Контур"/>
              <p:cNvSpPr/>
              <p:nvPr/>
            </p:nvSpPr>
            <p:spPr>
              <a:xfrm>
                <a:off x="5613709" y="3193228"/>
                <a:ext cx="318961" cy="338812"/>
              </a:xfrm>
              <a:custGeom>
                <a:avLst/>
                <a:gdLst/>
                <a:ahLst/>
                <a:cxnLst/>
                <a:rect l="l" t="t" r="r" b="b"/>
                <a:pathLst>
                  <a:path w="318961" h="338812">
                    <a:moveTo>
                      <a:pt x="294717" y="69167"/>
                    </a:moveTo>
                    <a:lnTo>
                      <a:pt x="258074" y="112397"/>
                    </a:lnTo>
                    <a:lnTo>
                      <a:pt x="184729" y="191652"/>
                    </a:lnTo>
                    <a:lnTo>
                      <a:pt x="143441" y="235769"/>
                    </a:lnTo>
                    <a:lnTo>
                      <a:pt x="166283" y="259024"/>
                    </a:lnTo>
                    <a:lnTo>
                      <a:pt x="94152" y="338812"/>
                    </a:lnTo>
                    <a:lnTo>
                      <a:pt x="76725" y="325176"/>
                    </a:lnTo>
                    <a:lnTo>
                      <a:pt x="64903" y="336803"/>
                    </a:lnTo>
                    <a:lnTo>
                      <a:pt x="0" y="284860"/>
                    </a:lnTo>
                    <a:lnTo>
                      <a:pt x="267670" y="0"/>
                    </a:lnTo>
                    <a:lnTo>
                      <a:pt x="310546" y="35683"/>
                    </a:lnTo>
                    <a:lnTo>
                      <a:pt x="318961" y="42500"/>
                    </a:lnTo>
                    <a:lnTo>
                      <a:pt x="294717" y="691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81" name="Контур"/>
              <p:cNvSpPr/>
              <p:nvPr/>
            </p:nvSpPr>
            <p:spPr>
              <a:xfrm>
                <a:off x="6021017" y="2968308"/>
                <a:ext cx="123421" cy="199057"/>
              </a:xfrm>
              <a:custGeom>
                <a:avLst/>
                <a:gdLst/>
                <a:ahLst/>
                <a:cxnLst/>
                <a:rect l="l" t="t" r="r" b="b"/>
                <a:pathLst>
                  <a:path w="123421" h="199057">
                    <a:moveTo>
                      <a:pt x="10820" y="68358"/>
                    </a:moveTo>
                    <a:lnTo>
                      <a:pt x="81748" y="0"/>
                    </a:lnTo>
                    <a:lnTo>
                      <a:pt x="123421" y="38689"/>
                    </a:lnTo>
                    <a:lnTo>
                      <a:pt x="112401" y="49714"/>
                    </a:lnTo>
                    <a:lnTo>
                      <a:pt x="73329" y="92013"/>
                    </a:lnTo>
                    <a:lnTo>
                      <a:pt x="100977" y="114463"/>
                    </a:lnTo>
                    <a:lnTo>
                      <a:pt x="31657" y="199057"/>
                    </a:lnTo>
                    <a:lnTo>
                      <a:pt x="0" y="172803"/>
                    </a:lnTo>
                    <a:lnTo>
                      <a:pt x="14826" y="154160"/>
                    </a:lnTo>
                    <a:lnTo>
                      <a:pt x="37667" y="129297"/>
                    </a:lnTo>
                    <a:lnTo>
                      <a:pt x="10820" y="683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82" name="Контур"/>
              <p:cNvSpPr/>
              <p:nvPr/>
            </p:nvSpPr>
            <p:spPr>
              <a:xfrm>
                <a:off x="5798438" y="3305625"/>
                <a:ext cx="90966" cy="95562"/>
              </a:xfrm>
              <a:custGeom>
                <a:avLst/>
                <a:gdLst/>
                <a:ahLst/>
                <a:cxnLst/>
                <a:rect l="l" t="t" r="r" b="b"/>
                <a:pathLst>
                  <a:path w="90966" h="95562">
                    <a:moveTo>
                      <a:pt x="0" y="79255"/>
                    </a:moveTo>
                    <a:lnTo>
                      <a:pt x="73345" y="0"/>
                    </a:lnTo>
                    <a:lnTo>
                      <a:pt x="90966" y="16306"/>
                    </a:lnTo>
                    <a:lnTo>
                      <a:pt x="17621" y="95562"/>
                    </a:lnTo>
                    <a:lnTo>
                      <a:pt x="0" y="792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83" name="Контур"/>
              <p:cNvSpPr/>
              <p:nvPr/>
            </p:nvSpPr>
            <p:spPr>
              <a:xfrm>
                <a:off x="5908426" y="3181410"/>
                <a:ext cx="104981" cy="107446"/>
              </a:xfrm>
              <a:custGeom>
                <a:avLst/>
                <a:gdLst/>
                <a:ahLst/>
                <a:cxnLst/>
                <a:rect l="l" t="t" r="r" b="b"/>
                <a:pathLst>
                  <a:path w="104981" h="107446">
                    <a:moveTo>
                      <a:pt x="24244" y="54318"/>
                    </a:moveTo>
                    <a:lnTo>
                      <a:pt x="75128" y="0"/>
                    </a:lnTo>
                    <a:lnTo>
                      <a:pt x="104981" y="27863"/>
                    </a:lnTo>
                    <a:lnTo>
                      <a:pt x="29251" y="107446"/>
                    </a:lnTo>
                    <a:lnTo>
                      <a:pt x="0" y="80985"/>
                    </a:lnTo>
                    <a:lnTo>
                      <a:pt x="24244" y="543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84" name="Контур"/>
              <p:cNvSpPr/>
              <p:nvPr/>
            </p:nvSpPr>
            <p:spPr>
              <a:xfrm>
                <a:off x="5912228" y="3081374"/>
                <a:ext cx="123615" cy="154354"/>
              </a:xfrm>
              <a:custGeom>
                <a:avLst/>
                <a:gdLst/>
                <a:ahLst/>
                <a:cxnLst/>
                <a:rect l="l" t="t" r="r" b="b"/>
                <a:pathLst>
                  <a:path w="123615" h="154354">
                    <a:moveTo>
                      <a:pt x="123615" y="41094"/>
                    </a:moveTo>
                    <a:lnTo>
                      <a:pt x="108789" y="59737"/>
                    </a:lnTo>
                    <a:lnTo>
                      <a:pt x="71326" y="100036"/>
                    </a:lnTo>
                    <a:lnTo>
                      <a:pt x="20442" y="154354"/>
                    </a:lnTo>
                    <a:lnTo>
                      <a:pt x="12027" y="147537"/>
                    </a:lnTo>
                    <a:lnTo>
                      <a:pt x="40277" y="115864"/>
                    </a:lnTo>
                    <a:lnTo>
                      <a:pt x="0" y="80785"/>
                    </a:lnTo>
                    <a:lnTo>
                      <a:pt x="75130" y="0"/>
                    </a:lnTo>
                    <a:lnTo>
                      <a:pt x="123615" y="410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85" name="Контур"/>
              <p:cNvSpPr/>
              <p:nvPr/>
            </p:nvSpPr>
            <p:spPr>
              <a:xfrm>
                <a:off x="6105665" y="3707217"/>
                <a:ext cx="147096" cy="145654"/>
              </a:xfrm>
              <a:custGeom>
                <a:avLst/>
                <a:gdLst/>
                <a:ahLst/>
                <a:cxnLst/>
                <a:rect l="l" t="t" r="r" b="b"/>
                <a:pathLst>
                  <a:path w="147096" h="145654">
                    <a:moveTo>
                      <a:pt x="61187" y="145654"/>
                    </a:moveTo>
                    <a:lnTo>
                      <a:pt x="7442" y="71394"/>
                    </a:lnTo>
                    <a:lnTo>
                      <a:pt x="0" y="61623"/>
                    </a:lnTo>
                    <a:lnTo>
                      <a:pt x="80443" y="0"/>
                    </a:lnTo>
                    <a:lnTo>
                      <a:pt x="147096" y="90054"/>
                    </a:lnTo>
                    <a:lnTo>
                      <a:pt x="61187" y="1456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86" name="Контур"/>
              <p:cNvSpPr/>
              <p:nvPr/>
            </p:nvSpPr>
            <p:spPr>
              <a:xfrm>
                <a:off x="5997317" y="3230048"/>
                <a:ext cx="489501" cy="531090"/>
              </a:xfrm>
              <a:custGeom>
                <a:avLst/>
                <a:gdLst/>
                <a:ahLst/>
                <a:cxnLst/>
                <a:rect l="l" t="t" r="r" b="b"/>
                <a:pathLst>
                  <a:path w="489501" h="531090">
                    <a:moveTo>
                      <a:pt x="0" y="489456"/>
                    </a:moveTo>
                    <a:lnTo>
                      <a:pt x="443529" y="0"/>
                    </a:lnTo>
                    <a:lnTo>
                      <a:pt x="489501" y="41661"/>
                    </a:lnTo>
                    <a:lnTo>
                      <a:pt x="402597" y="137547"/>
                    </a:lnTo>
                    <a:lnTo>
                      <a:pt x="277317" y="275787"/>
                    </a:lnTo>
                    <a:lnTo>
                      <a:pt x="45927" y="531090"/>
                    </a:lnTo>
                    <a:lnTo>
                      <a:pt x="0" y="4894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87" name="Контур"/>
              <p:cNvSpPr/>
              <p:nvPr/>
            </p:nvSpPr>
            <p:spPr>
              <a:xfrm>
                <a:off x="5422476" y="3651830"/>
                <a:ext cx="98713" cy="92624"/>
              </a:xfrm>
              <a:custGeom>
                <a:avLst/>
                <a:gdLst/>
                <a:ahLst/>
                <a:cxnLst/>
                <a:rect l="l" t="t" r="r" b="b"/>
                <a:pathLst>
                  <a:path w="98713" h="92624">
                    <a:moveTo>
                      <a:pt x="0" y="67221"/>
                    </a:moveTo>
                    <a:lnTo>
                      <a:pt x="76347" y="0"/>
                    </a:lnTo>
                    <a:lnTo>
                      <a:pt x="98713" y="25403"/>
                    </a:lnTo>
                    <a:lnTo>
                      <a:pt x="22367" y="92624"/>
                    </a:lnTo>
                    <a:lnTo>
                      <a:pt x="0" y="672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88" name="Контур"/>
              <p:cNvSpPr/>
              <p:nvPr/>
            </p:nvSpPr>
            <p:spPr>
              <a:xfrm>
                <a:off x="5897741" y="3097176"/>
                <a:ext cx="545701" cy="584888"/>
              </a:xfrm>
              <a:custGeom>
                <a:avLst/>
                <a:gdLst/>
                <a:ahLst/>
                <a:cxnLst/>
                <a:rect l="l" t="t" r="r" b="b"/>
                <a:pathLst>
                  <a:path w="545701" h="584888">
                    <a:moveTo>
                      <a:pt x="49176" y="584888"/>
                    </a:moveTo>
                    <a:lnTo>
                      <a:pt x="0" y="540824"/>
                    </a:lnTo>
                    <a:lnTo>
                      <a:pt x="409022" y="87499"/>
                    </a:lnTo>
                    <a:lnTo>
                      <a:pt x="490464" y="0"/>
                    </a:lnTo>
                    <a:lnTo>
                      <a:pt x="545701" y="54348"/>
                    </a:lnTo>
                    <a:lnTo>
                      <a:pt x="501381" y="103361"/>
                    </a:lnTo>
                    <a:lnTo>
                      <a:pt x="489519" y="92741"/>
                    </a:lnTo>
                    <a:lnTo>
                      <a:pt x="49176" y="5848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89" name="Контур"/>
              <p:cNvSpPr/>
              <p:nvPr/>
            </p:nvSpPr>
            <p:spPr>
              <a:xfrm>
                <a:off x="5849538" y="3152882"/>
                <a:ext cx="457225" cy="498290"/>
              </a:xfrm>
              <a:custGeom>
                <a:avLst/>
                <a:gdLst/>
                <a:ahLst/>
                <a:cxnLst/>
                <a:rect l="l" t="t" r="r" b="b"/>
                <a:pathLst>
                  <a:path w="457225" h="498290">
                    <a:moveTo>
                      <a:pt x="35823" y="498290"/>
                    </a:moveTo>
                    <a:lnTo>
                      <a:pt x="0" y="465741"/>
                    </a:lnTo>
                    <a:lnTo>
                      <a:pt x="423169" y="0"/>
                    </a:lnTo>
                    <a:lnTo>
                      <a:pt x="457225" y="31793"/>
                    </a:lnTo>
                    <a:lnTo>
                      <a:pt x="48203" y="485118"/>
                    </a:lnTo>
                    <a:lnTo>
                      <a:pt x="35823" y="4982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90" name="Контур"/>
              <p:cNvSpPr/>
              <p:nvPr/>
            </p:nvSpPr>
            <p:spPr>
              <a:xfrm>
                <a:off x="5308997" y="3451547"/>
                <a:ext cx="165006" cy="165123"/>
              </a:xfrm>
              <a:custGeom>
                <a:avLst/>
                <a:gdLst/>
                <a:ahLst/>
                <a:cxnLst/>
                <a:rect l="l" t="t" r="r" b="b"/>
                <a:pathLst>
                  <a:path w="165006" h="165123">
                    <a:moveTo>
                      <a:pt x="0" y="79317"/>
                    </a:moveTo>
                    <a:lnTo>
                      <a:pt x="83808" y="0"/>
                    </a:lnTo>
                    <a:lnTo>
                      <a:pt x="165006" y="85806"/>
                    </a:lnTo>
                    <a:lnTo>
                      <a:pt x="81189" y="165123"/>
                    </a:lnTo>
                    <a:lnTo>
                      <a:pt x="0" y="793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91" name="Контур"/>
              <p:cNvSpPr/>
              <p:nvPr/>
            </p:nvSpPr>
            <p:spPr>
              <a:xfrm>
                <a:off x="6003138" y="3871307"/>
                <a:ext cx="78093" cy="75121"/>
              </a:xfrm>
              <a:custGeom>
                <a:avLst/>
                <a:gdLst/>
                <a:ahLst/>
                <a:cxnLst/>
                <a:rect l="l" t="t" r="r" b="b"/>
                <a:pathLst>
                  <a:path w="78093" h="75121">
                    <a:moveTo>
                      <a:pt x="0" y="34854"/>
                    </a:moveTo>
                    <a:lnTo>
                      <a:pt x="48389" y="0"/>
                    </a:lnTo>
                    <a:lnTo>
                      <a:pt x="78093" y="39414"/>
                    </a:lnTo>
                    <a:lnTo>
                      <a:pt x="30908" y="75121"/>
                    </a:lnTo>
                    <a:lnTo>
                      <a:pt x="0" y="348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92" name="Контур"/>
              <p:cNvSpPr/>
              <p:nvPr/>
            </p:nvSpPr>
            <p:spPr>
              <a:xfrm>
                <a:off x="5235017" y="3980242"/>
                <a:ext cx="70007" cy="63834"/>
              </a:xfrm>
              <a:custGeom>
                <a:avLst/>
                <a:gdLst/>
                <a:ahLst/>
                <a:cxnLst/>
                <a:rect l="l" t="t" r="r" b="b"/>
                <a:pathLst>
                  <a:path w="70007" h="63834">
                    <a:moveTo>
                      <a:pt x="0" y="33562"/>
                    </a:moveTo>
                    <a:lnTo>
                      <a:pt x="4908" y="30294"/>
                    </a:lnTo>
                    <a:lnTo>
                      <a:pt x="45257" y="2765"/>
                    </a:lnTo>
                    <a:lnTo>
                      <a:pt x="49469" y="0"/>
                    </a:lnTo>
                    <a:lnTo>
                      <a:pt x="70007" y="30272"/>
                    </a:lnTo>
                    <a:lnTo>
                      <a:pt x="20537" y="63834"/>
                    </a:lnTo>
                    <a:lnTo>
                      <a:pt x="0" y="335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93" name="Контур"/>
              <p:cNvSpPr/>
              <p:nvPr/>
            </p:nvSpPr>
            <p:spPr>
              <a:xfrm>
                <a:off x="5922767" y="3932039"/>
                <a:ext cx="64706" cy="60333"/>
              </a:xfrm>
              <a:custGeom>
                <a:avLst/>
                <a:gdLst/>
                <a:ahLst/>
                <a:cxnLst/>
                <a:rect l="l" t="t" r="r" b="b"/>
                <a:pathLst>
                  <a:path w="64706" h="60333">
                    <a:moveTo>
                      <a:pt x="0" y="31178"/>
                    </a:moveTo>
                    <a:lnTo>
                      <a:pt x="44090" y="0"/>
                    </a:lnTo>
                    <a:lnTo>
                      <a:pt x="64706" y="29155"/>
                    </a:lnTo>
                    <a:lnTo>
                      <a:pt x="20616" y="60333"/>
                    </a:lnTo>
                    <a:lnTo>
                      <a:pt x="0" y="311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94" name="Контур"/>
              <p:cNvSpPr/>
              <p:nvPr/>
            </p:nvSpPr>
            <p:spPr>
              <a:xfrm>
                <a:off x="5256915" y="3660050"/>
                <a:ext cx="415575" cy="276822"/>
              </a:xfrm>
              <a:custGeom>
                <a:avLst/>
                <a:gdLst/>
                <a:ahLst/>
                <a:cxnLst/>
                <a:rect l="l" t="t" r="r" b="b"/>
                <a:pathLst>
                  <a:path w="415575" h="276822">
                    <a:moveTo>
                      <a:pt x="390276" y="0"/>
                    </a:moveTo>
                    <a:lnTo>
                      <a:pt x="415575" y="30654"/>
                    </a:lnTo>
                    <a:lnTo>
                      <a:pt x="200322" y="189963"/>
                    </a:lnTo>
                    <a:lnTo>
                      <a:pt x="42867" y="269037"/>
                    </a:lnTo>
                    <a:lnTo>
                      <a:pt x="16956" y="276822"/>
                    </a:lnTo>
                    <a:lnTo>
                      <a:pt x="0" y="243180"/>
                    </a:lnTo>
                    <a:lnTo>
                      <a:pt x="167832" y="158409"/>
                    </a:lnTo>
                    <a:lnTo>
                      <a:pt x="3902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95" name="Контур"/>
              <p:cNvSpPr/>
              <p:nvPr/>
            </p:nvSpPr>
            <p:spPr>
              <a:xfrm>
                <a:off x="5170551" y="3910118"/>
                <a:ext cx="109723" cy="100418"/>
              </a:xfrm>
              <a:custGeom>
                <a:avLst/>
                <a:gdLst/>
                <a:ahLst/>
                <a:cxnLst/>
                <a:rect l="l" t="t" r="r" b="b"/>
                <a:pathLst>
                  <a:path w="109723" h="100418">
                    <a:moveTo>
                      <a:pt x="0" y="37509"/>
                    </a:moveTo>
                    <a:lnTo>
                      <a:pt x="72966" y="0"/>
                    </a:lnTo>
                    <a:lnTo>
                      <a:pt x="109723" y="72889"/>
                    </a:lnTo>
                    <a:lnTo>
                      <a:pt x="69374" y="100418"/>
                    </a:lnTo>
                    <a:lnTo>
                      <a:pt x="0" y="375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96" name="Контур"/>
              <p:cNvSpPr/>
              <p:nvPr/>
            </p:nvSpPr>
            <p:spPr>
              <a:xfrm>
                <a:off x="6028935" y="3778611"/>
                <a:ext cx="137917" cy="132110"/>
              </a:xfrm>
              <a:custGeom>
                <a:avLst/>
                <a:gdLst/>
                <a:ahLst/>
                <a:cxnLst/>
                <a:rect l="l" t="t" r="r" b="b"/>
                <a:pathLst>
                  <a:path w="137917" h="132110">
                    <a:moveTo>
                      <a:pt x="0" y="63448"/>
                    </a:moveTo>
                    <a:lnTo>
                      <a:pt x="84172" y="0"/>
                    </a:lnTo>
                    <a:lnTo>
                      <a:pt x="137917" y="74260"/>
                    </a:lnTo>
                    <a:lnTo>
                      <a:pt x="52296" y="132110"/>
                    </a:lnTo>
                    <a:lnTo>
                      <a:pt x="22592" y="92696"/>
                    </a:lnTo>
                    <a:lnTo>
                      <a:pt x="0" y="634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97" name="Контур"/>
              <p:cNvSpPr/>
              <p:nvPr/>
            </p:nvSpPr>
            <p:spPr>
              <a:xfrm>
                <a:off x="4482795" y="3223137"/>
                <a:ext cx="59081" cy="57956"/>
              </a:xfrm>
              <a:custGeom>
                <a:avLst/>
                <a:gdLst/>
                <a:ahLst/>
                <a:cxnLst/>
                <a:rect l="l" t="t" r="r" b="b"/>
                <a:pathLst>
                  <a:path w="59081" h="57956">
                    <a:moveTo>
                      <a:pt x="0" y="22590"/>
                    </a:moveTo>
                    <a:lnTo>
                      <a:pt x="20958" y="0"/>
                    </a:lnTo>
                    <a:lnTo>
                      <a:pt x="59081" y="35366"/>
                    </a:lnTo>
                    <a:lnTo>
                      <a:pt x="38124" y="57956"/>
                    </a:lnTo>
                    <a:lnTo>
                      <a:pt x="0" y="225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98" name="Контур"/>
              <p:cNvSpPr/>
              <p:nvPr/>
            </p:nvSpPr>
            <p:spPr>
              <a:xfrm>
                <a:off x="4520586" y="3198414"/>
                <a:ext cx="63338" cy="68009"/>
              </a:xfrm>
              <a:custGeom>
                <a:avLst/>
                <a:gdLst/>
                <a:ahLst/>
                <a:cxnLst/>
                <a:rect l="l" t="t" r="r" b="b"/>
                <a:pathLst>
                  <a:path w="63338" h="68009">
                    <a:moveTo>
                      <a:pt x="0" y="19099"/>
                    </a:moveTo>
                    <a:lnTo>
                      <a:pt x="23375" y="0"/>
                    </a:lnTo>
                    <a:lnTo>
                      <a:pt x="63338" y="48911"/>
                    </a:lnTo>
                    <a:lnTo>
                      <a:pt x="39962" y="68009"/>
                    </a:lnTo>
                    <a:lnTo>
                      <a:pt x="0" y="190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99" name="Контур"/>
              <p:cNvSpPr/>
              <p:nvPr/>
            </p:nvSpPr>
            <p:spPr>
              <a:xfrm>
                <a:off x="4734401" y="2414666"/>
                <a:ext cx="228303" cy="241065"/>
              </a:xfrm>
              <a:custGeom>
                <a:avLst/>
                <a:gdLst/>
                <a:ahLst/>
                <a:cxnLst/>
                <a:rect l="l" t="t" r="r" b="b"/>
                <a:pathLst>
                  <a:path w="228303" h="241065">
                    <a:moveTo>
                      <a:pt x="182529" y="241065"/>
                    </a:moveTo>
                    <a:lnTo>
                      <a:pt x="0" y="41958"/>
                    </a:lnTo>
                    <a:lnTo>
                      <a:pt x="45774" y="0"/>
                    </a:lnTo>
                    <a:lnTo>
                      <a:pt x="228303" y="199107"/>
                    </a:lnTo>
                    <a:lnTo>
                      <a:pt x="182529" y="2410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00" name="Контур"/>
              <p:cNvSpPr/>
              <p:nvPr/>
            </p:nvSpPr>
            <p:spPr>
              <a:xfrm>
                <a:off x="4228439" y="2510417"/>
                <a:ext cx="353286" cy="339444"/>
              </a:xfrm>
              <a:custGeom>
                <a:avLst/>
                <a:gdLst/>
                <a:ahLst/>
                <a:cxnLst/>
                <a:rect l="l" t="t" r="r" b="b"/>
                <a:pathLst>
                  <a:path w="353286" h="339444">
                    <a:moveTo>
                      <a:pt x="98613" y="339444"/>
                    </a:moveTo>
                    <a:lnTo>
                      <a:pt x="0" y="234450"/>
                    </a:lnTo>
                    <a:lnTo>
                      <a:pt x="9972" y="225081"/>
                    </a:lnTo>
                    <a:lnTo>
                      <a:pt x="90891" y="149085"/>
                    </a:lnTo>
                    <a:lnTo>
                      <a:pt x="249615" y="0"/>
                    </a:lnTo>
                    <a:lnTo>
                      <a:pt x="353286" y="110376"/>
                    </a:lnTo>
                    <a:lnTo>
                      <a:pt x="98613" y="339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01" name="Контур"/>
              <p:cNvSpPr/>
              <p:nvPr/>
            </p:nvSpPr>
            <p:spPr>
              <a:xfrm>
                <a:off x="4096339" y="2450990"/>
                <a:ext cx="231111" cy="228821"/>
              </a:xfrm>
              <a:custGeom>
                <a:avLst/>
                <a:gdLst/>
                <a:ahLst/>
                <a:cxnLst/>
                <a:rect l="l" t="t" r="r" b="b"/>
                <a:pathLst>
                  <a:path w="231111" h="228821">
                    <a:moveTo>
                      <a:pt x="136562" y="0"/>
                    </a:moveTo>
                    <a:lnTo>
                      <a:pt x="231111" y="101076"/>
                    </a:lnTo>
                    <a:lnTo>
                      <a:pt x="94550" y="228821"/>
                    </a:lnTo>
                    <a:lnTo>
                      <a:pt x="0" y="127745"/>
                    </a:lnTo>
                    <a:lnTo>
                      <a:pt x="68072" y="64068"/>
                    </a:lnTo>
                    <a:lnTo>
                      <a:pt x="13656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02" name="Контур"/>
              <p:cNvSpPr/>
              <p:nvPr/>
            </p:nvSpPr>
            <p:spPr>
              <a:xfrm>
                <a:off x="4396520" y="2953700"/>
                <a:ext cx="128988" cy="134478"/>
              </a:xfrm>
              <a:custGeom>
                <a:avLst/>
                <a:gdLst/>
                <a:ahLst/>
                <a:cxnLst/>
                <a:rect l="l" t="t" r="r" b="b"/>
                <a:pathLst>
                  <a:path w="128988" h="134478">
                    <a:moveTo>
                      <a:pt x="92160" y="134478"/>
                    </a:moveTo>
                    <a:lnTo>
                      <a:pt x="0" y="33669"/>
                    </a:lnTo>
                    <a:lnTo>
                      <a:pt x="36828" y="0"/>
                    </a:lnTo>
                    <a:lnTo>
                      <a:pt x="128988" y="100800"/>
                    </a:lnTo>
                    <a:lnTo>
                      <a:pt x="92160" y="1344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03" name="Контур"/>
              <p:cNvSpPr/>
              <p:nvPr/>
            </p:nvSpPr>
            <p:spPr>
              <a:xfrm>
                <a:off x="4555571" y="3306224"/>
                <a:ext cx="489699" cy="524142"/>
              </a:xfrm>
              <a:custGeom>
                <a:avLst/>
                <a:gdLst/>
                <a:ahLst/>
                <a:cxnLst/>
                <a:rect l="l" t="t" r="r" b="b"/>
                <a:pathLst>
                  <a:path w="489699" h="524142">
                    <a:moveTo>
                      <a:pt x="18072" y="69813"/>
                    </a:moveTo>
                    <a:lnTo>
                      <a:pt x="24165" y="64017"/>
                    </a:lnTo>
                    <a:lnTo>
                      <a:pt x="0" y="38556"/>
                    </a:lnTo>
                    <a:lnTo>
                      <a:pt x="40626" y="0"/>
                    </a:lnTo>
                    <a:lnTo>
                      <a:pt x="70038" y="30960"/>
                    </a:lnTo>
                    <a:lnTo>
                      <a:pt x="112014" y="81513"/>
                    </a:lnTo>
                    <a:lnTo>
                      <a:pt x="489699" y="479232"/>
                    </a:lnTo>
                    <a:lnTo>
                      <a:pt x="442404" y="524142"/>
                    </a:lnTo>
                    <a:lnTo>
                      <a:pt x="18072" y="698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04" name="Контур"/>
              <p:cNvSpPr/>
              <p:nvPr/>
            </p:nvSpPr>
            <p:spPr>
              <a:xfrm>
                <a:off x="3563942" y="3433565"/>
                <a:ext cx="387045" cy="375291"/>
              </a:xfrm>
              <a:custGeom>
                <a:avLst/>
                <a:gdLst/>
                <a:ahLst/>
                <a:cxnLst/>
                <a:rect l="l" t="t" r="r" b="b"/>
                <a:pathLst>
                  <a:path w="387045" h="375291">
                    <a:moveTo>
                      <a:pt x="284274" y="49644"/>
                    </a:moveTo>
                    <a:lnTo>
                      <a:pt x="335961" y="0"/>
                    </a:lnTo>
                    <a:lnTo>
                      <a:pt x="387045" y="53694"/>
                    </a:lnTo>
                    <a:lnTo>
                      <a:pt x="49041" y="375291"/>
                    </a:lnTo>
                    <a:lnTo>
                      <a:pt x="0" y="322704"/>
                    </a:lnTo>
                    <a:lnTo>
                      <a:pt x="43398" y="281025"/>
                    </a:lnTo>
                    <a:lnTo>
                      <a:pt x="222354" y="109125"/>
                    </a:lnTo>
                    <a:lnTo>
                      <a:pt x="279171" y="54549"/>
                    </a:lnTo>
                    <a:lnTo>
                      <a:pt x="284274" y="496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05" name="Контур"/>
              <p:cNvSpPr/>
              <p:nvPr/>
            </p:nvSpPr>
            <p:spPr>
              <a:xfrm>
                <a:off x="3582851" y="3462554"/>
                <a:ext cx="260262" cy="252036"/>
              </a:xfrm>
              <a:custGeom>
                <a:avLst/>
                <a:gdLst/>
                <a:ahLst/>
                <a:cxnLst/>
                <a:rect l="l" t="t" r="r" b="b"/>
                <a:pathLst>
                  <a:path w="260262" h="252036">
                    <a:moveTo>
                      <a:pt x="260262" y="25560"/>
                    </a:moveTo>
                    <a:lnTo>
                      <a:pt x="203445" y="80136"/>
                    </a:lnTo>
                    <a:lnTo>
                      <a:pt x="24489" y="252036"/>
                    </a:lnTo>
                    <a:lnTo>
                      <a:pt x="0" y="226539"/>
                    </a:lnTo>
                    <a:lnTo>
                      <a:pt x="236277" y="0"/>
                    </a:lnTo>
                    <a:lnTo>
                      <a:pt x="260262" y="255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06" name="Контур"/>
              <p:cNvSpPr/>
              <p:nvPr/>
            </p:nvSpPr>
            <p:spPr>
              <a:xfrm>
                <a:off x="4010837" y="3250127"/>
                <a:ext cx="76086" cy="75528"/>
              </a:xfrm>
              <a:custGeom>
                <a:avLst/>
                <a:gdLst/>
                <a:ahLst/>
                <a:cxnLst/>
                <a:rect l="l" t="t" r="r" b="b"/>
                <a:pathLst>
                  <a:path w="76086" h="75528">
                    <a:moveTo>
                      <a:pt x="50949" y="75528"/>
                    </a:moveTo>
                    <a:lnTo>
                      <a:pt x="0" y="21438"/>
                    </a:lnTo>
                    <a:lnTo>
                      <a:pt x="25281" y="0"/>
                    </a:lnTo>
                    <a:lnTo>
                      <a:pt x="76086" y="51849"/>
                    </a:lnTo>
                    <a:lnTo>
                      <a:pt x="50949" y="755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07" name="Контур"/>
              <p:cNvSpPr/>
              <p:nvPr/>
            </p:nvSpPr>
            <p:spPr>
              <a:xfrm>
                <a:off x="4992701" y="2056304"/>
                <a:ext cx="1335483" cy="1353627"/>
              </a:xfrm>
              <a:custGeom>
                <a:avLst/>
                <a:gdLst/>
                <a:ahLst/>
                <a:cxnLst/>
                <a:rect l="l" t="t" r="r" b="b"/>
                <a:pathLst>
                  <a:path w="1335483" h="1353627">
                    <a:moveTo>
                      <a:pt x="807345" y="62982"/>
                    </a:moveTo>
                    <a:lnTo>
                      <a:pt x="1335483" y="635805"/>
                    </a:lnTo>
                    <a:lnTo>
                      <a:pt x="601773" y="1353627"/>
                    </a:lnTo>
                    <a:lnTo>
                      <a:pt x="566904" y="1317138"/>
                    </a:lnTo>
                    <a:lnTo>
                      <a:pt x="0" y="708948"/>
                    </a:lnTo>
                    <a:lnTo>
                      <a:pt x="591310" y="148145"/>
                    </a:lnTo>
                    <a:lnTo>
                      <a:pt x="616858" y="122593"/>
                    </a:lnTo>
                    <a:lnTo>
                      <a:pt x="633636" y="106182"/>
                    </a:lnTo>
                    <a:lnTo>
                      <a:pt x="749736" y="0"/>
                    </a:lnTo>
                    <a:lnTo>
                      <a:pt x="807345" y="629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08" name="Контур"/>
              <p:cNvSpPr/>
              <p:nvPr/>
            </p:nvSpPr>
            <p:spPr>
              <a:xfrm>
                <a:off x="3472804" y="3423818"/>
                <a:ext cx="175843" cy="173928"/>
              </a:xfrm>
              <a:custGeom>
                <a:avLst/>
                <a:gdLst/>
                <a:ahLst/>
                <a:cxnLst/>
                <a:rect l="l" t="t" r="r" b="b"/>
                <a:pathLst>
                  <a:path w="175843" h="173928">
                    <a:moveTo>
                      <a:pt x="106898" y="0"/>
                    </a:moveTo>
                    <a:lnTo>
                      <a:pt x="175843" y="73086"/>
                    </a:lnTo>
                    <a:lnTo>
                      <a:pt x="68944" y="173928"/>
                    </a:lnTo>
                    <a:lnTo>
                      <a:pt x="0" y="100842"/>
                    </a:lnTo>
                    <a:lnTo>
                      <a:pt x="10689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09" name="Контур"/>
              <p:cNvSpPr/>
              <p:nvPr/>
            </p:nvSpPr>
            <p:spPr>
              <a:xfrm>
                <a:off x="3706556" y="3582695"/>
                <a:ext cx="382158" cy="374625"/>
              </a:xfrm>
              <a:custGeom>
                <a:avLst/>
                <a:gdLst/>
                <a:ahLst/>
                <a:cxnLst/>
                <a:rect l="l" t="t" r="r" b="b"/>
                <a:pathLst>
                  <a:path w="382158" h="374625">
                    <a:moveTo>
                      <a:pt x="45747" y="374625"/>
                    </a:moveTo>
                    <a:lnTo>
                      <a:pt x="0" y="324630"/>
                    </a:lnTo>
                    <a:lnTo>
                      <a:pt x="338994" y="0"/>
                    </a:lnTo>
                    <a:lnTo>
                      <a:pt x="373203" y="37890"/>
                    </a:lnTo>
                    <a:lnTo>
                      <a:pt x="382158" y="47808"/>
                    </a:lnTo>
                    <a:lnTo>
                      <a:pt x="372303" y="57393"/>
                    </a:lnTo>
                    <a:lnTo>
                      <a:pt x="322461" y="105912"/>
                    </a:lnTo>
                    <a:lnTo>
                      <a:pt x="310275" y="117747"/>
                    </a:lnTo>
                    <a:lnTo>
                      <a:pt x="87957" y="333639"/>
                    </a:lnTo>
                    <a:lnTo>
                      <a:pt x="82170" y="339255"/>
                    </a:lnTo>
                    <a:lnTo>
                      <a:pt x="45747" y="3746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10" name="Контур"/>
              <p:cNvSpPr/>
              <p:nvPr/>
            </p:nvSpPr>
            <p:spPr>
              <a:xfrm>
                <a:off x="4018235" y="3900755"/>
                <a:ext cx="166725" cy="153918"/>
              </a:xfrm>
              <a:custGeom>
                <a:avLst/>
                <a:gdLst/>
                <a:ahLst/>
                <a:cxnLst/>
                <a:rect l="l" t="t" r="r" b="b"/>
                <a:pathLst>
                  <a:path w="166725" h="153918">
                    <a:moveTo>
                      <a:pt x="166725" y="47664"/>
                    </a:moveTo>
                    <a:lnTo>
                      <a:pt x="52893" y="153918"/>
                    </a:lnTo>
                    <a:lnTo>
                      <a:pt x="0" y="97254"/>
                    </a:lnTo>
                    <a:lnTo>
                      <a:pt x="63342" y="39897"/>
                    </a:lnTo>
                    <a:lnTo>
                      <a:pt x="74772" y="44298"/>
                    </a:lnTo>
                    <a:lnTo>
                      <a:pt x="122238" y="0"/>
                    </a:lnTo>
                    <a:lnTo>
                      <a:pt x="166725" y="476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11" name="Контур"/>
              <p:cNvSpPr/>
              <p:nvPr/>
            </p:nvSpPr>
            <p:spPr>
              <a:xfrm>
                <a:off x="3788726" y="3630503"/>
                <a:ext cx="644589" cy="381393"/>
              </a:xfrm>
              <a:custGeom>
                <a:avLst/>
                <a:gdLst/>
                <a:ahLst/>
                <a:cxnLst/>
                <a:rect l="l" t="t" r="r" b="b"/>
                <a:pathLst>
                  <a:path w="644589" h="381393">
                    <a:moveTo>
                      <a:pt x="299988" y="0"/>
                    </a:moveTo>
                    <a:lnTo>
                      <a:pt x="379908" y="75474"/>
                    </a:lnTo>
                    <a:lnTo>
                      <a:pt x="644589" y="354114"/>
                    </a:lnTo>
                    <a:lnTo>
                      <a:pt x="629676" y="368280"/>
                    </a:lnTo>
                    <a:lnTo>
                      <a:pt x="615870" y="381393"/>
                    </a:lnTo>
                    <a:lnTo>
                      <a:pt x="385056" y="138357"/>
                    </a:lnTo>
                    <a:lnTo>
                      <a:pt x="341396" y="179812"/>
                    </a:lnTo>
                    <a:lnTo>
                      <a:pt x="274507" y="109365"/>
                    </a:lnTo>
                    <a:lnTo>
                      <a:pt x="161107" y="215319"/>
                    </a:lnTo>
                    <a:lnTo>
                      <a:pt x="141397" y="196914"/>
                    </a:lnTo>
                    <a:lnTo>
                      <a:pt x="19202" y="311947"/>
                    </a:lnTo>
                    <a:lnTo>
                      <a:pt x="0" y="291447"/>
                    </a:lnTo>
                    <a:lnTo>
                      <a:pt x="5787" y="285831"/>
                    </a:lnTo>
                    <a:lnTo>
                      <a:pt x="228105" y="69939"/>
                    </a:lnTo>
                    <a:lnTo>
                      <a:pt x="240291" y="58104"/>
                    </a:lnTo>
                    <a:lnTo>
                      <a:pt x="290133" y="9585"/>
                    </a:lnTo>
                    <a:lnTo>
                      <a:pt x="29998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12" name="Контур"/>
              <p:cNvSpPr/>
              <p:nvPr/>
            </p:nvSpPr>
            <p:spPr>
              <a:xfrm>
                <a:off x="5067077" y="3866384"/>
                <a:ext cx="55539" cy="52641"/>
              </a:xfrm>
              <a:custGeom>
                <a:avLst/>
                <a:gdLst/>
                <a:ahLst/>
                <a:cxnLst/>
                <a:rect l="l" t="t" r="r" b="b"/>
                <a:pathLst>
                  <a:path w="55539" h="52641">
                    <a:moveTo>
                      <a:pt x="55539" y="22401"/>
                    </a:moveTo>
                    <a:lnTo>
                      <a:pt x="18099" y="52641"/>
                    </a:lnTo>
                    <a:lnTo>
                      <a:pt x="0" y="30240"/>
                    </a:lnTo>
                    <a:lnTo>
                      <a:pt x="37440" y="0"/>
                    </a:lnTo>
                    <a:lnTo>
                      <a:pt x="55539" y="224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13" name="Контур"/>
              <p:cNvSpPr/>
              <p:nvPr/>
            </p:nvSpPr>
            <p:spPr>
              <a:xfrm>
                <a:off x="3612983" y="3220859"/>
                <a:ext cx="687726" cy="686466"/>
              </a:xfrm>
              <a:custGeom>
                <a:avLst/>
                <a:gdLst/>
                <a:ahLst/>
                <a:cxnLst/>
                <a:rect l="l" t="t" r="r" b="b"/>
                <a:pathLst>
                  <a:path w="687726" h="686466">
                    <a:moveTo>
                      <a:pt x="555651" y="485118"/>
                    </a:moveTo>
                    <a:lnTo>
                      <a:pt x="475731" y="409644"/>
                    </a:lnTo>
                    <a:lnTo>
                      <a:pt x="432567" y="361836"/>
                    </a:lnTo>
                    <a:lnTo>
                      <a:pt x="93573" y="686466"/>
                    </a:lnTo>
                    <a:lnTo>
                      <a:pt x="0" y="587997"/>
                    </a:lnTo>
                    <a:lnTo>
                      <a:pt x="338004" y="266400"/>
                    </a:lnTo>
                    <a:lnTo>
                      <a:pt x="210294" y="132174"/>
                    </a:lnTo>
                    <a:lnTo>
                      <a:pt x="350100" y="0"/>
                    </a:lnTo>
                    <a:lnTo>
                      <a:pt x="448803" y="104796"/>
                    </a:lnTo>
                    <a:lnTo>
                      <a:pt x="473940" y="81117"/>
                    </a:lnTo>
                    <a:lnTo>
                      <a:pt x="505179" y="114282"/>
                    </a:lnTo>
                    <a:lnTo>
                      <a:pt x="481419" y="136035"/>
                    </a:lnTo>
                    <a:lnTo>
                      <a:pt x="558153" y="215640"/>
                    </a:lnTo>
                    <a:lnTo>
                      <a:pt x="583092" y="193986"/>
                    </a:lnTo>
                    <a:lnTo>
                      <a:pt x="614124" y="228447"/>
                    </a:lnTo>
                    <a:lnTo>
                      <a:pt x="588168" y="251055"/>
                    </a:lnTo>
                    <a:lnTo>
                      <a:pt x="687726" y="361341"/>
                    </a:lnTo>
                    <a:lnTo>
                      <a:pt x="555651" y="4851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14" name="Контур"/>
              <p:cNvSpPr/>
              <p:nvPr/>
            </p:nvSpPr>
            <p:spPr>
              <a:xfrm>
                <a:off x="5007593" y="3599506"/>
                <a:ext cx="287242" cy="279060"/>
              </a:xfrm>
              <a:custGeom>
                <a:avLst/>
                <a:gdLst/>
                <a:ahLst/>
                <a:cxnLst/>
                <a:rect l="l" t="t" r="r" b="b"/>
                <a:pathLst>
                  <a:path w="287242" h="279060">
                    <a:moveTo>
                      <a:pt x="245709" y="0"/>
                    </a:moveTo>
                    <a:lnTo>
                      <a:pt x="287242" y="43283"/>
                    </a:lnTo>
                    <a:lnTo>
                      <a:pt x="41532" y="279060"/>
                    </a:lnTo>
                    <a:lnTo>
                      <a:pt x="0" y="235777"/>
                    </a:lnTo>
                    <a:lnTo>
                      <a:pt x="45070" y="193006"/>
                    </a:lnTo>
                    <a:lnTo>
                      <a:pt x="24570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15" name="Контур"/>
              <p:cNvSpPr/>
              <p:nvPr/>
            </p:nvSpPr>
            <p:spPr>
              <a:xfrm>
                <a:off x="7419767" y="1906148"/>
                <a:ext cx="138717" cy="142281"/>
              </a:xfrm>
              <a:custGeom>
                <a:avLst/>
                <a:gdLst/>
                <a:ahLst/>
                <a:cxnLst/>
                <a:rect l="l" t="t" r="r" b="b"/>
                <a:pathLst>
                  <a:path w="138717" h="142281">
                    <a:moveTo>
                      <a:pt x="88236" y="0"/>
                    </a:moveTo>
                    <a:lnTo>
                      <a:pt x="138717" y="47430"/>
                    </a:lnTo>
                    <a:lnTo>
                      <a:pt x="49599" y="142281"/>
                    </a:lnTo>
                    <a:lnTo>
                      <a:pt x="47475" y="140400"/>
                    </a:lnTo>
                    <a:lnTo>
                      <a:pt x="0" y="97380"/>
                    </a:lnTo>
                    <a:lnTo>
                      <a:pt x="8823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16" name="Контур"/>
              <p:cNvSpPr/>
              <p:nvPr/>
            </p:nvSpPr>
            <p:spPr>
              <a:xfrm>
                <a:off x="7820870" y="1868843"/>
                <a:ext cx="157131" cy="156888"/>
              </a:xfrm>
              <a:custGeom>
                <a:avLst/>
                <a:gdLst/>
                <a:ahLst/>
                <a:cxnLst/>
                <a:rect l="l" t="t" r="r" b="b"/>
                <a:pathLst>
                  <a:path w="157131" h="156888">
                    <a:moveTo>
                      <a:pt x="0" y="79713"/>
                    </a:moveTo>
                    <a:lnTo>
                      <a:pt x="74070" y="0"/>
                    </a:lnTo>
                    <a:lnTo>
                      <a:pt x="157131" y="77175"/>
                    </a:lnTo>
                    <a:lnTo>
                      <a:pt x="83061" y="156888"/>
                    </a:lnTo>
                    <a:lnTo>
                      <a:pt x="0" y="797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17" name="Контур"/>
              <p:cNvSpPr/>
              <p:nvPr/>
            </p:nvSpPr>
            <p:spPr>
              <a:xfrm>
                <a:off x="7508003" y="1803179"/>
                <a:ext cx="141957" cy="150399"/>
              </a:xfrm>
              <a:custGeom>
                <a:avLst/>
                <a:gdLst/>
                <a:ahLst/>
                <a:cxnLst/>
                <a:rect l="l" t="t" r="r" b="b"/>
                <a:pathLst>
                  <a:path w="141957" h="150399">
                    <a:moveTo>
                      <a:pt x="93555" y="0"/>
                    </a:moveTo>
                    <a:lnTo>
                      <a:pt x="141957" y="46206"/>
                    </a:lnTo>
                    <a:lnTo>
                      <a:pt x="50481" y="150399"/>
                    </a:lnTo>
                    <a:lnTo>
                      <a:pt x="0" y="102969"/>
                    </a:lnTo>
                    <a:lnTo>
                      <a:pt x="935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18" name="Контур"/>
              <p:cNvSpPr/>
              <p:nvPr/>
            </p:nvSpPr>
            <p:spPr>
              <a:xfrm>
                <a:off x="7935611" y="1737308"/>
                <a:ext cx="202806" cy="179811"/>
              </a:xfrm>
              <a:custGeom>
                <a:avLst/>
                <a:gdLst/>
                <a:ahLst/>
                <a:cxnLst/>
                <a:rect l="l" t="t" r="r" b="b"/>
                <a:pathLst>
                  <a:path w="202806" h="179811">
                    <a:moveTo>
                      <a:pt x="202806" y="123723"/>
                    </a:moveTo>
                    <a:lnTo>
                      <a:pt x="167112" y="160857"/>
                    </a:lnTo>
                    <a:lnTo>
                      <a:pt x="142326" y="137034"/>
                    </a:lnTo>
                    <a:lnTo>
                      <a:pt x="101214" y="179811"/>
                    </a:lnTo>
                    <a:lnTo>
                      <a:pt x="0" y="83691"/>
                    </a:lnTo>
                    <a:lnTo>
                      <a:pt x="74079" y="0"/>
                    </a:lnTo>
                    <a:lnTo>
                      <a:pt x="202806" y="1237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19" name="Контур"/>
              <p:cNvSpPr/>
              <p:nvPr/>
            </p:nvSpPr>
            <p:spPr>
              <a:xfrm>
                <a:off x="7601558" y="1584000"/>
                <a:ext cx="289935" cy="265385"/>
              </a:xfrm>
              <a:custGeom>
                <a:avLst/>
                <a:gdLst/>
                <a:ahLst/>
                <a:cxnLst/>
                <a:rect l="l" t="t" r="r" b="b"/>
                <a:pathLst>
                  <a:path w="289935" h="265385">
                    <a:moveTo>
                      <a:pt x="289935" y="0"/>
                    </a:moveTo>
                    <a:lnTo>
                      <a:pt x="48402" y="265385"/>
                    </a:lnTo>
                    <a:lnTo>
                      <a:pt x="0" y="219179"/>
                    </a:lnTo>
                    <a:lnTo>
                      <a:pt x="19995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0" name="Контур"/>
              <p:cNvSpPr/>
              <p:nvPr/>
            </p:nvSpPr>
            <p:spPr>
              <a:xfrm>
                <a:off x="7601558" y="1584000"/>
                <a:ext cx="289935" cy="265385"/>
              </a:xfrm>
              <a:custGeom>
                <a:avLst/>
                <a:gdLst/>
                <a:ahLst/>
                <a:cxnLst/>
                <a:rect l="l" t="t" r="r" b="b"/>
                <a:pathLst>
                  <a:path w="289935" h="265385" fill="none">
                    <a:moveTo>
                      <a:pt x="48402" y="265385"/>
                    </a:moveTo>
                    <a:lnTo>
                      <a:pt x="0" y="219179"/>
                    </a:lnTo>
                    <a:lnTo>
                      <a:pt x="199959" y="0"/>
                    </a:lnTo>
                    <a:moveTo>
                      <a:pt x="289935" y="0"/>
                    </a:moveTo>
                    <a:lnTo>
                      <a:pt x="48402" y="265385"/>
                    </a:lnTo>
                    <a:lnTo>
                      <a:pt x="48402" y="265385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21" name="Контур"/>
              <p:cNvSpPr/>
              <p:nvPr/>
            </p:nvSpPr>
            <p:spPr>
              <a:xfrm>
                <a:off x="8055374" y="1614935"/>
                <a:ext cx="221184" cy="197316"/>
              </a:xfrm>
              <a:custGeom>
                <a:avLst/>
                <a:gdLst/>
                <a:ahLst/>
                <a:cxnLst/>
                <a:rect l="l" t="t" r="r" b="b"/>
                <a:pathLst>
                  <a:path w="221184" h="197316">
                    <a:moveTo>
                      <a:pt x="221184" y="141876"/>
                    </a:moveTo>
                    <a:lnTo>
                      <a:pt x="184887" y="177858"/>
                    </a:lnTo>
                    <a:lnTo>
                      <a:pt x="162306" y="157239"/>
                    </a:lnTo>
                    <a:lnTo>
                      <a:pt x="123183" y="197316"/>
                    </a:lnTo>
                    <a:lnTo>
                      <a:pt x="0" y="77067"/>
                    </a:lnTo>
                    <a:lnTo>
                      <a:pt x="74592" y="0"/>
                    </a:lnTo>
                    <a:lnTo>
                      <a:pt x="221184" y="1418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22" name="Контур"/>
              <p:cNvSpPr/>
              <p:nvPr/>
            </p:nvSpPr>
            <p:spPr>
              <a:xfrm>
                <a:off x="8199317" y="1584000"/>
                <a:ext cx="203412" cy="129134"/>
              </a:xfrm>
              <a:custGeom>
                <a:avLst/>
                <a:gdLst/>
                <a:ahLst/>
                <a:cxnLst/>
                <a:rect l="l" t="t" r="r" b="b"/>
                <a:pathLst>
                  <a:path w="203412" h="129134">
                    <a:moveTo>
                      <a:pt x="0" y="0"/>
                    </a:moveTo>
                    <a:lnTo>
                      <a:pt x="139980" y="0"/>
                    </a:lnTo>
                    <a:lnTo>
                      <a:pt x="203412" y="59303"/>
                    </a:lnTo>
                    <a:lnTo>
                      <a:pt x="138126" y="1291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3" name="Контур"/>
              <p:cNvSpPr/>
              <p:nvPr/>
            </p:nvSpPr>
            <p:spPr>
              <a:xfrm>
                <a:off x="8199317" y="1584000"/>
                <a:ext cx="203412" cy="129134"/>
              </a:xfrm>
              <a:custGeom>
                <a:avLst/>
                <a:gdLst/>
                <a:ahLst/>
                <a:cxnLst/>
                <a:rect l="l" t="t" r="r" b="b"/>
                <a:pathLst>
                  <a:path w="203412" h="129134" fill="none">
                    <a:moveTo>
                      <a:pt x="139980" y="0"/>
                    </a:moveTo>
                    <a:lnTo>
                      <a:pt x="203412" y="59303"/>
                    </a:lnTo>
                    <a:lnTo>
                      <a:pt x="138126" y="129134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24" name="Контур"/>
              <p:cNvSpPr/>
              <p:nvPr/>
            </p:nvSpPr>
            <p:spPr>
              <a:xfrm>
                <a:off x="8434115" y="1584000"/>
                <a:ext cx="53706" cy="26696"/>
              </a:xfrm>
              <a:custGeom>
                <a:avLst/>
                <a:gdLst/>
                <a:ahLst/>
                <a:cxnLst/>
                <a:rect l="l" t="t" r="r" b="b"/>
                <a:pathLst>
                  <a:path w="53706" h="26696">
                    <a:moveTo>
                      <a:pt x="53706" y="0"/>
                    </a:moveTo>
                    <a:lnTo>
                      <a:pt x="29751" y="26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5" name="Контур"/>
              <p:cNvSpPr/>
              <p:nvPr/>
            </p:nvSpPr>
            <p:spPr>
              <a:xfrm>
                <a:off x="8434115" y="1584000"/>
                <a:ext cx="53706" cy="26696"/>
              </a:xfrm>
              <a:custGeom>
                <a:avLst/>
                <a:gdLst/>
                <a:ahLst/>
                <a:cxnLst/>
                <a:rect l="l" t="t" r="r" b="b"/>
                <a:pathLst>
                  <a:path w="53706" h="26696" fill="none">
                    <a:moveTo>
                      <a:pt x="53706" y="0"/>
                    </a:moveTo>
                    <a:lnTo>
                      <a:pt x="29751" y="26696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26" name="Контур"/>
              <p:cNvSpPr/>
              <p:nvPr/>
            </p:nvSpPr>
            <p:spPr>
              <a:xfrm>
                <a:off x="9463389" y="1932794"/>
                <a:ext cx="64872" cy="80382"/>
              </a:xfrm>
              <a:custGeom>
                <a:avLst/>
                <a:gdLst/>
                <a:ahLst/>
                <a:cxnLst/>
                <a:rect l="l" t="t" r="r" b="b"/>
                <a:pathLst>
                  <a:path w="64872" h="80382">
                    <a:moveTo>
                      <a:pt x="25517" y="80382"/>
                    </a:moveTo>
                    <a:lnTo>
                      <a:pt x="0" y="15470"/>
                    </a:lnTo>
                    <a:lnTo>
                      <a:pt x="39355" y="0"/>
                    </a:lnTo>
                    <a:lnTo>
                      <a:pt x="64872" y="64912"/>
                    </a:lnTo>
                    <a:lnTo>
                      <a:pt x="25517" y="803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27" name="Контур"/>
              <p:cNvSpPr/>
              <p:nvPr/>
            </p:nvSpPr>
            <p:spPr>
              <a:xfrm>
                <a:off x="9208517" y="1788464"/>
                <a:ext cx="199620" cy="175356"/>
              </a:xfrm>
              <a:custGeom>
                <a:avLst/>
                <a:gdLst/>
                <a:ahLst/>
                <a:cxnLst/>
                <a:rect l="l" t="t" r="r" b="b"/>
                <a:pathLst>
                  <a:path w="199620" h="175356">
                    <a:moveTo>
                      <a:pt x="199620" y="119205"/>
                    </a:moveTo>
                    <a:lnTo>
                      <a:pt x="42669" y="175356"/>
                    </a:lnTo>
                    <a:lnTo>
                      <a:pt x="0" y="56160"/>
                    </a:lnTo>
                    <a:lnTo>
                      <a:pt x="156960" y="0"/>
                    </a:lnTo>
                    <a:lnTo>
                      <a:pt x="199620" y="1192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28" name="Контур"/>
              <p:cNvSpPr/>
              <p:nvPr/>
            </p:nvSpPr>
            <p:spPr>
              <a:xfrm>
                <a:off x="9366506" y="1733700"/>
                <a:ext cx="141545" cy="203352"/>
              </a:xfrm>
              <a:custGeom>
                <a:avLst/>
                <a:gdLst/>
                <a:ahLst/>
                <a:cxnLst/>
                <a:rect l="l" t="t" r="r" b="b"/>
                <a:pathLst>
                  <a:path w="141545" h="203352">
                    <a:moveTo>
                      <a:pt x="68111" y="203352"/>
                    </a:moveTo>
                    <a:lnTo>
                      <a:pt x="0" y="28625"/>
                    </a:lnTo>
                    <a:lnTo>
                      <a:pt x="73434" y="0"/>
                    </a:lnTo>
                    <a:lnTo>
                      <a:pt x="141545" y="174727"/>
                    </a:lnTo>
                    <a:lnTo>
                      <a:pt x="68111" y="2033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29" name="Контур"/>
              <p:cNvSpPr/>
              <p:nvPr/>
            </p:nvSpPr>
            <p:spPr>
              <a:xfrm>
                <a:off x="9440531" y="1584000"/>
                <a:ext cx="190193" cy="304274"/>
              </a:xfrm>
              <a:custGeom>
                <a:avLst/>
                <a:gdLst/>
                <a:ahLst/>
                <a:cxnLst/>
                <a:rect l="l" t="t" r="r" b="b"/>
                <a:pathLst>
                  <a:path w="190193" h="304274">
                    <a:moveTo>
                      <a:pt x="78322" y="304274"/>
                    </a:moveTo>
                    <a:lnTo>
                      <a:pt x="0" y="97386"/>
                    </a:lnTo>
                    <a:lnTo>
                      <a:pt x="49280" y="81539"/>
                    </a:lnTo>
                    <a:lnTo>
                      <a:pt x="36080" y="45444"/>
                    </a:lnTo>
                    <a:lnTo>
                      <a:pt x="74801" y="33119"/>
                    </a:lnTo>
                    <a:lnTo>
                      <a:pt x="71281" y="21673"/>
                    </a:lnTo>
                    <a:lnTo>
                      <a:pt x="103459" y="0"/>
                    </a:lnTo>
                    <a:lnTo>
                      <a:pt x="190193" y="0"/>
                    </a:lnTo>
                    <a:lnTo>
                      <a:pt x="124962" y="28490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0" name="Контур"/>
              <p:cNvSpPr/>
              <p:nvPr/>
            </p:nvSpPr>
            <p:spPr>
              <a:xfrm>
                <a:off x="9440531" y="1584000"/>
                <a:ext cx="190193" cy="304274"/>
              </a:xfrm>
              <a:custGeom>
                <a:avLst/>
                <a:gdLst/>
                <a:ahLst/>
                <a:cxnLst/>
                <a:rect l="l" t="t" r="r" b="b"/>
                <a:pathLst>
                  <a:path w="190193" h="304274" fill="none">
                    <a:moveTo>
                      <a:pt x="78322" y="304274"/>
                    </a:moveTo>
                    <a:lnTo>
                      <a:pt x="0" y="97386"/>
                    </a:lnTo>
                    <a:lnTo>
                      <a:pt x="49280" y="81539"/>
                    </a:lnTo>
                    <a:lnTo>
                      <a:pt x="36080" y="45444"/>
                    </a:lnTo>
                    <a:lnTo>
                      <a:pt x="74801" y="33119"/>
                    </a:lnTo>
                    <a:lnTo>
                      <a:pt x="71281" y="21673"/>
                    </a:lnTo>
                    <a:lnTo>
                      <a:pt x="103459" y="0"/>
                    </a:lnTo>
                    <a:moveTo>
                      <a:pt x="190193" y="0"/>
                    </a:moveTo>
                    <a:lnTo>
                      <a:pt x="124962" y="284905"/>
                    </a:lnTo>
                    <a:lnTo>
                      <a:pt x="78322" y="304274"/>
                    </a:lnTo>
                    <a:lnTo>
                      <a:pt x="78322" y="304274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31" name="Контур"/>
              <p:cNvSpPr/>
              <p:nvPr/>
            </p:nvSpPr>
            <p:spPr>
              <a:xfrm>
                <a:off x="8865011" y="1791263"/>
                <a:ext cx="72460" cy="74387"/>
              </a:xfrm>
              <a:custGeom>
                <a:avLst/>
                <a:gdLst/>
                <a:ahLst/>
                <a:cxnLst/>
                <a:rect l="l" t="t" r="r" b="b"/>
                <a:pathLst>
                  <a:path w="72460" h="74387">
                    <a:moveTo>
                      <a:pt x="42692" y="0"/>
                    </a:moveTo>
                    <a:lnTo>
                      <a:pt x="72460" y="41567"/>
                    </a:lnTo>
                    <a:lnTo>
                      <a:pt x="33693" y="74387"/>
                    </a:lnTo>
                    <a:lnTo>
                      <a:pt x="0" y="33473"/>
                    </a:lnTo>
                    <a:lnTo>
                      <a:pt x="4269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32" name="Контур"/>
              <p:cNvSpPr/>
              <p:nvPr/>
            </p:nvSpPr>
            <p:spPr>
              <a:xfrm>
                <a:off x="8881530" y="1584000"/>
                <a:ext cx="319916" cy="261252"/>
              </a:xfrm>
              <a:custGeom>
                <a:avLst/>
                <a:gdLst/>
                <a:ahLst/>
                <a:cxnLst/>
                <a:rect l="l" t="t" r="r" b="b"/>
                <a:pathLst>
                  <a:path w="319916" h="261252">
                    <a:moveTo>
                      <a:pt x="0" y="169456"/>
                    </a:moveTo>
                    <a:lnTo>
                      <a:pt x="237591" y="0"/>
                    </a:lnTo>
                    <a:lnTo>
                      <a:pt x="263089" y="0"/>
                    </a:lnTo>
                    <a:lnTo>
                      <a:pt x="310103" y="65375"/>
                    </a:lnTo>
                    <a:lnTo>
                      <a:pt x="319916" y="79776"/>
                    </a:lnTo>
                    <a:lnTo>
                      <a:pt x="65472" y="261252"/>
                    </a:lnTo>
                    <a:lnTo>
                      <a:pt x="55941" y="248830"/>
                    </a:lnTo>
                    <a:lnTo>
                      <a:pt x="26173" y="20726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3" name="Контур"/>
              <p:cNvSpPr/>
              <p:nvPr/>
            </p:nvSpPr>
            <p:spPr>
              <a:xfrm>
                <a:off x="8881530" y="1584000"/>
                <a:ext cx="319916" cy="261252"/>
              </a:xfrm>
              <a:custGeom>
                <a:avLst/>
                <a:gdLst/>
                <a:ahLst/>
                <a:cxnLst/>
                <a:rect l="l" t="t" r="r" b="b"/>
                <a:pathLst>
                  <a:path w="319916" h="261252" fill="none">
                    <a:moveTo>
                      <a:pt x="0" y="169456"/>
                    </a:moveTo>
                    <a:lnTo>
                      <a:pt x="237591" y="0"/>
                    </a:lnTo>
                    <a:moveTo>
                      <a:pt x="263089" y="0"/>
                    </a:moveTo>
                    <a:lnTo>
                      <a:pt x="310103" y="65375"/>
                    </a:lnTo>
                    <a:lnTo>
                      <a:pt x="319916" y="79776"/>
                    </a:lnTo>
                    <a:lnTo>
                      <a:pt x="65472" y="261252"/>
                    </a:lnTo>
                    <a:lnTo>
                      <a:pt x="55941" y="248830"/>
                    </a:lnTo>
                    <a:lnTo>
                      <a:pt x="26173" y="207263"/>
                    </a:lnTo>
                    <a:lnTo>
                      <a:pt x="0" y="169456"/>
                    </a:lnTo>
                    <a:lnTo>
                      <a:pt x="0" y="169456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34" name="Контур"/>
              <p:cNvSpPr/>
              <p:nvPr/>
            </p:nvSpPr>
            <p:spPr>
              <a:xfrm>
                <a:off x="9144619" y="1584000"/>
                <a:ext cx="74507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74507" h="65375">
                    <a:moveTo>
                      <a:pt x="0" y="0"/>
                    </a:moveTo>
                    <a:lnTo>
                      <a:pt x="42899" y="0"/>
                    </a:lnTo>
                    <a:lnTo>
                      <a:pt x="74507" y="45425"/>
                    </a:lnTo>
                    <a:lnTo>
                      <a:pt x="47014" y="6537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5" name="Контур"/>
              <p:cNvSpPr/>
              <p:nvPr/>
            </p:nvSpPr>
            <p:spPr>
              <a:xfrm>
                <a:off x="9144619" y="1584000"/>
                <a:ext cx="74507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74507" h="65375" fill="none">
                    <a:moveTo>
                      <a:pt x="42899" y="0"/>
                    </a:moveTo>
                    <a:lnTo>
                      <a:pt x="74507" y="45425"/>
                    </a:lnTo>
                    <a:lnTo>
                      <a:pt x="47014" y="65375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36" name="Контур"/>
              <p:cNvSpPr/>
              <p:nvPr/>
            </p:nvSpPr>
            <p:spPr>
              <a:xfrm>
                <a:off x="9315436" y="1584000"/>
                <a:ext cx="93436" cy="43389"/>
              </a:xfrm>
              <a:custGeom>
                <a:avLst/>
                <a:gdLst/>
                <a:ahLst/>
                <a:cxnLst/>
                <a:rect l="l" t="t" r="r" b="b"/>
                <a:pathLst>
                  <a:path w="93436" h="43389">
                    <a:moveTo>
                      <a:pt x="93436" y="0"/>
                    </a:moveTo>
                    <a:lnTo>
                      <a:pt x="29401" y="433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7" name="Контур"/>
              <p:cNvSpPr/>
              <p:nvPr/>
            </p:nvSpPr>
            <p:spPr>
              <a:xfrm>
                <a:off x="9315436" y="1584000"/>
                <a:ext cx="93436" cy="43389"/>
              </a:xfrm>
              <a:custGeom>
                <a:avLst/>
                <a:gdLst/>
                <a:ahLst/>
                <a:cxnLst/>
                <a:rect l="l" t="t" r="r" b="b"/>
                <a:pathLst>
                  <a:path w="93436" h="43389" fill="none">
                    <a:moveTo>
                      <a:pt x="93436" y="0"/>
                    </a:moveTo>
                    <a:lnTo>
                      <a:pt x="29401" y="43389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38" name="Контур"/>
              <p:cNvSpPr/>
              <p:nvPr/>
            </p:nvSpPr>
            <p:spPr>
              <a:xfrm>
                <a:off x="7487488" y="3014615"/>
                <a:ext cx="621295" cy="475148"/>
              </a:xfrm>
              <a:custGeom>
                <a:avLst/>
                <a:gdLst/>
                <a:ahLst/>
                <a:cxnLst/>
                <a:rect l="l" t="t" r="r" b="b"/>
                <a:pathLst>
                  <a:path w="621295" h="475148">
                    <a:moveTo>
                      <a:pt x="0" y="416730"/>
                    </a:moveTo>
                    <a:lnTo>
                      <a:pt x="579269" y="0"/>
                    </a:lnTo>
                    <a:lnTo>
                      <a:pt x="621295" y="58418"/>
                    </a:lnTo>
                    <a:lnTo>
                      <a:pt x="42026" y="475148"/>
                    </a:lnTo>
                    <a:lnTo>
                      <a:pt x="0" y="4167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39" name="Контур"/>
              <p:cNvSpPr/>
              <p:nvPr/>
            </p:nvSpPr>
            <p:spPr>
              <a:xfrm>
                <a:off x="8405985" y="3110054"/>
                <a:ext cx="387104" cy="344083"/>
              </a:xfrm>
              <a:custGeom>
                <a:avLst/>
                <a:gdLst/>
                <a:ahLst/>
                <a:cxnLst/>
                <a:rect l="l" t="t" r="r" b="b"/>
                <a:pathLst>
                  <a:path w="387104" h="344083">
                    <a:moveTo>
                      <a:pt x="0" y="298801"/>
                    </a:moveTo>
                    <a:lnTo>
                      <a:pt x="40763" y="270775"/>
                    </a:lnTo>
                    <a:lnTo>
                      <a:pt x="10238" y="228053"/>
                    </a:lnTo>
                    <a:lnTo>
                      <a:pt x="322852" y="0"/>
                    </a:lnTo>
                    <a:lnTo>
                      <a:pt x="387104" y="85226"/>
                    </a:lnTo>
                    <a:lnTo>
                      <a:pt x="35546" y="344083"/>
                    </a:lnTo>
                    <a:lnTo>
                      <a:pt x="0" y="2988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0" name="Контур"/>
              <p:cNvSpPr/>
              <p:nvPr/>
            </p:nvSpPr>
            <p:spPr>
              <a:xfrm>
                <a:off x="8205926" y="2885924"/>
                <a:ext cx="522911" cy="522931"/>
              </a:xfrm>
              <a:custGeom>
                <a:avLst/>
                <a:gdLst/>
                <a:ahLst/>
                <a:cxnLst/>
                <a:rect l="l" t="t" r="r" b="b"/>
                <a:pathLst>
                  <a:path w="522911" h="522931">
                    <a:moveTo>
                      <a:pt x="200059" y="522931"/>
                    </a:moveTo>
                    <a:lnTo>
                      <a:pt x="164511" y="474066"/>
                    </a:lnTo>
                    <a:lnTo>
                      <a:pt x="0" y="261495"/>
                    </a:lnTo>
                    <a:lnTo>
                      <a:pt x="127917" y="167982"/>
                    </a:lnTo>
                    <a:lnTo>
                      <a:pt x="180441" y="129651"/>
                    </a:lnTo>
                    <a:lnTo>
                      <a:pt x="270180" y="64176"/>
                    </a:lnTo>
                    <a:lnTo>
                      <a:pt x="356913" y="0"/>
                    </a:lnTo>
                    <a:lnTo>
                      <a:pt x="522911" y="224130"/>
                    </a:lnTo>
                    <a:lnTo>
                      <a:pt x="210297" y="452183"/>
                    </a:lnTo>
                    <a:lnTo>
                      <a:pt x="240822" y="494905"/>
                    </a:lnTo>
                    <a:lnTo>
                      <a:pt x="200059" y="522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1" name="Контур"/>
              <p:cNvSpPr/>
              <p:nvPr/>
            </p:nvSpPr>
            <p:spPr>
              <a:xfrm>
                <a:off x="7878617" y="3754632"/>
                <a:ext cx="94037" cy="92499"/>
              </a:xfrm>
              <a:custGeom>
                <a:avLst/>
                <a:gdLst/>
                <a:ahLst/>
                <a:cxnLst/>
                <a:rect l="l" t="t" r="r" b="b"/>
                <a:pathLst>
                  <a:path w="94037" h="92499">
                    <a:moveTo>
                      <a:pt x="57267" y="0"/>
                    </a:moveTo>
                    <a:lnTo>
                      <a:pt x="94037" y="50682"/>
                    </a:lnTo>
                    <a:lnTo>
                      <a:pt x="36901" y="92499"/>
                    </a:lnTo>
                    <a:lnTo>
                      <a:pt x="31704" y="85402"/>
                    </a:lnTo>
                    <a:lnTo>
                      <a:pt x="0" y="41556"/>
                    </a:lnTo>
                    <a:lnTo>
                      <a:pt x="5726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2" name="Контур"/>
              <p:cNvSpPr/>
              <p:nvPr/>
            </p:nvSpPr>
            <p:spPr>
              <a:xfrm>
                <a:off x="7598822" y="3147419"/>
                <a:ext cx="807163" cy="756577"/>
              </a:xfrm>
              <a:custGeom>
                <a:avLst/>
                <a:gdLst/>
                <a:ahLst/>
                <a:cxnLst/>
                <a:rect l="l" t="t" r="r" b="b"/>
                <a:pathLst>
                  <a:path w="807163" h="756577">
                    <a:moveTo>
                      <a:pt x="607104" y="0"/>
                    </a:moveTo>
                    <a:lnTo>
                      <a:pt x="771615" y="212571"/>
                    </a:lnTo>
                    <a:lnTo>
                      <a:pt x="807163" y="261436"/>
                    </a:lnTo>
                    <a:lnTo>
                      <a:pt x="337062" y="607213"/>
                    </a:lnTo>
                    <a:lnTo>
                      <a:pt x="279795" y="648769"/>
                    </a:lnTo>
                    <a:lnTo>
                      <a:pt x="311499" y="692615"/>
                    </a:lnTo>
                    <a:lnTo>
                      <a:pt x="221408" y="756577"/>
                    </a:lnTo>
                    <a:lnTo>
                      <a:pt x="184557" y="701428"/>
                    </a:lnTo>
                    <a:lnTo>
                      <a:pt x="126073" y="623447"/>
                    </a:lnTo>
                    <a:lnTo>
                      <a:pt x="90540" y="650220"/>
                    </a:lnTo>
                    <a:lnTo>
                      <a:pt x="32511" y="572072"/>
                    </a:lnTo>
                    <a:lnTo>
                      <a:pt x="70957" y="543831"/>
                    </a:lnTo>
                    <a:lnTo>
                      <a:pt x="0" y="442347"/>
                    </a:lnTo>
                    <a:lnTo>
                      <a:pt x="588110" y="13852"/>
                    </a:lnTo>
                    <a:lnTo>
                      <a:pt x="6071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3" name="Контур"/>
              <p:cNvSpPr/>
              <p:nvPr/>
            </p:nvSpPr>
            <p:spPr>
              <a:xfrm>
                <a:off x="7577078" y="2813325"/>
                <a:ext cx="458313" cy="383690"/>
              </a:xfrm>
              <a:custGeom>
                <a:avLst/>
                <a:gdLst/>
                <a:ahLst/>
                <a:cxnLst/>
                <a:rect l="l" t="t" r="r" b="b"/>
                <a:pathLst>
                  <a:path w="458313" h="383690">
                    <a:moveTo>
                      <a:pt x="375984" y="0"/>
                    </a:moveTo>
                    <a:lnTo>
                      <a:pt x="416265" y="54532"/>
                    </a:lnTo>
                    <a:lnTo>
                      <a:pt x="458313" y="107907"/>
                    </a:lnTo>
                    <a:lnTo>
                      <a:pt x="80910" y="383690"/>
                    </a:lnTo>
                    <a:lnTo>
                      <a:pt x="0" y="266563"/>
                    </a:lnTo>
                    <a:lnTo>
                      <a:pt x="37598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4" name="Контур"/>
              <p:cNvSpPr/>
              <p:nvPr/>
            </p:nvSpPr>
            <p:spPr>
              <a:xfrm>
                <a:off x="8165765" y="3025034"/>
                <a:ext cx="168078" cy="136237"/>
              </a:xfrm>
              <a:custGeom>
                <a:avLst/>
                <a:gdLst/>
                <a:ahLst/>
                <a:cxnLst/>
                <a:rect l="l" t="t" r="r" b="b"/>
                <a:pathLst>
                  <a:path w="168078" h="136237">
                    <a:moveTo>
                      <a:pt x="168078" y="28872"/>
                    </a:moveTo>
                    <a:lnTo>
                      <a:pt x="40161" y="122385"/>
                    </a:lnTo>
                    <a:lnTo>
                      <a:pt x="21167" y="136237"/>
                    </a:lnTo>
                    <a:lnTo>
                      <a:pt x="0" y="107898"/>
                    </a:lnTo>
                    <a:lnTo>
                      <a:pt x="147005" y="0"/>
                    </a:lnTo>
                    <a:lnTo>
                      <a:pt x="168078" y="288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5" name="Контур"/>
              <p:cNvSpPr/>
              <p:nvPr/>
            </p:nvSpPr>
            <p:spPr>
              <a:xfrm>
                <a:off x="8312770" y="2986235"/>
                <a:ext cx="73597" cy="67671"/>
              </a:xfrm>
              <a:custGeom>
                <a:avLst/>
                <a:gdLst/>
                <a:ahLst/>
                <a:cxnLst/>
                <a:rect l="l" t="t" r="r" b="b"/>
                <a:pathLst>
                  <a:path w="73597" h="67671">
                    <a:moveTo>
                      <a:pt x="0" y="38799"/>
                    </a:moveTo>
                    <a:lnTo>
                      <a:pt x="52186" y="0"/>
                    </a:lnTo>
                    <a:lnTo>
                      <a:pt x="73597" y="29340"/>
                    </a:lnTo>
                    <a:lnTo>
                      <a:pt x="21073" y="67671"/>
                    </a:lnTo>
                    <a:lnTo>
                      <a:pt x="0" y="387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6" name="Контур"/>
              <p:cNvSpPr/>
              <p:nvPr/>
            </p:nvSpPr>
            <p:spPr>
              <a:xfrm>
                <a:off x="8364956" y="2875092"/>
                <a:ext cx="111150" cy="140483"/>
              </a:xfrm>
              <a:custGeom>
                <a:avLst/>
                <a:gdLst/>
                <a:ahLst/>
                <a:cxnLst/>
                <a:rect l="l" t="t" r="r" b="b"/>
                <a:pathLst>
                  <a:path w="111150" h="140483">
                    <a:moveTo>
                      <a:pt x="0" y="111143"/>
                    </a:moveTo>
                    <a:lnTo>
                      <a:pt x="37642" y="84834"/>
                    </a:lnTo>
                    <a:lnTo>
                      <a:pt x="8075" y="38664"/>
                    </a:lnTo>
                    <a:lnTo>
                      <a:pt x="60077" y="0"/>
                    </a:lnTo>
                    <a:lnTo>
                      <a:pt x="111150" y="75008"/>
                    </a:lnTo>
                    <a:lnTo>
                      <a:pt x="21411" y="140483"/>
                    </a:lnTo>
                    <a:lnTo>
                      <a:pt x="0" y="1111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7" name="Контур"/>
              <p:cNvSpPr/>
              <p:nvPr/>
            </p:nvSpPr>
            <p:spPr>
              <a:xfrm>
                <a:off x="7738840" y="2554892"/>
                <a:ext cx="331830" cy="312107"/>
              </a:xfrm>
              <a:custGeom>
                <a:avLst/>
                <a:gdLst/>
                <a:ahLst/>
                <a:cxnLst/>
                <a:rect l="l" t="t" r="r" b="b"/>
                <a:pathLst>
                  <a:path w="331830" h="312107">
                    <a:moveTo>
                      <a:pt x="0" y="266103"/>
                    </a:moveTo>
                    <a:lnTo>
                      <a:pt x="165303" y="140423"/>
                    </a:lnTo>
                    <a:lnTo>
                      <a:pt x="244987" y="0"/>
                    </a:lnTo>
                    <a:lnTo>
                      <a:pt x="331830" y="98863"/>
                    </a:lnTo>
                    <a:lnTo>
                      <a:pt x="39159" y="312107"/>
                    </a:lnTo>
                    <a:lnTo>
                      <a:pt x="0" y="2661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8" name="Контур"/>
              <p:cNvSpPr/>
              <p:nvPr/>
            </p:nvSpPr>
            <p:spPr>
              <a:xfrm>
                <a:off x="8020272" y="2513186"/>
                <a:ext cx="60950" cy="60173"/>
              </a:xfrm>
              <a:custGeom>
                <a:avLst/>
                <a:gdLst/>
                <a:ahLst/>
                <a:cxnLst/>
                <a:rect l="l" t="t" r="r" b="b"/>
                <a:pathLst>
                  <a:path w="60950" h="60173">
                    <a:moveTo>
                      <a:pt x="0" y="32344"/>
                    </a:moveTo>
                    <a:lnTo>
                      <a:pt x="35827" y="0"/>
                    </a:lnTo>
                    <a:lnTo>
                      <a:pt x="60950" y="27830"/>
                    </a:lnTo>
                    <a:lnTo>
                      <a:pt x="25125" y="60173"/>
                    </a:lnTo>
                    <a:lnTo>
                      <a:pt x="0" y="323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9" name="Контур"/>
              <p:cNvSpPr/>
              <p:nvPr/>
            </p:nvSpPr>
            <p:spPr>
              <a:xfrm>
                <a:off x="8086613" y="2221816"/>
                <a:ext cx="394119" cy="341970"/>
              </a:xfrm>
              <a:custGeom>
                <a:avLst/>
                <a:gdLst/>
                <a:ahLst/>
                <a:cxnLst/>
                <a:rect l="l" t="t" r="r" b="b"/>
                <a:pathLst>
                  <a:path w="394119" h="341970">
                    <a:moveTo>
                      <a:pt x="394119" y="93787"/>
                    </a:moveTo>
                    <a:lnTo>
                      <a:pt x="72357" y="341970"/>
                    </a:lnTo>
                    <a:lnTo>
                      <a:pt x="0" y="248182"/>
                    </a:lnTo>
                    <a:lnTo>
                      <a:pt x="321772" y="0"/>
                    </a:lnTo>
                    <a:lnTo>
                      <a:pt x="394119" y="937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0" name="Контур"/>
              <p:cNvSpPr/>
              <p:nvPr/>
            </p:nvSpPr>
            <p:spPr>
              <a:xfrm>
                <a:off x="9335489" y="3669663"/>
                <a:ext cx="100307" cy="106598"/>
              </a:xfrm>
              <a:custGeom>
                <a:avLst/>
                <a:gdLst/>
                <a:ahLst/>
                <a:cxnLst/>
                <a:rect l="l" t="t" r="r" b="b"/>
                <a:pathLst>
                  <a:path w="100307" h="106598">
                    <a:moveTo>
                      <a:pt x="58080" y="106598"/>
                    </a:moveTo>
                    <a:lnTo>
                      <a:pt x="0" y="33596"/>
                    </a:lnTo>
                    <a:lnTo>
                      <a:pt x="42226" y="0"/>
                    </a:lnTo>
                    <a:lnTo>
                      <a:pt x="100307" y="72993"/>
                    </a:lnTo>
                    <a:lnTo>
                      <a:pt x="58080" y="1065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1" name="Контур"/>
              <p:cNvSpPr/>
              <p:nvPr/>
            </p:nvSpPr>
            <p:spPr>
              <a:xfrm>
                <a:off x="9275963" y="3560384"/>
                <a:ext cx="129834" cy="132003"/>
              </a:xfrm>
              <a:custGeom>
                <a:avLst/>
                <a:gdLst/>
                <a:ahLst/>
                <a:cxnLst/>
                <a:rect l="l" t="t" r="r" b="b"/>
                <a:pathLst>
                  <a:path w="129834" h="132003">
                    <a:moveTo>
                      <a:pt x="61200" y="132003"/>
                    </a:moveTo>
                    <a:lnTo>
                      <a:pt x="0" y="53514"/>
                    </a:lnTo>
                    <a:lnTo>
                      <a:pt x="68634" y="0"/>
                    </a:lnTo>
                    <a:lnTo>
                      <a:pt x="129834" y="78480"/>
                    </a:lnTo>
                    <a:lnTo>
                      <a:pt x="61200" y="1320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2" name="Контур"/>
              <p:cNvSpPr/>
              <p:nvPr/>
            </p:nvSpPr>
            <p:spPr>
              <a:xfrm>
                <a:off x="9096170" y="3466784"/>
                <a:ext cx="177867" cy="211527"/>
              </a:xfrm>
              <a:custGeom>
                <a:avLst/>
                <a:gdLst/>
                <a:ahLst/>
                <a:cxnLst/>
                <a:rect l="l" t="t" r="r" b="b"/>
                <a:pathLst>
                  <a:path w="177867" h="211527">
                    <a:moveTo>
                      <a:pt x="130329" y="211527"/>
                    </a:moveTo>
                    <a:lnTo>
                      <a:pt x="0" y="35118"/>
                    </a:lnTo>
                    <a:lnTo>
                      <a:pt x="47547" y="0"/>
                    </a:lnTo>
                    <a:lnTo>
                      <a:pt x="177867" y="176400"/>
                    </a:lnTo>
                    <a:lnTo>
                      <a:pt x="130329" y="2115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3" name="Контур"/>
              <p:cNvSpPr/>
              <p:nvPr/>
            </p:nvSpPr>
            <p:spPr>
              <a:xfrm>
                <a:off x="9392808" y="3569444"/>
                <a:ext cx="75240" cy="78525"/>
              </a:xfrm>
              <a:custGeom>
                <a:avLst/>
                <a:gdLst/>
                <a:ahLst/>
                <a:cxnLst/>
                <a:rect l="l" t="t" r="r" b="b"/>
                <a:pathLst>
                  <a:path w="75240" h="78525">
                    <a:moveTo>
                      <a:pt x="37062" y="78525"/>
                    </a:moveTo>
                    <a:lnTo>
                      <a:pt x="0" y="28012"/>
                    </a:lnTo>
                    <a:lnTo>
                      <a:pt x="38177" y="0"/>
                    </a:lnTo>
                    <a:lnTo>
                      <a:pt x="75240" y="50512"/>
                    </a:lnTo>
                    <a:lnTo>
                      <a:pt x="37062" y="785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4" name="Контур"/>
              <p:cNvSpPr/>
              <p:nvPr/>
            </p:nvSpPr>
            <p:spPr>
              <a:xfrm>
                <a:off x="9430985" y="3288143"/>
                <a:ext cx="402339" cy="331813"/>
              </a:xfrm>
              <a:custGeom>
                <a:avLst/>
                <a:gdLst/>
                <a:ahLst/>
                <a:cxnLst/>
                <a:rect l="l" t="t" r="r" b="b"/>
                <a:pathLst>
                  <a:path w="402339" h="331813">
                    <a:moveTo>
                      <a:pt x="0" y="281301"/>
                    </a:moveTo>
                    <a:lnTo>
                      <a:pt x="366114" y="0"/>
                    </a:lnTo>
                    <a:lnTo>
                      <a:pt x="402339" y="46998"/>
                    </a:lnTo>
                    <a:lnTo>
                      <a:pt x="37063" y="331813"/>
                    </a:lnTo>
                    <a:lnTo>
                      <a:pt x="0" y="2813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5" name="Контур"/>
              <p:cNvSpPr/>
              <p:nvPr/>
            </p:nvSpPr>
            <p:spPr>
              <a:xfrm>
                <a:off x="8836367" y="2407475"/>
                <a:ext cx="1108359" cy="1161969"/>
              </a:xfrm>
              <a:custGeom>
                <a:avLst/>
                <a:gdLst/>
                <a:ahLst/>
                <a:cxnLst/>
                <a:rect l="l" t="t" r="r" b="b"/>
                <a:pathLst>
                  <a:path w="1108359" h="1161969">
                    <a:moveTo>
                      <a:pt x="272241" y="184005"/>
                    </a:moveTo>
                    <a:lnTo>
                      <a:pt x="315963" y="151029"/>
                    </a:lnTo>
                    <a:lnTo>
                      <a:pt x="516213" y="0"/>
                    </a:lnTo>
                    <a:lnTo>
                      <a:pt x="1069200" y="718236"/>
                    </a:lnTo>
                    <a:lnTo>
                      <a:pt x="1108359" y="769095"/>
                    </a:lnTo>
                    <a:lnTo>
                      <a:pt x="1068930" y="798894"/>
                    </a:lnTo>
                    <a:lnTo>
                      <a:pt x="960732" y="880668"/>
                    </a:lnTo>
                    <a:lnTo>
                      <a:pt x="594618" y="1161969"/>
                    </a:lnTo>
                    <a:lnTo>
                      <a:pt x="0" y="389340"/>
                    </a:lnTo>
                    <a:lnTo>
                      <a:pt x="96102" y="316854"/>
                    </a:lnTo>
                    <a:lnTo>
                      <a:pt x="194411" y="242461"/>
                    </a:lnTo>
                    <a:lnTo>
                      <a:pt x="209608" y="230919"/>
                    </a:lnTo>
                    <a:lnTo>
                      <a:pt x="225882" y="218979"/>
                    </a:lnTo>
                    <a:lnTo>
                      <a:pt x="272241" y="1840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6" name="Контур"/>
              <p:cNvSpPr/>
              <p:nvPr/>
            </p:nvSpPr>
            <p:spPr>
              <a:xfrm>
                <a:off x="9030560" y="3210050"/>
                <a:ext cx="133506" cy="123273"/>
              </a:xfrm>
              <a:custGeom>
                <a:avLst/>
                <a:gdLst/>
                <a:ahLst/>
                <a:cxnLst/>
                <a:rect l="l" t="t" r="r" b="b"/>
                <a:pathLst>
                  <a:path w="133506" h="123273">
                    <a:moveTo>
                      <a:pt x="0" y="70353"/>
                    </a:moveTo>
                    <a:lnTo>
                      <a:pt x="93816" y="0"/>
                    </a:lnTo>
                    <a:lnTo>
                      <a:pt x="133506" y="52920"/>
                    </a:lnTo>
                    <a:lnTo>
                      <a:pt x="39690" y="123273"/>
                    </a:lnTo>
                    <a:lnTo>
                      <a:pt x="0" y="703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7" name="Контур"/>
              <p:cNvSpPr/>
              <p:nvPr/>
            </p:nvSpPr>
            <p:spPr>
              <a:xfrm>
                <a:off x="8624714" y="2692784"/>
                <a:ext cx="296343" cy="363834"/>
              </a:xfrm>
              <a:custGeom>
                <a:avLst/>
                <a:gdLst/>
                <a:ahLst/>
                <a:cxnLst/>
                <a:rect l="l" t="t" r="r" b="b"/>
                <a:pathLst>
                  <a:path w="296343" h="363834">
                    <a:moveTo>
                      <a:pt x="0" y="36846"/>
                    </a:moveTo>
                    <a:lnTo>
                      <a:pt x="48843" y="0"/>
                    </a:lnTo>
                    <a:lnTo>
                      <a:pt x="116388" y="88434"/>
                    </a:lnTo>
                    <a:lnTo>
                      <a:pt x="296343" y="323172"/>
                    </a:lnTo>
                    <a:lnTo>
                      <a:pt x="243297" y="363834"/>
                    </a:lnTo>
                    <a:lnTo>
                      <a:pt x="0" y="368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8" name="Контур"/>
              <p:cNvSpPr/>
              <p:nvPr/>
            </p:nvSpPr>
            <p:spPr>
              <a:xfrm>
                <a:off x="8906837" y="3067022"/>
                <a:ext cx="187164" cy="176067"/>
              </a:xfrm>
              <a:custGeom>
                <a:avLst/>
                <a:gdLst/>
                <a:ahLst/>
                <a:cxnLst/>
                <a:rect l="l" t="t" r="r" b="b"/>
                <a:pathLst>
                  <a:path w="187164" h="176067">
                    <a:moveTo>
                      <a:pt x="0" y="85122"/>
                    </a:moveTo>
                    <a:lnTo>
                      <a:pt x="92367" y="14238"/>
                    </a:lnTo>
                    <a:lnTo>
                      <a:pt x="96165" y="19188"/>
                    </a:lnTo>
                    <a:lnTo>
                      <a:pt x="121176" y="0"/>
                    </a:lnTo>
                    <a:lnTo>
                      <a:pt x="187164" y="86004"/>
                    </a:lnTo>
                    <a:lnTo>
                      <a:pt x="69759" y="176067"/>
                    </a:lnTo>
                    <a:lnTo>
                      <a:pt x="0" y="851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9" name="Контур"/>
              <p:cNvSpPr/>
              <p:nvPr/>
            </p:nvSpPr>
            <p:spPr>
              <a:xfrm>
                <a:off x="8803445" y="2680688"/>
                <a:ext cx="129024" cy="116127"/>
              </a:xfrm>
              <a:custGeom>
                <a:avLst/>
                <a:gdLst/>
                <a:ahLst/>
                <a:cxnLst/>
                <a:rect l="l" t="t" r="r" b="b"/>
                <a:pathLst>
                  <a:path w="129024" h="116127">
                    <a:moveTo>
                      <a:pt x="129024" y="43641"/>
                    </a:moveTo>
                    <a:lnTo>
                      <a:pt x="32922" y="116127"/>
                    </a:lnTo>
                    <a:lnTo>
                      <a:pt x="0" y="72486"/>
                    </a:lnTo>
                    <a:lnTo>
                      <a:pt x="96102" y="0"/>
                    </a:lnTo>
                    <a:lnTo>
                      <a:pt x="129024" y="436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0" name="Контур"/>
              <p:cNvSpPr/>
              <p:nvPr/>
            </p:nvSpPr>
            <p:spPr>
              <a:xfrm>
                <a:off x="8673557" y="2656196"/>
                <a:ext cx="115110" cy="125022"/>
              </a:xfrm>
              <a:custGeom>
                <a:avLst/>
                <a:gdLst/>
                <a:ahLst/>
                <a:cxnLst/>
                <a:rect l="l" t="t" r="r" b="b"/>
                <a:pathLst>
                  <a:path w="115110" h="125022">
                    <a:moveTo>
                      <a:pt x="0" y="36588"/>
                    </a:moveTo>
                    <a:lnTo>
                      <a:pt x="22469" y="19674"/>
                    </a:lnTo>
                    <a:lnTo>
                      <a:pt x="48338" y="0"/>
                    </a:lnTo>
                    <a:lnTo>
                      <a:pt x="78291" y="40206"/>
                    </a:lnTo>
                    <a:lnTo>
                      <a:pt x="115110" y="89778"/>
                    </a:lnTo>
                    <a:lnTo>
                      <a:pt x="67545" y="125022"/>
                    </a:lnTo>
                    <a:lnTo>
                      <a:pt x="0" y="36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1" name="Контур"/>
              <p:cNvSpPr/>
              <p:nvPr/>
            </p:nvSpPr>
            <p:spPr>
              <a:xfrm>
                <a:off x="8614106" y="2662402"/>
                <a:ext cx="81920" cy="67228"/>
              </a:xfrm>
              <a:custGeom>
                <a:avLst/>
                <a:gdLst/>
                <a:ahLst/>
                <a:cxnLst/>
                <a:rect l="l" t="t" r="r" b="b"/>
                <a:pathLst>
                  <a:path w="81920" h="67228">
                    <a:moveTo>
                      <a:pt x="59451" y="30382"/>
                    </a:moveTo>
                    <a:lnTo>
                      <a:pt x="10608" y="67228"/>
                    </a:lnTo>
                    <a:lnTo>
                      <a:pt x="0" y="53518"/>
                    </a:lnTo>
                    <a:lnTo>
                      <a:pt x="71491" y="0"/>
                    </a:lnTo>
                    <a:lnTo>
                      <a:pt x="81920" y="13468"/>
                    </a:lnTo>
                    <a:lnTo>
                      <a:pt x="59451" y="303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2" name="Контур"/>
              <p:cNvSpPr/>
              <p:nvPr/>
            </p:nvSpPr>
            <p:spPr>
              <a:xfrm>
                <a:off x="9013443" y="2615570"/>
                <a:ext cx="32532" cy="34366"/>
              </a:xfrm>
              <a:custGeom>
                <a:avLst/>
                <a:gdLst/>
                <a:ahLst/>
                <a:cxnLst/>
                <a:rect l="l" t="t" r="r" b="b"/>
                <a:pathLst>
                  <a:path w="32532" h="34366">
                    <a:moveTo>
                      <a:pt x="0" y="11544"/>
                    </a:moveTo>
                    <a:lnTo>
                      <a:pt x="15198" y="0"/>
                    </a:lnTo>
                    <a:lnTo>
                      <a:pt x="32532" y="22824"/>
                    </a:lnTo>
                    <a:lnTo>
                      <a:pt x="17335" y="34366"/>
                    </a:lnTo>
                    <a:lnTo>
                      <a:pt x="0" y="115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3" name="Контур"/>
              <p:cNvSpPr/>
              <p:nvPr/>
            </p:nvSpPr>
            <p:spPr>
              <a:xfrm>
                <a:off x="9016304" y="2497592"/>
                <a:ext cx="136026" cy="128862"/>
              </a:xfrm>
              <a:custGeom>
                <a:avLst/>
                <a:gdLst/>
                <a:ahLst/>
                <a:cxnLst/>
                <a:rect l="l" t="t" r="r" b="b"/>
                <a:pathLst>
                  <a:path w="136026" h="128862">
                    <a:moveTo>
                      <a:pt x="92304" y="93888"/>
                    </a:moveTo>
                    <a:lnTo>
                      <a:pt x="45945" y="128862"/>
                    </a:lnTo>
                    <a:lnTo>
                      <a:pt x="0" y="67950"/>
                    </a:lnTo>
                    <a:lnTo>
                      <a:pt x="90081" y="0"/>
                    </a:lnTo>
                    <a:lnTo>
                      <a:pt x="136026" y="60912"/>
                    </a:lnTo>
                    <a:lnTo>
                      <a:pt x="92304" y="938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4" name="Контур"/>
              <p:cNvSpPr/>
              <p:nvPr/>
            </p:nvSpPr>
            <p:spPr>
              <a:xfrm>
                <a:off x="9369151" y="1976147"/>
                <a:ext cx="106449" cy="65541"/>
              </a:xfrm>
              <a:custGeom>
                <a:avLst/>
                <a:gdLst/>
                <a:ahLst/>
                <a:cxnLst/>
                <a:rect l="l" t="t" r="r" b="b"/>
                <a:pathLst>
                  <a:path w="106449" h="65541">
                    <a:moveTo>
                      <a:pt x="0" y="43950"/>
                    </a:moveTo>
                    <a:lnTo>
                      <a:pt x="9820" y="0"/>
                    </a:lnTo>
                    <a:lnTo>
                      <a:pt x="106449" y="21591"/>
                    </a:lnTo>
                    <a:lnTo>
                      <a:pt x="96629" y="65541"/>
                    </a:lnTo>
                    <a:lnTo>
                      <a:pt x="0" y="439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5" name="Контур"/>
              <p:cNvSpPr/>
              <p:nvPr/>
            </p:nvSpPr>
            <p:spPr>
              <a:xfrm>
                <a:off x="9499964" y="2201591"/>
                <a:ext cx="173826" cy="137421"/>
              </a:xfrm>
              <a:custGeom>
                <a:avLst/>
                <a:gdLst/>
                <a:ahLst/>
                <a:cxnLst/>
                <a:rect l="l" t="t" r="r" b="b"/>
                <a:pathLst>
                  <a:path w="173826" h="137421">
                    <a:moveTo>
                      <a:pt x="114498" y="122022"/>
                    </a:moveTo>
                    <a:lnTo>
                      <a:pt x="18387" y="137421"/>
                    </a:lnTo>
                    <a:lnTo>
                      <a:pt x="0" y="20286"/>
                    </a:lnTo>
                    <a:lnTo>
                      <a:pt x="155430" y="0"/>
                    </a:lnTo>
                    <a:lnTo>
                      <a:pt x="161910" y="39663"/>
                    </a:lnTo>
                    <a:lnTo>
                      <a:pt x="173826" y="112518"/>
                    </a:lnTo>
                    <a:lnTo>
                      <a:pt x="163323" y="114201"/>
                    </a:lnTo>
                    <a:lnTo>
                      <a:pt x="151731" y="116055"/>
                    </a:lnTo>
                    <a:lnTo>
                      <a:pt x="114498" y="1220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6" name="Контур"/>
              <p:cNvSpPr/>
              <p:nvPr/>
            </p:nvSpPr>
            <p:spPr>
              <a:xfrm>
                <a:off x="8699954" y="1924697"/>
                <a:ext cx="433620" cy="354447"/>
              </a:xfrm>
              <a:custGeom>
                <a:avLst/>
                <a:gdLst/>
                <a:ahLst/>
                <a:cxnLst/>
                <a:rect l="l" t="t" r="r" b="b"/>
                <a:pathLst>
                  <a:path w="433620" h="354447">
                    <a:moveTo>
                      <a:pt x="363096" y="0"/>
                    </a:moveTo>
                    <a:lnTo>
                      <a:pt x="433620" y="98604"/>
                    </a:lnTo>
                    <a:lnTo>
                      <a:pt x="77049" y="354447"/>
                    </a:lnTo>
                    <a:lnTo>
                      <a:pt x="0" y="259677"/>
                    </a:lnTo>
                    <a:lnTo>
                      <a:pt x="36309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7" name="Контур"/>
              <p:cNvSpPr/>
              <p:nvPr/>
            </p:nvSpPr>
            <p:spPr>
              <a:xfrm>
                <a:off x="9134320" y="2114155"/>
                <a:ext cx="310517" cy="265636"/>
              </a:xfrm>
              <a:custGeom>
                <a:avLst/>
                <a:gdLst/>
                <a:ahLst/>
                <a:cxnLst/>
                <a:rect l="l" t="t" r="r" b="b"/>
                <a:pathLst>
                  <a:path w="310517" h="265636">
                    <a:moveTo>
                      <a:pt x="36304" y="265636"/>
                    </a:moveTo>
                    <a:lnTo>
                      <a:pt x="0" y="220487"/>
                    </a:lnTo>
                    <a:lnTo>
                      <a:pt x="274214" y="0"/>
                    </a:lnTo>
                    <a:lnTo>
                      <a:pt x="310517" y="45150"/>
                    </a:lnTo>
                    <a:lnTo>
                      <a:pt x="36304" y="2656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8" name="Контур"/>
              <p:cNvSpPr/>
              <p:nvPr/>
            </p:nvSpPr>
            <p:spPr>
              <a:xfrm>
                <a:off x="9621743" y="1607024"/>
                <a:ext cx="517014" cy="603306"/>
              </a:xfrm>
              <a:custGeom>
                <a:avLst/>
                <a:gdLst/>
                <a:ahLst/>
                <a:cxnLst/>
                <a:rect l="l" t="t" r="r" b="b"/>
                <a:pathLst>
                  <a:path w="517014" h="603306">
                    <a:moveTo>
                      <a:pt x="385929" y="603306"/>
                    </a:moveTo>
                    <a:lnTo>
                      <a:pt x="0" y="102168"/>
                    </a:lnTo>
                    <a:lnTo>
                      <a:pt x="131094" y="0"/>
                    </a:lnTo>
                    <a:lnTo>
                      <a:pt x="517014" y="499680"/>
                    </a:lnTo>
                    <a:lnTo>
                      <a:pt x="385929" y="6033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9" name="Контур"/>
              <p:cNvSpPr/>
              <p:nvPr/>
            </p:nvSpPr>
            <p:spPr>
              <a:xfrm>
                <a:off x="9776732" y="2361224"/>
                <a:ext cx="481887" cy="549000"/>
              </a:xfrm>
              <a:custGeom>
                <a:avLst/>
                <a:gdLst/>
                <a:ahLst/>
                <a:cxnLst/>
                <a:rect l="l" t="t" r="r" b="b"/>
                <a:pathLst>
                  <a:path w="481887" h="549000">
                    <a:moveTo>
                      <a:pt x="171945" y="549000"/>
                    </a:moveTo>
                    <a:lnTo>
                      <a:pt x="0" y="327222"/>
                    </a:lnTo>
                    <a:lnTo>
                      <a:pt x="171927" y="193905"/>
                    </a:lnTo>
                    <a:lnTo>
                      <a:pt x="104553" y="107019"/>
                    </a:lnTo>
                    <a:lnTo>
                      <a:pt x="242550" y="0"/>
                    </a:lnTo>
                    <a:lnTo>
                      <a:pt x="481887" y="308574"/>
                    </a:lnTo>
                    <a:lnTo>
                      <a:pt x="171945" y="5490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70" name="Контур"/>
              <p:cNvSpPr/>
              <p:nvPr/>
            </p:nvSpPr>
            <p:spPr>
              <a:xfrm>
                <a:off x="10280924" y="2749781"/>
                <a:ext cx="15076" cy="31312"/>
              </a:xfrm>
              <a:custGeom>
                <a:avLst/>
                <a:gdLst/>
                <a:ahLst/>
                <a:cxnLst/>
                <a:rect l="l" t="t" r="r" b="b"/>
                <a:pathLst>
                  <a:path w="15076" h="31312">
                    <a:moveTo>
                      <a:pt x="15076" y="31312"/>
                    </a:moveTo>
                    <a:lnTo>
                      <a:pt x="0" y="11435"/>
                    </a:lnTo>
                    <a:lnTo>
                      <a:pt x="150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1" name="Контур"/>
              <p:cNvSpPr/>
              <p:nvPr/>
            </p:nvSpPr>
            <p:spPr>
              <a:xfrm>
                <a:off x="10280924" y="2749781"/>
                <a:ext cx="15076" cy="31312"/>
              </a:xfrm>
              <a:custGeom>
                <a:avLst/>
                <a:gdLst/>
                <a:ahLst/>
                <a:cxnLst/>
                <a:rect l="l" t="t" r="r" b="b"/>
                <a:pathLst>
                  <a:path w="15076" h="31312" fill="none">
                    <a:moveTo>
                      <a:pt x="15076" y="31312"/>
                    </a:moveTo>
                    <a:lnTo>
                      <a:pt x="0" y="11435"/>
                    </a:lnTo>
                    <a:lnTo>
                      <a:pt x="15076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72" name="Контур"/>
              <p:cNvSpPr/>
              <p:nvPr/>
            </p:nvSpPr>
            <p:spPr>
              <a:xfrm>
                <a:off x="9905297" y="2827623"/>
                <a:ext cx="390703" cy="421235"/>
              </a:xfrm>
              <a:custGeom>
                <a:avLst/>
                <a:gdLst/>
                <a:ahLst/>
                <a:cxnLst/>
                <a:rect l="l" t="t" r="r" b="b"/>
                <a:pathLst>
                  <a:path w="390703" h="421235">
                    <a:moveTo>
                      <a:pt x="39429" y="348947"/>
                    </a:moveTo>
                    <a:lnTo>
                      <a:pt x="270" y="298088"/>
                    </a:lnTo>
                    <a:lnTo>
                      <a:pt x="90972" y="227339"/>
                    </a:lnTo>
                    <a:lnTo>
                      <a:pt x="75204" y="206513"/>
                    </a:lnTo>
                    <a:lnTo>
                      <a:pt x="155025" y="145970"/>
                    </a:lnTo>
                    <a:lnTo>
                      <a:pt x="170802" y="166787"/>
                    </a:lnTo>
                    <a:lnTo>
                      <a:pt x="390703" y="0"/>
                    </a:lnTo>
                    <a:lnTo>
                      <a:pt x="390703" y="142242"/>
                    </a:lnTo>
                    <a:lnTo>
                      <a:pt x="307047" y="207491"/>
                    </a:lnTo>
                    <a:lnTo>
                      <a:pt x="151070" y="329147"/>
                    </a:lnTo>
                    <a:lnTo>
                      <a:pt x="33003" y="421235"/>
                    </a:lnTo>
                    <a:lnTo>
                      <a:pt x="0" y="37874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3" name="Контур"/>
              <p:cNvSpPr/>
              <p:nvPr/>
            </p:nvSpPr>
            <p:spPr>
              <a:xfrm>
                <a:off x="9905297" y="2827623"/>
                <a:ext cx="390703" cy="421235"/>
              </a:xfrm>
              <a:custGeom>
                <a:avLst/>
                <a:gdLst/>
                <a:ahLst/>
                <a:cxnLst/>
                <a:rect l="l" t="t" r="r" b="b"/>
                <a:pathLst>
                  <a:path w="390703" h="421235" fill="none">
                    <a:moveTo>
                      <a:pt x="39429" y="348947"/>
                    </a:moveTo>
                    <a:lnTo>
                      <a:pt x="270" y="298088"/>
                    </a:lnTo>
                    <a:lnTo>
                      <a:pt x="90972" y="227339"/>
                    </a:lnTo>
                    <a:lnTo>
                      <a:pt x="75204" y="206513"/>
                    </a:lnTo>
                    <a:lnTo>
                      <a:pt x="155025" y="145970"/>
                    </a:lnTo>
                    <a:lnTo>
                      <a:pt x="170802" y="166787"/>
                    </a:lnTo>
                    <a:lnTo>
                      <a:pt x="390703" y="0"/>
                    </a:lnTo>
                    <a:moveTo>
                      <a:pt x="390703" y="142242"/>
                    </a:moveTo>
                    <a:lnTo>
                      <a:pt x="307047" y="207491"/>
                    </a:lnTo>
                    <a:lnTo>
                      <a:pt x="151070" y="329147"/>
                    </a:lnTo>
                    <a:lnTo>
                      <a:pt x="33003" y="421235"/>
                    </a:lnTo>
                    <a:lnTo>
                      <a:pt x="0" y="378746"/>
                    </a:lnTo>
                    <a:lnTo>
                      <a:pt x="39429" y="348947"/>
                    </a:lnTo>
                    <a:lnTo>
                      <a:pt x="39429" y="348947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74" name="Контур"/>
              <p:cNvSpPr/>
              <p:nvPr/>
            </p:nvSpPr>
            <p:spPr>
              <a:xfrm>
                <a:off x="10056367" y="3035114"/>
                <a:ext cx="178478" cy="149347"/>
              </a:xfrm>
              <a:custGeom>
                <a:avLst/>
                <a:gdLst/>
                <a:ahLst/>
                <a:cxnLst/>
                <a:rect l="l" t="t" r="r" b="b"/>
                <a:pathLst>
                  <a:path w="178478" h="149347">
                    <a:moveTo>
                      <a:pt x="0" y="121656"/>
                    </a:moveTo>
                    <a:lnTo>
                      <a:pt x="155977" y="0"/>
                    </a:lnTo>
                    <a:lnTo>
                      <a:pt x="178478" y="28117"/>
                    </a:lnTo>
                    <a:lnTo>
                      <a:pt x="20965" y="149347"/>
                    </a:lnTo>
                    <a:lnTo>
                      <a:pt x="0" y="1216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75" name="Контур"/>
              <p:cNvSpPr/>
              <p:nvPr/>
            </p:nvSpPr>
            <p:spPr>
              <a:xfrm>
                <a:off x="8538737" y="2326034"/>
                <a:ext cx="94266" cy="87390"/>
              </a:xfrm>
              <a:custGeom>
                <a:avLst/>
                <a:gdLst/>
                <a:ahLst/>
                <a:cxnLst/>
                <a:rect l="l" t="t" r="r" b="b"/>
                <a:pathLst>
                  <a:path w="94266" h="87390">
                    <a:moveTo>
                      <a:pt x="49140" y="87390"/>
                    </a:moveTo>
                    <a:lnTo>
                      <a:pt x="0" y="18990"/>
                    </a:lnTo>
                    <a:lnTo>
                      <a:pt x="26424" y="0"/>
                    </a:lnTo>
                    <a:lnTo>
                      <a:pt x="42714" y="22662"/>
                    </a:lnTo>
                    <a:lnTo>
                      <a:pt x="61407" y="9234"/>
                    </a:lnTo>
                    <a:lnTo>
                      <a:pt x="94266" y="54954"/>
                    </a:lnTo>
                    <a:lnTo>
                      <a:pt x="49140" y="873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76" name="Контур"/>
              <p:cNvSpPr/>
              <p:nvPr/>
            </p:nvSpPr>
            <p:spPr>
              <a:xfrm>
                <a:off x="7932677" y="1584000"/>
                <a:ext cx="1030450" cy="743609"/>
              </a:xfrm>
              <a:custGeom>
                <a:avLst/>
                <a:gdLst/>
                <a:ahLst/>
                <a:cxnLst/>
                <a:rect l="l" t="t" r="r" b="b"/>
                <a:pathLst>
                  <a:path w="1030450" h="743609">
                    <a:moveTo>
                      <a:pt x="1030450" y="0"/>
                    </a:moveTo>
                    <a:lnTo>
                      <a:pt x="901692" y="90533"/>
                    </a:lnTo>
                    <a:lnTo>
                      <a:pt x="38592" y="743609"/>
                    </a:lnTo>
                    <a:lnTo>
                      <a:pt x="0" y="692624"/>
                    </a:lnTo>
                    <a:lnTo>
                      <a:pt x="864000" y="38864"/>
                    </a:lnTo>
                    <a:lnTo>
                      <a:pt x="9192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7" name="Контур"/>
              <p:cNvSpPr/>
              <p:nvPr/>
            </p:nvSpPr>
            <p:spPr>
              <a:xfrm>
                <a:off x="7932677" y="1584000"/>
                <a:ext cx="1030450" cy="743609"/>
              </a:xfrm>
              <a:custGeom>
                <a:avLst/>
                <a:gdLst/>
                <a:ahLst/>
                <a:cxnLst/>
                <a:rect l="l" t="t" r="r" b="b"/>
                <a:pathLst>
                  <a:path w="1030450" h="743609" fill="none">
                    <a:moveTo>
                      <a:pt x="1030450" y="0"/>
                    </a:moveTo>
                    <a:lnTo>
                      <a:pt x="901692" y="90533"/>
                    </a:lnTo>
                    <a:lnTo>
                      <a:pt x="38592" y="743609"/>
                    </a:lnTo>
                    <a:lnTo>
                      <a:pt x="0" y="692624"/>
                    </a:lnTo>
                    <a:lnTo>
                      <a:pt x="864000" y="38864"/>
                    </a:lnTo>
                    <a:lnTo>
                      <a:pt x="919274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78" name="Контур"/>
              <p:cNvSpPr/>
              <p:nvPr/>
            </p:nvSpPr>
            <p:spPr>
              <a:xfrm>
                <a:off x="8408385" y="2070624"/>
                <a:ext cx="241665" cy="244979"/>
              </a:xfrm>
              <a:custGeom>
                <a:avLst/>
                <a:gdLst/>
                <a:ahLst/>
                <a:cxnLst/>
                <a:rect l="l" t="t" r="r" b="b"/>
                <a:pathLst>
                  <a:path w="241665" h="244979">
                    <a:moveTo>
                      <a:pt x="0" y="151192"/>
                    </a:moveTo>
                    <a:lnTo>
                      <a:pt x="164367" y="0"/>
                    </a:lnTo>
                    <a:lnTo>
                      <a:pt x="225410" y="73925"/>
                    </a:lnTo>
                    <a:lnTo>
                      <a:pt x="241665" y="96376"/>
                    </a:lnTo>
                    <a:lnTo>
                      <a:pt x="72347" y="244979"/>
                    </a:lnTo>
                    <a:lnTo>
                      <a:pt x="0" y="1511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79" name="Контур"/>
              <p:cNvSpPr/>
              <p:nvPr/>
            </p:nvSpPr>
            <p:spPr>
              <a:xfrm>
                <a:off x="7932677" y="1584000"/>
                <a:ext cx="826724" cy="600338"/>
              </a:xfrm>
              <a:custGeom>
                <a:avLst/>
                <a:gdLst/>
                <a:ahLst/>
                <a:cxnLst/>
                <a:rect l="l" t="t" r="r" b="b"/>
                <a:pathLst>
                  <a:path w="826724" h="600338">
                    <a:moveTo>
                      <a:pt x="826724" y="0"/>
                    </a:moveTo>
                    <a:lnTo>
                      <a:pt x="724797" y="71282"/>
                    </a:lnTo>
                    <a:lnTo>
                      <a:pt x="37602" y="600338"/>
                    </a:lnTo>
                    <a:lnTo>
                      <a:pt x="0" y="551504"/>
                    </a:lnTo>
                    <a:lnTo>
                      <a:pt x="688320" y="21584"/>
                    </a:lnTo>
                    <a:lnTo>
                      <a:pt x="7191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0" name="Контур"/>
              <p:cNvSpPr/>
              <p:nvPr/>
            </p:nvSpPr>
            <p:spPr>
              <a:xfrm>
                <a:off x="7932677" y="1584000"/>
                <a:ext cx="826724" cy="600338"/>
              </a:xfrm>
              <a:custGeom>
                <a:avLst/>
                <a:gdLst/>
                <a:ahLst/>
                <a:cxnLst/>
                <a:rect l="l" t="t" r="r" b="b"/>
                <a:pathLst>
                  <a:path w="826724" h="600338" fill="none">
                    <a:moveTo>
                      <a:pt x="826724" y="0"/>
                    </a:moveTo>
                    <a:lnTo>
                      <a:pt x="724797" y="71282"/>
                    </a:lnTo>
                    <a:lnTo>
                      <a:pt x="37602" y="600338"/>
                    </a:lnTo>
                    <a:lnTo>
                      <a:pt x="0" y="551504"/>
                    </a:lnTo>
                    <a:lnTo>
                      <a:pt x="688320" y="21584"/>
                    </a:lnTo>
                    <a:lnTo>
                      <a:pt x="719175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81" name="Контур"/>
              <p:cNvSpPr/>
              <p:nvPr/>
            </p:nvSpPr>
            <p:spPr>
              <a:xfrm>
                <a:off x="7696409" y="2002691"/>
                <a:ext cx="143460" cy="143847"/>
              </a:xfrm>
              <a:custGeom>
                <a:avLst/>
                <a:gdLst/>
                <a:ahLst/>
                <a:cxnLst/>
                <a:rect l="l" t="t" r="r" b="b"/>
                <a:pathLst>
                  <a:path w="143460" h="143847">
                    <a:moveTo>
                      <a:pt x="69498" y="143847"/>
                    </a:moveTo>
                    <a:lnTo>
                      <a:pt x="0" y="77625"/>
                    </a:lnTo>
                    <a:lnTo>
                      <a:pt x="73962" y="0"/>
                    </a:lnTo>
                    <a:lnTo>
                      <a:pt x="143460" y="66222"/>
                    </a:lnTo>
                    <a:lnTo>
                      <a:pt x="69498" y="1438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82" name="Контур"/>
              <p:cNvSpPr/>
              <p:nvPr/>
            </p:nvSpPr>
            <p:spPr>
              <a:xfrm>
                <a:off x="8546117" y="1795664"/>
                <a:ext cx="382869" cy="348885"/>
              </a:xfrm>
              <a:custGeom>
                <a:avLst/>
                <a:gdLst/>
                <a:ahLst/>
                <a:cxnLst/>
                <a:rect l="l" t="t" r="r" b="b"/>
                <a:pathLst>
                  <a:path w="382869" h="348885">
                    <a:moveTo>
                      <a:pt x="382869" y="106974"/>
                    </a:moveTo>
                    <a:lnTo>
                      <a:pt x="87678" y="348885"/>
                    </a:lnTo>
                    <a:lnTo>
                      <a:pt x="26635" y="274960"/>
                    </a:lnTo>
                    <a:lnTo>
                      <a:pt x="0" y="241920"/>
                    </a:lnTo>
                    <a:lnTo>
                      <a:pt x="295200" y="0"/>
                    </a:lnTo>
                    <a:lnTo>
                      <a:pt x="318894" y="29072"/>
                    </a:lnTo>
                    <a:lnTo>
                      <a:pt x="352587" y="69986"/>
                    </a:lnTo>
                    <a:lnTo>
                      <a:pt x="382869" y="1069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83" name="Контур"/>
              <p:cNvSpPr/>
              <p:nvPr/>
            </p:nvSpPr>
            <p:spPr>
              <a:xfrm>
                <a:off x="8384474" y="6091012"/>
                <a:ext cx="58000" cy="66722"/>
              </a:xfrm>
              <a:custGeom>
                <a:avLst/>
                <a:gdLst/>
                <a:ahLst/>
                <a:cxnLst/>
                <a:rect l="l" t="t" r="r" b="b"/>
                <a:pathLst>
                  <a:path w="58000" h="66722">
                    <a:moveTo>
                      <a:pt x="58000" y="50710"/>
                    </a:moveTo>
                    <a:lnTo>
                      <a:pt x="23652" y="66722"/>
                    </a:lnTo>
                    <a:lnTo>
                      <a:pt x="0" y="15980"/>
                    </a:lnTo>
                    <a:lnTo>
                      <a:pt x="34237" y="0"/>
                    </a:lnTo>
                    <a:lnTo>
                      <a:pt x="58000" y="507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84" name="Контур"/>
              <p:cNvSpPr/>
              <p:nvPr/>
            </p:nvSpPr>
            <p:spPr>
              <a:xfrm>
                <a:off x="8466663" y="5870144"/>
                <a:ext cx="152586" cy="120315"/>
              </a:xfrm>
              <a:custGeom>
                <a:avLst/>
                <a:gdLst/>
                <a:ahLst/>
                <a:cxnLst/>
                <a:rect l="l" t="t" r="r" b="b"/>
                <a:pathLst>
                  <a:path w="152586" h="120315">
                    <a:moveTo>
                      <a:pt x="29325" y="120315"/>
                    </a:moveTo>
                    <a:lnTo>
                      <a:pt x="0" y="58112"/>
                    </a:lnTo>
                    <a:lnTo>
                      <a:pt x="123262" y="0"/>
                    </a:lnTo>
                    <a:lnTo>
                      <a:pt x="152586" y="62203"/>
                    </a:lnTo>
                    <a:lnTo>
                      <a:pt x="29325" y="1203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85" name="Контур"/>
              <p:cNvSpPr/>
              <p:nvPr/>
            </p:nvSpPr>
            <p:spPr>
              <a:xfrm>
                <a:off x="7734281" y="5725343"/>
                <a:ext cx="196054" cy="254385"/>
              </a:xfrm>
              <a:custGeom>
                <a:avLst/>
                <a:gdLst/>
                <a:ahLst/>
                <a:cxnLst/>
                <a:rect l="l" t="t" r="r" b="b"/>
                <a:pathLst>
                  <a:path w="196054" h="254385">
                    <a:moveTo>
                      <a:pt x="87039" y="254385"/>
                    </a:moveTo>
                    <a:lnTo>
                      <a:pt x="0" y="48573"/>
                    </a:lnTo>
                    <a:lnTo>
                      <a:pt x="104004" y="0"/>
                    </a:lnTo>
                    <a:lnTo>
                      <a:pt x="196054" y="204338"/>
                    </a:lnTo>
                    <a:lnTo>
                      <a:pt x="87039" y="2543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86" name="Контур"/>
              <p:cNvSpPr/>
              <p:nvPr/>
            </p:nvSpPr>
            <p:spPr>
              <a:xfrm>
                <a:off x="7893441" y="5317580"/>
                <a:ext cx="746627" cy="598022"/>
              </a:xfrm>
              <a:custGeom>
                <a:avLst/>
                <a:gdLst/>
                <a:ahLst/>
                <a:cxnLst/>
                <a:rect l="l" t="t" r="r" b="b"/>
                <a:pathLst>
                  <a:path w="746627" h="598022">
                    <a:moveTo>
                      <a:pt x="76710" y="598022"/>
                    </a:moveTo>
                    <a:lnTo>
                      <a:pt x="0" y="442050"/>
                    </a:lnTo>
                    <a:lnTo>
                      <a:pt x="247941" y="320109"/>
                    </a:lnTo>
                    <a:lnTo>
                      <a:pt x="192576" y="207535"/>
                    </a:lnTo>
                    <a:lnTo>
                      <a:pt x="614552" y="0"/>
                    </a:lnTo>
                    <a:lnTo>
                      <a:pt x="746627" y="268547"/>
                    </a:lnTo>
                    <a:lnTo>
                      <a:pt x="642801" y="322046"/>
                    </a:lnTo>
                    <a:lnTo>
                      <a:pt x="618052" y="334329"/>
                    </a:lnTo>
                    <a:lnTo>
                      <a:pt x="468654" y="405475"/>
                    </a:lnTo>
                    <a:lnTo>
                      <a:pt x="76710" y="5980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87" name="Контур"/>
              <p:cNvSpPr/>
              <p:nvPr/>
            </p:nvSpPr>
            <p:spPr>
              <a:xfrm>
                <a:off x="8362095" y="5651909"/>
                <a:ext cx="183407" cy="142560"/>
              </a:xfrm>
              <a:custGeom>
                <a:avLst/>
                <a:gdLst/>
                <a:ahLst/>
                <a:cxnLst/>
                <a:rect l="l" t="t" r="r" b="b"/>
                <a:pathLst>
                  <a:path w="183407" h="142560">
                    <a:moveTo>
                      <a:pt x="0" y="71146"/>
                    </a:moveTo>
                    <a:lnTo>
                      <a:pt x="149398" y="0"/>
                    </a:lnTo>
                    <a:lnTo>
                      <a:pt x="183407" y="71414"/>
                    </a:lnTo>
                    <a:lnTo>
                      <a:pt x="34009" y="142560"/>
                    </a:lnTo>
                    <a:lnTo>
                      <a:pt x="0" y="711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88" name="Контур"/>
              <p:cNvSpPr/>
              <p:nvPr/>
            </p:nvSpPr>
            <p:spPr>
              <a:xfrm>
                <a:off x="8536242" y="5586127"/>
                <a:ext cx="175988" cy="198337"/>
              </a:xfrm>
              <a:custGeom>
                <a:avLst/>
                <a:gdLst/>
                <a:ahLst/>
                <a:cxnLst/>
                <a:rect l="l" t="t" r="r" b="b"/>
                <a:pathLst>
                  <a:path w="175988" h="198337">
                    <a:moveTo>
                      <a:pt x="103826" y="0"/>
                    </a:moveTo>
                    <a:lnTo>
                      <a:pt x="175988" y="146848"/>
                    </a:lnTo>
                    <a:lnTo>
                      <a:pt x="70355" y="198337"/>
                    </a:lnTo>
                    <a:lnTo>
                      <a:pt x="0" y="53499"/>
                    </a:lnTo>
                    <a:lnTo>
                      <a:pt x="10382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89" name="Контур"/>
              <p:cNvSpPr/>
              <p:nvPr/>
            </p:nvSpPr>
            <p:spPr>
              <a:xfrm>
                <a:off x="8507993" y="5245338"/>
                <a:ext cx="374004" cy="527786"/>
              </a:xfrm>
              <a:custGeom>
                <a:avLst/>
                <a:gdLst/>
                <a:ahLst/>
                <a:cxnLst/>
                <a:rect l="l" t="t" r="r" b="b"/>
                <a:pathLst>
                  <a:path w="374004" h="527786">
                    <a:moveTo>
                      <a:pt x="365419" y="435660"/>
                    </a:moveTo>
                    <a:lnTo>
                      <a:pt x="374004" y="454022"/>
                    </a:lnTo>
                    <a:lnTo>
                      <a:pt x="223983" y="527786"/>
                    </a:lnTo>
                    <a:lnTo>
                      <a:pt x="204237" y="487637"/>
                    </a:lnTo>
                    <a:lnTo>
                      <a:pt x="132075" y="340789"/>
                    </a:lnTo>
                    <a:lnTo>
                      <a:pt x="0" y="72242"/>
                    </a:lnTo>
                    <a:lnTo>
                      <a:pt x="97903" y="24821"/>
                    </a:lnTo>
                    <a:lnTo>
                      <a:pt x="150531" y="0"/>
                    </a:lnTo>
                    <a:lnTo>
                      <a:pt x="302400" y="302029"/>
                    </a:lnTo>
                    <a:lnTo>
                      <a:pt x="365419" y="4356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0" name="Контур"/>
              <p:cNvSpPr/>
              <p:nvPr/>
            </p:nvSpPr>
            <p:spPr>
              <a:xfrm>
                <a:off x="7714434" y="5675565"/>
                <a:ext cx="123851" cy="98351"/>
              </a:xfrm>
              <a:custGeom>
                <a:avLst/>
                <a:gdLst/>
                <a:ahLst/>
                <a:cxnLst/>
                <a:rect l="l" t="t" r="r" b="b"/>
                <a:pathLst>
                  <a:path w="123851" h="98351">
                    <a:moveTo>
                      <a:pt x="19847" y="98351"/>
                    </a:moveTo>
                    <a:lnTo>
                      <a:pt x="0" y="56378"/>
                    </a:lnTo>
                    <a:lnTo>
                      <a:pt x="72277" y="0"/>
                    </a:lnTo>
                    <a:lnTo>
                      <a:pt x="123851" y="49778"/>
                    </a:lnTo>
                    <a:lnTo>
                      <a:pt x="19847" y="983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1" name="Контур"/>
              <p:cNvSpPr/>
              <p:nvPr/>
            </p:nvSpPr>
            <p:spPr>
              <a:xfrm>
                <a:off x="7670676" y="5643743"/>
                <a:ext cx="116035" cy="88200"/>
              </a:xfrm>
              <a:custGeom>
                <a:avLst/>
                <a:gdLst/>
                <a:ahLst/>
                <a:cxnLst/>
                <a:rect l="l" t="t" r="r" b="b"/>
                <a:pathLst>
                  <a:path w="116035" h="88200">
                    <a:moveTo>
                      <a:pt x="43758" y="88200"/>
                    </a:moveTo>
                    <a:lnTo>
                      <a:pt x="0" y="32103"/>
                    </a:lnTo>
                    <a:lnTo>
                      <a:pt x="41156" y="0"/>
                    </a:lnTo>
                    <a:lnTo>
                      <a:pt x="63507" y="28654"/>
                    </a:lnTo>
                    <a:lnTo>
                      <a:pt x="94628" y="4378"/>
                    </a:lnTo>
                    <a:lnTo>
                      <a:pt x="116035" y="31822"/>
                    </a:lnTo>
                    <a:lnTo>
                      <a:pt x="43758" y="882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2" name="Контур"/>
              <p:cNvSpPr/>
              <p:nvPr/>
            </p:nvSpPr>
            <p:spPr>
              <a:xfrm>
                <a:off x="7599514" y="5468782"/>
                <a:ext cx="184777" cy="155145"/>
              </a:xfrm>
              <a:custGeom>
                <a:avLst/>
                <a:gdLst/>
                <a:ahLst/>
                <a:cxnLst/>
                <a:rect l="l" t="t" r="r" b="b"/>
                <a:pathLst>
                  <a:path w="184777" h="155145">
                    <a:moveTo>
                      <a:pt x="63251" y="155145"/>
                    </a:moveTo>
                    <a:lnTo>
                      <a:pt x="36748" y="116665"/>
                    </a:lnTo>
                    <a:lnTo>
                      <a:pt x="0" y="69540"/>
                    </a:lnTo>
                    <a:lnTo>
                      <a:pt x="90485" y="0"/>
                    </a:lnTo>
                    <a:lnTo>
                      <a:pt x="184777" y="120382"/>
                    </a:lnTo>
                    <a:lnTo>
                      <a:pt x="142453" y="153532"/>
                    </a:lnTo>
                    <a:lnTo>
                      <a:pt x="113769" y="115887"/>
                    </a:lnTo>
                    <a:lnTo>
                      <a:pt x="63251" y="1551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3" name="Контур"/>
              <p:cNvSpPr/>
              <p:nvPr/>
            </p:nvSpPr>
            <p:spPr>
              <a:xfrm>
                <a:off x="7666336" y="5408333"/>
                <a:ext cx="61964" cy="60449"/>
              </a:xfrm>
              <a:custGeom>
                <a:avLst/>
                <a:gdLst/>
                <a:ahLst/>
                <a:cxnLst/>
                <a:rect l="l" t="t" r="r" b="b"/>
                <a:pathLst>
                  <a:path w="61964" h="60449">
                    <a:moveTo>
                      <a:pt x="0" y="27535"/>
                    </a:moveTo>
                    <a:lnTo>
                      <a:pt x="38300" y="0"/>
                    </a:lnTo>
                    <a:lnTo>
                      <a:pt x="61964" y="32913"/>
                    </a:lnTo>
                    <a:lnTo>
                      <a:pt x="23663" y="60449"/>
                    </a:lnTo>
                    <a:lnTo>
                      <a:pt x="0" y="275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4" name="Контур"/>
              <p:cNvSpPr/>
              <p:nvPr/>
            </p:nvSpPr>
            <p:spPr>
              <a:xfrm>
                <a:off x="8026277" y="4491344"/>
                <a:ext cx="182587" cy="144213"/>
              </a:xfrm>
              <a:custGeom>
                <a:avLst/>
                <a:gdLst/>
                <a:ahLst/>
                <a:cxnLst/>
                <a:rect l="l" t="t" r="r" b="b"/>
                <a:pathLst>
                  <a:path w="182587" h="144213">
                    <a:moveTo>
                      <a:pt x="0" y="83520"/>
                    </a:moveTo>
                    <a:lnTo>
                      <a:pt x="118080" y="0"/>
                    </a:lnTo>
                    <a:lnTo>
                      <a:pt x="182587" y="91199"/>
                    </a:lnTo>
                    <a:lnTo>
                      <a:pt x="107638" y="144213"/>
                    </a:lnTo>
                    <a:lnTo>
                      <a:pt x="73772" y="96333"/>
                    </a:lnTo>
                    <a:lnTo>
                      <a:pt x="30641" y="126840"/>
                    </a:lnTo>
                    <a:lnTo>
                      <a:pt x="0" y="835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5" name="Контур"/>
              <p:cNvSpPr/>
              <p:nvPr/>
            </p:nvSpPr>
            <p:spPr>
              <a:xfrm>
                <a:off x="7505532" y="4455581"/>
                <a:ext cx="60044" cy="58709"/>
              </a:xfrm>
              <a:custGeom>
                <a:avLst/>
                <a:gdLst/>
                <a:ahLst/>
                <a:cxnLst/>
                <a:rect l="l" t="t" r="r" b="b"/>
                <a:pathLst>
                  <a:path w="60044" h="58709">
                    <a:moveTo>
                      <a:pt x="0" y="26420"/>
                    </a:moveTo>
                    <a:lnTo>
                      <a:pt x="36968" y="0"/>
                    </a:lnTo>
                    <a:lnTo>
                      <a:pt x="60044" y="32288"/>
                    </a:lnTo>
                    <a:lnTo>
                      <a:pt x="23075" y="58709"/>
                    </a:lnTo>
                    <a:lnTo>
                      <a:pt x="0" y="264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6" name="Контур"/>
              <p:cNvSpPr/>
              <p:nvPr/>
            </p:nvSpPr>
            <p:spPr>
              <a:xfrm>
                <a:off x="8313773" y="4296422"/>
                <a:ext cx="120618" cy="106263"/>
              </a:xfrm>
              <a:custGeom>
                <a:avLst/>
                <a:gdLst/>
                <a:ahLst/>
                <a:cxnLst/>
                <a:rect l="l" t="t" r="r" b="b"/>
                <a:pathLst>
                  <a:path w="120618" h="106263">
                    <a:moveTo>
                      <a:pt x="0" y="65313"/>
                    </a:moveTo>
                    <a:lnTo>
                      <a:pt x="91386" y="0"/>
                    </a:lnTo>
                    <a:lnTo>
                      <a:pt x="120618" y="40032"/>
                    </a:lnTo>
                    <a:lnTo>
                      <a:pt x="29907" y="106263"/>
                    </a:lnTo>
                    <a:lnTo>
                      <a:pt x="0" y="653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7" name="Контур"/>
              <p:cNvSpPr/>
              <p:nvPr/>
            </p:nvSpPr>
            <p:spPr>
              <a:xfrm>
                <a:off x="8076984" y="3888776"/>
                <a:ext cx="344051" cy="494685"/>
              </a:xfrm>
              <a:custGeom>
                <a:avLst/>
                <a:gdLst/>
                <a:ahLst/>
                <a:cxnLst/>
                <a:rect l="l" t="t" r="r" b="b"/>
                <a:pathLst>
                  <a:path w="344051" h="494685">
                    <a:moveTo>
                      <a:pt x="85242" y="144987"/>
                    </a:moveTo>
                    <a:lnTo>
                      <a:pt x="8391" y="37463"/>
                    </a:lnTo>
                    <a:lnTo>
                      <a:pt x="60803" y="0"/>
                    </a:lnTo>
                    <a:lnTo>
                      <a:pt x="344051" y="396297"/>
                    </a:lnTo>
                    <a:lnTo>
                      <a:pt x="328175" y="407646"/>
                    </a:lnTo>
                    <a:lnTo>
                      <a:pt x="236789" y="472959"/>
                    </a:lnTo>
                    <a:lnTo>
                      <a:pt x="206396" y="494685"/>
                    </a:lnTo>
                    <a:lnTo>
                      <a:pt x="0" y="205912"/>
                    </a:lnTo>
                    <a:lnTo>
                      <a:pt x="85242" y="1449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8" name="Контур"/>
              <p:cNvSpPr/>
              <p:nvPr/>
            </p:nvSpPr>
            <p:spPr>
              <a:xfrm>
                <a:off x="8000132" y="3926239"/>
                <a:ext cx="162094" cy="168449"/>
              </a:xfrm>
              <a:custGeom>
                <a:avLst/>
                <a:gdLst/>
                <a:ahLst/>
                <a:cxnLst/>
                <a:rect l="l" t="t" r="r" b="b"/>
                <a:pathLst>
                  <a:path w="162094" h="168449">
                    <a:moveTo>
                      <a:pt x="0" y="60925"/>
                    </a:moveTo>
                    <a:lnTo>
                      <a:pt x="85243" y="0"/>
                    </a:lnTo>
                    <a:lnTo>
                      <a:pt x="162094" y="107524"/>
                    </a:lnTo>
                    <a:lnTo>
                      <a:pt x="76852" y="168449"/>
                    </a:lnTo>
                    <a:lnTo>
                      <a:pt x="0" y="60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9" name="Контур"/>
              <p:cNvSpPr/>
              <p:nvPr/>
            </p:nvSpPr>
            <p:spPr>
              <a:xfrm>
                <a:off x="7654757" y="4110239"/>
                <a:ext cx="154080" cy="214065"/>
              </a:xfrm>
              <a:custGeom>
                <a:avLst/>
                <a:gdLst/>
                <a:ahLst/>
                <a:cxnLst/>
                <a:rect l="l" t="t" r="r" b="b"/>
                <a:pathLst>
                  <a:path w="154080" h="214065">
                    <a:moveTo>
                      <a:pt x="58734" y="0"/>
                    </a:moveTo>
                    <a:lnTo>
                      <a:pt x="154080" y="129105"/>
                    </a:lnTo>
                    <a:lnTo>
                      <a:pt x="38880" y="214065"/>
                    </a:lnTo>
                    <a:lnTo>
                      <a:pt x="0" y="162225"/>
                    </a:lnTo>
                    <a:lnTo>
                      <a:pt x="92196" y="95292"/>
                    </a:lnTo>
                    <a:lnTo>
                      <a:pt x="34488" y="18135"/>
                    </a:lnTo>
                    <a:lnTo>
                      <a:pt x="5873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0" name="Контур"/>
              <p:cNvSpPr/>
              <p:nvPr/>
            </p:nvSpPr>
            <p:spPr>
              <a:xfrm>
                <a:off x="8137787" y="3327284"/>
                <a:ext cx="1049175" cy="971226"/>
              </a:xfrm>
              <a:custGeom>
                <a:avLst/>
                <a:gdLst/>
                <a:ahLst/>
                <a:cxnLst/>
                <a:rect l="l" t="t" r="r" b="b"/>
                <a:pathLst>
                  <a:path w="1049175" h="971226">
                    <a:moveTo>
                      <a:pt x="0" y="561492"/>
                    </a:moveTo>
                    <a:lnTo>
                      <a:pt x="753129" y="0"/>
                    </a:lnTo>
                    <a:lnTo>
                      <a:pt x="1049175" y="416682"/>
                    </a:lnTo>
                    <a:lnTo>
                      <a:pt x="292851" y="971226"/>
                    </a:lnTo>
                    <a:lnTo>
                      <a:pt x="283248" y="957789"/>
                    </a:lnTo>
                    <a:lnTo>
                      <a:pt x="0" y="5614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1" name="Контур"/>
              <p:cNvSpPr/>
              <p:nvPr/>
            </p:nvSpPr>
            <p:spPr>
              <a:xfrm>
                <a:off x="8810393" y="5535451"/>
                <a:ext cx="88288" cy="145547"/>
              </a:xfrm>
              <a:custGeom>
                <a:avLst/>
                <a:gdLst/>
                <a:ahLst/>
                <a:cxnLst/>
                <a:rect l="l" t="t" r="r" b="b"/>
                <a:pathLst>
                  <a:path w="88288" h="145547">
                    <a:moveTo>
                      <a:pt x="63019" y="145547"/>
                    </a:moveTo>
                    <a:lnTo>
                      <a:pt x="0" y="11916"/>
                    </a:lnTo>
                    <a:lnTo>
                      <a:pt x="25269" y="0"/>
                    </a:lnTo>
                    <a:lnTo>
                      <a:pt x="88288" y="133631"/>
                    </a:lnTo>
                    <a:lnTo>
                      <a:pt x="63019" y="1455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2" name="Контур"/>
              <p:cNvSpPr/>
              <p:nvPr/>
            </p:nvSpPr>
            <p:spPr>
              <a:xfrm>
                <a:off x="8887827" y="5542111"/>
                <a:ext cx="35363" cy="43937"/>
              </a:xfrm>
              <a:custGeom>
                <a:avLst/>
                <a:gdLst/>
                <a:ahLst/>
                <a:cxnLst/>
                <a:rect l="l" t="t" r="r" b="b"/>
                <a:pathLst>
                  <a:path w="35363" h="43937">
                    <a:moveTo>
                      <a:pt x="16573" y="43937"/>
                    </a:moveTo>
                    <a:lnTo>
                      <a:pt x="0" y="8884"/>
                    </a:lnTo>
                    <a:lnTo>
                      <a:pt x="18791" y="0"/>
                    </a:lnTo>
                    <a:lnTo>
                      <a:pt x="35363" y="35053"/>
                    </a:lnTo>
                    <a:lnTo>
                      <a:pt x="16573" y="439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3" name="Контур"/>
              <p:cNvSpPr/>
              <p:nvPr/>
            </p:nvSpPr>
            <p:spPr>
              <a:xfrm>
                <a:off x="9026276" y="5234975"/>
                <a:ext cx="140965" cy="115611"/>
              </a:xfrm>
              <a:custGeom>
                <a:avLst/>
                <a:gdLst/>
                <a:ahLst/>
                <a:cxnLst/>
                <a:rect l="l" t="t" r="r" b="b"/>
                <a:pathLst>
                  <a:path w="140965" h="115611">
                    <a:moveTo>
                      <a:pt x="29430" y="115611"/>
                    </a:moveTo>
                    <a:lnTo>
                      <a:pt x="0" y="50130"/>
                    </a:lnTo>
                    <a:lnTo>
                      <a:pt x="111535" y="0"/>
                    </a:lnTo>
                    <a:lnTo>
                      <a:pt x="140965" y="65482"/>
                    </a:lnTo>
                    <a:lnTo>
                      <a:pt x="29430" y="1156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4" name="Контур"/>
              <p:cNvSpPr/>
              <p:nvPr/>
            </p:nvSpPr>
            <p:spPr>
              <a:xfrm>
                <a:off x="9224357" y="5052944"/>
                <a:ext cx="929115" cy="512739"/>
              </a:xfrm>
              <a:custGeom>
                <a:avLst/>
                <a:gdLst/>
                <a:ahLst/>
                <a:cxnLst/>
                <a:rect l="l" t="t" r="r" b="b"/>
                <a:pathLst>
                  <a:path w="929115" h="512739">
                    <a:moveTo>
                      <a:pt x="929115" y="75807"/>
                    </a:moveTo>
                    <a:lnTo>
                      <a:pt x="42516" y="512739"/>
                    </a:lnTo>
                    <a:lnTo>
                      <a:pt x="0" y="427680"/>
                    </a:lnTo>
                    <a:lnTo>
                      <a:pt x="892800" y="0"/>
                    </a:lnTo>
                    <a:lnTo>
                      <a:pt x="929115" y="758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5" name="Контур"/>
              <p:cNvSpPr/>
              <p:nvPr/>
            </p:nvSpPr>
            <p:spPr>
              <a:xfrm>
                <a:off x="8589750" y="5211103"/>
                <a:ext cx="68774" cy="59056"/>
              </a:xfrm>
              <a:custGeom>
                <a:avLst/>
                <a:gdLst/>
                <a:ahLst/>
                <a:cxnLst/>
                <a:rect l="l" t="t" r="r" b="b"/>
                <a:pathLst>
                  <a:path w="68774" h="59056">
                    <a:moveTo>
                      <a:pt x="16146" y="59056"/>
                    </a:moveTo>
                    <a:lnTo>
                      <a:pt x="0" y="24821"/>
                    </a:lnTo>
                    <a:lnTo>
                      <a:pt x="52628" y="0"/>
                    </a:lnTo>
                    <a:lnTo>
                      <a:pt x="68774" y="34235"/>
                    </a:lnTo>
                    <a:lnTo>
                      <a:pt x="16146" y="590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6" name="Контур"/>
              <p:cNvSpPr/>
              <p:nvPr/>
            </p:nvSpPr>
            <p:spPr>
              <a:xfrm>
                <a:off x="9355397" y="4878371"/>
                <a:ext cx="472302" cy="343053"/>
              </a:xfrm>
              <a:custGeom>
                <a:avLst/>
                <a:gdLst/>
                <a:ahLst/>
                <a:cxnLst/>
                <a:rect l="l" t="t" r="r" b="b"/>
                <a:pathLst>
                  <a:path w="472302" h="343053">
                    <a:moveTo>
                      <a:pt x="0" y="188973"/>
                    </a:moveTo>
                    <a:lnTo>
                      <a:pt x="395676" y="0"/>
                    </a:lnTo>
                    <a:lnTo>
                      <a:pt x="472302" y="151731"/>
                    </a:lnTo>
                    <a:lnTo>
                      <a:pt x="72000" y="343053"/>
                    </a:lnTo>
                    <a:lnTo>
                      <a:pt x="0" y="1889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7" name="Контур"/>
              <p:cNvSpPr/>
              <p:nvPr/>
            </p:nvSpPr>
            <p:spPr>
              <a:xfrm>
                <a:off x="9871655" y="4849904"/>
                <a:ext cx="94302" cy="109584"/>
              </a:xfrm>
              <a:custGeom>
                <a:avLst/>
                <a:gdLst/>
                <a:ahLst/>
                <a:cxnLst/>
                <a:rect l="l" t="t" r="r" b="b"/>
                <a:pathLst>
                  <a:path w="94302" h="109584">
                    <a:moveTo>
                      <a:pt x="40320" y="109584"/>
                    </a:moveTo>
                    <a:lnTo>
                      <a:pt x="0" y="26055"/>
                    </a:lnTo>
                    <a:lnTo>
                      <a:pt x="53982" y="0"/>
                    </a:lnTo>
                    <a:lnTo>
                      <a:pt x="94302" y="83520"/>
                    </a:lnTo>
                    <a:lnTo>
                      <a:pt x="40320" y="1095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8" name="Контур"/>
              <p:cNvSpPr/>
              <p:nvPr/>
            </p:nvSpPr>
            <p:spPr>
              <a:xfrm>
                <a:off x="9972057" y="4794126"/>
                <a:ext cx="122673" cy="116429"/>
              </a:xfrm>
              <a:custGeom>
                <a:avLst/>
                <a:gdLst/>
                <a:ahLst/>
                <a:cxnLst/>
                <a:rect l="l" t="t" r="r" b="b"/>
                <a:pathLst>
                  <a:path w="122673" h="116429">
                    <a:moveTo>
                      <a:pt x="36527" y="116429"/>
                    </a:moveTo>
                    <a:lnTo>
                      <a:pt x="0" y="42645"/>
                    </a:lnTo>
                    <a:lnTo>
                      <a:pt x="86148" y="0"/>
                    </a:lnTo>
                    <a:lnTo>
                      <a:pt x="122673" y="73783"/>
                    </a:lnTo>
                    <a:lnTo>
                      <a:pt x="36527" y="1164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9" name="Контур"/>
              <p:cNvSpPr/>
              <p:nvPr/>
            </p:nvSpPr>
            <p:spPr>
              <a:xfrm>
                <a:off x="10159884" y="4434631"/>
                <a:ext cx="136116" cy="279244"/>
              </a:xfrm>
              <a:custGeom>
                <a:avLst/>
                <a:gdLst/>
                <a:ahLst/>
                <a:cxnLst/>
                <a:rect l="l" t="t" r="r" b="b"/>
                <a:pathLst>
                  <a:path w="136116" h="279244">
                    <a:moveTo>
                      <a:pt x="0" y="52443"/>
                    </a:moveTo>
                    <a:lnTo>
                      <a:pt x="114637" y="0"/>
                    </a:lnTo>
                    <a:lnTo>
                      <a:pt x="136116" y="46951"/>
                    </a:lnTo>
                    <a:lnTo>
                      <a:pt x="136116" y="264440"/>
                    </a:lnTo>
                    <a:lnTo>
                      <a:pt x="103755" y="27924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0" name="Контур"/>
              <p:cNvSpPr/>
              <p:nvPr/>
            </p:nvSpPr>
            <p:spPr>
              <a:xfrm>
                <a:off x="10159884" y="4434631"/>
                <a:ext cx="136116" cy="279244"/>
              </a:xfrm>
              <a:custGeom>
                <a:avLst/>
                <a:gdLst/>
                <a:ahLst/>
                <a:cxnLst/>
                <a:rect l="l" t="t" r="r" b="b"/>
                <a:pathLst>
                  <a:path w="136116" h="279244" fill="none">
                    <a:moveTo>
                      <a:pt x="0" y="52443"/>
                    </a:moveTo>
                    <a:lnTo>
                      <a:pt x="114637" y="0"/>
                    </a:lnTo>
                    <a:lnTo>
                      <a:pt x="136116" y="46951"/>
                    </a:lnTo>
                    <a:moveTo>
                      <a:pt x="136116" y="264440"/>
                    </a:moveTo>
                    <a:lnTo>
                      <a:pt x="103755" y="279244"/>
                    </a:lnTo>
                    <a:lnTo>
                      <a:pt x="0" y="52443"/>
                    </a:lnTo>
                    <a:lnTo>
                      <a:pt x="0" y="52443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11" name="Контур"/>
              <p:cNvSpPr/>
              <p:nvPr/>
            </p:nvSpPr>
            <p:spPr>
              <a:xfrm>
                <a:off x="8652938" y="5773124"/>
                <a:ext cx="176364" cy="242205"/>
              </a:xfrm>
              <a:custGeom>
                <a:avLst/>
                <a:gdLst/>
                <a:ahLst/>
                <a:cxnLst/>
                <a:rect l="l" t="t" r="r" b="b"/>
                <a:pathLst>
                  <a:path w="176364" h="242205">
                    <a:moveTo>
                      <a:pt x="79038" y="0"/>
                    </a:moveTo>
                    <a:lnTo>
                      <a:pt x="176364" y="203859"/>
                    </a:lnTo>
                    <a:lnTo>
                      <a:pt x="91167" y="242205"/>
                    </a:lnTo>
                    <a:lnTo>
                      <a:pt x="0" y="37728"/>
                    </a:lnTo>
                    <a:lnTo>
                      <a:pt x="7903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12" name="Контур"/>
              <p:cNvSpPr/>
              <p:nvPr/>
            </p:nvSpPr>
            <p:spPr>
              <a:xfrm>
                <a:off x="8783717" y="6056903"/>
                <a:ext cx="110061" cy="96903"/>
              </a:xfrm>
              <a:custGeom>
                <a:avLst/>
                <a:gdLst/>
                <a:ahLst/>
                <a:cxnLst/>
                <a:rect l="l" t="t" r="r" b="b"/>
                <a:pathLst>
                  <a:path w="110061" h="96903">
                    <a:moveTo>
                      <a:pt x="110061" y="55143"/>
                    </a:moveTo>
                    <a:lnTo>
                      <a:pt x="81099" y="70335"/>
                    </a:lnTo>
                    <a:lnTo>
                      <a:pt x="27468" y="96903"/>
                    </a:lnTo>
                    <a:lnTo>
                      <a:pt x="0" y="41481"/>
                    </a:lnTo>
                    <a:lnTo>
                      <a:pt x="83736" y="0"/>
                    </a:lnTo>
                    <a:lnTo>
                      <a:pt x="110061" y="551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13" name="Контур"/>
              <p:cNvSpPr/>
              <p:nvPr/>
            </p:nvSpPr>
            <p:spPr>
              <a:xfrm>
                <a:off x="8873412" y="5599235"/>
                <a:ext cx="332873" cy="434484"/>
              </a:xfrm>
              <a:custGeom>
                <a:avLst/>
                <a:gdLst/>
                <a:ahLst/>
                <a:cxnLst/>
                <a:rect l="l" t="t" r="r" b="b"/>
                <a:pathLst>
                  <a:path w="332873" h="434484">
                    <a:moveTo>
                      <a:pt x="166526" y="434484"/>
                    </a:moveTo>
                    <a:lnTo>
                      <a:pt x="8585" y="100125"/>
                    </a:lnTo>
                    <a:lnTo>
                      <a:pt x="0" y="81763"/>
                    </a:lnTo>
                    <a:lnTo>
                      <a:pt x="25269" y="69847"/>
                    </a:lnTo>
                    <a:lnTo>
                      <a:pt x="36485" y="63954"/>
                    </a:lnTo>
                    <a:lnTo>
                      <a:pt x="166526" y="0"/>
                    </a:lnTo>
                    <a:lnTo>
                      <a:pt x="332873" y="349677"/>
                    </a:lnTo>
                    <a:lnTo>
                      <a:pt x="258812" y="387432"/>
                    </a:lnTo>
                    <a:lnTo>
                      <a:pt x="166526" y="4344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14" name="Контур"/>
              <p:cNvSpPr/>
              <p:nvPr/>
            </p:nvSpPr>
            <p:spPr>
              <a:xfrm>
                <a:off x="8744105" y="5976983"/>
                <a:ext cx="123348" cy="121401"/>
              </a:xfrm>
              <a:custGeom>
                <a:avLst/>
                <a:gdLst/>
                <a:ahLst/>
                <a:cxnLst/>
                <a:rect l="l" t="t" r="r" b="b"/>
                <a:pathLst>
                  <a:path w="123348" h="121401">
                    <a:moveTo>
                      <a:pt x="123348" y="79920"/>
                    </a:moveTo>
                    <a:lnTo>
                      <a:pt x="39612" y="121401"/>
                    </a:lnTo>
                    <a:lnTo>
                      <a:pt x="0" y="38346"/>
                    </a:lnTo>
                    <a:lnTo>
                      <a:pt x="85197" y="0"/>
                    </a:lnTo>
                    <a:lnTo>
                      <a:pt x="123348" y="799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15" name="Контур"/>
              <p:cNvSpPr/>
              <p:nvPr/>
            </p:nvSpPr>
            <p:spPr>
              <a:xfrm>
                <a:off x="3780311" y="2209709"/>
                <a:ext cx="351873" cy="359802"/>
              </a:xfrm>
              <a:custGeom>
                <a:avLst/>
                <a:gdLst/>
                <a:ahLst/>
                <a:cxnLst/>
                <a:rect l="l" t="t" r="r" b="b"/>
                <a:pathLst>
                  <a:path w="351873" h="359802">
                    <a:moveTo>
                      <a:pt x="0" y="119250"/>
                    </a:moveTo>
                    <a:lnTo>
                      <a:pt x="128313" y="0"/>
                    </a:lnTo>
                    <a:lnTo>
                      <a:pt x="351873" y="240552"/>
                    </a:lnTo>
                    <a:lnTo>
                      <a:pt x="336123" y="255186"/>
                    </a:lnTo>
                    <a:lnTo>
                      <a:pt x="223560" y="359802"/>
                    </a:lnTo>
                    <a:lnTo>
                      <a:pt x="0" y="1192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16" name="Контур"/>
              <p:cNvSpPr/>
              <p:nvPr/>
            </p:nvSpPr>
            <p:spPr>
              <a:xfrm>
                <a:off x="4214627" y="2280259"/>
                <a:ext cx="204943" cy="204583"/>
              </a:xfrm>
              <a:custGeom>
                <a:avLst/>
                <a:gdLst/>
                <a:ahLst/>
                <a:cxnLst/>
                <a:rect l="l" t="t" r="r" b="b"/>
                <a:pathLst>
                  <a:path w="204943" h="204583">
                    <a:moveTo>
                      <a:pt x="0" y="104262"/>
                    </a:moveTo>
                    <a:lnTo>
                      <a:pt x="108862" y="0"/>
                    </a:lnTo>
                    <a:lnTo>
                      <a:pt x="204943" y="100321"/>
                    </a:lnTo>
                    <a:lnTo>
                      <a:pt x="96081" y="204583"/>
                    </a:lnTo>
                    <a:lnTo>
                      <a:pt x="33709" y="139628"/>
                    </a:lnTo>
                    <a:lnTo>
                      <a:pt x="0" y="1042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17" name="Контур"/>
              <p:cNvSpPr/>
              <p:nvPr/>
            </p:nvSpPr>
            <p:spPr>
              <a:xfrm>
                <a:off x="3998597" y="2087471"/>
                <a:ext cx="247559" cy="261477"/>
              </a:xfrm>
              <a:custGeom>
                <a:avLst/>
                <a:gdLst/>
                <a:ahLst/>
                <a:cxnLst/>
                <a:rect l="l" t="t" r="r" b="b"/>
                <a:pathLst>
                  <a:path w="247559" h="261477">
                    <a:moveTo>
                      <a:pt x="0" y="24993"/>
                    </a:moveTo>
                    <a:lnTo>
                      <a:pt x="26784" y="0"/>
                    </a:lnTo>
                    <a:lnTo>
                      <a:pt x="67626" y="43758"/>
                    </a:lnTo>
                    <a:lnTo>
                      <a:pt x="247559" y="236507"/>
                    </a:lnTo>
                    <a:lnTo>
                      <a:pt x="220815" y="261477"/>
                    </a:lnTo>
                    <a:lnTo>
                      <a:pt x="0" y="249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18" name="Контур"/>
              <p:cNvSpPr/>
              <p:nvPr/>
            </p:nvSpPr>
            <p:spPr>
              <a:xfrm>
                <a:off x="4116434" y="2377593"/>
                <a:ext cx="131902" cy="129596"/>
              </a:xfrm>
              <a:custGeom>
                <a:avLst/>
                <a:gdLst/>
                <a:ahLst/>
                <a:cxnLst/>
                <a:rect l="l" t="t" r="r" b="b"/>
                <a:pathLst>
                  <a:path w="131902" h="129596">
                    <a:moveTo>
                      <a:pt x="131902" y="42294"/>
                    </a:moveTo>
                    <a:lnTo>
                      <a:pt x="95502" y="76992"/>
                    </a:lnTo>
                    <a:lnTo>
                      <a:pt x="40316" y="129596"/>
                    </a:lnTo>
                    <a:lnTo>
                      <a:pt x="0" y="87302"/>
                    </a:lnTo>
                    <a:lnTo>
                      <a:pt x="15750" y="72668"/>
                    </a:lnTo>
                    <a:lnTo>
                      <a:pt x="91587" y="0"/>
                    </a:lnTo>
                    <a:lnTo>
                      <a:pt x="98193" y="6928"/>
                    </a:lnTo>
                    <a:lnTo>
                      <a:pt x="131902" y="422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19" name="Контур"/>
              <p:cNvSpPr/>
              <p:nvPr/>
            </p:nvSpPr>
            <p:spPr>
              <a:xfrm>
                <a:off x="4271846" y="1915064"/>
                <a:ext cx="388494" cy="425703"/>
              </a:xfrm>
              <a:custGeom>
                <a:avLst/>
                <a:gdLst/>
                <a:ahLst/>
                <a:cxnLst/>
                <a:rect l="l" t="t" r="r" b="b"/>
                <a:pathLst>
                  <a:path w="388494" h="425703">
                    <a:moveTo>
                      <a:pt x="0" y="98177"/>
                    </a:moveTo>
                    <a:lnTo>
                      <a:pt x="45691" y="58357"/>
                    </a:lnTo>
                    <a:lnTo>
                      <a:pt x="25267" y="35815"/>
                    </a:lnTo>
                    <a:lnTo>
                      <a:pt x="64431" y="0"/>
                    </a:lnTo>
                    <a:lnTo>
                      <a:pt x="86119" y="22542"/>
                    </a:lnTo>
                    <a:lnTo>
                      <a:pt x="91384" y="17907"/>
                    </a:lnTo>
                    <a:lnTo>
                      <a:pt x="126531" y="56154"/>
                    </a:lnTo>
                    <a:lnTo>
                      <a:pt x="131931" y="62013"/>
                    </a:lnTo>
                    <a:lnTo>
                      <a:pt x="383094" y="334722"/>
                    </a:lnTo>
                    <a:lnTo>
                      <a:pt x="388494" y="340590"/>
                    </a:lnTo>
                    <a:lnTo>
                      <a:pt x="296082" y="425703"/>
                    </a:lnTo>
                    <a:lnTo>
                      <a:pt x="0" y="981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20" name="Контур"/>
              <p:cNvSpPr/>
              <p:nvPr/>
            </p:nvSpPr>
            <p:spPr>
              <a:xfrm>
                <a:off x="4066223" y="2087503"/>
                <a:ext cx="226773" cy="236475"/>
              </a:xfrm>
              <a:custGeom>
                <a:avLst/>
                <a:gdLst/>
                <a:ahLst/>
                <a:cxnLst/>
                <a:rect l="l" t="t" r="r" b="b"/>
                <a:pathLst>
                  <a:path w="226773" h="236475">
                    <a:moveTo>
                      <a:pt x="226773" y="192748"/>
                    </a:moveTo>
                    <a:lnTo>
                      <a:pt x="179933" y="236475"/>
                    </a:lnTo>
                    <a:lnTo>
                      <a:pt x="0" y="43726"/>
                    </a:lnTo>
                    <a:lnTo>
                      <a:pt x="46841" y="0"/>
                    </a:lnTo>
                    <a:lnTo>
                      <a:pt x="226773" y="1927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21" name="Контур"/>
              <p:cNvSpPr/>
              <p:nvPr/>
            </p:nvSpPr>
            <p:spPr>
              <a:xfrm>
                <a:off x="4398377" y="1903187"/>
                <a:ext cx="330426" cy="346599"/>
              </a:xfrm>
              <a:custGeom>
                <a:avLst/>
                <a:gdLst/>
                <a:ahLst/>
                <a:cxnLst/>
                <a:rect l="l" t="t" r="r" b="b"/>
                <a:pathLst>
                  <a:path w="330426" h="346599">
                    <a:moveTo>
                      <a:pt x="256563" y="346599"/>
                    </a:moveTo>
                    <a:lnTo>
                      <a:pt x="5400" y="73890"/>
                    </a:lnTo>
                    <a:lnTo>
                      <a:pt x="0" y="68031"/>
                    </a:lnTo>
                    <a:lnTo>
                      <a:pt x="73863" y="0"/>
                    </a:lnTo>
                    <a:lnTo>
                      <a:pt x="330426" y="278577"/>
                    </a:lnTo>
                    <a:lnTo>
                      <a:pt x="256563" y="3465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22" name="Контур"/>
              <p:cNvSpPr/>
              <p:nvPr/>
            </p:nvSpPr>
            <p:spPr>
              <a:xfrm>
                <a:off x="3508116" y="2123538"/>
                <a:ext cx="98399" cy="100175"/>
              </a:xfrm>
              <a:custGeom>
                <a:avLst/>
                <a:gdLst/>
                <a:ahLst/>
                <a:cxnLst/>
                <a:rect l="l" t="t" r="r" b="b"/>
                <a:pathLst>
                  <a:path w="98399" h="100175">
                    <a:moveTo>
                      <a:pt x="73779" y="100175"/>
                    </a:moveTo>
                    <a:lnTo>
                      <a:pt x="0" y="23775"/>
                    </a:lnTo>
                    <a:lnTo>
                      <a:pt x="24621" y="0"/>
                    </a:lnTo>
                    <a:lnTo>
                      <a:pt x="98399" y="76400"/>
                    </a:lnTo>
                    <a:lnTo>
                      <a:pt x="73779" y="1001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23" name="Контур"/>
              <p:cNvSpPr/>
              <p:nvPr/>
            </p:nvSpPr>
            <p:spPr>
              <a:xfrm>
                <a:off x="3694217" y="2095076"/>
                <a:ext cx="59328" cy="58887"/>
              </a:xfrm>
              <a:custGeom>
                <a:avLst/>
                <a:gdLst/>
                <a:ahLst/>
                <a:cxnLst/>
                <a:rect l="l" t="t" r="r" b="b"/>
                <a:pathLst>
                  <a:path w="59328" h="58887">
                    <a:moveTo>
                      <a:pt x="34101" y="0"/>
                    </a:moveTo>
                    <a:lnTo>
                      <a:pt x="59328" y="26829"/>
                    </a:lnTo>
                    <a:lnTo>
                      <a:pt x="25227" y="58887"/>
                    </a:lnTo>
                    <a:lnTo>
                      <a:pt x="0" y="32058"/>
                    </a:lnTo>
                    <a:lnTo>
                      <a:pt x="3410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24" name="Контур"/>
              <p:cNvSpPr/>
              <p:nvPr/>
            </p:nvSpPr>
            <p:spPr>
              <a:xfrm>
                <a:off x="3582410" y="1584000"/>
                <a:ext cx="689527" cy="543134"/>
              </a:xfrm>
              <a:custGeom>
                <a:avLst/>
                <a:gdLst/>
                <a:ahLst/>
                <a:cxnLst/>
                <a:rect l="l" t="t" r="r" b="b"/>
                <a:pathLst>
                  <a:path w="689527" h="543134">
                    <a:moveTo>
                      <a:pt x="689527" y="0"/>
                    </a:moveTo>
                    <a:lnTo>
                      <a:pt x="179415" y="479576"/>
                    </a:lnTo>
                    <a:lnTo>
                      <a:pt x="170496" y="487955"/>
                    </a:lnTo>
                    <a:lnTo>
                      <a:pt x="145908" y="511076"/>
                    </a:lnTo>
                    <a:lnTo>
                      <a:pt x="111807" y="543134"/>
                    </a:lnTo>
                    <a:lnTo>
                      <a:pt x="0" y="423866"/>
                    </a:lnTo>
                    <a:lnTo>
                      <a:pt x="449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5" name="Контур"/>
              <p:cNvSpPr/>
              <p:nvPr/>
            </p:nvSpPr>
            <p:spPr>
              <a:xfrm>
                <a:off x="3582410" y="1584000"/>
                <a:ext cx="689527" cy="543134"/>
              </a:xfrm>
              <a:custGeom>
                <a:avLst/>
                <a:gdLst/>
                <a:ahLst/>
                <a:cxnLst/>
                <a:rect l="l" t="t" r="r" b="b"/>
                <a:pathLst>
                  <a:path w="689527" h="543134" fill="none">
                    <a:moveTo>
                      <a:pt x="689527" y="0"/>
                    </a:moveTo>
                    <a:lnTo>
                      <a:pt x="179415" y="479576"/>
                    </a:lnTo>
                    <a:lnTo>
                      <a:pt x="170496" y="487955"/>
                    </a:lnTo>
                    <a:lnTo>
                      <a:pt x="145908" y="511076"/>
                    </a:lnTo>
                    <a:lnTo>
                      <a:pt x="111807" y="543134"/>
                    </a:lnTo>
                    <a:lnTo>
                      <a:pt x="0" y="423866"/>
                    </a:lnTo>
                    <a:lnTo>
                      <a:pt x="449375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26" name="Контур"/>
              <p:cNvSpPr/>
              <p:nvPr/>
            </p:nvSpPr>
            <p:spPr>
              <a:xfrm>
                <a:off x="3728318" y="2063576"/>
                <a:ext cx="58734" cy="58329"/>
              </a:xfrm>
              <a:custGeom>
                <a:avLst/>
                <a:gdLst/>
                <a:ahLst/>
                <a:cxnLst/>
                <a:rect l="l" t="t" r="r" b="b"/>
                <a:pathLst>
                  <a:path w="58734" h="58329">
                    <a:moveTo>
                      <a:pt x="24588" y="8379"/>
                    </a:moveTo>
                    <a:lnTo>
                      <a:pt x="33507" y="0"/>
                    </a:lnTo>
                    <a:lnTo>
                      <a:pt x="58734" y="26838"/>
                    </a:lnTo>
                    <a:lnTo>
                      <a:pt x="25227" y="58329"/>
                    </a:lnTo>
                    <a:lnTo>
                      <a:pt x="0" y="31500"/>
                    </a:lnTo>
                    <a:lnTo>
                      <a:pt x="24588" y="83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27" name="Контур"/>
              <p:cNvSpPr/>
              <p:nvPr/>
            </p:nvSpPr>
            <p:spPr>
              <a:xfrm>
                <a:off x="3417890" y="1584000"/>
                <a:ext cx="613895" cy="423866"/>
              </a:xfrm>
              <a:custGeom>
                <a:avLst/>
                <a:gdLst/>
                <a:ahLst/>
                <a:cxnLst/>
                <a:rect l="l" t="t" r="r" b="b"/>
                <a:pathLst>
                  <a:path w="613895" h="423866">
                    <a:moveTo>
                      <a:pt x="613895" y="0"/>
                    </a:moveTo>
                    <a:lnTo>
                      <a:pt x="164520" y="423866"/>
                    </a:lnTo>
                    <a:lnTo>
                      <a:pt x="0" y="249446"/>
                    </a:lnTo>
                    <a:lnTo>
                      <a:pt x="2645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8" name="Контур"/>
              <p:cNvSpPr/>
              <p:nvPr/>
            </p:nvSpPr>
            <p:spPr>
              <a:xfrm>
                <a:off x="3417890" y="1584000"/>
                <a:ext cx="613895" cy="423866"/>
              </a:xfrm>
              <a:custGeom>
                <a:avLst/>
                <a:gdLst/>
                <a:ahLst/>
                <a:cxnLst/>
                <a:rect l="l" t="t" r="r" b="b"/>
                <a:pathLst>
                  <a:path w="613895" h="423866" fill="none">
                    <a:moveTo>
                      <a:pt x="613895" y="0"/>
                    </a:moveTo>
                    <a:lnTo>
                      <a:pt x="164520" y="423866"/>
                    </a:lnTo>
                    <a:lnTo>
                      <a:pt x="0" y="249446"/>
                    </a:lnTo>
                    <a:lnTo>
                      <a:pt x="264518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29" name="Контур"/>
              <p:cNvSpPr/>
              <p:nvPr/>
            </p:nvSpPr>
            <p:spPr>
              <a:xfrm>
                <a:off x="5461622" y="1675106"/>
                <a:ext cx="134225" cy="134700"/>
              </a:xfrm>
              <a:custGeom>
                <a:avLst/>
                <a:gdLst/>
                <a:ahLst/>
                <a:cxnLst/>
                <a:rect l="l" t="t" r="r" b="b"/>
                <a:pathLst>
                  <a:path w="134225" h="134700">
                    <a:moveTo>
                      <a:pt x="134225" y="77773"/>
                    </a:moveTo>
                    <a:lnTo>
                      <a:pt x="71320" y="134700"/>
                    </a:lnTo>
                    <a:lnTo>
                      <a:pt x="0" y="56526"/>
                    </a:lnTo>
                    <a:lnTo>
                      <a:pt x="64108" y="0"/>
                    </a:lnTo>
                    <a:lnTo>
                      <a:pt x="134225" y="777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30" name="Контур"/>
              <p:cNvSpPr/>
              <p:nvPr/>
            </p:nvSpPr>
            <p:spPr>
              <a:xfrm>
                <a:off x="5089784" y="1928531"/>
                <a:ext cx="290133" cy="278946"/>
              </a:xfrm>
              <a:custGeom>
                <a:avLst/>
                <a:gdLst/>
                <a:ahLst/>
                <a:cxnLst/>
                <a:rect l="l" t="t" r="r" b="b"/>
                <a:pathLst>
                  <a:path w="290133" h="278946">
                    <a:moveTo>
                      <a:pt x="207945" y="0"/>
                    </a:moveTo>
                    <a:lnTo>
                      <a:pt x="290133" y="90873"/>
                    </a:lnTo>
                    <a:lnTo>
                      <a:pt x="269620" y="109826"/>
                    </a:lnTo>
                    <a:lnTo>
                      <a:pt x="241411" y="135379"/>
                    </a:lnTo>
                    <a:lnTo>
                      <a:pt x="82188" y="278946"/>
                    </a:lnTo>
                    <a:lnTo>
                      <a:pt x="0" y="188073"/>
                    </a:lnTo>
                    <a:lnTo>
                      <a:pt x="2079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31" name="Контур"/>
              <p:cNvSpPr/>
              <p:nvPr/>
            </p:nvSpPr>
            <p:spPr>
              <a:xfrm>
                <a:off x="5479862" y="1920536"/>
                <a:ext cx="77724" cy="77715"/>
              </a:xfrm>
              <a:custGeom>
                <a:avLst/>
                <a:gdLst/>
                <a:ahLst/>
                <a:cxnLst/>
                <a:rect l="l" t="t" r="r" b="b"/>
                <a:pathLst>
                  <a:path w="77724" h="77715">
                    <a:moveTo>
                      <a:pt x="0" y="37719"/>
                    </a:moveTo>
                    <a:lnTo>
                      <a:pt x="37710" y="0"/>
                    </a:lnTo>
                    <a:lnTo>
                      <a:pt x="77724" y="40005"/>
                    </a:lnTo>
                    <a:lnTo>
                      <a:pt x="39996" y="77715"/>
                    </a:lnTo>
                    <a:lnTo>
                      <a:pt x="0" y="377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32" name="Контур"/>
              <p:cNvSpPr/>
              <p:nvPr/>
            </p:nvSpPr>
            <p:spPr>
              <a:xfrm>
                <a:off x="5331195" y="2038357"/>
                <a:ext cx="278364" cy="166092"/>
              </a:xfrm>
              <a:custGeom>
                <a:avLst/>
                <a:gdLst/>
                <a:ahLst/>
                <a:cxnLst/>
                <a:rect l="l" t="t" r="r" b="b"/>
                <a:pathLst>
                  <a:path w="278364" h="166092">
                    <a:moveTo>
                      <a:pt x="0" y="25553"/>
                    </a:moveTo>
                    <a:lnTo>
                      <a:pt x="28209" y="0"/>
                    </a:lnTo>
                    <a:lnTo>
                      <a:pt x="85159" y="60687"/>
                    </a:lnTo>
                    <a:lnTo>
                      <a:pt x="278364" y="140540"/>
                    </a:lnTo>
                    <a:lnTo>
                      <a:pt x="252816" y="166092"/>
                    </a:lnTo>
                    <a:lnTo>
                      <a:pt x="69192" y="89967"/>
                    </a:lnTo>
                    <a:lnTo>
                      <a:pt x="0" y="255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33" name="Контур"/>
              <p:cNvSpPr/>
              <p:nvPr/>
            </p:nvSpPr>
            <p:spPr>
              <a:xfrm>
                <a:off x="5329922" y="1768304"/>
                <a:ext cx="159075" cy="159156"/>
              </a:xfrm>
              <a:custGeom>
                <a:avLst/>
                <a:gdLst/>
                <a:ahLst/>
                <a:cxnLst/>
                <a:rect l="l" t="t" r="r" b="b"/>
                <a:pathLst>
                  <a:path w="159075" h="159156">
                    <a:moveTo>
                      <a:pt x="79209" y="159156"/>
                    </a:moveTo>
                    <a:lnTo>
                      <a:pt x="0" y="77067"/>
                    </a:lnTo>
                    <a:lnTo>
                      <a:pt x="79875" y="0"/>
                    </a:lnTo>
                    <a:lnTo>
                      <a:pt x="159075" y="82080"/>
                    </a:lnTo>
                    <a:lnTo>
                      <a:pt x="79209" y="1591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34" name="Контур"/>
              <p:cNvSpPr/>
              <p:nvPr/>
            </p:nvSpPr>
            <p:spPr>
              <a:xfrm>
                <a:off x="4552241" y="1704944"/>
                <a:ext cx="185472" cy="104148"/>
              </a:xfrm>
              <a:custGeom>
                <a:avLst/>
                <a:gdLst/>
                <a:ahLst/>
                <a:cxnLst/>
                <a:rect l="l" t="t" r="r" b="b"/>
                <a:pathLst>
                  <a:path w="185472" h="104148">
                    <a:moveTo>
                      <a:pt x="185472" y="62928"/>
                    </a:moveTo>
                    <a:lnTo>
                      <a:pt x="11340" y="104148"/>
                    </a:lnTo>
                    <a:lnTo>
                      <a:pt x="0" y="41355"/>
                    </a:lnTo>
                    <a:lnTo>
                      <a:pt x="9216" y="39105"/>
                    </a:lnTo>
                    <a:lnTo>
                      <a:pt x="41274" y="31284"/>
                    </a:lnTo>
                    <a:lnTo>
                      <a:pt x="169236" y="0"/>
                    </a:lnTo>
                    <a:lnTo>
                      <a:pt x="185472" y="629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35" name="Контур"/>
              <p:cNvSpPr/>
              <p:nvPr/>
            </p:nvSpPr>
            <p:spPr>
              <a:xfrm>
                <a:off x="5525730" y="1584000"/>
                <a:ext cx="256986" cy="168879"/>
              </a:xfrm>
              <a:custGeom>
                <a:avLst/>
                <a:gdLst/>
                <a:ahLst/>
                <a:cxnLst/>
                <a:rect l="l" t="t" r="r" b="b"/>
                <a:pathLst>
                  <a:path w="256986" h="168879">
                    <a:moveTo>
                      <a:pt x="256986" y="0"/>
                    </a:moveTo>
                    <a:lnTo>
                      <a:pt x="70117" y="168879"/>
                    </a:lnTo>
                    <a:lnTo>
                      <a:pt x="0" y="91106"/>
                    </a:lnTo>
                    <a:lnTo>
                      <a:pt x="999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6" name="Контур"/>
              <p:cNvSpPr/>
              <p:nvPr/>
            </p:nvSpPr>
            <p:spPr>
              <a:xfrm>
                <a:off x="5525730" y="1584000"/>
                <a:ext cx="256986" cy="168879"/>
              </a:xfrm>
              <a:custGeom>
                <a:avLst/>
                <a:gdLst/>
                <a:ahLst/>
                <a:cxnLst/>
                <a:rect l="l" t="t" r="r" b="b"/>
                <a:pathLst>
                  <a:path w="256986" h="168879" fill="none">
                    <a:moveTo>
                      <a:pt x="256986" y="0"/>
                    </a:moveTo>
                    <a:lnTo>
                      <a:pt x="70117" y="168879"/>
                    </a:lnTo>
                    <a:lnTo>
                      <a:pt x="0" y="91106"/>
                    </a:lnTo>
                    <a:lnTo>
                      <a:pt x="99928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37" name="Контур"/>
              <p:cNvSpPr/>
              <p:nvPr/>
            </p:nvSpPr>
            <p:spPr>
              <a:xfrm>
                <a:off x="5089694" y="1584000"/>
                <a:ext cx="171862" cy="158737"/>
              </a:xfrm>
              <a:custGeom>
                <a:avLst/>
                <a:gdLst/>
                <a:ahLst/>
                <a:cxnLst/>
                <a:rect l="l" t="t" r="r" b="b"/>
                <a:pathLst>
                  <a:path w="171862" h="158737">
                    <a:moveTo>
                      <a:pt x="111222" y="158737"/>
                    </a:moveTo>
                    <a:lnTo>
                      <a:pt x="0" y="33826"/>
                    </a:lnTo>
                    <a:lnTo>
                      <a:pt x="37989" y="0"/>
                    </a:lnTo>
                    <a:lnTo>
                      <a:pt x="123910" y="0"/>
                    </a:lnTo>
                    <a:lnTo>
                      <a:pt x="124921" y="1135"/>
                    </a:lnTo>
                    <a:lnTo>
                      <a:pt x="99646" y="23640"/>
                    </a:lnTo>
                    <a:lnTo>
                      <a:pt x="171862" y="1047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8" name="Контур"/>
              <p:cNvSpPr/>
              <p:nvPr/>
            </p:nvSpPr>
            <p:spPr>
              <a:xfrm>
                <a:off x="5089694" y="1584000"/>
                <a:ext cx="171862" cy="158737"/>
              </a:xfrm>
              <a:custGeom>
                <a:avLst/>
                <a:gdLst/>
                <a:ahLst/>
                <a:cxnLst/>
                <a:rect l="l" t="t" r="r" b="b"/>
                <a:pathLst>
                  <a:path w="171862" h="158737" fill="none">
                    <a:moveTo>
                      <a:pt x="111222" y="158737"/>
                    </a:moveTo>
                    <a:lnTo>
                      <a:pt x="0" y="33826"/>
                    </a:lnTo>
                    <a:lnTo>
                      <a:pt x="37989" y="0"/>
                    </a:lnTo>
                    <a:moveTo>
                      <a:pt x="123910" y="0"/>
                    </a:moveTo>
                    <a:lnTo>
                      <a:pt x="124921" y="1135"/>
                    </a:lnTo>
                    <a:lnTo>
                      <a:pt x="99646" y="23640"/>
                    </a:lnTo>
                    <a:lnTo>
                      <a:pt x="171862" y="104742"/>
                    </a:lnTo>
                    <a:lnTo>
                      <a:pt x="111222" y="158737"/>
                    </a:lnTo>
                    <a:lnTo>
                      <a:pt x="111222" y="158737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39" name="Контур"/>
              <p:cNvSpPr/>
              <p:nvPr/>
            </p:nvSpPr>
            <p:spPr>
              <a:xfrm>
                <a:off x="5066152" y="1584000"/>
                <a:ext cx="52433" cy="26143"/>
              </a:xfrm>
              <a:custGeom>
                <a:avLst/>
                <a:gdLst/>
                <a:ahLst/>
                <a:cxnLst/>
                <a:rect l="l" t="t" r="r" b="b"/>
                <a:pathLst>
                  <a:path w="52433" h="26143">
                    <a:moveTo>
                      <a:pt x="0" y="0"/>
                    </a:moveTo>
                    <a:lnTo>
                      <a:pt x="52433" y="0"/>
                    </a:lnTo>
                    <a:lnTo>
                      <a:pt x="24250" y="261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0" name="Контур"/>
              <p:cNvSpPr/>
              <p:nvPr/>
            </p:nvSpPr>
            <p:spPr>
              <a:xfrm>
                <a:off x="5066152" y="1584000"/>
                <a:ext cx="52433" cy="26143"/>
              </a:xfrm>
              <a:custGeom>
                <a:avLst/>
                <a:gdLst/>
                <a:ahLst/>
                <a:cxnLst/>
                <a:rect l="l" t="t" r="r" b="b"/>
                <a:pathLst>
                  <a:path w="52433" h="26143" fill="none">
                    <a:moveTo>
                      <a:pt x="52433" y="0"/>
                    </a:moveTo>
                    <a:lnTo>
                      <a:pt x="24250" y="26143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41" name="Контур"/>
              <p:cNvSpPr/>
              <p:nvPr/>
            </p:nvSpPr>
            <p:spPr>
              <a:xfrm>
                <a:off x="5230874" y="1607425"/>
                <a:ext cx="59259" cy="60318"/>
              </a:xfrm>
              <a:custGeom>
                <a:avLst/>
                <a:gdLst/>
                <a:ahLst/>
                <a:cxnLst/>
                <a:rect l="l" t="t" r="r" b="b"/>
                <a:pathLst>
                  <a:path w="59259" h="60318">
                    <a:moveTo>
                      <a:pt x="21511" y="0"/>
                    </a:moveTo>
                    <a:lnTo>
                      <a:pt x="59259" y="40034"/>
                    </a:lnTo>
                    <a:lnTo>
                      <a:pt x="37747" y="60318"/>
                    </a:lnTo>
                    <a:lnTo>
                      <a:pt x="0" y="20284"/>
                    </a:lnTo>
                    <a:lnTo>
                      <a:pt x="215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42" name="Контур"/>
              <p:cNvSpPr/>
              <p:nvPr/>
            </p:nvSpPr>
            <p:spPr>
              <a:xfrm>
                <a:off x="5399498" y="1584000"/>
                <a:ext cx="24997" cy="12296"/>
              </a:xfrm>
              <a:custGeom>
                <a:avLst/>
                <a:gdLst/>
                <a:ahLst/>
                <a:cxnLst/>
                <a:rect l="l" t="t" r="r" b="b"/>
                <a:pathLst>
                  <a:path w="24997" h="12296">
                    <a:moveTo>
                      <a:pt x="24997" y="0"/>
                    </a:moveTo>
                    <a:lnTo>
                      <a:pt x="10258" y="122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3" name="Контур"/>
              <p:cNvSpPr/>
              <p:nvPr/>
            </p:nvSpPr>
            <p:spPr>
              <a:xfrm>
                <a:off x="5399498" y="1584000"/>
                <a:ext cx="24997" cy="12296"/>
              </a:xfrm>
              <a:custGeom>
                <a:avLst/>
                <a:gdLst/>
                <a:ahLst/>
                <a:cxnLst/>
                <a:rect l="l" t="t" r="r" b="b"/>
                <a:pathLst>
                  <a:path w="24997" h="12296" fill="none">
                    <a:moveTo>
                      <a:pt x="24997" y="0"/>
                    </a:moveTo>
                    <a:lnTo>
                      <a:pt x="10258" y="12296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44" name="Контур"/>
              <p:cNvSpPr/>
              <p:nvPr/>
            </p:nvSpPr>
            <p:spPr>
              <a:xfrm>
                <a:off x="7258757" y="2142560"/>
                <a:ext cx="475983" cy="496161"/>
              </a:xfrm>
              <a:custGeom>
                <a:avLst/>
                <a:gdLst/>
                <a:ahLst/>
                <a:cxnLst/>
                <a:rect l="l" t="t" r="r" b="b"/>
                <a:pathLst>
                  <a:path w="475983" h="496161">
                    <a:moveTo>
                      <a:pt x="0" y="452304"/>
                    </a:moveTo>
                    <a:lnTo>
                      <a:pt x="385551" y="26622"/>
                    </a:lnTo>
                    <a:lnTo>
                      <a:pt x="380484" y="22041"/>
                    </a:lnTo>
                    <a:lnTo>
                      <a:pt x="400446" y="0"/>
                    </a:lnTo>
                    <a:lnTo>
                      <a:pt x="441837" y="37503"/>
                    </a:lnTo>
                    <a:lnTo>
                      <a:pt x="421731" y="59688"/>
                    </a:lnTo>
                    <a:lnTo>
                      <a:pt x="431487" y="68535"/>
                    </a:lnTo>
                    <a:lnTo>
                      <a:pt x="455607" y="90387"/>
                    </a:lnTo>
                    <a:lnTo>
                      <a:pt x="475983" y="108855"/>
                    </a:lnTo>
                    <a:lnTo>
                      <a:pt x="185643" y="429246"/>
                    </a:lnTo>
                    <a:lnTo>
                      <a:pt x="172305" y="417159"/>
                    </a:lnTo>
                    <a:lnTo>
                      <a:pt x="134478" y="458892"/>
                    </a:lnTo>
                    <a:lnTo>
                      <a:pt x="105759" y="432855"/>
                    </a:lnTo>
                    <a:lnTo>
                      <a:pt x="48366" y="496161"/>
                    </a:lnTo>
                    <a:lnTo>
                      <a:pt x="0" y="4523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45" name="Контур"/>
              <p:cNvSpPr/>
              <p:nvPr/>
            </p:nvSpPr>
            <p:spPr>
              <a:xfrm>
                <a:off x="6996263" y="2003528"/>
                <a:ext cx="470979" cy="507529"/>
              </a:xfrm>
              <a:custGeom>
                <a:avLst/>
                <a:gdLst/>
                <a:ahLst/>
                <a:cxnLst/>
                <a:rect l="l" t="t" r="r" b="b"/>
                <a:pathLst>
                  <a:path w="470979" h="507529">
                    <a:moveTo>
                      <a:pt x="470979" y="43020"/>
                    </a:moveTo>
                    <a:lnTo>
                      <a:pt x="50740" y="507529"/>
                    </a:lnTo>
                    <a:lnTo>
                      <a:pt x="0" y="465660"/>
                    </a:lnTo>
                    <a:lnTo>
                      <a:pt x="165609" y="283563"/>
                    </a:lnTo>
                    <a:lnTo>
                      <a:pt x="261612" y="178011"/>
                    </a:lnTo>
                    <a:lnTo>
                      <a:pt x="423504" y="0"/>
                    </a:lnTo>
                    <a:lnTo>
                      <a:pt x="470979" y="430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46" name="Контур"/>
              <p:cNvSpPr/>
              <p:nvPr/>
            </p:nvSpPr>
            <p:spPr>
              <a:xfrm>
                <a:off x="6934774" y="2469188"/>
                <a:ext cx="112229" cy="111642"/>
              </a:xfrm>
              <a:custGeom>
                <a:avLst/>
                <a:gdLst/>
                <a:ahLst/>
                <a:cxnLst/>
                <a:rect l="l" t="t" r="r" b="b"/>
                <a:pathLst>
                  <a:path w="112229" h="111642">
                    <a:moveTo>
                      <a:pt x="61489" y="0"/>
                    </a:moveTo>
                    <a:lnTo>
                      <a:pt x="112229" y="41869"/>
                    </a:lnTo>
                    <a:lnTo>
                      <a:pt x="49207" y="111642"/>
                    </a:lnTo>
                    <a:lnTo>
                      <a:pt x="0" y="65570"/>
                    </a:lnTo>
                    <a:lnTo>
                      <a:pt x="10262" y="53985"/>
                    </a:lnTo>
                    <a:lnTo>
                      <a:pt x="614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47" name="Контур"/>
              <p:cNvSpPr/>
              <p:nvPr/>
            </p:nvSpPr>
            <p:spPr>
              <a:xfrm>
                <a:off x="7160792" y="1584000"/>
                <a:ext cx="934752" cy="994025"/>
              </a:xfrm>
              <a:custGeom>
                <a:avLst/>
                <a:gdLst/>
                <a:ahLst/>
                <a:cxnLst/>
                <a:rect l="l" t="t" r="r" b="b"/>
                <a:pathLst>
                  <a:path w="934752" h="994025">
                    <a:moveTo>
                      <a:pt x="934752" y="0"/>
                    </a:moveTo>
                    <a:lnTo>
                      <a:pt x="43380" y="994025"/>
                    </a:lnTo>
                    <a:lnTo>
                      <a:pt x="0" y="952841"/>
                    </a:lnTo>
                    <a:lnTo>
                      <a:pt x="84772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8" name="Контур"/>
              <p:cNvSpPr/>
              <p:nvPr/>
            </p:nvSpPr>
            <p:spPr>
              <a:xfrm>
                <a:off x="7160792" y="1584000"/>
                <a:ext cx="934752" cy="994025"/>
              </a:xfrm>
              <a:custGeom>
                <a:avLst/>
                <a:gdLst/>
                <a:ahLst/>
                <a:cxnLst/>
                <a:rect l="l" t="t" r="r" b="b"/>
                <a:pathLst>
                  <a:path w="934752" h="994025" fill="none">
                    <a:moveTo>
                      <a:pt x="934752" y="0"/>
                    </a:moveTo>
                    <a:lnTo>
                      <a:pt x="43380" y="994025"/>
                    </a:lnTo>
                    <a:lnTo>
                      <a:pt x="0" y="952841"/>
                    </a:lnTo>
                    <a:lnTo>
                      <a:pt x="847723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49" name="Контур"/>
              <p:cNvSpPr/>
              <p:nvPr/>
            </p:nvSpPr>
            <p:spPr>
              <a:xfrm>
                <a:off x="6937951" y="2192528"/>
                <a:ext cx="112354" cy="107062"/>
              </a:xfrm>
              <a:custGeom>
                <a:avLst/>
                <a:gdLst/>
                <a:ahLst/>
                <a:cxnLst/>
                <a:rect l="l" t="t" r="r" b="b"/>
                <a:pathLst>
                  <a:path w="112354" h="107062">
                    <a:moveTo>
                      <a:pt x="0" y="75055"/>
                    </a:moveTo>
                    <a:lnTo>
                      <a:pt x="83627" y="0"/>
                    </a:lnTo>
                    <a:lnTo>
                      <a:pt x="112354" y="32009"/>
                    </a:lnTo>
                    <a:lnTo>
                      <a:pt x="28728" y="107062"/>
                    </a:lnTo>
                    <a:lnTo>
                      <a:pt x="0" y="750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50" name="Контур"/>
              <p:cNvSpPr/>
              <p:nvPr/>
            </p:nvSpPr>
            <p:spPr>
              <a:xfrm>
                <a:off x="7130633" y="2152847"/>
                <a:ext cx="127242" cy="134244"/>
              </a:xfrm>
              <a:custGeom>
                <a:avLst/>
                <a:gdLst/>
                <a:ahLst/>
                <a:cxnLst/>
                <a:rect l="l" t="t" r="r" b="b"/>
                <a:pathLst>
                  <a:path w="127242" h="134244">
                    <a:moveTo>
                      <a:pt x="127242" y="28692"/>
                    </a:moveTo>
                    <a:lnTo>
                      <a:pt x="31239" y="134244"/>
                    </a:lnTo>
                    <a:lnTo>
                      <a:pt x="0" y="106227"/>
                    </a:lnTo>
                    <a:lnTo>
                      <a:pt x="95247" y="0"/>
                    </a:lnTo>
                    <a:lnTo>
                      <a:pt x="127242" y="286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51" name="Контур"/>
              <p:cNvSpPr/>
              <p:nvPr/>
            </p:nvSpPr>
            <p:spPr>
              <a:xfrm>
                <a:off x="7118505" y="1584000"/>
                <a:ext cx="537043" cy="560188"/>
              </a:xfrm>
              <a:custGeom>
                <a:avLst/>
                <a:gdLst/>
                <a:ahLst/>
                <a:cxnLst/>
                <a:rect l="l" t="t" r="r" b="b"/>
                <a:pathLst>
                  <a:path w="537043" h="560188">
                    <a:moveTo>
                      <a:pt x="465991" y="0"/>
                    </a:moveTo>
                    <a:lnTo>
                      <a:pt x="537043" y="0"/>
                    </a:lnTo>
                    <a:lnTo>
                      <a:pt x="78555" y="537732"/>
                    </a:lnTo>
                    <a:lnTo>
                      <a:pt x="24048" y="560188"/>
                    </a:lnTo>
                    <a:lnTo>
                      <a:pt x="0" y="5481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2" name="Контур"/>
              <p:cNvSpPr/>
              <p:nvPr/>
            </p:nvSpPr>
            <p:spPr>
              <a:xfrm>
                <a:off x="7118505" y="1584000"/>
                <a:ext cx="537043" cy="560188"/>
              </a:xfrm>
              <a:custGeom>
                <a:avLst/>
                <a:gdLst/>
                <a:ahLst/>
                <a:cxnLst/>
                <a:rect l="l" t="t" r="r" b="b"/>
                <a:pathLst>
                  <a:path w="537043" h="560188" fill="none">
                    <a:moveTo>
                      <a:pt x="537043" y="0"/>
                    </a:moveTo>
                    <a:lnTo>
                      <a:pt x="78555" y="537732"/>
                    </a:lnTo>
                    <a:lnTo>
                      <a:pt x="24048" y="560188"/>
                    </a:lnTo>
                    <a:lnTo>
                      <a:pt x="0" y="548158"/>
                    </a:lnTo>
                    <a:lnTo>
                      <a:pt x="465991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53" name="Контур"/>
              <p:cNvSpPr/>
              <p:nvPr/>
            </p:nvSpPr>
            <p:spPr>
              <a:xfrm>
                <a:off x="6916905" y="1584000"/>
                <a:ext cx="544671" cy="512476"/>
              </a:xfrm>
              <a:custGeom>
                <a:avLst/>
                <a:gdLst/>
                <a:ahLst/>
                <a:cxnLst/>
                <a:rect l="l" t="t" r="r" b="b"/>
                <a:pathLst>
                  <a:path w="544671" h="512476">
                    <a:moveTo>
                      <a:pt x="145487" y="512476"/>
                    </a:moveTo>
                    <a:lnTo>
                      <a:pt x="95789" y="483603"/>
                    </a:lnTo>
                    <a:lnTo>
                      <a:pt x="100999" y="477588"/>
                    </a:lnTo>
                    <a:lnTo>
                      <a:pt x="0" y="380544"/>
                    </a:lnTo>
                    <a:lnTo>
                      <a:pt x="82562" y="296732"/>
                    </a:lnTo>
                    <a:lnTo>
                      <a:pt x="173943" y="384153"/>
                    </a:lnTo>
                    <a:lnTo>
                      <a:pt x="206807" y="347259"/>
                    </a:lnTo>
                    <a:lnTo>
                      <a:pt x="109018" y="248606"/>
                    </a:lnTo>
                    <a:lnTo>
                      <a:pt x="190378" y="161989"/>
                    </a:lnTo>
                    <a:lnTo>
                      <a:pt x="287369" y="258231"/>
                    </a:lnTo>
                    <a:lnTo>
                      <a:pt x="322238" y="219734"/>
                    </a:lnTo>
                    <a:lnTo>
                      <a:pt x="240878" y="143542"/>
                    </a:lnTo>
                    <a:lnTo>
                      <a:pt x="320638" y="58928"/>
                    </a:lnTo>
                    <a:lnTo>
                      <a:pt x="391980" y="128303"/>
                    </a:lnTo>
                    <a:lnTo>
                      <a:pt x="422439" y="91008"/>
                    </a:lnTo>
                    <a:lnTo>
                      <a:pt x="379956" y="55719"/>
                    </a:lnTo>
                    <a:lnTo>
                      <a:pt x="426295" y="0"/>
                    </a:lnTo>
                    <a:lnTo>
                      <a:pt x="503868" y="0"/>
                    </a:lnTo>
                    <a:lnTo>
                      <a:pt x="544671" y="3768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4" name="Контур"/>
              <p:cNvSpPr/>
              <p:nvPr/>
            </p:nvSpPr>
            <p:spPr>
              <a:xfrm>
                <a:off x="6916905" y="1584000"/>
                <a:ext cx="544671" cy="512476"/>
              </a:xfrm>
              <a:custGeom>
                <a:avLst/>
                <a:gdLst/>
                <a:ahLst/>
                <a:cxnLst/>
                <a:rect l="l" t="t" r="r" b="b"/>
                <a:pathLst>
                  <a:path w="544671" h="512476" fill="none">
                    <a:moveTo>
                      <a:pt x="145487" y="512476"/>
                    </a:moveTo>
                    <a:lnTo>
                      <a:pt x="95789" y="483603"/>
                    </a:lnTo>
                    <a:lnTo>
                      <a:pt x="100999" y="477588"/>
                    </a:lnTo>
                    <a:lnTo>
                      <a:pt x="0" y="380544"/>
                    </a:lnTo>
                    <a:lnTo>
                      <a:pt x="82562" y="296732"/>
                    </a:lnTo>
                    <a:lnTo>
                      <a:pt x="173943" y="384153"/>
                    </a:lnTo>
                    <a:lnTo>
                      <a:pt x="206807" y="347259"/>
                    </a:lnTo>
                    <a:lnTo>
                      <a:pt x="109018" y="248606"/>
                    </a:lnTo>
                    <a:lnTo>
                      <a:pt x="190378" y="161989"/>
                    </a:lnTo>
                    <a:lnTo>
                      <a:pt x="287369" y="258231"/>
                    </a:lnTo>
                    <a:lnTo>
                      <a:pt x="322238" y="219734"/>
                    </a:lnTo>
                    <a:lnTo>
                      <a:pt x="240878" y="143542"/>
                    </a:lnTo>
                    <a:lnTo>
                      <a:pt x="320638" y="58928"/>
                    </a:lnTo>
                    <a:lnTo>
                      <a:pt x="391980" y="128303"/>
                    </a:lnTo>
                    <a:lnTo>
                      <a:pt x="422439" y="91008"/>
                    </a:lnTo>
                    <a:lnTo>
                      <a:pt x="379956" y="55719"/>
                    </a:lnTo>
                    <a:lnTo>
                      <a:pt x="426295" y="0"/>
                    </a:lnTo>
                    <a:moveTo>
                      <a:pt x="503868" y="0"/>
                    </a:moveTo>
                    <a:lnTo>
                      <a:pt x="544671" y="37685"/>
                    </a:lnTo>
                    <a:lnTo>
                      <a:pt x="145487" y="512476"/>
                    </a:lnTo>
                    <a:lnTo>
                      <a:pt x="145487" y="512476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55" name="Контур"/>
              <p:cNvSpPr/>
              <p:nvPr/>
            </p:nvSpPr>
            <p:spPr>
              <a:xfrm>
                <a:off x="6410490" y="1584000"/>
                <a:ext cx="438560" cy="390674"/>
              </a:xfrm>
              <a:custGeom>
                <a:avLst/>
                <a:gdLst/>
                <a:ahLst/>
                <a:cxnLst/>
                <a:rect l="l" t="t" r="r" b="b"/>
                <a:pathLst>
                  <a:path w="438560" h="390674">
                    <a:moveTo>
                      <a:pt x="110755" y="0"/>
                    </a:moveTo>
                    <a:lnTo>
                      <a:pt x="438560" y="335549"/>
                    </a:lnTo>
                    <a:lnTo>
                      <a:pt x="379538" y="390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6" name="Контур"/>
              <p:cNvSpPr/>
              <p:nvPr/>
            </p:nvSpPr>
            <p:spPr>
              <a:xfrm>
                <a:off x="6410490" y="1584000"/>
                <a:ext cx="438560" cy="390674"/>
              </a:xfrm>
              <a:custGeom>
                <a:avLst/>
                <a:gdLst/>
                <a:ahLst/>
                <a:cxnLst/>
                <a:rect l="l" t="t" r="r" b="b"/>
                <a:pathLst>
                  <a:path w="438560" h="390674" fill="none">
                    <a:moveTo>
                      <a:pt x="438560" y="335549"/>
                    </a:moveTo>
                    <a:lnTo>
                      <a:pt x="379538" y="390674"/>
                    </a:lnTo>
                    <a:lnTo>
                      <a:pt x="0" y="0"/>
                    </a:lnTo>
                    <a:moveTo>
                      <a:pt x="110755" y="0"/>
                    </a:moveTo>
                    <a:lnTo>
                      <a:pt x="438560" y="335549"/>
                    </a:lnTo>
                    <a:lnTo>
                      <a:pt x="438560" y="335549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57" name="Контур"/>
              <p:cNvSpPr/>
              <p:nvPr/>
            </p:nvSpPr>
            <p:spPr>
              <a:xfrm>
                <a:off x="6521245" y="1584000"/>
                <a:ext cx="685421" cy="335549"/>
              </a:xfrm>
              <a:custGeom>
                <a:avLst/>
                <a:gdLst/>
                <a:ahLst/>
                <a:cxnLst/>
                <a:rect l="l" t="t" r="r" b="b"/>
                <a:pathLst>
                  <a:path w="685421" h="335549">
                    <a:moveTo>
                      <a:pt x="685421" y="0"/>
                    </a:moveTo>
                    <a:lnTo>
                      <a:pt x="327805" y="3355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8" name="Контур"/>
              <p:cNvSpPr/>
              <p:nvPr/>
            </p:nvSpPr>
            <p:spPr>
              <a:xfrm>
                <a:off x="6521245" y="1584000"/>
                <a:ext cx="685421" cy="335549"/>
              </a:xfrm>
              <a:custGeom>
                <a:avLst/>
                <a:gdLst/>
                <a:ahLst/>
                <a:cxnLst/>
                <a:rect l="l" t="t" r="r" b="b"/>
                <a:pathLst>
                  <a:path w="685421" h="335549" fill="none">
                    <a:moveTo>
                      <a:pt x="685421" y="0"/>
                    </a:moveTo>
                    <a:lnTo>
                      <a:pt x="327805" y="335549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59" name="Контур"/>
              <p:cNvSpPr/>
              <p:nvPr/>
            </p:nvSpPr>
            <p:spPr>
              <a:xfrm>
                <a:off x="4348528" y="1865259"/>
                <a:ext cx="82254" cy="81522"/>
              </a:xfrm>
              <a:custGeom>
                <a:avLst/>
                <a:gdLst/>
                <a:ahLst/>
                <a:cxnLst/>
                <a:rect l="l" t="t" r="r" b="b"/>
                <a:pathLst>
                  <a:path w="82254" h="81522">
                    <a:moveTo>
                      <a:pt x="0" y="41610"/>
                    </a:moveTo>
                    <a:lnTo>
                      <a:pt x="45797" y="0"/>
                    </a:lnTo>
                    <a:lnTo>
                      <a:pt x="82254" y="40126"/>
                    </a:lnTo>
                    <a:lnTo>
                      <a:pt x="36691" y="81522"/>
                    </a:lnTo>
                    <a:lnTo>
                      <a:pt x="0" y="416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0" name="Контур"/>
              <p:cNvSpPr/>
              <p:nvPr/>
            </p:nvSpPr>
            <p:spPr>
              <a:xfrm>
                <a:off x="4509500" y="1834550"/>
                <a:ext cx="53973" cy="54954"/>
              </a:xfrm>
              <a:custGeom>
                <a:avLst/>
                <a:gdLst/>
                <a:ahLst/>
                <a:cxnLst/>
                <a:rect l="l" t="t" r="r" b="b"/>
                <a:pathLst>
                  <a:path w="53973" h="54954">
                    <a:moveTo>
                      <a:pt x="0" y="16776"/>
                    </a:moveTo>
                    <a:lnTo>
                      <a:pt x="17631" y="0"/>
                    </a:lnTo>
                    <a:lnTo>
                      <a:pt x="53973" y="38160"/>
                    </a:lnTo>
                    <a:lnTo>
                      <a:pt x="36333" y="54954"/>
                    </a:lnTo>
                    <a:lnTo>
                      <a:pt x="0" y="167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1" name="Контур"/>
              <p:cNvSpPr/>
              <p:nvPr/>
            </p:nvSpPr>
            <p:spPr>
              <a:xfrm>
                <a:off x="2290259" y="3744683"/>
                <a:ext cx="110746" cy="116433"/>
              </a:xfrm>
              <a:custGeom>
                <a:avLst/>
                <a:gdLst/>
                <a:ahLst/>
                <a:cxnLst/>
                <a:rect l="l" t="t" r="r" b="b"/>
                <a:pathLst>
                  <a:path w="110746" h="116433">
                    <a:moveTo>
                      <a:pt x="17057" y="0"/>
                    </a:moveTo>
                    <a:lnTo>
                      <a:pt x="110746" y="100431"/>
                    </a:lnTo>
                    <a:lnTo>
                      <a:pt x="93765" y="116433"/>
                    </a:lnTo>
                    <a:lnTo>
                      <a:pt x="0" y="15919"/>
                    </a:lnTo>
                    <a:lnTo>
                      <a:pt x="1705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2" name="Контур"/>
              <p:cNvSpPr/>
              <p:nvPr/>
            </p:nvSpPr>
            <p:spPr>
              <a:xfrm>
                <a:off x="2307316" y="3535802"/>
                <a:ext cx="315091" cy="309312"/>
              </a:xfrm>
              <a:custGeom>
                <a:avLst/>
                <a:gdLst/>
                <a:ahLst/>
                <a:cxnLst/>
                <a:rect l="l" t="t" r="r" b="b"/>
                <a:pathLst>
                  <a:path w="315091" h="309312">
                    <a:moveTo>
                      <a:pt x="315091" y="100658"/>
                    </a:moveTo>
                    <a:lnTo>
                      <a:pt x="93689" y="309312"/>
                    </a:lnTo>
                    <a:lnTo>
                      <a:pt x="0" y="208881"/>
                    </a:lnTo>
                    <a:lnTo>
                      <a:pt x="223815" y="0"/>
                    </a:lnTo>
                    <a:lnTo>
                      <a:pt x="288061" y="69411"/>
                    </a:lnTo>
                    <a:lnTo>
                      <a:pt x="315091" y="1006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3" name="Контур"/>
              <p:cNvSpPr/>
              <p:nvPr/>
            </p:nvSpPr>
            <p:spPr>
              <a:xfrm>
                <a:off x="1375854" y="3366092"/>
                <a:ext cx="286058" cy="298002"/>
              </a:xfrm>
              <a:custGeom>
                <a:avLst/>
                <a:gdLst/>
                <a:ahLst/>
                <a:cxnLst/>
                <a:rect l="l" t="t" r="r" b="b"/>
                <a:pathLst>
                  <a:path w="286058" h="298002">
                    <a:moveTo>
                      <a:pt x="286058" y="200476"/>
                    </a:moveTo>
                    <a:lnTo>
                      <a:pt x="185211" y="298002"/>
                    </a:lnTo>
                    <a:lnTo>
                      <a:pt x="0" y="97813"/>
                    </a:lnTo>
                    <a:lnTo>
                      <a:pt x="98909" y="0"/>
                    </a:lnTo>
                    <a:lnTo>
                      <a:pt x="286058" y="2004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4" name="Контур"/>
              <p:cNvSpPr/>
              <p:nvPr/>
            </p:nvSpPr>
            <p:spPr>
              <a:xfrm>
                <a:off x="1660152" y="3013751"/>
                <a:ext cx="339996" cy="405546"/>
              </a:xfrm>
              <a:custGeom>
                <a:avLst/>
                <a:gdLst/>
                <a:ahLst/>
                <a:cxnLst/>
                <a:rect l="l" t="t" r="r" b="b"/>
                <a:pathLst>
                  <a:path w="339996" h="405546">
                    <a:moveTo>
                      <a:pt x="194285" y="0"/>
                    </a:moveTo>
                    <a:lnTo>
                      <a:pt x="288603" y="99084"/>
                    </a:lnTo>
                    <a:lnTo>
                      <a:pt x="224318" y="160276"/>
                    </a:lnTo>
                    <a:lnTo>
                      <a:pt x="339996" y="281800"/>
                    </a:lnTo>
                    <a:lnTo>
                      <a:pt x="209997" y="405546"/>
                    </a:lnTo>
                    <a:lnTo>
                      <a:pt x="0" y="184938"/>
                    </a:lnTo>
                    <a:lnTo>
                      <a:pt x="19428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5" name="Контур"/>
              <p:cNvSpPr/>
              <p:nvPr/>
            </p:nvSpPr>
            <p:spPr>
              <a:xfrm>
                <a:off x="2480553" y="3444150"/>
                <a:ext cx="154553" cy="161063"/>
              </a:xfrm>
              <a:custGeom>
                <a:avLst/>
                <a:gdLst/>
                <a:ahLst/>
                <a:cxnLst/>
                <a:rect l="l" t="t" r="r" b="b"/>
                <a:pathLst>
                  <a:path w="154553" h="161063">
                    <a:moveTo>
                      <a:pt x="39729" y="0"/>
                    </a:moveTo>
                    <a:lnTo>
                      <a:pt x="154553" y="124388"/>
                    </a:lnTo>
                    <a:lnTo>
                      <a:pt x="114824" y="161063"/>
                    </a:lnTo>
                    <a:lnTo>
                      <a:pt x="50578" y="91652"/>
                    </a:lnTo>
                    <a:lnTo>
                      <a:pt x="0" y="36675"/>
                    </a:lnTo>
                    <a:lnTo>
                      <a:pt x="3972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6" name="Контур"/>
              <p:cNvSpPr/>
              <p:nvPr/>
            </p:nvSpPr>
            <p:spPr>
              <a:xfrm>
                <a:off x="2456547" y="3017324"/>
                <a:ext cx="311594" cy="314243"/>
              </a:xfrm>
              <a:custGeom>
                <a:avLst/>
                <a:gdLst/>
                <a:ahLst/>
                <a:cxnLst/>
                <a:rect l="l" t="t" r="r" b="b"/>
                <a:pathLst>
                  <a:path w="311594" h="314243">
                    <a:moveTo>
                      <a:pt x="169444" y="314243"/>
                    </a:moveTo>
                    <a:lnTo>
                      <a:pt x="0" y="132608"/>
                    </a:lnTo>
                    <a:lnTo>
                      <a:pt x="142150" y="0"/>
                    </a:lnTo>
                    <a:lnTo>
                      <a:pt x="311594" y="181635"/>
                    </a:lnTo>
                    <a:lnTo>
                      <a:pt x="169444" y="3142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7" name="Контур"/>
              <p:cNvSpPr/>
              <p:nvPr/>
            </p:nvSpPr>
            <p:spPr>
              <a:xfrm>
                <a:off x="1854437" y="2537444"/>
                <a:ext cx="605655" cy="575391"/>
              </a:xfrm>
              <a:custGeom>
                <a:avLst/>
                <a:gdLst/>
                <a:ahLst/>
                <a:cxnLst/>
                <a:rect l="l" t="t" r="r" b="b"/>
                <a:pathLst>
                  <a:path w="605655" h="575391">
                    <a:moveTo>
                      <a:pt x="0" y="476307"/>
                    </a:moveTo>
                    <a:lnTo>
                      <a:pt x="508599" y="0"/>
                    </a:lnTo>
                    <a:lnTo>
                      <a:pt x="605655" y="105650"/>
                    </a:lnTo>
                    <a:lnTo>
                      <a:pt x="94318" y="575391"/>
                    </a:lnTo>
                    <a:lnTo>
                      <a:pt x="0" y="4763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8" name="Контур"/>
              <p:cNvSpPr/>
              <p:nvPr/>
            </p:nvSpPr>
            <p:spPr>
              <a:xfrm>
                <a:off x="2582574" y="2564930"/>
                <a:ext cx="302396" cy="349254"/>
              </a:xfrm>
              <a:custGeom>
                <a:avLst/>
                <a:gdLst/>
                <a:ahLst/>
                <a:cxnLst/>
                <a:rect l="l" t="t" r="r" b="b"/>
                <a:pathLst>
                  <a:path w="302396" h="349254">
                    <a:moveTo>
                      <a:pt x="0" y="126377"/>
                    </a:moveTo>
                    <a:lnTo>
                      <a:pt x="129500" y="0"/>
                    </a:lnTo>
                    <a:lnTo>
                      <a:pt x="302396" y="185336"/>
                    </a:lnTo>
                    <a:lnTo>
                      <a:pt x="174398" y="304743"/>
                    </a:lnTo>
                    <a:lnTo>
                      <a:pt x="126683" y="349254"/>
                    </a:lnTo>
                    <a:lnTo>
                      <a:pt x="45032" y="261727"/>
                    </a:lnTo>
                    <a:lnTo>
                      <a:pt x="88466" y="221208"/>
                    </a:lnTo>
                    <a:lnTo>
                      <a:pt x="0" y="1263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9" name="Контур"/>
              <p:cNvSpPr/>
              <p:nvPr/>
            </p:nvSpPr>
            <p:spPr>
              <a:xfrm>
                <a:off x="1588622" y="2586274"/>
                <a:ext cx="148231" cy="132538"/>
              </a:xfrm>
              <a:custGeom>
                <a:avLst/>
                <a:gdLst/>
                <a:ahLst/>
                <a:cxnLst/>
                <a:rect l="l" t="t" r="r" b="b"/>
                <a:pathLst>
                  <a:path w="148231" h="132538">
                    <a:moveTo>
                      <a:pt x="66402" y="102019"/>
                    </a:moveTo>
                    <a:lnTo>
                      <a:pt x="48213" y="120694"/>
                    </a:lnTo>
                    <a:lnTo>
                      <a:pt x="36675" y="132538"/>
                    </a:lnTo>
                    <a:lnTo>
                      <a:pt x="0" y="95260"/>
                    </a:lnTo>
                    <a:lnTo>
                      <a:pt x="74871" y="3811"/>
                    </a:lnTo>
                    <a:lnTo>
                      <a:pt x="79630" y="0"/>
                    </a:lnTo>
                    <a:lnTo>
                      <a:pt x="148231" y="72004"/>
                    </a:lnTo>
                    <a:lnTo>
                      <a:pt x="94330" y="125931"/>
                    </a:lnTo>
                    <a:lnTo>
                      <a:pt x="66402" y="1020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70" name="Контур"/>
              <p:cNvSpPr/>
              <p:nvPr/>
            </p:nvSpPr>
            <p:spPr>
              <a:xfrm>
                <a:off x="1307579" y="2328473"/>
                <a:ext cx="355914" cy="353061"/>
              </a:xfrm>
              <a:custGeom>
                <a:avLst/>
                <a:gdLst/>
                <a:ahLst/>
                <a:cxnLst/>
                <a:rect l="l" t="t" r="r" b="b"/>
                <a:pathLst>
                  <a:path w="355914" h="353061">
                    <a:moveTo>
                      <a:pt x="355914" y="261612"/>
                    </a:moveTo>
                    <a:lnTo>
                      <a:pt x="281043" y="353061"/>
                    </a:lnTo>
                    <a:lnTo>
                      <a:pt x="262620" y="334341"/>
                    </a:lnTo>
                    <a:lnTo>
                      <a:pt x="0" y="67401"/>
                    </a:lnTo>
                    <a:lnTo>
                      <a:pt x="91413" y="0"/>
                    </a:lnTo>
                    <a:lnTo>
                      <a:pt x="355914" y="2616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71" name="Контур"/>
              <p:cNvSpPr/>
              <p:nvPr/>
            </p:nvSpPr>
            <p:spPr>
              <a:xfrm>
                <a:off x="2406438" y="2379098"/>
                <a:ext cx="305636" cy="312209"/>
              </a:xfrm>
              <a:custGeom>
                <a:avLst/>
                <a:gdLst/>
                <a:ahLst/>
                <a:cxnLst/>
                <a:rect l="l" t="t" r="r" b="b"/>
                <a:pathLst>
                  <a:path w="305636" h="312209">
                    <a:moveTo>
                      <a:pt x="305636" y="185832"/>
                    </a:moveTo>
                    <a:lnTo>
                      <a:pt x="176136" y="312209"/>
                    </a:lnTo>
                    <a:lnTo>
                      <a:pt x="0" y="123399"/>
                    </a:lnTo>
                    <a:lnTo>
                      <a:pt x="132277" y="0"/>
                    </a:lnTo>
                    <a:lnTo>
                      <a:pt x="305636" y="1858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72" name="Контур"/>
              <p:cNvSpPr/>
              <p:nvPr/>
            </p:nvSpPr>
            <p:spPr>
              <a:xfrm>
                <a:off x="899114" y="2140490"/>
                <a:ext cx="302709" cy="302883"/>
              </a:xfrm>
              <a:custGeom>
                <a:avLst/>
                <a:gdLst/>
                <a:ahLst/>
                <a:cxnLst/>
                <a:rect l="l" t="t" r="r" b="b"/>
                <a:pathLst>
                  <a:path w="302709" h="302883">
                    <a:moveTo>
                      <a:pt x="57566" y="83761"/>
                    </a:moveTo>
                    <a:lnTo>
                      <a:pt x="148579" y="0"/>
                    </a:lnTo>
                    <a:lnTo>
                      <a:pt x="302709" y="166263"/>
                    </a:lnTo>
                    <a:lnTo>
                      <a:pt x="155335" y="302883"/>
                    </a:lnTo>
                    <a:lnTo>
                      <a:pt x="69191" y="211763"/>
                    </a:lnTo>
                    <a:lnTo>
                      <a:pt x="0" y="137126"/>
                    </a:lnTo>
                    <a:lnTo>
                      <a:pt x="57566" y="837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73" name="Контур"/>
              <p:cNvSpPr/>
              <p:nvPr/>
            </p:nvSpPr>
            <p:spPr>
              <a:xfrm>
                <a:off x="1279157" y="2275670"/>
                <a:ext cx="133110" cy="120204"/>
              </a:xfrm>
              <a:custGeom>
                <a:avLst/>
                <a:gdLst/>
                <a:ahLst/>
                <a:cxnLst/>
                <a:rect l="l" t="t" r="r" b="b"/>
                <a:pathLst>
                  <a:path w="133110" h="120204">
                    <a:moveTo>
                      <a:pt x="119835" y="52803"/>
                    </a:moveTo>
                    <a:lnTo>
                      <a:pt x="28422" y="120204"/>
                    </a:lnTo>
                    <a:lnTo>
                      <a:pt x="20898" y="112554"/>
                    </a:lnTo>
                    <a:lnTo>
                      <a:pt x="16272" y="107856"/>
                    </a:lnTo>
                    <a:lnTo>
                      <a:pt x="0" y="91314"/>
                    </a:lnTo>
                    <a:lnTo>
                      <a:pt x="89136" y="0"/>
                    </a:lnTo>
                    <a:lnTo>
                      <a:pt x="133110" y="42930"/>
                    </a:lnTo>
                    <a:lnTo>
                      <a:pt x="119835" y="528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74" name="Контур"/>
              <p:cNvSpPr/>
              <p:nvPr/>
            </p:nvSpPr>
            <p:spPr>
              <a:xfrm>
                <a:off x="1533390" y="2086819"/>
                <a:ext cx="171033" cy="170722"/>
              </a:xfrm>
              <a:custGeom>
                <a:avLst/>
                <a:gdLst/>
                <a:ahLst/>
                <a:cxnLst/>
                <a:rect l="l" t="t" r="r" b="b"/>
                <a:pathLst>
                  <a:path w="171033" h="170722">
                    <a:moveTo>
                      <a:pt x="0" y="93304"/>
                    </a:moveTo>
                    <a:lnTo>
                      <a:pt x="94990" y="0"/>
                    </a:lnTo>
                    <a:lnTo>
                      <a:pt x="171033" y="77419"/>
                    </a:lnTo>
                    <a:lnTo>
                      <a:pt x="76045" y="170722"/>
                    </a:lnTo>
                    <a:lnTo>
                      <a:pt x="0" y="933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75" name="Контур"/>
              <p:cNvSpPr/>
              <p:nvPr/>
            </p:nvSpPr>
            <p:spPr>
              <a:xfrm>
                <a:off x="2562072" y="1903123"/>
                <a:ext cx="171492" cy="166061"/>
              </a:xfrm>
              <a:custGeom>
                <a:avLst/>
                <a:gdLst/>
                <a:ahLst/>
                <a:cxnLst/>
                <a:rect l="l" t="t" r="r" b="b"/>
                <a:pathLst>
                  <a:path w="171492" h="166061">
                    <a:moveTo>
                      <a:pt x="0" y="117375"/>
                    </a:moveTo>
                    <a:lnTo>
                      <a:pt x="126215" y="0"/>
                    </a:lnTo>
                    <a:lnTo>
                      <a:pt x="171492" y="48688"/>
                    </a:lnTo>
                    <a:lnTo>
                      <a:pt x="45277" y="166061"/>
                    </a:lnTo>
                    <a:lnTo>
                      <a:pt x="0" y="1173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76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7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 fill="none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78" name="Контур"/>
              <p:cNvSpPr/>
              <p:nvPr/>
            </p:nvSpPr>
            <p:spPr>
              <a:xfrm>
                <a:off x="2330259" y="1584000"/>
                <a:ext cx="363390" cy="324984"/>
              </a:xfrm>
              <a:custGeom>
                <a:avLst/>
                <a:gdLst/>
                <a:ahLst/>
                <a:cxnLst/>
                <a:rect l="l" t="t" r="r" b="b"/>
                <a:pathLst>
                  <a:path w="363390" h="324984">
                    <a:moveTo>
                      <a:pt x="0" y="98481"/>
                    </a:moveTo>
                    <a:lnTo>
                      <a:pt x="103867" y="0"/>
                    </a:lnTo>
                    <a:lnTo>
                      <a:pt x="188873" y="0"/>
                    </a:lnTo>
                    <a:lnTo>
                      <a:pt x="363390" y="184061"/>
                    </a:lnTo>
                    <a:lnTo>
                      <a:pt x="214758" y="3249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9" name="Контур"/>
              <p:cNvSpPr/>
              <p:nvPr/>
            </p:nvSpPr>
            <p:spPr>
              <a:xfrm>
                <a:off x="2330259" y="1584000"/>
                <a:ext cx="363390" cy="324984"/>
              </a:xfrm>
              <a:custGeom>
                <a:avLst/>
                <a:gdLst/>
                <a:ahLst/>
                <a:cxnLst/>
                <a:rect l="l" t="t" r="r" b="b"/>
                <a:pathLst>
                  <a:path w="363390" h="324984" fill="none">
                    <a:moveTo>
                      <a:pt x="0" y="98481"/>
                    </a:moveTo>
                    <a:lnTo>
                      <a:pt x="103867" y="0"/>
                    </a:lnTo>
                    <a:moveTo>
                      <a:pt x="188873" y="0"/>
                    </a:moveTo>
                    <a:lnTo>
                      <a:pt x="363390" y="184061"/>
                    </a:lnTo>
                    <a:lnTo>
                      <a:pt x="214758" y="324984"/>
                    </a:lnTo>
                    <a:lnTo>
                      <a:pt x="0" y="98481"/>
                    </a:lnTo>
                    <a:lnTo>
                      <a:pt x="0" y="98481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80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1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 fill="none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82" name="Контур"/>
              <p:cNvSpPr/>
              <p:nvPr/>
            </p:nvSpPr>
            <p:spPr>
              <a:xfrm>
                <a:off x="3138476" y="3745315"/>
                <a:ext cx="36489" cy="36552"/>
              </a:xfrm>
              <a:custGeom>
                <a:avLst/>
                <a:gdLst/>
                <a:ahLst/>
                <a:cxnLst/>
                <a:rect l="l" t="t" r="r" b="b"/>
                <a:pathLst>
                  <a:path w="36489" h="36552">
                    <a:moveTo>
                      <a:pt x="19373" y="36552"/>
                    </a:moveTo>
                    <a:lnTo>
                      <a:pt x="0" y="16723"/>
                    </a:lnTo>
                    <a:lnTo>
                      <a:pt x="17117" y="0"/>
                    </a:lnTo>
                    <a:lnTo>
                      <a:pt x="36489" y="19830"/>
                    </a:lnTo>
                    <a:lnTo>
                      <a:pt x="19373" y="365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83" name="Контур"/>
              <p:cNvSpPr/>
              <p:nvPr/>
            </p:nvSpPr>
            <p:spPr>
              <a:xfrm>
                <a:off x="3208194" y="2752598"/>
                <a:ext cx="691709" cy="735516"/>
              </a:xfrm>
              <a:custGeom>
                <a:avLst/>
                <a:gdLst/>
                <a:ahLst/>
                <a:cxnLst/>
                <a:rect l="l" t="t" r="r" b="b"/>
                <a:pathLst>
                  <a:path w="691709" h="735516">
                    <a:moveTo>
                      <a:pt x="623993" y="591552"/>
                    </a:moveTo>
                    <a:lnTo>
                      <a:pt x="615083" y="600435"/>
                    </a:lnTo>
                    <a:lnTo>
                      <a:pt x="691709" y="680967"/>
                    </a:lnTo>
                    <a:lnTo>
                      <a:pt x="640022" y="730611"/>
                    </a:lnTo>
                    <a:lnTo>
                      <a:pt x="634919" y="735516"/>
                    </a:lnTo>
                    <a:lnTo>
                      <a:pt x="610934" y="709956"/>
                    </a:lnTo>
                    <a:lnTo>
                      <a:pt x="589721" y="686630"/>
                    </a:lnTo>
                    <a:lnTo>
                      <a:pt x="563260" y="711834"/>
                    </a:lnTo>
                    <a:lnTo>
                      <a:pt x="156424" y="279762"/>
                    </a:lnTo>
                    <a:lnTo>
                      <a:pt x="126747" y="249212"/>
                    </a:lnTo>
                    <a:lnTo>
                      <a:pt x="0" y="120268"/>
                    </a:lnTo>
                    <a:lnTo>
                      <a:pt x="66812" y="0"/>
                    </a:lnTo>
                    <a:lnTo>
                      <a:pt x="623993" y="5915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84" name="Контур"/>
              <p:cNvSpPr/>
              <p:nvPr/>
            </p:nvSpPr>
            <p:spPr>
              <a:xfrm>
                <a:off x="3003557" y="3508571"/>
                <a:ext cx="385011" cy="353223"/>
              </a:xfrm>
              <a:custGeom>
                <a:avLst/>
                <a:gdLst/>
                <a:ahLst/>
                <a:cxnLst/>
                <a:rect l="l" t="t" r="r" b="b"/>
                <a:pathLst>
                  <a:path w="385011" h="353223">
                    <a:moveTo>
                      <a:pt x="0" y="128853"/>
                    </a:moveTo>
                    <a:lnTo>
                      <a:pt x="130257" y="0"/>
                    </a:lnTo>
                    <a:lnTo>
                      <a:pt x="385011" y="257553"/>
                    </a:lnTo>
                    <a:lnTo>
                      <a:pt x="288288" y="353223"/>
                    </a:lnTo>
                    <a:lnTo>
                      <a:pt x="208656" y="272709"/>
                    </a:lnTo>
                    <a:lnTo>
                      <a:pt x="234945" y="246717"/>
                    </a:lnTo>
                    <a:lnTo>
                      <a:pt x="144944" y="155696"/>
                    </a:lnTo>
                    <a:lnTo>
                      <a:pt x="82216" y="217721"/>
                    </a:lnTo>
                    <a:lnTo>
                      <a:pt x="68580" y="203515"/>
                    </a:lnTo>
                    <a:lnTo>
                      <a:pt x="58809" y="212623"/>
                    </a:lnTo>
                    <a:lnTo>
                      <a:pt x="22226" y="175605"/>
                    </a:lnTo>
                    <a:lnTo>
                      <a:pt x="34353" y="163620"/>
                    </a:lnTo>
                    <a:lnTo>
                      <a:pt x="0" y="1288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85" name="Контур"/>
              <p:cNvSpPr/>
              <p:nvPr/>
            </p:nvSpPr>
            <p:spPr>
              <a:xfrm>
                <a:off x="3259814" y="3382679"/>
                <a:ext cx="116649" cy="111402"/>
              </a:xfrm>
              <a:custGeom>
                <a:avLst/>
                <a:gdLst/>
                <a:ahLst/>
                <a:cxnLst/>
                <a:rect l="l" t="t" r="r" b="b"/>
                <a:pathLst>
                  <a:path w="116649" h="111402">
                    <a:moveTo>
                      <a:pt x="0" y="69354"/>
                    </a:moveTo>
                    <a:lnTo>
                      <a:pt x="80352" y="0"/>
                    </a:lnTo>
                    <a:lnTo>
                      <a:pt x="116649" y="42048"/>
                    </a:lnTo>
                    <a:lnTo>
                      <a:pt x="69633" y="82629"/>
                    </a:lnTo>
                    <a:lnTo>
                      <a:pt x="36297" y="111402"/>
                    </a:lnTo>
                    <a:lnTo>
                      <a:pt x="0" y="693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86" name="Контур"/>
              <p:cNvSpPr/>
              <p:nvPr/>
            </p:nvSpPr>
            <p:spPr>
              <a:xfrm>
                <a:off x="3038525" y="3712086"/>
                <a:ext cx="64321" cy="64259"/>
              </a:xfrm>
              <a:custGeom>
                <a:avLst/>
                <a:gdLst/>
                <a:ahLst/>
                <a:cxnLst/>
                <a:rect l="l" t="t" r="r" b="b"/>
                <a:pathLst>
                  <a:path w="64321" h="64259">
                    <a:moveTo>
                      <a:pt x="33612" y="0"/>
                    </a:moveTo>
                    <a:lnTo>
                      <a:pt x="47248" y="14206"/>
                    </a:lnTo>
                    <a:lnTo>
                      <a:pt x="64321" y="32418"/>
                    </a:lnTo>
                    <a:lnTo>
                      <a:pt x="30709" y="64259"/>
                    </a:lnTo>
                    <a:lnTo>
                      <a:pt x="0" y="31841"/>
                    </a:lnTo>
                    <a:lnTo>
                      <a:pt x="23841" y="9108"/>
                    </a:lnTo>
                    <a:lnTo>
                      <a:pt x="336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87" name="Контур"/>
              <p:cNvSpPr/>
              <p:nvPr/>
            </p:nvSpPr>
            <p:spPr>
              <a:xfrm>
                <a:off x="3329447" y="3424727"/>
                <a:ext cx="87264" cy="75726"/>
              </a:xfrm>
              <a:custGeom>
                <a:avLst/>
                <a:gdLst/>
                <a:ahLst/>
                <a:cxnLst/>
                <a:rect l="l" t="t" r="r" b="b"/>
                <a:pathLst>
                  <a:path w="87264" h="75726">
                    <a:moveTo>
                      <a:pt x="47016" y="0"/>
                    </a:moveTo>
                    <a:lnTo>
                      <a:pt x="87264" y="46629"/>
                    </a:lnTo>
                    <a:lnTo>
                      <a:pt x="53550" y="75726"/>
                    </a:lnTo>
                    <a:lnTo>
                      <a:pt x="36414" y="55872"/>
                    </a:lnTo>
                    <a:lnTo>
                      <a:pt x="23103" y="67356"/>
                    </a:lnTo>
                    <a:lnTo>
                      <a:pt x="0" y="40581"/>
                    </a:lnTo>
                    <a:lnTo>
                      <a:pt x="4701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88" name="Контур"/>
              <p:cNvSpPr/>
              <p:nvPr/>
            </p:nvSpPr>
            <p:spPr>
              <a:xfrm>
                <a:off x="3148151" y="3253313"/>
                <a:ext cx="192015" cy="198720"/>
              </a:xfrm>
              <a:custGeom>
                <a:avLst/>
                <a:gdLst/>
                <a:ahLst/>
                <a:cxnLst/>
                <a:rect l="l" t="t" r="r" b="b"/>
                <a:pathLst>
                  <a:path w="192015" h="198720">
                    <a:moveTo>
                      <a:pt x="111663" y="198720"/>
                    </a:moveTo>
                    <a:lnTo>
                      <a:pt x="0" y="69354"/>
                    </a:lnTo>
                    <a:lnTo>
                      <a:pt x="80352" y="0"/>
                    </a:lnTo>
                    <a:lnTo>
                      <a:pt x="192015" y="129366"/>
                    </a:lnTo>
                    <a:lnTo>
                      <a:pt x="111663" y="1987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89" name="Контур"/>
              <p:cNvSpPr/>
              <p:nvPr/>
            </p:nvSpPr>
            <p:spPr>
              <a:xfrm>
                <a:off x="3065853" y="3085280"/>
                <a:ext cx="176485" cy="186150"/>
              </a:xfrm>
              <a:custGeom>
                <a:avLst/>
                <a:gdLst/>
                <a:ahLst/>
                <a:cxnLst/>
                <a:rect l="l" t="t" r="r" b="b"/>
                <a:pathLst>
                  <a:path w="176485" h="186150">
                    <a:moveTo>
                      <a:pt x="42804" y="1053"/>
                    </a:moveTo>
                    <a:lnTo>
                      <a:pt x="43076" y="0"/>
                    </a:lnTo>
                    <a:lnTo>
                      <a:pt x="91314" y="12473"/>
                    </a:lnTo>
                    <a:lnTo>
                      <a:pt x="176485" y="34483"/>
                    </a:lnTo>
                    <a:lnTo>
                      <a:pt x="153072" y="125064"/>
                    </a:lnTo>
                    <a:lnTo>
                      <a:pt x="116621" y="115641"/>
                    </a:lnTo>
                    <a:lnTo>
                      <a:pt x="107002" y="152856"/>
                    </a:lnTo>
                    <a:lnTo>
                      <a:pt x="85483" y="147294"/>
                    </a:lnTo>
                    <a:lnTo>
                      <a:pt x="75440" y="186150"/>
                    </a:lnTo>
                    <a:lnTo>
                      <a:pt x="0" y="166651"/>
                    </a:lnTo>
                    <a:lnTo>
                      <a:pt x="42804" y="10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0" name="Контур"/>
              <p:cNvSpPr/>
              <p:nvPr/>
            </p:nvSpPr>
            <p:spPr>
              <a:xfrm>
                <a:off x="3264845" y="2618525"/>
                <a:ext cx="698238" cy="725625"/>
              </a:xfrm>
              <a:custGeom>
                <a:avLst/>
                <a:gdLst/>
                <a:ahLst/>
                <a:cxnLst/>
                <a:rect l="l" t="t" r="r" b="b"/>
                <a:pathLst>
                  <a:path w="698238" h="725625">
                    <a:moveTo>
                      <a:pt x="10161" y="134073"/>
                    </a:moveTo>
                    <a:lnTo>
                      <a:pt x="0" y="123291"/>
                    </a:lnTo>
                    <a:lnTo>
                      <a:pt x="130896" y="0"/>
                    </a:lnTo>
                    <a:lnTo>
                      <a:pt x="698238" y="602334"/>
                    </a:lnTo>
                    <a:lnTo>
                      <a:pt x="567342" y="725625"/>
                    </a:lnTo>
                    <a:lnTo>
                      <a:pt x="10161" y="1340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1" name="Контур"/>
              <p:cNvSpPr/>
              <p:nvPr/>
            </p:nvSpPr>
            <p:spPr>
              <a:xfrm>
                <a:off x="3157167" y="3062145"/>
                <a:ext cx="94530" cy="57618"/>
              </a:xfrm>
              <a:custGeom>
                <a:avLst/>
                <a:gdLst/>
                <a:ahLst/>
                <a:cxnLst/>
                <a:rect l="l" t="t" r="r" b="b"/>
                <a:pathLst>
                  <a:path w="94530" h="57618">
                    <a:moveTo>
                      <a:pt x="0" y="35608"/>
                    </a:moveTo>
                    <a:lnTo>
                      <a:pt x="9208" y="0"/>
                    </a:lnTo>
                    <a:lnTo>
                      <a:pt x="94530" y="22271"/>
                    </a:lnTo>
                    <a:lnTo>
                      <a:pt x="85171" y="57618"/>
                    </a:lnTo>
                    <a:lnTo>
                      <a:pt x="0" y="356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2" name="Контур"/>
              <p:cNvSpPr/>
              <p:nvPr/>
            </p:nvSpPr>
            <p:spPr>
              <a:xfrm>
                <a:off x="3308592" y="3001810"/>
                <a:ext cx="56026" cy="56146"/>
              </a:xfrm>
              <a:custGeom>
                <a:avLst/>
                <a:gdLst/>
                <a:ahLst/>
                <a:cxnLst/>
                <a:rect l="l" t="t" r="r" b="b"/>
                <a:pathLst>
                  <a:path w="56026" h="56146">
                    <a:moveTo>
                      <a:pt x="26349" y="0"/>
                    </a:moveTo>
                    <a:lnTo>
                      <a:pt x="56026" y="30550"/>
                    </a:lnTo>
                    <a:lnTo>
                      <a:pt x="29676" y="56146"/>
                    </a:lnTo>
                    <a:lnTo>
                      <a:pt x="0" y="25597"/>
                    </a:lnTo>
                    <a:lnTo>
                      <a:pt x="2634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3" name="Контур"/>
              <p:cNvSpPr/>
              <p:nvPr/>
            </p:nvSpPr>
            <p:spPr>
              <a:xfrm>
                <a:off x="2709257" y="2869673"/>
                <a:ext cx="106711" cy="111772"/>
              </a:xfrm>
              <a:custGeom>
                <a:avLst/>
                <a:gdLst/>
                <a:ahLst/>
                <a:cxnLst/>
                <a:rect l="l" t="t" r="r" b="b"/>
                <a:pathLst>
                  <a:path w="106711" h="111772">
                    <a:moveTo>
                      <a:pt x="0" y="44511"/>
                    </a:moveTo>
                    <a:lnTo>
                      <a:pt x="47715" y="0"/>
                    </a:lnTo>
                    <a:lnTo>
                      <a:pt x="106711" y="69413"/>
                    </a:lnTo>
                    <a:lnTo>
                      <a:pt x="61121" y="111772"/>
                    </a:lnTo>
                    <a:lnTo>
                      <a:pt x="0" y="445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4" name="Контур"/>
              <p:cNvSpPr/>
              <p:nvPr/>
            </p:nvSpPr>
            <p:spPr>
              <a:xfrm>
                <a:off x="2765370" y="2108609"/>
                <a:ext cx="477110" cy="438135"/>
              </a:xfrm>
              <a:custGeom>
                <a:avLst/>
                <a:gdLst/>
                <a:ahLst/>
                <a:cxnLst/>
                <a:rect l="l" t="t" r="r" b="b"/>
                <a:pathLst>
                  <a:path w="477110" h="438135">
                    <a:moveTo>
                      <a:pt x="359906" y="204523"/>
                    </a:moveTo>
                    <a:lnTo>
                      <a:pt x="404613" y="162828"/>
                    </a:lnTo>
                    <a:lnTo>
                      <a:pt x="477110" y="240541"/>
                    </a:lnTo>
                    <a:lnTo>
                      <a:pt x="265095" y="438135"/>
                    </a:lnTo>
                    <a:lnTo>
                      <a:pt x="0" y="156191"/>
                    </a:lnTo>
                    <a:lnTo>
                      <a:pt x="170151" y="0"/>
                    </a:lnTo>
                    <a:lnTo>
                      <a:pt x="359906" y="2045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5" name="Контур"/>
              <p:cNvSpPr/>
              <p:nvPr/>
            </p:nvSpPr>
            <p:spPr>
              <a:xfrm>
                <a:off x="2863529" y="1947228"/>
                <a:ext cx="343148" cy="365904"/>
              </a:xfrm>
              <a:custGeom>
                <a:avLst/>
                <a:gdLst/>
                <a:ahLst/>
                <a:cxnLst/>
                <a:rect l="l" t="t" r="r" b="b"/>
                <a:pathLst>
                  <a:path w="343148" h="365904">
                    <a:moveTo>
                      <a:pt x="306454" y="324209"/>
                    </a:moveTo>
                    <a:lnTo>
                      <a:pt x="261747" y="365904"/>
                    </a:lnTo>
                    <a:lnTo>
                      <a:pt x="71992" y="161381"/>
                    </a:lnTo>
                    <a:lnTo>
                      <a:pt x="0" y="75920"/>
                    </a:lnTo>
                    <a:lnTo>
                      <a:pt x="75822" y="0"/>
                    </a:lnTo>
                    <a:lnTo>
                      <a:pt x="343148" y="286328"/>
                    </a:lnTo>
                    <a:lnTo>
                      <a:pt x="306454" y="3242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6" name="Контур"/>
              <p:cNvSpPr/>
              <p:nvPr/>
            </p:nvSpPr>
            <p:spPr>
              <a:xfrm>
                <a:off x="3234976" y="1786617"/>
                <a:ext cx="64159" cy="62641"/>
              </a:xfrm>
              <a:custGeom>
                <a:avLst/>
                <a:gdLst/>
                <a:ahLst/>
                <a:cxnLst/>
                <a:rect l="l" t="t" r="r" b="b"/>
                <a:pathLst>
                  <a:path w="64159" h="62641">
                    <a:moveTo>
                      <a:pt x="0" y="38643"/>
                    </a:moveTo>
                    <a:lnTo>
                      <a:pt x="42167" y="0"/>
                    </a:lnTo>
                    <a:lnTo>
                      <a:pt x="64159" y="23998"/>
                    </a:lnTo>
                    <a:lnTo>
                      <a:pt x="21992" y="62641"/>
                    </a:lnTo>
                    <a:lnTo>
                      <a:pt x="0" y="386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7" name="Контур"/>
              <p:cNvSpPr/>
              <p:nvPr/>
            </p:nvSpPr>
            <p:spPr>
              <a:xfrm>
                <a:off x="534252" y="1684207"/>
                <a:ext cx="235079" cy="241899"/>
              </a:xfrm>
              <a:custGeom>
                <a:avLst/>
                <a:gdLst/>
                <a:ahLst/>
                <a:cxnLst/>
                <a:rect l="l" t="t" r="r" b="b"/>
                <a:pathLst>
                  <a:path w="235079" h="241899">
                    <a:moveTo>
                      <a:pt x="94797" y="186622"/>
                    </a:moveTo>
                    <a:lnTo>
                      <a:pt x="0" y="83857"/>
                    </a:lnTo>
                    <a:lnTo>
                      <a:pt x="90458" y="0"/>
                    </a:lnTo>
                    <a:lnTo>
                      <a:pt x="235079" y="156007"/>
                    </a:lnTo>
                    <a:lnTo>
                      <a:pt x="146041" y="241899"/>
                    </a:lnTo>
                    <a:lnTo>
                      <a:pt x="94797" y="1866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8" name="Контур"/>
              <p:cNvSpPr/>
              <p:nvPr/>
            </p:nvSpPr>
            <p:spPr>
              <a:xfrm>
                <a:off x="385662" y="2289277"/>
                <a:ext cx="179552" cy="180619"/>
              </a:xfrm>
              <a:custGeom>
                <a:avLst/>
                <a:gdLst/>
                <a:ahLst/>
                <a:cxnLst/>
                <a:rect l="l" t="t" r="r" b="b"/>
                <a:pathLst>
                  <a:path w="179552" h="180619">
                    <a:moveTo>
                      <a:pt x="179552" y="95548"/>
                    </a:moveTo>
                    <a:lnTo>
                      <a:pt x="89254" y="180619"/>
                    </a:lnTo>
                    <a:lnTo>
                      <a:pt x="0" y="84338"/>
                    </a:lnTo>
                    <a:lnTo>
                      <a:pt x="90978" y="0"/>
                    </a:lnTo>
                    <a:lnTo>
                      <a:pt x="179552" y="955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9" name="Контур"/>
              <p:cNvSpPr/>
              <p:nvPr/>
            </p:nvSpPr>
            <p:spPr>
              <a:xfrm>
                <a:off x="826731" y="1998770"/>
                <a:ext cx="220962" cy="225481"/>
              </a:xfrm>
              <a:custGeom>
                <a:avLst/>
                <a:gdLst/>
                <a:ahLst/>
                <a:cxnLst/>
                <a:rect l="l" t="t" r="r" b="b"/>
                <a:pathLst>
                  <a:path w="220962" h="225481">
                    <a:moveTo>
                      <a:pt x="0" y="85303"/>
                    </a:moveTo>
                    <a:lnTo>
                      <a:pt x="89585" y="0"/>
                    </a:lnTo>
                    <a:lnTo>
                      <a:pt x="220962" y="141720"/>
                    </a:lnTo>
                    <a:lnTo>
                      <a:pt x="129949" y="225481"/>
                    </a:lnTo>
                    <a:lnTo>
                      <a:pt x="0" y="85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00" name="Контур"/>
              <p:cNvSpPr/>
              <p:nvPr/>
            </p:nvSpPr>
            <p:spPr>
              <a:xfrm>
                <a:off x="252000" y="1768064"/>
                <a:ext cx="377049" cy="347049"/>
              </a:xfrm>
              <a:custGeom>
                <a:avLst/>
                <a:gdLst/>
                <a:ahLst/>
                <a:cxnLst/>
                <a:rect l="l" t="t" r="r" b="b"/>
                <a:pathLst>
                  <a:path w="377049" h="347049">
                    <a:moveTo>
                      <a:pt x="0" y="261653"/>
                    </a:moveTo>
                    <a:lnTo>
                      <a:pt x="282252" y="0"/>
                    </a:lnTo>
                    <a:lnTo>
                      <a:pt x="377049" y="102765"/>
                    </a:lnTo>
                    <a:lnTo>
                      <a:pt x="162093" y="302034"/>
                    </a:lnTo>
                    <a:lnTo>
                      <a:pt x="109619" y="245430"/>
                    </a:lnTo>
                    <a:lnTo>
                      <a:pt x="0" y="34704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1" name="Контур"/>
              <p:cNvSpPr/>
              <p:nvPr/>
            </p:nvSpPr>
            <p:spPr>
              <a:xfrm>
                <a:off x="252000" y="1768064"/>
                <a:ext cx="377049" cy="347049"/>
              </a:xfrm>
              <a:custGeom>
                <a:avLst/>
                <a:gdLst/>
                <a:ahLst/>
                <a:cxnLst/>
                <a:rect l="l" t="t" r="r" b="b"/>
                <a:pathLst>
                  <a:path w="377049" h="347049" fill="none">
                    <a:moveTo>
                      <a:pt x="0" y="261653"/>
                    </a:moveTo>
                    <a:lnTo>
                      <a:pt x="282252" y="0"/>
                    </a:lnTo>
                    <a:lnTo>
                      <a:pt x="377049" y="102765"/>
                    </a:lnTo>
                    <a:lnTo>
                      <a:pt x="162093" y="302034"/>
                    </a:lnTo>
                    <a:lnTo>
                      <a:pt x="109619" y="245430"/>
                    </a:lnTo>
                    <a:lnTo>
                      <a:pt x="0" y="347049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02" name="Контур"/>
              <p:cNvSpPr/>
              <p:nvPr/>
            </p:nvSpPr>
            <p:spPr>
              <a:xfrm>
                <a:off x="680293" y="1840214"/>
                <a:ext cx="236023" cy="243859"/>
              </a:xfrm>
              <a:custGeom>
                <a:avLst/>
                <a:gdLst/>
                <a:ahLst/>
                <a:cxnLst/>
                <a:rect l="l" t="t" r="r" b="b"/>
                <a:pathLst>
                  <a:path w="236023" h="243859">
                    <a:moveTo>
                      <a:pt x="236023" y="158556"/>
                    </a:moveTo>
                    <a:lnTo>
                      <a:pt x="146438" y="243859"/>
                    </a:lnTo>
                    <a:lnTo>
                      <a:pt x="0" y="85892"/>
                    </a:lnTo>
                    <a:lnTo>
                      <a:pt x="89038" y="0"/>
                    </a:lnTo>
                    <a:lnTo>
                      <a:pt x="236023" y="1585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03" name="Контур"/>
              <p:cNvSpPr/>
              <p:nvPr/>
            </p:nvSpPr>
            <p:spPr>
              <a:xfrm>
                <a:off x="852010" y="2352253"/>
                <a:ext cx="202439" cy="198654"/>
              </a:xfrm>
              <a:custGeom>
                <a:avLst/>
                <a:gdLst/>
                <a:ahLst/>
                <a:cxnLst/>
                <a:rect l="l" t="t" r="r" b="b"/>
                <a:pathLst>
                  <a:path w="202439" h="198654">
                    <a:moveTo>
                      <a:pt x="86438" y="198654"/>
                    </a:moveTo>
                    <a:lnTo>
                      <a:pt x="0" y="107807"/>
                    </a:lnTo>
                    <a:lnTo>
                      <a:pt x="116295" y="0"/>
                    </a:lnTo>
                    <a:lnTo>
                      <a:pt x="202439" y="91120"/>
                    </a:lnTo>
                    <a:lnTo>
                      <a:pt x="86438" y="1986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04" name="Контур"/>
              <p:cNvSpPr/>
              <p:nvPr/>
            </p:nvSpPr>
            <p:spPr>
              <a:xfrm>
                <a:off x="474916" y="2384825"/>
                <a:ext cx="260360" cy="265785"/>
              </a:xfrm>
              <a:custGeom>
                <a:avLst/>
                <a:gdLst/>
                <a:ahLst/>
                <a:cxnLst/>
                <a:rect l="l" t="t" r="r" b="b"/>
                <a:pathLst>
                  <a:path w="260360" h="265785">
                    <a:moveTo>
                      <a:pt x="260360" y="183450"/>
                    </a:moveTo>
                    <a:lnTo>
                      <a:pt x="167526" y="265785"/>
                    </a:lnTo>
                    <a:lnTo>
                      <a:pt x="0" y="85071"/>
                    </a:lnTo>
                    <a:lnTo>
                      <a:pt x="90298" y="0"/>
                    </a:lnTo>
                    <a:lnTo>
                      <a:pt x="260360" y="1834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05" name="Контур"/>
              <p:cNvSpPr/>
              <p:nvPr/>
            </p:nvSpPr>
            <p:spPr>
              <a:xfrm>
                <a:off x="642442" y="2460060"/>
                <a:ext cx="296006" cy="284507"/>
              </a:xfrm>
              <a:custGeom>
                <a:avLst/>
                <a:gdLst/>
                <a:ahLst/>
                <a:cxnLst/>
                <a:rect l="l" t="t" r="r" b="b"/>
                <a:pathLst>
                  <a:path w="296006" h="284507">
                    <a:moveTo>
                      <a:pt x="209568" y="0"/>
                    </a:moveTo>
                    <a:lnTo>
                      <a:pt x="296006" y="90847"/>
                    </a:lnTo>
                    <a:lnTo>
                      <a:pt x="87101" y="284507"/>
                    </a:lnTo>
                    <a:lnTo>
                      <a:pt x="0" y="190550"/>
                    </a:lnTo>
                    <a:lnTo>
                      <a:pt x="92834" y="108215"/>
                    </a:lnTo>
                    <a:lnTo>
                      <a:pt x="20956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06" name="Контур"/>
              <p:cNvSpPr/>
              <p:nvPr/>
            </p:nvSpPr>
            <p:spPr>
              <a:xfrm>
                <a:off x="1489802" y="5990285"/>
                <a:ext cx="153180" cy="143172"/>
              </a:xfrm>
              <a:custGeom>
                <a:avLst/>
                <a:gdLst/>
                <a:ahLst/>
                <a:cxnLst/>
                <a:rect l="l" t="t" r="r" b="b"/>
                <a:pathLst>
                  <a:path w="153180" h="143172">
                    <a:moveTo>
                      <a:pt x="0" y="94446"/>
                    </a:moveTo>
                    <a:lnTo>
                      <a:pt x="112140" y="0"/>
                    </a:lnTo>
                    <a:lnTo>
                      <a:pt x="153180" y="48726"/>
                    </a:lnTo>
                    <a:lnTo>
                      <a:pt x="41040" y="143172"/>
                    </a:lnTo>
                    <a:lnTo>
                      <a:pt x="0" y="944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07" name="Контур"/>
              <p:cNvSpPr/>
              <p:nvPr/>
            </p:nvSpPr>
            <p:spPr>
              <a:xfrm>
                <a:off x="1946003" y="5323205"/>
                <a:ext cx="798372" cy="739026"/>
              </a:xfrm>
              <a:custGeom>
                <a:avLst/>
                <a:gdLst/>
                <a:ahLst/>
                <a:cxnLst/>
                <a:rect l="l" t="t" r="r" b="b"/>
                <a:pathLst>
                  <a:path w="798372" h="739026">
                    <a:moveTo>
                      <a:pt x="431154" y="475380"/>
                    </a:moveTo>
                    <a:lnTo>
                      <a:pt x="251173" y="633638"/>
                    </a:lnTo>
                    <a:lnTo>
                      <a:pt x="206915" y="671588"/>
                    </a:lnTo>
                    <a:lnTo>
                      <a:pt x="130950" y="739026"/>
                    </a:lnTo>
                    <a:lnTo>
                      <a:pt x="0" y="591651"/>
                    </a:lnTo>
                    <a:lnTo>
                      <a:pt x="431154" y="222588"/>
                    </a:lnTo>
                    <a:lnTo>
                      <a:pt x="669510" y="0"/>
                    </a:lnTo>
                    <a:lnTo>
                      <a:pt x="798372" y="136818"/>
                    </a:lnTo>
                    <a:lnTo>
                      <a:pt x="756441" y="176310"/>
                    </a:lnTo>
                    <a:lnTo>
                      <a:pt x="458586" y="450153"/>
                    </a:lnTo>
                    <a:lnTo>
                      <a:pt x="431154" y="4753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08" name="Контур"/>
              <p:cNvSpPr/>
              <p:nvPr/>
            </p:nvSpPr>
            <p:spPr>
              <a:xfrm>
                <a:off x="1883669" y="5914856"/>
                <a:ext cx="197397" cy="207387"/>
              </a:xfrm>
              <a:custGeom>
                <a:avLst/>
                <a:gdLst/>
                <a:ahLst/>
                <a:cxnLst/>
                <a:rect l="l" t="t" r="r" b="b"/>
                <a:pathLst>
                  <a:path w="197397" h="207387">
                    <a:moveTo>
                      <a:pt x="197397" y="152001"/>
                    </a:moveTo>
                    <a:lnTo>
                      <a:pt x="135063" y="207387"/>
                    </a:lnTo>
                    <a:lnTo>
                      <a:pt x="0" y="55386"/>
                    </a:lnTo>
                    <a:lnTo>
                      <a:pt x="62334" y="0"/>
                    </a:lnTo>
                    <a:lnTo>
                      <a:pt x="193284" y="147375"/>
                    </a:lnTo>
                    <a:lnTo>
                      <a:pt x="197397" y="1520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09" name="Контур"/>
              <p:cNvSpPr/>
              <p:nvPr/>
            </p:nvSpPr>
            <p:spPr>
              <a:xfrm>
                <a:off x="1264928" y="5727863"/>
                <a:ext cx="367401" cy="356868"/>
              </a:xfrm>
              <a:custGeom>
                <a:avLst/>
                <a:gdLst/>
                <a:ahLst/>
                <a:cxnLst/>
                <a:rect l="l" t="t" r="r" b="b"/>
                <a:pathLst>
                  <a:path w="367401" h="356868">
                    <a:moveTo>
                      <a:pt x="367401" y="235446"/>
                    </a:moveTo>
                    <a:lnTo>
                      <a:pt x="337014" y="262422"/>
                    </a:lnTo>
                    <a:lnTo>
                      <a:pt x="224874" y="356868"/>
                    </a:lnTo>
                    <a:lnTo>
                      <a:pt x="0" y="95760"/>
                    </a:lnTo>
                    <a:lnTo>
                      <a:pt x="111348" y="0"/>
                    </a:lnTo>
                    <a:lnTo>
                      <a:pt x="137187" y="30051"/>
                    </a:lnTo>
                    <a:lnTo>
                      <a:pt x="163665" y="7519"/>
                    </a:lnTo>
                    <a:lnTo>
                      <a:pt x="202371" y="52870"/>
                    </a:lnTo>
                    <a:lnTo>
                      <a:pt x="281537" y="139361"/>
                    </a:lnTo>
                    <a:lnTo>
                      <a:pt x="367401" y="2354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0" name="Контур"/>
              <p:cNvSpPr/>
              <p:nvPr/>
            </p:nvSpPr>
            <p:spPr>
              <a:xfrm>
                <a:off x="1601942" y="5951816"/>
                <a:ext cx="91805" cy="87195"/>
              </a:xfrm>
              <a:custGeom>
                <a:avLst/>
                <a:gdLst/>
                <a:ahLst/>
                <a:cxnLst/>
                <a:rect l="l" t="t" r="r" b="b"/>
                <a:pathLst>
                  <a:path w="91805" h="87195">
                    <a:moveTo>
                      <a:pt x="0" y="38469"/>
                    </a:moveTo>
                    <a:lnTo>
                      <a:pt x="30387" y="11493"/>
                    </a:lnTo>
                    <a:lnTo>
                      <a:pt x="44176" y="0"/>
                    </a:lnTo>
                    <a:lnTo>
                      <a:pt x="91805" y="49496"/>
                    </a:lnTo>
                    <a:lnTo>
                      <a:pt x="41040" y="87195"/>
                    </a:lnTo>
                    <a:lnTo>
                      <a:pt x="0" y="384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1" name="Контур"/>
              <p:cNvSpPr/>
              <p:nvPr/>
            </p:nvSpPr>
            <p:spPr>
              <a:xfrm>
                <a:off x="1646118" y="5779428"/>
                <a:ext cx="238991" cy="221884"/>
              </a:xfrm>
              <a:custGeom>
                <a:avLst/>
                <a:gdLst/>
                <a:ahLst/>
                <a:cxnLst/>
                <a:rect l="l" t="t" r="r" b="b"/>
                <a:pathLst>
                  <a:path w="238991" h="221884">
                    <a:moveTo>
                      <a:pt x="0" y="172388"/>
                    </a:moveTo>
                    <a:lnTo>
                      <a:pt x="192260" y="0"/>
                    </a:lnTo>
                    <a:lnTo>
                      <a:pt x="238991" y="55553"/>
                    </a:lnTo>
                    <a:lnTo>
                      <a:pt x="47629" y="221884"/>
                    </a:lnTo>
                    <a:lnTo>
                      <a:pt x="0" y="1723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2" name="Контур"/>
              <p:cNvSpPr/>
              <p:nvPr/>
            </p:nvSpPr>
            <p:spPr>
              <a:xfrm>
                <a:off x="1005043" y="5844989"/>
                <a:ext cx="46311" cy="44789"/>
              </a:xfrm>
              <a:custGeom>
                <a:avLst/>
                <a:gdLst/>
                <a:ahLst/>
                <a:cxnLst/>
                <a:rect l="l" t="t" r="r" b="b"/>
                <a:pathLst>
                  <a:path w="46311" h="44789">
                    <a:moveTo>
                      <a:pt x="0" y="20835"/>
                    </a:moveTo>
                    <a:lnTo>
                      <a:pt x="29246" y="0"/>
                    </a:lnTo>
                    <a:lnTo>
                      <a:pt x="46311" y="23954"/>
                    </a:lnTo>
                    <a:lnTo>
                      <a:pt x="17065" y="44789"/>
                    </a:lnTo>
                    <a:lnTo>
                      <a:pt x="0" y="208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3" name="Контур"/>
              <p:cNvSpPr/>
              <p:nvPr/>
            </p:nvSpPr>
            <p:spPr>
              <a:xfrm>
                <a:off x="1614407" y="5382230"/>
                <a:ext cx="460333" cy="452751"/>
              </a:xfrm>
              <a:custGeom>
                <a:avLst/>
                <a:gdLst/>
                <a:ahLst/>
                <a:cxnLst/>
                <a:rect l="l" t="t" r="r" b="b"/>
                <a:pathLst>
                  <a:path w="460333" h="452751">
                    <a:moveTo>
                      <a:pt x="30159" y="167532"/>
                    </a:moveTo>
                    <a:lnTo>
                      <a:pt x="0" y="131766"/>
                    </a:lnTo>
                    <a:lnTo>
                      <a:pt x="139779" y="12624"/>
                    </a:lnTo>
                    <a:lnTo>
                      <a:pt x="208625" y="93769"/>
                    </a:lnTo>
                    <a:lnTo>
                      <a:pt x="315437" y="0"/>
                    </a:lnTo>
                    <a:lnTo>
                      <a:pt x="460333" y="165514"/>
                    </a:lnTo>
                    <a:lnTo>
                      <a:pt x="351066" y="259824"/>
                    </a:lnTo>
                    <a:lnTo>
                      <a:pt x="411471" y="328686"/>
                    </a:lnTo>
                    <a:lnTo>
                      <a:pt x="270702" y="452751"/>
                    </a:lnTo>
                    <a:lnTo>
                      <a:pt x="223971" y="397198"/>
                    </a:lnTo>
                    <a:lnTo>
                      <a:pt x="30159" y="1675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4" name="Контур"/>
              <p:cNvSpPr/>
              <p:nvPr/>
            </p:nvSpPr>
            <p:spPr>
              <a:xfrm>
                <a:off x="1901957" y="5237741"/>
                <a:ext cx="385758" cy="405603"/>
              </a:xfrm>
              <a:custGeom>
                <a:avLst/>
                <a:gdLst/>
                <a:ahLst/>
                <a:cxnLst/>
                <a:rect l="l" t="t" r="r" b="b"/>
                <a:pathLst>
                  <a:path w="385758" h="405603">
                    <a:moveTo>
                      <a:pt x="370782" y="180324"/>
                    </a:moveTo>
                    <a:lnTo>
                      <a:pt x="324099" y="221805"/>
                    </a:lnTo>
                    <a:lnTo>
                      <a:pt x="385758" y="292167"/>
                    </a:lnTo>
                    <a:lnTo>
                      <a:pt x="256320" y="405603"/>
                    </a:lnTo>
                    <a:lnTo>
                      <a:pt x="172783" y="310003"/>
                    </a:lnTo>
                    <a:lnTo>
                      <a:pt x="27887" y="144489"/>
                    </a:lnTo>
                    <a:lnTo>
                      <a:pt x="0" y="112941"/>
                    </a:lnTo>
                    <a:lnTo>
                      <a:pt x="128934" y="0"/>
                    </a:lnTo>
                    <a:lnTo>
                      <a:pt x="212618" y="97985"/>
                    </a:lnTo>
                    <a:lnTo>
                      <a:pt x="259453" y="58062"/>
                    </a:lnTo>
                    <a:lnTo>
                      <a:pt x="289413" y="90036"/>
                    </a:lnTo>
                    <a:lnTo>
                      <a:pt x="370782" y="1803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5" name="Контур"/>
              <p:cNvSpPr/>
              <p:nvPr/>
            </p:nvSpPr>
            <p:spPr>
              <a:xfrm>
                <a:off x="2073470" y="4997441"/>
                <a:ext cx="523584" cy="420624"/>
              </a:xfrm>
              <a:custGeom>
                <a:avLst/>
                <a:gdLst/>
                <a:ahLst/>
                <a:cxnLst/>
                <a:rect l="l" t="t" r="r" b="b"/>
                <a:pathLst>
                  <a:path w="523584" h="420624">
                    <a:moveTo>
                      <a:pt x="84411" y="123390"/>
                    </a:moveTo>
                    <a:lnTo>
                      <a:pt x="168084" y="216207"/>
                    </a:lnTo>
                    <a:lnTo>
                      <a:pt x="407925" y="0"/>
                    </a:lnTo>
                    <a:lnTo>
                      <a:pt x="523584" y="128322"/>
                    </a:lnTo>
                    <a:lnTo>
                      <a:pt x="199269" y="420624"/>
                    </a:lnTo>
                    <a:lnTo>
                      <a:pt x="117900" y="330336"/>
                    </a:lnTo>
                    <a:lnTo>
                      <a:pt x="87940" y="298362"/>
                    </a:lnTo>
                    <a:lnTo>
                      <a:pt x="0" y="199512"/>
                    </a:lnTo>
                    <a:lnTo>
                      <a:pt x="84411" y="1233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6" name="Контур"/>
              <p:cNvSpPr/>
              <p:nvPr/>
            </p:nvSpPr>
            <p:spPr>
              <a:xfrm>
                <a:off x="1398198" y="4211585"/>
                <a:ext cx="235307" cy="713483"/>
              </a:xfrm>
              <a:custGeom>
                <a:avLst/>
                <a:gdLst/>
                <a:ahLst/>
                <a:cxnLst/>
                <a:rect l="l" t="t" r="r" b="b"/>
                <a:pathLst>
                  <a:path w="235307" h="713483">
                    <a:moveTo>
                      <a:pt x="0" y="693575"/>
                    </a:moveTo>
                    <a:lnTo>
                      <a:pt x="123522" y="0"/>
                    </a:lnTo>
                    <a:lnTo>
                      <a:pt x="235307" y="19908"/>
                    </a:lnTo>
                    <a:lnTo>
                      <a:pt x="111786" y="713483"/>
                    </a:lnTo>
                    <a:lnTo>
                      <a:pt x="0" y="6935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7" name="Контур"/>
              <p:cNvSpPr/>
              <p:nvPr/>
            </p:nvSpPr>
            <p:spPr>
              <a:xfrm>
                <a:off x="1927211" y="4821497"/>
                <a:ext cx="103653" cy="96864"/>
              </a:xfrm>
              <a:custGeom>
                <a:avLst/>
                <a:gdLst/>
                <a:ahLst/>
                <a:cxnLst/>
                <a:rect l="l" t="t" r="r" b="b"/>
                <a:pathLst>
                  <a:path w="103653" h="96864">
                    <a:moveTo>
                      <a:pt x="0" y="72984"/>
                    </a:moveTo>
                    <a:lnTo>
                      <a:pt x="82537" y="0"/>
                    </a:lnTo>
                    <a:lnTo>
                      <a:pt x="103653" y="23879"/>
                    </a:lnTo>
                    <a:lnTo>
                      <a:pt x="21117" y="96864"/>
                    </a:lnTo>
                    <a:lnTo>
                      <a:pt x="0" y="729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8" name="Контур"/>
              <p:cNvSpPr/>
              <p:nvPr/>
            </p:nvSpPr>
            <p:spPr>
              <a:xfrm>
                <a:off x="911577" y="4703859"/>
                <a:ext cx="158183" cy="165304"/>
              </a:xfrm>
              <a:custGeom>
                <a:avLst/>
                <a:gdLst/>
                <a:ahLst/>
                <a:cxnLst/>
                <a:rect l="l" t="t" r="r" b="b"/>
                <a:pathLst>
                  <a:path w="158183" h="165304">
                    <a:moveTo>
                      <a:pt x="115307" y="0"/>
                    </a:moveTo>
                    <a:lnTo>
                      <a:pt x="158183" y="38914"/>
                    </a:lnTo>
                    <a:lnTo>
                      <a:pt x="42264" y="165304"/>
                    </a:lnTo>
                    <a:lnTo>
                      <a:pt x="0" y="126085"/>
                    </a:lnTo>
                    <a:lnTo>
                      <a:pt x="1153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9" name="Контур"/>
              <p:cNvSpPr/>
              <p:nvPr/>
            </p:nvSpPr>
            <p:spPr>
              <a:xfrm>
                <a:off x="2063894" y="4676787"/>
                <a:ext cx="146628" cy="150798"/>
              </a:xfrm>
              <a:custGeom>
                <a:avLst/>
                <a:gdLst/>
                <a:ahLst/>
                <a:cxnLst/>
                <a:rect l="l" t="t" r="r" b="b"/>
                <a:pathLst>
                  <a:path w="146628" h="150798">
                    <a:moveTo>
                      <a:pt x="4300" y="94106"/>
                    </a:moveTo>
                    <a:lnTo>
                      <a:pt x="107024" y="0"/>
                    </a:lnTo>
                    <a:lnTo>
                      <a:pt x="146628" y="41431"/>
                    </a:lnTo>
                    <a:lnTo>
                      <a:pt x="20374" y="150798"/>
                    </a:lnTo>
                    <a:lnTo>
                      <a:pt x="0" y="126686"/>
                    </a:lnTo>
                    <a:lnTo>
                      <a:pt x="17217" y="110898"/>
                    </a:lnTo>
                    <a:lnTo>
                      <a:pt x="4300" y="941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0" name="Контур"/>
              <p:cNvSpPr/>
              <p:nvPr/>
            </p:nvSpPr>
            <p:spPr>
              <a:xfrm>
                <a:off x="1659828" y="4568680"/>
                <a:ext cx="98129" cy="100448"/>
              </a:xfrm>
              <a:custGeom>
                <a:avLst/>
                <a:gdLst/>
                <a:ahLst/>
                <a:cxnLst/>
                <a:rect l="l" t="t" r="r" b="b"/>
                <a:pathLst>
                  <a:path w="98129" h="100448">
                    <a:moveTo>
                      <a:pt x="32645" y="0"/>
                    </a:moveTo>
                    <a:lnTo>
                      <a:pt x="98129" y="69837"/>
                    </a:lnTo>
                    <a:lnTo>
                      <a:pt x="65484" y="100448"/>
                    </a:lnTo>
                    <a:lnTo>
                      <a:pt x="0" y="30612"/>
                    </a:lnTo>
                    <a:lnTo>
                      <a:pt x="326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1" name="Контур"/>
              <p:cNvSpPr/>
              <p:nvPr/>
            </p:nvSpPr>
            <p:spPr>
              <a:xfrm>
                <a:off x="1561065" y="3566568"/>
                <a:ext cx="665494" cy="617099"/>
              </a:xfrm>
              <a:custGeom>
                <a:avLst/>
                <a:gdLst/>
                <a:ahLst/>
                <a:cxnLst/>
                <a:rect l="l" t="t" r="r" b="b"/>
                <a:pathLst>
                  <a:path w="665494" h="617099">
                    <a:moveTo>
                      <a:pt x="0" y="97526"/>
                    </a:moveTo>
                    <a:lnTo>
                      <a:pt x="100847" y="0"/>
                    </a:lnTo>
                    <a:lnTo>
                      <a:pt x="490200" y="417081"/>
                    </a:lnTo>
                    <a:lnTo>
                      <a:pt x="573907" y="338958"/>
                    </a:lnTo>
                    <a:lnTo>
                      <a:pt x="665494" y="442946"/>
                    </a:lnTo>
                    <a:lnTo>
                      <a:pt x="480700" y="617099"/>
                    </a:lnTo>
                    <a:lnTo>
                      <a:pt x="0" y="975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2" name="Контур"/>
              <p:cNvSpPr/>
              <p:nvPr/>
            </p:nvSpPr>
            <p:spPr>
              <a:xfrm>
                <a:off x="905648" y="3487628"/>
                <a:ext cx="554283" cy="558234"/>
              </a:xfrm>
              <a:custGeom>
                <a:avLst/>
                <a:gdLst/>
                <a:ahLst/>
                <a:cxnLst/>
                <a:rect l="l" t="t" r="r" b="b"/>
                <a:pathLst>
                  <a:path w="554283" h="558234">
                    <a:moveTo>
                      <a:pt x="459774" y="558234"/>
                    </a:moveTo>
                    <a:lnTo>
                      <a:pt x="0" y="100917"/>
                    </a:lnTo>
                    <a:lnTo>
                      <a:pt x="103455" y="0"/>
                    </a:lnTo>
                    <a:lnTo>
                      <a:pt x="554283" y="457317"/>
                    </a:lnTo>
                    <a:lnTo>
                      <a:pt x="459774" y="5582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3" name="Контур"/>
              <p:cNvSpPr/>
              <p:nvPr/>
            </p:nvSpPr>
            <p:spPr>
              <a:xfrm>
                <a:off x="2134972" y="3760602"/>
                <a:ext cx="249052" cy="248912"/>
              </a:xfrm>
              <a:custGeom>
                <a:avLst/>
                <a:gdLst/>
                <a:ahLst/>
                <a:cxnLst/>
                <a:rect l="l" t="t" r="r" b="b"/>
                <a:pathLst>
                  <a:path w="249052" h="248912">
                    <a:moveTo>
                      <a:pt x="91587" y="248912"/>
                    </a:moveTo>
                    <a:lnTo>
                      <a:pt x="0" y="144924"/>
                    </a:lnTo>
                    <a:lnTo>
                      <a:pt x="155287" y="0"/>
                    </a:lnTo>
                    <a:lnTo>
                      <a:pt x="249052" y="100514"/>
                    </a:lnTo>
                    <a:lnTo>
                      <a:pt x="91587" y="2489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4" name="Контур"/>
              <p:cNvSpPr/>
              <p:nvPr/>
            </p:nvSpPr>
            <p:spPr>
              <a:xfrm>
                <a:off x="3075589" y="5785067"/>
                <a:ext cx="63731" cy="63761"/>
              </a:xfrm>
              <a:custGeom>
                <a:avLst/>
                <a:gdLst/>
                <a:ahLst/>
                <a:cxnLst/>
                <a:rect l="l" t="t" r="r" b="b"/>
                <a:pathLst>
                  <a:path w="63731" h="63761">
                    <a:moveTo>
                      <a:pt x="0" y="30907"/>
                    </a:moveTo>
                    <a:lnTo>
                      <a:pt x="31936" y="0"/>
                    </a:lnTo>
                    <a:lnTo>
                      <a:pt x="63731" y="32854"/>
                    </a:lnTo>
                    <a:lnTo>
                      <a:pt x="31793" y="63761"/>
                    </a:lnTo>
                    <a:lnTo>
                      <a:pt x="0" y="309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5" name="Контур"/>
              <p:cNvSpPr/>
              <p:nvPr/>
            </p:nvSpPr>
            <p:spPr>
              <a:xfrm>
                <a:off x="2404589" y="5482172"/>
                <a:ext cx="420408" cy="376857"/>
              </a:xfrm>
              <a:custGeom>
                <a:avLst/>
                <a:gdLst/>
                <a:ahLst/>
                <a:cxnLst/>
                <a:rect l="l" t="t" r="r" b="b"/>
                <a:pathLst>
                  <a:path w="420408" h="376857">
                    <a:moveTo>
                      <a:pt x="0" y="291186"/>
                    </a:moveTo>
                    <a:lnTo>
                      <a:pt x="297855" y="17343"/>
                    </a:lnTo>
                    <a:lnTo>
                      <a:pt x="318717" y="39492"/>
                    </a:lnTo>
                    <a:lnTo>
                      <a:pt x="360648" y="0"/>
                    </a:lnTo>
                    <a:lnTo>
                      <a:pt x="420408" y="73332"/>
                    </a:lnTo>
                    <a:lnTo>
                      <a:pt x="83205" y="376857"/>
                    </a:lnTo>
                    <a:lnTo>
                      <a:pt x="0" y="2911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6" name="Контур"/>
              <p:cNvSpPr/>
              <p:nvPr/>
            </p:nvSpPr>
            <p:spPr>
              <a:xfrm>
                <a:off x="3317561" y="5791666"/>
                <a:ext cx="96255" cy="99629"/>
              </a:xfrm>
              <a:custGeom>
                <a:avLst/>
                <a:gdLst/>
                <a:ahLst/>
                <a:cxnLst/>
                <a:rect l="l" t="t" r="r" b="b"/>
                <a:pathLst>
                  <a:path w="96255" h="99629">
                    <a:moveTo>
                      <a:pt x="0" y="48040"/>
                    </a:moveTo>
                    <a:lnTo>
                      <a:pt x="25583" y="40521"/>
                    </a:lnTo>
                    <a:lnTo>
                      <a:pt x="20942" y="32079"/>
                    </a:lnTo>
                    <a:lnTo>
                      <a:pt x="67778" y="0"/>
                    </a:lnTo>
                    <a:lnTo>
                      <a:pt x="96255" y="37960"/>
                    </a:lnTo>
                    <a:lnTo>
                      <a:pt x="21966" y="99629"/>
                    </a:lnTo>
                    <a:lnTo>
                      <a:pt x="0" y="480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7" name="Контур"/>
              <p:cNvSpPr/>
              <p:nvPr/>
            </p:nvSpPr>
            <p:spPr>
              <a:xfrm>
                <a:off x="3289506" y="5839706"/>
                <a:ext cx="50021" cy="63535"/>
              </a:xfrm>
              <a:custGeom>
                <a:avLst/>
                <a:gdLst/>
                <a:ahLst/>
                <a:cxnLst/>
                <a:rect l="l" t="t" r="r" b="b"/>
                <a:pathLst>
                  <a:path w="50021" h="63535">
                    <a:moveTo>
                      <a:pt x="21966" y="63535"/>
                    </a:moveTo>
                    <a:lnTo>
                      <a:pt x="6954" y="28278"/>
                    </a:lnTo>
                    <a:lnTo>
                      <a:pt x="0" y="11945"/>
                    </a:lnTo>
                    <a:lnTo>
                      <a:pt x="28055" y="0"/>
                    </a:lnTo>
                    <a:lnTo>
                      <a:pt x="50021" y="51589"/>
                    </a:lnTo>
                    <a:lnTo>
                      <a:pt x="21966" y="635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8" name="Контур"/>
              <p:cNvSpPr/>
              <p:nvPr/>
            </p:nvSpPr>
            <p:spPr>
              <a:xfrm>
                <a:off x="2762690" y="5662982"/>
                <a:ext cx="61823" cy="61819"/>
              </a:xfrm>
              <a:custGeom>
                <a:avLst/>
                <a:gdLst/>
                <a:ahLst/>
                <a:cxnLst/>
                <a:rect l="l" t="t" r="r" b="b"/>
                <a:pathLst>
                  <a:path w="61823" h="61819">
                    <a:moveTo>
                      <a:pt x="39105" y="0"/>
                    </a:moveTo>
                    <a:lnTo>
                      <a:pt x="61823" y="22723"/>
                    </a:lnTo>
                    <a:lnTo>
                      <a:pt x="22718" y="61819"/>
                    </a:lnTo>
                    <a:lnTo>
                      <a:pt x="0" y="39096"/>
                    </a:lnTo>
                    <a:lnTo>
                      <a:pt x="3910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9" name="Контур"/>
              <p:cNvSpPr/>
              <p:nvPr/>
            </p:nvSpPr>
            <p:spPr>
              <a:xfrm>
                <a:off x="2879999" y="5508893"/>
                <a:ext cx="67981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67981" h="95225">
                    <a:moveTo>
                      <a:pt x="67981" y="81127"/>
                    </a:moveTo>
                    <a:lnTo>
                      <a:pt x="37408" y="95225"/>
                    </a:lnTo>
                    <a:lnTo>
                      <a:pt x="0" y="14098"/>
                    </a:lnTo>
                    <a:lnTo>
                      <a:pt x="30574" y="0"/>
                    </a:lnTo>
                    <a:lnTo>
                      <a:pt x="67981" y="811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0" name="Контур"/>
              <p:cNvSpPr/>
              <p:nvPr/>
            </p:nvSpPr>
            <p:spPr>
              <a:xfrm>
                <a:off x="2702444" y="5460023"/>
                <a:ext cx="62793" cy="61641"/>
              </a:xfrm>
              <a:custGeom>
                <a:avLst/>
                <a:gdLst/>
                <a:ahLst/>
                <a:cxnLst/>
                <a:rect l="l" t="t" r="r" b="b"/>
                <a:pathLst>
                  <a:path w="62793" h="61641">
                    <a:moveTo>
                      <a:pt x="0" y="39492"/>
                    </a:moveTo>
                    <a:lnTo>
                      <a:pt x="41931" y="0"/>
                    </a:lnTo>
                    <a:lnTo>
                      <a:pt x="62793" y="22149"/>
                    </a:lnTo>
                    <a:lnTo>
                      <a:pt x="20862" y="61641"/>
                    </a:lnTo>
                    <a:lnTo>
                      <a:pt x="0" y="394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1" name="Контур"/>
              <p:cNvSpPr/>
              <p:nvPr/>
            </p:nvSpPr>
            <p:spPr>
              <a:xfrm>
                <a:off x="2492761" y="4852690"/>
                <a:ext cx="244533" cy="297538"/>
              </a:xfrm>
              <a:custGeom>
                <a:avLst/>
                <a:gdLst/>
                <a:ahLst/>
                <a:cxnLst/>
                <a:rect l="l" t="t" r="r" b="b"/>
                <a:pathLst>
                  <a:path w="244533" h="297538">
                    <a:moveTo>
                      <a:pt x="0" y="82460"/>
                    </a:moveTo>
                    <a:lnTo>
                      <a:pt x="89030" y="0"/>
                    </a:lnTo>
                    <a:lnTo>
                      <a:pt x="148368" y="57930"/>
                    </a:lnTo>
                    <a:lnTo>
                      <a:pt x="173481" y="37708"/>
                    </a:lnTo>
                    <a:lnTo>
                      <a:pt x="244533" y="162108"/>
                    </a:lnTo>
                    <a:lnTo>
                      <a:pt x="199206" y="297538"/>
                    </a:lnTo>
                    <a:lnTo>
                      <a:pt x="0" y="824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2" name="Контур"/>
              <p:cNvSpPr/>
              <p:nvPr/>
            </p:nvSpPr>
            <p:spPr>
              <a:xfrm>
                <a:off x="3083797" y="5393750"/>
                <a:ext cx="53088" cy="23422"/>
              </a:xfrm>
              <a:custGeom>
                <a:avLst/>
                <a:gdLst/>
                <a:ahLst/>
                <a:cxnLst/>
                <a:rect l="l" t="t" r="r" b="b"/>
                <a:pathLst>
                  <a:path w="53088" h="23422">
                    <a:moveTo>
                      <a:pt x="465" y="23422"/>
                    </a:moveTo>
                    <a:lnTo>
                      <a:pt x="0" y="1096"/>
                    </a:lnTo>
                    <a:lnTo>
                      <a:pt x="52623" y="0"/>
                    </a:lnTo>
                    <a:lnTo>
                      <a:pt x="53088" y="22325"/>
                    </a:lnTo>
                    <a:lnTo>
                      <a:pt x="465" y="234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3" name="Контур"/>
              <p:cNvSpPr/>
              <p:nvPr/>
            </p:nvSpPr>
            <p:spPr>
              <a:xfrm>
                <a:off x="2548191" y="4788058"/>
                <a:ext cx="64002" cy="64632"/>
              </a:xfrm>
              <a:custGeom>
                <a:avLst/>
                <a:gdLst/>
                <a:ahLst/>
                <a:cxnLst/>
                <a:rect l="l" t="t" r="r" b="b"/>
                <a:pathLst>
                  <a:path w="64002" h="64632">
                    <a:moveTo>
                      <a:pt x="33600" y="64632"/>
                    </a:moveTo>
                    <a:lnTo>
                      <a:pt x="0" y="27545"/>
                    </a:lnTo>
                    <a:lnTo>
                      <a:pt x="30402" y="0"/>
                    </a:lnTo>
                    <a:lnTo>
                      <a:pt x="64002" y="37085"/>
                    </a:lnTo>
                    <a:lnTo>
                      <a:pt x="33600" y="646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4" name="Контур"/>
              <p:cNvSpPr/>
              <p:nvPr/>
            </p:nvSpPr>
            <p:spPr>
              <a:xfrm>
                <a:off x="3230969" y="4187000"/>
                <a:ext cx="637875" cy="557811"/>
              </a:xfrm>
              <a:custGeom>
                <a:avLst/>
                <a:gdLst/>
                <a:ahLst/>
                <a:cxnLst/>
                <a:rect l="l" t="t" r="r" b="b"/>
                <a:pathLst>
                  <a:path w="637875" h="557811">
                    <a:moveTo>
                      <a:pt x="58779" y="465318"/>
                    </a:moveTo>
                    <a:lnTo>
                      <a:pt x="47133" y="452592"/>
                    </a:lnTo>
                    <a:lnTo>
                      <a:pt x="371340" y="155817"/>
                    </a:lnTo>
                    <a:lnTo>
                      <a:pt x="345528" y="127620"/>
                    </a:lnTo>
                    <a:lnTo>
                      <a:pt x="390780" y="86202"/>
                    </a:lnTo>
                    <a:lnTo>
                      <a:pt x="416592" y="114390"/>
                    </a:lnTo>
                    <a:lnTo>
                      <a:pt x="541557" y="0"/>
                    </a:lnTo>
                    <a:lnTo>
                      <a:pt x="637875" y="105219"/>
                    </a:lnTo>
                    <a:lnTo>
                      <a:pt x="143451" y="557811"/>
                    </a:lnTo>
                    <a:lnTo>
                      <a:pt x="91638" y="501210"/>
                    </a:lnTo>
                    <a:lnTo>
                      <a:pt x="41319" y="547263"/>
                    </a:lnTo>
                    <a:lnTo>
                      <a:pt x="0" y="502128"/>
                    </a:lnTo>
                    <a:lnTo>
                      <a:pt x="41319" y="464310"/>
                    </a:lnTo>
                    <a:lnTo>
                      <a:pt x="49779" y="473553"/>
                    </a:lnTo>
                    <a:lnTo>
                      <a:pt x="58779" y="4653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5" name="Контур"/>
              <p:cNvSpPr/>
              <p:nvPr/>
            </p:nvSpPr>
            <p:spPr>
              <a:xfrm>
                <a:off x="3125156" y="4066418"/>
                <a:ext cx="647370" cy="582615"/>
              </a:xfrm>
              <a:custGeom>
                <a:avLst/>
                <a:gdLst/>
                <a:ahLst/>
                <a:cxnLst/>
                <a:rect l="l" t="t" r="r" b="b"/>
                <a:pathLst>
                  <a:path w="647370" h="582615">
                    <a:moveTo>
                      <a:pt x="451341" y="248202"/>
                    </a:moveTo>
                    <a:lnTo>
                      <a:pt x="477153" y="276399"/>
                    </a:lnTo>
                    <a:lnTo>
                      <a:pt x="152946" y="573174"/>
                    </a:lnTo>
                    <a:lnTo>
                      <a:pt x="142632" y="582615"/>
                    </a:lnTo>
                    <a:lnTo>
                      <a:pt x="134172" y="573372"/>
                    </a:lnTo>
                    <a:lnTo>
                      <a:pt x="59283" y="491562"/>
                    </a:lnTo>
                    <a:lnTo>
                      <a:pt x="27027" y="521091"/>
                    </a:lnTo>
                    <a:lnTo>
                      <a:pt x="0" y="491562"/>
                    </a:lnTo>
                    <a:lnTo>
                      <a:pt x="536985" y="0"/>
                    </a:lnTo>
                    <a:lnTo>
                      <a:pt x="647370" y="120582"/>
                    </a:lnTo>
                    <a:lnTo>
                      <a:pt x="522405" y="234972"/>
                    </a:lnTo>
                    <a:lnTo>
                      <a:pt x="496593" y="206784"/>
                    </a:lnTo>
                    <a:lnTo>
                      <a:pt x="451341" y="2482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6" name="Контур"/>
              <p:cNvSpPr/>
              <p:nvPr/>
            </p:nvSpPr>
            <p:spPr>
              <a:xfrm>
                <a:off x="3206526" y="3914449"/>
                <a:ext cx="281882" cy="231677"/>
              </a:xfrm>
              <a:custGeom>
                <a:avLst/>
                <a:gdLst/>
                <a:ahLst/>
                <a:cxnLst/>
                <a:rect l="l" t="t" r="r" b="b"/>
                <a:pathLst>
                  <a:path w="281882" h="231677">
                    <a:moveTo>
                      <a:pt x="224561" y="0"/>
                    </a:moveTo>
                    <a:lnTo>
                      <a:pt x="281882" y="58756"/>
                    </a:lnTo>
                    <a:lnTo>
                      <a:pt x="163799" y="173954"/>
                    </a:lnTo>
                    <a:lnTo>
                      <a:pt x="146075" y="155785"/>
                    </a:lnTo>
                    <a:lnTo>
                      <a:pt x="68282" y="231677"/>
                    </a:lnTo>
                    <a:lnTo>
                      <a:pt x="0" y="161685"/>
                    </a:lnTo>
                    <a:lnTo>
                      <a:pt x="91970" y="71962"/>
                    </a:lnTo>
                    <a:lnTo>
                      <a:pt x="120656" y="101367"/>
                    </a:lnTo>
                    <a:lnTo>
                      <a:pt x="2245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7" name="Контур"/>
              <p:cNvSpPr/>
              <p:nvPr/>
            </p:nvSpPr>
            <p:spPr>
              <a:xfrm>
                <a:off x="2843618" y="3695024"/>
                <a:ext cx="182394" cy="391698"/>
              </a:xfrm>
              <a:custGeom>
                <a:avLst/>
                <a:gdLst/>
                <a:ahLst/>
                <a:cxnLst/>
                <a:rect l="l" t="t" r="r" b="b"/>
                <a:pathLst>
                  <a:path w="182394" h="391698">
                    <a:moveTo>
                      <a:pt x="99459" y="0"/>
                    </a:moveTo>
                    <a:lnTo>
                      <a:pt x="177687" y="20952"/>
                    </a:lnTo>
                    <a:lnTo>
                      <a:pt x="135234" y="179397"/>
                    </a:lnTo>
                    <a:lnTo>
                      <a:pt x="182394" y="192033"/>
                    </a:lnTo>
                    <a:lnTo>
                      <a:pt x="157311" y="285633"/>
                    </a:lnTo>
                    <a:lnTo>
                      <a:pt x="109710" y="272871"/>
                    </a:lnTo>
                    <a:lnTo>
                      <a:pt x="77850" y="391698"/>
                    </a:lnTo>
                    <a:lnTo>
                      <a:pt x="0" y="370827"/>
                    </a:lnTo>
                    <a:lnTo>
                      <a:pt x="9945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8" name="Контур"/>
              <p:cNvSpPr/>
              <p:nvPr/>
            </p:nvSpPr>
            <p:spPr>
              <a:xfrm>
                <a:off x="3118602" y="3958840"/>
                <a:ext cx="38796" cy="35935"/>
              </a:xfrm>
              <a:custGeom>
                <a:avLst/>
                <a:gdLst/>
                <a:ahLst/>
                <a:cxnLst/>
                <a:rect l="l" t="t" r="r" b="b"/>
                <a:pathLst>
                  <a:path w="38796" h="35935">
                    <a:moveTo>
                      <a:pt x="0" y="23833"/>
                    </a:moveTo>
                    <a:lnTo>
                      <a:pt x="28771" y="0"/>
                    </a:lnTo>
                    <a:lnTo>
                      <a:pt x="38796" y="12101"/>
                    </a:lnTo>
                    <a:lnTo>
                      <a:pt x="10025" y="35935"/>
                    </a:lnTo>
                    <a:lnTo>
                      <a:pt x="0" y="238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9" name="Контур"/>
              <p:cNvSpPr/>
              <p:nvPr/>
            </p:nvSpPr>
            <p:spPr>
              <a:xfrm>
                <a:off x="252000" y="4576086"/>
                <a:ext cx="55548" cy="97443"/>
              </a:xfrm>
              <a:custGeom>
                <a:avLst/>
                <a:gdLst/>
                <a:ahLst/>
                <a:cxnLst/>
                <a:rect l="l" t="t" r="r" b="b"/>
                <a:pathLst>
                  <a:path w="55548" h="97443">
                    <a:moveTo>
                      <a:pt x="0" y="56791"/>
                    </a:moveTo>
                    <a:lnTo>
                      <a:pt x="0" y="0"/>
                    </a:lnTo>
                    <a:lnTo>
                      <a:pt x="55548" y="78492"/>
                    </a:lnTo>
                    <a:lnTo>
                      <a:pt x="28769" y="974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40" name="Контур"/>
              <p:cNvSpPr/>
              <p:nvPr/>
            </p:nvSpPr>
            <p:spPr>
              <a:xfrm>
                <a:off x="252000" y="4576086"/>
                <a:ext cx="55548" cy="97443"/>
              </a:xfrm>
              <a:custGeom>
                <a:avLst/>
                <a:gdLst/>
                <a:ahLst/>
                <a:cxnLst/>
                <a:rect l="l" t="t" r="r" b="b"/>
                <a:pathLst>
                  <a:path w="55548" h="97443" fill="none">
                    <a:moveTo>
                      <a:pt x="0" y="0"/>
                    </a:moveTo>
                    <a:lnTo>
                      <a:pt x="55548" y="78492"/>
                    </a:lnTo>
                    <a:lnTo>
                      <a:pt x="28769" y="97443"/>
                    </a:lnTo>
                    <a:lnTo>
                      <a:pt x="0" y="56791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41" name="Контур"/>
              <p:cNvSpPr/>
              <p:nvPr/>
            </p:nvSpPr>
            <p:spPr>
              <a:xfrm>
                <a:off x="842261" y="6039632"/>
                <a:ext cx="161973" cy="145062"/>
              </a:xfrm>
              <a:custGeom>
                <a:avLst/>
                <a:gdLst/>
                <a:ahLst/>
                <a:cxnLst/>
                <a:rect l="l" t="t" r="r" b="b"/>
                <a:pathLst>
                  <a:path w="161973" h="145062">
                    <a:moveTo>
                      <a:pt x="129654" y="145062"/>
                    </a:moveTo>
                    <a:lnTo>
                      <a:pt x="0" y="39807"/>
                    </a:lnTo>
                    <a:lnTo>
                      <a:pt x="32319" y="0"/>
                    </a:lnTo>
                    <a:lnTo>
                      <a:pt x="161973" y="105255"/>
                    </a:lnTo>
                    <a:lnTo>
                      <a:pt x="129654" y="1450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42" name="Контур"/>
              <p:cNvSpPr/>
              <p:nvPr/>
            </p:nvSpPr>
            <p:spPr>
              <a:xfrm>
                <a:off x="7962436" y="7864265"/>
                <a:ext cx="542427" cy="841257"/>
              </a:xfrm>
              <a:custGeom>
                <a:avLst/>
                <a:gdLst/>
                <a:ahLst/>
                <a:cxnLst/>
                <a:rect l="l" t="t" r="r" b="b"/>
                <a:pathLst>
                  <a:path w="542427" h="841257">
                    <a:moveTo>
                      <a:pt x="0" y="734519"/>
                    </a:moveTo>
                    <a:lnTo>
                      <a:pt x="448701" y="0"/>
                    </a:lnTo>
                    <a:lnTo>
                      <a:pt x="517509" y="40853"/>
                    </a:lnTo>
                    <a:lnTo>
                      <a:pt x="542427" y="56016"/>
                    </a:lnTo>
                    <a:lnTo>
                      <a:pt x="122100" y="752670"/>
                    </a:lnTo>
                    <a:lnTo>
                      <a:pt x="41802" y="841257"/>
                    </a:lnTo>
                    <a:lnTo>
                      <a:pt x="0" y="7345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43" name="Контур"/>
              <p:cNvSpPr/>
              <p:nvPr/>
            </p:nvSpPr>
            <p:spPr>
              <a:xfrm>
                <a:off x="7305201" y="8530176"/>
                <a:ext cx="63730" cy="53413"/>
              </a:xfrm>
              <a:custGeom>
                <a:avLst/>
                <a:gdLst/>
                <a:ahLst/>
                <a:cxnLst/>
                <a:rect l="l" t="t" r="r" b="b"/>
                <a:pathLst>
                  <a:path w="63730" h="53413">
                    <a:moveTo>
                      <a:pt x="0" y="25998"/>
                    </a:moveTo>
                    <a:lnTo>
                      <a:pt x="49260" y="0"/>
                    </a:lnTo>
                    <a:lnTo>
                      <a:pt x="63730" y="27415"/>
                    </a:lnTo>
                    <a:lnTo>
                      <a:pt x="14469" y="53413"/>
                    </a:lnTo>
                    <a:lnTo>
                      <a:pt x="0" y="259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44" name="Контур"/>
              <p:cNvSpPr/>
              <p:nvPr/>
            </p:nvSpPr>
            <p:spPr>
              <a:xfrm>
                <a:off x="7265685" y="8426088"/>
                <a:ext cx="86912" cy="118983"/>
              </a:xfrm>
              <a:custGeom>
                <a:avLst/>
                <a:gdLst/>
                <a:ahLst/>
                <a:cxnLst/>
                <a:rect l="l" t="t" r="r" b="b"/>
                <a:pathLst>
                  <a:path w="86912" h="118983">
                    <a:moveTo>
                      <a:pt x="0" y="18782"/>
                    </a:moveTo>
                    <a:lnTo>
                      <a:pt x="40899" y="0"/>
                    </a:lnTo>
                    <a:lnTo>
                      <a:pt x="86912" y="100202"/>
                    </a:lnTo>
                    <a:lnTo>
                      <a:pt x="46012" y="118983"/>
                    </a:lnTo>
                    <a:lnTo>
                      <a:pt x="0" y="187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45" name="Контур"/>
              <p:cNvSpPr/>
              <p:nvPr/>
            </p:nvSpPr>
            <p:spPr>
              <a:xfrm>
                <a:off x="6788343" y="8981939"/>
                <a:ext cx="77006" cy="69138"/>
              </a:xfrm>
              <a:custGeom>
                <a:avLst/>
                <a:gdLst/>
                <a:ahLst/>
                <a:cxnLst/>
                <a:rect l="l" t="t" r="r" b="b"/>
                <a:pathLst>
                  <a:path w="77006" h="69138">
                    <a:moveTo>
                      <a:pt x="0" y="25835"/>
                    </a:moveTo>
                    <a:lnTo>
                      <a:pt x="57576" y="0"/>
                    </a:lnTo>
                    <a:lnTo>
                      <a:pt x="77006" y="43303"/>
                    </a:lnTo>
                    <a:lnTo>
                      <a:pt x="19430" y="69138"/>
                    </a:lnTo>
                    <a:lnTo>
                      <a:pt x="0" y="258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46" name="Контур"/>
              <p:cNvSpPr/>
              <p:nvPr/>
            </p:nvSpPr>
            <p:spPr>
              <a:xfrm>
                <a:off x="7254781" y="8892197"/>
                <a:ext cx="197917" cy="131364"/>
              </a:xfrm>
              <a:custGeom>
                <a:avLst/>
                <a:gdLst/>
                <a:ahLst/>
                <a:cxnLst/>
                <a:rect l="l" t="t" r="r" b="b"/>
                <a:pathLst>
                  <a:path w="197917" h="131364">
                    <a:moveTo>
                      <a:pt x="23568" y="131364"/>
                    </a:moveTo>
                    <a:lnTo>
                      <a:pt x="0" y="79999"/>
                    </a:lnTo>
                    <a:lnTo>
                      <a:pt x="174349" y="0"/>
                    </a:lnTo>
                    <a:lnTo>
                      <a:pt x="197917" y="51366"/>
                    </a:lnTo>
                    <a:lnTo>
                      <a:pt x="23568" y="1313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47" name="Контур"/>
              <p:cNvSpPr/>
              <p:nvPr/>
            </p:nvSpPr>
            <p:spPr>
              <a:xfrm>
                <a:off x="7859021" y="8755184"/>
                <a:ext cx="77976" cy="80190"/>
              </a:xfrm>
              <a:custGeom>
                <a:avLst/>
                <a:gdLst/>
                <a:ahLst/>
                <a:cxnLst/>
                <a:rect l="l" t="t" r="r" b="b"/>
                <a:pathLst>
                  <a:path w="77976" h="80190">
                    <a:moveTo>
                      <a:pt x="25920" y="80190"/>
                    </a:moveTo>
                    <a:lnTo>
                      <a:pt x="0" y="24021"/>
                    </a:lnTo>
                    <a:lnTo>
                      <a:pt x="52056" y="0"/>
                    </a:lnTo>
                    <a:lnTo>
                      <a:pt x="77976" y="56160"/>
                    </a:lnTo>
                    <a:lnTo>
                      <a:pt x="25920" y="801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48" name="Контур"/>
              <p:cNvSpPr/>
              <p:nvPr/>
            </p:nvSpPr>
            <p:spPr>
              <a:xfrm>
                <a:off x="7464091" y="8800724"/>
                <a:ext cx="57382" cy="65825"/>
              </a:xfrm>
              <a:custGeom>
                <a:avLst/>
                <a:gdLst/>
                <a:ahLst/>
                <a:cxnLst/>
                <a:rect l="l" t="t" r="r" b="b"/>
                <a:pathLst>
                  <a:path w="57382" h="65825">
                    <a:moveTo>
                      <a:pt x="0" y="15987"/>
                    </a:moveTo>
                    <a:lnTo>
                      <a:pt x="33830" y="0"/>
                    </a:lnTo>
                    <a:lnTo>
                      <a:pt x="57382" y="49839"/>
                    </a:lnTo>
                    <a:lnTo>
                      <a:pt x="23552" y="65825"/>
                    </a:lnTo>
                    <a:lnTo>
                      <a:pt x="0" y="159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49" name="Контур"/>
              <p:cNvSpPr/>
              <p:nvPr/>
            </p:nvSpPr>
            <p:spPr>
              <a:xfrm>
                <a:off x="7800793" y="8598784"/>
                <a:ext cx="203445" cy="170042"/>
              </a:xfrm>
              <a:custGeom>
                <a:avLst/>
                <a:gdLst/>
                <a:ahLst/>
                <a:cxnLst/>
                <a:rect l="l" t="t" r="r" b="b"/>
                <a:pathLst>
                  <a:path w="203445" h="170042">
                    <a:moveTo>
                      <a:pt x="0" y="63304"/>
                    </a:moveTo>
                    <a:lnTo>
                      <a:pt x="161643" y="0"/>
                    </a:lnTo>
                    <a:lnTo>
                      <a:pt x="203445" y="106738"/>
                    </a:lnTo>
                    <a:lnTo>
                      <a:pt x="41802" y="170042"/>
                    </a:lnTo>
                    <a:lnTo>
                      <a:pt x="0" y="633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0" name="Контур"/>
              <p:cNvSpPr/>
              <p:nvPr/>
            </p:nvSpPr>
            <p:spPr>
              <a:xfrm>
                <a:off x="8030597" y="8187824"/>
                <a:ext cx="679221" cy="812160"/>
              </a:xfrm>
              <a:custGeom>
                <a:avLst/>
                <a:gdLst/>
                <a:ahLst/>
                <a:cxnLst/>
                <a:rect l="l" t="t" r="r" b="b"/>
                <a:pathLst>
                  <a:path w="679221" h="812160">
                    <a:moveTo>
                      <a:pt x="387360" y="659520"/>
                    </a:moveTo>
                    <a:lnTo>
                      <a:pt x="375291" y="665298"/>
                    </a:lnTo>
                    <a:lnTo>
                      <a:pt x="223578" y="737973"/>
                    </a:lnTo>
                    <a:lnTo>
                      <a:pt x="78552" y="810324"/>
                    </a:lnTo>
                    <a:lnTo>
                      <a:pt x="74880" y="812160"/>
                    </a:lnTo>
                    <a:lnTo>
                      <a:pt x="54720" y="773280"/>
                    </a:lnTo>
                    <a:lnTo>
                      <a:pt x="92160" y="709920"/>
                    </a:lnTo>
                    <a:lnTo>
                      <a:pt x="0" y="650880"/>
                    </a:lnTo>
                    <a:lnTo>
                      <a:pt x="389232" y="13527"/>
                    </a:lnTo>
                    <a:lnTo>
                      <a:pt x="397440" y="0"/>
                    </a:lnTo>
                    <a:lnTo>
                      <a:pt x="440595" y="25974"/>
                    </a:lnTo>
                    <a:lnTo>
                      <a:pt x="453933" y="34182"/>
                    </a:lnTo>
                    <a:lnTo>
                      <a:pt x="679221" y="180660"/>
                    </a:lnTo>
                    <a:lnTo>
                      <a:pt x="387360" y="6595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1" name="Контур"/>
              <p:cNvSpPr/>
              <p:nvPr/>
            </p:nvSpPr>
            <p:spPr>
              <a:xfrm>
                <a:off x="6556940" y="9123775"/>
                <a:ext cx="113134" cy="78162"/>
              </a:xfrm>
              <a:custGeom>
                <a:avLst/>
                <a:gdLst/>
                <a:ahLst/>
                <a:cxnLst/>
                <a:rect l="l" t="t" r="r" b="b"/>
                <a:pathLst>
                  <a:path w="113134" h="78162">
                    <a:moveTo>
                      <a:pt x="14259" y="78162"/>
                    </a:moveTo>
                    <a:lnTo>
                      <a:pt x="0" y="49923"/>
                    </a:lnTo>
                    <a:lnTo>
                      <a:pt x="98876" y="0"/>
                    </a:lnTo>
                    <a:lnTo>
                      <a:pt x="113134" y="28239"/>
                    </a:lnTo>
                    <a:lnTo>
                      <a:pt x="14259" y="781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2" name="Контур"/>
              <p:cNvSpPr/>
              <p:nvPr/>
            </p:nvSpPr>
            <p:spPr>
              <a:xfrm>
                <a:off x="6571199" y="9130274"/>
                <a:ext cx="192840" cy="178173"/>
              </a:xfrm>
              <a:custGeom>
                <a:avLst/>
                <a:gdLst/>
                <a:ahLst/>
                <a:cxnLst/>
                <a:rect l="l" t="t" r="r" b="b"/>
                <a:pathLst>
                  <a:path w="192840" h="178173">
                    <a:moveTo>
                      <a:pt x="0" y="71663"/>
                    </a:moveTo>
                    <a:lnTo>
                      <a:pt x="98875" y="21740"/>
                    </a:lnTo>
                    <a:lnTo>
                      <a:pt x="141925" y="0"/>
                    </a:lnTo>
                    <a:lnTo>
                      <a:pt x="192840" y="100836"/>
                    </a:lnTo>
                    <a:lnTo>
                      <a:pt x="152919" y="120993"/>
                    </a:lnTo>
                    <a:lnTo>
                      <a:pt x="166106" y="147112"/>
                    </a:lnTo>
                    <a:lnTo>
                      <a:pt x="104590" y="178173"/>
                    </a:lnTo>
                    <a:lnTo>
                      <a:pt x="90757" y="150776"/>
                    </a:lnTo>
                    <a:lnTo>
                      <a:pt x="50268" y="171219"/>
                    </a:lnTo>
                    <a:lnTo>
                      <a:pt x="0" y="716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3" name="Контур"/>
              <p:cNvSpPr/>
              <p:nvPr/>
            </p:nvSpPr>
            <p:spPr>
              <a:xfrm>
                <a:off x="7684493" y="9185399"/>
                <a:ext cx="69642" cy="79918"/>
              </a:xfrm>
              <a:custGeom>
                <a:avLst/>
                <a:gdLst/>
                <a:ahLst/>
                <a:cxnLst/>
                <a:rect l="l" t="t" r="r" b="b"/>
                <a:pathLst>
                  <a:path w="69642" h="79918">
                    <a:moveTo>
                      <a:pt x="30130" y="79918"/>
                    </a:moveTo>
                    <a:lnTo>
                      <a:pt x="0" y="19803"/>
                    </a:lnTo>
                    <a:lnTo>
                      <a:pt x="39512" y="0"/>
                    </a:lnTo>
                    <a:lnTo>
                      <a:pt x="69642" y="60114"/>
                    </a:lnTo>
                    <a:lnTo>
                      <a:pt x="30130" y="799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4" name="Контур"/>
              <p:cNvSpPr/>
              <p:nvPr/>
            </p:nvSpPr>
            <p:spPr>
              <a:xfrm>
                <a:off x="6862219" y="8933873"/>
                <a:ext cx="190727" cy="241189"/>
              </a:xfrm>
              <a:custGeom>
                <a:avLst/>
                <a:gdLst/>
                <a:ahLst/>
                <a:cxnLst/>
                <a:rect l="l" t="t" r="r" b="b"/>
                <a:pathLst>
                  <a:path w="190727" h="241189">
                    <a:moveTo>
                      <a:pt x="190727" y="192369"/>
                    </a:moveTo>
                    <a:lnTo>
                      <a:pt x="90438" y="241189"/>
                    </a:lnTo>
                    <a:lnTo>
                      <a:pt x="0" y="43668"/>
                    </a:lnTo>
                    <a:lnTo>
                      <a:pt x="95807" y="0"/>
                    </a:lnTo>
                    <a:lnTo>
                      <a:pt x="144839" y="99022"/>
                    </a:lnTo>
                    <a:lnTo>
                      <a:pt x="167382" y="146456"/>
                    </a:lnTo>
                    <a:lnTo>
                      <a:pt x="190727" y="1923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5" name="Контур"/>
              <p:cNvSpPr/>
              <p:nvPr/>
            </p:nvSpPr>
            <p:spPr>
              <a:xfrm>
                <a:off x="7007058" y="8971497"/>
                <a:ext cx="150431" cy="108832"/>
              </a:xfrm>
              <a:custGeom>
                <a:avLst/>
                <a:gdLst/>
                <a:ahLst/>
                <a:cxnLst/>
                <a:rect l="l" t="t" r="r" b="b"/>
                <a:pathLst>
                  <a:path w="150431" h="108832">
                    <a:moveTo>
                      <a:pt x="128617" y="0"/>
                    </a:moveTo>
                    <a:lnTo>
                      <a:pt x="150431" y="48394"/>
                    </a:lnTo>
                    <a:lnTo>
                      <a:pt x="22543" y="108832"/>
                    </a:lnTo>
                    <a:lnTo>
                      <a:pt x="0" y="61398"/>
                    </a:lnTo>
                    <a:lnTo>
                      <a:pt x="12861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6" name="Контур"/>
              <p:cNvSpPr/>
              <p:nvPr/>
            </p:nvSpPr>
            <p:spPr>
              <a:xfrm>
                <a:off x="7084072" y="8810583"/>
                <a:ext cx="194277" cy="260663"/>
              </a:xfrm>
              <a:custGeom>
                <a:avLst/>
                <a:gdLst/>
                <a:ahLst/>
                <a:cxnLst/>
                <a:rect l="l" t="t" r="r" b="b"/>
                <a:pathLst>
                  <a:path w="194277" h="260663">
                    <a:moveTo>
                      <a:pt x="96180" y="260663"/>
                    </a:moveTo>
                    <a:lnTo>
                      <a:pt x="73417" y="209308"/>
                    </a:lnTo>
                    <a:lnTo>
                      <a:pt x="51603" y="160914"/>
                    </a:lnTo>
                    <a:lnTo>
                      <a:pt x="0" y="44305"/>
                    </a:lnTo>
                    <a:lnTo>
                      <a:pt x="97116" y="0"/>
                    </a:lnTo>
                    <a:lnTo>
                      <a:pt x="170709" y="161613"/>
                    </a:lnTo>
                    <a:lnTo>
                      <a:pt x="194277" y="212978"/>
                    </a:lnTo>
                    <a:lnTo>
                      <a:pt x="96180" y="2606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7" name="Контур"/>
              <p:cNvSpPr/>
              <p:nvPr/>
            </p:nvSpPr>
            <p:spPr>
              <a:xfrm>
                <a:off x="6264953" y="8771355"/>
                <a:ext cx="55948" cy="44960"/>
              </a:xfrm>
              <a:custGeom>
                <a:avLst/>
                <a:gdLst/>
                <a:ahLst/>
                <a:cxnLst/>
                <a:rect l="l" t="t" r="r" b="b"/>
                <a:pathLst>
                  <a:path w="55948" h="44960">
                    <a:moveTo>
                      <a:pt x="0" y="23633"/>
                    </a:moveTo>
                    <a:lnTo>
                      <a:pt x="44663" y="0"/>
                    </a:lnTo>
                    <a:lnTo>
                      <a:pt x="55948" y="21327"/>
                    </a:lnTo>
                    <a:lnTo>
                      <a:pt x="11285" y="44960"/>
                    </a:lnTo>
                    <a:lnTo>
                      <a:pt x="0" y="236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8" name="Контур"/>
              <p:cNvSpPr/>
              <p:nvPr/>
            </p:nvSpPr>
            <p:spPr>
              <a:xfrm>
                <a:off x="6309616" y="8747722"/>
                <a:ext cx="55948" cy="44960"/>
              </a:xfrm>
              <a:custGeom>
                <a:avLst/>
                <a:gdLst/>
                <a:ahLst/>
                <a:cxnLst/>
                <a:rect l="l" t="t" r="r" b="b"/>
                <a:pathLst>
                  <a:path w="55948" h="44960">
                    <a:moveTo>
                      <a:pt x="0" y="23633"/>
                    </a:moveTo>
                    <a:lnTo>
                      <a:pt x="44664" y="0"/>
                    </a:lnTo>
                    <a:lnTo>
                      <a:pt x="55948" y="21328"/>
                    </a:lnTo>
                    <a:lnTo>
                      <a:pt x="11285" y="44960"/>
                    </a:lnTo>
                    <a:lnTo>
                      <a:pt x="0" y="236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9" name="Контур"/>
              <p:cNvSpPr/>
              <p:nvPr/>
            </p:nvSpPr>
            <p:spPr>
              <a:xfrm>
                <a:off x="5828872" y="8314198"/>
                <a:ext cx="557062" cy="402236"/>
              </a:xfrm>
              <a:custGeom>
                <a:avLst/>
                <a:gdLst/>
                <a:ahLst/>
                <a:cxnLst/>
                <a:rect l="l" t="t" r="r" b="b"/>
                <a:pathLst>
                  <a:path w="557062" h="402236">
                    <a:moveTo>
                      <a:pt x="0" y="266121"/>
                    </a:moveTo>
                    <a:lnTo>
                      <a:pt x="481894" y="0"/>
                    </a:lnTo>
                    <a:lnTo>
                      <a:pt x="557062" y="136115"/>
                    </a:lnTo>
                    <a:lnTo>
                      <a:pt x="75169" y="402236"/>
                    </a:lnTo>
                    <a:lnTo>
                      <a:pt x="0" y="2661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0" name="Контур"/>
              <p:cNvSpPr/>
              <p:nvPr/>
            </p:nvSpPr>
            <p:spPr>
              <a:xfrm>
                <a:off x="5484073" y="8080020"/>
                <a:ext cx="294056" cy="319132"/>
              </a:xfrm>
              <a:custGeom>
                <a:avLst/>
                <a:gdLst/>
                <a:ahLst/>
                <a:cxnLst/>
                <a:rect l="l" t="t" r="r" b="b"/>
                <a:pathLst>
                  <a:path w="294056" h="319132">
                    <a:moveTo>
                      <a:pt x="294056" y="129640"/>
                    </a:moveTo>
                    <a:lnTo>
                      <a:pt x="253285" y="221282"/>
                    </a:lnTo>
                    <a:lnTo>
                      <a:pt x="62584" y="319132"/>
                    </a:lnTo>
                    <a:lnTo>
                      <a:pt x="48722" y="291423"/>
                    </a:lnTo>
                    <a:lnTo>
                      <a:pt x="0" y="196135"/>
                    </a:lnTo>
                    <a:lnTo>
                      <a:pt x="222568" y="82702"/>
                    </a:lnTo>
                    <a:lnTo>
                      <a:pt x="161692" y="26264"/>
                    </a:lnTo>
                    <a:lnTo>
                      <a:pt x="214190" y="0"/>
                    </a:lnTo>
                    <a:lnTo>
                      <a:pt x="294056" y="1296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1" name="Контур"/>
              <p:cNvSpPr/>
              <p:nvPr/>
            </p:nvSpPr>
            <p:spPr>
              <a:xfrm>
                <a:off x="6465029" y="8055895"/>
                <a:ext cx="514213" cy="328476"/>
              </a:xfrm>
              <a:custGeom>
                <a:avLst/>
                <a:gdLst/>
                <a:ahLst/>
                <a:cxnLst/>
                <a:rect l="l" t="t" r="r" b="b"/>
                <a:pathLst>
                  <a:path w="514213" h="328476">
                    <a:moveTo>
                      <a:pt x="34797" y="328476"/>
                    </a:moveTo>
                    <a:lnTo>
                      <a:pt x="0" y="263303"/>
                    </a:lnTo>
                    <a:lnTo>
                      <a:pt x="479291" y="0"/>
                    </a:lnTo>
                    <a:lnTo>
                      <a:pt x="514213" y="63084"/>
                    </a:lnTo>
                    <a:lnTo>
                      <a:pt x="34797" y="3284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2" name="Контур"/>
              <p:cNvSpPr/>
              <p:nvPr/>
            </p:nvSpPr>
            <p:spPr>
              <a:xfrm>
                <a:off x="6324302" y="7801904"/>
                <a:ext cx="620018" cy="517294"/>
              </a:xfrm>
              <a:custGeom>
                <a:avLst/>
                <a:gdLst/>
                <a:ahLst/>
                <a:cxnLst/>
                <a:rect l="l" t="t" r="r" b="b"/>
                <a:pathLst>
                  <a:path w="620018" h="517294">
                    <a:moveTo>
                      <a:pt x="620018" y="253991"/>
                    </a:moveTo>
                    <a:lnTo>
                      <a:pt x="140727" y="517294"/>
                    </a:lnTo>
                    <a:lnTo>
                      <a:pt x="0" y="265392"/>
                    </a:lnTo>
                    <a:lnTo>
                      <a:pt x="479415" y="0"/>
                    </a:lnTo>
                    <a:lnTo>
                      <a:pt x="489967" y="17675"/>
                    </a:lnTo>
                    <a:lnTo>
                      <a:pt x="620018" y="2539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3" name="Контур"/>
              <p:cNvSpPr/>
              <p:nvPr/>
            </p:nvSpPr>
            <p:spPr>
              <a:xfrm>
                <a:off x="6178577" y="8985032"/>
                <a:ext cx="152582" cy="168409"/>
              </a:xfrm>
              <a:custGeom>
                <a:avLst/>
                <a:gdLst/>
                <a:ahLst/>
                <a:cxnLst/>
                <a:rect l="l" t="t" r="r" b="b"/>
                <a:pathLst>
                  <a:path w="152582" h="168409">
                    <a:moveTo>
                      <a:pt x="96886" y="0"/>
                    </a:moveTo>
                    <a:lnTo>
                      <a:pt x="152582" y="125366"/>
                    </a:lnTo>
                    <a:lnTo>
                      <a:pt x="55696" y="168409"/>
                    </a:lnTo>
                    <a:lnTo>
                      <a:pt x="0" y="43044"/>
                    </a:lnTo>
                    <a:lnTo>
                      <a:pt x="968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4" name="Контур"/>
              <p:cNvSpPr/>
              <p:nvPr/>
            </p:nvSpPr>
            <p:spPr>
              <a:xfrm>
                <a:off x="5976043" y="8562458"/>
                <a:ext cx="820643" cy="572286"/>
              </a:xfrm>
              <a:custGeom>
                <a:avLst/>
                <a:gdLst/>
                <a:ahLst/>
                <a:cxnLst/>
                <a:rect l="l" t="t" r="r" b="b"/>
                <a:pathLst>
                  <a:path w="820643" h="572286">
                    <a:moveTo>
                      <a:pt x="0" y="413334"/>
                    </a:moveTo>
                    <a:lnTo>
                      <a:pt x="469782" y="177858"/>
                    </a:lnTo>
                    <a:lnTo>
                      <a:pt x="442298" y="123027"/>
                    </a:lnTo>
                    <a:lnTo>
                      <a:pt x="687741" y="0"/>
                    </a:lnTo>
                    <a:lnTo>
                      <a:pt x="706241" y="36907"/>
                    </a:lnTo>
                    <a:lnTo>
                      <a:pt x="728708" y="25646"/>
                    </a:lnTo>
                    <a:lnTo>
                      <a:pt x="741430" y="51025"/>
                    </a:lnTo>
                    <a:lnTo>
                      <a:pt x="720270" y="61631"/>
                    </a:lnTo>
                    <a:lnTo>
                      <a:pt x="820643" y="261878"/>
                    </a:lnTo>
                    <a:lnTo>
                      <a:pt x="710790" y="316941"/>
                    </a:lnTo>
                    <a:lnTo>
                      <a:pt x="659889" y="215391"/>
                    </a:lnTo>
                    <a:lnTo>
                      <a:pt x="88187" y="501953"/>
                    </a:lnTo>
                    <a:lnTo>
                      <a:pt x="114654" y="554753"/>
                    </a:lnTo>
                    <a:lnTo>
                      <a:pt x="79673" y="572286"/>
                    </a:lnTo>
                    <a:lnTo>
                      <a:pt x="0" y="4133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5" name="Контур"/>
              <p:cNvSpPr/>
              <p:nvPr/>
            </p:nvSpPr>
            <p:spPr>
              <a:xfrm>
                <a:off x="6117357" y="9037581"/>
                <a:ext cx="65428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65428" h="73800">
                    <a:moveTo>
                      <a:pt x="36923" y="0"/>
                    </a:moveTo>
                    <a:lnTo>
                      <a:pt x="65428" y="54480"/>
                    </a:lnTo>
                    <a:lnTo>
                      <a:pt x="28504" y="73800"/>
                    </a:lnTo>
                    <a:lnTo>
                      <a:pt x="0" y="19318"/>
                    </a:lnTo>
                    <a:lnTo>
                      <a:pt x="3692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6" name="Контур"/>
              <p:cNvSpPr/>
              <p:nvPr/>
            </p:nvSpPr>
            <p:spPr>
              <a:xfrm>
                <a:off x="5653058" y="8939990"/>
                <a:ext cx="189630" cy="132129"/>
              </a:xfrm>
              <a:custGeom>
                <a:avLst/>
                <a:gdLst/>
                <a:ahLst/>
                <a:cxnLst/>
                <a:rect l="l" t="t" r="r" b="b"/>
                <a:pathLst>
                  <a:path w="189630" h="132129">
                    <a:moveTo>
                      <a:pt x="189630" y="40941"/>
                    </a:moveTo>
                    <a:lnTo>
                      <a:pt x="22320" y="132129"/>
                    </a:lnTo>
                    <a:lnTo>
                      <a:pt x="0" y="91188"/>
                    </a:lnTo>
                    <a:lnTo>
                      <a:pt x="167310" y="0"/>
                    </a:lnTo>
                    <a:lnTo>
                      <a:pt x="189630" y="409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7" name="Контур"/>
              <p:cNvSpPr/>
              <p:nvPr/>
            </p:nvSpPr>
            <p:spPr>
              <a:xfrm>
                <a:off x="5147891" y="8484897"/>
                <a:ext cx="596160" cy="493002"/>
              </a:xfrm>
              <a:custGeom>
                <a:avLst/>
                <a:gdLst/>
                <a:ahLst/>
                <a:cxnLst/>
                <a:rect l="l" t="t" r="r" b="b"/>
                <a:pathLst>
                  <a:path w="596160" h="493002">
                    <a:moveTo>
                      <a:pt x="465964" y="0"/>
                    </a:moveTo>
                    <a:lnTo>
                      <a:pt x="596160" y="236703"/>
                    </a:lnTo>
                    <a:lnTo>
                      <a:pt x="130196" y="493002"/>
                    </a:lnTo>
                    <a:lnTo>
                      <a:pt x="0" y="256299"/>
                    </a:lnTo>
                    <a:lnTo>
                      <a:pt x="46596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8" name="Контур"/>
              <p:cNvSpPr/>
              <p:nvPr/>
            </p:nvSpPr>
            <p:spPr>
              <a:xfrm>
                <a:off x="5911671" y="8868591"/>
                <a:ext cx="97626" cy="76281"/>
              </a:xfrm>
              <a:custGeom>
                <a:avLst/>
                <a:gdLst/>
                <a:ahLst/>
                <a:cxnLst/>
                <a:rect l="l" t="t" r="r" b="b"/>
                <a:pathLst>
                  <a:path w="97626" h="76281">
                    <a:moveTo>
                      <a:pt x="0" y="40769"/>
                    </a:moveTo>
                    <a:lnTo>
                      <a:pt x="79390" y="0"/>
                    </a:lnTo>
                    <a:lnTo>
                      <a:pt x="97626" y="35513"/>
                    </a:lnTo>
                    <a:lnTo>
                      <a:pt x="18235" y="76281"/>
                    </a:lnTo>
                    <a:lnTo>
                      <a:pt x="0" y="407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9" name="Контур"/>
              <p:cNvSpPr/>
              <p:nvPr/>
            </p:nvSpPr>
            <p:spPr>
              <a:xfrm>
                <a:off x="5783779" y="9309061"/>
                <a:ext cx="53111" cy="67536"/>
              </a:xfrm>
              <a:custGeom>
                <a:avLst/>
                <a:gdLst/>
                <a:ahLst/>
                <a:cxnLst/>
                <a:rect l="l" t="t" r="r" b="b"/>
                <a:pathLst>
                  <a:path w="53111" h="67536">
                    <a:moveTo>
                      <a:pt x="0" y="12533"/>
                    </a:moveTo>
                    <a:lnTo>
                      <a:pt x="30538" y="0"/>
                    </a:lnTo>
                    <a:lnTo>
                      <a:pt x="53111" y="55004"/>
                    </a:lnTo>
                    <a:lnTo>
                      <a:pt x="22574" y="67536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0" name="Контур"/>
              <p:cNvSpPr/>
              <p:nvPr/>
            </p:nvSpPr>
            <p:spPr>
              <a:xfrm>
                <a:off x="6144494" y="9255269"/>
                <a:ext cx="90486" cy="82359"/>
              </a:xfrm>
              <a:custGeom>
                <a:avLst/>
                <a:gdLst/>
                <a:ahLst/>
                <a:cxnLst/>
                <a:rect l="l" t="t" r="r" b="b"/>
                <a:pathLst>
                  <a:path w="90486" h="82359">
                    <a:moveTo>
                      <a:pt x="23607" y="82359"/>
                    </a:moveTo>
                    <a:lnTo>
                      <a:pt x="0" y="30357"/>
                    </a:lnTo>
                    <a:lnTo>
                      <a:pt x="66879" y="0"/>
                    </a:lnTo>
                    <a:lnTo>
                      <a:pt x="90486" y="51993"/>
                    </a:lnTo>
                    <a:lnTo>
                      <a:pt x="23607" y="823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1" name="Контур"/>
              <p:cNvSpPr/>
              <p:nvPr/>
            </p:nvSpPr>
            <p:spPr>
              <a:xfrm>
                <a:off x="5567850" y="9350516"/>
                <a:ext cx="47794" cy="37532"/>
              </a:xfrm>
              <a:custGeom>
                <a:avLst/>
                <a:gdLst/>
                <a:ahLst/>
                <a:cxnLst/>
                <a:rect l="l" t="t" r="r" b="b"/>
                <a:pathLst>
                  <a:path w="47794" h="37532">
                    <a:moveTo>
                      <a:pt x="8985" y="37532"/>
                    </a:moveTo>
                    <a:lnTo>
                      <a:pt x="0" y="16895"/>
                    </a:lnTo>
                    <a:lnTo>
                      <a:pt x="38811" y="0"/>
                    </a:lnTo>
                    <a:lnTo>
                      <a:pt x="47794" y="20637"/>
                    </a:lnTo>
                    <a:lnTo>
                      <a:pt x="8985" y="375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2" name="Контур"/>
              <p:cNvSpPr/>
              <p:nvPr/>
            </p:nvSpPr>
            <p:spPr>
              <a:xfrm>
                <a:off x="6168101" y="9307262"/>
                <a:ext cx="81045" cy="61578"/>
              </a:xfrm>
              <a:custGeom>
                <a:avLst/>
                <a:gdLst/>
                <a:ahLst/>
                <a:cxnLst/>
                <a:rect l="l" t="t" r="r" b="b"/>
                <a:pathLst>
                  <a:path w="81045" h="61578">
                    <a:moveTo>
                      <a:pt x="66879" y="0"/>
                    </a:moveTo>
                    <a:lnTo>
                      <a:pt x="81045" y="31212"/>
                    </a:lnTo>
                    <a:lnTo>
                      <a:pt x="14166" y="61578"/>
                    </a:lnTo>
                    <a:lnTo>
                      <a:pt x="0" y="30366"/>
                    </a:lnTo>
                    <a:lnTo>
                      <a:pt x="6687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3" name="Контур"/>
              <p:cNvSpPr/>
              <p:nvPr/>
            </p:nvSpPr>
            <p:spPr>
              <a:xfrm>
                <a:off x="5753240" y="9321594"/>
                <a:ext cx="53113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3" h="67537">
                    <a:moveTo>
                      <a:pt x="0" y="12533"/>
                    </a:moveTo>
                    <a:lnTo>
                      <a:pt x="30539" y="0"/>
                    </a:lnTo>
                    <a:lnTo>
                      <a:pt x="53113" y="55003"/>
                    </a:lnTo>
                    <a:lnTo>
                      <a:pt x="22574" y="67537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4" name="Контур"/>
              <p:cNvSpPr/>
              <p:nvPr/>
            </p:nvSpPr>
            <p:spPr>
              <a:xfrm>
                <a:off x="6362790" y="9127688"/>
                <a:ext cx="195651" cy="186550"/>
              </a:xfrm>
              <a:custGeom>
                <a:avLst/>
                <a:gdLst/>
                <a:ahLst/>
                <a:cxnLst/>
                <a:rect l="l" t="t" r="r" b="b"/>
                <a:pathLst>
                  <a:path w="195651" h="186550">
                    <a:moveTo>
                      <a:pt x="0" y="63827"/>
                    </a:moveTo>
                    <a:lnTo>
                      <a:pt x="131629" y="0"/>
                    </a:lnTo>
                    <a:lnTo>
                      <a:pt x="195651" y="130115"/>
                    </a:lnTo>
                    <a:lnTo>
                      <a:pt x="73873" y="186550"/>
                    </a:lnTo>
                    <a:lnTo>
                      <a:pt x="30446" y="97308"/>
                    </a:lnTo>
                    <a:lnTo>
                      <a:pt x="17910" y="103578"/>
                    </a:lnTo>
                    <a:lnTo>
                      <a:pt x="0" y="638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5" name="Контур"/>
              <p:cNvSpPr/>
              <p:nvPr/>
            </p:nvSpPr>
            <p:spPr>
              <a:xfrm>
                <a:off x="4348409" y="8527350"/>
                <a:ext cx="124405" cy="146394"/>
              </a:xfrm>
              <a:custGeom>
                <a:avLst/>
                <a:gdLst/>
                <a:ahLst/>
                <a:cxnLst/>
                <a:rect l="l" t="t" r="r" b="b"/>
                <a:pathLst>
                  <a:path w="124405" h="146394">
                    <a:moveTo>
                      <a:pt x="71069" y="146394"/>
                    </a:moveTo>
                    <a:lnTo>
                      <a:pt x="0" y="32968"/>
                    </a:lnTo>
                    <a:lnTo>
                      <a:pt x="53613" y="0"/>
                    </a:lnTo>
                    <a:lnTo>
                      <a:pt x="124405" y="113440"/>
                    </a:lnTo>
                    <a:lnTo>
                      <a:pt x="71069" y="1463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6" name="Контур"/>
              <p:cNvSpPr/>
              <p:nvPr/>
            </p:nvSpPr>
            <p:spPr>
              <a:xfrm>
                <a:off x="4746051" y="8303405"/>
                <a:ext cx="207211" cy="242290"/>
              </a:xfrm>
              <a:custGeom>
                <a:avLst/>
                <a:gdLst/>
                <a:ahLst/>
                <a:cxnLst/>
                <a:rect l="l" t="t" r="r" b="b"/>
                <a:pathLst>
                  <a:path w="207211" h="242290">
                    <a:moveTo>
                      <a:pt x="0" y="29075"/>
                    </a:moveTo>
                    <a:lnTo>
                      <a:pt x="55171" y="0"/>
                    </a:lnTo>
                    <a:lnTo>
                      <a:pt x="130978" y="2529"/>
                    </a:lnTo>
                    <a:lnTo>
                      <a:pt x="207211" y="155911"/>
                    </a:lnTo>
                    <a:lnTo>
                      <a:pt x="165944" y="214900"/>
                    </a:lnTo>
                    <a:lnTo>
                      <a:pt x="114982" y="242290"/>
                    </a:lnTo>
                    <a:lnTo>
                      <a:pt x="0" y="290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7" name="Контур"/>
              <p:cNvSpPr/>
              <p:nvPr/>
            </p:nvSpPr>
            <p:spPr>
              <a:xfrm>
                <a:off x="4201271" y="8235675"/>
                <a:ext cx="403261" cy="301166"/>
              </a:xfrm>
              <a:custGeom>
                <a:avLst/>
                <a:gdLst/>
                <a:ahLst/>
                <a:cxnLst/>
                <a:rect l="l" t="t" r="r" b="b"/>
                <a:pathLst>
                  <a:path w="403261" h="301166">
                    <a:moveTo>
                      <a:pt x="0" y="220146"/>
                    </a:moveTo>
                    <a:lnTo>
                      <a:pt x="355792" y="0"/>
                    </a:lnTo>
                    <a:lnTo>
                      <a:pt x="403261" y="87165"/>
                    </a:lnTo>
                    <a:lnTo>
                      <a:pt x="110421" y="267085"/>
                    </a:lnTo>
                    <a:lnTo>
                      <a:pt x="56127" y="301166"/>
                    </a:lnTo>
                    <a:lnTo>
                      <a:pt x="17870" y="245290"/>
                    </a:lnTo>
                    <a:lnTo>
                      <a:pt x="0" y="2201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8" name="Контур"/>
              <p:cNvSpPr/>
              <p:nvPr/>
            </p:nvSpPr>
            <p:spPr>
              <a:xfrm>
                <a:off x="4550117" y="8501744"/>
                <a:ext cx="128250" cy="111564"/>
              </a:xfrm>
              <a:custGeom>
                <a:avLst/>
                <a:gdLst/>
                <a:ahLst/>
                <a:cxnLst/>
                <a:rect l="l" t="t" r="r" b="b"/>
                <a:pathLst>
                  <a:path w="128250" h="111564">
                    <a:moveTo>
                      <a:pt x="128250" y="62604"/>
                    </a:moveTo>
                    <a:lnTo>
                      <a:pt x="31779" y="111564"/>
                    </a:lnTo>
                    <a:lnTo>
                      <a:pt x="0" y="48960"/>
                    </a:lnTo>
                    <a:lnTo>
                      <a:pt x="96480" y="0"/>
                    </a:lnTo>
                    <a:lnTo>
                      <a:pt x="128250" y="62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9" name="Контур"/>
              <p:cNvSpPr/>
              <p:nvPr/>
            </p:nvSpPr>
            <p:spPr>
              <a:xfrm>
                <a:off x="3573242" y="8001863"/>
                <a:ext cx="484143" cy="354252"/>
              </a:xfrm>
              <a:custGeom>
                <a:avLst/>
                <a:gdLst/>
                <a:ahLst/>
                <a:cxnLst/>
                <a:rect l="l" t="t" r="r" b="b"/>
                <a:pathLst>
                  <a:path w="484143" h="354252">
                    <a:moveTo>
                      <a:pt x="47755" y="354252"/>
                    </a:moveTo>
                    <a:lnTo>
                      <a:pt x="0" y="279761"/>
                    </a:lnTo>
                    <a:lnTo>
                      <a:pt x="436388" y="0"/>
                    </a:lnTo>
                    <a:lnTo>
                      <a:pt x="484143" y="74493"/>
                    </a:lnTo>
                    <a:lnTo>
                      <a:pt x="47755" y="3542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0" name="Контур"/>
              <p:cNvSpPr/>
              <p:nvPr/>
            </p:nvSpPr>
            <p:spPr>
              <a:xfrm>
                <a:off x="4649962" y="7979781"/>
                <a:ext cx="325210" cy="352699"/>
              </a:xfrm>
              <a:custGeom>
                <a:avLst/>
                <a:gdLst/>
                <a:ahLst/>
                <a:cxnLst/>
                <a:rect l="l" t="t" r="r" b="b"/>
                <a:pathLst>
                  <a:path w="325210" h="352699">
                    <a:moveTo>
                      <a:pt x="0" y="168389"/>
                    </a:moveTo>
                    <a:lnTo>
                      <a:pt x="273830" y="0"/>
                    </a:lnTo>
                    <a:lnTo>
                      <a:pt x="325210" y="91860"/>
                    </a:lnTo>
                    <a:lnTo>
                      <a:pt x="102617" y="223895"/>
                    </a:lnTo>
                    <a:lnTo>
                      <a:pt x="151260" y="323624"/>
                    </a:lnTo>
                    <a:lnTo>
                      <a:pt x="96089" y="352699"/>
                    </a:lnTo>
                    <a:lnTo>
                      <a:pt x="0" y="1683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1" name="Контур"/>
              <p:cNvSpPr/>
              <p:nvPr/>
            </p:nvSpPr>
            <p:spPr>
              <a:xfrm>
                <a:off x="3579958" y="8929541"/>
                <a:ext cx="66132" cy="70602"/>
              </a:xfrm>
              <a:custGeom>
                <a:avLst/>
                <a:gdLst/>
                <a:ahLst/>
                <a:cxnLst/>
                <a:rect l="l" t="t" r="r" b="b"/>
                <a:pathLst>
                  <a:path w="66132" h="70602">
                    <a:moveTo>
                      <a:pt x="0" y="21444"/>
                    </a:moveTo>
                    <a:lnTo>
                      <a:pt x="39329" y="0"/>
                    </a:lnTo>
                    <a:lnTo>
                      <a:pt x="66132" y="49158"/>
                    </a:lnTo>
                    <a:lnTo>
                      <a:pt x="26803" y="70602"/>
                    </a:lnTo>
                    <a:lnTo>
                      <a:pt x="0" y="21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2" name="Контур"/>
              <p:cNvSpPr/>
              <p:nvPr/>
            </p:nvSpPr>
            <p:spPr>
              <a:xfrm>
                <a:off x="3579958" y="8929541"/>
                <a:ext cx="66132" cy="70602"/>
              </a:xfrm>
              <a:custGeom>
                <a:avLst/>
                <a:gdLst/>
                <a:ahLst/>
                <a:cxnLst/>
                <a:rect l="l" t="t" r="r" b="b"/>
                <a:pathLst>
                  <a:path w="66132" h="70602">
                    <a:moveTo>
                      <a:pt x="0" y="21444"/>
                    </a:moveTo>
                    <a:lnTo>
                      <a:pt x="39329" y="0"/>
                    </a:lnTo>
                    <a:lnTo>
                      <a:pt x="66132" y="49158"/>
                    </a:lnTo>
                    <a:lnTo>
                      <a:pt x="26803" y="70602"/>
                    </a:lnTo>
                    <a:lnTo>
                      <a:pt x="0" y="21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3" name="Контур"/>
              <p:cNvSpPr/>
              <p:nvPr/>
            </p:nvSpPr>
            <p:spPr>
              <a:xfrm>
                <a:off x="3756027" y="8435706"/>
                <a:ext cx="668688" cy="488807"/>
              </a:xfrm>
              <a:custGeom>
                <a:avLst/>
                <a:gdLst/>
                <a:ahLst/>
                <a:cxnLst/>
                <a:rect l="l" t="t" r="r" b="b"/>
                <a:pathLst>
                  <a:path w="668688" h="488807">
                    <a:moveTo>
                      <a:pt x="0" y="268752"/>
                    </a:moveTo>
                    <a:lnTo>
                      <a:pt x="431282" y="0"/>
                    </a:lnTo>
                    <a:lnTo>
                      <a:pt x="445244" y="20115"/>
                    </a:lnTo>
                    <a:lnTo>
                      <a:pt x="463114" y="45259"/>
                    </a:lnTo>
                    <a:lnTo>
                      <a:pt x="501371" y="101135"/>
                    </a:lnTo>
                    <a:lnTo>
                      <a:pt x="604963" y="272114"/>
                    </a:lnTo>
                    <a:lnTo>
                      <a:pt x="618507" y="263449"/>
                    </a:lnTo>
                    <a:lnTo>
                      <a:pt x="668688" y="342374"/>
                    </a:lnTo>
                    <a:lnTo>
                      <a:pt x="605857" y="383020"/>
                    </a:lnTo>
                    <a:lnTo>
                      <a:pt x="546251" y="290880"/>
                    </a:lnTo>
                    <a:lnTo>
                      <a:pt x="240293" y="488807"/>
                    </a:lnTo>
                    <a:lnTo>
                      <a:pt x="113929" y="305073"/>
                    </a:lnTo>
                    <a:lnTo>
                      <a:pt x="83771" y="324630"/>
                    </a:lnTo>
                    <a:lnTo>
                      <a:pt x="99967" y="351451"/>
                    </a:lnTo>
                    <a:lnTo>
                      <a:pt x="66458" y="372125"/>
                    </a:lnTo>
                    <a:lnTo>
                      <a:pt x="0" y="2687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4" name="Контур"/>
              <p:cNvSpPr/>
              <p:nvPr/>
            </p:nvSpPr>
            <p:spPr>
              <a:xfrm>
                <a:off x="4257398" y="8502760"/>
                <a:ext cx="162080" cy="205060"/>
              </a:xfrm>
              <a:custGeom>
                <a:avLst/>
                <a:gdLst/>
                <a:ahLst/>
                <a:cxnLst/>
                <a:rect l="l" t="t" r="r" b="b"/>
                <a:pathLst>
                  <a:path w="162080" h="205060">
                    <a:moveTo>
                      <a:pt x="54294" y="0"/>
                    </a:moveTo>
                    <a:lnTo>
                      <a:pt x="91011" y="57558"/>
                    </a:lnTo>
                    <a:lnTo>
                      <a:pt x="162080" y="170984"/>
                    </a:lnTo>
                    <a:lnTo>
                      <a:pt x="117136" y="196395"/>
                    </a:lnTo>
                    <a:lnTo>
                      <a:pt x="103592" y="205060"/>
                    </a:lnTo>
                    <a:lnTo>
                      <a:pt x="0" y="34081"/>
                    </a:lnTo>
                    <a:lnTo>
                      <a:pt x="542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5" name="Контур"/>
              <p:cNvSpPr/>
              <p:nvPr/>
            </p:nvSpPr>
            <p:spPr>
              <a:xfrm>
                <a:off x="4622259" y="8578075"/>
                <a:ext cx="261219" cy="303583"/>
              </a:xfrm>
              <a:custGeom>
                <a:avLst/>
                <a:gdLst/>
                <a:ahLst/>
                <a:cxnLst/>
                <a:rect l="l" t="t" r="r" b="b"/>
                <a:pathLst>
                  <a:path w="261219" h="303583">
                    <a:moveTo>
                      <a:pt x="261219" y="229963"/>
                    </a:moveTo>
                    <a:lnTo>
                      <a:pt x="141356" y="303583"/>
                    </a:lnTo>
                    <a:lnTo>
                      <a:pt x="0" y="74448"/>
                    </a:lnTo>
                    <a:lnTo>
                      <a:pt x="119036" y="0"/>
                    </a:lnTo>
                    <a:lnTo>
                      <a:pt x="261219" y="2299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6" name="Контур"/>
              <p:cNvSpPr/>
              <p:nvPr/>
            </p:nvSpPr>
            <p:spPr>
              <a:xfrm>
                <a:off x="4861033" y="8480993"/>
                <a:ext cx="338433" cy="219349"/>
              </a:xfrm>
              <a:custGeom>
                <a:avLst/>
                <a:gdLst/>
                <a:ahLst/>
                <a:cxnLst/>
                <a:rect l="l" t="t" r="r" b="b"/>
                <a:pathLst>
                  <a:path w="338433" h="219349">
                    <a:moveTo>
                      <a:pt x="0" y="64702"/>
                    </a:moveTo>
                    <a:lnTo>
                      <a:pt x="50962" y="37312"/>
                    </a:lnTo>
                    <a:lnTo>
                      <a:pt x="101079" y="135494"/>
                    </a:lnTo>
                    <a:lnTo>
                      <a:pt x="234481" y="71073"/>
                    </a:lnTo>
                    <a:lnTo>
                      <a:pt x="217448" y="33274"/>
                    </a:lnTo>
                    <a:lnTo>
                      <a:pt x="286911" y="0"/>
                    </a:lnTo>
                    <a:lnTo>
                      <a:pt x="338433" y="105022"/>
                    </a:lnTo>
                    <a:lnTo>
                      <a:pt x="277674" y="138523"/>
                    </a:lnTo>
                    <a:lnTo>
                      <a:pt x="268581" y="122393"/>
                    </a:lnTo>
                    <a:lnTo>
                      <a:pt x="84233" y="219349"/>
                    </a:lnTo>
                    <a:lnTo>
                      <a:pt x="0" y="647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7" name="Контур"/>
              <p:cNvSpPr/>
              <p:nvPr/>
            </p:nvSpPr>
            <p:spPr>
              <a:xfrm>
                <a:off x="3757081" y="9204368"/>
                <a:ext cx="118903" cy="97041"/>
              </a:xfrm>
              <a:custGeom>
                <a:avLst/>
                <a:gdLst/>
                <a:ahLst/>
                <a:cxnLst/>
                <a:rect l="l" t="t" r="r" b="b"/>
                <a:pathLst>
                  <a:path w="118903" h="97041">
                    <a:moveTo>
                      <a:pt x="96680" y="0"/>
                    </a:moveTo>
                    <a:lnTo>
                      <a:pt x="118903" y="34176"/>
                    </a:lnTo>
                    <a:lnTo>
                      <a:pt x="22222" y="97041"/>
                    </a:lnTo>
                    <a:lnTo>
                      <a:pt x="0" y="62865"/>
                    </a:lnTo>
                    <a:lnTo>
                      <a:pt x="9668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8" name="Контур"/>
              <p:cNvSpPr/>
              <p:nvPr/>
            </p:nvSpPr>
            <p:spPr>
              <a:xfrm>
                <a:off x="3728757" y="9141351"/>
                <a:ext cx="150860" cy="125882"/>
              </a:xfrm>
              <a:custGeom>
                <a:avLst/>
                <a:gdLst/>
                <a:ahLst/>
                <a:cxnLst/>
                <a:rect l="l" t="t" r="r" b="b"/>
                <a:pathLst>
                  <a:path w="150860" h="125882">
                    <a:moveTo>
                      <a:pt x="28324" y="125882"/>
                    </a:moveTo>
                    <a:lnTo>
                      <a:pt x="0" y="79985"/>
                    </a:lnTo>
                    <a:lnTo>
                      <a:pt x="123102" y="0"/>
                    </a:lnTo>
                    <a:lnTo>
                      <a:pt x="150860" y="45274"/>
                    </a:lnTo>
                    <a:lnTo>
                      <a:pt x="125004" y="63017"/>
                    </a:lnTo>
                    <a:lnTo>
                      <a:pt x="28324" y="1258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9" name="Контур"/>
              <p:cNvSpPr/>
              <p:nvPr/>
            </p:nvSpPr>
            <p:spPr>
              <a:xfrm>
                <a:off x="4109110" y="9055232"/>
                <a:ext cx="166196" cy="166740"/>
              </a:xfrm>
              <a:custGeom>
                <a:avLst/>
                <a:gdLst/>
                <a:ahLst/>
                <a:cxnLst/>
                <a:rect l="l" t="t" r="r" b="b"/>
                <a:pathLst>
                  <a:path w="166196" h="166740">
                    <a:moveTo>
                      <a:pt x="99631" y="0"/>
                    </a:moveTo>
                    <a:lnTo>
                      <a:pt x="166196" y="101220"/>
                    </a:lnTo>
                    <a:lnTo>
                      <a:pt x="66565" y="166740"/>
                    </a:lnTo>
                    <a:lnTo>
                      <a:pt x="0" y="65521"/>
                    </a:lnTo>
                    <a:lnTo>
                      <a:pt x="9963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0" name="Контур"/>
              <p:cNvSpPr/>
              <p:nvPr/>
            </p:nvSpPr>
            <p:spPr>
              <a:xfrm>
                <a:off x="3620246" y="8982352"/>
                <a:ext cx="153711" cy="152953"/>
              </a:xfrm>
              <a:custGeom>
                <a:avLst/>
                <a:gdLst/>
                <a:ahLst/>
                <a:cxnLst/>
                <a:rect l="l" t="t" r="r" b="b"/>
                <a:pathLst>
                  <a:path w="153711" h="152953">
                    <a:moveTo>
                      <a:pt x="0" y="58372"/>
                    </a:moveTo>
                    <a:lnTo>
                      <a:pt x="96501" y="0"/>
                    </a:lnTo>
                    <a:lnTo>
                      <a:pt x="153711" y="94580"/>
                    </a:lnTo>
                    <a:lnTo>
                      <a:pt x="57211" y="152953"/>
                    </a:lnTo>
                    <a:lnTo>
                      <a:pt x="0" y="583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1" name="Контур"/>
              <p:cNvSpPr/>
              <p:nvPr/>
            </p:nvSpPr>
            <p:spPr>
              <a:xfrm>
                <a:off x="5113429" y="9037059"/>
                <a:ext cx="95304" cy="72609"/>
              </a:xfrm>
              <a:custGeom>
                <a:avLst/>
                <a:gdLst/>
                <a:ahLst/>
                <a:cxnLst/>
                <a:rect l="l" t="t" r="r" b="b"/>
                <a:pathLst>
                  <a:path w="95304" h="72609">
                    <a:moveTo>
                      <a:pt x="11444" y="72609"/>
                    </a:moveTo>
                    <a:lnTo>
                      <a:pt x="0" y="17372"/>
                    </a:lnTo>
                    <a:lnTo>
                      <a:pt x="83861" y="0"/>
                    </a:lnTo>
                    <a:lnTo>
                      <a:pt x="95304" y="55236"/>
                    </a:lnTo>
                    <a:lnTo>
                      <a:pt x="11444" y="726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2" name="Контур"/>
              <p:cNvSpPr/>
              <p:nvPr/>
            </p:nvSpPr>
            <p:spPr>
              <a:xfrm>
                <a:off x="3996320" y="8726586"/>
                <a:ext cx="365564" cy="276009"/>
              </a:xfrm>
              <a:custGeom>
                <a:avLst/>
                <a:gdLst/>
                <a:ahLst/>
                <a:cxnLst/>
                <a:rect l="l" t="t" r="r" b="b"/>
                <a:pathLst>
                  <a:path w="365564" h="276009">
                    <a:moveTo>
                      <a:pt x="0" y="197927"/>
                    </a:moveTo>
                    <a:lnTo>
                      <a:pt x="305958" y="0"/>
                    </a:lnTo>
                    <a:lnTo>
                      <a:pt x="365564" y="92140"/>
                    </a:lnTo>
                    <a:lnTo>
                      <a:pt x="54207" y="276009"/>
                    </a:lnTo>
                    <a:lnTo>
                      <a:pt x="0" y="1979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3" name="Контур"/>
              <p:cNvSpPr/>
              <p:nvPr/>
            </p:nvSpPr>
            <p:spPr>
              <a:xfrm>
                <a:off x="6925137" y="6786918"/>
                <a:ext cx="252779" cy="315303"/>
              </a:xfrm>
              <a:custGeom>
                <a:avLst/>
                <a:gdLst/>
                <a:ahLst/>
                <a:cxnLst/>
                <a:rect l="l" t="t" r="r" b="b"/>
                <a:pathLst>
                  <a:path w="252779" h="315303">
                    <a:moveTo>
                      <a:pt x="124341" y="315303"/>
                    </a:moveTo>
                    <a:lnTo>
                      <a:pt x="0" y="63270"/>
                    </a:lnTo>
                    <a:lnTo>
                      <a:pt x="128853" y="0"/>
                    </a:lnTo>
                    <a:lnTo>
                      <a:pt x="252779" y="252188"/>
                    </a:lnTo>
                    <a:lnTo>
                      <a:pt x="124341" y="315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4" name="Контур"/>
              <p:cNvSpPr/>
              <p:nvPr/>
            </p:nvSpPr>
            <p:spPr>
              <a:xfrm>
                <a:off x="7970151" y="5723055"/>
                <a:ext cx="573731" cy="763481"/>
              </a:xfrm>
              <a:custGeom>
                <a:avLst/>
                <a:gdLst/>
                <a:ahLst/>
                <a:cxnLst/>
                <a:rect l="l" t="t" r="r" b="b"/>
                <a:pathLst>
                  <a:path w="573731" h="763481">
                    <a:moveTo>
                      <a:pt x="342416" y="763481"/>
                    </a:moveTo>
                    <a:lnTo>
                      <a:pt x="286526" y="645689"/>
                    </a:lnTo>
                    <a:lnTo>
                      <a:pt x="226046" y="674849"/>
                    </a:lnTo>
                    <a:lnTo>
                      <a:pt x="0" y="192547"/>
                    </a:lnTo>
                    <a:lnTo>
                      <a:pt x="391944" y="0"/>
                    </a:lnTo>
                    <a:lnTo>
                      <a:pt x="425953" y="71414"/>
                    </a:lnTo>
                    <a:lnTo>
                      <a:pt x="348239" y="109739"/>
                    </a:lnTo>
                    <a:lnTo>
                      <a:pt x="466348" y="359756"/>
                    </a:lnTo>
                    <a:lnTo>
                      <a:pt x="448560" y="367957"/>
                    </a:lnTo>
                    <a:lnTo>
                      <a:pt x="414323" y="383937"/>
                    </a:lnTo>
                    <a:lnTo>
                      <a:pt x="437975" y="434679"/>
                    </a:lnTo>
                    <a:lnTo>
                      <a:pt x="452061" y="464903"/>
                    </a:lnTo>
                    <a:lnTo>
                      <a:pt x="474782" y="513738"/>
                    </a:lnTo>
                    <a:lnTo>
                      <a:pt x="508682" y="497698"/>
                    </a:lnTo>
                    <a:lnTo>
                      <a:pt x="573731" y="642914"/>
                    </a:lnTo>
                    <a:lnTo>
                      <a:pt x="548171" y="655426"/>
                    </a:lnTo>
                    <a:lnTo>
                      <a:pt x="553137" y="665362"/>
                    </a:lnTo>
                    <a:lnTo>
                      <a:pt x="342416" y="7634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5" name="Контур"/>
              <p:cNvSpPr/>
              <p:nvPr/>
            </p:nvSpPr>
            <p:spPr>
              <a:xfrm>
                <a:off x="7370632" y="5929681"/>
                <a:ext cx="864571" cy="1002094"/>
              </a:xfrm>
              <a:custGeom>
                <a:avLst/>
                <a:gdLst/>
                <a:ahLst/>
                <a:cxnLst/>
                <a:rect l="l" t="t" r="r" b="b"/>
                <a:pathLst>
                  <a:path w="864571" h="1002094">
                    <a:moveTo>
                      <a:pt x="275629" y="1002094"/>
                    </a:moveTo>
                    <a:lnTo>
                      <a:pt x="0" y="415151"/>
                    </a:lnTo>
                    <a:lnTo>
                      <a:pt x="95917" y="370609"/>
                    </a:lnTo>
                    <a:lnTo>
                      <a:pt x="36742" y="243142"/>
                    </a:lnTo>
                    <a:lnTo>
                      <a:pt x="359077" y="87694"/>
                    </a:lnTo>
                    <a:lnTo>
                      <a:pt x="348511" y="65401"/>
                    </a:lnTo>
                    <a:lnTo>
                      <a:pt x="397066" y="42586"/>
                    </a:lnTo>
                    <a:lnTo>
                      <a:pt x="409423" y="69163"/>
                    </a:lnTo>
                    <a:lnTo>
                      <a:pt x="450688" y="50047"/>
                    </a:lnTo>
                    <a:lnTo>
                      <a:pt x="559703" y="0"/>
                    </a:lnTo>
                    <a:lnTo>
                      <a:pt x="596821" y="81412"/>
                    </a:lnTo>
                    <a:lnTo>
                      <a:pt x="561964" y="98548"/>
                    </a:lnTo>
                    <a:lnTo>
                      <a:pt x="864571" y="720916"/>
                    </a:lnTo>
                    <a:lnTo>
                      <a:pt x="275629" y="10020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6" name="Контур"/>
              <p:cNvSpPr/>
              <p:nvPr/>
            </p:nvSpPr>
            <p:spPr>
              <a:xfrm>
                <a:off x="7327819" y="7031504"/>
                <a:ext cx="498505" cy="469764"/>
              </a:xfrm>
              <a:custGeom>
                <a:avLst/>
                <a:gdLst/>
                <a:ahLst/>
                <a:cxnLst/>
                <a:rect l="l" t="t" r="r" b="b"/>
                <a:pathLst>
                  <a:path w="498505" h="469764">
                    <a:moveTo>
                      <a:pt x="498505" y="89100"/>
                    </a:moveTo>
                    <a:lnTo>
                      <a:pt x="175954" y="371331"/>
                    </a:lnTo>
                    <a:lnTo>
                      <a:pt x="57595" y="469764"/>
                    </a:lnTo>
                    <a:lnTo>
                      <a:pt x="0" y="354737"/>
                    </a:lnTo>
                    <a:lnTo>
                      <a:pt x="97978" y="282240"/>
                    </a:lnTo>
                    <a:lnTo>
                      <a:pt x="420538" y="0"/>
                    </a:lnTo>
                    <a:lnTo>
                      <a:pt x="498505" y="891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7" name="Контур"/>
              <p:cNvSpPr/>
              <p:nvPr/>
            </p:nvSpPr>
            <p:spPr>
              <a:xfrm>
                <a:off x="8025811" y="6985836"/>
                <a:ext cx="247973" cy="246948"/>
              </a:xfrm>
              <a:custGeom>
                <a:avLst/>
                <a:gdLst/>
                <a:ahLst/>
                <a:cxnLst/>
                <a:rect l="l" t="t" r="r" b="b"/>
                <a:pathLst>
                  <a:path w="247973" h="246948">
                    <a:moveTo>
                      <a:pt x="144183" y="81539"/>
                    </a:moveTo>
                    <a:lnTo>
                      <a:pt x="140013" y="72323"/>
                    </a:lnTo>
                    <a:lnTo>
                      <a:pt x="55191" y="113396"/>
                    </a:lnTo>
                    <a:lnTo>
                      <a:pt x="103116" y="160528"/>
                    </a:lnTo>
                    <a:lnTo>
                      <a:pt x="116067" y="154669"/>
                    </a:lnTo>
                    <a:lnTo>
                      <a:pt x="128515" y="182183"/>
                    </a:lnTo>
                    <a:lnTo>
                      <a:pt x="148446" y="173165"/>
                    </a:lnTo>
                    <a:lnTo>
                      <a:pt x="141296" y="157360"/>
                    </a:lnTo>
                    <a:lnTo>
                      <a:pt x="178465" y="138166"/>
                    </a:lnTo>
                    <a:lnTo>
                      <a:pt x="207892" y="195150"/>
                    </a:lnTo>
                    <a:lnTo>
                      <a:pt x="107589" y="246948"/>
                    </a:lnTo>
                    <a:lnTo>
                      <a:pt x="82373" y="198120"/>
                    </a:lnTo>
                    <a:lnTo>
                      <a:pt x="48780" y="151514"/>
                    </a:lnTo>
                    <a:lnTo>
                      <a:pt x="21101" y="164039"/>
                    </a:lnTo>
                    <a:lnTo>
                      <a:pt x="0" y="111293"/>
                    </a:lnTo>
                    <a:lnTo>
                      <a:pt x="236914" y="0"/>
                    </a:lnTo>
                    <a:lnTo>
                      <a:pt x="247973" y="29266"/>
                    </a:lnTo>
                    <a:lnTo>
                      <a:pt x="144183" y="815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8" name="Контур"/>
              <p:cNvSpPr/>
              <p:nvPr/>
            </p:nvSpPr>
            <p:spPr>
              <a:xfrm>
                <a:off x="7997507" y="7156403"/>
                <a:ext cx="73898" cy="71540"/>
              </a:xfrm>
              <a:custGeom>
                <a:avLst/>
                <a:gdLst/>
                <a:ahLst/>
                <a:cxnLst/>
                <a:rect l="l" t="t" r="r" b="b"/>
                <a:pathLst>
                  <a:path w="73898" h="71540">
                    <a:moveTo>
                      <a:pt x="52358" y="0"/>
                    </a:moveTo>
                    <a:lnTo>
                      <a:pt x="73898" y="47607"/>
                    </a:lnTo>
                    <a:lnTo>
                      <a:pt x="21003" y="71540"/>
                    </a:lnTo>
                    <a:lnTo>
                      <a:pt x="0" y="25120"/>
                    </a:lnTo>
                    <a:lnTo>
                      <a:pt x="523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9" name="Контур"/>
              <p:cNvSpPr/>
              <p:nvPr/>
            </p:nvSpPr>
            <p:spPr>
              <a:xfrm>
                <a:off x="7098980" y="7173317"/>
                <a:ext cx="49446" cy="41337"/>
              </a:xfrm>
              <a:custGeom>
                <a:avLst/>
                <a:gdLst/>
                <a:ahLst/>
                <a:cxnLst/>
                <a:rect l="l" t="t" r="r" b="b"/>
                <a:pathLst>
                  <a:path w="49446" h="41337">
                    <a:moveTo>
                      <a:pt x="49446" y="22356"/>
                    </a:moveTo>
                    <a:lnTo>
                      <a:pt x="11052" y="41337"/>
                    </a:lnTo>
                    <a:lnTo>
                      <a:pt x="0" y="18981"/>
                    </a:lnTo>
                    <a:lnTo>
                      <a:pt x="38394" y="0"/>
                    </a:lnTo>
                    <a:lnTo>
                      <a:pt x="49446" y="223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0" name="Контур"/>
              <p:cNvSpPr/>
              <p:nvPr/>
            </p:nvSpPr>
            <p:spPr>
              <a:xfrm>
                <a:off x="8046912" y="7137350"/>
                <a:ext cx="61272" cy="66660"/>
              </a:xfrm>
              <a:custGeom>
                <a:avLst/>
                <a:gdLst/>
                <a:ahLst/>
                <a:cxnLst/>
                <a:rect l="l" t="t" r="r" b="b"/>
                <a:pathLst>
                  <a:path w="61272" h="66660">
                    <a:moveTo>
                      <a:pt x="0" y="12525"/>
                    </a:moveTo>
                    <a:lnTo>
                      <a:pt x="27679" y="0"/>
                    </a:lnTo>
                    <a:lnTo>
                      <a:pt x="61272" y="46606"/>
                    </a:lnTo>
                    <a:lnTo>
                      <a:pt x="24493" y="66660"/>
                    </a:lnTo>
                    <a:lnTo>
                      <a:pt x="2953" y="19053"/>
                    </a:lnTo>
                    <a:lnTo>
                      <a:pt x="0" y="125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1" name="Контур"/>
              <p:cNvSpPr/>
              <p:nvPr/>
            </p:nvSpPr>
            <p:spPr>
              <a:xfrm>
                <a:off x="8081002" y="7058159"/>
                <a:ext cx="111678" cy="109860"/>
              </a:xfrm>
              <a:custGeom>
                <a:avLst/>
                <a:gdLst/>
                <a:ahLst/>
                <a:cxnLst/>
                <a:rect l="l" t="t" r="r" b="b"/>
                <a:pathLst>
                  <a:path w="111678" h="109860">
                    <a:moveTo>
                      <a:pt x="84822" y="0"/>
                    </a:moveTo>
                    <a:lnTo>
                      <a:pt x="88992" y="9216"/>
                    </a:lnTo>
                    <a:lnTo>
                      <a:pt x="111678" y="59362"/>
                    </a:lnTo>
                    <a:lnTo>
                      <a:pt x="80807" y="73328"/>
                    </a:lnTo>
                    <a:lnTo>
                      <a:pt x="86105" y="85037"/>
                    </a:lnTo>
                    <a:lnTo>
                      <a:pt x="93255" y="100842"/>
                    </a:lnTo>
                    <a:lnTo>
                      <a:pt x="73324" y="109860"/>
                    </a:lnTo>
                    <a:lnTo>
                      <a:pt x="60876" y="82346"/>
                    </a:lnTo>
                    <a:lnTo>
                      <a:pt x="47925" y="88205"/>
                    </a:lnTo>
                    <a:lnTo>
                      <a:pt x="0" y="41073"/>
                    </a:lnTo>
                    <a:lnTo>
                      <a:pt x="8482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2" name="Контур"/>
              <p:cNvSpPr/>
              <p:nvPr/>
            </p:nvSpPr>
            <p:spPr>
              <a:xfrm>
                <a:off x="7433839" y="7918923"/>
                <a:ext cx="59843" cy="62475"/>
              </a:xfrm>
              <a:custGeom>
                <a:avLst/>
                <a:gdLst/>
                <a:ahLst/>
                <a:cxnLst/>
                <a:rect l="l" t="t" r="r" b="b"/>
                <a:pathLst>
                  <a:path w="59843" h="62475">
                    <a:moveTo>
                      <a:pt x="0" y="20057"/>
                    </a:moveTo>
                    <a:lnTo>
                      <a:pt x="36593" y="0"/>
                    </a:lnTo>
                    <a:lnTo>
                      <a:pt x="59843" y="42419"/>
                    </a:lnTo>
                    <a:lnTo>
                      <a:pt x="23249" y="62475"/>
                    </a:lnTo>
                    <a:lnTo>
                      <a:pt x="0" y="200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3" name="Контур"/>
              <p:cNvSpPr/>
              <p:nvPr/>
            </p:nvSpPr>
            <p:spPr>
              <a:xfrm>
                <a:off x="7382317" y="7927184"/>
                <a:ext cx="42316" cy="40417"/>
              </a:xfrm>
              <a:custGeom>
                <a:avLst/>
                <a:gdLst/>
                <a:ahLst/>
                <a:cxnLst/>
                <a:rect l="l" t="t" r="r" b="b"/>
                <a:pathLst>
                  <a:path w="42316" h="40417">
                    <a:moveTo>
                      <a:pt x="0" y="13722"/>
                    </a:moveTo>
                    <a:lnTo>
                      <a:pt x="30176" y="0"/>
                    </a:lnTo>
                    <a:lnTo>
                      <a:pt x="42316" y="26695"/>
                    </a:lnTo>
                    <a:lnTo>
                      <a:pt x="12139" y="40417"/>
                    </a:lnTo>
                    <a:lnTo>
                      <a:pt x="0" y="13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4" name="Контур"/>
              <p:cNvSpPr/>
              <p:nvPr/>
            </p:nvSpPr>
            <p:spPr>
              <a:xfrm>
                <a:off x="7944683" y="7557002"/>
                <a:ext cx="195716" cy="181508"/>
              </a:xfrm>
              <a:custGeom>
                <a:avLst/>
                <a:gdLst/>
                <a:ahLst/>
                <a:cxnLst/>
                <a:rect l="l" t="t" r="r" b="b"/>
                <a:pathLst>
                  <a:path w="195716" h="181508">
                    <a:moveTo>
                      <a:pt x="0" y="87594"/>
                    </a:moveTo>
                    <a:lnTo>
                      <a:pt x="134597" y="0"/>
                    </a:lnTo>
                    <a:lnTo>
                      <a:pt x="184616" y="76576"/>
                    </a:lnTo>
                    <a:lnTo>
                      <a:pt x="195716" y="93914"/>
                    </a:lnTo>
                    <a:lnTo>
                      <a:pt x="61118" y="181508"/>
                    </a:lnTo>
                    <a:lnTo>
                      <a:pt x="0" y="875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5" name="Контур"/>
              <p:cNvSpPr/>
              <p:nvPr/>
            </p:nvSpPr>
            <p:spPr>
              <a:xfrm>
                <a:off x="7270982" y="7531806"/>
                <a:ext cx="84636" cy="58176"/>
              </a:xfrm>
              <a:custGeom>
                <a:avLst/>
                <a:gdLst/>
                <a:ahLst/>
                <a:cxnLst/>
                <a:rect l="l" t="t" r="r" b="b"/>
                <a:pathLst>
                  <a:path w="84636" h="58176">
                    <a:moveTo>
                      <a:pt x="10701" y="58176"/>
                    </a:moveTo>
                    <a:lnTo>
                      <a:pt x="0" y="36234"/>
                    </a:lnTo>
                    <a:lnTo>
                      <a:pt x="5517" y="33462"/>
                    </a:lnTo>
                    <a:lnTo>
                      <a:pt x="73944" y="0"/>
                    </a:lnTo>
                    <a:lnTo>
                      <a:pt x="84636" y="21870"/>
                    </a:lnTo>
                    <a:lnTo>
                      <a:pt x="10701" y="581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6" name="Контур"/>
              <p:cNvSpPr/>
              <p:nvPr/>
            </p:nvSpPr>
            <p:spPr>
              <a:xfrm>
                <a:off x="7841462" y="7266332"/>
                <a:ext cx="404955" cy="305811"/>
              </a:xfrm>
              <a:custGeom>
                <a:avLst/>
                <a:gdLst/>
                <a:ahLst/>
                <a:cxnLst/>
                <a:rect l="l" t="t" r="r" b="b"/>
                <a:pathLst>
                  <a:path w="404955" h="305811">
                    <a:moveTo>
                      <a:pt x="370422" y="0"/>
                    </a:moveTo>
                    <a:lnTo>
                      <a:pt x="404955" y="73872"/>
                    </a:lnTo>
                    <a:lnTo>
                      <a:pt x="44019" y="305811"/>
                    </a:lnTo>
                    <a:lnTo>
                      <a:pt x="0" y="237006"/>
                    </a:lnTo>
                    <a:lnTo>
                      <a:pt x="37042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7" name="Контур"/>
              <p:cNvSpPr/>
              <p:nvPr/>
            </p:nvSpPr>
            <p:spPr>
              <a:xfrm>
                <a:off x="7110032" y="7161545"/>
                <a:ext cx="279539" cy="403723"/>
              </a:xfrm>
              <a:custGeom>
                <a:avLst/>
                <a:gdLst/>
                <a:ahLst/>
                <a:cxnLst/>
                <a:rect l="l" t="t" r="r" b="b"/>
                <a:pathLst>
                  <a:path w="279539" h="403723">
                    <a:moveTo>
                      <a:pt x="38394" y="34128"/>
                    </a:moveTo>
                    <a:lnTo>
                      <a:pt x="107424" y="0"/>
                    </a:lnTo>
                    <a:lnTo>
                      <a:pt x="217787" y="224696"/>
                    </a:lnTo>
                    <a:lnTo>
                      <a:pt x="275382" y="339723"/>
                    </a:lnTo>
                    <a:lnTo>
                      <a:pt x="279539" y="348288"/>
                    </a:lnTo>
                    <a:lnTo>
                      <a:pt x="234894" y="370261"/>
                    </a:lnTo>
                    <a:lnTo>
                      <a:pt x="166467" y="403723"/>
                    </a:lnTo>
                    <a:lnTo>
                      <a:pt x="0" y="53109"/>
                    </a:lnTo>
                    <a:lnTo>
                      <a:pt x="38394" y="341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8" name="Контур"/>
              <p:cNvSpPr/>
              <p:nvPr/>
            </p:nvSpPr>
            <p:spPr>
              <a:xfrm>
                <a:off x="5483710" y="7225206"/>
                <a:ext cx="68587" cy="73462"/>
              </a:xfrm>
              <a:custGeom>
                <a:avLst/>
                <a:gdLst/>
                <a:ahLst/>
                <a:cxnLst/>
                <a:rect l="l" t="t" r="r" b="b"/>
                <a:pathLst>
                  <a:path w="68587" h="73462">
                    <a:moveTo>
                      <a:pt x="34293" y="73462"/>
                    </a:moveTo>
                    <a:lnTo>
                      <a:pt x="0" y="23573"/>
                    </a:lnTo>
                    <a:lnTo>
                      <a:pt x="34293" y="0"/>
                    </a:lnTo>
                    <a:lnTo>
                      <a:pt x="68587" y="49889"/>
                    </a:lnTo>
                    <a:lnTo>
                      <a:pt x="34293" y="734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9" name="Контур"/>
              <p:cNvSpPr/>
              <p:nvPr/>
            </p:nvSpPr>
            <p:spPr>
              <a:xfrm>
                <a:off x="6508797" y="6768642"/>
                <a:ext cx="77111" cy="79853"/>
              </a:xfrm>
              <a:custGeom>
                <a:avLst/>
                <a:gdLst/>
                <a:ahLst/>
                <a:cxnLst/>
                <a:rect l="l" t="t" r="r" b="b"/>
                <a:pathLst>
                  <a:path w="77111" h="79853">
                    <a:moveTo>
                      <a:pt x="31368" y="79853"/>
                    </a:moveTo>
                    <a:lnTo>
                      <a:pt x="0" y="27308"/>
                    </a:lnTo>
                    <a:lnTo>
                      <a:pt x="45744" y="0"/>
                    </a:lnTo>
                    <a:lnTo>
                      <a:pt x="77111" y="52545"/>
                    </a:lnTo>
                    <a:lnTo>
                      <a:pt x="31368" y="798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0" name="Контур"/>
              <p:cNvSpPr/>
              <p:nvPr/>
            </p:nvSpPr>
            <p:spPr>
              <a:xfrm>
                <a:off x="6896056" y="6631253"/>
                <a:ext cx="98713" cy="103844"/>
              </a:xfrm>
              <a:custGeom>
                <a:avLst/>
                <a:gdLst/>
                <a:ahLst/>
                <a:cxnLst/>
                <a:rect l="l" t="t" r="r" b="b"/>
                <a:pathLst>
                  <a:path w="98713" h="103844">
                    <a:moveTo>
                      <a:pt x="0" y="30851"/>
                    </a:moveTo>
                    <a:lnTo>
                      <a:pt x="62927" y="0"/>
                    </a:lnTo>
                    <a:lnTo>
                      <a:pt x="98713" y="72992"/>
                    </a:lnTo>
                    <a:lnTo>
                      <a:pt x="35788" y="103844"/>
                    </a:lnTo>
                    <a:lnTo>
                      <a:pt x="0" y="308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1" name="Контур"/>
              <p:cNvSpPr/>
              <p:nvPr/>
            </p:nvSpPr>
            <p:spPr>
              <a:xfrm>
                <a:off x="6057194" y="6218872"/>
                <a:ext cx="124514" cy="99832"/>
              </a:xfrm>
              <a:custGeom>
                <a:avLst/>
                <a:gdLst/>
                <a:ahLst/>
                <a:cxnLst/>
                <a:rect l="l" t="t" r="r" b="b"/>
                <a:pathLst>
                  <a:path w="124514" h="99832">
                    <a:moveTo>
                      <a:pt x="99269" y="0"/>
                    </a:moveTo>
                    <a:lnTo>
                      <a:pt x="111806" y="18723"/>
                    </a:lnTo>
                    <a:lnTo>
                      <a:pt x="124514" y="37702"/>
                    </a:lnTo>
                    <a:lnTo>
                      <a:pt x="22932" y="99832"/>
                    </a:lnTo>
                    <a:lnTo>
                      <a:pt x="0" y="61987"/>
                    </a:lnTo>
                    <a:lnTo>
                      <a:pt x="10296" y="55489"/>
                    </a:lnTo>
                    <a:lnTo>
                      <a:pt x="68481" y="18796"/>
                    </a:lnTo>
                    <a:lnTo>
                      <a:pt x="992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2" name="Контур"/>
              <p:cNvSpPr/>
              <p:nvPr/>
            </p:nvSpPr>
            <p:spPr>
              <a:xfrm>
                <a:off x="6742858" y="6436938"/>
                <a:ext cx="60609" cy="65799"/>
              </a:xfrm>
              <a:custGeom>
                <a:avLst/>
                <a:gdLst/>
                <a:ahLst/>
                <a:cxnLst/>
                <a:rect l="l" t="t" r="r" b="b"/>
                <a:pathLst>
                  <a:path w="60609" h="65799">
                    <a:moveTo>
                      <a:pt x="37320" y="0"/>
                    </a:moveTo>
                    <a:lnTo>
                      <a:pt x="60609" y="47502"/>
                    </a:lnTo>
                    <a:lnTo>
                      <a:pt x="23291" y="65799"/>
                    </a:lnTo>
                    <a:lnTo>
                      <a:pt x="0" y="18297"/>
                    </a:lnTo>
                    <a:lnTo>
                      <a:pt x="3732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3" name="Контур"/>
              <p:cNvSpPr/>
              <p:nvPr/>
            </p:nvSpPr>
            <p:spPr>
              <a:xfrm>
                <a:off x="5804708" y="5820995"/>
                <a:ext cx="320967" cy="453366"/>
              </a:xfrm>
              <a:custGeom>
                <a:avLst/>
                <a:gdLst/>
                <a:ahLst/>
                <a:cxnLst/>
                <a:rect l="l" t="t" r="r" b="b"/>
                <a:pathLst>
                  <a:path w="320967" h="453366">
                    <a:moveTo>
                      <a:pt x="51102" y="4482"/>
                    </a:moveTo>
                    <a:lnTo>
                      <a:pt x="58203" y="0"/>
                    </a:lnTo>
                    <a:lnTo>
                      <a:pt x="132840" y="118359"/>
                    </a:lnTo>
                    <a:lnTo>
                      <a:pt x="320967" y="416673"/>
                    </a:lnTo>
                    <a:lnTo>
                      <a:pt x="262782" y="453366"/>
                    </a:lnTo>
                    <a:lnTo>
                      <a:pt x="245862" y="426528"/>
                    </a:lnTo>
                    <a:lnTo>
                      <a:pt x="0" y="36702"/>
                    </a:lnTo>
                    <a:lnTo>
                      <a:pt x="51102" y="44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4" name="Контур"/>
              <p:cNvSpPr/>
              <p:nvPr/>
            </p:nvSpPr>
            <p:spPr>
              <a:xfrm>
                <a:off x="5832347" y="7160969"/>
                <a:ext cx="753507" cy="527580"/>
              </a:xfrm>
              <a:custGeom>
                <a:avLst/>
                <a:gdLst/>
                <a:ahLst/>
                <a:cxnLst/>
                <a:rect l="l" t="t" r="r" b="b"/>
                <a:pathLst>
                  <a:path w="753507" h="527580">
                    <a:moveTo>
                      <a:pt x="693972" y="0"/>
                    </a:moveTo>
                    <a:lnTo>
                      <a:pt x="741942" y="77076"/>
                    </a:lnTo>
                    <a:lnTo>
                      <a:pt x="753507" y="95661"/>
                    </a:lnTo>
                    <a:lnTo>
                      <a:pt x="421774" y="301838"/>
                    </a:lnTo>
                    <a:lnTo>
                      <a:pt x="147416" y="472830"/>
                    </a:lnTo>
                    <a:lnTo>
                      <a:pt x="59436" y="527580"/>
                    </a:lnTo>
                    <a:lnTo>
                      <a:pt x="0" y="432279"/>
                    </a:lnTo>
                    <a:lnTo>
                      <a:pt x="468603" y="140256"/>
                    </a:lnTo>
                    <a:lnTo>
                      <a:pt x="69397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5" name="Контур"/>
              <p:cNvSpPr/>
              <p:nvPr/>
            </p:nvSpPr>
            <p:spPr>
              <a:xfrm>
                <a:off x="5689310" y="6889934"/>
                <a:ext cx="974799" cy="719941"/>
              </a:xfrm>
              <a:custGeom>
                <a:avLst/>
                <a:gdLst/>
                <a:ahLst/>
                <a:cxnLst/>
                <a:rect l="l" t="t" r="r" b="b"/>
                <a:pathLst>
                  <a:path w="974799" h="719941">
                    <a:moveTo>
                      <a:pt x="117154" y="719941"/>
                    </a:moveTo>
                    <a:lnTo>
                      <a:pt x="0" y="534852"/>
                    </a:lnTo>
                    <a:lnTo>
                      <a:pt x="859491" y="0"/>
                    </a:lnTo>
                    <a:lnTo>
                      <a:pt x="974799" y="185274"/>
                    </a:lnTo>
                    <a:lnTo>
                      <a:pt x="837009" y="271035"/>
                    </a:lnTo>
                    <a:lnTo>
                      <a:pt x="611640" y="411291"/>
                    </a:lnTo>
                    <a:lnTo>
                      <a:pt x="143037" y="703314"/>
                    </a:lnTo>
                    <a:lnTo>
                      <a:pt x="117154" y="7199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6" name="Контур"/>
              <p:cNvSpPr/>
              <p:nvPr/>
            </p:nvSpPr>
            <p:spPr>
              <a:xfrm>
                <a:off x="4889957" y="7337087"/>
                <a:ext cx="231573" cy="211615"/>
              </a:xfrm>
              <a:custGeom>
                <a:avLst/>
                <a:gdLst/>
                <a:ahLst/>
                <a:cxnLst/>
                <a:rect l="l" t="t" r="r" b="b"/>
                <a:pathLst>
                  <a:path w="231573" h="211615">
                    <a:moveTo>
                      <a:pt x="161365" y="0"/>
                    </a:moveTo>
                    <a:lnTo>
                      <a:pt x="231573" y="110227"/>
                    </a:lnTo>
                    <a:lnTo>
                      <a:pt x="69463" y="211615"/>
                    </a:lnTo>
                    <a:lnTo>
                      <a:pt x="0" y="104817"/>
                    </a:lnTo>
                    <a:lnTo>
                      <a:pt x="84258" y="50457"/>
                    </a:lnTo>
                    <a:lnTo>
                      <a:pt x="1613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7" name="Контур"/>
              <p:cNvSpPr/>
              <p:nvPr/>
            </p:nvSpPr>
            <p:spPr>
              <a:xfrm>
                <a:off x="5209931" y="7125351"/>
                <a:ext cx="260932" cy="265345"/>
              </a:xfrm>
              <a:custGeom>
                <a:avLst/>
                <a:gdLst/>
                <a:ahLst/>
                <a:cxnLst/>
                <a:rect l="l" t="t" r="r" b="b"/>
                <a:pathLst>
                  <a:path w="260932" h="265345">
                    <a:moveTo>
                      <a:pt x="0" y="125012"/>
                    </a:moveTo>
                    <a:lnTo>
                      <a:pt x="197230" y="0"/>
                    </a:lnTo>
                    <a:lnTo>
                      <a:pt x="260932" y="94985"/>
                    </a:lnTo>
                    <a:lnTo>
                      <a:pt x="218056" y="124400"/>
                    </a:lnTo>
                    <a:lnTo>
                      <a:pt x="243782" y="169747"/>
                    </a:lnTo>
                    <a:lnTo>
                      <a:pt x="90652" y="265345"/>
                    </a:lnTo>
                    <a:lnTo>
                      <a:pt x="0" y="1250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8" name="Контур"/>
              <p:cNvSpPr/>
              <p:nvPr/>
            </p:nvSpPr>
            <p:spPr>
              <a:xfrm>
                <a:off x="6526319" y="7075208"/>
                <a:ext cx="373878" cy="466056"/>
              </a:xfrm>
              <a:custGeom>
                <a:avLst/>
                <a:gdLst/>
                <a:ahLst/>
                <a:cxnLst/>
                <a:rect l="l" t="t" r="r" b="b"/>
                <a:pathLst>
                  <a:path w="373878" h="466056">
                    <a:moveTo>
                      <a:pt x="373878" y="381096"/>
                    </a:moveTo>
                    <a:lnTo>
                      <a:pt x="242460" y="462717"/>
                    </a:lnTo>
                    <a:lnTo>
                      <a:pt x="237078" y="466056"/>
                    </a:lnTo>
                    <a:lnTo>
                      <a:pt x="59535" y="181422"/>
                    </a:lnTo>
                    <a:lnTo>
                      <a:pt x="47970" y="162837"/>
                    </a:lnTo>
                    <a:lnTo>
                      <a:pt x="0" y="85761"/>
                    </a:lnTo>
                    <a:lnTo>
                      <a:pt x="137790" y="0"/>
                    </a:lnTo>
                    <a:lnTo>
                      <a:pt x="373878" y="3810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9" name="Контур"/>
              <p:cNvSpPr/>
              <p:nvPr/>
            </p:nvSpPr>
            <p:spPr>
              <a:xfrm>
                <a:off x="5086407" y="7270065"/>
                <a:ext cx="113013" cy="107239"/>
              </a:xfrm>
              <a:custGeom>
                <a:avLst/>
                <a:gdLst/>
                <a:ahLst/>
                <a:cxnLst/>
                <a:rect l="l" t="t" r="r" b="b"/>
                <a:pathLst>
                  <a:path w="113013" h="107239">
                    <a:moveTo>
                      <a:pt x="0" y="45053"/>
                    </a:moveTo>
                    <a:lnTo>
                      <a:pt x="76287" y="0"/>
                    </a:lnTo>
                    <a:lnTo>
                      <a:pt x="113013" y="62186"/>
                    </a:lnTo>
                    <a:lnTo>
                      <a:pt x="36726" y="107239"/>
                    </a:lnTo>
                    <a:lnTo>
                      <a:pt x="0" y="450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0" name="Контур"/>
              <p:cNvSpPr/>
              <p:nvPr/>
            </p:nvSpPr>
            <p:spPr>
              <a:xfrm>
                <a:off x="4923792" y="7755608"/>
                <a:ext cx="411037" cy="316033"/>
              </a:xfrm>
              <a:custGeom>
                <a:avLst/>
                <a:gdLst/>
                <a:ahLst/>
                <a:cxnLst/>
                <a:rect l="l" t="t" r="r" b="b"/>
                <a:pathLst>
                  <a:path w="411037" h="316033">
                    <a:moveTo>
                      <a:pt x="51380" y="316033"/>
                    </a:moveTo>
                    <a:lnTo>
                      <a:pt x="0" y="224173"/>
                    </a:lnTo>
                    <a:lnTo>
                      <a:pt x="339444" y="0"/>
                    </a:lnTo>
                    <a:lnTo>
                      <a:pt x="411037" y="107028"/>
                    </a:lnTo>
                    <a:lnTo>
                      <a:pt x="392085" y="120512"/>
                    </a:lnTo>
                    <a:lnTo>
                      <a:pt x="408510" y="146217"/>
                    </a:lnTo>
                    <a:lnTo>
                      <a:pt x="359235" y="175713"/>
                    </a:lnTo>
                    <a:lnTo>
                      <a:pt x="341126" y="147480"/>
                    </a:lnTo>
                    <a:lnTo>
                      <a:pt x="51380" y="3160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1" name="Контур"/>
              <p:cNvSpPr/>
              <p:nvPr/>
            </p:nvSpPr>
            <p:spPr>
              <a:xfrm>
                <a:off x="6814269" y="7802813"/>
                <a:ext cx="160517" cy="253082"/>
              </a:xfrm>
              <a:custGeom>
                <a:avLst/>
                <a:gdLst/>
                <a:ahLst/>
                <a:cxnLst/>
                <a:rect l="l" t="t" r="r" b="b"/>
                <a:pathLst>
                  <a:path w="160517" h="253082">
                    <a:moveTo>
                      <a:pt x="0" y="16766"/>
                    </a:moveTo>
                    <a:lnTo>
                      <a:pt x="30466" y="0"/>
                    </a:lnTo>
                    <a:lnTo>
                      <a:pt x="160517" y="236316"/>
                    </a:lnTo>
                    <a:lnTo>
                      <a:pt x="130051" y="253082"/>
                    </a:lnTo>
                    <a:lnTo>
                      <a:pt x="0" y="167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2" name="Контур"/>
              <p:cNvSpPr/>
              <p:nvPr/>
            </p:nvSpPr>
            <p:spPr>
              <a:xfrm>
                <a:off x="5312257" y="7764530"/>
                <a:ext cx="112251" cy="121849"/>
              </a:xfrm>
              <a:custGeom>
                <a:avLst/>
                <a:gdLst/>
                <a:ahLst/>
                <a:cxnLst/>
                <a:rect l="l" t="t" r="r" b="b"/>
                <a:pathLst>
                  <a:path w="112251" h="121849">
                    <a:moveTo>
                      <a:pt x="54736" y="121849"/>
                    </a:moveTo>
                    <a:lnTo>
                      <a:pt x="0" y="37183"/>
                    </a:lnTo>
                    <a:lnTo>
                      <a:pt x="57515" y="0"/>
                    </a:lnTo>
                    <a:lnTo>
                      <a:pt x="112251" y="84666"/>
                    </a:lnTo>
                    <a:lnTo>
                      <a:pt x="54736" y="1218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3" name="Контур"/>
              <p:cNvSpPr/>
              <p:nvPr/>
            </p:nvSpPr>
            <p:spPr>
              <a:xfrm>
                <a:off x="5450837" y="7424786"/>
                <a:ext cx="413595" cy="576126"/>
              </a:xfrm>
              <a:custGeom>
                <a:avLst/>
                <a:gdLst/>
                <a:ahLst/>
                <a:cxnLst/>
                <a:rect l="l" t="t" r="r" b="b"/>
                <a:pathLst>
                  <a:path w="413595" h="576126">
                    <a:moveTo>
                      <a:pt x="0" y="153198"/>
                    </a:moveTo>
                    <a:lnTo>
                      <a:pt x="222597" y="10197"/>
                    </a:lnTo>
                    <a:lnTo>
                      <a:pt x="238473" y="0"/>
                    </a:lnTo>
                    <a:lnTo>
                      <a:pt x="355627" y="185089"/>
                    </a:lnTo>
                    <a:lnTo>
                      <a:pt x="369550" y="206763"/>
                    </a:lnTo>
                    <a:lnTo>
                      <a:pt x="316200" y="240904"/>
                    </a:lnTo>
                    <a:lnTo>
                      <a:pt x="274256" y="267979"/>
                    </a:lnTo>
                    <a:lnTo>
                      <a:pt x="291575" y="294242"/>
                    </a:lnTo>
                    <a:lnTo>
                      <a:pt x="413595" y="484887"/>
                    </a:lnTo>
                    <a:lnTo>
                      <a:pt x="271557" y="576126"/>
                    </a:lnTo>
                    <a:lnTo>
                      <a:pt x="0" y="1531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4" name="Контур"/>
              <p:cNvSpPr/>
              <p:nvPr/>
            </p:nvSpPr>
            <p:spPr>
              <a:xfrm>
                <a:off x="5979763" y="7462807"/>
                <a:ext cx="315581" cy="236443"/>
              </a:xfrm>
              <a:custGeom>
                <a:avLst/>
                <a:gdLst/>
                <a:ahLst/>
                <a:cxnLst/>
                <a:rect l="l" t="t" r="r" b="b"/>
                <a:pathLst>
                  <a:path w="315581" h="236443">
                    <a:moveTo>
                      <a:pt x="40729" y="236443"/>
                    </a:moveTo>
                    <a:lnTo>
                      <a:pt x="0" y="170992"/>
                    </a:lnTo>
                    <a:lnTo>
                      <a:pt x="274358" y="0"/>
                    </a:lnTo>
                    <a:lnTo>
                      <a:pt x="315581" y="65404"/>
                    </a:lnTo>
                    <a:lnTo>
                      <a:pt x="40729" y="2364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5" name="Контур"/>
              <p:cNvSpPr/>
              <p:nvPr/>
            </p:nvSpPr>
            <p:spPr>
              <a:xfrm>
                <a:off x="5725093" y="7665690"/>
                <a:ext cx="58740" cy="53338"/>
              </a:xfrm>
              <a:custGeom>
                <a:avLst/>
                <a:gdLst/>
                <a:ahLst/>
                <a:cxnLst/>
                <a:rect l="l" t="t" r="r" b="b"/>
                <a:pathLst>
                  <a:path w="58740" h="53338">
                    <a:moveTo>
                      <a:pt x="41944" y="0"/>
                    </a:moveTo>
                    <a:lnTo>
                      <a:pt x="58740" y="25528"/>
                    </a:lnTo>
                    <a:lnTo>
                      <a:pt x="17319" y="53338"/>
                    </a:lnTo>
                    <a:lnTo>
                      <a:pt x="0" y="27075"/>
                    </a:lnTo>
                    <a:lnTo>
                      <a:pt x="4194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6" name="Контур"/>
              <p:cNvSpPr/>
              <p:nvPr/>
            </p:nvSpPr>
            <p:spPr>
              <a:xfrm>
                <a:off x="4598929" y="6605000"/>
                <a:ext cx="122157" cy="140305"/>
              </a:xfrm>
              <a:custGeom>
                <a:avLst/>
                <a:gdLst/>
                <a:ahLst/>
                <a:cxnLst/>
                <a:rect l="l" t="t" r="r" b="b"/>
                <a:pathLst>
                  <a:path w="122157" h="140305">
                    <a:moveTo>
                      <a:pt x="64600" y="0"/>
                    </a:moveTo>
                    <a:lnTo>
                      <a:pt x="122157" y="86383"/>
                    </a:lnTo>
                    <a:lnTo>
                      <a:pt x="41228" y="140305"/>
                    </a:lnTo>
                    <a:lnTo>
                      <a:pt x="0" y="78429"/>
                    </a:lnTo>
                    <a:lnTo>
                      <a:pt x="17666" y="66659"/>
                    </a:lnTo>
                    <a:lnTo>
                      <a:pt x="1336" y="42152"/>
                    </a:lnTo>
                    <a:lnTo>
                      <a:pt x="646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7" name="Контур"/>
              <p:cNvSpPr/>
              <p:nvPr/>
            </p:nvSpPr>
            <p:spPr>
              <a:xfrm>
                <a:off x="4340707" y="6159350"/>
                <a:ext cx="582370" cy="433993"/>
              </a:xfrm>
              <a:custGeom>
                <a:avLst/>
                <a:gdLst/>
                <a:ahLst/>
                <a:cxnLst/>
                <a:rect l="l" t="t" r="r" b="b"/>
                <a:pathLst>
                  <a:path w="582370" h="433993">
                    <a:moveTo>
                      <a:pt x="582370" y="101754"/>
                    </a:moveTo>
                    <a:lnTo>
                      <a:pt x="59914" y="433993"/>
                    </a:lnTo>
                    <a:lnTo>
                      <a:pt x="0" y="342534"/>
                    </a:lnTo>
                    <a:lnTo>
                      <a:pt x="38495" y="317186"/>
                    </a:lnTo>
                    <a:lnTo>
                      <a:pt x="87968" y="284343"/>
                    </a:lnTo>
                    <a:lnTo>
                      <a:pt x="225181" y="194351"/>
                    </a:lnTo>
                    <a:lnTo>
                      <a:pt x="272227" y="161524"/>
                    </a:lnTo>
                    <a:lnTo>
                      <a:pt x="517804" y="0"/>
                    </a:lnTo>
                    <a:lnTo>
                      <a:pt x="582370" y="1017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8" name="Контур"/>
              <p:cNvSpPr/>
              <p:nvPr/>
            </p:nvSpPr>
            <p:spPr>
              <a:xfrm>
                <a:off x="4231164" y="6179489"/>
                <a:ext cx="67023" cy="72128"/>
              </a:xfrm>
              <a:custGeom>
                <a:avLst/>
                <a:gdLst/>
                <a:ahLst/>
                <a:cxnLst/>
                <a:rect l="l" t="t" r="r" b="b"/>
                <a:pathLst>
                  <a:path w="67023" h="72128">
                    <a:moveTo>
                      <a:pt x="0" y="22653"/>
                    </a:moveTo>
                    <a:lnTo>
                      <a:pt x="32019" y="0"/>
                    </a:lnTo>
                    <a:lnTo>
                      <a:pt x="67023" y="49475"/>
                    </a:lnTo>
                    <a:lnTo>
                      <a:pt x="35005" y="72128"/>
                    </a:lnTo>
                    <a:lnTo>
                      <a:pt x="0" y="226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9" name="Контур"/>
              <p:cNvSpPr/>
              <p:nvPr/>
            </p:nvSpPr>
            <p:spPr>
              <a:xfrm>
                <a:off x="4250883" y="6330188"/>
                <a:ext cx="128319" cy="171696"/>
              </a:xfrm>
              <a:custGeom>
                <a:avLst/>
                <a:gdLst/>
                <a:ahLst/>
                <a:cxnLst/>
                <a:rect l="l" t="t" r="r" b="b"/>
                <a:pathLst>
                  <a:path w="128319" h="171696">
                    <a:moveTo>
                      <a:pt x="89824" y="171696"/>
                    </a:moveTo>
                    <a:lnTo>
                      <a:pt x="0" y="26176"/>
                    </a:lnTo>
                    <a:lnTo>
                      <a:pt x="40015" y="0"/>
                    </a:lnTo>
                    <a:lnTo>
                      <a:pt x="128319" y="146348"/>
                    </a:lnTo>
                    <a:lnTo>
                      <a:pt x="89824" y="1716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0" name="Контур"/>
              <p:cNvSpPr/>
              <p:nvPr/>
            </p:nvSpPr>
            <p:spPr>
              <a:xfrm>
                <a:off x="4313595" y="5703269"/>
                <a:ext cx="830346" cy="587965"/>
              </a:xfrm>
              <a:custGeom>
                <a:avLst/>
                <a:gdLst/>
                <a:ahLst/>
                <a:cxnLst/>
                <a:rect l="l" t="t" r="r" b="b"/>
                <a:pathLst>
                  <a:path w="830346" h="587965">
                    <a:moveTo>
                      <a:pt x="429752" y="25386"/>
                    </a:moveTo>
                    <a:lnTo>
                      <a:pt x="534422" y="171186"/>
                    </a:lnTo>
                    <a:lnTo>
                      <a:pt x="745578" y="22524"/>
                    </a:lnTo>
                    <a:lnTo>
                      <a:pt x="830346" y="138416"/>
                    </a:lnTo>
                    <a:lnTo>
                      <a:pt x="255753" y="555139"/>
                    </a:lnTo>
                    <a:lnTo>
                      <a:pt x="208707" y="587965"/>
                    </a:lnTo>
                    <a:lnTo>
                      <a:pt x="0" y="302387"/>
                    </a:lnTo>
                    <a:lnTo>
                      <a:pt x="413044" y="0"/>
                    </a:lnTo>
                    <a:lnTo>
                      <a:pt x="429752" y="253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1" name="Контур"/>
              <p:cNvSpPr/>
              <p:nvPr/>
            </p:nvSpPr>
            <p:spPr>
              <a:xfrm>
                <a:off x="4858511" y="5806335"/>
                <a:ext cx="574069" cy="454769"/>
              </a:xfrm>
              <a:custGeom>
                <a:avLst/>
                <a:gdLst/>
                <a:ahLst/>
                <a:cxnLst/>
                <a:rect l="l" t="t" r="r" b="b"/>
                <a:pathLst>
                  <a:path w="574069" h="454769">
                    <a:moveTo>
                      <a:pt x="0" y="353015"/>
                    </a:moveTo>
                    <a:lnTo>
                      <a:pt x="487453" y="0"/>
                    </a:lnTo>
                    <a:lnTo>
                      <a:pt x="574069" y="118622"/>
                    </a:lnTo>
                    <a:lnTo>
                      <a:pt x="64566" y="454769"/>
                    </a:lnTo>
                    <a:lnTo>
                      <a:pt x="0" y="3530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2" name="Контур"/>
              <p:cNvSpPr/>
              <p:nvPr/>
            </p:nvSpPr>
            <p:spPr>
              <a:xfrm>
                <a:off x="4240517" y="6918302"/>
                <a:ext cx="455850" cy="406827"/>
              </a:xfrm>
              <a:custGeom>
                <a:avLst/>
                <a:gdLst/>
                <a:ahLst/>
                <a:cxnLst/>
                <a:rect l="l" t="t" r="r" b="b"/>
                <a:pathLst>
                  <a:path w="455850" h="406827">
                    <a:moveTo>
                      <a:pt x="0" y="209682"/>
                    </a:moveTo>
                    <a:lnTo>
                      <a:pt x="330930" y="0"/>
                    </a:lnTo>
                    <a:lnTo>
                      <a:pt x="455850" y="197163"/>
                    </a:lnTo>
                    <a:lnTo>
                      <a:pt x="124875" y="406827"/>
                    </a:lnTo>
                    <a:lnTo>
                      <a:pt x="0" y="2096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3" name="Контур"/>
              <p:cNvSpPr/>
              <p:nvPr/>
            </p:nvSpPr>
            <p:spPr>
              <a:xfrm>
                <a:off x="3548926" y="6519557"/>
                <a:ext cx="849397" cy="658701"/>
              </a:xfrm>
              <a:custGeom>
                <a:avLst/>
                <a:gdLst/>
                <a:ahLst/>
                <a:cxnLst/>
                <a:rect l="l" t="t" r="r" b="b"/>
                <a:pathLst>
                  <a:path w="849397" h="658701">
                    <a:moveTo>
                      <a:pt x="350527" y="658701"/>
                    </a:moveTo>
                    <a:lnTo>
                      <a:pt x="248584" y="500112"/>
                    </a:lnTo>
                    <a:lnTo>
                      <a:pt x="242977" y="503721"/>
                    </a:lnTo>
                    <a:lnTo>
                      <a:pt x="134257" y="573597"/>
                    </a:lnTo>
                    <a:lnTo>
                      <a:pt x="0" y="390778"/>
                    </a:lnTo>
                    <a:lnTo>
                      <a:pt x="10644" y="383857"/>
                    </a:lnTo>
                    <a:lnTo>
                      <a:pt x="43111" y="362031"/>
                    </a:lnTo>
                    <a:lnTo>
                      <a:pt x="89671" y="425547"/>
                    </a:lnTo>
                    <a:lnTo>
                      <a:pt x="673357" y="0"/>
                    </a:lnTo>
                    <a:lnTo>
                      <a:pt x="849397" y="241488"/>
                    </a:lnTo>
                    <a:lnTo>
                      <a:pt x="822919" y="260784"/>
                    </a:lnTo>
                    <a:lnTo>
                      <a:pt x="848200" y="295461"/>
                    </a:lnTo>
                    <a:lnTo>
                      <a:pt x="350527" y="6587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4" name="Контур"/>
              <p:cNvSpPr/>
              <p:nvPr/>
            </p:nvSpPr>
            <p:spPr>
              <a:xfrm>
                <a:off x="4675277" y="6775751"/>
                <a:ext cx="206274" cy="256013"/>
              </a:xfrm>
              <a:custGeom>
                <a:avLst/>
                <a:gdLst/>
                <a:ahLst/>
                <a:cxnLst/>
                <a:rect l="l" t="t" r="r" b="b"/>
                <a:pathLst>
                  <a:path w="206274" h="256013">
                    <a:moveTo>
                      <a:pt x="0" y="46464"/>
                    </a:moveTo>
                    <a:lnTo>
                      <a:pt x="73121" y="0"/>
                    </a:lnTo>
                    <a:lnTo>
                      <a:pt x="206274" y="209550"/>
                    </a:lnTo>
                    <a:lnTo>
                      <a:pt x="133153" y="256013"/>
                    </a:lnTo>
                    <a:lnTo>
                      <a:pt x="0" y="464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5" name="Контур"/>
              <p:cNvSpPr/>
              <p:nvPr/>
            </p:nvSpPr>
            <p:spPr>
              <a:xfrm>
                <a:off x="4858295" y="5857697"/>
                <a:ext cx="1209195" cy="1013562"/>
              </a:xfrm>
              <a:custGeom>
                <a:avLst/>
                <a:gdLst/>
                <a:ahLst/>
                <a:cxnLst/>
                <a:rect l="l" t="t" r="r" b="b"/>
                <a:pathLst>
                  <a:path w="1209195" h="1013562">
                    <a:moveTo>
                      <a:pt x="262782" y="1013562"/>
                    </a:moveTo>
                    <a:lnTo>
                      <a:pt x="242253" y="981009"/>
                    </a:lnTo>
                    <a:lnTo>
                      <a:pt x="0" y="596898"/>
                    </a:lnTo>
                    <a:lnTo>
                      <a:pt x="787185" y="100422"/>
                    </a:lnTo>
                    <a:lnTo>
                      <a:pt x="810828" y="85509"/>
                    </a:lnTo>
                    <a:lnTo>
                      <a:pt x="825012" y="76563"/>
                    </a:lnTo>
                    <a:lnTo>
                      <a:pt x="946413" y="0"/>
                    </a:lnTo>
                    <a:lnTo>
                      <a:pt x="1192275" y="389826"/>
                    </a:lnTo>
                    <a:lnTo>
                      <a:pt x="1209195" y="416664"/>
                    </a:lnTo>
                    <a:lnTo>
                      <a:pt x="1198899" y="423162"/>
                    </a:lnTo>
                    <a:lnTo>
                      <a:pt x="262782" y="10135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6" name="Контур"/>
              <p:cNvSpPr/>
              <p:nvPr/>
            </p:nvSpPr>
            <p:spPr>
              <a:xfrm>
                <a:off x="3650972" y="6709754"/>
                <a:ext cx="57024" cy="52272"/>
              </a:xfrm>
              <a:custGeom>
                <a:avLst/>
                <a:gdLst/>
                <a:ahLst/>
                <a:cxnLst/>
                <a:rect l="l" t="t" r="r" b="b"/>
                <a:pathLst>
                  <a:path w="57024" h="52272">
                    <a:moveTo>
                      <a:pt x="0" y="28890"/>
                    </a:moveTo>
                    <a:lnTo>
                      <a:pt x="40248" y="0"/>
                    </a:lnTo>
                    <a:lnTo>
                      <a:pt x="57024" y="23472"/>
                    </a:lnTo>
                    <a:lnTo>
                      <a:pt x="16704" y="52272"/>
                    </a:lnTo>
                    <a:lnTo>
                      <a:pt x="0" y="288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7" name="Контур"/>
              <p:cNvSpPr/>
              <p:nvPr/>
            </p:nvSpPr>
            <p:spPr>
              <a:xfrm>
                <a:off x="4782938" y="6454595"/>
                <a:ext cx="338139" cy="463410"/>
              </a:xfrm>
              <a:custGeom>
                <a:avLst/>
                <a:gdLst/>
                <a:ahLst/>
                <a:cxnLst/>
                <a:rect l="l" t="t" r="r" b="b"/>
                <a:pathLst>
                  <a:path w="338139" h="463410">
                    <a:moveTo>
                      <a:pt x="0" y="47520"/>
                    </a:moveTo>
                    <a:lnTo>
                      <a:pt x="75357" y="0"/>
                    </a:lnTo>
                    <a:lnTo>
                      <a:pt x="317610" y="384111"/>
                    </a:lnTo>
                    <a:lnTo>
                      <a:pt x="338139" y="416664"/>
                    </a:lnTo>
                    <a:lnTo>
                      <a:pt x="264024" y="463410"/>
                    </a:lnTo>
                    <a:lnTo>
                      <a:pt x="0" y="475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8" name="Контур"/>
              <p:cNvSpPr/>
              <p:nvPr/>
            </p:nvSpPr>
            <p:spPr>
              <a:xfrm>
                <a:off x="3658270" y="7775487"/>
                <a:ext cx="207728" cy="162891"/>
              </a:xfrm>
              <a:custGeom>
                <a:avLst/>
                <a:gdLst/>
                <a:ahLst/>
                <a:cxnLst/>
                <a:rect l="l" t="t" r="r" b="b"/>
                <a:pathLst>
                  <a:path w="207728" h="162891">
                    <a:moveTo>
                      <a:pt x="0" y="114985"/>
                    </a:moveTo>
                    <a:lnTo>
                      <a:pt x="176522" y="0"/>
                    </a:lnTo>
                    <a:lnTo>
                      <a:pt x="207728" y="47906"/>
                    </a:lnTo>
                    <a:lnTo>
                      <a:pt x="31206" y="162891"/>
                    </a:lnTo>
                    <a:lnTo>
                      <a:pt x="0" y="1149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9" name="Контур"/>
              <p:cNvSpPr/>
              <p:nvPr/>
            </p:nvSpPr>
            <p:spPr>
              <a:xfrm>
                <a:off x="4813318" y="7441904"/>
                <a:ext cx="146102" cy="125772"/>
              </a:xfrm>
              <a:custGeom>
                <a:avLst/>
                <a:gdLst/>
                <a:ahLst/>
                <a:cxnLst/>
                <a:rect l="l" t="t" r="r" b="b"/>
                <a:pathLst>
                  <a:path w="146102" h="125772">
                    <a:moveTo>
                      <a:pt x="76639" y="0"/>
                    </a:moveTo>
                    <a:lnTo>
                      <a:pt x="146102" y="106798"/>
                    </a:lnTo>
                    <a:lnTo>
                      <a:pt x="124506" y="120844"/>
                    </a:lnTo>
                    <a:lnTo>
                      <a:pt x="104425" y="89970"/>
                    </a:lnTo>
                    <a:lnTo>
                      <a:pt x="49381" y="125772"/>
                    </a:lnTo>
                    <a:lnTo>
                      <a:pt x="0" y="49848"/>
                    </a:lnTo>
                    <a:lnTo>
                      <a:pt x="766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0" name="Контур"/>
              <p:cNvSpPr/>
              <p:nvPr/>
            </p:nvSpPr>
            <p:spPr>
              <a:xfrm>
                <a:off x="3988940" y="7202672"/>
                <a:ext cx="342081" cy="349652"/>
              </a:xfrm>
              <a:custGeom>
                <a:avLst/>
                <a:gdLst/>
                <a:ahLst/>
                <a:cxnLst/>
                <a:rect l="l" t="t" r="r" b="b"/>
                <a:pathLst>
                  <a:path w="342081" h="349652">
                    <a:moveTo>
                      <a:pt x="228702" y="0"/>
                    </a:moveTo>
                    <a:lnTo>
                      <a:pt x="342081" y="173910"/>
                    </a:lnTo>
                    <a:lnTo>
                      <a:pt x="69958" y="349652"/>
                    </a:lnTo>
                    <a:lnTo>
                      <a:pt x="7118" y="256069"/>
                    </a:lnTo>
                    <a:lnTo>
                      <a:pt x="50735" y="226782"/>
                    </a:lnTo>
                    <a:lnTo>
                      <a:pt x="0" y="147324"/>
                    </a:lnTo>
                    <a:lnTo>
                      <a:pt x="34324" y="126123"/>
                    </a:lnTo>
                    <a:lnTo>
                      <a:pt x="22870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1" name="Контур"/>
              <p:cNvSpPr/>
              <p:nvPr/>
            </p:nvSpPr>
            <p:spPr>
              <a:xfrm>
                <a:off x="3655112" y="7019669"/>
                <a:ext cx="305901" cy="345915"/>
              </a:xfrm>
              <a:custGeom>
                <a:avLst/>
                <a:gdLst/>
                <a:ahLst/>
                <a:cxnLst/>
                <a:rect l="l" t="t" r="r" b="b"/>
                <a:pathLst>
                  <a:path w="305901" h="345915">
                    <a:moveTo>
                      <a:pt x="163485" y="345915"/>
                    </a:moveTo>
                    <a:lnTo>
                      <a:pt x="0" y="91530"/>
                    </a:lnTo>
                    <a:lnTo>
                      <a:pt x="28071" y="73485"/>
                    </a:lnTo>
                    <a:lnTo>
                      <a:pt x="136791" y="3609"/>
                    </a:lnTo>
                    <a:lnTo>
                      <a:pt x="142398" y="0"/>
                    </a:lnTo>
                    <a:lnTo>
                      <a:pt x="244341" y="158589"/>
                    </a:lnTo>
                    <a:lnTo>
                      <a:pt x="305901" y="254358"/>
                    </a:lnTo>
                    <a:lnTo>
                      <a:pt x="163485" y="3459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2" name="Контур"/>
              <p:cNvSpPr/>
              <p:nvPr/>
            </p:nvSpPr>
            <p:spPr>
              <a:xfrm>
                <a:off x="3859965" y="7387172"/>
                <a:ext cx="108890" cy="131515"/>
              </a:xfrm>
              <a:custGeom>
                <a:avLst/>
                <a:gdLst/>
                <a:ahLst/>
                <a:cxnLst/>
                <a:rect l="l" t="t" r="r" b="b"/>
                <a:pathLst>
                  <a:path w="108890" h="131515">
                    <a:moveTo>
                      <a:pt x="0" y="23874"/>
                    </a:moveTo>
                    <a:lnTo>
                      <a:pt x="34582" y="0"/>
                    </a:lnTo>
                    <a:lnTo>
                      <a:pt x="108890" y="107641"/>
                    </a:lnTo>
                    <a:lnTo>
                      <a:pt x="74307" y="131515"/>
                    </a:lnTo>
                    <a:lnTo>
                      <a:pt x="0" y="238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3" name="Контур"/>
              <p:cNvSpPr/>
              <p:nvPr/>
            </p:nvSpPr>
            <p:spPr>
              <a:xfrm>
                <a:off x="3537842" y="7251887"/>
                <a:ext cx="178515" cy="153486"/>
              </a:xfrm>
              <a:custGeom>
                <a:avLst/>
                <a:gdLst/>
                <a:ahLst/>
                <a:cxnLst/>
                <a:rect l="l" t="t" r="r" b="b"/>
                <a:pathLst>
                  <a:path w="178515" h="153486">
                    <a:moveTo>
                      <a:pt x="135369" y="0"/>
                    </a:moveTo>
                    <a:lnTo>
                      <a:pt x="178515" y="67617"/>
                    </a:lnTo>
                    <a:lnTo>
                      <a:pt x="42849" y="153486"/>
                    </a:lnTo>
                    <a:lnTo>
                      <a:pt x="0" y="86256"/>
                    </a:lnTo>
                    <a:lnTo>
                      <a:pt x="1353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4" name="Контур"/>
              <p:cNvSpPr/>
              <p:nvPr/>
            </p:nvSpPr>
            <p:spPr>
              <a:xfrm>
                <a:off x="8996011" y="6875984"/>
                <a:ext cx="57013" cy="69826"/>
              </a:xfrm>
              <a:custGeom>
                <a:avLst/>
                <a:gdLst/>
                <a:ahLst/>
                <a:cxnLst/>
                <a:rect l="l" t="t" r="r" b="b"/>
                <a:pathLst>
                  <a:path w="57013" h="69826">
                    <a:moveTo>
                      <a:pt x="31066" y="0"/>
                    </a:moveTo>
                    <a:lnTo>
                      <a:pt x="57013" y="54711"/>
                    </a:lnTo>
                    <a:lnTo>
                      <a:pt x="25144" y="69826"/>
                    </a:lnTo>
                    <a:lnTo>
                      <a:pt x="15033" y="48101"/>
                    </a:lnTo>
                    <a:lnTo>
                      <a:pt x="0" y="14317"/>
                    </a:lnTo>
                    <a:lnTo>
                      <a:pt x="3106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5" name="Контур"/>
              <p:cNvSpPr/>
              <p:nvPr/>
            </p:nvSpPr>
            <p:spPr>
              <a:xfrm>
                <a:off x="8312567" y="6388417"/>
                <a:ext cx="247251" cy="170746"/>
              </a:xfrm>
              <a:custGeom>
                <a:avLst/>
                <a:gdLst/>
                <a:ahLst/>
                <a:cxnLst/>
                <a:rect l="l" t="t" r="r" b="b"/>
                <a:pathLst>
                  <a:path w="247251" h="170746">
                    <a:moveTo>
                      <a:pt x="0" y="98119"/>
                    </a:moveTo>
                    <a:lnTo>
                      <a:pt x="210721" y="0"/>
                    </a:lnTo>
                    <a:lnTo>
                      <a:pt x="247251" y="72616"/>
                    </a:lnTo>
                    <a:lnTo>
                      <a:pt x="36618" y="170746"/>
                    </a:lnTo>
                    <a:lnTo>
                      <a:pt x="0" y="981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6" name="Контур"/>
              <p:cNvSpPr/>
              <p:nvPr/>
            </p:nvSpPr>
            <p:spPr>
              <a:xfrm>
                <a:off x="9112568" y="6461749"/>
                <a:ext cx="163776" cy="135803"/>
              </a:xfrm>
              <a:custGeom>
                <a:avLst/>
                <a:gdLst/>
                <a:ahLst/>
                <a:cxnLst/>
                <a:rect l="l" t="t" r="r" b="b"/>
                <a:pathLst>
                  <a:path w="163776" h="135803">
                    <a:moveTo>
                      <a:pt x="76620" y="135803"/>
                    </a:moveTo>
                    <a:lnTo>
                      <a:pt x="56918" y="91448"/>
                    </a:lnTo>
                    <a:lnTo>
                      <a:pt x="23533" y="106234"/>
                    </a:lnTo>
                    <a:lnTo>
                      <a:pt x="0" y="58045"/>
                    </a:lnTo>
                    <a:lnTo>
                      <a:pt x="118761" y="0"/>
                    </a:lnTo>
                    <a:lnTo>
                      <a:pt x="141562" y="47349"/>
                    </a:lnTo>
                    <a:lnTo>
                      <a:pt x="163776" y="93088"/>
                    </a:lnTo>
                    <a:lnTo>
                      <a:pt x="76620" y="1358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7" name="Контур"/>
              <p:cNvSpPr/>
              <p:nvPr/>
            </p:nvSpPr>
            <p:spPr>
              <a:xfrm>
                <a:off x="9027077" y="6665744"/>
                <a:ext cx="469458" cy="264951"/>
              </a:xfrm>
              <a:custGeom>
                <a:avLst/>
                <a:gdLst/>
                <a:ahLst/>
                <a:cxnLst/>
                <a:rect l="l" t="t" r="r" b="b"/>
                <a:pathLst>
                  <a:path w="469458" h="264951">
                    <a:moveTo>
                      <a:pt x="469458" y="54711"/>
                    </a:moveTo>
                    <a:lnTo>
                      <a:pt x="25947" y="264951"/>
                    </a:lnTo>
                    <a:lnTo>
                      <a:pt x="0" y="210240"/>
                    </a:lnTo>
                    <a:lnTo>
                      <a:pt x="443520" y="0"/>
                    </a:lnTo>
                    <a:lnTo>
                      <a:pt x="469458" y="547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8" name="Контур"/>
              <p:cNvSpPr/>
              <p:nvPr/>
            </p:nvSpPr>
            <p:spPr>
              <a:xfrm>
                <a:off x="8932909" y="6890301"/>
                <a:ext cx="78135" cy="63487"/>
              </a:xfrm>
              <a:custGeom>
                <a:avLst/>
                <a:gdLst/>
                <a:ahLst/>
                <a:cxnLst/>
                <a:rect l="l" t="t" r="r" b="b"/>
                <a:pathLst>
                  <a:path w="78135" h="63487">
                    <a:moveTo>
                      <a:pt x="63102" y="0"/>
                    </a:moveTo>
                    <a:lnTo>
                      <a:pt x="78135" y="33784"/>
                    </a:lnTo>
                    <a:lnTo>
                      <a:pt x="15938" y="63487"/>
                    </a:lnTo>
                    <a:lnTo>
                      <a:pt x="0" y="30348"/>
                    </a:lnTo>
                    <a:lnTo>
                      <a:pt x="6310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9" name="Контур"/>
              <p:cNvSpPr/>
              <p:nvPr/>
            </p:nvSpPr>
            <p:spPr>
              <a:xfrm>
                <a:off x="8123025" y="6700328"/>
                <a:ext cx="117243" cy="142560"/>
              </a:xfrm>
              <a:custGeom>
                <a:avLst/>
                <a:gdLst/>
                <a:ahLst/>
                <a:cxnLst/>
                <a:rect l="l" t="t" r="r" b="b"/>
                <a:pathLst>
                  <a:path w="117243" h="142560">
                    <a:moveTo>
                      <a:pt x="35820" y="26883"/>
                    </a:moveTo>
                    <a:lnTo>
                      <a:pt x="99333" y="0"/>
                    </a:lnTo>
                    <a:lnTo>
                      <a:pt x="117243" y="70065"/>
                    </a:lnTo>
                    <a:lnTo>
                      <a:pt x="26055" y="142560"/>
                    </a:lnTo>
                    <a:lnTo>
                      <a:pt x="0" y="105903"/>
                    </a:lnTo>
                    <a:lnTo>
                      <a:pt x="47223" y="57024"/>
                    </a:lnTo>
                    <a:lnTo>
                      <a:pt x="35820" y="268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0" name="Контур"/>
              <p:cNvSpPr/>
              <p:nvPr/>
            </p:nvSpPr>
            <p:spPr>
              <a:xfrm>
                <a:off x="9002291" y="6293990"/>
                <a:ext cx="197127" cy="156960"/>
              </a:xfrm>
              <a:custGeom>
                <a:avLst/>
                <a:gdLst/>
                <a:ahLst/>
                <a:cxnLst/>
                <a:rect l="l" t="t" r="r" b="b"/>
                <a:pathLst>
                  <a:path w="197127" h="156960">
                    <a:moveTo>
                      <a:pt x="160596" y="0"/>
                    </a:moveTo>
                    <a:lnTo>
                      <a:pt x="197127" y="77337"/>
                    </a:lnTo>
                    <a:lnTo>
                      <a:pt x="40734" y="156960"/>
                    </a:lnTo>
                    <a:lnTo>
                      <a:pt x="0" y="75924"/>
                    </a:lnTo>
                    <a:lnTo>
                      <a:pt x="11916" y="70290"/>
                    </a:lnTo>
                    <a:lnTo>
                      <a:pt x="16059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1" name="Контур"/>
              <p:cNvSpPr/>
              <p:nvPr/>
            </p:nvSpPr>
            <p:spPr>
              <a:xfrm>
                <a:off x="9039938" y="5986667"/>
                <a:ext cx="252612" cy="384660"/>
              </a:xfrm>
              <a:custGeom>
                <a:avLst/>
                <a:gdLst/>
                <a:ahLst/>
                <a:cxnLst/>
                <a:rect l="l" t="t" r="r" b="b"/>
                <a:pathLst>
                  <a:path w="252612" h="384660">
                    <a:moveTo>
                      <a:pt x="0" y="47052"/>
                    </a:moveTo>
                    <a:lnTo>
                      <a:pt x="92286" y="0"/>
                    </a:lnTo>
                    <a:lnTo>
                      <a:pt x="252612" y="340839"/>
                    </a:lnTo>
                    <a:lnTo>
                      <a:pt x="159480" y="384660"/>
                    </a:lnTo>
                    <a:lnTo>
                      <a:pt x="122949" y="307323"/>
                    </a:lnTo>
                    <a:lnTo>
                      <a:pt x="0" y="470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2" name="Контур"/>
              <p:cNvSpPr/>
              <p:nvPr/>
            </p:nvSpPr>
            <p:spPr>
              <a:xfrm>
                <a:off x="8731976" y="5699360"/>
                <a:ext cx="430911" cy="676224"/>
              </a:xfrm>
              <a:custGeom>
                <a:avLst/>
                <a:gdLst/>
                <a:ahLst/>
                <a:cxnLst/>
                <a:rect l="l" t="t" r="r" b="b"/>
                <a:pathLst>
                  <a:path w="430911" h="676224">
                    <a:moveTo>
                      <a:pt x="150021" y="0"/>
                    </a:moveTo>
                    <a:lnTo>
                      <a:pt x="307962" y="334359"/>
                    </a:lnTo>
                    <a:lnTo>
                      <a:pt x="430911" y="594630"/>
                    </a:lnTo>
                    <a:lnTo>
                      <a:pt x="282231" y="664920"/>
                    </a:lnTo>
                    <a:lnTo>
                      <a:pt x="270315" y="670554"/>
                    </a:lnTo>
                    <a:lnTo>
                      <a:pt x="260541" y="676224"/>
                    </a:lnTo>
                    <a:lnTo>
                      <a:pt x="210141" y="571824"/>
                    </a:lnTo>
                    <a:lnTo>
                      <a:pt x="232677" y="561141"/>
                    </a:lnTo>
                    <a:lnTo>
                      <a:pt x="211059" y="515853"/>
                    </a:lnTo>
                    <a:lnTo>
                      <a:pt x="207171" y="507708"/>
                    </a:lnTo>
                    <a:lnTo>
                      <a:pt x="161802" y="412686"/>
                    </a:lnTo>
                    <a:lnTo>
                      <a:pt x="135477" y="357543"/>
                    </a:lnTo>
                    <a:lnTo>
                      <a:pt x="97326" y="277623"/>
                    </a:lnTo>
                    <a:lnTo>
                      <a:pt x="0" y="73764"/>
                    </a:lnTo>
                    <a:lnTo>
                      <a:pt x="15002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3" name="Контур"/>
              <p:cNvSpPr/>
              <p:nvPr/>
            </p:nvSpPr>
            <p:spPr>
              <a:xfrm>
                <a:off x="9132224" y="5948912"/>
                <a:ext cx="233649" cy="378594"/>
              </a:xfrm>
              <a:custGeom>
                <a:avLst/>
                <a:gdLst/>
                <a:ahLst/>
                <a:cxnLst/>
                <a:rect l="l" t="t" r="r" b="b"/>
                <a:pathLst>
                  <a:path w="233649" h="378594">
                    <a:moveTo>
                      <a:pt x="74061" y="0"/>
                    </a:moveTo>
                    <a:lnTo>
                      <a:pt x="233649" y="344106"/>
                    </a:lnTo>
                    <a:lnTo>
                      <a:pt x="160326" y="378594"/>
                    </a:lnTo>
                    <a:lnTo>
                      <a:pt x="0" y="37755"/>
                    </a:lnTo>
                    <a:lnTo>
                      <a:pt x="740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4" name="Контур"/>
              <p:cNvSpPr/>
              <p:nvPr/>
            </p:nvSpPr>
            <p:spPr>
              <a:xfrm>
                <a:off x="8623643" y="6171446"/>
                <a:ext cx="151353" cy="153639"/>
              </a:xfrm>
              <a:custGeom>
                <a:avLst/>
                <a:gdLst/>
                <a:ahLst/>
                <a:cxnLst/>
                <a:rect l="l" t="t" r="r" b="b"/>
                <a:pathLst>
                  <a:path w="151353" h="153639">
                    <a:moveTo>
                      <a:pt x="99081" y="0"/>
                    </a:moveTo>
                    <a:lnTo>
                      <a:pt x="151353" y="103698"/>
                    </a:lnTo>
                    <a:lnTo>
                      <a:pt x="52272" y="153639"/>
                    </a:lnTo>
                    <a:lnTo>
                      <a:pt x="12582" y="74907"/>
                    </a:lnTo>
                    <a:lnTo>
                      <a:pt x="0" y="49941"/>
                    </a:lnTo>
                    <a:lnTo>
                      <a:pt x="9908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5" name="Контур"/>
              <p:cNvSpPr/>
              <p:nvPr/>
            </p:nvSpPr>
            <p:spPr>
              <a:xfrm>
                <a:off x="8806757" y="6127238"/>
                <a:ext cx="132120" cy="182826"/>
              </a:xfrm>
              <a:custGeom>
                <a:avLst/>
                <a:gdLst/>
                <a:ahLst/>
                <a:cxnLst/>
                <a:rect l="l" t="t" r="r" b="b"/>
                <a:pathLst>
                  <a:path w="132120" h="182826">
                    <a:moveTo>
                      <a:pt x="4428" y="26568"/>
                    </a:moveTo>
                    <a:lnTo>
                      <a:pt x="58059" y="0"/>
                    </a:lnTo>
                    <a:lnTo>
                      <a:pt x="132120" y="154737"/>
                    </a:lnTo>
                    <a:lnTo>
                      <a:pt x="73440" y="182826"/>
                    </a:lnTo>
                    <a:lnTo>
                      <a:pt x="0" y="30186"/>
                    </a:lnTo>
                    <a:lnTo>
                      <a:pt x="4428" y="265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6" name="Контур"/>
              <p:cNvSpPr/>
              <p:nvPr/>
            </p:nvSpPr>
            <p:spPr>
              <a:xfrm>
                <a:off x="9039938" y="5581937"/>
                <a:ext cx="360639" cy="711081"/>
              </a:xfrm>
              <a:custGeom>
                <a:avLst/>
                <a:gdLst/>
                <a:ahLst/>
                <a:cxnLst/>
                <a:rect l="l" t="t" r="r" b="b"/>
                <a:pathLst>
                  <a:path w="360639" h="711081">
                    <a:moveTo>
                      <a:pt x="166347" y="366975"/>
                    </a:moveTo>
                    <a:lnTo>
                      <a:pt x="0" y="17298"/>
                    </a:lnTo>
                    <a:lnTo>
                      <a:pt x="36504" y="0"/>
                    </a:lnTo>
                    <a:lnTo>
                      <a:pt x="360639" y="694980"/>
                    </a:lnTo>
                    <a:lnTo>
                      <a:pt x="325935" y="711081"/>
                    </a:lnTo>
                    <a:lnTo>
                      <a:pt x="166347" y="3669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7" name="Контур"/>
              <p:cNvSpPr/>
              <p:nvPr/>
            </p:nvSpPr>
            <p:spPr>
              <a:xfrm>
                <a:off x="8547953" y="6157397"/>
                <a:ext cx="88272" cy="112347"/>
              </a:xfrm>
              <a:custGeom>
                <a:avLst/>
                <a:gdLst/>
                <a:ahLst/>
                <a:cxnLst/>
                <a:rect l="l" t="t" r="r" b="b"/>
                <a:pathLst>
                  <a:path w="88272" h="112347">
                    <a:moveTo>
                      <a:pt x="43443" y="0"/>
                    </a:moveTo>
                    <a:lnTo>
                      <a:pt x="64305" y="41400"/>
                    </a:lnTo>
                    <a:lnTo>
                      <a:pt x="75690" y="63990"/>
                    </a:lnTo>
                    <a:lnTo>
                      <a:pt x="88272" y="88956"/>
                    </a:lnTo>
                    <a:lnTo>
                      <a:pt x="41868" y="112347"/>
                    </a:lnTo>
                    <a:lnTo>
                      <a:pt x="0" y="21897"/>
                    </a:lnTo>
                    <a:lnTo>
                      <a:pt x="434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8" name="Контур"/>
              <p:cNvSpPr/>
              <p:nvPr/>
            </p:nvSpPr>
            <p:spPr>
              <a:xfrm>
                <a:off x="8422212" y="6172043"/>
                <a:ext cx="56621" cy="64750"/>
              </a:xfrm>
              <a:custGeom>
                <a:avLst/>
                <a:gdLst/>
                <a:ahLst/>
                <a:cxnLst/>
                <a:rect l="l" t="t" r="r" b="b"/>
                <a:pathLst>
                  <a:path w="56621" h="64750">
                    <a:moveTo>
                      <a:pt x="0" y="15915"/>
                    </a:moveTo>
                    <a:lnTo>
                      <a:pt x="34147" y="0"/>
                    </a:lnTo>
                    <a:lnTo>
                      <a:pt x="56621" y="48710"/>
                    </a:lnTo>
                    <a:lnTo>
                      <a:pt x="22721" y="64750"/>
                    </a:lnTo>
                    <a:lnTo>
                      <a:pt x="0" y="159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9" name="Контур"/>
              <p:cNvSpPr/>
              <p:nvPr/>
            </p:nvSpPr>
            <p:spPr>
              <a:xfrm>
                <a:off x="8553596" y="6032468"/>
                <a:ext cx="169128" cy="188919"/>
              </a:xfrm>
              <a:custGeom>
                <a:avLst/>
                <a:gdLst/>
                <a:ahLst/>
                <a:cxnLst/>
                <a:rect l="l" t="t" r="r" b="b"/>
                <a:pathLst>
                  <a:path w="169128" h="188919">
                    <a:moveTo>
                      <a:pt x="70047" y="188919"/>
                    </a:moveTo>
                    <a:lnTo>
                      <a:pt x="58662" y="166329"/>
                    </a:lnTo>
                    <a:lnTo>
                      <a:pt x="37800" y="124929"/>
                    </a:lnTo>
                    <a:lnTo>
                      <a:pt x="32859" y="115137"/>
                    </a:lnTo>
                    <a:lnTo>
                      <a:pt x="0" y="49941"/>
                    </a:lnTo>
                    <a:lnTo>
                      <a:pt x="99081" y="0"/>
                    </a:lnTo>
                    <a:lnTo>
                      <a:pt x="169128" y="138978"/>
                    </a:lnTo>
                    <a:lnTo>
                      <a:pt x="70047" y="1889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60" name="Контур"/>
              <p:cNvSpPr/>
              <p:nvPr/>
            </p:nvSpPr>
            <p:spPr>
              <a:xfrm>
                <a:off x="8408126" y="6141722"/>
                <a:ext cx="48233" cy="46236"/>
              </a:xfrm>
              <a:custGeom>
                <a:avLst/>
                <a:gdLst/>
                <a:ahLst/>
                <a:cxnLst/>
                <a:rect l="l" t="t" r="r" b="b"/>
                <a:pathLst>
                  <a:path w="48233" h="46236">
                    <a:moveTo>
                      <a:pt x="0" y="16012"/>
                    </a:moveTo>
                    <a:lnTo>
                      <a:pt x="34348" y="0"/>
                    </a:lnTo>
                    <a:lnTo>
                      <a:pt x="48233" y="30321"/>
                    </a:lnTo>
                    <a:lnTo>
                      <a:pt x="14086" y="46236"/>
                    </a:lnTo>
                    <a:lnTo>
                      <a:pt x="0" y="160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61" name="Контур"/>
              <p:cNvSpPr/>
              <p:nvPr/>
            </p:nvSpPr>
            <p:spPr>
              <a:xfrm>
                <a:off x="8510153" y="6082409"/>
                <a:ext cx="81243" cy="96885"/>
              </a:xfrm>
              <a:custGeom>
                <a:avLst/>
                <a:gdLst/>
                <a:ahLst/>
                <a:cxnLst/>
                <a:rect l="l" t="t" r="r" b="b"/>
                <a:pathLst>
                  <a:path w="81243" h="96885">
                    <a:moveTo>
                      <a:pt x="0" y="21897"/>
                    </a:moveTo>
                    <a:lnTo>
                      <a:pt x="43443" y="0"/>
                    </a:lnTo>
                    <a:lnTo>
                      <a:pt x="76302" y="65196"/>
                    </a:lnTo>
                    <a:lnTo>
                      <a:pt x="81243" y="74988"/>
                    </a:lnTo>
                    <a:lnTo>
                      <a:pt x="37800" y="96885"/>
                    </a:lnTo>
                    <a:lnTo>
                      <a:pt x="0" y="218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62" name="Контур"/>
              <p:cNvSpPr/>
              <p:nvPr/>
            </p:nvSpPr>
            <p:spPr>
              <a:xfrm>
                <a:off x="9315538" y="6555994"/>
                <a:ext cx="123107" cy="97591"/>
              </a:xfrm>
              <a:custGeom>
                <a:avLst/>
                <a:gdLst/>
                <a:ahLst/>
                <a:cxnLst/>
                <a:rect l="l" t="t" r="r" b="b"/>
                <a:pathLst>
                  <a:path w="123107" h="97591">
                    <a:moveTo>
                      <a:pt x="0" y="47903"/>
                    </a:moveTo>
                    <a:lnTo>
                      <a:pt x="11307" y="42131"/>
                    </a:lnTo>
                    <a:lnTo>
                      <a:pt x="88829" y="4540"/>
                    </a:lnTo>
                    <a:lnTo>
                      <a:pt x="99331" y="0"/>
                    </a:lnTo>
                    <a:lnTo>
                      <a:pt x="123107" y="50584"/>
                    </a:lnTo>
                    <a:lnTo>
                      <a:pt x="24134" y="97591"/>
                    </a:lnTo>
                    <a:lnTo>
                      <a:pt x="0" y="479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63" name="Контур"/>
              <p:cNvSpPr/>
              <p:nvPr/>
            </p:nvSpPr>
            <p:spPr>
              <a:xfrm>
                <a:off x="9290372" y="6485318"/>
                <a:ext cx="113995" cy="112807"/>
              </a:xfrm>
              <a:custGeom>
                <a:avLst/>
                <a:gdLst/>
                <a:ahLst/>
                <a:cxnLst/>
                <a:rect l="l" t="t" r="r" b="b"/>
                <a:pathLst>
                  <a:path w="113995" h="112807">
                    <a:moveTo>
                      <a:pt x="36473" y="112807"/>
                    </a:moveTo>
                    <a:lnTo>
                      <a:pt x="0" y="37592"/>
                    </a:lnTo>
                    <a:lnTo>
                      <a:pt x="77523" y="0"/>
                    </a:lnTo>
                    <a:lnTo>
                      <a:pt x="113995" y="75216"/>
                    </a:lnTo>
                    <a:lnTo>
                      <a:pt x="36473" y="1128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64" name="Контур"/>
              <p:cNvSpPr/>
              <p:nvPr/>
            </p:nvSpPr>
            <p:spPr>
              <a:xfrm>
                <a:off x="9259926" y="6476519"/>
                <a:ext cx="45802" cy="40820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40820">
                    <a:moveTo>
                      <a:pt x="0" y="18545"/>
                    </a:moveTo>
                    <a:lnTo>
                      <a:pt x="37077" y="0"/>
                    </a:lnTo>
                    <a:lnTo>
                      <a:pt x="43328" y="7525"/>
                    </a:lnTo>
                    <a:lnTo>
                      <a:pt x="45802" y="16723"/>
                    </a:lnTo>
                    <a:lnTo>
                      <a:pt x="44320" y="26133"/>
                    </a:lnTo>
                    <a:lnTo>
                      <a:pt x="39139" y="34125"/>
                    </a:lnTo>
                    <a:lnTo>
                      <a:pt x="31155" y="39321"/>
                    </a:lnTo>
                    <a:lnTo>
                      <a:pt x="21749" y="40820"/>
                    </a:lnTo>
                    <a:lnTo>
                      <a:pt x="12545" y="38362"/>
                    </a:lnTo>
                    <a:lnTo>
                      <a:pt x="5137" y="32374"/>
                    </a:lnTo>
                    <a:lnTo>
                      <a:pt x="806" y="23891"/>
                    </a:lnTo>
                    <a:lnTo>
                      <a:pt x="0" y="185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65" name="Контур"/>
              <p:cNvSpPr/>
              <p:nvPr/>
            </p:nvSpPr>
            <p:spPr>
              <a:xfrm>
                <a:off x="9366764" y="6398705"/>
                <a:ext cx="80046" cy="109971"/>
              </a:xfrm>
              <a:custGeom>
                <a:avLst/>
                <a:gdLst/>
                <a:ahLst/>
                <a:cxnLst/>
                <a:rect l="l" t="t" r="r" b="b"/>
                <a:pathLst>
                  <a:path w="80046" h="109971">
                    <a:moveTo>
                      <a:pt x="0" y="17172"/>
                    </a:moveTo>
                    <a:lnTo>
                      <a:pt x="37098" y="0"/>
                    </a:lnTo>
                    <a:lnTo>
                      <a:pt x="80046" y="92799"/>
                    </a:lnTo>
                    <a:lnTo>
                      <a:pt x="42948" y="109971"/>
                    </a:lnTo>
                    <a:lnTo>
                      <a:pt x="0" y="171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66" name="Контур"/>
              <p:cNvSpPr/>
              <p:nvPr/>
            </p:nvSpPr>
            <p:spPr>
              <a:xfrm>
                <a:off x="10259545" y="6345941"/>
                <a:ext cx="36455" cy="108961"/>
              </a:xfrm>
              <a:custGeom>
                <a:avLst/>
                <a:gdLst/>
                <a:ahLst/>
                <a:cxnLst/>
                <a:rect l="l" t="t" r="r" b="b"/>
                <a:pathLst>
                  <a:path w="36455" h="108961">
                    <a:moveTo>
                      <a:pt x="36455" y="0"/>
                    </a:moveTo>
                    <a:lnTo>
                      <a:pt x="36455" y="108961"/>
                    </a:lnTo>
                    <a:lnTo>
                      <a:pt x="0" y="139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67" name="Контур"/>
              <p:cNvSpPr/>
              <p:nvPr/>
            </p:nvSpPr>
            <p:spPr>
              <a:xfrm>
                <a:off x="10259545" y="6345941"/>
                <a:ext cx="36455" cy="108961"/>
              </a:xfrm>
              <a:custGeom>
                <a:avLst/>
                <a:gdLst/>
                <a:ahLst/>
                <a:cxnLst/>
                <a:rect l="l" t="t" r="r" b="b"/>
                <a:pathLst>
                  <a:path w="36455" h="108961" fill="none">
                    <a:moveTo>
                      <a:pt x="36455" y="108961"/>
                    </a:moveTo>
                    <a:lnTo>
                      <a:pt x="0" y="13994"/>
                    </a:lnTo>
                    <a:lnTo>
                      <a:pt x="36455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68" name="Контур"/>
              <p:cNvSpPr/>
              <p:nvPr/>
            </p:nvSpPr>
            <p:spPr>
              <a:xfrm>
                <a:off x="9238164" y="6427921"/>
                <a:ext cx="69015" cy="67143"/>
              </a:xfrm>
              <a:custGeom>
                <a:avLst/>
                <a:gdLst/>
                <a:ahLst/>
                <a:cxnLst/>
                <a:rect l="l" t="t" r="r" b="b"/>
                <a:pathLst>
                  <a:path w="69015" h="67143">
                    <a:moveTo>
                      <a:pt x="21762" y="67143"/>
                    </a:moveTo>
                    <a:lnTo>
                      <a:pt x="0" y="23634"/>
                    </a:lnTo>
                    <a:lnTo>
                      <a:pt x="47253" y="0"/>
                    </a:lnTo>
                    <a:lnTo>
                      <a:pt x="69015" y="43509"/>
                    </a:lnTo>
                    <a:lnTo>
                      <a:pt x="58839" y="48598"/>
                    </a:lnTo>
                    <a:lnTo>
                      <a:pt x="21762" y="671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69" name="Контур"/>
              <p:cNvSpPr/>
              <p:nvPr/>
            </p:nvSpPr>
            <p:spPr>
              <a:xfrm>
                <a:off x="9307519" y="6439459"/>
                <a:ext cx="48443" cy="48232"/>
              </a:xfrm>
              <a:custGeom>
                <a:avLst/>
                <a:gdLst/>
                <a:ahLst/>
                <a:cxnLst/>
                <a:rect l="l" t="t" r="r" b="b"/>
                <a:pathLst>
                  <a:path w="48443" h="48232">
                    <a:moveTo>
                      <a:pt x="38721" y="43906"/>
                    </a:moveTo>
                    <a:lnTo>
                      <a:pt x="29513" y="48124"/>
                    </a:lnTo>
                    <a:lnTo>
                      <a:pt x="19385" y="48232"/>
                    </a:lnTo>
                    <a:lnTo>
                      <a:pt x="10089" y="44212"/>
                    </a:lnTo>
                    <a:lnTo>
                      <a:pt x="3232" y="36758"/>
                    </a:lnTo>
                    <a:lnTo>
                      <a:pt x="0" y="27159"/>
                    </a:lnTo>
                    <a:lnTo>
                      <a:pt x="950" y="17077"/>
                    </a:lnTo>
                    <a:lnTo>
                      <a:pt x="5921" y="8251"/>
                    </a:lnTo>
                    <a:lnTo>
                      <a:pt x="14051" y="2211"/>
                    </a:lnTo>
                    <a:lnTo>
                      <a:pt x="23935" y="0"/>
                    </a:lnTo>
                    <a:lnTo>
                      <a:pt x="33863" y="2000"/>
                    </a:lnTo>
                    <a:lnTo>
                      <a:pt x="42120" y="7865"/>
                    </a:lnTo>
                    <a:lnTo>
                      <a:pt x="47277" y="16582"/>
                    </a:lnTo>
                    <a:lnTo>
                      <a:pt x="48443" y="26642"/>
                    </a:lnTo>
                    <a:lnTo>
                      <a:pt x="45417" y="36308"/>
                    </a:lnTo>
                    <a:lnTo>
                      <a:pt x="38721" y="439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70" name="Контур"/>
              <p:cNvSpPr/>
              <p:nvPr/>
            </p:nvSpPr>
            <p:spPr>
              <a:xfrm>
                <a:off x="9266873" y="5084840"/>
                <a:ext cx="1029127" cy="1258866"/>
              </a:xfrm>
              <a:custGeom>
                <a:avLst/>
                <a:gdLst/>
                <a:ahLst/>
                <a:cxnLst/>
                <a:rect l="l" t="t" r="r" b="b"/>
                <a:pathLst>
                  <a:path w="1029127" h="1258866">
                    <a:moveTo>
                      <a:pt x="975699" y="0"/>
                    </a:moveTo>
                    <a:lnTo>
                      <a:pt x="1029127" y="109317"/>
                    </a:lnTo>
                    <a:lnTo>
                      <a:pt x="1029127" y="940555"/>
                    </a:lnTo>
                    <a:lnTo>
                      <a:pt x="385290" y="1258866"/>
                    </a:lnTo>
                    <a:lnTo>
                      <a:pt x="0" y="480843"/>
                    </a:lnTo>
                    <a:lnTo>
                      <a:pt x="886599" y="4391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71" name="Контур"/>
              <p:cNvSpPr/>
              <p:nvPr/>
            </p:nvSpPr>
            <p:spPr>
              <a:xfrm>
                <a:off x="9266873" y="5084840"/>
                <a:ext cx="1029127" cy="1258866"/>
              </a:xfrm>
              <a:custGeom>
                <a:avLst/>
                <a:gdLst/>
                <a:ahLst/>
                <a:cxnLst/>
                <a:rect l="l" t="t" r="r" b="b"/>
                <a:pathLst>
                  <a:path w="1029127" h="1258866" fill="none">
                    <a:moveTo>
                      <a:pt x="975699" y="0"/>
                    </a:moveTo>
                    <a:lnTo>
                      <a:pt x="1029127" y="109317"/>
                    </a:lnTo>
                    <a:moveTo>
                      <a:pt x="1029127" y="940555"/>
                    </a:moveTo>
                    <a:lnTo>
                      <a:pt x="385290" y="1258866"/>
                    </a:lnTo>
                    <a:lnTo>
                      <a:pt x="0" y="480843"/>
                    </a:lnTo>
                    <a:lnTo>
                      <a:pt x="886599" y="43911"/>
                    </a:lnTo>
                    <a:lnTo>
                      <a:pt x="975699" y="0"/>
                    </a:lnTo>
                    <a:lnTo>
                      <a:pt x="975699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72" name="Контур"/>
              <p:cNvSpPr/>
              <p:nvPr/>
            </p:nvSpPr>
            <p:spPr>
              <a:xfrm>
                <a:off x="9652163" y="6025395"/>
                <a:ext cx="643837" cy="392669"/>
              </a:xfrm>
              <a:custGeom>
                <a:avLst/>
                <a:gdLst/>
                <a:ahLst/>
                <a:cxnLst/>
                <a:rect l="l" t="t" r="r" b="b"/>
                <a:pathLst>
                  <a:path w="643837" h="392669">
                    <a:moveTo>
                      <a:pt x="643837" y="91574"/>
                    </a:moveTo>
                    <a:lnTo>
                      <a:pt x="34434" y="392669"/>
                    </a:lnTo>
                    <a:lnTo>
                      <a:pt x="0" y="318311"/>
                    </a:lnTo>
                    <a:lnTo>
                      <a:pt x="6438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73" name="Контур"/>
              <p:cNvSpPr/>
              <p:nvPr/>
            </p:nvSpPr>
            <p:spPr>
              <a:xfrm>
                <a:off x="9652163" y="6025395"/>
                <a:ext cx="643837" cy="392669"/>
              </a:xfrm>
              <a:custGeom>
                <a:avLst/>
                <a:gdLst/>
                <a:ahLst/>
                <a:cxnLst/>
                <a:rect l="l" t="t" r="r" b="b"/>
                <a:pathLst>
                  <a:path w="643837" h="392669" fill="none">
                    <a:moveTo>
                      <a:pt x="643837" y="91574"/>
                    </a:moveTo>
                    <a:lnTo>
                      <a:pt x="34434" y="392669"/>
                    </a:lnTo>
                    <a:lnTo>
                      <a:pt x="0" y="318311"/>
                    </a:lnTo>
                    <a:lnTo>
                      <a:pt x="643837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74" name="Контур"/>
              <p:cNvSpPr/>
              <p:nvPr/>
            </p:nvSpPr>
            <p:spPr>
              <a:xfrm>
                <a:off x="9729640" y="6776543"/>
                <a:ext cx="87743" cy="210721"/>
              </a:xfrm>
              <a:custGeom>
                <a:avLst/>
                <a:gdLst/>
                <a:ahLst/>
                <a:cxnLst/>
                <a:rect l="l" t="t" r="r" b="b"/>
                <a:pathLst>
                  <a:path w="87743" h="210721">
                    <a:moveTo>
                      <a:pt x="0" y="10487"/>
                    </a:moveTo>
                    <a:lnTo>
                      <a:pt x="26785" y="0"/>
                    </a:lnTo>
                    <a:lnTo>
                      <a:pt x="46245" y="49706"/>
                    </a:lnTo>
                    <a:lnTo>
                      <a:pt x="34907" y="53689"/>
                    </a:lnTo>
                    <a:lnTo>
                      <a:pt x="87743" y="178242"/>
                    </a:lnTo>
                    <a:lnTo>
                      <a:pt x="17304" y="210721"/>
                    </a:lnTo>
                    <a:lnTo>
                      <a:pt x="9035" y="191418"/>
                    </a:lnTo>
                    <a:lnTo>
                      <a:pt x="57117" y="168131"/>
                    </a:lnTo>
                    <a:lnTo>
                      <a:pt x="11945" y="63494"/>
                    </a:lnTo>
                    <a:lnTo>
                      <a:pt x="19461" y="60193"/>
                    </a:lnTo>
                    <a:lnTo>
                      <a:pt x="0" y="104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75" name="Контур"/>
              <p:cNvSpPr/>
              <p:nvPr/>
            </p:nvSpPr>
            <p:spPr>
              <a:xfrm>
                <a:off x="9450117" y="6777792"/>
                <a:ext cx="239459" cy="252979"/>
              </a:xfrm>
              <a:custGeom>
                <a:avLst/>
                <a:gdLst/>
                <a:ahLst/>
                <a:cxnLst/>
                <a:rect l="l" t="t" r="r" b="b"/>
                <a:pathLst>
                  <a:path w="239459" h="252979">
                    <a:moveTo>
                      <a:pt x="0" y="57510"/>
                    </a:moveTo>
                    <a:lnTo>
                      <a:pt x="109333" y="0"/>
                    </a:lnTo>
                    <a:lnTo>
                      <a:pt x="138901" y="56213"/>
                    </a:lnTo>
                    <a:lnTo>
                      <a:pt x="159614" y="45318"/>
                    </a:lnTo>
                    <a:lnTo>
                      <a:pt x="239459" y="197110"/>
                    </a:lnTo>
                    <a:lnTo>
                      <a:pt x="133249" y="252979"/>
                    </a:lnTo>
                    <a:lnTo>
                      <a:pt x="100541" y="190797"/>
                    </a:lnTo>
                    <a:lnTo>
                      <a:pt x="76706" y="203335"/>
                    </a:lnTo>
                    <a:lnTo>
                      <a:pt x="0" y="575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76" name="Контур"/>
              <p:cNvSpPr/>
              <p:nvPr/>
            </p:nvSpPr>
            <p:spPr>
              <a:xfrm>
                <a:off x="9916536" y="6668391"/>
                <a:ext cx="231920" cy="131629"/>
              </a:xfrm>
              <a:custGeom>
                <a:avLst/>
                <a:gdLst/>
                <a:ahLst/>
                <a:cxnLst/>
                <a:rect l="l" t="t" r="r" b="b"/>
                <a:pathLst>
                  <a:path w="231920" h="131629">
                    <a:moveTo>
                      <a:pt x="0" y="82085"/>
                    </a:moveTo>
                    <a:lnTo>
                      <a:pt x="212810" y="0"/>
                    </a:lnTo>
                    <a:lnTo>
                      <a:pt x="231920" y="49543"/>
                    </a:lnTo>
                    <a:lnTo>
                      <a:pt x="19110" y="131629"/>
                    </a:lnTo>
                    <a:lnTo>
                      <a:pt x="0" y="820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77" name="Контур"/>
              <p:cNvSpPr/>
              <p:nvPr/>
            </p:nvSpPr>
            <p:spPr>
              <a:xfrm>
                <a:off x="9677806" y="6553776"/>
                <a:ext cx="107191" cy="109079"/>
              </a:xfrm>
              <a:custGeom>
                <a:avLst/>
                <a:gdLst/>
                <a:ahLst/>
                <a:cxnLst/>
                <a:rect l="l" t="t" r="r" b="b"/>
                <a:pathLst>
                  <a:path w="107191" h="109079">
                    <a:moveTo>
                      <a:pt x="56046" y="104790"/>
                    </a:moveTo>
                    <a:lnTo>
                      <a:pt x="51451" y="95291"/>
                    </a:lnTo>
                    <a:lnTo>
                      <a:pt x="24501" y="109079"/>
                    </a:lnTo>
                    <a:lnTo>
                      <a:pt x="0" y="60361"/>
                    </a:lnTo>
                    <a:lnTo>
                      <a:pt x="42646" y="38834"/>
                    </a:lnTo>
                    <a:lnTo>
                      <a:pt x="32080" y="17539"/>
                    </a:lnTo>
                    <a:lnTo>
                      <a:pt x="68602" y="0"/>
                    </a:lnTo>
                    <a:lnTo>
                      <a:pt x="107191" y="79358"/>
                    </a:lnTo>
                    <a:lnTo>
                      <a:pt x="56046" y="1047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78" name="Контур"/>
              <p:cNvSpPr/>
              <p:nvPr/>
            </p:nvSpPr>
            <p:spPr>
              <a:xfrm>
                <a:off x="10139613" y="6612372"/>
                <a:ext cx="156387" cy="103508"/>
              </a:xfrm>
              <a:custGeom>
                <a:avLst/>
                <a:gdLst/>
                <a:ahLst/>
                <a:cxnLst/>
                <a:rect l="l" t="t" r="r" b="b"/>
                <a:pathLst>
                  <a:path w="156387" h="103508">
                    <a:moveTo>
                      <a:pt x="0" y="56033"/>
                    </a:moveTo>
                    <a:lnTo>
                      <a:pt x="156387" y="0"/>
                    </a:lnTo>
                    <a:lnTo>
                      <a:pt x="156387" y="53569"/>
                    </a:lnTo>
                    <a:lnTo>
                      <a:pt x="17011" y="10350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79" name="Контур"/>
              <p:cNvSpPr/>
              <p:nvPr/>
            </p:nvSpPr>
            <p:spPr>
              <a:xfrm>
                <a:off x="10139613" y="6612372"/>
                <a:ext cx="156387" cy="103508"/>
              </a:xfrm>
              <a:custGeom>
                <a:avLst/>
                <a:gdLst/>
                <a:ahLst/>
                <a:cxnLst/>
                <a:rect l="l" t="t" r="r" b="b"/>
                <a:pathLst>
                  <a:path w="156387" h="103508" fill="none">
                    <a:moveTo>
                      <a:pt x="0" y="56033"/>
                    </a:moveTo>
                    <a:lnTo>
                      <a:pt x="156387" y="0"/>
                    </a:lnTo>
                    <a:moveTo>
                      <a:pt x="156387" y="53569"/>
                    </a:moveTo>
                    <a:lnTo>
                      <a:pt x="17011" y="103508"/>
                    </a:lnTo>
                    <a:lnTo>
                      <a:pt x="0" y="56033"/>
                    </a:lnTo>
                    <a:lnTo>
                      <a:pt x="0" y="56033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0" name="Контур"/>
              <p:cNvSpPr/>
              <p:nvPr/>
            </p:nvSpPr>
            <p:spPr>
              <a:xfrm>
                <a:off x="8926711" y="8325995"/>
                <a:ext cx="570886" cy="425237"/>
              </a:xfrm>
              <a:custGeom>
                <a:avLst/>
                <a:gdLst/>
                <a:ahLst/>
                <a:cxnLst/>
                <a:rect l="l" t="t" r="r" b="b"/>
                <a:pathLst>
                  <a:path w="570886" h="425237">
                    <a:moveTo>
                      <a:pt x="0" y="238381"/>
                    </a:moveTo>
                    <a:lnTo>
                      <a:pt x="204739" y="137440"/>
                    </a:lnTo>
                    <a:lnTo>
                      <a:pt x="482312" y="0"/>
                    </a:lnTo>
                    <a:lnTo>
                      <a:pt x="570886" y="185127"/>
                    </a:lnTo>
                    <a:lnTo>
                      <a:pt x="95350" y="425237"/>
                    </a:lnTo>
                    <a:lnTo>
                      <a:pt x="0" y="2383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1" name="Контур"/>
              <p:cNvSpPr/>
              <p:nvPr/>
            </p:nvSpPr>
            <p:spPr>
              <a:xfrm>
                <a:off x="8129299" y="7560214"/>
                <a:ext cx="177705" cy="120060"/>
              </a:xfrm>
              <a:custGeom>
                <a:avLst/>
                <a:gdLst/>
                <a:ahLst/>
                <a:cxnLst/>
                <a:rect l="l" t="t" r="r" b="b"/>
                <a:pathLst>
                  <a:path w="177705" h="120060">
                    <a:moveTo>
                      <a:pt x="0" y="73364"/>
                    </a:moveTo>
                    <a:lnTo>
                      <a:pt x="151137" y="0"/>
                    </a:lnTo>
                    <a:lnTo>
                      <a:pt x="177705" y="47907"/>
                    </a:lnTo>
                    <a:lnTo>
                      <a:pt x="30006" y="120060"/>
                    </a:lnTo>
                    <a:lnTo>
                      <a:pt x="11100" y="90702"/>
                    </a:lnTo>
                    <a:lnTo>
                      <a:pt x="0" y="733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2" name="Контур"/>
              <p:cNvSpPr/>
              <p:nvPr/>
            </p:nvSpPr>
            <p:spPr>
              <a:xfrm>
                <a:off x="8232294" y="7402336"/>
                <a:ext cx="185755" cy="205785"/>
              </a:xfrm>
              <a:custGeom>
                <a:avLst/>
                <a:gdLst/>
                <a:ahLst/>
                <a:cxnLst/>
                <a:rect l="l" t="t" r="r" b="b"/>
                <a:pathLst>
                  <a:path w="185755" h="205785">
                    <a:moveTo>
                      <a:pt x="74710" y="205785"/>
                    </a:moveTo>
                    <a:lnTo>
                      <a:pt x="48142" y="157878"/>
                    </a:lnTo>
                    <a:lnTo>
                      <a:pt x="0" y="66308"/>
                    </a:lnTo>
                    <a:lnTo>
                      <a:pt x="130984" y="0"/>
                    </a:lnTo>
                    <a:lnTo>
                      <a:pt x="185755" y="98389"/>
                    </a:lnTo>
                    <a:lnTo>
                      <a:pt x="148753" y="118847"/>
                    </a:lnTo>
                    <a:lnTo>
                      <a:pt x="171636" y="167559"/>
                    </a:lnTo>
                    <a:lnTo>
                      <a:pt x="74710" y="2057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3" name="Контур"/>
              <p:cNvSpPr/>
              <p:nvPr/>
            </p:nvSpPr>
            <p:spPr>
              <a:xfrm>
                <a:off x="8644491" y="7405502"/>
                <a:ext cx="137313" cy="103545"/>
              </a:xfrm>
              <a:custGeom>
                <a:avLst/>
                <a:gdLst/>
                <a:ahLst/>
                <a:cxnLst/>
                <a:rect l="l" t="t" r="r" b="b"/>
                <a:pathLst>
                  <a:path w="137313" h="103545">
                    <a:moveTo>
                      <a:pt x="23384" y="103545"/>
                    </a:moveTo>
                    <a:lnTo>
                      <a:pt x="0" y="55803"/>
                    </a:lnTo>
                    <a:lnTo>
                      <a:pt x="113929" y="0"/>
                    </a:lnTo>
                    <a:lnTo>
                      <a:pt x="137313" y="47741"/>
                    </a:lnTo>
                    <a:lnTo>
                      <a:pt x="23384" y="1035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4" name="Контур"/>
              <p:cNvSpPr/>
              <p:nvPr/>
            </p:nvSpPr>
            <p:spPr>
              <a:xfrm>
                <a:off x="8428037" y="8006987"/>
                <a:ext cx="187974" cy="215019"/>
              </a:xfrm>
              <a:custGeom>
                <a:avLst/>
                <a:gdLst/>
                <a:ahLst/>
                <a:cxnLst/>
                <a:rect l="l" t="t" r="r" b="b"/>
                <a:pathLst>
                  <a:path w="187974" h="215019">
                    <a:moveTo>
                      <a:pt x="56493" y="215019"/>
                    </a:moveTo>
                    <a:lnTo>
                      <a:pt x="43155" y="206811"/>
                    </a:lnTo>
                    <a:lnTo>
                      <a:pt x="0" y="180837"/>
                    </a:lnTo>
                    <a:lnTo>
                      <a:pt x="111510" y="0"/>
                    </a:lnTo>
                    <a:lnTo>
                      <a:pt x="187974" y="47106"/>
                    </a:lnTo>
                    <a:lnTo>
                      <a:pt x="159336" y="93573"/>
                    </a:lnTo>
                    <a:lnTo>
                      <a:pt x="139041" y="81072"/>
                    </a:lnTo>
                    <a:lnTo>
                      <a:pt x="56493" y="2150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5" name="Контур"/>
              <p:cNvSpPr/>
              <p:nvPr/>
            </p:nvSpPr>
            <p:spPr>
              <a:xfrm>
                <a:off x="8654763" y="7722343"/>
                <a:ext cx="522513" cy="379225"/>
              </a:xfrm>
              <a:custGeom>
                <a:avLst/>
                <a:gdLst/>
                <a:ahLst/>
                <a:cxnLst/>
                <a:rect l="l" t="t" r="r" b="b"/>
                <a:pathLst>
                  <a:path w="522513" h="379225">
                    <a:moveTo>
                      <a:pt x="466385" y="254854"/>
                    </a:moveTo>
                    <a:lnTo>
                      <a:pt x="503449" y="277550"/>
                    </a:lnTo>
                    <a:lnTo>
                      <a:pt x="441188" y="379225"/>
                    </a:lnTo>
                    <a:lnTo>
                      <a:pt x="0" y="109065"/>
                    </a:lnTo>
                    <a:lnTo>
                      <a:pt x="61374" y="8837"/>
                    </a:lnTo>
                    <a:lnTo>
                      <a:pt x="198996" y="93110"/>
                    </a:lnTo>
                    <a:lnTo>
                      <a:pt x="256012" y="0"/>
                    </a:lnTo>
                    <a:lnTo>
                      <a:pt x="522513" y="163192"/>
                    </a:lnTo>
                    <a:lnTo>
                      <a:pt x="466385" y="2548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6" name="Контур"/>
              <p:cNvSpPr/>
              <p:nvPr/>
            </p:nvSpPr>
            <p:spPr>
              <a:xfrm>
                <a:off x="8470436" y="7424129"/>
                <a:ext cx="53672" cy="44515"/>
              </a:xfrm>
              <a:custGeom>
                <a:avLst/>
                <a:gdLst/>
                <a:ahLst/>
                <a:cxnLst/>
                <a:rect l="l" t="t" r="r" b="b"/>
                <a:pathLst>
                  <a:path w="53672" h="44515">
                    <a:moveTo>
                      <a:pt x="11788" y="44515"/>
                    </a:moveTo>
                    <a:lnTo>
                      <a:pt x="0" y="20954"/>
                    </a:lnTo>
                    <a:lnTo>
                      <a:pt x="41884" y="0"/>
                    </a:lnTo>
                    <a:lnTo>
                      <a:pt x="53672" y="23561"/>
                    </a:lnTo>
                    <a:lnTo>
                      <a:pt x="11788" y="445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7" name="Контур"/>
              <p:cNvSpPr/>
              <p:nvPr/>
            </p:nvSpPr>
            <p:spPr>
              <a:xfrm>
                <a:off x="8516272" y="7367312"/>
                <a:ext cx="108190" cy="81504"/>
              </a:xfrm>
              <a:custGeom>
                <a:avLst/>
                <a:gdLst/>
                <a:ahLst/>
                <a:cxnLst/>
                <a:rect l="l" t="t" r="r" b="b"/>
                <a:pathLst>
                  <a:path w="108190" h="81504">
                    <a:moveTo>
                      <a:pt x="0" y="43992"/>
                    </a:moveTo>
                    <a:lnTo>
                      <a:pt x="89749" y="0"/>
                    </a:lnTo>
                    <a:lnTo>
                      <a:pt x="108190" y="36873"/>
                    </a:lnTo>
                    <a:lnTo>
                      <a:pt x="18901" y="81504"/>
                    </a:lnTo>
                    <a:lnTo>
                      <a:pt x="0" y="439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8" name="Контур"/>
              <p:cNvSpPr/>
              <p:nvPr/>
            </p:nvSpPr>
            <p:spPr>
              <a:xfrm>
                <a:off x="8455647" y="7256684"/>
                <a:ext cx="208961" cy="124734"/>
              </a:xfrm>
              <a:custGeom>
                <a:avLst/>
                <a:gdLst/>
                <a:ahLst/>
                <a:cxnLst/>
                <a:rect l="l" t="t" r="r" b="b"/>
                <a:pathLst>
                  <a:path w="208961" h="124734">
                    <a:moveTo>
                      <a:pt x="0" y="75161"/>
                    </a:moveTo>
                    <a:lnTo>
                      <a:pt x="157021" y="0"/>
                    </a:lnTo>
                    <a:lnTo>
                      <a:pt x="208961" y="108510"/>
                    </a:lnTo>
                    <a:lnTo>
                      <a:pt x="175068" y="124734"/>
                    </a:lnTo>
                    <a:lnTo>
                      <a:pt x="142611" y="56925"/>
                    </a:lnTo>
                    <a:lnTo>
                      <a:pt x="19482" y="115862"/>
                    </a:lnTo>
                    <a:lnTo>
                      <a:pt x="0" y="75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9" name="Контур"/>
              <p:cNvSpPr/>
              <p:nvPr/>
            </p:nvSpPr>
            <p:spPr>
              <a:xfrm>
                <a:off x="8801095" y="7303792"/>
                <a:ext cx="143335" cy="115787"/>
              </a:xfrm>
              <a:custGeom>
                <a:avLst/>
                <a:gdLst/>
                <a:ahLst/>
                <a:cxnLst/>
                <a:rect l="l" t="t" r="r" b="b"/>
                <a:pathLst>
                  <a:path w="143335" h="115787">
                    <a:moveTo>
                      <a:pt x="112675" y="0"/>
                    </a:moveTo>
                    <a:lnTo>
                      <a:pt x="143335" y="59044"/>
                    </a:lnTo>
                    <a:lnTo>
                      <a:pt x="30661" y="115787"/>
                    </a:lnTo>
                    <a:lnTo>
                      <a:pt x="0" y="59044"/>
                    </a:lnTo>
                    <a:lnTo>
                      <a:pt x="1126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0" name="Контур"/>
              <p:cNvSpPr/>
              <p:nvPr/>
            </p:nvSpPr>
            <p:spPr>
              <a:xfrm>
                <a:off x="8211884" y="7178060"/>
                <a:ext cx="223389" cy="162144"/>
              </a:xfrm>
              <a:custGeom>
                <a:avLst/>
                <a:gdLst/>
                <a:ahLst/>
                <a:cxnLst/>
                <a:rect l="l" t="t" r="r" b="b"/>
                <a:pathLst>
                  <a:path w="223389" h="162144">
                    <a:moveTo>
                      <a:pt x="188865" y="0"/>
                    </a:moveTo>
                    <a:lnTo>
                      <a:pt x="223389" y="73854"/>
                    </a:lnTo>
                    <a:lnTo>
                      <a:pt x="34533" y="162144"/>
                    </a:lnTo>
                    <a:lnTo>
                      <a:pt x="0" y="88272"/>
                    </a:lnTo>
                    <a:lnTo>
                      <a:pt x="1888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1" name="Контур"/>
              <p:cNvSpPr/>
              <p:nvPr/>
            </p:nvSpPr>
            <p:spPr>
              <a:xfrm>
                <a:off x="8213974" y="7363367"/>
                <a:ext cx="149304" cy="105277"/>
              </a:xfrm>
              <a:custGeom>
                <a:avLst/>
                <a:gdLst/>
                <a:ahLst/>
                <a:cxnLst/>
                <a:rect l="l" t="t" r="r" b="b"/>
                <a:pathLst>
                  <a:path w="149304" h="105277">
                    <a:moveTo>
                      <a:pt x="18320" y="105277"/>
                    </a:moveTo>
                    <a:lnTo>
                      <a:pt x="0" y="68617"/>
                    </a:lnTo>
                    <a:lnTo>
                      <a:pt x="129099" y="0"/>
                    </a:lnTo>
                    <a:lnTo>
                      <a:pt x="149304" y="38969"/>
                    </a:lnTo>
                    <a:lnTo>
                      <a:pt x="18320" y="1052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2" name="Контур"/>
              <p:cNvSpPr/>
              <p:nvPr/>
            </p:nvSpPr>
            <p:spPr>
              <a:xfrm>
                <a:off x="8772506" y="7281418"/>
                <a:ext cx="47533" cy="52371"/>
              </a:xfrm>
              <a:custGeom>
                <a:avLst/>
                <a:gdLst/>
                <a:ahLst/>
                <a:cxnLst/>
                <a:rect l="l" t="t" r="r" b="b"/>
                <a:pathLst>
                  <a:path w="47533" h="52371">
                    <a:moveTo>
                      <a:pt x="19840" y="52371"/>
                    </a:moveTo>
                    <a:lnTo>
                      <a:pt x="0" y="14513"/>
                    </a:lnTo>
                    <a:lnTo>
                      <a:pt x="27692" y="0"/>
                    </a:lnTo>
                    <a:lnTo>
                      <a:pt x="47533" y="37857"/>
                    </a:lnTo>
                    <a:lnTo>
                      <a:pt x="19840" y="523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3" name="Контур"/>
              <p:cNvSpPr/>
              <p:nvPr/>
            </p:nvSpPr>
            <p:spPr>
              <a:xfrm>
                <a:off x="8666389" y="7206147"/>
                <a:ext cx="85515" cy="82348"/>
              </a:xfrm>
              <a:custGeom>
                <a:avLst/>
                <a:gdLst/>
                <a:ahLst/>
                <a:cxnLst/>
                <a:rect l="l" t="t" r="r" b="b"/>
                <a:pathLst>
                  <a:path w="85515" h="82348">
                    <a:moveTo>
                      <a:pt x="0" y="28457"/>
                    </a:moveTo>
                    <a:lnTo>
                      <a:pt x="58669" y="0"/>
                    </a:lnTo>
                    <a:lnTo>
                      <a:pt x="80416" y="43161"/>
                    </a:lnTo>
                    <a:lnTo>
                      <a:pt x="85515" y="53641"/>
                    </a:lnTo>
                    <a:lnTo>
                      <a:pt x="26037" y="82348"/>
                    </a:lnTo>
                    <a:lnTo>
                      <a:pt x="0" y="284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4" name="Контур"/>
              <p:cNvSpPr/>
              <p:nvPr/>
            </p:nvSpPr>
            <p:spPr>
              <a:xfrm>
                <a:off x="8746805" y="7238713"/>
                <a:ext cx="38764" cy="45571"/>
              </a:xfrm>
              <a:custGeom>
                <a:avLst/>
                <a:gdLst/>
                <a:ahLst/>
                <a:cxnLst/>
                <a:rect l="l" t="t" r="r" b="b"/>
                <a:pathLst>
                  <a:path w="38764" h="45571">
                    <a:moveTo>
                      <a:pt x="17127" y="45571"/>
                    </a:moveTo>
                    <a:lnTo>
                      <a:pt x="5099" y="21075"/>
                    </a:lnTo>
                    <a:lnTo>
                      <a:pt x="0" y="10595"/>
                    </a:lnTo>
                    <a:lnTo>
                      <a:pt x="21638" y="0"/>
                    </a:lnTo>
                    <a:lnTo>
                      <a:pt x="38764" y="34976"/>
                    </a:lnTo>
                    <a:lnTo>
                      <a:pt x="17127" y="455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5" name="Контур"/>
              <p:cNvSpPr/>
              <p:nvPr/>
            </p:nvSpPr>
            <p:spPr>
              <a:xfrm>
                <a:off x="8393396" y="6998104"/>
                <a:ext cx="394212" cy="253810"/>
              </a:xfrm>
              <a:custGeom>
                <a:avLst/>
                <a:gdLst/>
                <a:ahLst/>
                <a:cxnLst/>
                <a:rect l="l" t="t" r="r" b="b"/>
                <a:pathLst>
                  <a:path w="394212" h="253810">
                    <a:moveTo>
                      <a:pt x="0" y="164227"/>
                    </a:moveTo>
                    <a:lnTo>
                      <a:pt x="351326" y="0"/>
                    </a:lnTo>
                    <a:lnTo>
                      <a:pt x="356384" y="9453"/>
                    </a:lnTo>
                    <a:lnTo>
                      <a:pt x="391921" y="84908"/>
                    </a:lnTo>
                    <a:lnTo>
                      <a:pt x="394212" y="89485"/>
                    </a:lnTo>
                    <a:lnTo>
                      <a:pt x="55728" y="247330"/>
                    </a:lnTo>
                    <a:lnTo>
                      <a:pt x="41877" y="253810"/>
                    </a:lnTo>
                    <a:lnTo>
                      <a:pt x="7353" y="179956"/>
                    </a:lnTo>
                    <a:lnTo>
                      <a:pt x="0" y="1642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6" name="Контур"/>
              <p:cNvSpPr/>
              <p:nvPr/>
            </p:nvSpPr>
            <p:spPr>
              <a:xfrm>
                <a:off x="8750567" y="7174057"/>
                <a:ext cx="46921" cy="40587"/>
              </a:xfrm>
              <a:custGeom>
                <a:avLst/>
                <a:gdLst/>
                <a:ahLst/>
                <a:cxnLst/>
                <a:rect l="l" t="t" r="r" b="b"/>
                <a:pathLst>
                  <a:path w="46921" h="40587">
                    <a:moveTo>
                      <a:pt x="11683" y="40587"/>
                    </a:moveTo>
                    <a:lnTo>
                      <a:pt x="0" y="19928"/>
                    </a:lnTo>
                    <a:lnTo>
                      <a:pt x="35237" y="0"/>
                    </a:lnTo>
                    <a:lnTo>
                      <a:pt x="46921" y="20659"/>
                    </a:lnTo>
                    <a:lnTo>
                      <a:pt x="11683" y="405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7" name="Контур"/>
              <p:cNvSpPr/>
              <p:nvPr/>
            </p:nvSpPr>
            <p:spPr>
              <a:xfrm>
                <a:off x="8749780" y="6993570"/>
                <a:ext cx="65235" cy="89442"/>
              </a:xfrm>
              <a:custGeom>
                <a:avLst/>
                <a:gdLst/>
                <a:ahLst/>
                <a:cxnLst/>
                <a:rect l="l" t="t" r="r" b="b"/>
                <a:pathLst>
                  <a:path w="65235" h="89442">
                    <a:moveTo>
                      <a:pt x="0" y="13987"/>
                    </a:moveTo>
                    <a:lnTo>
                      <a:pt x="29698" y="0"/>
                    </a:lnTo>
                    <a:lnTo>
                      <a:pt x="65235" y="75455"/>
                    </a:lnTo>
                    <a:lnTo>
                      <a:pt x="35537" y="89442"/>
                    </a:lnTo>
                    <a:lnTo>
                      <a:pt x="0" y="139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8" name="Контур"/>
              <p:cNvSpPr/>
              <p:nvPr/>
            </p:nvSpPr>
            <p:spPr>
              <a:xfrm>
                <a:off x="9694332" y="8693368"/>
                <a:ext cx="201389" cy="201335"/>
              </a:xfrm>
              <a:custGeom>
                <a:avLst/>
                <a:gdLst/>
                <a:ahLst/>
                <a:cxnLst/>
                <a:rect l="l" t="t" r="r" b="b"/>
                <a:pathLst>
                  <a:path w="201389" h="201335">
                    <a:moveTo>
                      <a:pt x="136713" y="0"/>
                    </a:moveTo>
                    <a:lnTo>
                      <a:pt x="163958" y="56497"/>
                    </a:lnTo>
                    <a:lnTo>
                      <a:pt x="201389" y="136609"/>
                    </a:lnTo>
                    <a:lnTo>
                      <a:pt x="64677" y="201335"/>
                    </a:lnTo>
                    <a:lnTo>
                      <a:pt x="0" y="64726"/>
                    </a:lnTo>
                    <a:lnTo>
                      <a:pt x="1367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9" name="Контур"/>
              <p:cNvSpPr/>
              <p:nvPr/>
            </p:nvSpPr>
            <p:spPr>
              <a:xfrm>
                <a:off x="10188884" y="8261445"/>
                <a:ext cx="10711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107116" h="241604">
                    <a:moveTo>
                      <a:pt x="39848" y="0"/>
                    </a:moveTo>
                    <a:lnTo>
                      <a:pt x="107116" y="139674"/>
                    </a:lnTo>
                    <a:lnTo>
                      <a:pt x="107116" y="241604"/>
                    </a:lnTo>
                    <a:lnTo>
                      <a:pt x="0" y="191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00" name="Контур"/>
              <p:cNvSpPr/>
              <p:nvPr/>
            </p:nvSpPr>
            <p:spPr>
              <a:xfrm>
                <a:off x="10188884" y="8261445"/>
                <a:ext cx="10711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107116" h="241604" fill="none">
                    <a:moveTo>
                      <a:pt x="39848" y="0"/>
                    </a:moveTo>
                    <a:lnTo>
                      <a:pt x="107116" y="139674"/>
                    </a:lnTo>
                    <a:moveTo>
                      <a:pt x="107116" y="241604"/>
                    </a:moveTo>
                    <a:lnTo>
                      <a:pt x="0" y="19191"/>
                    </a:lnTo>
                    <a:lnTo>
                      <a:pt x="39848" y="0"/>
                    </a:lnTo>
                    <a:lnTo>
                      <a:pt x="39848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01" name="Контур"/>
              <p:cNvSpPr/>
              <p:nvPr/>
            </p:nvSpPr>
            <p:spPr>
              <a:xfrm>
                <a:off x="9823397" y="8603579"/>
                <a:ext cx="189558" cy="146286"/>
              </a:xfrm>
              <a:custGeom>
                <a:avLst/>
                <a:gdLst/>
                <a:ahLst/>
                <a:cxnLst/>
                <a:rect l="l" t="t" r="r" b="b"/>
                <a:pathLst>
                  <a:path w="189558" h="146286">
                    <a:moveTo>
                      <a:pt x="189558" y="75303"/>
                    </a:moveTo>
                    <a:lnTo>
                      <a:pt x="34893" y="146286"/>
                    </a:lnTo>
                    <a:lnTo>
                      <a:pt x="7648" y="89789"/>
                    </a:lnTo>
                    <a:lnTo>
                      <a:pt x="0" y="73845"/>
                    </a:lnTo>
                    <a:lnTo>
                      <a:pt x="153270" y="0"/>
                    </a:lnTo>
                    <a:lnTo>
                      <a:pt x="189558" y="75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02" name="Контур"/>
              <p:cNvSpPr/>
              <p:nvPr/>
            </p:nvSpPr>
            <p:spPr>
              <a:xfrm>
                <a:off x="9920442" y="8482592"/>
                <a:ext cx="75357" cy="73628"/>
              </a:xfrm>
              <a:custGeom>
                <a:avLst/>
                <a:gdLst/>
                <a:ahLst/>
                <a:cxnLst/>
                <a:rect l="l" t="t" r="r" b="b"/>
                <a:pathLst>
                  <a:path w="75357" h="73628">
                    <a:moveTo>
                      <a:pt x="0" y="25360"/>
                    </a:moveTo>
                    <a:lnTo>
                      <a:pt x="51664" y="0"/>
                    </a:lnTo>
                    <a:lnTo>
                      <a:pt x="75357" y="48268"/>
                    </a:lnTo>
                    <a:lnTo>
                      <a:pt x="23692" y="73628"/>
                    </a:lnTo>
                    <a:lnTo>
                      <a:pt x="0" y="253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03" name="Контур"/>
              <p:cNvSpPr/>
              <p:nvPr/>
            </p:nvSpPr>
            <p:spPr>
              <a:xfrm>
                <a:off x="9542084" y="8310224"/>
                <a:ext cx="340353" cy="384786"/>
              </a:xfrm>
              <a:custGeom>
                <a:avLst/>
                <a:gdLst/>
                <a:ahLst/>
                <a:cxnLst/>
                <a:rect l="l" t="t" r="r" b="b"/>
                <a:pathLst>
                  <a:path w="340353" h="384786">
                    <a:moveTo>
                      <a:pt x="129609" y="384786"/>
                    </a:moveTo>
                    <a:lnTo>
                      <a:pt x="0" y="93888"/>
                    </a:lnTo>
                    <a:lnTo>
                      <a:pt x="210753" y="0"/>
                    </a:lnTo>
                    <a:lnTo>
                      <a:pt x="340353" y="290880"/>
                    </a:lnTo>
                    <a:lnTo>
                      <a:pt x="129609" y="3847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04" name="Контур"/>
              <p:cNvSpPr/>
              <p:nvPr/>
            </p:nvSpPr>
            <p:spPr>
              <a:xfrm>
                <a:off x="9054419" y="8131536"/>
                <a:ext cx="354604" cy="331899"/>
              </a:xfrm>
              <a:custGeom>
                <a:avLst/>
                <a:gdLst/>
                <a:ahLst/>
                <a:cxnLst/>
                <a:rect l="l" t="t" r="r" b="b"/>
                <a:pathLst>
                  <a:path w="354604" h="331899">
                    <a:moveTo>
                      <a:pt x="77031" y="331899"/>
                    </a:moveTo>
                    <a:lnTo>
                      <a:pt x="0" y="196083"/>
                    </a:lnTo>
                    <a:lnTo>
                      <a:pt x="90481" y="150353"/>
                    </a:lnTo>
                    <a:lnTo>
                      <a:pt x="62966" y="95912"/>
                    </a:lnTo>
                    <a:lnTo>
                      <a:pt x="252709" y="0"/>
                    </a:lnTo>
                    <a:lnTo>
                      <a:pt x="354604" y="194459"/>
                    </a:lnTo>
                    <a:lnTo>
                      <a:pt x="77031" y="3318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05" name="Контур"/>
              <p:cNvSpPr/>
              <p:nvPr/>
            </p:nvSpPr>
            <p:spPr>
              <a:xfrm>
                <a:off x="9957317" y="8250140"/>
                <a:ext cx="94302" cy="102105"/>
              </a:xfrm>
              <a:custGeom>
                <a:avLst/>
                <a:gdLst/>
                <a:ahLst/>
                <a:cxnLst/>
                <a:rect l="l" t="t" r="r" b="b"/>
                <a:pathLst>
                  <a:path w="94302" h="102105">
                    <a:moveTo>
                      <a:pt x="0" y="22644"/>
                    </a:moveTo>
                    <a:lnTo>
                      <a:pt x="58869" y="0"/>
                    </a:lnTo>
                    <a:lnTo>
                      <a:pt x="94302" y="92160"/>
                    </a:lnTo>
                    <a:lnTo>
                      <a:pt x="68436" y="102105"/>
                    </a:lnTo>
                    <a:lnTo>
                      <a:pt x="57204" y="72873"/>
                    </a:lnTo>
                    <a:lnTo>
                      <a:pt x="24183" y="85563"/>
                    </a:lnTo>
                    <a:lnTo>
                      <a:pt x="0" y="226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06" name="Контур"/>
              <p:cNvSpPr/>
              <p:nvPr/>
            </p:nvSpPr>
            <p:spPr>
              <a:xfrm>
                <a:off x="9923044" y="8172791"/>
                <a:ext cx="54143" cy="63294"/>
              </a:xfrm>
              <a:custGeom>
                <a:avLst/>
                <a:gdLst/>
                <a:ahLst/>
                <a:cxnLst/>
                <a:rect l="l" t="t" r="r" b="b"/>
                <a:pathLst>
                  <a:path w="54143" h="63294">
                    <a:moveTo>
                      <a:pt x="0" y="14718"/>
                    </a:moveTo>
                    <a:lnTo>
                      <a:pt x="31296" y="0"/>
                    </a:lnTo>
                    <a:lnTo>
                      <a:pt x="54143" y="48575"/>
                    </a:lnTo>
                    <a:lnTo>
                      <a:pt x="22848" y="63294"/>
                    </a:lnTo>
                    <a:lnTo>
                      <a:pt x="0" y="147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07" name="Контур"/>
              <p:cNvSpPr/>
              <p:nvPr/>
            </p:nvSpPr>
            <p:spPr>
              <a:xfrm>
                <a:off x="9814019" y="7861394"/>
                <a:ext cx="199278" cy="278118"/>
              </a:xfrm>
              <a:custGeom>
                <a:avLst/>
                <a:gdLst/>
                <a:ahLst/>
                <a:cxnLst/>
                <a:rect l="l" t="t" r="r" b="b"/>
                <a:pathLst>
                  <a:path w="199278" h="278118">
                    <a:moveTo>
                      <a:pt x="121167" y="278118"/>
                    </a:moveTo>
                    <a:lnTo>
                      <a:pt x="0" y="39699"/>
                    </a:lnTo>
                    <a:lnTo>
                      <a:pt x="78111" y="0"/>
                    </a:lnTo>
                    <a:lnTo>
                      <a:pt x="199278" y="238419"/>
                    </a:lnTo>
                    <a:lnTo>
                      <a:pt x="121167" y="2781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08" name="Контур"/>
              <p:cNvSpPr/>
              <p:nvPr/>
            </p:nvSpPr>
            <p:spPr>
              <a:xfrm>
                <a:off x="10030046" y="7904828"/>
                <a:ext cx="42705" cy="47205"/>
              </a:xfrm>
              <a:custGeom>
                <a:avLst/>
                <a:gdLst/>
                <a:ahLst/>
                <a:cxnLst/>
                <a:rect l="l" t="t" r="r" b="b"/>
                <a:pathLst>
                  <a:path w="42705" h="47205">
                    <a:moveTo>
                      <a:pt x="42705" y="34749"/>
                    </a:moveTo>
                    <a:lnTo>
                      <a:pt x="16578" y="47205"/>
                    </a:lnTo>
                    <a:lnTo>
                      <a:pt x="0" y="12420"/>
                    </a:lnTo>
                    <a:lnTo>
                      <a:pt x="26046" y="0"/>
                    </a:lnTo>
                    <a:lnTo>
                      <a:pt x="42705" y="347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09" name="Контур"/>
              <p:cNvSpPr/>
              <p:nvPr/>
            </p:nvSpPr>
            <p:spPr>
              <a:xfrm>
                <a:off x="9171365" y="7739134"/>
                <a:ext cx="174177" cy="130047"/>
              </a:xfrm>
              <a:custGeom>
                <a:avLst/>
                <a:gdLst/>
                <a:ahLst/>
                <a:cxnLst/>
                <a:rect l="l" t="t" r="r" b="b"/>
                <a:pathLst>
                  <a:path w="174177" h="130047">
                    <a:moveTo>
                      <a:pt x="29275" y="130047"/>
                    </a:moveTo>
                    <a:lnTo>
                      <a:pt x="0" y="65653"/>
                    </a:lnTo>
                    <a:lnTo>
                      <a:pt x="143758" y="0"/>
                    </a:lnTo>
                    <a:lnTo>
                      <a:pt x="174177" y="59766"/>
                    </a:lnTo>
                    <a:lnTo>
                      <a:pt x="29275" y="1300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10" name="Контур"/>
              <p:cNvSpPr/>
              <p:nvPr/>
            </p:nvSpPr>
            <p:spPr>
              <a:xfrm>
                <a:off x="10227090" y="7593071"/>
                <a:ext cx="68910" cy="121484"/>
              </a:xfrm>
              <a:custGeom>
                <a:avLst/>
                <a:gdLst/>
                <a:ahLst/>
                <a:cxnLst/>
                <a:rect l="l" t="t" r="r" b="b"/>
                <a:pathLst>
                  <a:path w="68910" h="121484">
                    <a:moveTo>
                      <a:pt x="0" y="15628"/>
                    </a:moveTo>
                    <a:lnTo>
                      <a:pt x="32633" y="0"/>
                    </a:lnTo>
                    <a:lnTo>
                      <a:pt x="68910" y="75752"/>
                    </a:lnTo>
                    <a:lnTo>
                      <a:pt x="68910" y="112760"/>
                    </a:lnTo>
                    <a:lnTo>
                      <a:pt x="50693" y="1214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11" name="Контур"/>
              <p:cNvSpPr/>
              <p:nvPr/>
            </p:nvSpPr>
            <p:spPr>
              <a:xfrm>
                <a:off x="10227090" y="7593071"/>
                <a:ext cx="68910" cy="121484"/>
              </a:xfrm>
              <a:custGeom>
                <a:avLst/>
                <a:gdLst/>
                <a:ahLst/>
                <a:cxnLst/>
                <a:rect l="l" t="t" r="r" b="b"/>
                <a:pathLst>
                  <a:path w="68910" h="121484" fill="none">
                    <a:moveTo>
                      <a:pt x="0" y="15628"/>
                    </a:moveTo>
                    <a:lnTo>
                      <a:pt x="32633" y="0"/>
                    </a:lnTo>
                    <a:lnTo>
                      <a:pt x="68910" y="75752"/>
                    </a:lnTo>
                    <a:moveTo>
                      <a:pt x="68910" y="112760"/>
                    </a:moveTo>
                    <a:lnTo>
                      <a:pt x="50693" y="121484"/>
                    </a:lnTo>
                    <a:lnTo>
                      <a:pt x="0" y="15628"/>
                    </a:lnTo>
                    <a:lnTo>
                      <a:pt x="0" y="15628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12" name="Контур"/>
              <p:cNvSpPr/>
              <p:nvPr/>
            </p:nvSpPr>
            <p:spPr>
              <a:xfrm>
                <a:off x="10166020" y="7460706"/>
                <a:ext cx="101021" cy="117815"/>
              </a:xfrm>
              <a:custGeom>
                <a:avLst/>
                <a:gdLst/>
                <a:ahLst/>
                <a:cxnLst/>
                <a:rect l="l" t="t" r="r" b="b"/>
                <a:pathLst>
                  <a:path w="101021" h="117815">
                    <a:moveTo>
                      <a:pt x="0" y="28070"/>
                    </a:moveTo>
                    <a:lnTo>
                      <a:pt x="56174" y="0"/>
                    </a:lnTo>
                    <a:lnTo>
                      <a:pt x="101021" y="89745"/>
                    </a:lnTo>
                    <a:lnTo>
                      <a:pt x="44848" y="117815"/>
                    </a:lnTo>
                    <a:lnTo>
                      <a:pt x="0" y="280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13" name="Контур"/>
              <p:cNvSpPr/>
              <p:nvPr/>
            </p:nvSpPr>
            <p:spPr>
              <a:xfrm>
                <a:off x="9573517" y="7418269"/>
                <a:ext cx="148442" cy="97243"/>
              </a:xfrm>
              <a:custGeom>
                <a:avLst/>
                <a:gdLst/>
                <a:ahLst/>
                <a:cxnLst/>
                <a:rect l="l" t="t" r="r" b="b"/>
                <a:pathLst>
                  <a:path w="148442" h="97243">
                    <a:moveTo>
                      <a:pt x="15476" y="97243"/>
                    </a:moveTo>
                    <a:lnTo>
                      <a:pt x="0" y="66120"/>
                    </a:lnTo>
                    <a:lnTo>
                      <a:pt x="132966" y="0"/>
                    </a:lnTo>
                    <a:lnTo>
                      <a:pt x="148442" y="31123"/>
                    </a:lnTo>
                    <a:lnTo>
                      <a:pt x="15476" y="972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14" name="Контур"/>
              <p:cNvSpPr/>
              <p:nvPr/>
            </p:nvSpPr>
            <p:spPr>
              <a:xfrm>
                <a:off x="9301988" y="6907871"/>
                <a:ext cx="90008" cy="128371"/>
              </a:xfrm>
              <a:custGeom>
                <a:avLst/>
                <a:gdLst/>
                <a:ahLst/>
                <a:cxnLst/>
                <a:rect l="l" t="t" r="r" b="b"/>
                <a:pathLst>
                  <a:path w="90008" h="128371">
                    <a:moveTo>
                      <a:pt x="0" y="15552"/>
                    </a:moveTo>
                    <a:lnTo>
                      <a:pt x="28547" y="0"/>
                    </a:lnTo>
                    <a:lnTo>
                      <a:pt x="90008" y="112819"/>
                    </a:lnTo>
                    <a:lnTo>
                      <a:pt x="61462" y="128371"/>
                    </a:lnTo>
                    <a:lnTo>
                      <a:pt x="0" y="155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15" name="Контур"/>
              <p:cNvSpPr/>
              <p:nvPr/>
            </p:nvSpPr>
            <p:spPr>
              <a:xfrm>
                <a:off x="8623980" y="10136680"/>
                <a:ext cx="45977" cy="51320"/>
              </a:xfrm>
              <a:custGeom>
                <a:avLst/>
                <a:gdLst/>
                <a:ahLst/>
                <a:cxnLst/>
                <a:rect l="l" t="t" r="r" b="b"/>
                <a:pathLst>
                  <a:path w="45977" h="51320">
                    <a:moveTo>
                      <a:pt x="45977" y="41224"/>
                    </a:moveTo>
                    <a:lnTo>
                      <a:pt x="23146" y="51320"/>
                    </a:lnTo>
                    <a:lnTo>
                      <a:pt x="17269" y="51320"/>
                    </a:lnTo>
                    <a:lnTo>
                      <a:pt x="0" y="12269"/>
                    </a:lnTo>
                    <a:lnTo>
                      <a:pt x="2774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16" name="Контур"/>
              <p:cNvSpPr/>
              <p:nvPr/>
            </p:nvSpPr>
            <p:spPr>
              <a:xfrm>
                <a:off x="8623980" y="10136680"/>
                <a:ext cx="45977" cy="51320"/>
              </a:xfrm>
              <a:custGeom>
                <a:avLst/>
                <a:gdLst/>
                <a:ahLst/>
                <a:cxnLst/>
                <a:rect l="l" t="t" r="r" b="b"/>
                <a:pathLst>
                  <a:path w="45977" h="51320" fill="none">
                    <a:moveTo>
                      <a:pt x="45977" y="41224"/>
                    </a:moveTo>
                    <a:lnTo>
                      <a:pt x="23146" y="51320"/>
                    </a:lnTo>
                    <a:moveTo>
                      <a:pt x="17269" y="51320"/>
                    </a:moveTo>
                    <a:lnTo>
                      <a:pt x="0" y="12269"/>
                    </a:lnTo>
                    <a:lnTo>
                      <a:pt x="27748" y="0"/>
                    </a:lnTo>
                    <a:lnTo>
                      <a:pt x="45977" y="41224"/>
                    </a:lnTo>
                    <a:lnTo>
                      <a:pt x="45977" y="41224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17" name="Контур"/>
              <p:cNvSpPr/>
              <p:nvPr/>
            </p:nvSpPr>
            <p:spPr>
              <a:xfrm>
                <a:off x="8573477" y="9607817"/>
                <a:ext cx="879795" cy="570087"/>
              </a:xfrm>
              <a:custGeom>
                <a:avLst/>
                <a:gdLst/>
                <a:ahLst/>
                <a:cxnLst/>
                <a:rect l="l" t="t" r="r" b="b"/>
                <a:pathLst>
                  <a:path w="879795" h="570087">
                    <a:moveTo>
                      <a:pt x="78251" y="528863"/>
                    </a:moveTo>
                    <a:lnTo>
                      <a:pt x="0" y="359847"/>
                    </a:lnTo>
                    <a:lnTo>
                      <a:pt x="113904" y="307314"/>
                    </a:lnTo>
                    <a:lnTo>
                      <a:pt x="211484" y="262954"/>
                    </a:lnTo>
                    <a:lnTo>
                      <a:pt x="759852" y="9414"/>
                    </a:lnTo>
                    <a:lnTo>
                      <a:pt x="780264" y="0"/>
                    </a:lnTo>
                    <a:lnTo>
                      <a:pt x="879795" y="206631"/>
                    </a:lnTo>
                    <a:lnTo>
                      <a:pt x="96480" y="570087"/>
                    </a:lnTo>
                    <a:lnTo>
                      <a:pt x="78251" y="5288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18" name="Контур"/>
              <p:cNvSpPr/>
              <p:nvPr/>
            </p:nvSpPr>
            <p:spPr>
              <a:xfrm>
                <a:off x="8627237" y="9738471"/>
                <a:ext cx="157724" cy="176660"/>
              </a:xfrm>
              <a:custGeom>
                <a:avLst/>
                <a:gdLst/>
                <a:ahLst/>
                <a:cxnLst/>
                <a:rect l="l" t="t" r="r" b="b"/>
                <a:pathLst>
                  <a:path w="157724" h="176660">
                    <a:moveTo>
                      <a:pt x="60144" y="176660"/>
                    </a:moveTo>
                    <a:lnTo>
                      <a:pt x="0" y="44361"/>
                    </a:lnTo>
                    <a:lnTo>
                      <a:pt x="97580" y="0"/>
                    </a:lnTo>
                    <a:lnTo>
                      <a:pt x="157724" y="132300"/>
                    </a:lnTo>
                    <a:lnTo>
                      <a:pt x="60144" y="1766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19" name="Контур"/>
              <p:cNvSpPr/>
              <p:nvPr/>
            </p:nvSpPr>
            <p:spPr>
              <a:xfrm>
                <a:off x="9771251" y="9832826"/>
                <a:ext cx="524749" cy="297687"/>
              </a:xfrm>
              <a:custGeom>
                <a:avLst/>
                <a:gdLst/>
                <a:ahLst/>
                <a:cxnLst/>
                <a:rect l="l" t="t" r="r" b="b"/>
                <a:pathLst>
                  <a:path w="524749" h="297687">
                    <a:moveTo>
                      <a:pt x="0" y="240242"/>
                    </a:moveTo>
                    <a:lnTo>
                      <a:pt x="524749" y="0"/>
                    </a:lnTo>
                    <a:lnTo>
                      <a:pt x="524749" y="69487"/>
                    </a:lnTo>
                    <a:lnTo>
                      <a:pt x="26300" y="29768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0" name="Контур"/>
              <p:cNvSpPr/>
              <p:nvPr/>
            </p:nvSpPr>
            <p:spPr>
              <a:xfrm>
                <a:off x="9771251" y="9832826"/>
                <a:ext cx="524749" cy="297687"/>
              </a:xfrm>
              <a:custGeom>
                <a:avLst/>
                <a:gdLst/>
                <a:ahLst/>
                <a:cxnLst/>
                <a:rect l="l" t="t" r="r" b="b"/>
                <a:pathLst>
                  <a:path w="524749" h="297687" fill="none">
                    <a:moveTo>
                      <a:pt x="0" y="240242"/>
                    </a:moveTo>
                    <a:lnTo>
                      <a:pt x="524749" y="0"/>
                    </a:lnTo>
                    <a:moveTo>
                      <a:pt x="524749" y="69487"/>
                    </a:moveTo>
                    <a:lnTo>
                      <a:pt x="26300" y="297687"/>
                    </a:lnTo>
                    <a:lnTo>
                      <a:pt x="0" y="240242"/>
                    </a:lnTo>
                    <a:lnTo>
                      <a:pt x="0" y="240242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21" name="Контур"/>
              <p:cNvSpPr/>
              <p:nvPr/>
            </p:nvSpPr>
            <p:spPr>
              <a:xfrm>
                <a:off x="8447279" y="9546725"/>
                <a:ext cx="325116" cy="208421"/>
              </a:xfrm>
              <a:custGeom>
                <a:avLst/>
                <a:gdLst/>
                <a:ahLst/>
                <a:cxnLst/>
                <a:rect l="l" t="t" r="r" b="b"/>
                <a:pathLst>
                  <a:path w="325116" h="208421">
                    <a:moveTo>
                      <a:pt x="0" y="144630"/>
                    </a:moveTo>
                    <a:lnTo>
                      <a:pt x="296532" y="0"/>
                    </a:lnTo>
                    <a:lnTo>
                      <a:pt x="325116" y="65025"/>
                    </a:lnTo>
                    <a:lnTo>
                      <a:pt x="31113" y="208421"/>
                    </a:lnTo>
                    <a:lnTo>
                      <a:pt x="0" y="1446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22" name="Контур"/>
              <p:cNvSpPr/>
              <p:nvPr/>
            </p:nvSpPr>
            <p:spPr>
              <a:xfrm>
                <a:off x="9530434" y="9486248"/>
                <a:ext cx="399746" cy="247320"/>
              </a:xfrm>
              <a:custGeom>
                <a:avLst/>
                <a:gdLst/>
                <a:ahLst/>
                <a:cxnLst/>
                <a:rect l="l" t="t" r="r" b="b"/>
                <a:pathLst>
                  <a:path w="399746" h="247320">
                    <a:moveTo>
                      <a:pt x="67990" y="132576"/>
                    </a:moveTo>
                    <a:lnTo>
                      <a:pt x="353633" y="0"/>
                    </a:lnTo>
                    <a:lnTo>
                      <a:pt x="399746" y="99354"/>
                    </a:lnTo>
                    <a:lnTo>
                      <a:pt x="80949" y="247320"/>
                    </a:lnTo>
                    <a:lnTo>
                      <a:pt x="57035" y="195795"/>
                    </a:lnTo>
                    <a:lnTo>
                      <a:pt x="36145" y="205491"/>
                    </a:lnTo>
                    <a:lnTo>
                      <a:pt x="0" y="127617"/>
                    </a:lnTo>
                    <a:lnTo>
                      <a:pt x="54046" y="102532"/>
                    </a:lnTo>
                    <a:lnTo>
                      <a:pt x="67990" y="1325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23" name="Контур"/>
              <p:cNvSpPr/>
              <p:nvPr/>
            </p:nvSpPr>
            <p:spPr>
              <a:xfrm>
                <a:off x="8403890" y="9457769"/>
                <a:ext cx="339921" cy="233586"/>
              </a:xfrm>
              <a:custGeom>
                <a:avLst/>
                <a:gdLst/>
                <a:ahLst/>
                <a:cxnLst/>
                <a:rect l="l" t="t" r="r" b="b"/>
                <a:pathLst>
                  <a:path w="339921" h="233586">
                    <a:moveTo>
                      <a:pt x="296532" y="0"/>
                    </a:moveTo>
                    <a:lnTo>
                      <a:pt x="339921" y="88956"/>
                    </a:lnTo>
                    <a:lnTo>
                      <a:pt x="43389" y="233586"/>
                    </a:lnTo>
                    <a:lnTo>
                      <a:pt x="0" y="144630"/>
                    </a:lnTo>
                    <a:lnTo>
                      <a:pt x="29653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24" name="Контур"/>
              <p:cNvSpPr/>
              <p:nvPr/>
            </p:nvSpPr>
            <p:spPr>
              <a:xfrm>
                <a:off x="9277862" y="9477150"/>
                <a:ext cx="97700" cy="125237"/>
              </a:xfrm>
              <a:custGeom>
                <a:avLst/>
                <a:gdLst/>
                <a:ahLst/>
                <a:cxnLst/>
                <a:rect l="l" t="t" r="r" b="b"/>
                <a:pathLst>
                  <a:path w="97700" h="125237">
                    <a:moveTo>
                      <a:pt x="0" y="23432"/>
                    </a:moveTo>
                    <a:lnTo>
                      <a:pt x="49705" y="0"/>
                    </a:lnTo>
                    <a:lnTo>
                      <a:pt x="97700" y="101805"/>
                    </a:lnTo>
                    <a:lnTo>
                      <a:pt x="47994" y="125237"/>
                    </a:lnTo>
                    <a:lnTo>
                      <a:pt x="0" y="234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25" name="Контур"/>
              <p:cNvSpPr/>
              <p:nvPr/>
            </p:nvSpPr>
            <p:spPr>
              <a:xfrm>
                <a:off x="9800159" y="7242185"/>
                <a:ext cx="495841" cy="1158934"/>
              </a:xfrm>
              <a:custGeom>
                <a:avLst/>
                <a:gdLst/>
                <a:ahLst/>
                <a:cxnLst/>
                <a:rect l="l" t="t" r="r" b="b"/>
                <a:pathLst>
                  <a:path w="495841" h="1158934">
                    <a:moveTo>
                      <a:pt x="255933" y="662643"/>
                    </a:moveTo>
                    <a:lnTo>
                      <a:pt x="249012" y="648117"/>
                    </a:lnTo>
                    <a:lnTo>
                      <a:pt x="16710" y="161998"/>
                    </a:lnTo>
                    <a:lnTo>
                      <a:pt x="0" y="125532"/>
                    </a:lnTo>
                    <a:lnTo>
                      <a:pt x="244548" y="0"/>
                    </a:lnTo>
                    <a:lnTo>
                      <a:pt x="365861" y="246591"/>
                    </a:lnTo>
                    <a:lnTo>
                      <a:pt x="410709" y="336336"/>
                    </a:lnTo>
                    <a:lnTo>
                      <a:pt x="426931" y="366514"/>
                    </a:lnTo>
                    <a:lnTo>
                      <a:pt x="477624" y="472370"/>
                    </a:lnTo>
                    <a:lnTo>
                      <a:pt x="495841" y="509289"/>
                    </a:lnTo>
                    <a:lnTo>
                      <a:pt x="495841" y="1158934"/>
                    </a:lnTo>
                    <a:lnTo>
                      <a:pt x="428573" y="1019260"/>
                    </a:lnTo>
                    <a:lnTo>
                      <a:pt x="272592" y="6973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6" name="Контур"/>
              <p:cNvSpPr/>
              <p:nvPr/>
            </p:nvSpPr>
            <p:spPr>
              <a:xfrm>
                <a:off x="9800159" y="7242185"/>
                <a:ext cx="495841" cy="1158934"/>
              </a:xfrm>
              <a:custGeom>
                <a:avLst/>
                <a:gdLst/>
                <a:ahLst/>
                <a:cxnLst/>
                <a:rect l="l" t="t" r="r" b="b"/>
                <a:pathLst>
                  <a:path w="495841" h="1158934" fill="none">
                    <a:moveTo>
                      <a:pt x="255933" y="662643"/>
                    </a:moveTo>
                    <a:lnTo>
                      <a:pt x="249012" y="648117"/>
                    </a:lnTo>
                    <a:lnTo>
                      <a:pt x="16710" y="161998"/>
                    </a:lnTo>
                    <a:lnTo>
                      <a:pt x="0" y="125532"/>
                    </a:lnTo>
                    <a:lnTo>
                      <a:pt x="244548" y="0"/>
                    </a:lnTo>
                    <a:lnTo>
                      <a:pt x="365861" y="246591"/>
                    </a:lnTo>
                    <a:lnTo>
                      <a:pt x="410709" y="336336"/>
                    </a:lnTo>
                    <a:lnTo>
                      <a:pt x="426931" y="366514"/>
                    </a:lnTo>
                    <a:lnTo>
                      <a:pt x="477624" y="472370"/>
                    </a:lnTo>
                    <a:lnTo>
                      <a:pt x="495841" y="509289"/>
                    </a:lnTo>
                    <a:moveTo>
                      <a:pt x="495841" y="1158934"/>
                    </a:moveTo>
                    <a:lnTo>
                      <a:pt x="428573" y="1019260"/>
                    </a:lnTo>
                    <a:lnTo>
                      <a:pt x="272592" y="697392"/>
                    </a:lnTo>
                    <a:lnTo>
                      <a:pt x="255933" y="662643"/>
                    </a:lnTo>
                    <a:lnTo>
                      <a:pt x="255933" y="662643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27" name="Контур"/>
              <p:cNvSpPr/>
              <p:nvPr/>
            </p:nvSpPr>
            <p:spPr>
              <a:xfrm>
                <a:off x="9858290" y="8678882"/>
                <a:ext cx="348519" cy="473431"/>
              </a:xfrm>
              <a:custGeom>
                <a:avLst/>
                <a:gdLst/>
                <a:ahLst/>
                <a:cxnLst/>
                <a:rect l="l" t="t" r="r" b="b"/>
                <a:pathLst>
                  <a:path w="348519" h="473431">
                    <a:moveTo>
                      <a:pt x="154665" y="0"/>
                    </a:moveTo>
                    <a:lnTo>
                      <a:pt x="186030" y="63945"/>
                    </a:lnTo>
                    <a:lnTo>
                      <a:pt x="348519" y="402105"/>
                    </a:lnTo>
                    <a:lnTo>
                      <a:pt x="340009" y="406072"/>
                    </a:lnTo>
                    <a:lnTo>
                      <a:pt x="199203" y="473431"/>
                    </a:lnTo>
                    <a:lnTo>
                      <a:pt x="37431" y="151095"/>
                    </a:lnTo>
                    <a:lnTo>
                      <a:pt x="0" y="70983"/>
                    </a:lnTo>
                    <a:lnTo>
                      <a:pt x="1546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28" name="Контур"/>
              <p:cNvSpPr/>
              <p:nvPr/>
            </p:nvSpPr>
            <p:spPr>
              <a:xfrm>
                <a:off x="10010333" y="9446915"/>
                <a:ext cx="144885" cy="103372"/>
              </a:xfrm>
              <a:custGeom>
                <a:avLst/>
                <a:gdLst/>
                <a:ahLst/>
                <a:cxnLst/>
                <a:rect l="l" t="t" r="r" b="b"/>
                <a:pathLst>
                  <a:path w="144885" h="103372">
                    <a:moveTo>
                      <a:pt x="123969" y="0"/>
                    </a:moveTo>
                    <a:lnTo>
                      <a:pt x="144885" y="43515"/>
                    </a:lnTo>
                    <a:lnTo>
                      <a:pt x="19699" y="103372"/>
                    </a:lnTo>
                    <a:lnTo>
                      <a:pt x="0" y="63062"/>
                    </a:lnTo>
                    <a:lnTo>
                      <a:pt x="1239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29" name="Контур"/>
              <p:cNvSpPr/>
              <p:nvPr/>
            </p:nvSpPr>
            <p:spPr>
              <a:xfrm>
                <a:off x="10241267" y="8948743"/>
                <a:ext cx="54733" cy="141516"/>
              </a:xfrm>
              <a:custGeom>
                <a:avLst/>
                <a:gdLst/>
                <a:ahLst/>
                <a:cxnLst/>
                <a:rect l="l" t="t" r="r" b="b"/>
                <a:pathLst>
                  <a:path w="54733" h="141516">
                    <a:moveTo>
                      <a:pt x="54733" y="141516"/>
                    </a:moveTo>
                    <a:lnTo>
                      <a:pt x="0" y="26347"/>
                    </a:lnTo>
                    <a:lnTo>
                      <a:pt x="26708" y="13222"/>
                    </a:lnTo>
                    <a:lnTo>
                      <a:pt x="5473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30" name="Контур"/>
              <p:cNvSpPr/>
              <p:nvPr/>
            </p:nvSpPr>
            <p:spPr>
              <a:xfrm>
                <a:off x="10241267" y="8948743"/>
                <a:ext cx="54733" cy="141516"/>
              </a:xfrm>
              <a:custGeom>
                <a:avLst/>
                <a:gdLst/>
                <a:ahLst/>
                <a:cxnLst/>
                <a:rect l="l" t="t" r="r" b="b"/>
                <a:pathLst>
                  <a:path w="54733" h="141516" fill="none">
                    <a:moveTo>
                      <a:pt x="54733" y="141516"/>
                    </a:moveTo>
                    <a:lnTo>
                      <a:pt x="0" y="26347"/>
                    </a:lnTo>
                    <a:lnTo>
                      <a:pt x="26708" y="13222"/>
                    </a:lnTo>
                    <a:lnTo>
                      <a:pt x="54733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31" name="Контур"/>
              <p:cNvSpPr/>
              <p:nvPr/>
            </p:nvSpPr>
            <p:spPr>
              <a:xfrm>
                <a:off x="10198299" y="9063629"/>
                <a:ext cx="79822" cy="98537"/>
              </a:xfrm>
              <a:custGeom>
                <a:avLst/>
                <a:gdLst/>
                <a:ahLst/>
                <a:cxnLst/>
                <a:rect l="l" t="t" r="r" b="b"/>
                <a:pathLst>
                  <a:path w="79822" h="98537">
                    <a:moveTo>
                      <a:pt x="45891" y="0"/>
                    </a:moveTo>
                    <a:lnTo>
                      <a:pt x="79822" y="79206"/>
                    </a:lnTo>
                    <a:lnTo>
                      <a:pt x="34698" y="98537"/>
                    </a:lnTo>
                    <a:lnTo>
                      <a:pt x="0" y="21325"/>
                    </a:lnTo>
                    <a:lnTo>
                      <a:pt x="8510" y="17358"/>
                    </a:lnTo>
                    <a:lnTo>
                      <a:pt x="4589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32" name="Контур"/>
              <p:cNvSpPr/>
              <p:nvPr/>
            </p:nvSpPr>
            <p:spPr>
              <a:xfrm>
                <a:off x="10044320" y="8722064"/>
                <a:ext cx="199870" cy="358923"/>
              </a:xfrm>
              <a:custGeom>
                <a:avLst/>
                <a:gdLst/>
                <a:ahLst/>
                <a:cxnLst/>
                <a:rect l="l" t="t" r="r" b="b"/>
                <a:pathLst>
                  <a:path w="199870" h="358923">
                    <a:moveTo>
                      <a:pt x="162489" y="358923"/>
                    </a:moveTo>
                    <a:lnTo>
                      <a:pt x="0" y="20763"/>
                    </a:lnTo>
                    <a:lnTo>
                      <a:pt x="42597" y="0"/>
                    </a:lnTo>
                    <a:lnTo>
                      <a:pt x="199870" y="341565"/>
                    </a:lnTo>
                    <a:lnTo>
                      <a:pt x="162489" y="3589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33" name="Контур"/>
              <p:cNvSpPr/>
              <p:nvPr/>
            </p:nvSpPr>
            <p:spPr>
              <a:xfrm>
                <a:off x="10105178" y="9294597"/>
                <a:ext cx="190822" cy="195833"/>
              </a:xfrm>
              <a:custGeom>
                <a:avLst/>
                <a:gdLst/>
                <a:ahLst/>
                <a:cxnLst/>
                <a:rect l="l" t="t" r="r" b="b"/>
                <a:pathLst>
                  <a:path w="190822" h="195833">
                    <a:moveTo>
                      <a:pt x="190822" y="128160"/>
                    </a:moveTo>
                    <a:lnTo>
                      <a:pt x="50040" y="195833"/>
                    </a:lnTo>
                    <a:lnTo>
                      <a:pt x="29124" y="152318"/>
                    </a:lnTo>
                    <a:lnTo>
                      <a:pt x="0" y="91730"/>
                    </a:lnTo>
                    <a:lnTo>
                      <a:pt x="1908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34" name="Контур"/>
              <p:cNvSpPr/>
              <p:nvPr/>
            </p:nvSpPr>
            <p:spPr>
              <a:xfrm>
                <a:off x="10105178" y="9294597"/>
                <a:ext cx="190822" cy="195833"/>
              </a:xfrm>
              <a:custGeom>
                <a:avLst/>
                <a:gdLst/>
                <a:ahLst/>
                <a:cxnLst/>
                <a:rect l="l" t="t" r="r" b="b"/>
                <a:pathLst>
                  <a:path w="190822" h="195833" fill="none">
                    <a:moveTo>
                      <a:pt x="50040" y="195833"/>
                    </a:moveTo>
                    <a:lnTo>
                      <a:pt x="29124" y="152318"/>
                    </a:lnTo>
                    <a:lnTo>
                      <a:pt x="0" y="91730"/>
                    </a:lnTo>
                    <a:lnTo>
                      <a:pt x="190822" y="0"/>
                    </a:lnTo>
                    <a:moveTo>
                      <a:pt x="190822" y="128160"/>
                    </a:moveTo>
                    <a:lnTo>
                      <a:pt x="50040" y="195833"/>
                    </a:lnTo>
                    <a:lnTo>
                      <a:pt x="50040" y="195833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35" name="Контур"/>
              <p:cNvSpPr/>
              <p:nvPr/>
            </p:nvSpPr>
            <p:spPr>
              <a:xfrm>
                <a:off x="10243157" y="9144032"/>
                <a:ext cx="52843" cy="134861"/>
              </a:xfrm>
              <a:custGeom>
                <a:avLst/>
                <a:gdLst/>
                <a:ahLst/>
                <a:cxnLst/>
                <a:rect l="l" t="t" r="r" b="b"/>
                <a:pathLst>
                  <a:path w="52843" h="134861">
                    <a:moveTo>
                      <a:pt x="52843" y="134861"/>
                    </a:moveTo>
                    <a:lnTo>
                      <a:pt x="0" y="25152"/>
                    </a:lnTo>
                    <a:lnTo>
                      <a:pt x="528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36" name="Контур"/>
              <p:cNvSpPr/>
              <p:nvPr/>
            </p:nvSpPr>
            <p:spPr>
              <a:xfrm>
                <a:off x="10243157" y="9144032"/>
                <a:ext cx="52843" cy="134861"/>
              </a:xfrm>
              <a:custGeom>
                <a:avLst/>
                <a:gdLst/>
                <a:ahLst/>
                <a:cxnLst/>
                <a:rect l="l" t="t" r="r" b="b"/>
                <a:pathLst>
                  <a:path w="52843" h="134861" fill="none">
                    <a:moveTo>
                      <a:pt x="52843" y="134861"/>
                    </a:moveTo>
                    <a:lnTo>
                      <a:pt x="0" y="25152"/>
                    </a:lnTo>
                    <a:lnTo>
                      <a:pt x="52843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37" name="Контур"/>
              <p:cNvSpPr/>
              <p:nvPr/>
            </p:nvSpPr>
            <p:spPr>
              <a:xfrm>
                <a:off x="5881762" y="9788913"/>
                <a:ext cx="308220" cy="399087"/>
              </a:xfrm>
              <a:custGeom>
                <a:avLst/>
                <a:gdLst/>
                <a:ahLst/>
                <a:cxnLst/>
                <a:rect l="l" t="t" r="r" b="b"/>
                <a:pathLst>
                  <a:path w="308220" h="399087">
                    <a:moveTo>
                      <a:pt x="75337" y="399087"/>
                    </a:moveTo>
                    <a:lnTo>
                      <a:pt x="141901" y="368626"/>
                    </a:lnTo>
                    <a:lnTo>
                      <a:pt x="0" y="57555"/>
                    </a:lnTo>
                    <a:lnTo>
                      <a:pt x="126167" y="0"/>
                    </a:lnTo>
                    <a:lnTo>
                      <a:pt x="308220" y="39908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38" name="Контур"/>
              <p:cNvSpPr/>
              <p:nvPr/>
            </p:nvSpPr>
            <p:spPr>
              <a:xfrm>
                <a:off x="5881762" y="9788913"/>
                <a:ext cx="308220" cy="399087"/>
              </a:xfrm>
              <a:custGeom>
                <a:avLst/>
                <a:gdLst/>
                <a:ahLst/>
                <a:cxnLst/>
                <a:rect l="l" t="t" r="r" b="b"/>
                <a:pathLst>
                  <a:path w="308220" h="399087" fill="none">
                    <a:moveTo>
                      <a:pt x="75337" y="399087"/>
                    </a:moveTo>
                    <a:lnTo>
                      <a:pt x="141901" y="368626"/>
                    </a:lnTo>
                    <a:lnTo>
                      <a:pt x="0" y="57555"/>
                    </a:lnTo>
                    <a:lnTo>
                      <a:pt x="126167" y="0"/>
                    </a:lnTo>
                    <a:lnTo>
                      <a:pt x="308220" y="399087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39" name="Контур"/>
              <p:cNvSpPr/>
              <p:nvPr/>
            </p:nvSpPr>
            <p:spPr>
              <a:xfrm>
                <a:off x="4773041" y="9922742"/>
                <a:ext cx="571228" cy="265258"/>
              </a:xfrm>
              <a:custGeom>
                <a:avLst/>
                <a:gdLst/>
                <a:ahLst/>
                <a:cxnLst/>
                <a:rect l="l" t="t" r="r" b="b"/>
                <a:pathLst>
                  <a:path w="571228" h="265258">
                    <a:moveTo>
                      <a:pt x="24004" y="265258"/>
                    </a:moveTo>
                    <a:lnTo>
                      <a:pt x="0" y="216021"/>
                    </a:lnTo>
                    <a:lnTo>
                      <a:pt x="443110" y="0"/>
                    </a:lnTo>
                    <a:lnTo>
                      <a:pt x="571228" y="265258"/>
                    </a:lnTo>
                    <a:lnTo>
                      <a:pt x="419817" y="265258"/>
                    </a:lnTo>
                    <a:lnTo>
                      <a:pt x="384092" y="189708"/>
                    </a:lnTo>
                    <a:lnTo>
                      <a:pt x="225409" y="2652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40" name="Контур"/>
              <p:cNvSpPr/>
              <p:nvPr/>
            </p:nvSpPr>
            <p:spPr>
              <a:xfrm>
                <a:off x="4773041" y="9922742"/>
                <a:ext cx="571228" cy="265258"/>
              </a:xfrm>
              <a:custGeom>
                <a:avLst/>
                <a:gdLst/>
                <a:ahLst/>
                <a:cxnLst/>
                <a:rect l="l" t="t" r="r" b="b"/>
                <a:pathLst>
                  <a:path w="571228" h="265258" fill="none">
                    <a:moveTo>
                      <a:pt x="24004" y="265258"/>
                    </a:moveTo>
                    <a:lnTo>
                      <a:pt x="0" y="216021"/>
                    </a:lnTo>
                    <a:lnTo>
                      <a:pt x="443110" y="0"/>
                    </a:lnTo>
                    <a:lnTo>
                      <a:pt x="571228" y="265258"/>
                    </a:lnTo>
                    <a:moveTo>
                      <a:pt x="419817" y="265258"/>
                    </a:moveTo>
                    <a:lnTo>
                      <a:pt x="384092" y="189708"/>
                    </a:lnTo>
                    <a:lnTo>
                      <a:pt x="225409" y="265258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41" name="Контур"/>
              <p:cNvSpPr/>
              <p:nvPr/>
            </p:nvSpPr>
            <p:spPr>
              <a:xfrm>
                <a:off x="5778568" y="10176322"/>
                <a:ext cx="29990" cy="11678"/>
              </a:xfrm>
              <a:custGeom>
                <a:avLst/>
                <a:gdLst/>
                <a:ahLst/>
                <a:cxnLst/>
                <a:rect l="l" t="t" r="r" b="b"/>
                <a:pathLst>
                  <a:path w="29990" h="11678">
                    <a:moveTo>
                      <a:pt x="0" y="11678"/>
                    </a:moveTo>
                    <a:lnTo>
                      <a:pt x="24401" y="0"/>
                    </a:lnTo>
                    <a:lnTo>
                      <a:pt x="29990" y="1167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42" name="Контур"/>
              <p:cNvSpPr/>
              <p:nvPr/>
            </p:nvSpPr>
            <p:spPr>
              <a:xfrm>
                <a:off x="5778568" y="10176322"/>
                <a:ext cx="29990" cy="11678"/>
              </a:xfrm>
              <a:custGeom>
                <a:avLst/>
                <a:gdLst/>
                <a:ahLst/>
                <a:cxnLst/>
                <a:rect l="l" t="t" r="r" b="b"/>
                <a:pathLst>
                  <a:path w="29990" h="11678" fill="none">
                    <a:moveTo>
                      <a:pt x="0" y="11678"/>
                    </a:moveTo>
                    <a:lnTo>
                      <a:pt x="24401" y="0"/>
                    </a:lnTo>
                    <a:lnTo>
                      <a:pt x="29990" y="11678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43" name="Контур"/>
              <p:cNvSpPr/>
              <p:nvPr/>
            </p:nvSpPr>
            <p:spPr>
              <a:xfrm>
                <a:off x="3683946" y="10184701"/>
                <a:ext cx="6970" cy="3299"/>
              </a:xfrm>
              <a:custGeom>
                <a:avLst/>
                <a:gdLst/>
                <a:ahLst/>
                <a:cxnLst/>
                <a:rect l="l" t="t" r="r" b="b"/>
                <a:pathLst>
                  <a:path w="6970" h="3299">
                    <a:moveTo>
                      <a:pt x="0" y="3299"/>
                    </a:moveTo>
                    <a:lnTo>
                      <a:pt x="4609" y="0"/>
                    </a:lnTo>
                    <a:lnTo>
                      <a:pt x="6970" y="32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44" name="Контур"/>
              <p:cNvSpPr/>
              <p:nvPr/>
            </p:nvSpPr>
            <p:spPr>
              <a:xfrm>
                <a:off x="3683946" y="10184701"/>
                <a:ext cx="6970" cy="3299"/>
              </a:xfrm>
              <a:custGeom>
                <a:avLst/>
                <a:gdLst/>
                <a:ahLst/>
                <a:cxnLst/>
                <a:rect l="l" t="t" r="r" b="b"/>
                <a:pathLst>
                  <a:path w="6970" h="3299" fill="none">
                    <a:moveTo>
                      <a:pt x="0" y="3299"/>
                    </a:moveTo>
                    <a:lnTo>
                      <a:pt x="4609" y="0"/>
                    </a:lnTo>
                    <a:lnTo>
                      <a:pt x="6970" y="3299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45" name="Контур"/>
              <p:cNvSpPr/>
              <p:nvPr/>
            </p:nvSpPr>
            <p:spPr>
              <a:xfrm>
                <a:off x="5462040" y="9585206"/>
                <a:ext cx="512568" cy="602794"/>
              </a:xfrm>
              <a:custGeom>
                <a:avLst/>
                <a:gdLst/>
                <a:ahLst/>
                <a:cxnLst/>
                <a:rect l="l" t="t" r="r" b="b"/>
                <a:pathLst>
                  <a:path w="512568" h="602794">
                    <a:moveTo>
                      <a:pt x="185775" y="602794"/>
                    </a:moveTo>
                    <a:lnTo>
                      <a:pt x="0" y="214626"/>
                    </a:lnTo>
                    <a:lnTo>
                      <a:pt x="448451" y="0"/>
                    </a:lnTo>
                    <a:lnTo>
                      <a:pt x="512568" y="133968"/>
                    </a:lnTo>
                    <a:lnTo>
                      <a:pt x="388710" y="193281"/>
                    </a:lnTo>
                    <a:lnTo>
                      <a:pt x="194903" y="286001"/>
                    </a:lnTo>
                    <a:lnTo>
                      <a:pt x="340929" y="591116"/>
                    </a:lnTo>
                    <a:lnTo>
                      <a:pt x="316528" y="6027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46" name="Контур"/>
              <p:cNvSpPr/>
              <p:nvPr/>
            </p:nvSpPr>
            <p:spPr>
              <a:xfrm>
                <a:off x="5462040" y="9585206"/>
                <a:ext cx="512568" cy="602794"/>
              </a:xfrm>
              <a:custGeom>
                <a:avLst/>
                <a:gdLst/>
                <a:ahLst/>
                <a:cxnLst/>
                <a:rect l="l" t="t" r="r" b="b"/>
                <a:pathLst>
                  <a:path w="512568" h="602794" fill="none">
                    <a:moveTo>
                      <a:pt x="0" y="214626"/>
                    </a:moveTo>
                    <a:lnTo>
                      <a:pt x="448451" y="0"/>
                    </a:lnTo>
                    <a:lnTo>
                      <a:pt x="512568" y="133968"/>
                    </a:lnTo>
                    <a:lnTo>
                      <a:pt x="388710" y="193281"/>
                    </a:lnTo>
                    <a:lnTo>
                      <a:pt x="194903" y="286001"/>
                    </a:lnTo>
                    <a:lnTo>
                      <a:pt x="340929" y="591116"/>
                    </a:lnTo>
                    <a:lnTo>
                      <a:pt x="316528" y="602794"/>
                    </a:lnTo>
                    <a:moveTo>
                      <a:pt x="185775" y="602794"/>
                    </a:moveTo>
                    <a:lnTo>
                      <a:pt x="0" y="214626"/>
                    </a:lnTo>
                    <a:lnTo>
                      <a:pt x="0" y="214626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47" name="Контур"/>
              <p:cNvSpPr/>
              <p:nvPr/>
            </p:nvSpPr>
            <p:spPr>
              <a:xfrm>
                <a:off x="5631087" y="9371726"/>
                <a:ext cx="53111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1" h="67537">
                    <a:moveTo>
                      <a:pt x="0" y="12534"/>
                    </a:moveTo>
                    <a:lnTo>
                      <a:pt x="30538" y="0"/>
                    </a:lnTo>
                    <a:lnTo>
                      <a:pt x="53111" y="55004"/>
                    </a:lnTo>
                    <a:lnTo>
                      <a:pt x="22573" y="67537"/>
                    </a:lnTo>
                    <a:lnTo>
                      <a:pt x="0" y="125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48" name="Контур"/>
              <p:cNvSpPr/>
              <p:nvPr/>
            </p:nvSpPr>
            <p:spPr>
              <a:xfrm>
                <a:off x="5661625" y="9359193"/>
                <a:ext cx="53112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2" h="67537">
                    <a:moveTo>
                      <a:pt x="0" y="12533"/>
                    </a:moveTo>
                    <a:lnTo>
                      <a:pt x="30538" y="0"/>
                    </a:lnTo>
                    <a:lnTo>
                      <a:pt x="53112" y="55004"/>
                    </a:lnTo>
                    <a:lnTo>
                      <a:pt x="22573" y="67537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49" name="Контур"/>
              <p:cNvSpPr/>
              <p:nvPr/>
            </p:nvSpPr>
            <p:spPr>
              <a:xfrm>
                <a:off x="5311265" y="9842471"/>
                <a:ext cx="166194" cy="233349"/>
              </a:xfrm>
              <a:custGeom>
                <a:avLst/>
                <a:gdLst/>
                <a:ahLst/>
                <a:cxnLst/>
                <a:rect l="l" t="t" r="r" b="b"/>
                <a:pathLst>
                  <a:path w="166194" h="233349">
                    <a:moveTo>
                      <a:pt x="95482" y="233349"/>
                    </a:moveTo>
                    <a:lnTo>
                      <a:pt x="0" y="33843"/>
                    </a:lnTo>
                    <a:lnTo>
                      <a:pt x="70712" y="0"/>
                    </a:lnTo>
                    <a:lnTo>
                      <a:pt x="166194" y="199506"/>
                    </a:lnTo>
                    <a:lnTo>
                      <a:pt x="95482" y="2333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50" name="Контур"/>
              <p:cNvSpPr/>
              <p:nvPr/>
            </p:nvSpPr>
            <p:spPr>
              <a:xfrm>
                <a:off x="5583292" y="9382112"/>
                <a:ext cx="46479" cy="37638"/>
              </a:xfrm>
              <a:custGeom>
                <a:avLst/>
                <a:gdLst/>
                <a:ahLst/>
                <a:cxnLst/>
                <a:rect l="l" t="t" r="r" b="b"/>
                <a:pathLst>
                  <a:path w="46479" h="37638">
                    <a:moveTo>
                      <a:pt x="9471" y="37638"/>
                    </a:moveTo>
                    <a:lnTo>
                      <a:pt x="0" y="16902"/>
                    </a:lnTo>
                    <a:lnTo>
                      <a:pt x="37008" y="0"/>
                    </a:lnTo>
                    <a:lnTo>
                      <a:pt x="46479" y="20735"/>
                    </a:lnTo>
                    <a:lnTo>
                      <a:pt x="9471" y="3763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51" name="Контур"/>
              <p:cNvSpPr/>
              <p:nvPr/>
            </p:nvSpPr>
            <p:spPr>
              <a:xfrm>
                <a:off x="5692163" y="9346661"/>
                <a:ext cx="53113" cy="67536"/>
              </a:xfrm>
              <a:custGeom>
                <a:avLst/>
                <a:gdLst/>
                <a:ahLst/>
                <a:cxnLst/>
                <a:rect l="l" t="t" r="r" b="b"/>
                <a:pathLst>
                  <a:path w="53113" h="67536">
                    <a:moveTo>
                      <a:pt x="0" y="12532"/>
                    </a:moveTo>
                    <a:lnTo>
                      <a:pt x="30539" y="0"/>
                    </a:lnTo>
                    <a:lnTo>
                      <a:pt x="53113" y="55003"/>
                    </a:lnTo>
                    <a:lnTo>
                      <a:pt x="22574" y="67536"/>
                    </a:lnTo>
                    <a:lnTo>
                      <a:pt x="0" y="125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52" name="Контур"/>
              <p:cNvSpPr/>
              <p:nvPr/>
            </p:nvSpPr>
            <p:spPr>
              <a:xfrm>
                <a:off x="6656884" y="9830065"/>
                <a:ext cx="874409" cy="357935"/>
              </a:xfrm>
              <a:custGeom>
                <a:avLst/>
                <a:gdLst/>
                <a:ahLst/>
                <a:cxnLst/>
                <a:rect l="l" t="t" r="r" b="b"/>
                <a:pathLst>
                  <a:path w="874409" h="357935">
                    <a:moveTo>
                      <a:pt x="0" y="357935"/>
                    </a:moveTo>
                    <a:lnTo>
                      <a:pt x="77711" y="321712"/>
                    </a:lnTo>
                    <a:lnTo>
                      <a:pt x="757356" y="0"/>
                    </a:lnTo>
                    <a:lnTo>
                      <a:pt x="874409" y="248148"/>
                    </a:lnTo>
                    <a:lnTo>
                      <a:pt x="641665" y="3579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53" name="Контур"/>
              <p:cNvSpPr/>
              <p:nvPr/>
            </p:nvSpPr>
            <p:spPr>
              <a:xfrm>
                <a:off x="6656884" y="9830065"/>
                <a:ext cx="874409" cy="357935"/>
              </a:xfrm>
              <a:custGeom>
                <a:avLst/>
                <a:gdLst/>
                <a:ahLst/>
                <a:cxnLst/>
                <a:rect l="l" t="t" r="r" b="b"/>
                <a:pathLst>
                  <a:path w="874409" h="357935" fill="none">
                    <a:moveTo>
                      <a:pt x="0" y="357935"/>
                    </a:moveTo>
                    <a:lnTo>
                      <a:pt x="77711" y="321712"/>
                    </a:lnTo>
                    <a:lnTo>
                      <a:pt x="757356" y="0"/>
                    </a:lnTo>
                    <a:lnTo>
                      <a:pt x="874409" y="248148"/>
                    </a:lnTo>
                    <a:lnTo>
                      <a:pt x="641665" y="357935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54" name="Контур"/>
              <p:cNvSpPr/>
              <p:nvPr/>
            </p:nvSpPr>
            <p:spPr>
              <a:xfrm>
                <a:off x="6449407" y="10046168"/>
                <a:ext cx="285188" cy="141832"/>
              </a:xfrm>
              <a:custGeom>
                <a:avLst/>
                <a:gdLst/>
                <a:ahLst/>
                <a:cxnLst/>
                <a:rect l="l" t="t" r="r" b="b"/>
                <a:pathLst>
                  <a:path w="285188" h="141832">
                    <a:moveTo>
                      <a:pt x="12280" y="141832"/>
                    </a:moveTo>
                    <a:lnTo>
                      <a:pt x="0" y="114672"/>
                    </a:lnTo>
                    <a:lnTo>
                      <a:pt x="233274" y="0"/>
                    </a:lnTo>
                    <a:lnTo>
                      <a:pt x="285188" y="105609"/>
                    </a:lnTo>
                    <a:lnTo>
                      <a:pt x="207477" y="14183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55" name="Контур"/>
              <p:cNvSpPr/>
              <p:nvPr/>
            </p:nvSpPr>
            <p:spPr>
              <a:xfrm>
                <a:off x="6449407" y="10046168"/>
                <a:ext cx="285188" cy="141832"/>
              </a:xfrm>
              <a:custGeom>
                <a:avLst/>
                <a:gdLst/>
                <a:ahLst/>
                <a:cxnLst/>
                <a:rect l="l" t="t" r="r" b="b"/>
                <a:pathLst>
                  <a:path w="285188" h="141832" fill="none">
                    <a:moveTo>
                      <a:pt x="0" y="114672"/>
                    </a:moveTo>
                    <a:lnTo>
                      <a:pt x="233274" y="0"/>
                    </a:lnTo>
                    <a:lnTo>
                      <a:pt x="285188" y="105609"/>
                    </a:lnTo>
                    <a:lnTo>
                      <a:pt x="207477" y="141832"/>
                    </a:lnTo>
                    <a:moveTo>
                      <a:pt x="12280" y="141832"/>
                    </a:moveTo>
                    <a:lnTo>
                      <a:pt x="0" y="114672"/>
                    </a:lnTo>
                    <a:lnTo>
                      <a:pt x="0" y="114672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56" name="Контур"/>
              <p:cNvSpPr/>
              <p:nvPr/>
            </p:nvSpPr>
            <p:spPr>
              <a:xfrm>
                <a:off x="5850750" y="9719174"/>
                <a:ext cx="157179" cy="127294"/>
              </a:xfrm>
              <a:custGeom>
                <a:avLst/>
                <a:gdLst/>
                <a:ahLst/>
                <a:cxnLst/>
                <a:rect l="l" t="t" r="r" b="b"/>
                <a:pathLst>
                  <a:path w="157179" h="127294">
                    <a:moveTo>
                      <a:pt x="123858" y="0"/>
                    </a:moveTo>
                    <a:lnTo>
                      <a:pt x="157179" y="69739"/>
                    </a:lnTo>
                    <a:lnTo>
                      <a:pt x="31012" y="127294"/>
                    </a:lnTo>
                    <a:lnTo>
                      <a:pt x="0" y="59313"/>
                    </a:lnTo>
                    <a:lnTo>
                      <a:pt x="1238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57" name="Контур"/>
              <p:cNvSpPr/>
              <p:nvPr/>
            </p:nvSpPr>
            <p:spPr>
              <a:xfrm>
                <a:off x="6354489" y="9597386"/>
                <a:ext cx="859608" cy="563454"/>
              </a:xfrm>
              <a:custGeom>
                <a:avLst/>
                <a:gdLst/>
                <a:ahLst/>
                <a:cxnLst/>
                <a:rect l="l" t="t" r="r" b="b"/>
                <a:pathLst>
                  <a:path w="859608" h="563454">
                    <a:moveTo>
                      <a:pt x="767381" y="0"/>
                    </a:moveTo>
                    <a:lnTo>
                      <a:pt x="818419" y="108842"/>
                    </a:lnTo>
                    <a:lnTo>
                      <a:pt x="859608" y="193942"/>
                    </a:lnTo>
                    <a:lnTo>
                      <a:pt x="328192" y="448782"/>
                    </a:lnTo>
                    <a:lnTo>
                      <a:pt x="94918" y="563454"/>
                    </a:lnTo>
                    <a:lnTo>
                      <a:pt x="0" y="360555"/>
                    </a:lnTo>
                    <a:lnTo>
                      <a:pt x="322472" y="209041"/>
                    </a:lnTo>
                    <a:lnTo>
                      <a:pt x="76738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58" name="Контур"/>
              <p:cNvSpPr/>
              <p:nvPr/>
            </p:nvSpPr>
            <p:spPr>
              <a:xfrm>
                <a:off x="6729856" y="9190710"/>
                <a:ext cx="689319" cy="458792"/>
              </a:xfrm>
              <a:custGeom>
                <a:avLst/>
                <a:gdLst/>
                <a:ahLst/>
                <a:cxnLst/>
                <a:rect l="l" t="t" r="r" b="b"/>
                <a:pathLst>
                  <a:path w="689319" h="458792">
                    <a:moveTo>
                      <a:pt x="0" y="292296"/>
                    </a:moveTo>
                    <a:lnTo>
                      <a:pt x="609469" y="0"/>
                    </a:lnTo>
                    <a:lnTo>
                      <a:pt x="689319" y="166496"/>
                    </a:lnTo>
                    <a:lnTo>
                      <a:pt x="79850" y="458792"/>
                    </a:lnTo>
                    <a:lnTo>
                      <a:pt x="0" y="2922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59" name="Контур"/>
              <p:cNvSpPr/>
              <p:nvPr/>
            </p:nvSpPr>
            <p:spPr>
              <a:xfrm>
                <a:off x="6049326" y="9474873"/>
                <a:ext cx="122828" cy="89558"/>
              </a:xfrm>
              <a:custGeom>
                <a:avLst/>
                <a:gdLst/>
                <a:ahLst/>
                <a:cxnLst/>
                <a:rect l="l" t="t" r="r" b="b"/>
                <a:pathLst>
                  <a:path w="122828" h="89558">
                    <a:moveTo>
                      <a:pt x="19188" y="89558"/>
                    </a:moveTo>
                    <a:lnTo>
                      <a:pt x="0" y="48850"/>
                    </a:lnTo>
                    <a:lnTo>
                      <a:pt x="103640" y="0"/>
                    </a:lnTo>
                    <a:lnTo>
                      <a:pt x="122828" y="40708"/>
                    </a:lnTo>
                    <a:lnTo>
                      <a:pt x="19188" y="895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0" name="Контур"/>
              <p:cNvSpPr/>
              <p:nvPr/>
            </p:nvSpPr>
            <p:spPr>
              <a:xfrm>
                <a:off x="6211373" y="9191515"/>
                <a:ext cx="245885" cy="274876"/>
              </a:xfrm>
              <a:custGeom>
                <a:avLst/>
                <a:gdLst/>
                <a:ahLst/>
                <a:cxnLst/>
                <a:rect l="l" t="t" r="r" b="b"/>
                <a:pathLst>
                  <a:path w="245885" h="274876">
                    <a:moveTo>
                      <a:pt x="245885" y="210510"/>
                    </a:moveTo>
                    <a:lnTo>
                      <a:pt x="95841" y="274876"/>
                    </a:lnTo>
                    <a:lnTo>
                      <a:pt x="72576" y="223630"/>
                    </a:lnTo>
                    <a:lnTo>
                      <a:pt x="37773" y="146959"/>
                    </a:lnTo>
                    <a:lnTo>
                      <a:pt x="23607" y="115747"/>
                    </a:lnTo>
                    <a:lnTo>
                      <a:pt x="0" y="63754"/>
                    </a:lnTo>
                    <a:lnTo>
                      <a:pt x="151417" y="0"/>
                    </a:lnTo>
                    <a:lnTo>
                      <a:pt x="169327" y="39751"/>
                    </a:lnTo>
                    <a:lnTo>
                      <a:pt x="245885" y="2105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1" name="Контур"/>
              <p:cNvSpPr/>
              <p:nvPr/>
            </p:nvSpPr>
            <p:spPr>
              <a:xfrm>
                <a:off x="5847244" y="9327368"/>
                <a:ext cx="99840" cy="88235"/>
              </a:xfrm>
              <a:custGeom>
                <a:avLst/>
                <a:gdLst/>
                <a:ahLst/>
                <a:cxnLst/>
                <a:rect l="l" t="t" r="r" b="b"/>
                <a:pathLst>
                  <a:path w="99840" h="88235">
                    <a:moveTo>
                      <a:pt x="0" y="36727"/>
                    </a:moveTo>
                    <a:lnTo>
                      <a:pt x="75216" y="0"/>
                    </a:lnTo>
                    <a:lnTo>
                      <a:pt x="90886" y="34935"/>
                    </a:lnTo>
                    <a:lnTo>
                      <a:pt x="99840" y="52852"/>
                    </a:lnTo>
                    <a:lnTo>
                      <a:pt x="23281" y="88235"/>
                    </a:lnTo>
                    <a:lnTo>
                      <a:pt x="0" y="367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2" name="Контур"/>
              <p:cNvSpPr/>
              <p:nvPr/>
            </p:nvSpPr>
            <p:spPr>
              <a:xfrm>
                <a:off x="5938130" y="9313703"/>
                <a:ext cx="173713" cy="115558"/>
              </a:xfrm>
              <a:custGeom>
                <a:avLst/>
                <a:gdLst/>
                <a:ahLst/>
                <a:cxnLst/>
                <a:rect l="l" t="t" r="r" b="b"/>
                <a:pathLst>
                  <a:path w="173713" h="115558">
                    <a:moveTo>
                      <a:pt x="0" y="48600"/>
                    </a:moveTo>
                    <a:lnTo>
                      <a:pt x="100736" y="4480"/>
                    </a:lnTo>
                    <a:lnTo>
                      <a:pt x="107900" y="17917"/>
                    </a:lnTo>
                    <a:lnTo>
                      <a:pt x="149985" y="0"/>
                    </a:lnTo>
                    <a:lnTo>
                      <a:pt x="173713" y="47925"/>
                    </a:lnTo>
                    <a:lnTo>
                      <a:pt x="33130" y="115558"/>
                    </a:lnTo>
                    <a:lnTo>
                      <a:pt x="8954" y="66517"/>
                    </a:lnTo>
                    <a:lnTo>
                      <a:pt x="0" y="48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3" name="Контур"/>
              <p:cNvSpPr/>
              <p:nvPr/>
            </p:nvSpPr>
            <p:spPr>
              <a:xfrm>
                <a:off x="5722702" y="9334127"/>
                <a:ext cx="53112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2" h="67537">
                    <a:moveTo>
                      <a:pt x="0" y="12534"/>
                    </a:moveTo>
                    <a:lnTo>
                      <a:pt x="30538" y="0"/>
                    </a:lnTo>
                    <a:lnTo>
                      <a:pt x="53112" y="55004"/>
                    </a:lnTo>
                    <a:lnTo>
                      <a:pt x="22574" y="67537"/>
                    </a:lnTo>
                    <a:lnTo>
                      <a:pt x="0" y="125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4" name="Контур"/>
              <p:cNvSpPr/>
              <p:nvPr/>
            </p:nvSpPr>
            <p:spPr>
              <a:xfrm>
                <a:off x="6445878" y="9305624"/>
                <a:ext cx="80520" cy="84204"/>
              </a:xfrm>
              <a:custGeom>
                <a:avLst/>
                <a:gdLst/>
                <a:ahLst/>
                <a:cxnLst/>
                <a:rect l="l" t="t" r="r" b="b"/>
                <a:pathLst>
                  <a:path w="80520" h="84204">
                    <a:moveTo>
                      <a:pt x="51900" y="0"/>
                    </a:moveTo>
                    <a:lnTo>
                      <a:pt x="80520" y="59051"/>
                    </a:lnTo>
                    <a:lnTo>
                      <a:pt x="28619" y="84204"/>
                    </a:lnTo>
                    <a:lnTo>
                      <a:pt x="0" y="25154"/>
                    </a:lnTo>
                    <a:lnTo>
                      <a:pt x="519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5" name="Контур"/>
              <p:cNvSpPr/>
              <p:nvPr/>
            </p:nvSpPr>
            <p:spPr>
              <a:xfrm>
                <a:off x="7597500" y="9801860"/>
                <a:ext cx="452021" cy="240477"/>
              </a:xfrm>
              <a:custGeom>
                <a:avLst/>
                <a:gdLst/>
                <a:ahLst/>
                <a:cxnLst/>
                <a:rect l="l" t="t" r="r" b="b"/>
                <a:pathLst>
                  <a:path w="452021" h="240477">
                    <a:moveTo>
                      <a:pt x="134763" y="240477"/>
                    </a:moveTo>
                    <a:lnTo>
                      <a:pt x="107899" y="181354"/>
                    </a:lnTo>
                    <a:lnTo>
                      <a:pt x="59546" y="201958"/>
                    </a:lnTo>
                    <a:lnTo>
                      <a:pt x="48354" y="178667"/>
                    </a:lnTo>
                    <a:lnTo>
                      <a:pt x="37160" y="184490"/>
                    </a:lnTo>
                    <a:lnTo>
                      <a:pt x="31340" y="173293"/>
                    </a:lnTo>
                    <a:lnTo>
                      <a:pt x="21490" y="177771"/>
                    </a:lnTo>
                    <a:lnTo>
                      <a:pt x="0" y="132534"/>
                    </a:lnTo>
                    <a:lnTo>
                      <a:pt x="74542" y="99726"/>
                    </a:lnTo>
                    <a:lnTo>
                      <a:pt x="94913" y="142052"/>
                    </a:lnTo>
                    <a:lnTo>
                      <a:pt x="272287" y="59844"/>
                    </a:lnTo>
                    <a:lnTo>
                      <a:pt x="393126" y="4874"/>
                    </a:lnTo>
                    <a:lnTo>
                      <a:pt x="404749" y="0"/>
                    </a:lnTo>
                    <a:lnTo>
                      <a:pt x="452021" y="110129"/>
                    </a:lnTo>
                    <a:lnTo>
                      <a:pt x="134763" y="2404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6" name="Контур"/>
              <p:cNvSpPr/>
              <p:nvPr/>
            </p:nvSpPr>
            <p:spPr>
              <a:xfrm>
                <a:off x="7668237" y="9813075"/>
                <a:ext cx="201550" cy="130837"/>
              </a:xfrm>
              <a:custGeom>
                <a:avLst/>
                <a:gdLst/>
                <a:ahLst/>
                <a:cxnLst/>
                <a:rect l="l" t="t" r="r" b="b"/>
                <a:pathLst>
                  <a:path w="201550" h="130837">
                    <a:moveTo>
                      <a:pt x="24176" y="130837"/>
                    </a:moveTo>
                    <a:lnTo>
                      <a:pt x="3805" y="88511"/>
                    </a:lnTo>
                    <a:lnTo>
                      <a:pt x="0" y="81121"/>
                    </a:lnTo>
                    <a:lnTo>
                      <a:pt x="179428" y="0"/>
                    </a:lnTo>
                    <a:lnTo>
                      <a:pt x="201550" y="48629"/>
                    </a:lnTo>
                    <a:lnTo>
                      <a:pt x="24176" y="1308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7" name="Контур"/>
              <p:cNvSpPr/>
              <p:nvPr/>
            </p:nvSpPr>
            <p:spPr>
              <a:xfrm>
                <a:off x="7847665" y="9758105"/>
                <a:ext cx="142961" cy="103599"/>
              </a:xfrm>
              <a:custGeom>
                <a:avLst/>
                <a:gdLst/>
                <a:ahLst/>
                <a:cxnLst/>
                <a:rect l="l" t="t" r="r" b="b"/>
                <a:pathLst>
                  <a:path w="142961" h="103599">
                    <a:moveTo>
                      <a:pt x="22122" y="103599"/>
                    </a:moveTo>
                    <a:lnTo>
                      <a:pt x="0" y="54970"/>
                    </a:lnTo>
                    <a:lnTo>
                      <a:pt x="120839" y="0"/>
                    </a:lnTo>
                    <a:lnTo>
                      <a:pt x="142961" y="48629"/>
                    </a:lnTo>
                    <a:lnTo>
                      <a:pt x="22122" y="1035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8" name="Контур"/>
              <p:cNvSpPr/>
              <p:nvPr/>
            </p:nvSpPr>
            <p:spPr>
              <a:xfrm>
                <a:off x="7883798" y="9610128"/>
                <a:ext cx="87573" cy="99604"/>
              </a:xfrm>
              <a:custGeom>
                <a:avLst/>
                <a:gdLst/>
                <a:ahLst/>
                <a:cxnLst/>
                <a:rect l="l" t="t" r="r" b="b"/>
                <a:pathLst>
                  <a:path w="87573" h="99604">
                    <a:moveTo>
                      <a:pt x="0" y="24201"/>
                    </a:moveTo>
                    <a:lnTo>
                      <a:pt x="53401" y="0"/>
                    </a:lnTo>
                    <a:lnTo>
                      <a:pt x="87573" y="75402"/>
                    </a:lnTo>
                    <a:lnTo>
                      <a:pt x="34173" y="99604"/>
                    </a:lnTo>
                    <a:lnTo>
                      <a:pt x="0" y="242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9" name="Контур"/>
              <p:cNvSpPr/>
              <p:nvPr/>
            </p:nvSpPr>
            <p:spPr>
              <a:xfrm>
                <a:off x="7121870" y="9444875"/>
                <a:ext cx="384181" cy="261353"/>
              </a:xfrm>
              <a:custGeom>
                <a:avLst/>
                <a:gdLst/>
                <a:ahLst/>
                <a:cxnLst/>
                <a:rect l="l" t="t" r="r" b="b"/>
                <a:pathLst>
                  <a:path w="384181" h="261353">
                    <a:moveTo>
                      <a:pt x="0" y="152511"/>
                    </a:moveTo>
                    <a:lnTo>
                      <a:pt x="334320" y="0"/>
                    </a:lnTo>
                    <a:lnTo>
                      <a:pt x="384181" y="106157"/>
                    </a:lnTo>
                    <a:lnTo>
                      <a:pt x="51038" y="261353"/>
                    </a:lnTo>
                    <a:lnTo>
                      <a:pt x="0" y="1525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70" name="Контур"/>
              <p:cNvSpPr/>
              <p:nvPr/>
            </p:nvSpPr>
            <p:spPr>
              <a:xfrm>
                <a:off x="8109149" y="8853122"/>
                <a:ext cx="591273" cy="749277"/>
              </a:xfrm>
              <a:custGeom>
                <a:avLst/>
                <a:gdLst/>
                <a:ahLst/>
                <a:cxnLst/>
                <a:rect l="l" t="t" r="r" b="b"/>
                <a:pathLst>
                  <a:path w="591273" h="749277">
                    <a:moveTo>
                      <a:pt x="296739" y="0"/>
                    </a:moveTo>
                    <a:lnTo>
                      <a:pt x="591273" y="604647"/>
                    </a:lnTo>
                    <a:lnTo>
                      <a:pt x="294741" y="749277"/>
                    </a:lnTo>
                    <a:lnTo>
                      <a:pt x="0" y="145026"/>
                    </a:lnTo>
                    <a:lnTo>
                      <a:pt x="145026" y="72675"/>
                    </a:lnTo>
                    <a:lnTo>
                      <a:pt x="2967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71" name="Контур"/>
              <p:cNvSpPr/>
              <p:nvPr/>
            </p:nvSpPr>
            <p:spPr>
              <a:xfrm>
                <a:off x="7500646" y="9338129"/>
                <a:ext cx="154786" cy="109009"/>
              </a:xfrm>
              <a:custGeom>
                <a:avLst/>
                <a:gdLst/>
                <a:ahLst/>
                <a:cxnLst/>
                <a:rect l="l" t="t" r="r" b="b"/>
                <a:pathLst>
                  <a:path w="154786" h="109009">
                    <a:moveTo>
                      <a:pt x="6590" y="83921"/>
                    </a:moveTo>
                    <a:lnTo>
                      <a:pt x="0" y="68004"/>
                    </a:lnTo>
                    <a:lnTo>
                      <a:pt x="77903" y="35755"/>
                    </a:lnTo>
                    <a:lnTo>
                      <a:pt x="72471" y="22635"/>
                    </a:lnTo>
                    <a:lnTo>
                      <a:pt x="127152" y="0"/>
                    </a:lnTo>
                    <a:lnTo>
                      <a:pt x="154786" y="66757"/>
                    </a:lnTo>
                    <a:lnTo>
                      <a:pt x="99435" y="89670"/>
                    </a:lnTo>
                    <a:lnTo>
                      <a:pt x="94206" y="77039"/>
                    </a:lnTo>
                    <a:lnTo>
                      <a:pt x="16975" y="109009"/>
                    </a:lnTo>
                    <a:lnTo>
                      <a:pt x="6590" y="839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72" name="Контур"/>
              <p:cNvSpPr/>
              <p:nvPr/>
            </p:nvSpPr>
            <p:spPr>
              <a:xfrm>
                <a:off x="7622329" y="10153554"/>
                <a:ext cx="88835" cy="34446"/>
              </a:xfrm>
              <a:custGeom>
                <a:avLst/>
                <a:gdLst/>
                <a:ahLst/>
                <a:cxnLst/>
                <a:rect l="l" t="t" r="r" b="b"/>
                <a:pathLst>
                  <a:path w="88835" h="34446">
                    <a:moveTo>
                      <a:pt x="0" y="34446"/>
                    </a:moveTo>
                    <a:lnTo>
                      <a:pt x="72459" y="0"/>
                    </a:lnTo>
                    <a:lnTo>
                      <a:pt x="88835" y="3444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73" name="Контур"/>
              <p:cNvSpPr/>
              <p:nvPr/>
            </p:nvSpPr>
            <p:spPr>
              <a:xfrm>
                <a:off x="7622329" y="10153554"/>
                <a:ext cx="88835" cy="34446"/>
              </a:xfrm>
              <a:custGeom>
                <a:avLst/>
                <a:gdLst/>
                <a:ahLst/>
                <a:cxnLst/>
                <a:rect l="l" t="t" r="r" b="b"/>
                <a:pathLst>
                  <a:path w="88835" h="34446" fill="none">
                    <a:moveTo>
                      <a:pt x="0" y="34446"/>
                    </a:moveTo>
                    <a:lnTo>
                      <a:pt x="72459" y="0"/>
                    </a:lnTo>
                    <a:lnTo>
                      <a:pt x="88835" y="34446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74" name="Контур"/>
              <p:cNvSpPr/>
              <p:nvPr/>
            </p:nvSpPr>
            <p:spPr>
              <a:xfrm>
                <a:off x="1783220" y="6986539"/>
                <a:ext cx="505024" cy="415289"/>
              </a:xfrm>
              <a:custGeom>
                <a:avLst/>
                <a:gdLst/>
                <a:ahLst/>
                <a:cxnLst/>
                <a:rect l="l" t="t" r="r" b="b"/>
                <a:pathLst>
                  <a:path w="505024" h="415289">
                    <a:moveTo>
                      <a:pt x="505024" y="90046"/>
                    </a:moveTo>
                    <a:lnTo>
                      <a:pt x="245577" y="282211"/>
                    </a:lnTo>
                    <a:lnTo>
                      <a:pt x="269150" y="316821"/>
                    </a:lnTo>
                    <a:lnTo>
                      <a:pt x="215881" y="353269"/>
                    </a:lnTo>
                    <a:lnTo>
                      <a:pt x="190473" y="322334"/>
                    </a:lnTo>
                    <a:lnTo>
                      <a:pt x="148838" y="351431"/>
                    </a:lnTo>
                    <a:lnTo>
                      <a:pt x="65720" y="415289"/>
                    </a:lnTo>
                    <a:lnTo>
                      <a:pt x="0" y="326944"/>
                    </a:lnTo>
                    <a:lnTo>
                      <a:pt x="125370" y="234064"/>
                    </a:lnTo>
                    <a:lnTo>
                      <a:pt x="178983" y="194347"/>
                    </a:lnTo>
                    <a:lnTo>
                      <a:pt x="446246" y="0"/>
                    </a:lnTo>
                    <a:lnTo>
                      <a:pt x="505024" y="900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75" name="Контур"/>
              <p:cNvSpPr/>
              <p:nvPr/>
            </p:nvSpPr>
            <p:spPr>
              <a:xfrm>
                <a:off x="1932058" y="7308873"/>
                <a:ext cx="67043" cy="62469"/>
              </a:xfrm>
              <a:custGeom>
                <a:avLst/>
                <a:gdLst/>
                <a:ahLst/>
                <a:cxnLst/>
                <a:rect l="l" t="t" r="r" b="b"/>
                <a:pathLst>
                  <a:path w="67043" h="62469">
                    <a:moveTo>
                      <a:pt x="0" y="29097"/>
                    </a:moveTo>
                    <a:lnTo>
                      <a:pt x="41635" y="0"/>
                    </a:lnTo>
                    <a:lnTo>
                      <a:pt x="67043" y="30935"/>
                    </a:lnTo>
                    <a:lnTo>
                      <a:pt x="26039" y="62469"/>
                    </a:lnTo>
                    <a:lnTo>
                      <a:pt x="0" y="290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76" name="Контур"/>
              <p:cNvSpPr/>
              <p:nvPr/>
            </p:nvSpPr>
            <p:spPr>
              <a:xfrm>
                <a:off x="1758947" y="6928292"/>
                <a:ext cx="506208" cy="385191"/>
              </a:xfrm>
              <a:custGeom>
                <a:avLst/>
                <a:gdLst/>
                <a:ahLst/>
                <a:cxnLst/>
                <a:rect l="l" t="t" r="r" b="b"/>
                <a:pathLst>
                  <a:path w="506208" h="385191">
                    <a:moveTo>
                      <a:pt x="24273" y="385191"/>
                    </a:moveTo>
                    <a:lnTo>
                      <a:pt x="0" y="349475"/>
                    </a:lnTo>
                    <a:lnTo>
                      <a:pt x="484013" y="0"/>
                    </a:lnTo>
                    <a:lnTo>
                      <a:pt x="506208" y="33231"/>
                    </a:lnTo>
                    <a:lnTo>
                      <a:pt x="470519" y="58247"/>
                    </a:lnTo>
                    <a:lnTo>
                      <a:pt x="203256" y="252594"/>
                    </a:lnTo>
                    <a:lnTo>
                      <a:pt x="149643" y="292311"/>
                    </a:lnTo>
                    <a:lnTo>
                      <a:pt x="24273" y="3851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77" name="Контур"/>
              <p:cNvSpPr/>
              <p:nvPr/>
            </p:nvSpPr>
            <p:spPr>
              <a:xfrm>
                <a:off x="1656598" y="7201661"/>
                <a:ext cx="82350" cy="82800"/>
              </a:xfrm>
              <a:custGeom>
                <a:avLst/>
                <a:gdLst/>
                <a:ahLst/>
                <a:cxnLst/>
                <a:rect l="l" t="t" r="r" b="b"/>
                <a:pathLst>
                  <a:path w="82350" h="82800">
                    <a:moveTo>
                      <a:pt x="46800" y="0"/>
                    </a:moveTo>
                    <a:lnTo>
                      <a:pt x="82350" y="48600"/>
                    </a:lnTo>
                    <a:lnTo>
                      <a:pt x="35550" y="82800"/>
                    </a:lnTo>
                    <a:lnTo>
                      <a:pt x="0" y="34200"/>
                    </a:lnTo>
                    <a:lnTo>
                      <a:pt x="468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78" name="Контур"/>
              <p:cNvSpPr/>
              <p:nvPr/>
            </p:nvSpPr>
            <p:spPr>
              <a:xfrm>
                <a:off x="730238" y="6031343"/>
                <a:ext cx="601254" cy="1254726"/>
              </a:xfrm>
              <a:custGeom>
                <a:avLst/>
                <a:gdLst/>
                <a:ahLst/>
                <a:cxnLst/>
                <a:rect l="l" t="t" r="r" b="b"/>
                <a:pathLst>
                  <a:path w="601254" h="1254726">
                    <a:moveTo>
                      <a:pt x="320166" y="420732"/>
                    </a:moveTo>
                    <a:lnTo>
                      <a:pt x="484245" y="0"/>
                    </a:lnTo>
                    <a:lnTo>
                      <a:pt x="601254" y="45198"/>
                    </a:lnTo>
                    <a:lnTo>
                      <a:pt x="391617" y="576531"/>
                    </a:lnTo>
                    <a:lnTo>
                      <a:pt x="429777" y="591588"/>
                    </a:lnTo>
                    <a:lnTo>
                      <a:pt x="409770" y="642294"/>
                    </a:lnTo>
                    <a:lnTo>
                      <a:pt x="371610" y="627246"/>
                    </a:lnTo>
                    <a:lnTo>
                      <a:pt x="116550" y="1254726"/>
                    </a:lnTo>
                    <a:lnTo>
                      <a:pt x="0" y="1211562"/>
                    </a:lnTo>
                    <a:lnTo>
                      <a:pt x="261918" y="559800"/>
                    </a:lnTo>
                    <a:lnTo>
                      <a:pt x="247275" y="553914"/>
                    </a:lnTo>
                    <a:lnTo>
                      <a:pt x="303489" y="414027"/>
                    </a:lnTo>
                    <a:lnTo>
                      <a:pt x="320166" y="4207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79" name="Контур"/>
              <p:cNvSpPr/>
              <p:nvPr/>
            </p:nvSpPr>
            <p:spPr>
              <a:xfrm>
                <a:off x="725198" y="7076954"/>
                <a:ext cx="67158" cy="108018"/>
              </a:xfrm>
              <a:custGeom>
                <a:avLst/>
                <a:gdLst/>
                <a:ahLst/>
                <a:cxnLst/>
                <a:rect l="l" t="t" r="r" b="b"/>
                <a:pathLst>
                  <a:path w="67158" h="108018">
                    <a:moveTo>
                      <a:pt x="28323" y="108018"/>
                    </a:moveTo>
                    <a:lnTo>
                      <a:pt x="0" y="96633"/>
                    </a:lnTo>
                    <a:lnTo>
                      <a:pt x="38835" y="0"/>
                    </a:lnTo>
                    <a:lnTo>
                      <a:pt x="67158" y="11385"/>
                    </a:lnTo>
                    <a:lnTo>
                      <a:pt x="28323" y="1080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0" name="Контур"/>
              <p:cNvSpPr/>
              <p:nvPr/>
            </p:nvSpPr>
            <p:spPr>
              <a:xfrm>
                <a:off x="476312" y="6834998"/>
                <a:ext cx="202266" cy="313047"/>
              </a:xfrm>
              <a:custGeom>
                <a:avLst/>
                <a:gdLst/>
                <a:ahLst/>
                <a:cxnLst/>
                <a:rect l="l" t="t" r="r" b="b"/>
                <a:pathLst>
                  <a:path w="202266" h="313047">
                    <a:moveTo>
                      <a:pt x="0" y="276381"/>
                    </a:moveTo>
                    <a:lnTo>
                      <a:pt x="110790" y="0"/>
                    </a:lnTo>
                    <a:lnTo>
                      <a:pt x="202266" y="36666"/>
                    </a:lnTo>
                    <a:lnTo>
                      <a:pt x="91485" y="313047"/>
                    </a:lnTo>
                    <a:lnTo>
                      <a:pt x="0" y="2763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1" name="Контур"/>
              <p:cNvSpPr/>
              <p:nvPr/>
            </p:nvSpPr>
            <p:spPr>
              <a:xfrm>
                <a:off x="1057350" y="6852968"/>
                <a:ext cx="34120" cy="38448"/>
              </a:xfrm>
              <a:custGeom>
                <a:avLst/>
                <a:gdLst/>
                <a:ahLst/>
                <a:cxnLst/>
                <a:rect l="l" t="t" r="r" b="b"/>
                <a:pathLst>
                  <a:path w="34120" h="38448">
                    <a:moveTo>
                      <a:pt x="0" y="31131"/>
                    </a:moveTo>
                    <a:lnTo>
                      <a:pt x="9108" y="0"/>
                    </a:lnTo>
                    <a:lnTo>
                      <a:pt x="34120" y="7318"/>
                    </a:lnTo>
                    <a:lnTo>
                      <a:pt x="25012" y="38448"/>
                    </a:lnTo>
                    <a:lnTo>
                      <a:pt x="0" y="311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2" name="Контур"/>
              <p:cNvSpPr/>
              <p:nvPr/>
            </p:nvSpPr>
            <p:spPr>
              <a:xfrm>
                <a:off x="1434038" y="6175604"/>
                <a:ext cx="470304" cy="579582"/>
              </a:xfrm>
              <a:custGeom>
                <a:avLst/>
                <a:gdLst/>
                <a:ahLst/>
                <a:cxnLst/>
                <a:rect l="l" t="t" r="r" b="b"/>
                <a:pathLst>
                  <a:path w="470304" h="579582">
                    <a:moveTo>
                      <a:pt x="196992" y="358740"/>
                    </a:moveTo>
                    <a:lnTo>
                      <a:pt x="246438" y="191025"/>
                    </a:lnTo>
                    <a:lnTo>
                      <a:pt x="251595" y="192546"/>
                    </a:lnTo>
                    <a:lnTo>
                      <a:pt x="304128" y="0"/>
                    </a:lnTo>
                    <a:lnTo>
                      <a:pt x="470304" y="45396"/>
                    </a:lnTo>
                    <a:lnTo>
                      <a:pt x="423909" y="215235"/>
                    </a:lnTo>
                    <a:lnTo>
                      <a:pt x="399654" y="208611"/>
                    </a:lnTo>
                    <a:lnTo>
                      <a:pt x="337761" y="444222"/>
                    </a:lnTo>
                    <a:lnTo>
                      <a:pt x="56943" y="579582"/>
                    </a:lnTo>
                    <a:lnTo>
                      <a:pt x="0" y="557226"/>
                    </a:lnTo>
                    <a:lnTo>
                      <a:pt x="56943" y="412182"/>
                    </a:lnTo>
                    <a:lnTo>
                      <a:pt x="76284" y="414729"/>
                    </a:lnTo>
                    <a:lnTo>
                      <a:pt x="196992" y="3587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3" name="Контур"/>
              <p:cNvSpPr/>
              <p:nvPr/>
            </p:nvSpPr>
            <p:spPr>
              <a:xfrm>
                <a:off x="1270006" y="6791117"/>
                <a:ext cx="38881" cy="26420"/>
              </a:xfrm>
              <a:custGeom>
                <a:avLst/>
                <a:gdLst/>
                <a:ahLst/>
                <a:cxnLst/>
                <a:rect l="l" t="t" r="r" b="b"/>
                <a:pathLst>
                  <a:path w="38881" h="26420">
                    <a:moveTo>
                      <a:pt x="0" y="18370"/>
                    </a:moveTo>
                    <a:lnTo>
                      <a:pt x="4273" y="0"/>
                    </a:lnTo>
                    <a:lnTo>
                      <a:pt x="38881" y="8051"/>
                    </a:lnTo>
                    <a:lnTo>
                      <a:pt x="34608" y="26420"/>
                    </a:lnTo>
                    <a:lnTo>
                      <a:pt x="0" y="183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4" name="Контур"/>
              <p:cNvSpPr/>
              <p:nvPr/>
            </p:nvSpPr>
            <p:spPr>
              <a:xfrm>
                <a:off x="432779" y="6079439"/>
                <a:ext cx="539136" cy="618417"/>
              </a:xfrm>
              <a:custGeom>
                <a:avLst/>
                <a:gdLst/>
                <a:ahLst/>
                <a:cxnLst/>
                <a:rect l="l" t="t" r="r" b="b"/>
                <a:pathLst>
                  <a:path w="539136" h="618417">
                    <a:moveTo>
                      <a:pt x="31815" y="537588"/>
                    </a:moveTo>
                    <a:lnTo>
                      <a:pt x="0" y="510633"/>
                    </a:lnTo>
                    <a:lnTo>
                      <a:pt x="409482" y="0"/>
                    </a:lnTo>
                    <a:lnTo>
                      <a:pt x="539136" y="105255"/>
                    </a:lnTo>
                    <a:lnTo>
                      <a:pt x="127233" y="618417"/>
                    </a:lnTo>
                    <a:lnTo>
                      <a:pt x="31815" y="537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5" name="Контур"/>
              <p:cNvSpPr/>
              <p:nvPr/>
            </p:nvSpPr>
            <p:spPr>
              <a:xfrm>
                <a:off x="1431095" y="6640526"/>
                <a:ext cx="35514" cy="39186"/>
              </a:xfrm>
              <a:custGeom>
                <a:avLst/>
                <a:gdLst/>
                <a:ahLst/>
                <a:cxnLst/>
                <a:rect l="l" t="t" r="r" b="b"/>
                <a:pathLst>
                  <a:path w="35514" h="39186">
                    <a:moveTo>
                      <a:pt x="28926" y="26118"/>
                    </a:moveTo>
                    <a:lnTo>
                      <a:pt x="23796" y="39186"/>
                    </a:lnTo>
                    <a:lnTo>
                      <a:pt x="0" y="29844"/>
                    </a:lnTo>
                    <a:lnTo>
                      <a:pt x="11718" y="0"/>
                    </a:lnTo>
                    <a:lnTo>
                      <a:pt x="35514" y="9342"/>
                    </a:lnTo>
                    <a:lnTo>
                      <a:pt x="28926" y="261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6" name="Контур"/>
              <p:cNvSpPr/>
              <p:nvPr/>
            </p:nvSpPr>
            <p:spPr>
              <a:xfrm>
                <a:off x="1121855" y="6466943"/>
                <a:ext cx="235863" cy="213210"/>
              </a:xfrm>
              <a:custGeom>
                <a:avLst/>
                <a:gdLst/>
                <a:ahLst/>
                <a:cxnLst/>
                <a:rect l="l" t="t" r="r" b="b"/>
                <a:pathLst>
                  <a:path w="235863" h="213210">
                    <a:moveTo>
                      <a:pt x="0" y="140931"/>
                    </a:moveTo>
                    <a:lnTo>
                      <a:pt x="55602" y="0"/>
                    </a:lnTo>
                    <a:lnTo>
                      <a:pt x="104631" y="19968"/>
                    </a:lnTo>
                    <a:lnTo>
                      <a:pt x="135913" y="32614"/>
                    </a:lnTo>
                    <a:lnTo>
                      <a:pt x="235863" y="71145"/>
                    </a:lnTo>
                    <a:lnTo>
                      <a:pt x="179631" y="213210"/>
                    </a:lnTo>
                    <a:lnTo>
                      <a:pt x="38160" y="155988"/>
                    </a:lnTo>
                    <a:lnTo>
                      <a:pt x="0" y="140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7" name="Контур"/>
              <p:cNvSpPr/>
              <p:nvPr/>
            </p:nvSpPr>
            <p:spPr>
              <a:xfrm>
                <a:off x="1226486" y="6440774"/>
                <a:ext cx="49933" cy="58783"/>
              </a:xfrm>
              <a:custGeom>
                <a:avLst/>
                <a:gdLst/>
                <a:ahLst/>
                <a:cxnLst/>
                <a:rect l="l" t="t" r="r" b="b"/>
                <a:pathLst>
                  <a:path w="49933" h="58783">
                    <a:moveTo>
                      <a:pt x="31282" y="58783"/>
                    </a:moveTo>
                    <a:lnTo>
                      <a:pt x="0" y="46137"/>
                    </a:lnTo>
                    <a:lnTo>
                      <a:pt x="18650" y="0"/>
                    </a:lnTo>
                    <a:lnTo>
                      <a:pt x="49933" y="12646"/>
                    </a:lnTo>
                    <a:lnTo>
                      <a:pt x="31282" y="587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8" name="Контур"/>
              <p:cNvSpPr/>
              <p:nvPr/>
            </p:nvSpPr>
            <p:spPr>
              <a:xfrm>
                <a:off x="1486157" y="6351356"/>
                <a:ext cx="86787" cy="94239"/>
              </a:xfrm>
              <a:custGeom>
                <a:avLst/>
                <a:gdLst/>
                <a:ahLst/>
                <a:cxnLst/>
                <a:rect l="l" t="t" r="r" b="b"/>
                <a:pathLst>
                  <a:path w="86787" h="94239">
                    <a:moveTo>
                      <a:pt x="0" y="70596"/>
                    </a:moveTo>
                    <a:lnTo>
                      <a:pt x="28773" y="0"/>
                    </a:lnTo>
                    <a:lnTo>
                      <a:pt x="86787" y="23643"/>
                    </a:lnTo>
                    <a:lnTo>
                      <a:pt x="58014" y="94239"/>
                    </a:lnTo>
                    <a:lnTo>
                      <a:pt x="0" y="705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9" name="Контур"/>
              <p:cNvSpPr/>
              <p:nvPr/>
            </p:nvSpPr>
            <p:spPr>
              <a:xfrm>
                <a:off x="1207631" y="6336167"/>
                <a:ext cx="69667" cy="73038"/>
              </a:xfrm>
              <a:custGeom>
                <a:avLst/>
                <a:gdLst/>
                <a:ahLst/>
                <a:cxnLst/>
                <a:rect l="l" t="t" r="r" b="b"/>
                <a:pathLst>
                  <a:path w="69667" h="73038">
                    <a:moveTo>
                      <a:pt x="21558" y="0"/>
                    </a:moveTo>
                    <a:lnTo>
                      <a:pt x="69667" y="19898"/>
                    </a:lnTo>
                    <a:lnTo>
                      <a:pt x="47553" y="73038"/>
                    </a:lnTo>
                    <a:lnTo>
                      <a:pt x="0" y="54586"/>
                    </a:lnTo>
                    <a:lnTo>
                      <a:pt x="215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0" name="Контур"/>
              <p:cNvSpPr/>
              <p:nvPr/>
            </p:nvSpPr>
            <p:spPr>
              <a:xfrm>
                <a:off x="1358894" y="6144330"/>
                <a:ext cx="57278" cy="100106"/>
              </a:xfrm>
              <a:custGeom>
                <a:avLst/>
                <a:gdLst/>
                <a:ahLst/>
                <a:cxnLst/>
                <a:rect l="l" t="t" r="r" b="b"/>
                <a:pathLst>
                  <a:path w="57278" h="100106">
                    <a:moveTo>
                      <a:pt x="18830" y="0"/>
                    </a:moveTo>
                    <a:lnTo>
                      <a:pt x="57278" y="7847"/>
                    </a:lnTo>
                    <a:lnTo>
                      <a:pt x="38448" y="100106"/>
                    </a:lnTo>
                    <a:lnTo>
                      <a:pt x="0" y="92258"/>
                    </a:lnTo>
                    <a:lnTo>
                      <a:pt x="188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1" name="Контур"/>
              <p:cNvSpPr/>
              <p:nvPr/>
            </p:nvSpPr>
            <p:spPr>
              <a:xfrm>
                <a:off x="1229189" y="6288005"/>
                <a:ext cx="67104" cy="68060"/>
              </a:xfrm>
              <a:custGeom>
                <a:avLst/>
                <a:gdLst/>
                <a:ahLst/>
                <a:cxnLst/>
                <a:rect l="l" t="t" r="r" b="b"/>
                <a:pathLst>
                  <a:path w="67104" h="68060">
                    <a:moveTo>
                      <a:pt x="0" y="48162"/>
                    </a:moveTo>
                    <a:lnTo>
                      <a:pt x="3429" y="39141"/>
                    </a:lnTo>
                    <a:lnTo>
                      <a:pt x="18873" y="0"/>
                    </a:lnTo>
                    <a:lnTo>
                      <a:pt x="67104" y="19035"/>
                    </a:lnTo>
                    <a:lnTo>
                      <a:pt x="48109" y="68060"/>
                    </a:lnTo>
                    <a:lnTo>
                      <a:pt x="0" y="481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2" name="Контур"/>
              <p:cNvSpPr/>
              <p:nvPr/>
            </p:nvSpPr>
            <p:spPr>
              <a:xfrm>
                <a:off x="3473609" y="7151078"/>
                <a:ext cx="199602" cy="187065"/>
              </a:xfrm>
              <a:custGeom>
                <a:avLst/>
                <a:gdLst/>
                <a:ahLst/>
                <a:cxnLst/>
                <a:rect l="l" t="t" r="r" b="b"/>
                <a:pathLst>
                  <a:path w="199602" h="187065">
                    <a:moveTo>
                      <a:pt x="199602" y="100809"/>
                    </a:moveTo>
                    <a:lnTo>
                      <a:pt x="64233" y="187065"/>
                    </a:lnTo>
                    <a:lnTo>
                      <a:pt x="0" y="86256"/>
                    </a:lnTo>
                    <a:lnTo>
                      <a:pt x="90873" y="28350"/>
                    </a:lnTo>
                    <a:lnTo>
                      <a:pt x="135369" y="0"/>
                    </a:lnTo>
                    <a:lnTo>
                      <a:pt x="199602" y="1008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3" name="Контур"/>
              <p:cNvSpPr/>
              <p:nvPr/>
            </p:nvSpPr>
            <p:spPr>
              <a:xfrm>
                <a:off x="2787915" y="7005499"/>
                <a:ext cx="283134" cy="361345"/>
              </a:xfrm>
              <a:custGeom>
                <a:avLst/>
                <a:gdLst/>
                <a:ahLst/>
                <a:cxnLst/>
                <a:rect l="l" t="t" r="r" b="b"/>
                <a:pathLst>
                  <a:path w="283134" h="361345">
                    <a:moveTo>
                      <a:pt x="0" y="58986"/>
                    </a:moveTo>
                    <a:lnTo>
                      <a:pt x="94597" y="0"/>
                    </a:lnTo>
                    <a:lnTo>
                      <a:pt x="283134" y="302359"/>
                    </a:lnTo>
                    <a:lnTo>
                      <a:pt x="188539" y="361345"/>
                    </a:lnTo>
                    <a:lnTo>
                      <a:pt x="0" y="589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4" name="Контур"/>
              <p:cNvSpPr/>
              <p:nvPr/>
            </p:nvSpPr>
            <p:spPr>
              <a:xfrm>
                <a:off x="2381403" y="7132190"/>
                <a:ext cx="325202" cy="222983"/>
              </a:xfrm>
              <a:custGeom>
                <a:avLst/>
                <a:gdLst/>
                <a:ahLst/>
                <a:cxnLst/>
                <a:rect l="l" t="t" r="r" b="b"/>
                <a:pathLst>
                  <a:path w="325202" h="222983">
                    <a:moveTo>
                      <a:pt x="60996" y="222983"/>
                    </a:moveTo>
                    <a:lnTo>
                      <a:pt x="0" y="126668"/>
                    </a:lnTo>
                    <a:lnTo>
                      <a:pt x="199050" y="610"/>
                    </a:lnTo>
                    <a:lnTo>
                      <a:pt x="224381" y="40610"/>
                    </a:lnTo>
                    <a:lnTo>
                      <a:pt x="288504" y="0"/>
                    </a:lnTo>
                    <a:lnTo>
                      <a:pt x="325202" y="57946"/>
                    </a:lnTo>
                    <a:lnTo>
                      <a:pt x="60996" y="2229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5" name="Контур"/>
              <p:cNvSpPr/>
              <p:nvPr/>
            </p:nvSpPr>
            <p:spPr>
              <a:xfrm>
                <a:off x="3181702" y="6776884"/>
                <a:ext cx="332002" cy="362152"/>
              </a:xfrm>
              <a:custGeom>
                <a:avLst/>
                <a:gdLst/>
                <a:ahLst/>
                <a:cxnLst/>
                <a:rect l="l" t="t" r="r" b="b"/>
                <a:pathLst>
                  <a:path w="332002" h="362152">
                    <a:moveTo>
                      <a:pt x="332002" y="254235"/>
                    </a:moveTo>
                    <a:lnTo>
                      <a:pt x="155044" y="362152"/>
                    </a:lnTo>
                    <a:lnTo>
                      <a:pt x="0" y="107917"/>
                    </a:lnTo>
                    <a:lnTo>
                      <a:pt x="176959" y="0"/>
                    </a:lnTo>
                    <a:lnTo>
                      <a:pt x="332002" y="2542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6" name="Контур"/>
              <p:cNvSpPr/>
              <p:nvPr/>
            </p:nvSpPr>
            <p:spPr>
              <a:xfrm>
                <a:off x="2977628" y="6977153"/>
                <a:ext cx="102843" cy="93357"/>
              </a:xfrm>
              <a:custGeom>
                <a:avLst/>
                <a:gdLst/>
                <a:ahLst/>
                <a:cxnLst/>
                <a:rect l="l" t="t" r="r" b="b"/>
                <a:pathLst>
                  <a:path w="102843" h="93357">
                    <a:moveTo>
                      <a:pt x="41247" y="85752"/>
                    </a:moveTo>
                    <a:lnTo>
                      <a:pt x="29781" y="93357"/>
                    </a:lnTo>
                    <a:lnTo>
                      <a:pt x="0" y="48465"/>
                    </a:lnTo>
                    <a:lnTo>
                      <a:pt x="73062" y="0"/>
                    </a:lnTo>
                    <a:lnTo>
                      <a:pt x="102843" y="44892"/>
                    </a:lnTo>
                    <a:lnTo>
                      <a:pt x="41247" y="857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7" name="Контур"/>
              <p:cNvSpPr/>
              <p:nvPr/>
            </p:nvSpPr>
            <p:spPr>
              <a:xfrm>
                <a:off x="3018875" y="7022045"/>
                <a:ext cx="82422" cy="72252"/>
              </a:xfrm>
              <a:custGeom>
                <a:avLst/>
                <a:gdLst/>
                <a:ahLst/>
                <a:cxnLst/>
                <a:rect l="l" t="t" r="r" b="b"/>
                <a:pathLst>
                  <a:path w="82422" h="72252">
                    <a:moveTo>
                      <a:pt x="0" y="40860"/>
                    </a:moveTo>
                    <a:lnTo>
                      <a:pt x="61596" y="0"/>
                    </a:lnTo>
                    <a:lnTo>
                      <a:pt x="82422" y="31392"/>
                    </a:lnTo>
                    <a:lnTo>
                      <a:pt x="20826" y="72252"/>
                    </a:lnTo>
                    <a:lnTo>
                      <a:pt x="0" y="408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8" name="Контур"/>
              <p:cNvSpPr/>
              <p:nvPr/>
            </p:nvSpPr>
            <p:spPr>
              <a:xfrm>
                <a:off x="2743763" y="6939101"/>
                <a:ext cx="147420" cy="124119"/>
              </a:xfrm>
              <a:custGeom>
                <a:avLst/>
                <a:gdLst/>
                <a:ahLst/>
                <a:cxnLst/>
                <a:rect l="l" t="t" r="r" b="b"/>
                <a:pathLst>
                  <a:path w="147420" h="124119">
                    <a:moveTo>
                      <a:pt x="132902" y="24879"/>
                    </a:moveTo>
                    <a:lnTo>
                      <a:pt x="147420" y="46683"/>
                    </a:lnTo>
                    <a:lnTo>
                      <a:pt x="31077" y="124119"/>
                    </a:lnTo>
                    <a:lnTo>
                      <a:pt x="0" y="77436"/>
                    </a:lnTo>
                    <a:lnTo>
                      <a:pt x="116343" y="0"/>
                    </a:lnTo>
                    <a:lnTo>
                      <a:pt x="132902" y="248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9" name="Контур"/>
              <p:cNvSpPr/>
              <p:nvPr/>
            </p:nvSpPr>
            <p:spPr>
              <a:xfrm>
                <a:off x="2921412" y="6926495"/>
                <a:ext cx="60903" cy="53335"/>
              </a:xfrm>
              <a:custGeom>
                <a:avLst/>
                <a:gdLst/>
                <a:ahLst/>
                <a:cxnLst/>
                <a:rect l="l" t="t" r="r" b="b"/>
                <a:pathLst>
                  <a:path w="60903" h="53335">
                    <a:moveTo>
                      <a:pt x="15735" y="53335"/>
                    </a:moveTo>
                    <a:lnTo>
                      <a:pt x="0" y="26011"/>
                    </a:lnTo>
                    <a:lnTo>
                      <a:pt x="45167" y="0"/>
                    </a:lnTo>
                    <a:lnTo>
                      <a:pt x="60903" y="27325"/>
                    </a:lnTo>
                    <a:lnTo>
                      <a:pt x="15735" y="533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00" name="Контур"/>
              <p:cNvSpPr/>
              <p:nvPr/>
            </p:nvSpPr>
            <p:spPr>
              <a:xfrm>
                <a:off x="3320896" y="6129705"/>
                <a:ext cx="819079" cy="773709"/>
              </a:xfrm>
              <a:custGeom>
                <a:avLst/>
                <a:gdLst/>
                <a:ahLst/>
                <a:cxnLst/>
                <a:rect l="l" t="t" r="r" b="b"/>
                <a:pathLst>
                  <a:path w="819079" h="773709">
                    <a:moveTo>
                      <a:pt x="238674" y="773709"/>
                    </a:moveTo>
                    <a:lnTo>
                      <a:pt x="83071" y="578339"/>
                    </a:lnTo>
                    <a:lnTo>
                      <a:pt x="40898" y="519210"/>
                    </a:lnTo>
                    <a:lnTo>
                      <a:pt x="0" y="462936"/>
                    </a:lnTo>
                    <a:lnTo>
                      <a:pt x="624980" y="0"/>
                    </a:lnTo>
                    <a:lnTo>
                      <a:pt x="628782" y="5186"/>
                    </a:lnTo>
                    <a:lnTo>
                      <a:pt x="819079" y="264452"/>
                    </a:lnTo>
                    <a:lnTo>
                      <a:pt x="527248" y="467396"/>
                    </a:lnTo>
                    <a:lnTo>
                      <a:pt x="370324" y="580049"/>
                    </a:lnTo>
                    <a:lnTo>
                      <a:pt x="330076" y="608939"/>
                    </a:lnTo>
                    <a:lnTo>
                      <a:pt x="292591" y="635849"/>
                    </a:lnTo>
                    <a:lnTo>
                      <a:pt x="339267" y="705038"/>
                    </a:lnTo>
                    <a:lnTo>
                      <a:pt x="271141" y="751883"/>
                    </a:lnTo>
                    <a:lnTo>
                      <a:pt x="238674" y="7737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01" name="Контур"/>
              <p:cNvSpPr/>
              <p:nvPr/>
            </p:nvSpPr>
            <p:spPr>
              <a:xfrm>
                <a:off x="2541195" y="6716623"/>
                <a:ext cx="123757" cy="98837"/>
              </a:xfrm>
              <a:custGeom>
                <a:avLst/>
                <a:gdLst/>
                <a:ahLst/>
                <a:cxnLst/>
                <a:rect l="l" t="t" r="r" b="b"/>
                <a:pathLst>
                  <a:path w="123757" h="98837">
                    <a:moveTo>
                      <a:pt x="0" y="50060"/>
                    </a:moveTo>
                    <a:lnTo>
                      <a:pt x="99123" y="0"/>
                    </a:lnTo>
                    <a:lnTo>
                      <a:pt x="123757" y="48777"/>
                    </a:lnTo>
                    <a:lnTo>
                      <a:pt x="24634" y="98837"/>
                    </a:lnTo>
                    <a:lnTo>
                      <a:pt x="0" y="500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02" name="Контур"/>
              <p:cNvSpPr/>
              <p:nvPr/>
            </p:nvSpPr>
            <p:spPr>
              <a:xfrm>
                <a:off x="2586450" y="6799679"/>
                <a:ext cx="99311" cy="94194"/>
              </a:xfrm>
              <a:custGeom>
                <a:avLst/>
                <a:gdLst/>
                <a:ahLst/>
                <a:cxnLst/>
                <a:rect l="l" t="t" r="r" b="b"/>
                <a:pathLst>
                  <a:path w="99311" h="94194">
                    <a:moveTo>
                      <a:pt x="0" y="44838"/>
                    </a:moveTo>
                    <a:lnTo>
                      <a:pt x="65550" y="0"/>
                    </a:lnTo>
                    <a:lnTo>
                      <a:pt x="99311" y="49355"/>
                    </a:lnTo>
                    <a:lnTo>
                      <a:pt x="33762" y="94194"/>
                    </a:lnTo>
                    <a:lnTo>
                      <a:pt x="0" y="4483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03" name="Контур"/>
              <p:cNvSpPr/>
              <p:nvPr/>
            </p:nvSpPr>
            <p:spPr>
              <a:xfrm>
                <a:off x="2834663" y="6609067"/>
                <a:ext cx="129893" cy="95840"/>
              </a:xfrm>
              <a:custGeom>
                <a:avLst/>
                <a:gdLst/>
                <a:ahLst/>
                <a:cxnLst/>
                <a:rect l="l" t="t" r="r" b="b"/>
                <a:pathLst>
                  <a:path w="129893" h="95840">
                    <a:moveTo>
                      <a:pt x="0" y="49879"/>
                    </a:moveTo>
                    <a:lnTo>
                      <a:pt x="95967" y="0"/>
                    </a:lnTo>
                    <a:lnTo>
                      <a:pt x="129893" y="65273"/>
                    </a:lnTo>
                    <a:lnTo>
                      <a:pt x="89520" y="86257"/>
                    </a:lnTo>
                    <a:lnTo>
                      <a:pt x="79482" y="66944"/>
                    </a:lnTo>
                    <a:lnTo>
                      <a:pt x="23889" y="95840"/>
                    </a:lnTo>
                    <a:lnTo>
                      <a:pt x="0" y="498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04" name="Контур"/>
              <p:cNvSpPr/>
              <p:nvPr/>
            </p:nvSpPr>
            <p:spPr>
              <a:xfrm>
                <a:off x="2847219" y="6432074"/>
                <a:ext cx="331678" cy="198990"/>
              </a:xfrm>
              <a:custGeom>
                <a:avLst/>
                <a:gdLst/>
                <a:ahLst/>
                <a:cxnLst/>
                <a:rect l="l" t="t" r="r" b="b"/>
                <a:pathLst>
                  <a:path w="331678" h="198990">
                    <a:moveTo>
                      <a:pt x="0" y="160997"/>
                    </a:moveTo>
                    <a:lnTo>
                      <a:pt x="312077" y="0"/>
                    </a:lnTo>
                    <a:lnTo>
                      <a:pt x="331678" y="37995"/>
                    </a:lnTo>
                    <a:lnTo>
                      <a:pt x="19600" y="198990"/>
                    </a:lnTo>
                    <a:lnTo>
                      <a:pt x="0" y="1609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05" name="Контур"/>
              <p:cNvSpPr/>
              <p:nvPr/>
            </p:nvSpPr>
            <p:spPr>
              <a:xfrm>
                <a:off x="1965486" y="6238145"/>
                <a:ext cx="154317" cy="161974"/>
              </a:xfrm>
              <a:custGeom>
                <a:avLst/>
                <a:gdLst/>
                <a:ahLst/>
                <a:cxnLst/>
                <a:rect l="l" t="t" r="r" b="b"/>
                <a:pathLst>
                  <a:path w="154317" h="161974">
                    <a:moveTo>
                      <a:pt x="107084" y="0"/>
                    </a:moveTo>
                    <a:lnTo>
                      <a:pt x="130435" y="23371"/>
                    </a:lnTo>
                    <a:lnTo>
                      <a:pt x="154317" y="46653"/>
                    </a:lnTo>
                    <a:lnTo>
                      <a:pt x="45623" y="161974"/>
                    </a:lnTo>
                    <a:lnTo>
                      <a:pt x="0" y="115716"/>
                    </a:lnTo>
                    <a:lnTo>
                      <a:pt x="10708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06" name="Контур"/>
              <p:cNvSpPr/>
              <p:nvPr/>
            </p:nvSpPr>
            <p:spPr>
              <a:xfrm>
                <a:off x="2704197" y="5831976"/>
                <a:ext cx="367510" cy="363703"/>
              </a:xfrm>
              <a:custGeom>
                <a:avLst/>
                <a:gdLst/>
                <a:ahLst/>
                <a:cxnLst/>
                <a:rect l="l" t="t" r="r" b="b"/>
                <a:pathLst>
                  <a:path w="367510" h="363703">
                    <a:moveTo>
                      <a:pt x="226325" y="0"/>
                    </a:moveTo>
                    <a:lnTo>
                      <a:pt x="367510" y="157800"/>
                    </a:lnTo>
                    <a:lnTo>
                      <a:pt x="145779" y="363703"/>
                    </a:lnTo>
                    <a:lnTo>
                      <a:pt x="0" y="205599"/>
                    </a:lnTo>
                    <a:lnTo>
                      <a:pt x="2263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07" name="Контур"/>
              <p:cNvSpPr/>
              <p:nvPr/>
            </p:nvSpPr>
            <p:spPr>
              <a:xfrm>
                <a:off x="252000" y="6564968"/>
                <a:ext cx="38921" cy="75569"/>
              </a:xfrm>
              <a:custGeom>
                <a:avLst/>
                <a:gdLst/>
                <a:ahLst/>
                <a:cxnLst/>
                <a:rect l="l" t="t" r="r" b="b"/>
                <a:pathLst>
                  <a:path w="38921" h="75569">
                    <a:moveTo>
                      <a:pt x="6177" y="75569"/>
                    </a:moveTo>
                    <a:lnTo>
                      <a:pt x="0" y="71537"/>
                    </a:lnTo>
                    <a:lnTo>
                      <a:pt x="0" y="0"/>
                    </a:lnTo>
                    <a:lnTo>
                      <a:pt x="38921" y="2540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08" name="Контур"/>
              <p:cNvSpPr/>
              <p:nvPr/>
            </p:nvSpPr>
            <p:spPr>
              <a:xfrm>
                <a:off x="252000" y="6564968"/>
                <a:ext cx="38921" cy="75569"/>
              </a:xfrm>
              <a:custGeom>
                <a:avLst/>
                <a:gdLst/>
                <a:ahLst/>
                <a:cxnLst/>
                <a:rect l="l" t="t" r="r" b="b"/>
                <a:pathLst>
                  <a:path w="38921" h="75569" fill="none">
                    <a:moveTo>
                      <a:pt x="6177" y="75569"/>
                    </a:moveTo>
                    <a:lnTo>
                      <a:pt x="0" y="71537"/>
                    </a:lnTo>
                    <a:moveTo>
                      <a:pt x="0" y="0"/>
                    </a:moveTo>
                    <a:lnTo>
                      <a:pt x="38921" y="25405"/>
                    </a:lnTo>
                    <a:lnTo>
                      <a:pt x="6177" y="75569"/>
                    </a:lnTo>
                    <a:lnTo>
                      <a:pt x="6177" y="75569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09" name="Контур"/>
              <p:cNvSpPr/>
              <p:nvPr/>
            </p:nvSpPr>
            <p:spPr>
              <a:xfrm>
                <a:off x="281075" y="7295262"/>
                <a:ext cx="108620" cy="120992"/>
              </a:xfrm>
              <a:custGeom>
                <a:avLst/>
                <a:gdLst/>
                <a:ahLst/>
                <a:cxnLst/>
                <a:rect l="l" t="t" r="r" b="b"/>
                <a:pathLst>
                  <a:path w="108620" h="120992">
                    <a:moveTo>
                      <a:pt x="23589" y="19463"/>
                    </a:moveTo>
                    <a:lnTo>
                      <a:pt x="54429" y="0"/>
                    </a:lnTo>
                    <a:lnTo>
                      <a:pt x="108620" y="85460"/>
                    </a:lnTo>
                    <a:lnTo>
                      <a:pt x="53204" y="120992"/>
                    </a:lnTo>
                    <a:lnTo>
                      <a:pt x="0" y="35276"/>
                    </a:lnTo>
                    <a:lnTo>
                      <a:pt x="23589" y="194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10" name="Контур"/>
              <p:cNvSpPr/>
              <p:nvPr/>
            </p:nvSpPr>
            <p:spPr>
              <a:xfrm>
                <a:off x="252000" y="7265990"/>
                <a:ext cx="52664" cy="76109"/>
              </a:xfrm>
              <a:custGeom>
                <a:avLst/>
                <a:gdLst/>
                <a:ahLst/>
                <a:cxnLst/>
                <a:rect l="l" t="t" r="r" b="b"/>
                <a:pathLst>
                  <a:path w="52664" h="76109">
                    <a:moveTo>
                      <a:pt x="0" y="13901"/>
                    </a:moveTo>
                    <a:lnTo>
                      <a:pt x="22325" y="0"/>
                    </a:lnTo>
                    <a:lnTo>
                      <a:pt x="52664" y="48735"/>
                    </a:lnTo>
                    <a:lnTo>
                      <a:pt x="29075" y="64548"/>
                    </a:lnTo>
                    <a:lnTo>
                      <a:pt x="26141" y="59832"/>
                    </a:lnTo>
                    <a:lnTo>
                      <a:pt x="0" y="7610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11" name="Контур"/>
              <p:cNvSpPr/>
              <p:nvPr/>
            </p:nvSpPr>
            <p:spPr>
              <a:xfrm>
                <a:off x="252000" y="7265990"/>
                <a:ext cx="52664" cy="76109"/>
              </a:xfrm>
              <a:custGeom>
                <a:avLst/>
                <a:gdLst/>
                <a:ahLst/>
                <a:cxnLst/>
                <a:rect l="l" t="t" r="r" b="b"/>
                <a:pathLst>
                  <a:path w="52664" h="76109" fill="none">
                    <a:moveTo>
                      <a:pt x="0" y="13901"/>
                    </a:moveTo>
                    <a:lnTo>
                      <a:pt x="22325" y="0"/>
                    </a:lnTo>
                    <a:lnTo>
                      <a:pt x="52664" y="48735"/>
                    </a:lnTo>
                    <a:lnTo>
                      <a:pt x="29075" y="64548"/>
                    </a:lnTo>
                    <a:lnTo>
                      <a:pt x="26141" y="59832"/>
                    </a:lnTo>
                    <a:lnTo>
                      <a:pt x="0" y="76109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12" name="Контур"/>
              <p:cNvSpPr/>
              <p:nvPr/>
            </p:nvSpPr>
            <p:spPr>
              <a:xfrm>
                <a:off x="1356050" y="8271472"/>
                <a:ext cx="77848" cy="84274"/>
              </a:xfrm>
              <a:custGeom>
                <a:avLst/>
                <a:gdLst/>
                <a:ahLst/>
                <a:cxnLst/>
                <a:rect l="l" t="t" r="r" b="b"/>
                <a:pathLst>
                  <a:path w="77848" h="84274">
                    <a:moveTo>
                      <a:pt x="0" y="22265"/>
                    </a:moveTo>
                    <a:lnTo>
                      <a:pt x="50520" y="0"/>
                    </a:lnTo>
                    <a:lnTo>
                      <a:pt x="77848" y="62009"/>
                    </a:lnTo>
                    <a:lnTo>
                      <a:pt x="27328" y="84274"/>
                    </a:lnTo>
                    <a:lnTo>
                      <a:pt x="0" y="222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13" name="Контур"/>
              <p:cNvSpPr/>
              <p:nvPr/>
            </p:nvSpPr>
            <p:spPr>
              <a:xfrm>
                <a:off x="1859504" y="8140421"/>
                <a:ext cx="272205" cy="400167"/>
              </a:xfrm>
              <a:custGeom>
                <a:avLst/>
                <a:gdLst/>
                <a:ahLst/>
                <a:cxnLst/>
                <a:rect l="l" t="t" r="r" b="b"/>
                <a:pathLst>
                  <a:path w="272205" h="400167">
                    <a:moveTo>
                      <a:pt x="227767" y="370680"/>
                    </a:moveTo>
                    <a:lnTo>
                      <a:pt x="165456" y="400167"/>
                    </a:lnTo>
                    <a:lnTo>
                      <a:pt x="0" y="50517"/>
                    </a:lnTo>
                    <a:lnTo>
                      <a:pt x="66573" y="19008"/>
                    </a:lnTo>
                    <a:lnTo>
                      <a:pt x="106740" y="0"/>
                    </a:lnTo>
                    <a:lnTo>
                      <a:pt x="272205" y="349650"/>
                    </a:lnTo>
                    <a:lnTo>
                      <a:pt x="227767" y="3706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14" name="Контур"/>
              <p:cNvSpPr/>
              <p:nvPr/>
            </p:nvSpPr>
            <p:spPr>
              <a:xfrm>
                <a:off x="680779" y="8371953"/>
                <a:ext cx="120850" cy="142226"/>
              </a:xfrm>
              <a:custGeom>
                <a:avLst/>
                <a:gdLst/>
                <a:ahLst/>
                <a:cxnLst/>
                <a:rect l="l" t="t" r="r" b="b"/>
                <a:pathLst>
                  <a:path w="120850" h="142226">
                    <a:moveTo>
                      <a:pt x="0" y="32481"/>
                    </a:moveTo>
                    <a:lnTo>
                      <a:pt x="51122" y="0"/>
                    </a:lnTo>
                    <a:lnTo>
                      <a:pt x="92110" y="64543"/>
                    </a:lnTo>
                    <a:lnTo>
                      <a:pt x="120850" y="109745"/>
                    </a:lnTo>
                    <a:lnTo>
                      <a:pt x="69728" y="142226"/>
                    </a:lnTo>
                    <a:lnTo>
                      <a:pt x="0" y="324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15" name="Контур"/>
              <p:cNvSpPr/>
              <p:nvPr/>
            </p:nvSpPr>
            <p:spPr>
              <a:xfrm>
                <a:off x="1187998" y="8224419"/>
                <a:ext cx="525992" cy="328374"/>
              </a:xfrm>
              <a:custGeom>
                <a:avLst/>
                <a:gdLst/>
                <a:ahLst/>
                <a:cxnLst/>
                <a:rect l="l" t="t" r="r" b="b"/>
                <a:pathLst>
                  <a:path w="525992" h="328374">
                    <a:moveTo>
                      <a:pt x="474300" y="0"/>
                    </a:moveTo>
                    <a:lnTo>
                      <a:pt x="484084" y="20075"/>
                    </a:lnTo>
                    <a:lnTo>
                      <a:pt x="518637" y="87506"/>
                    </a:lnTo>
                    <a:lnTo>
                      <a:pt x="525992" y="102905"/>
                    </a:lnTo>
                    <a:lnTo>
                      <a:pt x="50157" y="328374"/>
                    </a:lnTo>
                    <a:lnTo>
                      <a:pt x="0" y="225918"/>
                    </a:lnTo>
                    <a:lnTo>
                      <a:pt x="195380" y="131327"/>
                    </a:lnTo>
                    <a:lnTo>
                      <a:pt x="245900" y="109062"/>
                    </a:lnTo>
                    <a:lnTo>
                      <a:pt x="4743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16" name="Контур"/>
              <p:cNvSpPr/>
              <p:nvPr/>
            </p:nvSpPr>
            <p:spPr>
              <a:xfrm>
                <a:off x="1672082" y="8186710"/>
                <a:ext cx="113965" cy="140614"/>
              </a:xfrm>
              <a:custGeom>
                <a:avLst/>
                <a:gdLst/>
                <a:ahLst/>
                <a:cxnLst/>
                <a:rect l="l" t="t" r="r" b="b"/>
                <a:pathLst>
                  <a:path w="113965" h="140614">
                    <a:moveTo>
                      <a:pt x="0" y="57784"/>
                    </a:moveTo>
                    <a:lnTo>
                      <a:pt x="37671" y="38849"/>
                    </a:lnTo>
                    <a:lnTo>
                      <a:pt x="27211" y="17230"/>
                    </a:lnTo>
                    <a:lnTo>
                      <a:pt x="61688" y="0"/>
                    </a:lnTo>
                    <a:lnTo>
                      <a:pt x="113965" y="104601"/>
                    </a:lnTo>
                    <a:lnTo>
                      <a:pt x="41908" y="140614"/>
                    </a:lnTo>
                    <a:lnTo>
                      <a:pt x="34553" y="125215"/>
                    </a:lnTo>
                    <a:lnTo>
                      <a:pt x="0" y="577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17" name="Контур"/>
              <p:cNvSpPr/>
              <p:nvPr/>
            </p:nvSpPr>
            <p:spPr>
              <a:xfrm>
                <a:off x="1274918" y="8217166"/>
                <a:ext cx="131652" cy="101880"/>
              </a:xfrm>
              <a:custGeom>
                <a:avLst/>
                <a:gdLst/>
                <a:ahLst/>
                <a:cxnLst/>
                <a:rect l="l" t="t" r="r" b="b"/>
                <a:pathLst>
                  <a:path w="131652" h="101880">
                    <a:moveTo>
                      <a:pt x="107658" y="0"/>
                    </a:moveTo>
                    <a:lnTo>
                      <a:pt x="131652" y="54306"/>
                    </a:lnTo>
                    <a:lnTo>
                      <a:pt x="81132" y="76571"/>
                    </a:lnTo>
                    <a:lnTo>
                      <a:pt x="24003" y="101880"/>
                    </a:lnTo>
                    <a:lnTo>
                      <a:pt x="0" y="47574"/>
                    </a:lnTo>
                    <a:lnTo>
                      <a:pt x="1076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18" name="Контур"/>
              <p:cNvSpPr/>
              <p:nvPr/>
            </p:nvSpPr>
            <p:spPr>
              <a:xfrm>
                <a:off x="1416657" y="8183443"/>
                <a:ext cx="44467" cy="49703"/>
              </a:xfrm>
              <a:custGeom>
                <a:avLst/>
                <a:gdLst/>
                <a:ahLst/>
                <a:cxnLst/>
                <a:rect l="l" t="t" r="r" b="b"/>
                <a:pathLst>
                  <a:path w="44467" h="49703">
                    <a:moveTo>
                      <a:pt x="0" y="13402"/>
                    </a:moveTo>
                    <a:lnTo>
                      <a:pt x="25031" y="0"/>
                    </a:lnTo>
                    <a:lnTo>
                      <a:pt x="44467" y="36301"/>
                    </a:lnTo>
                    <a:lnTo>
                      <a:pt x="19437" y="49703"/>
                    </a:lnTo>
                    <a:lnTo>
                      <a:pt x="0" y="134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19" name="Контур"/>
              <p:cNvSpPr/>
              <p:nvPr/>
            </p:nvSpPr>
            <p:spPr>
              <a:xfrm>
                <a:off x="1913819" y="8114519"/>
                <a:ext cx="52425" cy="44910"/>
              </a:xfrm>
              <a:custGeom>
                <a:avLst/>
                <a:gdLst/>
                <a:ahLst/>
                <a:cxnLst/>
                <a:rect l="l" t="t" r="r" b="b"/>
                <a:pathLst>
                  <a:path w="52425" h="44910">
                    <a:moveTo>
                      <a:pt x="12258" y="44910"/>
                    </a:moveTo>
                    <a:lnTo>
                      <a:pt x="0" y="19008"/>
                    </a:lnTo>
                    <a:lnTo>
                      <a:pt x="40167" y="0"/>
                    </a:lnTo>
                    <a:lnTo>
                      <a:pt x="52425" y="25902"/>
                    </a:lnTo>
                    <a:lnTo>
                      <a:pt x="12258" y="449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0" name="Контур"/>
              <p:cNvSpPr/>
              <p:nvPr/>
            </p:nvSpPr>
            <p:spPr>
              <a:xfrm>
                <a:off x="1646477" y="8071137"/>
                <a:ext cx="73006" cy="70250"/>
              </a:xfrm>
              <a:custGeom>
                <a:avLst/>
                <a:gdLst/>
                <a:ahLst/>
                <a:cxnLst/>
                <a:rect l="l" t="t" r="r" b="b"/>
                <a:pathLst>
                  <a:path w="73006" h="70250">
                    <a:moveTo>
                      <a:pt x="22505" y="70250"/>
                    </a:moveTo>
                    <a:lnTo>
                      <a:pt x="0" y="25264"/>
                    </a:lnTo>
                    <a:lnTo>
                      <a:pt x="50501" y="0"/>
                    </a:lnTo>
                    <a:lnTo>
                      <a:pt x="73006" y="44986"/>
                    </a:lnTo>
                    <a:lnTo>
                      <a:pt x="22505" y="702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1" name="Контур"/>
              <p:cNvSpPr/>
              <p:nvPr/>
            </p:nvSpPr>
            <p:spPr>
              <a:xfrm>
                <a:off x="1709602" y="8017503"/>
                <a:ext cx="117706" cy="100197"/>
              </a:xfrm>
              <a:custGeom>
                <a:avLst/>
                <a:gdLst/>
                <a:ahLst/>
                <a:cxnLst/>
                <a:rect l="l" t="t" r="r" b="b"/>
                <a:pathLst>
                  <a:path w="117706" h="100197">
                    <a:moveTo>
                      <a:pt x="0" y="50753"/>
                    </a:moveTo>
                    <a:lnTo>
                      <a:pt x="89743" y="0"/>
                    </a:lnTo>
                    <a:lnTo>
                      <a:pt x="117706" y="49444"/>
                    </a:lnTo>
                    <a:lnTo>
                      <a:pt x="27963" y="100197"/>
                    </a:lnTo>
                    <a:lnTo>
                      <a:pt x="0" y="507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2" name="Контур"/>
              <p:cNvSpPr/>
              <p:nvPr/>
            </p:nvSpPr>
            <p:spPr>
              <a:xfrm>
                <a:off x="1227551" y="7611167"/>
                <a:ext cx="324657" cy="467082"/>
              </a:xfrm>
              <a:custGeom>
                <a:avLst/>
                <a:gdLst/>
                <a:ahLst/>
                <a:cxnLst/>
                <a:rect l="l" t="t" r="r" b="b"/>
                <a:pathLst>
                  <a:path w="324657" h="467082">
                    <a:moveTo>
                      <a:pt x="248706" y="467082"/>
                    </a:moveTo>
                    <a:lnTo>
                      <a:pt x="0" y="48870"/>
                    </a:lnTo>
                    <a:lnTo>
                      <a:pt x="77436" y="0"/>
                    </a:lnTo>
                    <a:lnTo>
                      <a:pt x="324657" y="421920"/>
                    </a:lnTo>
                    <a:lnTo>
                      <a:pt x="248706" y="4670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3" name="Контур"/>
              <p:cNvSpPr/>
              <p:nvPr/>
            </p:nvSpPr>
            <p:spPr>
              <a:xfrm>
                <a:off x="1710216" y="7661298"/>
                <a:ext cx="342633" cy="387985"/>
              </a:xfrm>
              <a:custGeom>
                <a:avLst/>
                <a:gdLst/>
                <a:ahLst/>
                <a:cxnLst/>
                <a:rect l="l" t="t" r="r" b="b"/>
                <a:pathLst>
                  <a:path w="342633" h="387985">
                    <a:moveTo>
                      <a:pt x="131340" y="30014"/>
                    </a:moveTo>
                    <a:lnTo>
                      <a:pt x="188583" y="0"/>
                    </a:lnTo>
                    <a:lnTo>
                      <a:pt x="342633" y="272667"/>
                    </a:lnTo>
                    <a:lnTo>
                      <a:pt x="309106" y="292262"/>
                    </a:lnTo>
                    <a:lnTo>
                      <a:pt x="282963" y="305501"/>
                    </a:lnTo>
                    <a:lnTo>
                      <a:pt x="288574" y="315698"/>
                    </a:lnTo>
                    <a:lnTo>
                      <a:pt x="157208" y="387985"/>
                    </a:lnTo>
                    <a:lnTo>
                      <a:pt x="0" y="102288"/>
                    </a:lnTo>
                    <a:lnTo>
                      <a:pt x="131340" y="300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4" name="Контур"/>
              <p:cNvSpPr/>
              <p:nvPr/>
            </p:nvSpPr>
            <p:spPr>
              <a:xfrm>
                <a:off x="695363" y="7791824"/>
                <a:ext cx="156420" cy="151164"/>
              </a:xfrm>
              <a:custGeom>
                <a:avLst/>
                <a:gdLst/>
                <a:ahLst/>
                <a:cxnLst/>
                <a:rect l="l" t="t" r="r" b="b"/>
                <a:pathLst>
                  <a:path w="156420" h="151164">
                    <a:moveTo>
                      <a:pt x="63918" y="151164"/>
                    </a:moveTo>
                    <a:lnTo>
                      <a:pt x="0" y="57528"/>
                    </a:lnTo>
                    <a:lnTo>
                      <a:pt x="97794" y="0"/>
                    </a:lnTo>
                    <a:lnTo>
                      <a:pt x="131760" y="55197"/>
                    </a:lnTo>
                    <a:lnTo>
                      <a:pt x="156420" y="95265"/>
                    </a:lnTo>
                    <a:lnTo>
                      <a:pt x="136494" y="107307"/>
                    </a:lnTo>
                    <a:lnTo>
                      <a:pt x="63918" y="1511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5" name="Контур"/>
              <p:cNvSpPr/>
              <p:nvPr/>
            </p:nvSpPr>
            <p:spPr>
              <a:xfrm>
                <a:off x="2063206" y="7135507"/>
                <a:ext cx="850678" cy="645452"/>
              </a:xfrm>
              <a:custGeom>
                <a:avLst/>
                <a:gdLst/>
                <a:ahLst/>
                <a:cxnLst/>
                <a:rect l="l" t="t" r="r" b="b"/>
                <a:pathLst>
                  <a:path w="850678" h="645452">
                    <a:moveTo>
                      <a:pt x="379193" y="219666"/>
                    </a:moveTo>
                    <a:lnTo>
                      <a:pt x="643399" y="54629"/>
                    </a:lnTo>
                    <a:lnTo>
                      <a:pt x="729660" y="0"/>
                    </a:lnTo>
                    <a:lnTo>
                      <a:pt x="850678" y="191092"/>
                    </a:lnTo>
                    <a:lnTo>
                      <a:pt x="763743" y="246148"/>
                    </a:lnTo>
                    <a:lnTo>
                      <a:pt x="784281" y="278579"/>
                    </a:lnTo>
                    <a:lnTo>
                      <a:pt x="320356" y="572383"/>
                    </a:lnTo>
                    <a:lnTo>
                      <a:pt x="295454" y="533064"/>
                    </a:lnTo>
                    <a:lnTo>
                      <a:pt x="211438" y="585339"/>
                    </a:lnTo>
                    <a:lnTo>
                      <a:pt x="171158" y="610690"/>
                    </a:lnTo>
                    <a:lnTo>
                      <a:pt x="116694" y="645452"/>
                    </a:lnTo>
                    <a:lnTo>
                      <a:pt x="45344" y="530800"/>
                    </a:lnTo>
                    <a:lnTo>
                      <a:pt x="6377" y="469857"/>
                    </a:lnTo>
                    <a:lnTo>
                      <a:pt x="0" y="458553"/>
                    </a:lnTo>
                    <a:lnTo>
                      <a:pt x="53015" y="426234"/>
                    </a:lnTo>
                    <a:lnTo>
                      <a:pt x="379193" y="2196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6" name="Контур"/>
              <p:cNvSpPr/>
              <p:nvPr/>
            </p:nvSpPr>
            <p:spPr>
              <a:xfrm>
                <a:off x="1686819" y="7647052"/>
                <a:ext cx="154737" cy="116534"/>
              </a:xfrm>
              <a:custGeom>
                <a:avLst/>
                <a:gdLst/>
                <a:ahLst/>
                <a:cxnLst/>
                <a:rect l="l" t="t" r="r" b="b"/>
                <a:pathLst>
                  <a:path w="154737" h="116534">
                    <a:moveTo>
                      <a:pt x="23397" y="116534"/>
                    </a:moveTo>
                    <a:lnTo>
                      <a:pt x="0" y="71971"/>
                    </a:lnTo>
                    <a:lnTo>
                      <a:pt x="131939" y="0"/>
                    </a:lnTo>
                    <a:lnTo>
                      <a:pt x="154737" y="44260"/>
                    </a:lnTo>
                    <a:lnTo>
                      <a:pt x="23397" y="1165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7" name="Контур"/>
              <p:cNvSpPr/>
              <p:nvPr/>
            </p:nvSpPr>
            <p:spPr>
              <a:xfrm>
                <a:off x="1998803" y="7487089"/>
                <a:ext cx="81730" cy="62812"/>
              </a:xfrm>
              <a:custGeom>
                <a:avLst/>
                <a:gdLst/>
                <a:ahLst/>
                <a:cxnLst/>
                <a:rect l="l" t="t" r="r" b="b"/>
                <a:pathLst>
                  <a:path w="81730" h="62812">
                    <a:moveTo>
                      <a:pt x="13236" y="62812"/>
                    </a:moveTo>
                    <a:lnTo>
                      <a:pt x="0" y="40332"/>
                    </a:lnTo>
                    <a:lnTo>
                      <a:pt x="68492" y="0"/>
                    </a:lnTo>
                    <a:lnTo>
                      <a:pt x="81730" y="22479"/>
                    </a:lnTo>
                    <a:lnTo>
                      <a:pt x="13236" y="628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8" name="Контур"/>
              <p:cNvSpPr/>
              <p:nvPr/>
            </p:nvSpPr>
            <p:spPr>
              <a:xfrm>
                <a:off x="2041077" y="7605364"/>
                <a:ext cx="67473" cy="79169"/>
              </a:xfrm>
              <a:custGeom>
                <a:avLst/>
                <a:gdLst/>
                <a:ahLst/>
                <a:cxnLst/>
                <a:rect l="l" t="t" r="r" b="b"/>
                <a:pathLst>
                  <a:path w="67473" h="79169">
                    <a:moveTo>
                      <a:pt x="28506" y="0"/>
                    </a:moveTo>
                    <a:lnTo>
                      <a:pt x="67473" y="60943"/>
                    </a:lnTo>
                    <a:lnTo>
                      <a:pt x="38969" y="79169"/>
                    </a:lnTo>
                    <a:lnTo>
                      <a:pt x="0" y="18227"/>
                    </a:lnTo>
                    <a:lnTo>
                      <a:pt x="285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9" name="Контур"/>
              <p:cNvSpPr/>
              <p:nvPr/>
            </p:nvSpPr>
            <p:spPr>
              <a:xfrm>
                <a:off x="1679769" y="7466449"/>
                <a:ext cx="56888" cy="65424"/>
              </a:xfrm>
              <a:custGeom>
                <a:avLst/>
                <a:gdLst/>
                <a:ahLst/>
                <a:cxnLst/>
                <a:rect l="l" t="t" r="r" b="b"/>
                <a:pathLst>
                  <a:path w="56888" h="65424">
                    <a:moveTo>
                      <a:pt x="0" y="15788"/>
                    </a:moveTo>
                    <a:lnTo>
                      <a:pt x="23396" y="0"/>
                    </a:lnTo>
                    <a:lnTo>
                      <a:pt x="56888" y="49637"/>
                    </a:lnTo>
                    <a:lnTo>
                      <a:pt x="33491" y="65424"/>
                    </a:lnTo>
                    <a:lnTo>
                      <a:pt x="0" y="157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0" name="Контур"/>
              <p:cNvSpPr/>
              <p:nvPr/>
            </p:nvSpPr>
            <p:spPr>
              <a:xfrm>
                <a:off x="3472422" y="8625672"/>
                <a:ext cx="56643" cy="45818"/>
              </a:xfrm>
              <a:custGeom>
                <a:avLst/>
                <a:gdLst/>
                <a:ahLst/>
                <a:cxnLst/>
                <a:rect l="l" t="t" r="r" b="b"/>
                <a:pathLst>
                  <a:path w="56643" h="45818">
                    <a:moveTo>
                      <a:pt x="11289" y="45818"/>
                    </a:moveTo>
                    <a:lnTo>
                      <a:pt x="0" y="26495"/>
                    </a:lnTo>
                    <a:lnTo>
                      <a:pt x="45354" y="0"/>
                    </a:lnTo>
                    <a:lnTo>
                      <a:pt x="56643" y="19324"/>
                    </a:lnTo>
                    <a:lnTo>
                      <a:pt x="11289" y="458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1" name="Контур"/>
              <p:cNvSpPr/>
              <p:nvPr/>
            </p:nvSpPr>
            <p:spPr>
              <a:xfrm>
                <a:off x="2412942" y="8486076"/>
                <a:ext cx="221747" cy="198878"/>
              </a:xfrm>
              <a:custGeom>
                <a:avLst/>
                <a:gdLst/>
                <a:ahLst/>
                <a:cxnLst/>
                <a:rect l="l" t="t" r="r" b="b"/>
                <a:pathLst>
                  <a:path w="221747" h="198878">
                    <a:moveTo>
                      <a:pt x="75726" y="176355"/>
                    </a:moveTo>
                    <a:lnTo>
                      <a:pt x="0" y="31896"/>
                    </a:lnTo>
                    <a:lnTo>
                      <a:pt x="63227" y="0"/>
                    </a:lnTo>
                    <a:lnTo>
                      <a:pt x="90459" y="45930"/>
                    </a:lnTo>
                    <a:lnTo>
                      <a:pt x="151146" y="21020"/>
                    </a:lnTo>
                    <a:lnTo>
                      <a:pt x="221747" y="148442"/>
                    </a:lnTo>
                    <a:lnTo>
                      <a:pt x="126477" y="198878"/>
                    </a:lnTo>
                    <a:lnTo>
                      <a:pt x="75726" y="1763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2" name="Контур"/>
              <p:cNvSpPr/>
              <p:nvPr/>
            </p:nvSpPr>
            <p:spPr>
              <a:xfrm>
                <a:off x="2647097" y="8300582"/>
                <a:ext cx="408808" cy="297997"/>
              </a:xfrm>
              <a:custGeom>
                <a:avLst/>
                <a:gdLst/>
                <a:ahLst/>
                <a:cxnLst/>
                <a:rect l="l" t="t" r="r" b="b"/>
                <a:pathLst>
                  <a:path w="408808" h="297997">
                    <a:moveTo>
                      <a:pt x="0" y="238564"/>
                    </a:moveTo>
                    <a:lnTo>
                      <a:pt x="370543" y="0"/>
                    </a:lnTo>
                    <a:lnTo>
                      <a:pt x="408808" y="59433"/>
                    </a:lnTo>
                    <a:lnTo>
                      <a:pt x="38264" y="297997"/>
                    </a:lnTo>
                    <a:lnTo>
                      <a:pt x="0" y="2385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3" name="Контур"/>
              <p:cNvSpPr/>
              <p:nvPr/>
            </p:nvSpPr>
            <p:spPr>
              <a:xfrm>
                <a:off x="2400829" y="8407276"/>
                <a:ext cx="60504" cy="59060"/>
              </a:xfrm>
              <a:custGeom>
                <a:avLst/>
                <a:gdLst/>
                <a:ahLst/>
                <a:cxnLst/>
                <a:rect l="l" t="t" r="r" b="b"/>
                <a:pathLst>
                  <a:path w="60504" h="59060">
                    <a:moveTo>
                      <a:pt x="18312" y="59060"/>
                    </a:moveTo>
                    <a:lnTo>
                      <a:pt x="0" y="44010"/>
                    </a:lnTo>
                    <a:lnTo>
                      <a:pt x="0" y="20451"/>
                    </a:lnTo>
                    <a:lnTo>
                      <a:pt x="14721" y="1308"/>
                    </a:lnTo>
                    <a:lnTo>
                      <a:pt x="42845" y="0"/>
                    </a:lnTo>
                    <a:lnTo>
                      <a:pt x="60504" y="22904"/>
                    </a:lnTo>
                    <a:lnTo>
                      <a:pt x="58862" y="41392"/>
                    </a:lnTo>
                    <a:lnTo>
                      <a:pt x="40550" y="58406"/>
                    </a:lnTo>
                    <a:lnTo>
                      <a:pt x="18312" y="590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4" name="Контур"/>
              <p:cNvSpPr/>
              <p:nvPr/>
            </p:nvSpPr>
            <p:spPr>
              <a:xfrm>
                <a:off x="2473547" y="7445216"/>
                <a:ext cx="1404711" cy="970749"/>
              </a:xfrm>
              <a:custGeom>
                <a:avLst/>
                <a:gdLst/>
                <a:ahLst/>
                <a:cxnLst/>
                <a:rect l="l" t="t" r="r" b="b"/>
                <a:pathLst>
                  <a:path w="1404711" h="970749">
                    <a:moveTo>
                      <a:pt x="1319013" y="0"/>
                    </a:moveTo>
                    <a:lnTo>
                      <a:pt x="1404711" y="135297"/>
                    </a:lnTo>
                    <a:lnTo>
                      <a:pt x="85698" y="970749"/>
                    </a:lnTo>
                    <a:lnTo>
                      <a:pt x="0" y="835452"/>
                    </a:lnTo>
                    <a:lnTo>
                      <a:pt x="13190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5" name="Контур"/>
              <p:cNvSpPr/>
              <p:nvPr/>
            </p:nvSpPr>
            <p:spPr>
              <a:xfrm>
                <a:off x="2394627" y="7941470"/>
                <a:ext cx="326345" cy="248013"/>
              </a:xfrm>
              <a:custGeom>
                <a:avLst/>
                <a:gdLst/>
                <a:ahLst/>
                <a:cxnLst/>
                <a:rect l="l" t="t" r="r" b="b"/>
                <a:pathLst>
                  <a:path w="326345" h="248013">
                    <a:moveTo>
                      <a:pt x="0" y="181241"/>
                    </a:moveTo>
                    <a:lnTo>
                      <a:pt x="283686" y="0"/>
                    </a:lnTo>
                    <a:lnTo>
                      <a:pt x="326345" y="66772"/>
                    </a:lnTo>
                    <a:lnTo>
                      <a:pt x="42659" y="248013"/>
                    </a:lnTo>
                    <a:lnTo>
                      <a:pt x="0" y="1812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6" name="Контур"/>
              <p:cNvSpPr/>
              <p:nvPr/>
            </p:nvSpPr>
            <p:spPr>
              <a:xfrm>
                <a:off x="2177470" y="7977523"/>
                <a:ext cx="149114" cy="189060"/>
              </a:xfrm>
              <a:custGeom>
                <a:avLst/>
                <a:gdLst/>
                <a:ahLst/>
                <a:cxnLst/>
                <a:rect l="l" t="t" r="r" b="b"/>
                <a:pathLst>
                  <a:path w="149114" h="189060">
                    <a:moveTo>
                      <a:pt x="61391" y="0"/>
                    </a:moveTo>
                    <a:lnTo>
                      <a:pt x="149114" y="141743"/>
                    </a:lnTo>
                    <a:lnTo>
                      <a:pt x="72585" y="189060"/>
                    </a:lnTo>
                    <a:lnTo>
                      <a:pt x="0" y="37592"/>
                    </a:lnTo>
                    <a:lnTo>
                      <a:pt x="6139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7" name="Контур"/>
              <p:cNvSpPr/>
              <p:nvPr/>
            </p:nvSpPr>
            <p:spPr>
              <a:xfrm>
                <a:off x="2238861" y="7609455"/>
                <a:ext cx="660840" cy="513256"/>
              </a:xfrm>
              <a:custGeom>
                <a:avLst/>
                <a:gdLst/>
                <a:ahLst/>
                <a:cxnLst/>
                <a:rect l="l" t="t" r="r" b="b"/>
                <a:pathLst>
                  <a:path w="660840" h="513256">
                    <a:moveTo>
                      <a:pt x="538941" y="0"/>
                    </a:moveTo>
                    <a:lnTo>
                      <a:pt x="660840" y="191967"/>
                    </a:lnTo>
                    <a:lnTo>
                      <a:pt x="617817" y="219991"/>
                    </a:lnTo>
                    <a:lnTo>
                      <a:pt x="474240" y="309703"/>
                    </a:lnTo>
                    <a:lnTo>
                      <a:pt x="439452" y="332015"/>
                    </a:lnTo>
                    <a:lnTo>
                      <a:pt x="155766" y="513256"/>
                    </a:lnTo>
                    <a:lnTo>
                      <a:pt x="134702" y="480379"/>
                    </a:lnTo>
                    <a:lnTo>
                      <a:pt x="87723" y="509811"/>
                    </a:lnTo>
                    <a:lnTo>
                      <a:pt x="0" y="368068"/>
                    </a:lnTo>
                    <a:lnTo>
                      <a:pt x="45123" y="340040"/>
                    </a:lnTo>
                    <a:lnTo>
                      <a:pt x="32342" y="320069"/>
                    </a:lnTo>
                    <a:lnTo>
                      <a:pt x="326854" y="132150"/>
                    </a:lnTo>
                    <a:lnTo>
                      <a:pt x="53894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8" name="Контур"/>
              <p:cNvSpPr/>
              <p:nvPr/>
            </p:nvSpPr>
            <p:spPr>
              <a:xfrm>
                <a:off x="2713101" y="7829446"/>
                <a:ext cx="177746" cy="149832"/>
              </a:xfrm>
              <a:custGeom>
                <a:avLst/>
                <a:gdLst/>
                <a:ahLst/>
                <a:cxnLst/>
                <a:rect l="l" t="t" r="r" b="b"/>
                <a:pathLst>
                  <a:path w="177746" h="149832">
                    <a:moveTo>
                      <a:pt x="41805" y="149832"/>
                    </a:moveTo>
                    <a:lnTo>
                      <a:pt x="0" y="89712"/>
                    </a:lnTo>
                    <a:lnTo>
                      <a:pt x="143577" y="0"/>
                    </a:lnTo>
                    <a:lnTo>
                      <a:pt x="177746" y="65187"/>
                    </a:lnTo>
                    <a:lnTo>
                      <a:pt x="41805" y="1498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9" name="Контур"/>
              <p:cNvSpPr/>
              <p:nvPr/>
            </p:nvSpPr>
            <p:spPr>
              <a:xfrm>
                <a:off x="2209671" y="7702901"/>
                <a:ext cx="356044" cy="274622"/>
              </a:xfrm>
              <a:custGeom>
                <a:avLst/>
                <a:gdLst/>
                <a:ahLst/>
                <a:cxnLst/>
                <a:rect l="l" t="t" r="r" b="b"/>
                <a:pathLst>
                  <a:path w="356044" h="274622">
                    <a:moveTo>
                      <a:pt x="356044" y="38704"/>
                    </a:moveTo>
                    <a:lnTo>
                      <a:pt x="61532" y="226623"/>
                    </a:lnTo>
                    <a:lnTo>
                      <a:pt x="74313" y="246594"/>
                    </a:lnTo>
                    <a:lnTo>
                      <a:pt x="29190" y="274622"/>
                    </a:lnTo>
                    <a:lnTo>
                      <a:pt x="0" y="216729"/>
                    </a:lnTo>
                    <a:lnTo>
                      <a:pt x="55245" y="182249"/>
                    </a:lnTo>
                    <a:lnTo>
                      <a:pt x="50322" y="173493"/>
                    </a:lnTo>
                    <a:lnTo>
                      <a:pt x="332292" y="0"/>
                    </a:lnTo>
                    <a:lnTo>
                      <a:pt x="356044" y="387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40" name="Контур"/>
              <p:cNvSpPr/>
              <p:nvPr/>
            </p:nvSpPr>
            <p:spPr>
              <a:xfrm>
                <a:off x="2777802" y="7520655"/>
                <a:ext cx="263646" cy="280767"/>
              </a:xfrm>
              <a:custGeom>
                <a:avLst/>
                <a:gdLst/>
                <a:ahLst/>
                <a:cxnLst/>
                <a:rect l="l" t="t" r="r" b="b"/>
                <a:pathLst>
                  <a:path w="263646" h="280767">
                    <a:moveTo>
                      <a:pt x="0" y="88800"/>
                    </a:moveTo>
                    <a:lnTo>
                      <a:pt x="144040" y="0"/>
                    </a:lnTo>
                    <a:lnTo>
                      <a:pt x="215486" y="114277"/>
                    </a:lnTo>
                    <a:lnTo>
                      <a:pt x="263646" y="192247"/>
                    </a:lnTo>
                    <a:lnTo>
                      <a:pt x="121899" y="280767"/>
                    </a:lnTo>
                    <a:lnTo>
                      <a:pt x="0" y="888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41" name="Контур"/>
              <p:cNvSpPr/>
              <p:nvPr/>
            </p:nvSpPr>
            <p:spPr>
              <a:xfrm>
                <a:off x="2234364" y="7720846"/>
                <a:ext cx="67354" cy="68368"/>
              </a:xfrm>
              <a:custGeom>
                <a:avLst/>
                <a:gdLst/>
                <a:ahLst/>
                <a:cxnLst/>
                <a:rect l="l" t="t" r="r" b="b"/>
                <a:pathLst>
                  <a:path w="67354" h="68368">
                    <a:moveTo>
                      <a:pt x="0" y="25351"/>
                    </a:moveTo>
                    <a:lnTo>
                      <a:pt x="40280" y="0"/>
                    </a:lnTo>
                    <a:lnTo>
                      <a:pt x="67354" y="43017"/>
                    </a:lnTo>
                    <a:lnTo>
                      <a:pt x="27075" y="68368"/>
                    </a:lnTo>
                    <a:lnTo>
                      <a:pt x="0" y="253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42" name="Контур"/>
              <p:cNvSpPr/>
              <p:nvPr/>
            </p:nvSpPr>
            <p:spPr>
              <a:xfrm>
                <a:off x="2921842" y="7495863"/>
                <a:ext cx="111101" cy="139069"/>
              </a:xfrm>
              <a:custGeom>
                <a:avLst/>
                <a:gdLst/>
                <a:ahLst/>
                <a:cxnLst/>
                <a:rect l="l" t="t" r="r" b="b"/>
                <a:pathLst>
                  <a:path w="111101" h="139069">
                    <a:moveTo>
                      <a:pt x="0" y="24792"/>
                    </a:moveTo>
                    <a:lnTo>
                      <a:pt x="39655" y="0"/>
                    </a:lnTo>
                    <a:lnTo>
                      <a:pt x="111101" y="114276"/>
                    </a:lnTo>
                    <a:lnTo>
                      <a:pt x="71446" y="139069"/>
                    </a:lnTo>
                    <a:lnTo>
                      <a:pt x="0" y="247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43" name="Контур"/>
              <p:cNvSpPr/>
              <p:nvPr/>
            </p:nvSpPr>
            <p:spPr>
              <a:xfrm>
                <a:off x="3184758" y="7185770"/>
                <a:ext cx="293834" cy="405372"/>
              </a:xfrm>
              <a:custGeom>
                <a:avLst/>
                <a:gdLst/>
                <a:ahLst/>
                <a:cxnLst/>
                <a:rect l="l" t="t" r="r" b="b"/>
                <a:pathLst>
                  <a:path w="293834" h="405372">
                    <a:moveTo>
                      <a:pt x="185114" y="405372"/>
                    </a:moveTo>
                    <a:lnTo>
                      <a:pt x="0" y="120391"/>
                    </a:lnTo>
                    <a:lnTo>
                      <a:pt x="198285" y="0"/>
                    </a:lnTo>
                    <a:lnTo>
                      <a:pt x="234115" y="61587"/>
                    </a:lnTo>
                    <a:lnTo>
                      <a:pt x="174089" y="100195"/>
                    </a:lnTo>
                    <a:lnTo>
                      <a:pt x="293834" y="292308"/>
                    </a:lnTo>
                    <a:lnTo>
                      <a:pt x="224928" y="337964"/>
                    </a:lnTo>
                    <a:lnTo>
                      <a:pt x="240852" y="366766"/>
                    </a:lnTo>
                    <a:lnTo>
                      <a:pt x="185114" y="4053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44" name="Контур"/>
              <p:cNvSpPr/>
              <p:nvPr/>
            </p:nvSpPr>
            <p:spPr>
              <a:xfrm>
                <a:off x="2063774" y="7258858"/>
                <a:ext cx="378625" cy="302883"/>
              </a:xfrm>
              <a:custGeom>
                <a:avLst/>
                <a:gdLst/>
                <a:ahLst/>
                <a:cxnLst/>
                <a:rect l="l" t="t" r="r" b="b"/>
                <a:pathLst>
                  <a:path w="378625" h="302883">
                    <a:moveTo>
                      <a:pt x="0" y="213013"/>
                    </a:moveTo>
                    <a:lnTo>
                      <a:pt x="317629" y="0"/>
                    </a:lnTo>
                    <a:lnTo>
                      <a:pt x="378625" y="96315"/>
                    </a:lnTo>
                    <a:lnTo>
                      <a:pt x="52447" y="302883"/>
                    </a:lnTo>
                    <a:lnTo>
                      <a:pt x="0" y="2130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45" name="Контур"/>
              <p:cNvSpPr/>
              <p:nvPr/>
            </p:nvSpPr>
            <p:spPr>
              <a:xfrm>
                <a:off x="252000" y="7451870"/>
                <a:ext cx="30425" cy="97863"/>
              </a:xfrm>
              <a:custGeom>
                <a:avLst/>
                <a:gdLst/>
                <a:ahLst/>
                <a:cxnLst/>
                <a:rect l="l" t="t" r="r" b="b"/>
                <a:pathLst>
                  <a:path w="30425" h="97863">
                    <a:moveTo>
                      <a:pt x="0" y="0"/>
                    </a:moveTo>
                    <a:lnTo>
                      <a:pt x="30425" y="48867"/>
                    </a:lnTo>
                    <a:lnTo>
                      <a:pt x="11417" y="60405"/>
                    </a:lnTo>
                    <a:lnTo>
                      <a:pt x="25628" y="82527"/>
                    </a:lnTo>
                    <a:lnTo>
                      <a:pt x="0" y="9786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46" name="Контур"/>
              <p:cNvSpPr/>
              <p:nvPr/>
            </p:nvSpPr>
            <p:spPr>
              <a:xfrm>
                <a:off x="252000" y="7451870"/>
                <a:ext cx="30425" cy="97863"/>
              </a:xfrm>
              <a:custGeom>
                <a:avLst/>
                <a:gdLst/>
                <a:ahLst/>
                <a:cxnLst/>
                <a:rect l="l" t="t" r="r" b="b"/>
                <a:pathLst>
                  <a:path w="30425" h="97863" fill="none">
                    <a:moveTo>
                      <a:pt x="0" y="0"/>
                    </a:moveTo>
                    <a:lnTo>
                      <a:pt x="30425" y="48867"/>
                    </a:lnTo>
                    <a:lnTo>
                      <a:pt x="11417" y="60405"/>
                    </a:lnTo>
                    <a:lnTo>
                      <a:pt x="25628" y="82527"/>
                    </a:lnTo>
                    <a:lnTo>
                      <a:pt x="0" y="97863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47" name="Контур"/>
              <p:cNvSpPr/>
              <p:nvPr/>
            </p:nvSpPr>
            <p:spPr>
              <a:xfrm>
                <a:off x="263417" y="7439087"/>
                <a:ext cx="148374" cy="121482"/>
              </a:xfrm>
              <a:custGeom>
                <a:avLst/>
                <a:gdLst/>
                <a:ahLst/>
                <a:cxnLst/>
                <a:rect l="l" t="t" r="r" b="b"/>
                <a:pathLst>
                  <a:path w="148374" h="121482">
                    <a:moveTo>
                      <a:pt x="0" y="73188"/>
                    </a:moveTo>
                    <a:lnTo>
                      <a:pt x="19008" y="61650"/>
                    </a:lnTo>
                    <a:lnTo>
                      <a:pt x="94401" y="14706"/>
                    </a:lnTo>
                    <a:lnTo>
                      <a:pt x="118026" y="0"/>
                    </a:lnTo>
                    <a:lnTo>
                      <a:pt x="148374" y="48744"/>
                    </a:lnTo>
                    <a:lnTo>
                      <a:pt x="31023" y="121482"/>
                    </a:lnTo>
                    <a:lnTo>
                      <a:pt x="14211" y="95310"/>
                    </a:lnTo>
                    <a:lnTo>
                      <a:pt x="0" y="731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48" name="Контур"/>
              <p:cNvSpPr/>
              <p:nvPr/>
            </p:nvSpPr>
            <p:spPr>
              <a:xfrm>
                <a:off x="252000" y="7325822"/>
                <a:ext cx="105818" cy="174915"/>
              </a:xfrm>
              <a:custGeom>
                <a:avLst/>
                <a:gdLst/>
                <a:ahLst/>
                <a:cxnLst/>
                <a:rect l="l" t="t" r="r" b="b"/>
                <a:pathLst>
                  <a:path w="105818" h="174915">
                    <a:moveTo>
                      <a:pt x="0" y="126048"/>
                    </a:moveTo>
                    <a:lnTo>
                      <a:pt x="0" y="16277"/>
                    </a:lnTo>
                    <a:lnTo>
                      <a:pt x="26141" y="0"/>
                    </a:lnTo>
                    <a:lnTo>
                      <a:pt x="29075" y="4716"/>
                    </a:lnTo>
                    <a:lnTo>
                      <a:pt x="82279" y="90432"/>
                    </a:lnTo>
                    <a:lnTo>
                      <a:pt x="105818" y="127971"/>
                    </a:lnTo>
                    <a:lnTo>
                      <a:pt x="30425" y="1749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49" name="Контур"/>
              <p:cNvSpPr/>
              <p:nvPr/>
            </p:nvSpPr>
            <p:spPr>
              <a:xfrm>
                <a:off x="252000" y="7325822"/>
                <a:ext cx="105818" cy="174915"/>
              </a:xfrm>
              <a:custGeom>
                <a:avLst/>
                <a:gdLst/>
                <a:ahLst/>
                <a:cxnLst/>
                <a:rect l="l" t="t" r="r" b="b"/>
                <a:pathLst>
                  <a:path w="105818" h="174915" fill="none">
                    <a:moveTo>
                      <a:pt x="0" y="16277"/>
                    </a:moveTo>
                    <a:lnTo>
                      <a:pt x="26141" y="0"/>
                    </a:lnTo>
                    <a:lnTo>
                      <a:pt x="29075" y="4716"/>
                    </a:lnTo>
                    <a:lnTo>
                      <a:pt x="82279" y="90432"/>
                    </a:lnTo>
                    <a:lnTo>
                      <a:pt x="105818" y="127971"/>
                    </a:lnTo>
                    <a:lnTo>
                      <a:pt x="30425" y="174915"/>
                    </a:lnTo>
                    <a:lnTo>
                      <a:pt x="0" y="126048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50" name="Контур"/>
              <p:cNvSpPr/>
              <p:nvPr/>
            </p:nvSpPr>
            <p:spPr>
              <a:xfrm>
                <a:off x="511076" y="7444844"/>
                <a:ext cx="38197" cy="39428"/>
              </a:xfrm>
              <a:custGeom>
                <a:avLst/>
                <a:gdLst/>
                <a:ahLst/>
                <a:cxnLst/>
                <a:rect l="l" t="t" r="r" b="b"/>
                <a:pathLst>
                  <a:path w="38197" h="39428">
                    <a:moveTo>
                      <a:pt x="22104" y="0"/>
                    </a:moveTo>
                    <a:lnTo>
                      <a:pt x="38197" y="25450"/>
                    </a:lnTo>
                    <a:lnTo>
                      <a:pt x="16093" y="39428"/>
                    </a:lnTo>
                    <a:lnTo>
                      <a:pt x="0" y="13978"/>
                    </a:lnTo>
                    <a:lnTo>
                      <a:pt x="221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51" name="Контур"/>
              <p:cNvSpPr/>
              <p:nvPr/>
            </p:nvSpPr>
            <p:spPr>
              <a:xfrm>
                <a:off x="356540" y="7660037"/>
                <a:ext cx="1119717" cy="802367"/>
              </a:xfrm>
              <a:custGeom>
                <a:avLst/>
                <a:gdLst/>
                <a:ahLst/>
                <a:cxnLst/>
                <a:rect l="l" t="t" r="r" b="b"/>
                <a:pathLst>
                  <a:path w="1119717" h="802367">
                    <a:moveTo>
                      <a:pt x="589977" y="169812"/>
                    </a:moveTo>
                    <a:lnTo>
                      <a:pt x="871011" y="0"/>
                    </a:lnTo>
                    <a:lnTo>
                      <a:pt x="1119717" y="418212"/>
                    </a:lnTo>
                    <a:lnTo>
                      <a:pt x="738765" y="648693"/>
                    </a:lnTo>
                    <a:lnTo>
                      <a:pt x="653517" y="507798"/>
                    </a:lnTo>
                    <a:lnTo>
                      <a:pt x="159430" y="802367"/>
                    </a:lnTo>
                    <a:lnTo>
                      <a:pt x="0" y="526302"/>
                    </a:lnTo>
                    <a:lnTo>
                      <a:pt x="402741" y="282951"/>
                    </a:lnTo>
                    <a:lnTo>
                      <a:pt x="475317" y="239094"/>
                    </a:lnTo>
                    <a:lnTo>
                      <a:pt x="495243" y="227052"/>
                    </a:lnTo>
                    <a:lnTo>
                      <a:pt x="524142" y="209592"/>
                    </a:lnTo>
                    <a:lnTo>
                      <a:pt x="530487" y="205758"/>
                    </a:lnTo>
                    <a:lnTo>
                      <a:pt x="589977" y="1698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52" name="Контур"/>
              <p:cNvSpPr/>
              <p:nvPr/>
            </p:nvSpPr>
            <p:spPr>
              <a:xfrm>
                <a:off x="658417" y="7915336"/>
                <a:ext cx="63476" cy="53408"/>
              </a:xfrm>
              <a:custGeom>
                <a:avLst/>
                <a:gdLst/>
                <a:ahLst/>
                <a:cxnLst/>
                <a:rect l="l" t="t" r="r" b="b"/>
                <a:pathLst>
                  <a:path w="63476" h="53408">
                    <a:moveTo>
                      <a:pt x="0" y="28712"/>
                    </a:moveTo>
                    <a:lnTo>
                      <a:pt x="49006" y="0"/>
                    </a:lnTo>
                    <a:lnTo>
                      <a:pt x="63476" y="24696"/>
                    </a:lnTo>
                    <a:lnTo>
                      <a:pt x="14470" y="53408"/>
                    </a:lnTo>
                    <a:lnTo>
                      <a:pt x="0" y="287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53" name="Контур"/>
              <p:cNvSpPr/>
              <p:nvPr/>
            </p:nvSpPr>
            <p:spPr>
              <a:xfrm>
                <a:off x="426302" y="8559191"/>
                <a:ext cx="116949" cy="96815"/>
              </a:xfrm>
              <a:custGeom>
                <a:avLst/>
                <a:gdLst/>
                <a:ahLst/>
                <a:cxnLst/>
                <a:rect l="l" t="t" r="r" b="b"/>
                <a:pathLst>
                  <a:path w="116949" h="96815">
                    <a:moveTo>
                      <a:pt x="0" y="48408"/>
                    </a:moveTo>
                    <a:lnTo>
                      <a:pt x="91276" y="0"/>
                    </a:lnTo>
                    <a:lnTo>
                      <a:pt x="116949" y="48408"/>
                    </a:lnTo>
                    <a:lnTo>
                      <a:pt x="25672" y="96815"/>
                    </a:lnTo>
                    <a:lnTo>
                      <a:pt x="0" y="484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54" name="Контур"/>
              <p:cNvSpPr/>
              <p:nvPr/>
            </p:nvSpPr>
            <p:spPr>
              <a:xfrm>
                <a:off x="610365" y="8404434"/>
                <a:ext cx="140142" cy="151321"/>
              </a:xfrm>
              <a:custGeom>
                <a:avLst/>
                <a:gdLst/>
                <a:ahLst/>
                <a:cxnLst/>
                <a:rect l="l" t="t" r="r" b="b"/>
                <a:pathLst>
                  <a:path w="140142" h="151321">
                    <a:moveTo>
                      <a:pt x="0" y="37672"/>
                    </a:moveTo>
                    <a:lnTo>
                      <a:pt x="70414" y="0"/>
                    </a:lnTo>
                    <a:lnTo>
                      <a:pt x="140142" y="109745"/>
                    </a:lnTo>
                    <a:lnTo>
                      <a:pt x="82303" y="151321"/>
                    </a:lnTo>
                    <a:lnTo>
                      <a:pt x="0" y="37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55" name="Контур"/>
              <p:cNvSpPr/>
              <p:nvPr/>
            </p:nvSpPr>
            <p:spPr>
              <a:xfrm>
                <a:off x="558594" y="8442106"/>
                <a:ext cx="152584" cy="174449"/>
              </a:xfrm>
              <a:custGeom>
                <a:avLst/>
                <a:gdLst/>
                <a:ahLst/>
                <a:cxnLst/>
                <a:rect l="l" t="t" r="r" b="b"/>
                <a:pathLst>
                  <a:path w="152584" h="174449">
                    <a:moveTo>
                      <a:pt x="51771" y="0"/>
                    </a:moveTo>
                    <a:lnTo>
                      <a:pt x="134074" y="113649"/>
                    </a:lnTo>
                    <a:lnTo>
                      <a:pt x="152584" y="136906"/>
                    </a:lnTo>
                    <a:lnTo>
                      <a:pt x="102379" y="174449"/>
                    </a:lnTo>
                    <a:lnTo>
                      <a:pt x="0" y="37542"/>
                    </a:lnTo>
                    <a:lnTo>
                      <a:pt x="5177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56" name="Контур"/>
              <p:cNvSpPr/>
              <p:nvPr/>
            </p:nvSpPr>
            <p:spPr>
              <a:xfrm>
                <a:off x="252000" y="8746658"/>
                <a:ext cx="384347" cy="394688"/>
              </a:xfrm>
              <a:custGeom>
                <a:avLst/>
                <a:gdLst/>
                <a:ahLst/>
                <a:cxnLst/>
                <a:rect l="l" t="t" r="r" b="b"/>
                <a:pathLst>
                  <a:path w="384347" h="394688">
                    <a:moveTo>
                      <a:pt x="351653" y="153651"/>
                    </a:moveTo>
                    <a:lnTo>
                      <a:pt x="259812" y="215184"/>
                    </a:lnTo>
                    <a:lnTo>
                      <a:pt x="175953" y="274192"/>
                    </a:lnTo>
                    <a:lnTo>
                      <a:pt x="85268" y="336778"/>
                    </a:lnTo>
                    <a:lnTo>
                      <a:pt x="0" y="394688"/>
                    </a:lnTo>
                    <a:lnTo>
                      <a:pt x="0" y="207681"/>
                    </a:lnTo>
                    <a:lnTo>
                      <a:pt x="116195" y="128046"/>
                    </a:lnTo>
                    <a:lnTo>
                      <a:pt x="180194" y="82155"/>
                    </a:lnTo>
                    <a:lnTo>
                      <a:pt x="197348" y="106437"/>
                    </a:lnTo>
                    <a:lnTo>
                      <a:pt x="281687" y="51447"/>
                    </a:lnTo>
                    <a:lnTo>
                      <a:pt x="263443" y="20825"/>
                    </a:lnTo>
                    <a:lnTo>
                      <a:pt x="294664" y="0"/>
                    </a:lnTo>
                    <a:lnTo>
                      <a:pt x="358635" y="94936"/>
                    </a:lnTo>
                    <a:lnTo>
                      <a:pt x="384347" y="1292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57" name="Контур"/>
              <p:cNvSpPr/>
              <p:nvPr/>
            </p:nvSpPr>
            <p:spPr>
              <a:xfrm>
                <a:off x="252000" y="8746658"/>
                <a:ext cx="384347" cy="394688"/>
              </a:xfrm>
              <a:custGeom>
                <a:avLst/>
                <a:gdLst/>
                <a:ahLst/>
                <a:cxnLst/>
                <a:rect l="l" t="t" r="r" b="b"/>
                <a:pathLst>
                  <a:path w="384347" h="394688" fill="none">
                    <a:moveTo>
                      <a:pt x="351653" y="153651"/>
                    </a:moveTo>
                    <a:lnTo>
                      <a:pt x="259812" y="215184"/>
                    </a:lnTo>
                    <a:lnTo>
                      <a:pt x="175953" y="274192"/>
                    </a:lnTo>
                    <a:lnTo>
                      <a:pt x="85268" y="336778"/>
                    </a:lnTo>
                    <a:lnTo>
                      <a:pt x="0" y="394688"/>
                    </a:lnTo>
                    <a:moveTo>
                      <a:pt x="0" y="207681"/>
                    </a:moveTo>
                    <a:lnTo>
                      <a:pt x="116195" y="128046"/>
                    </a:lnTo>
                    <a:lnTo>
                      <a:pt x="180194" y="82155"/>
                    </a:lnTo>
                    <a:lnTo>
                      <a:pt x="197348" y="106437"/>
                    </a:lnTo>
                    <a:lnTo>
                      <a:pt x="281687" y="51447"/>
                    </a:lnTo>
                    <a:lnTo>
                      <a:pt x="263443" y="20825"/>
                    </a:lnTo>
                    <a:lnTo>
                      <a:pt x="294664" y="0"/>
                    </a:lnTo>
                    <a:lnTo>
                      <a:pt x="358635" y="94936"/>
                    </a:lnTo>
                    <a:lnTo>
                      <a:pt x="384347" y="129235"/>
                    </a:lnTo>
                    <a:lnTo>
                      <a:pt x="351653" y="153651"/>
                    </a:lnTo>
                    <a:lnTo>
                      <a:pt x="351653" y="153651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58" name="Контур"/>
              <p:cNvSpPr/>
              <p:nvPr/>
            </p:nvSpPr>
            <p:spPr>
              <a:xfrm>
                <a:off x="382237" y="9108944"/>
                <a:ext cx="93475" cy="81749"/>
              </a:xfrm>
              <a:custGeom>
                <a:avLst/>
                <a:gdLst/>
                <a:ahLst/>
                <a:cxnLst/>
                <a:rect l="l" t="t" r="r" b="b"/>
                <a:pathLst>
                  <a:path w="93475" h="81749">
                    <a:moveTo>
                      <a:pt x="23639" y="81749"/>
                    </a:moveTo>
                    <a:lnTo>
                      <a:pt x="0" y="45338"/>
                    </a:lnTo>
                    <a:lnTo>
                      <a:pt x="69836" y="0"/>
                    </a:lnTo>
                    <a:lnTo>
                      <a:pt x="93475" y="36411"/>
                    </a:lnTo>
                    <a:lnTo>
                      <a:pt x="23639" y="817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59" name="Контур"/>
              <p:cNvSpPr/>
              <p:nvPr/>
            </p:nvSpPr>
            <p:spPr>
              <a:xfrm>
                <a:off x="670539" y="8760278"/>
                <a:ext cx="221710" cy="250789"/>
              </a:xfrm>
              <a:custGeom>
                <a:avLst/>
                <a:gdLst/>
                <a:ahLst/>
                <a:cxnLst/>
                <a:rect l="l" t="t" r="r" b="b"/>
                <a:pathLst>
                  <a:path w="221710" h="250789">
                    <a:moveTo>
                      <a:pt x="0" y="63051"/>
                    </a:moveTo>
                    <a:lnTo>
                      <a:pt x="89600" y="0"/>
                    </a:lnTo>
                    <a:lnTo>
                      <a:pt x="221710" y="187737"/>
                    </a:lnTo>
                    <a:lnTo>
                      <a:pt x="132110" y="250789"/>
                    </a:lnTo>
                    <a:lnTo>
                      <a:pt x="0" y="630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0" name="Контур"/>
              <p:cNvSpPr/>
              <p:nvPr/>
            </p:nvSpPr>
            <p:spPr>
              <a:xfrm>
                <a:off x="427953" y="8961842"/>
                <a:ext cx="99418" cy="79524"/>
              </a:xfrm>
              <a:custGeom>
                <a:avLst/>
                <a:gdLst/>
                <a:ahLst/>
                <a:cxnLst/>
                <a:rect l="l" t="t" r="r" b="b"/>
                <a:pathLst>
                  <a:path w="99418" h="79524">
                    <a:moveTo>
                      <a:pt x="0" y="59008"/>
                    </a:moveTo>
                    <a:lnTo>
                      <a:pt x="83859" y="0"/>
                    </a:lnTo>
                    <a:lnTo>
                      <a:pt x="99418" y="21895"/>
                    </a:lnTo>
                    <a:lnTo>
                      <a:pt x="14159" y="79524"/>
                    </a:lnTo>
                    <a:lnTo>
                      <a:pt x="0" y="590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1" name="Контур"/>
              <p:cNvSpPr/>
              <p:nvPr/>
            </p:nvSpPr>
            <p:spPr>
              <a:xfrm>
                <a:off x="1069420" y="8812013"/>
                <a:ext cx="137239" cy="141470"/>
              </a:xfrm>
              <a:custGeom>
                <a:avLst/>
                <a:gdLst/>
                <a:ahLst/>
                <a:cxnLst/>
                <a:rect l="l" t="t" r="r" b="b"/>
                <a:pathLst>
                  <a:path w="137239" h="141470">
                    <a:moveTo>
                      <a:pt x="54909" y="141470"/>
                    </a:moveTo>
                    <a:lnTo>
                      <a:pt x="0" y="51788"/>
                    </a:lnTo>
                    <a:lnTo>
                      <a:pt x="78899" y="0"/>
                    </a:lnTo>
                    <a:lnTo>
                      <a:pt x="137239" y="87941"/>
                    </a:lnTo>
                    <a:lnTo>
                      <a:pt x="54909" y="1414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2" name="Контур"/>
              <p:cNvSpPr/>
              <p:nvPr/>
            </p:nvSpPr>
            <p:spPr>
              <a:xfrm>
                <a:off x="1698799" y="9784324"/>
                <a:ext cx="339434" cy="329695"/>
              </a:xfrm>
              <a:custGeom>
                <a:avLst/>
                <a:gdLst/>
                <a:ahLst/>
                <a:cxnLst/>
                <a:rect l="l" t="t" r="r" b="b"/>
                <a:pathLst>
                  <a:path w="339434" h="329695">
                    <a:moveTo>
                      <a:pt x="204300" y="0"/>
                    </a:moveTo>
                    <a:lnTo>
                      <a:pt x="268037" y="76637"/>
                    </a:lnTo>
                    <a:lnTo>
                      <a:pt x="331467" y="156643"/>
                    </a:lnTo>
                    <a:lnTo>
                      <a:pt x="339434" y="168292"/>
                    </a:lnTo>
                    <a:lnTo>
                      <a:pt x="142823" y="329695"/>
                    </a:lnTo>
                    <a:lnTo>
                      <a:pt x="0" y="160120"/>
                    </a:lnTo>
                    <a:lnTo>
                      <a:pt x="2043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3" name="Контур"/>
              <p:cNvSpPr/>
              <p:nvPr/>
            </p:nvSpPr>
            <p:spPr>
              <a:xfrm>
                <a:off x="2173062" y="9795215"/>
                <a:ext cx="89419" cy="89184"/>
              </a:xfrm>
              <a:custGeom>
                <a:avLst/>
                <a:gdLst/>
                <a:ahLst/>
                <a:cxnLst/>
                <a:rect l="l" t="t" r="r" b="b"/>
                <a:pathLst>
                  <a:path w="89419" h="89184">
                    <a:moveTo>
                      <a:pt x="54531" y="0"/>
                    </a:moveTo>
                    <a:lnTo>
                      <a:pt x="89419" y="53867"/>
                    </a:lnTo>
                    <a:lnTo>
                      <a:pt x="34888" y="89184"/>
                    </a:lnTo>
                    <a:lnTo>
                      <a:pt x="0" y="35317"/>
                    </a:lnTo>
                    <a:lnTo>
                      <a:pt x="5453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4" name="Контур"/>
              <p:cNvSpPr/>
              <p:nvPr/>
            </p:nvSpPr>
            <p:spPr>
              <a:xfrm>
                <a:off x="2134140" y="9377834"/>
                <a:ext cx="376602" cy="409409"/>
              </a:xfrm>
              <a:custGeom>
                <a:avLst/>
                <a:gdLst/>
                <a:ahLst/>
                <a:cxnLst/>
                <a:rect l="l" t="t" r="r" b="b"/>
                <a:pathLst>
                  <a:path w="376602" h="409409">
                    <a:moveTo>
                      <a:pt x="376602" y="56716"/>
                    </a:moveTo>
                    <a:lnTo>
                      <a:pt x="159037" y="275592"/>
                    </a:lnTo>
                    <a:lnTo>
                      <a:pt x="149232" y="270687"/>
                    </a:lnTo>
                    <a:lnTo>
                      <a:pt x="84118" y="334610"/>
                    </a:lnTo>
                    <a:lnTo>
                      <a:pt x="125179" y="376302"/>
                    </a:lnTo>
                    <a:lnTo>
                      <a:pt x="92697" y="409409"/>
                    </a:lnTo>
                    <a:lnTo>
                      <a:pt x="51330" y="367718"/>
                    </a:lnTo>
                    <a:lnTo>
                      <a:pt x="47959" y="371090"/>
                    </a:lnTo>
                    <a:lnTo>
                      <a:pt x="0" y="324327"/>
                    </a:lnTo>
                    <a:lnTo>
                      <a:pt x="326652" y="0"/>
                    </a:lnTo>
                    <a:lnTo>
                      <a:pt x="376602" y="567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5" name="Контур"/>
              <p:cNvSpPr/>
              <p:nvPr/>
            </p:nvSpPr>
            <p:spPr>
              <a:xfrm>
                <a:off x="1720061" y="9596493"/>
                <a:ext cx="141577" cy="158699"/>
              </a:xfrm>
              <a:custGeom>
                <a:avLst/>
                <a:gdLst/>
                <a:ahLst/>
                <a:cxnLst/>
                <a:rect l="l" t="t" r="r" b="b"/>
                <a:pathLst>
                  <a:path w="141577" h="158699">
                    <a:moveTo>
                      <a:pt x="0" y="43498"/>
                    </a:moveTo>
                    <a:lnTo>
                      <a:pt x="70912" y="0"/>
                    </a:lnTo>
                    <a:lnTo>
                      <a:pt x="141577" y="115201"/>
                    </a:lnTo>
                    <a:lnTo>
                      <a:pt x="70665" y="158699"/>
                    </a:lnTo>
                    <a:lnTo>
                      <a:pt x="0" y="434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6" name="Контур"/>
              <p:cNvSpPr/>
              <p:nvPr/>
            </p:nvSpPr>
            <p:spPr>
              <a:xfrm>
                <a:off x="1739256" y="9277108"/>
                <a:ext cx="275201" cy="248125"/>
              </a:xfrm>
              <a:custGeom>
                <a:avLst/>
                <a:gdLst/>
                <a:ahLst/>
                <a:cxnLst/>
                <a:rect l="l" t="t" r="r" b="b"/>
                <a:pathLst>
                  <a:path w="275201" h="248125">
                    <a:moveTo>
                      <a:pt x="45806" y="228735"/>
                    </a:moveTo>
                    <a:lnTo>
                      <a:pt x="0" y="156114"/>
                    </a:lnTo>
                    <a:lnTo>
                      <a:pt x="244222" y="0"/>
                    </a:lnTo>
                    <a:lnTo>
                      <a:pt x="248724" y="6996"/>
                    </a:lnTo>
                    <a:lnTo>
                      <a:pt x="275201" y="48462"/>
                    </a:lnTo>
                    <a:lnTo>
                      <a:pt x="220119" y="82603"/>
                    </a:lnTo>
                    <a:lnTo>
                      <a:pt x="171658" y="114650"/>
                    </a:lnTo>
                    <a:lnTo>
                      <a:pt x="199496" y="158199"/>
                    </a:lnTo>
                    <a:lnTo>
                      <a:pt x="58816" y="248125"/>
                    </a:lnTo>
                    <a:lnTo>
                      <a:pt x="45806" y="2287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7" name="Контур"/>
              <p:cNvSpPr/>
              <p:nvPr/>
            </p:nvSpPr>
            <p:spPr>
              <a:xfrm>
                <a:off x="1641927" y="9452764"/>
                <a:ext cx="98428" cy="93339"/>
              </a:xfrm>
              <a:custGeom>
                <a:avLst/>
                <a:gdLst/>
                <a:ahLst/>
                <a:cxnLst/>
                <a:rect l="l" t="t" r="r" b="b"/>
                <a:pathLst>
                  <a:path w="98428" h="93339">
                    <a:moveTo>
                      <a:pt x="66347" y="0"/>
                    </a:moveTo>
                    <a:lnTo>
                      <a:pt x="98428" y="50863"/>
                    </a:lnTo>
                    <a:lnTo>
                      <a:pt x="32792" y="93339"/>
                    </a:lnTo>
                    <a:lnTo>
                      <a:pt x="0" y="45111"/>
                    </a:lnTo>
                    <a:lnTo>
                      <a:pt x="663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8" name="Контур"/>
              <p:cNvSpPr/>
              <p:nvPr/>
            </p:nvSpPr>
            <p:spPr>
              <a:xfrm>
                <a:off x="1708274" y="9433222"/>
                <a:ext cx="76788" cy="92162"/>
              </a:xfrm>
              <a:custGeom>
                <a:avLst/>
                <a:gdLst/>
                <a:ahLst/>
                <a:cxnLst/>
                <a:rect l="l" t="t" r="r" b="b"/>
                <a:pathLst>
                  <a:path w="76788" h="92162">
                    <a:moveTo>
                      <a:pt x="30982" y="0"/>
                    </a:moveTo>
                    <a:lnTo>
                      <a:pt x="76788" y="72621"/>
                    </a:lnTo>
                    <a:lnTo>
                      <a:pt x="45805" y="92162"/>
                    </a:lnTo>
                    <a:lnTo>
                      <a:pt x="32081" y="70405"/>
                    </a:lnTo>
                    <a:lnTo>
                      <a:pt x="0" y="19542"/>
                    </a:lnTo>
                    <a:lnTo>
                      <a:pt x="3098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9" name="Контур"/>
              <p:cNvSpPr/>
              <p:nvPr/>
            </p:nvSpPr>
            <p:spPr>
              <a:xfrm>
                <a:off x="1959375" y="9325570"/>
                <a:ext cx="86536" cy="82856"/>
              </a:xfrm>
              <a:custGeom>
                <a:avLst/>
                <a:gdLst/>
                <a:ahLst/>
                <a:cxnLst/>
                <a:rect l="l" t="t" r="r" b="b"/>
                <a:pathLst>
                  <a:path w="86536" h="82856">
                    <a:moveTo>
                      <a:pt x="86536" y="50748"/>
                    </a:moveTo>
                    <a:lnTo>
                      <a:pt x="32662" y="82856"/>
                    </a:lnTo>
                    <a:lnTo>
                      <a:pt x="0" y="34141"/>
                    </a:lnTo>
                    <a:lnTo>
                      <a:pt x="55082" y="0"/>
                    </a:lnTo>
                    <a:lnTo>
                      <a:pt x="86536" y="507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0" name="Контур"/>
              <p:cNvSpPr/>
              <p:nvPr/>
            </p:nvSpPr>
            <p:spPr>
              <a:xfrm>
                <a:off x="1987980" y="9087542"/>
                <a:ext cx="348090" cy="288776"/>
              </a:xfrm>
              <a:custGeom>
                <a:avLst/>
                <a:gdLst/>
                <a:ahLst/>
                <a:cxnLst/>
                <a:rect l="l" t="t" r="r" b="b"/>
                <a:pathLst>
                  <a:path w="348090" h="288776">
                    <a:moveTo>
                      <a:pt x="26477" y="238028"/>
                    </a:moveTo>
                    <a:lnTo>
                      <a:pt x="0" y="196562"/>
                    </a:lnTo>
                    <a:lnTo>
                      <a:pt x="312888" y="0"/>
                    </a:lnTo>
                    <a:lnTo>
                      <a:pt x="348090" y="56034"/>
                    </a:lnTo>
                    <a:lnTo>
                      <a:pt x="285351" y="95448"/>
                    </a:lnTo>
                    <a:lnTo>
                      <a:pt x="308079" y="131627"/>
                    </a:lnTo>
                    <a:lnTo>
                      <a:pt x="57931" y="288776"/>
                    </a:lnTo>
                    <a:lnTo>
                      <a:pt x="26477" y="2380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1" name="Контур"/>
              <p:cNvSpPr/>
              <p:nvPr/>
            </p:nvSpPr>
            <p:spPr>
              <a:xfrm>
                <a:off x="1174554" y="8642333"/>
                <a:ext cx="742204" cy="609367"/>
              </a:xfrm>
              <a:custGeom>
                <a:avLst/>
                <a:gdLst/>
                <a:ahLst/>
                <a:cxnLst/>
                <a:rect l="l" t="t" r="r" b="b"/>
                <a:pathLst>
                  <a:path w="742204" h="609367">
                    <a:moveTo>
                      <a:pt x="122170" y="592439"/>
                    </a:moveTo>
                    <a:lnTo>
                      <a:pt x="0" y="393178"/>
                    </a:lnTo>
                    <a:lnTo>
                      <a:pt x="599243" y="0"/>
                    </a:lnTo>
                    <a:lnTo>
                      <a:pt x="611465" y="19332"/>
                    </a:lnTo>
                    <a:lnTo>
                      <a:pt x="742204" y="227309"/>
                    </a:lnTo>
                    <a:lnTo>
                      <a:pt x="131933" y="609367"/>
                    </a:lnTo>
                    <a:lnTo>
                      <a:pt x="122170" y="5924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2" name="Контур"/>
              <p:cNvSpPr/>
              <p:nvPr/>
            </p:nvSpPr>
            <p:spPr>
              <a:xfrm>
                <a:off x="1786019" y="8606738"/>
                <a:ext cx="218231" cy="262904"/>
              </a:xfrm>
              <a:custGeom>
                <a:avLst/>
                <a:gdLst/>
                <a:ahLst/>
                <a:cxnLst/>
                <a:rect l="l" t="t" r="r" b="b"/>
                <a:pathLst>
                  <a:path w="218231" h="262904">
                    <a:moveTo>
                      <a:pt x="0" y="54927"/>
                    </a:moveTo>
                    <a:lnTo>
                      <a:pt x="83331" y="0"/>
                    </a:lnTo>
                    <a:lnTo>
                      <a:pt x="218231" y="200895"/>
                    </a:lnTo>
                    <a:lnTo>
                      <a:pt x="130739" y="262904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3" name="Контур"/>
              <p:cNvSpPr/>
              <p:nvPr/>
            </p:nvSpPr>
            <p:spPr>
              <a:xfrm>
                <a:off x="2050277" y="8606918"/>
                <a:ext cx="141849" cy="135486"/>
              </a:xfrm>
              <a:custGeom>
                <a:avLst/>
                <a:gdLst/>
                <a:ahLst/>
                <a:cxnLst/>
                <a:rect l="l" t="t" r="r" b="b"/>
                <a:pathLst>
                  <a:path w="141849" h="135486">
                    <a:moveTo>
                      <a:pt x="0" y="56106"/>
                    </a:moveTo>
                    <a:lnTo>
                      <a:pt x="94950" y="0"/>
                    </a:lnTo>
                    <a:lnTo>
                      <a:pt x="141849" y="79380"/>
                    </a:lnTo>
                    <a:lnTo>
                      <a:pt x="46890" y="135486"/>
                    </a:lnTo>
                    <a:lnTo>
                      <a:pt x="0" y="561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4" name="Контур"/>
              <p:cNvSpPr/>
              <p:nvPr/>
            </p:nvSpPr>
            <p:spPr>
              <a:xfrm>
                <a:off x="2610439" y="9071566"/>
                <a:ext cx="80365" cy="86273"/>
              </a:xfrm>
              <a:custGeom>
                <a:avLst/>
                <a:gdLst/>
                <a:ahLst/>
                <a:cxnLst/>
                <a:rect l="l" t="t" r="r" b="b"/>
                <a:pathLst>
                  <a:path w="80365" h="86273">
                    <a:moveTo>
                      <a:pt x="45545" y="0"/>
                    </a:moveTo>
                    <a:lnTo>
                      <a:pt x="80365" y="59716"/>
                    </a:lnTo>
                    <a:lnTo>
                      <a:pt x="34820" y="86273"/>
                    </a:lnTo>
                    <a:lnTo>
                      <a:pt x="0" y="26557"/>
                    </a:lnTo>
                    <a:lnTo>
                      <a:pt x="455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5" name="Контур"/>
              <p:cNvSpPr/>
              <p:nvPr/>
            </p:nvSpPr>
            <p:spPr>
              <a:xfrm>
                <a:off x="2300868" y="8981802"/>
                <a:ext cx="193096" cy="161774"/>
              </a:xfrm>
              <a:custGeom>
                <a:avLst/>
                <a:gdLst/>
                <a:ahLst/>
                <a:cxnLst/>
                <a:rect l="l" t="t" r="r" b="b"/>
                <a:pathLst>
                  <a:path w="193096" h="161774">
                    <a:moveTo>
                      <a:pt x="0" y="105740"/>
                    </a:moveTo>
                    <a:lnTo>
                      <a:pt x="155254" y="0"/>
                    </a:lnTo>
                    <a:lnTo>
                      <a:pt x="193096" y="55562"/>
                    </a:lnTo>
                    <a:lnTo>
                      <a:pt x="35202" y="161774"/>
                    </a:lnTo>
                    <a:lnTo>
                      <a:pt x="0" y="1057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6" name="Контур"/>
              <p:cNvSpPr/>
              <p:nvPr/>
            </p:nvSpPr>
            <p:spPr>
              <a:xfrm>
                <a:off x="2624259" y="8942380"/>
                <a:ext cx="122879" cy="152938"/>
              </a:xfrm>
              <a:custGeom>
                <a:avLst/>
                <a:gdLst/>
                <a:ahLst/>
                <a:cxnLst/>
                <a:rect l="l" t="t" r="r" b="b"/>
                <a:pathLst>
                  <a:path w="122879" h="152938">
                    <a:moveTo>
                      <a:pt x="0" y="29949"/>
                    </a:moveTo>
                    <a:lnTo>
                      <a:pt x="55854" y="0"/>
                    </a:lnTo>
                    <a:lnTo>
                      <a:pt x="122879" y="120245"/>
                    </a:lnTo>
                    <a:lnTo>
                      <a:pt x="66672" y="152938"/>
                    </a:lnTo>
                    <a:lnTo>
                      <a:pt x="0" y="299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7" name="Контур"/>
              <p:cNvSpPr/>
              <p:nvPr/>
            </p:nvSpPr>
            <p:spPr>
              <a:xfrm>
                <a:off x="2588956" y="8878410"/>
                <a:ext cx="75515" cy="74510"/>
              </a:xfrm>
              <a:custGeom>
                <a:avLst/>
                <a:gdLst/>
                <a:ahLst/>
                <a:cxnLst/>
                <a:rect l="l" t="t" r="r" b="b"/>
                <a:pathLst>
                  <a:path w="75515" h="74510">
                    <a:moveTo>
                      <a:pt x="0" y="28650"/>
                    </a:moveTo>
                    <a:lnTo>
                      <a:pt x="48328" y="0"/>
                    </a:lnTo>
                    <a:lnTo>
                      <a:pt x="75515" y="45860"/>
                    </a:lnTo>
                    <a:lnTo>
                      <a:pt x="27187" y="74510"/>
                    </a:lnTo>
                    <a:lnTo>
                      <a:pt x="0" y="286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8" name="Контур"/>
              <p:cNvSpPr/>
              <p:nvPr/>
            </p:nvSpPr>
            <p:spPr>
              <a:xfrm>
                <a:off x="3270263" y="8864106"/>
                <a:ext cx="71710" cy="70399"/>
              </a:xfrm>
              <a:custGeom>
                <a:avLst/>
                <a:gdLst/>
                <a:ahLst/>
                <a:cxnLst/>
                <a:rect l="l" t="t" r="r" b="b"/>
                <a:pathLst>
                  <a:path w="71710" h="70399">
                    <a:moveTo>
                      <a:pt x="25747" y="70399"/>
                    </a:moveTo>
                    <a:lnTo>
                      <a:pt x="0" y="27742"/>
                    </a:lnTo>
                    <a:lnTo>
                      <a:pt x="45963" y="0"/>
                    </a:lnTo>
                    <a:lnTo>
                      <a:pt x="71710" y="42657"/>
                    </a:lnTo>
                    <a:lnTo>
                      <a:pt x="25747" y="703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9" name="Контур"/>
              <p:cNvSpPr/>
              <p:nvPr/>
            </p:nvSpPr>
            <p:spPr>
              <a:xfrm>
                <a:off x="3102197" y="8831434"/>
                <a:ext cx="127076" cy="95752"/>
              </a:xfrm>
              <a:custGeom>
                <a:avLst/>
                <a:gdLst/>
                <a:ahLst/>
                <a:cxnLst/>
                <a:rect l="l" t="t" r="r" b="b"/>
                <a:pathLst>
                  <a:path w="127076" h="95752">
                    <a:moveTo>
                      <a:pt x="38602" y="95752"/>
                    </a:moveTo>
                    <a:lnTo>
                      <a:pt x="0" y="32084"/>
                    </a:lnTo>
                    <a:lnTo>
                      <a:pt x="52919" y="0"/>
                    </a:lnTo>
                    <a:lnTo>
                      <a:pt x="67440" y="23949"/>
                    </a:lnTo>
                    <a:lnTo>
                      <a:pt x="102994" y="2392"/>
                    </a:lnTo>
                    <a:lnTo>
                      <a:pt x="127076" y="42111"/>
                    </a:lnTo>
                    <a:lnTo>
                      <a:pt x="38602" y="957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0" name="Контур"/>
              <p:cNvSpPr/>
              <p:nvPr/>
            </p:nvSpPr>
            <p:spPr>
              <a:xfrm>
                <a:off x="3233884" y="8707682"/>
                <a:ext cx="132813" cy="116415"/>
              </a:xfrm>
              <a:custGeom>
                <a:avLst/>
                <a:gdLst/>
                <a:ahLst/>
                <a:cxnLst/>
                <a:rect l="l" t="t" r="r" b="b"/>
                <a:pathLst>
                  <a:path w="132813" h="116415">
                    <a:moveTo>
                      <a:pt x="132813" y="50175"/>
                    </a:moveTo>
                    <a:lnTo>
                      <a:pt x="33462" y="116415"/>
                    </a:lnTo>
                    <a:lnTo>
                      <a:pt x="0" y="66240"/>
                    </a:lnTo>
                    <a:lnTo>
                      <a:pt x="99360" y="0"/>
                    </a:lnTo>
                    <a:lnTo>
                      <a:pt x="132813" y="501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1" name="Контур"/>
              <p:cNvSpPr/>
              <p:nvPr/>
            </p:nvSpPr>
            <p:spPr>
              <a:xfrm>
                <a:off x="3333244" y="8634266"/>
                <a:ext cx="152138" cy="136446"/>
              </a:xfrm>
              <a:custGeom>
                <a:avLst/>
                <a:gdLst/>
                <a:ahLst/>
                <a:cxnLst/>
                <a:rect l="l" t="t" r="r" b="b"/>
                <a:pathLst>
                  <a:path w="152138" h="136446">
                    <a:moveTo>
                      <a:pt x="0" y="73416"/>
                    </a:moveTo>
                    <a:lnTo>
                      <a:pt x="110114" y="0"/>
                    </a:lnTo>
                    <a:lnTo>
                      <a:pt x="152138" y="63030"/>
                    </a:lnTo>
                    <a:lnTo>
                      <a:pt x="42024" y="136446"/>
                    </a:lnTo>
                    <a:lnTo>
                      <a:pt x="33453" y="123591"/>
                    </a:lnTo>
                    <a:lnTo>
                      <a:pt x="0" y="734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2" name="Контур"/>
              <p:cNvSpPr/>
              <p:nvPr/>
            </p:nvSpPr>
            <p:spPr>
              <a:xfrm>
                <a:off x="3077942" y="8390747"/>
                <a:ext cx="391541" cy="309153"/>
              </a:xfrm>
              <a:custGeom>
                <a:avLst/>
                <a:gdLst/>
                <a:ahLst/>
                <a:cxnLst/>
                <a:rect l="l" t="t" r="r" b="b"/>
                <a:pathLst>
                  <a:path w="391541" h="309153">
                    <a:moveTo>
                      <a:pt x="0" y="207405"/>
                    </a:moveTo>
                    <a:lnTo>
                      <a:pt x="327006" y="0"/>
                    </a:lnTo>
                    <a:lnTo>
                      <a:pt x="391541" y="101748"/>
                    </a:lnTo>
                    <a:lnTo>
                      <a:pt x="64535" y="309153"/>
                    </a:lnTo>
                    <a:lnTo>
                      <a:pt x="0" y="2074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3" name="Контур"/>
              <p:cNvSpPr/>
              <p:nvPr/>
            </p:nvSpPr>
            <p:spPr>
              <a:xfrm>
                <a:off x="2494667" y="9203210"/>
                <a:ext cx="268686" cy="212227"/>
              </a:xfrm>
              <a:custGeom>
                <a:avLst/>
                <a:gdLst/>
                <a:ahLst/>
                <a:cxnLst/>
                <a:rect l="l" t="t" r="r" b="b"/>
                <a:pathLst>
                  <a:path w="268686" h="212227">
                    <a:moveTo>
                      <a:pt x="223525" y="0"/>
                    </a:moveTo>
                    <a:lnTo>
                      <a:pt x="268686" y="71973"/>
                    </a:lnTo>
                    <a:lnTo>
                      <a:pt x="45160" y="212227"/>
                    </a:lnTo>
                    <a:lnTo>
                      <a:pt x="0" y="140254"/>
                    </a:lnTo>
                    <a:lnTo>
                      <a:pt x="2235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4" name="Контур"/>
              <p:cNvSpPr/>
              <p:nvPr/>
            </p:nvSpPr>
            <p:spPr>
              <a:xfrm>
                <a:off x="647978" y="8693780"/>
                <a:ext cx="112161" cy="129549"/>
              </a:xfrm>
              <a:custGeom>
                <a:avLst/>
                <a:gdLst/>
                <a:ahLst/>
                <a:cxnLst/>
                <a:rect l="l" t="t" r="r" b="b"/>
                <a:pathLst>
                  <a:path w="112161" h="129549">
                    <a:moveTo>
                      <a:pt x="65392" y="0"/>
                    </a:moveTo>
                    <a:lnTo>
                      <a:pt x="112161" y="66498"/>
                    </a:lnTo>
                    <a:lnTo>
                      <a:pt x="22561" y="129549"/>
                    </a:lnTo>
                    <a:lnTo>
                      <a:pt x="4251" y="106321"/>
                    </a:lnTo>
                    <a:lnTo>
                      <a:pt x="0" y="46454"/>
                    </a:lnTo>
                    <a:lnTo>
                      <a:pt x="6539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5" name="Контур"/>
              <p:cNvSpPr/>
              <p:nvPr/>
            </p:nvSpPr>
            <p:spPr>
              <a:xfrm>
                <a:off x="918104" y="8791184"/>
                <a:ext cx="111013" cy="126498"/>
              </a:xfrm>
              <a:custGeom>
                <a:avLst/>
                <a:gdLst/>
                <a:ahLst/>
                <a:cxnLst/>
                <a:rect l="l" t="t" r="r" b="b"/>
                <a:pathLst>
                  <a:path w="111013" h="126498">
                    <a:moveTo>
                      <a:pt x="111013" y="97199"/>
                    </a:moveTo>
                    <a:lnTo>
                      <a:pt x="63379" y="126498"/>
                    </a:lnTo>
                    <a:lnTo>
                      <a:pt x="0" y="30834"/>
                    </a:lnTo>
                    <a:lnTo>
                      <a:pt x="46413" y="0"/>
                    </a:lnTo>
                    <a:lnTo>
                      <a:pt x="111013" y="971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6" name="Контур"/>
              <p:cNvSpPr/>
              <p:nvPr/>
            </p:nvSpPr>
            <p:spPr>
              <a:xfrm>
                <a:off x="839552" y="8563664"/>
                <a:ext cx="254718" cy="205488"/>
              </a:xfrm>
              <a:custGeom>
                <a:avLst/>
                <a:gdLst/>
                <a:ahLst/>
                <a:cxnLst/>
                <a:rect l="l" t="t" r="r" b="b"/>
                <a:pathLst>
                  <a:path w="254718" h="205488">
                    <a:moveTo>
                      <a:pt x="206325" y="0"/>
                    </a:moveTo>
                    <a:lnTo>
                      <a:pt x="254718" y="78876"/>
                    </a:lnTo>
                    <a:lnTo>
                      <a:pt x="48393" y="205488"/>
                    </a:lnTo>
                    <a:lnTo>
                      <a:pt x="0" y="126639"/>
                    </a:lnTo>
                    <a:lnTo>
                      <a:pt x="2063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7" name="Контур"/>
              <p:cNvSpPr/>
              <p:nvPr/>
            </p:nvSpPr>
            <p:spPr>
              <a:xfrm>
                <a:off x="694734" y="8635400"/>
                <a:ext cx="110736" cy="124878"/>
              </a:xfrm>
              <a:custGeom>
                <a:avLst/>
                <a:gdLst/>
                <a:ahLst/>
                <a:cxnLst/>
                <a:rect l="l" t="t" r="r" b="b"/>
                <a:pathLst>
                  <a:path w="110736" h="124878">
                    <a:moveTo>
                      <a:pt x="0" y="31881"/>
                    </a:moveTo>
                    <a:lnTo>
                      <a:pt x="45330" y="0"/>
                    </a:lnTo>
                    <a:lnTo>
                      <a:pt x="110736" y="92997"/>
                    </a:lnTo>
                    <a:lnTo>
                      <a:pt x="65405" y="124878"/>
                    </a:lnTo>
                    <a:lnTo>
                      <a:pt x="18636" y="58380"/>
                    </a:lnTo>
                    <a:lnTo>
                      <a:pt x="0" y="318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8" name="Контур"/>
              <p:cNvSpPr/>
              <p:nvPr/>
            </p:nvSpPr>
            <p:spPr>
              <a:xfrm>
                <a:off x="931973" y="8863801"/>
                <a:ext cx="364751" cy="455188"/>
              </a:xfrm>
              <a:custGeom>
                <a:avLst/>
                <a:gdLst/>
                <a:ahLst/>
                <a:cxnLst/>
                <a:rect l="l" t="t" r="r" b="b"/>
                <a:pathLst>
                  <a:path w="364751" h="455188">
                    <a:moveTo>
                      <a:pt x="227304" y="455188"/>
                    </a:moveTo>
                    <a:lnTo>
                      <a:pt x="0" y="84217"/>
                    </a:lnTo>
                    <a:lnTo>
                      <a:pt x="49510" y="53881"/>
                    </a:lnTo>
                    <a:lnTo>
                      <a:pt x="97144" y="24582"/>
                    </a:lnTo>
                    <a:lnTo>
                      <a:pt x="137447" y="0"/>
                    </a:lnTo>
                    <a:lnTo>
                      <a:pt x="192356" y="89682"/>
                    </a:lnTo>
                    <a:lnTo>
                      <a:pt x="242581" y="171710"/>
                    </a:lnTo>
                    <a:lnTo>
                      <a:pt x="364751" y="370971"/>
                    </a:lnTo>
                    <a:lnTo>
                      <a:pt x="227304" y="4551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9" name="Контур"/>
              <p:cNvSpPr/>
              <p:nvPr/>
            </p:nvSpPr>
            <p:spPr>
              <a:xfrm>
                <a:off x="678909" y="9078707"/>
                <a:ext cx="152228" cy="211885"/>
              </a:xfrm>
              <a:custGeom>
                <a:avLst/>
                <a:gdLst/>
                <a:ahLst/>
                <a:cxnLst/>
                <a:rect l="l" t="t" r="r" b="b"/>
                <a:pathLst>
                  <a:path w="152228" h="211885">
                    <a:moveTo>
                      <a:pt x="107865" y="211885"/>
                    </a:moveTo>
                    <a:lnTo>
                      <a:pt x="5678" y="65044"/>
                    </a:lnTo>
                    <a:lnTo>
                      <a:pt x="22749" y="54101"/>
                    </a:lnTo>
                    <a:lnTo>
                      <a:pt x="0" y="18614"/>
                    </a:lnTo>
                    <a:lnTo>
                      <a:pt x="30745" y="0"/>
                    </a:lnTo>
                    <a:lnTo>
                      <a:pt x="152228" y="181638"/>
                    </a:lnTo>
                    <a:lnTo>
                      <a:pt x="107865" y="2118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90" name="Контур"/>
              <p:cNvSpPr/>
              <p:nvPr/>
            </p:nvSpPr>
            <p:spPr>
              <a:xfrm>
                <a:off x="405876" y="9130481"/>
                <a:ext cx="153481" cy="153762"/>
              </a:xfrm>
              <a:custGeom>
                <a:avLst/>
                <a:gdLst/>
                <a:ahLst/>
                <a:cxnLst/>
                <a:rect l="l" t="t" r="r" b="b"/>
                <a:pathLst>
                  <a:path w="153481" h="153762">
                    <a:moveTo>
                      <a:pt x="0" y="60212"/>
                    </a:moveTo>
                    <a:lnTo>
                      <a:pt x="69836" y="14874"/>
                    </a:lnTo>
                    <a:lnTo>
                      <a:pt x="92746" y="0"/>
                    </a:lnTo>
                    <a:lnTo>
                      <a:pt x="153481" y="93548"/>
                    </a:lnTo>
                    <a:lnTo>
                      <a:pt x="60734" y="153762"/>
                    </a:lnTo>
                    <a:lnTo>
                      <a:pt x="0" y="602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</p:grpSp>
        <p:sp>
          <p:nvSpPr>
            <p:cNvPr id="692" name="Границы функциональных зон"/>
            <p:cNvSpPr/>
            <p:nvPr/>
          </p:nvSpPr>
          <p:spPr>
            <a:xfrm>
              <a:off x="252000" y="1584000"/>
              <a:ext cx="10044000" cy="8604000"/>
            </a:xfrm>
            <a:custGeom>
              <a:avLst/>
              <a:gdLst/>
              <a:ahLst/>
              <a:cxnLst/>
              <a:rect l="l" t="t" r="r" b="b"/>
              <a:pathLst>
                <a:path w="10044000" h="8604000" fill="none">
                  <a:moveTo>
                    <a:pt x="3221517" y="0"/>
                  </a:moveTo>
                  <a:lnTo>
                    <a:pt x="2762990" y="432342"/>
                  </a:lnTo>
                  <a:lnTo>
                    <a:pt x="2359573" y="0"/>
                  </a:lnTo>
                  <a:moveTo>
                    <a:pt x="2359328" y="0"/>
                  </a:moveTo>
                  <a:lnTo>
                    <a:pt x="2724024" y="390948"/>
                  </a:lnTo>
                  <a:lnTo>
                    <a:pt x="4829673" y="2621975"/>
                  </a:lnTo>
                  <a:lnTo>
                    <a:pt x="2675058" y="4183453"/>
                  </a:lnTo>
                  <a:lnTo>
                    <a:pt x="1503348" y="5310343"/>
                  </a:lnTo>
                  <a:lnTo>
                    <a:pt x="1399211" y="5373673"/>
                  </a:lnTo>
                  <a:lnTo>
                    <a:pt x="1433168" y="5441419"/>
                  </a:lnTo>
                  <a:lnTo>
                    <a:pt x="0" y="6183954"/>
                  </a:lnTo>
                  <a:moveTo>
                    <a:pt x="8790078" y="0"/>
                  </a:moveTo>
                  <a:lnTo>
                    <a:pt x="8271019" y="390031"/>
                  </a:lnTo>
                  <a:lnTo>
                    <a:pt x="6900198" y="1743823"/>
                  </a:lnTo>
                  <a:lnTo>
                    <a:pt x="2776929" y="4745206"/>
                  </a:lnTo>
                  <a:lnTo>
                    <a:pt x="1433168" y="5441419"/>
                  </a:lnTo>
                  <a:lnTo>
                    <a:pt x="1399211" y="5373673"/>
                  </a:lnTo>
                  <a:lnTo>
                    <a:pt x="1503348" y="5310343"/>
                  </a:lnTo>
                  <a:lnTo>
                    <a:pt x="2675058" y="4183453"/>
                  </a:lnTo>
                  <a:lnTo>
                    <a:pt x="5627508" y="2043705"/>
                  </a:lnTo>
                  <a:lnTo>
                    <a:pt x="7460636" y="0"/>
                  </a:lnTo>
                  <a:moveTo>
                    <a:pt x="2960266" y="247752"/>
                  </a:moveTo>
                  <a:lnTo>
                    <a:pt x="3222926" y="0"/>
                  </a:lnTo>
                  <a:moveTo>
                    <a:pt x="7461215" y="0"/>
                  </a:moveTo>
                  <a:lnTo>
                    <a:pt x="5627026" y="2045278"/>
                  </a:lnTo>
                  <a:lnTo>
                    <a:pt x="4830936" y="2621059"/>
                  </a:lnTo>
                  <a:lnTo>
                    <a:pt x="2762990" y="432343"/>
                  </a:lnTo>
                  <a:lnTo>
                    <a:pt x="2960266" y="247752"/>
                  </a:lnTo>
                  <a:moveTo>
                    <a:pt x="8571794" y="8604000"/>
                  </a:moveTo>
                  <a:lnTo>
                    <a:pt x="10044000" y="7899236"/>
                  </a:lnTo>
                  <a:moveTo>
                    <a:pt x="10044000" y="7898941"/>
                  </a:moveTo>
                  <a:lnTo>
                    <a:pt x="8569760" y="8604000"/>
                  </a:lnTo>
                  <a:moveTo>
                    <a:pt x="1350222" y="8604000"/>
                  </a:moveTo>
                  <a:lnTo>
                    <a:pt x="1381828" y="8584203"/>
                  </a:lnTo>
                  <a:lnTo>
                    <a:pt x="1075598" y="8096837"/>
                  </a:lnTo>
                  <a:lnTo>
                    <a:pt x="6511694" y="4693273"/>
                  </a:lnTo>
                  <a:lnTo>
                    <a:pt x="10044000" y="1960938"/>
                  </a:lnTo>
                  <a:moveTo>
                    <a:pt x="0" y="6183954"/>
                  </a:moveTo>
                  <a:lnTo>
                    <a:pt x="2776929" y="4745206"/>
                  </a:lnTo>
                  <a:lnTo>
                    <a:pt x="6900198" y="1743823"/>
                  </a:lnTo>
                  <a:lnTo>
                    <a:pt x="8271078" y="390223"/>
                  </a:lnTo>
                  <a:lnTo>
                    <a:pt x="8790193" y="0"/>
                  </a:lnTo>
                  <a:moveTo>
                    <a:pt x="10044000" y="1960938"/>
                  </a:moveTo>
                  <a:lnTo>
                    <a:pt x="6511694" y="4693273"/>
                  </a:lnTo>
                  <a:lnTo>
                    <a:pt x="1075598" y="8096837"/>
                  </a:lnTo>
                  <a:lnTo>
                    <a:pt x="1381828" y="8584203"/>
                  </a:lnTo>
                  <a:lnTo>
                    <a:pt x="1350222" y="8604000"/>
                  </a:lnTo>
                </a:path>
              </a:pathLst>
            </a:custGeom>
            <a:noFill/>
            <a:ln w="12600" cap="flat">
              <a:solidFill>
                <a:srgbClr val="000000"/>
              </a:solidFill>
              <a:round/>
            </a:ln>
          </p:spPr>
        </p:sp>
        <p:sp>
          <p:nvSpPr>
            <p:cNvPr id="693" name="Железная дорога, главные пути (Яндекс)"/>
            <p:cNvSpPr/>
            <p:nvPr/>
          </p:nvSpPr>
          <p:spPr>
            <a:xfrm>
              <a:off x="252000" y="1584000"/>
              <a:ext cx="8804645" cy="6265587"/>
            </a:xfrm>
            <a:custGeom>
              <a:avLst/>
              <a:gdLst/>
              <a:ahLst/>
              <a:cxnLst/>
              <a:rect l="l" t="t" r="r" b="b"/>
              <a:pathLst>
                <a:path w="8804645" h="6265587" fill="none">
                  <a:moveTo>
                    <a:pt x="0" y="6265587"/>
                  </a:moveTo>
                  <a:lnTo>
                    <a:pt x="733293" y="5826607"/>
                  </a:lnTo>
                  <a:lnTo>
                    <a:pt x="948603" y="5701252"/>
                  </a:lnTo>
                  <a:lnTo>
                    <a:pt x="1761370" y="5269807"/>
                  </a:lnTo>
                  <a:lnTo>
                    <a:pt x="2643892" y="4777369"/>
                  </a:lnTo>
                  <a:lnTo>
                    <a:pt x="3071303" y="4483995"/>
                  </a:lnTo>
                  <a:lnTo>
                    <a:pt x="3647084" y="4053488"/>
                  </a:lnTo>
                  <a:lnTo>
                    <a:pt x="4435134" y="3503580"/>
                  </a:lnTo>
                  <a:lnTo>
                    <a:pt x="5222932" y="2917249"/>
                  </a:lnTo>
                  <a:moveTo>
                    <a:pt x="5286605" y="2871423"/>
                  </a:moveTo>
                  <a:lnTo>
                    <a:pt x="6253293" y="2174981"/>
                  </a:lnTo>
                  <a:lnTo>
                    <a:pt x="6735078" y="1817728"/>
                  </a:lnTo>
                  <a:lnTo>
                    <a:pt x="6968243" y="1622389"/>
                  </a:lnTo>
                  <a:lnTo>
                    <a:pt x="7252887" y="1359987"/>
                  </a:lnTo>
                  <a:lnTo>
                    <a:pt x="7625411" y="1027451"/>
                  </a:lnTo>
                  <a:lnTo>
                    <a:pt x="8500412" y="218973"/>
                  </a:lnTo>
                  <a:lnTo>
                    <a:pt x="8688169" y="75444"/>
                  </a:lnTo>
                  <a:lnTo>
                    <a:pt x="8804645" y="0"/>
                  </a:lnTo>
                  <a:moveTo>
                    <a:pt x="5222932" y="2917249"/>
                  </a:moveTo>
                  <a:lnTo>
                    <a:pt x="5286605" y="2871423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round/>
            </a:ln>
          </p:spPr>
        </p:sp>
        <p:sp>
          <p:nvSpPr>
            <p:cNvPr id="694" name="Железная дорога: штрихи"/>
            <p:cNvSpPr/>
            <p:nvPr/>
          </p:nvSpPr>
          <p:spPr>
            <a:xfrm>
              <a:off x="252000" y="1584000"/>
              <a:ext cx="8804645" cy="6265587"/>
            </a:xfrm>
            <a:custGeom>
              <a:avLst/>
              <a:gdLst/>
              <a:ahLst/>
              <a:cxnLst/>
              <a:rect l="l" t="t" r="r" b="b"/>
              <a:pathLst>
                <a:path w="8804645" h="6265587" fill="none">
                  <a:moveTo>
                    <a:pt x="0" y="6265587"/>
                  </a:moveTo>
                  <a:lnTo>
                    <a:pt x="733293" y="5826607"/>
                  </a:lnTo>
                  <a:lnTo>
                    <a:pt x="948603" y="5701252"/>
                  </a:lnTo>
                  <a:lnTo>
                    <a:pt x="1761370" y="5269807"/>
                  </a:lnTo>
                  <a:lnTo>
                    <a:pt x="2643892" y="4777369"/>
                  </a:lnTo>
                  <a:lnTo>
                    <a:pt x="3071303" y="4483995"/>
                  </a:lnTo>
                  <a:lnTo>
                    <a:pt x="3647084" y="4053488"/>
                  </a:lnTo>
                  <a:lnTo>
                    <a:pt x="4435134" y="3503580"/>
                  </a:lnTo>
                  <a:lnTo>
                    <a:pt x="5222932" y="2917249"/>
                  </a:lnTo>
                  <a:moveTo>
                    <a:pt x="5286605" y="2871423"/>
                  </a:moveTo>
                  <a:lnTo>
                    <a:pt x="6253293" y="2174981"/>
                  </a:lnTo>
                  <a:lnTo>
                    <a:pt x="6735078" y="1817728"/>
                  </a:lnTo>
                  <a:lnTo>
                    <a:pt x="6968243" y="1622389"/>
                  </a:lnTo>
                  <a:lnTo>
                    <a:pt x="7252887" y="1359987"/>
                  </a:lnTo>
                  <a:lnTo>
                    <a:pt x="7625411" y="1027451"/>
                  </a:lnTo>
                  <a:lnTo>
                    <a:pt x="8500412" y="218973"/>
                  </a:lnTo>
                  <a:lnTo>
                    <a:pt x="8688169" y="75444"/>
                  </a:lnTo>
                  <a:lnTo>
                    <a:pt x="8804645" y="0"/>
                  </a:lnTo>
                  <a:moveTo>
                    <a:pt x="5222932" y="2917249"/>
                  </a:moveTo>
                  <a:lnTo>
                    <a:pt x="5286605" y="2871423"/>
                  </a:lnTo>
                </a:path>
              </a:pathLst>
            </a:custGeom>
            <a:noFill/>
            <a:ln w="14976" cap="flat">
              <a:solidFill>
                <a:srgbClr val="FFFFFF"/>
              </a:solidFill>
              <a:custDash>
                <a:ds d="481250" sp="481250"/>
              </a:custDash>
              <a:round/>
            </a:ln>
          </p:spPr>
        </p:sp>
        <p:sp>
          <p:nvSpPr>
            <p:cNvPr id="695" name="Граница района"/>
            <p:cNvSpPr/>
            <p:nvPr/>
          </p:nvSpPr>
          <p:spPr>
            <a:xfrm>
              <a:off x="252000" y="1584000"/>
              <a:ext cx="8790320" cy="6226254"/>
            </a:xfrm>
            <a:custGeom>
              <a:avLst/>
              <a:gdLst/>
              <a:ahLst/>
              <a:cxnLst/>
              <a:rect l="l" t="t" r="r" b="b"/>
              <a:pathLst>
                <a:path w="8790320" h="6226254" fill="none">
                  <a:moveTo>
                    <a:pt x="8790320" y="0"/>
                  </a:moveTo>
                  <a:lnTo>
                    <a:pt x="8270831" y="390103"/>
                  </a:lnTo>
                  <a:lnTo>
                    <a:pt x="6900457" y="1744054"/>
                  </a:lnTo>
                  <a:lnTo>
                    <a:pt x="5248403" y="2936674"/>
                  </a:lnTo>
                  <a:lnTo>
                    <a:pt x="2776979" y="4745490"/>
                  </a:lnTo>
                  <a:lnTo>
                    <a:pt x="2048221" y="5122920"/>
                  </a:lnTo>
                  <a:lnTo>
                    <a:pt x="0" y="6226254"/>
                  </a:lnTo>
                </a:path>
              </a:pathLst>
            </a:custGeom>
            <a:noFill/>
            <a:ln w="43056" cap="flat">
              <a:solidFill>
                <a:srgbClr val="E30613"/>
              </a:solidFill>
              <a:round/>
            </a:ln>
          </p:spPr>
        </p:sp>
        <p:sp>
          <p:nvSpPr>
            <p:cNvPr id="696" name="Граница территории"/>
            <p:cNvSpPr/>
            <p:nvPr/>
          </p:nvSpPr>
          <p:spPr>
            <a:xfrm>
              <a:off x="4180217" y="5032154"/>
              <a:ext cx="1837620" cy="1603260"/>
            </a:xfrm>
            <a:custGeom>
              <a:avLst/>
              <a:gdLst/>
              <a:ahLst/>
              <a:cxnLst/>
              <a:rect l="l" t="t" r="r" b="b"/>
              <a:pathLst>
                <a:path w="1837620" h="1603260" fill="none">
                  <a:moveTo>
                    <a:pt x="1275660" y="908370"/>
                  </a:moveTo>
                  <a:lnTo>
                    <a:pt x="244260" y="1565190"/>
                  </a:lnTo>
                  <a:lnTo>
                    <a:pt x="227970" y="1603260"/>
                  </a:lnTo>
                  <a:lnTo>
                    <a:pt x="49230" y="1358910"/>
                  </a:lnTo>
                  <a:lnTo>
                    <a:pt x="81810" y="1337310"/>
                  </a:lnTo>
                  <a:lnTo>
                    <a:pt x="59040" y="1302570"/>
                  </a:lnTo>
                  <a:lnTo>
                    <a:pt x="107100" y="1267560"/>
                  </a:lnTo>
                  <a:lnTo>
                    <a:pt x="5670" y="1127430"/>
                  </a:lnTo>
                  <a:lnTo>
                    <a:pt x="91170" y="1065330"/>
                  </a:lnTo>
                  <a:lnTo>
                    <a:pt x="7830" y="951390"/>
                  </a:lnTo>
                  <a:lnTo>
                    <a:pt x="0" y="930960"/>
                  </a:lnTo>
                  <a:lnTo>
                    <a:pt x="93870" y="854280"/>
                  </a:lnTo>
                  <a:lnTo>
                    <a:pt x="318510" y="689310"/>
                  </a:lnTo>
                  <a:lnTo>
                    <a:pt x="1174410" y="76140"/>
                  </a:lnTo>
                  <a:lnTo>
                    <a:pt x="1195740" y="68580"/>
                  </a:lnTo>
                  <a:lnTo>
                    <a:pt x="1570590" y="0"/>
                  </a:lnTo>
                  <a:lnTo>
                    <a:pt x="1697670" y="263070"/>
                  </a:lnTo>
                  <a:lnTo>
                    <a:pt x="1666440" y="312120"/>
                  </a:lnTo>
                  <a:lnTo>
                    <a:pt x="1735290" y="420930"/>
                  </a:lnTo>
                  <a:lnTo>
                    <a:pt x="1776600" y="425070"/>
                  </a:lnTo>
                  <a:lnTo>
                    <a:pt x="1837620" y="551520"/>
                  </a:lnTo>
                  <a:lnTo>
                    <a:pt x="1275660" y="908370"/>
                  </a:lnTo>
                  <a:close/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0000" sp="100000"/>
              </a:custDash>
              <a:round/>
            </a:ln>
          </p:spPr>
        </p:sp>
        <p:grpSp>
          <p:nvGrpSpPr>
            <p:cNvPr id="729" name="Подписи"/>
            <p:cNvGrpSpPr/>
            <p:nvPr/>
          </p:nvGrpSpPr>
          <p:grpSpPr>
            <a:xfrm>
              <a:off x="267250" y="1701368"/>
              <a:ext cx="9978802" cy="7963174"/>
              <a:chOff x="267250" y="1701368"/>
              <a:chExt cx="9978802" cy="7963174"/>
            </a:xfrm>
          </p:grpSpPr>
          <p:sp>
            <p:nvSpPr>
              <p:cNvPr id="697" name="Надпись"/>
              <p:cNvSpPr txBox="1"/>
              <p:nvPr/>
            </p:nvSpPr>
            <p:spPr>
              <a:xfrm>
                <a:off x="4445325" y="4037889"/>
                <a:ext cx="1400143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ст. ж/д Калошино</a:t>
                </a:r>
              </a:p>
            </p:txBody>
          </p:sp>
          <p:sp>
            <p:nvSpPr>
              <p:cNvPr id="698" name="Надпись"/>
              <p:cNvSpPr txBox="1"/>
              <p:nvPr/>
            </p:nvSpPr>
            <p:spPr>
              <a:xfrm rot="19361858">
                <a:off x="6333208" y="5629713"/>
                <a:ext cx="162820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2-й Иртышский пр-д</a:t>
                </a:r>
              </a:p>
            </p:txBody>
          </p:sp>
          <p:sp>
            <p:nvSpPr>
              <p:cNvPr id="699" name="Надпись"/>
              <p:cNvSpPr txBox="1"/>
              <p:nvPr/>
            </p:nvSpPr>
            <p:spPr>
              <a:xfrm rot="3862311">
                <a:off x="6203876" y="6693771"/>
                <a:ext cx="116937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 Тагильская</a:t>
                </a:r>
              </a:p>
            </p:txBody>
          </p:sp>
          <p:sp>
            <p:nvSpPr>
              <p:cNvPr id="700" name="Надпись"/>
              <p:cNvSpPr txBox="1"/>
              <p:nvPr/>
            </p:nvSpPr>
            <p:spPr>
              <a:xfrm rot="19474228">
                <a:off x="2628333" y="6335302"/>
                <a:ext cx="16000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1-й Иртышский пр-д</a:t>
                </a:r>
              </a:p>
            </p:txBody>
          </p:sp>
          <p:sp>
            <p:nvSpPr>
              <p:cNvPr id="701" name="Надпись"/>
              <p:cNvSpPr txBox="1"/>
              <p:nvPr/>
            </p:nvSpPr>
            <p:spPr>
              <a:xfrm rot="2833325">
                <a:off x="267250" y="3499176"/>
                <a:ext cx="228037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 № 1286</a:t>
                </a:r>
              </a:p>
            </p:txBody>
          </p:sp>
          <p:sp>
            <p:nvSpPr>
              <p:cNvPr id="702" name="Надпись"/>
              <p:cNvSpPr txBox="1"/>
              <p:nvPr/>
            </p:nvSpPr>
            <p:spPr>
              <a:xfrm rot="19595574">
                <a:off x="4414812" y="6753045"/>
                <a:ext cx="22425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 № 1913</a:t>
                </a:r>
              </a:p>
            </p:txBody>
          </p:sp>
          <p:sp>
            <p:nvSpPr>
              <p:cNvPr id="703" name="Надпись"/>
              <p:cNvSpPr txBox="1"/>
              <p:nvPr/>
            </p:nvSpPr>
            <p:spPr>
              <a:xfrm>
                <a:off x="7676070" y="7757373"/>
                <a:ext cx="158147" cy="2281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74" b="1" u="sng" dirty="0">
                    <a:solidFill>
                      <a:srgbClr val="141414"/>
                    </a:solidFill>
                    <a:effectLst>
                      <a:glow rad="23040">
                        <a:srgbClr val="FFFFFF"/>
                      </a:glow>
                    </a:effectLst>
                    <a:latin typeface="Montserrat"/>
                    <a:cs typeface="Montserrat"/>
                  </a:rPr>
                  <a:t>7</a:t>
                </a:r>
              </a:p>
            </p:txBody>
          </p:sp>
          <p:sp>
            <p:nvSpPr>
              <p:cNvPr id="704" name="Надпись"/>
              <p:cNvSpPr txBox="1"/>
              <p:nvPr/>
            </p:nvSpPr>
            <p:spPr>
              <a:xfrm>
                <a:off x="7547450" y="7988527"/>
                <a:ext cx="415387" cy="26242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695" b="1" dirty="0">
                    <a:solidFill>
                      <a:srgbClr val="141414"/>
                    </a:solidFill>
                    <a:effectLst>
                      <a:glow rad="23040">
                        <a:srgbClr val="FFFFFF"/>
                      </a:glow>
                    </a:effectLst>
                    <a:latin typeface="Montserrat"/>
                    <a:cs typeface="Montserrat"/>
                  </a:rPr>
                  <a:t>130</a:t>
                </a:r>
              </a:p>
            </p:txBody>
          </p:sp>
          <p:sp>
            <p:nvSpPr>
              <p:cNvPr id="705" name="Надпись"/>
              <p:cNvSpPr txBox="1"/>
              <p:nvPr/>
            </p:nvSpPr>
            <p:spPr>
              <a:xfrm>
                <a:off x="9023053" y="2775416"/>
                <a:ext cx="161456" cy="2281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74" b="1" u="sng" dirty="0">
                    <a:solidFill>
                      <a:srgbClr val="141414"/>
                    </a:solidFill>
                    <a:effectLst>
                      <a:glow rad="23040">
                        <a:srgbClr val="FFFFFF"/>
                      </a:glow>
                    </a:effectLst>
                    <a:latin typeface="Montserrat"/>
                    <a:cs typeface="Montserrat"/>
                  </a:rPr>
                  <a:t>6</a:t>
                </a:r>
              </a:p>
            </p:txBody>
          </p:sp>
          <p:sp>
            <p:nvSpPr>
              <p:cNvPr id="706" name="Надпись"/>
              <p:cNvSpPr txBox="1"/>
              <p:nvPr/>
            </p:nvSpPr>
            <p:spPr>
              <a:xfrm>
                <a:off x="8896088" y="3006570"/>
                <a:ext cx="415387" cy="26242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695" b="1" dirty="0">
                    <a:solidFill>
                      <a:srgbClr val="141414"/>
                    </a:solidFill>
                    <a:effectLst>
                      <a:glow rad="23040">
                        <a:srgbClr val="FFFFFF"/>
                      </a:glow>
                    </a:effectLst>
                    <a:latin typeface="Montserrat"/>
                    <a:cs typeface="Montserrat"/>
                  </a:rPr>
                  <a:t>130</a:t>
                </a:r>
              </a:p>
            </p:txBody>
          </p:sp>
          <p:sp>
            <p:nvSpPr>
              <p:cNvPr id="707" name="Надпись"/>
              <p:cNvSpPr txBox="1"/>
              <p:nvPr/>
            </p:nvSpPr>
            <p:spPr>
              <a:xfrm>
                <a:off x="2569261" y="3900946"/>
                <a:ext cx="113758" cy="2281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74" b="1" u="sng" dirty="0">
                    <a:solidFill>
                      <a:srgbClr val="141414"/>
                    </a:solidFill>
                    <a:effectLst>
                      <a:glow rad="23040">
                        <a:srgbClr val="FFFFFF"/>
                      </a:glow>
                    </a:effectLst>
                    <a:latin typeface="Montserrat"/>
                    <a:cs typeface="Montserrat"/>
                  </a:rPr>
                  <a:t>1</a:t>
                </a:r>
              </a:p>
            </p:txBody>
          </p:sp>
          <p:sp>
            <p:nvSpPr>
              <p:cNvPr id="708" name="Надпись"/>
              <p:cNvSpPr txBox="1"/>
              <p:nvPr/>
            </p:nvSpPr>
            <p:spPr>
              <a:xfrm>
                <a:off x="2418446" y="4132101"/>
                <a:ext cx="415387" cy="26242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695" b="1" dirty="0">
                    <a:solidFill>
                      <a:srgbClr val="141414"/>
                    </a:solidFill>
                    <a:effectLst>
                      <a:glow rad="23040">
                        <a:srgbClr val="FFFFFF"/>
                      </a:glow>
                    </a:effectLst>
                    <a:latin typeface="Montserrat"/>
                    <a:cs typeface="Montserrat"/>
                  </a:rPr>
                  <a:t>130</a:t>
                </a:r>
              </a:p>
            </p:txBody>
          </p:sp>
          <p:sp>
            <p:nvSpPr>
              <p:cNvPr id="709" name="Надпись"/>
              <p:cNvSpPr txBox="1"/>
              <p:nvPr/>
            </p:nvSpPr>
            <p:spPr>
              <a:xfrm>
                <a:off x="5133701" y="2410957"/>
                <a:ext cx="153279" cy="2281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74" b="1" u="sng" dirty="0">
                    <a:solidFill>
                      <a:srgbClr val="141414"/>
                    </a:solidFill>
                    <a:effectLst>
                      <a:glow rad="23040">
                        <a:srgbClr val="FFFFFF"/>
                      </a:glow>
                    </a:effectLst>
                    <a:latin typeface="Montserrat"/>
                    <a:cs typeface="Montserrat"/>
                  </a:rPr>
                  <a:t>5</a:t>
                </a:r>
              </a:p>
            </p:txBody>
          </p:sp>
          <p:sp>
            <p:nvSpPr>
              <p:cNvPr id="710" name="Надпись"/>
              <p:cNvSpPr txBox="1"/>
              <p:nvPr/>
            </p:nvSpPr>
            <p:spPr>
              <a:xfrm>
                <a:off x="4970518" y="2642112"/>
                <a:ext cx="479644" cy="26242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695" b="1" dirty="0">
                    <a:solidFill>
                      <a:srgbClr val="141414"/>
                    </a:solidFill>
                    <a:effectLst>
                      <a:glow rad="23040">
                        <a:srgbClr val="FFFFFF"/>
                      </a:glow>
                    </a:effectLst>
                    <a:latin typeface="Montserrat"/>
                    <a:cs typeface="Montserrat"/>
                  </a:rPr>
                  <a:t>300</a:t>
                </a:r>
              </a:p>
            </p:txBody>
          </p:sp>
          <p:sp>
            <p:nvSpPr>
              <p:cNvPr id="711" name="Надпись"/>
              <p:cNvSpPr txBox="1"/>
              <p:nvPr/>
            </p:nvSpPr>
            <p:spPr>
              <a:xfrm>
                <a:off x="2985877" y="455797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712" name="Надпись"/>
              <p:cNvSpPr txBox="1"/>
              <p:nvPr/>
            </p:nvSpPr>
            <p:spPr>
              <a:xfrm>
                <a:off x="2294648" y="4722136"/>
                <a:ext cx="166789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«Квартал Метроном»</a:t>
                </a:r>
              </a:p>
            </p:txBody>
          </p:sp>
          <p:sp>
            <p:nvSpPr>
              <p:cNvPr id="713" name="Надпись"/>
              <p:cNvSpPr txBox="1"/>
              <p:nvPr/>
            </p:nvSpPr>
            <p:spPr>
              <a:xfrm>
                <a:off x="7877390" y="1701368"/>
                <a:ext cx="152306" cy="2281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74" b="1" u="sng" dirty="0">
                    <a:solidFill>
                      <a:srgbClr val="141414"/>
                    </a:solidFill>
                    <a:effectLst>
                      <a:glow rad="23040">
                        <a:srgbClr val="FFFFFF"/>
                      </a:glow>
                    </a:effectLst>
                    <a:latin typeface="Montserrat"/>
                    <a:cs typeface="Montserrat"/>
                  </a:rPr>
                  <a:t>2</a:t>
                </a:r>
              </a:p>
            </p:txBody>
          </p:sp>
          <p:sp>
            <p:nvSpPr>
              <p:cNvPr id="714" name="Надпись"/>
              <p:cNvSpPr txBox="1"/>
              <p:nvPr/>
            </p:nvSpPr>
            <p:spPr>
              <a:xfrm>
                <a:off x="7745849" y="1932523"/>
                <a:ext cx="415387" cy="26242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695" b="1" dirty="0">
                    <a:solidFill>
                      <a:srgbClr val="141414"/>
                    </a:solidFill>
                    <a:effectLst>
                      <a:glow rad="23040">
                        <a:srgbClr val="FFFFFF"/>
                      </a:glow>
                    </a:effectLst>
                    <a:latin typeface="Montserrat"/>
                    <a:cs typeface="Montserrat"/>
                  </a:rPr>
                  <a:t>130</a:t>
                </a:r>
              </a:p>
            </p:txBody>
          </p:sp>
          <p:sp>
            <p:nvSpPr>
              <p:cNvPr id="715" name="Надпись"/>
              <p:cNvSpPr txBox="1"/>
              <p:nvPr/>
            </p:nvSpPr>
            <p:spPr>
              <a:xfrm>
                <a:off x="9403972" y="4863933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716" name="Надпись"/>
              <p:cNvSpPr txBox="1"/>
              <p:nvPr/>
            </p:nvSpPr>
            <p:spPr>
              <a:xfrm>
                <a:off x="8847332" y="5028093"/>
                <a:ext cx="139872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«2-й Иртышский»</a:t>
                </a:r>
              </a:p>
            </p:txBody>
          </p:sp>
          <p:sp>
            <p:nvSpPr>
              <p:cNvPr id="717" name="Надпись"/>
              <p:cNvSpPr txBox="1"/>
              <p:nvPr/>
            </p:nvSpPr>
            <p:spPr>
              <a:xfrm>
                <a:off x="5832834" y="9294998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718" name="Надпись"/>
              <p:cNvSpPr txBox="1"/>
              <p:nvPr/>
            </p:nvSpPr>
            <p:spPr>
              <a:xfrm>
                <a:off x="5280961" y="9459158"/>
                <a:ext cx="138918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«Level Амурская»</a:t>
                </a:r>
              </a:p>
            </p:txBody>
          </p:sp>
          <p:sp>
            <p:nvSpPr>
              <p:cNvPr id="719" name="Надпись"/>
              <p:cNvSpPr txBox="1"/>
              <p:nvPr/>
            </p:nvSpPr>
            <p:spPr>
              <a:xfrm>
                <a:off x="5144947" y="204851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720" name="Надпись"/>
              <p:cNvSpPr txBox="1"/>
              <p:nvPr/>
            </p:nvSpPr>
            <p:spPr>
              <a:xfrm>
                <a:off x="4582546" y="2212676"/>
                <a:ext cx="141024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«Открытый парк»</a:t>
                </a:r>
              </a:p>
            </p:txBody>
          </p:sp>
          <p:sp>
            <p:nvSpPr>
              <p:cNvPr id="721" name="Надпись"/>
              <p:cNvSpPr txBox="1"/>
              <p:nvPr/>
            </p:nvSpPr>
            <p:spPr>
              <a:xfrm>
                <a:off x="7565798" y="2499465"/>
                <a:ext cx="124307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Объединённый</a:t>
                </a:r>
              </a:p>
            </p:txBody>
          </p:sp>
          <p:sp>
            <p:nvSpPr>
              <p:cNvPr id="722" name="Надпись"/>
              <p:cNvSpPr txBox="1"/>
              <p:nvPr/>
            </p:nvSpPr>
            <p:spPr>
              <a:xfrm>
                <a:off x="7944455" y="2663625"/>
                <a:ext cx="48576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архив</a:t>
                </a:r>
              </a:p>
            </p:txBody>
          </p:sp>
          <p:sp>
            <p:nvSpPr>
              <p:cNvPr id="723" name="Надпись"/>
              <p:cNvSpPr txBox="1"/>
              <p:nvPr/>
            </p:nvSpPr>
            <p:spPr>
              <a:xfrm>
                <a:off x="6876008" y="2286886"/>
                <a:ext cx="108856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«Эврика»</a:t>
                </a:r>
              </a:p>
            </p:txBody>
          </p:sp>
          <p:sp>
            <p:nvSpPr>
              <p:cNvPr id="724" name="Надпись"/>
              <p:cNvSpPr txBox="1"/>
              <p:nvPr/>
            </p:nvSpPr>
            <p:spPr>
              <a:xfrm>
                <a:off x="6304468" y="8718816"/>
                <a:ext cx="6482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Димари</a:t>
                </a:r>
              </a:p>
            </p:txBody>
          </p:sp>
          <p:sp>
            <p:nvSpPr>
              <p:cNvPr id="725" name="Надпись"/>
              <p:cNvSpPr txBox="1"/>
              <p:nvPr/>
            </p:nvSpPr>
            <p:spPr>
              <a:xfrm>
                <a:off x="5641453" y="2814380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Строитель-4</a:t>
                </a:r>
              </a:p>
            </p:txBody>
          </p:sp>
          <p:sp>
            <p:nvSpPr>
              <p:cNvPr id="726" name="Надпись"/>
              <p:cNvSpPr txBox="1"/>
              <p:nvPr/>
            </p:nvSpPr>
            <p:spPr>
              <a:xfrm>
                <a:off x="5407180" y="3579364"/>
                <a:ext cx="1054706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«Статор»</a:t>
                </a:r>
              </a:p>
            </p:txBody>
          </p:sp>
          <p:sp>
            <p:nvSpPr>
              <p:cNvPr id="727" name="Надпись"/>
              <p:cNvSpPr txBox="1"/>
              <p:nvPr/>
            </p:nvSpPr>
            <p:spPr>
              <a:xfrm>
                <a:off x="4351346" y="4598472"/>
                <a:ext cx="572262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Гранит</a:t>
                </a:r>
              </a:p>
            </p:txBody>
          </p:sp>
          <p:sp>
            <p:nvSpPr>
              <p:cNvPr id="728" name="Надпись"/>
              <p:cNvSpPr txBox="1"/>
              <p:nvPr/>
            </p:nvSpPr>
            <p:spPr>
              <a:xfrm>
                <a:off x="3830604" y="9497783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Детский сад</a:t>
                </a:r>
              </a:p>
            </p:txBody>
          </p:sp>
        </p:grpSp>
      </p:grpSp>
      <p:grpSp>
        <p:nvGrpSpPr>
          <p:cNvPr id="778" name="Легенда"/>
          <p:cNvGrpSpPr/>
          <p:nvPr/>
        </p:nvGrpSpPr>
        <p:grpSpPr>
          <a:xfrm>
            <a:off x="10532378" y="1588999"/>
            <a:ext cx="4454133" cy="4896306"/>
            <a:chOff x="10532378" y="1588999"/>
            <a:chExt cx="4454133" cy="4896306"/>
          </a:xfrm>
        </p:grpSpPr>
        <p:sp>
          <p:nvSpPr>
            <p:cNvPr id="731" name="Надпись"/>
            <p:cNvSpPr txBox="1"/>
            <p:nvPr/>
          </p:nvSpPr>
          <p:spPr>
            <a:xfrm>
              <a:off x="10532378" y="1588999"/>
              <a:ext cx="2124977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Условные обозначения</a:t>
              </a:r>
            </a:p>
          </p:txBody>
        </p:sp>
        <p:sp>
          <p:nvSpPr>
            <p:cNvPr id="732" name="Надпись"/>
            <p:cNvSpPr txBox="1"/>
            <p:nvPr/>
          </p:nvSpPr>
          <p:spPr>
            <a:xfrm>
              <a:off x="10535299" y="1905276"/>
              <a:ext cx="64265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Границы</a:t>
              </a:r>
            </a:p>
          </p:txBody>
        </p:sp>
        <p:sp>
          <p:nvSpPr>
            <p:cNvPr id="734" name="Контур"/>
            <p:cNvSpPr/>
            <p:nvPr/>
          </p:nvSpPr>
          <p:spPr>
            <a:xfrm>
              <a:off x="10548000" y="2215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8333" sp="108333"/>
              </a:custDash>
              <a:miter lim="1000000"/>
            </a:ln>
          </p:spPr>
        </p:sp>
        <p:sp>
          <p:nvSpPr>
            <p:cNvPr id="733" name="Надпись"/>
            <p:cNvSpPr txBox="1"/>
            <p:nvPr/>
          </p:nvSpPr>
          <p:spPr>
            <a:xfrm>
              <a:off x="11093299" y="2139276"/>
              <a:ext cx="268169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разрабатываемой территории (1,66 га)</a:t>
              </a:r>
            </a:p>
          </p:txBody>
        </p:sp>
        <p:sp>
          <p:nvSpPr>
            <p:cNvPr id="736" name="Контур"/>
            <p:cNvSpPr/>
            <p:nvPr/>
          </p:nvSpPr>
          <p:spPr>
            <a:xfrm>
              <a:off x="10548000" y="2449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43200" cap="flat">
              <a:solidFill>
                <a:srgbClr val="E30613"/>
              </a:solidFill>
              <a:miter lim="1000000"/>
            </a:ln>
          </p:spPr>
        </p:sp>
        <p:sp>
          <p:nvSpPr>
            <p:cNvPr id="735" name="Надпись"/>
            <p:cNvSpPr txBox="1"/>
            <p:nvPr/>
          </p:nvSpPr>
          <p:spPr>
            <a:xfrm>
              <a:off x="11093299" y="2373276"/>
              <a:ext cx="53407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района</a:t>
              </a:r>
            </a:p>
          </p:txBody>
        </p:sp>
        <p:sp>
          <p:nvSpPr>
            <p:cNvPr id="737" name="Надпись"/>
            <p:cNvSpPr txBox="1"/>
            <p:nvPr/>
          </p:nvSpPr>
          <p:spPr>
            <a:xfrm>
              <a:off x="10535299" y="2607276"/>
              <a:ext cx="163186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Функциональные зоны</a:t>
              </a:r>
            </a:p>
          </p:txBody>
        </p:sp>
        <p:sp>
          <p:nvSpPr>
            <p:cNvPr id="738" name="Контур"/>
            <p:cNvSpPr/>
            <p:nvPr/>
          </p:nvSpPr>
          <p:spPr>
            <a:xfrm>
              <a:off x="10548000" y="28634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F3D357"/>
            </a:solidFill>
            <a:ln>
              <a:noFill/>
            </a:ln>
          </p:spPr>
        </p:sp>
        <p:sp>
          <p:nvSpPr>
            <p:cNvPr id="740" name="Контур"/>
            <p:cNvSpPr/>
            <p:nvPr/>
          </p:nvSpPr>
          <p:spPr>
            <a:xfrm>
              <a:off x="10548000" y="28634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3C3C3C"/>
              </a:solidFill>
              <a:miter lim="1000000"/>
            </a:ln>
          </p:spPr>
        </p:sp>
        <p:sp>
          <p:nvSpPr>
            <p:cNvPr id="739" name="Надпись"/>
            <p:cNvSpPr txBox="1"/>
            <p:nvPr/>
          </p:nvSpPr>
          <p:spPr>
            <a:xfrm>
              <a:off x="10683052" y="2861959"/>
              <a:ext cx="197897" cy="10837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0" b="1" dirty="0">
                  <a:solidFill>
                    <a:srgbClr val="141414"/>
                  </a:solidFill>
                  <a:latin typeface="Montserrat"/>
                  <a:cs typeface="Montserrat"/>
                </a:rPr>
                <a:t>200</a:t>
              </a:r>
            </a:p>
          </p:txBody>
        </p:sp>
        <p:sp>
          <p:nvSpPr>
            <p:cNvPr id="741" name="Надпись"/>
            <p:cNvSpPr txBox="1"/>
            <p:nvPr/>
          </p:nvSpPr>
          <p:spPr>
            <a:xfrm>
              <a:off x="11093299" y="2841276"/>
              <a:ext cx="299765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зоны жилых микрорайонов и жилых групп</a:t>
              </a:r>
            </a:p>
          </p:txBody>
        </p:sp>
        <p:sp>
          <p:nvSpPr>
            <p:cNvPr id="742" name="Надпись"/>
            <p:cNvSpPr txBox="1"/>
            <p:nvPr/>
          </p:nvSpPr>
          <p:spPr>
            <a:xfrm>
              <a:off x="11093299" y="2992476"/>
              <a:ext cx="252741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многоквартирной жилой застройки</a:t>
              </a:r>
            </a:p>
          </p:txBody>
        </p:sp>
        <p:sp>
          <p:nvSpPr>
            <p:cNvPr id="743" name="Контур"/>
            <p:cNvSpPr/>
            <p:nvPr/>
          </p:nvSpPr>
          <p:spPr>
            <a:xfrm>
              <a:off x="10548000" y="324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AD84AE"/>
            </a:solidFill>
            <a:ln>
              <a:noFill/>
            </a:ln>
          </p:spPr>
        </p:sp>
        <p:sp>
          <p:nvSpPr>
            <p:cNvPr id="745" name="Контур"/>
            <p:cNvSpPr/>
            <p:nvPr/>
          </p:nvSpPr>
          <p:spPr>
            <a:xfrm>
              <a:off x="10548000" y="324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3C3C3C"/>
              </a:solidFill>
              <a:miter lim="1000000"/>
            </a:ln>
          </p:spPr>
        </p:sp>
        <p:sp>
          <p:nvSpPr>
            <p:cNvPr id="744" name="Надпись"/>
            <p:cNvSpPr txBox="1"/>
            <p:nvPr/>
          </p:nvSpPr>
          <p:spPr>
            <a:xfrm>
              <a:off x="10696227" y="3247159"/>
              <a:ext cx="171545" cy="10837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0" b="1" dirty="0">
                  <a:solidFill>
                    <a:srgbClr val="141414"/>
                  </a:solidFill>
                  <a:latin typeface="Montserrat"/>
                  <a:cs typeface="Montserrat"/>
                </a:rPr>
                <a:t>130</a:t>
              </a:r>
            </a:p>
          </p:txBody>
        </p:sp>
        <p:sp>
          <p:nvSpPr>
            <p:cNvPr id="746" name="Надпись"/>
            <p:cNvSpPr txBox="1"/>
            <p:nvPr/>
          </p:nvSpPr>
          <p:spPr>
            <a:xfrm>
              <a:off x="11093299" y="3226476"/>
              <a:ext cx="144905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коммунальные зоны</a:t>
              </a:r>
            </a:p>
          </p:txBody>
        </p:sp>
        <p:sp>
          <p:nvSpPr>
            <p:cNvPr id="747" name="Контур"/>
            <p:cNvSpPr/>
            <p:nvPr/>
          </p:nvSpPr>
          <p:spPr>
            <a:xfrm>
              <a:off x="10548000" y="3482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B1B5E1"/>
            </a:solidFill>
            <a:ln>
              <a:noFill/>
            </a:ln>
          </p:spPr>
        </p:sp>
        <p:sp>
          <p:nvSpPr>
            <p:cNvPr id="749" name="Контур"/>
            <p:cNvSpPr/>
            <p:nvPr/>
          </p:nvSpPr>
          <p:spPr>
            <a:xfrm>
              <a:off x="10548000" y="3482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3C3C3C"/>
              </a:solidFill>
              <a:miter lim="1000000"/>
            </a:ln>
          </p:spPr>
        </p:sp>
        <p:sp>
          <p:nvSpPr>
            <p:cNvPr id="748" name="Надпись"/>
            <p:cNvSpPr txBox="1"/>
            <p:nvPr/>
          </p:nvSpPr>
          <p:spPr>
            <a:xfrm>
              <a:off x="10682959" y="3481159"/>
              <a:ext cx="198082" cy="10837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0" b="1" dirty="0">
                  <a:solidFill>
                    <a:srgbClr val="141414"/>
                  </a:solidFill>
                  <a:latin typeface="Montserrat"/>
                  <a:cs typeface="Montserrat"/>
                </a:rPr>
                <a:t>300</a:t>
              </a:r>
            </a:p>
          </p:txBody>
        </p:sp>
        <p:sp>
          <p:nvSpPr>
            <p:cNvPr id="750" name="Надпись"/>
            <p:cNvSpPr txBox="1"/>
            <p:nvPr/>
          </p:nvSpPr>
          <p:spPr>
            <a:xfrm>
              <a:off x="11093299" y="3460476"/>
              <a:ext cx="153054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промышленные зоны</a:t>
              </a:r>
            </a:p>
          </p:txBody>
        </p:sp>
        <p:sp>
          <p:nvSpPr>
            <p:cNvPr id="751" name="Надпись"/>
            <p:cNvSpPr txBox="1"/>
            <p:nvPr/>
          </p:nvSpPr>
          <p:spPr>
            <a:xfrm>
              <a:off x="10698566" y="3701676"/>
              <a:ext cx="16686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u="sng" dirty="0">
                  <a:solidFill>
                    <a:srgbClr val="141414"/>
                  </a:solidFill>
                  <a:latin typeface="Montserrat"/>
                  <a:cs typeface="Montserrat"/>
                </a:rPr>
                <a:t>10</a:t>
              </a:r>
            </a:p>
          </p:txBody>
        </p:sp>
        <p:sp>
          <p:nvSpPr>
            <p:cNvPr id="752" name="Надпись"/>
            <p:cNvSpPr txBox="1"/>
            <p:nvPr/>
          </p:nvSpPr>
          <p:spPr>
            <a:xfrm>
              <a:off x="11093299" y="3694476"/>
              <a:ext cx="2088357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номер функциональной зоны</a:t>
              </a:r>
            </a:p>
          </p:txBody>
        </p:sp>
        <p:sp>
          <p:nvSpPr>
            <p:cNvPr id="753" name="Надпись"/>
            <p:cNvSpPr txBox="1"/>
            <p:nvPr/>
          </p:nvSpPr>
          <p:spPr>
            <a:xfrm>
              <a:off x="10640315" y="3935676"/>
              <a:ext cx="28337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141414"/>
                  </a:solidFill>
                  <a:latin typeface="Montserrat"/>
                  <a:cs typeface="Montserrat"/>
                </a:rPr>
                <a:t>500</a:t>
              </a:r>
            </a:p>
          </p:txBody>
        </p:sp>
        <p:sp>
          <p:nvSpPr>
            <p:cNvPr id="754" name="Надпись"/>
            <p:cNvSpPr txBox="1"/>
            <p:nvPr/>
          </p:nvSpPr>
          <p:spPr>
            <a:xfrm>
              <a:off x="11093299" y="3928476"/>
              <a:ext cx="3893212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индекс типа функционального назначения территории</a:t>
              </a:r>
            </a:p>
          </p:txBody>
        </p:sp>
        <p:sp>
          <p:nvSpPr>
            <p:cNvPr id="755" name="Надпись"/>
            <p:cNvSpPr txBox="1"/>
            <p:nvPr/>
          </p:nvSpPr>
          <p:spPr>
            <a:xfrm>
              <a:off x="10535299" y="4162476"/>
              <a:ext cx="76034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Транспорт</a:t>
              </a:r>
            </a:p>
          </p:txBody>
        </p:sp>
        <p:sp>
          <p:nvSpPr>
            <p:cNvPr id="756" name="Контур"/>
            <p:cNvSpPr/>
            <p:nvPr/>
          </p:nvSpPr>
          <p:spPr>
            <a:xfrm>
              <a:off x="10548000" y="44726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miter lim="1000000"/>
            </a:ln>
          </p:spPr>
        </p:sp>
        <p:sp>
          <p:nvSpPr>
            <p:cNvPr id="758" name="Контур"/>
            <p:cNvSpPr/>
            <p:nvPr/>
          </p:nvSpPr>
          <p:spPr>
            <a:xfrm>
              <a:off x="10548000" y="44726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5120" cap="flat">
              <a:solidFill>
                <a:srgbClr val="FFFFFF"/>
              </a:solidFill>
              <a:custDash>
                <a:ds d="442176" sp="442176"/>
              </a:custDash>
              <a:miter lim="1000000"/>
            </a:ln>
          </p:spPr>
        </p:sp>
        <p:sp>
          <p:nvSpPr>
            <p:cNvPr id="757" name="Надпись"/>
            <p:cNvSpPr txBox="1"/>
            <p:nvPr/>
          </p:nvSpPr>
          <p:spPr>
            <a:xfrm>
              <a:off x="11093299" y="4396476"/>
              <a:ext cx="170384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железнодорожные пути</a:t>
              </a:r>
            </a:p>
          </p:txBody>
        </p:sp>
        <p:sp>
          <p:nvSpPr>
            <p:cNvPr id="759" name="Надпись"/>
            <p:cNvSpPr txBox="1"/>
            <p:nvPr/>
          </p:nvSpPr>
          <p:spPr>
            <a:xfrm>
              <a:off x="10532378" y="4782199"/>
              <a:ext cx="3569648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Функциональные зоны и их параметры</a:t>
              </a:r>
            </a:p>
          </p:txBody>
        </p:sp>
        <p:sp>
          <p:nvSpPr>
            <p:cNvPr id="760" name="Контур"/>
            <p:cNvSpPr/>
            <p:nvPr/>
          </p:nvSpPr>
          <p:spPr>
            <a:xfrm>
              <a:off x="10548000" y="5113420"/>
              <a:ext cx="4320000" cy="1015200"/>
            </a:xfrm>
            <a:custGeom>
              <a:avLst/>
              <a:gdLst/>
              <a:ahLst/>
              <a:cxnLst/>
              <a:rect l="l" t="t" r="r" b="b"/>
              <a:pathLst>
                <a:path w="4320000" h="1015200">
                  <a:moveTo>
                    <a:pt x="0" y="0"/>
                  </a:moveTo>
                  <a:lnTo>
                    <a:pt x="4320000" y="0"/>
                  </a:lnTo>
                  <a:lnTo>
                    <a:pt x="4320000" y="1015200"/>
                  </a:lnTo>
                  <a:lnTo>
                    <a:pt x="0" y="101520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</p:sp>
        <p:sp>
          <p:nvSpPr>
            <p:cNvPr id="761" name="Надпись"/>
            <p:cNvSpPr txBox="1"/>
            <p:nvPr/>
          </p:nvSpPr>
          <p:spPr>
            <a:xfrm>
              <a:off x="10764928" y="5448482"/>
              <a:ext cx="50395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Номер</a:t>
              </a:r>
            </a:p>
          </p:txBody>
        </p:sp>
        <p:sp>
          <p:nvSpPr>
            <p:cNvPr id="762" name="Надпись"/>
            <p:cNvSpPr txBox="1"/>
            <p:nvPr/>
          </p:nvSpPr>
          <p:spPr>
            <a:xfrm>
              <a:off x="10553983" y="5599682"/>
              <a:ext cx="92584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функц. зоны</a:t>
              </a:r>
            </a:p>
          </p:txBody>
        </p:sp>
        <p:sp>
          <p:nvSpPr>
            <p:cNvPr id="763" name="Надпись"/>
            <p:cNvSpPr txBox="1"/>
            <p:nvPr/>
          </p:nvSpPr>
          <p:spPr>
            <a:xfrm>
              <a:off x="11671701" y="5448482"/>
              <a:ext cx="56603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Индекс</a:t>
              </a:r>
            </a:p>
          </p:txBody>
        </p:sp>
        <p:sp>
          <p:nvSpPr>
            <p:cNvPr id="764" name="Надпись"/>
            <p:cNvSpPr txBox="1"/>
            <p:nvPr/>
          </p:nvSpPr>
          <p:spPr>
            <a:xfrm>
              <a:off x="11491796" y="5599682"/>
              <a:ext cx="92584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функц. зоны</a:t>
              </a:r>
            </a:p>
          </p:txBody>
        </p:sp>
        <p:sp>
          <p:nvSpPr>
            <p:cNvPr id="765" name="Надпись"/>
            <p:cNvSpPr txBox="1"/>
            <p:nvPr/>
          </p:nvSpPr>
          <p:spPr>
            <a:xfrm>
              <a:off x="12824444" y="5448482"/>
              <a:ext cx="293805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Тип</a:t>
              </a:r>
            </a:p>
          </p:txBody>
        </p:sp>
        <p:sp>
          <p:nvSpPr>
            <p:cNvPr id="766" name="Надпись"/>
            <p:cNvSpPr txBox="1"/>
            <p:nvPr/>
          </p:nvSpPr>
          <p:spPr>
            <a:xfrm>
              <a:off x="12508423" y="5599682"/>
              <a:ext cx="92584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функц. зоны</a:t>
              </a:r>
            </a:p>
          </p:txBody>
        </p:sp>
        <p:sp>
          <p:nvSpPr>
            <p:cNvPr id="767" name="Надпись"/>
            <p:cNvSpPr txBox="1"/>
            <p:nvPr/>
          </p:nvSpPr>
          <p:spPr>
            <a:xfrm>
              <a:off x="13544893" y="5146082"/>
              <a:ext cx="129728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Прогнозируемый</a:t>
              </a:r>
            </a:p>
          </p:txBody>
        </p:sp>
        <p:sp>
          <p:nvSpPr>
            <p:cNvPr id="768" name="Надпись"/>
            <p:cNvSpPr txBox="1"/>
            <p:nvPr/>
          </p:nvSpPr>
          <p:spPr>
            <a:xfrm>
              <a:off x="13594096" y="5297282"/>
              <a:ext cx="119887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фонд застройки</a:t>
              </a:r>
            </a:p>
          </p:txBody>
        </p:sp>
        <p:sp>
          <p:nvSpPr>
            <p:cNvPr id="769" name="Надпись"/>
            <p:cNvSpPr txBox="1"/>
            <p:nvPr/>
          </p:nvSpPr>
          <p:spPr>
            <a:xfrm>
              <a:off x="13783180" y="5448482"/>
              <a:ext cx="820705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в границах</a:t>
              </a:r>
            </a:p>
          </p:txBody>
        </p:sp>
        <p:sp>
          <p:nvSpPr>
            <p:cNvPr id="770" name="Надпись"/>
            <p:cNvSpPr txBox="1"/>
            <p:nvPr/>
          </p:nvSpPr>
          <p:spPr>
            <a:xfrm>
              <a:off x="13528514" y="5599682"/>
              <a:ext cx="133003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разрабатываемой</a:t>
              </a:r>
            </a:p>
          </p:txBody>
        </p:sp>
        <p:sp>
          <p:nvSpPr>
            <p:cNvPr id="771" name="Надпись"/>
            <p:cNvSpPr txBox="1"/>
            <p:nvPr/>
          </p:nvSpPr>
          <p:spPr>
            <a:xfrm>
              <a:off x="13729024" y="5750882"/>
              <a:ext cx="92901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территории,</a:t>
              </a:r>
            </a:p>
          </p:txBody>
        </p:sp>
        <p:sp>
          <p:nvSpPr>
            <p:cNvPr id="772" name="Надпись"/>
            <p:cNvSpPr txBox="1"/>
            <p:nvPr/>
          </p:nvSpPr>
          <p:spPr>
            <a:xfrm>
              <a:off x="13840375" y="5902082"/>
              <a:ext cx="706317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тыс. кв. м</a:t>
              </a:r>
            </a:p>
          </p:txBody>
        </p:sp>
        <p:sp>
          <p:nvSpPr>
            <p:cNvPr id="773" name="Надпись"/>
            <p:cNvSpPr txBox="1"/>
            <p:nvPr/>
          </p:nvSpPr>
          <p:spPr>
            <a:xfrm>
              <a:off x="10963985" y="6254882"/>
              <a:ext cx="10584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6</a:t>
              </a:r>
            </a:p>
          </p:txBody>
        </p:sp>
        <p:sp>
          <p:nvSpPr>
            <p:cNvPr id="774" name="Надпись"/>
            <p:cNvSpPr txBox="1"/>
            <p:nvPr/>
          </p:nvSpPr>
          <p:spPr>
            <a:xfrm>
              <a:off x="11837207" y="6254882"/>
              <a:ext cx="23502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130</a:t>
              </a:r>
            </a:p>
          </p:txBody>
        </p:sp>
        <p:sp>
          <p:nvSpPr>
            <p:cNvPr id="775" name="Надпись"/>
            <p:cNvSpPr txBox="1"/>
            <p:nvPr/>
          </p:nvSpPr>
          <p:spPr>
            <a:xfrm>
              <a:off x="12437822" y="6179282"/>
              <a:ext cx="106705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коммунальные</a:t>
              </a:r>
            </a:p>
          </p:txBody>
        </p:sp>
        <p:sp>
          <p:nvSpPr>
            <p:cNvPr id="776" name="Надпись"/>
            <p:cNvSpPr txBox="1"/>
            <p:nvPr/>
          </p:nvSpPr>
          <p:spPr>
            <a:xfrm>
              <a:off x="12784950" y="6330482"/>
              <a:ext cx="37279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зоны</a:t>
              </a:r>
            </a:p>
          </p:txBody>
        </p:sp>
        <p:sp>
          <p:nvSpPr>
            <p:cNvPr id="777" name="Надпись"/>
            <p:cNvSpPr txBox="1"/>
            <p:nvPr/>
          </p:nvSpPr>
          <p:spPr>
            <a:xfrm>
              <a:off x="14058056" y="6254882"/>
              <a:ext cx="27095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11,13</a:t>
              </a:r>
            </a:p>
          </p:txBody>
        </p:sp>
      </p:grpSp>
      <p:grpSp>
        <p:nvGrpSpPr>
          <p:cNvPr id="782" name="Округ и район"/>
          <p:cNvGrpSpPr/>
          <p:nvPr/>
        </p:nvGrpSpPr>
        <p:grpSpPr>
          <a:xfrm>
            <a:off x="693690" y="1685390"/>
            <a:ext cx="2716621" cy="610197"/>
            <a:chOff x="693690" y="1685390"/>
            <a:chExt cx="2716621" cy="610197"/>
          </a:xfrm>
        </p:grpSpPr>
        <p:sp>
          <p:nvSpPr>
            <p:cNvPr id="779" name="Надпись"/>
            <p:cNvSpPr txBox="1"/>
            <p:nvPr/>
          </p:nvSpPr>
          <p:spPr>
            <a:xfrm>
              <a:off x="1459907" y="1685390"/>
              <a:ext cx="1184186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Восточный</a:t>
              </a:r>
            </a:p>
          </p:txBody>
        </p:sp>
        <p:sp>
          <p:nvSpPr>
            <p:cNvPr id="780" name="Надпись"/>
            <p:cNvSpPr txBox="1"/>
            <p:nvPr/>
          </p:nvSpPr>
          <p:spPr>
            <a:xfrm>
              <a:off x="693690" y="1879790"/>
              <a:ext cx="2716621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административный округ</a:t>
              </a:r>
            </a:p>
          </p:txBody>
        </p:sp>
        <p:sp>
          <p:nvSpPr>
            <p:cNvPr id="781" name="Надпись"/>
            <p:cNvSpPr txBox="1"/>
            <p:nvPr/>
          </p:nvSpPr>
          <p:spPr>
            <a:xfrm>
              <a:off x="934425" y="2074190"/>
              <a:ext cx="2235150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район Метрогородок</a:t>
              </a:r>
            </a:p>
          </p:txBody>
        </p:sp>
      </p:grpSp>
      <p:sp>
        <p:nvSpPr>
          <p:cNvPr id="783" name="Округ и район"/>
          <p:cNvSpPr txBox="1"/>
          <p:nvPr/>
        </p:nvSpPr>
        <p:spPr>
          <a:xfrm>
            <a:off x="7589222" y="9904190"/>
            <a:ext cx="1813555" cy="22139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/>
            <a:r>
              <a:rPr lang="ru-RU" sz="1430" b="1" dirty="0">
                <a:solidFill>
                  <a:srgbClr val="9E1717"/>
                </a:solidFill>
                <a:effectLst>
                  <a:glow rad="34560">
                    <a:srgbClr val="FFFFFF"/>
                  </a:glow>
                </a:effectLst>
                <a:latin typeface="Montserrat"/>
                <a:cs typeface="Montserrat"/>
              </a:rPr>
              <a:t>район Гольяново</a:t>
            </a:r>
          </a:p>
        </p:txBody>
      </p:sp>
      <p:grpSp>
        <p:nvGrpSpPr>
          <p:cNvPr id="793" name="Оформление"/>
          <p:cNvGrpSpPr/>
          <p:nvPr/>
        </p:nvGrpSpPr>
        <p:grpSpPr>
          <a:xfrm>
            <a:off x="0" y="0"/>
            <a:ext cx="15120000" cy="10490400"/>
            <a:chOff x="0" y="0"/>
            <a:chExt cx="15120000" cy="10490400"/>
          </a:xfrm>
        </p:grpSpPr>
        <p:sp>
          <p:nvSpPr>
            <p:cNvPr id="784" name="Контур"/>
            <p:cNvSpPr/>
            <p:nvPr/>
          </p:nvSpPr>
          <p:spPr>
            <a:xfrm>
              <a:off x="9522000" y="0"/>
              <a:ext cx="5598000" cy="1002600"/>
            </a:xfrm>
            <a:custGeom>
              <a:avLst/>
              <a:gdLst/>
              <a:ahLst/>
              <a:cxnLst/>
              <a:rect l="l" t="t" r="r" b="b"/>
              <a:pathLst>
                <a:path w="5598000" h="1002600">
                  <a:moveTo>
                    <a:pt x="0" y="0"/>
                  </a:moveTo>
                  <a:lnTo>
                    <a:pt x="5598000" y="0"/>
                  </a:lnTo>
                  <a:lnTo>
                    <a:pt x="5598000" y="1002600"/>
                  </a:lnTo>
                  <a:lnTo>
                    <a:pt x="0" y="100260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pic>
          <p:nvPicPr>
            <p:cNvPr id="785" name="Рисунок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543600" cy="1000800"/>
            </a:xfrm>
            <a:prstGeom prst="rect">
              <a:avLst/>
            </a:prstGeom>
          </p:spPr>
        </p:pic>
        <p:sp>
          <p:nvSpPr>
            <p:cNvPr id="786" name="Надпись"/>
            <p:cNvSpPr txBox="1"/>
            <p:nvPr/>
          </p:nvSpPr>
          <p:spPr>
            <a:xfrm>
              <a:off x="12722390" y="354701"/>
              <a:ext cx="2145610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ППТ КРТ № 3229</a:t>
              </a:r>
            </a:p>
          </p:txBody>
        </p:sp>
        <p:sp>
          <p:nvSpPr>
            <p:cNvPr id="787" name="Надпись"/>
            <p:cNvSpPr txBox="1"/>
            <p:nvPr/>
          </p:nvSpPr>
          <p:spPr>
            <a:xfrm>
              <a:off x="11718334" y="642701"/>
              <a:ext cx="314966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788" name="Контур"/>
            <p:cNvSpPr/>
            <p:nvPr/>
          </p:nvSpPr>
          <p:spPr>
            <a:xfrm>
              <a:off x="0" y="1260000"/>
              <a:ext cx="1638000" cy="1"/>
            </a:xfrm>
            <a:custGeom>
              <a:avLst/>
              <a:gdLst/>
              <a:ahLst/>
              <a:cxnLst/>
              <a:rect l="l" t="t" r="r" b="b"/>
              <a:pathLst>
                <a:path w="1638000" h="1" fill="none">
                  <a:moveTo>
                    <a:pt x="0" y="0"/>
                  </a:moveTo>
                  <a:lnTo>
                    <a:pt x="1638000" y="0"/>
                  </a:lnTo>
                </a:path>
              </a:pathLst>
            </a:custGeom>
            <a:noFill/>
            <a:ln w="38160" cap="flat">
              <a:solidFill>
                <a:srgbClr val="E93939"/>
              </a:solidFill>
              <a:miter lim="1000000"/>
            </a:ln>
          </p:spPr>
        </p:sp>
        <p:sp>
          <p:nvSpPr>
            <p:cNvPr id="789" name="Контур"/>
            <p:cNvSpPr/>
            <p:nvPr/>
          </p:nvSpPr>
          <p:spPr>
            <a:xfrm>
              <a:off x="1584000" y="1188000"/>
              <a:ext cx="180000" cy="144000"/>
            </a:xfrm>
            <a:custGeom>
              <a:avLst/>
              <a:gdLst/>
              <a:ahLst/>
              <a:cxnLst/>
              <a:rect l="l" t="t" r="r" b="b"/>
              <a:pathLst>
                <a:path w="180000" h="144000">
                  <a:moveTo>
                    <a:pt x="0" y="0"/>
                  </a:moveTo>
                  <a:lnTo>
                    <a:pt x="180000" y="72000"/>
                  </a:lnTo>
                  <a:lnTo>
                    <a:pt x="0" y="144000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790" name="Надпись"/>
            <p:cNvSpPr txBox="1"/>
            <p:nvPr/>
          </p:nvSpPr>
          <p:spPr>
            <a:xfrm>
              <a:off x="1813139" y="1125101"/>
              <a:ext cx="10859477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Генеральный план города Москвы. Фрагмент схемы «Карта функциональных зон»</a:t>
              </a:r>
            </a:p>
          </p:txBody>
        </p:sp>
        <p:sp>
          <p:nvSpPr>
            <p:cNvPr id="791" name="Контур"/>
            <p:cNvSpPr/>
            <p:nvPr/>
          </p:nvSpPr>
          <p:spPr>
            <a:xfrm>
              <a:off x="14364000" y="10033200"/>
              <a:ext cx="640800" cy="457200"/>
            </a:xfrm>
            <a:custGeom>
              <a:avLst/>
              <a:gdLst/>
              <a:ahLst/>
              <a:cxnLst/>
              <a:rect l="l" t="t" r="r" b="b"/>
              <a:pathLst>
                <a:path w="640800" h="457200">
                  <a:moveTo>
                    <a:pt x="86868" y="457200"/>
                  </a:moveTo>
                  <a:lnTo>
                    <a:pt x="467064" y="457200"/>
                  </a:lnTo>
                  <a:lnTo>
                    <a:pt x="640800" y="283464"/>
                  </a:lnTo>
                  <a:lnTo>
                    <a:pt x="640800" y="41148"/>
                  </a:lnTo>
                  <a:lnTo>
                    <a:pt x="599652" y="0"/>
                  </a:lnTo>
                  <a:lnTo>
                    <a:pt x="137160" y="0"/>
                  </a:lnTo>
                  <a:lnTo>
                    <a:pt x="0" y="137160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792" name="Надпись"/>
            <p:cNvSpPr txBox="1"/>
            <p:nvPr/>
          </p:nvSpPr>
          <p:spPr>
            <a:xfrm>
              <a:off x="14555441" y="10122113"/>
              <a:ext cx="257918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2000" b="1" dirty="0">
                  <a:solidFill>
                    <a:srgbClr val="FFFFFF"/>
                  </a:solidFill>
                  <a:latin typeface="Montserrat"/>
                  <a:cs typeface="Montserrat"/>
                </a:rPr>
                <a:t>11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ГРАДО">
  <a:themeElements>
    <a:clrScheme name="ГРАДО">
      <a:dk1>
        <a:srgbClr val="000000"/>
      </a:dk1>
      <a:lt1>
        <a:srgbClr val="FFFFFF"/>
      </a:lt1>
      <a:dk2>
        <a:srgbClr val="1F1F1F"/>
      </a:dk2>
      <a:lt2>
        <a:srgbClr val="F2F2F2"/>
      </a:lt2>
      <a:accent1>
        <a:srgbClr val="E93939"/>
      </a:accent1>
      <a:accent2>
        <a:srgbClr val="2B3CC4"/>
      </a:accent2>
      <a:accent3>
        <a:srgbClr val="72A36F"/>
      </a:accent3>
      <a:accent4>
        <a:srgbClr val="F5D58A"/>
      </a:accent4>
      <a:accent5>
        <a:srgbClr val="A9CFE5"/>
      </a:accent5>
      <a:accent6>
        <a:srgbClr val="8A8A8A"/>
      </a:accent6>
      <a:hlink>
        <a:srgbClr val="2B3CC4"/>
      </a:hlink>
      <a:folHlink>
        <a:srgbClr val="7F3F98"/>
      </a:folHlink>
    </a:clrScheme>
    <a:fontScheme name="ГРАДО">
      <a:majorFont>
        <a:latin typeface="Montserrat"/>
        <a:ea typeface=""/>
        <a:cs typeface=""/>
      </a:majorFont>
      <a:minorFont>
        <a:latin typeface="PT Sans"/>
        <a:ea typeface=""/>
        <a:cs typeface=""/>
      </a:minorFont>
    </a:fontScheme>
    <a:fmtScheme name="ГРАДО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ГРАДО">
  <a:themeElements>
    <a:clrScheme name="ГРАДО">
      <a:dk1>
        <a:srgbClr val="000000"/>
      </a:dk1>
      <a:lt1>
        <a:srgbClr val="FFFFFF"/>
      </a:lt1>
      <a:dk2>
        <a:srgbClr val="1F1F1F"/>
      </a:dk2>
      <a:lt2>
        <a:srgbClr val="F2F2F2"/>
      </a:lt2>
      <a:accent1>
        <a:srgbClr val="E93939"/>
      </a:accent1>
      <a:accent2>
        <a:srgbClr val="2B3CC4"/>
      </a:accent2>
      <a:accent3>
        <a:srgbClr val="72A36F"/>
      </a:accent3>
      <a:accent4>
        <a:srgbClr val="F5D58A"/>
      </a:accent4>
      <a:accent5>
        <a:srgbClr val="A9CFE5"/>
      </a:accent5>
      <a:accent6>
        <a:srgbClr val="8A8A8A"/>
      </a:accent6>
      <a:hlink>
        <a:srgbClr val="2B3CC4"/>
      </a:hlink>
      <a:folHlink>
        <a:srgbClr val="7F3F98"/>
      </a:folHlink>
    </a:clrScheme>
    <a:fontScheme name="ГРАДО">
      <a:majorFont>
        <a:latin typeface="Montserrat"/>
        <a:ea typeface=""/>
        <a:cs typeface=""/>
      </a:majorFont>
      <a:minorFont>
        <a:latin typeface="PT Sans"/>
        <a:ea typeface=""/>
        <a:cs typeface=""/>
      </a:minorFont>
    </a:fontScheme>
    <a:fmtScheme name="ГРАДО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ГРАДО 2</Application>
  <Slides>11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г. Москва, 1-й Иртышский проезд, вл. 8</dc:title>
  <dc:creator>ГРАДО 2</dc:creator>
</cp:coreProperties>
</file>